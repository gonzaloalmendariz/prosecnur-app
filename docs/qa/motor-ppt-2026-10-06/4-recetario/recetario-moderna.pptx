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4" r:id="rId246"/>
    <p:sldId id="495" r:id="rId247"/>
    <p:sldId id="261" r:id="rId13"/>
    <p:sldId id="438" r:id="rId190"/>
    <p:sldId id="439" r:id="rId191"/>
    <p:sldId id="260" r:id="rId12"/>
    <p:sldId id="259" r:id="rId11"/>
    <p:sldId id="262" r:id="rId14"/>
    <p:sldId id="444" r:id="rId196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6" r:id="rId248"/>
    <p:sldId id="267" r:id="rId19"/>
    <p:sldId id="440" r:id="rId192"/>
    <p:sldId id="441" r:id="rId193"/>
    <p:sldId id="268" r:id="rId20"/>
    <p:sldId id="442" r:id="rId194"/>
    <p:sldId id="443" r:id="rId195"/>
    <p:sldId id="269" r:id="rId21"/>
    <p:sldId id="497" r:id="rId249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98" r:id="rId250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99" r:id="rId251"/>
    <p:sldId id="434" r:id="rId186"/>
    <p:sldId id="435" r:id="rId187"/>
    <p:sldId id="436" r:id="rId188"/>
    <p:sldId id="437" r:id="rId189"/>
    <p:sldId id="530" r:id="rId282"/>
    <p:sldId id="500" r:id="rId252"/>
    <p:sldId id="501" r:id="rId253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446" r:id="rId198"/>
    <p:sldId id="502" r:id="rId254"/>
    <p:sldId id="369" r:id="rId121"/>
    <p:sldId id="384" r:id="rId136"/>
    <p:sldId id="503" r:id="rId255"/>
    <p:sldId id="445" r:id="rId197"/>
    <p:sldId id="322" r:id="rId74"/>
    <p:sldId id="323" r:id="rId75"/>
    <p:sldId id="324" r:id="rId76"/>
    <p:sldId id="378" r:id="rId130"/>
    <p:sldId id="504" r:id="rId256"/>
    <p:sldId id="325" r:id="rId77"/>
    <p:sldId id="326" r:id="rId78"/>
    <p:sldId id="327" r:id="rId79"/>
    <p:sldId id="328" r:id="rId80"/>
    <p:sldId id="331" r:id="rId83"/>
    <p:sldId id="505" r:id="rId257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506" r:id="rId258"/>
    <p:sldId id="447" r:id="rId199"/>
    <p:sldId id="337" r:id="rId89"/>
    <p:sldId id="338" r:id="rId90"/>
    <p:sldId id="339" r:id="rId91"/>
    <p:sldId id="507" r:id="rId259"/>
    <p:sldId id="340" r:id="rId92"/>
    <p:sldId id="344" r:id="rId96"/>
    <p:sldId id="345" r:id="rId97"/>
    <p:sldId id="346" r:id="rId98"/>
    <p:sldId id="508" r:id="rId260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509" r:id="rId261"/>
    <p:sldId id="510" r:id="rId262"/>
    <p:sldId id="448" r:id="rId200"/>
    <p:sldId id="449" r:id="rId201"/>
    <p:sldId id="511" r:id="rId263"/>
    <p:sldId id="450" r:id="rId202"/>
    <p:sldId id="375" r:id="rId127"/>
    <p:sldId id="451" r:id="rId203"/>
    <p:sldId id="377" r:id="rId129"/>
    <p:sldId id="452" r:id="rId204"/>
    <p:sldId id="292" r:id="rId44"/>
    <p:sldId id="453" r:id="rId205"/>
    <p:sldId id="293" r:id="rId45"/>
    <p:sldId id="454" r:id="rId206"/>
    <p:sldId id="472" r:id="rId224"/>
    <p:sldId id="512" r:id="rId264"/>
    <p:sldId id="455" r:id="rId207"/>
    <p:sldId id="290" r:id="rId42"/>
    <p:sldId id="302" r:id="rId54"/>
    <p:sldId id="456" r:id="rId208"/>
    <p:sldId id="291" r:id="rId43"/>
    <p:sldId id="457" r:id="rId209"/>
    <p:sldId id="294" r:id="rId46"/>
    <p:sldId id="458" r:id="rId210"/>
    <p:sldId id="295" r:id="rId47"/>
    <p:sldId id="459" r:id="rId211"/>
    <p:sldId id="296" r:id="rId48"/>
    <p:sldId id="460" r:id="rId212"/>
    <p:sldId id="297" r:id="rId49"/>
    <p:sldId id="513" r:id="rId265"/>
    <p:sldId id="461" r:id="rId213"/>
    <p:sldId id="298" r:id="rId50"/>
    <p:sldId id="462" r:id="rId214"/>
    <p:sldId id="299" r:id="rId51"/>
    <p:sldId id="374" r:id="rId126"/>
    <p:sldId id="463" r:id="rId215"/>
    <p:sldId id="300" r:id="rId52"/>
    <p:sldId id="464" r:id="rId216"/>
    <p:sldId id="473" r:id="rId225"/>
    <p:sldId id="465" r:id="rId217"/>
    <p:sldId id="303" r:id="rId55"/>
    <p:sldId id="466" r:id="rId218"/>
    <p:sldId id="304" r:id="rId56"/>
    <p:sldId id="467" r:id="rId219"/>
    <p:sldId id="301" r:id="rId53"/>
    <p:sldId id="468" r:id="rId220"/>
    <p:sldId id="311" r:id="rId63"/>
    <p:sldId id="469" r:id="rId221"/>
    <p:sldId id="312" r:id="rId64"/>
    <p:sldId id="514" r:id="rId266"/>
    <p:sldId id="470" r:id="rId222"/>
    <p:sldId id="310" r:id="rId62"/>
    <p:sldId id="471" r:id="rId223"/>
    <p:sldId id="313" r:id="rId65"/>
    <p:sldId id="474" r:id="rId226"/>
    <p:sldId id="307" r:id="rId59"/>
    <p:sldId id="308" r:id="rId60"/>
    <p:sldId id="309" r:id="rId61"/>
    <p:sldId id="515" r:id="rId267"/>
    <p:sldId id="475" r:id="rId227"/>
    <p:sldId id="476" r:id="rId228"/>
    <p:sldId id="477" r:id="rId229"/>
    <p:sldId id="478" r:id="rId230"/>
    <p:sldId id="479" r:id="rId231"/>
    <p:sldId id="480" r:id="rId232"/>
    <p:sldId id="516" r:id="rId268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517" r:id="rId269"/>
    <p:sldId id="370" r:id="rId122"/>
    <p:sldId id="371" r:id="rId123"/>
    <p:sldId id="372" r:id="rId124"/>
    <p:sldId id="373" r:id="rId125"/>
    <p:sldId id="376" r:id="rId128"/>
    <p:sldId id="379" r:id="rId131"/>
    <p:sldId id="380" r:id="rId132"/>
    <p:sldId id="381" r:id="rId133"/>
    <p:sldId id="382" r:id="rId134"/>
    <p:sldId id="383" r:id="rId135"/>
    <p:sldId id="518" r:id="rId270"/>
    <p:sldId id="519" r:id="rId271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81" r:id="rId233"/>
    <p:sldId id="482" r:id="rId234"/>
    <p:sldId id="520" r:id="rId272"/>
    <p:sldId id="483" r:id="rId235"/>
    <p:sldId id="385" r:id="rId137"/>
    <p:sldId id="386" r:id="rId138"/>
    <p:sldId id="390" r:id="rId142"/>
    <p:sldId id="521" r:id="rId273"/>
    <p:sldId id="341" r:id="rId93"/>
    <p:sldId id="342" r:id="rId94"/>
    <p:sldId id="343" r:id="rId95"/>
    <p:sldId id="387" r:id="rId139"/>
    <p:sldId id="522" r:id="rId274"/>
    <p:sldId id="388" r:id="rId140"/>
    <p:sldId id="484" r:id="rId236"/>
    <p:sldId id="485" r:id="rId237"/>
    <p:sldId id="523" r:id="rId275"/>
    <p:sldId id="389" r:id="rId141"/>
    <p:sldId id="486" r:id="rId238"/>
    <p:sldId id="487" r:id="rId239"/>
    <p:sldId id="524" r:id="rId276"/>
    <p:sldId id="488" r:id="rId240"/>
    <p:sldId id="489" r:id="rId241"/>
    <p:sldId id="490" r:id="rId242"/>
    <p:sldId id="525" r:id="rId277"/>
    <p:sldId id="491" r:id="rId243"/>
    <p:sldId id="492" r:id="rId244"/>
    <p:sldId id="493" r:id="rId245"/>
    <p:sldId id="526" r:id="rId278"/>
    <p:sldId id="527" r:id="rId279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528" r:id="rId280"/>
    <p:sldId id="398" r:id="rId150"/>
    <p:sldId id="399" r:id="rId151"/>
    <p:sldId id="400" r:id="rId152"/>
    <p:sldId id="401" r:id="rId153"/>
    <p:sldId id="529" r:id="rId281"/>
    <p:sldId id="402" r:id="rId154"/>
    <p:sldId id="403" r:id="rId155"/>
    <p:sldId id="404" r:id="rId156"/>
    <p:sldId id="405" r:id="rId15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Relationship Id="rId280" Type="http://schemas.openxmlformats.org/officeDocument/2006/relationships/slide" Target="slides/slide273.xml"/>
<Relationship Id="rId281" Type="http://schemas.openxmlformats.org/officeDocument/2006/relationships/slide" Target="slides/slide274.xml"/>
<Relationship Id="rId282" Type="http://schemas.openxmlformats.org/officeDocument/2006/relationships/slide" Target="slides/slide27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2628" y="1508760"/>
            <a:ext cx="7863840" cy="420624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32520" y="2240280"/>
            <a:ext cx="3171139" cy="31089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60520" y="1600200"/>
            <a:ext cx="7680960" cy="4114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2628" y="1874520"/>
            <a:ext cx="3154680" cy="31089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60520" y="1554480"/>
            <a:ext cx="7743139" cy="146304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2628" y="1874520"/>
            <a:ext cx="3154680" cy="3291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0520" y="3383280"/>
            <a:ext cx="7743139" cy="233172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2628" y="1554480"/>
            <a:ext cx="7863840" cy="173736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32520" y="1874520"/>
            <a:ext cx="3171139" cy="31089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2628" y="3474720"/>
            <a:ext cx="7863840" cy="224028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52628" y="1508760"/>
            <a:ext cx="3573475" cy="2089404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52628" y="3963924"/>
            <a:ext cx="5360213" cy="175107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330184" y="1508760"/>
            <a:ext cx="3573475" cy="2089404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6544361" y="3963010"/>
            <a:ext cx="5360213" cy="1751076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391863" y="1507846"/>
            <a:ext cx="3573475" cy="2089404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2628" y="164592"/>
            <a:ext cx="274320" cy="274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52628" y="1508760"/>
            <a:ext cx="3573475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52628" y="4113886"/>
            <a:ext cx="3573475" cy="16002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330184" y="1508760"/>
            <a:ext cx="3573475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330184" y="4112971"/>
            <a:ext cx="3573475" cy="16002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391863" y="1507846"/>
            <a:ext cx="3573475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391863" y="4114800"/>
            <a:ext cx="3573475" cy="16002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2628" y="164592"/>
            <a:ext cx="274320" cy="274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2628" y="1463040"/>
            <a:ext cx="7680960" cy="42519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549640" y="1463040"/>
            <a:ext cx="3354019" cy="42519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2628" y="1508760"/>
            <a:ext cx="11451031" cy="1078992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2628" y="3044952"/>
            <a:ext cx="11451031" cy="1078992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2628" y="4581144"/>
            <a:ext cx="11451031" cy="113385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2628" y="164592"/>
            <a:ext cx="274320" cy="274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857439" y="3531230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Centro marca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5915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5915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5915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3008376"/>
            <a:ext cx="53600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3008376"/>
            <a:ext cx="160069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305409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3008376"/>
            <a:ext cx="302028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305409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3008376"/>
            <a:ext cx="168941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305409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3008376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305409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7588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526280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526280"/>
            <a:ext cx="2754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572000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526280"/>
            <a:ext cx="390752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572000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526280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572000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221224"/>
            <a:ext cx="27251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221224"/>
            <a:ext cx="5413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221224"/>
            <a:ext cx="403657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266944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221224"/>
            <a:ext cx="287151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266944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221224"/>
            <a:ext cx="1165066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266944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04288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04288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04288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44368"/>
            <a:ext cx="536003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44368"/>
            <a:ext cx="1600694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80944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44368"/>
            <a:ext cx="3020281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80944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44368"/>
            <a:ext cx="168941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80944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44368"/>
            <a:ext cx="2040657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8094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507992"/>
            <a:ext cx="41181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507992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507992"/>
            <a:ext cx="8396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434840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5111496"/>
            <a:ext cx="32364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5111496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715000"/>
            <a:ext cx="3278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71500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85032"/>
            <a:ext cx="389412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85032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85032"/>
            <a:ext cx="7939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611880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288536"/>
            <a:ext cx="30604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288536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892040"/>
            <a:ext cx="310015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89204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495544"/>
            <a:ext cx="36956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495544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495544"/>
            <a:ext cx="27789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0 A 100 %, SIN MARCAS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14380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97701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1338874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98526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128928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3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104134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0998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3471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3471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3471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644643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0429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446291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5943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19835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58004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Las barras van de 0 a 100 % para comparar entre gráficos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0 A 100 %, CON MARCAS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14380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97701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1338874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98526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128928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3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104134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0998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3471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3471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3471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644643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0429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446291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5943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19835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58004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88454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528152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67849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007547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Las barras van de 0 a 100 % para comparar entre gráficos; las marcas del eje son opcionales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67756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110028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901544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CUADRANTES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Servicios: satisfacción frente a importancia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920240"/>
            <a:ext cx="3423514" cy="1409456"/>
          </a:xfrm>
          <a:prstGeom prst="rect">
            <a:avLst/>
          </a:prstGeom>
          <a:solidFill>
            <a:srgbClr val="F8E3E2">
              <a:alpha val="100000"/>
            </a:srgbClr>
          </a:solidFill>
          <a:ln w="3175" cap="rnd" cmpd="sng">
            <a:solidFill>
              <a:srgbClr val="F8E3E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38428" y="1920240"/>
            <a:ext cx="5486" cy="3355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8388" y="5330952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5276088"/>
            <a:ext cx="658368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5166360"/>
            <a:ext cx="566928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55164" y="1920240"/>
            <a:ext cx="5486" cy="3355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135124" y="5330952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4604918"/>
            <a:ext cx="658368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495190"/>
            <a:ext cx="566928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71900" y="1920240"/>
            <a:ext cx="5486" cy="3355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51860" y="5330952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8428" y="3933749"/>
            <a:ext cx="658368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824021"/>
            <a:ext cx="566928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88636" y="1920240"/>
            <a:ext cx="5486" cy="3355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5330952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8428" y="3262579"/>
            <a:ext cx="658368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152851"/>
            <a:ext cx="566928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5372" y="1920240"/>
            <a:ext cx="5486" cy="3355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5332" y="5330952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8428" y="2591410"/>
            <a:ext cx="658368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481682"/>
            <a:ext cx="566928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22108" y="1920240"/>
            <a:ext cx="5486" cy="3355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02068" y="5330952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8428" y="1920240"/>
            <a:ext cx="658368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1810512"/>
            <a:ext cx="566928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54626" y="1920240"/>
            <a:ext cx="14630" cy="33558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8428" y="3322381"/>
            <a:ext cx="6583680" cy="1463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30422" y="1673352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59068" y="3366272"/>
            <a:ext cx="146304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79%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8428" y="5843016"/>
            <a:ext cx="65836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· Satisfecho + Muy satisfecho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353312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del servicio · Importante + Muy importante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44345" y="1645920"/>
            <a:ext cx="201168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Prioridad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6185" y="1645920"/>
            <a:ext cx="201168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4345" y="5550408"/>
            <a:ext cx="201168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6185" y="5550408"/>
            <a:ext cx="201168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Mantener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77279" y="216438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78447" y="2118665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Plana docente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28870" y="243285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330038" y="238713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90418" y="2298619"/>
            <a:ext cx="182880" cy="182880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091586" y="2252899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43807" y="3573841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975" y="3528121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87238" y="38423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88406" y="3796589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 estudiantil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3932" y="397654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15100" y="393082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100377" y="2634204"/>
            <a:ext cx="182880" cy="182880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301545" y="258848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95398" y="2499970"/>
            <a:ext cx="182880" cy="182880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96566" y="245425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laboral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02175" y="4110777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3343" y="406505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en línea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23890" y="505041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25058" y="500469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Actividades culturales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225028" y="1874520"/>
            <a:ext cx="36786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Prioridad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25028" y="2167128"/>
            <a:ext cx="36786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cuadrante que la lámina destaca: importante y por debajo del promedio de satisfacción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74859" y="2651760"/>
            <a:ext cx="9144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2651760"/>
            <a:ext cx="9144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25028" y="3328416"/>
            <a:ext cx="367863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25028" y="2980944"/>
            <a:ext cx="18498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4859" y="2980944"/>
            <a:ext cx="9144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989259" y="2980944"/>
            <a:ext cx="9144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225028" y="3785616"/>
            <a:ext cx="367863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225028" y="3438144"/>
            <a:ext cx="18498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laboral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074859" y="3438144"/>
            <a:ext cx="9144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3438144"/>
            <a:ext cx="9144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25028" y="4242816"/>
            <a:ext cx="367863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25028" y="3895344"/>
            <a:ext cx="18498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74859" y="3895344"/>
            <a:ext cx="9144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3895344"/>
            <a:ext cx="9144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289 estudiantes. Cada punto es un tema con sus dos medidas; las líneas cortan en el promedio de cada eje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9837" y="1508760"/>
            <a:ext cx="2914862" cy="4544568"/>
            <a:chOff x="1829837" y="1508760"/>
            <a:chExt cx="2914862" cy="4544568"/>
          </a:xfrm>
        </p:grpSpPr>
        <p:sp>
          <p:nvSpPr>
            <p:cNvPr id="6" name="pg3"/>
            <p:cNvSpPr/>
            <p:nvPr/>
          </p:nvSpPr>
          <p:spPr>
            <a:xfrm>
              <a:off x="2467281" y="3157811"/>
              <a:ext cx="2034512" cy="896282"/>
            </a:xfrm>
            <a:custGeom>
              <a:avLst/>
              <a:pathLst>
                <a:path w="2034512" h="896282">
                  <a:moveTo>
                    <a:pt x="1538550" y="34989"/>
                  </a:moveTo>
                  <a:lnTo>
                    <a:pt x="1540913" y="38372"/>
                  </a:lnTo>
                  <a:lnTo>
                    <a:pt x="1544789" y="38565"/>
                  </a:lnTo>
                  <a:lnTo>
                    <a:pt x="1554997" y="32862"/>
                  </a:lnTo>
                  <a:lnTo>
                    <a:pt x="1565962" y="27740"/>
                  </a:lnTo>
                  <a:lnTo>
                    <a:pt x="1566245" y="27836"/>
                  </a:lnTo>
                  <a:lnTo>
                    <a:pt x="1569837" y="28706"/>
                  </a:lnTo>
                  <a:lnTo>
                    <a:pt x="1570593" y="28609"/>
                  </a:lnTo>
                  <a:lnTo>
                    <a:pt x="1573429" y="33829"/>
                  </a:lnTo>
                  <a:lnTo>
                    <a:pt x="1576927" y="36052"/>
                  </a:lnTo>
                  <a:lnTo>
                    <a:pt x="1600085" y="43881"/>
                  </a:lnTo>
                  <a:lnTo>
                    <a:pt x="1609915" y="47264"/>
                  </a:lnTo>
                  <a:lnTo>
                    <a:pt x="1611711" y="47844"/>
                  </a:lnTo>
                  <a:lnTo>
                    <a:pt x="1625417" y="53546"/>
                  </a:lnTo>
                  <a:lnTo>
                    <a:pt x="1649615" y="62535"/>
                  </a:lnTo>
                  <a:lnTo>
                    <a:pt x="1658027" y="67851"/>
                  </a:lnTo>
                  <a:lnTo>
                    <a:pt x="1665778" y="74231"/>
                  </a:lnTo>
                  <a:lnTo>
                    <a:pt x="1670977" y="79837"/>
                  </a:lnTo>
                  <a:lnTo>
                    <a:pt x="1676081" y="83026"/>
                  </a:lnTo>
                  <a:lnTo>
                    <a:pt x="1685628" y="85346"/>
                  </a:lnTo>
                  <a:lnTo>
                    <a:pt x="1691961" y="85733"/>
                  </a:lnTo>
                  <a:lnTo>
                    <a:pt x="1712945" y="87279"/>
                  </a:lnTo>
                  <a:lnTo>
                    <a:pt x="1733551" y="94335"/>
                  </a:lnTo>
                  <a:lnTo>
                    <a:pt x="1746312" y="97428"/>
                  </a:lnTo>
                  <a:lnTo>
                    <a:pt x="1760868" y="95301"/>
                  </a:lnTo>
                  <a:lnTo>
                    <a:pt x="1774291" y="86506"/>
                  </a:lnTo>
                  <a:lnTo>
                    <a:pt x="1789792" y="75584"/>
                  </a:lnTo>
                  <a:lnTo>
                    <a:pt x="1809831" y="64662"/>
                  </a:lnTo>
                  <a:lnTo>
                    <a:pt x="1823726" y="59636"/>
                  </a:lnTo>
                  <a:lnTo>
                    <a:pt x="1839984" y="62342"/>
                  </a:lnTo>
                  <a:lnTo>
                    <a:pt x="1840929" y="62535"/>
                  </a:lnTo>
                  <a:lnTo>
                    <a:pt x="1853690" y="75970"/>
                  </a:lnTo>
                  <a:lnTo>
                    <a:pt x="1865127" y="87956"/>
                  </a:lnTo>
                  <a:lnTo>
                    <a:pt x="1884504" y="103807"/>
                  </a:lnTo>
                  <a:lnTo>
                    <a:pt x="1897265" y="103517"/>
                  </a:lnTo>
                  <a:lnTo>
                    <a:pt x="1912105" y="103517"/>
                  </a:lnTo>
                  <a:lnTo>
                    <a:pt x="1922786" y="104097"/>
                  </a:lnTo>
                  <a:lnTo>
                    <a:pt x="1929686" y="104484"/>
                  </a:lnTo>
                  <a:lnTo>
                    <a:pt x="1949725" y="108060"/>
                  </a:lnTo>
                  <a:lnTo>
                    <a:pt x="1962202" y="108060"/>
                  </a:lnTo>
                  <a:lnTo>
                    <a:pt x="1973923" y="112699"/>
                  </a:lnTo>
                  <a:lnTo>
                    <a:pt x="1986306" y="120818"/>
                  </a:lnTo>
                  <a:lnTo>
                    <a:pt x="1999822" y="131740"/>
                  </a:lnTo>
                  <a:lnTo>
                    <a:pt x="2010882" y="144112"/>
                  </a:lnTo>
                  <a:lnTo>
                    <a:pt x="2018443" y="163830"/>
                  </a:lnTo>
                  <a:lnTo>
                    <a:pt x="2020901" y="182581"/>
                  </a:lnTo>
                  <a:lnTo>
                    <a:pt x="2021185" y="193503"/>
                  </a:lnTo>
                  <a:lnTo>
                    <a:pt x="2024682" y="219697"/>
                  </a:lnTo>
                  <a:lnTo>
                    <a:pt x="2025344" y="250723"/>
                  </a:lnTo>
                  <a:lnTo>
                    <a:pt x="2030542" y="263771"/>
                  </a:lnTo>
                  <a:lnTo>
                    <a:pt x="2034323" y="280396"/>
                  </a:lnTo>
                  <a:lnTo>
                    <a:pt x="2034512" y="299147"/>
                  </a:lnTo>
                  <a:lnTo>
                    <a:pt x="2016175" y="315675"/>
                  </a:lnTo>
                  <a:lnTo>
                    <a:pt x="1999255" y="326694"/>
                  </a:lnTo>
                  <a:lnTo>
                    <a:pt x="1981674" y="332010"/>
                  </a:lnTo>
                  <a:lnTo>
                    <a:pt x="1964093" y="337229"/>
                  </a:lnTo>
                  <a:lnTo>
                    <a:pt x="1944432" y="344672"/>
                  </a:lnTo>
                  <a:lnTo>
                    <a:pt x="1925055" y="361296"/>
                  </a:lnTo>
                  <a:lnTo>
                    <a:pt x="1918249" y="366709"/>
                  </a:lnTo>
                  <a:lnTo>
                    <a:pt x="1901235" y="380337"/>
                  </a:lnTo>
                  <a:lnTo>
                    <a:pt x="1881858" y="395222"/>
                  </a:lnTo>
                  <a:lnTo>
                    <a:pt x="1855958" y="414263"/>
                  </a:lnTo>
                  <a:lnTo>
                    <a:pt x="1841780" y="425862"/>
                  </a:lnTo>
                  <a:lnTo>
                    <a:pt x="1822497" y="442487"/>
                  </a:lnTo>
                  <a:lnTo>
                    <a:pt x="1803120" y="452055"/>
                  </a:lnTo>
                  <a:lnTo>
                    <a:pt x="1779300" y="466167"/>
                  </a:lnTo>
                  <a:lnTo>
                    <a:pt x="1760963" y="476896"/>
                  </a:lnTo>
                  <a:lnTo>
                    <a:pt x="1748202" y="480665"/>
                  </a:lnTo>
                  <a:lnTo>
                    <a:pt x="1733362" y="488784"/>
                  </a:lnTo>
                  <a:lnTo>
                    <a:pt x="1722019" y="501156"/>
                  </a:lnTo>
                  <a:lnTo>
                    <a:pt x="1708503" y="508889"/>
                  </a:lnTo>
                  <a:lnTo>
                    <a:pt x="1689882" y="508889"/>
                  </a:lnTo>
                  <a:lnTo>
                    <a:pt x="1673624" y="512755"/>
                  </a:lnTo>
                  <a:lnTo>
                    <a:pt x="1656704" y="526866"/>
                  </a:lnTo>
                  <a:lnTo>
                    <a:pt x="1639406" y="533632"/>
                  </a:lnTo>
                  <a:lnTo>
                    <a:pt x="1622865" y="527640"/>
                  </a:lnTo>
                  <a:lnTo>
                    <a:pt x="1605945" y="520584"/>
                  </a:lnTo>
                  <a:lnTo>
                    <a:pt x="1585528" y="504636"/>
                  </a:lnTo>
                  <a:lnTo>
                    <a:pt x="1570404" y="484531"/>
                  </a:lnTo>
                  <a:lnTo>
                    <a:pt x="1555186" y="470420"/>
                  </a:lnTo>
                  <a:lnTo>
                    <a:pt x="1533068" y="462301"/>
                  </a:lnTo>
                  <a:lnTo>
                    <a:pt x="1493368" y="457371"/>
                  </a:lnTo>
                  <a:lnTo>
                    <a:pt x="1475031" y="456598"/>
                  </a:lnTo>
                  <a:lnTo>
                    <a:pt x="1457733" y="450992"/>
                  </a:lnTo>
                  <a:lnTo>
                    <a:pt x="1446390" y="449929"/>
                  </a:lnTo>
                  <a:lnTo>
                    <a:pt x="1413213" y="445000"/>
                  </a:lnTo>
                  <a:lnTo>
                    <a:pt x="1381831" y="438620"/>
                  </a:lnTo>
                  <a:lnTo>
                    <a:pt x="1199685" y="540591"/>
                  </a:lnTo>
                  <a:lnTo>
                    <a:pt x="1030017" y="648169"/>
                  </a:lnTo>
                  <a:lnTo>
                    <a:pt x="1003834" y="643819"/>
                  </a:lnTo>
                  <a:lnTo>
                    <a:pt x="961582" y="643722"/>
                  </a:lnTo>
                  <a:lnTo>
                    <a:pt x="950901" y="646719"/>
                  </a:lnTo>
                  <a:lnTo>
                    <a:pt x="948443" y="646235"/>
                  </a:lnTo>
                  <a:lnTo>
                    <a:pt x="945702" y="646235"/>
                  </a:lnTo>
                  <a:lnTo>
                    <a:pt x="942394" y="646719"/>
                  </a:lnTo>
                  <a:lnTo>
                    <a:pt x="939274" y="647105"/>
                  </a:lnTo>
                  <a:lnTo>
                    <a:pt x="935588" y="648169"/>
                  </a:lnTo>
                  <a:lnTo>
                    <a:pt x="930862" y="649812"/>
                  </a:lnTo>
                  <a:lnTo>
                    <a:pt x="927176" y="651552"/>
                  </a:lnTo>
                  <a:lnTo>
                    <a:pt x="924623" y="653195"/>
                  </a:lnTo>
                  <a:lnTo>
                    <a:pt x="921126" y="654548"/>
                  </a:lnTo>
                  <a:lnTo>
                    <a:pt x="919803" y="655031"/>
                  </a:lnTo>
                  <a:lnTo>
                    <a:pt x="916778" y="657447"/>
                  </a:lnTo>
                  <a:lnTo>
                    <a:pt x="912997" y="659477"/>
                  </a:lnTo>
                  <a:lnTo>
                    <a:pt x="910539" y="659767"/>
                  </a:lnTo>
                  <a:lnTo>
                    <a:pt x="906948" y="658317"/>
                  </a:lnTo>
                  <a:lnTo>
                    <a:pt x="906380" y="658124"/>
                  </a:lnTo>
                  <a:lnTo>
                    <a:pt x="903356" y="656191"/>
                  </a:lnTo>
                  <a:lnTo>
                    <a:pt x="900804" y="655321"/>
                  </a:lnTo>
                  <a:lnTo>
                    <a:pt x="898913" y="653291"/>
                  </a:lnTo>
                  <a:lnTo>
                    <a:pt x="897212" y="650488"/>
                  </a:lnTo>
                  <a:lnTo>
                    <a:pt x="893714" y="648845"/>
                  </a:lnTo>
                  <a:lnTo>
                    <a:pt x="886720" y="648362"/>
                  </a:lnTo>
                  <a:lnTo>
                    <a:pt x="882088" y="650005"/>
                  </a:lnTo>
                  <a:lnTo>
                    <a:pt x="877362" y="650778"/>
                  </a:lnTo>
                  <a:lnTo>
                    <a:pt x="874526" y="651068"/>
                  </a:lnTo>
                  <a:lnTo>
                    <a:pt x="871501" y="651358"/>
                  </a:lnTo>
                  <a:lnTo>
                    <a:pt x="866019" y="650102"/>
                  </a:lnTo>
                  <a:lnTo>
                    <a:pt x="862994" y="649812"/>
                  </a:lnTo>
                  <a:lnTo>
                    <a:pt x="859403" y="650778"/>
                  </a:lnTo>
                  <a:lnTo>
                    <a:pt x="851935" y="649908"/>
                  </a:lnTo>
                  <a:lnTo>
                    <a:pt x="845413" y="649812"/>
                  </a:lnTo>
                  <a:lnTo>
                    <a:pt x="842672" y="650295"/>
                  </a:lnTo>
                  <a:lnTo>
                    <a:pt x="837568" y="652131"/>
                  </a:lnTo>
                  <a:lnTo>
                    <a:pt x="833598" y="653581"/>
                  </a:lnTo>
                  <a:lnTo>
                    <a:pt x="829628" y="653195"/>
                  </a:lnTo>
                  <a:lnTo>
                    <a:pt x="822539" y="653001"/>
                  </a:lnTo>
                  <a:lnTo>
                    <a:pt x="820743" y="652711"/>
                  </a:lnTo>
                  <a:lnTo>
                    <a:pt x="816206" y="652228"/>
                  </a:lnTo>
                  <a:lnTo>
                    <a:pt x="811857" y="650682"/>
                  </a:lnTo>
                  <a:lnTo>
                    <a:pt x="808644" y="650875"/>
                  </a:lnTo>
                  <a:lnTo>
                    <a:pt x="805052" y="650875"/>
                  </a:lnTo>
                  <a:lnTo>
                    <a:pt x="801649" y="650778"/>
                  </a:lnTo>
                  <a:lnTo>
                    <a:pt x="797395" y="650778"/>
                  </a:lnTo>
                  <a:lnTo>
                    <a:pt x="793615" y="651358"/>
                  </a:lnTo>
                  <a:lnTo>
                    <a:pt x="787376" y="653775"/>
                  </a:lnTo>
                  <a:lnTo>
                    <a:pt x="777073" y="655321"/>
                  </a:lnTo>
                  <a:lnTo>
                    <a:pt x="774143" y="657834"/>
                  </a:lnTo>
                  <a:lnTo>
                    <a:pt x="772158" y="660540"/>
                  </a:lnTo>
                  <a:lnTo>
                    <a:pt x="768188" y="663053"/>
                  </a:lnTo>
                  <a:lnTo>
                    <a:pt x="764785" y="665180"/>
                  </a:lnTo>
                  <a:lnTo>
                    <a:pt x="761949" y="668080"/>
                  </a:lnTo>
                  <a:lnTo>
                    <a:pt x="757412" y="671366"/>
                  </a:lnTo>
                  <a:lnTo>
                    <a:pt x="753915" y="673686"/>
                  </a:lnTo>
                  <a:lnTo>
                    <a:pt x="750418" y="678132"/>
                  </a:lnTo>
                  <a:lnTo>
                    <a:pt x="749567" y="681418"/>
                  </a:lnTo>
                  <a:lnTo>
                    <a:pt x="748905" y="684318"/>
                  </a:lnTo>
                  <a:lnTo>
                    <a:pt x="747676" y="688184"/>
                  </a:lnTo>
                  <a:lnTo>
                    <a:pt x="743801" y="693693"/>
                  </a:lnTo>
                  <a:lnTo>
                    <a:pt x="740871" y="696496"/>
                  </a:lnTo>
                  <a:lnTo>
                    <a:pt x="733971" y="700652"/>
                  </a:lnTo>
                  <a:lnTo>
                    <a:pt x="731607" y="702585"/>
                  </a:lnTo>
                  <a:lnTo>
                    <a:pt x="730095" y="707128"/>
                  </a:lnTo>
                  <a:lnTo>
                    <a:pt x="728299" y="711864"/>
                  </a:lnTo>
                  <a:lnTo>
                    <a:pt x="726314" y="713894"/>
                  </a:lnTo>
                  <a:lnTo>
                    <a:pt x="724046" y="713411"/>
                  </a:lnTo>
                  <a:lnTo>
                    <a:pt x="720548" y="713121"/>
                  </a:lnTo>
                  <a:lnTo>
                    <a:pt x="711474" y="712541"/>
                  </a:lnTo>
                  <a:lnTo>
                    <a:pt x="703061" y="710801"/>
                  </a:lnTo>
                  <a:lnTo>
                    <a:pt x="698524" y="707998"/>
                  </a:lnTo>
                  <a:lnTo>
                    <a:pt x="696067" y="705968"/>
                  </a:lnTo>
                  <a:lnTo>
                    <a:pt x="689450" y="705678"/>
                  </a:lnTo>
                  <a:lnTo>
                    <a:pt x="679809" y="708481"/>
                  </a:lnTo>
                  <a:lnTo>
                    <a:pt x="676217" y="707611"/>
                  </a:lnTo>
                  <a:lnTo>
                    <a:pt x="673098" y="706838"/>
                  </a:lnTo>
                  <a:lnTo>
                    <a:pt x="667615" y="705388"/>
                  </a:lnTo>
                  <a:lnTo>
                    <a:pt x="656840" y="698333"/>
                  </a:lnTo>
                  <a:lnTo>
                    <a:pt x="654004" y="696303"/>
                  </a:lnTo>
                  <a:lnTo>
                    <a:pt x="649467" y="693017"/>
                  </a:lnTo>
                  <a:lnTo>
                    <a:pt x="635478" y="686057"/>
                  </a:lnTo>
                  <a:lnTo>
                    <a:pt x="622055" y="685187"/>
                  </a:lnTo>
                  <a:lnTo>
                    <a:pt x="611374" y="687990"/>
                  </a:lnTo>
                  <a:lnTo>
                    <a:pt x="605136" y="691953"/>
                  </a:lnTo>
                  <a:lnTo>
                    <a:pt x="603151" y="691760"/>
                  </a:lnTo>
                  <a:lnTo>
                    <a:pt x="601733" y="691470"/>
                  </a:lnTo>
                  <a:lnTo>
                    <a:pt x="599370" y="691373"/>
                  </a:lnTo>
                  <a:lnTo>
                    <a:pt x="596629" y="692243"/>
                  </a:lnTo>
                  <a:lnTo>
                    <a:pt x="594549" y="693113"/>
                  </a:lnTo>
                  <a:lnTo>
                    <a:pt x="593037" y="693403"/>
                  </a:lnTo>
                  <a:lnTo>
                    <a:pt x="591902" y="692727"/>
                  </a:lnTo>
                  <a:lnTo>
                    <a:pt x="590579" y="692823"/>
                  </a:lnTo>
                  <a:lnTo>
                    <a:pt x="588122" y="693210"/>
                  </a:lnTo>
                  <a:lnTo>
                    <a:pt x="587460" y="693210"/>
                  </a:lnTo>
                  <a:lnTo>
                    <a:pt x="585853" y="693113"/>
                  </a:lnTo>
                  <a:lnTo>
                    <a:pt x="583301" y="693886"/>
                  </a:lnTo>
                  <a:lnTo>
                    <a:pt x="554660" y="702005"/>
                  </a:lnTo>
                  <a:lnTo>
                    <a:pt x="548422" y="699202"/>
                  </a:lnTo>
                  <a:lnTo>
                    <a:pt x="547949" y="697753"/>
                  </a:lnTo>
                  <a:lnTo>
                    <a:pt x="547004" y="694370"/>
                  </a:lnTo>
                  <a:lnTo>
                    <a:pt x="540104" y="682095"/>
                  </a:lnTo>
                  <a:lnTo>
                    <a:pt x="539253" y="680451"/>
                  </a:lnTo>
                  <a:lnTo>
                    <a:pt x="537174" y="676392"/>
                  </a:lnTo>
                  <a:lnTo>
                    <a:pt x="536701" y="675522"/>
                  </a:lnTo>
                  <a:lnTo>
                    <a:pt x="536512" y="675232"/>
                  </a:lnTo>
                  <a:lnTo>
                    <a:pt x="532542" y="668369"/>
                  </a:lnTo>
                  <a:lnTo>
                    <a:pt x="528667" y="661507"/>
                  </a:lnTo>
                  <a:lnTo>
                    <a:pt x="527816" y="660154"/>
                  </a:lnTo>
                  <a:lnTo>
                    <a:pt x="521105" y="648555"/>
                  </a:lnTo>
                  <a:lnTo>
                    <a:pt x="520349" y="647299"/>
                  </a:lnTo>
                  <a:lnTo>
                    <a:pt x="519403" y="645559"/>
                  </a:lnTo>
                  <a:lnTo>
                    <a:pt x="513259" y="635023"/>
                  </a:lnTo>
                  <a:lnTo>
                    <a:pt x="511841" y="632607"/>
                  </a:lnTo>
                  <a:lnTo>
                    <a:pt x="510802" y="630867"/>
                  </a:lnTo>
                  <a:lnTo>
                    <a:pt x="510424" y="630191"/>
                  </a:lnTo>
                  <a:lnTo>
                    <a:pt x="506737" y="623811"/>
                  </a:lnTo>
                  <a:lnTo>
                    <a:pt x="506454" y="623425"/>
                  </a:lnTo>
                  <a:lnTo>
                    <a:pt x="506170" y="623522"/>
                  </a:lnTo>
                  <a:lnTo>
                    <a:pt x="488967" y="632607"/>
                  </a:lnTo>
                  <a:lnTo>
                    <a:pt x="477530" y="638600"/>
                  </a:lnTo>
                  <a:lnTo>
                    <a:pt x="469779" y="642756"/>
                  </a:lnTo>
                  <a:lnTo>
                    <a:pt x="467983" y="643626"/>
                  </a:lnTo>
                  <a:lnTo>
                    <a:pt x="456356" y="649812"/>
                  </a:lnTo>
                  <a:lnTo>
                    <a:pt x="450023" y="653098"/>
                  </a:lnTo>
                  <a:lnTo>
                    <a:pt x="449173" y="653581"/>
                  </a:lnTo>
                  <a:lnTo>
                    <a:pt x="442367" y="656578"/>
                  </a:lnTo>
                  <a:lnTo>
                    <a:pt x="438870" y="658221"/>
                  </a:lnTo>
                  <a:lnTo>
                    <a:pt x="433293" y="660734"/>
                  </a:lnTo>
                  <a:lnTo>
                    <a:pt x="428850" y="662667"/>
                  </a:lnTo>
                  <a:lnTo>
                    <a:pt x="423652" y="664987"/>
                  </a:lnTo>
                  <a:lnTo>
                    <a:pt x="417791" y="667693"/>
                  </a:lnTo>
                  <a:lnTo>
                    <a:pt x="407299" y="668853"/>
                  </a:lnTo>
                  <a:lnTo>
                    <a:pt x="391608" y="670496"/>
                  </a:lnTo>
                  <a:lnTo>
                    <a:pt x="389340" y="670786"/>
                  </a:lnTo>
                  <a:lnTo>
                    <a:pt x="373460" y="672526"/>
                  </a:lnTo>
                  <a:lnTo>
                    <a:pt x="371569" y="673202"/>
                  </a:lnTo>
                  <a:lnTo>
                    <a:pt x="369017" y="674072"/>
                  </a:lnTo>
                  <a:lnTo>
                    <a:pt x="364197" y="675812"/>
                  </a:lnTo>
                  <a:lnTo>
                    <a:pt x="351814" y="680258"/>
                  </a:lnTo>
                  <a:lnTo>
                    <a:pt x="348317" y="681805"/>
                  </a:lnTo>
                  <a:lnTo>
                    <a:pt x="348128" y="681901"/>
                  </a:lnTo>
                  <a:lnTo>
                    <a:pt x="323646" y="692533"/>
                  </a:lnTo>
                  <a:lnTo>
                    <a:pt x="320811" y="693790"/>
                  </a:lnTo>
                  <a:lnTo>
                    <a:pt x="320149" y="694080"/>
                  </a:lnTo>
                  <a:lnTo>
                    <a:pt x="313060" y="696883"/>
                  </a:lnTo>
                  <a:lnTo>
                    <a:pt x="307861" y="698913"/>
                  </a:lnTo>
                  <a:lnTo>
                    <a:pt x="291225" y="705388"/>
                  </a:lnTo>
                  <a:lnTo>
                    <a:pt x="285742" y="707515"/>
                  </a:lnTo>
                  <a:lnTo>
                    <a:pt x="283001" y="709641"/>
                  </a:lnTo>
                  <a:lnTo>
                    <a:pt x="271564" y="718727"/>
                  </a:lnTo>
                  <a:lnTo>
                    <a:pt x="266082" y="721723"/>
                  </a:lnTo>
                  <a:lnTo>
                    <a:pt x="262584" y="723270"/>
                  </a:lnTo>
                  <a:lnTo>
                    <a:pt x="259371" y="722786"/>
                  </a:lnTo>
                  <a:lnTo>
                    <a:pt x="257102" y="722303"/>
                  </a:lnTo>
                  <a:lnTo>
                    <a:pt x="254077" y="721336"/>
                  </a:lnTo>
                  <a:lnTo>
                    <a:pt x="251147" y="720757"/>
                  </a:lnTo>
                  <a:lnTo>
                    <a:pt x="248784" y="729939"/>
                  </a:lnTo>
                  <a:lnTo>
                    <a:pt x="248689" y="730325"/>
                  </a:lnTo>
                  <a:lnTo>
                    <a:pt x="245570" y="739701"/>
                  </a:lnTo>
                  <a:lnTo>
                    <a:pt x="242829" y="746274"/>
                  </a:lnTo>
                  <a:lnTo>
                    <a:pt x="242262" y="747627"/>
                  </a:lnTo>
                  <a:lnTo>
                    <a:pt x="242167" y="748013"/>
                  </a:lnTo>
                  <a:lnTo>
                    <a:pt x="239426" y="754489"/>
                  </a:lnTo>
                  <a:lnTo>
                    <a:pt x="233755" y="768408"/>
                  </a:lnTo>
                  <a:lnTo>
                    <a:pt x="231297" y="774207"/>
                  </a:lnTo>
                  <a:lnTo>
                    <a:pt x="229785" y="777976"/>
                  </a:lnTo>
                  <a:lnTo>
                    <a:pt x="229596" y="778363"/>
                  </a:lnTo>
                  <a:lnTo>
                    <a:pt x="227138" y="784452"/>
                  </a:lnTo>
                  <a:lnTo>
                    <a:pt x="221183" y="799047"/>
                  </a:lnTo>
                  <a:lnTo>
                    <a:pt x="220427" y="801077"/>
                  </a:lnTo>
                  <a:lnTo>
                    <a:pt x="216835" y="809776"/>
                  </a:lnTo>
                  <a:lnTo>
                    <a:pt x="215512" y="813159"/>
                  </a:lnTo>
                  <a:lnTo>
                    <a:pt x="209746" y="826981"/>
                  </a:lnTo>
                  <a:lnTo>
                    <a:pt x="208234" y="830460"/>
                  </a:lnTo>
                  <a:lnTo>
                    <a:pt x="208045" y="831137"/>
                  </a:lnTo>
                  <a:lnTo>
                    <a:pt x="206910" y="833166"/>
                  </a:lnTo>
                  <a:lnTo>
                    <a:pt x="204736" y="836743"/>
                  </a:lnTo>
                  <a:lnTo>
                    <a:pt x="202940" y="839739"/>
                  </a:lnTo>
                  <a:lnTo>
                    <a:pt x="200766" y="843315"/>
                  </a:lnTo>
                  <a:lnTo>
                    <a:pt x="198025" y="847085"/>
                  </a:lnTo>
                  <a:lnTo>
                    <a:pt x="195189" y="850564"/>
                  </a:lnTo>
                  <a:lnTo>
                    <a:pt x="192732" y="853271"/>
                  </a:lnTo>
                  <a:lnTo>
                    <a:pt x="190936" y="855300"/>
                  </a:lnTo>
                  <a:lnTo>
                    <a:pt x="189518" y="856654"/>
                  </a:lnTo>
                  <a:lnTo>
                    <a:pt x="185643" y="860423"/>
                  </a:lnTo>
                  <a:lnTo>
                    <a:pt x="181389" y="864483"/>
                  </a:lnTo>
                  <a:lnTo>
                    <a:pt x="180917" y="864869"/>
                  </a:lnTo>
                  <a:lnTo>
                    <a:pt x="179026" y="866609"/>
                  </a:lnTo>
                  <a:lnTo>
                    <a:pt x="176285" y="869412"/>
                  </a:lnTo>
                  <a:lnTo>
                    <a:pt x="176001" y="869605"/>
                  </a:lnTo>
                  <a:lnTo>
                    <a:pt x="175529" y="870089"/>
                  </a:lnTo>
                  <a:lnTo>
                    <a:pt x="174016" y="871539"/>
                  </a:lnTo>
                  <a:lnTo>
                    <a:pt x="170235" y="875115"/>
                  </a:lnTo>
                  <a:lnTo>
                    <a:pt x="166644" y="878691"/>
                  </a:lnTo>
                  <a:lnTo>
                    <a:pt x="165887" y="879464"/>
                  </a:lnTo>
                  <a:lnTo>
                    <a:pt x="163713" y="881591"/>
                  </a:lnTo>
                  <a:lnTo>
                    <a:pt x="162863" y="882461"/>
                  </a:lnTo>
                  <a:lnTo>
                    <a:pt x="160405" y="884877"/>
                  </a:lnTo>
                  <a:lnTo>
                    <a:pt x="160027" y="885264"/>
                  </a:lnTo>
                  <a:lnTo>
                    <a:pt x="159082" y="886037"/>
                  </a:lnTo>
                  <a:lnTo>
                    <a:pt x="157380" y="887777"/>
                  </a:lnTo>
                  <a:lnTo>
                    <a:pt x="154166" y="891256"/>
                  </a:lnTo>
                  <a:lnTo>
                    <a:pt x="152843" y="892803"/>
                  </a:lnTo>
                  <a:lnTo>
                    <a:pt x="151898" y="894252"/>
                  </a:lnTo>
                  <a:lnTo>
                    <a:pt x="151614" y="894832"/>
                  </a:lnTo>
                  <a:lnTo>
                    <a:pt x="151236" y="895509"/>
                  </a:lnTo>
                  <a:lnTo>
                    <a:pt x="151047" y="895992"/>
                  </a:lnTo>
                  <a:lnTo>
                    <a:pt x="144998" y="896186"/>
                  </a:lnTo>
                  <a:lnTo>
                    <a:pt x="133277" y="896282"/>
                  </a:lnTo>
                  <a:lnTo>
                    <a:pt x="132426" y="891063"/>
                  </a:lnTo>
                  <a:lnTo>
                    <a:pt x="131576" y="887003"/>
                  </a:lnTo>
                  <a:lnTo>
                    <a:pt x="131103" y="885457"/>
                  </a:lnTo>
                  <a:lnTo>
                    <a:pt x="130347" y="884104"/>
                  </a:lnTo>
                  <a:lnTo>
                    <a:pt x="128645" y="881687"/>
                  </a:lnTo>
                  <a:lnTo>
                    <a:pt x="124581" y="876371"/>
                  </a:lnTo>
                  <a:lnTo>
                    <a:pt x="121367" y="872118"/>
                  </a:lnTo>
                  <a:lnTo>
                    <a:pt x="119382" y="869605"/>
                  </a:lnTo>
                  <a:lnTo>
                    <a:pt x="118626" y="868639"/>
                  </a:lnTo>
                  <a:lnTo>
                    <a:pt x="112387" y="860616"/>
                  </a:lnTo>
                  <a:lnTo>
                    <a:pt x="110308" y="857813"/>
                  </a:lnTo>
                  <a:lnTo>
                    <a:pt x="103880" y="849404"/>
                  </a:lnTo>
                  <a:lnTo>
                    <a:pt x="103030" y="848341"/>
                  </a:lnTo>
                  <a:lnTo>
                    <a:pt x="102084" y="846988"/>
                  </a:lnTo>
                  <a:lnTo>
                    <a:pt x="78737" y="816252"/>
                  </a:lnTo>
                  <a:lnTo>
                    <a:pt x="69001" y="803783"/>
                  </a:lnTo>
                  <a:lnTo>
                    <a:pt x="68718" y="803397"/>
                  </a:lnTo>
                  <a:lnTo>
                    <a:pt x="68529" y="803010"/>
                  </a:lnTo>
                  <a:lnTo>
                    <a:pt x="67111" y="799724"/>
                  </a:lnTo>
                  <a:lnTo>
                    <a:pt x="68529" y="798274"/>
                  </a:lnTo>
                  <a:lnTo>
                    <a:pt x="67300" y="796534"/>
                  </a:lnTo>
                  <a:lnTo>
                    <a:pt x="66922" y="795181"/>
                  </a:lnTo>
                  <a:lnTo>
                    <a:pt x="66827" y="794311"/>
                  </a:lnTo>
                  <a:lnTo>
                    <a:pt x="67205" y="791895"/>
                  </a:lnTo>
                  <a:lnTo>
                    <a:pt x="67489" y="790928"/>
                  </a:lnTo>
                  <a:lnTo>
                    <a:pt x="68056" y="789672"/>
                  </a:lnTo>
                  <a:lnTo>
                    <a:pt x="68812" y="788608"/>
                  </a:lnTo>
                  <a:lnTo>
                    <a:pt x="69663" y="787835"/>
                  </a:lnTo>
                  <a:lnTo>
                    <a:pt x="70892" y="787352"/>
                  </a:lnTo>
                  <a:lnTo>
                    <a:pt x="73160" y="786675"/>
                  </a:lnTo>
                  <a:lnTo>
                    <a:pt x="76941" y="786192"/>
                  </a:lnTo>
                  <a:lnTo>
                    <a:pt x="80628" y="785805"/>
                  </a:lnTo>
                  <a:lnTo>
                    <a:pt x="81573" y="785902"/>
                  </a:lnTo>
                  <a:lnTo>
                    <a:pt x="81762" y="785805"/>
                  </a:lnTo>
                  <a:lnTo>
                    <a:pt x="82045" y="785805"/>
                  </a:lnTo>
                  <a:lnTo>
                    <a:pt x="85732" y="785999"/>
                  </a:lnTo>
                  <a:lnTo>
                    <a:pt x="85921" y="785999"/>
                  </a:lnTo>
                  <a:lnTo>
                    <a:pt x="86394" y="785999"/>
                  </a:lnTo>
                  <a:lnTo>
                    <a:pt x="91876" y="786192"/>
                  </a:lnTo>
                  <a:lnTo>
                    <a:pt x="96318" y="786289"/>
                  </a:lnTo>
                  <a:lnTo>
                    <a:pt x="96886" y="786289"/>
                  </a:lnTo>
                  <a:lnTo>
                    <a:pt x="98398" y="785709"/>
                  </a:lnTo>
                  <a:lnTo>
                    <a:pt x="97547" y="785129"/>
                  </a:lnTo>
                  <a:lnTo>
                    <a:pt x="96224" y="784162"/>
                  </a:lnTo>
                  <a:lnTo>
                    <a:pt x="96035" y="783969"/>
                  </a:lnTo>
                  <a:lnTo>
                    <a:pt x="95846" y="783872"/>
                  </a:lnTo>
                  <a:lnTo>
                    <a:pt x="95468" y="783292"/>
                  </a:lnTo>
                  <a:lnTo>
                    <a:pt x="93766" y="781359"/>
                  </a:lnTo>
                  <a:lnTo>
                    <a:pt x="91498" y="776913"/>
                  </a:lnTo>
                  <a:lnTo>
                    <a:pt x="89513" y="771500"/>
                  </a:lnTo>
                  <a:lnTo>
                    <a:pt x="87622" y="766571"/>
                  </a:lnTo>
                  <a:lnTo>
                    <a:pt x="87433" y="766184"/>
                  </a:lnTo>
                  <a:lnTo>
                    <a:pt x="86866" y="764541"/>
                  </a:lnTo>
                  <a:lnTo>
                    <a:pt x="86866" y="762898"/>
                  </a:lnTo>
                  <a:lnTo>
                    <a:pt x="86961" y="761158"/>
                  </a:lnTo>
                  <a:lnTo>
                    <a:pt x="87244" y="759999"/>
                  </a:lnTo>
                  <a:lnTo>
                    <a:pt x="88189" y="755649"/>
                  </a:lnTo>
                  <a:lnTo>
                    <a:pt x="88378" y="754876"/>
                  </a:lnTo>
                  <a:lnTo>
                    <a:pt x="90458" y="746080"/>
                  </a:lnTo>
                  <a:lnTo>
                    <a:pt x="92538" y="737381"/>
                  </a:lnTo>
                  <a:lnTo>
                    <a:pt x="93483" y="733128"/>
                  </a:lnTo>
                  <a:lnTo>
                    <a:pt x="93672" y="732452"/>
                  </a:lnTo>
                  <a:lnTo>
                    <a:pt x="95657" y="724043"/>
                  </a:lnTo>
                  <a:lnTo>
                    <a:pt x="98587" y="711574"/>
                  </a:lnTo>
                  <a:lnTo>
                    <a:pt x="102841" y="693693"/>
                  </a:lnTo>
                  <a:lnTo>
                    <a:pt x="101139" y="693886"/>
                  </a:lnTo>
                  <a:lnTo>
                    <a:pt x="100572" y="693983"/>
                  </a:lnTo>
                  <a:lnTo>
                    <a:pt x="97264" y="694466"/>
                  </a:lnTo>
                  <a:lnTo>
                    <a:pt x="93010" y="694853"/>
                  </a:lnTo>
                  <a:lnTo>
                    <a:pt x="91592" y="694853"/>
                  </a:lnTo>
                  <a:lnTo>
                    <a:pt x="81762" y="695240"/>
                  </a:lnTo>
                  <a:lnTo>
                    <a:pt x="71270" y="695723"/>
                  </a:lnTo>
                  <a:lnTo>
                    <a:pt x="66922" y="695626"/>
                  </a:lnTo>
                  <a:lnTo>
                    <a:pt x="57280" y="694563"/>
                  </a:lnTo>
                  <a:lnTo>
                    <a:pt x="38281" y="692630"/>
                  </a:lnTo>
                  <a:lnTo>
                    <a:pt x="34406" y="692243"/>
                  </a:lnTo>
                  <a:lnTo>
                    <a:pt x="15123" y="690890"/>
                  </a:lnTo>
                  <a:lnTo>
                    <a:pt x="10113" y="690793"/>
                  </a:lnTo>
                  <a:lnTo>
                    <a:pt x="9641" y="690697"/>
                  </a:lnTo>
                  <a:lnTo>
                    <a:pt x="9357" y="690697"/>
                  </a:lnTo>
                  <a:lnTo>
                    <a:pt x="8790" y="690697"/>
                  </a:lnTo>
                  <a:lnTo>
                    <a:pt x="3497" y="690117"/>
                  </a:lnTo>
                  <a:lnTo>
                    <a:pt x="0" y="689827"/>
                  </a:lnTo>
                  <a:lnTo>
                    <a:pt x="94" y="689440"/>
                  </a:lnTo>
                  <a:lnTo>
                    <a:pt x="756" y="682674"/>
                  </a:lnTo>
                  <a:lnTo>
                    <a:pt x="850" y="682095"/>
                  </a:lnTo>
                  <a:lnTo>
                    <a:pt x="1228" y="678422"/>
                  </a:lnTo>
                  <a:lnTo>
                    <a:pt x="1228" y="678132"/>
                  </a:lnTo>
                  <a:lnTo>
                    <a:pt x="1890" y="671946"/>
                  </a:lnTo>
                  <a:lnTo>
                    <a:pt x="1890" y="671559"/>
                  </a:lnTo>
                  <a:lnTo>
                    <a:pt x="2457" y="666436"/>
                  </a:lnTo>
                  <a:lnTo>
                    <a:pt x="2741" y="663053"/>
                  </a:lnTo>
                  <a:lnTo>
                    <a:pt x="2835" y="662377"/>
                  </a:lnTo>
                  <a:lnTo>
                    <a:pt x="3686" y="662570"/>
                  </a:lnTo>
                  <a:lnTo>
                    <a:pt x="4064" y="662667"/>
                  </a:lnTo>
                  <a:lnTo>
                    <a:pt x="5482" y="662860"/>
                  </a:lnTo>
                  <a:lnTo>
                    <a:pt x="7183" y="662570"/>
                  </a:lnTo>
                  <a:lnTo>
                    <a:pt x="7372" y="662377"/>
                  </a:lnTo>
                  <a:lnTo>
                    <a:pt x="7561" y="662184"/>
                  </a:lnTo>
                  <a:lnTo>
                    <a:pt x="7939" y="661700"/>
                  </a:lnTo>
                  <a:lnTo>
                    <a:pt x="8034" y="661314"/>
                  </a:lnTo>
                  <a:lnTo>
                    <a:pt x="8128" y="661120"/>
                  </a:lnTo>
                  <a:lnTo>
                    <a:pt x="8128" y="660540"/>
                  </a:lnTo>
                  <a:lnTo>
                    <a:pt x="8128" y="660250"/>
                  </a:lnTo>
                  <a:lnTo>
                    <a:pt x="8128" y="660057"/>
                  </a:lnTo>
                  <a:lnTo>
                    <a:pt x="8128" y="659671"/>
                  </a:lnTo>
                  <a:lnTo>
                    <a:pt x="8223" y="658801"/>
                  </a:lnTo>
                  <a:lnTo>
                    <a:pt x="8507" y="657931"/>
                  </a:lnTo>
                  <a:lnTo>
                    <a:pt x="9074" y="656771"/>
                  </a:lnTo>
                  <a:lnTo>
                    <a:pt x="9830" y="655128"/>
                  </a:lnTo>
                  <a:lnTo>
                    <a:pt x="10208" y="654548"/>
                  </a:lnTo>
                  <a:lnTo>
                    <a:pt x="11059" y="652905"/>
                  </a:lnTo>
                  <a:lnTo>
                    <a:pt x="12382" y="651262"/>
                  </a:lnTo>
                  <a:lnTo>
                    <a:pt x="14556" y="649038"/>
                  </a:lnTo>
                  <a:lnTo>
                    <a:pt x="15029" y="648555"/>
                  </a:lnTo>
                  <a:lnTo>
                    <a:pt x="15407" y="648169"/>
                  </a:lnTo>
                  <a:lnTo>
                    <a:pt x="17392" y="646332"/>
                  </a:lnTo>
                  <a:lnTo>
                    <a:pt x="19377" y="645172"/>
                  </a:lnTo>
                  <a:lnTo>
                    <a:pt x="19566" y="644979"/>
                  </a:lnTo>
                  <a:lnTo>
                    <a:pt x="21362" y="644786"/>
                  </a:lnTo>
                  <a:lnTo>
                    <a:pt x="22496" y="644592"/>
                  </a:lnTo>
                  <a:lnTo>
                    <a:pt x="25143" y="643916"/>
                  </a:lnTo>
                  <a:lnTo>
                    <a:pt x="25426" y="643819"/>
                  </a:lnTo>
                  <a:lnTo>
                    <a:pt x="27128" y="643143"/>
                  </a:lnTo>
                  <a:lnTo>
                    <a:pt x="27411" y="642756"/>
                  </a:lnTo>
                  <a:lnTo>
                    <a:pt x="27789" y="642466"/>
                  </a:lnTo>
                  <a:lnTo>
                    <a:pt x="27884" y="642273"/>
                  </a:lnTo>
                  <a:lnTo>
                    <a:pt x="27978" y="641983"/>
                  </a:lnTo>
                  <a:lnTo>
                    <a:pt x="28356" y="640629"/>
                  </a:lnTo>
                  <a:lnTo>
                    <a:pt x="28545" y="639566"/>
                  </a:lnTo>
                  <a:lnTo>
                    <a:pt x="28640" y="639180"/>
                  </a:lnTo>
                  <a:lnTo>
                    <a:pt x="28829" y="638696"/>
                  </a:lnTo>
                  <a:lnTo>
                    <a:pt x="29018" y="638116"/>
                  </a:lnTo>
                  <a:lnTo>
                    <a:pt x="29396" y="637247"/>
                  </a:lnTo>
                  <a:lnTo>
                    <a:pt x="29491" y="636860"/>
                  </a:lnTo>
                  <a:lnTo>
                    <a:pt x="29869" y="636280"/>
                  </a:lnTo>
                  <a:lnTo>
                    <a:pt x="30247" y="635603"/>
                  </a:lnTo>
                  <a:lnTo>
                    <a:pt x="30436" y="635023"/>
                  </a:lnTo>
                  <a:lnTo>
                    <a:pt x="30530" y="634347"/>
                  </a:lnTo>
                  <a:lnTo>
                    <a:pt x="30625" y="634154"/>
                  </a:lnTo>
                  <a:lnTo>
                    <a:pt x="30719" y="633960"/>
                  </a:lnTo>
                  <a:lnTo>
                    <a:pt x="30909" y="633187"/>
                  </a:lnTo>
                  <a:lnTo>
                    <a:pt x="31098" y="632994"/>
                  </a:lnTo>
                  <a:lnTo>
                    <a:pt x="31381" y="632510"/>
                  </a:lnTo>
                  <a:lnTo>
                    <a:pt x="31665" y="632220"/>
                  </a:lnTo>
                  <a:lnTo>
                    <a:pt x="32232" y="631737"/>
                  </a:lnTo>
                  <a:lnTo>
                    <a:pt x="33272" y="631351"/>
                  </a:lnTo>
                  <a:lnTo>
                    <a:pt x="34500" y="631061"/>
                  </a:lnTo>
                  <a:lnTo>
                    <a:pt x="35351" y="630287"/>
                  </a:lnTo>
                  <a:lnTo>
                    <a:pt x="38187" y="625551"/>
                  </a:lnTo>
                  <a:lnTo>
                    <a:pt x="38848" y="625165"/>
                  </a:lnTo>
                  <a:lnTo>
                    <a:pt x="43480" y="621878"/>
                  </a:lnTo>
                  <a:lnTo>
                    <a:pt x="52082" y="620622"/>
                  </a:lnTo>
                  <a:lnTo>
                    <a:pt x="63330" y="622362"/>
                  </a:lnTo>
                  <a:lnTo>
                    <a:pt x="73916" y="629224"/>
                  </a:lnTo>
                  <a:lnTo>
                    <a:pt x="87339" y="642176"/>
                  </a:lnTo>
                  <a:lnTo>
                    <a:pt x="96980" y="647492"/>
                  </a:lnTo>
                  <a:lnTo>
                    <a:pt x="104164" y="650295"/>
                  </a:lnTo>
                  <a:lnTo>
                    <a:pt x="113900" y="651552"/>
                  </a:lnTo>
                  <a:lnTo>
                    <a:pt x="126471" y="651552"/>
                  </a:lnTo>
                  <a:lnTo>
                    <a:pt x="138948" y="652228"/>
                  </a:lnTo>
                  <a:lnTo>
                    <a:pt x="144147" y="653388"/>
                  </a:lnTo>
                  <a:lnTo>
                    <a:pt x="146510" y="654741"/>
                  </a:lnTo>
                  <a:lnTo>
                    <a:pt x="147077" y="655321"/>
                  </a:lnTo>
                  <a:lnTo>
                    <a:pt x="148401" y="655708"/>
                  </a:lnTo>
                  <a:lnTo>
                    <a:pt x="148684" y="656191"/>
                  </a:lnTo>
                  <a:lnTo>
                    <a:pt x="148873" y="656481"/>
                  </a:lnTo>
                  <a:lnTo>
                    <a:pt x="149157" y="658317"/>
                  </a:lnTo>
                  <a:lnTo>
                    <a:pt x="149251" y="658511"/>
                  </a:lnTo>
                  <a:lnTo>
                    <a:pt x="149251" y="658801"/>
                  </a:lnTo>
                  <a:lnTo>
                    <a:pt x="148495" y="659091"/>
                  </a:lnTo>
                  <a:lnTo>
                    <a:pt x="147550" y="659477"/>
                  </a:lnTo>
                  <a:lnTo>
                    <a:pt x="148117" y="661700"/>
                  </a:lnTo>
                  <a:lnTo>
                    <a:pt x="148495" y="662957"/>
                  </a:lnTo>
                  <a:lnTo>
                    <a:pt x="148306" y="663537"/>
                  </a:lnTo>
                  <a:lnTo>
                    <a:pt x="148212" y="664310"/>
                  </a:lnTo>
                  <a:lnTo>
                    <a:pt x="148306" y="665180"/>
                  </a:lnTo>
                  <a:lnTo>
                    <a:pt x="148401" y="666243"/>
                  </a:lnTo>
                  <a:lnTo>
                    <a:pt x="148401" y="667693"/>
                  </a:lnTo>
                  <a:lnTo>
                    <a:pt x="148306" y="667983"/>
                  </a:lnTo>
                  <a:lnTo>
                    <a:pt x="148023" y="668563"/>
                  </a:lnTo>
                  <a:lnTo>
                    <a:pt x="147455" y="669336"/>
                  </a:lnTo>
                  <a:lnTo>
                    <a:pt x="147361" y="669723"/>
                  </a:lnTo>
                  <a:lnTo>
                    <a:pt x="147361" y="670496"/>
                  </a:lnTo>
                  <a:lnTo>
                    <a:pt x="147266" y="670883"/>
                  </a:lnTo>
                  <a:lnTo>
                    <a:pt x="147077" y="671559"/>
                  </a:lnTo>
                  <a:lnTo>
                    <a:pt x="146888" y="672332"/>
                  </a:lnTo>
                  <a:lnTo>
                    <a:pt x="146794" y="673299"/>
                  </a:lnTo>
                  <a:lnTo>
                    <a:pt x="146888" y="674072"/>
                  </a:lnTo>
                  <a:lnTo>
                    <a:pt x="146983" y="674555"/>
                  </a:lnTo>
                  <a:lnTo>
                    <a:pt x="146983" y="674942"/>
                  </a:lnTo>
                  <a:lnTo>
                    <a:pt x="146888" y="675425"/>
                  </a:lnTo>
                  <a:lnTo>
                    <a:pt x="146794" y="675909"/>
                  </a:lnTo>
                  <a:lnTo>
                    <a:pt x="146794" y="676199"/>
                  </a:lnTo>
                  <a:lnTo>
                    <a:pt x="146699" y="676682"/>
                  </a:lnTo>
                  <a:lnTo>
                    <a:pt x="146983" y="676778"/>
                  </a:lnTo>
                  <a:lnTo>
                    <a:pt x="147266" y="677068"/>
                  </a:lnTo>
                  <a:lnTo>
                    <a:pt x="147550" y="677262"/>
                  </a:lnTo>
                  <a:lnTo>
                    <a:pt x="148023" y="677552"/>
                  </a:lnTo>
                  <a:lnTo>
                    <a:pt x="148212" y="677745"/>
                  </a:lnTo>
                  <a:lnTo>
                    <a:pt x="148495" y="678228"/>
                  </a:lnTo>
                  <a:lnTo>
                    <a:pt x="149440" y="679098"/>
                  </a:lnTo>
                  <a:lnTo>
                    <a:pt x="150197" y="679775"/>
                  </a:lnTo>
                  <a:lnTo>
                    <a:pt x="150669" y="680161"/>
                  </a:lnTo>
                  <a:lnTo>
                    <a:pt x="150953" y="680548"/>
                  </a:lnTo>
                  <a:lnTo>
                    <a:pt x="151614" y="681031"/>
                  </a:lnTo>
                  <a:lnTo>
                    <a:pt x="151803" y="681128"/>
                  </a:lnTo>
                  <a:lnTo>
                    <a:pt x="152087" y="681225"/>
                  </a:lnTo>
                  <a:lnTo>
                    <a:pt x="152276" y="681418"/>
                  </a:lnTo>
                  <a:lnTo>
                    <a:pt x="152654" y="681515"/>
                  </a:lnTo>
                  <a:lnTo>
                    <a:pt x="153032" y="682095"/>
                  </a:lnTo>
                  <a:lnTo>
                    <a:pt x="153316" y="682578"/>
                  </a:lnTo>
                  <a:lnTo>
                    <a:pt x="153599" y="682868"/>
                  </a:lnTo>
                  <a:lnTo>
                    <a:pt x="153788" y="683351"/>
                  </a:lnTo>
                  <a:lnTo>
                    <a:pt x="154450" y="683061"/>
                  </a:lnTo>
                  <a:lnTo>
                    <a:pt x="154828" y="682868"/>
                  </a:lnTo>
                  <a:lnTo>
                    <a:pt x="157002" y="681515"/>
                  </a:lnTo>
                  <a:lnTo>
                    <a:pt x="157947" y="680935"/>
                  </a:lnTo>
                  <a:lnTo>
                    <a:pt x="170613" y="671946"/>
                  </a:lnTo>
                  <a:lnTo>
                    <a:pt x="186588" y="661024"/>
                  </a:lnTo>
                  <a:lnTo>
                    <a:pt x="210502" y="650392"/>
                  </a:lnTo>
                  <a:lnTo>
                    <a:pt x="234133" y="639276"/>
                  </a:lnTo>
                  <a:lnTo>
                    <a:pt x="244530" y="634927"/>
                  </a:lnTo>
                  <a:lnTo>
                    <a:pt x="253038" y="631157"/>
                  </a:lnTo>
                  <a:lnTo>
                    <a:pt x="255401" y="629997"/>
                  </a:lnTo>
                  <a:lnTo>
                    <a:pt x="258142" y="628838"/>
                  </a:lnTo>
                  <a:lnTo>
                    <a:pt x="275061" y="621298"/>
                  </a:lnTo>
                  <a:lnTo>
                    <a:pt x="276763" y="620525"/>
                  </a:lnTo>
                  <a:lnTo>
                    <a:pt x="282245" y="618012"/>
                  </a:lnTo>
                  <a:lnTo>
                    <a:pt x="282907" y="617722"/>
                  </a:lnTo>
                  <a:lnTo>
                    <a:pt x="288862" y="615113"/>
                  </a:lnTo>
                  <a:lnTo>
                    <a:pt x="315045" y="603707"/>
                  </a:lnTo>
                  <a:lnTo>
                    <a:pt x="315517" y="603514"/>
                  </a:lnTo>
                  <a:lnTo>
                    <a:pt x="334044" y="595492"/>
                  </a:lnTo>
                  <a:lnTo>
                    <a:pt x="337163" y="594138"/>
                  </a:lnTo>
                  <a:lnTo>
                    <a:pt x="340660" y="592689"/>
                  </a:lnTo>
                  <a:lnTo>
                    <a:pt x="349356" y="588822"/>
                  </a:lnTo>
                  <a:lnTo>
                    <a:pt x="350585" y="588339"/>
                  </a:lnTo>
                  <a:lnTo>
                    <a:pt x="378186" y="576257"/>
                  </a:lnTo>
                  <a:lnTo>
                    <a:pt x="387166" y="572391"/>
                  </a:lnTo>
                  <a:lnTo>
                    <a:pt x="395862" y="568525"/>
                  </a:lnTo>
                  <a:lnTo>
                    <a:pt x="397563" y="567848"/>
                  </a:lnTo>
                  <a:lnTo>
                    <a:pt x="400966" y="566398"/>
                  </a:lnTo>
                  <a:lnTo>
                    <a:pt x="432820" y="553350"/>
                  </a:lnTo>
                  <a:lnTo>
                    <a:pt x="437830" y="551224"/>
                  </a:lnTo>
                  <a:lnTo>
                    <a:pt x="467132" y="539335"/>
                  </a:lnTo>
                  <a:lnTo>
                    <a:pt x="506548" y="523194"/>
                  </a:lnTo>
                  <a:lnTo>
                    <a:pt x="506737" y="523097"/>
                  </a:lnTo>
                  <a:lnTo>
                    <a:pt x="520727" y="517394"/>
                  </a:lnTo>
                  <a:lnTo>
                    <a:pt x="523846" y="516138"/>
                  </a:lnTo>
                  <a:lnTo>
                    <a:pt x="534243" y="511885"/>
                  </a:lnTo>
                  <a:lnTo>
                    <a:pt x="545019" y="507439"/>
                  </a:lnTo>
                  <a:lnTo>
                    <a:pt x="548138" y="506182"/>
                  </a:lnTo>
                  <a:lnTo>
                    <a:pt x="553148" y="504152"/>
                  </a:lnTo>
                  <a:lnTo>
                    <a:pt x="567610" y="498257"/>
                  </a:lnTo>
                  <a:lnTo>
                    <a:pt x="569690" y="497387"/>
                  </a:lnTo>
                  <a:lnTo>
                    <a:pt x="554660" y="459884"/>
                  </a:lnTo>
                  <a:lnTo>
                    <a:pt x="553904" y="460368"/>
                  </a:lnTo>
                  <a:lnTo>
                    <a:pt x="553432" y="460658"/>
                  </a:lnTo>
                  <a:lnTo>
                    <a:pt x="548800" y="447803"/>
                  </a:lnTo>
                  <a:lnTo>
                    <a:pt x="545019" y="438427"/>
                  </a:lnTo>
                  <a:lnTo>
                    <a:pt x="542561" y="432144"/>
                  </a:lnTo>
                  <a:lnTo>
                    <a:pt x="537646" y="420642"/>
                  </a:lnTo>
                  <a:lnTo>
                    <a:pt x="535189" y="414747"/>
                  </a:lnTo>
                  <a:lnTo>
                    <a:pt x="531408" y="406048"/>
                  </a:lnTo>
                  <a:lnTo>
                    <a:pt x="529234" y="401505"/>
                  </a:lnTo>
                  <a:lnTo>
                    <a:pt x="527343" y="398895"/>
                  </a:lnTo>
                  <a:lnTo>
                    <a:pt x="525453" y="395029"/>
                  </a:lnTo>
                  <a:lnTo>
                    <a:pt x="522050" y="384977"/>
                  </a:lnTo>
                  <a:lnTo>
                    <a:pt x="519876" y="375408"/>
                  </a:lnTo>
                  <a:lnTo>
                    <a:pt x="519309" y="372992"/>
                  </a:lnTo>
                  <a:lnTo>
                    <a:pt x="522806" y="372025"/>
                  </a:lnTo>
                  <a:lnTo>
                    <a:pt x="525075" y="371348"/>
                  </a:lnTo>
                  <a:lnTo>
                    <a:pt x="523373" y="364776"/>
                  </a:lnTo>
                  <a:lnTo>
                    <a:pt x="522617" y="361876"/>
                  </a:lnTo>
                  <a:lnTo>
                    <a:pt x="522334" y="358493"/>
                  </a:lnTo>
                  <a:lnTo>
                    <a:pt x="522334" y="358107"/>
                  </a:lnTo>
                  <a:lnTo>
                    <a:pt x="522144" y="356850"/>
                  </a:lnTo>
                  <a:lnTo>
                    <a:pt x="522144" y="355497"/>
                  </a:lnTo>
                  <a:lnTo>
                    <a:pt x="522334" y="347571"/>
                  </a:lnTo>
                  <a:lnTo>
                    <a:pt x="522334" y="347378"/>
                  </a:lnTo>
                  <a:lnTo>
                    <a:pt x="515717" y="346025"/>
                  </a:lnTo>
                  <a:lnTo>
                    <a:pt x="515150" y="345928"/>
                  </a:lnTo>
                  <a:lnTo>
                    <a:pt x="513826" y="345541"/>
                  </a:lnTo>
                  <a:lnTo>
                    <a:pt x="513165" y="344672"/>
                  </a:lnTo>
                  <a:lnTo>
                    <a:pt x="512031" y="341385"/>
                  </a:lnTo>
                  <a:lnTo>
                    <a:pt x="511274" y="341095"/>
                  </a:lnTo>
                  <a:lnTo>
                    <a:pt x="499459" y="342835"/>
                  </a:lnTo>
                  <a:lnTo>
                    <a:pt x="483107" y="345252"/>
                  </a:lnTo>
                  <a:lnTo>
                    <a:pt x="473843" y="346701"/>
                  </a:lnTo>
                  <a:lnTo>
                    <a:pt x="471386" y="347185"/>
                  </a:lnTo>
                  <a:lnTo>
                    <a:pt x="470346" y="347378"/>
                  </a:lnTo>
                  <a:lnTo>
                    <a:pt x="457963" y="349311"/>
                  </a:lnTo>
                  <a:lnTo>
                    <a:pt x="458058" y="349698"/>
                  </a:lnTo>
                  <a:lnTo>
                    <a:pt x="449362" y="351244"/>
                  </a:lnTo>
                  <a:lnTo>
                    <a:pt x="449362" y="350761"/>
                  </a:lnTo>
                  <a:lnTo>
                    <a:pt x="448228" y="350954"/>
                  </a:lnTo>
                  <a:lnTo>
                    <a:pt x="404180" y="358107"/>
                  </a:lnTo>
                  <a:lnTo>
                    <a:pt x="404463" y="357527"/>
                  </a:lnTo>
                  <a:lnTo>
                    <a:pt x="405125" y="355884"/>
                  </a:lnTo>
                  <a:lnTo>
                    <a:pt x="405787" y="354530"/>
                  </a:lnTo>
                  <a:lnTo>
                    <a:pt x="406543" y="353177"/>
                  </a:lnTo>
                  <a:lnTo>
                    <a:pt x="407394" y="351631"/>
                  </a:lnTo>
                  <a:lnTo>
                    <a:pt x="407961" y="350761"/>
                  </a:lnTo>
                  <a:lnTo>
                    <a:pt x="408811" y="348924"/>
                  </a:lnTo>
                  <a:lnTo>
                    <a:pt x="410891" y="345928"/>
                  </a:lnTo>
                  <a:lnTo>
                    <a:pt x="411458" y="345252"/>
                  </a:lnTo>
                  <a:lnTo>
                    <a:pt x="413821" y="342352"/>
                  </a:lnTo>
                  <a:lnTo>
                    <a:pt x="414483" y="341869"/>
                  </a:lnTo>
                  <a:lnTo>
                    <a:pt x="415144" y="341095"/>
                  </a:lnTo>
                  <a:lnTo>
                    <a:pt x="415901" y="340225"/>
                  </a:lnTo>
                  <a:lnTo>
                    <a:pt x="416373" y="339646"/>
                  </a:lnTo>
                  <a:lnTo>
                    <a:pt x="416846" y="338776"/>
                  </a:lnTo>
                  <a:lnTo>
                    <a:pt x="418831" y="335006"/>
                  </a:lnTo>
                  <a:lnTo>
                    <a:pt x="420343" y="334233"/>
                  </a:lnTo>
                  <a:lnTo>
                    <a:pt x="421383" y="333750"/>
                  </a:lnTo>
                  <a:lnTo>
                    <a:pt x="423179" y="331430"/>
                  </a:lnTo>
                  <a:lnTo>
                    <a:pt x="424408" y="330077"/>
                  </a:lnTo>
                  <a:lnTo>
                    <a:pt x="425353" y="326210"/>
                  </a:lnTo>
                  <a:lnTo>
                    <a:pt x="425731" y="325341"/>
                  </a:lnTo>
                  <a:lnTo>
                    <a:pt x="426582" y="323407"/>
                  </a:lnTo>
                  <a:lnTo>
                    <a:pt x="427432" y="322731"/>
                  </a:lnTo>
                  <a:lnTo>
                    <a:pt x="428378" y="322054"/>
                  </a:lnTo>
                  <a:lnTo>
                    <a:pt x="428661" y="320991"/>
                  </a:lnTo>
                  <a:lnTo>
                    <a:pt x="428756" y="320314"/>
                  </a:lnTo>
                  <a:lnTo>
                    <a:pt x="428661" y="319638"/>
                  </a:lnTo>
                  <a:lnTo>
                    <a:pt x="428189" y="318768"/>
                  </a:lnTo>
                  <a:lnTo>
                    <a:pt x="427811" y="317318"/>
                  </a:lnTo>
                  <a:lnTo>
                    <a:pt x="428945" y="316352"/>
                  </a:lnTo>
                  <a:lnTo>
                    <a:pt x="429701" y="315675"/>
                  </a:lnTo>
                  <a:lnTo>
                    <a:pt x="430552" y="314998"/>
                  </a:lnTo>
                  <a:lnTo>
                    <a:pt x="431024" y="314322"/>
                  </a:lnTo>
                  <a:lnTo>
                    <a:pt x="431781" y="314032"/>
                  </a:lnTo>
                  <a:lnTo>
                    <a:pt x="432442" y="313742"/>
                  </a:lnTo>
                  <a:lnTo>
                    <a:pt x="433293" y="313452"/>
                  </a:lnTo>
                  <a:lnTo>
                    <a:pt x="434711" y="313162"/>
                  </a:lnTo>
                  <a:lnTo>
                    <a:pt x="435278" y="313259"/>
                  </a:lnTo>
                  <a:lnTo>
                    <a:pt x="436034" y="313259"/>
                  </a:lnTo>
                  <a:lnTo>
                    <a:pt x="437074" y="313259"/>
                  </a:lnTo>
                  <a:lnTo>
                    <a:pt x="437735" y="313162"/>
                  </a:lnTo>
                  <a:lnTo>
                    <a:pt x="438775" y="312775"/>
                  </a:lnTo>
                  <a:lnTo>
                    <a:pt x="439437" y="311036"/>
                  </a:lnTo>
                  <a:lnTo>
                    <a:pt x="442934" y="310456"/>
                  </a:lnTo>
                  <a:lnTo>
                    <a:pt x="444447" y="310069"/>
                  </a:lnTo>
                  <a:lnTo>
                    <a:pt x="447944" y="309102"/>
                  </a:lnTo>
                  <a:lnTo>
                    <a:pt x="450780" y="309006"/>
                  </a:lnTo>
                  <a:lnTo>
                    <a:pt x="451914" y="309586"/>
                  </a:lnTo>
                  <a:lnTo>
                    <a:pt x="453237" y="310456"/>
                  </a:lnTo>
                  <a:lnTo>
                    <a:pt x="455506" y="310842"/>
                  </a:lnTo>
                  <a:lnTo>
                    <a:pt x="457491" y="309779"/>
                  </a:lnTo>
                  <a:lnTo>
                    <a:pt x="459665" y="308813"/>
                  </a:lnTo>
                  <a:lnTo>
                    <a:pt x="461177" y="309586"/>
                  </a:lnTo>
                  <a:lnTo>
                    <a:pt x="461839" y="310262"/>
                  </a:lnTo>
                  <a:lnTo>
                    <a:pt x="463351" y="310166"/>
                  </a:lnTo>
                  <a:lnTo>
                    <a:pt x="465147" y="310069"/>
                  </a:lnTo>
                  <a:lnTo>
                    <a:pt x="466849" y="309489"/>
                  </a:lnTo>
                  <a:lnTo>
                    <a:pt x="469117" y="309199"/>
                  </a:lnTo>
                  <a:lnTo>
                    <a:pt x="471291" y="307556"/>
                  </a:lnTo>
                  <a:lnTo>
                    <a:pt x="474127" y="306783"/>
                  </a:lnTo>
                  <a:lnTo>
                    <a:pt x="476584" y="306783"/>
                  </a:lnTo>
                  <a:lnTo>
                    <a:pt x="479987" y="307073"/>
                  </a:lnTo>
                  <a:lnTo>
                    <a:pt x="481878" y="306493"/>
                  </a:lnTo>
                  <a:lnTo>
                    <a:pt x="484052" y="304753"/>
                  </a:lnTo>
                  <a:lnTo>
                    <a:pt x="484997" y="304173"/>
                  </a:lnTo>
                  <a:lnTo>
                    <a:pt x="485659" y="303883"/>
                  </a:lnTo>
                  <a:lnTo>
                    <a:pt x="486509" y="303497"/>
                  </a:lnTo>
                  <a:lnTo>
                    <a:pt x="486887" y="303303"/>
                  </a:lnTo>
                  <a:lnTo>
                    <a:pt x="488305" y="302143"/>
                  </a:lnTo>
                  <a:lnTo>
                    <a:pt x="488778" y="301757"/>
                  </a:lnTo>
                  <a:lnTo>
                    <a:pt x="489156" y="301563"/>
                  </a:lnTo>
                  <a:lnTo>
                    <a:pt x="490101" y="301080"/>
                  </a:lnTo>
                  <a:lnTo>
                    <a:pt x="490952" y="300694"/>
                  </a:lnTo>
                  <a:lnTo>
                    <a:pt x="491614" y="300694"/>
                  </a:lnTo>
                  <a:lnTo>
                    <a:pt x="492559" y="300500"/>
                  </a:lnTo>
                  <a:lnTo>
                    <a:pt x="493126" y="300307"/>
                  </a:lnTo>
                  <a:lnTo>
                    <a:pt x="493599" y="300114"/>
                  </a:lnTo>
                  <a:lnTo>
                    <a:pt x="493882" y="300017"/>
                  </a:lnTo>
                  <a:lnTo>
                    <a:pt x="494544" y="299920"/>
                  </a:lnTo>
                  <a:lnTo>
                    <a:pt x="496151" y="299534"/>
                  </a:lnTo>
                  <a:lnTo>
                    <a:pt x="497190" y="299340"/>
                  </a:lnTo>
                  <a:lnTo>
                    <a:pt x="498041" y="299244"/>
                  </a:lnTo>
                  <a:lnTo>
                    <a:pt x="498608" y="299050"/>
                  </a:lnTo>
                  <a:lnTo>
                    <a:pt x="499837" y="298954"/>
                  </a:lnTo>
                  <a:lnTo>
                    <a:pt x="501160" y="298760"/>
                  </a:lnTo>
                  <a:lnTo>
                    <a:pt x="502767" y="298760"/>
                  </a:lnTo>
                  <a:lnTo>
                    <a:pt x="505130" y="298664"/>
                  </a:lnTo>
                  <a:lnTo>
                    <a:pt x="510518" y="297117"/>
                  </a:lnTo>
                  <a:lnTo>
                    <a:pt x="512220" y="296344"/>
                  </a:lnTo>
                  <a:lnTo>
                    <a:pt x="514016" y="295764"/>
                  </a:lnTo>
                  <a:lnTo>
                    <a:pt x="514583" y="295764"/>
                  </a:lnTo>
                  <a:lnTo>
                    <a:pt x="515528" y="295667"/>
                  </a:lnTo>
                  <a:lnTo>
                    <a:pt x="517418" y="295281"/>
                  </a:lnTo>
                  <a:lnTo>
                    <a:pt x="519214" y="295184"/>
                  </a:lnTo>
                  <a:lnTo>
                    <a:pt x="520632" y="295571"/>
                  </a:lnTo>
                  <a:lnTo>
                    <a:pt x="522428" y="295861"/>
                  </a:lnTo>
                  <a:lnTo>
                    <a:pt x="523184" y="295861"/>
                  </a:lnTo>
                  <a:lnTo>
                    <a:pt x="524413" y="295764"/>
                  </a:lnTo>
                  <a:lnTo>
                    <a:pt x="525642" y="295281"/>
                  </a:lnTo>
                  <a:lnTo>
                    <a:pt x="526776" y="294798"/>
                  </a:lnTo>
                  <a:lnTo>
                    <a:pt x="527343" y="294411"/>
                  </a:lnTo>
                  <a:lnTo>
                    <a:pt x="528288" y="293928"/>
                  </a:lnTo>
                  <a:lnTo>
                    <a:pt x="529801" y="293638"/>
                  </a:lnTo>
                  <a:lnTo>
                    <a:pt x="535661" y="293348"/>
                  </a:lnTo>
                  <a:lnTo>
                    <a:pt x="536701" y="293541"/>
                  </a:lnTo>
                  <a:lnTo>
                    <a:pt x="538686" y="294314"/>
                  </a:lnTo>
                  <a:lnTo>
                    <a:pt x="539726" y="294604"/>
                  </a:lnTo>
                  <a:lnTo>
                    <a:pt x="540293" y="294701"/>
                  </a:lnTo>
                  <a:lnTo>
                    <a:pt x="541144" y="294701"/>
                  </a:lnTo>
                  <a:lnTo>
                    <a:pt x="542845" y="294411"/>
                  </a:lnTo>
                  <a:lnTo>
                    <a:pt x="543979" y="293831"/>
                  </a:lnTo>
                  <a:lnTo>
                    <a:pt x="545775" y="293058"/>
                  </a:lnTo>
                  <a:lnTo>
                    <a:pt x="546342" y="293058"/>
                  </a:lnTo>
                  <a:lnTo>
                    <a:pt x="546531" y="293058"/>
                  </a:lnTo>
                  <a:lnTo>
                    <a:pt x="547382" y="293444"/>
                  </a:lnTo>
                  <a:lnTo>
                    <a:pt x="548422" y="294024"/>
                  </a:lnTo>
                  <a:lnTo>
                    <a:pt x="549178" y="294508"/>
                  </a:lnTo>
                  <a:lnTo>
                    <a:pt x="550218" y="294604"/>
                  </a:lnTo>
                  <a:lnTo>
                    <a:pt x="551069" y="294604"/>
                  </a:lnTo>
                  <a:lnTo>
                    <a:pt x="552392" y="294024"/>
                  </a:lnTo>
                  <a:lnTo>
                    <a:pt x="552864" y="293734"/>
                  </a:lnTo>
                  <a:lnTo>
                    <a:pt x="554093" y="292864"/>
                  </a:lnTo>
                  <a:lnTo>
                    <a:pt x="556551" y="292574"/>
                  </a:lnTo>
                  <a:lnTo>
                    <a:pt x="559576" y="293058"/>
                  </a:lnTo>
                  <a:lnTo>
                    <a:pt x="560993" y="292768"/>
                  </a:lnTo>
                  <a:lnTo>
                    <a:pt x="562695" y="292478"/>
                  </a:lnTo>
                  <a:lnTo>
                    <a:pt x="564018" y="292478"/>
                  </a:lnTo>
                  <a:lnTo>
                    <a:pt x="565152" y="292768"/>
                  </a:lnTo>
                  <a:lnTo>
                    <a:pt x="566948" y="293058"/>
                  </a:lnTo>
                  <a:lnTo>
                    <a:pt x="567894" y="293348"/>
                  </a:lnTo>
                  <a:lnTo>
                    <a:pt x="569311" y="293541"/>
                  </a:lnTo>
                  <a:lnTo>
                    <a:pt x="570824" y="293444"/>
                  </a:lnTo>
                  <a:lnTo>
                    <a:pt x="572620" y="293444"/>
                  </a:lnTo>
                  <a:lnTo>
                    <a:pt x="573376" y="293541"/>
                  </a:lnTo>
                  <a:lnTo>
                    <a:pt x="574416" y="293638"/>
                  </a:lnTo>
                  <a:lnTo>
                    <a:pt x="574983" y="293638"/>
                  </a:lnTo>
                  <a:lnTo>
                    <a:pt x="575550" y="293541"/>
                  </a:lnTo>
                  <a:lnTo>
                    <a:pt x="576590" y="293444"/>
                  </a:lnTo>
                  <a:lnTo>
                    <a:pt x="579520" y="293541"/>
                  </a:lnTo>
                  <a:lnTo>
                    <a:pt x="580560" y="293541"/>
                  </a:lnTo>
                  <a:lnTo>
                    <a:pt x="581316" y="293638"/>
                  </a:lnTo>
                  <a:lnTo>
                    <a:pt x="581883" y="293928"/>
                  </a:lnTo>
                  <a:lnTo>
                    <a:pt x="582356" y="294218"/>
                  </a:lnTo>
                  <a:lnTo>
                    <a:pt x="582828" y="294508"/>
                  </a:lnTo>
                  <a:lnTo>
                    <a:pt x="583584" y="294604"/>
                  </a:lnTo>
                  <a:lnTo>
                    <a:pt x="585475" y="294604"/>
                  </a:lnTo>
                  <a:lnTo>
                    <a:pt x="586704" y="294604"/>
                  </a:lnTo>
                  <a:lnTo>
                    <a:pt x="587838" y="294314"/>
                  </a:lnTo>
                  <a:lnTo>
                    <a:pt x="589350" y="293444"/>
                  </a:lnTo>
                  <a:lnTo>
                    <a:pt x="590012" y="292864"/>
                  </a:lnTo>
                  <a:lnTo>
                    <a:pt x="590579" y="292671"/>
                  </a:lnTo>
                  <a:lnTo>
                    <a:pt x="593131" y="291221"/>
                  </a:lnTo>
                  <a:lnTo>
                    <a:pt x="596818" y="290351"/>
                  </a:lnTo>
                  <a:lnTo>
                    <a:pt x="597007" y="290448"/>
                  </a:lnTo>
                  <a:lnTo>
                    <a:pt x="598803" y="290545"/>
                  </a:lnTo>
                  <a:lnTo>
                    <a:pt x="613643" y="293058"/>
                  </a:lnTo>
                  <a:lnTo>
                    <a:pt x="627443" y="292285"/>
                  </a:lnTo>
                  <a:lnTo>
                    <a:pt x="640487" y="292188"/>
                  </a:lnTo>
                  <a:lnTo>
                    <a:pt x="648616" y="292285"/>
                  </a:lnTo>
                  <a:lnTo>
                    <a:pt x="655327" y="292188"/>
                  </a:lnTo>
                  <a:lnTo>
                    <a:pt x="670073" y="297021"/>
                  </a:lnTo>
                  <a:lnTo>
                    <a:pt x="682550" y="296537"/>
                  </a:lnTo>
                  <a:lnTo>
                    <a:pt x="692758" y="293154"/>
                  </a:lnTo>
                  <a:lnTo>
                    <a:pt x="696918" y="292864"/>
                  </a:lnTo>
                  <a:lnTo>
                    <a:pt x="708733" y="291705"/>
                  </a:lnTo>
                  <a:lnTo>
                    <a:pt x="709300" y="291801"/>
                  </a:lnTo>
                  <a:lnTo>
                    <a:pt x="715066" y="292188"/>
                  </a:lnTo>
                  <a:lnTo>
                    <a:pt x="721399" y="292478"/>
                  </a:lnTo>
                  <a:lnTo>
                    <a:pt x="727354" y="292285"/>
                  </a:lnTo>
                  <a:lnTo>
                    <a:pt x="735105" y="290448"/>
                  </a:lnTo>
                  <a:lnTo>
                    <a:pt x="738508" y="289192"/>
                  </a:lnTo>
                  <a:lnTo>
                    <a:pt x="749945" y="284649"/>
                  </a:lnTo>
                  <a:lnTo>
                    <a:pt x="755805" y="283682"/>
                  </a:lnTo>
                  <a:lnTo>
                    <a:pt x="760531" y="283586"/>
                  </a:lnTo>
                  <a:lnTo>
                    <a:pt x="773103" y="281362"/>
                  </a:lnTo>
                  <a:lnTo>
                    <a:pt x="782272" y="278559"/>
                  </a:lnTo>
                  <a:lnTo>
                    <a:pt x="791157" y="275273"/>
                  </a:lnTo>
                  <a:lnTo>
                    <a:pt x="800326" y="273920"/>
                  </a:lnTo>
                  <a:lnTo>
                    <a:pt x="803445" y="273533"/>
                  </a:lnTo>
                  <a:lnTo>
                    <a:pt x="808266" y="271214"/>
                  </a:lnTo>
                  <a:lnTo>
                    <a:pt x="814315" y="269377"/>
                  </a:lnTo>
                  <a:lnTo>
                    <a:pt x="815355" y="268701"/>
                  </a:lnTo>
                  <a:lnTo>
                    <a:pt x="815638" y="268507"/>
                  </a:lnTo>
                  <a:lnTo>
                    <a:pt x="817907" y="265318"/>
                  </a:lnTo>
                  <a:lnTo>
                    <a:pt x="824334" y="260678"/>
                  </a:lnTo>
                  <a:lnTo>
                    <a:pt x="829439" y="258455"/>
                  </a:lnTo>
                  <a:lnTo>
                    <a:pt x="835205" y="256619"/>
                  </a:lnTo>
                  <a:lnTo>
                    <a:pt x="845980" y="254686"/>
                  </a:lnTo>
                  <a:lnTo>
                    <a:pt x="851935" y="252946"/>
                  </a:lnTo>
                  <a:lnTo>
                    <a:pt x="875471" y="244247"/>
                  </a:lnTo>
                  <a:lnTo>
                    <a:pt x="888327" y="235838"/>
                  </a:lnTo>
                  <a:lnTo>
                    <a:pt x="901276" y="226076"/>
                  </a:lnTo>
                  <a:lnTo>
                    <a:pt x="907137" y="222596"/>
                  </a:lnTo>
                  <a:lnTo>
                    <a:pt x="919803" y="215734"/>
                  </a:lnTo>
                  <a:lnTo>
                    <a:pt x="929444" y="210418"/>
                  </a:lnTo>
                  <a:lnTo>
                    <a:pt x="933414" y="209741"/>
                  </a:lnTo>
                  <a:lnTo>
                    <a:pt x="937857" y="207421"/>
                  </a:lnTo>
                  <a:lnTo>
                    <a:pt x="940503" y="206938"/>
                  </a:lnTo>
                  <a:lnTo>
                    <a:pt x="941827" y="205972"/>
                  </a:lnTo>
                  <a:lnTo>
                    <a:pt x="944379" y="204812"/>
                  </a:lnTo>
                  <a:lnTo>
                    <a:pt x="945229" y="204522"/>
                  </a:lnTo>
                  <a:lnTo>
                    <a:pt x="952224" y="201332"/>
                  </a:lnTo>
                  <a:lnTo>
                    <a:pt x="953075" y="201235"/>
                  </a:lnTo>
                  <a:lnTo>
                    <a:pt x="954115" y="201139"/>
                  </a:lnTo>
                  <a:lnTo>
                    <a:pt x="956856" y="201525"/>
                  </a:lnTo>
                  <a:lnTo>
                    <a:pt x="962433" y="200655"/>
                  </a:lnTo>
                  <a:lnTo>
                    <a:pt x="968293" y="200076"/>
                  </a:lnTo>
                  <a:lnTo>
                    <a:pt x="971979" y="199689"/>
                  </a:lnTo>
                  <a:lnTo>
                    <a:pt x="975477" y="199786"/>
                  </a:lnTo>
                  <a:lnTo>
                    <a:pt x="979541" y="200366"/>
                  </a:lnTo>
                  <a:lnTo>
                    <a:pt x="989277" y="200366"/>
                  </a:lnTo>
                  <a:lnTo>
                    <a:pt x="994098" y="199302"/>
                  </a:lnTo>
                  <a:lnTo>
                    <a:pt x="998824" y="199786"/>
                  </a:lnTo>
                  <a:lnTo>
                    <a:pt x="1002321" y="199496"/>
                  </a:lnTo>
                  <a:lnTo>
                    <a:pt x="1006480" y="199109"/>
                  </a:lnTo>
                  <a:lnTo>
                    <a:pt x="1008938" y="199109"/>
                  </a:lnTo>
                  <a:lnTo>
                    <a:pt x="1027275" y="194760"/>
                  </a:lnTo>
                  <a:lnTo>
                    <a:pt x="1059886" y="183644"/>
                  </a:lnTo>
                  <a:lnTo>
                    <a:pt x="1085029" y="177458"/>
                  </a:lnTo>
                  <a:lnTo>
                    <a:pt x="1126524" y="167116"/>
                  </a:lnTo>
                  <a:lnTo>
                    <a:pt x="1139758" y="163830"/>
                  </a:lnTo>
                  <a:lnTo>
                    <a:pt x="1147792" y="162283"/>
                  </a:lnTo>
                  <a:lnTo>
                    <a:pt x="1161025" y="159867"/>
                  </a:lnTo>
                  <a:lnTo>
                    <a:pt x="1169438" y="159094"/>
                  </a:lnTo>
                  <a:lnTo>
                    <a:pt x="1211312" y="152328"/>
                  </a:lnTo>
                  <a:lnTo>
                    <a:pt x="1239385" y="143629"/>
                  </a:lnTo>
                  <a:lnTo>
                    <a:pt x="1268214" y="138700"/>
                  </a:lnTo>
                  <a:lnTo>
                    <a:pt x="1273130" y="138506"/>
                  </a:lnTo>
                  <a:lnTo>
                    <a:pt x="1289577" y="137830"/>
                  </a:lnTo>
                  <a:lnTo>
                    <a:pt x="1295532" y="137250"/>
                  </a:lnTo>
                  <a:lnTo>
                    <a:pt x="1300541" y="136766"/>
                  </a:lnTo>
                  <a:lnTo>
                    <a:pt x="1301297" y="136670"/>
                  </a:lnTo>
                  <a:lnTo>
                    <a:pt x="1305173" y="136187"/>
                  </a:lnTo>
                  <a:lnTo>
                    <a:pt x="1321242" y="134447"/>
                  </a:lnTo>
                  <a:lnTo>
                    <a:pt x="1333719" y="132320"/>
                  </a:lnTo>
                  <a:lnTo>
                    <a:pt x="1340808" y="131064"/>
                  </a:lnTo>
                  <a:lnTo>
                    <a:pt x="1349032" y="129614"/>
                  </a:lnTo>
                  <a:lnTo>
                    <a:pt x="1355081" y="128551"/>
                  </a:lnTo>
                  <a:lnTo>
                    <a:pt x="1361509" y="127488"/>
                  </a:lnTo>
                  <a:lnTo>
                    <a:pt x="1384194" y="127101"/>
                  </a:lnTo>
                  <a:lnTo>
                    <a:pt x="1394970" y="125361"/>
                  </a:lnTo>
                  <a:lnTo>
                    <a:pt x="1403855" y="123815"/>
                  </a:lnTo>
                  <a:lnTo>
                    <a:pt x="1415103" y="118595"/>
                  </a:lnTo>
                  <a:lnTo>
                    <a:pt x="1421058" y="115889"/>
                  </a:lnTo>
                  <a:lnTo>
                    <a:pt x="1421814" y="115502"/>
                  </a:lnTo>
                  <a:lnTo>
                    <a:pt x="1437789" y="109896"/>
                  </a:lnTo>
                  <a:lnTo>
                    <a:pt x="1453385" y="101971"/>
                  </a:lnTo>
                  <a:lnTo>
                    <a:pt x="1456126" y="100521"/>
                  </a:lnTo>
                  <a:lnTo>
                    <a:pt x="1460380" y="97235"/>
                  </a:lnTo>
                  <a:lnTo>
                    <a:pt x="1470116" y="89599"/>
                  </a:lnTo>
                  <a:lnTo>
                    <a:pt x="1474842" y="79257"/>
                  </a:lnTo>
                  <a:lnTo>
                    <a:pt x="1482498" y="69881"/>
                  </a:lnTo>
                  <a:lnTo>
                    <a:pt x="1488831" y="61955"/>
                  </a:lnTo>
                  <a:lnTo>
                    <a:pt x="1489115" y="51613"/>
                  </a:lnTo>
                  <a:lnTo>
                    <a:pt x="1491100" y="43301"/>
                  </a:lnTo>
                  <a:lnTo>
                    <a:pt x="1493557" y="38565"/>
                  </a:lnTo>
                  <a:lnTo>
                    <a:pt x="1493652" y="38275"/>
                  </a:lnTo>
                  <a:lnTo>
                    <a:pt x="1494786" y="35955"/>
                  </a:lnTo>
                  <a:lnTo>
                    <a:pt x="1497527" y="26290"/>
                  </a:lnTo>
                  <a:lnTo>
                    <a:pt x="1501497" y="18847"/>
                  </a:lnTo>
                  <a:lnTo>
                    <a:pt x="1501781" y="18267"/>
                  </a:lnTo>
                  <a:lnTo>
                    <a:pt x="1508870" y="10922"/>
                  </a:lnTo>
                  <a:lnTo>
                    <a:pt x="1512084" y="7635"/>
                  </a:lnTo>
                  <a:lnTo>
                    <a:pt x="1513974" y="5605"/>
                  </a:lnTo>
                  <a:lnTo>
                    <a:pt x="1516148" y="3479"/>
                  </a:lnTo>
                  <a:lnTo>
                    <a:pt x="1517566" y="1933"/>
                  </a:lnTo>
                  <a:lnTo>
                    <a:pt x="1519457" y="0"/>
                  </a:lnTo>
                  <a:lnTo>
                    <a:pt x="1524466" y="128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73220" y="4493875"/>
              <a:ext cx="158420" cy="260002"/>
            </a:xfrm>
            <a:custGeom>
              <a:avLst/>
              <a:pathLst>
                <a:path w="158420" h="260002">
                  <a:moveTo>
                    <a:pt x="93388" y="3672"/>
                  </a:moveTo>
                  <a:lnTo>
                    <a:pt x="93577" y="4156"/>
                  </a:lnTo>
                  <a:lnTo>
                    <a:pt x="94901" y="6669"/>
                  </a:lnTo>
                  <a:lnTo>
                    <a:pt x="96697" y="6669"/>
                  </a:lnTo>
                  <a:lnTo>
                    <a:pt x="98303" y="6669"/>
                  </a:lnTo>
                  <a:lnTo>
                    <a:pt x="101706" y="6572"/>
                  </a:lnTo>
                  <a:lnTo>
                    <a:pt x="105960" y="6475"/>
                  </a:lnTo>
                  <a:lnTo>
                    <a:pt x="105960" y="6765"/>
                  </a:lnTo>
                  <a:lnTo>
                    <a:pt x="105960" y="7442"/>
                  </a:lnTo>
                  <a:lnTo>
                    <a:pt x="106054" y="11501"/>
                  </a:lnTo>
                  <a:lnTo>
                    <a:pt x="106149" y="14594"/>
                  </a:lnTo>
                  <a:lnTo>
                    <a:pt x="106243" y="15271"/>
                  </a:lnTo>
                  <a:lnTo>
                    <a:pt x="106243" y="16624"/>
                  </a:lnTo>
                  <a:lnTo>
                    <a:pt x="106243" y="17011"/>
                  </a:lnTo>
                  <a:lnTo>
                    <a:pt x="106338" y="21457"/>
                  </a:lnTo>
                  <a:lnTo>
                    <a:pt x="106338" y="22037"/>
                  </a:lnTo>
                  <a:lnTo>
                    <a:pt x="106432" y="23970"/>
                  </a:lnTo>
                  <a:lnTo>
                    <a:pt x="106527" y="25710"/>
                  </a:lnTo>
                  <a:lnTo>
                    <a:pt x="106527" y="29383"/>
                  </a:lnTo>
                  <a:lnTo>
                    <a:pt x="106527" y="29576"/>
                  </a:lnTo>
                  <a:lnTo>
                    <a:pt x="106621" y="30349"/>
                  </a:lnTo>
                  <a:lnTo>
                    <a:pt x="106621" y="30736"/>
                  </a:lnTo>
                  <a:lnTo>
                    <a:pt x="106621" y="31026"/>
                  </a:lnTo>
                  <a:lnTo>
                    <a:pt x="106621" y="31316"/>
                  </a:lnTo>
                  <a:lnTo>
                    <a:pt x="106716" y="33539"/>
                  </a:lnTo>
                  <a:lnTo>
                    <a:pt x="106716" y="35472"/>
                  </a:lnTo>
                  <a:lnTo>
                    <a:pt x="106810" y="37405"/>
                  </a:lnTo>
                  <a:lnTo>
                    <a:pt x="106810" y="38565"/>
                  </a:lnTo>
                  <a:lnTo>
                    <a:pt x="106905" y="40208"/>
                  </a:lnTo>
                  <a:lnTo>
                    <a:pt x="106905" y="40691"/>
                  </a:lnTo>
                  <a:lnTo>
                    <a:pt x="106905" y="42914"/>
                  </a:lnTo>
                  <a:lnTo>
                    <a:pt x="107000" y="46297"/>
                  </a:lnTo>
                  <a:lnTo>
                    <a:pt x="107094" y="49390"/>
                  </a:lnTo>
                  <a:lnTo>
                    <a:pt x="107094" y="49874"/>
                  </a:lnTo>
                  <a:lnTo>
                    <a:pt x="107189" y="50163"/>
                  </a:lnTo>
                  <a:lnTo>
                    <a:pt x="108985" y="51903"/>
                  </a:lnTo>
                  <a:lnTo>
                    <a:pt x="109268" y="52193"/>
                  </a:lnTo>
                  <a:lnTo>
                    <a:pt x="109457" y="52290"/>
                  </a:lnTo>
                  <a:lnTo>
                    <a:pt x="110024" y="52773"/>
                  </a:lnTo>
                  <a:lnTo>
                    <a:pt x="111915" y="54416"/>
                  </a:lnTo>
                  <a:lnTo>
                    <a:pt x="113994" y="56059"/>
                  </a:lnTo>
                  <a:lnTo>
                    <a:pt x="114278" y="56446"/>
                  </a:lnTo>
                  <a:lnTo>
                    <a:pt x="116074" y="57896"/>
                  </a:lnTo>
                  <a:lnTo>
                    <a:pt x="116357" y="58186"/>
                  </a:lnTo>
                  <a:lnTo>
                    <a:pt x="118720" y="60216"/>
                  </a:lnTo>
                  <a:lnTo>
                    <a:pt x="118909" y="60409"/>
                  </a:lnTo>
                  <a:lnTo>
                    <a:pt x="119288" y="60699"/>
                  </a:lnTo>
                  <a:lnTo>
                    <a:pt x="119949" y="61279"/>
                  </a:lnTo>
                  <a:lnTo>
                    <a:pt x="123730" y="64662"/>
                  </a:lnTo>
                  <a:lnTo>
                    <a:pt x="124203" y="65145"/>
                  </a:lnTo>
                  <a:lnTo>
                    <a:pt x="124864" y="65628"/>
                  </a:lnTo>
                  <a:lnTo>
                    <a:pt x="125904" y="66595"/>
                  </a:lnTo>
                  <a:lnTo>
                    <a:pt x="128267" y="68721"/>
                  </a:lnTo>
                  <a:lnTo>
                    <a:pt x="129401" y="69784"/>
                  </a:lnTo>
                  <a:lnTo>
                    <a:pt x="132426" y="72394"/>
                  </a:lnTo>
                  <a:lnTo>
                    <a:pt x="134695" y="74424"/>
                  </a:lnTo>
                  <a:lnTo>
                    <a:pt x="136491" y="76067"/>
                  </a:lnTo>
                  <a:lnTo>
                    <a:pt x="138003" y="77420"/>
                  </a:lnTo>
                  <a:lnTo>
                    <a:pt x="140272" y="79257"/>
                  </a:lnTo>
                  <a:lnTo>
                    <a:pt x="145754" y="83993"/>
                  </a:lnTo>
                  <a:lnTo>
                    <a:pt x="148779" y="86989"/>
                  </a:lnTo>
                  <a:lnTo>
                    <a:pt x="150575" y="88632"/>
                  </a:lnTo>
                  <a:lnTo>
                    <a:pt x="151898" y="89792"/>
                  </a:lnTo>
                  <a:lnTo>
                    <a:pt x="158420" y="95591"/>
                  </a:lnTo>
                  <a:lnTo>
                    <a:pt x="158231" y="95785"/>
                  </a:lnTo>
                  <a:lnTo>
                    <a:pt x="157002" y="97331"/>
                  </a:lnTo>
                  <a:lnTo>
                    <a:pt x="156624" y="98201"/>
                  </a:lnTo>
                  <a:lnTo>
                    <a:pt x="156151" y="99071"/>
                  </a:lnTo>
                  <a:lnTo>
                    <a:pt x="155868" y="99651"/>
                  </a:lnTo>
                  <a:lnTo>
                    <a:pt x="155773" y="99844"/>
                  </a:lnTo>
                  <a:lnTo>
                    <a:pt x="155679" y="100134"/>
                  </a:lnTo>
                  <a:lnTo>
                    <a:pt x="152654" y="106127"/>
                  </a:lnTo>
                  <a:lnTo>
                    <a:pt x="149535" y="112216"/>
                  </a:lnTo>
                  <a:lnTo>
                    <a:pt x="149346" y="112603"/>
                  </a:lnTo>
                  <a:lnTo>
                    <a:pt x="146605" y="118305"/>
                  </a:lnTo>
                  <a:lnTo>
                    <a:pt x="144620" y="121978"/>
                  </a:lnTo>
                  <a:lnTo>
                    <a:pt x="144525" y="122172"/>
                  </a:lnTo>
                  <a:lnTo>
                    <a:pt x="143580" y="123235"/>
                  </a:lnTo>
                  <a:lnTo>
                    <a:pt x="141122" y="125844"/>
                  </a:lnTo>
                  <a:lnTo>
                    <a:pt x="140083" y="126908"/>
                  </a:lnTo>
                  <a:lnTo>
                    <a:pt x="139894" y="127101"/>
                  </a:lnTo>
                  <a:lnTo>
                    <a:pt x="142068" y="128841"/>
                  </a:lnTo>
                  <a:lnTo>
                    <a:pt x="144431" y="130967"/>
                  </a:lnTo>
                  <a:lnTo>
                    <a:pt x="144147" y="131450"/>
                  </a:lnTo>
                  <a:lnTo>
                    <a:pt x="143391" y="132417"/>
                  </a:lnTo>
                  <a:lnTo>
                    <a:pt x="139704" y="137636"/>
                  </a:lnTo>
                  <a:lnTo>
                    <a:pt x="139515" y="137830"/>
                  </a:lnTo>
                  <a:lnTo>
                    <a:pt x="136207" y="142759"/>
                  </a:lnTo>
                  <a:lnTo>
                    <a:pt x="133750" y="146239"/>
                  </a:lnTo>
                  <a:lnTo>
                    <a:pt x="133182" y="146915"/>
                  </a:lnTo>
                  <a:lnTo>
                    <a:pt x="132048" y="148558"/>
                  </a:lnTo>
                  <a:lnTo>
                    <a:pt x="130252" y="150975"/>
                  </a:lnTo>
                  <a:lnTo>
                    <a:pt x="129591" y="151941"/>
                  </a:lnTo>
                  <a:lnTo>
                    <a:pt x="128929" y="152908"/>
                  </a:lnTo>
                  <a:lnTo>
                    <a:pt x="127984" y="154261"/>
                  </a:lnTo>
                  <a:lnTo>
                    <a:pt x="132048" y="159384"/>
                  </a:lnTo>
                  <a:lnTo>
                    <a:pt x="132332" y="159674"/>
                  </a:lnTo>
                  <a:lnTo>
                    <a:pt x="132048" y="159674"/>
                  </a:lnTo>
                  <a:lnTo>
                    <a:pt x="127606" y="159674"/>
                  </a:lnTo>
                  <a:lnTo>
                    <a:pt x="127322" y="159674"/>
                  </a:lnTo>
                  <a:lnTo>
                    <a:pt x="126944" y="161027"/>
                  </a:lnTo>
                  <a:lnTo>
                    <a:pt x="126660" y="161510"/>
                  </a:lnTo>
                  <a:lnTo>
                    <a:pt x="126188" y="162090"/>
                  </a:lnTo>
                  <a:lnTo>
                    <a:pt x="125242" y="162863"/>
                  </a:lnTo>
                  <a:lnTo>
                    <a:pt x="124959" y="163347"/>
                  </a:lnTo>
                  <a:lnTo>
                    <a:pt x="124770" y="163733"/>
                  </a:lnTo>
                  <a:lnTo>
                    <a:pt x="124486" y="164506"/>
                  </a:lnTo>
                  <a:lnTo>
                    <a:pt x="124108" y="165280"/>
                  </a:lnTo>
                  <a:lnTo>
                    <a:pt x="123919" y="165666"/>
                  </a:lnTo>
                  <a:lnTo>
                    <a:pt x="121651" y="170886"/>
                  </a:lnTo>
                  <a:lnTo>
                    <a:pt x="120705" y="172819"/>
                  </a:lnTo>
                  <a:lnTo>
                    <a:pt x="119760" y="174945"/>
                  </a:lnTo>
                  <a:lnTo>
                    <a:pt x="117586" y="180068"/>
                  </a:lnTo>
                  <a:lnTo>
                    <a:pt x="115318" y="185094"/>
                  </a:lnTo>
                  <a:lnTo>
                    <a:pt x="113994" y="188380"/>
                  </a:lnTo>
                  <a:lnTo>
                    <a:pt x="113805" y="188767"/>
                  </a:lnTo>
                  <a:lnTo>
                    <a:pt x="109457" y="198336"/>
                  </a:lnTo>
                  <a:lnTo>
                    <a:pt x="105960" y="206068"/>
                  </a:lnTo>
                  <a:lnTo>
                    <a:pt x="102368" y="213414"/>
                  </a:lnTo>
                  <a:lnTo>
                    <a:pt x="102651" y="213511"/>
                  </a:lnTo>
                  <a:lnTo>
                    <a:pt x="104069" y="214381"/>
                  </a:lnTo>
                  <a:lnTo>
                    <a:pt x="104920" y="214960"/>
                  </a:lnTo>
                  <a:lnTo>
                    <a:pt x="105960" y="215637"/>
                  </a:lnTo>
                  <a:lnTo>
                    <a:pt x="106810" y="216217"/>
                  </a:lnTo>
                  <a:lnTo>
                    <a:pt x="108134" y="216990"/>
                  </a:lnTo>
                  <a:lnTo>
                    <a:pt x="108795" y="217473"/>
                  </a:lnTo>
                  <a:lnTo>
                    <a:pt x="109457" y="217957"/>
                  </a:lnTo>
                  <a:lnTo>
                    <a:pt x="114372" y="221630"/>
                  </a:lnTo>
                  <a:lnTo>
                    <a:pt x="116263" y="223273"/>
                  </a:lnTo>
                  <a:lnTo>
                    <a:pt x="116546" y="223466"/>
                  </a:lnTo>
                  <a:lnTo>
                    <a:pt x="116924" y="223853"/>
                  </a:lnTo>
                  <a:lnTo>
                    <a:pt x="117586" y="224336"/>
                  </a:lnTo>
                  <a:lnTo>
                    <a:pt x="119098" y="225592"/>
                  </a:lnTo>
                  <a:lnTo>
                    <a:pt x="119477" y="225882"/>
                  </a:lnTo>
                  <a:lnTo>
                    <a:pt x="120611" y="226849"/>
                  </a:lnTo>
                  <a:lnTo>
                    <a:pt x="121083" y="227236"/>
                  </a:lnTo>
                  <a:lnTo>
                    <a:pt x="121745" y="227816"/>
                  </a:lnTo>
                  <a:lnTo>
                    <a:pt x="122029" y="228106"/>
                  </a:lnTo>
                  <a:lnTo>
                    <a:pt x="122690" y="228589"/>
                  </a:lnTo>
                  <a:lnTo>
                    <a:pt x="122974" y="228879"/>
                  </a:lnTo>
                  <a:lnTo>
                    <a:pt x="125148" y="230715"/>
                  </a:lnTo>
                  <a:lnTo>
                    <a:pt x="125810" y="231392"/>
                  </a:lnTo>
                  <a:lnTo>
                    <a:pt x="126093" y="231778"/>
                  </a:lnTo>
                  <a:lnTo>
                    <a:pt x="127795" y="233325"/>
                  </a:lnTo>
                  <a:lnTo>
                    <a:pt x="128456" y="233905"/>
                  </a:lnTo>
                  <a:lnTo>
                    <a:pt x="127889" y="234581"/>
                  </a:lnTo>
                  <a:lnTo>
                    <a:pt x="127227" y="235355"/>
                  </a:lnTo>
                  <a:lnTo>
                    <a:pt x="126566" y="236515"/>
                  </a:lnTo>
                  <a:lnTo>
                    <a:pt x="125999" y="237578"/>
                  </a:lnTo>
                  <a:lnTo>
                    <a:pt x="125242" y="239801"/>
                  </a:lnTo>
                  <a:lnTo>
                    <a:pt x="124392" y="242507"/>
                  </a:lnTo>
                  <a:lnTo>
                    <a:pt x="117964" y="238834"/>
                  </a:lnTo>
                  <a:lnTo>
                    <a:pt x="117397" y="238544"/>
                  </a:lnTo>
                  <a:lnTo>
                    <a:pt x="116830" y="238158"/>
                  </a:lnTo>
                  <a:lnTo>
                    <a:pt x="116357" y="237964"/>
                  </a:lnTo>
                  <a:lnTo>
                    <a:pt x="113711" y="236418"/>
                  </a:lnTo>
                  <a:lnTo>
                    <a:pt x="112576" y="235838"/>
                  </a:lnTo>
                  <a:lnTo>
                    <a:pt x="110213" y="234581"/>
                  </a:lnTo>
                  <a:lnTo>
                    <a:pt x="109646" y="234195"/>
                  </a:lnTo>
                  <a:lnTo>
                    <a:pt x="107850" y="233228"/>
                  </a:lnTo>
                  <a:lnTo>
                    <a:pt x="105676" y="232068"/>
                  </a:lnTo>
                  <a:lnTo>
                    <a:pt x="105298" y="231778"/>
                  </a:lnTo>
                  <a:lnTo>
                    <a:pt x="104164" y="231198"/>
                  </a:lnTo>
                  <a:lnTo>
                    <a:pt x="102179" y="230135"/>
                  </a:lnTo>
                  <a:lnTo>
                    <a:pt x="101990" y="229942"/>
                  </a:lnTo>
                  <a:lnTo>
                    <a:pt x="101801" y="229845"/>
                  </a:lnTo>
                  <a:lnTo>
                    <a:pt x="99154" y="228395"/>
                  </a:lnTo>
                  <a:lnTo>
                    <a:pt x="98965" y="228299"/>
                  </a:lnTo>
                  <a:lnTo>
                    <a:pt x="98776" y="228202"/>
                  </a:lnTo>
                  <a:lnTo>
                    <a:pt x="96791" y="227139"/>
                  </a:lnTo>
                  <a:lnTo>
                    <a:pt x="94522" y="225882"/>
                  </a:lnTo>
                  <a:lnTo>
                    <a:pt x="93955" y="225592"/>
                  </a:lnTo>
                  <a:lnTo>
                    <a:pt x="93483" y="225206"/>
                  </a:lnTo>
                  <a:lnTo>
                    <a:pt x="93105" y="225399"/>
                  </a:lnTo>
                  <a:lnTo>
                    <a:pt x="91970" y="226076"/>
                  </a:lnTo>
                  <a:lnTo>
                    <a:pt x="90931" y="226849"/>
                  </a:lnTo>
                  <a:lnTo>
                    <a:pt x="91025" y="227816"/>
                  </a:lnTo>
                  <a:lnTo>
                    <a:pt x="91781" y="231585"/>
                  </a:lnTo>
                  <a:lnTo>
                    <a:pt x="92065" y="233228"/>
                  </a:lnTo>
                  <a:lnTo>
                    <a:pt x="91498" y="233422"/>
                  </a:lnTo>
                  <a:lnTo>
                    <a:pt x="85921" y="236031"/>
                  </a:lnTo>
                  <a:lnTo>
                    <a:pt x="83747" y="236998"/>
                  </a:lnTo>
                  <a:lnTo>
                    <a:pt x="79493" y="239028"/>
                  </a:lnTo>
                  <a:lnTo>
                    <a:pt x="76658" y="240284"/>
                  </a:lnTo>
                  <a:lnTo>
                    <a:pt x="68529" y="244054"/>
                  </a:lnTo>
                  <a:lnTo>
                    <a:pt x="60022" y="248016"/>
                  </a:lnTo>
                  <a:lnTo>
                    <a:pt x="59360" y="248210"/>
                  </a:lnTo>
                  <a:lnTo>
                    <a:pt x="59171" y="248306"/>
                  </a:lnTo>
                  <a:lnTo>
                    <a:pt x="56713" y="249370"/>
                  </a:lnTo>
                  <a:lnTo>
                    <a:pt x="49151" y="252559"/>
                  </a:lnTo>
                  <a:lnTo>
                    <a:pt x="44709" y="254299"/>
                  </a:lnTo>
                  <a:lnTo>
                    <a:pt x="38848" y="254686"/>
                  </a:lnTo>
                  <a:lnTo>
                    <a:pt x="38848" y="254396"/>
                  </a:lnTo>
                  <a:lnTo>
                    <a:pt x="38754" y="253526"/>
                  </a:lnTo>
                  <a:lnTo>
                    <a:pt x="32704" y="254589"/>
                  </a:lnTo>
                  <a:lnTo>
                    <a:pt x="32704" y="254976"/>
                  </a:lnTo>
                  <a:lnTo>
                    <a:pt x="32894" y="256812"/>
                  </a:lnTo>
                  <a:lnTo>
                    <a:pt x="27411" y="258842"/>
                  </a:lnTo>
                  <a:lnTo>
                    <a:pt x="24386" y="260002"/>
                  </a:lnTo>
                  <a:lnTo>
                    <a:pt x="24292" y="259712"/>
                  </a:lnTo>
                  <a:lnTo>
                    <a:pt x="24386" y="259422"/>
                  </a:lnTo>
                  <a:lnTo>
                    <a:pt x="24670" y="259228"/>
                  </a:lnTo>
                  <a:lnTo>
                    <a:pt x="24670" y="258649"/>
                  </a:lnTo>
                  <a:lnTo>
                    <a:pt x="24575" y="258455"/>
                  </a:lnTo>
                  <a:lnTo>
                    <a:pt x="24386" y="258165"/>
                  </a:lnTo>
                  <a:lnTo>
                    <a:pt x="24386" y="257682"/>
                  </a:lnTo>
                  <a:lnTo>
                    <a:pt x="24670" y="257102"/>
                  </a:lnTo>
                  <a:lnTo>
                    <a:pt x="24670" y="256715"/>
                  </a:lnTo>
                  <a:lnTo>
                    <a:pt x="24386" y="256425"/>
                  </a:lnTo>
                  <a:lnTo>
                    <a:pt x="24386" y="256136"/>
                  </a:lnTo>
                  <a:lnTo>
                    <a:pt x="24386" y="255556"/>
                  </a:lnTo>
                  <a:lnTo>
                    <a:pt x="24386" y="255072"/>
                  </a:lnTo>
                  <a:lnTo>
                    <a:pt x="24292" y="254782"/>
                  </a:lnTo>
                  <a:lnTo>
                    <a:pt x="24481" y="254299"/>
                  </a:lnTo>
                  <a:lnTo>
                    <a:pt x="24481" y="253912"/>
                  </a:lnTo>
                  <a:lnTo>
                    <a:pt x="24386" y="253429"/>
                  </a:lnTo>
                  <a:lnTo>
                    <a:pt x="24103" y="253236"/>
                  </a:lnTo>
                  <a:lnTo>
                    <a:pt x="23819" y="252753"/>
                  </a:lnTo>
                  <a:lnTo>
                    <a:pt x="23725" y="252269"/>
                  </a:lnTo>
                  <a:lnTo>
                    <a:pt x="23725" y="251496"/>
                  </a:lnTo>
                  <a:lnTo>
                    <a:pt x="23819" y="250916"/>
                  </a:lnTo>
                  <a:lnTo>
                    <a:pt x="23914" y="250143"/>
                  </a:lnTo>
                  <a:lnTo>
                    <a:pt x="23819" y="248983"/>
                  </a:lnTo>
                  <a:lnTo>
                    <a:pt x="23819" y="248113"/>
                  </a:lnTo>
                  <a:lnTo>
                    <a:pt x="23630" y="247340"/>
                  </a:lnTo>
                  <a:lnTo>
                    <a:pt x="23536" y="246663"/>
                  </a:lnTo>
                  <a:lnTo>
                    <a:pt x="23441" y="246180"/>
                  </a:lnTo>
                  <a:lnTo>
                    <a:pt x="23347" y="245503"/>
                  </a:lnTo>
                  <a:lnTo>
                    <a:pt x="23158" y="245117"/>
                  </a:lnTo>
                  <a:lnTo>
                    <a:pt x="22780" y="244730"/>
                  </a:lnTo>
                  <a:lnTo>
                    <a:pt x="22685" y="244344"/>
                  </a:lnTo>
                  <a:lnTo>
                    <a:pt x="22685" y="244054"/>
                  </a:lnTo>
                  <a:lnTo>
                    <a:pt x="22685" y="243667"/>
                  </a:lnTo>
                  <a:lnTo>
                    <a:pt x="22401" y="243280"/>
                  </a:lnTo>
                  <a:lnTo>
                    <a:pt x="17297" y="243957"/>
                  </a:lnTo>
                  <a:lnTo>
                    <a:pt x="7561" y="230039"/>
                  </a:lnTo>
                  <a:lnTo>
                    <a:pt x="5387" y="224916"/>
                  </a:lnTo>
                  <a:lnTo>
                    <a:pt x="5765" y="224046"/>
                  </a:lnTo>
                  <a:lnTo>
                    <a:pt x="8128" y="222983"/>
                  </a:lnTo>
                  <a:lnTo>
                    <a:pt x="8696" y="224916"/>
                  </a:lnTo>
                  <a:lnTo>
                    <a:pt x="7939" y="225399"/>
                  </a:lnTo>
                  <a:lnTo>
                    <a:pt x="8696" y="228299"/>
                  </a:lnTo>
                  <a:lnTo>
                    <a:pt x="17675" y="241251"/>
                  </a:lnTo>
                  <a:lnTo>
                    <a:pt x="18148" y="242314"/>
                  </a:lnTo>
                  <a:lnTo>
                    <a:pt x="29963" y="240574"/>
                  </a:lnTo>
                  <a:lnTo>
                    <a:pt x="30152" y="239897"/>
                  </a:lnTo>
                  <a:lnTo>
                    <a:pt x="32421" y="239511"/>
                  </a:lnTo>
                  <a:lnTo>
                    <a:pt x="31287" y="230329"/>
                  </a:lnTo>
                  <a:lnTo>
                    <a:pt x="31287" y="229845"/>
                  </a:lnTo>
                  <a:lnTo>
                    <a:pt x="14745" y="231875"/>
                  </a:lnTo>
                  <a:lnTo>
                    <a:pt x="14556" y="231295"/>
                  </a:lnTo>
                  <a:lnTo>
                    <a:pt x="32515" y="229265"/>
                  </a:lnTo>
                  <a:lnTo>
                    <a:pt x="32704" y="228782"/>
                  </a:lnTo>
                  <a:lnTo>
                    <a:pt x="32894" y="228202"/>
                  </a:lnTo>
                  <a:lnTo>
                    <a:pt x="33272" y="227816"/>
                  </a:lnTo>
                  <a:lnTo>
                    <a:pt x="33839" y="227332"/>
                  </a:lnTo>
                  <a:lnTo>
                    <a:pt x="34028" y="227139"/>
                  </a:lnTo>
                  <a:lnTo>
                    <a:pt x="34406" y="226462"/>
                  </a:lnTo>
                  <a:lnTo>
                    <a:pt x="34500" y="225786"/>
                  </a:lnTo>
                  <a:lnTo>
                    <a:pt x="34784" y="225303"/>
                  </a:lnTo>
                  <a:lnTo>
                    <a:pt x="34973" y="224819"/>
                  </a:lnTo>
                  <a:lnTo>
                    <a:pt x="35162" y="224433"/>
                  </a:lnTo>
                  <a:lnTo>
                    <a:pt x="35162" y="223949"/>
                  </a:lnTo>
                  <a:lnTo>
                    <a:pt x="35257" y="223369"/>
                  </a:lnTo>
                  <a:lnTo>
                    <a:pt x="35540" y="222596"/>
                  </a:lnTo>
                  <a:lnTo>
                    <a:pt x="35635" y="221726"/>
                  </a:lnTo>
                  <a:lnTo>
                    <a:pt x="35824" y="221050"/>
                  </a:lnTo>
                  <a:lnTo>
                    <a:pt x="36296" y="220373"/>
                  </a:lnTo>
                  <a:lnTo>
                    <a:pt x="36580" y="219987"/>
                  </a:lnTo>
                  <a:lnTo>
                    <a:pt x="36674" y="219407"/>
                  </a:lnTo>
                  <a:lnTo>
                    <a:pt x="36580" y="218633"/>
                  </a:lnTo>
                  <a:lnTo>
                    <a:pt x="36485" y="218247"/>
                  </a:lnTo>
                  <a:lnTo>
                    <a:pt x="36674" y="217763"/>
                  </a:lnTo>
                  <a:lnTo>
                    <a:pt x="36958" y="217473"/>
                  </a:lnTo>
                  <a:lnTo>
                    <a:pt x="37053" y="216990"/>
                  </a:lnTo>
                  <a:lnTo>
                    <a:pt x="36958" y="216410"/>
                  </a:lnTo>
                  <a:lnTo>
                    <a:pt x="36674" y="216120"/>
                  </a:lnTo>
                  <a:lnTo>
                    <a:pt x="36485" y="215734"/>
                  </a:lnTo>
                  <a:lnTo>
                    <a:pt x="36674" y="215540"/>
                  </a:lnTo>
                  <a:lnTo>
                    <a:pt x="37053" y="215057"/>
                  </a:lnTo>
                  <a:lnTo>
                    <a:pt x="37336" y="214477"/>
                  </a:lnTo>
                  <a:lnTo>
                    <a:pt x="37242" y="213994"/>
                  </a:lnTo>
                  <a:lnTo>
                    <a:pt x="37242" y="213607"/>
                  </a:lnTo>
                  <a:lnTo>
                    <a:pt x="37336" y="213414"/>
                  </a:lnTo>
                  <a:lnTo>
                    <a:pt x="37620" y="213027"/>
                  </a:lnTo>
                  <a:lnTo>
                    <a:pt x="37431" y="212447"/>
                  </a:lnTo>
                  <a:lnTo>
                    <a:pt x="36769" y="211867"/>
                  </a:lnTo>
                  <a:lnTo>
                    <a:pt x="36674" y="211578"/>
                  </a:lnTo>
                  <a:lnTo>
                    <a:pt x="37147" y="210998"/>
                  </a:lnTo>
                  <a:lnTo>
                    <a:pt x="37242" y="210514"/>
                  </a:lnTo>
                  <a:lnTo>
                    <a:pt x="36958" y="210224"/>
                  </a:lnTo>
                  <a:lnTo>
                    <a:pt x="36769" y="209838"/>
                  </a:lnTo>
                  <a:lnTo>
                    <a:pt x="36958" y="209548"/>
                  </a:lnTo>
                  <a:lnTo>
                    <a:pt x="37053" y="209064"/>
                  </a:lnTo>
                  <a:lnTo>
                    <a:pt x="36769" y="208775"/>
                  </a:lnTo>
                  <a:lnTo>
                    <a:pt x="36674" y="208485"/>
                  </a:lnTo>
                  <a:lnTo>
                    <a:pt x="36863" y="208001"/>
                  </a:lnTo>
                  <a:lnTo>
                    <a:pt x="37053" y="207421"/>
                  </a:lnTo>
                  <a:lnTo>
                    <a:pt x="36958" y="207035"/>
                  </a:lnTo>
                  <a:lnTo>
                    <a:pt x="36674" y="206745"/>
                  </a:lnTo>
                  <a:lnTo>
                    <a:pt x="34500" y="207228"/>
                  </a:lnTo>
                  <a:lnTo>
                    <a:pt x="34311" y="206551"/>
                  </a:lnTo>
                  <a:lnTo>
                    <a:pt x="37525" y="205875"/>
                  </a:lnTo>
                  <a:lnTo>
                    <a:pt x="38376" y="205682"/>
                  </a:lnTo>
                  <a:lnTo>
                    <a:pt x="39227" y="205488"/>
                  </a:lnTo>
                  <a:lnTo>
                    <a:pt x="39983" y="205295"/>
                  </a:lnTo>
                  <a:lnTo>
                    <a:pt x="40550" y="205005"/>
                  </a:lnTo>
                  <a:lnTo>
                    <a:pt x="40833" y="204715"/>
                  </a:lnTo>
                  <a:lnTo>
                    <a:pt x="41117" y="204425"/>
                  </a:lnTo>
                  <a:lnTo>
                    <a:pt x="41306" y="204038"/>
                  </a:lnTo>
                  <a:lnTo>
                    <a:pt x="41306" y="203362"/>
                  </a:lnTo>
                  <a:lnTo>
                    <a:pt x="41401" y="202782"/>
                  </a:lnTo>
                  <a:lnTo>
                    <a:pt x="41495" y="201912"/>
                  </a:lnTo>
                  <a:lnTo>
                    <a:pt x="41684" y="200559"/>
                  </a:lnTo>
                  <a:lnTo>
                    <a:pt x="41779" y="199882"/>
                  </a:lnTo>
                  <a:lnTo>
                    <a:pt x="41968" y="198819"/>
                  </a:lnTo>
                  <a:lnTo>
                    <a:pt x="42157" y="197756"/>
                  </a:lnTo>
                  <a:lnTo>
                    <a:pt x="42062" y="197176"/>
                  </a:lnTo>
                  <a:lnTo>
                    <a:pt x="41873" y="196789"/>
                  </a:lnTo>
                  <a:lnTo>
                    <a:pt x="41873" y="196113"/>
                  </a:lnTo>
                  <a:lnTo>
                    <a:pt x="41968" y="195726"/>
                  </a:lnTo>
                  <a:lnTo>
                    <a:pt x="42157" y="195243"/>
                  </a:lnTo>
                  <a:lnTo>
                    <a:pt x="41968" y="194470"/>
                  </a:lnTo>
                  <a:lnTo>
                    <a:pt x="41779" y="193793"/>
                  </a:lnTo>
                  <a:lnTo>
                    <a:pt x="41779" y="193406"/>
                  </a:lnTo>
                  <a:lnTo>
                    <a:pt x="41779" y="192923"/>
                  </a:lnTo>
                  <a:lnTo>
                    <a:pt x="41873" y="192053"/>
                  </a:lnTo>
                  <a:lnTo>
                    <a:pt x="41968" y="191280"/>
                  </a:lnTo>
                  <a:lnTo>
                    <a:pt x="41873" y="190603"/>
                  </a:lnTo>
                  <a:lnTo>
                    <a:pt x="41779" y="189733"/>
                  </a:lnTo>
                  <a:lnTo>
                    <a:pt x="41684" y="188767"/>
                  </a:lnTo>
                  <a:lnTo>
                    <a:pt x="41495" y="188090"/>
                  </a:lnTo>
                  <a:lnTo>
                    <a:pt x="41212" y="187510"/>
                  </a:lnTo>
                  <a:lnTo>
                    <a:pt x="41117" y="187124"/>
                  </a:lnTo>
                  <a:lnTo>
                    <a:pt x="41022" y="186834"/>
                  </a:lnTo>
                  <a:lnTo>
                    <a:pt x="41212" y="186640"/>
                  </a:lnTo>
                  <a:lnTo>
                    <a:pt x="41495" y="186157"/>
                  </a:lnTo>
                  <a:lnTo>
                    <a:pt x="41779" y="184901"/>
                  </a:lnTo>
                  <a:lnTo>
                    <a:pt x="41684" y="183064"/>
                  </a:lnTo>
                  <a:lnTo>
                    <a:pt x="41779" y="181614"/>
                  </a:lnTo>
                  <a:lnTo>
                    <a:pt x="41684" y="180938"/>
                  </a:lnTo>
                  <a:lnTo>
                    <a:pt x="41495" y="179681"/>
                  </a:lnTo>
                  <a:lnTo>
                    <a:pt x="41401" y="178425"/>
                  </a:lnTo>
                  <a:lnTo>
                    <a:pt x="41212" y="176878"/>
                  </a:lnTo>
                  <a:lnTo>
                    <a:pt x="40833" y="175332"/>
                  </a:lnTo>
                  <a:lnTo>
                    <a:pt x="40266" y="173592"/>
                  </a:lnTo>
                  <a:lnTo>
                    <a:pt x="39794" y="173205"/>
                  </a:lnTo>
                  <a:lnTo>
                    <a:pt x="39510" y="172915"/>
                  </a:lnTo>
                  <a:lnTo>
                    <a:pt x="40077" y="172626"/>
                  </a:lnTo>
                  <a:lnTo>
                    <a:pt x="40455" y="172142"/>
                  </a:lnTo>
                  <a:lnTo>
                    <a:pt x="40644" y="171852"/>
                  </a:lnTo>
                  <a:lnTo>
                    <a:pt x="40644" y="171079"/>
                  </a:lnTo>
                  <a:lnTo>
                    <a:pt x="40361" y="170306"/>
                  </a:lnTo>
                  <a:lnTo>
                    <a:pt x="40077" y="169243"/>
                  </a:lnTo>
                  <a:lnTo>
                    <a:pt x="39888" y="168179"/>
                  </a:lnTo>
                  <a:lnTo>
                    <a:pt x="39416" y="167116"/>
                  </a:lnTo>
                  <a:lnTo>
                    <a:pt x="38943" y="165860"/>
                  </a:lnTo>
                  <a:lnTo>
                    <a:pt x="38565" y="164796"/>
                  </a:lnTo>
                  <a:lnTo>
                    <a:pt x="38187" y="163443"/>
                  </a:lnTo>
                  <a:lnTo>
                    <a:pt x="37620" y="161607"/>
                  </a:lnTo>
                  <a:lnTo>
                    <a:pt x="37147" y="160640"/>
                  </a:lnTo>
                  <a:lnTo>
                    <a:pt x="36769" y="159577"/>
                  </a:lnTo>
                  <a:lnTo>
                    <a:pt x="36391" y="158804"/>
                  </a:lnTo>
                  <a:lnTo>
                    <a:pt x="36107" y="158127"/>
                  </a:lnTo>
                  <a:lnTo>
                    <a:pt x="35540" y="156581"/>
                  </a:lnTo>
                  <a:lnTo>
                    <a:pt x="34595" y="155228"/>
                  </a:lnTo>
                  <a:lnTo>
                    <a:pt x="34122" y="154164"/>
                  </a:lnTo>
                  <a:lnTo>
                    <a:pt x="33272" y="152811"/>
                  </a:lnTo>
                  <a:lnTo>
                    <a:pt x="32232" y="150878"/>
                  </a:lnTo>
                  <a:lnTo>
                    <a:pt x="31759" y="149718"/>
                  </a:lnTo>
                  <a:lnTo>
                    <a:pt x="31192" y="149235"/>
                  </a:lnTo>
                  <a:lnTo>
                    <a:pt x="30436" y="148462"/>
                  </a:lnTo>
                  <a:lnTo>
                    <a:pt x="29774" y="147205"/>
                  </a:lnTo>
                  <a:lnTo>
                    <a:pt x="29302" y="146529"/>
                  </a:lnTo>
                  <a:lnTo>
                    <a:pt x="28829" y="146045"/>
                  </a:lnTo>
                  <a:lnTo>
                    <a:pt x="27884" y="145175"/>
                  </a:lnTo>
                  <a:lnTo>
                    <a:pt x="22685" y="147495"/>
                  </a:lnTo>
                  <a:lnTo>
                    <a:pt x="22212" y="146335"/>
                  </a:lnTo>
                  <a:lnTo>
                    <a:pt x="32137" y="142082"/>
                  </a:lnTo>
                  <a:lnTo>
                    <a:pt x="32232" y="141599"/>
                  </a:lnTo>
                  <a:lnTo>
                    <a:pt x="32137" y="140923"/>
                  </a:lnTo>
                  <a:lnTo>
                    <a:pt x="32043" y="140149"/>
                  </a:lnTo>
                  <a:lnTo>
                    <a:pt x="31854" y="138990"/>
                  </a:lnTo>
                  <a:lnTo>
                    <a:pt x="31759" y="138313"/>
                  </a:lnTo>
                  <a:lnTo>
                    <a:pt x="31665" y="137733"/>
                  </a:lnTo>
                  <a:lnTo>
                    <a:pt x="31570" y="136863"/>
                  </a:lnTo>
                  <a:lnTo>
                    <a:pt x="31287" y="136187"/>
                  </a:lnTo>
                  <a:lnTo>
                    <a:pt x="30909" y="135607"/>
                  </a:lnTo>
                  <a:lnTo>
                    <a:pt x="30530" y="134833"/>
                  </a:lnTo>
                  <a:lnTo>
                    <a:pt x="29869" y="133963"/>
                  </a:lnTo>
                  <a:lnTo>
                    <a:pt x="29302" y="132997"/>
                  </a:lnTo>
                  <a:lnTo>
                    <a:pt x="29018" y="132320"/>
                  </a:lnTo>
                  <a:lnTo>
                    <a:pt x="28640" y="131354"/>
                  </a:lnTo>
                  <a:lnTo>
                    <a:pt x="28167" y="130774"/>
                  </a:lnTo>
                  <a:lnTo>
                    <a:pt x="27789" y="130194"/>
                  </a:lnTo>
                  <a:lnTo>
                    <a:pt x="27600" y="129711"/>
                  </a:lnTo>
                  <a:lnTo>
                    <a:pt x="27317" y="129034"/>
                  </a:lnTo>
                  <a:lnTo>
                    <a:pt x="26655" y="127971"/>
                  </a:lnTo>
                  <a:lnTo>
                    <a:pt x="25899" y="126811"/>
                  </a:lnTo>
                  <a:lnTo>
                    <a:pt x="25048" y="125651"/>
                  </a:lnTo>
                  <a:lnTo>
                    <a:pt x="24008" y="123911"/>
                  </a:lnTo>
                  <a:lnTo>
                    <a:pt x="23630" y="123041"/>
                  </a:lnTo>
                  <a:lnTo>
                    <a:pt x="23441" y="122655"/>
                  </a:lnTo>
                  <a:lnTo>
                    <a:pt x="23158" y="122462"/>
                  </a:lnTo>
                  <a:lnTo>
                    <a:pt x="22969" y="122172"/>
                  </a:lnTo>
                  <a:lnTo>
                    <a:pt x="22780" y="121785"/>
                  </a:lnTo>
                  <a:lnTo>
                    <a:pt x="22401" y="121495"/>
                  </a:lnTo>
                  <a:lnTo>
                    <a:pt x="22212" y="121108"/>
                  </a:lnTo>
                  <a:lnTo>
                    <a:pt x="22212" y="120818"/>
                  </a:lnTo>
                  <a:lnTo>
                    <a:pt x="21740" y="120528"/>
                  </a:lnTo>
                  <a:lnTo>
                    <a:pt x="21551" y="120335"/>
                  </a:lnTo>
                  <a:lnTo>
                    <a:pt x="21267" y="120045"/>
                  </a:lnTo>
                  <a:lnTo>
                    <a:pt x="20984" y="119659"/>
                  </a:lnTo>
                  <a:lnTo>
                    <a:pt x="20700" y="118982"/>
                  </a:lnTo>
                  <a:lnTo>
                    <a:pt x="20322" y="118595"/>
                  </a:lnTo>
                  <a:lnTo>
                    <a:pt x="20322" y="118305"/>
                  </a:lnTo>
                  <a:lnTo>
                    <a:pt x="20038" y="118015"/>
                  </a:lnTo>
                  <a:lnTo>
                    <a:pt x="19660" y="117822"/>
                  </a:lnTo>
                  <a:lnTo>
                    <a:pt x="19377" y="117532"/>
                  </a:lnTo>
                  <a:lnTo>
                    <a:pt x="19282" y="117145"/>
                  </a:lnTo>
                  <a:lnTo>
                    <a:pt x="18999" y="116759"/>
                  </a:lnTo>
                  <a:lnTo>
                    <a:pt x="18526" y="116469"/>
                  </a:lnTo>
                  <a:lnTo>
                    <a:pt x="18148" y="115986"/>
                  </a:lnTo>
                  <a:lnTo>
                    <a:pt x="17864" y="115502"/>
                  </a:lnTo>
                  <a:lnTo>
                    <a:pt x="17675" y="115116"/>
                  </a:lnTo>
                  <a:lnTo>
                    <a:pt x="17297" y="114922"/>
                  </a:lnTo>
                  <a:lnTo>
                    <a:pt x="16919" y="114439"/>
                  </a:lnTo>
                  <a:lnTo>
                    <a:pt x="16825" y="113956"/>
                  </a:lnTo>
                  <a:lnTo>
                    <a:pt x="16447" y="113569"/>
                  </a:lnTo>
                  <a:lnTo>
                    <a:pt x="16068" y="113376"/>
                  </a:lnTo>
                  <a:lnTo>
                    <a:pt x="15785" y="112989"/>
                  </a:lnTo>
                  <a:lnTo>
                    <a:pt x="15690" y="112409"/>
                  </a:lnTo>
                  <a:lnTo>
                    <a:pt x="15312" y="112119"/>
                  </a:lnTo>
                  <a:lnTo>
                    <a:pt x="14934" y="112023"/>
                  </a:lnTo>
                  <a:lnTo>
                    <a:pt x="14556" y="111733"/>
                  </a:lnTo>
                  <a:lnTo>
                    <a:pt x="14367" y="111153"/>
                  </a:lnTo>
                  <a:lnTo>
                    <a:pt x="13989" y="110863"/>
                  </a:lnTo>
                  <a:lnTo>
                    <a:pt x="13611" y="110670"/>
                  </a:lnTo>
                  <a:lnTo>
                    <a:pt x="13516" y="110186"/>
                  </a:lnTo>
                  <a:lnTo>
                    <a:pt x="13138" y="109703"/>
                  </a:lnTo>
                  <a:lnTo>
                    <a:pt x="12666" y="109220"/>
                  </a:lnTo>
                  <a:lnTo>
                    <a:pt x="12477" y="108736"/>
                  </a:lnTo>
                  <a:lnTo>
                    <a:pt x="11909" y="108350"/>
                  </a:lnTo>
                  <a:lnTo>
                    <a:pt x="11626" y="107673"/>
                  </a:lnTo>
                  <a:lnTo>
                    <a:pt x="11342" y="107190"/>
                  </a:lnTo>
                  <a:lnTo>
                    <a:pt x="11059" y="106707"/>
                  </a:lnTo>
                  <a:lnTo>
                    <a:pt x="10586" y="106320"/>
                  </a:lnTo>
                  <a:lnTo>
                    <a:pt x="10303" y="105740"/>
                  </a:lnTo>
                  <a:lnTo>
                    <a:pt x="9924" y="105064"/>
                  </a:lnTo>
                  <a:lnTo>
                    <a:pt x="9735" y="104870"/>
                  </a:lnTo>
                  <a:lnTo>
                    <a:pt x="9357" y="104774"/>
                  </a:lnTo>
                  <a:lnTo>
                    <a:pt x="9168" y="104484"/>
                  </a:lnTo>
                  <a:lnTo>
                    <a:pt x="8979" y="104194"/>
                  </a:lnTo>
                  <a:lnTo>
                    <a:pt x="8696" y="104000"/>
                  </a:lnTo>
                  <a:lnTo>
                    <a:pt x="8412" y="103227"/>
                  </a:lnTo>
                  <a:lnTo>
                    <a:pt x="8034" y="102937"/>
                  </a:lnTo>
                  <a:lnTo>
                    <a:pt x="7750" y="102454"/>
                  </a:lnTo>
                  <a:lnTo>
                    <a:pt x="7467" y="101971"/>
                  </a:lnTo>
                  <a:lnTo>
                    <a:pt x="7089" y="101487"/>
                  </a:lnTo>
                  <a:lnTo>
                    <a:pt x="6616" y="101294"/>
                  </a:lnTo>
                  <a:lnTo>
                    <a:pt x="6238" y="100714"/>
                  </a:lnTo>
                  <a:lnTo>
                    <a:pt x="5954" y="100231"/>
                  </a:lnTo>
                  <a:lnTo>
                    <a:pt x="5671" y="99554"/>
                  </a:lnTo>
                  <a:lnTo>
                    <a:pt x="5009" y="99071"/>
                  </a:lnTo>
                  <a:lnTo>
                    <a:pt x="4537" y="98298"/>
                  </a:lnTo>
                  <a:lnTo>
                    <a:pt x="4159" y="97524"/>
                  </a:lnTo>
                  <a:lnTo>
                    <a:pt x="3780" y="97041"/>
                  </a:lnTo>
                  <a:lnTo>
                    <a:pt x="3686" y="96365"/>
                  </a:lnTo>
                  <a:lnTo>
                    <a:pt x="3308" y="95881"/>
                  </a:lnTo>
                  <a:lnTo>
                    <a:pt x="3213" y="95591"/>
                  </a:lnTo>
                  <a:lnTo>
                    <a:pt x="2930" y="95011"/>
                  </a:lnTo>
                  <a:lnTo>
                    <a:pt x="2835" y="94528"/>
                  </a:lnTo>
                  <a:lnTo>
                    <a:pt x="2268" y="93948"/>
                  </a:lnTo>
                  <a:lnTo>
                    <a:pt x="1795" y="93175"/>
                  </a:lnTo>
                  <a:lnTo>
                    <a:pt x="1228" y="92498"/>
                  </a:lnTo>
                  <a:lnTo>
                    <a:pt x="661" y="92015"/>
                  </a:lnTo>
                  <a:lnTo>
                    <a:pt x="0" y="91822"/>
                  </a:lnTo>
                  <a:lnTo>
                    <a:pt x="3024" y="90469"/>
                  </a:lnTo>
                  <a:lnTo>
                    <a:pt x="7183" y="88729"/>
                  </a:lnTo>
                  <a:lnTo>
                    <a:pt x="8601" y="87956"/>
                  </a:lnTo>
                  <a:lnTo>
                    <a:pt x="8979" y="87666"/>
                  </a:lnTo>
                  <a:lnTo>
                    <a:pt x="9641" y="87182"/>
                  </a:lnTo>
                  <a:lnTo>
                    <a:pt x="10492" y="86699"/>
                  </a:lnTo>
                  <a:lnTo>
                    <a:pt x="12004" y="85926"/>
                  </a:lnTo>
                  <a:lnTo>
                    <a:pt x="12098" y="85733"/>
                  </a:lnTo>
                  <a:lnTo>
                    <a:pt x="12477" y="84959"/>
                  </a:lnTo>
                  <a:lnTo>
                    <a:pt x="13705" y="83123"/>
                  </a:lnTo>
                  <a:lnTo>
                    <a:pt x="15029" y="81480"/>
                  </a:lnTo>
                  <a:lnTo>
                    <a:pt x="15596" y="80803"/>
                  </a:lnTo>
                  <a:lnTo>
                    <a:pt x="16447" y="80030"/>
                  </a:lnTo>
                  <a:lnTo>
                    <a:pt x="17014" y="79450"/>
                  </a:lnTo>
                  <a:lnTo>
                    <a:pt x="17203" y="79257"/>
                  </a:lnTo>
                  <a:lnTo>
                    <a:pt x="17959" y="78483"/>
                  </a:lnTo>
                  <a:lnTo>
                    <a:pt x="18810" y="77807"/>
                  </a:lnTo>
                  <a:lnTo>
                    <a:pt x="19944" y="76744"/>
                  </a:lnTo>
                  <a:lnTo>
                    <a:pt x="21456" y="74907"/>
                  </a:lnTo>
                  <a:lnTo>
                    <a:pt x="22023" y="74327"/>
                  </a:lnTo>
                  <a:lnTo>
                    <a:pt x="23252" y="72104"/>
                  </a:lnTo>
                  <a:lnTo>
                    <a:pt x="25426" y="68238"/>
                  </a:lnTo>
                  <a:lnTo>
                    <a:pt x="27128" y="65145"/>
                  </a:lnTo>
                  <a:lnTo>
                    <a:pt x="27317" y="64952"/>
                  </a:lnTo>
                  <a:lnTo>
                    <a:pt x="29491" y="60892"/>
                  </a:lnTo>
                  <a:lnTo>
                    <a:pt x="29585" y="60602"/>
                  </a:lnTo>
                  <a:lnTo>
                    <a:pt x="31003" y="58862"/>
                  </a:lnTo>
                  <a:lnTo>
                    <a:pt x="31570" y="58186"/>
                  </a:lnTo>
                  <a:lnTo>
                    <a:pt x="32894" y="56929"/>
                  </a:lnTo>
                  <a:lnTo>
                    <a:pt x="34122" y="55673"/>
                  </a:lnTo>
                  <a:lnTo>
                    <a:pt x="34878" y="55190"/>
                  </a:lnTo>
                  <a:lnTo>
                    <a:pt x="35257" y="54996"/>
                  </a:lnTo>
                  <a:lnTo>
                    <a:pt x="35635" y="54803"/>
                  </a:lnTo>
                  <a:lnTo>
                    <a:pt x="37147" y="54030"/>
                  </a:lnTo>
                  <a:lnTo>
                    <a:pt x="37336" y="53933"/>
                  </a:lnTo>
                  <a:lnTo>
                    <a:pt x="38470" y="53353"/>
                  </a:lnTo>
                  <a:lnTo>
                    <a:pt x="39888" y="52870"/>
                  </a:lnTo>
                  <a:lnTo>
                    <a:pt x="41022" y="52580"/>
                  </a:lnTo>
                  <a:lnTo>
                    <a:pt x="42724" y="52193"/>
                  </a:lnTo>
                  <a:lnTo>
                    <a:pt x="44614" y="51710"/>
                  </a:lnTo>
                  <a:lnTo>
                    <a:pt x="46694" y="51130"/>
                  </a:lnTo>
                  <a:lnTo>
                    <a:pt x="50475" y="49390"/>
                  </a:lnTo>
                  <a:lnTo>
                    <a:pt x="50853" y="49197"/>
                  </a:lnTo>
                  <a:lnTo>
                    <a:pt x="52838" y="48230"/>
                  </a:lnTo>
                  <a:lnTo>
                    <a:pt x="56808" y="45814"/>
                  </a:lnTo>
                  <a:lnTo>
                    <a:pt x="58415" y="44944"/>
                  </a:lnTo>
                  <a:lnTo>
                    <a:pt x="57753" y="43011"/>
                  </a:lnTo>
                  <a:lnTo>
                    <a:pt x="57564" y="42528"/>
                  </a:lnTo>
                  <a:lnTo>
                    <a:pt x="57942" y="42431"/>
                  </a:lnTo>
                  <a:lnTo>
                    <a:pt x="60683" y="41465"/>
                  </a:lnTo>
                  <a:lnTo>
                    <a:pt x="61534" y="41078"/>
                  </a:lnTo>
                  <a:lnTo>
                    <a:pt x="61912" y="40981"/>
                  </a:lnTo>
                  <a:lnTo>
                    <a:pt x="63330" y="40401"/>
                  </a:lnTo>
                  <a:lnTo>
                    <a:pt x="63708" y="40208"/>
                  </a:lnTo>
                  <a:lnTo>
                    <a:pt x="65220" y="39241"/>
                  </a:lnTo>
                  <a:lnTo>
                    <a:pt x="67205" y="37985"/>
                  </a:lnTo>
                  <a:lnTo>
                    <a:pt x="67489" y="37695"/>
                  </a:lnTo>
                  <a:lnTo>
                    <a:pt x="67678" y="37502"/>
                  </a:lnTo>
                  <a:lnTo>
                    <a:pt x="67962" y="37115"/>
                  </a:lnTo>
                  <a:lnTo>
                    <a:pt x="70136" y="34989"/>
                  </a:lnTo>
                  <a:lnTo>
                    <a:pt x="70325" y="34795"/>
                  </a:lnTo>
                  <a:lnTo>
                    <a:pt x="70986" y="34215"/>
                  </a:lnTo>
                  <a:lnTo>
                    <a:pt x="71270" y="33829"/>
                  </a:lnTo>
                  <a:lnTo>
                    <a:pt x="72499" y="31992"/>
                  </a:lnTo>
                  <a:lnTo>
                    <a:pt x="74673" y="28706"/>
                  </a:lnTo>
                  <a:lnTo>
                    <a:pt x="75051" y="28126"/>
                  </a:lnTo>
                  <a:lnTo>
                    <a:pt x="75240" y="27836"/>
                  </a:lnTo>
                  <a:lnTo>
                    <a:pt x="75429" y="27450"/>
                  </a:lnTo>
                  <a:lnTo>
                    <a:pt x="75712" y="27063"/>
                  </a:lnTo>
                  <a:lnTo>
                    <a:pt x="75901" y="26676"/>
                  </a:lnTo>
                  <a:lnTo>
                    <a:pt x="76091" y="26290"/>
                  </a:lnTo>
                  <a:lnTo>
                    <a:pt x="76280" y="26000"/>
                  </a:lnTo>
                  <a:lnTo>
                    <a:pt x="76469" y="25710"/>
                  </a:lnTo>
                  <a:lnTo>
                    <a:pt x="77414" y="24163"/>
                  </a:lnTo>
                  <a:lnTo>
                    <a:pt x="79021" y="21360"/>
                  </a:lnTo>
                  <a:lnTo>
                    <a:pt x="79588" y="20490"/>
                  </a:lnTo>
                  <a:lnTo>
                    <a:pt x="80344" y="19137"/>
                  </a:lnTo>
                  <a:lnTo>
                    <a:pt x="80439" y="18944"/>
                  </a:lnTo>
                  <a:lnTo>
                    <a:pt x="80533" y="18751"/>
                  </a:lnTo>
                  <a:lnTo>
                    <a:pt x="82613" y="15174"/>
                  </a:lnTo>
                  <a:lnTo>
                    <a:pt x="83558" y="13531"/>
                  </a:lnTo>
                  <a:lnTo>
                    <a:pt x="85070" y="11115"/>
                  </a:lnTo>
                  <a:lnTo>
                    <a:pt x="85070" y="10922"/>
                  </a:lnTo>
                  <a:lnTo>
                    <a:pt x="86015" y="9472"/>
                  </a:lnTo>
                  <a:lnTo>
                    <a:pt x="89324" y="3672"/>
                  </a:lnTo>
                  <a:lnTo>
                    <a:pt x="90742" y="1353"/>
                  </a:lnTo>
                  <a:lnTo>
                    <a:pt x="91498" y="0"/>
                  </a:lnTo>
                  <a:lnTo>
                    <a:pt x="91970" y="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870651" y="3706812"/>
              <a:ext cx="185170" cy="203845"/>
            </a:xfrm>
            <a:custGeom>
              <a:avLst/>
              <a:pathLst>
                <a:path w="185170" h="203845">
                  <a:moveTo>
                    <a:pt x="74673" y="773"/>
                  </a:moveTo>
                  <a:lnTo>
                    <a:pt x="83463" y="2416"/>
                  </a:lnTo>
                  <a:lnTo>
                    <a:pt x="101517" y="5895"/>
                  </a:lnTo>
                  <a:lnTo>
                    <a:pt x="113333" y="8215"/>
                  </a:lnTo>
                  <a:lnTo>
                    <a:pt x="114845" y="8505"/>
                  </a:lnTo>
                  <a:lnTo>
                    <a:pt x="117492" y="8988"/>
                  </a:lnTo>
                  <a:lnTo>
                    <a:pt x="124770" y="10535"/>
                  </a:lnTo>
                  <a:lnTo>
                    <a:pt x="131103" y="11791"/>
                  </a:lnTo>
                  <a:lnTo>
                    <a:pt x="132332" y="12081"/>
                  </a:lnTo>
                  <a:lnTo>
                    <a:pt x="133844" y="12371"/>
                  </a:lnTo>
                  <a:lnTo>
                    <a:pt x="136018" y="12758"/>
                  </a:lnTo>
                  <a:lnTo>
                    <a:pt x="146321" y="14691"/>
                  </a:lnTo>
                  <a:lnTo>
                    <a:pt x="150007" y="15078"/>
                  </a:lnTo>
                  <a:lnTo>
                    <a:pt x="151614" y="15174"/>
                  </a:lnTo>
                  <a:lnTo>
                    <a:pt x="155679" y="15464"/>
                  </a:lnTo>
                  <a:lnTo>
                    <a:pt x="161256" y="15851"/>
                  </a:lnTo>
                  <a:lnTo>
                    <a:pt x="167022" y="16238"/>
                  </a:lnTo>
                  <a:lnTo>
                    <a:pt x="169763" y="16528"/>
                  </a:lnTo>
                  <a:lnTo>
                    <a:pt x="178175" y="17107"/>
                  </a:lnTo>
                  <a:lnTo>
                    <a:pt x="179121" y="29286"/>
                  </a:lnTo>
                  <a:lnTo>
                    <a:pt x="179404" y="32186"/>
                  </a:lnTo>
                  <a:lnTo>
                    <a:pt x="180160" y="41851"/>
                  </a:lnTo>
                  <a:lnTo>
                    <a:pt x="181011" y="51903"/>
                  </a:lnTo>
                  <a:lnTo>
                    <a:pt x="181106" y="53256"/>
                  </a:lnTo>
                  <a:lnTo>
                    <a:pt x="181862" y="60699"/>
                  </a:lnTo>
                  <a:lnTo>
                    <a:pt x="182618" y="68818"/>
                  </a:lnTo>
                  <a:lnTo>
                    <a:pt x="183374" y="78000"/>
                  </a:lnTo>
                  <a:lnTo>
                    <a:pt x="184036" y="86602"/>
                  </a:lnTo>
                  <a:lnTo>
                    <a:pt x="185170" y="102841"/>
                  </a:lnTo>
                  <a:lnTo>
                    <a:pt x="184603" y="102937"/>
                  </a:lnTo>
                  <a:lnTo>
                    <a:pt x="184036" y="103130"/>
                  </a:lnTo>
                  <a:lnTo>
                    <a:pt x="183563" y="103324"/>
                  </a:lnTo>
                  <a:lnTo>
                    <a:pt x="182996" y="103614"/>
                  </a:lnTo>
                  <a:lnTo>
                    <a:pt x="182523" y="104000"/>
                  </a:lnTo>
                  <a:lnTo>
                    <a:pt x="182145" y="104387"/>
                  </a:lnTo>
                  <a:lnTo>
                    <a:pt x="181767" y="104774"/>
                  </a:lnTo>
                  <a:lnTo>
                    <a:pt x="181484" y="105354"/>
                  </a:lnTo>
                  <a:lnTo>
                    <a:pt x="181200" y="105837"/>
                  </a:lnTo>
                  <a:lnTo>
                    <a:pt x="181011" y="106417"/>
                  </a:lnTo>
                  <a:lnTo>
                    <a:pt x="180917" y="106900"/>
                  </a:lnTo>
                  <a:lnTo>
                    <a:pt x="180822" y="107480"/>
                  </a:lnTo>
                  <a:lnTo>
                    <a:pt x="180822" y="108060"/>
                  </a:lnTo>
                  <a:lnTo>
                    <a:pt x="180917" y="108640"/>
                  </a:lnTo>
                  <a:lnTo>
                    <a:pt x="181106" y="109220"/>
                  </a:lnTo>
                  <a:lnTo>
                    <a:pt x="181295" y="109800"/>
                  </a:lnTo>
                  <a:lnTo>
                    <a:pt x="181578" y="110283"/>
                  </a:lnTo>
                  <a:lnTo>
                    <a:pt x="181862" y="110766"/>
                  </a:lnTo>
                  <a:lnTo>
                    <a:pt x="182240" y="111250"/>
                  </a:lnTo>
                  <a:lnTo>
                    <a:pt x="182618" y="111539"/>
                  </a:lnTo>
                  <a:lnTo>
                    <a:pt x="180444" y="114439"/>
                  </a:lnTo>
                  <a:lnTo>
                    <a:pt x="180349" y="114632"/>
                  </a:lnTo>
                  <a:lnTo>
                    <a:pt x="179215" y="116179"/>
                  </a:lnTo>
                  <a:lnTo>
                    <a:pt x="178742" y="116759"/>
                  </a:lnTo>
                  <a:lnTo>
                    <a:pt x="175434" y="120818"/>
                  </a:lnTo>
                  <a:lnTo>
                    <a:pt x="175245" y="121012"/>
                  </a:lnTo>
                  <a:lnTo>
                    <a:pt x="172504" y="124395"/>
                  </a:lnTo>
                  <a:lnTo>
                    <a:pt x="170992" y="126424"/>
                  </a:lnTo>
                  <a:lnTo>
                    <a:pt x="170519" y="127101"/>
                  </a:lnTo>
                  <a:lnTo>
                    <a:pt x="169763" y="127971"/>
                  </a:lnTo>
                  <a:lnTo>
                    <a:pt x="168629" y="129421"/>
                  </a:lnTo>
                  <a:lnTo>
                    <a:pt x="165982" y="132610"/>
                  </a:lnTo>
                  <a:lnTo>
                    <a:pt x="163430" y="135800"/>
                  </a:lnTo>
                  <a:lnTo>
                    <a:pt x="160405" y="139569"/>
                  </a:lnTo>
                  <a:lnTo>
                    <a:pt x="150953" y="151265"/>
                  </a:lnTo>
                  <a:lnTo>
                    <a:pt x="146983" y="156097"/>
                  </a:lnTo>
                  <a:lnTo>
                    <a:pt x="139704" y="165570"/>
                  </a:lnTo>
                  <a:lnTo>
                    <a:pt x="131765" y="175235"/>
                  </a:lnTo>
                  <a:lnTo>
                    <a:pt x="123919" y="184997"/>
                  </a:lnTo>
                  <a:lnTo>
                    <a:pt x="116452" y="194083"/>
                  </a:lnTo>
                  <a:lnTo>
                    <a:pt x="116074" y="194566"/>
                  </a:lnTo>
                  <a:lnTo>
                    <a:pt x="108512" y="203845"/>
                  </a:lnTo>
                  <a:lnTo>
                    <a:pt x="105676" y="201429"/>
                  </a:lnTo>
                  <a:lnTo>
                    <a:pt x="98492" y="195436"/>
                  </a:lnTo>
                  <a:lnTo>
                    <a:pt x="86583" y="185577"/>
                  </a:lnTo>
                  <a:lnTo>
                    <a:pt x="84314" y="183548"/>
                  </a:lnTo>
                  <a:lnTo>
                    <a:pt x="82707" y="182291"/>
                  </a:lnTo>
                  <a:lnTo>
                    <a:pt x="80533" y="180455"/>
                  </a:lnTo>
                  <a:lnTo>
                    <a:pt x="79210" y="179295"/>
                  </a:lnTo>
                  <a:lnTo>
                    <a:pt x="78359" y="178618"/>
                  </a:lnTo>
                  <a:lnTo>
                    <a:pt x="77603" y="178038"/>
                  </a:lnTo>
                  <a:lnTo>
                    <a:pt x="77319" y="177748"/>
                  </a:lnTo>
                  <a:lnTo>
                    <a:pt x="68056" y="170016"/>
                  </a:lnTo>
                  <a:lnTo>
                    <a:pt x="67583" y="169629"/>
                  </a:lnTo>
                  <a:lnTo>
                    <a:pt x="67300" y="169823"/>
                  </a:lnTo>
                  <a:lnTo>
                    <a:pt x="67111" y="169919"/>
                  </a:lnTo>
                  <a:lnTo>
                    <a:pt x="66827" y="169919"/>
                  </a:lnTo>
                  <a:lnTo>
                    <a:pt x="66544" y="169919"/>
                  </a:lnTo>
                  <a:lnTo>
                    <a:pt x="66260" y="169919"/>
                  </a:lnTo>
                  <a:lnTo>
                    <a:pt x="65977" y="169823"/>
                  </a:lnTo>
                  <a:lnTo>
                    <a:pt x="65693" y="169726"/>
                  </a:lnTo>
                  <a:lnTo>
                    <a:pt x="65504" y="169533"/>
                  </a:lnTo>
                  <a:lnTo>
                    <a:pt x="65315" y="169339"/>
                  </a:lnTo>
                  <a:lnTo>
                    <a:pt x="65126" y="169049"/>
                  </a:lnTo>
                  <a:lnTo>
                    <a:pt x="65031" y="168856"/>
                  </a:lnTo>
                  <a:lnTo>
                    <a:pt x="57564" y="169823"/>
                  </a:lnTo>
                  <a:lnTo>
                    <a:pt x="46221" y="171369"/>
                  </a:lnTo>
                  <a:lnTo>
                    <a:pt x="40739" y="172142"/>
                  </a:lnTo>
                  <a:lnTo>
                    <a:pt x="39888" y="172239"/>
                  </a:lnTo>
                  <a:lnTo>
                    <a:pt x="32894" y="173205"/>
                  </a:lnTo>
                  <a:lnTo>
                    <a:pt x="29018" y="173689"/>
                  </a:lnTo>
                  <a:lnTo>
                    <a:pt x="24575" y="174269"/>
                  </a:lnTo>
                  <a:lnTo>
                    <a:pt x="19566" y="175429"/>
                  </a:lnTo>
                  <a:lnTo>
                    <a:pt x="17959" y="175235"/>
                  </a:lnTo>
                  <a:lnTo>
                    <a:pt x="11248" y="176105"/>
                  </a:lnTo>
                  <a:lnTo>
                    <a:pt x="10681" y="176202"/>
                  </a:lnTo>
                  <a:lnTo>
                    <a:pt x="9074" y="176395"/>
                  </a:lnTo>
                  <a:lnTo>
                    <a:pt x="8223" y="176588"/>
                  </a:lnTo>
                  <a:lnTo>
                    <a:pt x="472" y="178135"/>
                  </a:lnTo>
                  <a:lnTo>
                    <a:pt x="0" y="178135"/>
                  </a:lnTo>
                  <a:lnTo>
                    <a:pt x="2457" y="170402"/>
                  </a:lnTo>
                  <a:lnTo>
                    <a:pt x="7750" y="154938"/>
                  </a:lnTo>
                  <a:lnTo>
                    <a:pt x="9168" y="150781"/>
                  </a:lnTo>
                  <a:lnTo>
                    <a:pt x="12193" y="141986"/>
                  </a:lnTo>
                  <a:lnTo>
                    <a:pt x="12949" y="139859"/>
                  </a:lnTo>
                  <a:lnTo>
                    <a:pt x="18148" y="124491"/>
                  </a:lnTo>
                  <a:lnTo>
                    <a:pt x="20227" y="117822"/>
                  </a:lnTo>
                  <a:lnTo>
                    <a:pt x="20984" y="115406"/>
                  </a:lnTo>
                  <a:lnTo>
                    <a:pt x="22401" y="110573"/>
                  </a:lnTo>
                  <a:lnTo>
                    <a:pt x="24481" y="102357"/>
                  </a:lnTo>
                  <a:lnTo>
                    <a:pt x="25332" y="95881"/>
                  </a:lnTo>
                  <a:lnTo>
                    <a:pt x="25615" y="94335"/>
                  </a:lnTo>
                  <a:lnTo>
                    <a:pt x="25993" y="92788"/>
                  </a:lnTo>
                  <a:lnTo>
                    <a:pt x="26560" y="90952"/>
                  </a:lnTo>
                  <a:lnTo>
                    <a:pt x="27600" y="88149"/>
                  </a:lnTo>
                  <a:lnTo>
                    <a:pt x="28829" y="84573"/>
                  </a:lnTo>
                  <a:lnTo>
                    <a:pt x="30530" y="78193"/>
                  </a:lnTo>
                  <a:lnTo>
                    <a:pt x="31570" y="74037"/>
                  </a:lnTo>
                  <a:lnTo>
                    <a:pt x="32799" y="68238"/>
                  </a:lnTo>
                  <a:lnTo>
                    <a:pt x="33272" y="66015"/>
                  </a:lnTo>
                  <a:lnTo>
                    <a:pt x="33839" y="64082"/>
                  </a:lnTo>
                  <a:lnTo>
                    <a:pt x="34689" y="62245"/>
                  </a:lnTo>
                  <a:lnTo>
                    <a:pt x="35729" y="60312"/>
                  </a:lnTo>
                  <a:lnTo>
                    <a:pt x="37809" y="57219"/>
                  </a:lnTo>
                  <a:lnTo>
                    <a:pt x="38187" y="56543"/>
                  </a:lnTo>
                  <a:lnTo>
                    <a:pt x="39983" y="54030"/>
                  </a:lnTo>
                  <a:lnTo>
                    <a:pt x="40266" y="53643"/>
                  </a:lnTo>
                  <a:lnTo>
                    <a:pt x="45560" y="46297"/>
                  </a:lnTo>
                  <a:lnTo>
                    <a:pt x="49908" y="40498"/>
                  </a:lnTo>
                  <a:lnTo>
                    <a:pt x="55106" y="33635"/>
                  </a:lnTo>
                  <a:lnTo>
                    <a:pt x="60872" y="21940"/>
                  </a:lnTo>
                  <a:lnTo>
                    <a:pt x="61439" y="20104"/>
                  </a:lnTo>
                  <a:lnTo>
                    <a:pt x="62007" y="18074"/>
                  </a:lnTo>
                  <a:lnTo>
                    <a:pt x="62290" y="17301"/>
                  </a:lnTo>
                  <a:lnTo>
                    <a:pt x="64181" y="13338"/>
                  </a:lnTo>
                  <a:lnTo>
                    <a:pt x="67111" y="7442"/>
                  </a:lnTo>
                  <a:lnTo>
                    <a:pt x="70514" y="0"/>
                  </a:lnTo>
                  <a:lnTo>
                    <a:pt x="74389" y="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29836" y="1508760"/>
              <a:ext cx="1533805" cy="854353"/>
            </a:xfrm>
            <a:custGeom>
              <a:avLst/>
              <a:pathLst>
                <a:path w="1533805" h="854353">
                  <a:moveTo>
                    <a:pt x="1533805" y="9878"/>
                  </a:moveTo>
                  <a:lnTo>
                    <a:pt x="1529552" y="17803"/>
                  </a:lnTo>
                  <a:lnTo>
                    <a:pt x="1528606" y="19640"/>
                  </a:lnTo>
                  <a:lnTo>
                    <a:pt x="1509418" y="37618"/>
                  </a:lnTo>
                  <a:lnTo>
                    <a:pt x="1486260" y="50956"/>
                  </a:lnTo>
                  <a:lnTo>
                    <a:pt x="1467166" y="60428"/>
                  </a:lnTo>
                  <a:lnTo>
                    <a:pt x="1440416" y="70287"/>
                  </a:lnTo>
                  <a:lnTo>
                    <a:pt x="1421701" y="86139"/>
                  </a:lnTo>
                  <a:lnTo>
                    <a:pt x="1409602" y="93484"/>
                  </a:lnTo>
                  <a:lnTo>
                    <a:pt x="1398921" y="94354"/>
                  </a:lnTo>
                  <a:lnTo>
                    <a:pt x="1381812" y="91455"/>
                  </a:lnTo>
                  <a:lnTo>
                    <a:pt x="1356669" y="93968"/>
                  </a:lnTo>
                  <a:lnTo>
                    <a:pt x="1337292" y="101120"/>
                  </a:lnTo>
                  <a:lnTo>
                    <a:pt x="1319143" y="108563"/>
                  </a:lnTo>
                  <a:lnTo>
                    <a:pt x="1295229" y="112235"/>
                  </a:lnTo>
                  <a:lnTo>
                    <a:pt x="1276041" y="115135"/>
                  </a:lnTo>
                  <a:lnTo>
                    <a:pt x="1256569" y="111462"/>
                  </a:lnTo>
                  <a:lnTo>
                    <a:pt x="1238610" y="109432"/>
                  </a:lnTo>
                  <a:lnTo>
                    <a:pt x="1235018" y="111559"/>
                  </a:lnTo>
                  <a:lnTo>
                    <a:pt x="1227834" y="115908"/>
                  </a:lnTo>
                  <a:lnTo>
                    <a:pt x="1231426" y="130600"/>
                  </a:lnTo>
                  <a:lnTo>
                    <a:pt x="1240217" y="147804"/>
                  </a:lnTo>
                  <a:lnTo>
                    <a:pt x="1241729" y="164526"/>
                  </a:lnTo>
                  <a:lnTo>
                    <a:pt x="1241729" y="186950"/>
                  </a:lnTo>
                  <a:lnTo>
                    <a:pt x="1241351" y="222036"/>
                  </a:lnTo>
                  <a:lnTo>
                    <a:pt x="1235396" y="239917"/>
                  </a:lnTo>
                  <a:lnTo>
                    <a:pt x="1228969" y="254608"/>
                  </a:lnTo>
                  <a:lnTo>
                    <a:pt x="1205149" y="298006"/>
                  </a:lnTo>
                  <a:lnTo>
                    <a:pt x="1200234" y="306899"/>
                  </a:lnTo>
                  <a:lnTo>
                    <a:pt x="1189836" y="321397"/>
                  </a:lnTo>
                  <a:lnTo>
                    <a:pt x="1185110" y="328066"/>
                  </a:lnTo>
                  <a:lnTo>
                    <a:pt x="1173200" y="341888"/>
                  </a:lnTo>
                  <a:lnTo>
                    <a:pt x="1167529" y="361509"/>
                  </a:lnTo>
                  <a:lnTo>
                    <a:pt x="1165071" y="378714"/>
                  </a:lnTo>
                  <a:lnTo>
                    <a:pt x="1153256" y="385189"/>
                  </a:lnTo>
                  <a:lnTo>
                    <a:pt x="1129908" y="388476"/>
                  </a:lnTo>
                  <a:lnTo>
                    <a:pt x="1117148" y="390699"/>
                  </a:lnTo>
                  <a:lnTo>
                    <a:pt x="1108263" y="397561"/>
                  </a:lnTo>
                  <a:lnTo>
                    <a:pt x="1090965" y="409063"/>
                  </a:lnTo>
                  <a:lnTo>
                    <a:pt x="1066862" y="423368"/>
                  </a:lnTo>
                  <a:lnTo>
                    <a:pt x="1055046" y="434580"/>
                  </a:lnTo>
                  <a:lnTo>
                    <a:pt x="1041908" y="449562"/>
                  </a:lnTo>
                  <a:lnTo>
                    <a:pt x="1031226" y="467636"/>
                  </a:lnTo>
                  <a:lnTo>
                    <a:pt x="1024137" y="471116"/>
                  </a:lnTo>
                  <a:lnTo>
                    <a:pt x="1023003" y="471696"/>
                  </a:lnTo>
                  <a:lnTo>
                    <a:pt x="1006556" y="477302"/>
                  </a:lnTo>
                  <a:lnTo>
                    <a:pt x="991621" y="484454"/>
                  </a:lnTo>
                  <a:lnTo>
                    <a:pt x="977632" y="494990"/>
                  </a:lnTo>
                  <a:lnTo>
                    <a:pt x="967612" y="505622"/>
                  </a:lnTo>
                  <a:lnTo>
                    <a:pt x="956270" y="520507"/>
                  </a:lnTo>
                  <a:lnTo>
                    <a:pt x="945305" y="532975"/>
                  </a:lnTo>
                  <a:lnTo>
                    <a:pt x="938877" y="540514"/>
                  </a:lnTo>
                  <a:lnTo>
                    <a:pt x="927724" y="553563"/>
                  </a:lnTo>
                  <a:lnTo>
                    <a:pt x="917326" y="572217"/>
                  </a:lnTo>
                  <a:lnTo>
                    <a:pt x="904849" y="594641"/>
                  </a:lnTo>
                  <a:lnTo>
                    <a:pt x="898705" y="604306"/>
                  </a:lnTo>
                  <a:lnTo>
                    <a:pt x="886890" y="618032"/>
                  </a:lnTo>
                  <a:lnTo>
                    <a:pt x="872806" y="637363"/>
                  </a:lnTo>
                  <a:lnTo>
                    <a:pt x="859100" y="656694"/>
                  </a:lnTo>
                  <a:lnTo>
                    <a:pt x="840290" y="672545"/>
                  </a:lnTo>
                  <a:lnTo>
                    <a:pt x="814958" y="682211"/>
                  </a:lnTo>
                  <a:lnTo>
                    <a:pt x="790004" y="690330"/>
                  </a:lnTo>
                  <a:lnTo>
                    <a:pt x="770532" y="702411"/>
                  </a:lnTo>
                  <a:lnTo>
                    <a:pt x="752856" y="712464"/>
                  </a:lnTo>
                  <a:lnTo>
                    <a:pt x="747657" y="716910"/>
                  </a:lnTo>
                  <a:lnTo>
                    <a:pt x="733384" y="729378"/>
                  </a:lnTo>
                  <a:lnTo>
                    <a:pt x="715047" y="750739"/>
                  </a:lnTo>
                  <a:lnTo>
                    <a:pt x="709092" y="758181"/>
                  </a:lnTo>
                  <a:lnTo>
                    <a:pt x="693496" y="763787"/>
                  </a:lnTo>
                  <a:lnTo>
                    <a:pt x="686690" y="763691"/>
                  </a:lnTo>
                  <a:lnTo>
                    <a:pt x="674686" y="760115"/>
                  </a:lnTo>
                  <a:lnTo>
                    <a:pt x="664761" y="755572"/>
                  </a:lnTo>
                  <a:lnTo>
                    <a:pt x="663910" y="755185"/>
                  </a:lnTo>
                  <a:lnTo>
                    <a:pt x="656443" y="752189"/>
                  </a:lnTo>
                  <a:lnTo>
                    <a:pt x="647841" y="752575"/>
                  </a:lnTo>
                  <a:lnTo>
                    <a:pt x="640752" y="753639"/>
                  </a:lnTo>
                  <a:lnTo>
                    <a:pt x="635459" y="754412"/>
                  </a:lnTo>
                  <a:lnTo>
                    <a:pt x="622320" y="754992"/>
                  </a:lnTo>
                  <a:lnTo>
                    <a:pt x="616460" y="755862"/>
                  </a:lnTo>
                  <a:lnTo>
                    <a:pt x="606629" y="763884"/>
                  </a:lnTo>
                  <a:lnTo>
                    <a:pt x="601619" y="767557"/>
                  </a:lnTo>
                  <a:lnTo>
                    <a:pt x="591411" y="777029"/>
                  </a:lnTo>
                  <a:lnTo>
                    <a:pt x="574775" y="790368"/>
                  </a:lnTo>
                  <a:lnTo>
                    <a:pt x="563243" y="794330"/>
                  </a:lnTo>
                  <a:lnTo>
                    <a:pt x="552467" y="794427"/>
                  </a:lnTo>
                  <a:lnTo>
                    <a:pt x="534130" y="794814"/>
                  </a:lnTo>
                  <a:lnTo>
                    <a:pt x="516454" y="794234"/>
                  </a:lnTo>
                  <a:lnTo>
                    <a:pt x="505111" y="793267"/>
                  </a:lnTo>
                  <a:lnTo>
                    <a:pt x="494241" y="789691"/>
                  </a:lnTo>
                  <a:lnTo>
                    <a:pt x="484694" y="788144"/>
                  </a:lnTo>
                  <a:lnTo>
                    <a:pt x="479968" y="790271"/>
                  </a:lnTo>
                  <a:lnTo>
                    <a:pt x="467586" y="796843"/>
                  </a:lnTo>
                  <a:lnTo>
                    <a:pt x="457944" y="800516"/>
                  </a:lnTo>
                  <a:lnTo>
                    <a:pt x="443104" y="803319"/>
                  </a:lnTo>
                  <a:lnTo>
                    <a:pt x="433747" y="806219"/>
                  </a:lnTo>
                  <a:lnTo>
                    <a:pt x="418717" y="815305"/>
                  </a:lnTo>
                  <a:lnTo>
                    <a:pt x="412573" y="822264"/>
                  </a:lnTo>
                  <a:lnTo>
                    <a:pt x="409360" y="825550"/>
                  </a:lnTo>
                  <a:lnTo>
                    <a:pt x="404066" y="831059"/>
                  </a:lnTo>
                  <a:lnTo>
                    <a:pt x="396032" y="836665"/>
                  </a:lnTo>
                  <a:lnTo>
                    <a:pt x="389037" y="841981"/>
                  </a:lnTo>
                  <a:lnTo>
                    <a:pt x="378640" y="846621"/>
                  </a:lnTo>
                  <a:lnTo>
                    <a:pt x="370227" y="848071"/>
                  </a:lnTo>
                  <a:lnTo>
                    <a:pt x="361720" y="847877"/>
                  </a:lnTo>
                  <a:lnTo>
                    <a:pt x="355293" y="848747"/>
                  </a:lnTo>
                  <a:lnTo>
                    <a:pt x="350661" y="850680"/>
                  </a:lnTo>
                  <a:lnTo>
                    <a:pt x="345179" y="853193"/>
                  </a:lnTo>
                  <a:lnTo>
                    <a:pt x="339791" y="854160"/>
                  </a:lnTo>
                  <a:lnTo>
                    <a:pt x="338940" y="854353"/>
                  </a:lnTo>
                  <a:lnTo>
                    <a:pt x="330622" y="853483"/>
                  </a:lnTo>
                  <a:lnTo>
                    <a:pt x="330149" y="853290"/>
                  </a:lnTo>
                  <a:lnTo>
                    <a:pt x="328543" y="850777"/>
                  </a:lnTo>
                  <a:lnTo>
                    <a:pt x="327125" y="848264"/>
                  </a:lnTo>
                  <a:lnTo>
                    <a:pt x="326368" y="847007"/>
                  </a:lnTo>
                  <a:lnTo>
                    <a:pt x="326274" y="846428"/>
                  </a:lnTo>
                  <a:lnTo>
                    <a:pt x="325329" y="844494"/>
                  </a:lnTo>
                  <a:lnTo>
                    <a:pt x="324383" y="843721"/>
                  </a:lnTo>
                  <a:lnTo>
                    <a:pt x="322777" y="843335"/>
                  </a:lnTo>
                  <a:lnTo>
                    <a:pt x="322209" y="842948"/>
                  </a:lnTo>
                  <a:lnTo>
                    <a:pt x="320319" y="843335"/>
                  </a:lnTo>
                  <a:lnTo>
                    <a:pt x="319846" y="842271"/>
                  </a:lnTo>
                  <a:lnTo>
                    <a:pt x="318996" y="841208"/>
                  </a:lnTo>
                  <a:lnTo>
                    <a:pt x="318334" y="840532"/>
                  </a:lnTo>
                  <a:lnTo>
                    <a:pt x="317672" y="840242"/>
                  </a:lnTo>
                  <a:lnTo>
                    <a:pt x="316916" y="839952"/>
                  </a:lnTo>
                  <a:lnTo>
                    <a:pt x="317011" y="839082"/>
                  </a:lnTo>
                  <a:lnTo>
                    <a:pt x="316727" y="838019"/>
                  </a:lnTo>
                  <a:lnTo>
                    <a:pt x="316727" y="836762"/>
                  </a:lnTo>
                  <a:lnTo>
                    <a:pt x="316916" y="835699"/>
                  </a:lnTo>
                  <a:lnTo>
                    <a:pt x="317389" y="834636"/>
                  </a:lnTo>
                  <a:lnTo>
                    <a:pt x="318334" y="833959"/>
                  </a:lnTo>
                  <a:lnTo>
                    <a:pt x="319657" y="833282"/>
                  </a:lnTo>
                  <a:lnTo>
                    <a:pt x="320508" y="832799"/>
                  </a:lnTo>
                  <a:lnTo>
                    <a:pt x="320508" y="832219"/>
                  </a:lnTo>
                  <a:lnTo>
                    <a:pt x="319846" y="831446"/>
                  </a:lnTo>
                  <a:lnTo>
                    <a:pt x="319941" y="830673"/>
                  </a:lnTo>
                  <a:lnTo>
                    <a:pt x="318050" y="828933"/>
                  </a:lnTo>
                  <a:lnTo>
                    <a:pt x="316349" y="829996"/>
                  </a:lnTo>
                  <a:lnTo>
                    <a:pt x="313324" y="827096"/>
                  </a:lnTo>
                  <a:lnTo>
                    <a:pt x="312285" y="828450"/>
                  </a:lnTo>
                  <a:lnTo>
                    <a:pt x="310489" y="830286"/>
                  </a:lnTo>
                  <a:lnTo>
                    <a:pt x="307369" y="832702"/>
                  </a:lnTo>
                  <a:lnTo>
                    <a:pt x="304250" y="834442"/>
                  </a:lnTo>
                  <a:lnTo>
                    <a:pt x="301698" y="829126"/>
                  </a:lnTo>
                  <a:lnTo>
                    <a:pt x="303777" y="827966"/>
                  </a:lnTo>
                  <a:lnTo>
                    <a:pt x="257745" y="756732"/>
                  </a:lnTo>
                  <a:lnTo>
                    <a:pt x="256516" y="754315"/>
                  </a:lnTo>
                  <a:lnTo>
                    <a:pt x="256232" y="753445"/>
                  </a:lnTo>
                  <a:lnTo>
                    <a:pt x="256611" y="752382"/>
                  </a:lnTo>
                  <a:lnTo>
                    <a:pt x="255949" y="751899"/>
                  </a:lnTo>
                  <a:lnTo>
                    <a:pt x="253208" y="750449"/>
                  </a:lnTo>
                  <a:lnTo>
                    <a:pt x="251223" y="749289"/>
                  </a:lnTo>
                  <a:lnTo>
                    <a:pt x="255004" y="741170"/>
                  </a:lnTo>
                  <a:lnTo>
                    <a:pt x="254058" y="740687"/>
                  </a:lnTo>
                  <a:lnTo>
                    <a:pt x="252357" y="739720"/>
                  </a:lnTo>
                  <a:lnTo>
                    <a:pt x="248009" y="736821"/>
                  </a:lnTo>
                  <a:lnTo>
                    <a:pt x="234965" y="712077"/>
                  </a:lnTo>
                  <a:lnTo>
                    <a:pt x="222393" y="704634"/>
                  </a:lnTo>
                  <a:lnTo>
                    <a:pt x="220786" y="703571"/>
                  </a:lnTo>
                  <a:lnTo>
                    <a:pt x="219747" y="704634"/>
                  </a:lnTo>
                  <a:lnTo>
                    <a:pt x="216438" y="707921"/>
                  </a:lnTo>
                  <a:lnTo>
                    <a:pt x="214548" y="710724"/>
                  </a:lnTo>
                  <a:lnTo>
                    <a:pt x="213319" y="712657"/>
                  </a:lnTo>
                  <a:lnTo>
                    <a:pt x="212468" y="714010"/>
                  </a:lnTo>
                  <a:lnTo>
                    <a:pt x="210956" y="716620"/>
                  </a:lnTo>
                  <a:lnTo>
                    <a:pt x="209538" y="722516"/>
                  </a:lnTo>
                  <a:lnTo>
                    <a:pt x="208215" y="729668"/>
                  </a:lnTo>
                  <a:lnTo>
                    <a:pt x="199613" y="725319"/>
                  </a:lnTo>
                  <a:lnTo>
                    <a:pt x="198101" y="728122"/>
                  </a:lnTo>
                  <a:lnTo>
                    <a:pt x="197345" y="729088"/>
                  </a:lnTo>
                  <a:lnTo>
                    <a:pt x="193564" y="727348"/>
                  </a:lnTo>
                  <a:lnTo>
                    <a:pt x="191012" y="731795"/>
                  </a:lnTo>
                  <a:lnTo>
                    <a:pt x="188459" y="736241"/>
                  </a:lnTo>
                  <a:lnTo>
                    <a:pt x="180614" y="732085"/>
                  </a:lnTo>
                  <a:lnTo>
                    <a:pt x="164262" y="722999"/>
                  </a:lnTo>
                  <a:lnTo>
                    <a:pt x="163127" y="722322"/>
                  </a:lnTo>
                  <a:lnTo>
                    <a:pt x="172958" y="704634"/>
                  </a:lnTo>
                  <a:lnTo>
                    <a:pt x="177778" y="695742"/>
                  </a:lnTo>
                  <a:lnTo>
                    <a:pt x="174754" y="691393"/>
                  </a:lnTo>
                  <a:lnTo>
                    <a:pt x="164545" y="676411"/>
                  </a:lnTo>
                  <a:lnTo>
                    <a:pt x="163978" y="675541"/>
                  </a:lnTo>
                  <a:lnTo>
                    <a:pt x="159724" y="670129"/>
                  </a:lnTo>
                  <a:lnTo>
                    <a:pt x="157645" y="667326"/>
                  </a:lnTo>
                  <a:lnTo>
                    <a:pt x="156983" y="666649"/>
                  </a:lnTo>
                  <a:lnTo>
                    <a:pt x="156322" y="665876"/>
                  </a:lnTo>
                  <a:lnTo>
                    <a:pt x="155849" y="665296"/>
                  </a:lnTo>
                  <a:lnTo>
                    <a:pt x="151312" y="659593"/>
                  </a:lnTo>
                  <a:lnTo>
                    <a:pt x="150367" y="658530"/>
                  </a:lnTo>
                  <a:lnTo>
                    <a:pt x="149421" y="657370"/>
                  </a:lnTo>
                  <a:lnTo>
                    <a:pt x="148665" y="656210"/>
                  </a:lnTo>
                  <a:lnTo>
                    <a:pt x="148571" y="656017"/>
                  </a:lnTo>
                  <a:lnTo>
                    <a:pt x="148004" y="654857"/>
                  </a:lnTo>
                  <a:lnTo>
                    <a:pt x="147815" y="653794"/>
                  </a:lnTo>
                  <a:lnTo>
                    <a:pt x="146869" y="652344"/>
                  </a:lnTo>
                  <a:lnTo>
                    <a:pt x="146302" y="651764"/>
                  </a:lnTo>
                  <a:lnTo>
                    <a:pt x="146397" y="651571"/>
                  </a:lnTo>
                  <a:lnTo>
                    <a:pt x="145073" y="650218"/>
                  </a:lnTo>
                  <a:lnTo>
                    <a:pt x="142427" y="647415"/>
                  </a:lnTo>
                  <a:lnTo>
                    <a:pt x="139024" y="644805"/>
                  </a:lnTo>
                  <a:lnTo>
                    <a:pt x="134203" y="643452"/>
                  </a:lnTo>
                  <a:lnTo>
                    <a:pt x="126169" y="638812"/>
                  </a:lnTo>
                  <a:lnTo>
                    <a:pt x="122955" y="640069"/>
                  </a:lnTo>
                  <a:lnTo>
                    <a:pt x="118134" y="646931"/>
                  </a:lnTo>
                  <a:lnTo>
                    <a:pt x="113030" y="652344"/>
                  </a:lnTo>
                  <a:lnTo>
                    <a:pt x="108588" y="658530"/>
                  </a:lnTo>
                  <a:lnTo>
                    <a:pt x="108493" y="658723"/>
                  </a:lnTo>
                  <a:lnTo>
                    <a:pt x="105279" y="656404"/>
                  </a:lnTo>
                  <a:lnTo>
                    <a:pt x="104239" y="649348"/>
                  </a:lnTo>
                  <a:lnTo>
                    <a:pt x="101876" y="638522"/>
                  </a:lnTo>
                  <a:lnTo>
                    <a:pt x="103200" y="635816"/>
                  </a:lnTo>
                  <a:lnTo>
                    <a:pt x="103294" y="631757"/>
                  </a:lnTo>
                  <a:lnTo>
                    <a:pt x="99608" y="628180"/>
                  </a:lnTo>
                  <a:lnTo>
                    <a:pt x="92046" y="622478"/>
                  </a:lnTo>
                  <a:lnTo>
                    <a:pt x="81648" y="614649"/>
                  </a:lnTo>
                  <a:lnTo>
                    <a:pt x="92046" y="597734"/>
                  </a:lnTo>
                  <a:lnTo>
                    <a:pt x="97623" y="588648"/>
                  </a:lnTo>
                  <a:lnTo>
                    <a:pt x="98379" y="587778"/>
                  </a:lnTo>
                  <a:lnTo>
                    <a:pt x="99324" y="587875"/>
                  </a:lnTo>
                  <a:lnTo>
                    <a:pt x="105090" y="582462"/>
                  </a:lnTo>
                  <a:lnTo>
                    <a:pt x="127776" y="561875"/>
                  </a:lnTo>
                  <a:lnTo>
                    <a:pt x="122293" y="556559"/>
                  </a:lnTo>
                  <a:lnTo>
                    <a:pt x="124089" y="552693"/>
                  </a:lnTo>
                  <a:lnTo>
                    <a:pt x="125507" y="549793"/>
                  </a:lnTo>
                  <a:lnTo>
                    <a:pt x="127492" y="545540"/>
                  </a:lnTo>
                  <a:lnTo>
                    <a:pt x="126641" y="543704"/>
                  </a:lnTo>
                  <a:lnTo>
                    <a:pt x="126452" y="542254"/>
                  </a:lnTo>
                  <a:lnTo>
                    <a:pt x="126641" y="540128"/>
                  </a:lnTo>
                  <a:lnTo>
                    <a:pt x="127209" y="536165"/>
                  </a:lnTo>
                  <a:lnTo>
                    <a:pt x="126074" y="531429"/>
                  </a:lnTo>
                  <a:lnTo>
                    <a:pt x="126074" y="530655"/>
                  </a:lnTo>
                  <a:lnTo>
                    <a:pt x="126169" y="529882"/>
                  </a:lnTo>
                  <a:lnTo>
                    <a:pt x="126263" y="528529"/>
                  </a:lnTo>
                  <a:lnTo>
                    <a:pt x="127303" y="525919"/>
                  </a:lnTo>
                  <a:lnTo>
                    <a:pt x="129477" y="523696"/>
                  </a:lnTo>
                  <a:lnTo>
                    <a:pt x="129761" y="522536"/>
                  </a:lnTo>
                  <a:lnTo>
                    <a:pt x="130139" y="520990"/>
                  </a:lnTo>
                  <a:lnTo>
                    <a:pt x="131368" y="518767"/>
                  </a:lnTo>
                  <a:lnTo>
                    <a:pt x="133731" y="516834"/>
                  </a:lnTo>
                  <a:lnTo>
                    <a:pt x="134392" y="515287"/>
                  </a:lnTo>
                  <a:lnTo>
                    <a:pt x="134014" y="512871"/>
                  </a:lnTo>
                  <a:lnTo>
                    <a:pt x="133731" y="511614"/>
                  </a:lnTo>
                  <a:lnTo>
                    <a:pt x="133920" y="510261"/>
                  </a:lnTo>
                  <a:lnTo>
                    <a:pt x="134203" y="509488"/>
                  </a:lnTo>
                  <a:lnTo>
                    <a:pt x="112747" y="508038"/>
                  </a:lnTo>
                  <a:lnTo>
                    <a:pt x="108398" y="513741"/>
                  </a:lnTo>
                  <a:lnTo>
                    <a:pt x="82877" y="502432"/>
                  </a:lnTo>
                  <a:lnTo>
                    <a:pt x="80514" y="501562"/>
                  </a:lnTo>
                  <a:lnTo>
                    <a:pt x="80609" y="496729"/>
                  </a:lnTo>
                  <a:lnTo>
                    <a:pt x="78246" y="495086"/>
                  </a:lnTo>
                  <a:lnTo>
                    <a:pt x="77962" y="493830"/>
                  </a:lnTo>
                  <a:lnTo>
                    <a:pt x="76639" y="491607"/>
                  </a:lnTo>
                  <a:lnTo>
                    <a:pt x="75504" y="490060"/>
                  </a:lnTo>
                  <a:lnTo>
                    <a:pt x="69739" y="488127"/>
                  </a:lnTo>
                  <a:lnTo>
                    <a:pt x="67470" y="486677"/>
                  </a:lnTo>
                  <a:lnTo>
                    <a:pt x="65296" y="483874"/>
                  </a:lnTo>
                  <a:lnTo>
                    <a:pt x="62649" y="481071"/>
                  </a:lnTo>
                  <a:lnTo>
                    <a:pt x="60759" y="474595"/>
                  </a:lnTo>
                  <a:lnTo>
                    <a:pt x="60475" y="472469"/>
                  </a:lnTo>
                  <a:lnTo>
                    <a:pt x="58490" y="471889"/>
                  </a:lnTo>
                  <a:lnTo>
                    <a:pt x="55749" y="468119"/>
                  </a:lnTo>
                  <a:lnTo>
                    <a:pt x="54048" y="464737"/>
                  </a:lnTo>
                  <a:lnTo>
                    <a:pt x="54237" y="458937"/>
                  </a:lnTo>
                  <a:lnTo>
                    <a:pt x="57451" y="454298"/>
                  </a:lnTo>
                  <a:lnTo>
                    <a:pt x="60570" y="451495"/>
                  </a:lnTo>
                  <a:lnTo>
                    <a:pt x="62460" y="448112"/>
                  </a:lnTo>
                  <a:lnTo>
                    <a:pt x="63216" y="445309"/>
                  </a:lnTo>
                  <a:lnTo>
                    <a:pt x="62177" y="441056"/>
                  </a:lnTo>
                  <a:lnTo>
                    <a:pt x="60948" y="436127"/>
                  </a:lnTo>
                  <a:lnTo>
                    <a:pt x="65107" y="429264"/>
                  </a:lnTo>
                  <a:lnTo>
                    <a:pt x="69171" y="420855"/>
                  </a:lnTo>
                  <a:lnTo>
                    <a:pt x="69171" y="398334"/>
                  </a:lnTo>
                  <a:lnTo>
                    <a:pt x="65958" y="392632"/>
                  </a:lnTo>
                  <a:lnTo>
                    <a:pt x="65674" y="372624"/>
                  </a:lnTo>
                  <a:lnTo>
                    <a:pt x="65296" y="372334"/>
                  </a:lnTo>
                  <a:lnTo>
                    <a:pt x="54520" y="365858"/>
                  </a:lnTo>
                  <a:lnTo>
                    <a:pt x="54804" y="365375"/>
                  </a:lnTo>
                  <a:lnTo>
                    <a:pt x="62271" y="351553"/>
                  </a:lnTo>
                  <a:lnTo>
                    <a:pt x="60948" y="350587"/>
                  </a:lnTo>
                  <a:lnTo>
                    <a:pt x="60759" y="348750"/>
                  </a:lnTo>
                  <a:lnTo>
                    <a:pt x="60759" y="347494"/>
                  </a:lnTo>
                  <a:lnTo>
                    <a:pt x="54331" y="344111"/>
                  </a:lnTo>
                  <a:lnTo>
                    <a:pt x="52157" y="350007"/>
                  </a:lnTo>
                  <a:lnTo>
                    <a:pt x="44312" y="344401"/>
                  </a:lnTo>
                  <a:lnTo>
                    <a:pt x="38735" y="348170"/>
                  </a:lnTo>
                  <a:lnTo>
                    <a:pt x="26258" y="334639"/>
                  </a:lnTo>
                  <a:lnTo>
                    <a:pt x="24084" y="336572"/>
                  </a:lnTo>
                  <a:lnTo>
                    <a:pt x="18413" y="333189"/>
                  </a:lnTo>
                  <a:lnTo>
                    <a:pt x="10945" y="333866"/>
                  </a:lnTo>
                  <a:lnTo>
                    <a:pt x="8393" y="332609"/>
                  </a:lnTo>
                  <a:lnTo>
                    <a:pt x="0" y="3266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986738" y="2950970"/>
              <a:ext cx="757960" cy="505989"/>
            </a:xfrm>
            <a:custGeom>
              <a:avLst/>
              <a:pathLst>
                <a:path w="757960" h="505989">
                  <a:moveTo>
                    <a:pt x="753726" y="451089"/>
                  </a:moveTo>
                  <a:lnTo>
                    <a:pt x="726503" y="459788"/>
                  </a:lnTo>
                  <a:lnTo>
                    <a:pt x="723762" y="460271"/>
                  </a:lnTo>
                  <a:lnTo>
                    <a:pt x="710340" y="462494"/>
                  </a:lnTo>
                  <a:lnTo>
                    <a:pt x="676122" y="474673"/>
                  </a:lnTo>
                  <a:lnTo>
                    <a:pt x="646064" y="480762"/>
                  </a:lnTo>
                  <a:lnTo>
                    <a:pt x="591241" y="486851"/>
                  </a:lnTo>
                  <a:lnTo>
                    <a:pt x="581599" y="488688"/>
                  </a:lnTo>
                  <a:lnTo>
                    <a:pt x="568555" y="491104"/>
                  </a:lnTo>
                  <a:lnTo>
                    <a:pt x="566570" y="491587"/>
                  </a:lnTo>
                  <a:lnTo>
                    <a:pt x="543601" y="496903"/>
                  </a:lnTo>
                  <a:lnTo>
                    <a:pt x="515055" y="505989"/>
                  </a:lnTo>
                  <a:lnTo>
                    <a:pt x="514866" y="487238"/>
                  </a:lnTo>
                  <a:lnTo>
                    <a:pt x="511085" y="470613"/>
                  </a:lnTo>
                  <a:lnTo>
                    <a:pt x="505887" y="457565"/>
                  </a:lnTo>
                  <a:lnTo>
                    <a:pt x="505225" y="426538"/>
                  </a:lnTo>
                  <a:lnTo>
                    <a:pt x="501728" y="400345"/>
                  </a:lnTo>
                  <a:lnTo>
                    <a:pt x="501444" y="389423"/>
                  </a:lnTo>
                  <a:lnTo>
                    <a:pt x="498986" y="370672"/>
                  </a:lnTo>
                  <a:lnTo>
                    <a:pt x="491425" y="350954"/>
                  </a:lnTo>
                  <a:lnTo>
                    <a:pt x="480365" y="338582"/>
                  </a:lnTo>
                  <a:lnTo>
                    <a:pt x="466849" y="327660"/>
                  </a:lnTo>
                  <a:lnTo>
                    <a:pt x="454466" y="319541"/>
                  </a:lnTo>
                  <a:lnTo>
                    <a:pt x="442745" y="314902"/>
                  </a:lnTo>
                  <a:lnTo>
                    <a:pt x="430268" y="314902"/>
                  </a:lnTo>
                  <a:lnTo>
                    <a:pt x="410229" y="311326"/>
                  </a:lnTo>
                  <a:lnTo>
                    <a:pt x="403329" y="310939"/>
                  </a:lnTo>
                  <a:lnTo>
                    <a:pt x="392648" y="310359"/>
                  </a:lnTo>
                  <a:lnTo>
                    <a:pt x="377808" y="310359"/>
                  </a:lnTo>
                  <a:lnTo>
                    <a:pt x="365047" y="310649"/>
                  </a:lnTo>
                  <a:lnTo>
                    <a:pt x="345670" y="294798"/>
                  </a:lnTo>
                  <a:lnTo>
                    <a:pt x="334233" y="282812"/>
                  </a:lnTo>
                  <a:lnTo>
                    <a:pt x="321472" y="269377"/>
                  </a:lnTo>
                  <a:lnTo>
                    <a:pt x="320527" y="269184"/>
                  </a:lnTo>
                  <a:lnTo>
                    <a:pt x="304269" y="266478"/>
                  </a:lnTo>
                  <a:lnTo>
                    <a:pt x="290374" y="271504"/>
                  </a:lnTo>
                  <a:lnTo>
                    <a:pt x="270335" y="282426"/>
                  </a:lnTo>
                  <a:lnTo>
                    <a:pt x="254833" y="293348"/>
                  </a:lnTo>
                  <a:lnTo>
                    <a:pt x="241411" y="302143"/>
                  </a:lnTo>
                  <a:lnTo>
                    <a:pt x="226855" y="304270"/>
                  </a:lnTo>
                  <a:lnTo>
                    <a:pt x="214094" y="301177"/>
                  </a:lnTo>
                  <a:lnTo>
                    <a:pt x="193488" y="294121"/>
                  </a:lnTo>
                  <a:lnTo>
                    <a:pt x="172504" y="292574"/>
                  </a:lnTo>
                  <a:lnTo>
                    <a:pt x="166171" y="292188"/>
                  </a:lnTo>
                  <a:lnTo>
                    <a:pt x="156624" y="289868"/>
                  </a:lnTo>
                  <a:lnTo>
                    <a:pt x="151520" y="286679"/>
                  </a:lnTo>
                  <a:lnTo>
                    <a:pt x="146321" y="281073"/>
                  </a:lnTo>
                  <a:lnTo>
                    <a:pt x="138570" y="274693"/>
                  </a:lnTo>
                  <a:lnTo>
                    <a:pt x="130158" y="269377"/>
                  </a:lnTo>
                  <a:lnTo>
                    <a:pt x="105960" y="260388"/>
                  </a:lnTo>
                  <a:lnTo>
                    <a:pt x="92254" y="254686"/>
                  </a:lnTo>
                  <a:lnTo>
                    <a:pt x="90458" y="254106"/>
                  </a:lnTo>
                  <a:lnTo>
                    <a:pt x="80628" y="250723"/>
                  </a:lnTo>
                  <a:lnTo>
                    <a:pt x="57469" y="242894"/>
                  </a:lnTo>
                  <a:lnTo>
                    <a:pt x="53972" y="240671"/>
                  </a:lnTo>
                  <a:lnTo>
                    <a:pt x="51136" y="235451"/>
                  </a:lnTo>
                  <a:lnTo>
                    <a:pt x="50380" y="235548"/>
                  </a:lnTo>
                  <a:lnTo>
                    <a:pt x="46788" y="234678"/>
                  </a:lnTo>
                  <a:lnTo>
                    <a:pt x="46505" y="234581"/>
                  </a:lnTo>
                  <a:lnTo>
                    <a:pt x="35540" y="239704"/>
                  </a:lnTo>
                  <a:lnTo>
                    <a:pt x="25332" y="245407"/>
                  </a:lnTo>
                  <a:lnTo>
                    <a:pt x="21456" y="245213"/>
                  </a:lnTo>
                  <a:lnTo>
                    <a:pt x="19093" y="241831"/>
                  </a:lnTo>
                  <a:lnTo>
                    <a:pt x="5009" y="219697"/>
                  </a:lnTo>
                  <a:lnTo>
                    <a:pt x="0" y="206841"/>
                  </a:lnTo>
                  <a:lnTo>
                    <a:pt x="4820" y="204425"/>
                  </a:lnTo>
                  <a:lnTo>
                    <a:pt x="7372" y="203169"/>
                  </a:lnTo>
                  <a:lnTo>
                    <a:pt x="19377" y="200559"/>
                  </a:lnTo>
                  <a:lnTo>
                    <a:pt x="20038" y="200462"/>
                  </a:lnTo>
                  <a:lnTo>
                    <a:pt x="29018" y="198916"/>
                  </a:lnTo>
                  <a:lnTo>
                    <a:pt x="39037" y="192536"/>
                  </a:lnTo>
                  <a:lnTo>
                    <a:pt x="46694" y="189250"/>
                  </a:lnTo>
                  <a:lnTo>
                    <a:pt x="58415" y="186544"/>
                  </a:lnTo>
                  <a:lnTo>
                    <a:pt x="63330" y="185287"/>
                  </a:lnTo>
                  <a:lnTo>
                    <a:pt x="68340" y="183934"/>
                  </a:lnTo>
                  <a:lnTo>
                    <a:pt x="78737" y="179295"/>
                  </a:lnTo>
                  <a:lnTo>
                    <a:pt x="87055" y="173882"/>
                  </a:lnTo>
                  <a:lnTo>
                    <a:pt x="88851" y="171272"/>
                  </a:lnTo>
                  <a:lnTo>
                    <a:pt x="90742" y="167986"/>
                  </a:lnTo>
                  <a:lnTo>
                    <a:pt x="93955" y="164603"/>
                  </a:lnTo>
                  <a:lnTo>
                    <a:pt x="97169" y="164410"/>
                  </a:lnTo>
                  <a:lnTo>
                    <a:pt x="101517" y="165280"/>
                  </a:lnTo>
                  <a:lnTo>
                    <a:pt x="104069" y="163637"/>
                  </a:lnTo>
                  <a:lnTo>
                    <a:pt x="107567" y="160544"/>
                  </a:lnTo>
                  <a:lnTo>
                    <a:pt x="110213" y="159770"/>
                  </a:lnTo>
                  <a:lnTo>
                    <a:pt x="115223" y="160157"/>
                  </a:lnTo>
                  <a:lnTo>
                    <a:pt x="117964" y="160737"/>
                  </a:lnTo>
                  <a:lnTo>
                    <a:pt x="122029" y="159770"/>
                  </a:lnTo>
                  <a:lnTo>
                    <a:pt x="127322" y="156774"/>
                  </a:lnTo>
                  <a:lnTo>
                    <a:pt x="131670" y="154358"/>
                  </a:lnTo>
                  <a:lnTo>
                    <a:pt x="136774" y="154261"/>
                  </a:lnTo>
                  <a:lnTo>
                    <a:pt x="140177" y="153971"/>
                  </a:lnTo>
                  <a:lnTo>
                    <a:pt x="144242" y="152811"/>
                  </a:lnTo>
                  <a:lnTo>
                    <a:pt x="148684" y="151845"/>
                  </a:lnTo>
                  <a:lnTo>
                    <a:pt x="152654" y="150491"/>
                  </a:lnTo>
                  <a:lnTo>
                    <a:pt x="153410" y="150395"/>
                  </a:lnTo>
                  <a:lnTo>
                    <a:pt x="156719" y="147882"/>
                  </a:lnTo>
                  <a:lnTo>
                    <a:pt x="159271" y="144596"/>
                  </a:lnTo>
                  <a:lnTo>
                    <a:pt x="162201" y="141793"/>
                  </a:lnTo>
                  <a:lnTo>
                    <a:pt x="164375" y="140246"/>
                  </a:lnTo>
                  <a:lnTo>
                    <a:pt x="168345" y="138893"/>
                  </a:lnTo>
                  <a:lnTo>
                    <a:pt x="172788" y="138506"/>
                  </a:lnTo>
                  <a:lnTo>
                    <a:pt x="177041" y="138023"/>
                  </a:lnTo>
                  <a:lnTo>
                    <a:pt x="182901" y="136090"/>
                  </a:lnTo>
                  <a:lnTo>
                    <a:pt x="188762" y="133480"/>
                  </a:lnTo>
                  <a:lnTo>
                    <a:pt x="193961" y="131354"/>
                  </a:lnTo>
                  <a:lnTo>
                    <a:pt x="199254" y="129131"/>
                  </a:lnTo>
                  <a:lnTo>
                    <a:pt x="204264" y="126618"/>
                  </a:lnTo>
                  <a:lnTo>
                    <a:pt x="208234" y="125071"/>
                  </a:lnTo>
                  <a:lnTo>
                    <a:pt x="213527" y="123331"/>
                  </a:lnTo>
                  <a:lnTo>
                    <a:pt x="219954" y="121302"/>
                  </a:lnTo>
                  <a:lnTo>
                    <a:pt x="226382" y="121302"/>
                  </a:lnTo>
                  <a:lnTo>
                    <a:pt x="231959" y="120722"/>
                  </a:lnTo>
                  <a:lnTo>
                    <a:pt x="236212" y="122462"/>
                  </a:lnTo>
                  <a:lnTo>
                    <a:pt x="241317" y="122268"/>
                  </a:lnTo>
                  <a:lnTo>
                    <a:pt x="246515" y="120528"/>
                  </a:lnTo>
                  <a:lnTo>
                    <a:pt x="251620" y="120432"/>
                  </a:lnTo>
                  <a:lnTo>
                    <a:pt x="256724" y="120722"/>
                  </a:lnTo>
                  <a:lnTo>
                    <a:pt x="262395" y="122462"/>
                  </a:lnTo>
                  <a:lnTo>
                    <a:pt x="266176" y="122462"/>
                  </a:lnTo>
                  <a:lnTo>
                    <a:pt x="269957" y="122558"/>
                  </a:lnTo>
                  <a:lnTo>
                    <a:pt x="272131" y="123428"/>
                  </a:lnTo>
                  <a:lnTo>
                    <a:pt x="276952" y="123041"/>
                  </a:lnTo>
                  <a:lnTo>
                    <a:pt x="281867" y="121978"/>
                  </a:lnTo>
                  <a:lnTo>
                    <a:pt x="285459" y="120432"/>
                  </a:lnTo>
                  <a:lnTo>
                    <a:pt x="291603" y="119659"/>
                  </a:lnTo>
                  <a:lnTo>
                    <a:pt x="297180" y="119175"/>
                  </a:lnTo>
                  <a:lnTo>
                    <a:pt x="301150" y="118789"/>
                  </a:lnTo>
                  <a:lnTo>
                    <a:pt x="304364" y="117242"/>
                  </a:lnTo>
                  <a:lnTo>
                    <a:pt x="308428" y="115599"/>
                  </a:lnTo>
                  <a:lnTo>
                    <a:pt x="313532" y="114053"/>
                  </a:lnTo>
                  <a:lnTo>
                    <a:pt x="317880" y="112699"/>
                  </a:lnTo>
                  <a:lnTo>
                    <a:pt x="322890" y="111443"/>
                  </a:lnTo>
                  <a:lnTo>
                    <a:pt x="326860" y="110766"/>
                  </a:lnTo>
                  <a:lnTo>
                    <a:pt x="331870" y="107577"/>
                  </a:lnTo>
                  <a:lnTo>
                    <a:pt x="335367" y="106223"/>
                  </a:lnTo>
                  <a:lnTo>
                    <a:pt x="340377" y="105740"/>
                  </a:lnTo>
                  <a:lnTo>
                    <a:pt x="343969" y="104774"/>
                  </a:lnTo>
                  <a:lnTo>
                    <a:pt x="349073" y="102937"/>
                  </a:lnTo>
                  <a:lnTo>
                    <a:pt x="352948" y="100907"/>
                  </a:lnTo>
                  <a:lnTo>
                    <a:pt x="356351" y="99264"/>
                  </a:lnTo>
                  <a:lnTo>
                    <a:pt x="359376" y="98201"/>
                  </a:lnTo>
                  <a:lnTo>
                    <a:pt x="363913" y="96655"/>
                  </a:lnTo>
                  <a:lnTo>
                    <a:pt x="367694" y="95011"/>
                  </a:lnTo>
                  <a:lnTo>
                    <a:pt x="371380" y="94625"/>
                  </a:lnTo>
                  <a:lnTo>
                    <a:pt x="375067" y="91435"/>
                  </a:lnTo>
                  <a:lnTo>
                    <a:pt x="379037" y="88439"/>
                  </a:lnTo>
                  <a:lnTo>
                    <a:pt x="381967" y="87762"/>
                  </a:lnTo>
                  <a:lnTo>
                    <a:pt x="385275" y="87569"/>
                  </a:lnTo>
                  <a:lnTo>
                    <a:pt x="389151" y="86506"/>
                  </a:lnTo>
                  <a:lnTo>
                    <a:pt x="392364" y="84283"/>
                  </a:lnTo>
                  <a:lnTo>
                    <a:pt x="395767" y="81770"/>
                  </a:lnTo>
                  <a:lnTo>
                    <a:pt x="396618" y="80996"/>
                  </a:lnTo>
                  <a:lnTo>
                    <a:pt x="398792" y="79160"/>
                  </a:lnTo>
                  <a:lnTo>
                    <a:pt x="401250" y="76937"/>
                  </a:lnTo>
                  <a:lnTo>
                    <a:pt x="405409" y="75584"/>
                  </a:lnTo>
                  <a:lnTo>
                    <a:pt x="409473" y="75584"/>
                  </a:lnTo>
                  <a:lnTo>
                    <a:pt x="413349" y="76164"/>
                  </a:lnTo>
                  <a:lnTo>
                    <a:pt x="417129" y="76550"/>
                  </a:lnTo>
                  <a:lnTo>
                    <a:pt x="420249" y="75294"/>
                  </a:lnTo>
                  <a:lnTo>
                    <a:pt x="422328" y="74134"/>
                  </a:lnTo>
                  <a:lnTo>
                    <a:pt x="425731" y="72491"/>
                  </a:lnTo>
                  <a:lnTo>
                    <a:pt x="430835" y="70848"/>
                  </a:lnTo>
                  <a:lnTo>
                    <a:pt x="435656" y="70461"/>
                  </a:lnTo>
                  <a:lnTo>
                    <a:pt x="439153" y="69978"/>
                  </a:lnTo>
                  <a:lnTo>
                    <a:pt x="442178" y="67271"/>
                  </a:lnTo>
                  <a:lnTo>
                    <a:pt x="445108" y="64952"/>
                  </a:lnTo>
                  <a:lnTo>
                    <a:pt x="447660" y="64082"/>
                  </a:lnTo>
                  <a:lnTo>
                    <a:pt x="451063" y="64082"/>
                  </a:lnTo>
                  <a:lnTo>
                    <a:pt x="454655" y="65048"/>
                  </a:lnTo>
                  <a:lnTo>
                    <a:pt x="456640" y="64952"/>
                  </a:lnTo>
                  <a:lnTo>
                    <a:pt x="459098" y="64662"/>
                  </a:lnTo>
                  <a:lnTo>
                    <a:pt x="461461" y="63889"/>
                  </a:lnTo>
                  <a:lnTo>
                    <a:pt x="465525" y="64372"/>
                  </a:lnTo>
                  <a:lnTo>
                    <a:pt x="468739" y="63889"/>
                  </a:lnTo>
                  <a:lnTo>
                    <a:pt x="471291" y="64082"/>
                  </a:lnTo>
                  <a:lnTo>
                    <a:pt x="473843" y="64082"/>
                  </a:lnTo>
                  <a:lnTo>
                    <a:pt x="476395" y="63502"/>
                  </a:lnTo>
                  <a:lnTo>
                    <a:pt x="478758" y="63309"/>
                  </a:lnTo>
                  <a:lnTo>
                    <a:pt x="483107" y="63792"/>
                  </a:lnTo>
                  <a:lnTo>
                    <a:pt x="486793" y="63889"/>
                  </a:lnTo>
                  <a:lnTo>
                    <a:pt x="490763" y="63889"/>
                  </a:lnTo>
                  <a:lnTo>
                    <a:pt x="494260" y="63889"/>
                  </a:lnTo>
                  <a:lnTo>
                    <a:pt x="498608" y="63599"/>
                  </a:lnTo>
                  <a:lnTo>
                    <a:pt x="501728" y="62149"/>
                  </a:lnTo>
                  <a:lnTo>
                    <a:pt x="504941" y="61569"/>
                  </a:lnTo>
                  <a:lnTo>
                    <a:pt x="508155" y="60506"/>
                  </a:lnTo>
                  <a:lnTo>
                    <a:pt x="510802" y="58476"/>
                  </a:lnTo>
                  <a:lnTo>
                    <a:pt x="512503" y="55093"/>
                  </a:lnTo>
                  <a:lnTo>
                    <a:pt x="515622" y="52966"/>
                  </a:lnTo>
                  <a:lnTo>
                    <a:pt x="520349" y="52097"/>
                  </a:lnTo>
                  <a:lnTo>
                    <a:pt x="524886" y="52290"/>
                  </a:lnTo>
                  <a:lnTo>
                    <a:pt x="527249" y="50550"/>
                  </a:lnTo>
                  <a:lnTo>
                    <a:pt x="531124" y="48424"/>
                  </a:lnTo>
                  <a:lnTo>
                    <a:pt x="534243" y="48134"/>
                  </a:lnTo>
                  <a:lnTo>
                    <a:pt x="537079" y="49004"/>
                  </a:lnTo>
                  <a:lnTo>
                    <a:pt x="540104" y="49294"/>
                  </a:lnTo>
                  <a:lnTo>
                    <a:pt x="542656" y="48424"/>
                  </a:lnTo>
                  <a:lnTo>
                    <a:pt x="545586" y="47071"/>
                  </a:lnTo>
                  <a:lnTo>
                    <a:pt x="548233" y="46394"/>
                  </a:lnTo>
                  <a:lnTo>
                    <a:pt x="550123" y="43881"/>
                  </a:lnTo>
                  <a:lnTo>
                    <a:pt x="553054" y="41755"/>
                  </a:lnTo>
                  <a:lnTo>
                    <a:pt x="555417" y="41851"/>
                  </a:lnTo>
                  <a:lnTo>
                    <a:pt x="559198" y="43881"/>
                  </a:lnTo>
                  <a:lnTo>
                    <a:pt x="562884" y="43108"/>
                  </a:lnTo>
                  <a:lnTo>
                    <a:pt x="565909" y="41755"/>
                  </a:lnTo>
                  <a:lnTo>
                    <a:pt x="569501" y="41755"/>
                  </a:lnTo>
                  <a:lnTo>
                    <a:pt x="576684" y="41755"/>
                  </a:lnTo>
                  <a:lnTo>
                    <a:pt x="580654" y="41755"/>
                  </a:lnTo>
                  <a:lnTo>
                    <a:pt x="584341" y="40788"/>
                  </a:lnTo>
                  <a:lnTo>
                    <a:pt x="585475" y="40015"/>
                  </a:lnTo>
                  <a:lnTo>
                    <a:pt x="586326" y="39241"/>
                  </a:lnTo>
                  <a:lnTo>
                    <a:pt x="587460" y="38565"/>
                  </a:lnTo>
                  <a:lnTo>
                    <a:pt x="588500" y="37792"/>
                  </a:lnTo>
                  <a:lnTo>
                    <a:pt x="589350" y="37308"/>
                  </a:lnTo>
                  <a:lnTo>
                    <a:pt x="590485" y="36342"/>
                  </a:lnTo>
                  <a:lnTo>
                    <a:pt x="591713" y="35472"/>
                  </a:lnTo>
                  <a:lnTo>
                    <a:pt x="592753" y="34892"/>
                  </a:lnTo>
                  <a:lnTo>
                    <a:pt x="593982" y="34409"/>
                  </a:lnTo>
                  <a:lnTo>
                    <a:pt x="594171" y="34409"/>
                  </a:lnTo>
                  <a:lnTo>
                    <a:pt x="595305" y="34022"/>
                  </a:lnTo>
                  <a:lnTo>
                    <a:pt x="596534" y="33442"/>
                  </a:lnTo>
                  <a:lnTo>
                    <a:pt x="598046" y="32862"/>
                  </a:lnTo>
                  <a:lnTo>
                    <a:pt x="599559" y="32282"/>
                  </a:lnTo>
                  <a:lnTo>
                    <a:pt x="600410" y="32186"/>
                  </a:lnTo>
                  <a:lnTo>
                    <a:pt x="601638" y="31992"/>
                  </a:lnTo>
                  <a:lnTo>
                    <a:pt x="602016" y="32089"/>
                  </a:lnTo>
                  <a:lnTo>
                    <a:pt x="603434" y="31799"/>
                  </a:lnTo>
                  <a:lnTo>
                    <a:pt x="603907" y="31799"/>
                  </a:lnTo>
                  <a:lnTo>
                    <a:pt x="605608" y="31702"/>
                  </a:lnTo>
                  <a:lnTo>
                    <a:pt x="607404" y="32089"/>
                  </a:lnTo>
                  <a:lnTo>
                    <a:pt x="608349" y="32089"/>
                  </a:lnTo>
                  <a:lnTo>
                    <a:pt x="610051" y="31992"/>
                  </a:lnTo>
                  <a:lnTo>
                    <a:pt x="612792" y="32572"/>
                  </a:lnTo>
                  <a:lnTo>
                    <a:pt x="614493" y="32862"/>
                  </a:lnTo>
                  <a:lnTo>
                    <a:pt x="615817" y="33152"/>
                  </a:lnTo>
                  <a:lnTo>
                    <a:pt x="617329" y="33249"/>
                  </a:lnTo>
                  <a:lnTo>
                    <a:pt x="619125" y="33442"/>
                  </a:lnTo>
                  <a:lnTo>
                    <a:pt x="620448" y="33539"/>
                  </a:lnTo>
                  <a:lnTo>
                    <a:pt x="621961" y="33539"/>
                  </a:lnTo>
                  <a:lnTo>
                    <a:pt x="623473" y="33539"/>
                  </a:lnTo>
                  <a:lnTo>
                    <a:pt x="625080" y="33539"/>
                  </a:lnTo>
                  <a:lnTo>
                    <a:pt x="626498" y="33539"/>
                  </a:lnTo>
                  <a:lnTo>
                    <a:pt x="627916" y="33152"/>
                  </a:lnTo>
                  <a:lnTo>
                    <a:pt x="629901" y="32572"/>
                  </a:lnTo>
                  <a:lnTo>
                    <a:pt x="631602" y="32186"/>
                  </a:lnTo>
                  <a:lnTo>
                    <a:pt x="633398" y="31896"/>
                  </a:lnTo>
                  <a:lnTo>
                    <a:pt x="635194" y="31702"/>
                  </a:lnTo>
                  <a:lnTo>
                    <a:pt x="636801" y="31509"/>
                  </a:lnTo>
                  <a:lnTo>
                    <a:pt x="638313" y="30929"/>
                  </a:lnTo>
                  <a:lnTo>
                    <a:pt x="639258" y="30446"/>
                  </a:lnTo>
                  <a:lnTo>
                    <a:pt x="640582" y="29286"/>
                  </a:lnTo>
                  <a:lnTo>
                    <a:pt x="642000" y="27740"/>
                  </a:lnTo>
                  <a:lnTo>
                    <a:pt x="643701" y="26290"/>
                  </a:lnTo>
                  <a:lnTo>
                    <a:pt x="645781" y="24647"/>
                  </a:lnTo>
                  <a:lnTo>
                    <a:pt x="647766" y="23390"/>
                  </a:lnTo>
                  <a:lnTo>
                    <a:pt x="649278" y="22520"/>
                  </a:lnTo>
                  <a:lnTo>
                    <a:pt x="651736" y="21264"/>
                  </a:lnTo>
                  <a:lnTo>
                    <a:pt x="653910" y="20297"/>
                  </a:lnTo>
                  <a:lnTo>
                    <a:pt x="656178" y="19427"/>
                  </a:lnTo>
                  <a:lnTo>
                    <a:pt x="659108" y="19041"/>
                  </a:lnTo>
                  <a:lnTo>
                    <a:pt x="661755" y="18461"/>
                  </a:lnTo>
                  <a:lnTo>
                    <a:pt x="664024" y="17687"/>
                  </a:lnTo>
                  <a:lnTo>
                    <a:pt x="667048" y="17011"/>
                  </a:lnTo>
                  <a:lnTo>
                    <a:pt x="668372" y="17397"/>
                  </a:lnTo>
                  <a:lnTo>
                    <a:pt x="669884" y="17494"/>
                  </a:lnTo>
                  <a:lnTo>
                    <a:pt x="671113" y="17107"/>
                  </a:lnTo>
                  <a:lnTo>
                    <a:pt x="672531" y="16914"/>
                  </a:lnTo>
                  <a:lnTo>
                    <a:pt x="674894" y="16334"/>
                  </a:lnTo>
                  <a:lnTo>
                    <a:pt x="676406" y="16044"/>
                  </a:lnTo>
                  <a:lnTo>
                    <a:pt x="678013" y="15561"/>
                  </a:lnTo>
                  <a:lnTo>
                    <a:pt x="679336" y="15271"/>
                  </a:lnTo>
                  <a:lnTo>
                    <a:pt x="682928" y="14014"/>
                  </a:lnTo>
                  <a:lnTo>
                    <a:pt x="685102" y="13145"/>
                  </a:lnTo>
                  <a:lnTo>
                    <a:pt x="687276" y="12178"/>
                  </a:lnTo>
                  <a:lnTo>
                    <a:pt x="687465" y="12178"/>
                  </a:lnTo>
                  <a:lnTo>
                    <a:pt x="689639" y="11018"/>
                  </a:lnTo>
                  <a:lnTo>
                    <a:pt x="692191" y="10052"/>
                  </a:lnTo>
                  <a:lnTo>
                    <a:pt x="694176" y="9375"/>
                  </a:lnTo>
                  <a:lnTo>
                    <a:pt x="695972" y="8215"/>
                  </a:lnTo>
                  <a:lnTo>
                    <a:pt x="698052" y="6475"/>
                  </a:lnTo>
                  <a:lnTo>
                    <a:pt x="700320" y="4736"/>
                  </a:lnTo>
                  <a:lnTo>
                    <a:pt x="702022" y="3769"/>
                  </a:lnTo>
                  <a:lnTo>
                    <a:pt x="703251" y="3576"/>
                  </a:lnTo>
                  <a:lnTo>
                    <a:pt x="704857" y="3479"/>
                  </a:lnTo>
                  <a:lnTo>
                    <a:pt x="706559" y="3092"/>
                  </a:lnTo>
                  <a:lnTo>
                    <a:pt x="708166" y="2706"/>
                  </a:lnTo>
                  <a:lnTo>
                    <a:pt x="709395" y="2126"/>
                  </a:lnTo>
                  <a:lnTo>
                    <a:pt x="711001" y="1739"/>
                  </a:lnTo>
                  <a:lnTo>
                    <a:pt x="712986" y="1739"/>
                  </a:lnTo>
                  <a:lnTo>
                    <a:pt x="714404" y="1643"/>
                  </a:lnTo>
                  <a:lnTo>
                    <a:pt x="715539" y="1643"/>
                  </a:lnTo>
                  <a:lnTo>
                    <a:pt x="715728" y="1643"/>
                  </a:lnTo>
                  <a:lnTo>
                    <a:pt x="716673" y="1739"/>
                  </a:lnTo>
                  <a:lnTo>
                    <a:pt x="718185" y="1256"/>
                  </a:lnTo>
                  <a:lnTo>
                    <a:pt x="719130" y="1256"/>
                  </a:lnTo>
                  <a:lnTo>
                    <a:pt x="720737" y="869"/>
                  </a:lnTo>
                  <a:lnTo>
                    <a:pt x="722344" y="773"/>
                  </a:lnTo>
                  <a:lnTo>
                    <a:pt x="724046" y="483"/>
                  </a:lnTo>
                  <a:lnTo>
                    <a:pt x="727637" y="483"/>
                  </a:lnTo>
                  <a:lnTo>
                    <a:pt x="729528" y="386"/>
                  </a:lnTo>
                  <a:lnTo>
                    <a:pt x="731324" y="0"/>
                  </a:lnTo>
                  <a:lnTo>
                    <a:pt x="732931" y="193"/>
                  </a:lnTo>
                  <a:lnTo>
                    <a:pt x="736050" y="676"/>
                  </a:lnTo>
                  <a:lnTo>
                    <a:pt x="738224" y="966"/>
                  </a:lnTo>
                  <a:lnTo>
                    <a:pt x="741438" y="1353"/>
                  </a:lnTo>
                  <a:lnTo>
                    <a:pt x="743706" y="966"/>
                  </a:lnTo>
                  <a:lnTo>
                    <a:pt x="745880" y="773"/>
                  </a:lnTo>
                  <a:lnTo>
                    <a:pt x="748338" y="386"/>
                  </a:lnTo>
                  <a:lnTo>
                    <a:pt x="750228" y="386"/>
                  </a:lnTo>
                  <a:lnTo>
                    <a:pt x="752497" y="483"/>
                  </a:lnTo>
                  <a:lnTo>
                    <a:pt x="755049" y="869"/>
                  </a:lnTo>
                  <a:lnTo>
                    <a:pt x="757129" y="1256"/>
                  </a:lnTo>
                  <a:lnTo>
                    <a:pt x="757960" y="1295"/>
                  </a:lnTo>
                  <a:lnTo>
                    <a:pt x="757960" y="450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72742" y="4719081"/>
              <a:ext cx="637652" cy="743471"/>
            </a:xfrm>
            <a:custGeom>
              <a:avLst/>
              <a:pathLst>
                <a:path w="637652" h="743471">
                  <a:moveTo>
                    <a:pt x="194528" y="386"/>
                  </a:moveTo>
                  <a:lnTo>
                    <a:pt x="195000" y="676"/>
                  </a:lnTo>
                  <a:lnTo>
                    <a:pt x="197269" y="1933"/>
                  </a:lnTo>
                  <a:lnTo>
                    <a:pt x="199254" y="2996"/>
                  </a:lnTo>
                  <a:lnTo>
                    <a:pt x="199443" y="3092"/>
                  </a:lnTo>
                  <a:lnTo>
                    <a:pt x="199632" y="3189"/>
                  </a:lnTo>
                  <a:lnTo>
                    <a:pt x="202279" y="4639"/>
                  </a:lnTo>
                  <a:lnTo>
                    <a:pt x="202468" y="4736"/>
                  </a:lnTo>
                  <a:lnTo>
                    <a:pt x="202657" y="4929"/>
                  </a:lnTo>
                  <a:lnTo>
                    <a:pt x="204642" y="5992"/>
                  </a:lnTo>
                  <a:lnTo>
                    <a:pt x="205776" y="6572"/>
                  </a:lnTo>
                  <a:lnTo>
                    <a:pt x="206154" y="6862"/>
                  </a:lnTo>
                  <a:lnTo>
                    <a:pt x="208328" y="8022"/>
                  </a:lnTo>
                  <a:lnTo>
                    <a:pt x="210124" y="8988"/>
                  </a:lnTo>
                  <a:lnTo>
                    <a:pt x="210691" y="9375"/>
                  </a:lnTo>
                  <a:lnTo>
                    <a:pt x="213054" y="10632"/>
                  </a:lnTo>
                  <a:lnTo>
                    <a:pt x="214189" y="11211"/>
                  </a:lnTo>
                  <a:lnTo>
                    <a:pt x="216835" y="12758"/>
                  </a:lnTo>
                  <a:lnTo>
                    <a:pt x="217402" y="13048"/>
                  </a:lnTo>
                  <a:lnTo>
                    <a:pt x="217875" y="13338"/>
                  </a:lnTo>
                  <a:lnTo>
                    <a:pt x="218442" y="13628"/>
                  </a:lnTo>
                  <a:lnTo>
                    <a:pt x="224870" y="17301"/>
                  </a:lnTo>
                  <a:lnTo>
                    <a:pt x="241789" y="26773"/>
                  </a:lnTo>
                  <a:lnTo>
                    <a:pt x="252092" y="32572"/>
                  </a:lnTo>
                  <a:lnTo>
                    <a:pt x="289145" y="53353"/>
                  </a:lnTo>
                  <a:lnTo>
                    <a:pt x="305592" y="62535"/>
                  </a:lnTo>
                  <a:lnTo>
                    <a:pt x="306159" y="62825"/>
                  </a:lnTo>
                  <a:lnTo>
                    <a:pt x="305309" y="64082"/>
                  </a:lnTo>
                  <a:lnTo>
                    <a:pt x="305120" y="64855"/>
                  </a:lnTo>
                  <a:lnTo>
                    <a:pt x="304553" y="66305"/>
                  </a:lnTo>
                  <a:lnTo>
                    <a:pt x="304080" y="67948"/>
                  </a:lnTo>
                  <a:lnTo>
                    <a:pt x="303418" y="70171"/>
                  </a:lnTo>
                  <a:lnTo>
                    <a:pt x="302757" y="72201"/>
                  </a:lnTo>
                  <a:lnTo>
                    <a:pt x="302568" y="72877"/>
                  </a:lnTo>
                  <a:lnTo>
                    <a:pt x="302095" y="73844"/>
                  </a:lnTo>
                  <a:lnTo>
                    <a:pt x="301244" y="73651"/>
                  </a:lnTo>
                  <a:lnTo>
                    <a:pt x="298598" y="73264"/>
                  </a:lnTo>
                  <a:lnTo>
                    <a:pt x="297936" y="73167"/>
                  </a:lnTo>
                  <a:lnTo>
                    <a:pt x="294250" y="72587"/>
                  </a:lnTo>
                  <a:lnTo>
                    <a:pt x="294061" y="72587"/>
                  </a:lnTo>
                  <a:lnTo>
                    <a:pt x="291319" y="72104"/>
                  </a:lnTo>
                  <a:lnTo>
                    <a:pt x="285648" y="71234"/>
                  </a:lnTo>
                  <a:lnTo>
                    <a:pt x="285270" y="71138"/>
                  </a:lnTo>
                  <a:lnTo>
                    <a:pt x="285081" y="71428"/>
                  </a:lnTo>
                  <a:lnTo>
                    <a:pt x="284419" y="72298"/>
                  </a:lnTo>
                  <a:lnTo>
                    <a:pt x="281867" y="75680"/>
                  </a:lnTo>
                  <a:lnTo>
                    <a:pt x="279882" y="78193"/>
                  </a:lnTo>
                  <a:lnTo>
                    <a:pt x="276668" y="82446"/>
                  </a:lnTo>
                  <a:lnTo>
                    <a:pt x="273360" y="86892"/>
                  </a:lnTo>
                  <a:lnTo>
                    <a:pt x="271659" y="89019"/>
                  </a:lnTo>
                  <a:lnTo>
                    <a:pt x="271091" y="88632"/>
                  </a:lnTo>
                  <a:lnTo>
                    <a:pt x="268823" y="87086"/>
                  </a:lnTo>
                  <a:lnTo>
                    <a:pt x="265704" y="91725"/>
                  </a:lnTo>
                  <a:lnTo>
                    <a:pt x="263813" y="94625"/>
                  </a:lnTo>
                  <a:lnTo>
                    <a:pt x="263908" y="95011"/>
                  </a:lnTo>
                  <a:lnTo>
                    <a:pt x="264002" y="95398"/>
                  </a:lnTo>
                  <a:lnTo>
                    <a:pt x="263813" y="97524"/>
                  </a:lnTo>
                  <a:lnTo>
                    <a:pt x="261261" y="101681"/>
                  </a:lnTo>
                  <a:lnTo>
                    <a:pt x="260127" y="102067"/>
                  </a:lnTo>
                  <a:lnTo>
                    <a:pt x="259938" y="102067"/>
                  </a:lnTo>
                  <a:lnTo>
                    <a:pt x="254077" y="105644"/>
                  </a:lnTo>
                  <a:lnTo>
                    <a:pt x="252187" y="106803"/>
                  </a:lnTo>
                  <a:lnTo>
                    <a:pt x="248217" y="109993"/>
                  </a:lnTo>
                  <a:lnTo>
                    <a:pt x="244814" y="111539"/>
                  </a:lnTo>
                  <a:lnTo>
                    <a:pt x="244814" y="112119"/>
                  </a:lnTo>
                  <a:lnTo>
                    <a:pt x="244625" y="113279"/>
                  </a:lnTo>
                  <a:lnTo>
                    <a:pt x="244247" y="116856"/>
                  </a:lnTo>
                  <a:lnTo>
                    <a:pt x="244058" y="117049"/>
                  </a:lnTo>
                  <a:lnTo>
                    <a:pt x="242545" y="118499"/>
                  </a:lnTo>
                  <a:lnTo>
                    <a:pt x="241978" y="119562"/>
                  </a:lnTo>
                  <a:lnTo>
                    <a:pt x="241411" y="120528"/>
                  </a:lnTo>
                  <a:lnTo>
                    <a:pt x="241317" y="120818"/>
                  </a:lnTo>
                  <a:lnTo>
                    <a:pt x="241317" y="121592"/>
                  </a:lnTo>
                  <a:lnTo>
                    <a:pt x="242073" y="122075"/>
                  </a:lnTo>
                  <a:lnTo>
                    <a:pt x="246232" y="123041"/>
                  </a:lnTo>
                  <a:lnTo>
                    <a:pt x="249068" y="123428"/>
                  </a:lnTo>
                  <a:lnTo>
                    <a:pt x="250958" y="123621"/>
                  </a:lnTo>
                  <a:lnTo>
                    <a:pt x="251620" y="123718"/>
                  </a:lnTo>
                  <a:lnTo>
                    <a:pt x="254455" y="124201"/>
                  </a:lnTo>
                  <a:lnTo>
                    <a:pt x="260505" y="125071"/>
                  </a:lnTo>
                  <a:lnTo>
                    <a:pt x="265231" y="125941"/>
                  </a:lnTo>
                  <a:lnTo>
                    <a:pt x="269390" y="126521"/>
                  </a:lnTo>
                  <a:lnTo>
                    <a:pt x="271942" y="127004"/>
                  </a:lnTo>
                  <a:lnTo>
                    <a:pt x="272887" y="128068"/>
                  </a:lnTo>
                  <a:lnTo>
                    <a:pt x="274967" y="129517"/>
                  </a:lnTo>
                  <a:lnTo>
                    <a:pt x="275250" y="129711"/>
                  </a:lnTo>
                  <a:lnTo>
                    <a:pt x="277235" y="131064"/>
                  </a:lnTo>
                  <a:lnTo>
                    <a:pt x="277424" y="131160"/>
                  </a:lnTo>
                  <a:lnTo>
                    <a:pt x="277803" y="131450"/>
                  </a:lnTo>
                  <a:lnTo>
                    <a:pt x="278559" y="132127"/>
                  </a:lnTo>
                  <a:lnTo>
                    <a:pt x="278937" y="132514"/>
                  </a:lnTo>
                  <a:lnTo>
                    <a:pt x="281111" y="133867"/>
                  </a:lnTo>
                  <a:lnTo>
                    <a:pt x="282340" y="134640"/>
                  </a:lnTo>
                  <a:lnTo>
                    <a:pt x="282623" y="134833"/>
                  </a:lnTo>
                  <a:lnTo>
                    <a:pt x="283001" y="134930"/>
                  </a:lnTo>
                  <a:lnTo>
                    <a:pt x="283190" y="135027"/>
                  </a:lnTo>
                  <a:lnTo>
                    <a:pt x="283852" y="136187"/>
                  </a:lnTo>
                  <a:lnTo>
                    <a:pt x="285081" y="137346"/>
                  </a:lnTo>
                  <a:lnTo>
                    <a:pt x="292359" y="141889"/>
                  </a:lnTo>
                  <a:lnTo>
                    <a:pt x="302662" y="148172"/>
                  </a:lnTo>
                  <a:lnTo>
                    <a:pt x="305025" y="149815"/>
                  </a:lnTo>
                  <a:lnTo>
                    <a:pt x="305781" y="150685"/>
                  </a:lnTo>
                  <a:lnTo>
                    <a:pt x="305309" y="151168"/>
                  </a:lnTo>
                  <a:lnTo>
                    <a:pt x="305025" y="151361"/>
                  </a:lnTo>
                  <a:lnTo>
                    <a:pt x="305687" y="152135"/>
                  </a:lnTo>
                  <a:lnTo>
                    <a:pt x="307766" y="154358"/>
                  </a:lnTo>
                  <a:lnTo>
                    <a:pt x="309940" y="156871"/>
                  </a:lnTo>
                  <a:lnTo>
                    <a:pt x="313438" y="160930"/>
                  </a:lnTo>
                  <a:lnTo>
                    <a:pt x="314667" y="162283"/>
                  </a:lnTo>
                  <a:lnTo>
                    <a:pt x="317880" y="165956"/>
                  </a:lnTo>
                  <a:lnTo>
                    <a:pt x="320149" y="168566"/>
                  </a:lnTo>
                  <a:lnTo>
                    <a:pt x="321472" y="170306"/>
                  </a:lnTo>
                  <a:lnTo>
                    <a:pt x="322606" y="171949"/>
                  </a:lnTo>
                  <a:lnTo>
                    <a:pt x="324024" y="174075"/>
                  </a:lnTo>
                  <a:lnTo>
                    <a:pt x="327333" y="179778"/>
                  </a:lnTo>
                  <a:lnTo>
                    <a:pt x="333288" y="189057"/>
                  </a:lnTo>
                  <a:lnTo>
                    <a:pt x="333382" y="189250"/>
                  </a:lnTo>
                  <a:lnTo>
                    <a:pt x="333949" y="189830"/>
                  </a:lnTo>
                  <a:lnTo>
                    <a:pt x="334894" y="190603"/>
                  </a:lnTo>
                  <a:lnTo>
                    <a:pt x="335273" y="190893"/>
                  </a:lnTo>
                  <a:lnTo>
                    <a:pt x="336407" y="191473"/>
                  </a:lnTo>
                  <a:lnTo>
                    <a:pt x="342551" y="193406"/>
                  </a:lnTo>
                  <a:lnTo>
                    <a:pt x="344819" y="194083"/>
                  </a:lnTo>
                  <a:lnTo>
                    <a:pt x="345954" y="194373"/>
                  </a:lnTo>
                  <a:lnTo>
                    <a:pt x="349262" y="195339"/>
                  </a:lnTo>
                  <a:lnTo>
                    <a:pt x="354083" y="196596"/>
                  </a:lnTo>
                  <a:lnTo>
                    <a:pt x="354272" y="196016"/>
                  </a:lnTo>
                  <a:lnTo>
                    <a:pt x="354366" y="195726"/>
                  </a:lnTo>
                  <a:lnTo>
                    <a:pt x="356918" y="187414"/>
                  </a:lnTo>
                  <a:lnTo>
                    <a:pt x="356729" y="186640"/>
                  </a:lnTo>
                  <a:lnTo>
                    <a:pt x="357013" y="185577"/>
                  </a:lnTo>
                  <a:lnTo>
                    <a:pt x="357391" y="184127"/>
                  </a:lnTo>
                  <a:lnTo>
                    <a:pt x="357485" y="183934"/>
                  </a:lnTo>
                  <a:lnTo>
                    <a:pt x="357864" y="182678"/>
                  </a:lnTo>
                  <a:lnTo>
                    <a:pt x="358242" y="181324"/>
                  </a:lnTo>
                  <a:lnTo>
                    <a:pt x="358714" y="179681"/>
                  </a:lnTo>
                  <a:lnTo>
                    <a:pt x="359470" y="177168"/>
                  </a:lnTo>
                  <a:lnTo>
                    <a:pt x="360227" y="174462"/>
                  </a:lnTo>
                  <a:lnTo>
                    <a:pt x="360983" y="172046"/>
                  </a:lnTo>
                  <a:lnTo>
                    <a:pt x="361077" y="171562"/>
                  </a:lnTo>
                  <a:lnTo>
                    <a:pt x="361361" y="170499"/>
                  </a:lnTo>
                  <a:lnTo>
                    <a:pt x="363913" y="162573"/>
                  </a:lnTo>
                  <a:lnTo>
                    <a:pt x="366938" y="152908"/>
                  </a:lnTo>
                  <a:lnTo>
                    <a:pt x="372798" y="135317"/>
                  </a:lnTo>
                  <a:lnTo>
                    <a:pt x="372798" y="135123"/>
                  </a:lnTo>
                  <a:lnTo>
                    <a:pt x="377808" y="136766"/>
                  </a:lnTo>
                  <a:lnTo>
                    <a:pt x="382061" y="123331"/>
                  </a:lnTo>
                  <a:lnTo>
                    <a:pt x="391608" y="130677"/>
                  </a:lnTo>
                  <a:lnTo>
                    <a:pt x="393499" y="127198"/>
                  </a:lnTo>
                  <a:lnTo>
                    <a:pt x="398508" y="131354"/>
                  </a:lnTo>
                  <a:lnTo>
                    <a:pt x="400682" y="132997"/>
                  </a:lnTo>
                  <a:lnTo>
                    <a:pt x="412120" y="141696"/>
                  </a:lnTo>
                  <a:lnTo>
                    <a:pt x="414199" y="143629"/>
                  </a:lnTo>
                  <a:lnTo>
                    <a:pt x="416279" y="145465"/>
                  </a:lnTo>
                  <a:lnTo>
                    <a:pt x="417035" y="146045"/>
                  </a:lnTo>
                  <a:lnTo>
                    <a:pt x="421667" y="150105"/>
                  </a:lnTo>
                  <a:lnTo>
                    <a:pt x="421950" y="150298"/>
                  </a:lnTo>
                  <a:lnTo>
                    <a:pt x="424030" y="151941"/>
                  </a:lnTo>
                  <a:lnTo>
                    <a:pt x="424880" y="150781"/>
                  </a:lnTo>
                  <a:lnTo>
                    <a:pt x="425258" y="150491"/>
                  </a:lnTo>
                  <a:lnTo>
                    <a:pt x="430174" y="154164"/>
                  </a:lnTo>
                  <a:lnTo>
                    <a:pt x="436507" y="158900"/>
                  </a:lnTo>
                  <a:lnTo>
                    <a:pt x="436223" y="159287"/>
                  </a:lnTo>
                  <a:lnTo>
                    <a:pt x="436129" y="159480"/>
                  </a:lnTo>
                  <a:lnTo>
                    <a:pt x="437830" y="160834"/>
                  </a:lnTo>
                  <a:lnTo>
                    <a:pt x="437074" y="162090"/>
                  </a:lnTo>
                  <a:lnTo>
                    <a:pt x="448889" y="171756"/>
                  </a:lnTo>
                  <a:lnTo>
                    <a:pt x="450780" y="173109"/>
                  </a:lnTo>
                  <a:lnTo>
                    <a:pt x="452670" y="173109"/>
                  </a:lnTo>
                  <a:lnTo>
                    <a:pt x="452765" y="174462"/>
                  </a:lnTo>
                  <a:lnTo>
                    <a:pt x="455978" y="174075"/>
                  </a:lnTo>
                  <a:lnTo>
                    <a:pt x="457113" y="173979"/>
                  </a:lnTo>
                  <a:lnTo>
                    <a:pt x="457113" y="174269"/>
                  </a:lnTo>
                  <a:lnTo>
                    <a:pt x="457113" y="175332"/>
                  </a:lnTo>
                  <a:lnTo>
                    <a:pt x="457207" y="176298"/>
                  </a:lnTo>
                  <a:lnTo>
                    <a:pt x="459287" y="179681"/>
                  </a:lnTo>
                  <a:lnTo>
                    <a:pt x="459570" y="179875"/>
                  </a:lnTo>
                  <a:lnTo>
                    <a:pt x="460610" y="180745"/>
                  </a:lnTo>
                  <a:lnTo>
                    <a:pt x="462690" y="182001"/>
                  </a:lnTo>
                  <a:lnTo>
                    <a:pt x="462879" y="182098"/>
                  </a:lnTo>
                  <a:lnTo>
                    <a:pt x="466943" y="184997"/>
                  </a:lnTo>
                  <a:lnTo>
                    <a:pt x="467132" y="185094"/>
                  </a:lnTo>
                  <a:lnTo>
                    <a:pt x="467510" y="185191"/>
                  </a:lnTo>
                  <a:lnTo>
                    <a:pt x="470062" y="185191"/>
                  </a:lnTo>
                  <a:lnTo>
                    <a:pt x="470440" y="185191"/>
                  </a:lnTo>
                  <a:lnTo>
                    <a:pt x="471291" y="185191"/>
                  </a:lnTo>
                  <a:lnTo>
                    <a:pt x="472803" y="185094"/>
                  </a:lnTo>
                  <a:lnTo>
                    <a:pt x="473560" y="185094"/>
                  </a:lnTo>
                  <a:lnTo>
                    <a:pt x="473938" y="184707"/>
                  </a:lnTo>
                  <a:lnTo>
                    <a:pt x="474127" y="184611"/>
                  </a:lnTo>
                  <a:lnTo>
                    <a:pt x="476395" y="182001"/>
                  </a:lnTo>
                  <a:lnTo>
                    <a:pt x="476490" y="182194"/>
                  </a:lnTo>
                  <a:lnTo>
                    <a:pt x="479231" y="185191"/>
                  </a:lnTo>
                  <a:lnTo>
                    <a:pt x="484335" y="184417"/>
                  </a:lnTo>
                  <a:lnTo>
                    <a:pt x="489723" y="180841"/>
                  </a:lnTo>
                  <a:lnTo>
                    <a:pt x="498514" y="167889"/>
                  </a:lnTo>
                  <a:lnTo>
                    <a:pt x="501917" y="157354"/>
                  </a:lnTo>
                  <a:lnTo>
                    <a:pt x="502106" y="156871"/>
                  </a:lnTo>
                  <a:lnTo>
                    <a:pt x="502200" y="156581"/>
                  </a:lnTo>
                  <a:lnTo>
                    <a:pt x="502295" y="156291"/>
                  </a:lnTo>
                  <a:lnTo>
                    <a:pt x="502767" y="154744"/>
                  </a:lnTo>
                  <a:lnTo>
                    <a:pt x="502956" y="153488"/>
                  </a:lnTo>
                  <a:lnTo>
                    <a:pt x="503902" y="145272"/>
                  </a:lnTo>
                  <a:lnTo>
                    <a:pt x="504185" y="139183"/>
                  </a:lnTo>
                  <a:lnTo>
                    <a:pt x="504280" y="138120"/>
                  </a:lnTo>
                  <a:lnTo>
                    <a:pt x="504469" y="137153"/>
                  </a:lnTo>
                  <a:lnTo>
                    <a:pt x="504752" y="135897"/>
                  </a:lnTo>
                  <a:lnTo>
                    <a:pt x="505130" y="131740"/>
                  </a:lnTo>
                  <a:lnTo>
                    <a:pt x="506643" y="133770"/>
                  </a:lnTo>
                  <a:lnTo>
                    <a:pt x="508911" y="136766"/>
                  </a:lnTo>
                  <a:lnTo>
                    <a:pt x="510991" y="139473"/>
                  </a:lnTo>
                  <a:lnTo>
                    <a:pt x="513921" y="143242"/>
                  </a:lnTo>
                  <a:lnTo>
                    <a:pt x="520443" y="151941"/>
                  </a:lnTo>
                  <a:lnTo>
                    <a:pt x="523751" y="156291"/>
                  </a:lnTo>
                  <a:lnTo>
                    <a:pt x="524602" y="156871"/>
                  </a:lnTo>
                  <a:lnTo>
                    <a:pt x="528099" y="159770"/>
                  </a:lnTo>
                  <a:lnTo>
                    <a:pt x="529895" y="161414"/>
                  </a:lnTo>
                  <a:lnTo>
                    <a:pt x="532637" y="164023"/>
                  </a:lnTo>
                  <a:lnTo>
                    <a:pt x="534811" y="166150"/>
                  </a:lnTo>
                  <a:lnTo>
                    <a:pt x="542089" y="171176"/>
                  </a:lnTo>
                  <a:lnTo>
                    <a:pt x="554660" y="173979"/>
                  </a:lnTo>
                  <a:lnTo>
                    <a:pt x="555606" y="173979"/>
                  </a:lnTo>
                  <a:lnTo>
                    <a:pt x="555795" y="176105"/>
                  </a:lnTo>
                  <a:lnTo>
                    <a:pt x="555795" y="176588"/>
                  </a:lnTo>
                  <a:lnTo>
                    <a:pt x="555606" y="183354"/>
                  </a:lnTo>
                  <a:lnTo>
                    <a:pt x="555511" y="188284"/>
                  </a:lnTo>
                  <a:lnTo>
                    <a:pt x="555322" y="190313"/>
                  </a:lnTo>
                  <a:lnTo>
                    <a:pt x="555133" y="192440"/>
                  </a:lnTo>
                  <a:lnTo>
                    <a:pt x="554755" y="195436"/>
                  </a:lnTo>
                  <a:lnTo>
                    <a:pt x="554471" y="196886"/>
                  </a:lnTo>
                  <a:lnTo>
                    <a:pt x="554377" y="197176"/>
                  </a:lnTo>
                  <a:lnTo>
                    <a:pt x="551919" y="200849"/>
                  </a:lnTo>
                  <a:lnTo>
                    <a:pt x="551258" y="201912"/>
                  </a:lnTo>
                  <a:lnTo>
                    <a:pt x="548611" y="205875"/>
                  </a:lnTo>
                  <a:lnTo>
                    <a:pt x="544641" y="212254"/>
                  </a:lnTo>
                  <a:lnTo>
                    <a:pt x="543979" y="213414"/>
                  </a:lnTo>
                  <a:lnTo>
                    <a:pt x="543601" y="214284"/>
                  </a:lnTo>
                  <a:lnTo>
                    <a:pt x="542278" y="217377"/>
                  </a:lnTo>
                  <a:lnTo>
                    <a:pt x="542183" y="217667"/>
                  </a:lnTo>
                  <a:lnTo>
                    <a:pt x="541994" y="218247"/>
                  </a:lnTo>
                  <a:lnTo>
                    <a:pt x="540766" y="222210"/>
                  </a:lnTo>
                  <a:lnTo>
                    <a:pt x="539726" y="225689"/>
                  </a:lnTo>
                  <a:lnTo>
                    <a:pt x="537835" y="231875"/>
                  </a:lnTo>
                  <a:lnTo>
                    <a:pt x="537646" y="232455"/>
                  </a:lnTo>
                  <a:lnTo>
                    <a:pt x="537363" y="233518"/>
                  </a:lnTo>
                  <a:lnTo>
                    <a:pt x="537174" y="234388"/>
                  </a:lnTo>
                  <a:lnTo>
                    <a:pt x="537079" y="234678"/>
                  </a:lnTo>
                  <a:lnTo>
                    <a:pt x="536796" y="235451"/>
                  </a:lnTo>
                  <a:lnTo>
                    <a:pt x="535283" y="240961"/>
                  </a:lnTo>
                  <a:lnTo>
                    <a:pt x="534905" y="242507"/>
                  </a:lnTo>
                  <a:lnTo>
                    <a:pt x="534622" y="244247"/>
                  </a:lnTo>
                  <a:lnTo>
                    <a:pt x="534622" y="244440"/>
                  </a:lnTo>
                  <a:lnTo>
                    <a:pt x="534622" y="244730"/>
                  </a:lnTo>
                  <a:lnTo>
                    <a:pt x="534527" y="245987"/>
                  </a:lnTo>
                  <a:lnTo>
                    <a:pt x="534527" y="247630"/>
                  </a:lnTo>
                  <a:lnTo>
                    <a:pt x="534622" y="248886"/>
                  </a:lnTo>
                  <a:lnTo>
                    <a:pt x="535283" y="251979"/>
                  </a:lnTo>
                  <a:lnTo>
                    <a:pt x="535567" y="253236"/>
                  </a:lnTo>
                  <a:lnTo>
                    <a:pt x="536228" y="256039"/>
                  </a:lnTo>
                  <a:lnTo>
                    <a:pt x="536607" y="257392"/>
                  </a:lnTo>
                  <a:lnTo>
                    <a:pt x="539159" y="265414"/>
                  </a:lnTo>
                  <a:lnTo>
                    <a:pt x="539820" y="267444"/>
                  </a:lnTo>
                  <a:lnTo>
                    <a:pt x="541144" y="271504"/>
                  </a:lnTo>
                  <a:lnTo>
                    <a:pt x="543885" y="284359"/>
                  </a:lnTo>
                  <a:lnTo>
                    <a:pt x="543979" y="285229"/>
                  </a:lnTo>
                  <a:lnTo>
                    <a:pt x="545114" y="294314"/>
                  </a:lnTo>
                  <a:lnTo>
                    <a:pt x="545681" y="298857"/>
                  </a:lnTo>
                  <a:lnTo>
                    <a:pt x="545775" y="299437"/>
                  </a:lnTo>
                  <a:lnTo>
                    <a:pt x="546059" y="301660"/>
                  </a:lnTo>
                  <a:lnTo>
                    <a:pt x="528005" y="306300"/>
                  </a:lnTo>
                  <a:lnTo>
                    <a:pt x="531219" y="328917"/>
                  </a:lnTo>
                  <a:lnTo>
                    <a:pt x="531880" y="333363"/>
                  </a:lnTo>
                  <a:lnTo>
                    <a:pt x="548422" y="329690"/>
                  </a:lnTo>
                  <a:lnTo>
                    <a:pt x="549934" y="329303"/>
                  </a:lnTo>
                  <a:lnTo>
                    <a:pt x="560237" y="326597"/>
                  </a:lnTo>
                  <a:lnTo>
                    <a:pt x="561182" y="326307"/>
                  </a:lnTo>
                  <a:lnTo>
                    <a:pt x="562695" y="326597"/>
                  </a:lnTo>
                  <a:lnTo>
                    <a:pt x="563829" y="327080"/>
                  </a:lnTo>
                  <a:lnTo>
                    <a:pt x="565720" y="327950"/>
                  </a:lnTo>
                  <a:lnTo>
                    <a:pt x="566192" y="328240"/>
                  </a:lnTo>
                  <a:lnTo>
                    <a:pt x="567232" y="328917"/>
                  </a:lnTo>
                  <a:lnTo>
                    <a:pt x="569122" y="331237"/>
                  </a:lnTo>
                  <a:lnTo>
                    <a:pt x="570351" y="333460"/>
                  </a:lnTo>
                  <a:lnTo>
                    <a:pt x="570540" y="338486"/>
                  </a:lnTo>
                  <a:lnTo>
                    <a:pt x="570729" y="340225"/>
                  </a:lnTo>
                  <a:lnTo>
                    <a:pt x="571202" y="348634"/>
                  </a:lnTo>
                  <a:lnTo>
                    <a:pt x="571485" y="355497"/>
                  </a:lnTo>
                  <a:lnTo>
                    <a:pt x="571675" y="355980"/>
                  </a:lnTo>
                  <a:lnTo>
                    <a:pt x="571864" y="356463"/>
                  </a:lnTo>
                  <a:lnTo>
                    <a:pt x="573187" y="360040"/>
                  </a:lnTo>
                  <a:lnTo>
                    <a:pt x="573565" y="360910"/>
                  </a:lnTo>
                  <a:lnTo>
                    <a:pt x="573754" y="361200"/>
                  </a:lnTo>
                  <a:lnTo>
                    <a:pt x="576306" y="366032"/>
                  </a:lnTo>
                  <a:lnTo>
                    <a:pt x="577724" y="369995"/>
                  </a:lnTo>
                  <a:lnTo>
                    <a:pt x="578291" y="371735"/>
                  </a:lnTo>
                  <a:lnTo>
                    <a:pt x="580182" y="375505"/>
                  </a:lnTo>
                  <a:lnTo>
                    <a:pt x="581599" y="378404"/>
                  </a:lnTo>
                  <a:lnTo>
                    <a:pt x="582828" y="380144"/>
                  </a:lnTo>
                  <a:lnTo>
                    <a:pt x="583679" y="381304"/>
                  </a:lnTo>
                  <a:lnTo>
                    <a:pt x="583773" y="381594"/>
                  </a:lnTo>
                  <a:lnTo>
                    <a:pt x="589256" y="389326"/>
                  </a:lnTo>
                  <a:lnTo>
                    <a:pt x="589728" y="390003"/>
                  </a:lnTo>
                  <a:lnTo>
                    <a:pt x="590485" y="390969"/>
                  </a:lnTo>
                  <a:lnTo>
                    <a:pt x="593509" y="393289"/>
                  </a:lnTo>
                  <a:lnTo>
                    <a:pt x="594171" y="393482"/>
                  </a:lnTo>
                  <a:lnTo>
                    <a:pt x="595778" y="393772"/>
                  </a:lnTo>
                  <a:lnTo>
                    <a:pt x="598992" y="394352"/>
                  </a:lnTo>
                  <a:lnTo>
                    <a:pt x="602867" y="395126"/>
                  </a:lnTo>
                  <a:lnTo>
                    <a:pt x="606743" y="395802"/>
                  </a:lnTo>
                  <a:lnTo>
                    <a:pt x="607310" y="395899"/>
                  </a:lnTo>
                  <a:lnTo>
                    <a:pt x="607499" y="395995"/>
                  </a:lnTo>
                  <a:lnTo>
                    <a:pt x="612036" y="396769"/>
                  </a:lnTo>
                  <a:lnTo>
                    <a:pt x="616478" y="397639"/>
                  </a:lnTo>
                  <a:lnTo>
                    <a:pt x="628010" y="399668"/>
                  </a:lnTo>
                  <a:lnTo>
                    <a:pt x="632169" y="400442"/>
                  </a:lnTo>
                  <a:lnTo>
                    <a:pt x="632925" y="400538"/>
                  </a:lnTo>
                  <a:lnTo>
                    <a:pt x="628294" y="426055"/>
                  </a:lnTo>
                  <a:lnTo>
                    <a:pt x="627821" y="428858"/>
                  </a:lnTo>
                  <a:lnTo>
                    <a:pt x="627349" y="431468"/>
                  </a:lnTo>
                  <a:lnTo>
                    <a:pt x="623473" y="452539"/>
                  </a:lnTo>
                  <a:lnTo>
                    <a:pt x="622150" y="460174"/>
                  </a:lnTo>
                  <a:lnTo>
                    <a:pt x="620354" y="470517"/>
                  </a:lnTo>
                  <a:lnTo>
                    <a:pt x="614872" y="501446"/>
                  </a:lnTo>
                  <a:lnTo>
                    <a:pt x="611280" y="521164"/>
                  </a:lnTo>
                  <a:lnTo>
                    <a:pt x="611091" y="522324"/>
                  </a:lnTo>
                  <a:lnTo>
                    <a:pt x="605797" y="551513"/>
                  </a:lnTo>
                  <a:lnTo>
                    <a:pt x="605325" y="554316"/>
                  </a:lnTo>
                  <a:lnTo>
                    <a:pt x="603529" y="563885"/>
                  </a:lnTo>
                  <a:lnTo>
                    <a:pt x="599275" y="587276"/>
                  </a:lnTo>
                  <a:lnTo>
                    <a:pt x="594833" y="611923"/>
                  </a:lnTo>
                  <a:lnTo>
                    <a:pt x="593982" y="617046"/>
                  </a:lnTo>
                  <a:lnTo>
                    <a:pt x="593887" y="618785"/>
                  </a:lnTo>
                  <a:lnTo>
                    <a:pt x="593793" y="621975"/>
                  </a:lnTo>
                  <a:lnTo>
                    <a:pt x="593887" y="625068"/>
                  </a:lnTo>
                  <a:lnTo>
                    <a:pt x="594076" y="627581"/>
                  </a:lnTo>
                  <a:lnTo>
                    <a:pt x="594549" y="630384"/>
                  </a:lnTo>
                  <a:lnTo>
                    <a:pt x="595305" y="633187"/>
                  </a:lnTo>
                  <a:lnTo>
                    <a:pt x="595967" y="635893"/>
                  </a:lnTo>
                  <a:lnTo>
                    <a:pt x="596723" y="638020"/>
                  </a:lnTo>
                  <a:lnTo>
                    <a:pt x="597952" y="641016"/>
                  </a:lnTo>
                  <a:lnTo>
                    <a:pt x="598992" y="643143"/>
                  </a:lnTo>
                  <a:lnTo>
                    <a:pt x="600126" y="644979"/>
                  </a:lnTo>
                  <a:lnTo>
                    <a:pt x="601449" y="647105"/>
                  </a:lnTo>
                  <a:lnTo>
                    <a:pt x="603529" y="649812"/>
                  </a:lnTo>
                  <a:lnTo>
                    <a:pt x="606270" y="652711"/>
                  </a:lnTo>
                  <a:lnTo>
                    <a:pt x="616195" y="663053"/>
                  </a:lnTo>
                  <a:lnTo>
                    <a:pt x="637652" y="685671"/>
                  </a:lnTo>
                  <a:lnTo>
                    <a:pt x="637273" y="686251"/>
                  </a:lnTo>
                  <a:lnTo>
                    <a:pt x="632169" y="695530"/>
                  </a:lnTo>
                  <a:lnTo>
                    <a:pt x="626970" y="705002"/>
                  </a:lnTo>
                  <a:lnTo>
                    <a:pt x="623379" y="711284"/>
                  </a:lnTo>
                  <a:lnTo>
                    <a:pt x="619881" y="718340"/>
                  </a:lnTo>
                  <a:lnTo>
                    <a:pt x="619031" y="719403"/>
                  </a:lnTo>
                  <a:lnTo>
                    <a:pt x="614399" y="727522"/>
                  </a:lnTo>
                  <a:lnTo>
                    <a:pt x="606554" y="740861"/>
                  </a:lnTo>
                  <a:lnTo>
                    <a:pt x="604379" y="743471"/>
                  </a:lnTo>
                  <a:lnTo>
                    <a:pt x="601355" y="742214"/>
                  </a:lnTo>
                  <a:lnTo>
                    <a:pt x="592092" y="738154"/>
                  </a:lnTo>
                  <a:lnTo>
                    <a:pt x="591052" y="738058"/>
                  </a:lnTo>
                  <a:lnTo>
                    <a:pt x="590296" y="737961"/>
                  </a:lnTo>
                  <a:lnTo>
                    <a:pt x="588405" y="736608"/>
                  </a:lnTo>
                  <a:lnTo>
                    <a:pt x="586798" y="735545"/>
                  </a:lnTo>
                  <a:lnTo>
                    <a:pt x="583679" y="734192"/>
                  </a:lnTo>
                  <a:lnTo>
                    <a:pt x="581127" y="732355"/>
                  </a:lnTo>
                  <a:lnTo>
                    <a:pt x="576495" y="730325"/>
                  </a:lnTo>
                  <a:lnTo>
                    <a:pt x="573943" y="729262"/>
                  </a:lnTo>
                  <a:lnTo>
                    <a:pt x="569690" y="728199"/>
                  </a:lnTo>
                  <a:lnTo>
                    <a:pt x="564018" y="724816"/>
                  </a:lnTo>
                  <a:lnTo>
                    <a:pt x="561182" y="723173"/>
                  </a:lnTo>
                  <a:lnTo>
                    <a:pt x="556645" y="720853"/>
                  </a:lnTo>
                  <a:lnTo>
                    <a:pt x="552486" y="720080"/>
                  </a:lnTo>
                  <a:lnTo>
                    <a:pt x="549273" y="718244"/>
                  </a:lnTo>
                  <a:lnTo>
                    <a:pt x="546815" y="717664"/>
                  </a:lnTo>
                  <a:lnTo>
                    <a:pt x="545303" y="717277"/>
                  </a:lnTo>
                  <a:lnTo>
                    <a:pt x="541238" y="715054"/>
                  </a:lnTo>
                  <a:lnTo>
                    <a:pt x="535378" y="713507"/>
                  </a:lnTo>
                  <a:lnTo>
                    <a:pt x="523468" y="706935"/>
                  </a:lnTo>
                  <a:lnTo>
                    <a:pt x="518836" y="705098"/>
                  </a:lnTo>
                  <a:lnTo>
                    <a:pt x="515339" y="704035"/>
                  </a:lnTo>
                  <a:lnTo>
                    <a:pt x="512881" y="702585"/>
                  </a:lnTo>
                  <a:lnTo>
                    <a:pt x="505981" y="700266"/>
                  </a:lnTo>
                  <a:lnTo>
                    <a:pt x="504847" y="699009"/>
                  </a:lnTo>
                  <a:lnTo>
                    <a:pt x="500121" y="697946"/>
                  </a:lnTo>
                  <a:lnTo>
                    <a:pt x="497663" y="696883"/>
                  </a:lnTo>
                  <a:lnTo>
                    <a:pt x="496434" y="695820"/>
                  </a:lnTo>
                  <a:lnTo>
                    <a:pt x="494355" y="694950"/>
                  </a:lnTo>
                  <a:lnTo>
                    <a:pt x="491992" y="693403"/>
                  </a:lnTo>
                  <a:lnTo>
                    <a:pt x="490574" y="693017"/>
                  </a:lnTo>
                  <a:lnTo>
                    <a:pt x="490007" y="693113"/>
                  </a:lnTo>
                  <a:lnTo>
                    <a:pt x="488400" y="692727"/>
                  </a:lnTo>
                  <a:lnTo>
                    <a:pt x="487833" y="691953"/>
                  </a:lnTo>
                  <a:lnTo>
                    <a:pt x="486887" y="691277"/>
                  </a:lnTo>
                  <a:lnTo>
                    <a:pt x="483674" y="690600"/>
                  </a:lnTo>
                  <a:lnTo>
                    <a:pt x="479137" y="688474"/>
                  </a:lnTo>
                  <a:lnTo>
                    <a:pt x="477341" y="687990"/>
                  </a:lnTo>
                  <a:lnTo>
                    <a:pt x="476301" y="687411"/>
                  </a:lnTo>
                  <a:lnTo>
                    <a:pt x="475450" y="686927"/>
                  </a:lnTo>
                  <a:lnTo>
                    <a:pt x="474883" y="686734"/>
                  </a:lnTo>
                  <a:lnTo>
                    <a:pt x="474410" y="686347"/>
                  </a:lnTo>
                  <a:lnTo>
                    <a:pt x="472898" y="685671"/>
                  </a:lnTo>
                  <a:lnTo>
                    <a:pt x="471480" y="684414"/>
                  </a:lnTo>
                  <a:lnTo>
                    <a:pt x="470157" y="683834"/>
                  </a:lnTo>
                  <a:lnTo>
                    <a:pt x="468928" y="683448"/>
                  </a:lnTo>
                  <a:lnTo>
                    <a:pt x="468266" y="682964"/>
                  </a:lnTo>
                  <a:lnTo>
                    <a:pt x="467510" y="682771"/>
                  </a:lnTo>
                  <a:lnTo>
                    <a:pt x="466565" y="682578"/>
                  </a:lnTo>
                  <a:lnTo>
                    <a:pt x="465336" y="682191"/>
                  </a:lnTo>
                  <a:lnTo>
                    <a:pt x="464391" y="681611"/>
                  </a:lnTo>
                  <a:lnTo>
                    <a:pt x="462122" y="680451"/>
                  </a:lnTo>
                  <a:lnTo>
                    <a:pt x="460516" y="679968"/>
                  </a:lnTo>
                  <a:lnTo>
                    <a:pt x="460043" y="679871"/>
                  </a:lnTo>
                  <a:lnTo>
                    <a:pt x="458531" y="679388"/>
                  </a:lnTo>
                  <a:lnTo>
                    <a:pt x="457869" y="679292"/>
                  </a:lnTo>
                  <a:lnTo>
                    <a:pt x="457302" y="679098"/>
                  </a:lnTo>
                  <a:lnTo>
                    <a:pt x="456356" y="678712"/>
                  </a:lnTo>
                  <a:lnTo>
                    <a:pt x="455695" y="678228"/>
                  </a:lnTo>
                  <a:lnTo>
                    <a:pt x="455033" y="677552"/>
                  </a:lnTo>
                  <a:lnTo>
                    <a:pt x="454561" y="677358"/>
                  </a:lnTo>
                  <a:lnTo>
                    <a:pt x="454088" y="677165"/>
                  </a:lnTo>
                  <a:lnTo>
                    <a:pt x="452954" y="676972"/>
                  </a:lnTo>
                  <a:lnTo>
                    <a:pt x="452387" y="676682"/>
                  </a:lnTo>
                  <a:lnTo>
                    <a:pt x="451536" y="676102"/>
                  </a:lnTo>
                  <a:lnTo>
                    <a:pt x="450307" y="675619"/>
                  </a:lnTo>
                  <a:lnTo>
                    <a:pt x="449740" y="675329"/>
                  </a:lnTo>
                  <a:lnTo>
                    <a:pt x="449362" y="674942"/>
                  </a:lnTo>
                  <a:lnTo>
                    <a:pt x="448417" y="674652"/>
                  </a:lnTo>
                  <a:lnTo>
                    <a:pt x="447566" y="674555"/>
                  </a:lnTo>
                  <a:lnTo>
                    <a:pt x="446243" y="673975"/>
                  </a:lnTo>
                  <a:lnTo>
                    <a:pt x="445770" y="673396"/>
                  </a:lnTo>
                  <a:lnTo>
                    <a:pt x="441611" y="671752"/>
                  </a:lnTo>
                  <a:lnTo>
                    <a:pt x="440004" y="670593"/>
                  </a:lnTo>
                  <a:lnTo>
                    <a:pt x="438114" y="669819"/>
                  </a:lnTo>
                  <a:lnTo>
                    <a:pt x="436790" y="669239"/>
                  </a:lnTo>
                  <a:lnTo>
                    <a:pt x="435561" y="669046"/>
                  </a:lnTo>
                  <a:lnTo>
                    <a:pt x="433955" y="668563"/>
                  </a:lnTo>
                  <a:lnTo>
                    <a:pt x="432820" y="668273"/>
                  </a:lnTo>
                  <a:lnTo>
                    <a:pt x="429890" y="666920"/>
                  </a:lnTo>
                  <a:lnTo>
                    <a:pt x="428567" y="665953"/>
                  </a:lnTo>
                  <a:lnTo>
                    <a:pt x="426865" y="665373"/>
                  </a:lnTo>
                  <a:lnTo>
                    <a:pt x="426109" y="665083"/>
                  </a:lnTo>
                  <a:lnTo>
                    <a:pt x="425637" y="664793"/>
                  </a:lnTo>
                  <a:lnTo>
                    <a:pt x="425069" y="664310"/>
                  </a:lnTo>
                  <a:lnTo>
                    <a:pt x="424502" y="663633"/>
                  </a:lnTo>
                  <a:lnTo>
                    <a:pt x="423935" y="663343"/>
                  </a:lnTo>
                  <a:lnTo>
                    <a:pt x="422990" y="663247"/>
                  </a:lnTo>
                  <a:lnTo>
                    <a:pt x="422423" y="663150"/>
                  </a:lnTo>
                  <a:lnTo>
                    <a:pt x="421856" y="662957"/>
                  </a:lnTo>
                  <a:lnTo>
                    <a:pt x="421383" y="662570"/>
                  </a:lnTo>
                  <a:lnTo>
                    <a:pt x="420910" y="662280"/>
                  </a:lnTo>
                  <a:lnTo>
                    <a:pt x="420154" y="661797"/>
                  </a:lnTo>
                  <a:lnTo>
                    <a:pt x="419398" y="661604"/>
                  </a:lnTo>
                  <a:lnTo>
                    <a:pt x="418831" y="661314"/>
                  </a:lnTo>
                  <a:lnTo>
                    <a:pt x="418358" y="660830"/>
                  </a:lnTo>
                  <a:lnTo>
                    <a:pt x="417602" y="660154"/>
                  </a:lnTo>
                  <a:lnTo>
                    <a:pt x="416751" y="659961"/>
                  </a:lnTo>
                  <a:lnTo>
                    <a:pt x="415995" y="659864"/>
                  </a:lnTo>
                  <a:lnTo>
                    <a:pt x="415239" y="659671"/>
                  </a:lnTo>
                  <a:lnTo>
                    <a:pt x="414388" y="659477"/>
                  </a:lnTo>
                  <a:lnTo>
                    <a:pt x="413538" y="659091"/>
                  </a:lnTo>
                  <a:lnTo>
                    <a:pt x="412876" y="658511"/>
                  </a:lnTo>
                  <a:lnTo>
                    <a:pt x="411836" y="658027"/>
                  </a:lnTo>
                  <a:lnTo>
                    <a:pt x="411269" y="657834"/>
                  </a:lnTo>
                  <a:lnTo>
                    <a:pt x="410702" y="657737"/>
                  </a:lnTo>
                  <a:lnTo>
                    <a:pt x="409473" y="657351"/>
                  </a:lnTo>
                  <a:lnTo>
                    <a:pt x="408811" y="656771"/>
                  </a:lnTo>
                  <a:lnTo>
                    <a:pt x="408244" y="656384"/>
                  </a:lnTo>
                  <a:lnTo>
                    <a:pt x="407488" y="656578"/>
                  </a:lnTo>
                  <a:lnTo>
                    <a:pt x="406732" y="656578"/>
                  </a:lnTo>
                  <a:lnTo>
                    <a:pt x="406165" y="656384"/>
                  </a:lnTo>
                  <a:lnTo>
                    <a:pt x="405314" y="655804"/>
                  </a:lnTo>
                  <a:lnTo>
                    <a:pt x="404274" y="654644"/>
                  </a:lnTo>
                  <a:lnTo>
                    <a:pt x="403802" y="654355"/>
                  </a:lnTo>
                  <a:lnTo>
                    <a:pt x="402856" y="653871"/>
                  </a:lnTo>
                  <a:lnTo>
                    <a:pt x="402100" y="653678"/>
                  </a:lnTo>
                  <a:lnTo>
                    <a:pt x="401155" y="653775"/>
                  </a:lnTo>
                  <a:lnTo>
                    <a:pt x="400399" y="653678"/>
                  </a:lnTo>
                  <a:lnTo>
                    <a:pt x="399832" y="653485"/>
                  </a:lnTo>
                  <a:lnTo>
                    <a:pt x="399454" y="653098"/>
                  </a:lnTo>
                  <a:lnTo>
                    <a:pt x="398792" y="652518"/>
                  </a:lnTo>
                  <a:lnTo>
                    <a:pt x="397847" y="652035"/>
                  </a:lnTo>
                  <a:lnTo>
                    <a:pt x="397280" y="651841"/>
                  </a:lnTo>
                  <a:lnTo>
                    <a:pt x="396334" y="651552"/>
                  </a:lnTo>
                  <a:lnTo>
                    <a:pt x="395673" y="651165"/>
                  </a:lnTo>
                  <a:lnTo>
                    <a:pt x="395295" y="650682"/>
                  </a:lnTo>
                  <a:lnTo>
                    <a:pt x="394917" y="650295"/>
                  </a:lnTo>
                  <a:lnTo>
                    <a:pt x="394349" y="650102"/>
                  </a:lnTo>
                  <a:lnTo>
                    <a:pt x="393688" y="650005"/>
                  </a:lnTo>
                  <a:lnTo>
                    <a:pt x="392175" y="650005"/>
                  </a:lnTo>
                  <a:lnTo>
                    <a:pt x="391419" y="649908"/>
                  </a:lnTo>
                  <a:lnTo>
                    <a:pt x="390663" y="649425"/>
                  </a:lnTo>
                  <a:lnTo>
                    <a:pt x="390096" y="648845"/>
                  </a:lnTo>
                  <a:lnTo>
                    <a:pt x="389340" y="648459"/>
                  </a:lnTo>
                  <a:lnTo>
                    <a:pt x="388678" y="648265"/>
                  </a:lnTo>
                  <a:lnTo>
                    <a:pt x="387922" y="647782"/>
                  </a:lnTo>
                  <a:lnTo>
                    <a:pt x="387260" y="647202"/>
                  </a:lnTo>
                  <a:lnTo>
                    <a:pt x="386693" y="646912"/>
                  </a:lnTo>
                  <a:lnTo>
                    <a:pt x="386126" y="646622"/>
                  </a:lnTo>
                  <a:lnTo>
                    <a:pt x="385559" y="646525"/>
                  </a:lnTo>
                  <a:lnTo>
                    <a:pt x="384614" y="646429"/>
                  </a:lnTo>
                  <a:lnTo>
                    <a:pt x="383763" y="646139"/>
                  </a:lnTo>
                  <a:lnTo>
                    <a:pt x="383007" y="645849"/>
                  </a:lnTo>
                  <a:lnTo>
                    <a:pt x="382534" y="645462"/>
                  </a:lnTo>
                  <a:lnTo>
                    <a:pt x="381967" y="645076"/>
                  </a:lnTo>
                  <a:lnTo>
                    <a:pt x="381211" y="644786"/>
                  </a:lnTo>
                  <a:lnTo>
                    <a:pt x="380549" y="644689"/>
                  </a:lnTo>
                  <a:lnTo>
                    <a:pt x="379793" y="644592"/>
                  </a:lnTo>
                  <a:lnTo>
                    <a:pt x="379131" y="644302"/>
                  </a:lnTo>
                  <a:lnTo>
                    <a:pt x="378470" y="643819"/>
                  </a:lnTo>
                  <a:lnTo>
                    <a:pt x="377524" y="643046"/>
                  </a:lnTo>
                  <a:lnTo>
                    <a:pt x="376863" y="642563"/>
                  </a:lnTo>
                  <a:lnTo>
                    <a:pt x="376201" y="642369"/>
                  </a:lnTo>
                  <a:lnTo>
                    <a:pt x="375539" y="642273"/>
                  </a:lnTo>
                  <a:lnTo>
                    <a:pt x="374783" y="642369"/>
                  </a:lnTo>
                  <a:lnTo>
                    <a:pt x="373460" y="641983"/>
                  </a:lnTo>
                  <a:lnTo>
                    <a:pt x="372798" y="641499"/>
                  </a:lnTo>
                  <a:lnTo>
                    <a:pt x="372326" y="641016"/>
                  </a:lnTo>
                  <a:lnTo>
                    <a:pt x="371853" y="640726"/>
                  </a:lnTo>
                  <a:lnTo>
                    <a:pt x="371191" y="640533"/>
                  </a:lnTo>
                  <a:lnTo>
                    <a:pt x="370246" y="640340"/>
                  </a:lnTo>
                  <a:lnTo>
                    <a:pt x="369017" y="640050"/>
                  </a:lnTo>
                  <a:lnTo>
                    <a:pt x="368356" y="639663"/>
                  </a:lnTo>
                  <a:lnTo>
                    <a:pt x="367883" y="639180"/>
                  </a:lnTo>
                  <a:lnTo>
                    <a:pt x="367316" y="638793"/>
                  </a:lnTo>
                  <a:lnTo>
                    <a:pt x="366560" y="638696"/>
                  </a:lnTo>
                  <a:lnTo>
                    <a:pt x="365709" y="638600"/>
                  </a:lnTo>
                  <a:lnTo>
                    <a:pt x="364953" y="638213"/>
                  </a:lnTo>
                  <a:lnTo>
                    <a:pt x="364291" y="637826"/>
                  </a:lnTo>
                  <a:lnTo>
                    <a:pt x="363818" y="637440"/>
                  </a:lnTo>
                  <a:lnTo>
                    <a:pt x="362779" y="636763"/>
                  </a:lnTo>
                  <a:lnTo>
                    <a:pt x="361834" y="636570"/>
                  </a:lnTo>
                  <a:lnTo>
                    <a:pt x="361172" y="636377"/>
                  </a:lnTo>
                  <a:lnTo>
                    <a:pt x="360416" y="636087"/>
                  </a:lnTo>
                  <a:lnTo>
                    <a:pt x="359659" y="635603"/>
                  </a:lnTo>
                  <a:lnTo>
                    <a:pt x="358903" y="635023"/>
                  </a:lnTo>
                  <a:lnTo>
                    <a:pt x="358242" y="634540"/>
                  </a:lnTo>
                  <a:lnTo>
                    <a:pt x="357485" y="634250"/>
                  </a:lnTo>
                  <a:lnTo>
                    <a:pt x="356824" y="634154"/>
                  </a:lnTo>
                  <a:lnTo>
                    <a:pt x="356351" y="634830"/>
                  </a:lnTo>
                  <a:lnTo>
                    <a:pt x="355122" y="634637"/>
                  </a:lnTo>
                  <a:lnTo>
                    <a:pt x="354650" y="633767"/>
                  </a:lnTo>
                  <a:lnTo>
                    <a:pt x="353988" y="633090"/>
                  </a:lnTo>
                  <a:lnTo>
                    <a:pt x="353326" y="632897"/>
                  </a:lnTo>
                  <a:lnTo>
                    <a:pt x="352476" y="632897"/>
                  </a:lnTo>
                  <a:lnTo>
                    <a:pt x="351814" y="632704"/>
                  </a:lnTo>
                  <a:lnTo>
                    <a:pt x="351247" y="632510"/>
                  </a:lnTo>
                  <a:lnTo>
                    <a:pt x="350585" y="632124"/>
                  </a:lnTo>
                  <a:lnTo>
                    <a:pt x="349924" y="631737"/>
                  </a:lnTo>
                  <a:lnTo>
                    <a:pt x="349262" y="631254"/>
                  </a:lnTo>
                  <a:lnTo>
                    <a:pt x="348600" y="630964"/>
                  </a:lnTo>
                  <a:lnTo>
                    <a:pt x="348128" y="630577"/>
                  </a:lnTo>
                  <a:lnTo>
                    <a:pt x="347371" y="630191"/>
                  </a:lnTo>
                  <a:lnTo>
                    <a:pt x="345765" y="629611"/>
                  </a:lnTo>
                  <a:lnTo>
                    <a:pt x="345292" y="629321"/>
                  </a:lnTo>
                  <a:lnTo>
                    <a:pt x="344725" y="629031"/>
                  </a:lnTo>
                  <a:lnTo>
                    <a:pt x="343969" y="628741"/>
                  </a:lnTo>
                  <a:lnTo>
                    <a:pt x="342645" y="628451"/>
                  </a:lnTo>
                  <a:lnTo>
                    <a:pt x="342078" y="628258"/>
                  </a:lnTo>
                  <a:lnTo>
                    <a:pt x="341606" y="627871"/>
                  </a:lnTo>
                  <a:lnTo>
                    <a:pt x="341322" y="627291"/>
                  </a:lnTo>
                  <a:lnTo>
                    <a:pt x="340944" y="626904"/>
                  </a:lnTo>
                  <a:lnTo>
                    <a:pt x="340471" y="626421"/>
                  </a:lnTo>
                  <a:lnTo>
                    <a:pt x="339337" y="626228"/>
                  </a:lnTo>
                  <a:lnTo>
                    <a:pt x="338581" y="626325"/>
                  </a:lnTo>
                  <a:lnTo>
                    <a:pt x="337919" y="626228"/>
                  </a:lnTo>
                  <a:lnTo>
                    <a:pt x="337352" y="625841"/>
                  </a:lnTo>
                  <a:lnTo>
                    <a:pt x="336785" y="625551"/>
                  </a:lnTo>
                  <a:lnTo>
                    <a:pt x="336218" y="624778"/>
                  </a:lnTo>
                  <a:lnTo>
                    <a:pt x="335745" y="624295"/>
                  </a:lnTo>
                  <a:lnTo>
                    <a:pt x="335273" y="624005"/>
                  </a:lnTo>
                  <a:lnTo>
                    <a:pt x="334516" y="623715"/>
                  </a:lnTo>
                  <a:lnTo>
                    <a:pt x="333288" y="623715"/>
                  </a:lnTo>
                  <a:lnTo>
                    <a:pt x="332531" y="623522"/>
                  </a:lnTo>
                  <a:lnTo>
                    <a:pt x="331775" y="623038"/>
                  </a:lnTo>
                  <a:lnTo>
                    <a:pt x="331114" y="622458"/>
                  </a:lnTo>
                  <a:lnTo>
                    <a:pt x="330357" y="622362"/>
                  </a:lnTo>
                  <a:lnTo>
                    <a:pt x="329790" y="622265"/>
                  </a:lnTo>
                  <a:lnTo>
                    <a:pt x="329223" y="622265"/>
                  </a:lnTo>
                  <a:lnTo>
                    <a:pt x="328750" y="622168"/>
                  </a:lnTo>
                  <a:lnTo>
                    <a:pt x="328183" y="621685"/>
                  </a:lnTo>
                  <a:lnTo>
                    <a:pt x="327522" y="620912"/>
                  </a:lnTo>
                  <a:lnTo>
                    <a:pt x="326955" y="620525"/>
                  </a:lnTo>
                  <a:lnTo>
                    <a:pt x="326104" y="620429"/>
                  </a:lnTo>
                  <a:lnTo>
                    <a:pt x="325253" y="620525"/>
                  </a:lnTo>
                  <a:lnTo>
                    <a:pt x="324591" y="620139"/>
                  </a:lnTo>
                  <a:lnTo>
                    <a:pt x="324119" y="619945"/>
                  </a:lnTo>
                  <a:lnTo>
                    <a:pt x="323646" y="619559"/>
                  </a:lnTo>
                  <a:lnTo>
                    <a:pt x="322796" y="618979"/>
                  </a:lnTo>
                  <a:lnTo>
                    <a:pt x="322039" y="618785"/>
                  </a:lnTo>
                  <a:lnTo>
                    <a:pt x="321094" y="618592"/>
                  </a:lnTo>
                  <a:lnTo>
                    <a:pt x="320243" y="618109"/>
                  </a:lnTo>
                  <a:lnTo>
                    <a:pt x="319487" y="617722"/>
                  </a:lnTo>
                  <a:lnTo>
                    <a:pt x="318826" y="617336"/>
                  </a:lnTo>
                  <a:lnTo>
                    <a:pt x="317691" y="616949"/>
                  </a:lnTo>
                  <a:lnTo>
                    <a:pt x="316935" y="616852"/>
                  </a:lnTo>
                  <a:lnTo>
                    <a:pt x="316368" y="616659"/>
                  </a:lnTo>
                  <a:lnTo>
                    <a:pt x="315706" y="616369"/>
                  </a:lnTo>
                  <a:lnTo>
                    <a:pt x="315234" y="616079"/>
                  </a:lnTo>
                  <a:lnTo>
                    <a:pt x="314667" y="615692"/>
                  </a:lnTo>
                  <a:lnTo>
                    <a:pt x="314005" y="615209"/>
                  </a:lnTo>
                  <a:lnTo>
                    <a:pt x="313343" y="614823"/>
                  </a:lnTo>
                  <a:lnTo>
                    <a:pt x="312587" y="614726"/>
                  </a:lnTo>
                  <a:lnTo>
                    <a:pt x="311831" y="614629"/>
                  </a:lnTo>
                  <a:lnTo>
                    <a:pt x="310886" y="614436"/>
                  </a:lnTo>
                  <a:lnTo>
                    <a:pt x="310129" y="613953"/>
                  </a:lnTo>
                  <a:lnTo>
                    <a:pt x="309562" y="613953"/>
                  </a:lnTo>
                  <a:lnTo>
                    <a:pt x="308995" y="613663"/>
                  </a:lnTo>
                  <a:lnTo>
                    <a:pt x="308523" y="613083"/>
                  </a:lnTo>
                  <a:lnTo>
                    <a:pt x="308050" y="612503"/>
                  </a:lnTo>
                  <a:lnTo>
                    <a:pt x="307577" y="612116"/>
                  </a:lnTo>
                  <a:lnTo>
                    <a:pt x="306443" y="612020"/>
                  </a:lnTo>
                  <a:lnTo>
                    <a:pt x="305592" y="611923"/>
                  </a:lnTo>
                  <a:lnTo>
                    <a:pt x="304931" y="611730"/>
                  </a:lnTo>
                  <a:lnTo>
                    <a:pt x="304458" y="611343"/>
                  </a:lnTo>
                  <a:lnTo>
                    <a:pt x="303702" y="610763"/>
                  </a:lnTo>
                  <a:lnTo>
                    <a:pt x="302946" y="610376"/>
                  </a:lnTo>
                  <a:lnTo>
                    <a:pt x="301339" y="610183"/>
                  </a:lnTo>
                  <a:lnTo>
                    <a:pt x="300866" y="610086"/>
                  </a:lnTo>
                  <a:lnTo>
                    <a:pt x="300394" y="609797"/>
                  </a:lnTo>
                  <a:lnTo>
                    <a:pt x="299732" y="609217"/>
                  </a:lnTo>
                  <a:lnTo>
                    <a:pt x="299165" y="608830"/>
                  </a:lnTo>
                  <a:lnTo>
                    <a:pt x="298692" y="608637"/>
                  </a:lnTo>
                  <a:lnTo>
                    <a:pt x="298030" y="608540"/>
                  </a:lnTo>
                  <a:lnTo>
                    <a:pt x="296896" y="608540"/>
                  </a:lnTo>
                  <a:lnTo>
                    <a:pt x="296046" y="608347"/>
                  </a:lnTo>
                  <a:lnTo>
                    <a:pt x="295384" y="608153"/>
                  </a:lnTo>
                  <a:lnTo>
                    <a:pt x="294722" y="607670"/>
                  </a:lnTo>
                  <a:lnTo>
                    <a:pt x="293588" y="606897"/>
                  </a:lnTo>
                  <a:lnTo>
                    <a:pt x="292926" y="606510"/>
                  </a:lnTo>
                  <a:lnTo>
                    <a:pt x="291886" y="606220"/>
                  </a:lnTo>
                  <a:lnTo>
                    <a:pt x="290658" y="605737"/>
                  </a:lnTo>
                  <a:lnTo>
                    <a:pt x="290091" y="605157"/>
                  </a:lnTo>
                  <a:lnTo>
                    <a:pt x="289618" y="604770"/>
                  </a:lnTo>
                  <a:lnTo>
                    <a:pt x="288956" y="604384"/>
                  </a:lnTo>
                  <a:lnTo>
                    <a:pt x="287917" y="604287"/>
                  </a:lnTo>
                  <a:lnTo>
                    <a:pt x="286499" y="603901"/>
                  </a:lnTo>
                  <a:lnTo>
                    <a:pt x="285932" y="603514"/>
                  </a:lnTo>
                  <a:lnTo>
                    <a:pt x="285459" y="602934"/>
                  </a:lnTo>
                  <a:lnTo>
                    <a:pt x="284608" y="602257"/>
                  </a:lnTo>
                  <a:lnTo>
                    <a:pt x="283947" y="602161"/>
                  </a:lnTo>
                  <a:lnTo>
                    <a:pt x="283001" y="601967"/>
                  </a:lnTo>
                  <a:lnTo>
                    <a:pt x="282434" y="601774"/>
                  </a:lnTo>
                  <a:lnTo>
                    <a:pt x="281867" y="601484"/>
                  </a:lnTo>
                  <a:lnTo>
                    <a:pt x="281016" y="601001"/>
                  </a:lnTo>
                  <a:lnTo>
                    <a:pt x="280355" y="600421"/>
                  </a:lnTo>
                  <a:lnTo>
                    <a:pt x="279599" y="600131"/>
                  </a:lnTo>
                  <a:lnTo>
                    <a:pt x="278559" y="599744"/>
                  </a:lnTo>
                  <a:lnTo>
                    <a:pt x="277803" y="599648"/>
                  </a:lnTo>
                  <a:lnTo>
                    <a:pt x="277141" y="599358"/>
                  </a:lnTo>
                  <a:lnTo>
                    <a:pt x="276007" y="599068"/>
                  </a:lnTo>
                  <a:lnTo>
                    <a:pt x="275250" y="598391"/>
                  </a:lnTo>
                  <a:lnTo>
                    <a:pt x="274683" y="598005"/>
                  </a:lnTo>
                  <a:lnTo>
                    <a:pt x="274116" y="597715"/>
                  </a:lnTo>
                  <a:lnTo>
                    <a:pt x="273549" y="597618"/>
                  </a:lnTo>
                  <a:lnTo>
                    <a:pt x="272793" y="597328"/>
                  </a:lnTo>
                  <a:lnTo>
                    <a:pt x="272226" y="597135"/>
                  </a:lnTo>
                  <a:lnTo>
                    <a:pt x="271659" y="596941"/>
                  </a:lnTo>
                  <a:lnTo>
                    <a:pt x="270902" y="596458"/>
                  </a:lnTo>
                  <a:lnTo>
                    <a:pt x="270052" y="595878"/>
                  </a:lnTo>
                  <a:lnTo>
                    <a:pt x="268917" y="595685"/>
                  </a:lnTo>
                  <a:lnTo>
                    <a:pt x="268161" y="595588"/>
                  </a:lnTo>
                  <a:lnTo>
                    <a:pt x="267216" y="595202"/>
                  </a:lnTo>
                  <a:lnTo>
                    <a:pt x="266649" y="595008"/>
                  </a:lnTo>
                  <a:lnTo>
                    <a:pt x="266082" y="594815"/>
                  </a:lnTo>
                  <a:lnTo>
                    <a:pt x="265515" y="594428"/>
                  </a:lnTo>
                  <a:lnTo>
                    <a:pt x="264758" y="593945"/>
                  </a:lnTo>
                  <a:lnTo>
                    <a:pt x="264286" y="593268"/>
                  </a:lnTo>
                  <a:lnTo>
                    <a:pt x="263435" y="592689"/>
                  </a:lnTo>
                  <a:lnTo>
                    <a:pt x="262584" y="592785"/>
                  </a:lnTo>
                  <a:lnTo>
                    <a:pt x="261167" y="592785"/>
                  </a:lnTo>
                  <a:lnTo>
                    <a:pt x="260694" y="592495"/>
                  </a:lnTo>
                  <a:lnTo>
                    <a:pt x="260032" y="592012"/>
                  </a:lnTo>
                  <a:lnTo>
                    <a:pt x="259371" y="591529"/>
                  </a:lnTo>
                  <a:lnTo>
                    <a:pt x="258142" y="591142"/>
                  </a:lnTo>
                  <a:lnTo>
                    <a:pt x="257102" y="591045"/>
                  </a:lnTo>
                  <a:lnTo>
                    <a:pt x="255873" y="589886"/>
                  </a:lnTo>
                  <a:lnTo>
                    <a:pt x="254833" y="589499"/>
                  </a:lnTo>
                  <a:lnTo>
                    <a:pt x="253983" y="589499"/>
                  </a:lnTo>
                  <a:lnTo>
                    <a:pt x="253321" y="589016"/>
                  </a:lnTo>
                  <a:lnTo>
                    <a:pt x="252754" y="588242"/>
                  </a:lnTo>
                  <a:lnTo>
                    <a:pt x="252281" y="587952"/>
                  </a:lnTo>
                  <a:lnTo>
                    <a:pt x="251431" y="588049"/>
                  </a:lnTo>
                  <a:lnTo>
                    <a:pt x="250580" y="587759"/>
                  </a:lnTo>
                  <a:lnTo>
                    <a:pt x="249729" y="586889"/>
                  </a:lnTo>
                  <a:lnTo>
                    <a:pt x="249162" y="586696"/>
                  </a:lnTo>
                  <a:lnTo>
                    <a:pt x="248500" y="586599"/>
                  </a:lnTo>
                  <a:lnTo>
                    <a:pt x="247744" y="586019"/>
                  </a:lnTo>
                  <a:lnTo>
                    <a:pt x="246799" y="586116"/>
                  </a:lnTo>
                  <a:lnTo>
                    <a:pt x="246326" y="585826"/>
                  </a:lnTo>
                  <a:lnTo>
                    <a:pt x="245854" y="585343"/>
                  </a:lnTo>
                  <a:lnTo>
                    <a:pt x="244152" y="584956"/>
                  </a:lnTo>
                  <a:lnTo>
                    <a:pt x="243207" y="584859"/>
                  </a:lnTo>
                  <a:lnTo>
                    <a:pt x="242262" y="584570"/>
                  </a:lnTo>
                  <a:lnTo>
                    <a:pt x="241695" y="584183"/>
                  </a:lnTo>
                  <a:lnTo>
                    <a:pt x="241222" y="583700"/>
                  </a:lnTo>
                  <a:lnTo>
                    <a:pt x="240844" y="583410"/>
                  </a:lnTo>
                  <a:lnTo>
                    <a:pt x="240277" y="582926"/>
                  </a:lnTo>
                  <a:lnTo>
                    <a:pt x="239804" y="582733"/>
                  </a:lnTo>
                  <a:lnTo>
                    <a:pt x="238292" y="582636"/>
                  </a:lnTo>
                  <a:lnTo>
                    <a:pt x="237536" y="582830"/>
                  </a:lnTo>
                  <a:lnTo>
                    <a:pt x="236496" y="582540"/>
                  </a:lnTo>
                  <a:lnTo>
                    <a:pt x="235551" y="582056"/>
                  </a:lnTo>
                  <a:lnTo>
                    <a:pt x="234133" y="581767"/>
                  </a:lnTo>
                  <a:lnTo>
                    <a:pt x="233093" y="581090"/>
                  </a:lnTo>
                  <a:lnTo>
                    <a:pt x="232432" y="580703"/>
                  </a:lnTo>
                  <a:lnTo>
                    <a:pt x="231770" y="580703"/>
                  </a:lnTo>
                  <a:lnTo>
                    <a:pt x="231108" y="580317"/>
                  </a:lnTo>
                  <a:lnTo>
                    <a:pt x="230541" y="579543"/>
                  </a:lnTo>
                  <a:lnTo>
                    <a:pt x="229407" y="579253"/>
                  </a:lnTo>
                  <a:lnTo>
                    <a:pt x="228651" y="579157"/>
                  </a:lnTo>
                  <a:lnTo>
                    <a:pt x="228178" y="578577"/>
                  </a:lnTo>
                  <a:lnTo>
                    <a:pt x="227705" y="578094"/>
                  </a:lnTo>
                  <a:lnTo>
                    <a:pt x="226666" y="577610"/>
                  </a:lnTo>
                  <a:lnTo>
                    <a:pt x="225720" y="577514"/>
                  </a:lnTo>
                  <a:lnTo>
                    <a:pt x="224681" y="577417"/>
                  </a:lnTo>
                  <a:lnTo>
                    <a:pt x="224114" y="576837"/>
                  </a:lnTo>
                  <a:lnTo>
                    <a:pt x="223168" y="576257"/>
                  </a:lnTo>
                  <a:lnTo>
                    <a:pt x="222318" y="576161"/>
                  </a:lnTo>
                  <a:lnTo>
                    <a:pt x="221372" y="575967"/>
                  </a:lnTo>
                  <a:lnTo>
                    <a:pt x="220144" y="575871"/>
                  </a:lnTo>
                  <a:lnTo>
                    <a:pt x="219104" y="575581"/>
                  </a:lnTo>
                  <a:lnTo>
                    <a:pt x="217970" y="575001"/>
                  </a:lnTo>
                  <a:lnTo>
                    <a:pt x="216930" y="574421"/>
                  </a:lnTo>
                  <a:lnTo>
                    <a:pt x="215985" y="574131"/>
                  </a:lnTo>
                  <a:lnTo>
                    <a:pt x="215228" y="573454"/>
                  </a:lnTo>
                  <a:lnTo>
                    <a:pt x="214661" y="573068"/>
                  </a:lnTo>
                  <a:lnTo>
                    <a:pt x="213716" y="572874"/>
                  </a:lnTo>
                  <a:lnTo>
                    <a:pt x="212865" y="572874"/>
                  </a:lnTo>
                  <a:lnTo>
                    <a:pt x="212393" y="572488"/>
                  </a:lnTo>
                  <a:lnTo>
                    <a:pt x="211164" y="572101"/>
                  </a:lnTo>
                  <a:lnTo>
                    <a:pt x="209935" y="571714"/>
                  </a:lnTo>
                  <a:lnTo>
                    <a:pt x="208990" y="571424"/>
                  </a:lnTo>
                  <a:lnTo>
                    <a:pt x="208045" y="570651"/>
                  </a:lnTo>
                  <a:lnTo>
                    <a:pt x="207194" y="570458"/>
                  </a:lnTo>
                  <a:lnTo>
                    <a:pt x="206060" y="569878"/>
                  </a:lnTo>
                  <a:lnTo>
                    <a:pt x="205398" y="569298"/>
                  </a:lnTo>
                  <a:lnTo>
                    <a:pt x="204358" y="568911"/>
                  </a:lnTo>
                  <a:lnTo>
                    <a:pt x="203886" y="568911"/>
                  </a:lnTo>
                  <a:lnTo>
                    <a:pt x="203129" y="568718"/>
                  </a:lnTo>
                  <a:lnTo>
                    <a:pt x="202279" y="568235"/>
                  </a:lnTo>
                  <a:lnTo>
                    <a:pt x="201144" y="567945"/>
                  </a:lnTo>
                  <a:lnTo>
                    <a:pt x="200010" y="567462"/>
                  </a:lnTo>
                  <a:lnTo>
                    <a:pt x="198403" y="566495"/>
                  </a:lnTo>
                  <a:lnTo>
                    <a:pt x="197364" y="566108"/>
                  </a:lnTo>
                  <a:lnTo>
                    <a:pt x="196513" y="565722"/>
                  </a:lnTo>
                  <a:lnTo>
                    <a:pt x="195284" y="565239"/>
                  </a:lnTo>
                  <a:lnTo>
                    <a:pt x="194811" y="565239"/>
                  </a:lnTo>
                  <a:lnTo>
                    <a:pt x="193772" y="564852"/>
                  </a:lnTo>
                  <a:lnTo>
                    <a:pt x="193110" y="564562"/>
                  </a:lnTo>
                  <a:lnTo>
                    <a:pt x="191503" y="563692"/>
                  </a:lnTo>
                  <a:lnTo>
                    <a:pt x="190463" y="563209"/>
                  </a:lnTo>
                  <a:lnTo>
                    <a:pt x="189235" y="562822"/>
                  </a:lnTo>
                  <a:lnTo>
                    <a:pt x="188289" y="562049"/>
                  </a:lnTo>
                  <a:lnTo>
                    <a:pt x="187250" y="561276"/>
                  </a:lnTo>
                  <a:lnTo>
                    <a:pt x="185454" y="560212"/>
                  </a:lnTo>
                  <a:lnTo>
                    <a:pt x="183374" y="559633"/>
                  </a:lnTo>
                  <a:lnTo>
                    <a:pt x="181578" y="558859"/>
                  </a:lnTo>
                  <a:lnTo>
                    <a:pt x="180349" y="558279"/>
                  </a:lnTo>
                  <a:lnTo>
                    <a:pt x="179121" y="557603"/>
                  </a:lnTo>
                  <a:lnTo>
                    <a:pt x="176757" y="556733"/>
                  </a:lnTo>
                  <a:lnTo>
                    <a:pt x="175340" y="556443"/>
                  </a:lnTo>
                  <a:lnTo>
                    <a:pt x="173922" y="555766"/>
                  </a:lnTo>
                  <a:lnTo>
                    <a:pt x="172693" y="555476"/>
                  </a:lnTo>
                  <a:lnTo>
                    <a:pt x="171842" y="555186"/>
                  </a:lnTo>
                  <a:lnTo>
                    <a:pt x="171086" y="554606"/>
                  </a:lnTo>
                  <a:lnTo>
                    <a:pt x="170424" y="554413"/>
                  </a:lnTo>
                  <a:lnTo>
                    <a:pt x="168912" y="553640"/>
                  </a:lnTo>
                  <a:lnTo>
                    <a:pt x="167494" y="553350"/>
                  </a:lnTo>
                  <a:lnTo>
                    <a:pt x="166454" y="552963"/>
                  </a:lnTo>
                  <a:lnTo>
                    <a:pt x="165131" y="552287"/>
                  </a:lnTo>
                  <a:lnTo>
                    <a:pt x="163808" y="551900"/>
                  </a:lnTo>
                  <a:lnTo>
                    <a:pt x="162957" y="551417"/>
                  </a:lnTo>
                  <a:lnTo>
                    <a:pt x="161823" y="551224"/>
                  </a:lnTo>
                  <a:lnTo>
                    <a:pt x="160310" y="550547"/>
                  </a:lnTo>
                  <a:lnTo>
                    <a:pt x="159176" y="549870"/>
                  </a:lnTo>
                  <a:lnTo>
                    <a:pt x="157569" y="549194"/>
                  </a:lnTo>
                  <a:lnTo>
                    <a:pt x="155490" y="548131"/>
                  </a:lnTo>
                  <a:lnTo>
                    <a:pt x="154166" y="547551"/>
                  </a:lnTo>
                  <a:lnTo>
                    <a:pt x="152654" y="546971"/>
                  </a:lnTo>
                  <a:lnTo>
                    <a:pt x="151331" y="546391"/>
                  </a:lnTo>
                  <a:lnTo>
                    <a:pt x="149629" y="546004"/>
                  </a:lnTo>
                  <a:lnTo>
                    <a:pt x="148117" y="545231"/>
                  </a:lnTo>
                  <a:lnTo>
                    <a:pt x="146794" y="544941"/>
                  </a:lnTo>
                  <a:lnTo>
                    <a:pt x="145376" y="544168"/>
                  </a:lnTo>
                  <a:lnTo>
                    <a:pt x="143863" y="543588"/>
                  </a:lnTo>
                  <a:lnTo>
                    <a:pt x="142635" y="542815"/>
                  </a:lnTo>
                  <a:lnTo>
                    <a:pt x="141406" y="542621"/>
                  </a:lnTo>
                  <a:lnTo>
                    <a:pt x="140083" y="542041"/>
                  </a:lnTo>
                  <a:lnTo>
                    <a:pt x="139137" y="541848"/>
                  </a:lnTo>
                  <a:lnTo>
                    <a:pt x="138003" y="541075"/>
                  </a:lnTo>
                  <a:lnTo>
                    <a:pt x="136963" y="540495"/>
                  </a:lnTo>
                  <a:lnTo>
                    <a:pt x="136018" y="540301"/>
                  </a:lnTo>
                  <a:lnTo>
                    <a:pt x="135356" y="539818"/>
                  </a:lnTo>
                  <a:lnTo>
                    <a:pt x="134789" y="539528"/>
                  </a:lnTo>
                  <a:lnTo>
                    <a:pt x="133844" y="539238"/>
                  </a:lnTo>
                  <a:lnTo>
                    <a:pt x="132048" y="538658"/>
                  </a:lnTo>
                  <a:lnTo>
                    <a:pt x="130536" y="538175"/>
                  </a:lnTo>
                  <a:lnTo>
                    <a:pt x="128929" y="537498"/>
                  </a:lnTo>
                  <a:lnTo>
                    <a:pt x="127227" y="536919"/>
                  </a:lnTo>
                  <a:lnTo>
                    <a:pt x="125810" y="536242"/>
                  </a:lnTo>
                  <a:lnTo>
                    <a:pt x="124297" y="535759"/>
                  </a:lnTo>
                  <a:lnTo>
                    <a:pt x="122407" y="535082"/>
                  </a:lnTo>
                  <a:lnTo>
                    <a:pt x="121178" y="534792"/>
                  </a:lnTo>
                  <a:lnTo>
                    <a:pt x="119949" y="534019"/>
                  </a:lnTo>
                  <a:lnTo>
                    <a:pt x="118626" y="533826"/>
                  </a:lnTo>
                  <a:lnTo>
                    <a:pt x="117586" y="533536"/>
                  </a:lnTo>
                  <a:lnTo>
                    <a:pt x="116830" y="533149"/>
                  </a:lnTo>
                  <a:lnTo>
                    <a:pt x="115223" y="532762"/>
                  </a:lnTo>
                  <a:lnTo>
                    <a:pt x="113900" y="532279"/>
                  </a:lnTo>
                  <a:lnTo>
                    <a:pt x="112387" y="531796"/>
                  </a:lnTo>
                  <a:lnTo>
                    <a:pt x="111159" y="531409"/>
                  </a:lnTo>
                  <a:lnTo>
                    <a:pt x="110213" y="530636"/>
                  </a:lnTo>
                  <a:lnTo>
                    <a:pt x="109079" y="530636"/>
                  </a:lnTo>
                  <a:lnTo>
                    <a:pt x="107661" y="529863"/>
                  </a:lnTo>
                  <a:lnTo>
                    <a:pt x="106905" y="529573"/>
                  </a:lnTo>
                  <a:lnTo>
                    <a:pt x="106149" y="528993"/>
                  </a:lnTo>
                  <a:lnTo>
                    <a:pt x="105298" y="528800"/>
                  </a:lnTo>
                  <a:lnTo>
                    <a:pt x="103880" y="528316"/>
                  </a:lnTo>
                  <a:lnTo>
                    <a:pt x="102841" y="527833"/>
                  </a:lnTo>
                  <a:lnTo>
                    <a:pt x="101895" y="527640"/>
                  </a:lnTo>
                  <a:lnTo>
                    <a:pt x="100572" y="527543"/>
                  </a:lnTo>
                  <a:lnTo>
                    <a:pt x="99343" y="527446"/>
                  </a:lnTo>
                  <a:lnTo>
                    <a:pt x="98398" y="527156"/>
                  </a:lnTo>
                  <a:lnTo>
                    <a:pt x="97264" y="526963"/>
                  </a:lnTo>
                  <a:lnTo>
                    <a:pt x="96507" y="527156"/>
                  </a:lnTo>
                  <a:lnTo>
                    <a:pt x="95184" y="526576"/>
                  </a:lnTo>
                  <a:lnTo>
                    <a:pt x="94428" y="526576"/>
                  </a:lnTo>
                  <a:lnTo>
                    <a:pt x="93483" y="526383"/>
                  </a:lnTo>
                  <a:lnTo>
                    <a:pt x="92348" y="526287"/>
                  </a:lnTo>
                  <a:lnTo>
                    <a:pt x="90553" y="526190"/>
                  </a:lnTo>
                  <a:lnTo>
                    <a:pt x="88378" y="526383"/>
                  </a:lnTo>
                  <a:lnTo>
                    <a:pt x="86772" y="526770"/>
                  </a:lnTo>
                  <a:lnTo>
                    <a:pt x="85070" y="527446"/>
                  </a:lnTo>
                  <a:lnTo>
                    <a:pt x="83841" y="527446"/>
                  </a:lnTo>
                  <a:lnTo>
                    <a:pt x="82896" y="526770"/>
                  </a:lnTo>
                  <a:lnTo>
                    <a:pt x="81762" y="525030"/>
                  </a:lnTo>
                  <a:lnTo>
                    <a:pt x="81006" y="523580"/>
                  </a:lnTo>
                  <a:lnTo>
                    <a:pt x="80722" y="522227"/>
                  </a:lnTo>
                  <a:lnTo>
                    <a:pt x="80060" y="520874"/>
                  </a:lnTo>
                  <a:lnTo>
                    <a:pt x="79399" y="519134"/>
                  </a:lnTo>
                  <a:lnTo>
                    <a:pt x="78454" y="517394"/>
                  </a:lnTo>
                  <a:lnTo>
                    <a:pt x="77225" y="516331"/>
                  </a:lnTo>
                  <a:lnTo>
                    <a:pt x="75618" y="515171"/>
                  </a:lnTo>
                  <a:lnTo>
                    <a:pt x="74200" y="514301"/>
                  </a:lnTo>
                  <a:lnTo>
                    <a:pt x="73349" y="513721"/>
                  </a:lnTo>
                  <a:lnTo>
                    <a:pt x="72215" y="512561"/>
                  </a:lnTo>
                  <a:lnTo>
                    <a:pt x="71081" y="511692"/>
                  </a:lnTo>
                  <a:lnTo>
                    <a:pt x="69379" y="510822"/>
                  </a:lnTo>
                  <a:lnTo>
                    <a:pt x="68056" y="510338"/>
                  </a:lnTo>
                  <a:lnTo>
                    <a:pt x="66355" y="509565"/>
                  </a:lnTo>
                  <a:lnTo>
                    <a:pt x="65126" y="509082"/>
                  </a:lnTo>
                  <a:lnTo>
                    <a:pt x="64086" y="508889"/>
                  </a:lnTo>
                  <a:lnTo>
                    <a:pt x="62952" y="508792"/>
                  </a:lnTo>
                  <a:lnTo>
                    <a:pt x="61628" y="508599"/>
                  </a:lnTo>
                  <a:lnTo>
                    <a:pt x="60683" y="508695"/>
                  </a:lnTo>
                  <a:lnTo>
                    <a:pt x="60022" y="508502"/>
                  </a:lnTo>
                  <a:lnTo>
                    <a:pt x="58604" y="508309"/>
                  </a:lnTo>
                  <a:lnTo>
                    <a:pt x="57753" y="508405"/>
                  </a:lnTo>
                  <a:lnTo>
                    <a:pt x="57091" y="509275"/>
                  </a:lnTo>
                  <a:lnTo>
                    <a:pt x="56713" y="510048"/>
                  </a:lnTo>
                  <a:lnTo>
                    <a:pt x="56335" y="511305"/>
                  </a:lnTo>
                  <a:lnTo>
                    <a:pt x="55674" y="512272"/>
                  </a:lnTo>
                  <a:lnTo>
                    <a:pt x="55484" y="513141"/>
                  </a:lnTo>
                  <a:lnTo>
                    <a:pt x="55390" y="513818"/>
                  </a:lnTo>
                  <a:lnTo>
                    <a:pt x="54539" y="514398"/>
                  </a:lnTo>
                  <a:lnTo>
                    <a:pt x="53972" y="514301"/>
                  </a:lnTo>
                  <a:lnTo>
                    <a:pt x="54161" y="513335"/>
                  </a:lnTo>
                  <a:lnTo>
                    <a:pt x="54539" y="512272"/>
                  </a:lnTo>
                  <a:lnTo>
                    <a:pt x="54917" y="511692"/>
                  </a:lnTo>
                  <a:lnTo>
                    <a:pt x="55295" y="510918"/>
                  </a:lnTo>
                  <a:lnTo>
                    <a:pt x="55106" y="510628"/>
                  </a:lnTo>
                  <a:lnTo>
                    <a:pt x="54445" y="511015"/>
                  </a:lnTo>
                  <a:lnTo>
                    <a:pt x="53972" y="512078"/>
                  </a:lnTo>
                  <a:lnTo>
                    <a:pt x="53216" y="513141"/>
                  </a:lnTo>
                  <a:lnTo>
                    <a:pt x="52460" y="513818"/>
                  </a:lnTo>
                  <a:lnTo>
                    <a:pt x="52271" y="514301"/>
                  </a:lnTo>
                  <a:lnTo>
                    <a:pt x="52271" y="514881"/>
                  </a:lnTo>
                  <a:lnTo>
                    <a:pt x="51893" y="515364"/>
                  </a:lnTo>
                  <a:lnTo>
                    <a:pt x="51325" y="515944"/>
                  </a:lnTo>
                  <a:lnTo>
                    <a:pt x="51136" y="516331"/>
                  </a:lnTo>
                  <a:lnTo>
                    <a:pt x="51231" y="516911"/>
                  </a:lnTo>
                  <a:lnTo>
                    <a:pt x="50569" y="517491"/>
                  </a:lnTo>
                  <a:lnTo>
                    <a:pt x="49530" y="517491"/>
                  </a:lnTo>
                  <a:lnTo>
                    <a:pt x="48584" y="517298"/>
                  </a:lnTo>
                  <a:lnTo>
                    <a:pt x="48584" y="516718"/>
                  </a:lnTo>
                  <a:lnTo>
                    <a:pt x="49341" y="515654"/>
                  </a:lnTo>
                  <a:lnTo>
                    <a:pt x="49530" y="514881"/>
                  </a:lnTo>
                  <a:lnTo>
                    <a:pt x="50097" y="513915"/>
                  </a:lnTo>
                  <a:lnTo>
                    <a:pt x="50097" y="513141"/>
                  </a:lnTo>
                  <a:lnTo>
                    <a:pt x="49435" y="512465"/>
                  </a:lnTo>
                  <a:lnTo>
                    <a:pt x="48962" y="512658"/>
                  </a:lnTo>
                  <a:lnTo>
                    <a:pt x="48679" y="513528"/>
                  </a:lnTo>
                  <a:lnTo>
                    <a:pt x="48112" y="514301"/>
                  </a:lnTo>
                  <a:lnTo>
                    <a:pt x="47450" y="514978"/>
                  </a:lnTo>
                  <a:lnTo>
                    <a:pt x="46599" y="515944"/>
                  </a:lnTo>
                  <a:lnTo>
                    <a:pt x="45843" y="516428"/>
                  </a:lnTo>
                  <a:lnTo>
                    <a:pt x="44992" y="516331"/>
                  </a:lnTo>
                  <a:lnTo>
                    <a:pt x="45087" y="515268"/>
                  </a:lnTo>
                  <a:lnTo>
                    <a:pt x="45276" y="513915"/>
                  </a:lnTo>
                  <a:lnTo>
                    <a:pt x="46032" y="512755"/>
                  </a:lnTo>
                  <a:lnTo>
                    <a:pt x="46599" y="511498"/>
                  </a:lnTo>
                  <a:lnTo>
                    <a:pt x="47639" y="510338"/>
                  </a:lnTo>
                  <a:lnTo>
                    <a:pt x="48679" y="509662"/>
                  </a:lnTo>
                  <a:lnTo>
                    <a:pt x="49435" y="508985"/>
                  </a:lnTo>
                  <a:lnTo>
                    <a:pt x="48868" y="507439"/>
                  </a:lnTo>
                  <a:lnTo>
                    <a:pt x="47072" y="506666"/>
                  </a:lnTo>
                  <a:lnTo>
                    <a:pt x="46221" y="506182"/>
                  </a:lnTo>
                  <a:lnTo>
                    <a:pt x="45560" y="505409"/>
                  </a:lnTo>
                  <a:lnTo>
                    <a:pt x="44614" y="506569"/>
                  </a:lnTo>
                  <a:lnTo>
                    <a:pt x="43386" y="508019"/>
                  </a:lnTo>
                  <a:lnTo>
                    <a:pt x="42346" y="509565"/>
                  </a:lnTo>
                  <a:lnTo>
                    <a:pt x="41779" y="511305"/>
                  </a:lnTo>
                  <a:lnTo>
                    <a:pt x="40739" y="511015"/>
                  </a:lnTo>
                  <a:lnTo>
                    <a:pt x="40361" y="510145"/>
                  </a:lnTo>
                  <a:lnTo>
                    <a:pt x="41306" y="508792"/>
                  </a:lnTo>
                  <a:lnTo>
                    <a:pt x="41590" y="507439"/>
                  </a:lnTo>
                  <a:lnTo>
                    <a:pt x="40928" y="507245"/>
                  </a:lnTo>
                  <a:lnTo>
                    <a:pt x="40928" y="505796"/>
                  </a:lnTo>
                  <a:lnTo>
                    <a:pt x="41684" y="504346"/>
                  </a:lnTo>
                  <a:lnTo>
                    <a:pt x="42724" y="503379"/>
                  </a:lnTo>
                  <a:lnTo>
                    <a:pt x="42440" y="502026"/>
                  </a:lnTo>
                  <a:lnTo>
                    <a:pt x="41495" y="501349"/>
                  </a:lnTo>
                  <a:lnTo>
                    <a:pt x="40644" y="502219"/>
                  </a:lnTo>
                  <a:lnTo>
                    <a:pt x="39416" y="504056"/>
                  </a:lnTo>
                  <a:lnTo>
                    <a:pt x="38848" y="505409"/>
                  </a:lnTo>
                  <a:lnTo>
                    <a:pt x="38281" y="506569"/>
                  </a:lnTo>
                  <a:lnTo>
                    <a:pt x="37053" y="507245"/>
                  </a:lnTo>
                  <a:lnTo>
                    <a:pt x="35824" y="506762"/>
                  </a:lnTo>
                  <a:lnTo>
                    <a:pt x="33650" y="505796"/>
                  </a:lnTo>
                  <a:lnTo>
                    <a:pt x="32515" y="506376"/>
                  </a:lnTo>
                  <a:lnTo>
                    <a:pt x="30247" y="507245"/>
                  </a:lnTo>
                  <a:lnTo>
                    <a:pt x="28640" y="506955"/>
                  </a:lnTo>
                  <a:lnTo>
                    <a:pt x="27128" y="505699"/>
                  </a:lnTo>
                  <a:lnTo>
                    <a:pt x="26277" y="504346"/>
                  </a:lnTo>
                  <a:lnTo>
                    <a:pt x="26277" y="502896"/>
                  </a:lnTo>
                  <a:lnTo>
                    <a:pt x="25993" y="502026"/>
                  </a:lnTo>
                  <a:lnTo>
                    <a:pt x="25426" y="500480"/>
                  </a:lnTo>
                  <a:lnTo>
                    <a:pt x="24859" y="498740"/>
                  </a:lnTo>
                  <a:lnTo>
                    <a:pt x="23252" y="497580"/>
                  </a:lnTo>
                  <a:lnTo>
                    <a:pt x="22780" y="497773"/>
                  </a:lnTo>
                  <a:lnTo>
                    <a:pt x="21740" y="498740"/>
                  </a:lnTo>
                  <a:lnTo>
                    <a:pt x="20133" y="499706"/>
                  </a:lnTo>
                  <a:lnTo>
                    <a:pt x="18810" y="500480"/>
                  </a:lnTo>
                  <a:lnTo>
                    <a:pt x="18148" y="500190"/>
                  </a:lnTo>
                  <a:lnTo>
                    <a:pt x="18242" y="498546"/>
                  </a:lnTo>
                  <a:lnTo>
                    <a:pt x="18810" y="496517"/>
                  </a:lnTo>
                  <a:lnTo>
                    <a:pt x="18715" y="495357"/>
                  </a:lnTo>
                  <a:lnTo>
                    <a:pt x="19377" y="493617"/>
                  </a:lnTo>
                  <a:lnTo>
                    <a:pt x="20133" y="491587"/>
                  </a:lnTo>
                  <a:lnTo>
                    <a:pt x="21645" y="489944"/>
                  </a:lnTo>
                  <a:lnTo>
                    <a:pt x="22212" y="488591"/>
                  </a:lnTo>
                  <a:lnTo>
                    <a:pt x="23252" y="488301"/>
                  </a:lnTo>
                  <a:lnTo>
                    <a:pt x="23441" y="487624"/>
                  </a:lnTo>
                  <a:lnTo>
                    <a:pt x="22780" y="486755"/>
                  </a:lnTo>
                  <a:lnTo>
                    <a:pt x="22496" y="487334"/>
                  </a:lnTo>
                  <a:lnTo>
                    <a:pt x="20795" y="487721"/>
                  </a:lnTo>
                  <a:lnTo>
                    <a:pt x="20133" y="487045"/>
                  </a:lnTo>
                  <a:lnTo>
                    <a:pt x="19660" y="488301"/>
                  </a:lnTo>
                  <a:lnTo>
                    <a:pt x="18810" y="489848"/>
                  </a:lnTo>
                  <a:lnTo>
                    <a:pt x="18053" y="491877"/>
                  </a:lnTo>
                  <a:lnTo>
                    <a:pt x="17297" y="492844"/>
                  </a:lnTo>
                  <a:lnTo>
                    <a:pt x="16541" y="492651"/>
                  </a:lnTo>
                  <a:lnTo>
                    <a:pt x="16825" y="490911"/>
                  </a:lnTo>
                  <a:lnTo>
                    <a:pt x="17203" y="488494"/>
                  </a:lnTo>
                  <a:lnTo>
                    <a:pt x="18431" y="487528"/>
                  </a:lnTo>
                  <a:lnTo>
                    <a:pt x="18715" y="486465"/>
                  </a:lnTo>
                  <a:lnTo>
                    <a:pt x="18715" y="485595"/>
                  </a:lnTo>
                  <a:lnTo>
                    <a:pt x="19849" y="485111"/>
                  </a:lnTo>
                  <a:lnTo>
                    <a:pt x="20606" y="483662"/>
                  </a:lnTo>
                  <a:lnTo>
                    <a:pt x="21929" y="482695"/>
                  </a:lnTo>
                  <a:lnTo>
                    <a:pt x="23252" y="481632"/>
                  </a:lnTo>
                  <a:lnTo>
                    <a:pt x="24008" y="480569"/>
                  </a:lnTo>
                  <a:lnTo>
                    <a:pt x="26088" y="480182"/>
                  </a:lnTo>
                  <a:lnTo>
                    <a:pt x="27033" y="480665"/>
                  </a:lnTo>
                  <a:lnTo>
                    <a:pt x="27506" y="481342"/>
                  </a:lnTo>
                  <a:lnTo>
                    <a:pt x="28545" y="481439"/>
                  </a:lnTo>
                  <a:lnTo>
                    <a:pt x="28829" y="480859"/>
                  </a:lnTo>
                  <a:lnTo>
                    <a:pt x="29113" y="479215"/>
                  </a:lnTo>
                  <a:lnTo>
                    <a:pt x="29585" y="478346"/>
                  </a:lnTo>
                  <a:lnTo>
                    <a:pt x="29869" y="477282"/>
                  </a:lnTo>
                  <a:lnTo>
                    <a:pt x="30247" y="476316"/>
                  </a:lnTo>
                  <a:lnTo>
                    <a:pt x="31287" y="475639"/>
                  </a:lnTo>
                  <a:lnTo>
                    <a:pt x="32421" y="476026"/>
                  </a:lnTo>
                  <a:lnTo>
                    <a:pt x="33461" y="476896"/>
                  </a:lnTo>
                  <a:lnTo>
                    <a:pt x="34122" y="475929"/>
                  </a:lnTo>
                  <a:lnTo>
                    <a:pt x="33744" y="474479"/>
                  </a:lnTo>
                  <a:lnTo>
                    <a:pt x="32894" y="474286"/>
                  </a:lnTo>
                  <a:lnTo>
                    <a:pt x="32137" y="472933"/>
                  </a:lnTo>
                  <a:lnTo>
                    <a:pt x="32137" y="471676"/>
                  </a:lnTo>
                  <a:lnTo>
                    <a:pt x="32894" y="469937"/>
                  </a:lnTo>
                  <a:lnTo>
                    <a:pt x="34406" y="469357"/>
                  </a:lnTo>
                  <a:lnTo>
                    <a:pt x="35635" y="469067"/>
                  </a:lnTo>
                  <a:lnTo>
                    <a:pt x="37809" y="468293"/>
                  </a:lnTo>
                  <a:lnTo>
                    <a:pt x="39321" y="468197"/>
                  </a:lnTo>
                  <a:lnTo>
                    <a:pt x="40928" y="468003"/>
                  </a:lnTo>
                  <a:lnTo>
                    <a:pt x="42062" y="467230"/>
                  </a:lnTo>
                  <a:lnTo>
                    <a:pt x="43953" y="465490"/>
                  </a:lnTo>
                  <a:lnTo>
                    <a:pt x="45465" y="464814"/>
                  </a:lnTo>
                  <a:lnTo>
                    <a:pt x="47261" y="464331"/>
                  </a:lnTo>
                  <a:lnTo>
                    <a:pt x="48962" y="464234"/>
                  </a:lnTo>
                  <a:lnTo>
                    <a:pt x="49624" y="463171"/>
                  </a:lnTo>
                  <a:lnTo>
                    <a:pt x="49341" y="462011"/>
                  </a:lnTo>
                  <a:lnTo>
                    <a:pt x="49813" y="460464"/>
                  </a:lnTo>
                  <a:lnTo>
                    <a:pt x="50097" y="458918"/>
                  </a:lnTo>
                  <a:lnTo>
                    <a:pt x="50853" y="457371"/>
                  </a:lnTo>
                  <a:lnTo>
                    <a:pt x="51609" y="455728"/>
                  </a:lnTo>
                  <a:lnTo>
                    <a:pt x="51987" y="453795"/>
                  </a:lnTo>
                  <a:lnTo>
                    <a:pt x="52176" y="451379"/>
                  </a:lnTo>
                  <a:lnTo>
                    <a:pt x="52271" y="448286"/>
                  </a:lnTo>
                  <a:lnTo>
                    <a:pt x="52176" y="444806"/>
                  </a:lnTo>
                  <a:lnTo>
                    <a:pt x="51325" y="441810"/>
                  </a:lnTo>
                  <a:lnTo>
                    <a:pt x="50569" y="438330"/>
                  </a:lnTo>
                  <a:lnTo>
                    <a:pt x="49908" y="435914"/>
                  </a:lnTo>
                  <a:lnTo>
                    <a:pt x="49246" y="433304"/>
                  </a:lnTo>
                  <a:lnTo>
                    <a:pt x="47923" y="428568"/>
                  </a:lnTo>
                  <a:lnTo>
                    <a:pt x="46505" y="426248"/>
                  </a:lnTo>
                  <a:lnTo>
                    <a:pt x="45654" y="424509"/>
                  </a:lnTo>
                  <a:lnTo>
                    <a:pt x="45276" y="422189"/>
                  </a:lnTo>
                  <a:lnTo>
                    <a:pt x="44142" y="420739"/>
                  </a:lnTo>
                  <a:lnTo>
                    <a:pt x="43858" y="419289"/>
                  </a:lnTo>
                  <a:lnTo>
                    <a:pt x="42913" y="418226"/>
                  </a:lnTo>
                  <a:lnTo>
                    <a:pt x="42535" y="417260"/>
                  </a:lnTo>
                  <a:lnTo>
                    <a:pt x="41117" y="415810"/>
                  </a:lnTo>
                  <a:lnTo>
                    <a:pt x="39227" y="413297"/>
                  </a:lnTo>
                  <a:lnTo>
                    <a:pt x="37336" y="411364"/>
                  </a:lnTo>
                  <a:lnTo>
                    <a:pt x="35540" y="409817"/>
                  </a:lnTo>
                  <a:lnTo>
                    <a:pt x="33461" y="407981"/>
                  </a:lnTo>
                  <a:lnTo>
                    <a:pt x="31570" y="405854"/>
                  </a:lnTo>
                  <a:lnTo>
                    <a:pt x="28640" y="403535"/>
                  </a:lnTo>
                  <a:lnTo>
                    <a:pt x="24103" y="399765"/>
                  </a:lnTo>
                  <a:lnTo>
                    <a:pt x="21078" y="396769"/>
                  </a:lnTo>
                  <a:lnTo>
                    <a:pt x="18053" y="393192"/>
                  </a:lnTo>
                  <a:lnTo>
                    <a:pt x="12666" y="390003"/>
                  </a:lnTo>
                  <a:lnTo>
                    <a:pt x="10019" y="388070"/>
                  </a:lnTo>
                  <a:lnTo>
                    <a:pt x="8507" y="386233"/>
                  </a:lnTo>
                  <a:lnTo>
                    <a:pt x="7183" y="383817"/>
                  </a:lnTo>
                  <a:lnTo>
                    <a:pt x="6805" y="383334"/>
                  </a:lnTo>
                  <a:lnTo>
                    <a:pt x="6711" y="382754"/>
                  </a:lnTo>
                  <a:lnTo>
                    <a:pt x="5954" y="382464"/>
                  </a:lnTo>
                  <a:lnTo>
                    <a:pt x="5293" y="382754"/>
                  </a:lnTo>
                  <a:lnTo>
                    <a:pt x="4820" y="383720"/>
                  </a:lnTo>
                  <a:lnTo>
                    <a:pt x="4442" y="384397"/>
                  </a:lnTo>
                  <a:lnTo>
                    <a:pt x="3497" y="384590"/>
                  </a:lnTo>
                  <a:lnTo>
                    <a:pt x="2741" y="384493"/>
                  </a:lnTo>
                  <a:lnTo>
                    <a:pt x="1984" y="384204"/>
                  </a:lnTo>
                  <a:lnTo>
                    <a:pt x="1228" y="383720"/>
                  </a:lnTo>
                  <a:lnTo>
                    <a:pt x="1134" y="383140"/>
                  </a:lnTo>
                  <a:lnTo>
                    <a:pt x="1228" y="382464"/>
                  </a:lnTo>
                  <a:lnTo>
                    <a:pt x="1701" y="381980"/>
                  </a:lnTo>
                  <a:lnTo>
                    <a:pt x="2174" y="381497"/>
                  </a:lnTo>
                  <a:lnTo>
                    <a:pt x="1228" y="381207"/>
                  </a:lnTo>
                  <a:lnTo>
                    <a:pt x="472" y="380337"/>
                  </a:lnTo>
                  <a:lnTo>
                    <a:pt x="0" y="379564"/>
                  </a:lnTo>
                  <a:lnTo>
                    <a:pt x="94" y="378887"/>
                  </a:lnTo>
                  <a:lnTo>
                    <a:pt x="378" y="377824"/>
                  </a:lnTo>
                  <a:lnTo>
                    <a:pt x="378" y="376858"/>
                  </a:lnTo>
                  <a:lnTo>
                    <a:pt x="283" y="375795"/>
                  </a:lnTo>
                  <a:lnTo>
                    <a:pt x="661" y="375021"/>
                  </a:lnTo>
                  <a:lnTo>
                    <a:pt x="1512" y="374151"/>
                  </a:lnTo>
                  <a:lnTo>
                    <a:pt x="2079" y="373185"/>
                  </a:lnTo>
                  <a:lnTo>
                    <a:pt x="3024" y="372605"/>
                  </a:lnTo>
                  <a:lnTo>
                    <a:pt x="3780" y="372605"/>
                  </a:lnTo>
                  <a:lnTo>
                    <a:pt x="4348" y="372025"/>
                  </a:lnTo>
                  <a:lnTo>
                    <a:pt x="4159" y="371058"/>
                  </a:lnTo>
                  <a:lnTo>
                    <a:pt x="4159" y="369995"/>
                  </a:lnTo>
                  <a:lnTo>
                    <a:pt x="4348" y="369029"/>
                  </a:lnTo>
                  <a:lnTo>
                    <a:pt x="4820" y="367869"/>
                  </a:lnTo>
                  <a:lnTo>
                    <a:pt x="5198" y="366129"/>
                  </a:lnTo>
                  <a:lnTo>
                    <a:pt x="5671" y="365452"/>
                  </a:lnTo>
                  <a:lnTo>
                    <a:pt x="6238" y="365162"/>
                  </a:lnTo>
                  <a:lnTo>
                    <a:pt x="6427" y="364389"/>
                  </a:lnTo>
                  <a:lnTo>
                    <a:pt x="6616" y="362939"/>
                  </a:lnTo>
                  <a:lnTo>
                    <a:pt x="7278" y="361876"/>
                  </a:lnTo>
                  <a:lnTo>
                    <a:pt x="7750" y="360620"/>
                  </a:lnTo>
                  <a:lnTo>
                    <a:pt x="8412" y="359846"/>
                  </a:lnTo>
                  <a:lnTo>
                    <a:pt x="9452" y="359266"/>
                  </a:lnTo>
                  <a:lnTo>
                    <a:pt x="10397" y="358783"/>
                  </a:lnTo>
                  <a:lnTo>
                    <a:pt x="10681" y="358397"/>
                  </a:lnTo>
                  <a:lnTo>
                    <a:pt x="11153" y="357430"/>
                  </a:lnTo>
                  <a:lnTo>
                    <a:pt x="11437" y="355110"/>
                  </a:lnTo>
                  <a:lnTo>
                    <a:pt x="11437" y="353757"/>
                  </a:lnTo>
                  <a:lnTo>
                    <a:pt x="11720" y="352791"/>
                  </a:lnTo>
                  <a:lnTo>
                    <a:pt x="12666" y="351824"/>
                  </a:lnTo>
                  <a:lnTo>
                    <a:pt x="13044" y="349988"/>
                  </a:lnTo>
                  <a:lnTo>
                    <a:pt x="13044" y="347958"/>
                  </a:lnTo>
                  <a:lnTo>
                    <a:pt x="12855" y="346701"/>
                  </a:lnTo>
                  <a:lnTo>
                    <a:pt x="12571" y="345445"/>
                  </a:lnTo>
                  <a:lnTo>
                    <a:pt x="12004" y="344285"/>
                  </a:lnTo>
                  <a:lnTo>
                    <a:pt x="11437" y="343512"/>
                  </a:lnTo>
                  <a:lnTo>
                    <a:pt x="10492" y="342449"/>
                  </a:lnTo>
                  <a:lnTo>
                    <a:pt x="10113" y="341869"/>
                  </a:lnTo>
                  <a:lnTo>
                    <a:pt x="10019" y="341289"/>
                  </a:lnTo>
                  <a:lnTo>
                    <a:pt x="9924" y="339742"/>
                  </a:lnTo>
                  <a:lnTo>
                    <a:pt x="9641" y="338872"/>
                  </a:lnTo>
                  <a:lnTo>
                    <a:pt x="8696" y="336069"/>
                  </a:lnTo>
                  <a:lnTo>
                    <a:pt x="8507" y="335489"/>
                  </a:lnTo>
                  <a:lnTo>
                    <a:pt x="7845" y="334523"/>
                  </a:lnTo>
                  <a:lnTo>
                    <a:pt x="6805" y="333750"/>
                  </a:lnTo>
                  <a:lnTo>
                    <a:pt x="5198" y="332976"/>
                  </a:lnTo>
                  <a:lnTo>
                    <a:pt x="4253" y="332493"/>
                  </a:lnTo>
                  <a:lnTo>
                    <a:pt x="3875" y="331913"/>
                  </a:lnTo>
                  <a:lnTo>
                    <a:pt x="3591" y="331237"/>
                  </a:lnTo>
                  <a:lnTo>
                    <a:pt x="3591" y="329787"/>
                  </a:lnTo>
                  <a:lnTo>
                    <a:pt x="3497" y="328530"/>
                  </a:lnTo>
                  <a:lnTo>
                    <a:pt x="3213" y="326790"/>
                  </a:lnTo>
                  <a:lnTo>
                    <a:pt x="3024" y="325727"/>
                  </a:lnTo>
                  <a:lnTo>
                    <a:pt x="3024" y="324181"/>
                  </a:lnTo>
                  <a:lnTo>
                    <a:pt x="3213" y="323407"/>
                  </a:lnTo>
                  <a:lnTo>
                    <a:pt x="3969" y="322344"/>
                  </a:lnTo>
                  <a:lnTo>
                    <a:pt x="4537" y="321764"/>
                  </a:lnTo>
                  <a:lnTo>
                    <a:pt x="5009" y="321088"/>
                  </a:lnTo>
                  <a:lnTo>
                    <a:pt x="5198" y="320121"/>
                  </a:lnTo>
                  <a:lnTo>
                    <a:pt x="5482" y="319445"/>
                  </a:lnTo>
                  <a:lnTo>
                    <a:pt x="6143" y="318575"/>
                  </a:lnTo>
                  <a:lnTo>
                    <a:pt x="6994" y="317898"/>
                  </a:lnTo>
                  <a:lnTo>
                    <a:pt x="7939" y="317415"/>
                  </a:lnTo>
                  <a:lnTo>
                    <a:pt x="8412" y="316932"/>
                  </a:lnTo>
                  <a:lnTo>
                    <a:pt x="9074" y="316352"/>
                  </a:lnTo>
                  <a:lnTo>
                    <a:pt x="9641" y="315675"/>
                  </a:lnTo>
                  <a:lnTo>
                    <a:pt x="10019" y="314708"/>
                  </a:lnTo>
                  <a:lnTo>
                    <a:pt x="10208" y="313742"/>
                  </a:lnTo>
                  <a:lnTo>
                    <a:pt x="10019" y="312195"/>
                  </a:lnTo>
                  <a:lnTo>
                    <a:pt x="9924" y="311519"/>
                  </a:lnTo>
                  <a:lnTo>
                    <a:pt x="9546" y="310552"/>
                  </a:lnTo>
                  <a:lnTo>
                    <a:pt x="9074" y="309682"/>
                  </a:lnTo>
                  <a:lnTo>
                    <a:pt x="8696" y="308813"/>
                  </a:lnTo>
                  <a:lnTo>
                    <a:pt x="8696" y="308136"/>
                  </a:lnTo>
                  <a:lnTo>
                    <a:pt x="9074" y="307363"/>
                  </a:lnTo>
                  <a:lnTo>
                    <a:pt x="9924" y="306589"/>
                  </a:lnTo>
                  <a:lnTo>
                    <a:pt x="10113" y="305913"/>
                  </a:lnTo>
                  <a:lnTo>
                    <a:pt x="9924" y="304270"/>
                  </a:lnTo>
                  <a:lnTo>
                    <a:pt x="9641" y="302530"/>
                  </a:lnTo>
                  <a:lnTo>
                    <a:pt x="8979" y="300404"/>
                  </a:lnTo>
                  <a:lnTo>
                    <a:pt x="8318" y="298277"/>
                  </a:lnTo>
                  <a:lnTo>
                    <a:pt x="8223" y="297407"/>
                  </a:lnTo>
                  <a:lnTo>
                    <a:pt x="8034" y="295957"/>
                  </a:lnTo>
                  <a:lnTo>
                    <a:pt x="7845" y="294894"/>
                  </a:lnTo>
                  <a:lnTo>
                    <a:pt x="6711" y="293251"/>
                  </a:lnTo>
                  <a:lnTo>
                    <a:pt x="6616" y="291511"/>
                  </a:lnTo>
                  <a:lnTo>
                    <a:pt x="6238" y="289385"/>
                  </a:lnTo>
                  <a:lnTo>
                    <a:pt x="6143" y="288515"/>
                  </a:lnTo>
                  <a:lnTo>
                    <a:pt x="6238" y="287162"/>
                  </a:lnTo>
                  <a:lnTo>
                    <a:pt x="6238" y="285519"/>
                  </a:lnTo>
                  <a:lnTo>
                    <a:pt x="5765" y="283392"/>
                  </a:lnTo>
                  <a:lnTo>
                    <a:pt x="4915" y="280976"/>
                  </a:lnTo>
                  <a:lnTo>
                    <a:pt x="4348" y="279429"/>
                  </a:lnTo>
                  <a:lnTo>
                    <a:pt x="4159" y="278270"/>
                  </a:lnTo>
                  <a:lnTo>
                    <a:pt x="3497" y="276046"/>
                  </a:lnTo>
                  <a:lnTo>
                    <a:pt x="2835" y="274403"/>
                  </a:lnTo>
                  <a:lnTo>
                    <a:pt x="2741" y="273630"/>
                  </a:lnTo>
                  <a:lnTo>
                    <a:pt x="3213" y="272953"/>
                  </a:lnTo>
                  <a:lnTo>
                    <a:pt x="3497" y="272084"/>
                  </a:lnTo>
                  <a:lnTo>
                    <a:pt x="3780" y="271407"/>
                  </a:lnTo>
                  <a:lnTo>
                    <a:pt x="4159" y="270730"/>
                  </a:lnTo>
                  <a:lnTo>
                    <a:pt x="4631" y="269087"/>
                  </a:lnTo>
                  <a:lnTo>
                    <a:pt x="5198" y="267831"/>
                  </a:lnTo>
                  <a:lnTo>
                    <a:pt x="5387" y="266671"/>
                  </a:lnTo>
                  <a:lnTo>
                    <a:pt x="5860" y="266188"/>
                  </a:lnTo>
                  <a:lnTo>
                    <a:pt x="6333" y="265704"/>
                  </a:lnTo>
                  <a:lnTo>
                    <a:pt x="6994" y="264834"/>
                  </a:lnTo>
                  <a:lnTo>
                    <a:pt x="7750" y="264351"/>
                  </a:lnTo>
                  <a:lnTo>
                    <a:pt x="9735" y="264255"/>
                  </a:lnTo>
                  <a:lnTo>
                    <a:pt x="11626" y="263095"/>
                  </a:lnTo>
                  <a:lnTo>
                    <a:pt x="12855" y="262225"/>
                  </a:lnTo>
                  <a:lnTo>
                    <a:pt x="14651" y="261452"/>
                  </a:lnTo>
                  <a:lnTo>
                    <a:pt x="16257" y="260872"/>
                  </a:lnTo>
                  <a:lnTo>
                    <a:pt x="17770" y="260195"/>
                  </a:lnTo>
                  <a:lnTo>
                    <a:pt x="19093" y="259228"/>
                  </a:lnTo>
                  <a:lnTo>
                    <a:pt x="20889" y="258262"/>
                  </a:lnTo>
                  <a:lnTo>
                    <a:pt x="22780" y="258069"/>
                  </a:lnTo>
                  <a:lnTo>
                    <a:pt x="24575" y="257682"/>
                  </a:lnTo>
                  <a:lnTo>
                    <a:pt x="27033" y="256619"/>
                  </a:lnTo>
                  <a:lnTo>
                    <a:pt x="28734" y="256232"/>
                  </a:lnTo>
                  <a:lnTo>
                    <a:pt x="29774" y="255652"/>
                  </a:lnTo>
                  <a:lnTo>
                    <a:pt x="32232" y="254396"/>
                  </a:lnTo>
                  <a:lnTo>
                    <a:pt x="33083" y="254202"/>
                  </a:lnTo>
                  <a:lnTo>
                    <a:pt x="33933" y="253622"/>
                  </a:lnTo>
                  <a:lnTo>
                    <a:pt x="34311" y="253139"/>
                  </a:lnTo>
                  <a:lnTo>
                    <a:pt x="35918" y="251689"/>
                  </a:lnTo>
                  <a:lnTo>
                    <a:pt x="38281" y="251206"/>
                  </a:lnTo>
                  <a:lnTo>
                    <a:pt x="39132" y="250723"/>
                  </a:lnTo>
                  <a:lnTo>
                    <a:pt x="40266" y="250046"/>
                  </a:lnTo>
                  <a:lnTo>
                    <a:pt x="41873" y="248596"/>
                  </a:lnTo>
                  <a:lnTo>
                    <a:pt x="42724" y="248016"/>
                  </a:lnTo>
                  <a:lnTo>
                    <a:pt x="43480" y="247243"/>
                  </a:lnTo>
                  <a:lnTo>
                    <a:pt x="44992" y="245117"/>
                  </a:lnTo>
                  <a:lnTo>
                    <a:pt x="45276" y="244440"/>
                  </a:lnTo>
                  <a:lnTo>
                    <a:pt x="46221" y="243087"/>
                  </a:lnTo>
                  <a:lnTo>
                    <a:pt x="46694" y="242700"/>
                  </a:lnTo>
                  <a:lnTo>
                    <a:pt x="47734" y="242507"/>
                  </a:lnTo>
                  <a:lnTo>
                    <a:pt x="48112" y="242217"/>
                  </a:lnTo>
                  <a:lnTo>
                    <a:pt x="48679" y="241927"/>
                  </a:lnTo>
                  <a:lnTo>
                    <a:pt x="48868" y="241831"/>
                  </a:lnTo>
                  <a:lnTo>
                    <a:pt x="49151" y="241541"/>
                  </a:lnTo>
                  <a:lnTo>
                    <a:pt x="49435" y="241347"/>
                  </a:lnTo>
                  <a:lnTo>
                    <a:pt x="49813" y="241251"/>
                  </a:lnTo>
                  <a:lnTo>
                    <a:pt x="50191" y="240961"/>
                  </a:lnTo>
                  <a:lnTo>
                    <a:pt x="50758" y="240381"/>
                  </a:lnTo>
                  <a:lnTo>
                    <a:pt x="51136" y="239801"/>
                  </a:lnTo>
                  <a:lnTo>
                    <a:pt x="51609" y="239318"/>
                  </a:lnTo>
                  <a:lnTo>
                    <a:pt x="51987" y="238738"/>
                  </a:lnTo>
                  <a:lnTo>
                    <a:pt x="52460" y="238158"/>
                  </a:lnTo>
                  <a:lnTo>
                    <a:pt x="53027" y="237578"/>
                  </a:lnTo>
                  <a:lnTo>
                    <a:pt x="53594" y="237191"/>
                  </a:lnTo>
                  <a:lnTo>
                    <a:pt x="54350" y="236708"/>
                  </a:lnTo>
                  <a:lnTo>
                    <a:pt x="54728" y="236225"/>
                  </a:lnTo>
                  <a:lnTo>
                    <a:pt x="55201" y="235451"/>
                  </a:lnTo>
                  <a:lnTo>
                    <a:pt x="55484" y="235065"/>
                  </a:lnTo>
                  <a:lnTo>
                    <a:pt x="55863" y="234581"/>
                  </a:lnTo>
                  <a:lnTo>
                    <a:pt x="56241" y="234098"/>
                  </a:lnTo>
                  <a:lnTo>
                    <a:pt x="56335" y="233518"/>
                  </a:lnTo>
                  <a:lnTo>
                    <a:pt x="56430" y="233035"/>
                  </a:lnTo>
                  <a:lnTo>
                    <a:pt x="56713" y="232358"/>
                  </a:lnTo>
                  <a:lnTo>
                    <a:pt x="56997" y="231778"/>
                  </a:lnTo>
                  <a:lnTo>
                    <a:pt x="56997" y="231488"/>
                  </a:lnTo>
                  <a:lnTo>
                    <a:pt x="57186" y="231198"/>
                  </a:lnTo>
                  <a:lnTo>
                    <a:pt x="57280" y="230812"/>
                  </a:lnTo>
                  <a:lnTo>
                    <a:pt x="57753" y="230135"/>
                  </a:lnTo>
                  <a:lnTo>
                    <a:pt x="57942" y="229555"/>
                  </a:lnTo>
                  <a:lnTo>
                    <a:pt x="58226" y="228879"/>
                  </a:lnTo>
                  <a:lnTo>
                    <a:pt x="58320" y="228202"/>
                  </a:lnTo>
                  <a:lnTo>
                    <a:pt x="58604" y="227816"/>
                  </a:lnTo>
                  <a:lnTo>
                    <a:pt x="58604" y="225689"/>
                  </a:lnTo>
                  <a:lnTo>
                    <a:pt x="58793" y="224529"/>
                  </a:lnTo>
                  <a:lnTo>
                    <a:pt x="58887" y="223853"/>
                  </a:lnTo>
                  <a:lnTo>
                    <a:pt x="59171" y="223079"/>
                  </a:lnTo>
                  <a:lnTo>
                    <a:pt x="59549" y="222113"/>
                  </a:lnTo>
                  <a:lnTo>
                    <a:pt x="59833" y="221146"/>
                  </a:lnTo>
                  <a:lnTo>
                    <a:pt x="60022" y="220663"/>
                  </a:lnTo>
                  <a:lnTo>
                    <a:pt x="60211" y="219600"/>
                  </a:lnTo>
                  <a:lnTo>
                    <a:pt x="60211" y="219020"/>
                  </a:lnTo>
                  <a:lnTo>
                    <a:pt x="60116" y="218343"/>
                  </a:lnTo>
                  <a:lnTo>
                    <a:pt x="60116" y="217667"/>
                  </a:lnTo>
                  <a:lnTo>
                    <a:pt x="60211" y="216990"/>
                  </a:lnTo>
                  <a:lnTo>
                    <a:pt x="60211" y="216120"/>
                  </a:lnTo>
                  <a:lnTo>
                    <a:pt x="60211" y="214670"/>
                  </a:lnTo>
                  <a:lnTo>
                    <a:pt x="60211" y="213994"/>
                  </a:lnTo>
                  <a:lnTo>
                    <a:pt x="60305" y="213221"/>
                  </a:lnTo>
                  <a:lnTo>
                    <a:pt x="60400" y="212544"/>
                  </a:lnTo>
                  <a:lnTo>
                    <a:pt x="60589" y="211867"/>
                  </a:lnTo>
                  <a:lnTo>
                    <a:pt x="60683" y="211288"/>
                  </a:lnTo>
                  <a:lnTo>
                    <a:pt x="60494" y="210804"/>
                  </a:lnTo>
                  <a:lnTo>
                    <a:pt x="60305" y="209934"/>
                  </a:lnTo>
                  <a:lnTo>
                    <a:pt x="60116" y="208871"/>
                  </a:lnTo>
                  <a:lnTo>
                    <a:pt x="59833" y="207905"/>
                  </a:lnTo>
                  <a:lnTo>
                    <a:pt x="59644" y="206648"/>
                  </a:lnTo>
                  <a:lnTo>
                    <a:pt x="59360" y="205392"/>
                  </a:lnTo>
                  <a:lnTo>
                    <a:pt x="59171" y="204328"/>
                  </a:lnTo>
                  <a:lnTo>
                    <a:pt x="58698" y="203072"/>
                  </a:lnTo>
                  <a:lnTo>
                    <a:pt x="58226" y="201719"/>
                  </a:lnTo>
                  <a:lnTo>
                    <a:pt x="57848" y="200269"/>
                  </a:lnTo>
                  <a:lnTo>
                    <a:pt x="57469" y="199496"/>
                  </a:lnTo>
                  <a:lnTo>
                    <a:pt x="57091" y="198432"/>
                  </a:lnTo>
                  <a:lnTo>
                    <a:pt x="56713" y="196983"/>
                  </a:lnTo>
                  <a:lnTo>
                    <a:pt x="56430" y="196016"/>
                  </a:lnTo>
                  <a:lnTo>
                    <a:pt x="55957" y="194856"/>
                  </a:lnTo>
                  <a:lnTo>
                    <a:pt x="55579" y="193890"/>
                  </a:lnTo>
                  <a:lnTo>
                    <a:pt x="55201" y="193020"/>
                  </a:lnTo>
                  <a:lnTo>
                    <a:pt x="54823" y="192246"/>
                  </a:lnTo>
                  <a:lnTo>
                    <a:pt x="54539" y="191473"/>
                  </a:lnTo>
                  <a:lnTo>
                    <a:pt x="54067" y="190507"/>
                  </a:lnTo>
                  <a:lnTo>
                    <a:pt x="53689" y="189347"/>
                  </a:lnTo>
                  <a:lnTo>
                    <a:pt x="53027" y="188090"/>
                  </a:lnTo>
                  <a:lnTo>
                    <a:pt x="52649" y="186834"/>
                  </a:lnTo>
                  <a:lnTo>
                    <a:pt x="51704" y="184997"/>
                  </a:lnTo>
                  <a:lnTo>
                    <a:pt x="51136" y="184417"/>
                  </a:lnTo>
                  <a:lnTo>
                    <a:pt x="50286" y="183934"/>
                  </a:lnTo>
                  <a:lnTo>
                    <a:pt x="49341" y="183837"/>
                  </a:lnTo>
                  <a:lnTo>
                    <a:pt x="48773" y="183837"/>
                  </a:lnTo>
                  <a:lnTo>
                    <a:pt x="48206" y="183934"/>
                  </a:lnTo>
                  <a:lnTo>
                    <a:pt x="47450" y="183934"/>
                  </a:lnTo>
                  <a:lnTo>
                    <a:pt x="46977" y="183451"/>
                  </a:lnTo>
                  <a:lnTo>
                    <a:pt x="46599" y="182581"/>
                  </a:lnTo>
                  <a:lnTo>
                    <a:pt x="46127" y="181808"/>
                  </a:lnTo>
                  <a:lnTo>
                    <a:pt x="45749" y="181131"/>
                  </a:lnTo>
                  <a:lnTo>
                    <a:pt x="44992" y="179875"/>
                  </a:lnTo>
                  <a:lnTo>
                    <a:pt x="44992" y="179295"/>
                  </a:lnTo>
                  <a:lnTo>
                    <a:pt x="44992" y="178811"/>
                  </a:lnTo>
                  <a:lnTo>
                    <a:pt x="45087" y="178521"/>
                  </a:lnTo>
                  <a:lnTo>
                    <a:pt x="45181" y="178231"/>
                  </a:lnTo>
                  <a:lnTo>
                    <a:pt x="45371" y="177942"/>
                  </a:lnTo>
                  <a:lnTo>
                    <a:pt x="45371" y="177652"/>
                  </a:lnTo>
                  <a:lnTo>
                    <a:pt x="45371" y="177362"/>
                  </a:lnTo>
                  <a:lnTo>
                    <a:pt x="45276" y="177168"/>
                  </a:lnTo>
                  <a:lnTo>
                    <a:pt x="44803" y="177072"/>
                  </a:lnTo>
                  <a:lnTo>
                    <a:pt x="44236" y="177072"/>
                  </a:lnTo>
                  <a:lnTo>
                    <a:pt x="43764" y="177072"/>
                  </a:lnTo>
                  <a:lnTo>
                    <a:pt x="43386" y="177072"/>
                  </a:lnTo>
                  <a:lnTo>
                    <a:pt x="43007" y="176878"/>
                  </a:lnTo>
                  <a:lnTo>
                    <a:pt x="42818" y="176298"/>
                  </a:lnTo>
                  <a:lnTo>
                    <a:pt x="42535" y="176008"/>
                  </a:lnTo>
                  <a:lnTo>
                    <a:pt x="42062" y="175622"/>
                  </a:lnTo>
                  <a:lnTo>
                    <a:pt x="41968" y="175429"/>
                  </a:lnTo>
                  <a:lnTo>
                    <a:pt x="42251" y="175042"/>
                  </a:lnTo>
                  <a:lnTo>
                    <a:pt x="42724" y="174945"/>
                  </a:lnTo>
                  <a:lnTo>
                    <a:pt x="43102" y="174849"/>
                  </a:lnTo>
                  <a:lnTo>
                    <a:pt x="43575" y="174462"/>
                  </a:lnTo>
                  <a:lnTo>
                    <a:pt x="43858" y="174172"/>
                  </a:lnTo>
                  <a:lnTo>
                    <a:pt x="43858" y="173785"/>
                  </a:lnTo>
                  <a:lnTo>
                    <a:pt x="43858" y="173399"/>
                  </a:lnTo>
                  <a:lnTo>
                    <a:pt x="43575" y="172626"/>
                  </a:lnTo>
                  <a:lnTo>
                    <a:pt x="43291" y="171949"/>
                  </a:lnTo>
                  <a:lnTo>
                    <a:pt x="43102" y="171466"/>
                  </a:lnTo>
                  <a:lnTo>
                    <a:pt x="42724" y="170886"/>
                  </a:lnTo>
                  <a:lnTo>
                    <a:pt x="42346" y="170499"/>
                  </a:lnTo>
                  <a:lnTo>
                    <a:pt x="41873" y="169823"/>
                  </a:lnTo>
                  <a:lnTo>
                    <a:pt x="41212" y="168953"/>
                  </a:lnTo>
                  <a:lnTo>
                    <a:pt x="40644" y="168179"/>
                  </a:lnTo>
                  <a:lnTo>
                    <a:pt x="40361" y="167696"/>
                  </a:lnTo>
                  <a:lnTo>
                    <a:pt x="39983" y="167406"/>
                  </a:lnTo>
                  <a:lnTo>
                    <a:pt x="39794" y="167503"/>
                  </a:lnTo>
                  <a:lnTo>
                    <a:pt x="39605" y="167599"/>
                  </a:lnTo>
                  <a:lnTo>
                    <a:pt x="39321" y="167406"/>
                  </a:lnTo>
                  <a:lnTo>
                    <a:pt x="39132" y="167116"/>
                  </a:lnTo>
                  <a:lnTo>
                    <a:pt x="38754" y="167020"/>
                  </a:lnTo>
                  <a:lnTo>
                    <a:pt x="38470" y="166730"/>
                  </a:lnTo>
                  <a:lnTo>
                    <a:pt x="38187" y="166343"/>
                  </a:lnTo>
                  <a:lnTo>
                    <a:pt x="38376" y="166053"/>
                  </a:lnTo>
                  <a:lnTo>
                    <a:pt x="38470" y="165666"/>
                  </a:lnTo>
                  <a:lnTo>
                    <a:pt x="38092" y="165376"/>
                  </a:lnTo>
                  <a:lnTo>
                    <a:pt x="37903" y="165473"/>
                  </a:lnTo>
                  <a:lnTo>
                    <a:pt x="37714" y="165763"/>
                  </a:lnTo>
                  <a:lnTo>
                    <a:pt x="37431" y="165956"/>
                  </a:lnTo>
                  <a:lnTo>
                    <a:pt x="37053" y="165860"/>
                  </a:lnTo>
                  <a:lnTo>
                    <a:pt x="36391" y="165473"/>
                  </a:lnTo>
                  <a:lnTo>
                    <a:pt x="35918" y="165473"/>
                  </a:lnTo>
                  <a:lnTo>
                    <a:pt x="35729" y="165763"/>
                  </a:lnTo>
                  <a:lnTo>
                    <a:pt x="35729" y="166246"/>
                  </a:lnTo>
                  <a:lnTo>
                    <a:pt x="35540" y="166536"/>
                  </a:lnTo>
                  <a:lnTo>
                    <a:pt x="35351" y="166730"/>
                  </a:lnTo>
                  <a:lnTo>
                    <a:pt x="34973" y="166826"/>
                  </a:lnTo>
                  <a:lnTo>
                    <a:pt x="34784" y="167309"/>
                  </a:lnTo>
                  <a:lnTo>
                    <a:pt x="34784" y="167793"/>
                  </a:lnTo>
                  <a:lnTo>
                    <a:pt x="34595" y="167889"/>
                  </a:lnTo>
                  <a:lnTo>
                    <a:pt x="34217" y="167793"/>
                  </a:lnTo>
                  <a:lnTo>
                    <a:pt x="34028" y="167213"/>
                  </a:lnTo>
                  <a:lnTo>
                    <a:pt x="33839" y="166826"/>
                  </a:lnTo>
                  <a:lnTo>
                    <a:pt x="33555" y="166633"/>
                  </a:lnTo>
                  <a:lnTo>
                    <a:pt x="32988" y="166536"/>
                  </a:lnTo>
                  <a:lnTo>
                    <a:pt x="32704" y="166826"/>
                  </a:lnTo>
                  <a:lnTo>
                    <a:pt x="32610" y="167213"/>
                  </a:lnTo>
                  <a:lnTo>
                    <a:pt x="32421" y="167696"/>
                  </a:lnTo>
                  <a:lnTo>
                    <a:pt x="32137" y="167503"/>
                  </a:lnTo>
                  <a:lnTo>
                    <a:pt x="31476" y="167309"/>
                  </a:lnTo>
                  <a:lnTo>
                    <a:pt x="31192" y="166826"/>
                  </a:lnTo>
                  <a:lnTo>
                    <a:pt x="30909" y="166536"/>
                  </a:lnTo>
                  <a:lnTo>
                    <a:pt x="30530" y="166150"/>
                  </a:lnTo>
                  <a:lnTo>
                    <a:pt x="30152" y="165763"/>
                  </a:lnTo>
                  <a:lnTo>
                    <a:pt x="29680" y="165376"/>
                  </a:lnTo>
                  <a:lnTo>
                    <a:pt x="29680" y="165086"/>
                  </a:lnTo>
                  <a:lnTo>
                    <a:pt x="29774" y="164893"/>
                  </a:lnTo>
                  <a:lnTo>
                    <a:pt x="29491" y="164700"/>
                  </a:lnTo>
                  <a:lnTo>
                    <a:pt x="29302" y="164796"/>
                  </a:lnTo>
                  <a:lnTo>
                    <a:pt x="29018" y="164603"/>
                  </a:lnTo>
                  <a:lnTo>
                    <a:pt x="29018" y="164410"/>
                  </a:lnTo>
                  <a:lnTo>
                    <a:pt x="29207" y="164217"/>
                  </a:lnTo>
                  <a:lnTo>
                    <a:pt x="29207" y="163927"/>
                  </a:lnTo>
                  <a:lnTo>
                    <a:pt x="29018" y="163733"/>
                  </a:lnTo>
                  <a:lnTo>
                    <a:pt x="29018" y="163443"/>
                  </a:lnTo>
                  <a:lnTo>
                    <a:pt x="28924" y="163250"/>
                  </a:lnTo>
                  <a:lnTo>
                    <a:pt x="28734" y="163057"/>
                  </a:lnTo>
                  <a:lnTo>
                    <a:pt x="28451" y="163153"/>
                  </a:lnTo>
                  <a:lnTo>
                    <a:pt x="28167" y="163347"/>
                  </a:lnTo>
                  <a:lnTo>
                    <a:pt x="28262" y="163057"/>
                  </a:lnTo>
                  <a:lnTo>
                    <a:pt x="28073" y="162670"/>
                  </a:lnTo>
                  <a:lnTo>
                    <a:pt x="27789" y="162477"/>
                  </a:lnTo>
                  <a:lnTo>
                    <a:pt x="27600" y="162187"/>
                  </a:lnTo>
                  <a:lnTo>
                    <a:pt x="27506" y="161703"/>
                  </a:lnTo>
                  <a:lnTo>
                    <a:pt x="27695" y="161317"/>
                  </a:lnTo>
                  <a:lnTo>
                    <a:pt x="28262" y="161027"/>
                  </a:lnTo>
                  <a:lnTo>
                    <a:pt x="28924" y="160834"/>
                  </a:lnTo>
                  <a:lnTo>
                    <a:pt x="29491" y="160544"/>
                  </a:lnTo>
                  <a:lnTo>
                    <a:pt x="30152" y="160544"/>
                  </a:lnTo>
                  <a:lnTo>
                    <a:pt x="31003" y="160544"/>
                  </a:lnTo>
                  <a:lnTo>
                    <a:pt x="31476" y="160447"/>
                  </a:lnTo>
                  <a:lnTo>
                    <a:pt x="32043" y="160157"/>
                  </a:lnTo>
                  <a:lnTo>
                    <a:pt x="32799" y="159964"/>
                  </a:lnTo>
                  <a:lnTo>
                    <a:pt x="33461" y="159867"/>
                  </a:lnTo>
                  <a:lnTo>
                    <a:pt x="34217" y="159480"/>
                  </a:lnTo>
                  <a:lnTo>
                    <a:pt x="34595" y="159094"/>
                  </a:lnTo>
                  <a:lnTo>
                    <a:pt x="34595" y="158514"/>
                  </a:lnTo>
                  <a:lnTo>
                    <a:pt x="34217" y="157354"/>
                  </a:lnTo>
                  <a:lnTo>
                    <a:pt x="33839" y="156967"/>
                  </a:lnTo>
                  <a:lnTo>
                    <a:pt x="33272" y="156871"/>
                  </a:lnTo>
                  <a:lnTo>
                    <a:pt x="32704" y="156484"/>
                  </a:lnTo>
                  <a:lnTo>
                    <a:pt x="32232" y="156097"/>
                  </a:lnTo>
                  <a:lnTo>
                    <a:pt x="31948" y="155228"/>
                  </a:lnTo>
                  <a:lnTo>
                    <a:pt x="31476" y="154454"/>
                  </a:lnTo>
                  <a:lnTo>
                    <a:pt x="31003" y="153488"/>
                  </a:lnTo>
                  <a:lnTo>
                    <a:pt x="30436" y="152715"/>
                  </a:lnTo>
                  <a:lnTo>
                    <a:pt x="29774" y="153198"/>
                  </a:lnTo>
                  <a:lnTo>
                    <a:pt x="29207" y="153391"/>
                  </a:lnTo>
                  <a:lnTo>
                    <a:pt x="28640" y="153101"/>
                  </a:lnTo>
                  <a:lnTo>
                    <a:pt x="27789" y="152231"/>
                  </a:lnTo>
                  <a:lnTo>
                    <a:pt x="28356" y="151748"/>
                  </a:lnTo>
                  <a:lnTo>
                    <a:pt x="28924" y="151555"/>
                  </a:lnTo>
                  <a:lnTo>
                    <a:pt x="29302" y="151265"/>
                  </a:lnTo>
                  <a:lnTo>
                    <a:pt x="28829" y="150975"/>
                  </a:lnTo>
                  <a:lnTo>
                    <a:pt x="28262" y="150975"/>
                  </a:lnTo>
                  <a:lnTo>
                    <a:pt x="27317" y="151265"/>
                  </a:lnTo>
                  <a:lnTo>
                    <a:pt x="26844" y="151555"/>
                  </a:lnTo>
                  <a:lnTo>
                    <a:pt x="26277" y="151651"/>
                  </a:lnTo>
                  <a:lnTo>
                    <a:pt x="25899" y="151168"/>
                  </a:lnTo>
                  <a:lnTo>
                    <a:pt x="26182" y="150491"/>
                  </a:lnTo>
                  <a:lnTo>
                    <a:pt x="25615" y="150491"/>
                  </a:lnTo>
                  <a:lnTo>
                    <a:pt x="24954" y="150781"/>
                  </a:lnTo>
                  <a:lnTo>
                    <a:pt x="24292" y="150781"/>
                  </a:lnTo>
                  <a:lnTo>
                    <a:pt x="23725" y="150685"/>
                  </a:lnTo>
                  <a:lnTo>
                    <a:pt x="23158" y="150781"/>
                  </a:lnTo>
                  <a:lnTo>
                    <a:pt x="22685" y="150395"/>
                  </a:lnTo>
                  <a:lnTo>
                    <a:pt x="22874" y="149622"/>
                  </a:lnTo>
                  <a:lnTo>
                    <a:pt x="23063" y="148848"/>
                  </a:lnTo>
                  <a:lnTo>
                    <a:pt x="23441" y="148268"/>
                  </a:lnTo>
                  <a:lnTo>
                    <a:pt x="23063" y="147882"/>
                  </a:lnTo>
                  <a:lnTo>
                    <a:pt x="22496" y="147882"/>
                  </a:lnTo>
                  <a:lnTo>
                    <a:pt x="21740" y="147592"/>
                  </a:lnTo>
                  <a:lnTo>
                    <a:pt x="20984" y="147205"/>
                  </a:lnTo>
                  <a:lnTo>
                    <a:pt x="20416" y="146529"/>
                  </a:lnTo>
                  <a:lnTo>
                    <a:pt x="20322" y="145949"/>
                  </a:lnTo>
                  <a:lnTo>
                    <a:pt x="20227" y="144885"/>
                  </a:lnTo>
                  <a:lnTo>
                    <a:pt x="20038" y="144209"/>
                  </a:lnTo>
                  <a:lnTo>
                    <a:pt x="19471" y="144016"/>
                  </a:lnTo>
                  <a:lnTo>
                    <a:pt x="18999" y="144402"/>
                  </a:lnTo>
                  <a:lnTo>
                    <a:pt x="18431" y="144982"/>
                  </a:lnTo>
                  <a:lnTo>
                    <a:pt x="16447" y="144982"/>
                  </a:lnTo>
                  <a:lnTo>
                    <a:pt x="16068" y="144596"/>
                  </a:lnTo>
                  <a:lnTo>
                    <a:pt x="16541" y="143919"/>
                  </a:lnTo>
                  <a:lnTo>
                    <a:pt x="15974" y="143822"/>
                  </a:lnTo>
                  <a:lnTo>
                    <a:pt x="15123" y="144596"/>
                  </a:lnTo>
                  <a:lnTo>
                    <a:pt x="14178" y="143822"/>
                  </a:lnTo>
                  <a:lnTo>
                    <a:pt x="14272" y="143242"/>
                  </a:lnTo>
                  <a:lnTo>
                    <a:pt x="14934" y="142856"/>
                  </a:lnTo>
                  <a:lnTo>
                    <a:pt x="15596" y="142566"/>
                  </a:lnTo>
                  <a:lnTo>
                    <a:pt x="17108" y="141793"/>
                  </a:lnTo>
                  <a:lnTo>
                    <a:pt x="17297" y="141213"/>
                  </a:lnTo>
                  <a:lnTo>
                    <a:pt x="16163" y="141309"/>
                  </a:lnTo>
                  <a:lnTo>
                    <a:pt x="15690" y="141599"/>
                  </a:lnTo>
                  <a:lnTo>
                    <a:pt x="14934" y="141889"/>
                  </a:lnTo>
                  <a:lnTo>
                    <a:pt x="14272" y="141986"/>
                  </a:lnTo>
                  <a:lnTo>
                    <a:pt x="13800" y="141793"/>
                  </a:lnTo>
                  <a:lnTo>
                    <a:pt x="13611" y="141019"/>
                  </a:lnTo>
                  <a:lnTo>
                    <a:pt x="14083" y="140343"/>
                  </a:lnTo>
                  <a:lnTo>
                    <a:pt x="14556" y="139763"/>
                  </a:lnTo>
                  <a:lnTo>
                    <a:pt x="15312" y="138796"/>
                  </a:lnTo>
                  <a:lnTo>
                    <a:pt x="16919" y="138216"/>
                  </a:lnTo>
                  <a:lnTo>
                    <a:pt x="17297" y="137636"/>
                  </a:lnTo>
                  <a:lnTo>
                    <a:pt x="16919" y="136766"/>
                  </a:lnTo>
                  <a:lnTo>
                    <a:pt x="16825" y="136187"/>
                  </a:lnTo>
                  <a:lnTo>
                    <a:pt x="17108" y="135027"/>
                  </a:lnTo>
                  <a:lnTo>
                    <a:pt x="16541" y="134060"/>
                  </a:lnTo>
                  <a:lnTo>
                    <a:pt x="16541" y="133384"/>
                  </a:lnTo>
                  <a:lnTo>
                    <a:pt x="16919" y="133094"/>
                  </a:lnTo>
                  <a:lnTo>
                    <a:pt x="17486" y="132900"/>
                  </a:lnTo>
                  <a:lnTo>
                    <a:pt x="18621" y="133094"/>
                  </a:lnTo>
                  <a:lnTo>
                    <a:pt x="19377" y="132900"/>
                  </a:lnTo>
                  <a:lnTo>
                    <a:pt x="20133" y="132610"/>
                  </a:lnTo>
                  <a:lnTo>
                    <a:pt x="20984" y="132127"/>
                  </a:lnTo>
                  <a:lnTo>
                    <a:pt x="21834" y="131934"/>
                  </a:lnTo>
                  <a:lnTo>
                    <a:pt x="22874" y="132030"/>
                  </a:lnTo>
                  <a:lnTo>
                    <a:pt x="23914" y="131740"/>
                  </a:lnTo>
                  <a:lnTo>
                    <a:pt x="24859" y="131837"/>
                  </a:lnTo>
                  <a:lnTo>
                    <a:pt x="25710" y="132030"/>
                  </a:lnTo>
                  <a:lnTo>
                    <a:pt x="27317" y="131837"/>
                  </a:lnTo>
                  <a:lnTo>
                    <a:pt x="28262" y="131644"/>
                  </a:lnTo>
                  <a:lnTo>
                    <a:pt x="29207" y="131547"/>
                  </a:lnTo>
                  <a:lnTo>
                    <a:pt x="30530" y="131257"/>
                  </a:lnTo>
                  <a:lnTo>
                    <a:pt x="31570" y="130871"/>
                  </a:lnTo>
                  <a:lnTo>
                    <a:pt x="32326" y="130194"/>
                  </a:lnTo>
                  <a:lnTo>
                    <a:pt x="32988" y="129421"/>
                  </a:lnTo>
                  <a:lnTo>
                    <a:pt x="33366" y="128744"/>
                  </a:lnTo>
                  <a:lnTo>
                    <a:pt x="33272" y="128068"/>
                  </a:lnTo>
                  <a:lnTo>
                    <a:pt x="32610" y="127681"/>
                  </a:lnTo>
                  <a:lnTo>
                    <a:pt x="31948" y="127198"/>
                  </a:lnTo>
                  <a:lnTo>
                    <a:pt x="32326" y="126714"/>
                  </a:lnTo>
                  <a:lnTo>
                    <a:pt x="33744" y="127391"/>
                  </a:lnTo>
                  <a:lnTo>
                    <a:pt x="34311" y="127488"/>
                  </a:lnTo>
                  <a:lnTo>
                    <a:pt x="35446" y="127004"/>
                  </a:lnTo>
                  <a:lnTo>
                    <a:pt x="36674" y="126521"/>
                  </a:lnTo>
                  <a:lnTo>
                    <a:pt x="37809" y="125651"/>
                  </a:lnTo>
                  <a:lnTo>
                    <a:pt x="38848" y="125071"/>
                  </a:lnTo>
                  <a:lnTo>
                    <a:pt x="39510" y="124685"/>
                  </a:lnTo>
                  <a:lnTo>
                    <a:pt x="40077" y="123718"/>
                  </a:lnTo>
                  <a:lnTo>
                    <a:pt x="40172" y="122751"/>
                  </a:lnTo>
                  <a:lnTo>
                    <a:pt x="40172" y="122172"/>
                  </a:lnTo>
                  <a:lnTo>
                    <a:pt x="38565" y="121785"/>
                  </a:lnTo>
                  <a:lnTo>
                    <a:pt x="38848" y="121108"/>
                  </a:lnTo>
                  <a:lnTo>
                    <a:pt x="40361" y="121398"/>
                  </a:lnTo>
                  <a:lnTo>
                    <a:pt x="41779" y="121302"/>
                  </a:lnTo>
                  <a:lnTo>
                    <a:pt x="42913" y="121302"/>
                  </a:lnTo>
                  <a:lnTo>
                    <a:pt x="43669" y="121302"/>
                  </a:lnTo>
                  <a:lnTo>
                    <a:pt x="43858" y="120528"/>
                  </a:lnTo>
                  <a:lnTo>
                    <a:pt x="44236" y="119852"/>
                  </a:lnTo>
                  <a:lnTo>
                    <a:pt x="44520" y="119562"/>
                  </a:lnTo>
                  <a:lnTo>
                    <a:pt x="44520" y="118789"/>
                  </a:lnTo>
                  <a:lnTo>
                    <a:pt x="44709" y="118015"/>
                  </a:lnTo>
                  <a:lnTo>
                    <a:pt x="44898" y="117339"/>
                  </a:lnTo>
                  <a:lnTo>
                    <a:pt x="44709" y="116662"/>
                  </a:lnTo>
                  <a:lnTo>
                    <a:pt x="44992" y="115406"/>
                  </a:lnTo>
                  <a:lnTo>
                    <a:pt x="44709" y="114729"/>
                  </a:lnTo>
                  <a:lnTo>
                    <a:pt x="44520" y="113859"/>
                  </a:lnTo>
                  <a:lnTo>
                    <a:pt x="44709" y="112893"/>
                  </a:lnTo>
                  <a:lnTo>
                    <a:pt x="44898" y="112119"/>
                  </a:lnTo>
                  <a:lnTo>
                    <a:pt x="44803" y="111443"/>
                  </a:lnTo>
                  <a:lnTo>
                    <a:pt x="43480" y="111443"/>
                  </a:lnTo>
                  <a:lnTo>
                    <a:pt x="31570" y="111636"/>
                  </a:lnTo>
                  <a:lnTo>
                    <a:pt x="31003" y="111829"/>
                  </a:lnTo>
                  <a:lnTo>
                    <a:pt x="30530" y="111443"/>
                  </a:lnTo>
                  <a:lnTo>
                    <a:pt x="30436" y="111250"/>
                  </a:lnTo>
                  <a:lnTo>
                    <a:pt x="30530" y="110960"/>
                  </a:lnTo>
                  <a:lnTo>
                    <a:pt x="31098" y="110863"/>
                  </a:lnTo>
                  <a:lnTo>
                    <a:pt x="32137" y="110960"/>
                  </a:lnTo>
                  <a:lnTo>
                    <a:pt x="34217" y="110960"/>
                  </a:lnTo>
                  <a:lnTo>
                    <a:pt x="35257" y="110960"/>
                  </a:lnTo>
                  <a:lnTo>
                    <a:pt x="39888" y="110863"/>
                  </a:lnTo>
                  <a:lnTo>
                    <a:pt x="41117" y="110863"/>
                  </a:lnTo>
                  <a:lnTo>
                    <a:pt x="43480" y="110766"/>
                  </a:lnTo>
                  <a:lnTo>
                    <a:pt x="44614" y="110766"/>
                  </a:lnTo>
                  <a:lnTo>
                    <a:pt x="45938" y="110670"/>
                  </a:lnTo>
                  <a:lnTo>
                    <a:pt x="46788" y="110670"/>
                  </a:lnTo>
                  <a:lnTo>
                    <a:pt x="49057" y="110573"/>
                  </a:lnTo>
                  <a:lnTo>
                    <a:pt x="50097" y="110573"/>
                  </a:lnTo>
                  <a:lnTo>
                    <a:pt x="50475" y="110766"/>
                  </a:lnTo>
                  <a:lnTo>
                    <a:pt x="50853" y="110863"/>
                  </a:lnTo>
                  <a:lnTo>
                    <a:pt x="51609" y="111250"/>
                  </a:lnTo>
                  <a:lnTo>
                    <a:pt x="52649" y="111539"/>
                  </a:lnTo>
                  <a:lnTo>
                    <a:pt x="55390" y="112409"/>
                  </a:lnTo>
                  <a:lnTo>
                    <a:pt x="55579" y="112506"/>
                  </a:lnTo>
                  <a:lnTo>
                    <a:pt x="57091" y="112989"/>
                  </a:lnTo>
                  <a:lnTo>
                    <a:pt x="57942" y="113473"/>
                  </a:lnTo>
                  <a:lnTo>
                    <a:pt x="59549" y="115019"/>
                  </a:lnTo>
                  <a:lnTo>
                    <a:pt x="60400" y="114729"/>
                  </a:lnTo>
                  <a:lnTo>
                    <a:pt x="61156" y="114246"/>
                  </a:lnTo>
                  <a:lnTo>
                    <a:pt x="61628" y="113859"/>
                  </a:lnTo>
                  <a:lnTo>
                    <a:pt x="62101" y="113279"/>
                  </a:lnTo>
                  <a:lnTo>
                    <a:pt x="62763" y="112409"/>
                  </a:lnTo>
                  <a:lnTo>
                    <a:pt x="62857" y="111926"/>
                  </a:lnTo>
                  <a:lnTo>
                    <a:pt x="63046" y="111153"/>
                  </a:lnTo>
                  <a:lnTo>
                    <a:pt x="63330" y="110766"/>
                  </a:lnTo>
                  <a:lnTo>
                    <a:pt x="63519" y="110573"/>
                  </a:lnTo>
                  <a:lnTo>
                    <a:pt x="64181" y="110283"/>
                  </a:lnTo>
                  <a:lnTo>
                    <a:pt x="64559" y="109510"/>
                  </a:lnTo>
                  <a:lnTo>
                    <a:pt x="63613" y="108640"/>
                  </a:lnTo>
                  <a:lnTo>
                    <a:pt x="62385" y="107770"/>
                  </a:lnTo>
                  <a:lnTo>
                    <a:pt x="62196" y="107770"/>
                  </a:lnTo>
                  <a:lnTo>
                    <a:pt x="61061" y="107383"/>
                  </a:lnTo>
                  <a:lnTo>
                    <a:pt x="61156" y="106997"/>
                  </a:lnTo>
                  <a:lnTo>
                    <a:pt x="62668" y="107287"/>
                  </a:lnTo>
                  <a:lnTo>
                    <a:pt x="62857" y="107287"/>
                  </a:lnTo>
                  <a:lnTo>
                    <a:pt x="63141" y="107383"/>
                  </a:lnTo>
                  <a:lnTo>
                    <a:pt x="63708" y="107770"/>
                  </a:lnTo>
                  <a:lnTo>
                    <a:pt x="64464" y="108157"/>
                  </a:lnTo>
                  <a:lnTo>
                    <a:pt x="64559" y="108447"/>
                  </a:lnTo>
                  <a:lnTo>
                    <a:pt x="64748" y="108736"/>
                  </a:lnTo>
                  <a:lnTo>
                    <a:pt x="65693" y="109316"/>
                  </a:lnTo>
                  <a:lnTo>
                    <a:pt x="68151" y="111056"/>
                  </a:lnTo>
                  <a:lnTo>
                    <a:pt x="68907" y="111443"/>
                  </a:lnTo>
                  <a:lnTo>
                    <a:pt x="69190" y="111443"/>
                  </a:lnTo>
                  <a:lnTo>
                    <a:pt x="69568" y="111346"/>
                  </a:lnTo>
                  <a:lnTo>
                    <a:pt x="69852" y="111829"/>
                  </a:lnTo>
                  <a:lnTo>
                    <a:pt x="70608" y="113376"/>
                  </a:lnTo>
                  <a:lnTo>
                    <a:pt x="71553" y="115212"/>
                  </a:lnTo>
                  <a:lnTo>
                    <a:pt x="71742" y="115502"/>
                  </a:lnTo>
                  <a:lnTo>
                    <a:pt x="72215" y="115696"/>
                  </a:lnTo>
                  <a:lnTo>
                    <a:pt x="72593" y="115599"/>
                  </a:lnTo>
                  <a:lnTo>
                    <a:pt x="73822" y="114632"/>
                  </a:lnTo>
                  <a:lnTo>
                    <a:pt x="75051" y="113473"/>
                  </a:lnTo>
                  <a:lnTo>
                    <a:pt x="75807" y="112506"/>
                  </a:lnTo>
                  <a:lnTo>
                    <a:pt x="76091" y="112216"/>
                  </a:lnTo>
                  <a:lnTo>
                    <a:pt x="76280" y="111926"/>
                  </a:lnTo>
                  <a:lnTo>
                    <a:pt x="76658" y="111926"/>
                  </a:lnTo>
                  <a:lnTo>
                    <a:pt x="76941" y="111926"/>
                  </a:lnTo>
                  <a:lnTo>
                    <a:pt x="77225" y="111926"/>
                  </a:lnTo>
                  <a:lnTo>
                    <a:pt x="77603" y="111829"/>
                  </a:lnTo>
                  <a:lnTo>
                    <a:pt x="78265" y="111346"/>
                  </a:lnTo>
                  <a:lnTo>
                    <a:pt x="78737" y="110573"/>
                  </a:lnTo>
                  <a:lnTo>
                    <a:pt x="79777" y="109896"/>
                  </a:lnTo>
                  <a:lnTo>
                    <a:pt x="78454" y="107577"/>
                  </a:lnTo>
                  <a:lnTo>
                    <a:pt x="77886" y="106610"/>
                  </a:lnTo>
                  <a:lnTo>
                    <a:pt x="77319" y="105740"/>
                  </a:lnTo>
                  <a:lnTo>
                    <a:pt x="77130" y="105450"/>
                  </a:lnTo>
                  <a:lnTo>
                    <a:pt x="75807" y="105644"/>
                  </a:lnTo>
                  <a:lnTo>
                    <a:pt x="75618" y="105257"/>
                  </a:lnTo>
                  <a:lnTo>
                    <a:pt x="70703" y="102841"/>
                  </a:lnTo>
                  <a:lnTo>
                    <a:pt x="70419" y="101874"/>
                  </a:lnTo>
                  <a:lnTo>
                    <a:pt x="69285" y="101004"/>
                  </a:lnTo>
                  <a:lnTo>
                    <a:pt x="70419" y="99071"/>
                  </a:lnTo>
                  <a:lnTo>
                    <a:pt x="72404" y="100521"/>
                  </a:lnTo>
                  <a:lnTo>
                    <a:pt x="72026" y="101197"/>
                  </a:lnTo>
                  <a:lnTo>
                    <a:pt x="73444" y="101971"/>
                  </a:lnTo>
                  <a:lnTo>
                    <a:pt x="73633" y="101777"/>
                  </a:lnTo>
                  <a:lnTo>
                    <a:pt x="74484" y="102357"/>
                  </a:lnTo>
                  <a:lnTo>
                    <a:pt x="74389" y="102551"/>
                  </a:lnTo>
                  <a:lnTo>
                    <a:pt x="74862" y="102744"/>
                  </a:lnTo>
                  <a:lnTo>
                    <a:pt x="75429" y="103034"/>
                  </a:lnTo>
                  <a:lnTo>
                    <a:pt x="76185" y="103420"/>
                  </a:lnTo>
                  <a:lnTo>
                    <a:pt x="76941" y="103807"/>
                  </a:lnTo>
                  <a:lnTo>
                    <a:pt x="77603" y="104967"/>
                  </a:lnTo>
                  <a:lnTo>
                    <a:pt x="78170" y="105837"/>
                  </a:lnTo>
                  <a:lnTo>
                    <a:pt x="78359" y="106223"/>
                  </a:lnTo>
                  <a:lnTo>
                    <a:pt x="79115" y="107383"/>
                  </a:lnTo>
                  <a:lnTo>
                    <a:pt x="79210" y="107673"/>
                  </a:lnTo>
                  <a:lnTo>
                    <a:pt x="79871" y="108736"/>
                  </a:lnTo>
                  <a:lnTo>
                    <a:pt x="80344" y="109413"/>
                  </a:lnTo>
                  <a:lnTo>
                    <a:pt x="81195" y="110960"/>
                  </a:lnTo>
                  <a:lnTo>
                    <a:pt x="81667" y="111636"/>
                  </a:lnTo>
                  <a:lnTo>
                    <a:pt x="81951" y="112119"/>
                  </a:lnTo>
                  <a:lnTo>
                    <a:pt x="84219" y="111829"/>
                  </a:lnTo>
                  <a:lnTo>
                    <a:pt x="85448" y="112313"/>
                  </a:lnTo>
                  <a:lnTo>
                    <a:pt x="86015" y="113569"/>
                  </a:lnTo>
                  <a:lnTo>
                    <a:pt x="87622" y="113569"/>
                  </a:lnTo>
                  <a:lnTo>
                    <a:pt x="88946" y="112796"/>
                  </a:lnTo>
                  <a:lnTo>
                    <a:pt x="90269" y="112409"/>
                  </a:lnTo>
                  <a:lnTo>
                    <a:pt x="91214" y="111829"/>
                  </a:lnTo>
                  <a:lnTo>
                    <a:pt x="91876" y="111056"/>
                  </a:lnTo>
                  <a:lnTo>
                    <a:pt x="92348" y="110380"/>
                  </a:lnTo>
                  <a:lnTo>
                    <a:pt x="93294" y="110476"/>
                  </a:lnTo>
                  <a:lnTo>
                    <a:pt x="94144" y="110476"/>
                  </a:lnTo>
                  <a:lnTo>
                    <a:pt x="94050" y="108157"/>
                  </a:lnTo>
                  <a:lnTo>
                    <a:pt x="90363" y="101874"/>
                  </a:lnTo>
                  <a:lnTo>
                    <a:pt x="88378" y="101294"/>
                  </a:lnTo>
                  <a:lnTo>
                    <a:pt x="88757" y="100134"/>
                  </a:lnTo>
                  <a:lnTo>
                    <a:pt x="91309" y="101197"/>
                  </a:lnTo>
                  <a:lnTo>
                    <a:pt x="94806" y="107577"/>
                  </a:lnTo>
                  <a:lnTo>
                    <a:pt x="95373" y="108930"/>
                  </a:lnTo>
                  <a:lnTo>
                    <a:pt x="95846" y="111346"/>
                  </a:lnTo>
                  <a:lnTo>
                    <a:pt x="95468" y="111539"/>
                  </a:lnTo>
                  <a:lnTo>
                    <a:pt x="95468" y="112603"/>
                  </a:lnTo>
                  <a:lnTo>
                    <a:pt x="95846" y="114536"/>
                  </a:lnTo>
                  <a:lnTo>
                    <a:pt x="96129" y="115406"/>
                  </a:lnTo>
                  <a:lnTo>
                    <a:pt x="96602" y="116179"/>
                  </a:lnTo>
                  <a:lnTo>
                    <a:pt x="97169" y="116372"/>
                  </a:lnTo>
                  <a:lnTo>
                    <a:pt x="97925" y="116372"/>
                  </a:lnTo>
                  <a:lnTo>
                    <a:pt x="98398" y="116276"/>
                  </a:lnTo>
                  <a:lnTo>
                    <a:pt x="99060" y="115986"/>
                  </a:lnTo>
                  <a:lnTo>
                    <a:pt x="99627" y="115599"/>
                  </a:lnTo>
                  <a:lnTo>
                    <a:pt x="100383" y="115406"/>
                  </a:lnTo>
                  <a:lnTo>
                    <a:pt x="101045" y="116372"/>
                  </a:lnTo>
                  <a:lnTo>
                    <a:pt x="102273" y="116179"/>
                  </a:lnTo>
                  <a:lnTo>
                    <a:pt x="103313" y="115599"/>
                  </a:lnTo>
                  <a:lnTo>
                    <a:pt x="104447" y="115212"/>
                  </a:lnTo>
                  <a:lnTo>
                    <a:pt x="105393" y="114826"/>
                  </a:lnTo>
                  <a:lnTo>
                    <a:pt x="105960" y="114342"/>
                  </a:lnTo>
                  <a:lnTo>
                    <a:pt x="107000" y="113956"/>
                  </a:lnTo>
                  <a:lnTo>
                    <a:pt x="107661" y="113473"/>
                  </a:lnTo>
                  <a:lnTo>
                    <a:pt x="108701" y="112699"/>
                  </a:lnTo>
                  <a:lnTo>
                    <a:pt x="109552" y="112023"/>
                  </a:lnTo>
                  <a:lnTo>
                    <a:pt x="110213" y="111346"/>
                  </a:lnTo>
                  <a:lnTo>
                    <a:pt x="110591" y="110766"/>
                  </a:lnTo>
                  <a:lnTo>
                    <a:pt x="111159" y="110090"/>
                  </a:lnTo>
                  <a:lnTo>
                    <a:pt x="111820" y="109123"/>
                  </a:lnTo>
                  <a:lnTo>
                    <a:pt x="112765" y="107963"/>
                  </a:lnTo>
                  <a:lnTo>
                    <a:pt x="113805" y="106707"/>
                  </a:lnTo>
                  <a:lnTo>
                    <a:pt x="114372" y="105450"/>
                  </a:lnTo>
                  <a:lnTo>
                    <a:pt x="114750" y="104870"/>
                  </a:lnTo>
                  <a:lnTo>
                    <a:pt x="115223" y="104000"/>
                  </a:lnTo>
                  <a:lnTo>
                    <a:pt x="115318" y="103227"/>
                  </a:lnTo>
                  <a:lnTo>
                    <a:pt x="115601" y="102261"/>
                  </a:lnTo>
                  <a:lnTo>
                    <a:pt x="115979" y="101294"/>
                  </a:lnTo>
                  <a:lnTo>
                    <a:pt x="116168" y="100327"/>
                  </a:lnTo>
                  <a:lnTo>
                    <a:pt x="116263" y="99554"/>
                  </a:lnTo>
                  <a:lnTo>
                    <a:pt x="116830" y="98781"/>
                  </a:lnTo>
                  <a:lnTo>
                    <a:pt x="117019" y="97814"/>
                  </a:lnTo>
                  <a:lnTo>
                    <a:pt x="117113" y="97041"/>
                  </a:lnTo>
                  <a:lnTo>
                    <a:pt x="117303" y="96075"/>
                  </a:lnTo>
                  <a:lnTo>
                    <a:pt x="117397" y="95495"/>
                  </a:lnTo>
                  <a:lnTo>
                    <a:pt x="117964" y="94721"/>
                  </a:lnTo>
                  <a:lnTo>
                    <a:pt x="118059" y="94238"/>
                  </a:lnTo>
                  <a:lnTo>
                    <a:pt x="118059" y="93658"/>
                  </a:lnTo>
                  <a:lnTo>
                    <a:pt x="118437" y="92885"/>
                  </a:lnTo>
                  <a:lnTo>
                    <a:pt x="118437" y="91822"/>
                  </a:lnTo>
                  <a:lnTo>
                    <a:pt x="118437" y="91145"/>
                  </a:lnTo>
                  <a:lnTo>
                    <a:pt x="118909" y="90469"/>
                  </a:lnTo>
                  <a:lnTo>
                    <a:pt x="119004" y="89405"/>
                  </a:lnTo>
                  <a:lnTo>
                    <a:pt x="118909" y="88439"/>
                  </a:lnTo>
                  <a:lnTo>
                    <a:pt x="119004" y="87762"/>
                  </a:lnTo>
                  <a:lnTo>
                    <a:pt x="119288" y="87086"/>
                  </a:lnTo>
                  <a:lnTo>
                    <a:pt x="119288" y="86409"/>
                  </a:lnTo>
                  <a:lnTo>
                    <a:pt x="119193" y="85539"/>
                  </a:lnTo>
                  <a:lnTo>
                    <a:pt x="119288" y="85153"/>
                  </a:lnTo>
                  <a:lnTo>
                    <a:pt x="119571" y="84669"/>
                  </a:lnTo>
                  <a:lnTo>
                    <a:pt x="119477" y="84283"/>
                  </a:lnTo>
                  <a:lnTo>
                    <a:pt x="119382" y="83993"/>
                  </a:lnTo>
                  <a:lnTo>
                    <a:pt x="119382" y="83606"/>
                  </a:lnTo>
                  <a:lnTo>
                    <a:pt x="119571" y="83316"/>
                  </a:lnTo>
                  <a:lnTo>
                    <a:pt x="119666" y="82833"/>
                  </a:lnTo>
                  <a:lnTo>
                    <a:pt x="119855" y="82253"/>
                  </a:lnTo>
                  <a:lnTo>
                    <a:pt x="119855" y="81866"/>
                  </a:lnTo>
                  <a:lnTo>
                    <a:pt x="119571" y="81480"/>
                  </a:lnTo>
                  <a:lnTo>
                    <a:pt x="119193" y="81286"/>
                  </a:lnTo>
                  <a:lnTo>
                    <a:pt x="119004" y="81093"/>
                  </a:lnTo>
                  <a:lnTo>
                    <a:pt x="118909" y="80803"/>
                  </a:lnTo>
                  <a:lnTo>
                    <a:pt x="118909" y="80610"/>
                  </a:lnTo>
                  <a:lnTo>
                    <a:pt x="119098" y="80417"/>
                  </a:lnTo>
                  <a:lnTo>
                    <a:pt x="119288" y="80127"/>
                  </a:lnTo>
                  <a:lnTo>
                    <a:pt x="119477" y="79837"/>
                  </a:lnTo>
                  <a:lnTo>
                    <a:pt x="119477" y="79547"/>
                  </a:lnTo>
                  <a:lnTo>
                    <a:pt x="119477" y="79257"/>
                  </a:lnTo>
                  <a:lnTo>
                    <a:pt x="119382" y="79063"/>
                  </a:lnTo>
                  <a:lnTo>
                    <a:pt x="119193" y="78870"/>
                  </a:lnTo>
                  <a:lnTo>
                    <a:pt x="119004" y="78580"/>
                  </a:lnTo>
                  <a:lnTo>
                    <a:pt x="119098" y="78387"/>
                  </a:lnTo>
                  <a:lnTo>
                    <a:pt x="119288" y="78000"/>
                  </a:lnTo>
                  <a:lnTo>
                    <a:pt x="119382" y="77807"/>
                  </a:lnTo>
                  <a:lnTo>
                    <a:pt x="119571" y="77420"/>
                  </a:lnTo>
                  <a:lnTo>
                    <a:pt x="119666" y="77227"/>
                  </a:lnTo>
                  <a:lnTo>
                    <a:pt x="119666" y="76840"/>
                  </a:lnTo>
                  <a:lnTo>
                    <a:pt x="119571" y="76647"/>
                  </a:lnTo>
                  <a:lnTo>
                    <a:pt x="119382" y="76550"/>
                  </a:lnTo>
                  <a:lnTo>
                    <a:pt x="119193" y="76357"/>
                  </a:lnTo>
                  <a:lnTo>
                    <a:pt x="119004" y="76164"/>
                  </a:lnTo>
                  <a:lnTo>
                    <a:pt x="119193" y="75970"/>
                  </a:lnTo>
                  <a:lnTo>
                    <a:pt x="119382" y="75970"/>
                  </a:lnTo>
                  <a:lnTo>
                    <a:pt x="119571" y="75777"/>
                  </a:lnTo>
                  <a:lnTo>
                    <a:pt x="119666" y="75584"/>
                  </a:lnTo>
                  <a:lnTo>
                    <a:pt x="119571" y="75294"/>
                  </a:lnTo>
                  <a:lnTo>
                    <a:pt x="119477" y="74907"/>
                  </a:lnTo>
                  <a:lnTo>
                    <a:pt x="119382" y="74521"/>
                  </a:lnTo>
                  <a:lnTo>
                    <a:pt x="119288" y="74231"/>
                  </a:lnTo>
                  <a:lnTo>
                    <a:pt x="119288" y="73844"/>
                  </a:lnTo>
                  <a:lnTo>
                    <a:pt x="119288" y="73554"/>
                  </a:lnTo>
                  <a:lnTo>
                    <a:pt x="119477" y="73264"/>
                  </a:lnTo>
                  <a:lnTo>
                    <a:pt x="119477" y="72974"/>
                  </a:lnTo>
                  <a:lnTo>
                    <a:pt x="119477" y="72587"/>
                  </a:lnTo>
                  <a:lnTo>
                    <a:pt x="119193" y="72201"/>
                  </a:lnTo>
                  <a:lnTo>
                    <a:pt x="119004" y="72008"/>
                  </a:lnTo>
                  <a:lnTo>
                    <a:pt x="118815" y="71428"/>
                  </a:lnTo>
                  <a:lnTo>
                    <a:pt x="118909" y="71041"/>
                  </a:lnTo>
                  <a:lnTo>
                    <a:pt x="119098" y="70461"/>
                  </a:lnTo>
                  <a:lnTo>
                    <a:pt x="119288" y="70074"/>
                  </a:lnTo>
                  <a:lnTo>
                    <a:pt x="119098" y="69591"/>
                  </a:lnTo>
                  <a:lnTo>
                    <a:pt x="119004" y="69301"/>
                  </a:lnTo>
                  <a:lnTo>
                    <a:pt x="118815" y="69205"/>
                  </a:lnTo>
                  <a:lnTo>
                    <a:pt x="118626" y="69011"/>
                  </a:lnTo>
                  <a:lnTo>
                    <a:pt x="118531" y="68721"/>
                  </a:lnTo>
                  <a:lnTo>
                    <a:pt x="118342" y="68528"/>
                  </a:lnTo>
                  <a:lnTo>
                    <a:pt x="118342" y="68238"/>
                  </a:lnTo>
                  <a:lnTo>
                    <a:pt x="118437" y="67851"/>
                  </a:lnTo>
                  <a:lnTo>
                    <a:pt x="118531" y="67368"/>
                  </a:lnTo>
                  <a:lnTo>
                    <a:pt x="118342" y="67078"/>
                  </a:lnTo>
                  <a:lnTo>
                    <a:pt x="118153" y="66981"/>
                  </a:lnTo>
                  <a:lnTo>
                    <a:pt x="117964" y="66692"/>
                  </a:lnTo>
                  <a:lnTo>
                    <a:pt x="117775" y="66402"/>
                  </a:lnTo>
                  <a:lnTo>
                    <a:pt x="117775" y="66208"/>
                  </a:lnTo>
                  <a:lnTo>
                    <a:pt x="117775" y="65918"/>
                  </a:lnTo>
                  <a:lnTo>
                    <a:pt x="117870" y="65435"/>
                  </a:lnTo>
                  <a:lnTo>
                    <a:pt x="117681" y="65242"/>
                  </a:lnTo>
                  <a:lnTo>
                    <a:pt x="117492" y="65048"/>
                  </a:lnTo>
                  <a:lnTo>
                    <a:pt x="117303" y="64952"/>
                  </a:lnTo>
                  <a:lnTo>
                    <a:pt x="117303" y="64758"/>
                  </a:lnTo>
                  <a:lnTo>
                    <a:pt x="117303" y="64372"/>
                  </a:lnTo>
                  <a:lnTo>
                    <a:pt x="117208" y="63985"/>
                  </a:lnTo>
                  <a:lnTo>
                    <a:pt x="117019" y="63792"/>
                  </a:lnTo>
                  <a:lnTo>
                    <a:pt x="116924" y="63502"/>
                  </a:lnTo>
                  <a:lnTo>
                    <a:pt x="116735" y="63212"/>
                  </a:lnTo>
                  <a:lnTo>
                    <a:pt x="116735" y="62922"/>
                  </a:lnTo>
                  <a:lnTo>
                    <a:pt x="116830" y="62729"/>
                  </a:lnTo>
                  <a:lnTo>
                    <a:pt x="116924" y="62439"/>
                  </a:lnTo>
                  <a:lnTo>
                    <a:pt x="116924" y="62052"/>
                  </a:lnTo>
                  <a:lnTo>
                    <a:pt x="116830" y="61665"/>
                  </a:lnTo>
                  <a:lnTo>
                    <a:pt x="116830" y="61472"/>
                  </a:lnTo>
                  <a:lnTo>
                    <a:pt x="117019" y="61182"/>
                  </a:lnTo>
                  <a:lnTo>
                    <a:pt x="117019" y="60892"/>
                  </a:lnTo>
                  <a:lnTo>
                    <a:pt x="117019" y="60602"/>
                  </a:lnTo>
                  <a:lnTo>
                    <a:pt x="116830" y="60216"/>
                  </a:lnTo>
                  <a:lnTo>
                    <a:pt x="116830" y="60022"/>
                  </a:lnTo>
                  <a:lnTo>
                    <a:pt x="116924" y="59732"/>
                  </a:lnTo>
                  <a:lnTo>
                    <a:pt x="116830" y="59249"/>
                  </a:lnTo>
                  <a:lnTo>
                    <a:pt x="116924" y="58572"/>
                  </a:lnTo>
                  <a:lnTo>
                    <a:pt x="116924" y="58089"/>
                  </a:lnTo>
                  <a:lnTo>
                    <a:pt x="117208" y="57799"/>
                  </a:lnTo>
                  <a:lnTo>
                    <a:pt x="117303" y="57606"/>
                  </a:lnTo>
                  <a:lnTo>
                    <a:pt x="117303" y="57219"/>
                  </a:lnTo>
                  <a:lnTo>
                    <a:pt x="117113" y="56929"/>
                  </a:lnTo>
                  <a:lnTo>
                    <a:pt x="116924" y="56736"/>
                  </a:lnTo>
                  <a:lnTo>
                    <a:pt x="116830" y="56446"/>
                  </a:lnTo>
                  <a:lnTo>
                    <a:pt x="116924" y="56059"/>
                  </a:lnTo>
                  <a:lnTo>
                    <a:pt x="117019" y="55576"/>
                  </a:lnTo>
                  <a:lnTo>
                    <a:pt x="116924" y="55190"/>
                  </a:lnTo>
                  <a:lnTo>
                    <a:pt x="116735" y="54900"/>
                  </a:lnTo>
                  <a:lnTo>
                    <a:pt x="116735" y="54513"/>
                  </a:lnTo>
                  <a:lnTo>
                    <a:pt x="116830" y="54223"/>
                  </a:lnTo>
                  <a:lnTo>
                    <a:pt x="116830" y="53643"/>
                  </a:lnTo>
                  <a:lnTo>
                    <a:pt x="116546" y="53160"/>
                  </a:lnTo>
                  <a:lnTo>
                    <a:pt x="116168" y="52773"/>
                  </a:lnTo>
                  <a:lnTo>
                    <a:pt x="115790" y="52483"/>
                  </a:lnTo>
                  <a:lnTo>
                    <a:pt x="114939" y="52097"/>
                  </a:lnTo>
                  <a:lnTo>
                    <a:pt x="114656" y="51613"/>
                  </a:lnTo>
                  <a:lnTo>
                    <a:pt x="114656" y="51033"/>
                  </a:lnTo>
                  <a:lnTo>
                    <a:pt x="114939" y="50743"/>
                  </a:lnTo>
                  <a:lnTo>
                    <a:pt x="115412" y="50550"/>
                  </a:lnTo>
                  <a:lnTo>
                    <a:pt x="116263" y="50550"/>
                  </a:lnTo>
                  <a:lnTo>
                    <a:pt x="117113" y="50647"/>
                  </a:lnTo>
                  <a:lnTo>
                    <a:pt x="117964" y="50647"/>
                  </a:lnTo>
                  <a:lnTo>
                    <a:pt x="118815" y="50743"/>
                  </a:lnTo>
                  <a:lnTo>
                    <a:pt x="119855" y="50743"/>
                  </a:lnTo>
                  <a:lnTo>
                    <a:pt x="120516" y="50743"/>
                  </a:lnTo>
                  <a:lnTo>
                    <a:pt x="121083" y="50647"/>
                  </a:lnTo>
                  <a:lnTo>
                    <a:pt x="121840" y="50260"/>
                  </a:lnTo>
                  <a:lnTo>
                    <a:pt x="122596" y="49970"/>
                  </a:lnTo>
                  <a:lnTo>
                    <a:pt x="123636" y="49487"/>
                  </a:lnTo>
                  <a:lnTo>
                    <a:pt x="124392" y="49100"/>
                  </a:lnTo>
                  <a:lnTo>
                    <a:pt x="124581" y="48617"/>
                  </a:lnTo>
                  <a:lnTo>
                    <a:pt x="124770" y="48327"/>
                  </a:lnTo>
                  <a:lnTo>
                    <a:pt x="125148" y="47940"/>
                  </a:lnTo>
                  <a:lnTo>
                    <a:pt x="125526" y="47650"/>
                  </a:lnTo>
                  <a:lnTo>
                    <a:pt x="125621" y="47264"/>
                  </a:lnTo>
                  <a:lnTo>
                    <a:pt x="125242" y="46877"/>
                  </a:lnTo>
                  <a:lnTo>
                    <a:pt x="125337" y="46394"/>
                  </a:lnTo>
                  <a:lnTo>
                    <a:pt x="125432" y="46104"/>
                  </a:lnTo>
                  <a:lnTo>
                    <a:pt x="125810" y="45911"/>
                  </a:lnTo>
                  <a:lnTo>
                    <a:pt x="126093" y="45814"/>
                  </a:lnTo>
                  <a:lnTo>
                    <a:pt x="126282" y="45331"/>
                  </a:lnTo>
                  <a:lnTo>
                    <a:pt x="125999" y="45137"/>
                  </a:lnTo>
                  <a:lnTo>
                    <a:pt x="125526" y="44751"/>
                  </a:lnTo>
                  <a:lnTo>
                    <a:pt x="125432" y="44557"/>
                  </a:lnTo>
                  <a:lnTo>
                    <a:pt x="125526" y="44074"/>
                  </a:lnTo>
                  <a:lnTo>
                    <a:pt x="126093" y="43784"/>
                  </a:lnTo>
                  <a:lnTo>
                    <a:pt x="126282" y="43398"/>
                  </a:lnTo>
                  <a:lnTo>
                    <a:pt x="125999" y="43011"/>
                  </a:lnTo>
                  <a:lnTo>
                    <a:pt x="125432" y="42528"/>
                  </a:lnTo>
                  <a:lnTo>
                    <a:pt x="125337" y="42141"/>
                  </a:lnTo>
                  <a:lnTo>
                    <a:pt x="125526" y="41948"/>
                  </a:lnTo>
                  <a:lnTo>
                    <a:pt x="125715" y="41658"/>
                  </a:lnTo>
                  <a:lnTo>
                    <a:pt x="125904" y="41078"/>
                  </a:lnTo>
                  <a:lnTo>
                    <a:pt x="125715" y="40788"/>
                  </a:lnTo>
                  <a:lnTo>
                    <a:pt x="125432" y="40305"/>
                  </a:lnTo>
                  <a:lnTo>
                    <a:pt x="125432" y="39918"/>
                  </a:lnTo>
                  <a:lnTo>
                    <a:pt x="125526" y="39531"/>
                  </a:lnTo>
                  <a:lnTo>
                    <a:pt x="125715" y="39145"/>
                  </a:lnTo>
                  <a:lnTo>
                    <a:pt x="125715" y="38855"/>
                  </a:lnTo>
                  <a:lnTo>
                    <a:pt x="125432" y="38468"/>
                  </a:lnTo>
                  <a:lnTo>
                    <a:pt x="125242" y="38275"/>
                  </a:lnTo>
                  <a:lnTo>
                    <a:pt x="125242" y="37792"/>
                  </a:lnTo>
                  <a:lnTo>
                    <a:pt x="125337" y="37405"/>
                  </a:lnTo>
                  <a:lnTo>
                    <a:pt x="125242" y="36825"/>
                  </a:lnTo>
                  <a:lnTo>
                    <a:pt x="124959" y="36438"/>
                  </a:lnTo>
                  <a:lnTo>
                    <a:pt x="124864" y="36052"/>
                  </a:lnTo>
                  <a:lnTo>
                    <a:pt x="124959" y="35569"/>
                  </a:lnTo>
                  <a:lnTo>
                    <a:pt x="124959" y="35182"/>
                  </a:lnTo>
                  <a:lnTo>
                    <a:pt x="124864" y="34795"/>
                  </a:lnTo>
                  <a:lnTo>
                    <a:pt x="127889" y="33635"/>
                  </a:lnTo>
                  <a:lnTo>
                    <a:pt x="133371" y="31606"/>
                  </a:lnTo>
                  <a:lnTo>
                    <a:pt x="133182" y="29769"/>
                  </a:lnTo>
                  <a:lnTo>
                    <a:pt x="133182" y="29383"/>
                  </a:lnTo>
                  <a:lnTo>
                    <a:pt x="139232" y="28319"/>
                  </a:lnTo>
                  <a:lnTo>
                    <a:pt x="139326" y="29189"/>
                  </a:lnTo>
                  <a:lnTo>
                    <a:pt x="139326" y="29479"/>
                  </a:lnTo>
                  <a:lnTo>
                    <a:pt x="145187" y="29093"/>
                  </a:lnTo>
                  <a:lnTo>
                    <a:pt x="149629" y="27353"/>
                  </a:lnTo>
                  <a:lnTo>
                    <a:pt x="157191" y="24163"/>
                  </a:lnTo>
                  <a:lnTo>
                    <a:pt x="159649" y="23100"/>
                  </a:lnTo>
                  <a:lnTo>
                    <a:pt x="159838" y="23003"/>
                  </a:lnTo>
                  <a:lnTo>
                    <a:pt x="160500" y="22810"/>
                  </a:lnTo>
                  <a:lnTo>
                    <a:pt x="169007" y="18847"/>
                  </a:lnTo>
                  <a:lnTo>
                    <a:pt x="177136" y="15078"/>
                  </a:lnTo>
                  <a:lnTo>
                    <a:pt x="179971" y="13821"/>
                  </a:lnTo>
                  <a:lnTo>
                    <a:pt x="184225" y="11791"/>
                  </a:lnTo>
                  <a:lnTo>
                    <a:pt x="186399" y="10825"/>
                  </a:lnTo>
                  <a:lnTo>
                    <a:pt x="192070" y="8215"/>
                  </a:lnTo>
                  <a:lnTo>
                    <a:pt x="192543" y="8022"/>
                  </a:lnTo>
                  <a:lnTo>
                    <a:pt x="192259" y="6379"/>
                  </a:lnTo>
                  <a:lnTo>
                    <a:pt x="191503" y="2609"/>
                  </a:lnTo>
                  <a:lnTo>
                    <a:pt x="191409" y="1643"/>
                  </a:lnTo>
                  <a:lnTo>
                    <a:pt x="192448" y="869"/>
                  </a:lnTo>
                  <a:lnTo>
                    <a:pt x="193772" y="96"/>
                  </a:lnTo>
                  <a:lnTo>
                    <a:pt x="1939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97298" y="3401565"/>
              <a:ext cx="1247400" cy="1240965"/>
            </a:xfrm>
            <a:custGeom>
              <a:avLst/>
              <a:pathLst>
                <a:path w="1247400" h="1240965">
                  <a:moveTo>
                    <a:pt x="1247325" y="1147693"/>
                  </a:moveTo>
                  <a:lnTo>
                    <a:pt x="1245340" y="1147983"/>
                  </a:lnTo>
                  <a:lnTo>
                    <a:pt x="1244111" y="1147693"/>
                  </a:lnTo>
                  <a:lnTo>
                    <a:pt x="1242693" y="1147306"/>
                  </a:lnTo>
                  <a:lnTo>
                    <a:pt x="1241559" y="1146630"/>
                  </a:lnTo>
                  <a:lnTo>
                    <a:pt x="1240425" y="1146630"/>
                  </a:lnTo>
                  <a:lnTo>
                    <a:pt x="1239007" y="1147016"/>
                  </a:lnTo>
                  <a:lnTo>
                    <a:pt x="1238345" y="1146920"/>
                  </a:lnTo>
                  <a:lnTo>
                    <a:pt x="1236833" y="1145953"/>
                  </a:lnTo>
                  <a:lnTo>
                    <a:pt x="1236266" y="1144890"/>
                  </a:lnTo>
                  <a:lnTo>
                    <a:pt x="1235320" y="1143633"/>
                  </a:lnTo>
                  <a:lnTo>
                    <a:pt x="1234281" y="1142860"/>
                  </a:lnTo>
                  <a:lnTo>
                    <a:pt x="1234092" y="1142860"/>
                  </a:lnTo>
                  <a:lnTo>
                    <a:pt x="1232296" y="1143150"/>
                  </a:lnTo>
                  <a:lnTo>
                    <a:pt x="1230878" y="1143923"/>
                  </a:lnTo>
                  <a:lnTo>
                    <a:pt x="1229838" y="1144696"/>
                  </a:lnTo>
                  <a:lnTo>
                    <a:pt x="1228137" y="1145180"/>
                  </a:lnTo>
                  <a:lnTo>
                    <a:pt x="1226246" y="1145470"/>
                  </a:lnTo>
                  <a:lnTo>
                    <a:pt x="1223316" y="1145663"/>
                  </a:lnTo>
                  <a:lnTo>
                    <a:pt x="1221331" y="1145663"/>
                  </a:lnTo>
                  <a:lnTo>
                    <a:pt x="1220102" y="1145663"/>
                  </a:lnTo>
                  <a:lnTo>
                    <a:pt x="1218212" y="1145470"/>
                  </a:lnTo>
                  <a:lnTo>
                    <a:pt x="1216699" y="1145566"/>
                  </a:lnTo>
                  <a:lnTo>
                    <a:pt x="1215471" y="1146050"/>
                  </a:lnTo>
                  <a:lnTo>
                    <a:pt x="1214242" y="1146920"/>
                  </a:lnTo>
                  <a:lnTo>
                    <a:pt x="1211501" y="1148369"/>
                  </a:lnTo>
                  <a:lnTo>
                    <a:pt x="1208287" y="1148369"/>
                  </a:lnTo>
                  <a:lnTo>
                    <a:pt x="1206491" y="1147693"/>
                  </a:lnTo>
                  <a:lnTo>
                    <a:pt x="1204317" y="1147403"/>
                  </a:lnTo>
                  <a:lnTo>
                    <a:pt x="1202332" y="1146920"/>
                  </a:lnTo>
                  <a:lnTo>
                    <a:pt x="1199591" y="1146340"/>
                  </a:lnTo>
                  <a:lnTo>
                    <a:pt x="1197795" y="1145566"/>
                  </a:lnTo>
                  <a:lnTo>
                    <a:pt x="1196472" y="1144986"/>
                  </a:lnTo>
                  <a:lnTo>
                    <a:pt x="1195526" y="1144407"/>
                  </a:lnTo>
                  <a:lnTo>
                    <a:pt x="1194108" y="1143730"/>
                  </a:lnTo>
                  <a:lnTo>
                    <a:pt x="1192974" y="1143730"/>
                  </a:lnTo>
                  <a:lnTo>
                    <a:pt x="1190989" y="1143730"/>
                  </a:lnTo>
                  <a:lnTo>
                    <a:pt x="1189099" y="1143537"/>
                  </a:lnTo>
                  <a:lnTo>
                    <a:pt x="1187397" y="1143343"/>
                  </a:lnTo>
                  <a:lnTo>
                    <a:pt x="1185601" y="1142473"/>
                  </a:lnTo>
                  <a:lnTo>
                    <a:pt x="1183805" y="1141314"/>
                  </a:lnTo>
                  <a:lnTo>
                    <a:pt x="1181820" y="1139767"/>
                  </a:lnTo>
                  <a:lnTo>
                    <a:pt x="1180025" y="1138897"/>
                  </a:lnTo>
                  <a:lnTo>
                    <a:pt x="1177756" y="1137834"/>
                  </a:lnTo>
                  <a:lnTo>
                    <a:pt x="1177189" y="1137641"/>
                  </a:lnTo>
                  <a:lnTo>
                    <a:pt x="1176338" y="1137351"/>
                  </a:lnTo>
                  <a:lnTo>
                    <a:pt x="1175015" y="1137447"/>
                  </a:lnTo>
                  <a:lnTo>
                    <a:pt x="1174448" y="1137544"/>
                  </a:lnTo>
                  <a:lnTo>
                    <a:pt x="1172746" y="1138124"/>
                  </a:lnTo>
                  <a:lnTo>
                    <a:pt x="1171517" y="1139090"/>
                  </a:lnTo>
                  <a:lnTo>
                    <a:pt x="1170289" y="1140637"/>
                  </a:lnTo>
                  <a:lnTo>
                    <a:pt x="1169343" y="1141893"/>
                  </a:lnTo>
                  <a:lnTo>
                    <a:pt x="1168304" y="1143343"/>
                  </a:lnTo>
                  <a:lnTo>
                    <a:pt x="1167642" y="1144407"/>
                  </a:lnTo>
                  <a:lnTo>
                    <a:pt x="1166413" y="1145566"/>
                  </a:lnTo>
                  <a:lnTo>
                    <a:pt x="1165562" y="1145470"/>
                  </a:lnTo>
                  <a:lnTo>
                    <a:pt x="1164334" y="1144986"/>
                  </a:lnTo>
                  <a:lnTo>
                    <a:pt x="1162160" y="1143633"/>
                  </a:lnTo>
                  <a:lnTo>
                    <a:pt x="1161498" y="1143053"/>
                  </a:lnTo>
                  <a:lnTo>
                    <a:pt x="1160364" y="1142183"/>
                  </a:lnTo>
                  <a:lnTo>
                    <a:pt x="1159324" y="1141410"/>
                  </a:lnTo>
                  <a:lnTo>
                    <a:pt x="1158379" y="1140830"/>
                  </a:lnTo>
                  <a:lnTo>
                    <a:pt x="1156677" y="1140734"/>
                  </a:lnTo>
                  <a:lnTo>
                    <a:pt x="1155354" y="1141217"/>
                  </a:lnTo>
                  <a:lnTo>
                    <a:pt x="1154220" y="1141797"/>
                  </a:lnTo>
                  <a:lnTo>
                    <a:pt x="1152802" y="1142570"/>
                  </a:lnTo>
                  <a:lnTo>
                    <a:pt x="1151290" y="1142957"/>
                  </a:lnTo>
                  <a:lnTo>
                    <a:pt x="1149305" y="1142280"/>
                  </a:lnTo>
                  <a:lnTo>
                    <a:pt x="1148454" y="1141314"/>
                  </a:lnTo>
                  <a:lnTo>
                    <a:pt x="1147698" y="1140830"/>
                  </a:lnTo>
                  <a:lnTo>
                    <a:pt x="1146374" y="1139960"/>
                  </a:lnTo>
                  <a:lnTo>
                    <a:pt x="1145807" y="1139187"/>
                  </a:lnTo>
                  <a:lnTo>
                    <a:pt x="1144956" y="1138027"/>
                  </a:lnTo>
                  <a:lnTo>
                    <a:pt x="1144011" y="1137254"/>
                  </a:lnTo>
                  <a:lnTo>
                    <a:pt x="1142499" y="1135998"/>
                  </a:lnTo>
                  <a:lnTo>
                    <a:pt x="1141081" y="1135128"/>
                  </a:lnTo>
                  <a:lnTo>
                    <a:pt x="1139380" y="1134354"/>
                  </a:lnTo>
                  <a:lnTo>
                    <a:pt x="1137395" y="1134064"/>
                  </a:lnTo>
                  <a:lnTo>
                    <a:pt x="1136260" y="1133774"/>
                  </a:lnTo>
                  <a:lnTo>
                    <a:pt x="1133708" y="1133581"/>
                  </a:lnTo>
                  <a:lnTo>
                    <a:pt x="1131629" y="1133291"/>
                  </a:lnTo>
                  <a:lnTo>
                    <a:pt x="1129927" y="1133001"/>
                  </a:lnTo>
                  <a:lnTo>
                    <a:pt x="1127942" y="1133195"/>
                  </a:lnTo>
                  <a:lnTo>
                    <a:pt x="1126808" y="1133581"/>
                  </a:lnTo>
                  <a:lnTo>
                    <a:pt x="1125579" y="1134064"/>
                  </a:lnTo>
                  <a:lnTo>
                    <a:pt x="1124540" y="1134161"/>
                  </a:lnTo>
                  <a:lnTo>
                    <a:pt x="1123216" y="1134258"/>
                  </a:lnTo>
                  <a:lnTo>
                    <a:pt x="1121231" y="1134161"/>
                  </a:lnTo>
                  <a:lnTo>
                    <a:pt x="1119530" y="1134161"/>
                  </a:lnTo>
                  <a:lnTo>
                    <a:pt x="1118112" y="1134161"/>
                  </a:lnTo>
                  <a:lnTo>
                    <a:pt x="1116694" y="1134644"/>
                  </a:lnTo>
                  <a:lnTo>
                    <a:pt x="1115371" y="1135128"/>
                  </a:lnTo>
                  <a:lnTo>
                    <a:pt x="1113197" y="1135901"/>
                  </a:lnTo>
                  <a:lnTo>
                    <a:pt x="1111306" y="1136867"/>
                  </a:lnTo>
                  <a:lnTo>
                    <a:pt x="1107525" y="1137834"/>
                  </a:lnTo>
                  <a:lnTo>
                    <a:pt x="1106297" y="1138414"/>
                  </a:lnTo>
                  <a:lnTo>
                    <a:pt x="1105351" y="1138897"/>
                  </a:lnTo>
                  <a:lnTo>
                    <a:pt x="1104501" y="1139864"/>
                  </a:lnTo>
                  <a:lnTo>
                    <a:pt x="1103555" y="1141217"/>
                  </a:lnTo>
                  <a:lnTo>
                    <a:pt x="1101854" y="1141797"/>
                  </a:lnTo>
                  <a:lnTo>
                    <a:pt x="1100625" y="1141990"/>
                  </a:lnTo>
                  <a:lnTo>
                    <a:pt x="1099396" y="1142473"/>
                  </a:lnTo>
                  <a:lnTo>
                    <a:pt x="1098451" y="1143053"/>
                  </a:lnTo>
                  <a:lnTo>
                    <a:pt x="1097600" y="1143827"/>
                  </a:lnTo>
                  <a:lnTo>
                    <a:pt x="1096088" y="1144310"/>
                  </a:lnTo>
                  <a:lnTo>
                    <a:pt x="1094954" y="1144793"/>
                  </a:lnTo>
                  <a:lnTo>
                    <a:pt x="1093725" y="1145373"/>
                  </a:lnTo>
                  <a:lnTo>
                    <a:pt x="1091929" y="1145373"/>
                  </a:lnTo>
                  <a:lnTo>
                    <a:pt x="1090511" y="1145760"/>
                  </a:lnTo>
                  <a:lnTo>
                    <a:pt x="1088621" y="1146436"/>
                  </a:lnTo>
                  <a:lnTo>
                    <a:pt x="1086258" y="1146630"/>
                  </a:lnTo>
                  <a:lnTo>
                    <a:pt x="1083895" y="1146436"/>
                  </a:lnTo>
                  <a:lnTo>
                    <a:pt x="1080208" y="1146243"/>
                  </a:lnTo>
                  <a:lnTo>
                    <a:pt x="1077373" y="1146146"/>
                  </a:lnTo>
                  <a:lnTo>
                    <a:pt x="1075860" y="1146920"/>
                  </a:lnTo>
                  <a:lnTo>
                    <a:pt x="1073308" y="1148176"/>
                  </a:lnTo>
                  <a:lnTo>
                    <a:pt x="1070567" y="1149723"/>
                  </a:lnTo>
                  <a:lnTo>
                    <a:pt x="1068960" y="1150786"/>
                  </a:lnTo>
                  <a:lnTo>
                    <a:pt x="1064990" y="1153105"/>
                  </a:lnTo>
                  <a:lnTo>
                    <a:pt x="1063005" y="1154459"/>
                  </a:lnTo>
                  <a:lnTo>
                    <a:pt x="1062532" y="1155618"/>
                  </a:lnTo>
                  <a:lnTo>
                    <a:pt x="1060547" y="1157165"/>
                  </a:lnTo>
                  <a:lnTo>
                    <a:pt x="1058846" y="1158035"/>
                  </a:lnTo>
                  <a:lnTo>
                    <a:pt x="1056861" y="1158905"/>
                  </a:lnTo>
                  <a:lnTo>
                    <a:pt x="1053269" y="1159291"/>
                  </a:lnTo>
                  <a:lnTo>
                    <a:pt x="1050339" y="1159388"/>
                  </a:lnTo>
                  <a:lnTo>
                    <a:pt x="1048259" y="1160065"/>
                  </a:lnTo>
                  <a:lnTo>
                    <a:pt x="1046274" y="1161321"/>
                  </a:lnTo>
                  <a:lnTo>
                    <a:pt x="1045140" y="1162481"/>
                  </a:lnTo>
                  <a:lnTo>
                    <a:pt x="1044384" y="1163061"/>
                  </a:lnTo>
                  <a:lnTo>
                    <a:pt x="1043344" y="1163448"/>
                  </a:lnTo>
                  <a:lnTo>
                    <a:pt x="1041548" y="1163544"/>
                  </a:lnTo>
                  <a:lnTo>
                    <a:pt x="1039752" y="1163448"/>
                  </a:lnTo>
                  <a:lnTo>
                    <a:pt x="1035971" y="1163931"/>
                  </a:lnTo>
                  <a:lnTo>
                    <a:pt x="1030678" y="1163641"/>
                  </a:lnTo>
                  <a:lnTo>
                    <a:pt x="1027653" y="1163641"/>
                  </a:lnTo>
                  <a:lnTo>
                    <a:pt x="1025385" y="1163834"/>
                  </a:lnTo>
                  <a:lnTo>
                    <a:pt x="1021888" y="1164511"/>
                  </a:lnTo>
                  <a:lnTo>
                    <a:pt x="1019430" y="1165574"/>
                  </a:lnTo>
                  <a:lnTo>
                    <a:pt x="1017729" y="1166541"/>
                  </a:lnTo>
                  <a:lnTo>
                    <a:pt x="1016405" y="1167990"/>
                  </a:lnTo>
                  <a:lnTo>
                    <a:pt x="1015555" y="1169247"/>
                  </a:lnTo>
                  <a:lnTo>
                    <a:pt x="1014420" y="1169633"/>
                  </a:lnTo>
                  <a:lnTo>
                    <a:pt x="1013286" y="1170310"/>
                  </a:lnTo>
                  <a:lnTo>
                    <a:pt x="1011301" y="1170407"/>
                  </a:lnTo>
                  <a:lnTo>
                    <a:pt x="1010261" y="1170407"/>
                  </a:lnTo>
                  <a:lnTo>
                    <a:pt x="1009694" y="1170407"/>
                  </a:lnTo>
                  <a:lnTo>
                    <a:pt x="1008938" y="1170407"/>
                  </a:lnTo>
                  <a:lnTo>
                    <a:pt x="1008371" y="1170600"/>
                  </a:lnTo>
                  <a:lnTo>
                    <a:pt x="1007142" y="1171277"/>
                  </a:lnTo>
                  <a:lnTo>
                    <a:pt x="1005441" y="1171373"/>
                  </a:lnTo>
                  <a:lnTo>
                    <a:pt x="1004212" y="1171567"/>
                  </a:lnTo>
                  <a:lnTo>
                    <a:pt x="1002132" y="1171470"/>
                  </a:lnTo>
                  <a:lnTo>
                    <a:pt x="1000809" y="1171470"/>
                  </a:lnTo>
                  <a:lnTo>
                    <a:pt x="999958" y="1171470"/>
                  </a:lnTo>
                  <a:lnTo>
                    <a:pt x="997973" y="1172340"/>
                  </a:lnTo>
                  <a:lnTo>
                    <a:pt x="995988" y="1173113"/>
                  </a:lnTo>
                  <a:lnTo>
                    <a:pt x="994665" y="1173500"/>
                  </a:lnTo>
                  <a:lnTo>
                    <a:pt x="992774" y="1173790"/>
                  </a:lnTo>
                  <a:lnTo>
                    <a:pt x="991451" y="1173596"/>
                  </a:lnTo>
                  <a:lnTo>
                    <a:pt x="990128" y="1173403"/>
                  </a:lnTo>
                  <a:lnTo>
                    <a:pt x="987954" y="1173983"/>
                  </a:lnTo>
                  <a:lnTo>
                    <a:pt x="986441" y="1174950"/>
                  </a:lnTo>
                  <a:lnTo>
                    <a:pt x="985969" y="1175626"/>
                  </a:lnTo>
                  <a:lnTo>
                    <a:pt x="985591" y="1176689"/>
                  </a:lnTo>
                  <a:lnTo>
                    <a:pt x="985213" y="1178042"/>
                  </a:lnTo>
                  <a:lnTo>
                    <a:pt x="983984" y="1179106"/>
                  </a:lnTo>
                  <a:lnTo>
                    <a:pt x="983322" y="1179976"/>
                  </a:lnTo>
                  <a:lnTo>
                    <a:pt x="982377" y="1180652"/>
                  </a:lnTo>
                  <a:lnTo>
                    <a:pt x="980392" y="1181812"/>
                  </a:lnTo>
                  <a:lnTo>
                    <a:pt x="978596" y="1182779"/>
                  </a:lnTo>
                  <a:lnTo>
                    <a:pt x="977462" y="1183165"/>
                  </a:lnTo>
                  <a:lnTo>
                    <a:pt x="975382" y="1183938"/>
                  </a:lnTo>
                  <a:lnTo>
                    <a:pt x="974342" y="1184132"/>
                  </a:lnTo>
                  <a:lnTo>
                    <a:pt x="972452" y="1184228"/>
                  </a:lnTo>
                  <a:lnTo>
                    <a:pt x="971507" y="1184228"/>
                  </a:lnTo>
                  <a:lnTo>
                    <a:pt x="969994" y="1185292"/>
                  </a:lnTo>
                  <a:lnTo>
                    <a:pt x="969238" y="1185678"/>
                  </a:lnTo>
                  <a:lnTo>
                    <a:pt x="968293" y="1186065"/>
                  </a:lnTo>
                  <a:lnTo>
                    <a:pt x="966497" y="1186258"/>
                  </a:lnTo>
                  <a:lnTo>
                    <a:pt x="965363" y="1186258"/>
                  </a:lnTo>
                  <a:lnTo>
                    <a:pt x="963283" y="1186065"/>
                  </a:lnTo>
                  <a:lnTo>
                    <a:pt x="961298" y="1186645"/>
                  </a:lnTo>
                  <a:lnTo>
                    <a:pt x="959502" y="1187321"/>
                  </a:lnTo>
                  <a:lnTo>
                    <a:pt x="957706" y="1188095"/>
                  </a:lnTo>
                  <a:lnTo>
                    <a:pt x="954871" y="1189544"/>
                  </a:lnTo>
                  <a:lnTo>
                    <a:pt x="951657" y="1191671"/>
                  </a:lnTo>
                  <a:lnTo>
                    <a:pt x="950145" y="1192831"/>
                  </a:lnTo>
                  <a:lnTo>
                    <a:pt x="948254" y="1194184"/>
                  </a:lnTo>
                  <a:lnTo>
                    <a:pt x="947309" y="1195924"/>
                  </a:lnTo>
                  <a:lnTo>
                    <a:pt x="945797" y="1198050"/>
                  </a:lnTo>
                  <a:lnTo>
                    <a:pt x="944379" y="1198533"/>
                  </a:lnTo>
                  <a:lnTo>
                    <a:pt x="942583" y="1198727"/>
                  </a:lnTo>
                  <a:lnTo>
                    <a:pt x="940125" y="1199307"/>
                  </a:lnTo>
                  <a:lnTo>
                    <a:pt x="937951" y="1199307"/>
                  </a:lnTo>
                  <a:lnTo>
                    <a:pt x="935872" y="1199017"/>
                  </a:lnTo>
                  <a:lnTo>
                    <a:pt x="934359" y="1198243"/>
                  </a:lnTo>
                  <a:lnTo>
                    <a:pt x="933130" y="1197277"/>
                  </a:lnTo>
                  <a:lnTo>
                    <a:pt x="931902" y="1197373"/>
                  </a:lnTo>
                  <a:lnTo>
                    <a:pt x="930767" y="1197760"/>
                  </a:lnTo>
                  <a:lnTo>
                    <a:pt x="929160" y="1199113"/>
                  </a:lnTo>
                  <a:lnTo>
                    <a:pt x="928404" y="1199887"/>
                  </a:lnTo>
                  <a:lnTo>
                    <a:pt x="927270" y="1200756"/>
                  </a:lnTo>
                  <a:lnTo>
                    <a:pt x="926892" y="1201046"/>
                  </a:lnTo>
                  <a:lnTo>
                    <a:pt x="926514" y="1201240"/>
                  </a:lnTo>
                  <a:lnTo>
                    <a:pt x="926136" y="1201530"/>
                  </a:lnTo>
                  <a:lnTo>
                    <a:pt x="925852" y="1201820"/>
                  </a:lnTo>
                  <a:lnTo>
                    <a:pt x="925569" y="1202110"/>
                  </a:lnTo>
                  <a:lnTo>
                    <a:pt x="925285" y="1202496"/>
                  </a:lnTo>
                  <a:lnTo>
                    <a:pt x="925001" y="1202786"/>
                  </a:lnTo>
                  <a:lnTo>
                    <a:pt x="924718" y="1203173"/>
                  </a:lnTo>
                  <a:lnTo>
                    <a:pt x="924434" y="1203656"/>
                  </a:lnTo>
                  <a:lnTo>
                    <a:pt x="924340" y="1203946"/>
                  </a:lnTo>
                  <a:lnTo>
                    <a:pt x="924056" y="1204429"/>
                  </a:lnTo>
                  <a:lnTo>
                    <a:pt x="923773" y="1204719"/>
                  </a:lnTo>
                  <a:lnTo>
                    <a:pt x="923300" y="1205009"/>
                  </a:lnTo>
                  <a:lnTo>
                    <a:pt x="922260" y="1205589"/>
                  </a:lnTo>
                  <a:lnTo>
                    <a:pt x="921882" y="1206072"/>
                  </a:lnTo>
                  <a:lnTo>
                    <a:pt x="921599" y="1206362"/>
                  </a:lnTo>
                  <a:lnTo>
                    <a:pt x="921315" y="1206749"/>
                  </a:lnTo>
                  <a:lnTo>
                    <a:pt x="921126" y="1207039"/>
                  </a:lnTo>
                  <a:lnTo>
                    <a:pt x="920842" y="1207522"/>
                  </a:lnTo>
                  <a:lnTo>
                    <a:pt x="920653" y="1207909"/>
                  </a:lnTo>
                  <a:lnTo>
                    <a:pt x="920275" y="1208102"/>
                  </a:lnTo>
                  <a:lnTo>
                    <a:pt x="919803" y="1208199"/>
                  </a:lnTo>
                  <a:lnTo>
                    <a:pt x="919425" y="1208296"/>
                  </a:lnTo>
                  <a:lnTo>
                    <a:pt x="918857" y="1208199"/>
                  </a:lnTo>
                  <a:lnTo>
                    <a:pt x="918479" y="1208102"/>
                  </a:lnTo>
                  <a:lnTo>
                    <a:pt x="918007" y="1208006"/>
                  </a:lnTo>
                  <a:lnTo>
                    <a:pt x="917534" y="1207909"/>
                  </a:lnTo>
                  <a:lnTo>
                    <a:pt x="917062" y="1207812"/>
                  </a:lnTo>
                  <a:lnTo>
                    <a:pt x="916589" y="1207812"/>
                  </a:lnTo>
                  <a:lnTo>
                    <a:pt x="916116" y="1207812"/>
                  </a:lnTo>
                  <a:lnTo>
                    <a:pt x="915644" y="1207716"/>
                  </a:lnTo>
                  <a:lnTo>
                    <a:pt x="915171" y="1207812"/>
                  </a:lnTo>
                  <a:lnTo>
                    <a:pt x="914793" y="1207812"/>
                  </a:lnTo>
                  <a:lnTo>
                    <a:pt x="914320" y="1207909"/>
                  </a:lnTo>
                  <a:lnTo>
                    <a:pt x="913848" y="1207909"/>
                  </a:lnTo>
                  <a:lnTo>
                    <a:pt x="913470" y="1208006"/>
                  </a:lnTo>
                  <a:lnTo>
                    <a:pt x="913092" y="1208102"/>
                  </a:lnTo>
                  <a:lnTo>
                    <a:pt x="912619" y="1208199"/>
                  </a:lnTo>
                  <a:lnTo>
                    <a:pt x="912146" y="1208199"/>
                  </a:lnTo>
                  <a:lnTo>
                    <a:pt x="911674" y="1208199"/>
                  </a:lnTo>
                  <a:lnTo>
                    <a:pt x="911296" y="1208296"/>
                  </a:lnTo>
                  <a:lnTo>
                    <a:pt x="910729" y="1208296"/>
                  </a:lnTo>
                  <a:lnTo>
                    <a:pt x="910350" y="1208296"/>
                  </a:lnTo>
                  <a:lnTo>
                    <a:pt x="909972" y="1208199"/>
                  </a:lnTo>
                  <a:lnTo>
                    <a:pt x="909122" y="1207909"/>
                  </a:lnTo>
                  <a:lnTo>
                    <a:pt x="908554" y="1207522"/>
                  </a:lnTo>
                  <a:lnTo>
                    <a:pt x="908460" y="1207232"/>
                  </a:lnTo>
                  <a:lnTo>
                    <a:pt x="907987" y="1207136"/>
                  </a:lnTo>
                  <a:lnTo>
                    <a:pt x="907609" y="1207039"/>
                  </a:lnTo>
                  <a:lnTo>
                    <a:pt x="907137" y="1206942"/>
                  </a:lnTo>
                  <a:lnTo>
                    <a:pt x="906664" y="1206749"/>
                  </a:lnTo>
                  <a:lnTo>
                    <a:pt x="906286" y="1206556"/>
                  </a:lnTo>
                  <a:lnTo>
                    <a:pt x="905908" y="1206266"/>
                  </a:lnTo>
                  <a:lnTo>
                    <a:pt x="905530" y="1206072"/>
                  </a:lnTo>
                  <a:lnTo>
                    <a:pt x="905152" y="1205879"/>
                  </a:lnTo>
                  <a:lnTo>
                    <a:pt x="904774" y="1205686"/>
                  </a:lnTo>
                  <a:lnTo>
                    <a:pt x="904301" y="1205396"/>
                  </a:lnTo>
                  <a:lnTo>
                    <a:pt x="903923" y="1205203"/>
                  </a:lnTo>
                  <a:lnTo>
                    <a:pt x="903639" y="1205203"/>
                  </a:lnTo>
                  <a:lnTo>
                    <a:pt x="903450" y="1205106"/>
                  </a:lnTo>
                  <a:lnTo>
                    <a:pt x="903072" y="1205009"/>
                  </a:lnTo>
                  <a:lnTo>
                    <a:pt x="902600" y="1205009"/>
                  </a:lnTo>
                  <a:lnTo>
                    <a:pt x="902127" y="1205009"/>
                  </a:lnTo>
                  <a:lnTo>
                    <a:pt x="901749" y="1205106"/>
                  </a:lnTo>
                  <a:lnTo>
                    <a:pt x="901276" y="1205106"/>
                  </a:lnTo>
                  <a:lnTo>
                    <a:pt x="900993" y="1205299"/>
                  </a:lnTo>
                  <a:lnTo>
                    <a:pt x="900804" y="1205299"/>
                  </a:lnTo>
                  <a:lnTo>
                    <a:pt x="900331" y="1205493"/>
                  </a:lnTo>
                  <a:lnTo>
                    <a:pt x="900142" y="1205589"/>
                  </a:lnTo>
                  <a:lnTo>
                    <a:pt x="899953" y="1205589"/>
                  </a:lnTo>
                  <a:lnTo>
                    <a:pt x="899575" y="1205976"/>
                  </a:lnTo>
                  <a:lnTo>
                    <a:pt x="899102" y="1206169"/>
                  </a:lnTo>
                  <a:lnTo>
                    <a:pt x="898157" y="1206652"/>
                  </a:lnTo>
                  <a:lnTo>
                    <a:pt x="896456" y="1207039"/>
                  </a:lnTo>
                  <a:lnTo>
                    <a:pt x="894660" y="1207136"/>
                  </a:lnTo>
                  <a:lnTo>
                    <a:pt x="893053" y="1207812"/>
                  </a:lnTo>
                  <a:lnTo>
                    <a:pt x="891446" y="1208585"/>
                  </a:lnTo>
                  <a:lnTo>
                    <a:pt x="890501" y="1208972"/>
                  </a:lnTo>
                  <a:lnTo>
                    <a:pt x="889839" y="1209262"/>
                  </a:lnTo>
                  <a:lnTo>
                    <a:pt x="888705" y="1209455"/>
                  </a:lnTo>
                  <a:lnTo>
                    <a:pt x="888138" y="1209552"/>
                  </a:lnTo>
                  <a:lnTo>
                    <a:pt x="887759" y="1209649"/>
                  </a:lnTo>
                  <a:lnTo>
                    <a:pt x="887287" y="1209649"/>
                  </a:lnTo>
                  <a:lnTo>
                    <a:pt x="887003" y="1209649"/>
                  </a:lnTo>
                  <a:lnTo>
                    <a:pt x="886342" y="1209359"/>
                  </a:lnTo>
                  <a:lnTo>
                    <a:pt x="885680" y="1209359"/>
                  </a:lnTo>
                  <a:lnTo>
                    <a:pt x="885491" y="1209359"/>
                  </a:lnTo>
                  <a:lnTo>
                    <a:pt x="884546" y="1209359"/>
                  </a:lnTo>
                  <a:lnTo>
                    <a:pt x="884262" y="1209359"/>
                  </a:lnTo>
                  <a:lnTo>
                    <a:pt x="883222" y="1209455"/>
                  </a:lnTo>
                  <a:lnTo>
                    <a:pt x="882655" y="1209455"/>
                  </a:lnTo>
                  <a:lnTo>
                    <a:pt x="882088" y="1209455"/>
                  </a:lnTo>
                  <a:lnTo>
                    <a:pt x="881332" y="1209649"/>
                  </a:lnTo>
                  <a:lnTo>
                    <a:pt x="880859" y="1209745"/>
                  </a:lnTo>
                  <a:lnTo>
                    <a:pt x="880576" y="1209842"/>
                  </a:lnTo>
                  <a:lnTo>
                    <a:pt x="880387" y="1210035"/>
                  </a:lnTo>
                  <a:lnTo>
                    <a:pt x="879914" y="1210325"/>
                  </a:lnTo>
                  <a:lnTo>
                    <a:pt x="879347" y="1210519"/>
                  </a:lnTo>
                  <a:lnTo>
                    <a:pt x="878402" y="1210615"/>
                  </a:lnTo>
                  <a:lnTo>
                    <a:pt x="877456" y="1210615"/>
                  </a:lnTo>
                  <a:lnTo>
                    <a:pt x="876511" y="1210519"/>
                  </a:lnTo>
                  <a:lnTo>
                    <a:pt x="875377" y="1210422"/>
                  </a:lnTo>
                  <a:lnTo>
                    <a:pt x="874904" y="1210325"/>
                  </a:lnTo>
                  <a:lnTo>
                    <a:pt x="874715" y="1210229"/>
                  </a:lnTo>
                  <a:lnTo>
                    <a:pt x="873014" y="1210422"/>
                  </a:lnTo>
                  <a:lnTo>
                    <a:pt x="871218" y="1210325"/>
                  </a:lnTo>
                  <a:lnTo>
                    <a:pt x="870745" y="1210325"/>
                  </a:lnTo>
                  <a:lnTo>
                    <a:pt x="869706" y="1210132"/>
                  </a:lnTo>
                  <a:lnTo>
                    <a:pt x="868760" y="1210325"/>
                  </a:lnTo>
                  <a:lnTo>
                    <a:pt x="868004" y="1210422"/>
                  </a:lnTo>
                  <a:lnTo>
                    <a:pt x="867721" y="1210519"/>
                  </a:lnTo>
                  <a:lnTo>
                    <a:pt x="866019" y="1209939"/>
                  </a:lnTo>
                  <a:lnTo>
                    <a:pt x="864318" y="1209939"/>
                  </a:lnTo>
                  <a:lnTo>
                    <a:pt x="861955" y="1210809"/>
                  </a:lnTo>
                  <a:lnTo>
                    <a:pt x="861671" y="1210809"/>
                  </a:lnTo>
                  <a:lnTo>
                    <a:pt x="861104" y="1210809"/>
                  </a:lnTo>
                  <a:lnTo>
                    <a:pt x="860726" y="1210905"/>
                  </a:lnTo>
                  <a:lnTo>
                    <a:pt x="859970" y="1211002"/>
                  </a:lnTo>
                  <a:lnTo>
                    <a:pt x="858930" y="1211195"/>
                  </a:lnTo>
                  <a:lnTo>
                    <a:pt x="858268" y="1211678"/>
                  </a:lnTo>
                  <a:lnTo>
                    <a:pt x="857418" y="1211872"/>
                  </a:lnTo>
                  <a:lnTo>
                    <a:pt x="856000" y="1212742"/>
                  </a:lnTo>
                  <a:lnTo>
                    <a:pt x="854771" y="1213032"/>
                  </a:lnTo>
                  <a:lnTo>
                    <a:pt x="854298" y="1213225"/>
                  </a:lnTo>
                  <a:lnTo>
                    <a:pt x="852691" y="1213998"/>
                  </a:lnTo>
                  <a:lnTo>
                    <a:pt x="850990" y="1214578"/>
                  </a:lnTo>
                  <a:lnTo>
                    <a:pt x="850517" y="1214771"/>
                  </a:lnTo>
                  <a:lnTo>
                    <a:pt x="849383" y="1215158"/>
                  </a:lnTo>
                  <a:lnTo>
                    <a:pt x="848154" y="1215255"/>
                  </a:lnTo>
                  <a:lnTo>
                    <a:pt x="847682" y="1215255"/>
                  </a:lnTo>
                  <a:lnTo>
                    <a:pt x="846547" y="1215641"/>
                  </a:lnTo>
                  <a:lnTo>
                    <a:pt x="845413" y="1216125"/>
                  </a:lnTo>
                  <a:lnTo>
                    <a:pt x="845413" y="1216415"/>
                  </a:lnTo>
                  <a:lnTo>
                    <a:pt x="845130" y="1216318"/>
                  </a:lnTo>
                  <a:lnTo>
                    <a:pt x="844468" y="1216705"/>
                  </a:lnTo>
                  <a:lnTo>
                    <a:pt x="843901" y="1217091"/>
                  </a:lnTo>
                  <a:lnTo>
                    <a:pt x="843334" y="1217381"/>
                  </a:lnTo>
                  <a:lnTo>
                    <a:pt x="842956" y="1217864"/>
                  </a:lnTo>
                  <a:lnTo>
                    <a:pt x="842105" y="1218928"/>
                  </a:lnTo>
                  <a:lnTo>
                    <a:pt x="841727" y="1219508"/>
                  </a:lnTo>
                  <a:lnTo>
                    <a:pt x="840025" y="1219894"/>
                  </a:lnTo>
                  <a:lnTo>
                    <a:pt x="839742" y="1219604"/>
                  </a:lnTo>
                  <a:lnTo>
                    <a:pt x="839458" y="1219411"/>
                  </a:lnTo>
                  <a:lnTo>
                    <a:pt x="839364" y="1219218"/>
                  </a:lnTo>
                  <a:lnTo>
                    <a:pt x="839175" y="1218928"/>
                  </a:lnTo>
                  <a:lnTo>
                    <a:pt x="838891" y="1218541"/>
                  </a:lnTo>
                  <a:lnTo>
                    <a:pt x="837946" y="1216994"/>
                  </a:lnTo>
                  <a:lnTo>
                    <a:pt x="837379" y="1215641"/>
                  </a:lnTo>
                  <a:lnTo>
                    <a:pt x="836339" y="1214288"/>
                  </a:lnTo>
                  <a:lnTo>
                    <a:pt x="836433" y="1214095"/>
                  </a:lnTo>
                  <a:lnTo>
                    <a:pt x="836150" y="1214095"/>
                  </a:lnTo>
                  <a:lnTo>
                    <a:pt x="835394" y="1212355"/>
                  </a:lnTo>
                  <a:lnTo>
                    <a:pt x="834827" y="1210809"/>
                  </a:lnTo>
                  <a:lnTo>
                    <a:pt x="832180" y="1206266"/>
                  </a:lnTo>
                  <a:lnTo>
                    <a:pt x="830762" y="1205396"/>
                  </a:lnTo>
                  <a:lnTo>
                    <a:pt x="828872" y="1204623"/>
                  </a:lnTo>
                  <a:lnTo>
                    <a:pt x="825941" y="1202979"/>
                  </a:lnTo>
                  <a:lnTo>
                    <a:pt x="822728" y="1202013"/>
                  </a:lnTo>
                  <a:lnTo>
                    <a:pt x="820932" y="1201046"/>
                  </a:lnTo>
                  <a:lnTo>
                    <a:pt x="819797" y="1199887"/>
                  </a:lnTo>
                  <a:lnTo>
                    <a:pt x="818001" y="1199210"/>
                  </a:lnTo>
                  <a:lnTo>
                    <a:pt x="816206" y="1198920"/>
                  </a:lnTo>
                  <a:lnTo>
                    <a:pt x="814504" y="1199500"/>
                  </a:lnTo>
                  <a:lnTo>
                    <a:pt x="813559" y="1199210"/>
                  </a:lnTo>
                  <a:lnTo>
                    <a:pt x="812803" y="1198823"/>
                  </a:lnTo>
                  <a:lnTo>
                    <a:pt x="811857" y="1197953"/>
                  </a:lnTo>
                  <a:lnTo>
                    <a:pt x="811101" y="1197567"/>
                  </a:lnTo>
                  <a:lnTo>
                    <a:pt x="809683" y="1197084"/>
                  </a:lnTo>
                  <a:lnTo>
                    <a:pt x="808455" y="1197084"/>
                  </a:lnTo>
                  <a:lnTo>
                    <a:pt x="806942" y="1198050"/>
                  </a:lnTo>
                  <a:lnTo>
                    <a:pt x="805619" y="1198920"/>
                  </a:lnTo>
                  <a:lnTo>
                    <a:pt x="803918" y="1199500"/>
                  </a:lnTo>
                  <a:lnTo>
                    <a:pt x="802783" y="1199790"/>
                  </a:lnTo>
                  <a:lnTo>
                    <a:pt x="801554" y="1199790"/>
                  </a:lnTo>
                  <a:lnTo>
                    <a:pt x="799759" y="1199500"/>
                  </a:lnTo>
                  <a:lnTo>
                    <a:pt x="797774" y="1199693"/>
                  </a:lnTo>
                  <a:lnTo>
                    <a:pt x="794749" y="1200370"/>
                  </a:lnTo>
                  <a:lnTo>
                    <a:pt x="792858" y="1200853"/>
                  </a:lnTo>
                  <a:lnTo>
                    <a:pt x="789645" y="1200853"/>
                  </a:lnTo>
                  <a:lnTo>
                    <a:pt x="786714" y="1201143"/>
                  </a:lnTo>
                  <a:lnTo>
                    <a:pt x="785958" y="1200950"/>
                  </a:lnTo>
                  <a:lnTo>
                    <a:pt x="785296" y="1201240"/>
                  </a:lnTo>
                  <a:lnTo>
                    <a:pt x="784540" y="1201046"/>
                  </a:lnTo>
                  <a:lnTo>
                    <a:pt x="783690" y="1201240"/>
                  </a:lnTo>
                  <a:lnTo>
                    <a:pt x="783217" y="1201240"/>
                  </a:lnTo>
                  <a:lnTo>
                    <a:pt x="782650" y="1200950"/>
                  </a:lnTo>
                  <a:lnTo>
                    <a:pt x="782461" y="1200853"/>
                  </a:lnTo>
                  <a:lnTo>
                    <a:pt x="781232" y="1200756"/>
                  </a:lnTo>
                  <a:lnTo>
                    <a:pt x="779814" y="1200273"/>
                  </a:lnTo>
                  <a:lnTo>
                    <a:pt x="779531" y="1200273"/>
                  </a:lnTo>
                  <a:lnTo>
                    <a:pt x="779153" y="1200273"/>
                  </a:lnTo>
                  <a:lnTo>
                    <a:pt x="778963" y="1200176"/>
                  </a:lnTo>
                  <a:lnTo>
                    <a:pt x="778585" y="1199983"/>
                  </a:lnTo>
                  <a:lnTo>
                    <a:pt x="778302" y="1199983"/>
                  </a:lnTo>
                  <a:lnTo>
                    <a:pt x="778018" y="1200080"/>
                  </a:lnTo>
                  <a:lnTo>
                    <a:pt x="777735" y="1200176"/>
                  </a:lnTo>
                  <a:lnTo>
                    <a:pt x="777451" y="1200273"/>
                  </a:lnTo>
                  <a:lnTo>
                    <a:pt x="776884" y="1200080"/>
                  </a:lnTo>
                  <a:lnTo>
                    <a:pt x="776506" y="1200080"/>
                  </a:lnTo>
                  <a:lnTo>
                    <a:pt x="775844" y="1199790"/>
                  </a:lnTo>
                  <a:lnTo>
                    <a:pt x="774993" y="1199887"/>
                  </a:lnTo>
                  <a:lnTo>
                    <a:pt x="774521" y="1199983"/>
                  </a:lnTo>
                  <a:lnTo>
                    <a:pt x="774048" y="1199790"/>
                  </a:lnTo>
                  <a:lnTo>
                    <a:pt x="773481" y="1199597"/>
                  </a:lnTo>
                  <a:lnTo>
                    <a:pt x="772914" y="1199307"/>
                  </a:lnTo>
                  <a:lnTo>
                    <a:pt x="772441" y="1199210"/>
                  </a:lnTo>
                  <a:lnTo>
                    <a:pt x="772158" y="1199017"/>
                  </a:lnTo>
                  <a:lnTo>
                    <a:pt x="771591" y="1198727"/>
                  </a:lnTo>
                  <a:lnTo>
                    <a:pt x="771307" y="1198630"/>
                  </a:lnTo>
                  <a:lnTo>
                    <a:pt x="771024" y="1198437"/>
                  </a:lnTo>
                  <a:lnTo>
                    <a:pt x="770551" y="1198243"/>
                  </a:lnTo>
                  <a:lnTo>
                    <a:pt x="770173" y="1198147"/>
                  </a:lnTo>
                  <a:lnTo>
                    <a:pt x="769700" y="1197953"/>
                  </a:lnTo>
                  <a:lnTo>
                    <a:pt x="769228" y="1197953"/>
                  </a:lnTo>
                  <a:lnTo>
                    <a:pt x="768849" y="1197953"/>
                  </a:lnTo>
                  <a:lnTo>
                    <a:pt x="768377" y="1197953"/>
                  </a:lnTo>
                  <a:lnTo>
                    <a:pt x="767999" y="1197857"/>
                  </a:lnTo>
                  <a:lnTo>
                    <a:pt x="767432" y="1197953"/>
                  </a:lnTo>
                  <a:lnTo>
                    <a:pt x="767054" y="1197953"/>
                  </a:lnTo>
                  <a:lnTo>
                    <a:pt x="766675" y="1197857"/>
                  </a:lnTo>
                  <a:lnTo>
                    <a:pt x="766203" y="1197760"/>
                  </a:lnTo>
                  <a:lnTo>
                    <a:pt x="765730" y="1197567"/>
                  </a:lnTo>
                  <a:lnTo>
                    <a:pt x="765258" y="1197567"/>
                  </a:lnTo>
                  <a:lnTo>
                    <a:pt x="764880" y="1197567"/>
                  </a:lnTo>
                  <a:lnTo>
                    <a:pt x="764407" y="1197373"/>
                  </a:lnTo>
                  <a:lnTo>
                    <a:pt x="764029" y="1197277"/>
                  </a:lnTo>
                  <a:lnTo>
                    <a:pt x="763556" y="1197277"/>
                  </a:lnTo>
                  <a:lnTo>
                    <a:pt x="763084" y="1197180"/>
                  </a:lnTo>
                  <a:lnTo>
                    <a:pt x="762706" y="1196987"/>
                  </a:lnTo>
                  <a:lnTo>
                    <a:pt x="762233" y="1196890"/>
                  </a:lnTo>
                  <a:lnTo>
                    <a:pt x="761855" y="1196987"/>
                  </a:lnTo>
                  <a:lnTo>
                    <a:pt x="761382" y="1196697"/>
                  </a:lnTo>
                  <a:lnTo>
                    <a:pt x="761004" y="1196600"/>
                  </a:lnTo>
                  <a:lnTo>
                    <a:pt x="760531" y="1196407"/>
                  </a:lnTo>
                  <a:lnTo>
                    <a:pt x="760059" y="1196214"/>
                  </a:lnTo>
                  <a:lnTo>
                    <a:pt x="759681" y="1196117"/>
                  </a:lnTo>
                  <a:lnTo>
                    <a:pt x="759208" y="1196020"/>
                  </a:lnTo>
                  <a:lnTo>
                    <a:pt x="758830" y="1195924"/>
                  </a:lnTo>
                  <a:lnTo>
                    <a:pt x="758357" y="1195827"/>
                  </a:lnTo>
                  <a:lnTo>
                    <a:pt x="757979" y="1195730"/>
                  </a:lnTo>
                  <a:lnTo>
                    <a:pt x="757507" y="1195634"/>
                  </a:lnTo>
                  <a:lnTo>
                    <a:pt x="757034" y="1195730"/>
                  </a:lnTo>
                  <a:lnTo>
                    <a:pt x="756656" y="1195730"/>
                  </a:lnTo>
                  <a:lnTo>
                    <a:pt x="756183" y="1195827"/>
                  </a:lnTo>
                  <a:lnTo>
                    <a:pt x="755805" y="1195827"/>
                  </a:lnTo>
                  <a:lnTo>
                    <a:pt x="755333" y="1195827"/>
                  </a:lnTo>
                  <a:lnTo>
                    <a:pt x="754860" y="1195924"/>
                  </a:lnTo>
                  <a:lnTo>
                    <a:pt x="754387" y="1196117"/>
                  </a:lnTo>
                  <a:lnTo>
                    <a:pt x="753915" y="1196117"/>
                  </a:lnTo>
                  <a:lnTo>
                    <a:pt x="753631" y="1196310"/>
                  </a:lnTo>
                  <a:lnTo>
                    <a:pt x="753159" y="1196310"/>
                  </a:lnTo>
                  <a:lnTo>
                    <a:pt x="752781" y="1196407"/>
                  </a:lnTo>
                  <a:lnTo>
                    <a:pt x="752308" y="1196504"/>
                  </a:lnTo>
                  <a:lnTo>
                    <a:pt x="751835" y="1196697"/>
                  </a:lnTo>
                  <a:lnTo>
                    <a:pt x="751552" y="1196890"/>
                  </a:lnTo>
                  <a:lnTo>
                    <a:pt x="751079" y="1197084"/>
                  </a:lnTo>
                  <a:lnTo>
                    <a:pt x="750607" y="1197277"/>
                  </a:lnTo>
                  <a:lnTo>
                    <a:pt x="750228" y="1197373"/>
                  </a:lnTo>
                  <a:lnTo>
                    <a:pt x="749756" y="1197470"/>
                  </a:lnTo>
                  <a:lnTo>
                    <a:pt x="749378" y="1197470"/>
                  </a:lnTo>
                  <a:lnTo>
                    <a:pt x="748716" y="1197373"/>
                  </a:lnTo>
                  <a:lnTo>
                    <a:pt x="748338" y="1197277"/>
                  </a:lnTo>
                  <a:lnTo>
                    <a:pt x="747865" y="1197180"/>
                  </a:lnTo>
                  <a:lnTo>
                    <a:pt x="747393" y="1197277"/>
                  </a:lnTo>
                  <a:lnTo>
                    <a:pt x="747015" y="1197277"/>
                  </a:lnTo>
                  <a:lnTo>
                    <a:pt x="746448" y="1197277"/>
                  </a:lnTo>
                  <a:lnTo>
                    <a:pt x="746069" y="1197084"/>
                  </a:lnTo>
                  <a:lnTo>
                    <a:pt x="745597" y="1196987"/>
                  </a:lnTo>
                  <a:lnTo>
                    <a:pt x="745124" y="1196987"/>
                  </a:lnTo>
                  <a:lnTo>
                    <a:pt x="744746" y="1196987"/>
                  </a:lnTo>
                  <a:lnTo>
                    <a:pt x="744274" y="1196890"/>
                  </a:lnTo>
                  <a:lnTo>
                    <a:pt x="743895" y="1196794"/>
                  </a:lnTo>
                  <a:lnTo>
                    <a:pt x="743423" y="1196600"/>
                  </a:lnTo>
                  <a:lnTo>
                    <a:pt x="742761" y="1196504"/>
                  </a:lnTo>
                  <a:lnTo>
                    <a:pt x="741249" y="1196504"/>
                  </a:lnTo>
                  <a:lnTo>
                    <a:pt x="740776" y="1196600"/>
                  </a:lnTo>
                  <a:lnTo>
                    <a:pt x="740304" y="1196697"/>
                  </a:lnTo>
                  <a:lnTo>
                    <a:pt x="739925" y="1196794"/>
                  </a:lnTo>
                  <a:lnTo>
                    <a:pt x="739453" y="1196890"/>
                  </a:lnTo>
                  <a:lnTo>
                    <a:pt x="739264" y="1196890"/>
                  </a:lnTo>
                  <a:lnTo>
                    <a:pt x="739075" y="1196890"/>
                  </a:lnTo>
                  <a:lnTo>
                    <a:pt x="738602" y="1197084"/>
                  </a:lnTo>
                  <a:lnTo>
                    <a:pt x="738130" y="1197180"/>
                  </a:lnTo>
                  <a:lnTo>
                    <a:pt x="737751" y="1197277"/>
                  </a:lnTo>
                  <a:lnTo>
                    <a:pt x="737279" y="1197277"/>
                  </a:lnTo>
                  <a:lnTo>
                    <a:pt x="736806" y="1197470"/>
                  </a:lnTo>
                  <a:lnTo>
                    <a:pt x="736428" y="1197663"/>
                  </a:lnTo>
                  <a:lnTo>
                    <a:pt x="735955" y="1197953"/>
                  </a:lnTo>
                  <a:lnTo>
                    <a:pt x="735577" y="1198050"/>
                  </a:lnTo>
                  <a:lnTo>
                    <a:pt x="735105" y="1198340"/>
                  </a:lnTo>
                  <a:lnTo>
                    <a:pt x="734821" y="1198437"/>
                  </a:lnTo>
                  <a:lnTo>
                    <a:pt x="734254" y="1198533"/>
                  </a:lnTo>
                  <a:lnTo>
                    <a:pt x="733876" y="1198630"/>
                  </a:lnTo>
                  <a:lnTo>
                    <a:pt x="733309" y="1198727"/>
                  </a:lnTo>
                  <a:lnTo>
                    <a:pt x="733025" y="1198727"/>
                  </a:lnTo>
                  <a:lnTo>
                    <a:pt x="732553" y="1198823"/>
                  </a:lnTo>
                  <a:lnTo>
                    <a:pt x="732175" y="1199017"/>
                  </a:lnTo>
                  <a:lnTo>
                    <a:pt x="731796" y="1199113"/>
                  </a:lnTo>
                  <a:lnTo>
                    <a:pt x="731324" y="1199017"/>
                  </a:lnTo>
                  <a:lnTo>
                    <a:pt x="730851" y="1198920"/>
                  </a:lnTo>
                  <a:lnTo>
                    <a:pt x="730379" y="1199017"/>
                  </a:lnTo>
                  <a:lnTo>
                    <a:pt x="730001" y="1199017"/>
                  </a:lnTo>
                  <a:lnTo>
                    <a:pt x="729528" y="1199210"/>
                  </a:lnTo>
                  <a:lnTo>
                    <a:pt x="729055" y="1199307"/>
                  </a:lnTo>
                  <a:lnTo>
                    <a:pt x="728677" y="1199403"/>
                  </a:lnTo>
                  <a:lnTo>
                    <a:pt x="728205" y="1199403"/>
                  </a:lnTo>
                  <a:lnTo>
                    <a:pt x="727827" y="1199307"/>
                  </a:lnTo>
                  <a:lnTo>
                    <a:pt x="727354" y="1199307"/>
                  </a:lnTo>
                  <a:lnTo>
                    <a:pt x="727070" y="1199307"/>
                  </a:lnTo>
                  <a:lnTo>
                    <a:pt x="726787" y="1199210"/>
                  </a:lnTo>
                  <a:lnTo>
                    <a:pt x="726598" y="1199307"/>
                  </a:lnTo>
                  <a:lnTo>
                    <a:pt x="726125" y="1199403"/>
                  </a:lnTo>
                  <a:lnTo>
                    <a:pt x="725842" y="1199500"/>
                  </a:lnTo>
                  <a:lnTo>
                    <a:pt x="724046" y="1199597"/>
                  </a:lnTo>
                  <a:lnTo>
                    <a:pt x="722344" y="1199790"/>
                  </a:lnTo>
                  <a:lnTo>
                    <a:pt x="722061" y="1199790"/>
                  </a:lnTo>
                  <a:lnTo>
                    <a:pt x="721588" y="1199790"/>
                  </a:lnTo>
                  <a:lnTo>
                    <a:pt x="721304" y="1199790"/>
                  </a:lnTo>
                  <a:lnTo>
                    <a:pt x="721021" y="1199693"/>
                  </a:lnTo>
                  <a:lnTo>
                    <a:pt x="720359" y="1199500"/>
                  </a:lnTo>
                  <a:lnTo>
                    <a:pt x="719981" y="1199403"/>
                  </a:lnTo>
                  <a:lnTo>
                    <a:pt x="719698" y="1199403"/>
                  </a:lnTo>
                  <a:lnTo>
                    <a:pt x="719319" y="1199500"/>
                  </a:lnTo>
                  <a:lnTo>
                    <a:pt x="718658" y="1199500"/>
                  </a:lnTo>
                  <a:lnTo>
                    <a:pt x="717334" y="1199500"/>
                  </a:lnTo>
                  <a:lnTo>
                    <a:pt x="715349" y="1199597"/>
                  </a:lnTo>
                  <a:lnTo>
                    <a:pt x="714688" y="1199500"/>
                  </a:lnTo>
                  <a:lnTo>
                    <a:pt x="714310" y="1199597"/>
                  </a:lnTo>
                  <a:lnTo>
                    <a:pt x="713837" y="1199693"/>
                  </a:lnTo>
                  <a:lnTo>
                    <a:pt x="713365" y="1199790"/>
                  </a:lnTo>
                  <a:lnTo>
                    <a:pt x="712608" y="1200080"/>
                  </a:lnTo>
                  <a:lnTo>
                    <a:pt x="712136" y="1200080"/>
                  </a:lnTo>
                  <a:lnTo>
                    <a:pt x="711758" y="1200176"/>
                  </a:lnTo>
                  <a:lnTo>
                    <a:pt x="710340" y="1200370"/>
                  </a:lnTo>
                  <a:lnTo>
                    <a:pt x="709962" y="1200466"/>
                  </a:lnTo>
                  <a:lnTo>
                    <a:pt x="709395" y="1200563"/>
                  </a:lnTo>
                  <a:lnTo>
                    <a:pt x="708638" y="1200853"/>
                  </a:lnTo>
                  <a:lnTo>
                    <a:pt x="708260" y="1200950"/>
                  </a:lnTo>
                  <a:lnTo>
                    <a:pt x="707126" y="1201143"/>
                  </a:lnTo>
                  <a:lnTo>
                    <a:pt x="706464" y="1201336"/>
                  </a:lnTo>
                  <a:lnTo>
                    <a:pt x="705141" y="1201433"/>
                  </a:lnTo>
                  <a:lnTo>
                    <a:pt x="704007" y="1201626"/>
                  </a:lnTo>
                  <a:lnTo>
                    <a:pt x="703440" y="1201723"/>
                  </a:lnTo>
                  <a:lnTo>
                    <a:pt x="702683" y="1201820"/>
                  </a:lnTo>
                  <a:lnTo>
                    <a:pt x="702400" y="1201820"/>
                  </a:lnTo>
                  <a:lnTo>
                    <a:pt x="701833" y="1201723"/>
                  </a:lnTo>
                  <a:lnTo>
                    <a:pt x="700887" y="1201530"/>
                  </a:lnTo>
                  <a:lnTo>
                    <a:pt x="700604" y="1201530"/>
                  </a:lnTo>
                  <a:lnTo>
                    <a:pt x="700415" y="1201530"/>
                  </a:lnTo>
                  <a:lnTo>
                    <a:pt x="700131" y="1201530"/>
                  </a:lnTo>
                  <a:lnTo>
                    <a:pt x="699848" y="1201626"/>
                  </a:lnTo>
                  <a:lnTo>
                    <a:pt x="699470" y="1201723"/>
                  </a:lnTo>
                  <a:lnTo>
                    <a:pt x="699186" y="1201820"/>
                  </a:lnTo>
                  <a:lnTo>
                    <a:pt x="698808" y="1202013"/>
                  </a:lnTo>
                  <a:lnTo>
                    <a:pt x="698524" y="1202206"/>
                  </a:lnTo>
                  <a:lnTo>
                    <a:pt x="698146" y="1202496"/>
                  </a:lnTo>
                  <a:lnTo>
                    <a:pt x="697012" y="1203173"/>
                  </a:lnTo>
                  <a:lnTo>
                    <a:pt x="696634" y="1203366"/>
                  </a:lnTo>
                  <a:lnTo>
                    <a:pt x="695878" y="1203946"/>
                  </a:lnTo>
                  <a:lnTo>
                    <a:pt x="695594" y="1204139"/>
                  </a:lnTo>
                  <a:lnTo>
                    <a:pt x="695311" y="1204236"/>
                  </a:lnTo>
                  <a:lnTo>
                    <a:pt x="694933" y="1204236"/>
                  </a:lnTo>
                  <a:lnTo>
                    <a:pt x="694460" y="1204236"/>
                  </a:lnTo>
                  <a:lnTo>
                    <a:pt x="693893" y="1204429"/>
                  </a:lnTo>
                  <a:lnTo>
                    <a:pt x="693515" y="1204429"/>
                  </a:lnTo>
                  <a:lnTo>
                    <a:pt x="692002" y="1204526"/>
                  </a:lnTo>
                  <a:lnTo>
                    <a:pt x="691719" y="1204429"/>
                  </a:lnTo>
                  <a:lnTo>
                    <a:pt x="691057" y="1204333"/>
                  </a:lnTo>
                  <a:lnTo>
                    <a:pt x="690679" y="1204333"/>
                  </a:lnTo>
                  <a:lnTo>
                    <a:pt x="690206" y="1204429"/>
                  </a:lnTo>
                  <a:lnTo>
                    <a:pt x="689828" y="1204526"/>
                  </a:lnTo>
                  <a:lnTo>
                    <a:pt x="689450" y="1204623"/>
                  </a:lnTo>
                  <a:lnTo>
                    <a:pt x="689167" y="1204719"/>
                  </a:lnTo>
                  <a:lnTo>
                    <a:pt x="688883" y="1204816"/>
                  </a:lnTo>
                  <a:lnTo>
                    <a:pt x="688316" y="1205106"/>
                  </a:lnTo>
                  <a:lnTo>
                    <a:pt x="687654" y="1205493"/>
                  </a:lnTo>
                  <a:lnTo>
                    <a:pt x="687182" y="1205686"/>
                  </a:lnTo>
                  <a:lnTo>
                    <a:pt x="686614" y="1206072"/>
                  </a:lnTo>
                  <a:lnTo>
                    <a:pt x="686142" y="1206362"/>
                  </a:lnTo>
                  <a:lnTo>
                    <a:pt x="685764" y="1206362"/>
                  </a:lnTo>
                  <a:lnTo>
                    <a:pt x="684630" y="1206942"/>
                  </a:lnTo>
                  <a:lnTo>
                    <a:pt x="683968" y="1207136"/>
                  </a:lnTo>
                  <a:lnTo>
                    <a:pt x="682739" y="1207426"/>
                  </a:lnTo>
                  <a:lnTo>
                    <a:pt x="682455" y="1207522"/>
                  </a:lnTo>
                  <a:lnTo>
                    <a:pt x="682172" y="1207522"/>
                  </a:lnTo>
                  <a:lnTo>
                    <a:pt x="680943" y="1207619"/>
                  </a:lnTo>
                  <a:lnTo>
                    <a:pt x="679620" y="1207716"/>
                  </a:lnTo>
                  <a:lnTo>
                    <a:pt x="679431" y="1207812"/>
                  </a:lnTo>
                  <a:lnTo>
                    <a:pt x="679242" y="1207812"/>
                  </a:lnTo>
                  <a:lnTo>
                    <a:pt x="679147" y="1208006"/>
                  </a:lnTo>
                  <a:lnTo>
                    <a:pt x="678675" y="1208296"/>
                  </a:lnTo>
                  <a:lnTo>
                    <a:pt x="678391" y="1208489"/>
                  </a:lnTo>
                  <a:lnTo>
                    <a:pt x="678107" y="1208585"/>
                  </a:lnTo>
                  <a:lnTo>
                    <a:pt x="677540" y="1208682"/>
                  </a:lnTo>
                  <a:lnTo>
                    <a:pt x="677257" y="1208779"/>
                  </a:lnTo>
                  <a:lnTo>
                    <a:pt x="676595" y="1208875"/>
                  </a:lnTo>
                  <a:lnTo>
                    <a:pt x="675839" y="1208972"/>
                  </a:lnTo>
                  <a:lnTo>
                    <a:pt x="675461" y="1209069"/>
                  </a:lnTo>
                  <a:lnTo>
                    <a:pt x="674988" y="1209165"/>
                  </a:lnTo>
                  <a:lnTo>
                    <a:pt x="674421" y="1209262"/>
                  </a:lnTo>
                  <a:lnTo>
                    <a:pt x="674137" y="1209455"/>
                  </a:lnTo>
                  <a:lnTo>
                    <a:pt x="673570" y="1209745"/>
                  </a:lnTo>
                  <a:lnTo>
                    <a:pt x="672436" y="1210229"/>
                  </a:lnTo>
                  <a:lnTo>
                    <a:pt x="672152" y="1210422"/>
                  </a:lnTo>
                  <a:lnTo>
                    <a:pt x="671963" y="1210615"/>
                  </a:lnTo>
                  <a:lnTo>
                    <a:pt x="671491" y="1211002"/>
                  </a:lnTo>
                  <a:lnTo>
                    <a:pt x="671302" y="1211195"/>
                  </a:lnTo>
                  <a:lnTo>
                    <a:pt x="671113" y="1211292"/>
                  </a:lnTo>
                  <a:lnTo>
                    <a:pt x="670829" y="1211388"/>
                  </a:lnTo>
                  <a:lnTo>
                    <a:pt x="670451" y="1211582"/>
                  </a:lnTo>
                  <a:lnTo>
                    <a:pt x="670167" y="1211582"/>
                  </a:lnTo>
                  <a:lnTo>
                    <a:pt x="669411" y="1211582"/>
                  </a:lnTo>
                  <a:lnTo>
                    <a:pt x="667804" y="1212162"/>
                  </a:lnTo>
                  <a:lnTo>
                    <a:pt x="666103" y="1212452"/>
                  </a:lnTo>
                  <a:lnTo>
                    <a:pt x="664213" y="1213032"/>
                  </a:lnTo>
                  <a:lnTo>
                    <a:pt x="663078" y="1213418"/>
                  </a:lnTo>
                  <a:lnTo>
                    <a:pt x="661188" y="1213805"/>
                  </a:lnTo>
                  <a:lnTo>
                    <a:pt x="659581" y="1214771"/>
                  </a:lnTo>
                  <a:lnTo>
                    <a:pt x="657029" y="1215835"/>
                  </a:lnTo>
                  <a:lnTo>
                    <a:pt x="655705" y="1216318"/>
                  </a:lnTo>
                  <a:lnTo>
                    <a:pt x="655044" y="1216705"/>
                  </a:lnTo>
                  <a:lnTo>
                    <a:pt x="653815" y="1217091"/>
                  </a:lnTo>
                  <a:lnTo>
                    <a:pt x="652114" y="1217768"/>
                  </a:lnTo>
                  <a:lnTo>
                    <a:pt x="651168" y="1217864"/>
                  </a:lnTo>
                  <a:lnTo>
                    <a:pt x="649751" y="1218058"/>
                  </a:lnTo>
                  <a:lnTo>
                    <a:pt x="648522" y="1218154"/>
                  </a:lnTo>
                  <a:lnTo>
                    <a:pt x="646631" y="1218348"/>
                  </a:lnTo>
                  <a:lnTo>
                    <a:pt x="644930" y="1218734"/>
                  </a:lnTo>
                  <a:lnTo>
                    <a:pt x="642189" y="1219411"/>
                  </a:lnTo>
                  <a:lnTo>
                    <a:pt x="641622" y="1219701"/>
                  </a:lnTo>
                  <a:lnTo>
                    <a:pt x="639069" y="1220474"/>
                  </a:lnTo>
                  <a:lnTo>
                    <a:pt x="636990" y="1221151"/>
                  </a:lnTo>
                  <a:lnTo>
                    <a:pt x="636045" y="1221924"/>
                  </a:lnTo>
                  <a:lnTo>
                    <a:pt x="635761" y="1222117"/>
                  </a:lnTo>
                  <a:lnTo>
                    <a:pt x="635383" y="1222600"/>
                  </a:lnTo>
                  <a:lnTo>
                    <a:pt x="635005" y="1222794"/>
                  </a:lnTo>
                  <a:lnTo>
                    <a:pt x="634627" y="1223084"/>
                  </a:lnTo>
                  <a:lnTo>
                    <a:pt x="634249" y="1223277"/>
                  </a:lnTo>
                  <a:lnTo>
                    <a:pt x="633493" y="1223470"/>
                  </a:lnTo>
                  <a:lnTo>
                    <a:pt x="632453" y="1223664"/>
                  </a:lnTo>
                  <a:lnTo>
                    <a:pt x="631508" y="1223857"/>
                  </a:lnTo>
                  <a:lnTo>
                    <a:pt x="631035" y="1224050"/>
                  </a:lnTo>
                  <a:lnTo>
                    <a:pt x="630562" y="1224244"/>
                  </a:lnTo>
                  <a:lnTo>
                    <a:pt x="630090" y="1224437"/>
                  </a:lnTo>
                  <a:lnTo>
                    <a:pt x="629334" y="1224727"/>
                  </a:lnTo>
                  <a:lnTo>
                    <a:pt x="628577" y="1225210"/>
                  </a:lnTo>
                  <a:lnTo>
                    <a:pt x="627727" y="1225500"/>
                  </a:lnTo>
                  <a:lnTo>
                    <a:pt x="627349" y="1225597"/>
                  </a:lnTo>
                  <a:lnTo>
                    <a:pt x="626687" y="1225500"/>
                  </a:lnTo>
                  <a:lnTo>
                    <a:pt x="626309" y="1225597"/>
                  </a:lnTo>
                  <a:lnTo>
                    <a:pt x="624796" y="1225790"/>
                  </a:lnTo>
                  <a:lnTo>
                    <a:pt x="624135" y="1225790"/>
                  </a:lnTo>
                  <a:lnTo>
                    <a:pt x="623190" y="1226080"/>
                  </a:lnTo>
                  <a:lnTo>
                    <a:pt x="621677" y="1226853"/>
                  </a:lnTo>
                  <a:lnTo>
                    <a:pt x="620354" y="1227337"/>
                  </a:lnTo>
                  <a:lnTo>
                    <a:pt x="619409" y="1227530"/>
                  </a:lnTo>
                  <a:lnTo>
                    <a:pt x="618369" y="1227723"/>
                  </a:lnTo>
                  <a:lnTo>
                    <a:pt x="616667" y="1227723"/>
                  </a:lnTo>
                  <a:lnTo>
                    <a:pt x="615533" y="1227917"/>
                  </a:lnTo>
                  <a:lnTo>
                    <a:pt x="613832" y="1228206"/>
                  </a:lnTo>
                  <a:lnTo>
                    <a:pt x="612130" y="1228303"/>
                  </a:lnTo>
                  <a:lnTo>
                    <a:pt x="609578" y="1228303"/>
                  </a:lnTo>
                  <a:lnTo>
                    <a:pt x="607877" y="1228303"/>
                  </a:lnTo>
                  <a:lnTo>
                    <a:pt x="606459" y="1228400"/>
                  </a:lnTo>
                  <a:lnTo>
                    <a:pt x="606081" y="1228400"/>
                  </a:lnTo>
                  <a:lnTo>
                    <a:pt x="605041" y="1228496"/>
                  </a:lnTo>
                  <a:lnTo>
                    <a:pt x="603056" y="1228400"/>
                  </a:lnTo>
                  <a:lnTo>
                    <a:pt x="602205" y="1228593"/>
                  </a:lnTo>
                  <a:lnTo>
                    <a:pt x="600788" y="1228690"/>
                  </a:lnTo>
                  <a:lnTo>
                    <a:pt x="599370" y="1228786"/>
                  </a:lnTo>
                  <a:lnTo>
                    <a:pt x="598708" y="1228786"/>
                  </a:lnTo>
                  <a:lnTo>
                    <a:pt x="597668" y="1228980"/>
                  </a:lnTo>
                  <a:lnTo>
                    <a:pt x="597007" y="1229173"/>
                  </a:lnTo>
                  <a:lnTo>
                    <a:pt x="595967" y="1229656"/>
                  </a:lnTo>
                  <a:lnTo>
                    <a:pt x="593037" y="1230043"/>
                  </a:lnTo>
                  <a:lnTo>
                    <a:pt x="591335" y="1230140"/>
                  </a:lnTo>
                  <a:lnTo>
                    <a:pt x="590296" y="1230430"/>
                  </a:lnTo>
                  <a:lnTo>
                    <a:pt x="589728" y="1230526"/>
                  </a:lnTo>
                  <a:lnTo>
                    <a:pt x="588594" y="1230526"/>
                  </a:lnTo>
                  <a:lnTo>
                    <a:pt x="587932" y="1230430"/>
                  </a:lnTo>
                  <a:lnTo>
                    <a:pt x="587271" y="1230623"/>
                  </a:lnTo>
                  <a:lnTo>
                    <a:pt x="586515" y="1231203"/>
                  </a:lnTo>
                  <a:lnTo>
                    <a:pt x="585475" y="1231493"/>
                  </a:lnTo>
                  <a:lnTo>
                    <a:pt x="584530" y="1231493"/>
                  </a:lnTo>
                  <a:lnTo>
                    <a:pt x="583963" y="1231106"/>
                  </a:lnTo>
                  <a:lnTo>
                    <a:pt x="583584" y="1230913"/>
                  </a:lnTo>
                  <a:lnTo>
                    <a:pt x="582734" y="1230526"/>
                  </a:lnTo>
                  <a:lnTo>
                    <a:pt x="581694" y="1230236"/>
                  </a:lnTo>
                  <a:lnTo>
                    <a:pt x="580560" y="1229946"/>
                  </a:lnTo>
                  <a:lnTo>
                    <a:pt x="579993" y="1230043"/>
                  </a:lnTo>
                  <a:lnTo>
                    <a:pt x="579331" y="1230236"/>
                  </a:lnTo>
                  <a:lnTo>
                    <a:pt x="578764" y="1230430"/>
                  </a:lnTo>
                  <a:lnTo>
                    <a:pt x="577819" y="1230623"/>
                  </a:lnTo>
                  <a:lnTo>
                    <a:pt x="577251" y="1230720"/>
                  </a:lnTo>
                  <a:lnTo>
                    <a:pt x="576495" y="1230913"/>
                  </a:lnTo>
                  <a:lnTo>
                    <a:pt x="575077" y="1230913"/>
                  </a:lnTo>
                  <a:lnTo>
                    <a:pt x="574416" y="1231203"/>
                  </a:lnTo>
                  <a:lnTo>
                    <a:pt x="573849" y="1231299"/>
                  </a:lnTo>
                  <a:lnTo>
                    <a:pt x="572998" y="1231589"/>
                  </a:lnTo>
                  <a:lnTo>
                    <a:pt x="571864" y="1231493"/>
                  </a:lnTo>
                  <a:lnTo>
                    <a:pt x="571107" y="1231396"/>
                  </a:lnTo>
                  <a:lnTo>
                    <a:pt x="570540" y="1231203"/>
                  </a:lnTo>
                  <a:lnTo>
                    <a:pt x="569973" y="1231396"/>
                  </a:lnTo>
                  <a:lnTo>
                    <a:pt x="569122" y="1231879"/>
                  </a:lnTo>
                  <a:lnTo>
                    <a:pt x="568083" y="1232556"/>
                  </a:lnTo>
                  <a:lnTo>
                    <a:pt x="567516" y="1232846"/>
                  </a:lnTo>
                  <a:lnTo>
                    <a:pt x="566948" y="1233329"/>
                  </a:lnTo>
                  <a:lnTo>
                    <a:pt x="566287" y="1233329"/>
                  </a:lnTo>
                  <a:lnTo>
                    <a:pt x="565720" y="1233039"/>
                  </a:lnTo>
                  <a:lnTo>
                    <a:pt x="565058" y="1232943"/>
                  </a:lnTo>
                  <a:lnTo>
                    <a:pt x="564491" y="1232749"/>
                  </a:lnTo>
                  <a:lnTo>
                    <a:pt x="563735" y="1232749"/>
                  </a:lnTo>
                  <a:lnTo>
                    <a:pt x="563357" y="1232653"/>
                  </a:lnTo>
                  <a:lnTo>
                    <a:pt x="562789" y="1233136"/>
                  </a:lnTo>
                  <a:lnTo>
                    <a:pt x="562128" y="1233136"/>
                  </a:lnTo>
                  <a:lnTo>
                    <a:pt x="561277" y="1233233"/>
                  </a:lnTo>
                  <a:lnTo>
                    <a:pt x="560521" y="1233523"/>
                  </a:lnTo>
                  <a:lnTo>
                    <a:pt x="559765" y="1233716"/>
                  </a:lnTo>
                  <a:lnTo>
                    <a:pt x="559008" y="1234006"/>
                  </a:lnTo>
                  <a:lnTo>
                    <a:pt x="558536" y="1234006"/>
                  </a:lnTo>
                  <a:lnTo>
                    <a:pt x="557780" y="1234586"/>
                  </a:lnTo>
                  <a:lnTo>
                    <a:pt x="557118" y="1235069"/>
                  </a:lnTo>
                  <a:lnTo>
                    <a:pt x="556740" y="1235842"/>
                  </a:lnTo>
                  <a:lnTo>
                    <a:pt x="556456" y="1236132"/>
                  </a:lnTo>
                  <a:lnTo>
                    <a:pt x="556078" y="1235939"/>
                  </a:lnTo>
                  <a:lnTo>
                    <a:pt x="555417" y="1235746"/>
                  </a:lnTo>
                  <a:lnTo>
                    <a:pt x="554849" y="1235842"/>
                  </a:lnTo>
                  <a:lnTo>
                    <a:pt x="554188" y="1235746"/>
                  </a:lnTo>
                  <a:lnTo>
                    <a:pt x="553526" y="1235552"/>
                  </a:lnTo>
                  <a:lnTo>
                    <a:pt x="552770" y="1235552"/>
                  </a:lnTo>
                  <a:lnTo>
                    <a:pt x="552014" y="1235649"/>
                  </a:lnTo>
                  <a:lnTo>
                    <a:pt x="551069" y="1235939"/>
                  </a:lnTo>
                  <a:lnTo>
                    <a:pt x="550218" y="1236132"/>
                  </a:lnTo>
                  <a:lnTo>
                    <a:pt x="549556" y="1236422"/>
                  </a:lnTo>
                  <a:lnTo>
                    <a:pt x="548989" y="1236712"/>
                  </a:lnTo>
                  <a:lnTo>
                    <a:pt x="548044" y="1236905"/>
                  </a:lnTo>
                  <a:lnTo>
                    <a:pt x="547382" y="1237292"/>
                  </a:lnTo>
                  <a:lnTo>
                    <a:pt x="547004" y="1237679"/>
                  </a:lnTo>
                  <a:lnTo>
                    <a:pt x="546626" y="1238065"/>
                  </a:lnTo>
                  <a:lnTo>
                    <a:pt x="546153" y="1238549"/>
                  </a:lnTo>
                  <a:lnTo>
                    <a:pt x="545492" y="1239032"/>
                  </a:lnTo>
                  <a:lnTo>
                    <a:pt x="544735" y="1239418"/>
                  </a:lnTo>
                  <a:lnTo>
                    <a:pt x="543318" y="1239998"/>
                  </a:lnTo>
                  <a:lnTo>
                    <a:pt x="541805" y="1240578"/>
                  </a:lnTo>
                  <a:lnTo>
                    <a:pt x="540576" y="1240675"/>
                  </a:lnTo>
                  <a:lnTo>
                    <a:pt x="539159" y="1240772"/>
                  </a:lnTo>
                  <a:lnTo>
                    <a:pt x="537363" y="1240965"/>
                  </a:lnTo>
                  <a:lnTo>
                    <a:pt x="535661" y="1237195"/>
                  </a:lnTo>
                  <a:lnTo>
                    <a:pt x="530841" y="1232846"/>
                  </a:lnTo>
                  <a:lnTo>
                    <a:pt x="262395" y="816262"/>
                  </a:lnTo>
                  <a:lnTo>
                    <a:pt x="73633" y="528520"/>
                  </a:lnTo>
                  <a:lnTo>
                    <a:pt x="10870" y="427902"/>
                  </a:lnTo>
                  <a:lnTo>
                    <a:pt x="0" y="404415"/>
                  </a:lnTo>
                  <a:lnTo>
                    <a:pt x="169668" y="296838"/>
                  </a:lnTo>
                  <a:lnTo>
                    <a:pt x="351814" y="194867"/>
                  </a:lnTo>
                  <a:lnTo>
                    <a:pt x="383196" y="201246"/>
                  </a:lnTo>
                  <a:lnTo>
                    <a:pt x="416373" y="206175"/>
                  </a:lnTo>
                  <a:lnTo>
                    <a:pt x="427716" y="207239"/>
                  </a:lnTo>
                  <a:lnTo>
                    <a:pt x="445014" y="212845"/>
                  </a:lnTo>
                  <a:lnTo>
                    <a:pt x="463351" y="213618"/>
                  </a:lnTo>
                  <a:lnTo>
                    <a:pt x="503051" y="218547"/>
                  </a:lnTo>
                  <a:lnTo>
                    <a:pt x="525169" y="226666"/>
                  </a:lnTo>
                  <a:lnTo>
                    <a:pt x="540387" y="240778"/>
                  </a:lnTo>
                  <a:lnTo>
                    <a:pt x="555511" y="260882"/>
                  </a:lnTo>
                  <a:lnTo>
                    <a:pt x="575928" y="276830"/>
                  </a:lnTo>
                  <a:lnTo>
                    <a:pt x="592848" y="283886"/>
                  </a:lnTo>
                  <a:lnTo>
                    <a:pt x="609389" y="289879"/>
                  </a:lnTo>
                  <a:lnTo>
                    <a:pt x="626687" y="283113"/>
                  </a:lnTo>
                  <a:lnTo>
                    <a:pt x="643607" y="269001"/>
                  </a:lnTo>
                  <a:lnTo>
                    <a:pt x="659864" y="265135"/>
                  </a:lnTo>
                  <a:lnTo>
                    <a:pt x="678486" y="265135"/>
                  </a:lnTo>
                  <a:lnTo>
                    <a:pt x="692002" y="257403"/>
                  </a:lnTo>
                  <a:lnTo>
                    <a:pt x="703345" y="245031"/>
                  </a:lnTo>
                  <a:lnTo>
                    <a:pt x="718185" y="236912"/>
                  </a:lnTo>
                  <a:lnTo>
                    <a:pt x="730946" y="233142"/>
                  </a:lnTo>
                  <a:lnTo>
                    <a:pt x="749283" y="222414"/>
                  </a:lnTo>
                  <a:lnTo>
                    <a:pt x="773103" y="208302"/>
                  </a:lnTo>
                  <a:lnTo>
                    <a:pt x="792480" y="198733"/>
                  </a:lnTo>
                  <a:lnTo>
                    <a:pt x="811763" y="182108"/>
                  </a:lnTo>
                  <a:lnTo>
                    <a:pt x="825941" y="170510"/>
                  </a:lnTo>
                  <a:lnTo>
                    <a:pt x="851841" y="151469"/>
                  </a:lnTo>
                  <a:lnTo>
                    <a:pt x="871218" y="136584"/>
                  </a:lnTo>
                  <a:lnTo>
                    <a:pt x="888232" y="122955"/>
                  </a:lnTo>
                  <a:lnTo>
                    <a:pt x="895038" y="117543"/>
                  </a:lnTo>
                  <a:lnTo>
                    <a:pt x="914415" y="100918"/>
                  </a:lnTo>
                  <a:lnTo>
                    <a:pt x="934076" y="93476"/>
                  </a:lnTo>
                  <a:lnTo>
                    <a:pt x="951657" y="88256"/>
                  </a:lnTo>
                  <a:lnTo>
                    <a:pt x="969238" y="82940"/>
                  </a:lnTo>
                  <a:lnTo>
                    <a:pt x="986158" y="71922"/>
                  </a:lnTo>
                  <a:lnTo>
                    <a:pt x="1004495" y="55394"/>
                  </a:lnTo>
                  <a:lnTo>
                    <a:pt x="1033041" y="46308"/>
                  </a:lnTo>
                  <a:lnTo>
                    <a:pt x="1056010" y="40992"/>
                  </a:lnTo>
                  <a:lnTo>
                    <a:pt x="1057995" y="40509"/>
                  </a:lnTo>
                  <a:lnTo>
                    <a:pt x="1071039" y="38092"/>
                  </a:lnTo>
                  <a:lnTo>
                    <a:pt x="1080681" y="36256"/>
                  </a:lnTo>
                  <a:lnTo>
                    <a:pt x="1135504" y="30167"/>
                  </a:lnTo>
                  <a:lnTo>
                    <a:pt x="1165562" y="24077"/>
                  </a:lnTo>
                  <a:lnTo>
                    <a:pt x="1199780" y="11899"/>
                  </a:lnTo>
                  <a:lnTo>
                    <a:pt x="1213202" y="9676"/>
                  </a:lnTo>
                  <a:lnTo>
                    <a:pt x="1215943" y="9192"/>
                  </a:lnTo>
                  <a:lnTo>
                    <a:pt x="1243166" y="493"/>
                  </a:lnTo>
                  <a:lnTo>
                    <a:pt x="12474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9836" y="2147572"/>
              <a:ext cx="733384" cy="862646"/>
            </a:xfrm>
            <a:custGeom>
              <a:avLst/>
              <a:pathLst>
                <a:path w="733384" h="862646">
                  <a:moveTo>
                    <a:pt x="139024" y="5992"/>
                  </a:moveTo>
                  <a:lnTo>
                    <a:pt x="142427" y="8602"/>
                  </a:lnTo>
                  <a:lnTo>
                    <a:pt x="145073" y="11405"/>
                  </a:lnTo>
                  <a:lnTo>
                    <a:pt x="146397" y="12758"/>
                  </a:lnTo>
                  <a:lnTo>
                    <a:pt x="146302" y="12951"/>
                  </a:lnTo>
                  <a:lnTo>
                    <a:pt x="146869" y="13531"/>
                  </a:lnTo>
                  <a:lnTo>
                    <a:pt x="147815" y="14981"/>
                  </a:lnTo>
                  <a:lnTo>
                    <a:pt x="148004" y="16044"/>
                  </a:lnTo>
                  <a:lnTo>
                    <a:pt x="148571" y="17204"/>
                  </a:lnTo>
                  <a:lnTo>
                    <a:pt x="148665" y="17397"/>
                  </a:lnTo>
                  <a:lnTo>
                    <a:pt x="149421" y="18557"/>
                  </a:lnTo>
                  <a:lnTo>
                    <a:pt x="150367" y="19717"/>
                  </a:lnTo>
                  <a:lnTo>
                    <a:pt x="151312" y="20780"/>
                  </a:lnTo>
                  <a:lnTo>
                    <a:pt x="155849" y="26483"/>
                  </a:lnTo>
                  <a:lnTo>
                    <a:pt x="156322" y="27063"/>
                  </a:lnTo>
                  <a:lnTo>
                    <a:pt x="156983" y="27836"/>
                  </a:lnTo>
                  <a:lnTo>
                    <a:pt x="157645" y="28513"/>
                  </a:lnTo>
                  <a:lnTo>
                    <a:pt x="159724" y="31316"/>
                  </a:lnTo>
                  <a:lnTo>
                    <a:pt x="163978" y="36728"/>
                  </a:lnTo>
                  <a:lnTo>
                    <a:pt x="164545" y="37598"/>
                  </a:lnTo>
                  <a:lnTo>
                    <a:pt x="174754" y="52580"/>
                  </a:lnTo>
                  <a:lnTo>
                    <a:pt x="177778" y="56929"/>
                  </a:lnTo>
                  <a:lnTo>
                    <a:pt x="172958" y="65822"/>
                  </a:lnTo>
                  <a:lnTo>
                    <a:pt x="163127" y="83510"/>
                  </a:lnTo>
                  <a:lnTo>
                    <a:pt x="164262" y="84186"/>
                  </a:lnTo>
                  <a:lnTo>
                    <a:pt x="180614" y="93272"/>
                  </a:lnTo>
                  <a:lnTo>
                    <a:pt x="188459" y="97428"/>
                  </a:lnTo>
                  <a:lnTo>
                    <a:pt x="191012" y="92982"/>
                  </a:lnTo>
                  <a:lnTo>
                    <a:pt x="193564" y="88536"/>
                  </a:lnTo>
                  <a:lnTo>
                    <a:pt x="197345" y="90275"/>
                  </a:lnTo>
                  <a:lnTo>
                    <a:pt x="198101" y="89309"/>
                  </a:lnTo>
                  <a:lnTo>
                    <a:pt x="199613" y="86506"/>
                  </a:lnTo>
                  <a:lnTo>
                    <a:pt x="208215" y="90855"/>
                  </a:lnTo>
                  <a:lnTo>
                    <a:pt x="209538" y="83703"/>
                  </a:lnTo>
                  <a:lnTo>
                    <a:pt x="210956" y="77807"/>
                  </a:lnTo>
                  <a:lnTo>
                    <a:pt x="212468" y="75197"/>
                  </a:lnTo>
                  <a:lnTo>
                    <a:pt x="213319" y="73844"/>
                  </a:lnTo>
                  <a:lnTo>
                    <a:pt x="214548" y="71911"/>
                  </a:lnTo>
                  <a:lnTo>
                    <a:pt x="216438" y="69108"/>
                  </a:lnTo>
                  <a:lnTo>
                    <a:pt x="219747" y="65822"/>
                  </a:lnTo>
                  <a:lnTo>
                    <a:pt x="220786" y="64758"/>
                  </a:lnTo>
                  <a:lnTo>
                    <a:pt x="222393" y="65822"/>
                  </a:lnTo>
                  <a:lnTo>
                    <a:pt x="234965" y="73264"/>
                  </a:lnTo>
                  <a:lnTo>
                    <a:pt x="248009" y="98008"/>
                  </a:lnTo>
                  <a:lnTo>
                    <a:pt x="252357" y="100907"/>
                  </a:lnTo>
                  <a:lnTo>
                    <a:pt x="254058" y="101874"/>
                  </a:lnTo>
                  <a:lnTo>
                    <a:pt x="255004" y="102357"/>
                  </a:lnTo>
                  <a:lnTo>
                    <a:pt x="251223" y="110476"/>
                  </a:lnTo>
                  <a:lnTo>
                    <a:pt x="253208" y="111636"/>
                  </a:lnTo>
                  <a:lnTo>
                    <a:pt x="255949" y="113086"/>
                  </a:lnTo>
                  <a:lnTo>
                    <a:pt x="256611" y="113569"/>
                  </a:lnTo>
                  <a:lnTo>
                    <a:pt x="256232" y="114632"/>
                  </a:lnTo>
                  <a:lnTo>
                    <a:pt x="256516" y="115502"/>
                  </a:lnTo>
                  <a:lnTo>
                    <a:pt x="257745" y="117919"/>
                  </a:lnTo>
                  <a:lnTo>
                    <a:pt x="303777" y="189154"/>
                  </a:lnTo>
                  <a:lnTo>
                    <a:pt x="301698" y="190313"/>
                  </a:lnTo>
                  <a:lnTo>
                    <a:pt x="304250" y="195629"/>
                  </a:lnTo>
                  <a:lnTo>
                    <a:pt x="307369" y="193890"/>
                  </a:lnTo>
                  <a:lnTo>
                    <a:pt x="310489" y="191473"/>
                  </a:lnTo>
                  <a:lnTo>
                    <a:pt x="312285" y="189637"/>
                  </a:lnTo>
                  <a:lnTo>
                    <a:pt x="313324" y="188284"/>
                  </a:lnTo>
                  <a:lnTo>
                    <a:pt x="316349" y="191183"/>
                  </a:lnTo>
                  <a:lnTo>
                    <a:pt x="318050" y="190120"/>
                  </a:lnTo>
                  <a:lnTo>
                    <a:pt x="319941" y="191860"/>
                  </a:lnTo>
                  <a:lnTo>
                    <a:pt x="319846" y="192633"/>
                  </a:lnTo>
                  <a:lnTo>
                    <a:pt x="320508" y="193406"/>
                  </a:lnTo>
                  <a:lnTo>
                    <a:pt x="320508" y="193986"/>
                  </a:lnTo>
                  <a:lnTo>
                    <a:pt x="319657" y="194470"/>
                  </a:lnTo>
                  <a:lnTo>
                    <a:pt x="318334" y="195146"/>
                  </a:lnTo>
                  <a:lnTo>
                    <a:pt x="317389" y="195823"/>
                  </a:lnTo>
                  <a:lnTo>
                    <a:pt x="316916" y="196886"/>
                  </a:lnTo>
                  <a:lnTo>
                    <a:pt x="316727" y="197949"/>
                  </a:lnTo>
                  <a:lnTo>
                    <a:pt x="316727" y="199206"/>
                  </a:lnTo>
                  <a:lnTo>
                    <a:pt x="317011" y="200269"/>
                  </a:lnTo>
                  <a:lnTo>
                    <a:pt x="316916" y="201139"/>
                  </a:lnTo>
                  <a:lnTo>
                    <a:pt x="317672" y="201429"/>
                  </a:lnTo>
                  <a:lnTo>
                    <a:pt x="318334" y="201719"/>
                  </a:lnTo>
                  <a:lnTo>
                    <a:pt x="318996" y="202395"/>
                  </a:lnTo>
                  <a:lnTo>
                    <a:pt x="319846" y="203458"/>
                  </a:lnTo>
                  <a:lnTo>
                    <a:pt x="320319" y="204522"/>
                  </a:lnTo>
                  <a:lnTo>
                    <a:pt x="322209" y="204135"/>
                  </a:lnTo>
                  <a:lnTo>
                    <a:pt x="322777" y="204522"/>
                  </a:lnTo>
                  <a:lnTo>
                    <a:pt x="324383" y="204908"/>
                  </a:lnTo>
                  <a:lnTo>
                    <a:pt x="325329" y="205682"/>
                  </a:lnTo>
                  <a:lnTo>
                    <a:pt x="326274" y="207615"/>
                  </a:lnTo>
                  <a:lnTo>
                    <a:pt x="326368" y="208195"/>
                  </a:lnTo>
                  <a:lnTo>
                    <a:pt x="327125" y="209451"/>
                  </a:lnTo>
                  <a:lnTo>
                    <a:pt x="328543" y="211964"/>
                  </a:lnTo>
                  <a:lnTo>
                    <a:pt x="330149" y="214477"/>
                  </a:lnTo>
                  <a:lnTo>
                    <a:pt x="330622" y="214670"/>
                  </a:lnTo>
                  <a:lnTo>
                    <a:pt x="338940" y="215540"/>
                  </a:lnTo>
                  <a:lnTo>
                    <a:pt x="339791" y="215347"/>
                  </a:lnTo>
                  <a:lnTo>
                    <a:pt x="345179" y="214381"/>
                  </a:lnTo>
                  <a:lnTo>
                    <a:pt x="350661" y="211867"/>
                  </a:lnTo>
                  <a:lnTo>
                    <a:pt x="355293" y="209934"/>
                  </a:lnTo>
                  <a:lnTo>
                    <a:pt x="361720" y="209064"/>
                  </a:lnTo>
                  <a:lnTo>
                    <a:pt x="370227" y="209258"/>
                  </a:lnTo>
                  <a:lnTo>
                    <a:pt x="378640" y="207808"/>
                  </a:lnTo>
                  <a:lnTo>
                    <a:pt x="389037" y="203169"/>
                  </a:lnTo>
                  <a:lnTo>
                    <a:pt x="396032" y="197852"/>
                  </a:lnTo>
                  <a:lnTo>
                    <a:pt x="404066" y="192246"/>
                  </a:lnTo>
                  <a:lnTo>
                    <a:pt x="409360" y="186737"/>
                  </a:lnTo>
                  <a:lnTo>
                    <a:pt x="412573" y="183451"/>
                  </a:lnTo>
                  <a:lnTo>
                    <a:pt x="418717" y="176492"/>
                  </a:lnTo>
                  <a:lnTo>
                    <a:pt x="433747" y="167406"/>
                  </a:lnTo>
                  <a:lnTo>
                    <a:pt x="443104" y="164506"/>
                  </a:lnTo>
                  <a:lnTo>
                    <a:pt x="457944" y="161703"/>
                  </a:lnTo>
                  <a:lnTo>
                    <a:pt x="467586" y="158031"/>
                  </a:lnTo>
                  <a:lnTo>
                    <a:pt x="479968" y="151458"/>
                  </a:lnTo>
                  <a:lnTo>
                    <a:pt x="484694" y="149332"/>
                  </a:lnTo>
                  <a:lnTo>
                    <a:pt x="494241" y="150878"/>
                  </a:lnTo>
                  <a:lnTo>
                    <a:pt x="505111" y="154454"/>
                  </a:lnTo>
                  <a:lnTo>
                    <a:pt x="516454" y="155421"/>
                  </a:lnTo>
                  <a:lnTo>
                    <a:pt x="534130" y="156001"/>
                  </a:lnTo>
                  <a:lnTo>
                    <a:pt x="552467" y="155614"/>
                  </a:lnTo>
                  <a:lnTo>
                    <a:pt x="563243" y="155518"/>
                  </a:lnTo>
                  <a:lnTo>
                    <a:pt x="574775" y="151555"/>
                  </a:lnTo>
                  <a:lnTo>
                    <a:pt x="591411" y="138216"/>
                  </a:lnTo>
                  <a:lnTo>
                    <a:pt x="601619" y="128744"/>
                  </a:lnTo>
                  <a:lnTo>
                    <a:pt x="606629" y="125071"/>
                  </a:lnTo>
                  <a:lnTo>
                    <a:pt x="616460" y="117049"/>
                  </a:lnTo>
                  <a:lnTo>
                    <a:pt x="622320" y="116179"/>
                  </a:lnTo>
                  <a:lnTo>
                    <a:pt x="635459" y="115599"/>
                  </a:lnTo>
                  <a:lnTo>
                    <a:pt x="640752" y="114826"/>
                  </a:lnTo>
                  <a:lnTo>
                    <a:pt x="647841" y="113763"/>
                  </a:lnTo>
                  <a:lnTo>
                    <a:pt x="656443" y="113376"/>
                  </a:lnTo>
                  <a:lnTo>
                    <a:pt x="663910" y="116372"/>
                  </a:lnTo>
                  <a:lnTo>
                    <a:pt x="664761" y="116759"/>
                  </a:lnTo>
                  <a:lnTo>
                    <a:pt x="674686" y="121302"/>
                  </a:lnTo>
                  <a:lnTo>
                    <a:pt x="686690" y="124878"/>
                  </a:lnTo>
                  <a:lnTo>
                    <a:pt x="693496" y="124975"/>
                  </a:lnTo>
                  <a:lnTo>
                    <a:pt x="709092" y="119369"/>
                  </a:lnTo>
                  <a:lnTo>
                    <a:pt x="715047" y="111926"/>
                  </a:lnTo>
                  <a:lnTo>
                    <a:pt x="733384" y="90565"/>
                  </a:lnTo>
                  <a:lnTo>
                    <a:pt x="727240" y="112313"/>
                  </a:lnTo>
                  <a:lnTo>
                    <a:pt x="727524" y="130484"/>
                  </a:lnTo>
                  <a:lnTo>
                    <a:pt x="722231" y="155711"/>
                  </a:lnTo>
                  <a:lnTo>
                    <a:pt x="721664" y="157257"/>
                  </a:lnTo>
                  <a:lnTo>
                    <a:pt x="714574" y="174655"/>
                  </a:lnTo>
                  <a:lnTo>
                    <a:pt x="708903" y="188670"/>
                  </a:lnTo>
                  <a:lnTo>
                    <a:pt x="708336" y="199979"/>
                  </a:lnTo>
                  <a:lnTo>
                    <a:pt x="712684" y="229652"/>
                  </a:lnTo>
                  <a:lnTo>
                    <a:pt x="712211" y="244537"/>
                  </a:lnTo>
                  <a:lnTo>
                    <a:pt x="712117" y="248693"/>
                  </a:lnTo>
                  <a:lnTo>
                    <a:pt x="719868" y="257585"/>
                  </a:lnTo>
                  <a:lnTo>
                    <a:pt x="725161" y="263578"/>
                  </a:lnTo>
                  <a:lnTo>
                    <a:pt x="725728" y="265221"/>
                  </a:lnTo>
                  <a:lnTo>
                    <a:pt x="729225" y="275756"/>
                  </a:lnTo>
                  <a:lnTo>
                    <a:pt x="723743" y="280493"/>
                  </a:lnTo>
                  <a:lnTo>
                    <a:pt x="710037" y="282232"/>
                  </a:lnTo>
                  <a:lnTo>
                    <a:pt x="688013" y="281073"/>
                  </a:lnTo>
                  <a:lnTo>
                    <a:pt x="660413" y="285519"/>
                  </a:lnTo>
                  <a:lnTo>
                    <a:pt x="648503" y="296827"/>
                  </a:lnTo>
                  <a:lnTo>
                    <a:pt x="635931" y="308716"/>
                  </a:lnTo>
                  <a:lnTo>
                    <a:pt x="626479" y="321474"/>
                  </a:lnTo>
                  <a:lnTo>
                    <a:pt x="623643" y="345928"/>
                  </a:lnTo>
                  <a:lnTo>
                    <a:pt x="619390" y="354820"/>
                  </a:lnTo>
                  <a:lnTo>
                    <a:pt x="612017" y="358687"/>
                  </a:lnTo>
                  <a:lnTo>
                    <a:pt x="591316" y="366226"/>
                  </a:lnTo>
                  <a:lnTo>
                    <a:pt x="588764" y="382270"/>
                  </a:lnTo>
                  <a:lnTo>
                    <a:pt x="586118" y="384783"/>
                  </a:lnTo>
                  <a:lnTo>
                    <a:pt x="580163" y="388263"/>
                  </a:lnTo>
                  <a:lnTo>
                    <a:pt x="577327" y="388843"/>
                  </a:lnTo>
                  <a:lnTo>
                    <a:pt x="571845" y="390099"/>
                  </a:lnTo>
                  <a:lnTo>
                    <a:pt x="569765" y="392226"/>
                  </a:lnTo>
                  <a:lnTo>
                    <a:pt x="568631" y="396479"/>
                  </a:lnTo>
                  <a:lnTo>
                    <a:pt x="568725" y="404791"/>
                  </a:lnTo>
                  <a:lnTo>
                    <a:pt x="567119" y="408464"/>
                  </a:lnTo>
                  <a:lnTo>
                    <a:pt x="556248" y="419579"/>
                  </a:lnTo>
                  <a:lnTo>
                    <a:pt x="547647" y="425765"/>
                  </a:lnTo>
                  <a:lnTo>
                    <a:pt x="539896" y="428278"/>
                  </a:lnTo>
                  <a:lnTo>
                    <a:pt x="526096" y="434271"/>
                  </a:lnTo>
                  <a:lnTo>
                    <a:pt x="518723" y="441713"/>
                  </a:lnTo>
                  <a:lnTo>
                    <a:pt x="514942" y="442776"/>
                  </a:lnTo>
                  <a:lnTo>
                    <a:pt x="510688" y="446063"/>
                  </a:lnTo>
                  <a:lnTo>
                    <a:pt x="504544" y="452539"/>
                  </a:lnTo>
                  <a:lnTo>
                    <a:pt x="498495" y="457275"/>
                  </a:lnTo>
                  <a:lnTo>
                    <a:pt x="489704" y="461431"/>
                  </a:lnTo>
                  <a:lnTo>
                    <a:pt x="486112" y="462881"/>
                  </a:lnTo>
                  <a:lnTo>
                    <a:pt x="479401" y="465684"/>
                  </a:lnTo>
                  <a:lnTo>
                    <a:pt x="474675" y="471773"/>
                  </a:lnTo>
                  <a:lnTo>
                    <a:pt x="457283" y="478442"/>
                  </a:lnTo>
                  <a:lnTo>
                    <a:pt x="457566" y="485208"/>
                  </a:lnTo>
                  <a:lnTo>
                    <a:pt x="470705" y="505989"/>
                  </a:lnTo>
                  <a:lnTo>
                    <a:pt x="474297" y="516041"/>
                  </a:lnTo>
                  <a:lnTo>
                    <a:pt x="473635" y="521067"/>
                  </a:lnTo>
                  <a:lnTo>
                    <a:pt x="465601" y="526576"/>
                  </a:lnTo>
                  <a:lnTo>
                    <a:pt x="458701" y="541945"/>
                  </a:lnTo>
                  <a:lnTo>
                    <a:pt x="456338" y="558956"/>
                  </a:lnTo>
                  <a:lnTo>
                    <a:pt x="456621" y="571038"/>
                  </a:lnTo>
                  <a:lnTo>
                    <a:pt x="450099" y="582733"/>
                  </a:lnTo>
                  <a:lnTo>
                    <a:pt x="450288" y="599841"/>
                  </a:lnTo>
                  <a:lnTo>
                    <a:pt x="439796" y="615886"/>
                  </a:lnTo>
                  <a:lnTo>
                    <a:pt x="429209" y="625938"/>
                  </a:lnTo>
                  <a:lnTo>
                    <a:pt x="425334" y="629611"/>
                  </a:lnTo>
                  <a:lnTo>
                    <a:pt x="410494" y="641209"/>
                  </a:lnTo>
                  <a:lnTo>
                    <a:pt x="392440" y="654838"/>
                  </a:lnTo>
                  <a:lnTo>
                    <a:pt x="380247" y="668273"/>
                  </a:lnTo>
                  <a:lnTo>
                    <a:pt x="372685" y="678035"/>
                  </a:lnTo>
                  <a:lnTo>
                    <a:pt x="363138" y="687217"/>
                  </a:lnTo>
                  <a:lnTo>
                    <a:pt x="352173" y="704615"/>
                  </a:lnTo>
                  <a:lnTo>
                    <a:pt x="341020" y="706548"/>
                  </a:lnTo>
                  <a:lnTo>
                    <a:pt x="332418" y="718340"/>
                  </a:lnTo>
                  <a:lnTo>
                    <a:pt x="327692" y="718727"/>
                  </a:lnTo>
                  <a:lnTo>
                    <a:pt x="317767" y="718437"/>
                  </a:lnTo>
                  <a:lnTo>
                    <a:pt x="305195" y="717857"/>
                  </a:lnTo>
                  <a:lnTo>
                    <a:pt x="298673" y="719017"/>
                  </a:lnTo>
                  <a:lnTo>
                    <a:pt x="294136" y="723173"/>
                  </a:lnTo>
                  <a:lnTo>
                    <a:pt x="291395" y="724623"/>
                  </a:lnTo>
                  <a:lnTo>
                    <a:pt x="288559" y="727039"/>
                  </a:lnTo>
                  <a:lnTo>
                    <a:pt x="279863" y="732548"/>
                  </a:lnTo>
                  <a:lnTo>
                    <a:pt x="273814" y="736608"/>
                  </a:lnTo>
                  <a:lnTo>
                    <a:pt x="267386" y="738058"/>
                  </a:lnTo>
                  <a:lnTo>
                    <a:pt x="263700" y="739411"/>
                  </a:lnTo>
                  <a:lnTo>
                    <a:pt x="261337" y="741151"/>
                  </a:lnTo>
                  <a:lnTo>
                    <a:pt x="250467" y="742891"/>
                  </a:lnTo>
                  <a:lnTo>
                    <a:pt x="245362" y="744340"/>
                  </a:lnTo>
                  <a:lnTo>
                    <a:pt x="240164" y="746757"/>
                  </a:lnTo>
                  <a:lnTo>
                    <a:pt x="235910" y="750430"/>
                  </a:lnTo>
                  <a:lnTo>
                    <a:pt x="225985" y="748883"/>
                  </a:lnTo>
                  <a:lnTo>
                    <a:pt x="218896" y="748400"/>
                  </a:lnTo>
                  <a:lnTo>
                    <a:pt x="214453" y="748883"/>
                  </a:lnTo>
                  <a:lnTo>
                    <a:pt x="207931" y="750913"/>
                  </a:lnTo>
                  <a:lnTo>
                    <a:pt x="204812" y="750720"/>
                  </a:lnTo>
                  <a:lnTo>
                    <a:pt x="199424" y="751783"/>
                  </a:lnTo>
                  <a:lnTo>
                    <a:pt x="191390" y="752846"/>
                  </a:lnTo>
                  <a:lnTo>
                    <a:pt x="184206" y="753716"/>
                  </a:lnTo>
                  <a:lnTo>
                    <a:pt x="182410" y="754682"/>
                  </a:lnTo>
                  <a:lnTo>
                    <a:pt x="171540" y="759902"/>
                  </a:lnTo>
                  <a:lnTo>
                    <a:pt x="167570" y="766571"/>
                  </a:lnTo>
                  <a:lnTo>
                    <a:pt x="164829" y="770824"/>
                  </a:lnTo>
                  <a:lnTo>
                    <a:pt x="159157" y="775753"/>
                  </a:lnTo>
                  <a:lnTo>
                    <a:pt x="151217" y="781166"/>
                  </a:lnTo>
                  <a:lnTo>
                    <a:pt x="143656" y="785226"/>
                  </a:lnTo>
                  <a:lnTo>
                    <a:pt x="139780" y="786385"/>
                  </a:lnTo>
                  <a:lnTo>
                    <a:pt x="136850" y="788415"/>
                  </a:lnTo>
                  <a:lnTo>
                    <a:pt x="134581" y="789285"/>
                  </a:lnTo>
                  <a:lnTo>
                    <a:pt x="129761" y="790542"/>
                  </a:lnTo>
                  <a:lnTo>
                    <a:pt x="128154" y="792088"/>
                  </a:lnTo>
                  <a:lnTo>
                    <a:pt x="127209" y="799144"/>
                  </a:lnTo>
                  <a:lnTo>
                    <a:pt x="125791" y="804363"/>
                  </a:lnTo>
                  <a:lnTo>
                    <a:pt x="123806" y="807070"/>
                  </a:lnTo>
                  <a:lnTo>
                    <a:pt x="121726" y="808519"/>
                  </a:lnTo>
                  <a:lnTo>
                    <a:pt x="120592" y="810936"/>
                  </a:lnTo>
                  <a:lnTo>
                    <a:pt x="118418" y="814802"/>
                  </a:lnTo>
                  <a:lnTo>
                    <a:pt x="115677" y="817992"/>
                  </a:lnTo>
                  <a:lnTo>
                    <a:pt x="113786" y="819828"/>
                  </a:lnTo>
                  <a:lnTo>
                    <a:pt x="113408" y="820215"/>
                  </a:lnTo>
                  <a:lnTo>
                    <a:pt x="113125" y="820505"/>
                  </a:lnTo>
                  <a:lnTo>
                    <a:pt x="108871" y="823114"/>
                  </a:lnTo>
                  <a:lnTo>
                    <a:pt x="107737" y="823598"/>
                  </a:lnTo>
                  <a:lnTo>
                    <a:pt x="107075" y="823888"/>
                  </a:lnTo>
                  <a:lnTo>
                    <a:pt x="106603" y="824178"/>
                  </a:lnTo>
                  <a:lnTo>
                    <a:pt x="104712" y="825144"/>
                  </a:lnTo>
                  <a:lnTo>
                    <a:pt x="102633" y="826207"/>
                  </a:lnTo>
                  <a:lnTo>
                    <a:pt x="101120" y="826594"/>
                  </a:lnTo>
                  <a:lnTo>
                    <a:pt x="100648" y="826787"/>
                  </a:lnTo>
                  <a:lnTo>
                    <a:pt x="99041" y="827464"/>
                  </a:lnTo>
                  <a:lnTo>
                    <a:pt x="98474" y="827754"/>
                  </a:lnTo>
                  <a:lnTo>
                    <a:pt x="96489" y="829010"/>
                  </a:lnTo>
                  <a:lnTo>
                    <a:pt x="95921" y="830460"/>
                  </a:lnTo>
                  <a:lnTo>
                    <a:pt x="95071" y="831137"/>
                  </a:lnTo>
                  <a:lnTo>
                    <a:pt x="94031" y="831813"/>
                  </a:lnTo>
                  <a:lnTo>
                    <a:pt x="92235" y="833553"/>
                  </a:lnTo>
                  <a:lnTo>
                    <a:pt x="90534" y="834906"/>
                  </a:lnTo>
                  <a:lnTo>
                    <a:pt x="89588" y="835679"/>
                  </a:lnTo>
                  <a:lnTo>
                    <a:pt x="89210" y="836066"/>
                  </a:lnTo>
                  <a:lnTo>
                    <a:pt x="89021" y="836453"/>
                  </a:lnTo>
                  <a:lnTo>
                    <a:pt x="88454" y="837226"/>
                  </a:lnTo>
                  <a:lnTo>
                    <a:pt x="88171" y="837709"/>
                  </a:lnTo>
                  <a:lnTo>
                    <a:pt x="88076" y="838482"/>
                  </a:lnTo>
                  <a:lnTo>
                    <a:pt x="88076" y="838772"/>
                  </a:lnTo>
                  <a:lnTo>
                    <a:pt x="88171" y="839159"/>
                  </a:lnTo>
                  <a:lnTo>
                    <a:pt x="88171" y="839642"/>
                  </a:lnTo>
                  <a:lnTo>
                    <a:pt x="88171" y="839836"/>
                  </a:lnTo>
                  <a:lnTo>
                    <a:pt x="87981" y="840222"/>
                  </a:lnTo>
                  <a:lnTo>
                    <a:pt x="87225" y="840126"/>
                  </a:lnTo>
                  <a:lnTo>
                    <a:pt x="86186" y="842832"/>
                  </a:lnTo>
                  <a:lnTo>
                    <a:pt x="85807" y="843219"/>
                  </a:lnTo>
                  <a:lnTo>
                    <a:pt x="85524" y="843412"/>
                  </a:lnTo>
                  <a:lnTo>
                    <a:pt x="82121" y="843509"/>
                  </a:lnTo>
                  <a:lnTo>
                    <a:pt x="81081" y="843025"/>
                  </a:lnTo>
                  <a:lnTo>
                    <a:pt x="80703" y="843025"/>
                  </a:lnTo>
                  <a:lnTo>
                    <a:pt x="80420" y="842929"/>
                  </a:lnTo>
                  <a:lnTo>
                    <a:pt x="80231" y="842929"/>
                  </a:lnTo>
                  <a:lnTo>
                    <a:pt x="80420" y="842639"/>
                  </a:lnTo>
                  <a:lnTo>
                    <a:pt x="80325" y="842445"/>
                  </a:lnTo>
                  <a:lnTo>
                    <a:pt x="80231" y="842155"/>
                  </a:lnTo>
                  <a:lnTo>
                    <a:pt x="80042" y="841962"/>
                  </a:lnTo>
                  <a:lnTo>
                    <a:pt x="79758" y="841672"/>
                  </a:lnTo>
                  <a:lnTo>
                    <a:pt x="79191" y="842155"/>
                  </a:lnTo>
                  <a:lnTo>
                    <a:pt x="79002" y="842349"/>
                  </a:lnTo>
                  <a:lnTo>
                    <a:pt x="77773" y="843509"/>
                  </a:lnTo>
                  <a:lnTo>
                    <a:pt x="77206" y="843992"/>
                  </a:lnTo>
                  <a:lnTo>
                    <a:pt x="77111" y="844475"/>
                  </a:lnTo>
                  <a:lnTo>
                    <a:pt x="75504" y="849115"/>
                  </a:lnTo>
                  <a:lnTo>
                    <a:pt x="74370" y="852497"/>
                  </a:lnTo>
                  <a:lnTo>
                    <a:pt x="73519" y="855107"/>
                  </a:lnTo>
                  <a:lnTo>
                    <a:pt x="73141" y="856074"/>
                  </a:lnTo>
                  <a:lnTo>
                    <a:pt x="73047" y="856654"/>
                  </a:lnTo>
                  <a:lnTo>
                    <a:pt x="73141" y="857330"/>
                  </a:lnTo>
                  <a:lnTo>
                    <a:pt x="73519" y="858683"/>
                  </a:lnTo>
                  <a:lnTo>
                    <a:pt x="73047" y="858683"/>
                  </a:lnTo>
                  <a:lnTo>
                    <a:pt x="70873" y="859263"/>
                  </a:lnTo>
                  <a:lnTo>
                    <a:pt x="70117" y="859457"/>
                  </a:lnTo>
                  <a:lnTo>
                    <a:pt x="67565" y="860133"/>
                  </a:lnTo>
                  <a:lnTo>
                    <a:pt x="58679" y="862646"/>
                  </a:lnTo>
                  <a:lnTo>
                    <a:pt x="58490" y="862646"/>
                  </a:lnTo>
                  <a:lnTo>
                    <a:pt x="58207" y="862550"/>
                  </a:lnTo>
                  <a:lnTo>
                    <a:pt x="55655" y="861776"/>
                  </a:lnTo>
                  <a:lnTo>
                    <a:pt x="51874" y="860520"/>
                  </a:lnTo>
                  <a:lnTo>
                    <a:pt x="50928" y="860230"/>
                  </a:lnTo>
                  <a:lnTo>
                    <a:pt x="50739" y="860133"/>
                  </a:lnTo>
                  <a:lnTo>
                    <a:pt x="50456" y="858683"/>
                  </a:lnTo>
                  <a:lnTo>
                    <a:pt x="50456" y="858490"/>
                  </a:lnTo>
                  <a:lnTo>
                    <a:pt x="50172" y="856847"/>
                  </a:lnTo>
                  <a:lnTo>
                    <a:pt x="49416" y="852981"/>
                  </a:lnTo>
                  <a:lnTo>
                    <a:pt x="48944" y="851048"/>
                  </a:lnTo>
                  <a:lnTo>
                    <a:pt x="47053" y="841575"/>
                  </a:lnTo>
                  <a:lnTo>
                    <a:pt x="46486" y="839159"/>
                  </a:lnTo>
                  <a:lnTo>
                    <a:pt x="44879" y="831910"/>
                  </a:lnTo>
                  <a:lnTo>
                    <a:pt x="44028" y="828237"/>
                  </a:lnTo>
                  <a:lnTo>
                    <a:pt x="43839" y="827270"/>
                  </a:lnTo>
                  <a:lnTo>
                    <a:pt x="42989" y="823308"/>
                  </a:lnTo>
                  <a:lnTo>
                    <a:pt x="39869" y="809196"/>
                  </a:lnTo>
                  <a:lnTo>
                    <a:pt x="35521" y="789188"/>
                  </a:lnTo>
                  <a:lnTo>
                    <a:pt x="28905" y="760675"/>
                  </a:lnTo>
                  <a:lnTo>
                    <a:pt x="25596" y="746467"/>
                  </a:lnTo>
                  <a:lnTo>
                    <a:pt x="25596" y="746177"/>
                  </a:lnTo>
                  <a:lnTo>
                    <a:pt x="25502" y="745887"/>
                  </a:lnTo>
                  <a:lnTo>
                    <a:pt x="25218" y="744920"/>
                  </a:lnTo>
                  <a:lnTo>
                    <a:pt x="19830" y="718147"/>
                  </a:lnTo>
                  <a:lnTo>
                    <a:pt x="19452" y="715537"/>
                  </a:lnTo>
                  <a:lnTo>
                    <a:pt x="19358" y="714861"/>
                  </a:lnTo>
                  <a:lnTo>
                    <a:pt x="19452" y="711768"/>
                  </a:lnTo>
                  <a:lnTo>
                    <a:pt x="17562" y="702682"/>
                  </a:lnTo>
                  <a:lnTo>
                    <a:pt x="9527" y="662957"/>
                  </a:lnTo>
                  <a:lnTo>
                    <a:pt x="9433" y="660154"/>
                  </a:lnTo>
                  <a:lnTo>
                    <a:pt x="9338" y="658897"/>
                  </a:lnTo>
                  <a:lnTo>
                    <a:pt x="9338" y="658221"/>
                  </a:lnTo>
                  <a:lnTo>
                    <a:pt x="9338" y="657834"/>
                  </a:lnTo>
                  <a:lnTo>
                    <a:pt x="9244" y="656964"/>
                  </a:lnTo>
                  <a:lnTo>
                    <a:pt x="5085" y="635410"/>
                  </a:lnTo>
                  <a:lnTo>
                    <a:pt x="3289" y="624971"/>
                  </a:lnTo>
                  <a:lnTo>
                    <a:pt x="0" y="625487"/>
                  </a:lnTo>
                  <a:lnTo>
                    <a:pt x="0" y="156760"/>
                  </a:lnTo>
                  <a:lnTo>
                    <a:pt x="2155" y="152811"/>
                  </a:lnTo>
                  <a:lnTo>
                    <a:pt x="3383" y="150395"/>
                  </a:lnTo>
                  <a:lnTo>
                    <a:pt x="4801" y="146239"/>
                  </a:lnTo>
                  <a:lnTo>
                    <a:pt x="6786" y="142566"/>
                  </a:lnTo>
                  <a:lnTo>
                    <a:pt x="7731" y="139279"/>
                  </a:lnTo>
                  <a:lnTo>
                    <a:pt x="9527" y="135607"/>
                  </a:lnTo>
                  <a:lnTo>
                    <a:pt x="11796" y="131450"/>
                  </a:lnTo>
                  <a:lnTo>
                    <a:pt x="15104" y="126811"/>
                  </a:lnTo>
                  <a:lnTo>
                    <a:pt x="17845" y="124781"/>
                  </a:lnTo>
                  <a:lnTo>
                    <a:pt x="21721" y="122462"/>
                  </a:lnTo>
                  <a:lnTo>
                    <a:pt x="24557" y="120915"/>
                  </a:lnTo>
                  <a:lnTo>
                    <a:pt x="27203" y="117145"/>
                  </a:lnTo>
                  <a:lnTo>
                    <a:pt x="30417" y="113183"/>
                  </a:lnTo>
                  <a:lnTo>
                    <a:pt x="32213" y="110186"/>
                  </a:lnTo>
                  <a:lnTo>
                    <a:pt x="33064" y="109413"/>
                  </a:lnTo>
                  <a:lnTo>
                    <a:pt x="34292" y="108447"/>
                  </a:lnTo>
                  <a:lnTo>
                    <a:pt x="37884" y="104677"/>
                  </a:lnTo>
                  <a:lnTo>
                    <a:pt x="41287" y="100617"/>
                  </a:lnTo>
                  <a:lnTo>
                    <a:pt x="44406" y="96751"/>
                  </a:lnTo>
                  <a:lnTo>
                    <a:pt x="47431" y="91918"/>
                  </a:lnTo>
                  <a:lnTo>
                    <a:pt x="50834" y="86506"/>
                  </a:lnTo>
                  <a:lnTo>
                    <a:pt x="54709" y="83896"/>
                  </a:lnTo>
                  <a:lnTo>
                    <a:pt x="57640" y="80127"/>
                  </a:lnTo>
                  <a:lnTo>
                    <a:pt x="61799" y="75294"/>
                  </a:lnTo>
                  <a:lnTo>
                    <a:pt x="68132" y="69784"/>
                  </a:lnTo>
                  <a:lnTo>
                    <a:pt x="73519" y="64565"/>
                  </a:lnTo>
                  <a:lnTo>
                    <a:pt x="76733" y="61086"/>
                  </a:lnTo>
                  <a:lnTo>
                    <a:pt x="81554" y="54900"/>
                  </a:lnTo>
                  <a:lnTo>
                    <a:pt x="85335" y="50067"/>
                  </a:lnTo>
                  <a:lnTo>
                    <a:pt x="89966" y="45814"/>
                  </a:lnTo>
                  <a:lnTo>
                    <a:pt x="92708" y="44364"/>
                  </a:lnTo>
                  <a:lnTo>
                    <a:pt x="96678" y="41561"/>
                  </a:lnTo>
                  <a:lnTo>
                    <a:pt x="97528" y="39918"/>
                  </a:lnTo>
                  <a:lnTo>
                    <a:pt x="97812" y="39145"/>
                  </a:lnTo>
                  <a:lnTo>
                    <a:pt x="98474" y="37985"/>
                  </a:lnTo>
                  <a:lnTo>
                    <a:pt x="99513" y="35762"/>
                  </a:lnTo>
                  <a:lnTo>
                    <a:pt x="100459" y="33346"/>
                  </a:lnTo>
                  <a:lnTo>
                    <a:pt x="100931" y="31412"/>
                  </a:lnTo>
                  <a:lnTo>
                    <a:pt x="102065" y="28996"/>
                  </a:lnTo>
                  <a:lnTo>
                    <a:pt x="103578" y="26676"/>
                  </a:lnTo>
                  <a:lnTo>
                    <a:pt x="105468" y="23970"/>
                  </a:lnTo>
                  <a:lnTo>
                    <a:pt x="105752" y="23487"/>
                  </a:lnTo>
                  <a:lnTo>
                    <a:pt x="108493" y="19910"/>
                  </a:lnTo>
                  <a:lnTo>
                    <a:pt x="108588" y="19717"/>
                  </a:lnTo>
                  <a:lnTo>
                    <a:pt x="113030" y="13531"/>
                  </a:lnTo>
                  <a:lnTo>
                    <a:pt x="118134" y="8119"/>
                  </a:lnTo>
                  <a:lnTo>
                    <a:pt x="122955" y="1256"/>
                  </a:lnTo>
                  <a:lnTo>
                    <a:pt x="126169" y="0"/>
                  </a:lnTo>
                  <a:lnTo>
                    <a:pt x="134203" y="4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332869" y="3436275"/>
              <a:ext cx="731324" cy="404888"/>
            </a:xfrm>
            <a:custGeom>
              <a:avLst/>
              <a:pathLst>
                <a:path w="731324" h="404888">
                  <a:moveTo>
                    <a:pt x="632264" y="1063"/>
                  </a:moveTo>
                  <a:lnTo>
                    <a:pt x="642283" y="1546"/>
                  </a:lnTo>
                  <a:lnTo>
                    <a:pt x="647577" y="1933"/>
                  </a:lnTo>
                  <a:lnTo>
                    <a:pt x="653815" y="3382"/>
                  </a:lnTo>
                  <a:lnTo>
                    <a:pt x="657880" y="3962"/>
                  </a:lnTo>
                  <a:lnTo>
                    <a:pt x="662417" y="4252"/>
                  </a:lnTo>
                  <a:lnTo>
                    <a:pt x="670546" y="3962"/>
                  </a:lnTo>
                  <a:lnTo>
                    <a:pt x="671018" y="3962"/>
                  </a:lnTo>
                  <a:lnTo>
                    <a:pt x="673570" y="3479"/>
                  </a:lnTo>
                  <a:lnTo>
                    <a:pt x="677729" y="3382"/>
                  </a:lnTo>
                  <a:lnTo>
                    <a:pt x="680660" y="3189"/>
                  </a:lnTo>
                  <a:lnTo>
                    <a:pt x="685575" y="3479"/>
                  </a:lnTo>
                  <a:lnTo>
                    <a:pt x="686236" y="3479"/>
                  </a:lnTo>
                  <a:lnTo>
                    <a:pt x="687843" y="3866"/>
                  </a:lnTo>
                  <a:lnTo>
                    <a:pt x="688032" y="3866"/>
                  </a:lnTo>
                  <a:lnTo>
                    <a:pt x="692758" y="3866"/>
                  </a:lnTo>
                  <a:lnTo>
                    <a:pt x="700226" y="6185"/>
                  </a:lnTo>
                  <a:lnTo>
                    <a:pt x="706937" y="8022"/>
                  </a:lnTo>
                  <a:lnTo>
                    <a:pt x="708827" y="8312"/>
                  </a:lnTo>
                  <a:lnTo>
                    <a:pt x="712230" y="8892"/>
                  </a:lnTo>
                  <a:lnTo>
                    <a:pt x="713554" y="8892"/>
                  </a:lnTo>
                  <a:lnTo>
                    <a:pt x="727732" y="11308"/>
                  </a:lnTo>
                  <a:lnTo>
                    <a:pt x="731324" y="11985"/>
                  </a:lnTo>
                  <a:lnTo>
                    <a:pt x="727543" y="12758"/>
                  </a:lnTo>
                  <a:lnTo>
                    <a:pt x="724991" y="14208"/>
                  </a:lnTo>
                  <a:lnTo>
                    <a:pt x="724424" y="14401"/>
                  </a:lnTo>
                  <a:lnTo>
                    <a:pt x="723762" y="14981"/>
                  </a:lnTo>
                  <a:lnTo>
                    <a:pt x="722250" y="15851"/>
                  </a:lnTo>
                  <a:lnTo>
                    <a:pt x="721115" y="16141"/>
                  </a:lnTo>
                  <a:lnTo>
                    <a:pt x="719887" y="16141"/>
                  </a:lnTo>
                  <a:lnTo>
                    <a:pt x="717996" y="16141"/>
                  </a:lnTo>
                  <a:lnTo>
                    <a:pt x="717240" y="16044"/>
                  </a:lnTo>
                  <a:lnTo>
                    <a:pt x="716767" y="15754"/>
                  </a:lnTo>
                  <a:lnTo>
                    <a:pt x="716295" y="15464"/>
                  </a:lnTo>
                  <a:lnTo>
                    <a:pt x="715728" y="15174"/>
                  </a:lnTo>
                  <a:lnTo>
                    <a:pt x="714971" y="15078"/>
                  </a:lnTo>
                  <a:lnTo>
                    <a:pt x="713932" y="15078"/>
                  </a:lnTo>
                  <a:lnTo>
                    <a:pt x="711001" y="14981"/>
                  </a:lnTo>
                  <a:lnTo>
                    <a:pt x="709962" y="15078"/>
                  </a:lnTo>
                  <a:lnTo>
                    <a:pt x="709395" y="15174"/>
                  </a:lnTo>
                  <a:lnTo>
                    <a:pt x="708827" y="15174"/>
                  </a:lnTo>
                  <a:lnTo>
                    <a:pt x="707788" y="15078"/>
                  </a:lnTo>
                  <a:lnTo>
                    <a:pt x="707031" y="14981"/>
                  </a:lnTo>
                  <a:lnTo>
                    <a:pt x="705236" y="14981"/>
                  </a:lnTo>
                  <a:lnTo>
                    <a:pt x="703723" y="15078"/>
                  </a:lnTo>
                  <a:lnTo>
                    <a:pt x="702305" y="14884"/>
                  </a:lnTo>
                  <a:lnTo>
                    <a:pt x="701360" y="14594"/>
                  </a:lnTo>
                  <a:lnTo>
                    <a:pt x="699564" y="14304"/>
                  </a:lnTo>
                  <a:lnTo>
                    <a:pt x="698430" y="14014"/>
                  </a:lnTo>
                  <a:lnTo>
                    <a:pt x="697107" y="14014"/>
                  </a:lnTo>
                  <a:lnTo>
                    <a:pt x="695405" y="14304"/>
                  </a:lnTo>
                  <a:lnTo>
                    <a:pt x="693987" y="14594"/>
                  </a:lnTo>
                  <a:lnTo>
                    <a:pt x="690963" y="14111"/>
                  </a:lnTo>
                  <a:lnTo>
                    <a:pt x="688505" y="14401"/>
                  </a:lnTo>
                  <a:lnTo>
                    <a:pt x="687276" y="15271"/>
                  </a:lnTo>
                  <a:lnTo>
                    <a:pt x="686804" y="15561"/>
                  </a:lnTo>
                  <a:lnTo>
                    <a:pt x="685480" y="16141"/>
                  </a:lnTo>
                  <a:lnTo>
                    <a:pt x="684630" y="16141"/>
                  </a:lnTo>
                  <a:lnTo>
                    <a:pt x="683590" y="16044"/>
                  </a:lnTo>
                  <a:lnTo>
                    <a:pt x="682834" y="15561"/>
                  </a:lnTo>
                  <a:lnTo>
                    <a:pt x="681794" y="14981"/>
                  </a:lnTo>
                  <a:lnTo>
                    <a:pt x="680943" y="14594"/>
                  </a:lnTo>
                  <a:lnTo>
                    <a:pt x="680754" y="14594"/>
                  </a:lnTo>
                  <a:lnTo>
                    <a:pt x="680187" y="14691"/>
                  </a:lnTo>
                  <a:lnTo>
                    <a:pt x="678391" y="15368"/>
                  </a:lnTo>
                  <a:lnTo>
                    <a:pt x="677257" y="15948"/>
                  </a:lnTo>
                  <a:lnTo>
                    <a:pt x="675555" y="16238"/>
                  </a:lnTo>
                  <a:lnTo>
                    <a:pt x="674705" y="16238"/>
                  </a:lnTo>
                  <a:lnTo>
                    <a:pt x="674137" y="16141"/>
                  </a:lnTo>
                  <a:lnTo>
                    <a:pt x="673098" y="15851"/>
                  </a:lnTo>
                  <a:lnTo>
                    <a:pt x="671113" y="15078"/>
                  </a:lnTo>
                  <a:lnTo>
                    <a:pt x="670073" y="14884"/>
                  </a:lnTo>
                  <a:lnTo>
                    <a:pt x="664213" y="15174"/>
                  </a:lnTo>
                  <a:lnTo>
                    <a:pt x="662700" y="15464"/>
                  </a:lnTo>
                  <a:lnTo>
                    <a:pt x="661755" y="15948"/>
                  </a:lnTo>
                  <a:lnTo>
                    <a:pt x="661188" y="16334"/>
                  </a:lnTo>
                  <a:lnTo>
                    <a:pt x="660054" y="16817"/>
                  </a:lnTo>
                  <a:lnTo>
                    <a:pt x="658825" y="17301"/>
                  </a:lnTo>
                  <a:lnTo>
                    <a:pt x="657596" y="17397"/>
                  </a:lnTo>
                  <a:lnTo>
                    <a:pt x="656840" y="17397"/>
                  </a:lnTo>
                  <a:lnTo>
                    <a:pt x="655044" y="17107"/>
                  </a:lnTo>
                  <a:lnTo>
                    <a:pt x="653626" y="16721"/>
                  </a:lnTo>
                  <a:lnTo>
                    <a:pt x="651830" y="16817"/>
                  </a:lnTo>
                  <a:lnTo>
                    <a:pt x="649940" y="17204"/>
                  </a:lnTo>
                  <a:lnTo>
                    <a:pt x="648994" y="17301"/>
                  </a:lnTo>
                  <a:lnTo>
                    <a:pt x="648427" y="17301"/>
                  </a:lnTo>
                  <a:lnTo>
                    <a:pt x="646631" y="17881"/>
                  </a:lnTo>
                  <a:lnTo>
                    <a:pt x="644930" y="18654"/>
                  </a:lnTo>
                  <a:lnTo>
                    <a:pt x="639542" y="20200"/>
                  </a:lnTo>
                  <a:lnTo>
                    <a:pt x="637179" y="20297"/>
                  </a:lnTo>
                  <a:lnTo>
                    <a:pt x="635572" y="20297"/>
                  </a:lnTo>
                  <a:lnTo>
                    <a:pt x="634249" y="20490"/>
                  </a:lnTo>
                  <a:lnTo>
                    <a:pt x="633020" y="20587"/>
                  </a:lnTo>
                  <a:lnTo>
                    <a:pt x="632453" y="20780"/>
                  </a:lnTo>
                  <a:lnTo>
                    <a:pt x="631602" y="20877"/>
                  </a:lnTo>
                  <a:lnTo>
                    <a:pt x="630562" y="21070"/>
                  </a:lnTo>
                  <a:lnTo>
                    <a:pt x="628955" y="21457"/>
                  </a:lnTo>
                  <a:lnTo>
                    <a:pt x="628294" y="21554"/>
                  </a:lnTo>
                  <a:lnTo>
                    <a:pt x="628010" y="21650"/>
                  </a:lnTo>
                  <a:lnTo>
                    <a:pt x="627538" y="21844"/>
                  </a:lnTo>
                  <a:lnTo>
                    <a:pt x="626970" y="22037"/>
                  </a:lnTo>
                  <a:lnTo>
                    <a:pt x="626025" y="22230"/>
                  </a:lnTo>
                  <a:lnTo>
                    <a:pt x="625364" y="22230"/>
                  </a:lnTo>
                  <a:lnTo>
                    <a:pt x="624513" y="22617"/>
                  </a:lnTo>
                  <a:lnTo>
                    <a:pt x="623568" y="23100"/>
                  </a:lnTo>
                  <a:lnTo>
                    <a:pt x="623190" y="23293"/>
                  </a:lnTo>
                  <a:lnTo>
                    <a:pt x="622717" y="23680"/>
                  </a:lnTo>
                  <a:lnTo>
                    <a:pt x="621299" y="24840"/>
                  </a:lnTo>
                  <a:lnTo>
                    <a:pt x="620921" y="25033"/>
                  </a:lnTo>
                  <a:lnTo>
                    <a:pt x="620070" y="25420"/>
                  </a:lnTo>
                  <a:lnTo>
                    <a:pt x="619409" y="25710"/>
                  </a:lnTo>
                  <a:lnTo>
                    <a:pt x="618463" y="26290"/>
                  </a:lnTo>
                  <a:lnTo>
                    <a:pt x="616289" y="28029"/>
                  </a:lnTo>
                  <a:lnTo>
                    <a:pt x="614399" y="28609"/>
                  </a:lnTo>
                  <a:lnTo>
                    <a:pt x="610996" y="28319"/>
                  </a:lnTo>
                  <a:lnTo>
                    <a:pt x="608539" y="28319"/>
                  </a:lnTo>
                  <a:lnTo>
                    <a:pt x="605703" y="29093"/>
                  </a:lnTo>
                  <a:lnTo>
                    <a:pt x="603529" y="30736"/>
                  </a:lnTo>
                  <a:lnTo>
                    <a:pt x="601260" y="31026"/>
                  </a:lnTo>
                  <a:lnTo>
                    <a:pt x="599559" y="31606"/>
                  </a:lnTo>
                  <a:lnTo>
                    <a:pt x="597763" y="31702"/>
                  </a:lnTo>
                  <a:lnTo>
                    <a:pt x="596251" y="31799"/>
                  </a:lnTo>
                  <a:lnTo>
                    <a:pt x="595589" y="31122"/>
                  </a:lnTo>
                  <a:lnTo>
                    <a:pt x="594076" y="30349"/>
                  </a:lnTo>
                  <a:lnTo>
                    <a:pt x="591902" y="31316"/>
                  </a:lnTo>
                  <a:lnTo>
                    <a:pt x="589917" y="32379"/>
                  </a:lnTo>
                  <a:lnTo>
                    <a:pt x="587649" y="31992"/>
                  </a:lnTo>
                  <a:lnTo>
                    <a:pt x="586326" y="31122"/>
                  </a:lnTo>
                  <a:lnTo>
                    <a:pt x="585191" y="30543"/>
                  </a:lnTo>
                  <a:lnTo>
                    <a:pt x="582356" y="30639"/>
                  </a:lnTo>
                  <a:lnTo>
                    <a:pt x="578858" y="31606"/>
                  </a:lnTo>
                  <a:lnTo>
                    <a:pt x="577346" y="31992"/>
                  </a:lnTo>
                  <a:lnTo>
                    <a:pt x="573849" y="32572"/>
                  </a:lnTo>
                  <a:lnTo>
                    <a:pt x="573187" y="34312"/>
                  </a:lnTo>
                  <a:lnTo>
                    <a:pt x="572147" y="34699"/>
                  </a:lnTo>
                  <a:lnTo>
                    <a:pt x="571485" y="34795"/>
                  </a:lnTo>
                  <a:lnTo>
                    <a:pt x="570446" y="34795"/>
                  </a:lnTo>
                  <a:lnTo>
                    <a:pt x="569690" y="34795"/>
                  </a:lnTo>
                  <a:lnTo>
                    <a:pt x="569122" y="34699"/>
                  </a:lnTo>
                  <a:lnTo>
                    <a:pt x="567705" y="34989"/>
                  </a:lnTo>
                  <a:lnTo>
                    <a:pt x="566854" y="35279"/>
                  </a:lnTo>
                  <a:lnTo>
                    <a:pt x="566192" y="35569"/>
                  </a:lnTo>
                  <a:lnTo>
                    <a:pt x="565436" y="35859"/>
                  </a:lnTo>
                  <a:lnTo>
                    <a:pt x="564963" y="36535"/>
                  </a:lnTo>
                  <a:lnTo>
                    <a:pt x="564113" y="37212"/>
                  </a:lnTo>
                  <a:lnTo>
                    <a:pt x="563357" y="37888"/>
                  </a:lnTo>
                  <a:lnTo>
                    <a:pt x="562222" y="38855"/>
                  </a:lnTo>
                  <a:lnTo>
                    <a:pt x="562600" y="40305"/>
                  </a:lnTo>
                  <a:lnTo>
                    <a:pt x="563073" y="41175"/>
                  </a:lnTo>
                  <a:lnTo>
                    <a:pt x="563167" y="41851"/>
                  </a:lnTo>
                  <a:lnTo>
                    <a:pt x="563073" y="42528"/>
                  </a:lnTo>
                  <a:lnTo>
                    <a:pt x="562789" y="43591"/>
                  </a:lnTo>
                  <a:lnTo>
                    <a:pt x="561844" y="44268"/>
                  </a:lnTo>
                  <a:lnTo>
                    <a:pt x="560993" y="44944"/>
                  </a:lnTo>
                  <a:lnTo>
                    <a:pt x="560143" y="46877"/>
                  </a:lnTo>
                  <a:lnTo>
                    <a:pt x="559765" y="47747"/>
                  </a:lnTo>
                  <a:lnTo>
                    <a:pt x="558819" y="51613"/>
                  </a:lnTo>
                  <a:lnTo>
                    <a:pt x="557591" y="52966"/>
                  </a:lnTo>
                  <a:lnTo>
                    <a:pt x="555795" y="55286"/>
                  </a:lnTo>
                  <a:lnTo>
                    <a:pt x="554755" y="55769"/>
                  </a:lnTo>
                  <a:lnTo>
                    <a:pt x="553243" y="56543"/>
                  </a:lnTo>
                  <a:lnTo>
                    <a:pt x="551258" y="60312"/>
                  </a:lnTo>
                  <a:lnTo>
                    <a:pt x="550785" y="61182"/>
                  </a:lnTo>
                  <a:lnTo>
                    <a:pt x="550312" y="61762"/>
                  </a:lnTo>
                  <a:lnTo>
                    <a:pt x="549556" y="62632"/>
                  </a:lnTo>
                  <a:lnTo>
                    <a:pt x="548895" y="63405"/>
                  </a:lnTo>
                  <a:lnTo>
                    <a:pt x="548233" y="63889"/>
                  </a:lnTo>
                  <a:lnTo>
                    <a:pt x="545870" y="66788"/>
                  </a:lnTo>
                  <a:lnTo>
                    <a:pt x="545303" y="67465"/>
                  </a:lnTo>
                  <a:lnTo>
                    <a:pt x="543223" y="70461"/>
                  </a:lnTo>
                  <a:lnTo>
                    <a:pt x="542372" y="72298"/>
                  </a:lnTo>
                  <a:lnTo>
                    <a:pt x="541805" y="73167"/>
                  </a:lnTo>
                  <a:lnTo>
                    <a:pt x="540955" y="74714"/>
                  </a:lnTo>
                  <a:lnTo>
                    <a:pt x="540198" y="76067"/>
                  </a:lnTo>
                  <a:lnTo>
                    <a:pt x="539537" y="77420"/>
                  </a:lnTo>
                  <a:lnTo>
                    <a:pt x="538875" y="79063"/>
                  </a:lnTo>
                  <a:lnTo>
                    <a:pt x="538591" y="79740"/>
                  </a:lnTo>
                  <a:lnTo>
                    <a:pt x="538119" y="80610"/>
                  </a:lnTo>
                  <a:lnTo>
                    <a:pt x="531691" y="81673"/>
                  </a:lnTo>
                  <a:lnTo>
                    <a:pt x="502956" y="86313"/>
                  </a:lnTo>
                  <a:lnTo>
                    <a:pt x="497285" y="87182"/>
                  </a:lnTo>
                  <a:lnTo>
                    <a:pt x="483674" y="90759"/>
                  </a:lnTo>
                  <a:lnTo>
                    <a:pt x="483107" y="90952"/>
                  </a:lnTo>
                  <a:lnTo>
                    <a:pt x="475261" y="94142"/>
                  </a:lnTo>
                  <a:lnTo>
                    <a:pt x="467416" y="99071"/>
                  </a:lnTo>
                  <a:lnTo>
                    <a:pt x="465525" y="100231"/>
                  </a:lnTo>
                  <a:lnTo>
                    <a:pt x="463446" y="101681"/>
                  </a:lnTo>
                  <a:lnTo>
                    <a:pt x="461177" y="103227"/>
                  </a:lnTo>
                  <a:lnTo>
                    <a:pt x="460799" y="103517"/>
                  </a:lnTo>
                  <a:lnTo>
                    <a:pt x="459948" y="104097"/>
                  </a:lnTo>
                  <a:lnTo>
                    <a:pt x="459570" y="104387"/>
                  </a:lnTo>
                  <a:lnTo>
                    <a:pt x="458152" y="105450"/>
                  </a:lnTo>
                  <a:lnTo>
                    <a:pt x="455411" y="107480"/>
                  </a:lnTo>
                  <a:lnTo>
                    <a:pt x="452576" y="109510"/>
                  </a:lnTo>
                  <a:lnTo>
                    <a:pt x="449173" y="112119"/>
                  </a:lnTo>
                  <a:lnTo>
                    <a:pt x="448606" y="112603"/>
                  </a:lnTo>
                  <a:lnTo>
                    <a:pt x="447282" y="113763"/>
                  </a:lnTo>
                  <a:lnTo>
                    <a:pt x="442178" y="118209"/>
                  </a:lnTo>
                  <a:lnTo>
                    <a:pt x="438681" y="121012"/>
                  </a:lnTo>
                  <a:lnTo>
                    <a:pt x="423368" y="132997"/>
                  </a:lnTo>
                  <a:lnTo>
                    <a:pt x="417697" y="137540"/>
                  </a:lnTo>
                  <a:lnTo>
                    <a:pt x="416373" y="138506"/>
                  </a:lnTo>
                  <a:lnTo>
                    <a:pt x="412687" y="141406"/>
                  </a:lnTo>
                  <a:lnTo>
                    <a:pt x="412498" y="141503"/>
                  </a:lnTo>
                  <a:lnTo>
                    <a:pt x="395767" y="154648"/>
                  </a:lnTo>
                  <a:lnTo>
                    <a:pt x="389151" y="159867"/>
                  </a:lnTo>
                  <a:lnTo>
                    <a:pt x="383479" y="164313"/>
                  </a:lnTo>
                  <a:lnTo>
                    <a:pt x="377808" y="168759"/>
                  </a:lnTo>
                  <a:lnTo>
                    <a:pt x="377524" y="168953"/>
                  </a:lnTo>
                  <a:lnTo>
                    <a:pt x="372137" y="173205"/>
                  </a:lnTo>
                  <a:lnTo>
                    <a:pt x="370246" y="174655"/>
                  </a:lnTo>
                  <a:lnTo>
                    <a:pt x="364953" y="178038"/>
                  </a:lnTo>
                  <a:lnTo>
                    <a:pt x="363062" y="179295"/>
                  </a:lnTo>
                  <a:lnTo>
                    <a:pt x="360605" y="180745"/>
                  </a:lnTo>
                  <a:lnTo>
                    <a:pt x="358336" y="181904"/>
                  </a:lnTo>
                  <a:lnTo>
                    <a:pt x="353988" y="183644"/>
                  </a:lnTo>
                  <a:lnTo>
                    <a:pt x="351625" y="184514"/>
                  </a:lnTo>
                  <a:lnTo>
                    <a:pt x="348600" y="185287"/>
                  </a:lnTo>
                  <a:lnTo>
                    <a:pt x="344630" y="186061"/>
                  </a:lnTo>
                  <a:lnTo>
                    <a:pt x="340188" y="186447"/>
                  </a:lnTo>
                  <a:lnTo>
                    <a:pt x="336407" y="186447"/>
                  </a:lnTo>
                  <a:lnTo>
                    <a:pt x="333004" y="186544"/>
                  </a:lnTo>
                  <a:lnTo>
                    <a:pt x="328372" y="186447"/>
                  </a:lnTo>
                  <a:lnTo>
                    <a:pt x="315139" y="186544"/>
                  </a:lnTo>
                  <a:lnTo>
                    <a:pt x="314761" y="186544"/>
                  </a:lnTo>
                  <a:lnTo>
                    <a:pt x="294155" y="186061"/>
                  </a:lnTo>
                  <a:lnTo>
                    <a:pt x="291036" y="185867"/>
                  </a:lnTo>
                  <a:lnTo>
                    <a:pt x="288200" y="185481"/>
                  </a:lnTo>
                  <a:lnTo>
                    <a:pt x="287633" y="185384"/>
                  </a:lnTo>
                  <a:lnTo>
                    <a:pt x="285837" y="185094"/>
                  </a:lnTo>
                  <a:lnTo>
                    <a:pt x="281016" y="184321"/>
                  </a:lnTo>
                  <a:lnTo>
                    <a:pt x="276763" y="183258"/>
                  </a:lnTo>
                  <a:lnTo>
                    <a:pt x="272793" y="181904"/>
                  </a:lnTo>
                  <a:lnTo>
                    <a:pt x="269485" y="180551"/>
                  </a:lnTo>
                  <a:lnTo>
                    <a:pt x="268539" y="180165"/>
                  </a:lnTo>
                  <a:lnTo>
                    <a:pt x="262773" y="176878"/>
                  </a:lnTo>
                  <a:lnTo>
                    <a:pt x="257197" y="180938"/>
                  </a:lnTo>
                  <a:lnTo>
                    <a:pt x="255873" y="181904"/>
                  </a:lnTo>
                  <a:lnTo>
                    <a:pt x="249635" y="180745"/>
                  </a:lnTo>
                  <a:lnTo>
                    <a:pt x="245854" y="180068"/>
                  </a:lnTo>
                  <a:lnTo>
                    <a:pt x="242073" y="179585"/>
                  </a:lnTo>
                  <a:lnTo>
                    <a:pt x="236307" y="179005"/>
                  </a:lnTo>
                  <a:lnTo>
                    <a:pt x="232337" y="178521"/>
                  </a:lnTo>
                  <a:lnTo>
                    <a:pt x="231770" y="178425"/>
                  </a:lnTo>
                  <a:lnTo>
                    <a:pt x="228462" y="178231"/>
                  </a:lnTo>
                  <a:lnTo>
                    <a:pt x="230352" y="183548"/>
                  </a:lnTo>
                  <a:lnTo>
                    <a:pt x="231864" y="186737"/>
                  </a:lnTo>
                  <a:lnTo>
                    <a:pt x="232337" y="187897"/>
                  </a:lnTo>
                  <a:lnTo>
                    <a:pt x="233755" y="190410"/>
                  </a:lnTo>
                  <a:lnTo>
                    <a:pt x="236969" y="196403"/>
                  </a:lnTo>
                  <a:lnTo>
                    <a:pt x="241317" y="202492"/>
                  </a:lnTo>
                  <a:lnTo>
                    <a:pt x="244530" y="206841"/>
                  </a:lnTo>
                  <a:lnTo>
                    <a:pt x="245098" y="207615"/>
                  </a:lnTo>
                  <a:lnTo>
                    <a:pt x="248595" y="210998"/>
                  </a:lnTo>
                  <a:lnTo>
                    <a:pt x="251242" y="213704"/>
                  </a:lnTo>
                  <a:lnTo>
                    <a:pt x="251525" y="213897"/>
                  </a:lnTo>
                  <a:lnTo>
                    <a:pt x="251809" y="214187"/>
                  </a:lnTo>
                  <a:lnTo>
                    <a:pt x="254644" y="216990"/>
                  </a:lnTo>
                  <a:lnTo>
                    <a:pt x="257575" y="219793"/>
                  </a:lnTo>
                  <a:lnTo>
                    <a:pt x="259087" y="221243"/>
                  </a:lnTo>
                  <a:lnTo>
                    <a:pt x="259654" y="221726"/>
                  </a:lnTo>
                  <a:lnTo>
                    <a:pt x="260221" y="222210"/>
                  </a:lnTo>
                  <a:lnTo>
                    <a:pt x="261923" y="223853"/>
                  </a:lnTo>
                  <a:lnTo>
                    <a:pt x="260977" y="225786"/>
                  </a:lnTo>
                  <a:lnTo>
                    <a:pt x="259371" y="228975"/>
                  </a:lnTo>
                  <a:lnTo>
                    <a:pt x="259182" y="229459"/>
                  </a:lnTo>
                  <a:lnTo>
                    <a:pt x="256346" y="236901"/>
                  </a:lnTo>
                  <a:lnTo>
                    <a:pt x="255873" y="237964"/>
                  </a:lnTo>
                  <a:lnTo>
                    <a:pt x="255684" y="238641"/>
                  </a:lnTo>
                  <a:lnTo>
                    <a:pt x="254739" y="240961"/>
                  </a:lnTo>
                  <a:lnTo>
                    <a:pt x="254739" y="241154"/>
                  </a:lnTo>
                  <a:lnTo>
                    <a:pt x="253983" y="242990"/>
                  </a:lnTo>
                  <a:lnTo>
                    <a:pt x="251998" y="247920"/>
                  </a:lnTo>
                  <a:lnTo>
                    <a:pt x="250296" y="251689"/>
                  </a:lnTo>
                  <a:lnTo>
                    <a:pt x="249824" y="252753"/>
                  </a:lnTo>
                  <a:lnTo>
                    <a:pt x="249257" y="253912"/>
                  </a:lnTo>
                  <a:lnTo>
                    <a:pt x="246894" y="254299"/>
                  </a:lnTo>
                  <a:lnTo>
                    <a:pt x="245854" y="254299"/>
                  </a:lnTo>
                  <a:lnTo>
                    <a:pt x="244341" y="254686"/>
                  </a:lnTo>
                  <a:lnTo>
                    <a:pt x="243963" y="254589"/>
                  </a:lnTo>
                  <a:lnTo>
                    <a:pt x="243680" y="254589"/>
                  </a:lnTo>
                  <a:lnTo>
                    <a:pt x="243207" y="254879"/>
                  </a:lnTo>
                  <a:lnTo>
                    <a:pt x="242356" y="254976"/>
                  </a:lnTo>
                  <a:lnTo>
                    <a:pt x="240182" y="254299"/>
                  </a:lnTo>
                  <a:lnTo>
                    <a:pt x="239993" y="254299"/>
                  </a:lnTo>
                  <a:lnTo>
                    <a:pt x="239993" y="254686"/>
                  </a:lnTo>
                  <a:lnTo>
                    <a:pt x="239804" y="255362"/>
                  </a:lnTo>
                  <a:lnTo>
                    <a:pt x="239615" y="255652"/>
                  </a:lnTo>
                  <a:lnTo>
                    <a:pt x="239426" y="255846"/>
                  </a:lnTo>
                  <a:lnTo>
                    <a:pt x="238859" y="256232"/>
                  </a:lnTo>
                  <a:lnTo>
                    <a:pt x="238670" y="256522"/>
                  </a:lnTo>
                  <a:lnTo>
                    <a:pt x="238386" y="256909"/>
                  </a:lnTo>
                  <a:lnTo>
                    <a:pt x="238103" y="257199"/>
                  </a:lnTo>
                  <a:lnTo>
                    <a:pt x="236874" y="258745"/>
                  </a:lnTo>
                  <a:lnTo>
                    <a:pt x="236023" y="258745"/>
                  </a:lnTo>
                  <a:lnTo>
                    <a:pt x="235267" y="258745"/>
                  </a:lnTo>
                  <a:lnTo>
                    <a:pt x="230352" y="260195"/>
                  </a:lnTo>
                  <a:lnTo>
                    <a:pt x="222790" y="262515"/>
                  </a:lnTo>
                  <a:lnTo>
                    <a:pt x="220049" y="266961"/>
                  </a:lnTo>
                  <a:lnTo>
                    <a:pt x="214000" y="275756"/>
                  </a:lnTo>
                  <a:lnTo>
                    <a:pt x="212771" y="277303"/>
                  </a:lnTo>
                  <a:lnTo>
                    <a:pt x="210691" y="282619"/>
                  </a:lnTo>
                  <a:lnTo>
                    <a:pt x="208234" y="287548"/>
                  </a:lnTo>
                  <a:lnTo>
                    <a:pt x="206532" y="289965"/>
                  </a:lnTo>
                  <a:lnTo>
                    <a:pt x="204264" y="294411"/>
                  </a:lnTo>
                  <a:lnTo>
                    <a:pt x="203318" y="297311"/>
                  </a:lnTo>
                  <a:lnTo>
                    <a:pt x="203980" y="300500"/>
                  </a:lnTo>
                  <a:lnTo>
                    <a:pt x="206343" y="303400"/>
                  </a:lnTo>
                  <a:lnTo>
                    <a:pt x="210124" y="305623"/>
                  </a:lnTo>
                  <a:lnTo>
                    <a:pt x="211731" y="307266"/>
                  </a:lnTo>
                  <a:lnTo>
                    <a:pt x="213338" y="309779"/>
                  </a:lnTo>
                  <a:lnTo>
                    <a:pt x="217875" y="312775"/>
                  </a:lnTo>
                  <a:lnTo>
                    <a:pt x="220049" y="315482"/>
                  </a:lnTo>
                  <a:lnTo>
                    <a:pt x="221183" y="318091"/>
                  </a:lnTo>
                  <a:lnTo>
                    <a:pt x="222885" y="320894"/>
                  </a:lnTo>
                  <a:lnTo>
                    <a:pt x="227894" y="323987"/>
                  </a:lnTo>
                  <a:lnTo>
                    <a:pt x="231486" y="326017"/>
                  </a:lnTo>
                  <a:lnTo>
                    <a:pt x="232999" y="327950"/>
                  </a:lnTo>
                  <a:lnTo>
                    <a:pt x="234038" y="331140"/>
                  </a:lnTo>
                  <a:lnTo>
                    <a:pt x="236969" y="332976"/>
                  </a:lnTo>
                  <a:lnTo>
                    <a:pt x="239710" y="334619"/>
                  </a:lnTo>
                  <a:lnTo>
                    <a:pt x="241506" y="337229"/>
                  </a:lnTo>
                  <a:lnTo>
                    <a:pt x="243963" y="338872"/>
                  </a:lnTo>
                  <a:lnTo>
                    <a:pt x="247461" y="339935"/>
                  </a:lnTo>
                  <a:lnTo>
                    <a:pt x="256535" y="337809"/>
                  </a:lnTo>
                  <a:lnTo>
                    <a:pt x="267972" y="338002"/>
                  </a:lnTo>
                  <a:lnTo>
                    <a:pt x="275061" y="335393"/>
                  </a:lnTo>
                  <a:lnTo>
                    <a:pt x="280071" y="332880"/>
                  </a:lnTo>
                  <a:lnTo>
                    <a:pt x="281867" y="330657"/>
                  </a:lnTo>
                  <a:lnTo>
                    <a:pt x="297369" y="329690"/>
                  </a:lnTo>
                  <a:lnTo>
                    <a:pt x="324402" y="328047"/>
                  </a:lnTo>
                  <a:lnTo>
                    <a:pt x="344347" y="319155"/>
                  </a:lnTo>
                  <a:lnTo>
                    <a:pt x="349829" y="316738"/>
                  </a:lnTo>
                  <a:lnTo>
                    <a:pt x="356068" y="331623"/>
                  </a:lnTo>
                  <a:lnTo>
                    <a:pt x="363913" y="349891"/>
                  </a:lnTo>
                  <a:lnTo>
                    <a:pt x="367032" y="357237"/>
                  </a:lnTo>
                  <a:lnTo>
                    <a:pt x="368167" y="360040"/>
                  </a:lnTo>
                  <a:lnTo>
                    <a:pt x="368545" y="360813"/>
                  </a:lnTo>
                  <a:lnTo>
                    <a:pt x="344914" y="371928"/>
                  </a:lnTo>
                  <a:lnTo>
                    <a:pt x="321000" y="382560"/>
                  </a:lnTo>
                  <a:lnTo>
                    <a:pt x="305025" y="393482"/>
                  </a:lnTo>
                  <a:lnTo>
                    <a:pt x="292359" y="402471"/>
                  </a:lnTo>
                  <a:lnTo>
                    <a:pt x="291414" y="403051"/>
                  </a:lnTo>
                  <a:lnTo>
                    <a:pt x="289240" y="404404"/>
                  </a:lnTo>
                  <a:lnTo>
                    <a:pt x="288862" y="404598"/>
                  </a:lnTo>
                  <a:lnTo>
                    <a:pt x="288200" y="404888"/>
                  </a:lnTo>
                  <a:lnTo>
                    <a:pt x="288011" y="404404"/>
                  </a:lnTo>
                  <a:lnTo>
                    <a:pt x="287727" y="404114"/>
                  </a:lnTo>
                  <a:lnTo>
                    <a:pt x="287444" y="403631"/>
                  </a:lnTo>
                  <a:lnTo>
                    <a:pt x="286877" y="403148"/>
                  </a:lnTo>
                  <a:lnTo>
                    <a:pt x="286688" y="402955"/>
                  </a:lnTo>
                  <a:lnTo>
                    <a:pt x="286404" y="402665"/>
                  </a:lnTo>
                  <a:lnTo>
                    <a:pt x="286215" y="402665"/>
                  </a:lnTo>
                  <a:lnTo>
                    <a:pt x="286026" y="402568"/>
                  </a:lnTo>
                  <a:lnTo>
                    <a:pt x="285364" y="402085"/>
                  </a:lnTo>
                  <a:lnTo>
                    <a:pt x="285081" y="401698"/>
                  </a:lnTo>
                  <a:lnTo>
                    <a:pt x="284514" y="401215"/>
                  </a:lnTo>
                  <a:lnTo>
                    <a:pt x="283852" y="400635"/>
                  </a:lnTo>
                  <a:lnTo>
                    <a:pt x="282907" y="399765"/>
                  </a:lnTo>
                  <a:lnTo>
                    <a:pt x="282623" y="399282"/>
                  </a:lnTo>
                  <a:lnTo>
                    <a:pt x="282434" y="399088"/>
                  </a:lnTo>
                  <a:lnTo>
                    <a:pt x="281962" y="398798"/>
                  </a:lnTo>
                  <a:lnTo>
                    <a:pt x="281678" y="398605"/>
                  </a:lnTo>
                  <a:lnTo>
                    <a:pt x="281394" y="398315"/>
                  </a:lnTo>
                  <a:lnTo>
                    <a:pt x="281111" y="398218"/>
                  </a:lnTo>
                  <a:lnTo>
                    <a:pt x="281205" y="397735"/>
                  </a:lnTo>
                  <a:lnTo>
                    <a:pt x="281300" y="397252"/>
                  </a:lnTo>
                  <a:lnTo>
                    <a:pt x="281300" y="396962"/>
                  </a:lnTo>
                  <a:lnTo>
                    <a:pt x="281394" y="396479"/>
                  </a:lnTo>
                  <a:lnTo>
                    <a:pt x="281394" y="396092"/>
                  </a:lnTo>
                  <a:lnTo>
                    <a:pt x="281300" y="395512"/>
                  </a:lnTo>
                  <a:lnTo>
                    <a:pt x="281205" y="394836"/>
                  </a:lnTo>
                  <a:lnTo>
                    <a:pt x="281300" y="393869"/>
                  </a:lnTo>
                  <a:lnTo>
                    <a:pt x="281489" y="393096"/>
                  </a:lnTo>
                  <a:lnTo>
                    <a:pt x="281678" y="392419"/>
                  </a:lnTo>
                  <a:lnTo>
                    <a:pt x="281773" y="392033"/>
                  </a:lnTo>
                  <a:lnTo>
                    <a:pt x="281773" y="391259"/>
                  </a:lnTo>
                  <a:lnTo>
                    <a:pt x="281867" y="390873"/>
                  </a:lnTo>
                  <a:lnTo>
                    <a:pt x="282434" y="390099"/>
                  </a:lnTo>
                  <a:lnTo>
                    <a:pt x="282718" y="389520"/>
                  </a:lnTo>
                  <a:lnTo>
                    <a:pt x="282812" y="389230"/>
                  </a:lnTo>
                  <a:lnTo>
                    <a:pt x="282812" y="387780"/>
                  </a:lnTo>
                  <a:lnTo>
                    <a:pt x="282718" y="386620"/>
                  </a:lnTo>
                  <a:lnTo>
                    <a:pt x="282623" y="385847"/>
                  </a:lnTo>
                  <a:lnTo>
                    <a:pt x="282718" y="385073"/>
                  </a:lnTo>
                  <a:lnTo>
                    <a:pt x="282907" y="384493"/>
                  </a:lnTo>
                  <a:lnTo>
                    <a:pt x="282529" y="383237"/>
                  </a:lnTo>
                  <a:lnTo>
                    <a:pt x="281962" y="381014"/>
                  </a:lnTo>
                  <a:lnTo>
                    <a:pt x="282907" y="380627"/>
                  </a:lnTo>
                  <a:lnTo>
                    <a:pt x="283663" y="380241"/>
                  </a:lnTo>
                  <a:lnTo>
                    <a:pt x="283663" y="380047"/>
                  </a:lnTo>
                  <a:lnTo>
                    <a:pt x="283568" y="379854"/>
                  </a:lnTo>
                  <a:lnTo>
                    <a:pt x="283285" y="378018"/>
                  </a:lnTo>
                  <a:lnTo>
                    <a:pt x="283096" y="377728"/>
                  </a:lnTo>
                  <a:lnTo>
                    <a:pt x="282812" y="377244"/>
                  </a:lnTo>
                  <a:lnTo>
                    <a:pt x="281489" y="376858"/>
                  </a:lnTo>
                  <a:lnTo>
                    <a:pt x="280922" y="376278"/>
                  </a:lnTo>
                  <a:lnTo>
                    <a:pt x="278559" y="374925"/>
                  </a:lnTo>
                  <a:lnTo>
                    <a:pt x="273360" y="373765"/>
                  </a:lnTo>
                  <a:lnTo>
                    <a:pt x="260883" y="373088"/>
                  </a:lnTo>
                  <a:lnTo>
                    <a:pt x="248311" y="373088"/>
                  </a:lnTo>
                  <a:lnTo>
                    <a:pt x="238576" y="371832"/>
                  </a:lnTo>
                  <a:lnTo>
                    <a:pt x="231392" y="369029"/>
                  </a:lnTo>
                  <a:lnTo>
                    <a:pt x="221750" y="363713"/>
                  </a:lnTo>
                  <a:lnTo>
                    <a:pt x="208328" y="350761"/>
                  </a:lnTo>
                  <a:lnTo>
                    <a:pt x="197742" y="343898"/>
                  </a:lnTo>
                  <a:lnTo>
                    <a:pt x="186493" y="342159"/>
                  </a:lnTo>
                  <a:lnTo>
                    <a:pt x="177892" y="343415"/>
                  </a:lnTo>
                  <a:lnTo>
                    <a:pt x="173260" y="346701"/>
                  </a:lnTo>
                  <a:lnTo>
                    <a:pt x="172598" y="347088"/>
                  </a:lnTo>
                  <a:lnTo>
                    <a:pt x="169763" y="351824"/>
                  </a:lnTo>
                  <a:lnTo>
                    <a:pt x="168912" y="352597"/>
                  </a:lnTo>
                  <a:lnTo>
                    <a:pt x="167683" y="352887"/>
                  </a:lnTo>
                  <a:lnTo>
                    <a:pt x="166644" y="353274"/>
                  </a:lnTo>
                  <a:lnTo>
                    <a:pt x="165982" y="353854"/>
                  </a:lnTo>
                  <a:lnTo>
                    <a:pt x="165793" y="354047"/>
                  </a:lnTo>
                  <a:lnTo>
                    <a:pt x="165509" y="354530"/>
                  </a:lnTo>
                  <a:lnTo>
                    <a:pt x="165320" y="354724"/>
                  </a:lnTo>
                  <a:lnTo>
                    <a:pt x="165131" y="355497"/>
                  </a:lnTo>
                  <a:lnTo>
                    <a:pt x="165037" y="355690"/>
                  </a:lnTo>
                  <a:lnTo>
                    <a:pt x="164942" y="355884"/>
                  </a:lnTo>
                  <a:lnTo>
                    <a:pt x="164753" y="356850"/>
                  </a:lnTo>
                  <a:lnTo>
                    <a:pt x="164659" y="357140"/>
                  </a:lnTo>
                  <a:lnTo>
                    <a:pt x="164280" y="357817"/>
                  </a:lnTo>
                  <a:lnTo>
                    <a:pt x="163902" y="358397"/>
                  </a:lnTo>
                  <a:lnTo>
                    <a:pt x="163808" y="358783"/>
                  </a:lnTo>
                  <a:lnTo>
                    <a:pt x="163430" y="359653"/>
                  </a:lnTo>
                  <a:lnTo>
                    <a:pt x="163241" y="360233"/>
                  </a:lnTo>
                  <a:lnTo>
                    <a:pt x="163052" y="360716"/>
                  </a:lnTo>
                  <a:lnTo>
                    <a:pt x="162957" y="361103"/>
                  </a:lnTo>
                  <a:lnTo>
                    <a:pt x="162768" y="362166"/>
                  </a:lnTo>
                  <a:lnTo>
                    <a:pt x="162390" y="363519"/>
                  </a:lnTo>
                  <a:lnTo>
                    <a:pt x="162295" y="363809"/>
                  </a:lnTo>
                  <a:lnTo>
                    <a:pt x="162201" y="364003"/>
                  </a:lnTo>
                  <a:lnTo>
                    <a:pt x="161823" y="364293"/>
                  </a:lnTo>
                  <a:lnTo>
                    <a:pt x="161539" y="364679"/>
                  </a:lnTo>
                  <a:lnTo>
                    <a:pt x="159838" y="365356"/>
                  </a:lnTo>
                  <a:lnTo>
                    <a:pt x="159554" y="365452"/>
                  </a:lnTo>
                  <a:lnTo>
                    <a:pt x="156908" y="366129"/>
                  </a:lnTo>
                  <a:lnTo>
                    <a:pt x="155773" y="366322"/>
                  </a:lnTo>
                  <a:lnTo>
                    <a:pt x="153977" y="366516"/>
                  </a:lnTo>
                  <a:lnTo>
                    <a:pt x="153788" y="366709"/>
                  </a:lnTo>
                  <a:lnTo>
                    <a:pt x="151803" y="367869"/>
                  </a:lnTo>
                  <a:lnTo>
                    <a:pt x="149818" y="369705"/>
                  </a:lnTo>
                  <a:lnTo>
                    <a:pt x="149440" y="370092"/>
                  </a:lnTo>
                  <a:lnTo>
                    <a:pt x="148968" y="370575"/>
                  </a:lnTo>
                  <a:lnTo>
                    <a:pt x="146794" y="372798"/>
                  </a:lnTo>
                  <a:lnTo>
                    <a:pt x="145470" y="374441"/>
                  </a:lnTo>
                  <a:lnTo>
                    <a:pt x="144620" y="376084"/>
                  </a:lnTo>
                  <a:lnTo>
                    <a:pt x="144242" y="376664"/>
                  </a:lnTo>
                  <a:lnTo>
                    <a:pt x="143391" y="378404"/>
                  </a:lnTo>
                  <a:lnTo>
                    <a:pt x="142918" y="379467"/>
                  </a:lnTo>
                  <a:lnTo>
                    <a:pt x="142635" y="380337"/>
                  </a:lnTo>
                  <a:lnTo>
                    <a:pt x="142540" y="381207"/>
                  </a:lnTo>
                  <a:lnTo>
                    <a:pt x="142540" y="381594"/>
                  </a:lnTo>
                  <a:lnTo>
                    <a:pt x="142540" y="381787"/>
                  </a:lnTo>
                  <a:lnTo>
                    <a:pt x="142540" y="382077"/>
                  </a:lnTo>
                  <a:lnTo>
                    <a:pt x="142540" y="382657"/>
                  </a:lnTo>
                  <a:lnTo>
                    <a:pt x="142446" y="382850"/>
                  </a:lnTo>
                  <a:lnTo>
                    <a:pt x="142351" y="383237"/>
                  </a:lnTo>
                  <a:lnTo>
                    <a:pt x="141973" y="383720"/>
                  </a:lnTo>
                  <a:lnTo>
                    <a:pt x="141784" y="383914"/>
                  </a:lnTo>
                  <a:lnTo>
                    <a:pt x="141595" y="384107"/>
                  </a:lnTo>
                  <a:lnTo>
                    <a:pt x="139894" y="384397"/>
                  </a:lnTo>
                  <a:lnTo>
                    <a:pt x="138476" y="384204"/>
                  </a:lnTo>
                  <a:lnTo>
                    <a:pt x="138098" y="384107"/>
                  </a:lnTo>
                  <a:lnTo>
                    <a:pt x="137247" y="384010"/>
                  </a:lnTo>
                  <a:lnTo>
                    <a:pt x="135451" y="383044"/>
                  </a:lnTo>
                  <a:lnTo>
                    <a:pt x="132426" y="381304"/>
                  </a:lnTo>
                  <a:lnTo>
                    <a:pt x="132048" y="381304"/>
                  </a:lnTo>
                  <a:lnTo>
                    <a:pt x="131197" y="381014"/>
                  </a:lnTo>
                  <a:lnTo>
                    <a:pt x="130630" y="380917"/>
                  </a:lnTo>
                  <a:lnTo>
                    <a:pt x="128173" y="380821"/>
                  </a:lnTo>
                  <a:lnTo>
                    <a:pt x="126282" y="380724"/>
                  </a:lnTo>
                  <a:lnTo>
                    <a:pt x="125148" y="380821"/>
                  </a:lnTo>
                  <a:lnTo>
                    <a:pt x="122407" y="381111"/>
                  </a:lnTo>
                  <a:lnTo>
                    <a:pt x="119288" y="381401"/>
                  </a:lnTo>
                  <a:lnTo>
                    <a:pt x="118153" y="381497"/>
                  </a:lnTo>
                  <a:lnTo>
                    <a:pt x="117586" y="381401"/>
                  </a:lnTo>
                  <a:lnTo>
                    <a:pt x="117397" y="381787"/>
                  </a:lnTo>
                  <a:lnTo>
                    <a:pt x="116830" y="385847"/>
                  </a:lnTo>
                  <a:lnTo>
                    <a:pt x="116263" y="390196"/>
                  </a:lnTo>
                  <a:lnTo>
                    <a:pt x="109835" y="391743"/>
                  </a:lnTo>
                  <a:lnTo>
                    <a:pt x="105771" y="392709"/>
                  </a:lnTo>
                  <a:lnTo>
                    <a:pt x="104542" y="392709"/>
                  </a:lnTo>
                  <a:lnTo>
                    <a:pt x="101801" y="392516"/>
                  </a:lnTo>
                  <a:lnTo>
                    <a:pt x="100383" y="392226"/>
                  </a:lnTo>
                  <a:lnTo>
                    <a:pt x="99721" y="392129"/>
                  </a:lnTo>
                  <a:lnTo>
                    <a:pt x="99343" y="392033"/>
                  </a:lnTo>
                  <a:lnTo>
                    <a:pt x="98682" y="391936"/>
                  </a:lnTo>
                  <a:lnTo>
                    <a:pt x="97831" y="391549"/>
                  </a:lnTo>
                  <a:lnTo>
                    <a:pt x="97169" y="390873"/>
                  </a:lnTo>
                  <a:lnTo>
                    <a:pt x="96507" y="390293"/>
                  </a:lnTo>
                  <a:lnTo>
                    <a:pt x="95940" y="389616"/>
                  </a:lnTo>
                  <a:lnTo>
                    <a:pt x="95562" y="389230"/>
                  </a:lnTo>
                  <a:lnTo>
                    <a:pt x="94712" y="388263"/>
                  </a:lnTo>
                  <a:lnTo>
                    <a:pt x="91687" y="386620"/>
                  </a:lnTo>
                  <a:lnTo>
                    <a:pt x="91498" y="386523"/>
                  </a:lnTo>
                  <a:lnTo>
                    <a:pt x="91025" y="386233"/>
                  </a:lnTo>
                  <a:lnTo>
                    <a:pt x="89796" y="385557"/>
                  </a:lnTo>
                  <a:lnTo>
                    <a:pt x="87055" y="384204"/>
                  </a:lnTo>
                  <a:lnTo>
                    <a:pt x="86299" y="383817"/>
                  </a:lnTo>
                  <a:lnTo>
                    <a:pt x="85165" y="383237"/>
                  </a:lnTo>
                  <a:lnTo>
                    <a:pt x="84314" y="382947"/>
                  </a:lnTo>
                  <a:lnTo>
                    <a:pt x="83463" y="382560"/>
                  </a:lnTo>
                  <a:lnTo>
                    <a:pt x="82424" y="382077"/>
                  </a:lnTo>
                  <a:lnTo>
                    <a:pt x="79871" y="381401"/>
                  </a:lnTo>
                  <a:lnTo>
                    <a:pt x="79588" y="381401"/>
                  </a:lnTo>
                  <a:lnTo>
                    <a:pt x="79399" y="381401"/>
                  </a:lnTo>
                  <a:lnTo>
                    <a:pt x="78926" y="381401"/>
                  </a:lnTo>
                  <a:lnTo>
                    <a:pt x="77981" y="381401"/>
                  </a:lnTo>
                  <a:lnTo>
                    <a:pt x="77508" y="381401"/>
                  </a:lnTo>
                  <a:lnTo>
                    <a:pt x="76941" y="381497"/>
                  </a:lnTo>
                  <a:lnTo>
                    <a:pt x="75618" y="381594"/>
                  </a:lnTo>
                  <a:lnTo>
                    <a:pt x="74578" y="381690"/>
                  </a:lnTo>
                  <a:lnTo>
                    <a:pt x="72499" y="381594"/>
                  </a:lnTo>
                  <a:lnTo>
                    <a:pt x="70986" y="381304"/>
                  </a:lnTo>
                  <a:lnTo>
                    <a:pt x="70325" y="381207"/>
                  </a:lnTo>
                  <a:lnTo>
                    <a:pt x="69663" y="381207"/>
                  </a:lnTo>
                  <a:lnTo>
                    <a:pt x="68812" y="381207"/>
                  </a:lnTo>
                  <a:lnTo>
                    <a:pt x="68529" y="381207"/>
                  </a:lnTo>
                  <a:lnTo>
                    <a:pt x="67772" y="381207"/>
                  </a:lnTo>
                  <a:lnTo>
                    <a:pt x="67489" y="381207"/>
                  </a:lnTo>
                  <a:lnTo>
                    <a:pt x="66355" y="381304"/>
                  </a:lnTo>
                  <a:lnTo>
                    <a:pt x="65788" y="381497"/>
                  </a:lnTo>
                  <a:lnTo>
                    <a:pt x="63235" y="381980"/>
                  </a:lnTo>
                  <a:lnTo>
                    <a:pt x="61912" y="382270"/>
                  </a:lnTo>
                  <a:lnTo>
                    <a:pt x="61723" y="382367"/>
                  </a:lnTo>
                  <a:lnTo>
                    <a:pt x="61061" y="382367"/>
                  </a:lnTo>
                  <a:lnTo>
                    <a:pt x="59360" y="382270"/>
                  </a:lnTo>
                  <a:lnTo>
                    <a:pt x="58604" y="381787"/>
                  </a:lnTo>
                  <a:lnTo>
                    <a:pt x="57564" y="381014"/>
                  </a:lnTo>
                  <a:lnTo>
                    <a:pt x="56335" y="380144"/>
                  </a:lnTo>
                  <a:lnTo>
                    <a:pt x="54917" y="378984"/>
                  </a:lnTo>
                  <a:lnTo>
                    <a:pt x="53689" y="377824"/>
                  </a:lnTo>
                  <a:lnTo>
                    <a:pt x="51704" y="375891"/>
                  </a:lnTo>
                  <a:lnTo>
                    <a:pt x="50191" y="371832"/>
                  </a:lnTo>
                  <a:lnTo>
                    <a:pt x="47923" y="366032"/>
                  </a:lnTo>
                  <a:lnTo>
                    <a:pt x="47356" y="364486"/>
                  </a:lnTo>
                  <a:lnTo>
                    <a:pt x="47072" y="363713"/>
                  </a:lnTo>
                  <a:lnTo>
                    <a:pt x="46221" y="362359"/>
                  </a:lnTo>
                  <a:lnTo>
                    <a:pt x="44236" y="360233"/>
                  </a:lnTo>
                  <a:lnTo>
                    <a:pt x="39321" y="355787"/>
                  </a:lnTo>
                  <a:lnTo>
                    <a:pt x="38187" y="355014"/>
                  </a:lnTo>
                  <a:lnTo>
                    <a:pt x="36958" y="354240"/>
                  </a:lnTo>
                  <a:lnTo>
                    <a:pt x="36013" y="353660"/>
                  </a:lnTo>
                  <a:lnTo>
                    <a:pt x="34406" y="352597"/>
                  </a:lnTo>
                  <a:lnTo>
                    <a:pt x="34122" y="352404"/>
                  </a:lnTo>
                  <a:lnTo>
                    <a:pt x="26655" y="346218"/>
                  </a:lnTo>
                  <a:lnTo>
                    <a:pt x="26371" y="345928"/>
                  </a:lnTo>
                  <a:lnTo>
                    <a:pt x="25143" y="344672"/>
                  </a:lnTo>
                  <a:lnTo>
                    <a:pt x="18999" y="338486"/>
                  </a:lnTo>
                  <a:lnTo>
                    <a:pt x="16730" y="335393"/>
                  </a:lnTo>
                  <a:lnTo>
                    <a:pt x="11626" y="328240"/>
                  </a:lnTo>
                  <a:lnTo>
                    <a:pt x="8128" y="323407"/>
                  </a:lnTo>
                  <a:lnTo>
                    <a:pt x="6805" y="321474"/>
                  </a:lnTo>
                  <a:lnTo>
                    <a:pt x="3875" y="318188"/>
                  </a:lnTo>
                  <a:lnTo>
                    <a:pt x="2930" y="317125"/>
                  </a:lnTo>
                  <a:lnTo>
                    <a:pt x="0" y="314419"/>
                  </a:lnTo>
                  <a:lnTo>
                    <a:pt x="850" y="310262"/>
                  </a:lnTo>
                  <a:lnTo>
                    <a:pt x="1323" y="308523"/>
                  </a:lnTo>
                  <a:lnTo>
                    <a:pt x="2930" y="303497"/>
                  </a:lnTo>
                  <a:lnTo>
                    <a:pt x="3308" y="302337"/>
                  </a:lnTo>
                  <a:lnTo>
                    <a:pt x="3780" y="301177"/>
                  </a:lnTo>
                  <a:lnTo>
                    <a:pt x="5009" y="297891"/>
                  </a:lnTo>
                  <a:lnTo>
                    <a:pt x="5387" y="296924"/>
                  </a:lnTo>
                  <a:lnTo>
                    <a:pt x="5765" y="295764"/>
                  </a:lnTo>
                  <a:lnTo>
                    <a:pt x="6049" y="294798"/>
                  </a:lnTo>
                  <a:lnTo>
                    <a:pt x="6143" y="294508"/>
                  </a:lnTo>
                  <a:lnTo>
                    <a:pt x="6333" y="294121"/>
                  </a:lnTo>
                  <a:lnTo>
                    <a:pt x="8034" y="288708"/>
                  </a:lnTo>
                  <a:lnTo>
                    <a:pt x="8318" y="287838"/>
                  </a:lnTo>
                  <a:lnTo>
                    <a:pt x="9641" y="281749"/>
                  </a:lnTo>
                  <a:lnTo>
                    <a:pt x="9735" y="281362"/>
                  </a:lnTo>
                  <a:lnTo>
                    <a:pt x="10681" y="277206"/>
                  </a:lnTo>
                  <a:lnTo>
                    <a:pt x="10775" y="276626"/>
                  </a:lnTo>
                  <a:lnTo>
                    <a:pt x="10964" y="276143"/>
                  </a:lnTo>
                  <a:lnTo>
                    <a:pt x="11248" y="274597"/>
                  </a:lnTo>
                  <a:lnTo>
                    <a:pt x="11342" y="273727"/>
                  </a:lnTo>
                  <a:lnTo>
                    <a:pt x="11815" y="267831"/>
                  </a:lnTo>
                  <a:lnTo>
                    <a:pt x="11815" y="267444"/>
                  </a:lnTo>
                  <a:lnTo>
                    <a:pt x="12004" y="265318"/>
                  </a:lnTo>
                  <a:lnTo>
                    <a:pt x="12571" y="257682"/>
                  </a:lnTo>
                  <a:lnTo>
                    <a:pt x="12760" y="254299"/>
                  </a:lnTo>
                  <a:lnTo>
                    <a:pt x="12760" y="254106"/>
                  </a:lnTo>
                  <a:lnTo>
                    <a:pt x="12666" y="253139"/>
                  </a:lnTo>
                  <a:lnTo>
                    <a:pt x="12287" y="249466"/>
                  </a:lnTo>
                  <a:lnTo>
                    <a:pt x="12193" y="248403"/>
                  </a:lnTo>
                  <a:lnTo>
                    <a:pt x="12004" y="246857"/>
                  </a:lnTo>
                  <a:lnTo>
                    <a:pt x="11909" y="244827"/>
                  </a:lnTo>
                  <a:lnTo>
                    <a:pt x="11909" y="243570"/>
                  </a:lnTo>
                  <a:lnTo>
                    <a:pt x="11909" y="242700"/>
                  </a:lnTo>
                  <a:lnTo>
                    <a:pt x="12004" y="239511"/>
                  </a:lnTo>
                  <a:lnTo>
                    <a:pt x="12004" y="239028"/>
                  </a:lnTo>
                  <a:lnTo>
                    <a:pt x="12949" y="239028"/>
                  </a:lnTo>
                  <a:lnTo>
                    <a:pt x="13422" y="235741"/>
                  </a:lnTo>
                  <a:lnTo>
                    <a:pt x="13989" y="231585"/>
                  </a:lnTo>
                  <a:lnTo>
                    <a:pt x="13989" y="231005"/>
                  </a:lnTo>
                  <a:lnTo>
                    <a:pt x="14272" y="228975"/>
                  </a:lnTo>
                  <a:lnTo>
                    <a:pt x="14367" y="227912"/>
                  </a:lnTo>
                  <a:lnTo>
                    <a:pt x="14462" y="227236"/>
                  </a:lnTo>
                  <a:lnTo>
                    <a:pt x="14178" y="225303"/>
                  </a:lnTo>
                  <a:lnTo>
                    <a:pt x="13705" y="222210"/>
                  </a:lnTo>
                  <a:lnTo>
                    <a:pt x="13611" y="221630"/>
                  </a:lnTo>
                  <a:lnTo>
                    <a:pt x="12949" y="218730"/>
                  </a:lnTo>
                  <a:lnTo>
                    <a:pt x="13233" y="218633"/>
                  </a:lnTo>
                  <a:lnTo>
                    <a:pt x="20511" y="216024"/>
                  </a:lnTo>
                  <a:lnTo>
                    <a:pt x="21834" y="215540"/>
                  </a:lnTo>
                  <a:lnTo>
                    <a:pt x="23252" y="215057"/>
                  </a:lnTo>
                  <a:lnTo>
                    <a:pt x="26371" y="213994"/>
                  </a:lnTo>
                  <a:lnTo>
                    <a:pt x="35162" y="210998"/>
                  </a:lnTo>
                  <a:lnTo>
                    <a:pt x="47356" y="206841"/>
                  </a:lnTo>
                  <a:lnTo>
                    <a:pt x="48395" y="208195"/>
                  </a:lnTo>
                  <a:lnTo>
                    <a:pt x="50853" y="209741"/>
                  </a:lnTo>
                  <a:lnTo>
                    <a:pt x="47639" y="218923"/>
                  </a:lnTo>
                  <a:lnTo>
                    <a:pt x="46883" y="221050"/>
                  </a:lnTo>
                  <a:lnTo>
                    <a:pt x="39983" y="239318"/>
                  </a:lnTo>
                  <a:lnTo>
                    <a:pt x="35918" y="245213"/>
                  </a:lnTo>
                  <a:lnTo>
                    <a:pt x="36202" y="245793"/>
                  </a:lnTo>
                  <a:lnTo>
                    <a:pt x="35824" y="246277"/>
                  </a:lnTo>
                  <a:lnTo>
                    <a:pt x="36391" y="247050"/>
                  </a:lnTo>
                  <a:lnTo>
                    <a:pt x="36958" y="247727"/>
                  </a:lnTo>
                  <a:lnTo>
                    <a:pt x="37336" y="248306"/>
                  </a:lnTo>
                  <a:lnTo>
                    <a:pt x="37714" y="248886"/>
                  </a:lnTo>
                  <a:lnTo>
                    <a:pt x="38092" y="249563"/>
                  </a:lnTo>
                  <a:lnTo>
                    <a:pt x="38659" y="250626"/>
                  </a:lnTo>
                  <a:lnTo>
                    <a:pt x="39037" y="251206"/>
                  </a:lnTo>
                  <a:lnTo>
                    <a:pt x="39132" y="251399"/>
                  </a:lnTo>
                  <a:lnTo>
                    <a:pt x="39416" y="252076"/>
                  </a:lnTo>
                  <a:lnTo>
                    <a:pt x="39794" y="252656"/>
                  </a:lnTo>
                  <a:lnTo>
                    <a:pt x="38754" y="253719"/>
                  </a:lnTo>
                  <a:lnTo>
                    <a:pt x="38470" y="254106"/>
                  </a:lnTo>
                  <a:lnTo>
                    <a:pt x="37998" y="254976"/>
                  </a:lnTo>
                  <a:lnTo>
                    <a:pt x="37242" y="256136"/>
                  </a:lnTo>
                  <a:lnTo>
                    <a:pt x="37431" y="256329"/>
                  </a:lnTo>
                  <a:lnTo>
                    <a:pt x="38187" y="257585"/>
                  </a:lnTo>
                  <a:lnTo>
                    <a:pt x="39321" y="259615"/>
                  </a:lnTo>
                  <a:lnTo>
                    <a:pt x="39794" y="260582"/>
                  </a:lnTo>
                  <a:lnTo>
                    <a:pt x="40172" y="261258"/>
                  </a:lnTo>
                  <a:lnTo>
                    <a:pt x="40833" y="262321"/>
                  </a:lnTo>
                  <a:lnTo>
                    <a:pt x="42251" y="264738"/>
                  </a:lnTo>
                  <a:lnTo>
                    <a:pt x="42440" y="264931"/>
                  </a:lnTo>
                  <a:lnTo>
                    <a:pt x="43007" y="265898"/>
                  </a:lnTo>
                  <a:lnTo>
                    <a:pt x="43386" y="266284"/>
                  </a:lnTo>
                  <a:lnTo>
                    <a:pt x="43575" y="266574"/>
                  </a:lnTo>
                  <a:lnTo>
                    <a:pt x="44047" y="267154"/>
                  </a:lnTo>
                  <a:lnTo>
                    <a:pt x="44709" y="267831"/>
                  </a:lnTo>
                  <a:lnTo>
                    <a:pt x="45276" y="268507"/>
                  </a:lnTo>
                  <a:lnTo>
                    <a:pt x="45465" y="268701"/>
                  </a:lnTo>
                  <a:lnTo>
                    <a:pt x="45654" y="268797"/>
                  </a:lnTo>
                  <a:lnTo>
                    <a:pt x="46505" y="269377"/>
                  </a:lnTo>
                  <a:lnTo>
                    <a:pt x="47072" y="269667"/>
                  </a:lnTo>
                  <a:lnTo>
                    <a:pt x="47450" y="269957"/>
                  </a:lnTo>
                  <a:lnTo>
                    <a:pt x="48206" y="270827"/>
                  </a:lnTo>
                  <a:lnTo>
                    <a:pt x="48395" y="271020"/>
                  </a:lnTo>
                  <a:lnTo>
                    <a:pt x="49057" y="271600"/>
                  </a:lnTo>
                  <a:lnTo>
                    <a:pt x="50569" y="273437"/>
                  </a:lnTo>
                  <a:lnTo>
                    <a:pt x="50853" y="273727"/>
                  </a:lnTo>
                  <a:lnTo>
                    <a:pt x="51704" y="274790"/>
                  </a:lnTo>
                  <a:lnTo>
                    <a:pt x="51893" y="274983"/>
                  </a:lnTo>
                  <a:lnTo>
                    <a:pt x="52082" y="274887"/>
                  </a:lnTo>
                  <a:lnTo>
                    <a:pt x="52460" y="275080"/>
                  </a:lnTo>
                  <a:lnTo>
                    <a:pt x="55674" y="272567"/>
                  </a:lnTo>
                  <a:lnTo>
                    <a:pt x="56619" y="271890"/>
                  </a:lnTo>
                  <a:lnTo>
                    <a:pt x="57469" y="271310"/>
                  </a:lnTo>
                  <a:lnTo>
                    <a:pt x="58415" y="270537"/>
                  </a:lnTo>
                  <a:lnTo>
                    <a:pt x="58982" y="270247"/>
                  </a:lnTo>
                  <a:lnTo>
                    <a:pt x="59265" y="269957"/>
                  </a:lnTo>
                  <a:lnTo>
                    <a:pt x="60305" y="269184"/>
                  </a:lnTo>
                  <a:lnTo>
                    <a:pt x="61156" y="268507"/>
                  </a:lnTo>
                  <a:lnTo>
                    <a:pt x="62007" y="267831"/>
                  </a:lnTo>
                  <a:lnTo>
                    <a:pt x="63424" y="266671"/>
                  </a:lnTo>
                  <a:lnTo>
                    <a:pt x="64370" y="265898"/>
                  </a:lnTo>
                  <a:lnTo>
                    <a:pt x="64842" y="265318"/>
                  </a:lnTo>
                  <a:lnTo>
                    <a:pt x="65409" y="264834"/>
                  </a:lnTo>
                  <a:lnTo>
                    <a:pt x="67016" y="263288"/>
                  </a:lnTo>
                  <a:lnTo>
                    <a:pt x="68623" y="261742"/>
                  </a:lnTo>
                  <a:lnTo>
                    <a:pt x="69285" y="261065"/>
                  </a:lnTo>
                  <a:lnTo>
                    <a:pt x="69379" y="260872"/>
                  </a:lnTo>
                  <a:lnTo>
                    <a:pt x="69285" y="260292"/>
                  </a:lnTo>
                  <a:lnTo>
                    <a:pt x="69474" y="259808"/>
                  </a:lnTo>
                  <a:lnTo>
                    <a:pt x="69852" y="259422"/>
                  </a:lnTo>
                  <a:lnTo>
                    <a:pt x="70136" y="259132"/>
                  </a:lnTo>
                  <a:lnTo>
                    <a:pt x="71648" y="258165"/>
                  </a:lnTo>
                  <a:lnTo>
                    <a:pt x="73916" y="257199"/>
                  </a:lnTo>
                  <a:lnTo>
                    <a:pt x="74578" y="256715"/>
                  </a:lnTo>
                  <a:lnTo>
                    <a:pt x="75051" y="256425"/>
                  </a:lnTo>
                  <a:lnTo>
                    <a:pt x="76469" y="255556"/>
                  </a:lnTo>
                  <a:lnTo>
                    <a:pt x="76941" y="255169"/>
                  </a:lnTo>
                  <a:lnTo>
                    <a:pt x="77981" y="254396"/>
                  </a:lnTo>
                  <a:lnTo>
                    <a:pt x="79021" y="253912"/>
                  </a:lnTo>
                  <a:lnTo>
                    <a:pt x="80344" y="253236"/>
                  </a:lnTo>
                  <a:lnTo>
                    <a:pt x="80628" y="253139"/>
                  </a:lnTo>
                  <a:lnTo>
                    <a:pt x="82235" y="252753"/>
                  </a:lnTo>
                  <a:lnTo>
                    <a:pt x="83747" y="252173"/>
                  </a:lnTo>
                  <a:lnTo>
                    <a:pt x="85732" y="251013"/>
                  </a:lnTo>
                  <a:lnTo>
                    <a:pt x="86299" y="250530"/>
                  </a:lnTo>
                  <a:lnTo>
                    <a:pt x="86583" y="250336"/>
                  </a:lnTo>
                  <a:lnTo>
                    <a:pt x="87717" y="249370"/>
                  </a:lnTo>
                  <a:lnTo>
                    <a:pt x="88189" y="248983"/>
                  </a:lnTo>
                  <a:lnTo>
                    <a:pt x="88473" y="248693"/>
                  </a:lnTo>
                  <a:lnTo>
                    <a:pt x="87528" y="245987"/>
                  </a:lnTo>
                  <a:lnTo>
                    <a:pt x="85543" y="240284"/>
                  </a:lnTo>
                  <a:lnTo>
                    <a:pt x="83369" y="233905"/>
                  </a:lnTo>
                  <a:lnTo>
                    <a:pt x="83180" y="233422"/>
                  </a:lnTo>
                  <a:lnTo>
                    <a:pt x="82424" y="231198"/>
                  </a:lnTo>
                  <a:lnTo>
                    <a:pt x="82045" y="230232"/>
                  </a:lnTo>
                  <a:lnTo>
                    <a:pt x="71742" y="198916"/>
                  </a:lnTo>
                  <a:lnTo>
                    <a:pt x="71270" y="199012"/>
                  </a:lnTo>
                  <a:lnTo>
                    <a:pt x="70514" y="196499"/>
                  </a:lnTo>
                  <a:lnTo>
                    <a:pt x="67962" y="187124"/>
                  </a:lnTo>
                  <a:lnTo>
                    <a:pt x="65504" y="177942"/>
                  </a:lnTo>
                  <a:lnTo>
                    <a:pt x="64937" y="176008"/>
                  </a:lnTo>
                  <a:lnTo>
                    <a:pt x="64464" y="174075"/>
                  </a:lnTo>
                  <a:lnTo>
                    <a:pt x="63708" y="170789"/>
                  </a:lnTo>
                  <a:lnTo>
                    <a:pt x="63708" y="170596"/>
                  </a:lnTo>
                  <a:lnTo>
                    <a:pt x="63519" y="169629"/>
                  </a:lnTo>
                  <a:lnTo>
                    <a:pt x="62763" y="165473"/>
                  </a:lnTo>
                  <a:lnTo>
                    <a:pt x="62479" y="163830"/>
                  </a:lnTo>
                  <a:lnTo>
                    <a:pt x="62290" y="163443"/>
                  </a:lnTo>
                  <a:lnTo>
                    <a:pt x="61818" y="162090"/>
                  </a:lnTo>
                  <a:lnTo>
                    <a:pt x="61628" y="161607"/>
                  </a:lnTo>
                  <a:lnTo>
                    <a:pt x="60116" y="159190"/>
                  </a:lnTo>
                  <a:lnTo>
                    <a:pt x="60022" y="158997"/>
                  </a:lnTo>
                  <a:lnTo>
                    <a:pt x="54728" y="152715"/>
                  </a:lnTo>
                  <a:lnTo>
                    <a:pt x="50380" y="147592"/>
                  </a:lnTo>
                  <a:lnTo>
                    <a:pt x="49908" y="148075"/>
                  </a:lnTo>
                  <a:lnTo>
                    <a:pt x="38943" y="134350"/>
                  </a:lnTo>
                  <a:lnTo>
                    <a:pt x="36202" y="131160"/>
                  </a:lnTo>
                  <a:lnTo>
                    <a:pt x="33744" y="127874"/>
                  </a:lnTo>
                  <a:lnTo>
                    <a:pt x="33461" y="127294"/>
                  </a:lnTo>
                  <a:lnTo>
                    <a:pt x="32421" y="125265"/>
                  </a:lnTo>
                  <a:lnTo>
                    <a:pt x="40928" y="119465"/>
                  </a:lnTo>
                  <a:lnTo>
                    <a:pt x="32515" y="106610"/>
                  </a:lnTo>
                  <a:lnTo>
                    <a:pt x="30909" y="104000"/>
                  </a:lnTo>
                  <a:lnTo>
                    <a:pt x="29396" y="101584"/>
                  </a:lnTo>
                  <a:lnTo>
                    <a:pt x="24575" y="93948"/>
                  </a:lnTo>
                  <a:lnTo>
                    <a:pt x="23347" y="92112"/>
                  </a:lnTo>
                  <a:lnTo>
                    <a:pt x="24765" y="91435"/>
                  </a:lnTo>
                  <a:lnTo>
                    <a:pt x="32421" y="89309"/>
                  </a:lnTo>
                  <a:lnTo>
                    <a:pt x="42157" y="87376"/>
                  </a:lnTo>
                  <a:lnTo>
                    <a:pt x="46127" y="85926"/>
                  </a:lnTo>
                  <a:lnTo>
                    <a:pt x="55579" y="84283"/>
                  </a:lnTo>
                  <a:lnTo>
                    <a:pt x="58037" y="84186"/>
                  </a:lnTo>
                  <a:lnTo>
                    <a:pt x="59738" y="83896"/>
                  </a:lnTo>
                  <a:lnTo>
                    <a:pt x="68056" y="82543"/>
                  </a:lnTo>
                  <a:lnTo>
                    <a:pt x="77225" y="81190"/>
                  </a:lnTo>
                  <a:lnTo>
                    <a:pt x="81762" y="79063"/>
                  </a:lnTo>
                  <a:lnTo>
                    <a:pt x="87811" y="76357"/>
                  </a:lnTo>
                  <a:lnTo>
                    <a:pt x="94712" y="72587"/>
                  </a:lnTo>
                  <a:lnTo>
                    <a:pt x="96791" y="71234"/>
                  </a:lnTo>
                  <a:lnTo>
                    <a:pt x="106243" y="68238"/>
                  </a:lnTo>
                  <a:lnTo>
                    <a:pt x="117964" y="64468"/>
                  </a:lnTo>
                  <a:lnTo>
                    <a:pt x="120894" y="64275"/>
                  </a:lnTo>
                  <a:lnTo>
                    <a:pt x="125810" y="63985"/>
                  </a:lnTo>
                  <a:lnTo>
                    <a:pt x="129969" y="63115"/>
                  </a:lnTo>
                  <a:lnTo>
                    <a:pt x="137530" y="60506"/>
                  </a:lnTo>
                  <a:lnTo>
                    <a:pt x="140744" y="59926"/>
                  </a:lnTo>
                  <a:lnTo>
                    <a:pt x="144431" y="59346"/>
                  </a:lnTo>
                  <a:lnTo>
                    <a:pt x="147455" y="58766"/>
                  </a:lnTo>
                  <a:lnTo>
                    <a:pt x="154356" y="56833"/>
                  </a:lnTo>
                  <a:lnTo>
                    <a:pt x="154639" y="56833"/>
                  </a:lnTo>
                  <a:lnTo>
                    <a:pt x="159743" y="57413"/>
                  </a:lnTo>
                  <a:lnTo>
                    <a:pt x="161823" y="57316"/>
                  </a:lnTo>
                  <a:lnTo>
                    <a:pt x="162863" y="57316"/>
                  </a:lnTo>
                  <a:lnTo>
                    <a:pt x="168345" y="57799"/>
                  </a:lnTo>
                  <a:lnTo>
                    <a:pt x="172693" y="57703"/>
                  </a:lnTo>
                  <a:lnTo>
                    <a:pt x="179688" y="56929"/>
                  </a:lnTo>
                  <a:lnTo>
                    <a:pt x="188573" y="55093"/>
                  </a:lnTo>
                  <a:lnTo>
                    <a:pt x="192165" y="54996"/>
                  </a:lnTo>
                  <a:lnTo>
                    <a:pt x="196324" y="55673"/>
                  </a:lnTo>
                  <a:lnTo>
                    <a:pt x="198498" y="55769"/>
                  </a:lnTo>
                  <a:lnTo>
                    <a:pt x="220427" y="55673"/>
                  </a:lnTo>
                  <a:lnTo>
                    <a:pt x="229596" y="53836"/>
                  </a:lnTo>
                  <a:lnTo>
                    <a:pt x="243396" y="51807"/>
                  </a:lnTo>
                  <a:lnTo>
                    <a:pt x="245192" y="50937"/>
                  </a:lnTo>
                  <a:lnTo>
                    <a:pt x="254644" y="49100"/>
                  </a:lnTo>
                  <a:lnTo>
                    <a:pt x="267972" y="47940"/>
                  </a:lnTo>
                  <a:lnTo>
                    <a:pt x="274589" y="46394"/>
                  </a:lnTo>
                  <a:lnTo>
                    <a:pt x="278842" y="45911"/>
                  </a:lnTo>
                  <a:lnTo>
                    <a:pt x="286121" y="43688"/>
                  </a:lnTo>
                  <a:lnTo>
                    <a:pt x="294439" y="42238"/>
                  </a:lnTo>
                  <a:lnTo>
                    <a:pt x="299070" y="42238"/>
                  </a:lnTo>
                  <a:lnTo>
                    <a:pt x="301244" y="42431"/>
                  </a:lnTo>
                  <a:lnTo>
                    <a:pt x="303135" y="42721"/>
                  </a:lnTo>
                  <a:lnTo>
                    <a:pt x="304080" y="43011"/>
                  </a:lnTo>
                  <a:lnTo>
                    <a:pt x="308239" y="44557"/>
                  </a:lnTo>
                  <a:lnTo>
                    <a:pt x="311075" y="44944"/>
                  </a:lnTo>
                  <a:lnTo>
                    <a:pt x="318164" y="45717"/>
                  </a:lnTo>
                  <a:lnTo>
                    <a:pt x="320149" y="46007"/>
                  </a:lnTo>
                  <a:lnTo>
                    <a:pt x="328467" y="47554"/>
                  </a:lnTo>
                  <a:lnTo>
                    <a:pt x="331586" y="48134"/>
                  </a:lnTo>
                  <a:lnTo>
                    <a:pt x="337068" y="49004"/>
                  </a:lnTo>
                  <a:lnTo>
                    <a:pt x="347939" y="50937"/>
                  </a:lnTo>
                  <a:lnTo>
                    <a:pt x="349640" y="50743"/>
                  </a:lnTo>
                  <a:lnTo>
                    <a:pt x="353232" y="48714"/>
                  </a:lnTo>
                  <a:lnTo>
                    <a:pt x="354555" y="48617"/>
                  </a:lnTo>
                  <a:lnTo>
                    <a:pt x="358525" y="48520"/>
                  </a:lnTo>
                  <a:lnTo>
                    <a:pt x="361834" y="48134"/>
                  </a:lnTo>
                  <a:lnTo>
                    <a:pt x="367221" y="48230"/>
                  </a:lnTo>
                  <a:lnTo>
                    <a:pt x="370719" y="49004"/>
                  </a:lnTo>
                  <a:lnTo>
                    <a:pt x="374878" y="51130"/>
                  </a:lnTo>
                  <a:lnTo>
                    <a:pt x="380833" y="50937"/>
                  </a:lnTo>
                  <a:lnTo>
                    <a:pt x="384519" y="49874"/>
                  </a:lnTo>
                  <a:lnTo>
                    <a:pt x="390190" y="49680"/>
                  </a:lnTo>
                  <a:lnTo>
                    <a:pt x="398981" y="51903"/>
                  </a:lnTo>
                  <a:lnTo>
                    <a:pt x="412120" y="52677"/>
                  </a:lnTo>
                  <a:lnTo>
                    <a:pt x="416090" y="53353"/>
                  </a:lnTo>
                  <a:lnTo>
                    <a:pt x="437925" y="49100"/>
                  </a:lnTo>
                  <a:lnTo>
                    <a:pt x="440288" y="48617"/>
                  </a:lnTo>
                  <a:lnTo>
                    <a:pt x="460799" y="40981"/>
                  </a:lnTo>
                  <a:lnTo>
                    <a:pt x="503902" y="27450"/>
                  </a:lnTo>
                  <a:lnTo>
                    <a:pt x="512031" y="24840"/>
                  </a:lnTo>
                  <a:lnTo>
                    <a:pt x="548516" y="10245"/>
                  </a:lnTo>
                  <a:lnTo>
                    <a:pt x="555228" y="7442"/>
                  </a:lnTo>
                  <a:lnTo>
                    <a:pt x="566381" y="2996"/>
                  </a:lnTo>
                  <a:lnTo>
                    <a:pt x="605419" y="2319"/>
                  </a:lnTo>
                  <a:lnTo>
                    <a:pt x="608728" y="0"/>
                  </a:lnTo>
                  <a:lnTo>
                    <a:pt x="614588" y="0"/>
                  </a:lnTo>
                  <a:lnTo>
                    <a:pt x="623284" y="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829836" y="2852188"/>
              <a:ext cx="360113" cy="551997"/>
            </a:xfrm>
            <a:custGeom>
              <a:avLst/>
              <a:pathLst>
                <a:path w="360113" h="551997">
                  <a:moveTo>
                    <a:pt x="348014" y="17977"/>
                  </a:moveTo>
                  <a:lnTo>
                    <a:pt x="349621" y="32186"/>
                  </a:lnTo>
                  <a:lnTo>
                    <a:pt x="360113" y="52097"/>
                  </a:lnTo>
                  <a:lnTo>
                    <a:pt x="358034" y="57026"/>
                  </a:lnTo>
                  <a:lnTo>
                    <a:pt x="352079" y="69301"/>
                  </a:lnTo>
                  <a:lnTo>
                    <a:pt x="348109" y="73457"/>
                  </a:lnTo>
                  <a:lnTo>
                    <a:pt x="347258" y="76067"/>
                  </a:lnTo>
                  <a:lnTo>
                    <a:pt x="345179" y="80610"/>
                  </a:lnTo>
                  <a:lnTo>
                    <a:pt x="343950" y="83606"/>
                  </a:lnTo>
                  <a:lnTo>
                    <a:pt x="341965" y="87086"/>
                  </a:lnTo>
                  <a:lnTo>
                    <a:pt x="341020" y="98878"/>
                  </a:lnTo>
                  <a:lnTo>
                    <a:pt x="343099" y="102261"/>
                  </a:lnTo>
                  <a:lnTo>
                    <a:pt x="345368" y="105064"/>
                  </a:lnTo>
                  <a:lnTo>
                    <a:pt x="346785" y="106900"/>
                  </a:lnTo>
                  <a:lnTo>
                    <a:pt x="347069" y="109896"/>
                  </a:lnTo>
                  <a:lnTo>
                    <a:pt x="343288" y="115309"/>
                  </a:lnTo>
                  <a:lnTo>
                    <a:pt x="340452" y="119079"/>
                  </a:lnTo>
                  <a:lnTo>
                    <a:pt x="339035" y="122655"/>
                  </a:lnTo>
                  <a:lnTo>
                    <a:pt x="337806" y="129421"/>
                  </a:lnTo>
                  <a:lnTo>
                    <a:pt x="338751" y="141019"/>
                  </a:lnTo>
                  <a:lnTo>
                    <a:pt x="339980" y="145562"/>
                  </a:lnTo>
                  <a:lnTo>
                    <a:pt x="341209" y="149525"/>
                  </a:lnTo>
                  <a:lnTo>
                    <a:pt x="341020" y="156194"/>
                  </a:lnTo>
                  <a:lnTo>
                    <a:pt x="340169" y="164313"/>
                  </a:lnTo>
                  <a:lnTo>
                    <a:pt x="341965" y="168759"/>
                  </a:lnTo>
                  <a:lnTo>
                    <a:pt x="343005" y="171949"/>
                  </a:lnTo>
                  <a:lnTo>
                    <a:pt x="346124" y="174269"/>
                  </a:lnTo>
                  <a:lnTo>
                    <a:pt x="345840" y="179005"/>
                  </a:lnTo>
                  <a:lnTo>
                    <a:pt x="344895" y="183451"/>
                  </a:lnTo>
                  <a:lnTo>
                    <a:pt x="346124" y="186157"/>
                  </a:lnTo>
                  <a:lnTo>
                    <a:pt x="345368" y="188380"/>
                  </a:lnTo>
                  <a:lnTo>
                    <a:pt x="344328" y="192053"/>
                  </a:lnTo>
                  <a:lnTo>
                    <a:pt x="346596" y="197369"/>
                  </a:lnTo>
                  <a:lnTo>
                    <a:pt x="348865" y="202782"/>
                  </a:lnTo>
                  <a:lnTo>
                    <a:pt x="348392" y="205005"/>
                  </a:lnTo>
                  <a:lnTo>
                    <a:pt x="349243" y="210128"/>
                  </a:lnTo>
                  <a:lnTo>
                    <a:pt x="348109" y="212834"/>
                  </a:lnTo>
                  <a:lnTo>
                    <a:pt x="346029" y="217667"/>
                  </a:lnTo>
                  <a:lnTo>
                    <a:pt x="339318" y="225496"/>
                  </a:lnTo>
                  <a:lnTo>
                    <a:pt x="336766" y="229362"/>
                  </a:lnTo>
                  <a:lnTo>
                    <a:pt x="334025" y="235451"/>
                  </a:lnTo>
                  <a:lnTo>
                    <a:pt x="333363" y="236708"/>
                  </a:lnTo>
                  <a:lnTo>
                    <a:pt x="330906" y="241927"/>
                  </a:lnTo>
                  <a:lnTo>
                    <a:pt x="330338" y="247340"/>
                  </a:lnTo>
                  <a:lnTo>
                    <a:pt x="333269" y="254299"/>
                  </a:lnTo>
                  <a:lnTo>
                    <a:pt x="334497" y="257585"/>
                  </a:lnTo>
                  <a:lnTo>
                    <a:pt x="335443" y="260195"/>
                  </a:lnTo>
                  <a:lnTo>
                    <a:pt x="335443" y="261838"/>
                  </a:lnTo>
                  <a:lnTo>
                    <a:pt x="334119" y="266671"/>
                  </a:lnTo>
                  <a:lnTo>
                    <a:pt x="327881" y="281556"/>
                  </a:lnTo>
                  <a:lnTo>
                    <a:pt x="335726" y="306493"/>
                  </a:lnTo>
                  <a:lnTo>
                    <a:pt x="333080" y="317318"/>
                  </a:lnTo>
                  <a:lnTo>
                    <a:pt x="330622" y="328530"/>
                  </a:lnTo>
                  <a:lnTo>
                    <a:pt x="329771" y="345155"/>
                  </a:lnTo>
                  <a:lnTo>
                    <a:pt x="327125" y="349118"/>
                  </a:lnTo>
                  <a:lnTo>
                    <a:pt x="325045" y="352404"/>
                  </a:lnTo>
                  <a:lnTo>
                    <a:pt x="317389" y="367869"/>
                  </a:lnTo>
                  <a:lnTo>
                    <a:pt x="310394" y="379661"/>
                  </a:lnTo>
                  <a:lnTo>
                    <a:pt x="303210" y="389036"/>
                  </a:lnTo>
                  <a:lnTo>
                    <a:pt x="301036" y="391839"/>
                  </a:lnTo>
                  <a:lnTo>
                    <a:pt x="259541" y="421996"/>
                  </a:lnTo>
                  <a:lnTo>
                    <a:pt x="253397" y="425669"/>
                  </a:lnTo>
                  <a:lnTo>
                    <a:pt x="251790" y="428278"/>
                  </a:lnTo>
                  <a:lnTo>
                    <a:pt x="251506" y="431661"/>
                  </a:lnTo>
                  <a:lnTo>
                    <a:pt x="243094" y="440553"/>
                  </a:lnTo>
                  <a:lnTo>
                    <a:pt x="240164" y="443646"/>
                  </a:lnTo>
                  <a:lnTo>
                    <a:pt x="236572" y="447319"/>
                  </a:lnTo>
                  <a:lnTo>
                    <a:pt x="224567" y="458628"/>
                  </a:lnTo>
                  <a:lnTo>
                    <a:pt x="220881" y="467810"/>
                  </a:lnTo>
                  <a:lnTo>
                    <a:pt x="215209" y="474866"/>
                  </a:lnTo>
                  <a:lnTo>
                    <a:pt x="202449" y="481729"/>
                  </a:lnTo>
                  <a:lnTo>
                    <a:pt x="194509" y="494294"/>
                  </a:lnTo>
                  <a:lnTo>
                    <a:pt x="193658" y="505409"/>
                  </a:lnTo>
                  <a:lnTo>
                    <a:pt x="191295" y="513045"/>
                  </a:lnTo>
                  <a:lnTo>
                    <a:pt x="187325" y="518167"/>
                  </a:lnTo>
                  <a:lnTo>
                    <a:pt x="185907" y="520874"/>
                  </a:lnTo>
                  <a:lnTo>
                    <a:pt x="186569" y="523870"/>
                  </a:lnTo>
                  <a:lnTo>
                    <a:pt x="187325" y="527060"/>
                  </a:lnTo>
                  <a:lnTo>
                    <a:pt x="188838" y="530249"/>
                  </a:lnTo>
                  <a:lnTo>
                    <a:pt x="188648" y="535082"/>
                  </a:lnTo>
                  <a:lnTo>
                    <a:pt x="188365" y="537595"/>
                  </a:lnTo>
                  <a:lnTo>
                    <a:pt x="190350" y="541268"/>
                  </a:lnTo>
                  <a:lnTo>
                    <a:pt x="190823" y="543298"/>
                  </a:lnTo>
                  <a:lnTo>
                    <a:pt x="190350" y="545714"/>
                  </a:lnTo>
                  <a:lnTo>
                    <a:pt x="188365" y="547937"/>
                  </a:lnTo>
                  <a:lnTo>
                    <a:pt x="187136" y="549097"/>
                  </a:lnTo>
                  <a:lnTo>
                    <a:pt x="186569" y="550064"/>
                  </a:lnTo>
                  <a:lnTo>
                    <a:pt x="182977" y="550837"/>
                  </a:lnTo>
                  <a:lnTo>
                    <a:pt x="182694" y="551320"/>
                  </a:lnTo>
                  <a:lnTo>
                    <a:pt x="182032" y="551417"/>
                  </a:lnTo>
                  <a:lnTo>
                    <a:pt x="181465" y="551513"/>
                  </a:lnTo>
                  <a:lnTo>
                    <a:pt x="181087" y="551513"/>
                  </a:lnTo>
                  <a:lnTo>
                    <a:pt x="180425" y="551610"/>
                  </a:lnTo>
                  <a:lnTo>
                    <a:pt x="180236" y="551707"/>
                  </a:lnTo>
                  <a:lnTo>
                    <a:pt x="179574" y="551803"/>
                  </a:lnTo>
                  <a:lnTo>
                    <a:pt x="179385" y="551803"/>
                  </a:lnTo>
                  <a:lnTo>
                    <a:pt x="179196" y="551803"/>
                  </a:lnTo>
                  <a:lnTo>
                    <a:pt x="177778" y="551803"/>
                  </a:lnTo>
                  <a:lnTo>
                    <a:pt x="176360" y="551900"/>
                  </a:lnTo>
                  <a:lnTo>
                    <a:pt x="175982" y="551900"/>
                  </a:lnTo>
                  <a:lnTo>
                    <a:pt x="175226" y="551900"/>
                  </a:lnTo>
                  <a:lnTo>
                    <a:pt x="174943" y="551900"/>
                  </a:lnTo>
                  <a:lnTo>
                    <a:pt x="174186" y="551900"/>
                  </a:lnTo>
                  <a:lnTo>
                    <a:pt x="173430" y="551997"/>
                  </a:lnTo>
                  <a:lnTo>
                    <a:pt x="173147" y="551997"/>
                  </a:lnTo>
                  <a:lnTo>
                    <a:pt x="172863" y="551997"/>
                  </a:lnTo>
                  <a:lnTo>
                    <a:pt x="172391" y="551997"/>
                  </a:lnTo>
                  <a:lnTo>
                    <a:pt x="172107" y="551997"/>
                  </a:lnTo>
                  <a:lnTo>
                    <a:pt x="171445" y="551997"/>
                  </a:lnTo>
                  <a:lnTo>
                    <a:pt x="170973" y="551997"/>
                  </a:lnTo>
                  <a:lnTo>
                    <a:pt x="170784" y="551997"/>
                  </a:lnTo>
                  <a:lnTo>
                    <a:pt x="168988" y="551997"/>
                  </a:lnTo>
                  <a:lnTo>
                    <a:pt x="168326" y="550934"/>
                  </a:lnTo>
                  <a:lnTo>
                    <a:pt x="168232" y="550354"/>
                  </a:lnTo>
                  <a:lnTo>
                    <a:pt x="168137" y="550160"/>
                  </a:lnTo>
                  <a:lnTo>
                    <a:pt x="168137" y="549967"/>
                  </a:lnTo>
                  <a:lnTo>
                    <a:pt x="168042" y="549097"/>
                  </a:lnTo>
                  <a:lnTo>
                    <a:pt x="167759" y="548421"/>
                  </a:lnTo>
                  <a:lnTo>
                    <a:pt x="166814" y="546777"/>
                  </a:lnTo>
                  <a:lnTo>
                    <a:pt x="166719" y="546487"/>
                  </a:lnTo>
                  <a:lnTo>
                    <a:pt x="166436" y="546197"/>
                  </a:lnTo>
                  <a:lnTo>
                    <a:pt x="165963" y="545618"/>
                  </a:lnTo>
                  <a:lnTo>
                    <a:pt x="165868" y="545424"/>
                  </a:lnTo>
                  <a:lnTo>
                    <a:pt x="165774" y="545231"/>
                  </a:lnTo>
                  <a:lnTo>
                    <a:pt x="165396" y="544168"/>
                  </a:lnTo>
                  <a:lnTo>
                    <a:pt x="165112" y="543394"/>
                  </a:lnTo>
                  <a:lnTo>
                    <a:pt x="165018" y="543104"/>
                  </a:lnTo>
                  <a:lnTo>
                    <a:pt x="164923" y="542815"/>
                  </a:lnTo>
                  <a:lnTo>
                    <a:pt x="164734" y="542041"/>
                  </a:lnTo>
                  <a:lnTo>
                    <a:pt x="164640" y="541461"/>
                  </a:lnTo>
                  <a:lnTo>
                    <a:pt x="164640" y="541171"/>
                  </a:lnTo>
                  <a:lnTo>
                    <a:pt x="164545" y="540688"/>
                  </a:lnTo>
                  <a:lnTo>
                    <a:pt x="164451" y="540301"/>
                  </a:lnTo>
                  <a:lnTo>
                    <a:pt x="164451" y="539915"/>
                  </a:lnTo>
                  <a:lnTo>
                    <a:pt x="164451" y="539625"/>
                  </a:lnTo>
                  <a:lnTo>
                    <a:pt x="164451" y="538755"/>
                  </a:lnTo>
                  <a:lnTo>
                    <a:pt x="164451" y="538465"/>
                  </a:lnTo>
                  <a:lnTo>
                    <a:pt x="164356" y="538175"/>
                  </a:lnTo>
                  <a:lnTo>
                    <a:pt x="164356" y="537982"/>
                  </a:lnTo>
                  <a:lnTo>
                    <a:pt x="164356" y="536629"/>
                  </a:lnTo>
                  <a:lnTo>
                    <a:pt x="164262" y="535855"/>
                  </a:lnTo>
                  <a:lnTo>
                    <a:pt x="164262" y="535469"/>
                  </a:lnTo>
                  <a:lnTo>
                    <a:pt x="164262" y="535275"/>
                  </a:lnTo>
                  <a:lnTo>
                    <a:pt x="163978" y="534116"/>
                  </a:lnTo>
                  <a:lnTo>
                    <a:pt x="163789" y="533536"/>
                  </a:lnTo>
                  <a:lnTo>
                    <a:pt x="162844" y="532279"/>
                  </a:lnTo>
                  <a:lnTo>
                    <a:pt x="162655" y="531796"/>
                  </a:lnTo>
                  <a:lnTo>
                    <a:pt x="161898" y="529959"/>
                  </a:lnTo>
                  <a:lnTo>
                    <a:pt x="159252" y="526963"/>
                  </a:lnTo>
                  <a:lnTo>
                    <a:pt x="158023" y="525417"/>
                  </a:lnTo>
                  <a:lnTo>
                    <a:pt x="158023" y="525127"/>
                  </a:lnTo>
                  <a:lnTo>
                    <a:pt x="158118" y="524160"/>
                  </a:lnTo>
                  <a:lnTo>
                    <a:pt x="158212" y="523484"/>
                  </a:lnTo>
                  <a:lnTo>
                    <a:pt x="158590" y="522324"/>
                  </a:lnTo>
                  <a:lnTo>
                    <a:pt x="158779" y="521937"/>
                  </a:lnTo>
                  <a:lnTo>
                    <a:pt x="159252" y="521067"/>
                  </a:lnTo>
                  <a:lnTo>
                    <a:pt x="159252" y="520777"/>
                  </a:lnTo>
                  <a:lnTo>
                    <a:pt x="159441" y="520101"/>
                  </a:lnTo>
                  <a:lnTo>
                    <a:pt x="159157" y="518651"/>
                  </a:lnTo>
                  <a:lnTo>
                    <a:pt x="157929" y="518457"/>
                  </a:lnTo>
                  <a:lnTo>
                    <a:pt x="157456" y="518361"/>
                  </a:lnTo>
                  <a:lnTo>
                    <a:pt x="156133" y="514785"/>
                  </a:lnTo>
                  <a:lnTo>
                    <a:pt x="156038" y="514398"/>
                  </a:lnTo>
                  <a:lnTo>
                    <a:pt x="155849" y="513915"/>
                  </a:lnTo>
                  <a:lnTo>
                    <a:pt x="156038" y="512561"/>
                  </a:lnTo>
                  <a:lnTo>
                    <a:pt x="156794" y="508212"/>
                  </a:lnTo>
                  <a:lnTo>
                    <a:pt x="157645" y="504732"/>
                  </a:lnTo>
                  <a:lnTo>
                    <a:pt x="157739" y="504152"/>
                  </a:lnTo>
                  <a:lnTo>
                    <a:pt x="157739" y="503283"/>
                  </a:lnTo>
                  <a:lnTo>
                    <a:pt x="157645" y="502799"/>
                  </a:lnTo>
                  <a:lnTo>
                    <a:pt x="157361" y="502316"/>
                  </a:lnTo>
                  <a:lnTo>
                    <a:pt x="157078" y="502026"/>
                  </a:lnTo>
                  <a:lnTo>
                    <a:pt x="156511" y="501736"/>
                  </a:lnTo>
                  <a:lnTo>
                    <a:pt x="154431" y="500866"/>
                  </a:lnTo>
                  <a:lnTo>
                    <a:pt x="153580" y="500383"/>
                  </a:lnTo>
                  <a:lnTo>
                    <a:pt x="153202" y="499803"/>
                  </a:lnTo>
                  <a:lnTo>
                    <a:pt x="153108" y="499513"/>
                  </a:lnTo>
                  <a:lnTo>
                    <a:pt x="153108" y="498353"/>
                  </a:lnTo>
                  <a:lnTo>
                    <a:pt x="153108" y="498063"/>
                  </a:lnTo>
                  <a:lnTo>
                    <a:pt x="153108" y="497677"/>
                  </a:lnTo>
                  <a:lnTo>
                    <a:pt x="153297" y="495647"/>
                  </a:lnTo>
                  <a:lnTo>
                    <a:pt x="153391" y="494777"/>
                  </a:lnTo>
                  <a:lnTo>
                    <a:pt x="153297" y="494584"/>
                  </a:lnTo>
                  <a:lnTo>
                    <a:pt x="153202" y="493520"/>
                  </a:lnTo>
                  <a:lnTo>
                    <a:pt x="153013" y="493230"/>
                  </a:lnTo>
                  <a:lnTo>
                    <a:pt x="152541" y="491781"/>
                  </a:lnTo>
                  <a:lnTo>
                    <a:pt x="152446" y="491587"/>
                  </a:lnTo>
                  <a:lnTo>
                    <a:pt x="152257" y="491007"/>
                  </a:lnTo>
                  <a:lnTo>
                    <a:pt x="151974" y="490331"/>
                  </a:lnTo>
                  <a:lnTo>
                    <a:pt x="151312" y="488688"/>
                  </a:lnTo>
                  <a:lnTo>
                    <a:pt x="150461" y="486561"/>
                  </a:lnTo>
                  <a:lnTo>
                    <a:pt x="150083" y="485788"/>
                  </a:lnTo>
                  <a:lnTo>
                    <a:pt x="149421" y="484725"/>
                  </a:lnTo>
                  <a:lnTo>
                    <a:pt x="148476" y="484242"/>
                  </a:lnTo>
                  <a:lnTo>
                    <a:pt x="145168" y="482695"/>
                  </a:lnTo>
                  <a:lnTo>
                    <a:pt x="143939" y="482212"/>
                  </a:lnTo>
                  <a:lnTo>
                    <a:pt x="143088" y="481825"/>
                  </a:lnTo>
                  <a:lnTo>
                    <a:pt x="130422" y="483952"/>
                  </a:lnTo>
                  <a:lnTo>
                    <a:pt x="120875" y="485885"/>
                  </a:lnTo>
                  <a:lnTo>
                    <a:pt x="118701" y="486271"/>
                  </a:lnTo>
                  <a:lnTo>
                    <a:pt x="118418" y="486368"/>
                  </a:lnTo>
                  <a:lnTo>
                    <a:pt x="118323" y="485691"/>
                  </a:lnTo>
                  <a:lnTo>
                    <a:pt x="118134" y="484821"/>
                  </a:lnTo>
                  <a:lnTo>
                    <a:pt x="116906" y="479312"/>
                  </a:lnTo>
                  <a:lnTo>
                    <a:pt x="112368" y="458145"/>
                  </a:lnTo>
                  <a:lnTo>
                    <a:pt x="110951" y="451669"/>
                  </a:lnTo>
                  <a:lnTo>
                    <a:pt x="103294" y="452829"/>
                  </a:lnTo>
                  <a:lnTo>
                    <a:pt x="96772" y="453699"/>
                  </a:lnTo>
                  <a:lnTo>
                    <a:pt x="79947" y="456212"/>
                  </a:lnTo>
                  <a:lnTo>
                    <a:pt x="77584" y="456502"/>
                  </a:lnTo>
                  <a:lnTo>
                    <a:pt x="73141" y="457178"/>
                  </a:lnTo>
                  <a:lnTo>
                    <a:pt x="64634" y="458435"/>
                  </a:lnTo>
                  <a:lnTo>
                    <a:pt x="58207" y="459305"/>
                  </a:lnTo>
                  <a:lnTo>
                    <a:pt x="39964" y="462011"/>
                  </a:lnTo>
                  <a:lnTo>
                    <a:pt x="39775" y="460851"/>
                  </a:lnTo>
                  <a:lnTo>
                    <a:pt x="39397" y="458725"/>
                  </a:lnTo>
                  <a:lnTo>
                    <a:pt x="39302" y="458435"/>
                  </a:lnTo>
                  <a:lnTo>
                    <a:pt x="39208" y="457468"/>
                  </a:lnTo>
                  <a:lnTo>
                    <a:pt x="36939" y="443453"/>
                  </a:lnTo>
                  <a:lnTo>
                    <a:pt x="36466" y="440650"/>
                  </a:lnTo>
                  <a:lnTo>
                    <a:pt x="33914" y="424605"/>
                  </a:lnTo>
                  <a:lnTo>
                    <a:pt x="33631" y="423156"/>
                  </a:lnTo>
                  <a:lnTo>
                    <a:pt x="33536" y="422479"/>
                  </a:lnTo>
                  <a:lnTo>
                    <a:pt x="33064" y="419193"/>
                  </a:lnTo>
                  <a:lnTo>
                    <a:pt x="32497" y="415036"/>
                  </a:lnTo>
                  <a:lnTo>
                    <a:pt x="32402" y="413683"/>
                  </a:lnTo>
                  <a:lnTo>
                    <a:pt x="32402" y="412137"/>
                  </a:lnTo>
                  <a:lnTo>
                    <a:pt x="32307" y="411654"/>
                  </a:lnTo>
                  <a:lnTo>
                    <a:pt x="32307" y="410590"/>
                  </a:lnTo>
                  <a:lnTo>
                    <a:pt x="32307" y="410397"/>
                  </a:lnTo>
                  <a:lnTo>
                    <a:pt x="32307" y="409430"/>
                  </a:lnTo>
                  <a:lnTo>
                    <a:pt x="32307" y="408077"/>
                  </a:lnTo>
                  <a:lnTo>
                    <a:pt x="32213" y="406627"/>
                  </a:lnTo>
                  <a:lnTo>
                    <a:pt x="32024" y="404984"/>
                  </a:lnTo>
                  <a:lnTo>
                    <a:pt x="31646" y="402568"/>
                  </a:lnTo>
                  <a:lnTo>
                    <a:pt x="30417" y="394546"/>
                  </a:lnTo>
                  <a:lnTo>
                    <a:pt x="29188" y="386523"/>
                  </a:lnTo>
                  <a:lnTo>
                    <a:pt x="27109" y="373088"/>
                  </a:lnTo>
                  <a:lnTo>
                    <a:pt x="26920" y="371348"/>
                  </a:lnTo>
                  <a:lnTo>
                    <a:pt x="25974" y="365646"/>
                  </a:lnTo>
                  <a:lnTo>
                    <a:pt x="25124" y="359943"/>
                  </a:lnTo>
                  <a:lnTo>
                    <a:pt x="24935" y="358880"/>
                  </a:lnTo>
                  <a:lnTo>
                    <a:pt x="24651" y="356560"/>
                  </a:lnTo>
                  <a:lnTo>
                    <a:pt x="24178" y="353564"/>
                  </a:lnTo>
                  <a:lnTo>
                    <a:pt x="23517" y="349408"/>
                  </a:lnTo>
                  <a:lnTo>
                    <a:pt x="22855" y="345155"/>
                  </a:lnTo>
                  <a:lnTo>
                    <a:pt x="22477" y="342159"/>
                  </a:lnTo>
                  <a:lnTo>
                    <a:pt x="20965" y="332300"/>
                  </a:lnTo>
                  <a:lnTo>
                    <a:pt x="19925" y="325824"/>
                  </a:lnTo>
                  <a:lnTo>
                    <a:pt x="19641" y="323987"/>
                  </a:lnTo>
                  <a:lnTo>
                    <a:pt x="19547" y="323021"/>
                  </a:lnTo>
                  <a:lnTo>
                    <a:pt x="18696" y="317511"/>
                  </a:lnTo>
                  <a:lnTo>
                    <a:pt x="18318" y="315385"/>
                  </a:lnTo>
                  <a:lnTo>
                    <a:pt x="17373" y="308909"/>
                  </a:lnTo>
                  <a:lnTo>
                    <a:pt x="16711" y="304366"/>
                  </a:lnTo>
                  <a:lnTo>
                    <a:pt x="15766" y="298374"/>
                  </a:lnTo>
                  <a:lnTo>
                    <a:pt x="15577" y="297311"/>
                  </a:lnTo>
                  <a:lnTo>
                    <a:pt x="15577" y="297021"/>
                  </a:lnTo>
                  <a:lnTo>
                    <a:pt x="15388" y="296151"/>
                  </a:lnTo>
                  <a:lnTo>
                    <a:pt x="14915" y="292961"/>
                  </a:lnTo>
                  <a:lnTo>
                    <a:pt x="13875" y="286292"/>
                  </a:lnTo>
                  <a:lnTo>
                    <a:pt x="13592" y="284552"/>
                  </a:lnTo>
                  <a:lnTo>
                    <a:pt x="13497" y="283876"/>
                  </a:lnTo>
                  <a:lnTo>
                    <a:pt x="13497" y="283682"/>
                  </a:lnTo>
                  <a:lnTo>
                    <a:pt x="13025" y="280783"/>
                  </a:lnTo>
                  <a:lnTo>
                    <a:pt x="10662" y="265318"/>
                  </a:lnTo>
                  <a:lnTo>
                    <a:pt x="10567" y="264158"/>
                  </a:lnTo>
                  <a:lnTo>
                    <a:pt x="4329" y="222789"/>
                  </a:lnTo>
                  <a:lnTo>
                    <a:pt x="0" y="193935"/>
                  </a:lnTo>
                  <a:lnTo>
                    <a:pt x="0" y="161782"/>
                  </a:lnTo>
                  <a:lnTo>
                    <a:pt x="9622" y="160544"/>
                  </a:lnTo>
                  <a:lnTo>
                    <a:pt x="49700" y="154164"/>
                  </a:lnTo>
                  <a:lnTo>
                    <a:pt x="50456" y="154068"/>
                  </a:lnTo>
                  <a:lnTo>
                    <a:pt x="50739" y="155518"/>
                  </a:lnTo>
                  <a:lnTo>
                    <a:pt x="50928" y="155614"/>
                  </a:lnTo>
                  <a:lnTo>
                    <a:pt x="51874" y="155904"/>
                  </a:lnTo>
                  <a:lnTo>
                    <a:pt x="55655" y="157161"/>
                  </a:lnTo>
                  <a:lnTo>
                    <a:pt x="58207" y="157934"/>
                  </a:lnTo>
                  <a:lnTo>
                    <a:pt x="58490" y="158031"/>
                  </a:lnTo>
                  <a:lnTo>
                    <a:pt x="58679" y="158031"/>
                  </a:lnTo>
                  <a:lnTo>
                    <a:pt x="67565" y="155518"/>
                  </a:lnTo>
                  <a:lnTo>
                    <a:pt x="70306" y="154744"/>
                  </a:lnTo>
                  <a:lnTo>
                    <a:pt x="70873" y="154648"/>
                  </a:lnTo>
                  <a:lnTo>
                    <a:pt x="73047" y="154068"/>
                  </a:lnTo>
                  <a:lnTo>
                    <a:pt x="73519" y="154068"/>
                  </a:lnTo>
                  <a:lnTo>
                    <a:pt x="73141" y="152715"/>
                  </a:lnTo>
                  <a:lnTo>
                    <a:pt x="73047" y="152038"/>
                  </a:lnTo>
                  <a:lnTo>
                    <a:pt x="73141" y="151458"/>
                  </a:lnTo>
                  <a:lnTo>
                    <a:pt x="73519" y="150491"/>
                  </a:lnTo>
                  <a:lnTo>
                    <a:pt x="74370" y="147882"/>
                  </a:lnTo>
                  <a:lnTo>
                    <a:pt x="75504" y="144499"/>
                  </a:lnTo>
                  <a:lnTo>
                    <a:pt x="77111" y="139859"/>
                  </a:lnTo>
                  <a:lnTo>
                    <a:pt x="77206" y="139376"/>
                  </a:lnTo>
                  <a:lnTo>
                    <a:pt x="77773" y="138893"/>
                  </a:lnTo>
                  <a:lnTo>
                    <a:pt x="79002" y="137733"/>
                  </a:lnTo>
                  <a:lnTo>
                    <a:pt x="79191" y="137540"/>
                  </a:lnTo>
                  <a:lnTo>
                    <a:pt x="79758" y="137056"/>
                  </a:lnTo>
                  <a:lnTo>
                    <a:pt x="80042" y="137346"/>
                  </a:lnTo>
                  <a:lnTo>
                    <a:pt x="80231" y="137540"/>
                  </a:lnTo>
                  <a:lnTo>
                    <a:pt x="80325" y="137830"/>
                  </a:lnTo>
                  <a:lnTo>
                    <a:pt x="80420" y="138023"/>
                  </a:lnTo>
                  <a:lnTo>
                    <a:pt x="80231" y="138313"/>
                  </a:lnTo>
                  <a:lnTo>
                    <a:pt x="80420" y="138313"/>
                  </a:lnTo>
                  <a:lnTo>
                    <a:pt x="80703" y="138410"/>
                  </a:lnTo>
                  <a:lnTo>
                    <a:pt x="81081" y="138410"/>
                  </a:lnTo>
                  <a:lnTo>
                    <a:pt x="82121" y="138893"/>
                  </a:lnTo>
                  <a:lnTo>
                    <a:pt x="85524" y="138796"/>
                  </a:lnTo>
                  <a:lnTo>
                    <a:pt x="85807" y="138506"/>
                  </a:lnTo>
                  <a:lnTo>
                    <a:pt x="86280" y="138120"/>
                  </a:lnTo>
                  <a:lnTo>
                    <a:pt x="87225" y="135510"/>
                  </a:lnTo>
                  <a:lnTo>
                    <a:pt x="87981" y="135607"/>
                  </a:lnTo>
                  <a:lnTo>
                    <a:pt x="88171" y="135220"/>
                  </a:lnTo>
                  <a:lnTo>
                    <a:pt x="88171" y="135027"/>
                  </a:lnTo>
                  <a:lnTo>
                    <a:pt x="88171" y="134543"/>
                  </a:lnTo>
                  <a:lnTo>
                    <a:pt x="88076" y="134157"/>
                  </a:lnTo>
                  <a:lnTo>
                    <a:pt x="88076" y="133867"/>
                  </a:lnTo>
                  <a:lnTo>
                    <a:pt x="88171" y="133094"/>
                  </a:lnTo>
                  <a:lnTo>
                    <a:pt x="88454" y="132610"/>
                  </a:lnTo>
                  <a:lnTo>
                    <a:pt x="89021" y="131837"/>
                  </a:lnTo>
                  <a:lnTo>
                    <a:pt x="89210" y="131450"/>
                  </a:lnTo>
                  <a:lnTo>
                    <a:pt x="89588" y="131064"/>
                  </a:lnTo>
                  <a:lnTo>
                    <a:pt x="90534" y="130291"/>
                  </a:lnTo>
                  <a:lnTo>
                    <a:pt x="92235" y="128937"/>
                  </a:lnTo>
                  <a:lnTo>
                    <a:pt x="94031" y="127198"/>
                  </a:lnTo>
                  <a:lnTo>
                    <a:pt x="95071" y="126521"/>
                  </a:lnTo>
                  <a:lnTo>
                    <a:pt x="95921" y="125844"/>
                  </a:lnTo>
                  <a:lnTo>
                    <a:pt x="96489" y="124395"/>
                  </a:lnTo>
                  <a:lnTo>
                    <a:pt x="98474" y="123138"/>
                  </a:lnTo>
                  <a:lnTo>
                    <a:pt x="99041" y="122848"/>
                  </a:lnTo>
                  <a:lnTo>
                    <a:pt x="100648" y="122172"/>
                  </a:lnTo>
                  <a:lnTo>
                    <a:pt x="101120" y="121978"/>
                  </a:lnTo>
                  <a:lnTo>
                    <a:pt x="102633" y="121592"/>
                  </a:lnTo>
                  <a:lnTo>
                    <a:pt x="104712" y="120528"/>
                  </a:lnTo>
                  <a:lnTo>
                    <a:pt x="106603" y="119562"/>
                  </a:lnTo>
                  <a:lnTo>
                    <a:pt x="107075" y="119272"/>
                  </a:lnTo>
                  <a:lnTo>
                    <a:pt x="107737" y="118982"/>
                  </a:lnTo>
                  <a:lnTo>
                    <a:pt x="108871" y="118499"/>
                  </a:lnTo>
                  <a:lnTo>
                    <a:pt x="113125" y="115889"/>
                  </a:lnTo>
                  <a:lnTo>
                    <a:pt x="113408" y="115599"/>
                  </a:lnTo>
                  <a:lnTo>
                    <a:pt x="113786" y="115212"/>
                  </a:lnTo>
                  <a:lnTo>
                    <a:pt x="115677" y="113376"/>
                  </a:lnTo>
                  <a:lnTo>
                    <a:pt x="118418" y="110186"/>
                  </a:lnTo>
                  <a:lnTo>
                    <a:pt x="120592" y="106320"/>
                  </a:lnTo>
                  <a:lnTo>
                    <a:pt x="121726" y="103904"/>
                  </a:lnTo>
                  <a:lnTo>
                    <a:pt x="123806" y="102454"/>
                  </a:lnTo>
                  <a:lnTo>
                    <a:pt x="125791" y="99748"/>
                  </a:lnTo>
                  <a:lnTo>
                    <a:pt x="127209" y="94528"/>
                  </a:lnTo>
                  <a:lnTo>
                    <a:pt x="128154" y="87472"/>
                  </a:lnTo>
                  <a:lnTo>
                    <a:pt x="129761" y="85926"/>
                  </a:lnTo>
                  <a:lnTo>
                    <a:pt x="134581" y="84669"/>
                  </a:lnTo>
                  <a:lnTo>
                    <a:pt x="136850" y="83799"/>
                  </a:lnTo>
                  <a:lnTo>
                    <a:pt x="139780" y="81770"/>
                  </a:lnTo>
                  <a:lnTo>
                    <a:pt x="143656" y="80610"/>
                  </a:lnTo>
                  <a:lnTo>
                    <a:pt x="151217" y="76550"/>
                  </a:lnTo>
                  <a:lnTo>
                    <a:pt x="159157" y="71138"/>
                  </a:lnTo>
                  <a:lnTo>
                    <a:pt x="164829" y="66208"/>
                  </a:lnTo>
                  <a:lnTo>
                    <a:pt x="167570" y="61955"/>
                  </a:lnTo>
                  <a:lnTo>
                    <a:pt x="171540" y="55286"/>
                  </a:lnTo>
                  <a:lnTo>
                    <a:pt x="182410" y="50067"/>
                  </a:lnTo>
                  <a:lnTo>
                    <a:pt x="184206" y="49100"/>
                  </a:lnTo>
                  <a:lnTo>
                    <a:pt x="191390" y="48230"/>
                  </a:lnTo>
                  <a:lnTo>
                    <a:pt x="199424" y="47167"/>
                  </a:lnTo>
                  <a:lnTo>
                    <a:pt x="204812" y="46104"/>
                  </a:lnTo>
                  <a:lnTo>
                    <a:pt x="207931" y="46297"/>
                  </a:lnTo>
                  <a:lnTo>
                    <a:pt x="214453" y="44268"/>
                  </a:lnTo>
                  <a:lnTo>
                    <a:pt x="218896" y="43784"/>
                  </a:lnTo>
                  <a:lnTo>
                    <a:pt x="225985" y="44268"/>
                  </a:lnTo>
                  <a:lnTo>
                    <a:pt x="235910" y="45814"/>
                  </a:lnTo>
                  <a:lnTo>
                    <a:pt x="240164" y="42141"/>
                  </a:lnTo>
                  <a:lnTo>
                    <a:pt x="245362" y="39725"/>
                  </a:lnTo>
                  <a:lnTo>
                    <a:pt x="250467" y="38275"/>
                  </a:lnTo>
                  <a:lnTo>
                    <a:pt x="261337" y="36535"/>
                  </a:lnTo>
                  <a:lnTo>
                    <a:pt x="263700" y="34795"/>
                  </a:lnTo>
                  <a:lnTo>
                    <a:pt x="267386" y="33442"/>
                  </a:lnTo>
                  <a:lnTo>
                    <a:pt x="273814" y="31992"/>
                  </a:lnTo>
                  <a:lnTo>
                    <a:pt x="279863" y="27933"/>
                  </a:lnTo>
                  <a:lnTo>
                    <a:pt x="288559" y="22423"/>
                  </a:lnTo>
                  <a:lnTo>
                    <a:pt x="291395" y="20007"/>
                  </a:lnTo>
                  <a:lnTo>
                    <a:pt x="294136" y="18557"/>
                  </a:lnTo>
                  <a:lnTo>
                    <a:pt x="298673" y="14401"/>
                  </a:lnTo>
                  <a:lnTo>
                    <a:pt x="305195" y="13241"/>
                  </a:lnTo>
                  <a:lnTo>
                    <a:pt x="317767" y="13821"/>
                  </a:lnTo>
                  <a:lnTo>
                    <a:pt x="327692" y="14111"/>
                  </a:lnTo>
                  <a:lnTo>
                    <a:pt x="332418" y="13725"/>
                  </a:lnTo>
                  <a:lnTo>
                    <a:pt x="341020" y="1933"/>
                  </a:lnTo>
                  <a:lnTo>
                    <a:pt x="352173" y="0"/>
                  </a:lnTo>
                  <a:lnTo>
                    <a:pt x="348014" y="17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852409" y="3852858"/>
              <a:ext cx="253605" cy="278656"/>
            </a:xfrm>
            <a:custGeom>
              <a:avLst/>
              <a:pathLst>
                <a:path w="253605" h="278656">
                  <a:moveTo>
                    <a:pt x="239615" y="12371"/>
                  </a:moveTo>
                  <a:lnTo>
                    <a:pt x="239048" y="15464"/>
                  </a:lnTo>
                  <a:lnTo>
                    <a:pt x="238954" y="15948"/>
                  </a:lnTo>
                  <a:lnTo>
                    <a:pt x="238103" y="21650"/>
                  </a:lnTo>
                  <a:lnTo>
                    <a:pt x="236118" y="33635"/>
                  </a:lnTo>
                  <a:lnTo>
                    <a:pt x="236496" y="35859"/>
                  </a:lnTo>
                  <a:lnTo>
                    <a:pt x="236496" y="36245"/>
                  </a:lnTo>
                  <a:lnTo>
                    <a:pt x="236969" y="39048"/>
                  </a:lnTo>
                  <a:lnTo>
                    <a:pt x="237063" y="39725"/>
                  </a:lnTo>
                  <a:lnTo>
                    <a:pt x="237252" y="41175"/>
                  </a:lnTo>
                  <a:lnTo>
                    <a:pt x="237347" y="41755"/>
                  </a:lnTo>
                  <a:lnTo>
                    <a:pt x="237441" y="42044"/>
                  </a:lnTo>
                  <a:lnTo>
                    <a:pt x="237441" y="42528"/>
                  </a:lnTo>
                  <a:lnTo>
                    <a:pt x="237630" y="43688"/>
                  </a:lnTo>
                  <a:lnTo>
                    <a:pt x="237725" y="43978"/>
                  </a:lnTo>
                  <a:lnTo>
                    <a:pt x="239804" y="57703"/>
                  </a:lnTo>
                  <a:lnTo>
                    <a:pt x="240088" y="59926"/>
                  </a:lnTo>
                  <a:lnTo>
                    <a:pt x="240182" y="60216"/>
                  </a:lnTo>
                  <a:lnTo>
                    <a:pt x="241695" y="70751"/>
                  </a:lnTo>
                  <a:lnTo>
                    <a:pt x="243302" y="81093"/>
                  </a:lnTo>
                  <a:lnTo>
                    <a:pt x="244341" y="87762"/>
                  </a:lnTo>
                  <a:lnTo>
                    <a:pt x="244530" y="89212"/>
                  </a:lnTo>
                  <a:lnTo>
                    <a:pt x="244720" y="90565"/>
                  </a:lnTo>
                  <a:lnTo>
                    <a:pt x="244814" y="90855"/>
                  </a:lnTo>
                  <a:lnTo>
                    <a:pt x="244909" y="91725"/>
                  </a:lnTo>
                  <a:lnTo>
                    <a:pt x="245003" y="92402"/>
                  </a:lnTo>
                  <a:lnTo>
                    <a:pt x="245381" y="95011"/>
                  </a:lnTo>
                  <a:lnTo>
                    <a:pt x="245854" y="98201"/>
                  </a:lnTo>
                  <a:lnTo>
                    <a:pt x="246043" y="98974"/>
                  </a:lnTo>
                  <a:lnTo>
                    <a:pt x="246137" y="99941"/>
                  </a:lnTo>
                  <a:lnTo>
                    <a:pt x="246232" y="100714"/>
                  </a:lnTo>
                  <a:lnTo>
                    <a:pt x="246326" y="101197"/>
                  </a:lnTo>
                  <a:lnTo>
                    <a:pt x="246326" y="101391"/>
                  </a:lnTo>
                  <a:lnTo>
                    <a:pt x="246515" y="102164"/>
                  </a:lnTo>
                  <a:lnTo>
                    <a:pt x="247083" y="106417"/>
                  </a:lnTo>
                  <a:lnTo>
                    <a:pt x="247461" y="108447"/>
                  </a:lnTo>
                  <a:lnTo>
                    <a:pt x="247650" y="109606"/>
                  </a:lnTo>
                  <a:lnTo>
                    <a:pt x="247933" y="111636"/>
                  </a:lnTo>
                  <a:lnTo>
                    <a:pt x="248217" y="113956"/>
                  </a:lnTo>
                  <a:lnTo>
                    <a:pt x="249351" y="121398"/>
                  </a:lnTo>
                  <a:lnTo>
                    <a:pt x="249446" y="121882"/>
                  </a:lnTo>
                  <a:lnTo>
                    <a:pt x="251903" y="139279"/>
                  </a:lnTo>
                  <a:lnTo>
                    <a:pt x="253416" y="149718"/>
                  </a:lnTo>
                  <a:lnTo>
                    <a:pt x="253605" y="151168"/>
                  </a:lnTo>
                  <a:lnTo>
                    <a:pt x="252848" y="151361"/>
                  </a:lnTo>
                  <a:lnTo>
                    <a:pt x="251903" y="151458"/>
                  </a:lnTo>
                  <a:lnTo>
                    <a:pt x="241695" y="153005"/>
                  </a:lnTo>
                  <a:lnTo>
                    <a:pt x="239804" y="153294"/>
                  </a:lnTo>
                  <a:lnTo>
                    <a:pt x="233755" y="154164"/>
                  </a:lnTo>
                  <a:lnTo>
                    <a:pt x="232526" y="154358"/>
                  </a:lnTo>
                  <a:lnTo>
                    <a:pt x="232148" y="154454"/>
                  </a:lnTo>
                  <a:lnTo>
                    <a:pt x="221089" y="156097"/>
                  </a:lnTo>
                  <a:lnTo>
                    <a:pt x="215417" y="156871"/>
                  </a:lnTo>
                  <a:lnTo>
                    <a:pt x="207477" y="157934"/>
                  </a:lnTo>
                  <a:lnTo>
                    <a:pt x="202279" y="158514"/>
                  </a:lnTo>
                  <a:lnTo>
                    <a:pt x="201428" y="169049"/>
                  </a:lnTo>
                  <a:lnTo>
                    <a:pt x="200577" y="180648"/>
                  </a:lnTo>
                  <a:lnTo>
                    <a:pt x="186777" y="182774"/>
                  </a:lnTo>
                  <a:lnTo>
                    <a:pt x="183752" y="183161"/>
                  </a:lnTo>
                  <a:lnTo>
                    <a:pt x="173449" y="182581"/>
                  </a:lnTo>
                  <a:lnTo>
                    <a:pt x="165509" y="182291"/>
                  </a:lnTo>
                  <a:lnTo>
                    <a:pt x="164375" y="182194"/>
                  </a:lnTo>
                  <a:lnTo>
                    <a:pt x="159460" y="182001"/>
                  </a:lnTo>
                  <a:lnTo>
                    <a:pt x="157475" y="183837"/>
                  </a:lnTo>
                  <a:lnTo>
                    <a:pt x="151709" y="188864"/>
                  </a:lnTo>
                  <a:lnTo>
                    <a:pt x="146605" y="193406"/>
                  </a:lnTo>
                  <a:lnTo>
                    <a:pt x="143107" y="196499"/>
                  </a:lnTo>
                  <a:lnTo>
                    <a:pt x="142918" y="196693"/>
                  </a:lnTo>
                  <a:lnTo>
                    <a:pt x="139610" y="199689"/>
                  </a:lnTo>
                  <a:lnTo>
                    <a:pt x="137625" y="201332"/>
                  </a:lnTo>
                  <a:lnTo>
                    <a:pt x="137341" y="201622"/>
                  </a:lnTo>
                  <a:lnTo>
                    <a:pt x="136963" y="202009"/>
                  </a:lnTo>
                  <a:lnTo>
                    <a:pt x="136018" y="202975"/>
                  </a:lnTo>
                  <a:lnTo>
                    <a:pt x="134317" y="204425"/>
                  </a:lnTo>
                  <a:lnTo>
                    <a:pt x="130347" y="208968"/>
                  </a:lnTo>
                  <a:lnTo>
                    <a:pt x="128362" y="211384"/>
                  </a:lnTo>
                  <a:lnTo>
                    <a:pt x="127984" y="211867"/>
                  </a:lnTo>
                  <a:lnTo>
                    <a:pt x="125053" y="216604"/>
                  </a:lnTo>
                  <a:lnTo>
                    <a:pt x="123447" y="219793"/>
                  </a:lnTo>
                  <a:lnTo>
                    <a:pt x="121083" y="224336"/>
                  </a:lnTo>
                  <a:lnTo>
                    <a:pt x="120800" y="224819"/>
                  </a:lnTo>
                  <a:lnTo>
                    <a:pt x="118626" y="229169"/>
                  </a:lnTo>
                  <a:lnTo>
                    <a:pt x="113144" y="239897"/>
                  </a:lnTo>
                  <a:lnTo>
                    <a:pt x="111348" y="243474"/>
                  </a:lnTo>
                  <a:lnTo>
                    <a:pt x="103313" y="259615"/>
                  </a:lnTo>
                  <a:lnTo>
                    <a:pt x="101139" y="264158"/>
                  </a:lnTo>
                  <a:lnTo>
                    <a:pt x="93483" y="278656"/>
                  </a:lnTo>
                  <a:lnTo>
                    <a:pt x="86772" y="274113"/>
                  </a:lnTo>
                  <a:lnTo>
                    <a:pt x="82707" y="271310"/>
                  </a:lnTo>
                  <a:lnTo>
                    <a:pt x="82424" y="271117"/>
                  </a:lnTo>
                  <a:lnTo>
                    <a:pt x="80911" y="270054"/>
                  </a:lnTo>
                  <a:lnTo>
                    <a:pt x="79966" y="269377"/>
                  </a:lnTo>
                  <a:lnTo>
                    <a:pt x="78454" y="268411"/>
                  </a:lnTo>
                  <a:lnTo>
                    <a:pt x="77508" y="267734"/>
                  </a:lnTo>
                  <a:lnTo>
                    <a:pt x="77225" y="267541"/>
                  </a:lnTo>
                  <a:lnTo>
                    <a:pt x="76847" y="267251"/>
                  </a:lnTo>
                  <a:lnTo>
                    <a:pt x="74484" y="265704"/>
                  </a:lnTo>
                  <a:lnTo>
                    <a:pt x="71931" y="263868"/>
                  </a:lnTo>
                  <a:lnTo>
                    <a:pt x="69285" y="262128"/>
                  </a:lnTo>
                  <a:lnTo>
                    <a:pt x="65788" y="259615"/>
                  </a:lnTo>
                  <a:lnTo>
                    <a:pt x="64653" y="258939"/>
                  </a:lnTo>
                  <a:lnTo>
                    <a:pt x="64275" y="258649"/>
                  </a:lnTo>
                  <a:lnTo>
                    <a:pt x="61534" y="256812"/>
                  </a:lnTo>
                  <a:lnTo>
                    <a:pt x="59549" y="255459"/>
                  </a:lnTo>
                  <a:lnTo>
                    <a:pt x="55579" y="252753"/>
                  </a:lnTo>
                  <a:lnTo>
                    <a:pt x="51420" y="249853"/>
                  </a:lnTo>
                  <a:lnTo>
                    <a:pt x="50664" y="249466"/>
                  </a:lnTo>
                  <a:lnTo>
                    <a:pt x="42251" y="243667"/>
                  </a:lnTo>
                  <a:lnTo>
                    <a:pt x="26939" y="233518"/>
                  </a:lnTo>
                  <a:lnTo>
                    <a:pt x="14462" y="225399"/>
                  </a:lnTo>
                  <a:lnTo>
                    <a:pt x="378" y="215540"/>
                  </a:lnTo>
                  <a:lnTo>
                    <a:pt x="0" y="215250"/>
                  </a:lnTo>
                  <a:lnTo>
                    <a:pt x="3780" y="210708"/>
                  </a:lnTo>
                  <a:lnTo>
                    <a:pt x="8034" y="205392"/>
                  </a:lnTo>
                  <a:lnTo>
                    <a:pt x="14840" y="197079"/>
                  </a:lnTo>
                  <a:lnTo>
                    <a:pt x="15690" y="195919"/>
                  </a:lnTo>
                  <a:lnTo>
                    <a:pt x="23725" y="186061"/>
                  </a:lnTo>
                  <a:lnTo>
                    <a:pt x="30530" y="177652"/>
                  </a:lnTo>
                  <a:lnTo>
                    <a:pt x="30625" y="177458"/>
                  </a:lnTo>
                  <a:lnTo>
                    <a:pt x="38187" y="168179"/>
                  </a:lnTo>
                  <a:lnTo>
                    <a:pt x="39132" y="167020"/>
                  </a:lnTo>
                  <a:lnTo>
                    <a:pt x="45276" y="158707"/>
                  </a:lnTo>
                  <a:lnTo>
                    <a:pt x="52176" y="150878"/>
                  </a:lnTo>
                  <a:lnTo>
                    <a:pt x="52271" y="150685"/>
                  </a:lnTo>
                  <a:lnTo>
                    <a:pt x="57469" y="144209"/>
                  </a:lnTo>
                  <a:lnTo>
                    <a:pt x="58226" y="143339"/>
                  </a:lnTo>
                  <a:lnTo>
                    <a:pt x="61912" y="138700"/>
                  </a:lnTo>
                  <a:lnTo>
                    <a:pt x="65788" y="133867"/>
                  </a:lnTo>
                  <a:lnTo>
                    <a:pt x="73444" y="124298"/>
                  </a:lnTo>
                  <a:lnTo>
                    <a:pt x="81100" y="114729"/>
                  </a:lnTo>
                  <a:lnTo>
                    <a:pt x="85070" y="109800"/>
                  </a:lnTo>
                  <a:lnTo>
                    <a:pt x="88284" y="105837"/>
                  </a:lnTo>
                  <a:lnTo>
                    <a:pt x="88757" y="105160"/>
                  </a:lnTo>
                  <a:lnTo>
                    <a:pt x="96318" y="95881"/>
                  </a:lnTo>
                  <a:lnTo>
                    <a:pt x="100194" y="90952"/>
                  </a:lnTo>
                  <a:lnTo>
                    <a:pt x="103786" y="86506"/>
                  </a:lnTo>
                  <a:lnTo>
                    <a:pt x="103880" y="86313"/>
                  </a:lnTo>
                  <a:lnTo>
                    <a:pt x="111631" y="76744"/>
                  </a:lnTo>
                  <a:lnTo>
                    <a:pt x="119193" y="67368"/>
                  </a:lnTo>
                  <a:lnTo>
                    <a:pt x="119382" y="67078"/>
                  </a:lnTo>
                  <a:lnTo>
                    <a:pt x="126755" y="57799"/>
                  </a:lnTo>
                  <a:lnTo>
                    <a:pt x="134317" y="48520"/>
                  </a:lnTo>
                  <a:lnTo>
                    <a:pt x="134695" y="48037"/>
                  </a:lnTo>
                  <a:lnTo>
                    <a:pt x="142162" y="38952"/>
                  </a:lnTo>
                  <a:lnTo>
                    <a:pt x="150007" y="29189"/>
                  </a:lnTo>
                  <a:lnTo>
                    <a:pt x="157947" y="19524"/>
                  </a:lnTo>
                  <a:lnTo>
                    <a:pt x="165226" y="10052"/>
                  </a:lnTo>
                  <a:lnTo>
                    <a:pt x="165887" y="10535"/>
                  </a:lnTo>
                  <a:lnTo>
                    <a:pt x="183563" y="8119"/>
                  </a:lnTo>
                  <a:lnTo>
                    <a:pt x="185359" y="7829"/>
                  </a:lnTo>
                  <a:lnTo>
                    <a:pt x="186777" y="7635"/>
                  </a:lnTo>
                  <a:lnTo>
                    <a:pt x="200105" y="5702"/>
                  </a:lnTo>
                  <a:lnTo>
                    <a:pt x="200672" y="5605"/>
                  </a:lnTo>
                  <a:lnTo>
                    <a:pt x="201428" y="5509"/>
                  </a:lnTo>
                  <a:lnTo>
                    <a:pt x="203886" y="5219"/>
                  </a:lnTo>
                  <a:lnTo>
                    <a:pt x="214945" y="3672"/>
                  </a:lnTo>
                  <a:lnTo>
                    <a:pt x="224681" y="2319"/>
                  </a:lnTo>
                  <a:lnTo>
                    <a:pt x="232337" y="1256"/>
                  </a:lnTo>
                  <a:lnTo>
                    <a:pt x="232526" y="1256"/>
                  </a:lnTo>
                  <a:lnTo>
                    <a:pt x="233755" y="1063"/>
                  </a:lnTo>
                  <a:lnTo>
                    <a:pt x="241789" y="0"/>
                  </a:lnTo>
                  <a:lnTo>
                    <a:pt x="241317" y="2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675326" y="3781237"/>
              <a:ext cx="873486" cy="644786"/>
            </a:xfrm>
            <a:custGeom>
              <a:avLst/>
              <a:pathLst>
                <a:path w="873486" h="644786">
                  <a:moveTo>
                    <a:pt x="302379" y="6765"/>
                  </a:moveTo>
                  <a:lnTo>
                    <a:pt x="302757" y="7442"/>
                  </a:lnTo>
                  <a:lnTo>
                    <a:pt x="303796" y="9182"/>
                  </a:lnTo>
                  <a:lnTo>
                    <a:pt x="305214" y="11598"/>
                  </a:lnTo>
                  <a:lnTo>
                    <a:pt x="311358" y="22134"/>
                  </a:lnTo>
                  <a:lnTo>
                    <a:pt x="312303" y="23873"/>
                  </a:lnTo>
                  <a:lnTo>
                    <a:pt x="313060" y="25130"/>
                  </a:lnTo>
                  <a:lnTo>
                    <a:pt x="319865" y="36922"/>
                  </a:lnTo>
                  <a:lnTo>
                    <a:pt x="320621" y="38082"/>
                  </a:lnTo>
                  <a:lnTo>
                    <a:pt x="324497" y="44944"/>
                  </a:lnTo>
                  <a:lnTo>
                    <a:pt x="328467" y="51807"/>
                  </a:lnTo>
                  <a:lnTo>
                    <a:pt x="328656" y="52193"/>
                  </a:lnTo>
                  <a:lnTo>
                    <a:pt x="329129" y="52966"/>
                  </a:lnTo>
                  <a:lnTo>
                    <a:pt x="331208" y="57026"/>
                  </a:lnTo>
                  <a:lnTo>
                    <a:pt x="332059" y="58669"/>
                  </a:lnTo>
                  <a:lnTo>
                    <a:pt x="338959" y="70944"/>
                  </a:lnTo>
                  <a:lnTo>
                    <a:pt x="339904" y="74327"/>
                  </a:lnTo>
                  <a:lnTo>
                    <a:pt x="340471" y="75777"/>
                  </a:lnTo>
                  <a:lnTo>
                    <a:pt x="346615" y="78580"/>
                  </a:lnTo>
                  <a:lnTo>
                    <a:pt x="375256" y="70461"/>
                  </a:lnTo>
                  <a:lnTo>
                    <a:pt x="377808" y="69688"/>
                  </a:lnTo>
                  <a:lnTo>
                    <a:pt x="379415" y="69784"/>
                  </a:lnTo>
                  <a:lnTo>
                    <a:pt x="380076" y="69784"/>
                  </a:lnTo>
                  <a:lnTo>
                    <a:pt x="382534" y="69398"/>
                  </a:lnTo>
                  <a:lnTo>
                    <a:pt x="383857" y="69301"/>
                  </a:lnTo>
                  <a:lnTo>
                    <a:pt x="384992" y="69978"/>
                  </a:lnTo>
                  <a:lnTo>
                    <a:pt x="386504" y="69688"/>
                  </a:lnTo>
                  <a:lnTo>
                    <a:pt x="388584" y="68818"/>
                  </a:lnTo>
                  <a:lnTo>
                    <a:pt x="391325" y="67948"/>
                  </a:lnTo>
                  <a:lnTo>
                    <a:pt x="393688" y="68045"/>
                  </a:lnTo>
                  <a:lnTo>
                    <a:pt x="395106" y="68335"/>
                  </a:lnTo>
                  <a:lnTo>
                    <a:pt x="397091" y="68528"/>
                  </a:lnTo>
                  <a:lnTo>
                    <a:pt x="403329" y="64565"/>
                  </a:lnTo>
                  <a:lnTo>
                    <a:pt x="414010" y="61762"/>
                  </a:lnTo>
                  <a:lnTo>
                    <a:pt x="427432" y="62632"/>
                  </a:lnTo>
                  <a:lnTo>
                    <a:pt x="441422" y="69591"/>
                  </a:lnTo>
                  <a:lnTo>
                    <a:pt x="445959" y="72877"/>
                  </a:lnTo>
                  <a:lnTo>
                    <a:pt x="448795" y="74907"/>
                  </a:lnTo>
                  <a:lnTo>
                    <a:pt x="459570" y="81963"/>
                  </a:lnTo>
                  <a:lnTo>
                    <a:pt x="465053" y="83413"/>
                  </a:lnTo>
                  <a:lnTo>
                    <a:pt x="468172" y="84186"/>
                  </a:lnTo>
                  <a:lnTo>
                    <a:pt x="471764" y="85056"/>
                  </a:lnTo>
                  <a:lnTo>
                    <a:pt x="481405" y="82253"/>
                  </a:lnTo>
                  <a:lnTo>
                    <a:pt x="488022" y="82543"/>
                  </a:lnTo>
                  <a:lnTo>
                    <a:pt x="490479" y="84573"/>
                  </a:lnTo>
                  <a:lnTo>
                    <a:pt x="495016" y="87376"/>
                  </a:lnTo>
                  <a:lnTo>
                    <a:pt x="503429" y="89115"/>
                  </a:lnTo>
                  <a:lnTo>
                    <a:pt x="512503" y="89695"/>
                  </a:lnTo>
                  <a:lnTo>
                    <a:pt x="516001" y="89985"/>
                  </a:lnTo>
                  <a:lnTo>
                    <a:pt x="518269" y="90469"/>
                  </a:lnTo>
                  <a:lnTo>
                    <a:pt x="520254" y="88439"/>
                  </a:lnTo>
                  <a:lnTo>
                    <a:pt x="522050" y="83703"/>
                  </a:lnTo>
                  <a:lnTo>
                    <a:pt x="523562" y="79160"/>
                  </a:lnTo>
                  <a:lnTo>
                    <a:pt x="525925" y="77227"/>
                  </a:lnTo>
                  <a:lnTo>
                    <a:pt x="532826" y="73071"/>
                  </a:lnTo>
                  <a:lnTo>
                    <a:pt x="535756" y="70268"/>
                  </a:lnTo>
                  <a:lnTo>
                    <a:pt x="539631" y="64758"/>
                  </a:lnTo>
                  <a:lnTo>
                    <a:pt x="540860" y="60892"/>
                  </a:lnTo>
                  <a:lnTo>
                    <a:pt x="541522" y="57993"/>
                  </a:lnTo>
                  <a:lnTo>
                    <a:pt x="542372" y="54706"/>
                  </a:lnTo>
                  <a:lnTo>
                    <a:pt x="545870" y="50260"/>
                  </a:lnTo>
                  <a:lnTo>
                    <a:pt x="549367" y="47940"/>
                  </a:lnTo>
                  <a:lnTo>
                    <a:pt x="553904" y="44654"/>
                  </a:lnTo>
                  <a:lnTo>
                    <a:pt x="556740" y="41755"/>
                  </a:lnTo>
                  <a:lnTo>
                    <a:pt x="560143" y="39628"/>
                  </a:lnTo>
                  <a:lnTo>
                    <a:pt x="564113" y="37115"/>
                  </a:lnTo>
                  <a:lnTo>
                    <a:pt x="566098" y="34409"/>
                  </a:lnTo>
                  <a:lnTo>
                    <a:pt x="569028" y="31896"/>
                  </a:lnTo>
                  <a:lnTo>
                    <a:pt x="579331" y="30349"/>
                  </a:lnTo>
                  <a:lnTo>
                    <a:pt x="585569" y="27933"/>
                  </a:lnTo>
                  <a:lnTo>
                    <a:pt x="589350" y="27353"/>
                  </a:lnTo>
                  <a:lnTo>
                    <a:pt x="593604" y="27353"/>
                  </a:lnTo>
                  <a:lnTo>
                    <a:pt x="597007" y="27450"/>
                  </a:lnTo>
                  <a:lnTo>
                    <a:pt x="600599" y="27450"/>
                  </a:lnTo>
                  <a:lnTo>
                    <a:pt x="603812" y="27256"/>
                  </a:lnTo>
                  <a:lnTo>
                    <a:pt x="608160" y="28803"/>
                  </a:lnTo>
                  <a:lnTo>
                    <a:pt x="612698" y="29286"/>
                  </a:lnTo>
                  <a:lnTo>
                    <a:pt x="614493" y="29576"/>
                  </a:lnTo>
                  <a:lnTo>
                    <a:pt x="621583" y="29769"/>
                  </a:lnTo>
                  <a:lnTo>
                    <a:pt x="625553" y="30156"/>
                  </a:lnTo>
                  <a:lnTo>
                    <a:pt x="629523" y="28706"/>
                  </a:lnTo>
                  <a:lnTo>
                    <a:pt x="634627" y="26870"/>
                  </a:lnTo>
                  <a:lnTo>
                    <a:pt x="637368" y="26386"/>
                  </a:lnTo>
                  <a:lnTo>
                    <a:pt x="643890" y="26483"/>
                  </a:lnTo>
                  <a:lnTo>
                    <a:pt x="651357" y="27353"/>
                  </a:lnTo>
                  <a:lnTo>
                    <a:pt x="654949" y="26386"/>
                  </a:lnTo>
                  <a:lnTo>
                    <a:pt x="657974" y="26676"/>
                  </a:lnTo>
                  <a:lnTo>
                    <a:pt x="663456" y="27933"/>
                  </a:lnTo>
                  <a:lnTo>
                    <a:pt x="666481" y="27643"/>
                  </a:lnTo>
                  <a:lnTo>
                    <a:pt x="669317" y="27353"/>
                  </a:lnTo>
                  <a:lnTo>
                    <a:pt x="674043" y="26580"/>
                  </a:lnTo>
                  <a:lnTo>
                    <a:pt x="678675" y="24937"/>
                  </a:lnTo>
                  <a:lnTo>
                    <a:pt x="685669" y="25420"/>
                  </a:lnTo>
                  <a:lnTo>
                    <a:pt x="689167" y="27063"/>
                  </a:lnTo>
                  <a:lnTo>
                    <a:pt x="690868" y="29866"/>
                  </a:lnTo>
                  <a:lnTo>
                    <a:pt x="692758" y="31896"/>
                  </a:lnTo>
                  <a:lnTo>
                    <a:pt x="695311" y="32766"/>
                  </a:lnTo>
                  <a:lnTo>
                    <a:pt x="698335" y="34699"/>
                  </a:lnTo>
                  <a:lnTo>
                    <a:pt x="698902" y="34892"/>
                  </a:lnTo>
                  <a:lnTo>
                    <a:pt x="702494" y="36342"/>
                  </a:lnTo>
                  <a:lnTo>
                    <a:pt x="704952" y="36052"/>
                  </a:lnTo>
                  <a:lnTo>
                    <a:pt x="708733" y="34022"/>
                  </a:lnTo>
                  <a:lnTo>
                    <a:pt x="711758" y="31606"/>
                  </a:lnTo>
                  <a:lnTo>
                    <a:pt x="713081" y="31122"/>
                  </a:lnTo>
                  <a:lnTo>
                    <a:pt x="716578" y="29769"/>
                  </a:lnTo>
                  <a:lnTo>
                    <a:pt x="719130" y="28126"/>
                  </a:lnTo>
                  <a:lnTo>
                    <a:pt x="722817" y="26386"/>
                  </a:lnTo>
                  <a:lnTo>
                    <a:pt x="727543" y="24743"/>
                  </a:lnTo>
                  <a:lnTo>
                    <a:pt x="731229" y="23680"/>
                  </a:lnTo>
                  <a:lnTo>
                    <a:pt x="734349" y="23293"/>
                  </a:lnTo>
                  <a:lnTo>
                    <a:pt x="737657" y="22810"/>
                  </a:lnTo>
                  <a:lnTo>
                    <a:pt x="740398" y="22810"/>
                  </a:lnTo>
                  <a:lnTo>
                    <a:pt x="742856" y="23293"/>
                  </a:lnTo>
                  <a:lnTo>
                    <a:pt x="753537" y="20297"/>
                  </a:lnTo>
                  <a:lnTo>
                    <a:pt x="795789" y="20394"/>
                  </a:lnTo>
                  <a:lnTo>
                    <a:pt x="821971" y="24743"/>
                  </a:lnTo>
                  <a:lnTo>
                    <a:pt x="817151" y="45137"/>
                  </a:lnTo>
                  <a:lnTo>
                    <a:pt x="814410" y="60796"/>
                  </a:lnTo>
                  <a:lnTo>
                    <a:pt x="812897" y="64662"/>
                  </a:lnTo>
                  <a:lnTo>
                    <a:pt x="804674" y="86023"/>
                  </a:lnTo>
                  <a:lnTo>
                    <a:pt x="803161" y="100617"/>
                  </a:lnTo>
                  <a:lnTo>
                    <a:pt x="808266" y="123235"/>
                  </a:lnTo>
                  <a:lnTo>
                    <a:pt x="809494" y="135897"/>
                  </a:lnTo>
                  <a:lnTo>
                    <a:pt x="810062" y="141986"/>
                  </a:lnTo>
                  <a:lnTo>
                    <a:pt x="814788" y="170596"/>
                  </a:lnTo>
                  <a:lnTo>
                    <a:pt x="817907" y="180261"/>
                  </a:lnTo>
                  <a:lnTo>
                    <a:pt x="820743" y="192923"/>
                  </a:lnTo>
                  <a:lnTo>
                    <a:pt x="829817" y="193406"/>
                  </a:lnTo>
                  <a:lnTo>
                    <a:pt x="838986" y="192633"/>
                  </a:lnTo>
                  <a:lnTo>
                    <a:pt x="847965" y="188477"/>
                  </a:lnTo>
                  <a:lnTo>
                    <a:pt x="850706" y="188090"/>
                  </a:lnTo>
                  <a:lnTo>
                    <a:pt x="855338" y="189057"/>
                  </a:lnTo>
                  <a:lnTo>
                    <a:pt x="857418" y="200849"/>
                  </a:lnTo>
                  <a:lnTo>
                    <a:pt x="856945" y="225206"/>
                  </a:lnTo>
                  <a:lnTo>
                    <a:pt x="857228" y="258165"/>
                  </a:lnTo>
                  <a:lnTo>
                    <a:pt x="856283" y="265801"/>
                  </a:lnTo>
                  <a:lnTo>
                    <a:pt x="853353" y="271117"/>
                  </a:lnTo>
                  <a:lnTo>
                    <a:pt x="851084" y="273050"/>
                  </a:lnTo>
                  <a:lnTo>
                    <a:pt x="849478" y="274307"/>
                  </a:lnTo>
                  <a:lnTo>
                    <a:pt x="846075" y="275756"/>
                  </a:lnTo>
                  <a:lnTo>
                    <a:pt x="847398" y="277980"/>
                  </a:lnTo>
                  <a:lnTo>
                    <a:pt x="847398" y="280589"/>
                  </a:lnTo>
                  <a:lnTo>
                    <a:pt x="848910" y="284552"/>
                  </a:lnTo>
                  <a:lnTo>
                    <a:pt x="852880" y="289771"/>
                  </a:lnTo>
                  <a:lnTo>
                    <a:pt x="859308" y="295088"/>
                  </a:lnTo>
                  <a:lnTo>
                    <a:pt x="861482" y="298954"/>
                  </a:lnTo>
                  <a:lnTo>
                    <a:pt x="867815" y="303690"/>
                  </a:lnTo>
                  <a:lnTo>
                    <a:pt x="873108" y="310359"/>
                  </a:lnTo>
                  <a:lnTo>
                    <a:pt x="873486" y="316545"/>
                  </a:lnTo>
                  <a:lnTo>
                    <a:pt x="871501" y="319831"/>
                  </a:lnTo>
                  <a:lnTo>
                    <a:pt x="868193" y="324181"/>
                  </a:lnTo>
                  <a:lnTo>
                    <a:pt x="865357" y="328240"/>
                  </a:lnTo>
                  <a:lnTo>
                    <a:pt x="862049" y="331720"/>
                  </a:lnTo>
                  <a:lnTo>
                    <a:pt x="858741" y="337616"/>
                  </a:lnTo>
                  <a:lnTo>
                    <a:pt x="854487" y="341385"/>
                  </a:lnTo>
                  <a:lnTo>
                    <a:pt x="850045" y="340129"/>
                  </a:lnTo>
                  <a:lnTo>
                    <a:pt x="840214" y="340612"/>
                  </a:lnTo>
                  <a:lnTo>
                    <a:pt x="833976" y="343222"/>
                  </a:lnTo>
                  <a:lnTo>
                    <a:pt x="830668" y="346701"/>
                  </a:lnTo>
                  <a:lnTo>
                    <a:pt x="826414" y="346895"/>
                  </a:lnTo>
                  <a:lnTo>
                    <a:pt x="821971" y="347185"/>
                  </a:lnTo>
                  <a:lnTo>
                    <a:pt x="814788" y="347185"/>
                  </a:lnTo>
                  <a:lnTo>
                    <a:pt x="810818" y="348731"/>
                  </a:lnTo>
                  <a:lnTo>
                    <a:pt x="801743" y="348634"/>
                  </a:lnTo>
                  <a:lnTo>
                    <a:pt x="797017" y="352597"/>
                  </a:lnTo>
                  <a:lnTo>
                    <a:pt x="793898" y="355014"/>
                  </a:lnTo>
                  <a:lnTo>
                    <a:pt x="792858" y="359846"/>
                  </a:lnTo>
                  <a:lnTo>
                    <a:pt x="794465" y="367579"/>
                  </a:lnTo>
                  <a:lnTo>
                    <a:pt x="797112" y="372218"/>
                  </a:lnTo>
                  <a:lnTo>
                    <a:pt x="797774" y="376084"/>
                  </a:lnTo>
                  <a:lnTo>
                    <a:pt x="801365" y="380531"/>
                  </a:lnTo>
                  <a:lnTo>
                    <a:pt x="809494" y="396962"/>
                  </a:lnTo>
                  <a:lnTo>
                    <a:pt x="811007" y="403921"/>
                  </a:lnTo>
                  <a:lnTo>
                    <a:pt x="812330" y="413877"/>
                  </a:lnTo>
                  <a:lnTo>
                    <a:pt x="810062" y="422479"/>
                  </a:lnTo>
                  <a:lnTo>
                    <a:pt x="803823" y="433498"/>
                  </a:lnTo>
                  <a:lnTo>
                    <a:pt x="794749" y="446836"/>
                  </a:lnTo>
                  <a:lnTo>
                    <a:pt x="786714" y="457275"/>
                  </a:lnTo>
                  <a:lnTo>
                    <a:pt x="771213" y="473803"/>
                  </a:lnTo>
                  <a:lnTo>
                    <a:pt x="760437" y="497000"/>
                  </a:lnTo>
                  <a:lnTo>
                    <a:pt x="756467" y="516331"/>
                  </a:lnTo>
                  <a:lnTo>
                    <a:pt x="754860" y="533536"/>
                  </a:lnTo>
                  <a:lnTo>
                    <a:pt x="754577" y="536725"/>
                  </a:lnTo>
                  <a:lnTo>
                    <a:pt x="751363" y="540301"/>
                  </a:lnTo>
                  <a:lnTo>
                    <a:pt x="743139" y="549387"/>
                  </a:lnTo>
                  <a:lnTo>
                    <a:pt x="739264" y="553060"/>
                  </a:lnTo>
                  <a:lnTo>
                    <a:pt x="735199" y="556056"/>
                  </a:lnTo>
                  <a:lnTo>
                    <a:pt x="709111" y="549194"/>
                  </a:lnTo>
                  <a:lnTo>
                    <a:pt x="693609" y="545424"/>
                  </a:lnTo>
                  <a:lnTo>
                    <a:pt x="689545" y="546197"/>
                  </a:lnTo>
                  <a:lnTo>
                    <a:pt x="682645" y="553543"/>
                  </a:lnTo>
                  <a:lnTo>
                    <a:pt x="680092" y="554606"/>
                  </a:lnTo>
                  <a:lnTo>
                    <a:pt x="678486" y="556540"/>
                  </a:lnTo>
                  <a:lnTo>
                    <a:pt x="675650" y="559343"/>
                  </a:lnTo>
                  <a:lnTo>
                    <a:pt x="675366" y="559729"/>
                  </a:lnTo>
                  <a:lnTo>
                    <a:pt x="666387" y="564949"/>
                  </a:lnTo>
                  <a:lnTo>
                    <a:pt x="662700" y="567268"/>
                  </a:lnTo>
                  <a:lnTo>
                    <a:pt x="660904" y="568331"/>
                  </a:lnTo>
                  <a:lnTo>
                    <a:pt x="658163" y="572391"/>
                  </a:lnTo>
                  <a:lnTo>
                    <a:pt x="658636" y="576450"/>
                  </a:lnTo>
                  <a:lnTo>
                    <a:pt x="656934" y="582250"/>
                  </a:lnTo>
                  <a:lnTo>
                    <a:pt x="653910" y="590562"/>
                  </a:lnTo>
                  <a:lnTo>
                    <a:pt x="652964" y="592689"/>
                  </a:lnTo>
                  <a:lnTo>
                    <a:pt x="649183" y="601677"/>
                  </a:lnTo>
                  <a:lnTo>
                    <a:pt x="643796" y="604287"/>
                  </a:lnTo>
                  <a:lnTo>
                    <a:pt x="637935" y="607670"/>
                  </a:lnTo>
                  <a:lnTo>
                    <a:pt x="629334" y="611053"/>
                  </a:lnTo>
                  <a:lnTo>
                    <a:pt x="623190" y="615499"/>
                  </a:lnTo>
                  <a:lnTo>
                    <a:pt x="619409" y="627968"/>
                  </a:lnTo>
                  <a:lnTo>
                    <a:pt x="618085" y="632414"/>
                  </a:lnTo>
                  <a:lnTo>
                    <a:pt x="617329" y="633380"/>
                  </a:lnTo>
                  <a:lnTo>
                    <a:pt x="609484" y="627871"/>
                  </a:lnTo>
                  <a:lnTo>
                    <a:pt x="607782" y="627001"/>
                  </a:lnTo>
                  <a:lnTo>
                    <a:pt x="599464" y="622748"/>
                  </a:lnTo>
                  <a:lnTo>
                    <a:pt x="595400" y="621395"/>
                  </a:lnTo>
                  <a:lnTo>
                    <a:pt x="589256" y="620912"/>
                  </a:lnTo>
                  <a:lnTo>
                    <a:pt x="587743" y="621492"/>
                  </a:lnTo>
                  <a:lnTo>
                    <a:pt x="585664" y="622168"/>
                  </a:lnTo>
                  <a:lnTo>
                    <a:pt x="581978" y="622265"/>
                  </a:lnTo>
                  <a:lnTo>
                    <a:pt x="579142" y="621008"/>
                  </a:lnTo>
                  <a:lnTo>
                    <a:pt x="575834" y="616466"/>
                  </a:lnTo>
                  <a:lnTo>
                    <a:pt x="572242" y="613856"/>
                  </a:lnTo>
                  <a:lnTo>
                    <a:pt x="566003" y="612889"/>
                  </a:lnTo>
                  <a:lnTo>
                    <a:pt x="554566" y="601484"/>
                  </a:lnTo>
                  <a:lnTo>
                    <a:pt x="548516" y="600421"/>
                  </a:lnTo>
                  <a:lnTo>
                    <a:pt x="543507" y="601194"/>
                  </a:lnTo>
                  <a:lnTo>
                    <a:pt x="541333" y="601388"/>
                  </a:lnTo>
                  <a:lnTo>
                    <a:pt x="536607" y="603417"/>
                  </a:lnTo>
                  <a:lnTo>
                    <a:pt x="530368" y="602644"/>
                  </a:lnTo>
                  <a:lnTo>
                    <a:pt x="525547" y="601194"/>
                  </a:lnTo>
                  <a:lnTo>
                    <a:pt x="524413" y="600904"/>
                  </a:lnTo>
                  <a:lnTo>
                    <a:pt x="523751" y="601581"/>
                  </a:lnTo>
                  <a:lnTo>
                    <a:pt x="521388" y="603804"/>
                  </a:lnTo>
                  <a:lnTo>
                    <a:pt x="518080" y="609507"/>
                  </a:lnTo>
                  <a:lnTo>
                    <a:pt x="512881" y="613566"/>
                  </a:lnTo>
                  <a:lnTo>
                    <a:pt x="505225" y="614533"/>
                  </a:lnTo>
                  <a:lnTo>
                    <a:pt x="501917" y="614533"/>
                  </a:lnTo>
                  <a:lnTo>
                    <a:pt x="498608" y="614629"/>
                  </a:lnTo>
                  <a:lnTo>
                    <a:pt x="493315" y="616756"/>
                  </a:lnTo>
                  <a:lnTo>
                    <a:pt x="492937" y="616949"/>
                  </a:lnTo>
                  <a:lnTo>
                    <a:pt x="484335" y="619075"/>
                  </a:lnTo>
                  <a:lnTo>
                    <a:pt x="472898" y="625551"/>
                  </a:lnTo>
                  <a:lnTo>
                    <a:pt x="470440" y="626904"/>
                  </a:lnTo>
                  <a:lnTo>
                    <a:pt x="465525" y="628741"/>
                  </a:lnTo>
                  <a:lnTo>
                    <a:pt x="457207" y="629611"/>
                  </a:lnTo>
                  <a:lnTo>
                    <a:pt x="457018" y="629707"/>
                  </a:lnTo>
                  <a:lnTo>
                    <a:pt x="450118" y="631737"/>
                  </a:lnTo>
                  <a:lnTo>
                    <a:pt x="449929" y="631834"/>
                  </a:lnTo>
                  <a:lnTo>
                    <a:pt x="447093" y="633477"/>
                  </a:lnTo>
                  <a:lnTo>
                    <a:pt x="437830" y="639180"/>
                  </a:lnTo>
                  <a:lnTo>
                    <a:pt x="428850" y="641983"/>
                  </a:lnTo>
                  <a:lnTo>
                    <a:pt x="420343" y="642369"/>
                  </a:lnTo>
                  <a:lnTo>
                    <a:pt x="404369" y="641983"/>
                  </a:lnTo>
                  <a:lnTo>
                    <a:pt x="391230" y="644786"/>
                  </a:lnTo>
                  <a:lnTo>
                    <a:pt x="388111" y="644206"/>
                  </a:lnTo>
                  <a:lnTo>
                    <a:pt x="377902" y="638020"/>
                  </a:lnTo>
                  <a:lnTo>
                    <a:pt x="373082" y="636473"/>
                  </a:lnTo>
                  <a:lnTo>
                    <a:pt x="368356" y="636473"/>
                  </a:lnTo>
                  <a:lnTo>
                    <a:pt x="364764" y="635313"/>
                  </a:lnTo>
                  <a:lnTo>
                    <a:pt x="361455" y="634734"/>
                  </a:lnTo>
                  <a:lnTo>
                    <a:pt x="347939" y="632607"/>
                  </a:lnTo>
                  <a:lnTo>
                    <a:pt x="340849" y="631544"/>
                  </a:lnTo>
                  <a:lnTo>
                    <a:pt x="333666" y="631737"/>
                  </a:lnTo>
                  <a:lnTo>
                    <a:pt x="333288" y="628644"/>
                  </a:lnTo>
                  <a:lnTo>
                    <a:pt x="330924" y="624681"/>
                  </a:lnTo>
                  <a:lnTo>
                    <a:pt x="329223" y="621685"/>
                  </a:lnTo>
                  <a:lnTo>
                    <a:pt x="326671" y="619655"/>
                  </a:lnTo>
                  <a:lnTo>
                    <a:pt x="326293" y="619269"/>
                  </a:lnTo>
                  <a:lnTo>
                    <a:pt x="319298" y="619752"/>
                  </a:lnTo>
                  <a:lnTo>
                    <a:pt x="312587" y="616949"/>
                  </a:lnTo>
                  <a:lnTo>
                    <a:pt x="308239" y="615306"/>
                  </a:lnTo>
                  <a:lnTo>
                    <a:pt x="305025" y="612406"/>
                  </a:lnTo>
                  <a:lnTo>
                    <a:pt x="300299" y="605834"/>
                  </a:lnTo>
                  <a:lnTo>
                    <a:pt x="294439" y="601677"/>
                  </a:lnTo>
                  <a:lnTo>
                    <a:pt x="289051" y="598681"/>
                  </a:lnTo>
                  <a:lnTo>
                    <a:pt x="283852" y="598778"/>
                  </a:lnTo>
                  <a:lnTo>
                    <a:pt x="279315" y="598198"/>
                  </a:lnTo>
                  <a:lnTo>
                    <a:pt x="271942" y="593268"/>
                  </a:lnTo>
                  <a:lnTo>
                    <a:pt x="269295" y="591239"/>
                  </a:lnTo>
                  <a:lnTo>
                    <a:pt x="267878" y="587083"/>
                  </a:lnTo>
                  <a:lnTo>
                    <a:pt x="272698" y="581477"/>
                  </a:lnTo>
                  <a:lnTo>
                    <a:pt x="272793" y="579930"/>
                  </a:lnTo>
                  <a:lnTo>
                    <a:pt x="271470" y="577514"/>
                  </a:lnTo>
                  <a:lnTo>
                    <a:pt x="268067" y="571424"/>
                  </a:lnTo>
                  <a:lnTo>
                    <a:pt x="268067" y="567268"/>
                  </a:lnTo>
                  <a:lnTo>
                    <a:pt x="267216" y="563499"/>
                  </a:lnTo>
                  <a:lnTo>
                    <a:pt x="263341" y="557603"/>
                  </a:lnTo>
                  <a:lnTo>
                    <a:pt x="261923" y="548324"/>
                  </a:lnTo>
                  <a:lnTo>
                    <a:pt x="259371" y="542621"/>
                  </a:lnTo>
                  <a:lnTo>
                    <a:pt x="258614" y="534019"/>
                  </a:lnTo>
                  <a:lnTo>
                    <a:pt x="259276" y="523580"/>
                  </a:lnTo>
                  <a:lnTo>
                    <a:pt x="260127" y="514398"/>
                  </a:lnTo>
                  <a:lnTo>
                    <a:pt x="249540" y="507632"/>
                  </a:lnTo>
                  <a:lnTo>
                    <a:pt x="246043" y="501446"/>
                  </a:lnTo>
                  <a:lnTo>
                    <a:pt x="241978" y="492747"/>
                  </a:lnTo>
                  <a:lnTo>
                    <a:pt x="239521" y="481535"/>
                  </a:lnTo>
                  <a:lnTo>
                    <a:pt x="239521" y="473899"/>
                  </a:lnTo>
                  <a:lnTo>
                    <a:pt x="237914" y="467810"/>
                  </a:lnTo>
                  <a:lnTo>
                    <a:pt x="237252" y="460368"/>
                  </a:lnTo>
                  <a:lnTo>
                    <a:pt x="231014" y="457758"/>
                  </a:lnTo>
                  <a:lnTo>
                    <a:pt x="228840" y="454278"/>
                  </a:lnTo>
                  <a:lnTo>
                    <a:pt x="224870" y="449639"/>
                  </a:lnTo>
                  <a:lnTo>
                    <a:pt x="220994" y="442970"/>
                  </a:lnTo>
                  <a:lnTo>
                    <a:pt x="215512" y="437267"/>
                  </a:lnTo>
                  <a:lnTo>
                    <a:pt x="208517" y="427118"/>
                  </a:lnTo>
                  <a:lnTo>
                    <a:pt x="204831" y="423252"/>
                  </a:lnTo>
                  <a:lnTo>
                    <a:pt x="188478" y="409527"/>
                  </a:lnTo>
                  <a:lnTo>
                    <a:pt x="182429" y="405758"/>
                  </a:lnTo>
                  <a:lnTo>
                    <a:pt x="173355" y="393289"/>
                  </a:lnTo>
                  <a:lnTo>
                    <a:pt x="173827" y="385943"/>
                  </a:lnTo>
                  <a:lnTo>
                    <a:pt x="168818" y="375408"/>
                  </a:lnTo>
                  <a:lnTo>
                    <a:pt x="168723" y="375118"/>
                  </a:lnTo>
                  <a:lnTo>
                    <a:pt x="163524" y="366999"/>
                  </a:lnTo>
                  <a:lnTo>
                    <a:pt x="161067" y="363326"/>
                  </a:lnTo>
                  <a:lnTo>
                    <a:pt x="156719" y="357237"/>
                  </a:lnTo>
                  <a:lnTo>
                    <a:pt x="154072" y="354144"/>
                  </a:lnTo>
                  <a:lnTo>
                    <a:pt x="149913" y="350471"/>
                  </a:lnTo>
                  <a:lnTo>
                    <a:pt x="149535" y="350181"/>
                  </a:lnTo>
                  <a:lnTo>
                    <a:pt x="149251" y="349698"/>
                  </a:lnTo>
                  <a:lnTo>
                    <a:pt x="148873" y="348924"/>
                  </a:lnTo>
                  <a:lnTo>
                    <a:pt x="148779" y="348731"/>
                  </a:lnTo>
                  <a:lnTo>
                    <a:pt x="148306" y="347958"/>
                  </a:lnTo>
                  <a:lnTo>
                    <a:pt x="147172" y="345831"/>
                  </a:lnTo>
                  <a:lnTo>
                    <a:pt x="146510" y="344575"/>
                  </a:lnTo>
                  <a:lnTo>
                    <a:pt x="146321" y="344188"/>
                  </a:lnTo>
                  <a:lnTo>
                    <a:pt x="143107" y="337036"/>
                  </a:lnTo>
                  <a:lnTo>
                    <a:pt x="140650" y="329013"/>
                  </a:lnTo>
                  <a:lnTo>
                    <a:pt x="139232" y="319445"/>
                  </a:lnTo>
                  <a:lnTo>
                    <a:pt x="139043" y="309682"/>
                  </a:lnTo>
                  <a:lnTo>
                    <a:pt x="140366" y="303013"/>
                  </a:lnTo>
                  <a:lnTo>
                    <a:pt x="142540" y="294314"/>
                  </a:lnTo>
                  <a:lnTo>
                    <a:pt x="144525" y="290931"/>
                  </a:lnTo>
                  <a:lnTo>
                    <a:pt x="144525" y="290641"/>
                  </a:lnTo>
                  <a:lnTo>
                    <a:pt x="146794" y="287065"/>
                  </a:lnTo>
                  <a:lnTo>
                    <a:pt x="150197" y="281266"/>
                  </a:lnTo>
                  <a:lnTo>
                    <a:pt x="151331" y="276336"/>
                  </a:lnTo>
                  <a:lnTo>
                    <a:pt x="149440" y="265318"/>
                  </a:lnTo>
                  <a:lnTo>
                    <a:pt x="148779" y="260968"/>
                  </a:lnTo>
                  <a:lnTo>
                    <a:pt x="148873" y="260775"/>
                  </a:lnTo>
                  <a:lnTo>
                    <a:pt x="150858" y="260195"/>
                  </a:lnTo>
                  <a:lnTo>
                    <a:pt x="153883" y="255942"/>
                  </a:lnTo>
                  <a:lnTo>
                    <a:pt x="156151" y="251593"/>
                  </a:lnTo>
                  <a:lnTo>
                    <a:pt x="158893" y="247340"/>
                  </a:lnTo>
                  <a:lnTo>
                    <a:pt x="163241" y="239318"/>
                  </a:lnTo>
                  <a:lnTo>
                    <a:pt x="167400" y="233518"/>
                  </a:lnTo>
                  <a:lnTo>
                    <a:pt x="172315" y="227816"/>
                  </a:lnTo>
                  <a:lnTo>
                    <a:pt x="175151" y="225592"/>
                  </a:lnTo>
                  <a:lnTo>
                    <a:pt x="173544" y="223563"/>
                  </a:lnTo>
                  <a:lnTo>
                    <a:pt x="166549" y="219213"/>
                  </a:lnTo>
                  <a:lnTo>
                    <a:pt x="167872" y="217087"/>
                  </a:lnTo>
                  <a:lnTo>
                    <a:pt x="157947" y="208195"/>
                  </a:lnTo>
                  <a:lnTo>
                    <a:pt x="159838" y="205778"/>
                  </a:lnTo>
                  <a:lnTo>
                    <a:pt x="162485" y="203362"/>
                  </a:lnTo>
                  <a:lnTo>
                    <a:pt x="164848" y="201525"/>
                  </a:lnTo>
                  <a:lnTo>
                    <a:pt x="167872" y="199786"/>
                  </a:lnTo>
                  <a:lnTo>
                    <a:pt x="169952" y="198819"/>
                  </a:lnTo>
                  <a:lnTo>
                    <a:pt x="172031" y="197949"/>
                  </a:lnTo>
                  <a:lnTo>
                    <a:pt x="173166" y="196983"/>
                  </a:lnTo>
                  <a:lnTo>
                    <a:pt x="174678" y="194083"/>
                  </a:lnTo>
                  <a:lnTo>
                    <a:pt x="174773" y="190700"/>
                  </a:lnTo>
                  <a:lnTo>
                    <a:pt x="174300" y="189154"/>
                  </a:lnTo>
                  <a:lnTo>
                    <a:pt x="173733" y="188380"/>
                  </a:lnTo>
                  <a:lnTo>
                    <a:pt x="171842" y="187027"/>
                  </a:lnTo>
                  <a:lnTo>
                    <a:pt x="170708" y="186447"/>
                  </a:lnTo>
                  <a:lnTo>
                    <a:pt x="169101" y="185674"/>
                  </a:lnTo>
                  <a:lnTo>
                    <a:pt x="166833" y="185094"/>
                  </a:lnTo>
                  <a:lnTo>
                    <a:pt x="166738" y="184901"/>
                  </a:lnTo>
                  <a:lnTo>
                    <a:pt x="166076" y="184901"/>
                  </a:lnTo>
                  <a:lnTo>
                    <a:pt x="164659" y="184514"/>
                  </a:lnTo>
                  <a:lnTo>
                    <a:pt x="162485" y="184127"/>
                  </a:lnTo>
                  <a:lnTo>
                    <a:pt x="160216" y="183741"/>
                  </a:lnTo>
                  <a:lnTo>
                    <a:pt x="157947" y="183354"/>
                  </a:lnTo>
                  <a:lnTo>
                    <a:pt x="155773" y="183161"/>
                  </a:lnTo>
                  <a:lnTo>
                    <a:pt x="153505" y="182968"/>
                  </a:lnTo>
                  <a:lnTo>
                    <a:pt x="151520" y="183064"/>
                  </a:lnTo>
                  <a:lnTo>
                    <a:pt x="149535" y="183161"/>
                  </a:lnTo>
                  <a:lnTo>
                    <a:pt x="147550" y="183354"/>
                  </a:lnTo>
                  <a:lnTo>
                    <a:pt x="145565" y="183548"/>
                  </a:lnTo>
                  <a:lnTo>
                    <a:pt x="143580" y="183934"/>
                  </a:lnTo>
                  <a:lnTo>
                    <a:pt x="142635" y="184031"/>
                  </a:lnTo>
                  <a:lnTo>
                    <a:pt x="137436" y="185287"/>
                  </a:lnTo>
                  <a:lnTo>
                    <a:pt x="135829" y="185771"/>
                  </a:lnTo>
                  <a:lnTo>
                    <a:pt x="133939" y="186351"/>
                  </a:lnTo>
                  <a:lnTo>
                    <a:pt x="132048" y="187027"/>
                  </a:lnTo>
                  <a:lnTo>
                    <a:pt x="131386" y="187317"/>
                  </a:lnTo>
                  <a:lnTo>
                    <a:pt x="130063" y="187897"/>
                  </a:lnTo>
                  <a:lnTo>
                    <a:pt x="126093" y="189637"/>
                  </a:lnTo>
                  <a:lnTo>
                    <a:pt x="124770" y="190313"/>
                  </a:lnTo>
                  <a:lnTo>
                    <a:pt x="122596" y="191667"/>
                  </a:lnTo>
                  <a:lnTo>
                    <a:pt x="120516" y="193116"/>
                  </a:lnTo>
                  <a:lnTo>
                    <a:pt x="119477" y="193890"/>
                  </a:lnTo>
                  <a:lnTo>
                    <a:pt x="118437" y="194663"/>
                  </a:lnTo>
                  <a:lnTo>
                    <a:pt x="116357" y="196209"/>
                  </a:lnTo>
                  <a:lnTo>
                    <a:pt x="114372" y="197852"/>
                  </a:lnTo>
                  <a:lnTo>
                    <a:pt x="112387" y="199496"/>
                  </a:lnTo>
                  <a:lnTo>
                    <a:pt x="110497" y="201235"/>
                  </a:lnTo>
                  <a:lnTo>
                    <a:pt x="108606" y="203072"/>
                  </a:lnTo>
                  <a:lnTo>
                    <a:pt x="106810" y="204908"/>
                  </a:lnTo>
                  <a:lnTo>
                    <a:pt x="105015" y="206745"/>
                  </a:lnTo>
                  <a:lnTo>
                    <a:pt x="103313" y="208678"/>
                  </a:lnTo>
                  <a:lnTo>
                    <a:pt x="101612" y="210611"/>
                  </a:lnTo>
                  <a:lnTo>
                    <a:pt x="100005" y="212641"/>
                  </a:lnTo>
                  <a:lnTo>
                    <a:pt x="99154" y="213801"/>
                  </a:lnTo>
                  <a:lnTo>
                    <a:pt x="97264" y="216507"/>
                  </a:lnTo>
                  <a:lnTo>
                    <a:pt x="96697" y="217377"/>
                  </a:lnTo>
                  <a:lnTo>
                    <a:pt x="95846" y="218633"/>
                  </a:lnTo>
                  <a:lnTo>
                    <a:pt x="95373" y="219407"/>
                  </a:lnTo>
                  <a:lnTo>
                    <a:pt x="94995" y="219987"/>
                  </a:lnTo>
                  <a:lnTo>
                    <a:pt x="94712" y="220470"/>
                  </a:lnTo>
                  <a:lnTo>
                    <a:pt x="94333" y="221050"/>
                  </a:lnTo>
                  <a:lnTo>
                    <a:pt x="92159" y="224626"/>
                  </a:lnTo>
                  <a:lnTo>
                    <a:pt x="90269" y="227719"/>
                  </a:lnTo>
                  <a:lnTo>
                    <a:pt x="88095" y="231198"/>
                  </a:lnTo>
                  <a:lnTo>
                    <a:pt x="87717" y="231875"/>
                  </a:lnTo>
                  <a:lnTo>
                    <a:pt x="87150" y="232552"/>
                  </a:lnTo>
                  <a:lnTo>
                    <a:pt x="85448" y="235065"/>
                  </a:lnTo>
                  <a:lnTo>
                    <a:pt x="83463" y="237094"/>
                  </a:lnTo>
                  <a:lnTo>
                    <a:pt x="83369" y="237288"/>
                  </a:lnTo>
                  <a:lnTo>
                    <a:pt x="83180" y="237384"/>
                  </a:lnTo>
                  <a:lnTo>
                    <a:pt x="81762" y="238834"/>
                  </a:lnTo>
                  <a:lnTo>
                    <a:pt x="80722" y="239801"/>
                  </a:lnTo>
                  <a:lnTo>
                    <a:pt x="79304" y="240864"/>
                  </a:lnTo>
                  <a:lnTo>
                    <a:pt x="78926" y="241251"/>
                  </a:lnTo>
                  <a:lnTo>
                    <a:pt x="78737" y="241444"/>
                  </a:lnTo>
                  <a:lnTo>
                    <a:pt x="77792" y="242024"/>
                  </a:lnTo>
                  <a:lnTo>
                    <a:pt x="75996" y="243280"/>
                  </a:lnTo>
                  <a:lnTo>
                    <a:pt x="71175" y="246663"/>
                  </a:lnTo>
                  <a:lnTo>
                    <a:pt x="64370" y="251206"/>
                  </a:lnTo>
                  <a:lnTo>
                    <a:pt x="63330" y="251883"/>
                  </a:lnTo>
                  <a:lnTo>
                    <a:pt x="62952" y="253043"/>
                  </a:lnTo>
                  <a:lnTo>
                    <a:pt x="62196" y="255072"/>
                  </a:lnTo>
                  <a:lnTo>
                    <a:pt x="62007" y="255556"/>
                  </a:lnTo>
                  <a:lnTo>
                    <a:pt x="61912" y="255749"/>
                  </a:lnTo>
                  <a:lnTo>
                    <a:pt x="61534" y="256619"/>
                  </a:lnTo>
                  <a:lnTo>
                    <a:pt x="61439" y="257102"/>
                  </a:lnTo>
                  <a:lnTo>
                    <a:pt x="61345" y="257489"/>
                  </a:lnTo>
                  <a:lnTo>
                    <a:pt x="61156" y="257875"/>
                  </a:lnTo>
                  <a:lnTo>
                    <a:pt x="60872" y="258262"/>
                  </a:lnTo>
                  <a:lnTo>
                    <a:pt x="60494" y="258745"/>
                  </a:lnTo>
                  <a:lnTo>
                    <a:pt x="60116" y="259132"/>
                  </a:lnTo>
                  <a:lnTo>
                    <a:pt x="59644" y="259422"/>
                  </a:lnTo>
                  <a:lnTo>
                    <a:pt x="59171" y="259808"/>
                  </a:lnTo>
                  <a:lnTo>
                    <a:pt x="58698" y="259905"/>
                  </a:lnTo>
                  <a:lnTo>
                    <a:pt x="58226" y="260098"/>
                  </a:lnTo>
                  <a:lnTo>
                    <a:pt x="57753" y="260195"/>
                  </a:lnTo>
                  <a:lnTo>
                    <a:pt x="57186" y="260195"/>
                  </a:lnTo>
                  <a:lnTo>
                    <a:pt x="56713" y="260195"/>
                  </a:lnTo>
                  <a:lnTo>
                    <a:pt x="56241" y="260098"/>
                  </a:lnTo>
                  <a:lnTo>
                    <a:pt x="55674" y="259905"/>
                  </a:lnTo>
                  <a:lnTo>
                    <a:pt x="55295" y="259712"/>
                  </a:lnTo>
                  <a:lnTo>
                    <a:pt x="54823" y="259518"/>
                  </a:lnTo>
                  <a:lnTo>
                    <a:pt x="54445" y="259228"/>
                  </a:lnTo>
                  <a:lnTo>
                    <a:pt x="54067" y="258842"/>
                  </a:lnTo>
                  <a:lnTo>
                    <a:pt x="53689" y="258455"/>
                  </a:lnTo>
                  <a:lnTo>
                    <a:pt x="53310" y="258069"/>
                  </a:lnTo>
                  <a:lnTo>
                    <a:pt x="53027" y="258069"/>
                  </a:lnTo>
                  <a:lnTo>
                    <a:pt x="52554" y="258069"/>
                  </a:lnTo>
                  <a:lnTo>
                    <a:pt x="52082" y="258069"/>
                  </a:lnTo>
                  <a:lnTo>
                    <a:pt x="51420" y="258165"/>
                  </a:lnTo>
                  <a:lnTo>
                    <a:pt x="51136" y="258165"/>
                  </a:lnTo>
                  <a:lnTo>
                    <a:pt x="47450" y="258552"/>
                  </a:lnTo>
                  <a:lnTo>
                    <a:pt x="46505" y="258649"/>
                  </a:lnTo>
                  <a:lnTo>
                    <a:pt x="46127" y="258745"/>
                  </a:lnTo>
                  <a:lnTo>
                    <a:pt x="45465" y="258842"/>
                  </a:lnTo>
                  <a:lnTo>
                    <a:pt x="45181" y="258939"/>
                  </a:lnTo>
                  <a:lnTo>
                    <a:pt x="38943" y="259712"/>
                  </a:lnTo>
                  <a:lnTo>
                    <a:pt x="38754" y="259808"/>
                  </a:lnTo>
                  <a:lnTo>
                    <a:pt x="36485" y="260098"/>
                  </a:lnTo>
                  <a:lnTo>
                    <a:pt x="35068" y="260388"/>
                  </a:lnTo>
                  <a:lnTo>
                    <a:pt x="32610" y="260775"/>
                  </a:lnTo>
                  <a:lnTo>
                    <a:pt x="32326" y="260775"/>
                  </a:lnTo>
                  <a:lnTo>
                    <a:pt x="32043" y="260872"/>
                  </a:lnTo>
                  <a:lnTo>
                    <a:pt x="31287" y="260968"/>
                  </a:lnTo>
                  <a:lnTo>
                    <a:pt x="30625" y="261065"/>
                  </a:lnTo>
                  <a:lnTo>
                    <a:pt x="29963" y="261162"/>
                  </a:lnTo>
                  <a:lnTo>
                    <a:pt x="29680" y="261162"/>
                  </a:lnTo>
                  <a:lnTo>
                    <a:pt x="29113" y="257972"/>
                  </a:lnTo>
                  <a:lnTo>
                    <a:pt x="28924" y="256715"/>
                  </a:lnTo>
                  <a:lnTo>
                    <a:pt x="28451" y="255846"/>
                  </a:lnTo>
                  <a:lnTo>
                    <a:pt x="27789" y="254686"/>
                  </a:lnTo>
                  <a:lnTo>
                    <a:pt x="26655" y="252946"/>
                  </a:lnTo>
                  <a:lnTo>
                    <a:pt x="25804" y="251689"/>
                  </a:lnTo>
                  <a:lnTo>
                    <a:pt x="25048" y="250530"/>
                  </a:lnTo>
                  <a:lnTo>
                    <a:pt x="24197" y="249080"/>
                  </a:lnTo>
                  <a:lnTo>
                    <a:pt x="23347" y="247727"/>
                  </a:lnTo>
                  <a:lnTo>
                    <a:pt x="22969" y="246663"/>
                  </a:lnTo>
                  <a:lnTo>
                    <a:pt x="22118" y="244827"/>
                  </a:lnTo>
                  <a:lnTo>
                    <a:pt x="21740" y="243764"/>
                  </a:lnTo>
                  <a:lnTo>
                    <a:pt x="21362" y="243474"/>
                  </a:lnTo>
                  <a:lnTo>
                    <a:pt x="21267" y="243184"/>
                  </a:lnTo>
                  <a:lnTo>
                    <a:pt x="21173" y="242990"/>
                  </a:lnTo>
                  <a:lnTo>
                    <a:pt x="20984" y="241444"/>
                  </a:lnTo>
                  <a:lnTo>
                    <a:pt x="20795" y="239414"/>
                  </a:lnTo>
                  <a:lnTo>
                    <a:pt x="20889" y="236611"/>
                  </a:lnTo>
                  <a:lnTo>
                    <a:pt x="21078" y="232842"/>
                  </a:lnTo>
                  <a:lnTo>
                    <a:pt x="21362" y="224626"/>
                  </a:lnTo>
                  <a:lnTo>
                    <a:pt x="21740" y="220180"/>
                  </a:lnTo>
                  <a:lnTo>
                    <a:pt x="21740" y="219987"/>
                  </a:lnTo>
                  <a:lnTo>
                    <a:pt x="21362" y="216990"/>
                  </a:lnTo>
                  <a:lnTo>
                    <a:pt x="21362" y="216604"/>
                  </a:lnTo>
                  <a:lnTo>
                    <a:pt x="21078" y="214960"/>
                  </a:lnTo>
                  <a:lnTo>
                    <a:pt x="20984" y="214767"/>
                  </a:lnTo>
                  <a:lnTo>
                    <a:pt x="19566" y="209644"/>
                  </a:lnTo>
                  <a:lnTo>
                    <a:pt x="19188" y="208001"/>
                  </a:lnTo>
                  <a:lnTo>
                    <a:pt x="16163" y="198819"/>
                  </a:lnTo>
                  <a:lnTo>
                    <a:pt x="14840" y="200076"/>
                  </a:lnTo>
                  <a:lnTo>
                    <a:pt x="13894" y="200849"/>
                  </a:lnTo>
                  <a:lnTo>
                    <a:pt x="12760" y="202492"/>
                  </a:lnTo>
                  <a:lnTo>
                    <a:pt x="11815" y="205392"/>
                  </a:lnTo>
                  <a:lnTo>
                    <a:pt x="11437" y="207325"/>
                  </a:lnTo>
                  <a:lnTo>
                    <a:pt x="11342" y="209838"/>
                  </a:lnTo>
                  <a:lnTo>
                    <a:pt x="12004" y="212544"/>
                  </a:lnTo>
                  <a:lnTo>
                    <a:pt x="11059" y="212157"/>
                  </a:lnTo>
                  <a:lnTo>
                    <a:pt x="8696" y="211384"/>
                  </a:lnTo>
                  <a:lnTo>
                    <a:pt x="0" y="207711"/>
                  </a:lnTo>
                  <a:lnTo>
                    <a:pt x="189" y="207035"/>
                  </a:lnTo>
                  <a:lnTo>
                    <a:pt x="1701" y="203555"/>
                  </a:lnTo>
                  <a:lnTo>
                    <a:pt x="7467" y="189733"/>
                  </a:lnTo>
                  <a:lnTo>
                    <a:pt x="8790" y="186351"/>
                  </a:lnTo>
                  <a:lnTo>
                    <a:pt x="12382" y="177652"/>
                  </a:lnTo>
                  <a:lnTo>
                    <a:pt x="13138" y="175622"/>
                  </a:lnTo>
                  <a:lnTo>
                    <a:pt x="19093" y="161027"/>
                  </a:lnTo>
                  <a:lnTo>
                    <a:pt x="21551" y="154938"/>
                  </a:lnTo>
                  <a:lnTo>
                    <a:pt x="21740" y="154551"/>
                  </a:lnTo>
                  <a:lnTo>
                    <a:pt x="23252" y="150781"/>
                  </a:lnTo>
                  <a:lnTo>
                    <a:pt x="25710" y="144982"/>
                  </a:lnTo>
                  <a:lnTo>
                    <a:pt x="31381" y="131064"/>
                  </a:lnTo>
                  <a:lnTo>
                    <a:pt x="34122" y="124588"/>
                  </a:lnTo>
                  <a:lnTo>
                    <a:pt x="34217" y="124201"/>
                  </a:lnTo>
                  <a:lnTo>
                    <a:pt x="34784" y="122848"/>
                  </a:lnTo>
                  <a:lnTo>
                    <a:pt x="37525" y="116276"/>
                  </a:lnTo>
                  <a:lnTo>
                    <a:pt x="40644" y="106900"/>
                  </a:lnTo>
                  <a:lnTo>
                    <a:pt x="40833" y="106513"/>
                  </a:lnTo>
                  <a:lnTo>
                    <a:pt x="43102" y="97331"/>
                  </a:lnTo>
                  <a:lnTo>
                    <a:pt x="46032" y="97911"/>
                  </a:lnTo>
                  <a:lnTo>
                    <a:pt x="49057" y="98878"/>
                  </a:lnTo>
                  <a:lnTo>
                    <a:pt x="51325" y="99361"/>
                  </a:lnTo>
                  <a:lnTo>
                    <a:pt x="54539" y="99844"/>
                  </a:lnTo>
                  <a:lnTo>
                    <a:pt x="58037" y="98298"/>
                  </a:lnTo>
                  <a:lnTo>
                    <a:pt x="63519" y="95301"/>
                  </a:lnTo>
                  <a:lnTo>
                    <a:pt x="74956" y="86216"/>
                  </a:lnTo>
                  <a:lnTo>
                    <a:pt x="77697" y="84089"/>
                  </a:lnTo>
                  <a:lnTo>
                    <a:pt x="83180" y="81963"/>
                  </a:lnTo>
                  <a:lnTo>
                    <a:pt x="99816" y="75487"/>
                  </a:lnTo>
                  <a:lnTo>
                    <a:pt x="105015" y="73457"/>
                  </a:lnTo>
                  <a:lnTo>
                    <a:pt x="112104" y="70654"/>
                  </a:lnTo>
                  <a:lnTo>
                    <a:pt x="112765" y="70364"/>
                  </a:lnTo>
                  <a:lnTo>
                    <a:pt x="115601" y="69108"/>
                  </a:lnTo>
                  <a:lnTo>
                    <a:pt x="140083" y="58476"/>
                  </a:lnTo>
                  <a:lnTo>
                    <a:pt x="140272" y="58379"/>
                  </a:lnTo>
                  <a:lnTo>
                    <a:pt x="143863" y="56833"/>
                  </a:lnTo>
                  <a:lnTo>
                    <a:pt x="156151" y="52387"/>
                  </a:lnTo>
                  <a:lnTo>
                    <a:pt x="160972" y="50647"/>
                  </a:lnTo>
                  <a:lnTo>
                    <a:pt x="163524" y="49777"/>
                  </a:lnTo>
                  <a:lnTo>
                    <a:pt x="165415" y="49100"/>
                  </a:lnTo>
                  <a:lnTo>
                    <a:pt x="181295" y="47360"/>
                  </a:lnTo>
                  <a:lnTo>
                    <a:pt x="183563" y="47071"/>
                  </a:lnTo>
                  <a:lnTo>
                    <a:pt x="199348" y="45427"/>
                  </a:lnTo>
                  <a:lnTo>
                    <a:pt x="209746" y="44268"/>
                  </a:lnTo>
                  <a:lnTo>
                    <a:pt x="215606" y="41561"/>
                  </a:lnTo>
                  <a:lnTo>
                    <a:pt x="220805" y="39241"/>
                  </a:lnTo>
                  <a:lnTo>
                    <a:pt x="225248" y="37308"/>
                  </a:lnTo>
                  <a:lnTo>
                    <a:pt x="230825" y="34795"/>
                  </a:lnTo>
                  <a:lnTo>
                    <a:pt x="234322" y="33152"/>
                  </a:lnTo>
                  <a:lnTo>
                    <a:pt x="241128" y="30156"/>
                  </a:lnTo>
                  <a:lnTo>
                    <a:pt x="241978" y="29673"/>
                  </a:lnTo>
                  <a:lnTo>
                    <a:pt x="248311" y="26386"/>
                  </a:lnTo>
                  <a:lnTo>
                    <a:pt x="259938" y="20200"/>
                  </a:lnTo>
                  <a:lnTo>
                    <a:pt x="261734" y="19331"/>
                  </a:lnTo>
                  <a:lnTo>
                    <a:pt x="269485" y="15174"/>
                  </a:lnTo>
                  <a:lnTo>
                    <a:pt x="280922" y="9182"/>
                  </a:lnTo>
                  <a:lnTo>
                    <a:pt x="298125" y="96"/>
                  </a:lnTo>
                  <a:lnTo>
                    <a:pt x="298503" y="0"/>
                  </a:lnTo>
                  <a:lnTo>
                    <a:pt x="298692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114899" y="3787809"/>
              <a:ext cx="369395" cy="322151"/>
            </a:xfrm>
            <a:custGeom>
              <a:avLst/>
              <a:pathLst>
                <a:path w="369395" h="322151">
                  <a:moveTo>
                    <a:pt x="172220" y="7925"/>
                  </a:moveTo>
                  <a:lnTo>
                    <a:pt x="177041" y="12758"/>
                  </a:lnTo>
                  <a:lnTo>
                    <a:pt x="177230" y="13241"/>
                  </a:lnTo>
                  <a:lnTo>
                    <a:pt x="177325" y="13531"/>
                  </a:lnTo>
                  <a:lnTo>
                    <a:pt x="177892" y="14884"/>
                  </a:lnTo>
                  <a:lnTo>
                    <a:pt x="180538" y="21457"/>
                  </a:lnTo>
                  <a:lnTo>
                    <a:pt x="183469" y="28899"/>
                  </a:lnTo>
                  <a:lnTo>
                    <a:pt x="186966" y="37695"/>
                  </a:lnTo>
                  <a:lnTo>
                    <a:pt x="193204" y="36825"/>
                  </a:lnTo>
                  <a:lnTo>
                    <a:pt x="193677" y="36728"/>
                  </a:lnTo>
                  <a:lnTo>
                    <a:pt x="201712" y="35665"/>
                  </a:lnTo>
                  <a:lnTo>
                    <a:pt x="202184" y="35569"/>
                  </a:lnTo>
                  <a:lnTo>
                    <a:pt x="211826" y="34215"/>
                  </a:lnTo>
                  <a:lnTo>
                    <a:pt x="220427" y="33152"/>
                  </a:lnTo>
                  <a:lnTo>
                    <a:pt x="228556" y="32089"/>
                  </a:lnTo>
                  <a:lnTo>
                    <a:pt x="237441" y="30929"/>
                  </a:lnTo>
                  <a:lnTo>
                    <a:pt x="244814" y="29963"/>
                  </a:lnTo>
                  <a:lnTo>
                    <a:pt x="254455" y="28609"/>
                  </a:lnTo>
                  <a:lnTo>
                    <a:pt x="264947" y="27256"/>
                  </a:lnTo>
                  <a:lnTo>
                    <a:pt x="265893" y="27160"/>
                  </a:lnTo>
                  <a:lnTo>
                    <a:pt x="267311" y="28416"/>
                  </a:lnTo>
                  <a:lnTo>
                    <a:pt x="269768" y="30543"/>
                  </a:lnTo>
                  <a:lnTo>
                    <a:pt x="272604" y="32572"/>
                  </a:lnTo>
                  <a:lnTo>
                    <a:pt x="274494" y="33829"/>
                  </a:lnTo>
                  <a:lnTo>
                    <a:pt x="275061" y="34119"/>
                  </a:lnTo>
                  <a:lnTo>
                    <a:pt x="276196" y="34699"/>
                  </a:lnTo>
                  <a:lnTo>
                    <a:pt x="280355" y="36438"/>
                  </a:lnTo>
                  <a:lnTo>
                    <a:pt x="283758" y="37985"/>
                  </a:lnTo>
                  <a:lnTo>
                    <a:pt x="285364" y="39241"/>
                  </a:lnTo>
                  <a:lnTo>
                    <a:pt x="291792" y="43978"/>
                  </a:lnTo>
                  <a:lnTo>
                    <a:pt x="294533" y="45331"/>
                  </a:lnTo>
                  <a:lnTo>
                    <a:pt x="298787" y="47071"/>
                  </a:lnTo>
                  <a:lnTo>
                    <a:pt x="299448" y="47360"/>
                  </a:lnTo>
                  <a:lnTo>
                    <a:pt x="300583" y="47844"/>
                  </a:lnTo>
                  <a:lnTo>
                    <a:pt x="304174" y="49294"/>
                  </a:lnTo>
                  <a:lnTo>
                    <a:pt x="307199" y="50647"/>
                  </a:lnTo>
                  <a:lnTo>
                    <a:pt x="309184" y="51420"/>
                  </a:lnTo>
                  <a:lnTo>
                    <a:pt x="311453" y="52290"/>
                  </a:lnTo>
                  <a:lnTo>
                    <a:pt x="311642" y="52290"/>
                  </a:lnTo>
                  <a:lnTo>
                    <a:pt x="317502" y="54706"/>
                  </a:lnTo>
                  <a:lnTo>
                    <a:pt x="317691" y="54803"/>
                  </a:lnTo>
                  <a:lnTo>
                    <a:pt x="322228" y="55963"/>
                  </a:lnTo>
                  <a:lnTo>
                    <a:pt x="324497" y="56349"/>
                  </a:lnTo>
                  <a:lnTo>
                    <a:pt x="326765" y="56639"/>
                  </a:lnTo>
                  <a:lnTo>
                    <a:pt x="329034" y="56929"/>
                  </a:lnTo>
                  <a:lnTo>
                    <a:pt x="331870" y="57509"/>
                  </a:lnTo>
                  <a:lnTo>
                    <a:pt x="333666" y="57799"/>
                  </a:lnTo>
                  <a:lnTo>
                    <a:pt x="335083" y="58089"/>
                  </a:lnTo>
                  <a:lnTo>
                    <a:pt x="335462" y="58766"/>
                  </a:lnTo>
                  <a:lnTo>
                    <a:pt x="338770" y="64468"/>
                  </a:lnTo>
                  <a:lnTo>
                    <a:pt x="339810" y="65918"/>
                  </a:lnTo>
                  <a:lnTo>
                    <a:pt x="343685" y="71041"/>
                  </a:lnTo>
                  <a:lnTo>
                    <a:pt x="349167" y="78193"/>
                  </a:lnTo>
                  <a:lnTo>
                    <a:pt x="355500" y="86602"/>
                  </a:lnTo>
                  <a:lnTo>
                    <a:pt x="360888" y="93562"/>
                  </a:lnTo>
                  <a:lnTo>
                    <a:pt x="369395" y="104677"/>
                  </a:lnTo>
                  <a:lnTo>
                    <a:pt x="355973" y="112506"/>
                  </a:lnTo>
                  <a:lnTo>
                    <a:pt x="355217" y="112989"/>
                  </a:lnTo>
                  <a:lnTo>
                    <a:pt x="350207" y="115889"/>
                  </a:lnTo>
                  <a:lnTo>
                    <a:pt x="336407" y="124008"/>
                  </a:lnTo>
                  <a:lnTo>
                    <a:pt x="330074" y="127584"/>
                  </a:lnTo>
                  <a:lnTo>
                    <a:pt x="307388" y="140826"/>
                  </a:lnTo>
                  <a:lnTo>
                    <a:pt x="306632" y="141309"/>
                  </a:lnTo>
                  <a:lnTo>
                    <a:pt x="306443" y="141406"/>
                  </a:lnTo>
                  <a:lnTo>
                    <a:pt x="304174" y="142759"/>
                  </a:lnTo>
                  <a:lnTo>
                    <a:pt x="301244" y="144402"/>
                  </a:lnTo>
                  <a:lnTo>
                    <a:pt x="298220" y="146239"/>
                  </a:lnTo>
                  <a:lnTo>
                    <a:pt x="296140" y="147399"/>
                  </a:lnTo>
                  <a:lnTo>
                    <a:pt x="294439" y="148462"/>
                  </a:lnTo>
                  <a:lnTo>
                    <a:pt x="292548" y="149525"/>
                  </a:lnTo>
                  <a:lnTo>
                    <a:pt x="284892" y="153971"/>
                  </a:lnTo>
                  <a:lnTo>
                    <a:pt x="283568" y="154744"/>
                  </a:lnTo>
                  <a:lnTo>
                    <a:pt x="282718" y="155228"/>
                  </a:lnTo>
                  <a:lnTo>
                    <a:pt x="281489" y="156001"/>
                  </a:lnTo>
                  <a:lnTo>
                    <a:pt x="281205" y="156194"/>
                  </a:lnTo>
                  <a:lnTo>
                    <a:pt x="280638" y="156484"/>
                  </a:lnTo>
                  <a:lnTo>
                    <a:pt x="274211" y="160254"/>
                  </a:lnTo>
                  <a:lnTo>
                    <a:pt x="265609" y="165280"/>
                  </a:lnTo>
                  <a:lnTo>
                    <a:pt x="259938" y="168663"/>
                  </a:lnTo>
                  <a:lnTo>
                    <a:pt x="256346" y="171176"/>
                  </a:lnTo>
                  <a:lnTo>
                    <a:pt x="250485" y="175235"/>
                  </a:lnTo>
                  <a:lnTo>
                    <a:pt x="245003" y="179875"/>
                  </a:lnTo>
                  <a:lnTo>
                    <a:pt x="244436" y="180261"/>
                  </a:lnTo>
                  <a:lnTo>
                    <a:pt x="243869" y="181034"/>
                  </a:lnTo>
                  <a:lnTo>
                    <a:pt x="243207" y="181808"/>
                  </a:lnTo>
                  <a:lnTo>
                    <a:pt x="240939" y="185577"/>
                  </a:lnTo>
                  <a:lnTo>
                    <a:pt x="239804" y="187124"/>
                  </a:lnTo>
                  <a:lnTo>
                    <a:pt x="239521" y="187607"/>
                  </a:lnTo>
                  <a:lnTo>
                    <a:pt x="239048" y="188864"/>
                  </a:lnTo>
                  <a:lnTo>
                    <a:pt x="238859" y="189733"/>
                  </a:lnTo>
                  <a:lnTo>
                    <a:pt x="238386" y="192536"/>
                  </a:lnTo>
                  <a:lnTo>
                    <a:pt x="237914" y="195243"/>
                  </a:lnTo>
                  <a:lnTo>
                    <a:pt x="237536" y="197756"/>
                  </a:lnTo>
                  <a:lnTo>
                    <a:pt x="237347" y="198239"/>
                  </a:lnTo>
                  <a:lnTo>
                    <a:pt x="236780" y="199592"/>
                  </a:lnTo>
                  <a:lnTo>
                    <a:pt x="236496" y="200076"/>
                  </a:lnTo>
                  <a:lnTo>
                    <a:pt x="236591" y="200366"/>
                  </a:lnTo>
                  <a:lnTo>
                    <a:pt x="236591" y="200559"/>
                  </a:lnTo>
                  <a:lnTo>
                    <a:pt x="237536" y="202685"/>
                  </a:lnTo>
                  <a:lnTo>
                    <a:pt x="239426" y="206745"/>
                  </a:lnTo>
                  <a:lnTo>
                    <a:pt x="241033" y="209064"/>
                  </a:lnTo>
                  <a:lnTo>
                    <a:pt x="243113" y="211288"/>
                  </a:lnTo>
                  <a:lnTo>
                    <a:pt x="243491" y="211578"/>
                  </a:lnTo>
                  <a:lnTo>
                    <a:pt x="244909" y="213124"/>
                  </a:lnTo>
                  <a:lnTo>
                    <a:pt x="247272" y="214864"/>
                  </a:lnTo>
                  <a:lnTo>
                    <a:pt x="248028" y="215250"/>
                  </a:lnTo>
                  <a:lnTo>
                    <a:pt x="249540" y="216120"/>
                  </a:lnTo>
                  <a:lnTo>
                    <a:pt x="249824" y="216314"/>
                  </a:lnTo>
                  <a:lnTo>
                    <a:pt x="252943" y="217667"/>
                  </a:lnTo>
                  <a:lnTo>
                    <a:pt x="253699" y="217957"/>
                  </a:lnTo>
                  <a:lnTo>
                    <a:pt x="261734" y="220180"/>
                  </a:lnTo>
                  <a:lnTo>
                    <a:pt x="262301" y="220373"/>
                  </a:lnTo>
                  <a:lnTo>
                    <a:pt x="264286" y="220953"/>
                  </a:lnTo>
                  <a:lnTo>
                    <a:pt x="266932" y="221630"/>
                  </a:lnTo>
                  <a:lnTo>
                    <a:pt x="267783" y="221823"/>
                  </a:lnTo>
                  <a:lnTo>
                    <a:pt x="270335" y="222500"/>
                  </a:lnTo>
                  <a:lnTo>
                    <a:pt x="271280" y="222693"/>
                  </a:lnTo>
                  <a:lnTo>
                    <a:pt x="272320" y="223176"/>
                  </a:lnTo>
                  <a:lnTo>
                    <a:pt x="275818" y="224626"/>
                  </a:lnTo>
                  <a:lnTo>
                    <a:pt x="277519" y="225399"/>
                  </a:lnTo>
                  <a:lnTo>
                    <a:pt x="280638" y="227332"/>
                  </a:lnTo>
                  <a:lnTo>
                    <a:pt x="284419" y="230329"/>
                  </a:lnTo>
                  <a:lnTo>
                    <a:pt x="285175" y="230909"/>
                  </a:lnTo>
                  <a:lnTo>
                    <a:pt x="285742" y="231778"/>
                  </a:lnTo>
                  <a:lnTo>
                    <a:pt x="287822" y="234195"/>
                  </a:lnTo>
                  <a:lnTo>
                    <a:pt x="288673" y="235258"/>
                  </a:lnTo>
                  <a:lnTo>
                    <a:pt x="290185" y="238061"/>
                  </a:lnTo>
                  <a:lnTo>
                    <a:pt x="291603" y="240477"/>
                  </a:lnTo>
                  <a:lnTo>
                    <a:pt x="291981" y="241057"/>
                  </a:lnTo>
                  <a:lnTo>
                    <a:pt x="292832" y="243280"/>
                  </a:lnTo>
                  <a:lnTo>
                    <a:pt x="293304" y="244440"/>
                  </a:lnTo>
                  <a:lnTo>
                    <a:pt x="293682" y="245600"/>
                  </a:lnTo>
                  <a:lnTo>
                    <a:pt x="293777" y="245987"/>
                  </a:lnTo>
                  <a:lnTo>
                    <a:pt x="294344" y="248403"/>
                  </a:lnTo>
                  <a:lnTo>
                    <a:pt x="294628" y="249853"/>
                  </a:lnTo>
                  <a:lnTo>
                    <a:pt x="294817" y="250530"/>
                  </a:lnTo>
                  <a:lnTo>
                    <a:pt x="294817" y="250723"/>
                  </a:lnTo>
                  <a:lnTo>
                    <a:pt x="294911" y="251206"/>
                  </a:lnTo>
                  <a:lnTo>
                    <a:pt x="295006" y="251786"/>
                  </a:lnTo>
                  <a:lnTo>
                    <a:pt x="295100" y="252656"/>
                  </a:lnTo>
                  <a:lnTo>
                    <a:pt x="295289" y="256136"/>
                  </a:lnTo>
                  <a:lnTo>
                    <a:pt x="295289" y="256619"/>
                  </a:lnTo>
                  <a:lnTo>
                    <a:pt x="295289" y="257102"/>
                  </a:lnTo>
                  <a:lnTo>
                    <a:pt x="279599" y="259518"/>
                  </a:lnTo>
                  <a:lnTo>
                    <a:pt x="279031" y="259615"/>
                  </a:lnTo>
                  <a:lnTo>
                    <a:pt x="262490" y="261838"/>
                  </a:lnTo>
                  <a:lnTo>
                    <a:pt x="257102" y="262708"/>
                  </a:lnTo>
                  <a:lnTo>
                    <a:pt x="250864" y="263578"/>
                  </a:lnTo>
                  <a:lnTo>
                    <a:pt x="239426" y="265124"/>
                  </a:lnTo>
                  <a:lnTo>
                    <a:pt x="239710" y="268314"/>
                  </a:lnTo>
                  <a:lnTo>
                    <a:pt x="239710" y="270730"/>
                  </a:lnTo>
                  <a:lnTo>
                    <a:pt x="239426" y="273727"/>
                  </a:lnTo>
                  <a:lnTo>
                    <a:pt x="239426" y="274210"/>
                  </a:lnTo>
                  <a:lnTo>
                    <a:pt x="238859" y="277206"/>
                  </a:lnTo>
                  <a:lnTo>
                    <a:pt x="238481" y="280203"/>
                  </a:lnTo>
                  <a:lnTo>
                    <a:pt x="238481" y="281846"/>
                  </a:lnTo>
                  <a:lnTo>
                    <a:pt x="238386" y="282716"/>
                  </a:lnTo>
                  <a:lnTo>
                    <a:pt x="238481" y="283876"/>
                  </a:lnTo>
                  <a:lnTo>
                    <a:pt x="238670" y="285519"/>
                  </a:lnTo>
                  <a:lnTo>
                    <a:pt x="238765" y="286485"/>
                  </a:lnTo>
                  <a:lnTo>
                    <a:pt x="239615" y="292478"/>
                  </a:lnTo>
                  <a:lnTo>
                    <a:pt x="239993" y="295474"/>
                  </a:lnTo>
                  <a:lnTo>
                    <a:pt x="241317" y="304463"/>
                  </a:lnTo>
                  <a:lnTo>
                    <a:pt x="229690" y="306106"/>
                  </a:lnTo>
                  <a:lnTo>
                    <a:pt x="217119" y="308039"/>
                  </a:lnTo>
                  <a:lnTo>
                    <a:pt x="205965" y="309779"/>
                  </a:lnTo>
                  <a:lnTo>
                    <a:pt x="203886" y="310069"/>
                  </a:lnTo>
                  <a:lnTo>
                    <a:pt x="198309" y="310939"/>
                  </a:lnTo>
                  <a:lnTo>
                    <a:pt x="197647" y="311036"/>
                  </a:lnTo>
                  <a:lnTo>
                    <a:pt x="182996" y="313065"/>
                  </a:lnTo>
                  <a:lnTo>
                    <a:pt x="153410" y="317125"/>
                  </a:lnTo>
                  <a:lnTo>
                    <a:pt x="118531" y="322151"/>
                  </a:lnTo>
                  <a:lnTo>
                    <a:pt x="118059" y="319928"/>
                  </a:lnTo>
                  <a:lnTo>
                    <a:pt x="117303" y="317705"/>
                  </a:lnTo>
                  <a:lnTo>
                    <a:pt x="116074" y="315095"/>
                  </a:lnTo>
                  <a:lnTo>
                    <a:pt x="113049" y="310359"/>
                  </a:lnTo>
                  <a:lnTo>
                    <a:pt x="111064" y="307073"/>
                  </a:lnTo>
                  <a:lnTo>
                    <a:pt x="110969" y="306879"/>
                  </a:lnTo>
                  <a:lnTo>
                    <a:pt x="108134" y="302143"/>
                  </a:lnTo>
                  <a:lnTo>
                    <a:pt x="107945" y="301853"/>
                  </a:lnTo>
                  <a:lnTo>
                    <a:pt x="107094" y="300307"/>
                  </a:lnTo>
                  <a:lnTo>
                    <a:pt x="106527" y="299340"/>
                  </a:lnTo>
                  <a:lnTo>
                    <a:pt x="104825" y="296247"/>
                  </a:lnTo>
                  <a:lnTo>
                    <a:pt x="104258" y="295184"/>
                  </a:lnTo>
                  <a:lnTo>
                    <a:pt x="103313" y="292768"/>
                  </a:lnTo>
                  <a:lnTo>
                    <a:pt x="103030" y="292188"/>
                  </a:lnTo>
                  <a:lnTo>
                    <a:pt x="101990" y="289385"/>
                  </a:lnTo>
                  <a:lnTo>
                    <a:pt x="101139" y="287355"/>
                  </a:lnTo>
                  <a:lnTo>
                    <a:pt x="100477" y="285712"/>
                  </a:lnTo>
                  <a:lnTo>
                    <a:pt x="100194" y="284939"/>
                  </a:lnTo>
                  <a:lnTo>
                    <a:pt x="95751" y="273630"/>
                  </a:lnTo>
                  <a:lnTo>
                    <a:pt x="95373" y="272470"/>
                  </a:lnTo>
                  <a:lnTo>
                    <a:pt x="94806" y="270924"/>
                  </a:lnTo>
                  <a:lnTo>
                    <a:pt x="92159" y="264351"/>
                  </a:lnTo>
                  <a:lnTo>
                    <a:pt x="89324" y="257102"/>
                  </a:lnTo>
                  <a:lnTo>
                    <a:pt x="86961" y="251013"/>
                  </a:lnTo>
                  <a:lnTo>
                    <a:pt x="83085" y="240961"/>
                  </a:lnTo>
                  <a:lnTo>
                    <a:pt x="79210" y="231005"/>
                  </a:lnTo>
                  <a:lnTo>
                    <a:pt x="76091" y="223176"/>
                  </a:lnTo>
                  <a:lnTo>
                    <a:pt x="75712" y="222113"/>
                  </a:lnTo>
                  <a:lnTo>
                    <a:pt x="75240" y="220856"/>
                  </a:lnTo>
                  <a:lnTo>
                    <a:pt x="73444" y="216314"/>
                  </a:lnTo>
                  <a:lnTo>
                    <a:pt x="72971" y="215057"/>
                  </a:lnTo>
                  <a:lnTo>
                    <a:pt x="72688" y="214381"/>
                  </a:lnTo>
                  <a:lnTo>
                    <a:pt x="69285" y="205585"/>
                  </a:lnTo>
                  <a:lnTo>
                    <a:pt x="69096" y="205198"/>
                  </a:lnTo>
                  <a:lnTo>
                    <a:pt x="68434" y="203555"/>
                  </a:lnTo>
                  <a:lnTo>
                    <a:pt x="66922" y="199979"/>
                  </a:lnTo>
                  <a:lnTo>
                    <a:pt x="61628" y="187414"/>
                  </a:lnTo>
                  <a:lnTo>
                    <a:pt x="60967" y="185867"/>
                  </a:lnTo>
                  <a:lnTo>
                    <a:pt x="57280" y="177845"/>
                  </a:lnTo>
                  <a:lnTo>
                    <a:pt x="56713" y="176588"/>
                  </a:lnTo>
                  <a:lnTo>
                    <a:pt x="52271" y="166536"/>
                  </a:lnTo>
                  <a:lnTo>
                    <a:pt x="48112" y="155904"/>
                  </a:lnTo>
                  <a:lnTo>
                    <a:pt x="44331" y="146432"/>
                  </a:lnTo>
                  <a:lnTo>
                    <a:pt x="36674" y="125168"/>
                  </a:lnTo>
                  <a:lnTo>
                    <a:pt x="34028" y="116759"/>
                  </a:lnTo>
                  <a:lnTo>
                    <a:pt x="33650" y="115599"/>
                  </a:lnTo>
                  <a:lnTo>
                    <a:pt x="31759" y="110766"/>
                  </a:lnTo>
                  <a:lnTo>
                    <a:pt x="29302" y="104290"/>
                  </a:lnTo>
                  <a:lnTo>
                    <a:pt x="25426" y="93272"/>
                  </a:lnTo>
                  <a:lnTo>
                    <a:pt x="18999" y="75584"/>
                  </a:lnTo>
                  <a:lnTo>
                    <a:pt x="18431" y="73941"/>
                  </a:lnTo>
                  <a:lnTo>
                    <a:pt x="8979" y="48037"/>
                  </a:lnTo>
                  <a:lnTo>
                    <a:pt x="5954" y="39628"/>
                  </a:lnTo>
                  <a:lnTo>
                    <a:pt x="5198" y="38178"/>
                  </a:lnTo>
                  <a:lnTo>
                    <a:pt x="4348" y="37018"/>
                  </a:lnTo>
                  <a:lnTo>
                    <a:pt x="3497" y="35955"/>
                  </a:lnTo>
                  <a:lnTo>
                    <a:pt x="2835" y="34215"/>
                  </a:lnTo>
                  <a:lnTo>
                    <a:pt x="567" y="28029"/>
                  </a:lnTo>
                  <a:lnTo>
                    <a:pt x="378" y="26290"/>
                  </a:lnTo>
                  <a:lnTo>
                    <a:pt x="283" y="25710"/>
                  </a:lnTo>
                  <a:lnTo>
                    <a:pt x="0" y="22423"/>
                  </a:lnTo>
                  <a:lnTo>
                    <a:pt x="5482" y="21650"/>
                  </a:lnTo>
                  <a:lnTo>
                    <a:pt x="18053" y="19910"/>
                  </a:lnTo>
                  <a:lnTo>
                    <a:pt x="24103" y="19137"/>
                  </a:lnTo>
                  <a:lnTo>
                    <a:pt x="36769" y="17397"/>
                  </a:lnTo>
                  <a:lnTo>
                    <a:pt x="37242" y="17301"/>
                  </a:lnTo>
                  <a:lnTo>
                    <a:pt x="51515" y="15368"/>
                  </a:lnTo>
                  <a:lnTo>
                    <a:pt x="52365" y="15271"/>
                  </a:lnTo>
                  <a:lnTo>
                    <a:pt x="65504" y="13435"/>
                  </a:lnTo>
                  <a:lnTo>
                    <a:pt x="81762" y="11211"/>
                  </a:lnTo>
                  <a:lnTo>
                    <a:pt x="99627" y="8795"/>
                  </a:lnTo>
                  <a:lnTo>
                    <a:pt x="100194" y="8698"/>
                  </a:lnTo>
                  <a:lnTo>
                    <a:pt x="103691" y="8312"/>
                  </a:lnTo>
                  <a:lnTo>
                    <a:pt x="115034" y="6862"/>
                  </a:lnTo>
                  <a:lnTo>
                    <a:pt x="128078" y="5122"/>
                  </a:lnTo>
                  <a:lnTo>
                    <a:pt x="133750" y="4446"/>
                  </a:lnTo>
                  <a:lnTo>
                    <a:pt x="141028" y="3479"/>
                  </a:lnTo>
                  <a:lnTo>
                    <a:pt x="141311" y="3479"/>
                  </a:lnTo>
                  <a:lnTo>
                    <a:pt x="150007" y="2319"/>
                  </a:lnTo>
                  <a:lnTo>
                    <a:pt x="159082" y="1159"/>
                  </a:lnTo>
                  <a:lnTo>
                    <a:pt x="159554" y="1159"/>
                  </a:lnTo>
                  <a:lnTo>
                    <a:pt x="169196" y="96"/>
                  </a:lnTo>
                  <a:lnTo>
                    <a:pt x="169479" y="0"/>
                  </a:lnTo>
                  <a:lnTo>
                    <a:pt x="170992" y="4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829836" y="3528387"/>
              <a:ext cx="602754" cy="475639"/>
            </a:xfrm>
            <a:custGeom>
              <a:avLst/>
              <a:pathLst>
                <a:path w="602754" h="475639">
                  <a:moveTo>
                    <a:pt x="532429" y="9472"/>
                  </a:moveTo>
                  <a:lnTo>
                    <a:pt x="533941" y="11888"/>
                  </a:lnTo>
                  <a:lnTo>
                    <a:pt x="535548" y="14498"/>
                  </a:lnTo>
                  <a:lnTo>
                    <a:pt x="543960" y="27353"/>
                  </a:lnTo>
                  <a:lnTo>
                    <a:pt x="535453" y="33152"/>
                  </a:lnTo>
                  <a:lnTo>
                    <a:pt x="536493" y="35182"/>
                  </a:lnTo>
                  <a:lnTo>
                    <a:pt x="536777" y="35762"/>
                  </a:lnTo>
                  <a:lnTo>
                    <a:pt x="539234" y="39048"/>
                  </a:lnTo>
                  <a:lnTo>
                    <a:pt x="541975" y="42238"/>
                  </a:lnTo>
                  <a:lnTo>
                    <a:pt x="552940" y="55963"/>
                  </a:lnTo>
                  <a:lnTo>
                    <a:pt x="553413" y="55480"/>
                  </a:lnTo>
                  <a:lnTo>
                    <a:pt x="557761" y="60602"/>
                  </a:lnTo>
                  <a:lnTo>
                    <a:pt x="563054" y="66885"/>
                  </a:lnTo>
                  <a:lnTo>
                    <a:pt x="563149" y="67078"/>
                  </a:lnTo>
                  <a:lnTo>
                    <a:pt x="564661" y="69495"/>
                  </a:lnTo>
                  <a:lnTo>
                    <a:pt x="564850" y="69978"/>
                  </a:lnTo>
                  <a:lnTo>
                    <a:pt x="565323" y="71331"/>
                  </a:lnTo>
                  <a:lnTo>
                    <a:pt x="565512" y="71718"/>
                  </a:lnTo>
                  <a:lnTo>
                    <a:pt x="565795" y="73361"/>
                  </a:lnTo>
                  <a:lnTo>
                    <a:pt x="566551" y="77517"/>
                  </a:lnTo>
                  <a:lnTo>
                    <a:pt x="566740" y="78483"/>
                  </a:lnTo>
                  <a:lnTo>
                    <a:pt x="566740" y="78677"/>
                  </a:lnTo>
                  <a:lnTo>
                    <a:pt x="567497" y="81963"/>
                  </a:lnTo>
                  <a:lnTo>
                    <a:pt x="567969" y="83896"/>
                  </a:lnTo>
                  <a:lnTo>
                    <a:pt x="568536" y="85829"/>
                  </a:lnTo>
                  <a:lnTo>
                    <a:pt x="570994" y="95011"/>
                  </a:lnTo>
                  <a:lnTo>
                    <a:pt x="573546" y="104387"/>
                  </a:lnTo>
                  <a:lnTo>
                    <a:pt x="574302" y="106900"/>
                  </a:lnTo>
                  <a:lnTo>
                    <a:pt x="574775" y="106803"/>
                  </a:lnTo>
                  <a:lnTo>
                    <a:pt x="585078" y="138120"/>
                  </a:lnTo>
                  <a:lnTo>
                    <a:pt x="585456" y="139086"/>
                  </a:lnTo>
                  <a:lnTo>
                    <a:pt x="586212" y="141309"/>
                  </a:lnTo>
                  <a:lnTo>
                    <a:pt x="586401" y="141793"/>
                  </a:lnTo>
                  <a:lnTo>
                    <a:pt x="588575" y="148172"/>
                  </a:lnTo>
                  <a:lnTo>
                    <a:pt x="590560" y="153874"/>
                  </a:lnTo>
                  <a:lnTo>
                    <a:pt x="591505" y="156581"/>
                  </a:lnTo>
                  <a:lnTo>
                    <a:pt x="591222" y="156871"/>
                  </a:lnTo>
                  <a:lnTo>
                    <a:pt x="590749" y="157257"/>
                  </a:lnTo>
                  <a:lnTo>
                    <a:pt x="589615" y="158224"/>
                  </a:lnTo>
                  <a:lnTo>
                    <a:pt x="589331" y="158417"/>
                  </a:lnTo>
                  <a:lnTo>
                    <a:pt x="588764" y="158900"/>
                  </a:lnTo>
                  <a:lnTo>
                    <a:pt x="586685" y="160060"/>
                  </a:lnTo>
                  <a:lnTo>
                    <a:pt x="585267" y="160640"/>
                  </a:lnTo>
                  <a:lnTo>
                    <a:pt x="583660" y="161027"/>
                  </a:lnTo>
                  <a:lnTo>
                    <a:pt x="583376" y="161124"/>
                  </a:lnTo>
                  <a:lnTo>
                    <a:pt x="582053" y="161800"/>
                  </a:lnTo>
                  <a:lnTo>
                    <a:pt x="581013" y="162283"/>
                  </a:lnTo>
                  <a:lnTo>
                    <a:pt x="579974" y="163057"/>
                  </a:lnTo>
                  <a:lnTo>
                    <a:pt x="579501" y="163443"/>
                  </a:lnTo>
                  <a:lnTo>
                    <a:pt x="578083" y="164313"/>
                  </a:lnTo>
                  <a:lnTo>
                    <a:pt x="577611" y="164603"/>
                  </a:lnTo>
                  <a:lnTo>
                    <a:pt x="576949" y="165086"/>
                  </a:lnTo>
                  <a:lnTo>
                    <a:pt x="574491" y="166150"/>
                  </a:lnTo>
                  <a:lnTo>
                    <a:pt x="573168" y="167020"/>
                  </a:lnTo>
                  <a:lnTo>
                    <a:pt x="572884" y="167309"/>
                  </a:lnTo>
                  <a:lnTo>
                    <a:pt x="572506" y="167696"/>
                  </a:lnTo>
                  <a:lnTo>
                    <a:pt x="572317" y="168179"/>
                  </a:lnTo>
                  <a:lnTo>
                    <a:pt x="572412" y="168759"/>
                  </a:lnTo>
                  <a:lnTo>
                    <a:pt x="572317" y="168953"/>
                  </a:lnTo>
                  <a:lnTo>
                    <a:pt x="571656" y="169629"/>
                  </a:lnTo>
                  <a:lnTo>
                    <a:pt x="570049" y="171176"/>
                  </a:lnTo>
                  <a:lnTo>
                    <a:pt x="568442" y="172722"/>
                  </a:lnTo>
                  <a:lnTo>
                    <a:pt x="567875" y="173205"/>
                  </a:lnTo>
                  <a:lnTo>
                    <a:pt x="567402" y="173785"/>
                  </a:lnTo>
                  <a:lnTo>
                    <a:pt x="566457" y="174559"/>
                  </a:lnTo>
                  <a:lnTo>
                    <a:pt x="565039" y="175718"/>
                  </a:lnTo>
                  <a:lnTo>
                    <a:pt x="564188" y="176395"/>
                  </a:lnTo>
                  <a:lnTo>
                    <a:pt x="563338" y="177072"/>
                  </a:lnTo>
                  <a:lnTo>
                    <a:pt x="562298" y="177845"/>
                  </a:lnTo>
                  <a:lnTo>
                    <a:pt x="561920" y="178135"/>
                  </a:lnTo>
                  <a:lnTo>
                    <a:pt x="561447" y="178425"/>
                  </a:lnTo>
                  <a:lnTo>
                    <a:pt x="560502" y="179198"/>
                  </a:lnTo>
                  <a:lnTo>
                    <a:pt x="559651" y="179778"/>
                  </a:lnTo>
                  <a:lnTo>
                    <a:pt x="558706" y="180455"/>
                  </a:lnTo>
                  <a:lnTo>
                    <a:pt x="555492" y="182871"/>
                  </a:lnTo>
                  <a:lnTo>
                    <a:pt x="555114" y="182774"/>
                  </a:lnTo>
                  <a:lnTo>
                    <a:pt x="554925" y="182871"/>
                  </a:lnTo>
                  <a:lnTo>
                    <a:pt x="554641" y="182581"/>
                  </a:lnTo>
                  <a:lnTo>
                    <a:pt x="553885" y="181614"/>
                  </a:lnTo>
                  <a:lnTo>
                    <a:pt x="553602" y="181324"/>
                  </a:lnTo>
                  <a:lnTo>
                    <a:pt x="552089" y="179488"/>
                  </a:lnTo>
                  <a:lnTo>
                    <a:pt x="551428" y="178908"/>
                  </a:lnTo>
                  <a:lnTo>
                    <a:pt x="551239" y="178715"/>
                  </a:lnTo>
                  <a:lnTo>
                    <a:pt x="550482" y="177845"/>
                  </a:lnTo>
                  <a:lnTo>
                    <a:pt x="550104" y="177555"/>
                  </a:lnTo>
                  <a:lnTo>
                    <a:pt x="549537" y="177265"/>
                  </a:lnTo>
                  <a:lnTo>
                    <a:pt x="548687" y="176685"/>
                  </a:lnTo>
                  <a:lnTo>
                    <a:pt x="548498" y="176588"/>
                  </a:lnTo>
                  <a:lnTo>
                    <a:pt x="548308" y="176395"/>
                  </a:lnTo>
                  <a:lnTo>
                    <a:pt x="547741" y="175718"/>
                  </a:lnTo>
                  <a:lnTo>
                    <a:pt x="547080" y="175042"/>
                  </a:lnTo>
                  <a:lnTo>
                    <a:pt x="546607" y="174462"/>
                  </a:lnTo>
                  <a:lnTo>
                    <a:pt x="546418" y="174172"/>
                  </a:lnTo>
                  <a:lnTo>
                    <a:pt x="546040" y="173785"/>
                  </a:lnTo>
                  <a:lnTo>
                    <a:pt x="545473" y="172819"/>
                  </a:lnTo>
                  <a:lnTo>
                    <a:pt x="545284" y="172626"/>
                  </a:lnTo>
                  <a:lnTo>
                    <a:pt x="543866" y="170209"/>
                  </a:lnTo>
                  <a:lnTo>
                    <a:pt x="543204" y="169146"/>
                  </a:lnTo>
                  <a:lnTo>
                    <a:pt x="542826" y="168469"/>
                  </a:lnTo>
                  <a:lnTo>
                    <a:pt x="542354" y="167503"/>
                  </a:lnTo>
                  <a:lnTo>
                    <a:pt x="541219" y="165473"/>
                  </a:lnTo>
                  <a:lnTo>
                    <a:pt x="540463" y="164217"/>
                  </a:lnTo>
                  <a:lnTo>
                    <a:pt x="540274" y="164023"/>
                  </a:lnTo>
                  <a:lnTo>
                    <a:pt x="541030" y="162863"/>
                  </a:lnTo>
                  <a:lnTo>
                    <a:pt x="541503" y="161993"/>
                  </a:lnTo>
                  <a:lnTo>
                    <a:pt x="541786" y="161607"/>
                  </a:lnTo>
                  <a:lnTo>
                    <a:pt x="542826" y="160544"/>
                  </a:lnTo>
                  <a:lnTo>
                    <a:pt x="542448" y="159964"/>
                  </a:lnTo>
                  <a:lnTo>
                    <a:pt x="542164" y="159287"/>
                  </a:lnTo>
                  <a:lnTo>
                    <a:pt x="542070" y="159094"/>
                  </a:lnTo>
                  <a:lnTo>
                    <a:pt x="541692" y="158514"/>
                  </a:lnTo>
                  <a:lnTo>
                    <a:pt x="541125" y="157451"/>
                  </a:lnTo>
                  <a:lnTo>
                    <a:pt x="540652" y="156677"/>
                  </a:lnTo>
                  <a:lnTo>
                    <a:pt x="540369" y="156194"/>
                  </a:lnTo>
                  <a:lnTo>
                    <a:pt x="539990" y="155614"/>
                  </a:lnTo>
                  <a:lnTo>
                    <a:pt x="539423" y="154938"/>
                  </a:lnTo>
                  <a:lnTo>
                    <a:pt x="538856" y="154164"/>
                  </a:lnTo>
                  <a:lnTo>
                    <a:pt x="539234" y="153681"/>
                  </a:lnTo>
                  <a:lnTo>
                    <a:pt x="538951" y="153101"/>
                  </a:lnTo>
                  <a:lnTo>
                    <a:pt x="543015" y="147205"/>
                  </a:lnTo>
                  <a:lnTo>
                    <a:pt x="549915" y="128937"/>
                  </a:lnTo>
                  <a:lnTo>
                    <a:pt x="550672" y="126811"/>
                  </a:lnTo>
                  <a:lnTo>
                    <a:pt x="553885" y="117629"/>
                  </a:lnTo>
                  <a:lnTo>
                    <a:pt x="551428" y="116082"/>
                  </a:lnTo>
                  <a:lnTo>
                    <a:pt x="550388" y="114729"/>
                  </a:lnTo>
                  <a:lnTo>
                    <a:pt x="538194" y="118885"/>
                  </a:lnTo>
                  <a:lnTo>
                    <a:pt x="529404" y="121882"/>
                  </a:lnTo>
                  <a:lnTo>
                    <a:pt x="526285" y="122945"/>
                  </a:lnTo>
                  <a:lnTo>
                    <a:pt x="524867" y="123428"/>
                  </a:lnTo>
                  <a:lnTo>
                    <a:pt x="523543" y="123911"/>
                  </a:lnTo>
                  <a:lnTo>
                    <a:pt x="516265" y="126521"/>
                  </a:lnTo>
                  <a:lnTo>
                    <a:pt x="515982" y="126618"/>
                  </a:lnTo>
                  <a:lnTo>
                    <a:pt x="516643" y="129517"/>
                  </a:lnTo>
                  <a:lnTo>
                    <a:pt x="516738" y="130097"/>
                  </a:lnTo>
                  <a:lnTo>
                    <a:pt x="517210" y="133190"/>
                  </a:lnTo>
                  <a:lnTo>
                    <a:pt x="517494" y="135123"/>
                  </a:lnTo>
                  <a:lnTo>
                    <a:pt x="517399" y="135800"/>
                  </a:lnTo>
                  <a:lnTo>
                    <a:pt x="517305" y="136863"/>
                  </a:lnTo>
                  <a:lnTo>
                    <a:pt x="517021" y="138893"/>
                  </a:lnTo>
                  <a:lnTo>
                    <a:pt x="517021" y="139473"/>
                  </a:lnTo>
                  <a:lnTo>
                    <a:pt x="516454" y="143629"/>
                  </a:lnTo>
                  <a:lnTo>
                    <a:pt x="515982" y="146915"/>
                  </a:lnTo>
                  <a:lnTo>
                    <a:pt x="515036" y="146915"/>
                  </a:lnTo>
                  <a:lnTo>
                    <a:pt x="515036" y="147399"/>
                  </a:lnTo>
                  <a:lnTo>
                    <a:pt x="514942" y="150588"/>
                  </a:lnTo>
                  <a:lnTo>
                    <a:pt x="514942" y="151458"/>
                  </a:lnTo>
                  <a:lnTo>
                    <a:pt x="514942" y="152715"/>
                  </a:lnTo>
                  <a:lnTo>
                    <a:pt x="515036" y="154744"/>
                  </a:lnTo>
                  <a:lnTo>
                    <a:pt x="515225" y="156291"/>
                  </a:lnTo>
                  <a:lnTo>
                    <a:pt x="515320" y="157354"/>
                  </a:lnTo>
                  <a:lnTo>
                    <a:pt x="515698" y="161124"/>
                  </a:lnTo>
                  <a:lnTo>
                    <a:pt x="515793" y="161993"/>
                  </a:lnTo>
                  <a:lnTo>
                    <a:pt x="515793" y="162187"/>
                  </a:lnTo>
                  <a:lnTo>
                    <a:pt x="515604" y="165570"/>
                  </a:lnTo>
                  <a:lnTo>
                    <a:pt x="515036" y="173205"/>
                  </a:lnTo>
                  <a:lnTo>
                    <a:pt x="514847" y="175332"/>
                  </a:lnTo>
                  <a:lnTo>
                    <a:pt x="514847" y="175718"/>
                  </a:lnTo>
                  <a:lnTo>
                    <a:pt x="514375" y="181614"/>
                  </a:lnTo>
                  <a:lnTo>
                    <a:pt x="514280" y="182484"/>
                  </a:lnTo>
                  <a:lnTo>
                    <a:pt x="513997" y="184031"/>
                  </a:lnTo>
                  <a:lnTo>
                    <a:pt x="513808" y="184514"/>
                  </a:lnTo>
                  <a:lnTo>
                    <a:pt x="513713" y="185094"/>
                  </a:lnTo>
                  <a:lnTo>
                    <a:pt x="512768" y="189250"/>
                  </a:lnTo>
                  <a:lnTo>
                    <a:pt x="512673" y="189637"/>
                  </a:lnTo>
                  <a:lnTo>
                    <a:pt x="511350" y="195726"/>
                  </a:lnTo>
                  <a:lnTo>
                    <a:pt x="511066" y="196596"/>
                  </a:lnTo>
                  <a:lnTo>
                    <a:pt x="509365" y="202009"/>
                  </a:lnTo>
                  <a:lnTo>
                    <a:pt x="509176" y="202395"/>
                  </a:lnTo>
                  <a:lnTo>
                    <a:pt x="509081" y="202685"/>
                  </a:lnTo>
                  <a:lnTo>
                    <a:pt x="508798" y="203652"/>
                  </a:lnTo>
                  <a:lnTo>
                    <a:pt x="508420" y="204812"/>
                  </a:lnTo>
                  <a:lnTo>
                    <a:pt x="508042" y="205778"/>
                  </a:lnTo>
                  <a:lnTo>
                    <a:pt x="506813" y="209064"/>
                  </a:lnTo>
                  <a:lnTo>
                    <a:pt x="506340" y="210224"/>
                  </a:lnTo>
                  <a:lnTo>
                    <a:pt x="505868" y="211481"/>
                  </a:lnTo>
                  <a:lnTo>
                    <a:pt x="504355" y="216410"/>
                  </a:lnTo>
                  <a:lnTo>
                    <a:pt x="503883" y="218150"/>
                  </a:lnTo>
                  <a:lnTo>
                    <a:pt x="503032" y="222306"/>
                  </a:lnTo>
                  <a:lnTo>
                    <a:pt x="505962" y="225013"/>
                  </a:lnTo>
                  <a:lnTo>
                    <a:pt x="506907" y="226076"/>
                  </a:lnTo>
                  <a:lnTo>
                    <a:pt x="509838" y="229362"/>
                  </a:lnTo>
                  <a:lnTo>
                    <a:pt x="511161" y="231295"/>
                  </a:lnTo>
                  <a:lnTo>
                    <a:pt x="514658" y="236128"/>
                  </a:lnTo>
                  <a:lnTo>
                    <a:pt x="519763" y="243280"/>
                  </a:lnTo>
                  <a:lnTo>
                    <a:pt x="522031" y="246373"/>
                  </a:lnTo>
                  <a:lnTo>
                    <a:pt x="528175" y="252559"/>
                  </a:lnTo>
                  <a:lnTo>
                    <a:pt x="529404" y="253816"/>
                  </a:lnTo>
                  <a:lnTo>
                    <a:pt x="529687" y="254106"/>
                  </a:lnTo>
                  <a:lnTo>
                    <a:pt x="537155" y="260292"/>
                  </a:lnTo>
                  <a:lnTo>
                    <a:pt x="537438" y="260485"/>
                  </a:lnTo>
                  <a:lnTo>
                    <a:pt x="539045" y="261548"/>
                  </a:lnTo>
                  <a:lnTo>
                    <a:pt x="539990" y="262128"/>
                  </a:lnTo>
                  <a:lnTo>
                    <a:pt x="541219" y="262901"/>
                  </a:lnTo>
                  <a:lnTo>
                    <a:pt x="542354" y="263675"/>
                  </a:lnTo>
                  <a:lnTo>
                    <a:pt x="547269" y="268121"/>
                  </a:lnTo>
                  <a:lnTo>
                    <a:pt x="549254" y="270247"/>
                  </a:lnTo>
                  <a:lnTo>
                    <a:pt x="550104" y="271600"/>
                  </a:lnTo>
                  <a:lnTo>
                    <a:pt x="550388" y="272374"/>
                  </a:lnTo>
                  <a:lnTo>
                    <a:pt x="550955" y="273920"/>
                  </a:lnTo>
                  <a:lnTo>
                    <a:pt x="553224" y="279719"/>
                  </a:lnTo>
                  <a:lnTo>
                    <a:pt x="554736" y="283779"/>
                  </a:lnTo>
                  <a:lnTo>
                    <a:pt x="556721" y="285712"/>
                  </a:lnTo>
                  <a:lnTo>
                    <a:pt x="557950" y="286872"/>
                  </a:lnTo>
                  <a:lnTo>
                    <a:pt x="559368" y="288032"/>
                  </a:lnTo>
                  <a:lnTo>
                    <a:pt x="560596" y="288902"/>
                  </a:lnTo>
                  <a:lnTo>
                    <a:pt x="561636" y="289675"/>
                  </a:lnTo>
                  <a:lnTo>
                    <a:pt x="562392" y="290255"/>
                  </a:lnTo>
                  <a:lnTo>
                    <a:pt x="564094" y="290255"/>
                  </a:lnTo>
                  <a:lnTo>
                    <a:pt x="564755" y="290255"/>
                  </a:lnTo>
                  <a:lnTo>
                    <a:pt x="565039" y="290158"/>
                  </a:lnTo>
                  <a:lnTo>
                    <a:pt x="566268" y="289868"/>
                  </a:lnTo>
                  <a:lnTo>
                    <a:pt x="568820" y="289385"/>
                  </a:lnTo>
                  <a:lnTo>
                    <a:pt x="569387" y="289192"/>
                  </a:lnTo>
                  <a:lnTo>
                    <a:pt x="570521" y="289095"/>
                  </a:lnTo>
                  <a:lnTo>
                    <a:pt x="570805" y="289095"/>
                  </a:lnTo>
                  <a:lnTo>
                    <a:pt x="571561" y="289095"/>
                  </a:lnTo>
                  <a:lnTo>
                    <a:pt x="571845" y="289095"/>
                  </a:lnTo>
                  <a:lnTo>
                    <a:pt x="572695" y="289095"/>
                  </a:lnTo>
                  <a:lnTo>
                    <a:pt x="573357" y="289095"/>
                  </a:lnTo>
                  <a:lnTo>
                    <a:pt x="574019" y="289192"/>
                  </a:lnTo>
                  <a:lnTo>
                    <a:pt x="575531" y="289482"/>
                  </a:lnTo>
                  <a:lnTo>
                    <a:pt x="577705" y="289578"/>
                  </a:lnTo>
                  <a:lnTo>
                    <a:pt x="578650" y="289482"/>
                  </a:lnTo>
                  <a:lnTo>
                    <a:pt x="579974" y="289385"/>
                  </a:lnTo>
                  <a:lnTo>
                    <a:pt x="580541" y="289288"/>
                  </a:lnTo>
                  <a:lnTo>
                    <a:pt x="581013" y="289288"/>
                  </a:lnTo>
                  <a:lnTo>
                    <a:pt x="581959" y="289288"/>
                  </a:lnTo>
                  <a:lnTo>
                    <a:pt x="582431" y="289288"/>
                  </a:lnTo>
                  <a:lnTo>
                    <a:pt x="582620" y="289288"/>
                  </a:lnTo>
                  <a:lnTo>
                    <a:pt x="582904" y="289288"/>
                  </a:lnTo>
                  <a:lnTo>
                    <a:pt x="585456" y="289965"/>
                  </a:lnTo>
                  <a:lnTo>
                    <a:pt x="586496" y="290448"/>
                  </a:lnTo>
                  <a:lnTo>
                    <a:pt x="587346" y="290835"/>
                  </a:lnTo>
                  <a:lnTo>
                    <a:pt x="588197" y="291125"/>
                  </a:lnTo>
                  <a:lnTo>
                    <a:pt x="589426" y="291705"/>
                  </a:lnTo>
                  <a:lnTo>
                    <a:pt x="590088" y="292091"/>
                  </a:lnTo>
                  <a:lnTo>
                    <a:pt x="592829" y="293444"/>
                  </a:lnTo>
                  <a:lnTo>
                    <a:pt x="594058" y="294121"/>
                  </a:lnTo>
                  <a:lnTo>
                    <a:pt x="594530" y="294411"/>
                  </a:lnTo>
                  <a:lnTo>
                    <a:pt x="594719" y="294508"/>
                  </a:lnTo>
                  <a:lnTo>
                    <a:pt x="597744" y="296151"/>
                  </a:lnTo>
                  <a:lnTo>
                    <a:pt x="598595" y="297117"/>
                  </a:lnTo>
                  <a:lnTo>
                    <a:pt x="598973" y="297504"/>
                  </a:lnTo>
                  <a:lnTo>
                    <a:pt x="599540" y="298180"/>
                  </a:lnTo>
                  <a:lnTo>
                    <a:pt x="600202" y="298760"/>
                  </a:lnTo>
                  <a:lnTo>
                    <a:pt x="600863" y="299437"/>
                  </a:lnTo>
                  <a:lnTo>
                    <a:pt x="601714" y="299824"/>
                  </a:lnTo>
                  <a:lnTo>
                    <a:pt x="602376" y="299920"/>
                  </a:lnTo>
                  <a:lnTo>
                    <a:pt x="602754" y="300017"/>
                  </a:lnTo>
                  <a:lnTo>
                    <a:pt x="602281" y="301660"/>
                  </a:lnTo>
                  <a:lnTo>
                    <a:pt x="599351" y="300983"/>
                  </a:lnTo>
                  <a:lnTo>
                    <a:pt x="592167" y="298954"/>
                  </a:lnTo>
                  <a:lnTo>
                    <a:pt x="590088" y="306010"/>
                  </a:lnTo>
                  <a:lnTo>
                    <a:pt x="589237" y="308716"/>
                  </a:lnTo>
                  <a:lnTo>
                    <a:pt x="585645" y="307266"/>
                  </a:lnTo>
                  <a:lnTo>
                    <a:pt x="584511" y="306783"/>
                  </a:lnTo>
                  <a:lnTo>
                    <a:pt x="583849" y="306493"/>
                  </a:lnTo>
                  <a:lnTo>
                    <a:pt x="579596" y="304753"/>
                  </a:lnTo>
                  <a:lnTo>
                    <a:pt x="576854" y="303400"/>
                  </a:lnTo>
                  <a:lnTo>
                    <a:pt x="570427" y="298664"/>
                  </a:lnTo>
                  <a:lnTo>
                    <a:pt x="568820" y="297407"/>
                  </a:lnTo>
                  <a:lnTo>
                    <a:pt x="565323" y="295861"/>
                  </a:lnTo>
                  <a:lnTo>
                    <a:pt x="561258" y="294121"/>
                  </a:lnTo>
                  <a:lnTo>
                    <a:pt x="560124" y="293541"/>
                  </a:lnTo>
                  <a:lnTo>
                    <a:pt x="559557" y="293251"/>
                  </a:lnTo>
                  <a:lnTo>
                    <a:pt x="557666" y="291995"/>
                  </a:lnTo>
                  <a:lnTo>
                    <a:pt x="554831" y="289965"/>
                  </a:lnTo>
                  <a:lnTo>
                    <a:pt x="552373" y="287838"/>
                  </a:lnTo>
                  <a:lnTo>
                    <a:pt x="550955" y="286582"/>
                  </a:lnTo>
                  <a:lnTo>
                    <a:pt x="550010" y="286679"/>
                  </a:lnTo>
                  <a:lnTo>
                    <a:pt x="539518" y="288032"/>
                  </a:lnTo>
                  <a:lnTo>
                    <a:pt x="529876" y="289385"/>
                  </a:lnTo>
                  <a:lnTo>
                    <a:pt x="522504" y="290351"/>
                  </a:lnTo>
                  <a:lnTo>
                    <a:pt x="513619" y="291511"/>
                  </a:lnTo>
                  <a:lnTo>
                    <a:pt x="505490" y="292574"/>
                  </a:lnTo>
                  <a:lnTo>
                    <a:pt x="496888" y="293638"/>
                  </a:lnTo>
                  <a:lnTo>
                    <a:pt x="487247" y="294991"/>
                  </a:lnTo>
                  <a:lnTo>
                    <a:pt x="486774" y="295088"/>
                  </a:lnTo>
                  <a:lnTo>
                    <a:pt x="478740" y="296151"/>
                  </a:lnTo>
                  <a:lnTo>
                    <a:pt x="478267" y="296247"/>
                  </a:lnTo>
                  <a:lnTo>
                    <a:pt x="472028" y="297117"/>
                  </a:lnTo>
                  <a:lnTo>
                    <a:pt x="468531" y="288322"/>
                  </a:lnTo>
                  <a:lnTo>
                    <a:pt x="465601" y="280879"/>
                  </a:lnTo>
                  <a:lnTo>
                    <a:pt x="462954" y="274307"/>
                  </a:lnTo>
                  <a:lnTo>
                    <a:pt x="462387" y="272953"/>
                  </a:lnTo>
                  <a:lnTo>
                    <a:pt x="462293" y="272664"/>
                  </a:lnTo>
                  <a:lnTo>
                    <a:pt x="462103" y="272180"/>
                  </a:lnTo>
                  <a:lnTo>
                    <a:pt x="457283" y="267347"/>
                  </a:lnTo>
                  <a:lnTo>
                    <a:pt x="456054" y="263771"/>
                  </a:lnTo>
                  <a:lnTo>
                    <a:pt x="454542" y="259422"/>
                  </a:lnTo>
                  <a:lnTo>
                    <a:pt x="454258" y="259518"/>
                  </a:lnTo>
                  <a:lnTo>
                    <a:pt x="444617" y="260582"/>
                  </a:lnTo>
                  <a:lnTo>
                    <a:pt x="444144" y="260582"/>
                  </a:lnTo>
                  <a:lnTo>
                    <a:pt x="435070" y="261742"/>
                  </a:lnTo>
                  <a:lnTo>
                    <a:pt x="426374" y="262901"/>
                  </a:lnTo>
                  <a:lnTo>
                    <a:pt x="426090" y="262901"/>
                  </a:lnTo>
                  <a:lnTo>
                    <a:pt x="418812" y="263868"/>
                  </a:lnTo>
                  <a:lnTo>
                    <a:pt x="413141" y="264544"/>
                  </a:lnTo>
                  <a:lnTo>
                    <a:pt x="400096" y="266284"/>
                  </a:lnTo>
                  <a:lnTo>
                    <a:pt x="388754" y="267734"/>
                  </a:lnTo>
                  <a:lnTo>
                    <a:pt x="385256" y="268121"/>
                  </a:lnTo>
                  <a:lnTo>
                    <a:pt x="384689" y="268217"/>
                  </a:lnTo>
                  <a:lnTo>
                    <a:pt x="366824" y="270634"/>
                  </a:lnTo>
                  <a:lnTo>
                    <a:pt x="350566" y="272857"/>
                  </a:lnTo>
                  <a:lnTo>
                    <a:pt x="337428" y="274693"/>
                  </a:lnTo>
                  <a:lnTo>
                    <a:pt x="336577" y="274790"/>
                  </a:lnTo>
                  <a:lnTo>
                    <a:pt x="322304" y="276723"/>
                  </a:lnTo>
                  <a:lnTo>
                    <a:pt x="321831" y="276820"/>
                  </a:lnTo>
                  <a:lnTo>
                    <a:pt x="309165" y="278559"/>
                  </a:lnTo>
                  <a:lnTo>
                    <a:pt x="303116" y="279333"/>
                  </a:lnTo>
                  <a:lnTo>
                    <a:pt x="290544" y="281073"/>
                  </a:lnTo>
                  <a:lnTo>
                    <a:pt x="285062" y="281846"/>
                  </a:lnTo>
                  <a:lnTo>
                    <a:pt x="285346" y="285132"/>
                  </a:lnTo>
                  <a:lnTo>
                    <a:pt x="285440" y="285712"/>
                  </a:lnTo>
                  <a:lnTo>
                    <a:pt x="285629" y="287452"/>
                  </a:lnTo>
                  <a:lnTo>
                    <a:pt x="287898" y="293638"/>
                  </a:lnTo>
                  <a:lnTo>
                    <a:pt x="288559" y="295377"/>
                  </a:lnTo>
                  <a:lnTo>
                    <a:pt x="289410" y="296441"/>
                  </a:lnTo>
                  <a:lnTo>
                    <a:pt x="290261" y="297601"/>
                  </a:lnTo>
                  <a:lnTo>
                    <a:pt x="291017" y="299050"/>
                  </a:lnTo>
                  <a:lnTo>
                    <a:pt x="294042" y="307459"/>
                  </a:lnTo>
                  <a:lnTo>
                    <a:pt x="303494" y="333363"/>
                  </a:lnTo>
                  <a:lnTo>
                    <a:pt x="304061" y="335006"/>
                  </a:lnTo>
                  <a:lnTo>
                    <a:pt x="310489" y="352694"/>
                  </a:lnTo>
                  <a:lnTo>
                    <a:pt x="314364" y="363713"/>
                  </a:lnTo>
                  <a:lnTo>
                    <a:pt x="316822" y="370189"/>
                  </a:lnTo>
                  <a:lnTo>
                    <a:pt x="318712" y="375021"/>
                  </a:lnTo>
                  <a:lnTo>
                    <a:pt x="319090" y="376181"/>
                  </a:lnTo>
                  <a:lnTo>
                    <a:pt x="321737" y="384590"/>
                  </a:lnTo>
                  <a:lnTo>
                    <a:pt x="329393" y="405854"/>
                  </a:lnTo>
                  <a:lnTo>
                    <a:pt x="333174" y="415326"/>
                  </a:lnTo>
                  <a:lnTo>
                    <a:pt x="337333" y="425959"/>
                  </a:lnTo>
                  <a:lnTo>
                    <a:pt x="341776" y="436011"/>
                  </a:lnTo>
                  <a:lnTo>
                    <a:pt x="342343" y="437267"/>
                  </a:lnTo>
                  <a:lnTo>
                    <a:pt x="346029" y="445290"/>
                  </a:lnTo>
                  <a:lnTo>
                    <a:pt x="346691" y="446836"/>
                  </a:lnTo>
                  <a:lnTo>
                    <a:pt x="351984" y="459401"/>
                  </a:lnTo>
                  <a:lnTo>
                    <a:pt x="353497" y="462977"/>
                  </a:lnTo>
                  <a:lnTo>
                    <a:pt x="354158" y="464621"/>
                  </a:lnTo>
                  <a:lnTo>
                    <a:pt x="353875" y="464621"/>
                  </a:lnTo>
                  <a:lnTo>
                    <a:pt x="351890" y="464911"/>
                  </a:lnTo>
                  <a:lnTo>
                    <a:pt x="349338" y="465297"/>
                  </a:lnTo>
                  <a:lnTo>
                    <a:pt x="348959" y="465394"/>
                  </a:lnTo>
                  <a:lnTo>
                    <a:pt x="348487" y="465394"/>
                  </a:lnTo>
                  <a:lnTo>
                    <a:pt x="337144" y="467037"/>
                  </a:lnTo>
                  <a:lnTo>
                    <a:pt x="336766" y="467134"/>
                  </a:lnTo>
                  <a:lnTo>
                    <a:pt x="333647" y="467520"/>
                  </a:lnTo>
                  <a:lnTo>
                    <a:pt x="326085" y="468583"/>
                  </a:lnTo>
                  <a:lnTo>
                    <a:pt x="324951" y="468777"/>
                  </a:lnTo>
                  <a:lnTo>
                    <a:pt x="323249" y="468970"/>
                  </a:lnTo>
                  <a:lnTo>
                    <a:pt x="319941" y="469453"/>
                  </a:lnTo>
                  <a:lnTo>
                    <a:pt x="319374" y="469550"/>
                  </a:lnTo>
                  <a:lnTo>
                    <a:pt x="317011" y="469937"/>
                  </a:lnTo>
                  <a:lnTo>
                    <a:pt x="316538" y="469937"/>
                  </a:lnTo>
                  <a:lnTo>
                    <a:pt x="314459" y="470227"/>
                  </a:lnTo>
                  <a:lnTo>
                    <a:pt x="312663" y="470517"/>
                  </a:lnTo>
                  <a:lnTo>
                    <a:pt x="308031" y="471193"/>
                  </a:lnTo>
                  <a:lnTo>
                    <a:pt x="305857" y="471483"/>
                  </a:lnTo>
                  <a:lnTo>
                    <a:pt x="304817" y="471580"/>
                  </a:lnTo>
                  <a:lnTo>
                    <a:pt x="298201" y="472546"/>
                  </a:lnTo>
                  <a:lnTo>
                    <a:pt x="297350" y="472643"/>
                  </a:lnTo>
                  <a:lnTo>
                    <a:pt x="287520" y="474093"/>
                  </a:lnTo>
                  <a:lnTo>
                    <a:pt x="287236" y="474093"/>
                  </a:lnTo>
                  <a:lnTo>
                    <a:pt x="287047" y="474093"/>
                  </a:lnTo>
                  <a:lnTo>
                    <a:pt x="286858" y="474189"/>
                  </a:lnTo>
                  <a:lnTo>
                    <a:pt x="278162" y="475349"/>
                  </a:lnTo>
                  <a:lnTo>
                    <a:pt x="276177" y="475639"/>
                  </a:lnTo>
                  <a:lnTo>
                    <a:pt x="275988" y="474189"/>
                  </a:lnTo>
                  <a:lnTo>
                    <a:pt x="274475" y="463751"/>
                  </a:lnTo>
                  <a:lnTo>
                    <a:pt x="272018" y="446353"/>
                  </a:lnTo>
                  <a:lnTo>
                    <a:pt x="271923" y="445869"/>
                  </a:lnTo>
                  <a:lnTo>
                    <a:pt x="270789" y="438427"/>
                  </a:lnTo>
                  <a:lnTo>
                    <a:pt x="270505" y="436107"/>
                  </a:lnTo>
                  <a:lnTo>
                    <a:pt x="270127" y="433981"/>
                  </a:lnTo>
                  <a:lnTo>
                    <a:pt x="270033" y="432918"/>
                  </a:lnTo>
                  <a:lnTo>
                    <a:pt x="269655" y="430888"/>
                  </a:lnTo>
                  <a:lnTo>
                    <a:pt x="269088" y="426635"/>
                  </a:lnTo>
                  <a:lnTo>
                    <a:pt x="268899" y="425862"/>
                  </a:lnTo>
                  <a:lnTo>
                    <a:pt x="268899" y="425669"/>
                  </a:lnTo>
                  <a:lnTo>
                    <a:pt x="268804" y="425185"/>
                  </a:lnTo>
                  <a:lnTo>
                    <a:pt x="268709" y="424412"/>
                  </a:lnTo>
                  <a:lnTo>
                    <a:pt x="268615" y="423445"/>
                  </a:lnTo>
                  <a:lnTo>
                    <a:pt x="268426" y="422672"/>
                  </a:lnTo>
                  <a:lnTo>
                    <a:pt x="267953" y="419483"/>
                  </a:lnTo>
                  <a:lnTo>
                    <a:pt x="267575" y="416873"/>
                  </a:lnTo>
                  <a:lnTo>
                    <a:pt x="267481" y="416196"/>
                  </a:lnTo>
                  <a:lnTo>
                    <a:pt x="267386" y="415326"/>
                  </a:lnTo>
                  <a:lnTo>
                    <a:pt x="267292" y="415036"/>
                  </a:lnTo>
                  <a:lnTo>
                    <a:pt x="267103" y="413683"/>
                  </a:lnTo>
                  <a:lnTo>
                    <a:pt x="266914" y="412233"/>
                  </a:lnTo>
                  <a:lnTo>
                    <a:pt x="265874" y="405564"/>
                  </a:lnTo>
                  <a:lnTo>
                    <a:pt x="264267" y="395222"/>
                  </a:lnTo>
                  <a:lnTo>
                    <a:pt x="262755" y="384687"/>
                  </a:lnTo>
                  <a:lnTo>
                    <a:pt x="262660" y="384300"/>
                  </a:lnTo>
                  <a:lnTo>
                    <a:pt x="262376" y="382174"/>
                  </a:lnTo>
                  <a:lnTo>
                    <a:pt x="260297" y="368449"/>
                  </a:lnTo>
                  <a:lnTo>
                    <a:pt x="260202" y="368159"/>
                  </a:lnTo>
                  <a:lnTo>
                    <a:pt x="260013" y="366999"/>
                  </a:lnTo>
                  <a:lnTo>
                    <a:pt x="260013" y="366516"/>
                  </a:lnTo>
                  <a:lnTo>
                    <a:pt x="259824" y="365839"/>
                  </a:lnTo>
                  <a:lnTo>
                    <a:pt x="259824" y="365646"/>
                  </a:lnTo>
                  <a:lnTo>
                    <a:pt x="259635" y="364196"/>
                  </a:lnTo>
                  <a:lnTo>
                    <a:pt x="259541" y="363519"/>
                  </a:lnTo>
                  <a:lnTo>
                    <a:pt x="259068" y="360716"/>
                  </a:lnTo>
                  <a:lnTo>
                    <a:pt x="259068" y="360330"/>
                  </a:lnTo>
                  <a:lnTo>
                    <a:pt x="258690" y="358010"/>
                  </a:lnTo>
                  <a:lnTo>
                    <a:pt x="260675" y="346121"/>
                  </a:lnTo>
                  <a:lnTo>
                    <a:pt x="261526" y="340419"/>
                  </a:lnTo>
                  <a:lnTo>
                    <a:pt x="261620" y="339935"/>
                  </a:lnTo>
                  <a:lnTo>
                    <a:pt x="262187" y="336843"/>
                  </a:lnTo>
                  <a:lnTo>
                    <a:pt x="263889" y="326984"/>
                  </a:lnTo>
                  <a:lnTo>
                    <a:pt x="264361" y="324471"/>
                  </a:lnTo>
                  <a:lnTo>
                    <a:pt x="256327" y="325534"/>
                  </a:lnTo>
                  <a:lnTo>
                    <a:pt x="255098" y="325727"/>
                  </a:lnTo>
                  <a:lnTo>
                    <a:pt x="254909" y="325727"/>
                  </a:lnTo>
                  <a:lnTo>
                    <a:pt x="247253" y="326790"/>
                  </a:lnTo>
                  <a:lnTo>
                    <a:pt x="237517" y="328144"/>
                  </a:lnTo>
                  <a:lnTo>
                    <a:pt x="226458" y="329690"/>
                  </a:lnTo>
                  <a:lnTo>
                    <a:pt x="224000" y="329980"/>
                  </a:lnTo>
                  <a:lnTo>
                    <a:pt x="223244" y="330077"/>
                  </a:lnTo>
                  <a:lnTo>
                    <a:pt x="222677" y="330173"/>
                  </a:lnTo>
                  <a:lnTo>
                    <a:pt x="209349" y="332106"/>
                  </a:lnTo>
                  <a:lnTo>
                    <a:pt x="207931" y="332300"/>
                  </a:lnTo>
                  <a:lnTo>
                    <a:pt x="206135" y="332590"/>
                  </a:lnTo>
                  <a:lnTo>
                    <a:pt x="188459" y="335006"/>
                  </a:lnTo>
                  <a:lnTo>
                    <a:pt x="187798" y="334523"/>
                  </a:lnTo>
                  <a:lnTo>
                    <a:pt x="191768" y="329690"/>
                  </a:lnTo>
                  <a:lnTo>
                    <a:pt x="201220" y="317995"/>
                  </a:lnTo>
                  <a:lnTo>
                    <a:pt x="204245" y="314225"/>
                  </a:lnTo>
                  <a:lnTo>
                    <a:pt x="206797" y="311036"/>
                  </a:lnTo>
                  <a:lnTo>
                    <a:pt x="209444" y="307749"/>
                  </a:lnTo>
                  <a:lnTo>
                    <a:pt x="210578" y="306396"/>
                  </a:lnTo>
                  <a:lnTo>
                    <a:pt x="211334" y="305526"/>
                  </a:lnTo>
                  <a:lnTo>
                    <a:pt x="211807" y="304850"/>
                  </a:lnTo>
                  <a:lnTo>
                    <a:pt x="213319" y="302820"/>
                  </a:lnTo>
                  <a:lnTo>
                    <a:pt x="216060" y="299437"/>
                  </a:lnTo>
                  <a:lnTo>
                    <a:pt x="216249" y="299244"/>
                  </a:lnTo>
                  <a:lnTo>
                    <a:pt x="219558" y="295184"/>
                  </a:lnTo>
                  <a:lnTo>
                    <a:pt x="220030" y="294604"/>
                  </a:lnTo>
                  <a:lnTo>
                    <a:pt x="221164" y="293058"/>
                  </a:lnTo>
                  <a:lnTo>
                    <a:pt x="221259" y="292864"/>
                  </a:lnTo>
                  <a:lnTo>
                    <a:pt x="223433" y="289965"/>
                  </a:lnTo>
                  <a:lnTo>
                    <a:pt x="223055" y="289675"/>
                  </a:lnTo>
                  <a:lnTo>
                    <a:pt x="222677" y="289192"/>
                  </a:lnTo>
                  <a:lnTo>
                    <a:pt x="222393" y="288708"/>
                  </a:lnTo>
                  <a:lnTo>
                    <a:pt x="222110" y="288225"/>
                  </a:lnTo>
                  <a:lnTo>
                    <a:pt x="221921" y="287645"/>
                  </a:lnTo>
                  <a:lnTo>
                    <a:pt x="221732" y="287065"/>
                  </a:lnTo>
                  <a:lnTo>
                    <a:pt x="221637" y="286485"/>
                  </a:lnTo>
                  <a:lnTo>
                    <a:pt x="221637" y="285905"/>
                  </a:lnTo>
                  <a:lnTo>
                    <a:pt x="221732" y="285325"/>
                  </a:lnTo>
                  <a:lnTo>
                    <a:pt x="221826" y="284842"/>
                  </a:lnTo>
                  <a:lnTo>
                    <a:pt x="222015" y="284262"/>
                  </a:lnTo>
                  <a:lnTo>
                    <a:pt x="222299" y="283779"/>
                  </a:lnTo>
                  <a:lnTo>
                    <a:pt x="222582" y="283199"/>
                  </a:lnTo>
                  <a:lnTo>
                    <a:pt x="222960" y="282812"/>
                  </a:lnTo>
                  <a:lnTo>
                    <a:pt x="223338" y="282426"/>
                  </a:lnTo>
                  <a:lnTo>
                    <a:pt x="223811" y="282039"/>
                  </a:lnTo>
                  <a:lnTo>
                    <a:pt x="224378" y="281749"/>
                  </a:lnTo>
                  <a:lnTo>
                    <a:pt x="224851" y="281556"/>
                  </a:lnTo>
                  <a:lnTo>
                    <a:pt x="225418" y="281362"/>
                  </a:lnTo>
                  <a:lnTo>
                    <a:pt x="226080" y="281266"/>
                  </a:lnTo>
                  <a:lnTo>
                    <a:pt x="224851" y="265028"/>
                  </a:lnTo>
                  <a:lnTo>
                    <a:pt x="224189" y="256425"/>
                  </a:lnTo>
                  <a:lnTo>
                    <a:pt x="223433" y="247243"/>
                  </a:lnTo>
                  <a:lnTo>
                    <a:pt x="222677" y="239124"/>
                  </a:lnTo>
                  <a:lnTo>
                    <a:pt x="221921" y="231682"/>
                  </a:lnTo>
                  <a:lnTo>
                    <a:pt x="221826" y="230329"/>
                  </a:lnTo>
                  <a:lnTo>
                    <a:pt x="220975" y="220276"/>
                  </a:lnTo>
                  <a:lnTo>
                    <a:pt x="220219" y="210611"/>
                  </a:lnTo>
                  <a:lnTo>
                    <a:pt x="219936" y="207711"/>
                  </a:lnTo>
                  <a:lnTo>
                    <a:pt x="218990" y="195533"/>
                  </a:lnTo>
                  <a:lnTo>
                    <a:pt x="210578" y="194953"/>
                  </a:lnTo>
                  <a:lnTo>
                    <a:pt x="207837" y="194663"/>
                  </a:lnTo>
                  <a:lnTo>
                    <a:pt x="202071" y="194276"/>
                  </a:lnTo>
                  <a:lnTo>
                    <a:pt x="196494" y="193890"/>
                  </a:lnTo>
                  <a:lnTo>
                    <a:pt x="192429" y="193600"/>
                  </a:lnTo>
                  <a:lnTo>
                    <a:pt x="190823" y="193503"/>
                  </a:lnTo>
                  <a:lnTo>
                    <a:pt x="187136" y="193116"/>
                  </a:lnTo>
                  <a:lnTo>
                    <a:pt x="176833" y="191183"/>
                  </a:lnTo>
                  <a:lnTo>
                    <a:pt x="174659" y="190797"/>
                  </a:lnTo>
                  <a:lnTo>
                    <a:pt x="173147" y="190507"/>
                  </a:lnTo>
                  <a:lnTo>
                    <a:pt x="171918" y="190217"/>
                  </a:lnTo>
                  <a:lnTo>
                    <a:pt x="165585" y="188960"/>
                  </a:lnTo>
                  <a:lnTo>
                    <a:pt x="158307" y="187414"/>
                  </a:lnTo>
                  <a:lnTo>
                    <a:pt x="155660" y="186930"/>
                  </a:lnTo>
                  <a:lnTo>
                    <a:pt x="154148" y="186640"/>
                  </a:lnTo>
                  <a:lnTo>
                    <a:pt x="142332" y="184321"/>
                  </a:lnTo>
                  <a:lnTo>
                    <a:pt x="124278" y="180841"/>
                  </a:lnTo>
                  <a:lnTo>
                    <a:pt x="115488" y="179198"/>
                  </a:lnTo>
                  <a:lnTo>
                    <a:pt x="115204" y="179101"/>
                  </a:lnTo>
                  <a:lnTo>
                    <a:pt x="111329" y="178425"/>
                  </a:lnTo>
                  <a:lnTo>
                    <a:pt x="107926" y="185867"/>
                  </a:lnTo>
                  <a:lnTo>
                    <a:pt x="104996" y="191763"/>
                  </a:lnTo>
                  <a:lnTo>
                    <a:pt x="103105" y="195726"/>
                  </a:lnTo>
                  <a:lnTo>
                    <a:pt x="102822" y="196499"/>
                  </a:lnTo>
                  <a:lnTo>
                    <a:pt x="102254" y="198529"/>
                  </a:lnTo>
                  <a:lnTo>
                    <a:pt x="101687" y="200366"/>
                  </a:lnTo>
                  <a:lnTo>
                    <a:pt x="95921" y="212061"/>
                  </a:lnTo>
                  <a:lnTo>
                    <a:pt x="90723" y="218923"/>
                  </a:lnTo>
                  <a:lnTo>
                    <a:pt x="86375" y="224723"/>
                  </a:lnTo>
                  <a:lnTo>
                    <a:pt x="81081" y="232068"/>
                  </a:lnTo>
                  <a:lnTo>
                    <a:pt x="80798" y="232455"/>
                  </a:lnTo>
                  <a:lnTo>
                    <a:pt x="79002" y="234968"/>
                  </a:lnTo>
                  <a:lnTo>
                    <a:pt x="78624" y="235645"/>
                  </a:lnTo>
                  <a:lnTo>
                    <a:pt x="76544" y="238738"/>
                  </a:lnTo>
                  <a:lnTo>
                    <a:pt x="75504" y="240671"/>
                  </a:lnTo>
                  <a:lnTo>
                    <a:pt x="74654" y="242507"/>
                  </a:lnTo>
                  <a:lnTo>
                    <a:pt x="74087" y="244440"/>
                  </a:lnTo>
                  <a:lnTo>
                    <a:pt x="73614" y="246663"/>
                  </a:lnTo>
                  <a:lnTo>
                    <a:pt x="72385" y="252463"/>
                  </a:lnTo>
                  <a:lnTo>
                    <a:pt x="71345" y="256619"/>
                  </a:lnTo>
                  <a:lnTo>
                    <a:pt x="69644" y="262998"/>
                  </a:lnTo>
                  <a:lnTo>
                    <a:pt x="68415" y="266574"/>
                  </a:lnTo>
                  <a:lnTo>
                    <a:pt x="67375" y="269377"/>
                  </a:lnTo>
                  <a:lnTo>
                    <a:pt x="66808" y="271214"/>
                  </a:lnTo>
                  <a:lnTo>
                    <a:pt x="66430" y="272760"/>
                  </a:lnTo>
                  <a:lnTo>
                    <a:pt x="66147" y="274307"/>
                  </a:lnTo>
                  <a:lnTo>
                    <a:pt x="65296" y="280783"/>
                  </a:lnTo>
                  <a:lnTo>
                    <a:pt x="63216" y="288998"/>
                  </a:lnTo>
                  <a:lnTo>
                    <a:pt x="61799" y="293831"/>
                  </a:lnTo>
                  <a:lnTo>
                    <a:pt x="61042" y="296247"/>
                  </a:lnTo>
                  <a:lnTo>
                    <a:pt x="58963" y="302917"/>
                  </a:lnTo>
                  <a:lnTo>
                    <a:pt x="53764" y="318285"/>
                  </a:lnTo>
                  <a:lnTo>
                    <a:pt x="53008" y="320411"/>
                  </a:lnTo>
                  <a:lnTo>
                    <a:pt x="49983" y="329207"/>
                  </a:lnTo>
                  <a:lnTo>
                    <a:pt x="48565" y="333363"/>
                  </a:lnTo>
                  <a:lnTo>
                    <a:pt x="43272" y="348828"/>
                  </a:lnTo>
                  <a:lnTo>
                    <a:pt x="40815" y="356560"/>
                  </a:lnTo>
                  <a:lnTo>
                    <a:pt x="38451" y="356657"/>
                  </a:lnTo>
                  <a:lnTo>
                    <a:pt x="33725" y="356753"/>
                  </a:lnTo>
                  <a:lnTo>
                    <a:pt x="31929" y="356850"/>
                  </a:lnTo>
                  <a:lnTo>
                    <a:pt x="7259" y="357913"/>
                  </a:lnTo>
                  <a:lnTo>
                    <a:pt x="6030" y="358010"/>
                  </a:lnTo>
                  <a:lnTo>
                    <a:pt x="453" y="358010"/>
                  </a:lnTo>
                  <a:lnTo>
                    <a:pt x="0" y="358037"/>
                  </a:lnTo>
                  <a:lnTo>
                    <a:pt x="0" y="42060"/>
                  </a:lnTo>
                  <a:lnTo>
                    <a:pt x="1115" y="42141"/>
                  </a:lnTo>
                  <a:lnTo>
                    <a:pt x="2155" y="42238"/>
                  </a:lnTo>
                  <a:lnTo>
                    <a:pt x="3005" y="42238"/>
                  </a:lnTo>
                  <a:lnTo>
                    <a:pt x="3667" y="42238"/>
                  </a:lnTo>
                  <a:lnTo>
                    <a:pt x="4045" y="42238"/>
                  </a:lnTo>
                  <a:lnTo>
                    <a:pt x="4990" y="42238"/>
                  </a:lnTo>
                  <a:lnTo>
                    <a:pt x="5274" y="42238"/>
                  </a:lnTo>
                  <a:lnTo>
                    <a:pt x="5746" y="42334"/>
                  </a:lnTo>
                  <a:lnTo>
                    <a:pt x="6503" y="42334"/>
                  </a:lnTo>
                  <a:lnTo>
                    <a:pt x="7448" y="42431"/>
                  </a:lnTo>
                  <a:lnTo>
                    <a:pt x="8015" y="42528"/>
                  </a:lnTo>
                  <a:lnTo>
                    <a:pt x="8488" y="42528"/>
                  </a:lnTo>
                  <a:lnTo>
                    <a:pt x="9622" y="42624"/>
                  </a:lnTo>
                  <a:lnTo>
                    <a:pt x="11323" y="42818"/>
                  </a:lnTo>
                  <a:lnTo>
                    <a:pt x="13403" y="43011"/>
                  </a:lnTo>
                  <a:lnTo>
                    <a:pt x="14915" y="43204"/>
                  </a:lnTo>
                  <a:lnTo>
                    <a:pt x="15293" y="43204"/>
                  </a:lnTo>
                  <a:lnTo>
                    <a:pt x="15766" y="43204"/>
                  </a:lnTo>
                  <a:lnTo>
                    <a:pt x="17089" y="43301"/>
                  </a:lnTo>
                  <a:lnTo>
                    <a:pt x="18034" y="43301"/>
                  </a:lnTo>
                  <a:lnTo>
                    <a:pt x="19169" y="43591"/>
                  </a:lnTo>
                  <a:lnTo>
                    <a:pt x="20303" y="43688"/>
                  </a:lnTo>
                  <a:lnTo>
                    <a:pt x="21248" y="43688"/>
                  </a:lnTo>
                  <a:lnTo>
                    <a:pt x="22477" y="43784"/>
                  </a:lnTo>
                  <a:lnTo>
                    <a:pt x="23139" y="43881"/>
                  </a:lnTo>
                  <a:lnTo>
                    <a:pt x="24084" y="43881"/>
                  </a:lnTo>
                  <a:lnTo>
                    <a:pt x="24368" y="43881"/>
                  </a:lnTo>
                  <a:lnTo>
                    <a:pt x="25029" y="43978"/>
                  </a:lnTo>
                  <a:lnTo>
                    <a:pt x="26069" y="43978"/>
                  </a:lnTo>
                  <a:lnTo>
                    <a:pt x="26920" y="44171"/>
                  </a:lnTo>
                  <a:lnTo>
                    <a:pt x="27392" y="44268"/>
                  </a:lnTo>
                  <a:lnTo>
                    <a:pt x="28243" y="44461"/>
                  </a:lnTo>
                  <a:lnTo>
                    <a:pt x="29094" y="44654"/>
                  </a:lnTo>
                  <a:lnTo>
                    <a:pt x="29850" y="44751"/>
                  </a:lnTo>
                  <a:lnTo>
                    <a:pt x="30417" y="44847"/>
                  </a:lnTo>
                  <a:lnTo>
                    <a:pt x="31268" y="44944"/>
                  </a:lnTo>
                  <a:lnTo>
                    <a:pt x="31929" y="45041"/>
                  </a:lnTo>
                  <a:lnTo>
                    <a:pt x="32497" y="45234"/>
                  </a:lnTo>
                  <a:lnTo>
                    <a:pt x="33158" y="45331"/>
                  </a:lnTo>
                  <a:lnTo>
                    <a:pt x="33442" y="45331"/>
                  </a:lnTo>
                  <a:lnTo>
                    <a:pt x="33914" y="45331"/>
                  </a:lnTo>
                  <a:lnTo>
                    <a:pt x="34671" y="45427"/>
                  </a:lnTo>
                  <a:lnTo>
                    <a:pt x="35238" y="45524"/>
                  </a:lnTo>
                  <a:lnTo>
                    <a:pt x="36088" y="45717"/>
                  </a:lnTo>
                  <a:lnTo>
                    <a:pt x="37034" y="46104"/>
                  </a:lnTo>
                  <a:lnTo>
                    <a:pt x="37506" y="46297"/>
                  </a:lnTo>
                  <a:lnTo>
                    <a:pt x="37979" y="46491"/>
                  </a:lnTo>
                  <a:lnTo>
                    <a:pt x="38924" y="46684"/>
                  </a:lnTo>
                  <a:lnTo>
                    <a:pt x="39680" y="46877"/>
                  </a:lnTo>
                  <a:lnTo>
                    <a:pt x="40531" y="47167"/>
                  </a:lnTo>
                  <a:lnTo>
                    <a:pt x="40815" y="47264"/>
                  </a:lnTo>
                  <a:lnTo>
                    <a:pt x="41665" y="47554"/>
                  </a:lnTo>
                  <a:lnTo>
                    <a:pt x="41854" y="47554"/>
                  </a:lnTo>
                  <a:lnTo>
                    <a:pt x="42516" y="47747"/>
                  </a:lnTo>
                  <a:lnTo>
                    <a:pt x="43272" y="47844"/>
                  </a:lnTo>
                  <a:lnTo>
                    <a:pt x="43839" y="47844"/>
                  </a:lnTo>
                  <a:lnTo>
                    <a:pt x="44690" y="48037"/>
                  </a:lnTo>
                  <a:lnTo>
                    <a:pt x="45352" y="48230"/>
                  </a:lnTo>
                  <a:lnTo>
                    <a:pt x="45919" y="48230"/>
                  </a:lnTo>
                  <a:lnTo>
                    <a:pt x="46391" y="48424"/>
                  </a:lnTo>
                  <a:lnTo>
                    <a:pt x="47053" y="48617"/>
                  </a:lnTo>
                  <a:lnTo>
                    <a:pt x="47620" y="48810"/>
                  </a:lnTo>
                  <a:lnTo>
                    <a:pt x="48471" y="49004"/>
                  </a:lnTo>
                  <a:lnTo>
                    <a:pt x="49227" y="49294"/>
                  </a:lnTo>
                  <a:lnTo>
                    <a:pt x="49983" y="49584"/>
                  </a:lnTo>
                  <a:lnTo>
                    <a:pt x="50645" y="49874"/>
                  </a:lnTo>
                  <a:lnTo>
                    <a:pt x="51212" y="50067"/>
                  </a:lnTo>
                  <a:lnTo>
                    <a:pt x="52063" y="50357"/>
                  </a:lnTo>
                  <a:lnTo>
                    <a:pt x="52913" y="50453"/>
                  </a:lnTo>
                  <a:lnTo>
                    <a:pt x="53764" y="50550"/>
                  </a:lnTo>
                  <a:lnTo>
                    <a:pt x="54237" y="50550"/>
                  </a:lnTo>
                  <a:lnTo>
                    <a:pt x="55371" y="50647"/>
                  </a:lnTo>
                  <a:lnTo>
                    <a:pt x="55844" y="50647"/>
                  </a:lnTo>
                  <a:lnTo>
                    <a:pt x="56505" y="50743"/>
                  </a:lnTo>
                  <a:lnTo>
                    <a:pt x="57072" y="50840"/>
                  </a:lnTo>
                  <a:lnTo>
                    <a:pt x="57640" y="50937"/>
                  </a:lnTo>
                  <a:lnTo>
                    <a:pt x="58018" y="50937"/>
                  </a:lnTo>
                  <a:lnTo>
                    <a:pt x="58207" y="50937"/>
                  </a:lnTo>
                  <a:lnTo>
                    <a:pt x="58585" y="50840"/>
                  </a:lnTo>
                  <a:lnTo>
                    <a:pt x="59152" y="50840"/>
                  </a:lnTo>
                  <a:lnTo>
                    <a:pt x="59814" y="50937"/>
                  </a:lnTo>
                  <a:lnTo>
                    <a:pt x="60475" y="51130"/>
                  </a:lnTo>
                  <a:lnTo>
                    <a:pt x="61042" y="51323"/>
                  </a:lnTo>
                  <a:lnTo>
                    <a:pt x="61610" y="51517"/>
                  </a:lnTo>
                  <a:lnTo>
                    <a:pt x="62271" y="51710"/>
                  </a:lnTo>
                  <a:lnTo>
                    <a:pt x="62933" y="51903"/>
                  </a:lnTo>
                  <a:lnTo>
                    <a:pt x="63500" y="52097"/>
                  </a:lnTo>
                  <a:lnTo>
                    <a:pt x="63878" y="52097"/>
                  </a:lnTo>
                  <a:lnTo>
                    <a:pt x="64162" y="52193"/>
                  </a:lnTo>
                  <a:lnTo>
                    <a:pt x="64351" y="52193"/>
                  </a:lnTo>
                  <a:lnTo>
                    <a:pt x="64823" y="52387"/>
                  </a:lnTo>
                  <a:lnTo>
                    <a:pt x="65012" y="52483"/>
                  </a:lnTo>
                  <a:lnTo>
                    <a:pt x="65674" y="52773"/>
                  </a:lnTo>
                  <a:lnTo>
                    <a:pt x="66241" y="53160"/>
                  </a:lnTo>
                  <a:lnTo>
                    <a:pt x="66714" y="53256"/>
                  </a:lnTo>
                  <a:lnTo>
                    <a:pt x="67281" y="53353"/>
                  </a:lnTo>
                  <a:lnTo>
                    <a:pt x="67848" y="53546"/>
                  </a:lnTo>
                  <a:lnTo>
                    <a:pt x="68415" y="53643"/>
                  </a:lnTo>
                  <a:lnTo>
                    <a:pt x="68982" y="53740"/>
                  </a:lnTo>
                  <a:lnTo>
                    <a:pt x="69550" y="53836"/>
                  </a:lnTo>
                  <a:lnTo>
                    <a:pt x="69928" y="53836"/>
                  </a:lnTo>
                  <a:lnTo>
                    <a:pt x="70400" y="54030"/>
                  </a:lnTo>
                  <a:lnTo>
                    <a:pt x="70684" y="54030"/>
                  </a:lnTo>
                  <a:lnTo>
                    <a:pt x="71062" y="54126"/>
                  </a:lnTo>
                  <a:lnTo>
                    <a:pt x="71440" y="54126"/>
                  </a:lnTo>
                  <a:lnTo>
                    <a:pt x="71724" y="54320"/>
                  </a:lnTo>
                  <a:lnTo>
                    <a:pt x="72007" y="54320"/>
                  </a:lnTo>
                  <a:lnTo>
                    <a:pt x="72385" y="54320"/>
                  </a:lnTo>
                  <a:lnTo>
                    <a:pt x="72763" y="54416"/>
                  </a:lnTo>
                  <a:lnTo>
                    <a:pt x="73141" y="54610"/>
                  </a:lnTo>
                  <a:lnTo>
                    <a:pt x="73614" y="54803"/>
                  </a:lnTo>
                  <a:lnTo>
                    <a:pt x="74276" y="54996"/>
                  </a:lnTo>
                  <a:lnTo>
                    <a:pt x="74843" y="55190"/>
                  </a:lnTo>
                  <a:lnTo>
                    <a:pt x="75221" y="55383"/>
                  </a:lnTo>
                  <a:lnTo>
                    <a:pt x="75694" y="55480"/>
                  </a:lnTo>
                  <a:lnTo>
                    <a:pt x="76072" y="55769"/>
                  </a:lnTo>
                  <a:lnTo>
                    <a:pt x="76450" y="55963"/>
                  </a:lnTo>
                  <a:lnTo>
                    <a:pt x="76922" y="56156"/>
                  </a:lnTo>
                  <a:lnTo>
                    <a:pt x="77489" y="56253"/>
                  </a:lnTo>
                  <a:lnTo>
                    <a:pt x="77868" y="56349"/>
                  </a:lnTo>
                  <a:lnTo>
                    <a:pt x="78246" y="56543"/>
                  </a:lnTo>
                  <a:lnTo>
                    <a:pt x="78624" y="56639"/>
                  </a:lnTo>
                  <a:lnTo>
                    <a:pt x="79002" y="56833"/>
                  </a:lnTo>
                  <a:lnTo>
                    <a:pt x="79285" y="56833"/>
                  </a:lnTo>
                  <a:lnTo>
                    <a:pt x="79663" y="56929"/>
                  </a:lnTo>
                  <a:lnTo>
                    <a:pt x="80042" y="56929"/>
                  </a:lnTo>
                  <a:lnTo>
                    <a:pt x="80231" y="57026"/>
                  </a:lnTo>
                  <a:lnTo>
                    <a:pt x="80420" y="57026"/>
                  </a:lnTo>
                  <a:lnTo>
                    <a:pt x="80892" y="57026"/>
                  </a:lnTo>
                  <a:lnTo>
                    <a:pt x="81459" y="56929"/>
                  </a:lnTo>
                  <a:lnTo>
                    <a:pt x="82121" y="56929"/>
                  </a:lnTo>
                  <a:lnTo>
                    <a:pt x="82499" y="56929"/>
                  </a:lnTo>
                  <a:lnTo>
                    <a:pt x="82688" y="56929"/>
                  </a:lnTo>
                  <a:lnTo>
                    <a:pt x="82972" y="56929"/>
                  </a:lnTo>
                  <a:lnTo>
                    <a:pt x="83444" y="56929"/>
                  </a:lnTo>
                  <a:lnTo>
                    <a:pt x="83728" y="56833"/>
                  </a:lnTo>
                  <a:lnTo>
                    <a:pt x="84106" y="56833"/>
                  </a:lnTo>
                  <a:lnTo>
                    <a:pt x="84579" y="56736"/>
                  </a:lnTo>
                  <a:lnTo>
                    <a:pt x="85051" y="56639"/>
                  </a:lnTo>
                  <a:lnTo>
                    <a:pt x="85429" y="56543"/>
                  </a:lnTo>
                  <a:lnTo>
                    <a:pt x="85902" y="56543"/>
                  </a:lnTo>
                  <a:lnTo>
                    <a:pt x="86375" y="56543"/>
                  </a:lnTo>
                  <a:lnTo>
                    <a:pt x="87036" y="56446"/>
                  </a:lnTo>
                  <a:lnTo>
                    <a:pt x="87792" y="56446"/>
                  </a:lnTo>
                  <a:lnTo>
                    <a:pt x="88454" y="56349"/>
                  </a:lnTo>
                  <a:lnTo>
                    <a:pt x="88643" y="56349"/>
                  </a:lnTo>
                  <a:lnTo>
                    <a:pt x="89021" y="56349"/>
                  </a:lnTo>
                  <a:lnTo>
                    <a:pt x="89588" y="56156"/>
                  </a:lnTo>
                  <a:lnTo>
                    <a:pt x="89966" y="56059"/>
                  </a:lnTo>
                  <a:lnTo>
                    <a:pt x="90345" y="55963"/>
                  </a:lnTo>
                  <a:lnTo>
                    <a:pt x="90628" y="55866"/>
                  </a:lnTo>
                  <a:lnTo>
                    <a:pt x="91384" y="55866"/>
                  </a:lnTo>
                  <a:lnTo>
                    <a:pt x="91857" y="55866"/>
                  </a:lnTo>
                  <a:lnTo>
                    <a:pt x="92424" y="55769"/>
                  </a:lnTo>
                  <a:lnTo>
                    <a:pt x="92802" y="55673"/>
                  </a:lnTo>
                  <a:lnTo>
                    <a:pt x="93369" y="55769"/>
                  </a:lnTo>
                  <a:lnTo>
                    <a:pt x="93842" y="55769"/>
                  </a:lnTo>
                  <a:lnTo>
                    <a:pt x="94315" y="55769"/>
                  </a:lnTo>
                  <a:lnTo>
                    <a:pt x="95071" y="55769"/>
                  </a:lnTo>
                  <a:lnTo>
                    <a:pt x="95354" y="55866"/>
                  </a:lnTo>
                  <a:lnTo>
                    <a:pt x="95827" y="55866"/>
                  </a:lnTo>
                  <a:lnTo>
                    <a:pt x="96300" y="55866"/>
                  </a:lnTo>
                  <a:lnTo>
                    <a:pt x="96772" y="55866"/>
                  </a:lnTo>
                  <a:lnTo>
                    <a:pt x="97245" y="55866"/>
                  </a:lnTo>
                  <a:lnTo>
                    <a:pt x="97623" y="55963"/>
                  </a:lnTo>
                  <a:lnTo>
                    <a:pt x="97906" y="55963"/>
                  </a:lnTo>
                  <a:lnTo>
                    <a:pt x="98285" y="56059"/>
                  </a:lnTo>
                  <a:lnTo>
                    <a:pt x="98568" y="56156"/>
                  </a:lnTo>
                  <a:lnTo>
                    <a:pt x="98946" y="56253"/>
                  </a:lnTo>
                  <a:lnTo>
                    <a:pt x="99324" y="56446"/>
                  </a:lnTo>
                  <a:lnTo>
                    <a:pt x="99702" y="56543"/>
                  </a:lnTo>
                  <a:lnTo>
                    <a:pt x="99986" y="56639"/>
                  </a:lnTo>
                  <a:lnTo>
                    <a:pt x="100269" y="56833"/>
                  </a:lnTo>
                  <a:lnTo>
                    <a:pt x="100648" y="56929"/>
                  </a:lnTo>
                  <a:lnTo>
                    <a:pt x="100931" y="57026"/>
                  </a:lnTo>
                  <a:lnTo>
                    <a:pt x="101215" y="57026"/>
                  </a:lnTo>
                  <a:lnTo>
                    <a:pt x="101498" y="57123"/>
                  </a:lnTo>
                  <a:lnTo>
                    <a:pt x="101782" y="57123"/>
                  </a:lnTo>
                  <a:lnTo>
                    <a:pt x="102065" y="57219"/>
                  </a:lnTo>
                  <a:lnTo>
                    <a:pt x="102349" y="57219"/>
                  </a:lnTo>
                  <a:lnTo>
                    <a:pt x="102538" y="57219"/>
                  </a:lnTo>
                  <a:lnTo>
                    <a:pt x="102822" y="57316"/>
                  </a:lnTo>
                  <a:lnTo>
                    <a:pt x="103105" y="57509"/>
                  </a:lnTo>
                  <a:lnTo>
                    <a:pt x="103389" y="57509"/>
                  </a:lnTo>
                  <a:lnTo>
                    <a:pt x="103767" y="57606"/>
                  </a:lnTo>
                  <a:lnTo>
                    <a:pt x="104145" y="57703"/>
                  </a:lnTo>
                  <a:lnTo>
                    <a:pt x="104618" y="57799"/>
                  </a:lnTo>
                  <a:lnTo>
                    <a:pt x="104901" y="57896"/>
                  </a:lnTo>
                  <a:lnTo>
                    <a:pt x="105374" y="57993"/>
                  </a:lnTo>
                  <a:lnTo>
                    <a:pt x="105752" y="58186"/>
                  </a:lnTo>
                  <a:lnTo>
                    <a:pt x="106224" y="58283"/>
                  </a:lnTo>
                  <a:lnTo>
                    <a:pt x="106603" y="58379"/>
                  </a:lnTo>
                  <a:lnTo>
                    <a:pt x="106981" y="58476"/>
                  </a:lnTo>
                  <a:lnTo>
                    <a:pt x="107264" y="58572"/>
                  </a:lnTo>
                  <a:lnTo>
                    <a:pt x="107642" y="58669"/>
                  </a:lnTo>
                  <a:lnTo>
                    <a:pt x="108115" y="58766"/>
                  </a:lnTo>
                  <a:lnTo>
                    <a:pt x="108398" y="58862"/>
                  </a:lnTo>
                  <a:lnTo>
                    <a:pt x="108777" y="58959"/>
                  </a:lnTo>
                  <a:lnTo>
                    <a:pt x="109249" y="59056"/>
                  </a:lnTo>
                  <a:lnTo>
                    <a:pt x="109438" y="59152"/>
                  </a:lnTo>
                  <a:lnTo>
                    <a:pt x="109722" y="59249"/>
                  </a:lnTo>
                  <a:lnTo>
                    <a:pt x="110100" y="59249"/>
                  </a:lnTo>
                  <a:lnTo>
                    <a:pt x="110478" y="59346"/>
                  </a:lnTo>
                  <a:lnTo>
                    <a:pt x="110762" y="59346"/>
                  </a:lnTo>
                  <a:lnTo>
                    <a:pt x="111140" y="59442"/>
                  </a:lnTo>
                  <a:lnTo>
                    <a:pt x="111518" y="59539"/>
                  </a:lnTo>
                  <a:lnTo>
                    <a:pt x="111990" y="59636"/>
                  </a:lnTo>
                  <a:lnTo>
                    <a:pt x="112368" y="59732"/>
                  </a:lnTo>
                  <a:lnTo>
                    <a:pt x="112747" y="59829"/>
                  </a:lnTo>
                  <a:lnTo>
                    <a:pt x="113030" y="59926"/>
                  </a:lnTo>
                  <a:lnTo>
                    <a:pt x="113219" y="59926"/>
                  </a:lnTo>
                  <a:lnTo>
                    <a:pt x="113503" y="60022"/>
                  </a:lnTo>
                  <a:lnTo>
                    <a:pt x="113786" y="60119"/>
                  </a:lnTo>
                  <a:lnTo>
                    <a:pt x="114070" y="60216"/>
                  </a:lnTo>
                  <a:lnTo>
                    <a:pt x="114353" y="60312"/>
                  </a:lnTo>
                  <a:lnTo>
                    <a:pt x="114732" y="60312"/>
                  </a:lnTo>
                  <a:lnTo>
                    <a:pt x="115015" y="60312"/>
                  </a:lnTo>
                  <a:lnTo>
                    <a:pt x="115299" y="60409"/>
                  </a:lnTo>
                  <a:lnTo>
                    <a:pt x="115582" y="60506"/>
                  </a:lnTo>
                  <a:lnTo>
                    <a:pt x="115866" y="60506"/>
                  </a:lnTo>
                  <a:lnTo>
                    <a:pt x="116149" y="60602"/>
                  </a:lnTo>
                  <a:lnTo>
                    <a:pt x="116433" y="60699"/>
                  </a:lnTo>
                  <a:lnTo>
                    <a:pt x="116906" y="60699"/>
                  </a:lnTo>
                  <a:lnTo>
                    <a:pt x="117378" y="60699"/>
                  </a:lnTo>
                  <a:lnTo>
                    <a:pt x="117756" y="60699"/>
                  </a:lnTo>
                  <a:lnTo>
                    <a:pt x="117945" y="60602"/>
                  </a:lnTo>
                  <a:lnTo>
                    <a:pt x="118229" y="60409"/>
                  </a:lnTo>
                  <a:lnTo>
                    <a:pt x="118607" y="60409"/>
                  </a:lnTo>
                  <a:lnTo>
                    <a:pt x="118985" y="60312"/>
                  </a:lnTo>
                  <a:lnTo>
                    <a:pt x="119174" y="60409"/>
                  </a:lnTo>
                  <a:lnTo>
                    <a:pt x="119363" y="60312"/>
                  </a:lnTo>
                  <a:lnTo>
                    <a:pt x="119741" y="60216"/>
                  </a:lnTo>
                  <a:lnTo>
                    <a:pt x="120119" y="60119"/>
                  </a:lnTo>
                  <a:lnTo>
                    <a:pt x="120403" y="60022"/>
                  </a:lnTo>
                  <a:lnTo>
                    <a:pt x="120781" y="60022"/>
                  </a:lnTo>
                  <a:lnTo>
                    <a:pt x="121159" y="59829"/>
                  </a:lnTo>
                  <a:lnTo>
                    <a:pt x="121632" y="59636"/>
                  </a:lnTo>
                  <a:lnTo>
                    <a:pt x="122010" y="59442"/>
                  </a:lnTo>
                  <a:lnTo>
                    <a:pt x="122293" y="59346"/>
                  </a:lnTo>
                  <a:lnTo>
                    <a:pt x="122482" y="59346"/>
                  </a:lnTo>
                  <a:lnTo>
                    <a:pt x="122766" y="59249"/>
                  </a:lnTo>
                  <a:lnTo>
                    <a:pt x="123050" y="59056"/>
                  </a:lnTo>
                  <a:lnTo>
                    <a:pt x="123428" y="58862"/>
                  </a:lnTo>
                  <a:lnTo>
                    <a:pt x="123711" y="58766"/>
                  </a:lnTo>
                  <a:lnTo>
                    <a:pt x="124089" y="58572"/>
                  </a:lnTo>
                  <a:lnTo>
                    <a:pt x="124467" y="58379"/>
                  </a:lnTo>
                  <a:lnTo>
                    <a:pt x="124751" y="58283"/>
                  </a:lnTo>
                  <a:lnTo>
                    <a:pt x="125035" y="58186"/>
                  </a:lnTo>
                  <a:lnTo>
                    <a:pt x="125413" y="57993"/>
                  </a:lnTo>
                  <a:lnTo>
                    <a:pt x="125980" y="57703"/>
                  </a:lnTo>
                  <a:lnTo>
                    <a:pt x="126547" y="57509"/>
                  </a:lnTo>
                  <a:lnTo>
                    <a:pt x="127019" y="57316"/>
                  </a:lnTo>
                  <a:lnTo>
                    <a:pt x="127492" y="57026"/>
                  </a:lnTo>
                  <a:lnTo>
                    <a:pt x="127870" y="56736"/>
                  </a:lnTo>
                  <a:lnTo>
                    <a:pt x="128343" y="56446"/>
                  </a:lnTo>
                  <a:lnTo>
                    <a:pt x="128815" y="56253"/>
                  </a:lnTo>
                  <a:lnTo>
                    <a:pt x="129288" y="55963"/>
                  </a:lnTo>
                  <a:lnTo>
                    <a:pt x="129761" y="55673"/>
                  </a:lnTo>
                  <a:lnTo>
                    <a:pt x="130328" y="55383"/>
                  </a:lnTo>
                  <a:lnTo>
                    <a:pt x="130989" y="54900"/>
                  </a:lnTo>
                  <a:lnTo>
                    <a:pt x="131651" y="54513"/>
                  </a:lnTo>
                  <a:lnTo>
                    <a:pt x="132029" y="54320"/>
                  </a:lnTo>
                  <a:lnTo>
                    <a:pt x="132313" y="54126"/>
                  </a:lnTo>
                  <a:lnTo>
                    <a:pt x="132596" y="54030"/>
                  </a:lnTo>
                  <a:lnTo>
                    <a:pt x="133163" y="53643"/>
                  </a:lnTo>
                  <a:lnTo>
                    <a:pt x="133731" y="53450"/>
                  </a:lnTo>
                  <a:lnTo>
                    <a:pt x="134298" y="53160"/>
                  </a:lnTo>
                  <a:lnTo>
                    <a:pt x="134865" y="52966"/>
                  </a:lnTo>
                  <a:lnTo>
                    <a:pt x="135432" y="52870"/>
                  </a:lnTo>
                  <a:lnTo>
                    <a:pt x="135905" y="52773"/>
                  </a:lnTo>
                  <a:lnTo>
                    <a:pt x="136472" y="52677"/>
                  </a:lnTo>
                  <a:lnTo>
                    <a:pt x="136944" y="52483"/>
                  </a:lnTo>
                  <a:lnTo>
                    <a:pt x="137322" y="52290"/>
                  </a:lnTo>
                  <a:lnTo>
                    <a:pt x="137890" y="52193"/>
                  </a:lnTo>
                  <a:lnTo>
                    <a:pt x="138457" y="52000"/>
                  </a:lnTo>
                  <a:lnTo>
                    <a:pt x="139024" y="51807"/>
                  </a:lnTo>
                  <a:lnTo>
                    <a:pt x="139591" y="51710"/>
                  </a:lnTo>
                  <a:lnTo>
                    <a:pt x="139969" y="51613"/>
                  </a:lnTo>
                  <a:lnTo>
                    <a:pt x="140536" y="51517"/>
                  </a:lnTo>
                  <a:lnTo>
                    <a:pt x="141103" y="51420"/>
                  </a:lnTo>
                  <a:lnTo>
                    <a:pt x="141765" y="51227"/>
                  </a:lnTo>
                  <a:lnTo>
                    <a:pt x="142427" y="51130"/>
                  </a:lnTo>
                  <a:lnTo>
                    <a:pt x="142899" y="51033"/>
                  </a:lnTo>
                  <a:lnTo>
                    <a:pt x="143466" y="50840"/>
                  </a:lnTo>
                  <a:lnTo>
                    <a:pt x="144223" y="50647"/>
                  </a:lnTo>
                  <a:lnTo>
                    <a:pt x="144979" y="50453"/>
                  </a:lnTo>
                  <a:lnTo>
                    <a:pt x="145641" y="50260"/>
                  </a:lnTo>
                  <a:lnTo>
                    <a:pt x="146302" y="50163"/>
                  </a:lnTo>
                  <a:lnTo>
                    <a:pt x="146964" y="50067"/>
                  </a:lnTo>
                  <a:lnTo>
                    <a:pt x="147720" y="49970"/>
                  </a:lnTo>
                  <a:lnTo>
                    <a:pt x="147909" y="49970"/>
                  </a:lnTo>
                  <a:lnTo>
                    <a:pt x="148382" y="49874"/>
                  </a:lnTo>
                  <a:lnTo>
                    <a:pt x="149138" y="49874"/>
                  </a:lnTo>
                  <a:lnTo>
                    <a:pt x="150083" y="49777"/>
                  </a:lnTo>
                  <a:lnTo>
                    <a:pt x="150745" y="49680"/>
                  </a:lnTo>
                  <a:lnTo>
                    <a:pt x="151690" y="49584"/>
                  </a:lnTo>
                  <a:lnTo>
                    <a:pt x="152352" y="49584"/>
                  </a:lnTo>
                  <a:lnTo>
                    <a:pt x="153108" y="49487"/>
                  </a:lnTo>
                  <a:lnTo>
                    <a:pt x="153864" y="49487"/>
                  </a:lnTo>
                  <a:lnTo>
                    <a:pt x="154337" y="49487"/>
                  </a:lnTo>
                  <a:lnTo>
                    <a:pt x="155093" y="49390"/>
                  </a:lnTo>
                  <a:lnTo>
                    <a:pt x="155944" y="49390"/>
                  </a:lnTo>
                  <a:lnTo>
                    <a:pt x="156511" y="49294"/>
                  </a:lnTo>
                  <a:lnTo>
                    <a:pt x="157078" y="49197"/>
                  </a:lnTo>
                  <a:lnTo>
                    <a:pt x="157550" y="49004"/>
                  </a:lnTo>
                  <a:lnTo>
                    <a:pt x="157739" y="48907"/>
                  </a:lnTo>
                  <a:lnTo>
                    <a:pt x="157929" y="48810"/>
                  </a:lnTo>
                  <a:lnTo>
                    <a:pt x="158496" y="48714"/>
                  </a:lnTo>
                  <a:lnTo>
                    <a:pt x="158874" y="48617"/>
                  </a:lnTo>
                  <a:lnTo>
                    <a:pt x="159913" y="48520"/>
                  </a:lnTo>
                  <a:lnTo>
                    <a:pt x="160575" y="48617"/>
                  </a:lnTo>
                  <a:lnTo>
                    <a:pt x="161142" y="48617"/>
                  </a:lnTo>
                  <a:lnTo>
                    <a:pt x="161709" y="48810"/>
                  </a:lnTo>
                  <a:lnTo>
                    <a:pt x="162371" y="48907"/>
                  </a:lnTo>
                  <a:lnTo>
                    <a:pt x="162844" y="49004"/>
                  </a:lnTo>
                  <a:lnTo>
                    <a:pt x="163411" y="49100"/>
                  </a:lnTo>
                  <a:lnTo>
                    <a:pt x="163883" y="49294"/>
                  </a:lnTo>
                  <a:lnTo>
                    <a:pt x="164356" y="49487"/>
                  </a:lnTo>
                  <a:lnTo>
                    <a:pt x="164734" y="49680"/>
                  </a:lnTo>
                  <a:lnTo>
                    <a:pt x="165112" y="49874"/>
                  </a:lnTo>
                  <a:lnTo>
                    <a:pt x="165396" y="50067"/>
                  </a:lnTo>
                  <a:lnTo>
                    <a:pt x="165585" y="50453"/>
                  </a:lnTo>
                  <a:lnTo>
                    <a:pt x="165868" y="50647"/>
                  </a:lnTo>
                  <a:lnTo>
                    <a:pt x="166057" y="50743"/>
                  </a:lnTo>
                  <a:lnTo>
                    <a:pt x="166341" y="50937"/>
                  </a:lnTo>
                  <a:lnTo>
                    <a:pt x="166625" y="51227"/>
                  </a:lnTo>
                  <a:lnTo>
                    <a:pt x="166814" y="51517"/>
                  </a:lnTo>
                  <a:lnTo>
                    <a:pt x="167192" y="51807"/>
                  </a:lnTo>
                  <a:lnTo>
                    <a:pt x="167381" y="52097"/>
                  </a:lnTo>
                  <a:lnTo>
                    <a:pt x="168421" y="53450"/>
                  </a:lnTo>
                  <a:lnTo>
                    <a:pt x="168988" y="54030"/>
                  </a:lnTo>
                  <a:lnTo>
                    <a:pt x="169460" y="54610"/>
                  </a:lnTo>
                  <a:lnTo>
                    <a:pt x="169838" y="54900"/>
                  </a:lnTo>
                  <a:lnTo>
                    <a:pt x="170122" y="55093"/>
                  </a:lnTo>
                  <a:lnTo>
                    <a:pt x="170500" y="55383"/>
                  </a:lnTo>
                  <a:lnTo>
                    <a:pt x="170878" y="55576"/>
                  </a:lnTo>
                  <a:lnTo>
                    <a:pt x="172201" y="56736"/>
                  </a:lnTo>
                  <a:lnTo>
                    <a:pt x="172391" y="56929"/>
                  </a:lnTo>
                  <a:lnTo>
                    <a:pt x="173147" y="57703"/>
                  </a:lnTo>
                  <a:lnTo>
                    <a:pt x="173714" y="58186"/>
                  </a:lnTo>
                  <a:lnTo>
                    <a:pt x="173903" y="58379"/>
                  </a:lnTo>
                  <a:lnTo>
                    <a:pt x="175037" y="60602"/>
                  </a:lnTo>
                  <a:lnTo>
                    <a:pt x="175132" y="60892"/>
                  </a:lnTo>
                  <a:lnTo>
                    <a:pt x="175510" y="61955"/>
                  </a:lnTo>
                  <a:lnTo>
                    <a:pt x="175699" y="62439"/>
                  </a:lnTo>
                  <a:lnTo>
                    <a:pt x="176455" y="63695"/>
                  </a:lnTo>
                  <a:lnTo>
                    <a:pt x="176928" y="64468"/>
                  </a:lnTo>
                  <a:lnTo>
                    <a:pt x="177778" y="65532"/>
                  </a:lnTo>
                  <a:lnTo>
                    <a:pt x="178156" y="65918"/>
                  </a:lnTo>
                  <a:lnTo>
                    <a:pt x="178913" y="66788"/>
                  </a:lnTo>
                  <a:lnTo>
                    <a:pt x="179574" y="68045"/>
                  </a:lnTo>
                  <a:lnTo>
                    <a:pt x="180614" y="69881"/>
                  </a:lnTo>
                  <a:lnTo>
                    <a:pt x="181087" y="70848"/>
                  </a:lnTo>
                  <a:lnTo>
                    <a:pt x="181276" y="71138"/>
                  </a:lnTo>
                  <a:lnTo>
                    <a:pt x="182221" y="72394"/>
                  </a:lnTo>
                  <a:lnTo>
                    <a:pt x="182694" y="73071"/>
                  </a:lnTo>
                  <a:lnTo>
                    <a:pt x="183166" y="73941"/>
                  </a:lnTo>
                  <a:lnTo>
                    <a:pt x="183544" y="74714"/>
                  </a:lnTo>
                  <a:lnTo>
                    <a:pt x="184868" y="76067"/>
                  </a:lnTo>
                  <a:lnTo>
                    <a:pt x="185624" y="76937"/>
                  </a:lnTo>
                  <a:lnTo>
                    <a:pt x="186002" y="77130"/>
                  </a:lnTo>
                  <a:lnTo>
                    <a:pt x="188176" y="78193"/>
                  </a:lnTo>
                  <a:lnTo>
                    <a:pt x="188365" y="78290"/>
                  </a:lnTo>
                  <a:lnTo>
                    <a:pt x="188648" y="78387"/>
                  </a:lnTo>
                  <a:lnTo>
                    <a:pt x="190161" y="78967"/>
                  </a:lnTo>
                  <a:lnTo>
                    <a:pt x="191862" y="79450"/>
                  </a:lnTo>
                  <a:lnTo>
                    <a:pt x="192713" y="79740"/>
                  </a:lnTo>
                  <a:lnTo>
                    <a:pt x="192997" y="79837"/>
                  </a:lnTo>
                  <a:lnTo>
                    <a:pt x="193564" y="79933"/>
                  </a:lnTo>
                  <a:lnTo>
                    <a:pt x="194792" y="80417"/>
                  </a:lnTo>
                  <a:lnTo>
                    <a:pt x="197061" y="80513"/>
                  </a:lnTo>
                  <a:lnTo>
                    <a:pt x="197439" y="80513"/>
                  </a:lnTo>
                  <a:lnTo>
                    <a:pt x="199991" y="80127"/>
                  </a:lnTo>
                  <a:lnTo>
                    <a:pt x="200275" y="80127"/>
                  </a:lnTo>
                  <a:lnTo>
                    <a:pt x="200464" y="80030"/>
                  </a:lnTo>
                  <a:lnTo>
                    <a:pt x="202165" y="79837"/>
                  </a:lnTo>
                  <a:lnTo>
                    <a:pt x="203300" y="79837"/>
                  </a:lnTo>
                  <a:lnTo>
                    <a:pt x="203489" y="79837"/>
                  </a:lnTo>
                  <a:lnTo>
                    <a:pt x="203867" y="79740"/>
                  </a:lnTo>
                  <a:lnTo>
                    <a:pt x="204056" y="79740"/>
                  </a:lnTo>
                  <a:lnTo>
                    <a:pt x="207742" y="79643"/>
                  </a:lnTo>
                  <a:lnTo>
                    <a:pt x="207931" y="79643"/>
                  </a:lnTo>
                  <a:lnTo>
                    <a:pt x="208593" y="79353"/>
                  </a:lnTo>
                  <a:lnTo>
                    <a:pt x="208971" y="79353"/>
                  </a:lnTo>
                  <a:lnTo>
                    <a:pt x="209538" y="79353"/>
                  </a:lnTo>
                  <a:lnTo>
                    <a:pt x="210105" y="79353"/>
                  </a:lnTo>
                  <a:lnTo>
                    <a:pt x="212374" y="79353"/>
                  </a:lnTo>
                  <a:lnTo>
                    <a:pt x="216438" y="79353"/>
                  </a:lnTo>
                  <a:lnTo>
                    <a:pt x="216627" y="79353"/>
                  </a:lnTo>
                  <a:lnTo>
                    <a:pt x="220786" y="79257"/>
                  </a:lnTo>
                  <a:lnTo>
                    <a:pt x="221448" y="79257"/>
                  </a:lnTo>
                  <a:lnTo>
                    <a:pt x="226363" y="79063"/>
                  </a:lnTo>
                  <a:lnTo>
                    <a:pt x="231089" y="78773"/>
                  </a:lnTo>
                  <a:lnTo>
                    <a:pt x="231278" y="78773"/>
                  </a:lnTo>
                  <a:lnTo>
                    <a:pt x="233925" y="78870"/>
                  </a:lnTo>
                  <a:lnTo>
                    <a:pt x="235815" y="78967"/>
                  </a:lnTo>
                  <a:lnTo>
                    <a:pt x="237611" y="79063"/>
                  </a:lnTo>
                  <a:lnTo>
                    <a:pt x="238651" y="79257"/>
                  </a:lnTo>
                  <a:lnTo>
                    <a:pt x="242527" y="80030"/>
                  </a:lnTo>
                  <a:lnTo>
                    <a:pt x="245268" y="81093"/>
                  </a:lnTo>
                  <a:lnTo>
                    <a:pt x="248198" y="82350"/>
                  </a:lnTo>
                  <a:lnTo>
                    <a:pt x="248482" y="82446"/>
                  </a:lnTo>
                  <a:lnTo>
                    <a:pt x="249710" y="82833"/>
                  </a:lnTo>
                  <a:lnTo>
                    <a:pt x="250656" y="83220"/>
                  </a:lnTo>
                  <a:lnTo>
                    <a:pt x="251412" y="83413"/>
                  </a:lnTo>
                  <a:lnTo>
                    <a:pt x="251601" y="83510"/>
                  </a:lnTo>
                  <a:lnTo>
                    <a:pt x="252924" y="83896"/>
                  </a:lnTo>
                  <a:lnTo>
                    <a:pt x="255098" y="84766"/>
                  </a:lnTo>
                  <a:lnTo>
                    <a:pt x="255665" y="84959"/>
                  </a:lnTo>
                  <a:lnTo>
                    <a:pt x="256611" y="85346"/>
                  </a:lnTo>
                  <a:lnTo>
                    <a:pt x="258974" y="86313"/>
                  </a:lnTo>
                  <a:lnTo>
                    <a:pt x="259730" y="86699"/>
                  </a:lnTo>
                  <a:lnTo>
                    <a:pt x="261715" y="87762"/>
                  </a:lnTo>
                  <a:lnTo>
                    <a:pt x="264267" y="89212"/>
                  </a:lnTo>
                  <a:lnTo>
                    <a:pt x="269655" y="92305"/>
                  </a:lnTo>
                  <a:lnTo>
                    <a:pt x="271262" y="93078"/>
                  </a:lnTo>
                  <a:lnTo>
                    <a:pt x="274853" y="94818"/>
                  </a:lnTo>
                  <a:lnTo>
                    <a:pt x="275232" y="94915"/>
                  </a:lnTo>
                  <a:lnTo>
                    <a:pt x="278351" y="96558"/>
                  </a:lnTo>
                  <a:lnTo>
                    <a:pt x="279202" y="96945"/>
                  </a:lnTo>
                  <a:lnTo>
                    <a:pt x="282037" y="98394"/>
                  </a:lnTo>
                  <a:lnTo>
                    <a:pt x="284589" y="99361"/>
                  </a:lnTo>
                  <a:lnTo>
                    <a:pt x="286291" y="100038"/>
                  </a:lnTo>
                  <a:lnTo>
                    <a:pt x="289599" y="101294"/>
                  </a:lnTo>
                  <a:lnTo>
                    <a:pt x="291300" y="101777"/>
                  </a:lnTo>
                  <a:lnTo>
                    <a:pt x="293758" y="102551"/>
                  </a:lnTo>
                  <a:lnTo>
                    <a:pt x="294042" y="102647"/>
                  </a:lnTo>
                  <a:lnTo>
                    <a:pt x="294231" y="102744"/>
                  </a:lnTo>
                  <a:lnTo>
                    <a:pt x="297066" y="103614"/>
                  </a:lnTo>
                  <a:lnTo>
                    <a:pt x="297255" y="103710"/>
                  </a:lnTo>
                  <a:lnTo>
                    <a:pt x="297539" y="103710"/>
                  </a:lnTo>
                  <a:lnTo>
                    <a:pt x="298957" y="104290"/>
                  </a:lnTo>
                  <a:lnTo>
                    <a:pt x="301793" y="105354"/>
                  </a:lnTo>
                  <a:lnTo>
                    <a:pt x="302076" y="105450"/>
                  </a:lnTo>
                  <a:lnTo>
                    <a:pt x="306046" y="106900"/>
                  </a:lnTo>
                  <a:lnTo>
                    <a:pt x="307653" y="107770"/>
                  </a:lnTo>
                  <a:lnTo>
                    <a:pt x="313230" y="110670"/>
                  </a:lnTo>
                  <a:lnTo>
                    <a:pt x="316349" y="112313"/>
                  </a:lnTo>
                  <a:lnTo>
                    <a:pt x="317956" y="113183"/>
                  </a:lnTo>
                  <a:lnTo>
                    <a:pt x="320981" y="114536"/>
                  </a:lnTo>
                  <a:lnTo>
                    <a:pt x="321642" y="114729"/>
                  </a:lnTo>
                  <a:lnTo>
                    <a:pt x="326085" y="116662"/>
                  </a:lnTo>
                  <a:lnTo>
                    <a:pt x="326368" y="116759"/>
                  </a:lnTo>
                  <a:lnTo>
                    <a:pt x="328164" y="117532"/>
                  </a:lnTo>
                  <a:lnTo>
                    <a:pt x="329866" y="118305"/>
                  </a:lnTo>
                  <a:lnTo>
                    <a:pt x="330811" y="118692"/>
                  </a:lnTo>
                  <a:lnTo>
                    <a:pt x="334970" y="120335"/>
                  </a:lnTo>
                  <a:lnTo>
                    <a:pt x="336482" y="121012"/>
                  </a:lnTo>
                  <a:lnTo>
                    <a:pt x="338467" y="121785"/>
                  </a:lnTo>
                  <a:lnTo>
                    <a:pt x="338940" y="121978"/>
                  </a:lnTo>
                  <a:lnTo>
                    <a:pt x="341114" y="122848"/>
                  </a:lnTo>
                  <a:lnTo>
                    <a:pt x="347164" y="123718"/>
                  </a:lnTo>
                  <a:lnTo>
                    <a:pt x="351323" y="124298"/>
                  </a:lnTo>
                  <a:lnTo>
                    <a:pt x="356427" y="124298"/>
                  </a:lnTo>
                  <a:lnTo>
                    <a:pt x="357467" y="124395"/>
                  </a:lnTo>
                  <a:lnTo>
                    <a:pt x="361437" y="124395"/>
                  </a:lnTo>
                  <a:lnTo>
                    <a:pt x="369944" y="124588"/>
                  </a:lnTo>
                  <a:lnTo>
                    <a:pt x="372212" y="124685"/>
                  </a:lnTo>
                  <a:lnTo>
                    <a:pt x="374764" y="124878"/>
                  </a:lnTo>
                  <a:lnTo>
                    <a:pt x="384311" y="125361"/>
                  </a:lnTo>
                  <a:lnTo>
                    <a:pt x="384973" y="125458"/>
                  </a:lnTo>
                  <a:lnTo>
                    <a:pt x="387241" y="126134"/>
                  </a:lnTo>
                  <a:lnTo>
                    <a:pt x="388943" y="126714"/>
                  </a:lnTo>
                  <a:lnTo>
                    <a:pt x="395843" y="127584"/>
                  </a:lnTo>
                  <a:lnTo>
                    <a:pt x="400664" y="128164"/>
                  </a:lnTo>
                  <a:lnTo>
                    <a:pt x="400853" y="128164"/>
                  </a:lnTo>
                  <a:lnTo>
                    <a:pt x="411817" y="128937"/>
                  </a:lnTo>
                  <a:lnTo>
                    <a:pt x="412857" y="129034"/>
                  </a:lnTo>
                  <a:lnTo>
                    <a:pt x="415126" y="129227"/>
                  </a:lnTo>
                  <a:lnTo>
                    <a:pt x="426374" y="130291"/>
                  </a:lnTo>
                  <a:lnTo>
                    <a:pt x="428926" y="130581"/>
                  </a:lnTo>
                  <a:lnTo>
                    <a:pt x="433747" y="130001"/>
                  </a:lnTo>
                  <a:lnTo>
                    <a:pt x="437149" y="129614"/>
                  </a:lnTo>
                  <a:lnTo>
                    <a:pt x="440741" y="129227"/>
                  </a:lnTo>
                  <a:lnTo>
                    <a:pt x="444995" y="128551"/>
                  </a:lnTo>
                  <a:lnTo>
                    <a:pt x="448303" y="128068"/>
                  </a:lnTo>
                  <a:lnTo>
                    <a:pt x="448681" y="127971"/>
                  </a:lnTo>
                  <a:lnTo>
                    <a:pt x="449626" y="127778"/>
                  </a:lnTo>
                  <a:lnTo>
                    <a:pt x="451611" y="127198"/>
                  </a:lnTo>
                  <a:lnTo>
                    <a:pt x="456338" y="126134"/>
                  </a:lnTo>
                  <a:lnTo>
                    <a:pt x="464845" y="123911"/>
                  </a:lnTo>
                  <a:lnTo>
                    <a:pt x="465601" y="123718"/>
                  </a:lnTo>
                  <a:lnTo>
                    <a:pt x="465884" y="123718"/>
                  </a:lnTo>
                  <a:lnTo>
                    <a:pt x="466357" y="123525"/>
                  </a:lnTo>
                  <a:lnTo>
                    <a:pt x="467586" y="122848"/>
                  </a:lnTo>
                  <a:lnTo>
                    <a:pt x="469004" y="121978"/>
                  </a:lnTo>
                  <a:lnTo>
                    <a:pt x="469949" y="121398"/>
                  </a:lnTo>
                  <a:lnTo>
                    <a:pt x="474391" y="118789"/>
                  </a:lnTo>
                  <a:lnTo>
                    <a:pt x="474770" y="118305"/>
                  </a:lnTo>
                  <a:lnTo>
                    <a:pt x="476660" y="115986"/>
                  </a:lnTo>
                  <a:lnTo>
                    <a:pt x="480157" y="111926"/>
                  </a:lnTo>
                  <a:lnTo>
                    <a:pt x="481197" y="110670"/>
                  </a:lnTo>
                  <a:lnTo>
                    <a:pt x="482237" y="108930"/>
                  </a:lnTo>
                  <a:lnTo>
                    <a:pt x="485829" y="102067"/>
                  </a:lnTo>
                  <a:lnTo>
                    <a:pt x="486018" y="101777"/>
                  </a:lnTo>
                  <a:lnTo>
                    <a:pt x="488192" y="96461"/>
                  </a:lnTo>
                  <a:lnTo>
                    <a:pt x="488475" y="95688"/>
                  </a:lnTo>
                  <a:lnTo>
                    <a:pt x="488948" y="94721"/>
                  </a:lnTo>
                  <a:lnTo>
                    <a:pt x="489232" y="93948"/>
                  </a:lnTo>
                  <a:lnTo>
                    <a:pt x="489704" y="92982"/>
                  </a:lnTo>
                  <a:lnTo>
                    <a:pt x="491973" y="89599"/>
                  </a:lnTo>
                  <a:lnTo>
                    <a:pt x="493107" y="87859"/>
                  </a:lnTo>
                  <a:lnTo>
                    <a:pt x="493674" y="86989"/>
                  </a:lnTo>
                  <a:lnTo>
                    <a:pt x="494052" y="86409"/>
                  </a:lnTo>
                  <a:lnTo>
                    <a:pt x="494808" y="85249"/>
                  </a:lnTo>
                  <a:lnTo>
                    <a:pt x="496226" y="79257"/>
                  </a:lnTo>
                  <a:lnTo>
                    <a:pt x="496415" y="78580"/>
                  </a:lnTo>
                  <a:lnTo>
                    <a:pt x="496982" y="74327"/>
                  </a:lnTo>
                  <a:lnTo>
                    <a:pt x="497266" y="72781"/>
                  </a:lnTo>
                  <a:lnTo>
                    <a:pt x="497739" y="69205"/>
                  </a:lnTo>
                  <a:lnTo>
                    <a:pt x="497739" y="65435"/>
                  </a:lnTo>
                  <a:lnTo>
                    <a:pt x="497739" y="65145"/>
                  </a:lnTo>
                  <a:lnTo>
                    <a:pt x="497928" y="64178"/>
                  </a:lnTo>
                  <a:lnTo>
                    <a:pt x="501047" y="54223"/>
                  </a:lnTo>
                  <a:lnTo>
                    <a:pt x="502937" y="42334"/>
                  </a:lnTo>
                  <a:lnTo>
                    <a:pt x="503788" y="38952"/>
                  </a:lnTo>
                  <a:lnTo>
                    <a:pt x="504261" y="36728"/>
                  </a:lnTo>
                  <a:lnTo>
                    <a:pt x="506340" y="26580"/>
                  </a:lnTo>
                  <a:lnTo>
                    <a:pt x="514847" y="8892"/>
                  </a:lnTo>
                  <a:lnTo>
                    <a:pt x="517399" y="5605"/>
                  </a:lnTo>
                  <a:lnTo>
                    <a:pt x="525812" y="193"/>
                  </a:lnTo>
                  <a:lnTo>
                    <a:pt x="526379" y="0"/>
                  </a:lnTo>
                  <a:lnTo>
                    <a:pt x="527608" y="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989372" y="3993008"/>
              <a:ext cx="244058" cy="127101"/>
            </a:xfrm>
            <a:custGeom>
              <a:avLst/>
              <a:pathLst>
                <a:path w="244058" h="127101">
                  <a:moveTo>
                    <a:pt x="198214" y="9182"/>
                  </a:moveTo>
                  <a:lnTo>
                    <a:pt x="198498" y="9858"/>
                  </a:lnTo>
                  <a:lnTo>
                    <a:pt x="198970" y="11115"/>
                  </a:lnTo>
                  <a:lnTo>
                    <a:pt x="200766" y="15658"/>
                  </a:lnTo>
                  <a:lnTo>
                    <a:pt x="201239" y="16914"/>
                  </a:lnTo>
                  <a:lnTo>
                    <a:pt x="201617" y="17977"/>
                  </a:lnTo>
                  <a:lnTo>
                    <a:pt x="204736" y="25806"/>
                  </a:lnTo>
                  <a:lnTo>
                    <a:pt x="208612" y="35762"/>
                  </a:lnTo>
                  <a:lnTo>
                    <a:pt x="212487" y="45814"/>
                  </a:lnTo>
                  <a:lnTo>
                    <a:pt x="214850" y="51903"/>
                  </a:lnTo>
                  <a:lnTo>
                    <a:pt x="217686" y="59152"/>
                  </a:lnTo>
                  <a:lnTo>
                    <a:pt x="220333" y="65725"/>
                  </a:lnTo>
                  <a:lnTo>
                    <a:pt x="220900" y="67271"/>
                  </a:lnTo>
                  <a:lnTo>
                    <a:pt x="221278" y="68431"/>
                  </a:lnTo>
                  <a:lnTo>
                    <a:pt x="225720" y="79740"/>
                  </a:lnTo>
                  <a:lnTo>
                    <a:pt x="226004" y="80513"/>
                  </a:lnTo>
                  <a:lnTo>
                    <a:pt x="226666" y="82156"/>
                  </a:lnTo>
                  <a:lnTo>
                    <a:pt x="227516" y="84186"/>
                  </a:lnTo>
                  <a:lnTo>
                    <a:pt x="228556" y="86989"/>
                  </a:lnTo>
                  <a:lnTo>
                    <a:pt x="228840" y="87569"/>
                  </a:lnTo>
                  <a:lnTo>
                    <a:pt x="229785" y="89985"/>
                  </a:lnTo>
                  <a:lnTo>
                    <a:pt x="230352" y="91049"/>
                  </a:lnTo>
                  <a:lnTo>
                    <a:pt x="232053" y="94238"/>
                  </a:lnTo>
                  <a:lnTo>
                    <a:pt x="232621" y="95108"/>
                  </a:lnTo>
                  <a:lnTo>
                    <a:pt x="233471" y="96655"/>
                  </a:lnTo>
                  <a:lnTo>
                    <a:pt x="233660" y="96945"/>
                  </a:lnTo>
                  <a:lnTo>
                    <a:pt x="236496" y="101681"/>
                  </a:lnTo>
                  <a:lnTo>
                    <a:pt x="236591" y="101874"/>
                  </a:lnTo>
                  <a:lnTo>
                    <a:pt x="238576" y="105160"/>
                  </a:lnTo>
                  <a:lnTo>
                    <a:pt x="241600" y="109896"/>
                  </a:lnTo>
                  <a:lnTo>
                    <a:pt x="242829" y="112506"/>
                  </a:lnTo>
                  <a:lnTo>
                    <a:pt x="243585" y="114729"/>
                  </a:lnTo>
                  <a:lnTo>
                    <a:pt x="244058" y="116952"/>
                  </a:lnTo>
                  <a:lnTo>
                    <a:pt x="181673" y="126038"/>
                  </a:lnTo>
                  <a:lnTo>
                    <a:pt x="174962" y="127004"/>
                  </a:lnTo>
                  <a:lnTo>
                    <a:pt x="174300" y="127101"/>
                  </a:lnTo>
                  <a:lnTo>
                    <a:pt x="176474" y="120045"/>
                  </a:lnTo>
                  <a:lnTo>
                    <a:pt x="172788" y="119562"/>
                  </a:lnTo>
                  <a:lnTo>
                    <a:pt x="165415" y="118595"/>
                  </a:lnTo>
                  <a:lnTo>
                    <a:pt x="156813" y="117532"/>
                  </a:lnTo>
                  <a:lnTo>
                    <a:pt x="145092" y="115986"/>
                  </a:lnTo>
                  <a:lnTo>
                    <a:pt x="143107" y="115696"/>
                  </a:lnTo>
                  <a:lnTo>
                    <a:pt x="142635" y="115696"/>
                  </a:lnTo>
                  <a:lnTo>
                    <a:pt x="142540" y="115212"/>
                  </a:lnTo>
                  <a:lnTo>
                    <a:pt x="141311" y="106997"/>
                  </a:lnTo>
                  <a:lnTo>
                    <a:pt x="140366" y="100811"/>
                  </a:lnTo>
                  <a:lnTo>
                    <a:pt x="140366" y="100521"/>
                  </a:lnTo>
                  <a:lnTo>
                    <a:pt x="113994" y="104097"/>
                  </a:lnTo>
                  <a:lnTo>
                    <a:pt x="98965" y="106320"/>
                  </a:lnTo>
                  <a:lnTo>
                    <a:pt x="90080" y="107577"/>
                  </a:lnTo>
                  <a:lnTo>
                    <a:pt x="89702" y="107577"/>
                  </a:lnTo>
                  <a:lnTo>
                    <a:pt x="87150" y="107963"/>
                  </a:lnTo>
                  <a:lnTo>
                    <a:pt x="85070" y="108253"/>
                  </a:lnTo>
                  <a:lnTo>
                    <a:pt x="83180" y="108543"/>
                  </a:lnTo>
                  <a:lnTo>
                    <a:pt x="80817" y="108930"/>
                  </a:lnTo>
                  <a:lnTo>
                    <a:pt x="79682" y="109026"/>
                  </a:lnTo>
                  <a:lnTo>
                    <a:pt x="76469" y="109510"/>
                  </a:lnTo>
                  <a:lnTo>
                    <a:pt x="75901" y="109606"/>
                  </a:lnTo>
                  <a:lnTo>
                    <a:pt x="74295" y="109800"/>
                  </a:lnTo>
                  <a:lnTo>
                    <a:pt x="73255" y="109993"/>
                  </a:lnTo>
                  <a:lnTo>
                    <a:pt x="70797" y="110283"/>
                  </a:lnTo>
                  <a:lnTo>
                    <a:pt x="68718" y="110573"/>
                  </a:lnTo>
                  <a:lnTo>
                    <a:pt x="67205" y="110863"/>
                  </a:lnTo>
                  <a:lnTo>
                    <a:pt x="66449" y="110960"/>
                  </a:lnTo>
                  <a:lnTo>
                    <a:pt x="65977" y="110960"/>
                  </a:lnTo>
                  <a:lnTo>
                    <a:pt x="54161" y="112699"/>
                  </a:lnTo>
                  <a:lnTo>
                    <a:pt x="51042" y="113183"/>
                  </a:lnTo>
                  <a:lnTo>
                    <a:pt x="52176" y="120818"/>
                  </a:lnTo>
                  <a:lnTo>
                    <a:pt x="42062" y="122268"/>
                  </a:lnTo>
                  <a:lnTo>
                    <a:pt x="41779" y="122365"/>
                  </a:lnTo>
                  <a:lnTo>
                    <a:pt x="41495" y="122365"/>
                  </a:lnTo>
                  <a:lnTo>
                    <a:pt x="31665" y="123718"/>
                  </a:lnTo>
                  <a:lnTo>
                    <a:pt x="31476" y="123815"/>
                  </a:lnTo>
                  <a:lnTo>
                    <a:pt x="30814" y="123815"/>
                  </a:lnTo>
                  <a:lnTo>
                    <a:pt x="20322" y="125265"/>
                  </a:lnTo>
                  <a:lnTo>
                    <a:pt x="19944" y="122365"/>
                  </a:lnTo>
                  <a:lnTo>
                    <a:pt x="9735" y="123718"/>
                  </a:lnTo>
                  <a:lnTo>
                    <a:pt x="9168" y="123815"/>
                  </a:lnTo>
                  <a:lnTo>
                    <a:pt x="9074" y="122945"/>
                  </a:lnTo>
                  <a:lnTo>
                    <a:pt x="8696" y="120335"/>
                  </a:lnTo>
                  <a:lnTo>
                    <a:pt x="8412" y="118015"/>
                  </a:lnTo>
                  <a:lnTo>
                    <a:pt x="8318" y="117435"/>
                  </a:lnTo>
                  <a:lnTo>
                    <a:pt x="6805" y="105740"/>
                  </a:lnTo>
                  <a:lnTo>
                    <a:pt x="6711" y="105354"/>
                  </a:lnTo>
                  <a:lnTo>
                    <a:pt x="6616" y="104870"/>
                  </a:lnTo>
                  <a:lnTo>
                    <a:pt x="6616" y="104677"/>
                  </a:lnTo>
                  <a:lnTo>
                    <a:pt x="5482" y="97235"/>
                  </a:lnTo>
                  <a:lnTo>
                    <a:pt x="4820" y="92788"/>
                  </a:lnTo>
                  <a:lnTo>
                    <a:pt x="4726" y="92498"/>
                  </a:lnTo>
                  <a:lnTo>
                    <a:pt x="4631" y="92015"/>
                  </a:lnTo>
                  <a:lnTo>
                    <a:pt x="4442" y="90275"/>
                  </a:lnTo>
                  <a:lnTo>
                    <a:pt x="2457" y="77807"/>
                  </a:lnTo>
                  <a:lnTo>
                    <a:pt x="2174" y="76260"/>
                  </a:lnTo>
                  <a:lnTo>
                    <a:pt x="1606" y="72298"/>
                  </a:lnTo>
                  <a:lnTo>
                    <a:pt x="756" y="66305"/>
                  </a:lnTo>
                  <a:lnTo>
                    <a:pt x="0" y="61859"/>
                  </a:lnTo>
                  <a:lnTo>
                    <a:pt x="378" y="61472"/>
                  </a:lnTo>
                  <a:lnTo>
                    <a:pt x="661" y="61182"/>
                  </a:lnTo>
                  <a:lnTo>
                    <a:pt x="2646" y="59539"/>
                  </a:lnTo>
                  <a:lnTo>
                    <a:pt x="5954" y="56543"/>
                  </a:lnTo>
                  <a:lnTo>
                    <a:pt x="6143" y="56349"/>
                  </a:lnTo>
                  <a:lnTo>
                    <a:pt x="9641" y="53256"/>
                  </a:lnTo>
                  <a:lnTo>
                    <a:pt x="14745" y="48714"/>
                  </a:lnTo>
                  <a:lnTo>
                    <a:pt x="20511" y="43688"/>
                  </a:lnTo>
                  <a:lnTo>
                    <a:pt x="22496" y="41851"/>
                  </a:lnTo>
                  <a:lnTo>
                    <a:pt x="27411" y="42044"/>
                  </a:lnTo>
                  <a:lnTo>
                    <a:pt x="28545" y="42141"/>
                  </a:lnTo>
                  <a:lnTo>
                    <a:pt x="36485" y="42431"/>
                  </a:lnTo>
                  <a:lnTo>
                    <a:pt x="46883" y="43011"/>
                  </a:lnTo>
                  <a:lnTo>
                    <a:pt x="49813" y="42624"/>
                  </a:lnTo>
                  <a:lnTo>
                    <a:pt x="63613" y="40498"/>
                  </a:lnTo>
                  <a:lnTo>
                    <a:pt x="64464" y="28899"/>
                  </a:lnTo>
                  <a:lnTo>
                    <a:pt x="65315" y="18364"/>
                  </a:lnTo>
                  <a:lnTo>
                    <a:pt x="70514" y="17784"/>
                  </a:lnTo>
                  <a:lnTo>
                    <a:pt x="78454" y="16721"/>
                  </a:lnTo>
                  <a:lnTo>
                    <a:pt x="84125" y="15948"/>
                  </a:lnTo>
                  <a:lnTo>
                    <a:pt x="95184" y="14304"/>
                  </a:lnTo>
                  <a:lnTo>
                    <a:pt x="95562" y="14208"/>
                  </a:lnTo>
                  <a:lnTo>
                    <a:pt x="96791" y="14014"/>
                  </a:lnTo>
                  <a:lnTo>
                    <a:pt x="102841" y="13145"/>
                  </a:lnTo>
                  <a:lnTo>
                    <a:pt x="104731" y="12855"/>
                  </a:lnTo>
                  <a:lnTo>
                    <a:pt x="114939" y="11308"/>
                  </a:lnTo>
                  <a:lnTo>
                    <a:pt x="115885" y="11211"/>
                  </a:lnTo>
                  <a:lnTo>
                    <a:pt x="116641" y="11018"/>
                  </a:lnTo>
                  <a:lnTo>
                    <a:pt x="118626" y="10728"/>
                  </a:lnTo>
                  <a:lnTo>
                    <a:pt x="127322" y="9568"/>
                  </a:lnTo>
                  <a:lnTo>
                    <a:pt x="127511" y="9472"/>
                  </a:lnTo>
                  <a:lnTo>
                    <a:pt x="127795" y="9472"/>
                  </a:lnTo>
                  <a:lnTo>
                    <a:pt x="127984" y="9472"/>
                  </a:lnTo>
                  <a:lnTo>
                    <a:pt x="137814" y="8022"/>
                  </a:lnTo>
                  <a:lnTo>
                    <a:pt x="138665" y="7925"/>
                  </a:lnTo>
                  <a:lnTo>
                    <a:pt x="145281" y="6959"/>
                  </a:lnTo>
                  <a:lnTo>
                    <a:pt x="146321" y="6862"/>
                  </a:lnTo>
                  <a:lnTo>
                    <a:pt x="148495" y="6572"/>
                  </a:lnTo>
                  <a:lnTo>
                    <a:pt x="153127" y="5895"/>
                  </a:lnTo>
                  <a:lnTo>
                    <a:pt x="154923" y="5605"/>
                  </a:lnTo>
                  <a:lnTo>
                    <a:pt x="157002" y="5316"/>
                  </a:lnTo>
                  <a:lnTo>
                    <a:pt x="157475" y="5316"/>
                  </a:lnTo>
                  <a:lnTo>
                    <a:pt x="159838" y="4929"/>
                  </a:lnTo>
                  <a:lnTo>
                    <a:pt x="160405" y="4832"/>
                  </a:lnTo>
                  <a:lnTo>
                    <a:pt x="163713" y="4349"/>
                  </a:lnTo>
                  <a:lnTo>
                    <a:pt x="165509" y="4156"/>
                  </a:lnTo>
                  <a:lnTo>
                    <a:pt x="166549" y="3962"/>
                  </a:lnTo>
                  <a:lnTo>
                    <a:pt x="174111" y="2899"/>
                  </a:lnTo>
                  <a:lnTo>
                    <a:pt x="177230" y="2513"/>
                  </a:lnTo>
                  <a:lnTo>
                    <a:pt x="177608" y="2416"/>
                  </a:lnTo>
                  <a:lnTo>
                    <a:pt x="188951" y="773"/>
                  </a:lnTo>
                  <a:lnTo>
                    <a:pt x="189424" y="773"/>
                  </a:lnTo>
                  <a:lnTo>
                    <a:pt x="189802" y="676"/>
                  </a:lnTo>
                  <a:lnTo>
                    <a:pt x="192354" y="289"/>
                  </a:lnTo>
                  <a:lnTo>
                    <a:pt x="194339" y="0"/>
                  </a:lnTo>
                  <a:lnTo>
                    <a:pt x="194622" y="0"/>
                  </a:lnTo>
                  <a:lnTo>
                    <a:pt x="194811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829836" y="2772641"/>
              <a:ext cx="50456" cy="241329"/>
            </a:xfrm>
            <a:custGeom>
              <a:avLst/>
              <a:pathLst>
                <a:path w="50456" h="241329">
                  <a:moveTo>
                    <a:pt x="3289" y="0"/>
                  </a:moveTo>
                  <a:lnTo>
                    <a:pt x="5085" y="10342"/>
                  </a:lnTo>
                  <a:lnTo>
                    <a:pt x="9244" y="31896"/>
                  </a:lnTo>
                  <a:lnTo>
                    <a:pt x="9338" y="32766"/>
                  </a:lnTo>
                  <a:lnTo>
                    <a:pt x="9338" y="33152"/>
                  </a:lnTo>
                  <a:lnTo>
                    <a:pt x="9338" y="33829"/>
                  </a:lnTo>
                  <a:lnTo>
                    <a:pt x="9433" y="35085"/>
                  </a:lnTo>
                  <a:lnTo>
                    <a:pt x="9527" y="37888"/>
                  </a:lnTo>
                  <a:lnTo>
                    <a:pt x="17562" y="77614"/>
                  </a:lnTo>
                  <a:lnTo>
                    <a:pt x="19452" y="86699"/>
                  </a:lnTo>
                  <a:lnTo>
                    <a:pt x="19358" y="89792"/>
                  </a:lnTo>
                  <a:lnTo>
                    <a:pt x="19452" y="90469"/>
                  </a:lnTo>
                  <a:lnTo>
                    <a:pt x="19830" y="93078"/>
                  </a:lnTo>
                  <a:lnTo>
                    <a:pt x="25218" y="119852"/>
                  </a:lnTo>
                  <a:lnTo>
                    <a:pt x="25502" y="120818"/>
                  </a:lnTo>
                  <a:lnTo>
                    <a:pt x="25596" y="121108"/>
                  </a:lnTo>
                  <a:lnTo>
                    <a:pt x="25596" y="121398"/>
                  </a:lnTo>
                  <a:lnTo>
                    <a:pt x="28905" y="135607"/>
                  </a:lnTo>
                  <a:lnTo>
                    <a:pt x="35521" y="164120"/>
                  </a:lnTo>
                  <a:lnTo>
                    <a:pt x="39869" y="184127"/>
                  </a:lnTo>
                  <a:lnTo>
                    <a:pt x="42989" y="198239"/>
                  </a:lnTo>
                  <a:lnTo>
                    <a:pt x="43839" y="202202"/>
                  </a:lnTo>
                  <a:lnTo>
                    <a:pt x="44028" y="203169"/>
                  </a:lnTo>
                  <a:lnTo>
                    <a:pt x="44879" y="206841"/>
                  </a:lnTo>
                  <a:lnTo>
                    <a:pt x="46486" y="214091"/>
                  </a:lnTo>
                  <a:lnTo>
                    <a:pt x="47053" y="216507"/>
                  </a:lnTo>
                  <a:lnTo>
                    <a:pt x="48944" y="225979"/>
                  </a:lnTo>
                  <a:lnTo>
                    <a:pt x="49416" y="227912"/>
                  </a:lnTo>
                  <a:lnTo>
                    <a:pt x="50172" y="231778"/>
                  </a:lnTo>
                  <a:lnTo>
                    <a:pt x="50456" y="233422"/>
                  </a:lnTo>
                  <a:lnTo>
                    <a:pt x="50456" y="233615"/>
                  </a:lnTo>
                  <a:lnTo>
                    <a:pt x="49700" y="233712"/>
                  </a:lnTo>
                  <a:lnTo>
                    <a:pt x="9622" y="240091"/>
                  </a:lnTo>
                  <a:lnTo>
                    <a:pt x="0" y="241329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829836" y="3046124"/>
              <a:ext cx="39964" cy="275801"/>
            </a:xfrm>
            <a:custGeom>
              <a:avLst/>
              <a:pathLst>
                <a:path w="39964" h="275801">
                  <a:moveTo>
                    <a:pt x="4329" y="28854"/>
                  </a:moveTo>
                  <a:lnTo>
                    <a:pt x="10567" y="70222"/>
                  </a:lnTo>
                  <a:lnTo>
                    <a:pt x="10662" y="71382"/>
                  </a:lnTo>
                  <a:lnTo>
                    <a:pt x="13025" y="86847"/>
                  </a:lnTo>
                  <a:lnTo>
                    <a:pt x="13497" y="89746"/>
                  </a:lnTo>
                  <a:lnTo>
                    <a:pt x="13497" y="89940"/>
                  </a:lnTo>
                  <a:lnTo>
                    <a:pt x="13592" y="90616"/>
                  </a:lnTo>
                  <a:lnTo>
                    <a:pt x="13875" y="92356"/>
                  </a:lnTo>
                  <a:lnTo>
                    <a:pt x="14915" y="99025"/>
                  </a:lnTo>
                  <a:lnTo>
                    <a:pt x="15388" y="102215"/>
                  </a:lnTo>
                  <a:lnTo>
                    <a:pt x="15577" y="103085"/>
                  </a:lnTo>
                  <a:lnTo>
                    <a:pt x="15577" y="103375"/>
                  </a:lnTo>
                  <a:lnTo>
                    <a:pt x="15766" y="104438"/>
                  </a:lnTo>
                  <a:lnTo>
                    <a:pt x="16711" y="110431"/>
                  </a:lnTo>
                  <a:lnTo>
                    <a:pt x="17373" y="114973"/>
                  </a:lnTo>
                  <a:lnTo>
                    <a:pt x="18318" y="121449"/>
                  </a:lnTo>
                  <a:lnTo>
                    <a:pt x="18696" y="123576"/>
                  </a:lnTo>
                  <a:lnTo>
                    <a:pt x="19547" y="129085"/>
                  </a:lnTo>
                  <a:lnTo>
                    <a:pt x="19641" y="130052"/>
                  </a:lnTo>
                  <a:lnTo>
                    <a:pt x="19925" y="131888"/>
                  </a:lnTo>
                  <a:lnTo>
                    <a:pt x="20965" y="138364"/>
                  </a:lnTo>
                  <a:lnTo>
                    <a:pt x="22477" y="148223"/>
                  </a:lnTo>
                  <a:lnTo>
                    <a:pt x="22855" y="151219"/>
                  </a:lnTo>
                  <a:lnTo>
                    <a:pt x="23517" y="155472"/>
                  </a:lnTo>
                  <a:lnTo>
                    <a:pt x="24178" y="159628"/>
                  </a:lnTo>
                  <a:lnTo>
                    <a:pt x="24651" y="162624"/>
                  </a:lnTo>
                  <a:lnTo>
                    <a:pt x="24935" y="164944"/>
                  </a:lnTo>
                  <a:lnTo>
                    <a:pt x="25124" y="166007"/>
                  </a:lnTo>
                  <a:lnTo>
                    <a:pt x="25974" y="171710"/>
                  </a:lnTo>
                  <a:lnTo>
                    <a:pt x="26920" y="177413"/>
                  </a:lnTo>
                  <a:lnTo>
                    <a:pt x="27109" y="179152"/>
                  </a:lnTo>
                  <a:lnTo>
                    <a:pt x="29188" y="192587"/>
                  </a:lnTo>
                  <a:lnTo>
                    <a:pt x="30417" y="200610"/>
                  </a:lnTo>
                  <a:lnTo>
                    <a:pt x="31646" y="208632"/>
                  </a:lnTo>
                  <a:lnTo>
                    <a:pt x="32024" y="211049"/>
                  </a:lnTo>
                  <a:lnTo>
                    <a:pt x="32213" y="212692"/>
                  </a:lnTo>
                  <a:lnTo>
                    <a:pt x="32307" y="214142"/>
                  </a:lnTo>
                  <a:lnTo>
                    <a:pt x="32307" y="215495"/>
                  </a:lnTo>
                  <a:lnTo>
                    <a:pt x="32307" y="216461"/>
                  </a:lnTo>
                  <a:lnTo>
                    <a:pt x="32307" y="216655"/>
                  </a:lnTo>
                  <a:lnTo>
                    <a:pt x="32307" y="217718"/>
                  </a:lnTo>
                  <a:lnTo>
                    <a:pt x="32402" y="218201"/>
                  </a:lnTo>
                  <a:lnTo>
                    <a:pt x="32402" y="219748"/>
                  </a:lnTo>
                  <a:lnTo>
                    <a:pt x="32497" y="221101"/>
                  </a:lnTo>
                  <a:lnTo>
                    <a:pt x="33064" y="225257"/>
                  </a:lnTo>
                  <a:lnTo>
                    <a:pt x="33536" y="228543"/>
                  </a:lnTo>
                  <a:lnTo>
                    <a:pt x="33631" y="229220"/>
                  </a:lnTo>
                  <a:lnTo>
                    <a:pt x="33914" y="230670"/>
                  </a:lnTo>
                  <a:lnTo>
                    <a:pt x="36466" y="246714"/>
                  </a:lnTo>
                  <a:lnTo>
                    <a:pt x="36939" y="249517"/>
                  </a:lnTo>
                  <a:lnTo>
                    <a:pt x="39208" y="263532"/>
                  </a:lnTo>
                  <a:lnTo>
                    <a:pt x="39302" y="264499"/>
                  </a:lnTo>
                  <a:lnTo>
                    <a:pt x="39397" y="264789"/>
                  </a:lnTo>
                  <a:lnTo>
                    <a:pt x="39775" y="266915"/>
                  </a:lnTo>
                  <a:lnTo>
                    <a:pt x="39964" y="268075"/>
                  </a:lnTo>
                  <a:lnTo>
                    <a:pt x="36656" y="268655"/>
                  </a:lnTo>
                  <a:lnTo>
                    <a:pt x="30039" y="269622"/>
                  </a:lnTo>
                  <a:lnTo>
                    <a:pt x="26825" y="270105"/>
                  </a:lnTo>
                  <a:lnTo>
                    <a:pt x="16522" y="271555"/>
                  </a:lnTo>
                  <a:lnTo>
                    <a:pt x="14915" y="271845"/>
                  </a:lnTo>
                  <a:lnTo>
                    <a:pt x="12552" y="272231"/>
                  </a:lnTo>
                  <a:lnTo>
                    <a:pt x="9527" y="272908"/>
                  </a:lnTo>
                  <a:lnTo>
                    <a:pt x="9244" y="272908"/>
                  </a:lnTo>
                  <a:lnTo>
                    <a:pt x="5936" y="273874"/>
                  </a:lnTo>
                  <a:lnTo>
                    <a:pt x="1398" y="275324"/>
                  </a:lnTo>
                  <a:lnTo>
                    <a:pt x="0" y="2758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35159" y="2294223"/>
              <a:ext cx="2009539" cy="1160609"/>
            </a:xfrm>
            <a:custGeom>
              <a:avLst/>
              <a:pathLst>
                <a:path w="2009539" h="1160609">
                  <a:moveTo>
                    <a:pt x="2008708" y="658003"/>
                  </a:moveTo>
                  <a:lnTo>
                    <a:pt x="2006628" y="657616"/>
                  </a:lnTo>
                  <a:lnTo>
                    <a:pt x="2004076" y="657229"/>
                  </a:lnTo>
                  <a:lnTo>
                    <a:pt x="2001807" y="657133"/>
                  </a:lnTo>
                  <a:lnTo>
                    <a:pt x="1999917" y="657133"/>
                  </a:lnTo>
                  <a:lnTo>
                    <a:pt x="1997459" y="657519"/>
                  </a:lnTo>
                  <a:lnTo>
                    <a:pt x="1995285" y="657713"/>
                  </a:lnTo>
                  <a:lnTo>
                    <a:pt x="1993017" y="658099"/>
                  </a:lnTo>
                  <a:lnTo>
                    <a:pt x="1989803" y="657713"/>
                  </a:lnTo>
                  <a:lnTo>
                    <a:pt x="1987629" y="657423"/>
                  </a:lnTo>
                  <a:lnTo>
                    <a:pt x="1984510" y="656939"/>
                  </a:lnTo>
                  <a:lnTo>
                    <a:pt x="1982903" y="656746"/>
                  </a:lnTo>
                  <a:lnTo>
                    <a:pt x="1981107" y="657133"/>
                  </a:lnTo>
                  <a:lnTo>
                    <a:pt x="1979216" y="657229"/>
                  </a:lnTo>
                  <a:lnTo>
                    <a:pt x="1975625" y="657229"/>
                  </a:lnTo>
                  <a:lnTo>
                    <a:pt x="1973923" y="657519"/>
                  </a:lnTo>
                  <a:lnTo>
                    <a:pt x="1972316" y="657616"/>
                  </a:lnTo>
                  <a:lnTo>
                    <a:pt x="1970709" y="658003"/>
                  </a:lnTo>
                  <a:lnTo>
                    <a:pt x="1969670" y="658003"/>
                  </a:lnTo>
                  <a:lnTo>
                    <a:pt x="1968252" y="658486"/>
                  </a:lnTo>
                  <a:lnTo>
                    <a:pt x="1967306" y="658389"/>
                  </a:lnTo>
                  <a:lnTo>
                    <a:pt x="1967117" y="658389"/>
                  </a:lnTo>
                  <a:lnTo>
                    <a:pt x="1965983" y="658389"/>
                  </a:lnTo>
                  <a:lnTo>
                    <a:pt x="1964565" y="658486"/>
                  </a:lnTo>
                  <a:lnTo>
                    <a:pt x="1962580" y="658486"/>
                  </a:lnTo>
                  <a:lnTo>
                    <a:pt x="1960973" y="658873"/>
                  </a:lnTo>
                  <a:lnTo>
                    <a:pt x="1959745" y="659452"/>
                  </a:lnTo>
                  <a:lnTo>
                    <a:pt x="1958138" y="659839"/>
                  </a:lnTo>
                  <a:lnTo>
                    <a:pt x="1956436" y="660226"/>
                  </a:lnTo>
                  <a:lnTo>
                    <a:pt x="1954829" y="660322"/>
                  </a:lnTo>
                  <a:lnTo>
                    <a:pt x="1953601" y="660516"/>
                  </a:lnTo>
                  <a:lnTo>
                    <a:pt x="1951899" y="661482"/>
                  </a:lnTo>
                  <a:lnTo>
                    <a:pt x="1949631" y="663222"/>
                  </a:lnTo>
                  <a:lnTo>
                    <a:pt x="1947551" y="664962"/>
                  </a:lnTo>
                  <a:lnTo>
                    <a:pt x="1945755" y="666122"/>
                  </a:lnTo>
                  <a:lnTo>
                    <a:pt x="1943770" y="666798"/>
                  </a:lnTo>
                  <a:lnTo>
                    <a:pt x="1941218" y="667765"/>
                  </a:lnTo>
                  <a:lnTo>
                    <a:pt x="1939044" y="668925"/>
                  </a:lnTo>
                  <a:lnTo>
                    <a:pt x="1938855" y="668925"/>
                  </a:lnTo>
                  <a:lnTo>
                    <a:pt x="1936681" y="669891"/>
                  </a:lnTo>
                  <a:lnTo>
                    <a:pt x="1934507" y="670761"/>
                  </a:lnTo>
                  <a:lnTo>
                    <a:pt x="1930915" y="672018"/>
                  </a:lnTo>
                  <a:lnTo>
                    <a:pt x="1929592" y="672308"/>
                  </a:lnTo>
                  <a:lnTo>
                    <a:pt x="1927985" y="672791"/>
                  </a:lnTo>
                  <a:lnTo>
                    <a:pt x="1926473" y="673081"/>
                  </a:lnTo>
                  <a:lnTo>
                    <a:pt x="1924109" y="673661"/>
                  </a:lnTo>
                  <a:lnTo>
                    <a:pt x="1922692" y="673854"/>
                  </a:lnTo>
                  <a:lnTo>
                    <a:pt x="1921463" y="674241"/>
                  </a:lnTo>
                  <a:lnTo>
                    <a:pt x="1919950" y="674144"/>
                  </a:lnTo>
                  <a:lnTo>
                    <a:pt x="1918627" y="673757"/>
                  </a:lnTo>
                  <a:lnTo>
                    <a:pt x="1915602" y="674434"/>
                  </a:lnTo>
                  <a:lnTo>
                    <a:pt x="1913334" y="675207"/>
                  </a:lnTo>
                  <a:lnTo>
                    <a:pt x="1910687" y="675787"/>
                  </a:lnTo>
                  <a:lnTo>
                    <a:pt x="1907757" y="676174"/>
                  </a:lnTo>
                  <a:lnTo>
                    <a:pt x="1905488" y="677044"/>
                  </a:lnTo>
                  <a:lnTo>
                    <a:pt x="1903314" y="678010"/>
                  </a:lnTo>
                  <a:lnTo>
                    <a:pt x="1900857" y="679267"/>
                  </a:lnTo>
                  <a:lnTo>
                    <a:pt x="1899344" y="680137"/>
                  </a:lnTo>
                  <a:lnTo>
                    <a:pt x="1897359" y="681393"/>
                  </a:lnTo>
                  <a:lnTo>
                    <a:pt x="1895280" y="683036"/>
                  </a:lnTo>
                  <a:lnTo>
                    <a:pt x="1893579" y="684486"/>
                  </a:lnTo>
                  <a:lnTo>
                    <a:pt x="1892161" y="686033"/>
                  </a:lnTo>
                  <a:lnTo>
                    <a:pt x="1890837" y="687192"/>
                  </a:lnTo>
                  <a:lnTo>
                    <a:pt x="1889892" y="687676"/>
                  </a:lnTo>
                  <a:lnTo>
                    <a:pt x="1888380" y="688256"/>
                  </a:lnTo>
                  <a:lnTo>
                    <a:pt x="1886773" y="688449"/>
                  </a:lnTo>
                  <a:lnTo>
                    <a:pt x="1884977" y="688642"/>
                  </a:lnTo>
                  <a:lnTo>
                    <a:pt x="1883181" y="688932"/>
                  </a:lnTo>
                  <a:lnTo>
                    <a:pt x="1881480" y="689319"/>
                  </a:lnTo>
                  <a:lnTo>
                    <a:pt x="1879495" y="689899"/>
                  </a:lnTo>
                  <a:lnTo>
                    <a:pt x="1878077" y="690285"/>
                  </a:lnTo>
                  <a:lnTo>
                    <a:pt x="1876659" y="690285"/>
                  </a:lnTo>
                  <a:lnTo>
                    <a:pt x="1875052" y="690285"/>
                  </a:lnTo>
                  <a:lnTo>
                    <a:pt x="1873540" y="690285"/>
                  </a:lnTo>
                  <a:lnTo>
                    <a:pt x="1872027" y="690285"/>
                  </a:lnTo>
                  <a:lnTo>
                    <a:pt x="1870704" y="690189"/>
                  </a:lnTo>
                  <a:lnTo>
                    <a:pt x="1868908" y="689995"/>
                  </a:lnTo>
                  <a:lnTo>
                    <a:pt x="1867396" y="689899"/>
                  </a:lnTo>
                  <a:lnTo>
                    <a:pt x="1866072" y="689609"/>
                  </a:lnTo>
                  <a:lnTo>
                    <a:pt x="1864371" y="689319"/>
                  </a:lnTo>
                  <a:lnTo>
                    <a:pt x="1861630" y="688739"/>
                  </a:lnTo>
                  <a:lnTo>
                    <a:pt x="1859928" y="688836"/>
                  </a:lnTo>
                  <a:lnTo>
                    <a:pt x="1858983" y="688836"/>
                  </a:lnTo>
                  <a:lnTo>
                    <a:pt x="1857187" y="688449"/>
                  </a:lnTo>
                  <a:lnTo>
                    <a:pt x="1855486" y="688546"/>
                  </a:lnTo>
                  <a:lnTo>
                    <a:pt x="1855013" y="688546"/>
                  </a:lnTo>
                  <a:lnTo>
                    <a:pt x="1853595" y="688836"/>
                  </a:lnTo>
                  <a:lnTo>
                    <a:pt x="1853217" y="688739"/>
                  </a:lnTo>
                  <a:lnTo>
                    <a:pt x="1851988" y="688932"/>
                  </a:lnTo>
                  <a:lnTo>
                    <a:pt x="1851138" y="689029"/>
                  </a:lnTo>
                  <a:lnTo>
                    <a:pt x="1849625" y="689609"/>
                  </a:lnTo>
                  <a:lnTo>
                    <a:pt x="1848113" y="690189"/>
                  </a:lnTo>
                  <a:lnTo>
                    <a:pt x="1846884" y="690769"/>
                  </a:lnTo>
                  <a:lnTo>
                    <a:pt x="1845750" y="691155"/>
                  </a:lnTo>
                  <a:lnTo>
                    <a:pt x="1845561" y="691155"/>
                  </a:lnTo>
                  <a:lnTo>
                    <a:pt x="1844332" y="691639"/>
                  </a:lnTo>
                  <a:lnTo>
                    <a:pt x="1843292" y="692219"/>
                  </a:lnTo>
                  <a:lnTo>
                    <a:pt x="1842064" y="693088"/>
                  </a:lnTo>
                  <a:lnTo>
                    <a:pt x="1840929" y="694055"/>
                  </a:lnTo>
                  <a:lnTo>
                    <a:pt x="1840079" y="694538"/>
                  </a:lnTo>
                  <a:lnTo>
                    <a:pt x="1839039" y="695311"/>
                  </a:lnTo>
                  <a:lnTo>
                    <a:pt x="1837905" y="695988"/>
                  </a:lnTo>
                  <a:lnTo>
                    <a:pt x="1837054" y="696761"/>
                  </a:lnTo>
                  <a:lnTo>
                    <a:pt x="1835920" y="697535"/>
                  </a:lnTo>
                  <a:lnTo>
                    <a:pt x="1832233" y="698501"/>
                  </a:lnTo>
                  <a:lnTo>
                    <a:pt x="1828263" y="698501"/>
                  </a:lnTo>
                  <a:lnTo>
                    <a:pt x="1821079" y="698501"/>
                  </a:lnTo>
                  <a:lnTo>
                    <a:pt x="1817488" y="698501"/>
                  </a:lnTo>
                  <a:lnTo>
                    <a:pt x="1814463" y="699854"/>
                  </a:lnTo>
                  <a:lnTo>
                    <a:pt x="1810776" y="700628"/>
                  </a:lnTo>
                  <a:lnTo>
                    <a:pt x="1806995" y="698598"/>
                  </a:lnTo>
                  <a:lnTo>
                    <a:pt x="1804632" y="698501"/>
                  </a:lnTo>
                  <a:lnTo>
                    <a:pt x="1801702" y="700628"/>
                  </a:lnTo>
                  <a:lnTo>
                    <a:pt x="1799812" y="703141"/>
                  </a:lnTo>
                  <a:lnTo>
                    <a:pt x="1797165" y="703817"/>
                  </a:lnTo>
                  <a:lnTo>
                    <a:pt x="1794235" y="705170"/>
                  </a:lnTo>
                  <a:lnTo>
                    <a:pt x="1791683" y="706040"/>
                  </a:lnTo>
                  <a:lnTo>
                    <a:pt x="1788658" y="705750"/>
                  </a:lnTo>
                  <a:lnTo>
                    <a:pt x="1785822" y="704880"/>
                  </a:lnTo>
                  <a:lnTo>
                    <a:pt x="1782703" y="705170"/>
                  </a:lnTo>
                  <a:lnTo>
                    <a:pt x="1778828" y="707297"/>
                  </a:lnTo>
                  <a:lnTo>
                    <a:pt x="1776465" y="709037"/>
                  </a:lnTo>
                  <a:lnTo>
                    <a:pt x="1771927" y="708843"/>
                  </a:lnTo>
                  <a:lnTo>
                    <a:pt x="1767201" y="709713"/>
                  </a:lnTo>
                  <a:lnTo>
                    <a:pt x="1764082" y="711840"/>
                  </a:lnTo>
                  <a:lnTo>
                    <a:pt x="1762381" y="715222"/>
                  </a:lnTo>
                  <a:lnTo>
                    <a:pt x="1759734" y="717252"/>
                  </a:lnTo>
                  <a:lnTo>
                    <a:pt x="1756520" y="718315"/>
                  </a:lnTo>
                  <a:lnTo>
                    <a:pt x="1753306" y="718895"/>
                  </a:lnTo>
                  <a:lnTo>
                    <a:pt x="1750187" y="720345"/>
                  </a:lnTo>
                  <a:lnTo>
                    <a:pt x="1745839" y="720635"/>
                  </a:lnTo>
                  <a:lnTo>
                    <a:pt x="1742342" y="720635"/>
                  </a:lnTo>
                  <a:lnTo>
                    <a:pt x="1738372" y="720635"/>
                  </a:lnTo>
                  <a:lnTo>
                    <a:pt x="1734685" y="720538"/>
                  </a:lnTo>
                  <a:lnTo>
                    <a:pt x="1730337" y="720055"/>
                  </a:lnTo>
                  <a:lnTo>
                    <a:pt x="1727974" y="720248"/>
                  </a:lnTo>
                  <a:lnTo>
                    <a:pt x="1725422" y="720828"/>
                  </a:lnTo>
                  <a:lnTo>
                    <a:pt x="1722870" y="720828"/>
                  </a:lnTo>
                  <a:lnTo>
                    <a:pt x="1720318" y="720635"/>
                  </a:lnTo>
                  <a:lnTo>
                    <a:pt x="1717104" y="721118"/>
                  </a:lnTo>
                  <a:lnTo>
                    <a:pt x="1713040" y="720635"/>
                  </a:lnTo>
                  <a:lnTo>
                    <a:pt x="1710677" y="721408"/>
                  </a:lnTo>
                  <a:lnTo>
                    <a:pt x="1708219" y="721698"/>
                  </a:lnTo>
                  <a:lnTo>
                    <a:pt x="1706234" y="721795"/>
                  </a:lnTo>
                  <a:lnTo>
                    <a:pt x="1702642" y="720828"/>
                  </a:lnTo>
                  <a:lnTo>
                    <a:pt x="1699239" y="720828"/>
                  </a:lnTo>
                  <a:lnTo>
                    <a:pt x="1696687" y="721698"/>
                  </a:lnTo>
                  <a:lnTo>
                    <a:pt x="1693757" y="724018"/>
                  </a:lnTo>
                  <a:lnTo>
                    <a:pt x="1690732" y="726724"/>
                  </a:lnTo>
                  <a:lnTo>
                    <a:pt x="1687235" y="727208"/>
                  </a:lnTo>
                  <a:lnTo>
                    <a:pt x="1682414" y="727594"/>
                  </a:lnTo>
                  <a:lnTo>
                    <a:pt x="1677310" y="729237"/>
                  </a:lnTo>
                  <a:lnTo>
                    <a:pt x="1673907" y="730881"/>
                  </a:lnTo>
                  <a:lnTo>
                    <a:pt x="1671828" y="732040"/>
                  </a:lnTo>
                  <a:lnTo>
                    <a:pt x="1668708" y="733297"/>
                  </a:lnTo>
                  <a:lnTo>
                    <a:pt x="1664927" y="732910"/>
                  </a:lnTo>
                  <a:lnTo>
                    <a:pt x="1661052" y="732330"/>
                  </a:lnTo>
                  <a:lnTo>
                    <a:pt x="1656988" y="732330"/>
                  </a:lnTo>
                  <a:lnTo>
                    <a:pt x="1652828" y="733684"/>
                  </a:lnTo>
                  <a:lnTo>
                    <a:pt x="1650371" y="735907"/>
                  </a:lnTo>
                  <a:lnTo>
                    <a:pt x="1648197" y="737743"/>
                  </a:lnTo>
                  <a:lnTo>
                    <a:pt x="1647346" y="738516"/>
                  </a:lnTo>
                  <a:lnTo>
                    <a:pt x="1643943" y="741029"/>
                  </a:lnTo>
                  <a:lnTo>
                    <a:pt x="1640730" y="743252"/>
                  </a:lnTo>
                  <a:lnTo>
                    <a:pt x="1636854" y="744316"/>
                  </a:lnTo>
                  <a:lnTo>
                    <a:pt x="1633546" y="744509"/>
                  </a:lnTo>
                  <a:lnTo>
                    <a:pt x="1630616" y="745186"/>
                  </a:lnTo>
                  <a:lnTo>
                    <a:pt x="1626646" y="748182"/>
                  </a:lnTo>
                  <a:lnTo>
                    <a:pt x="1622959" y="751371"/>
                  </a:lnTo>
                  <a:lnTo>
                    <a:pt x="1619273" y="751758"/>
                  </a:lnTo>
                  <a:lnTo>
                    <a:pt x="1615492" y="753401"/>
                  </a:lnTo>
                  <a:lnTo>
                    <a:pt x="1610955" y="754948"/>
                  </a:lnTo>
                  <a:lnTo>
                    <a:pt x="1607930" y="756011"/>
                  </a:lnTo>
                  <a:lnTo>
                    <a:pt x="1604527" y="757654"/>
                  </a:lnTo>
                  <a:lnTo>
                    <a:pt x="1600652" y="759684"/>
                  </a:lnTo>
                  <a:lnTo>
                    <a:pt x="1595548" y="761520"/>
                  </a:lnTo>
                  <a:lnTo>
                    <a:pt x="1591956" y="762487"/>
                  </a:lnTo>
                  <a:lnTo>
                    <a:pt x="1586946" y="762970"/>
                  </a:lnTo>
                  <a:lnTo>
                    <a:pt x="1583449" y="764323"/>
                  </a:lnTo>
                  <a:lnTo>
                    <a:pt x="1578439" y="767513"/>
                  </a:lnTo>
                  <a:lnTo>
                    <a:pt x="1574469" y="768189"/>
                  </a:lnTo>
                  <a:lnTo>
                    <a:pt x="1569459" y="769446"/>
                  </a:lnTo>
                  <a:lnTo>
                    <a:pt x="1565111" y="770799"/>
                  </a:lnTo>
                  <a:lnTo>
                    <a:pt x="1560007" y="772346"/>
                  </a:lnTo>
                  <a:lnTo>
                    <a:pt x="1555942" y="773989"/>
                  </a:lnTo>
                  <a:lnTo>
                    <a:pt x="1552729" y="775535"/>
                  </a:lnTo>
                  <a:lnTo>
                    <a:pt x="1548759" y="775922"/>
                  </a:lnTo>
                  <a:lnTo>
                    <a:pt x="1543182" y="776405"/>
                  </a:lnTo>
                  <a:lnTo>
                    <a:pt x="1537038" y="777178"/>
                  </a:lnTo>
                  <a:lnTo>
                    <a:pt x="1533446" y="778725"/>
                  </a:lnTo>
                  <a:lnTo>
                    <a:pt x="1528531" y="779788"/>
                  </a:lnTo>
                  <a:lnTo>
                    <a:pt x="1523710" y="780175"/>
                  </a:lnTo>
                  <a:lnTo>
                    <a:pt x="1521536" y="779305"/>
                  </a:lnTo>
                  <a:lnTo>
                    <a:pt x="1517755" y="779208"/>
                  </a:lnTo>
                  <a:lnTo>
                    <a:pt x="1513974" y="779208"/>
                  </a:lnTo>
                  <a:lnTo>
                    <a:pt x="1508303" y="777468"/>
                  </a:lnTo>
                  <a:lnTo>
                    <a:pt x="1503199" y="777178"/>
                  </a:lnTo>
                  <a:lnTo>
                    <a:pt x="1498094" y="777275"/>
                  </a:lnTo>
                  <a:lnTo>
                    <a:pt x="1492896" y="779015"/>
                  </a:lnTo>
                  <a:lnTo>
                    <a:pt x="1487791" y="779208"/>
                  </a:lnTo>
                  <a:lnTo>
                    <a:pt x="1483538" y="777468"/>
                  </a:lnTo>
                  <a:lnTo>
                    <a:pt x="1477961" y="778048"/>
                  </a:lnTo>
                  <a:lnTo>
                    <a:pt x="1471533" y="778048"/>
                  </a:lnTo>
                  <a:lnTo>
                    <a:pt x="1465106" y="780078"/>
                  </a:lnTo>
                  <a:lnTo>
                    <a:pt x="1459813" y="781818"/>
                  </a:lnTo>
                  <a:lnTo>
                    <a:pt x="1455843" y="783364"/>
                  </a:lnTo>
                  <a:lnTo>
                    <a:pt x="1450833" y="785877"/>
                  </a:lnTo>
                  <a:lnTo>
                    <a:pt x="1445540" y="788100"/>
                  </a:lnTo>
                  <a:lnTo>
                    <a:pt x="1440341" y="790227"/>
                  </a:lnTo>
                  <a:lnTo>
                    <a:pt x="1434480" y="792836"/>
                  </a:lnTo>
                  <a:lnTo>
                    <a:pt x="1428620" y="794770"/>
                  </a:lnTo>
                  <a:lnTo>
                    <a:pt x="1424366" y="795253"/>
                  </a:lnTo>
                  <a:lnTo>
                    <a:pt x="1419924" y="795639"/>
                  </a:lnTo>
                  <a:lnTo>
                    <a:pt x="1415954" y="796993"/>
                  </a:lnTo>
                  <a:lnTo>
                    <a:pt x="1413780" y="798539"/>
                  </a:lnTo>
                  <a:lnTo>
                    <a:pt x="1410850" y="801342"/>
                  </a:lnTo>
                  <a:lnTo>
                    <a:pt x="1408298" y="804628"/>
                  </a:lnTo>
                  <a:lnTo>
                    <a:pt x="1404989" y="807141"/>
                  </a:lnTo>
                  <a:lnTo>
                    <a:pt x="1404233" y="807238"/>
                  </a:lnTo>
                  <a:lnTo>
                    <a:pt x="1400263" y="808591"/>
                  </a:lnTo>
                  <a:lnTo>
                    <a:pt x="1395820" y="809558"/>
                  </a:lnTo>
                  <a:lnTo>
                    <a:pt x="1391756" y="810718"/>
                  </a:lnTo>
                  <a:lnTo>
                    <a:pt x="1388353" y="811008"/>
                  </a:lnTo>
                  <a:lnTo>
                    <a:pt x="1383249" y="811104"/>
                  </a:lnTo>
                  <a:lnTo>
                    <a:pt x="1378901" y="813521"/>
                  </a:lnTo>
                  <a:lnTo>
                    <a:pt x="1373608" y="816517"/>
                  </a:lnTo>
                  <a:lnTo>
                    <a:pt x="1369543" y="817484"/>
                  </a:lnTo>
                  <a:lnTo>
                    <a:pt x="1366802" y="816904"/>
                  </a:lnTo>
                  <a:lnTo>
                    <a:pt x="1361792" y="816517"/>
                  </a:lnTo>
                  <a:lnTo>
                    <a:pt x="1359146" y="817290"/>
                  </a:lnTo>
                  <a:lnTo>
                    <a:pt x="1355648" y="820383"/>
                  </a:lnTo>
                  <a:lnTo>
                    <a:pt x="1353096" y="822026"/>
                  </a:lnTo>
                  <a:lnTo>
                    <a:pt x="1348748" y="821156"/>
                  </a:lnTo>
                  <a:lnTo>
                    <a:pt x="1345534" y="821350"/>
                  </a:lnTo>
                  <a:lnTo>
                    <a:pt x="1342320" y="824733"/>
                  </a:lnTo>
                  <a:lnTo>
                    <a:pt x="1340430" y="828019"/>
                  </a:lnTo>
                  <a:lnTo>
                    <a:pt x="1338634" y="830629"/>
                  </a:lnTo>
                  <a:lnTo>
                    <a:pt x="1330316" y="836041"/>
                  </a:lnTo>
                  <a:lnTo>
                    <a:pt x="1319919" y="840681"/>
                  </a:lnTo>
                  <a:lnTo>
                    <a:pt x="1314909" y="842034"/>
                  </a:lnTo>
                  <a:lnTo>
                    <a:pt x="1309994" y="843290"/>
                  </a:lnTo>
                  <a:lnTo>
                    <a:pt x="1298273" y="845997"/>
                  </a:lnTo>
                  <a:lnTo>
                    <a:pt x="1290616" y="849283"/>
                  </a:lnTo>
                  <a:lnTo>
                    <a:pt x="1280597" y="855662"/>
                  </a:lnTo>
                  <a:lnTo>
                    <a:pt x="1271617" y="857209"/>
                  </a:lnTo>
                  <a:lnTo>
                    <a:pt x="1270956" y="857305"/>
                  </a:lnTo>
                  <a:lnTo>
                    <a:pt x="1258951" y="859915"/>
                  </a:lnTo>
                  <a:lnTo>
                    <a:pt x="1256399" y="861172"/>
                  </a:lnTo>
                  <a:lnTo>
                    <a:pt x="1251578" y="863588"/>
                  </a:lnTo>
                  <a:lnTo>
                    <a:pt x="1249688" y="865521"/>
                  </a:lnTo>
                  <a:lnTo>
                    <a:pt x="1248270" y="867068"/>
                  </a:lnTo>
                  <a:lnTo>
                    <a:pt x="1246096" y="869194"/>
                  </a:lnTo>
                  <a:lnTo>
                    <a:pt x="1244206" y="871224"/>
                  </a:lnTo>
                  <a:lnTo>
                    <a:pt x="1240992" y="874510"/>
                  </a:lnTo>
                  <a:lnTo>
                    <a:pt x="1233903" y="881856"/>
                  </a:lnTo>
                  <a:lnTo>
                    <a:pt x="1233619" y="882436"/>
                  </a:lnTo>
                  <a:lnTo>
                    <a:pt x="1229649" y="889878"/>
                  </a:lnTo>
                  <a:lnTo>
                    <a:pt x="1226908" y="899544"/>
                  </a:lnTo>
                  <a:lnTo>
                    <a:pt x="1225774" y="901863"/>
                  </a:lnTo>
                  <a:lnTo>
                    <a:pt x="1225679" y="902153"/>
                  </a:lnTo>
                  <a:lnTo>
                    <a:pt x="1223222" y="906889"/>
                  </a:lnTo>
                  <a:lnTo>
                    <a:pt x="1221237" y="915202"/>
                  </a:lnTo>
                  <a:lnTo>
                    <a:pt x="1220953" y="925544"/>
                  </a:lnTo>
                  <a:lnTo>
                    <a:pt x="1214620" y="933470"/>
                  </a:lnTo>
                  <a:lnTo>
                    <a:pt x="1206964" y="942845"/>
                  </a:lnTo>
                  <a:lnTo>
                    <a:pt x="1202237" y="953187"/>
                  </a:lnTo>
                  <a:lnTo>
                    <a:pt x="1192502" y="960823"/>
                  </a:lnTo>
                  <a:lnTo>
                    <a:pt x="1188248" y="964109"/>
                  </a:lnTo>
                  <a:lnTo>
                    <a:pt x="1185507" y="965559"/>
                  </a:lnTo>
                  <a:lnTo>
                    <a:pt x="1169911" y="973485"/>
                  </a:lnTo>
                  <a:lnTo>
                    <a:pt x="1153936" y="979091"/>
                  </a:lnTo>
                  <a:lnTo>
                    <a:pt x="1153180" y="979477"/>
                  </a:lnTo>
                  <a:lnTo>
                    <a:pt x="1147225" y="982184"/>
                  </a:lnTo>
                  <a:lnTo>
                    <a:pt x="1135977" y="987403"/>
                  </a:lnTo>
                  <a:lnTo>
                    <a:pt x="1127092" y="988950"/>
                  </a:lnTo>
                  <a:lnTo>
                    <a:pt x="1116316" y="990689"/>
                  </a:lnTo>
                  <a:lnTo>
                    <a:pt x="1093630" y="991076"/>
                  </a:lnTo>
                  <a:lnTo>
                    <a:pt x="1087203" y="992139"/>
                  </a:lnTo>
                  <a:lnTo>
                    <a:pt x="1081153" y="993202"/>
                  </a:lnTo>
                  <a:lnTo>
                    <a:pt x="1072930" y="994652"/>
                  </a:lnTo>
                  <a:lnTo>
                    <a:pt x="1065841" y="995909"/>
                  </a:lnTo>
                  <a:lnTo>
                    <a:pt x="1053364" y="998035"/>
                  </a:lnTo>
                  <a:lnTo>
                    <a:pt x="1037295" y="999775"/>
                  </a:lnTo>
                  <a:lnTo>
                    <a:pt x="1033419" y="1000258"/>
                  </a:lnTo>
                  <a:lnTo>
                    <a:pt x="1032663" y="1000355"/>
                  </a:lnTo>
                  <a:lnTo>
                    <a:pt x="1027653" y="1000838"/>
                  </a:lnTo>
                  <a:lnTo>
                    <a:pt x="1021698" y="1001418"/>
                  </a:lnTo>
                  <a:lnTo>
                    <a:pt x="1005251" y="1002095"/>
                  </a:lnTo>
                  <a:lnTo>
                    <a:pt x="1000336" y="1002288"/>
                  </a:lnTo>
                  <a:lnTo>
                    <a:pt x="971507" y="1007217"/>
                  </a:lnTo>
                  <a:lnTo>
                    <a:pt x="943433" y="1015916"/>
                  </a:lnTo>
                  <a:lnTo>
                    <a:pt x="901560" y="1022682"/>
                  </a:lnTo>
                  <a:lnTo>
                    <a:pt x="893147" y="1023456"/>
                  </a:lnTo>
                  <a:lnTo>
                    <a:pt x="879914" y="1025872"/>
                  </a:lnTo>
                  <a:lnTo>
                    <a:pt x="871880" y="1027418"/>
                  </a:lnTo>
                  <a:lnTo>
                    <a:pt x="858646" y="1030705"/>
                  </a:lnTo>
                  <a:lnTo>
                    <a:pt x="817151" y="1041047"/>
                  </a:lnTo>
                  <a:lnTo>
                    <a:pt x="792008" y="1047233"/>
                  </a:lnTo>
                  <a:lnTo>
                    <a:pt x="759397" y="1058348"/>
                  </a:lnTo>
                  <a:lnTo>
                    <a:pt x="741060" y="1062698"/>
                  </a:lnTo>
                  <a:lnTo>
                    <a:pt x="738602" y="1062698"/>
                  </a:lnTo>
                  <a:lnTo>
                    <a:pt x="734443" y="1063084"/>
                  </a:lnTo>
                  <a:lnTo>
                    <a:pt x="730946" y="1063374"/>
                  </a:lnTo>
                  <a:lnTo>
                    <a:pt x="726220" y="1062891"/>
                  </a:lnTo>
                  <a:lnTo>
                    <a:pt x="721399" y="1063954"/>
                  </a:lnTo>
                  <a:lnTo>
                    <a:pt x="711663" y="1063954"/>
                  </a:lnTo>
                  <a:lnTo>
                    <a:pt x="707599" y="1063374"/>
                  </a:lnTo>
                  <a:lnTo>
                    <a:pt x="704101" y="1063277"/>
                  </a:lnTo>
                  <a:lnTo>
                    <a:pt x="700415" y="1063664"/>
                  </a:lnTo>
                  <a:lnTo>
                    <a:pt x="694554" y="1064244"/>
                  </a:lnTo>
                  <a:lnTo>
                    <a:pt x="688978" y="1065114"/>
                  </a:lnTo>
                  <a:lnTo>
                    <a:pt x="686236" y="1064727"/>
                  </a:lnTo>
                  <a:lnTo>
                    <a:pt x="685197" y="1064824"/>
                  </a:lnTo>
                  <a:lnTo>
                    <a:pt x="684346" y="1064921"/>
                  </a:lnTo>
                  <a:lnTo>
                    <a:pt x="677351" y="1068110"/>
                  </a:lnTo>
                  <a:lnTo>
                    <a:pt x="676501" y="1068400"/>
                  </a:lnTo>
                  <a:lnTo>
                    <a:pt x="673948" y="1069560"/>
                  </a:lnTo>
                  <a:lnTo>
                    <a:pt x="672625" y="1070527"/>
                  </a:lnTo>
                  <a:lnTo>
                    <a:pt x="669978" y="1071010"/>
                  </a:lnTo>
                  <a:lnTo>
                    <a:pt x="665536" y="1073330"/>
                  </a:lnTo>
                  <a:lnTo>
                    <a:pt x="661566" y="1074006"/>
                  </a:lnTo>
                  <a:lnTo>
                    <a:pt x="651925" y="1079322"/>
                  </a:lnTo>
                  <a:lnTo>
                    <a:pt x="639258" y="1086185"/>
                  </a:lnTo>
                  <a:lnTo>
                    <a:pt x="633398" y="1089664"/>
                  </a:lnTo>
                  <a:lnTo>
                    <a:pt x="620448" y="1099426"/>
                  </a:lnTo>
                  <a:lnTo>
                    <a:pt x="607593" y="1107835"/>
                  </a:lnTo>
                  <a:lnTo>
                    <a:pt x="584057" y="1116534"/>
                  </a:lnTo>
                  <a:lnTo>
                    <a:pt x="578102" y="1118274"/>
                  </a:lnTo>
                  <a:lnTo>
                    <a:pt x="567326" y="1120207"/>
                  </a:lnTo>
                  <a:lnTo>
                    <a:pt x="561561" y="1122044"/>
                  </a:lnTo>
                  <a:lnTo>
                    <a:pt x="556456" y="1124267"/>
                  </a:lnTo>
                  <a:lnTo>
                    <a:pt x="550029" y="1128906"/>
                  </a:lnTo>
                  <a:lnTo>
                    <a:pt x="547760" y="1132096"/>
                  </a:lnTo>
                  <a:lnTo>
                    <a:pt x="547477" y="1132289"/>
                  </a:lnTo>
                  <a:lnTo>
                    <a:pt x="546437" y="1132966"/>
                  </a:lnTo>
                  <a:lnTo>
                    <a:pt x="540387" y="1134802"/>
                  </a:lnTo>
                  <a:lnTo>
                    <a:pt x="535567" y="1137122"/>
                  </a:lnTo>
                  <a:lnTo>
                    <a:pt x="532448" y="1137509"/>
                  </a:lnTo>
                  <a:lnTo>
                    <a:pt x="523279" y="1138862"/>
                  </a:lnTo>
                  <a:lnTo>
                    <a:pt x="514394" y="1142148"/>
                  </a:lnTo>
                  <a:lnTo>
                    <a:pt x="505225" y="1144951"/>
                  </a:lnTo>
                  <a:lnTo>
                    <a:pt x="492653" y="1147174"/>
                  </a:lnTo>
                  <a:lnTo>
                    <a:pt x="487927" y="1147271"/>
                  </a:lnTo>
                  <a:lnTo>
                    <a:pt x="482067" y="1148237"/>
                  </a:lnTo>
                  <a:lnTo>
                    <a:pt x="470629" y="1152780"/>
                  </a:lnTo>
                  <a:lnTo>
                    <a:pt x="467227" y="1154037"/>
                  </a:lnTo>
                  <a:lnTo>
                    <a:pt x="459476" y="1155873"/>
                  </a:lnTo>
                  <a:lnTo>
                    <a:pt x="453521" y="1156066"/>
                  </a:lnTo>
                  <a:lnTo>
                    <a:pt x="447188" y="1155776"/>
                  </a:lnTo>
                  <a:lnTo>
                    <a:pt x="441422" y="1155390"/>
                  </a:lnTo>
                  <a:lnTo>
                    <a:pt x="440855" y="1155293"/>
                  </a:lnTo>
                  <a:lnTo>
                    <a:pt x="429039" y="1156453"/>
                  </a:lnTo>
                  <a:lnTo>
                    <a:pt x="424880" y="1156743"/>
                  </a:lnTo>
                  <a:lnTo>
                    <a:pt x="414672" y="1160126"/>
                  </a:lnTo>
                  <a:lnTo>
                    <a:pt x="402195" y="1160609"/>
                  </a:lnTo>
                  <a:lnTo>
                    <a:pt x="387449" y="1155776"/>
                  </a:lnTo>
                  <a:lnTo>
                    <a:pt x="380738" y="1155873"/>
                  </a:lnTo>
                  <a:lnTo>
                    <a:pt x="372609" y="1155776"/>
                  </a:lnTo>
                  <a:lnTo>
                    <a:pt x="359565" y="1155873"/>
                  </a:lnTo>
                  <a:lnTo>
                    <a:pt x="345765" y="1156646"/>
                  </a:lnTo>
                  <a:lnTo>
                    <a:pt x="330924" y="1154133"/>
                  </a:lnTo>
                  <a:lnTo>
                    <a:pt x="329129" y="1154037"/>
                  </a:lnTo>
                  <a:lnTo>
                    <a:pt x="328940" y="1153940"/>
                  </a:lnTo>
                  <a:lnTo>
                    <a:pt x="325442" y="1153360"/>
                  </a:lnTo>
                  <a:lnTo>
                    <a:pt x="311264" y="1150944"/>
                  </a:lnTo>
                  <a:lnTo>
                    <a:pt x="309940" y="1150944"/>
                  </a:lnTo>
                  <a:lnTo>
                    <a:pt x="306538" y="1150364"/>
                  </a:lnTo>
                  <a:lnTo>
                    <a:pt x="304647" y="1150074"/>
                  </a:lnTo>
                  <a:lnTo>
                    <a:pt x="297936" y="1148237"/>
                  </a:lnTo>
                  <a:lnTo>
                    <a:pt x="290469" y="1145918"/>
                  </a:lnTo>
                  <a:lnTo>
                    <a:pt x="285742" y="1145918"/>
                  </a:lnTo>
                  <a:lnTo>
                    <a:pt x="285553" y="1145918"/>
                  </a:lnTo>
                  <a:lnTo>
                    <a:pt x="283947" y="1145531"/>
                  </a:lnTo>
                  <a:lnTo>
                    <a:pt x="283285" y="1145531"/>
                  </a:lnTo>
                  <a:lnTo>
                    <a:pt x="278370" y="1145241"/>
                  </a:lnTo>
                  <a:lnTo>
                    <a:pt x="275439" y="1145434"/>
                  </a:lnTo>
                  <a:lnTo>
                    <a:pt x="271280" y="1145531"/>
                  </a:lnTo>
                  <a:lnTo>
                    <a:pt x="268728" y="1146014"/>
                  </a:lnTo>
                  <a:lnTo>
                    <a:pt x="268256" y="1146014"/>
                  </a:lnTo>
                  <a:lnTo>
                    <a:pt x="260127" y="1146304"/>
                  </a:lnTo>
                  <a:lnTo>
                    <a:pt x="255590" y="1146014"/>
                  </a:lnTo>
                  <a:lnTo>
                    <a:pt x="251525" y="1145434"/>
                  </a:lnTo>
                  <a:lnTo>
                    <a:pt x="245287" y="1143984"/>
                  </a:lnTo>
                  <a:lnTo>
                    <a:pt x="239993" y="1143598"/>
                  </a:lnTo>
                  <a:lnTo>
                    <a:pt x="229974" y="1143115"/>
                  </a:lnTo>
                  <a:lnTo>
                    <a:pt x="220994" y="1142535"/>
                  </a:lnTo>
                  <a:lnTo>
                    <a:pt x="212298" y="1142051"/>
                  </a:lnTo>
                  <a:lnTo>
                    <a:pt x="206438" y="1142051"/>
                  </a:lnTo>
                  <a:lnTo>
                    <a:pt x="203129" y="1144371"/>
                  </a:lnTo>
                  <a:lnTo>
                    <a:pt x="164091" y="1145048"/>
                  </a:lnTo>
                  <a:lnTo>
                    <a:pt x="162012" y="1139248"/>
                  </a:lnTo>
                  <a:lnTo>
                    <a:pt x="164942" y="1132096"/>
                  </a:lnTo>
                  <a:lnTo>
                    <a:pt x="167116" y="1122720"/>
                  </a:lnTo>
                  <a:lnTo>
                    <a:pt x="167400" y="1118371"/>
                  </a:lnTo>
                  <a:lnTo>
                    <a:pt x="166644" y="1117694"/>
                  </a:lnTo>
                  <a:lnTo>
                    <a:pt x="166076" y="1114505"/>
                  </a:lnTo>
                  <a:lnTo>
                    <a:pt x="165509" y="1111412"/>
                  </a:lnTo>
                  <a:lnTo>
                    <a:pt x="165604" y="1109479"/>
                  </a:lnTo>
                  <a:lnTo>
                    <a:pt x="165982" y="1104549"/>
                  </a:lnTo>
                  <a:lnTo>
                    <a:pt x="163241" y="1104742"/>
                  </a:lnTo>
                  <a:lnTo>
                    <a:pt x="160500" y="1103969"/>
                  </a:lnTo>
                  <a:lnTo>
                    <a:pt x="160310" y="1103873"/>
                  </a:lnTo>
                  <a:lnTo>
                    <a:pt x="159743" y="1102423"/>
                  </a:lnTo>
                  <a:lnTo>
                    <a:pt x="159082" y="1100586"/>
                  </a:lnTo>
                  <a:lnTo>
                    <a:pt x="154639" y="1089568"/>
                  </a:lnTo>
                  <a:lnTo>
                    <a:pt x="152938" y="1089181"/>
                  </a:lnTo>
                  <a:lnTo>
                    <a:pt x="150386" y="1088988"/>
                  </a:lnTo>
                  <a:lnTo>
                    <a:pt x="147644" y="1087441"/>
                  </a:lnTo>
                  <a:lnTo>
                    <a:pt x="145659" y="1085895"/>
                  </a:lnTo>
                  <a:lnTo>
                    <a:pt x="144242" y="1082415"/>
                  </a:lnTo>
                  <a:lnTo>
                    <a:pt x="144809" y="1079322"/>
                  </a:lnTo>
                  <a:lnTo>
                    <a:pt x="146038" y="1076616"/>
                  </a:lnTo>
                  <a:lnTo>
                    <a:pt x="145943" y="1074393"/>
                  </a:lnTo>
                  <a:lnTo>
                    <a:pt x="147644" y="1073426"/>
                  </a:lnTo>
                  <a:lnTo>
                    <a:pt x="150764" y="1068497"/>
                  </a:lnTo>
                  <a:lnTo>
                    <a:pt x="148779" y="1061634"/>
                  </a:lnTo>
                  <a:lnTo>
                    <a:pt x="143769" y="1055738"/>
                  </a:lnTo>
                  <a:lnTo>
                    <a:pt x="138381" y="1052452"/>
                  </a:lnTo>
                  <a:lnTo>
                    <a:pt x="136585" y="1049262"/>
                  </a:lnTo>
                  <a:lnTo>
                    <a:pt x="134789" y="1045203"/>
                  </a:lnTo>
                  <a:lnTo>
                    <a:pt x="133277" y="1040950"/>
                  </a:lnTo>
                  <a:lnTo>
                    <a:pt x="131103" y="1036601"/>
                  </a:lnTo>
                  <a:lnTo>
                    <a:pt x="127606" y="1032831"/>
                  </a:lnTo>
                  <a:lnTo>
                    <a:pt x="122312" y="1031478"/>
                  </a:lnTo>
                  <a:lnTo>
                    <a:pt x="117397" y="1029255"/>
                  </a:lnTo>
                  <a:lnTo>
                    <a:pt x="114089" y="1027708"/>
                  </a:lnTo>
                  <a:lnTo>
                    <a:pt x="109835" y="1026838"/>
                  </a:lnTo>
                  <a:lnTo>
                    <a:pt x="106432" y="1024905"/>
                  </a:lnTo>
                  <a:lnTo>
                    <a:pt x="104353" y="1021716"/>
                  </a:lnTo>
                  <a:lnTo>
                    <a:pt x="102557" y="1016206"/>
                  </a:lnTo>
                  <a:lnTo>
                    <a:pt x="97831" y="1013983"/>
                  </a:lnTo>
                  <a:lnTo>
                    <a:pt x="95940" y="1010890"/>
                  </a:lnTo>
                  <a:lnTo>
                    <a:pt x="94712" y="1006831"/>
                  </a:lnTo>
                  <a:lnTo>
                    <a:pt x="91498" y="1001805"/>
                  </a:lnTo>
                  <a:lnTo>
                    <a:pt x="86677" y="1001805"/>
                  </a:lnTo>
                  <a:lnTo>
                    <a:pt x="81951" y="1001805"/>
                  </a:lnTo>
                  <a:lnTo>
                    <a:pt x="77508" y="999002"/>
                  </a:lnTo>
                  <a:lnTo>
                    <a:pt x="75996" y="998712"/>
                  </a:lnTo>
                  <a:lnTo>
                    <a:pt x="61156" y="995812"/>
                  </a:lnTo>
                  <a:lnTo>
                    <a:pt x="44803" y="988273"/>
                  </a:lnTo>
                  <a:lnTo>
                    <a:pt x="33272" y="984793"/>
                  </a:lnTo>
                  <a:lnTo>
                    <a:pt x="22212" y="979381"/>
                  </a:lnTo>
                  <a:lnTo>
                    <a:pt x="5576" y="943038"/>
                  </a:lnTo>
                  <a:lnTo>
                    <a:pt x="1039" y="929990"/>
                  </a:lnTo>
                  <a:lnTo>
                    <a:pt x="1228" y="924287"/>
                  </a:lnTo>
                  <a:lnTo>
                    <a:pt x="945" y="919165"/>
                  </a:lnTo>
                  <a:lnTo>
                    <a:pt x="0" y="904763"/>
                  </a:lnTo>
                  <a:lnTo>
                    <a:pt x="3402" y="889008"/>
                  </a:lnTo>
                  <a:lnTo>
                    <a:pt x="14651" y="875960"/>
                  </a:lnTo>
                  <a:lnTo>
                    <a:pt x="26277" y="865811"/>
                  </a:lnTo>
                  <a:lnTo>
                    <a:pt x="31098" y="854212"/>
                  </a:lnTo>
                  <a:lnTo>
                    <a:pt x="36013" y="847640"/>
                  </a:lnTo>
                  <a:lnTo>
                    <a:pt x="41779" y="832272"/>
                  </a:lnTo>
                  <a:lnTo>
                    <a:pt x="56146" y="819997"/>
                  </a:lnTo>
                  <a:lnTo>
                    <a:pt x="57753" y="814391"/>
                  </a:lnTo>
                  <a:lnTo>
                    <a:pt x="56713" y="805402"/>
                  </a:lnTo>
                  <a:lnTo>
                    <a:pt x="62007" y="800086"/>
                  </a:lnTo>
                  <a:lnTo>
                    <a:pt x="64181" y="792740"/>
                  </a:lnTo>
                  <a:lnTo>
                    <a:pt x="69757" y="781431"/>
                  </a:lnTo>
                  <a:lnTo>
                    <a:pt x="82707" y="761617"/>
                  </a:lnTo>
                  <a:lnTo>
                    <a:pt x="100005" y="735423"/>
                  </a:lnTo>
                  <a:lnTo>
                    <a:pt x="111915" y="709713"/>
                  </a:lnTo>
                  <a:lnTo>
                    <a:pt x="113711" y="705847"/>
                  </a:lnTo>
                  <a:lnTo>
                    <a:pt x="121556" y="692702"/>
                  </a:lnTo>
                  <a:lnTo>
                    <a:pt x="142068" y="664962"/>
                  </a:lnTo>
                  <a:lnTo>
                    <a:pt x="145565" y="658293"/>
                  </a:lnTo>
                  <a:lnTo>
                    <a:pt x="153694" y="642634"/>
                  </a:lnTo>
                  <a:lnTo>
                    <a:pt x="178837" y="576136"/>
                  </a:lnTo>
                  <a:lnTo>
                    <a:pt x="181484" y="558255"/>
                  </a:lnTo>
                  <a:lnTo>
                    <a:pt x="184225" y="530998"/>
                  </a:lnTo>
                  <a:lnTo>
                    <a:pt x="186399" y="507994"/>
                  </a:lnTo>
                  <a:lnTo>
                    <a:pt x="185170" y="490983"/>
                  </a:lnTo>
                  <a:lnTo>
                    <a:pt x="189329" y="485860"/>
                  </a:lnTo>
                  <a:lnTo>
                    <a:pt x="194244" y="479771"/>
                  </a:lnTo>
                  <a:lnTo>
                    <a:pt x="204547" y="475228"/>
                  </a:lnTo>
                  <a:lnTo>
                    <a:pt x="222601" y="478514"/>
                  </a:lnTo>
                  <a:lnTo>
                    <a:pt x="237536" y="484797"/>
                  </a:lnTo>
                  <a:lnTo>
                    <a:pt x="256157" y="481994"/>
                  </a:lnTo>
                  <a:lnTo>
                    <a:pt x="272793" y="476484"/>
                  </a:lnTo>
                  <a:lnTo>
                    <a:pt x="283758" y="467205"/>
                  </a:lnTo>
                  <a:lnTo>
                    <a:pt x="291603" y="455027"/>
                  </a:lnTo>
                  <a:lnTo>
                    <a:pt x="295573" y="446811"/>
                  </a:lnTo>
                  <a:lnTo>
                    <a:pt x="298692" y="440529"/>
                  </a:lnTo>
                  <a:lnTo>
                    <a:pt x="299637" y="438499"/>
                  </a:lnTo>
                  <a:lnTo>
                    <a:pt x="308428" y="431443"/>
                  </a:lnTo>
                  <a:lnTo>
                    <a:pt x="322890" y="423421"/>
                  </a:lnTo>
                  <a:lnTo>
                    <a:pt x="329223" y="420618"/>
                  </a:lnTo>
                  <a:lnTo>
                    <a:pt x="342267" y="414722"/>
                  </a:lnTo>
                  <a:lnTo>
                    <a:pt x="353232" y="403413"/>
                  </a:lnTo>
                  <a:lnTo>
                    <a:pt x="356635" y="389978"/>
                  </a:lnTo>
                  <a:lnTo>
                    <a:pt x="362873" y="379056"/>
                  </a:lnTo>
                  <a:lnTo>
                    <a:pt x="383857" y="385145"/>
                  </a:lnTo>
                  <a:lnTo>
                    <a:pt x="397091" y="392491"/>
                  </a:lnTo>
                  <a:lnTo>
                    <a:pt x="415806" y="407183"/>
                  </a:lnTo>
                  <a:lnTo>
                    <a:pt x="437357" y="428640"/>
                  </a:lnTo>
                  <a:lnTo>
                    <a:pt x="448889" y="455124"/>
                  </a:lnTo>
                  <a:lnTo>
                    <a:pt x="464391" y="491176"/>
                  </a:lnTo>
                  <a:lnTo>
                    <a:pt x="467132" y="518239"/>
                  </a:lnTo>
                  <a:lnTo>
                    <a:pt x="468172" y="530128"/>
                  </a:lnTo>
                  <a:lnTo>
                    <a:pt x="474788" y="542500"/>
                  </a:lnTo>
                  <a:lnTo>
                    <a:pt x="486604" y="551779"/>
                  </a:lnTo>
                  <a:lnTo>
                    <a:pt x="502956" y="549846"/>
                  </a:lnTo>
                  <a:lnTo>
                    <a:pt x="517796" y="533511"/>
                  </a:lnTo>
                  <a:lnTo>
                    <a:pt x="531597" y="521042"/>
                  </a:lnTo>
                  <a:lnTo>
                    <a:pt x="544263" y="509250"/>
                  </a:lnTo>
                  <a:lnTo>
                    <a:pt x="560804" y="499102"/>
                  </a:lnTo>
                  <a:lnTo>
                    <a:pt x="571769" y="496975"/>
                  </a:lnTo>
                  <a:lnTo>
                    <a:pt x="583963" y="494559"/>
                  </a:lnTo>
                  <a:lnTo>
                    <a:pt x="604379" y="499682"/>
                  </a:lnTo>
                  <a:lnTo>
                    <a:pt x="636328" y="502485"/>
                  </a:lnTo>
                  <a:lnTo>
                    <a:pt x="660621" y="507511"/>
                  </a:lnTo>
                  <a:lnTo>
                    <a:pt x="697012" y="515436"/>
                  </a:lnTo>
                  <a:lnTo>
                    <a:pt x="718469" y="514856"/>
                  </a:lnTo>
                  <a:lnTo>
                    <a:pt x="748811" y="501905"/>
                  </a:lnTo>
                  <a:lnTo>
                    <a:pt x="787943" y="477064"/>
                  </a:lnTo>
                  <a:lnTo>
                    <a:pt x="816678" y="469235"/>
                  </a:lnTo>
                  <a:lnTo>
                    <a:pt x="830573" y="465659"/>
                  </a:lnTo>
                  <a:lnTo>
                    <a:pt x="850139" y="465176"/>
                  </a:lnTo>
                  <a:lnTo>
                    <a:pt x="863751" y="463823"/>
                  </a:lnTo>
                  <a:lnTo>
                    <a:pt x="879819" y="452611"/>
                  </a:lnTo>
                  <a:lnTo>
                    <a:pt x="904395" y="440045"/>
                  </a:lnTo>
                  <a:lnTo>
                    <a:pt x="950239" y="429510"/>
                  </a:lnTo>
                  <a:lnTo>
                    <a:pt x="981810" y="419458"/>
                  </a:lnTo>
                  <a:lnTo>
                    <a:pt x="1004495" y="406989"/>
                  </a:lnTo>
                  <a:lnTo>
                    <a:pt x="1023873" y="394521"/>
                  </a:lnTo>
                  <a:lnTo>
                    <a:pt x="1041926" y="383212"/>
                  </a:lnTo>
                  <a:lnTo>
                    <a:pt x="1062627" y="365428"/>
                  </a:lnTo>
                  <a:lnTo>
                    <a:pt x="1077467" y="346967"/>
                  </a:lnTo>
                  <a:lnTo>
                    <a:pt x="1087770" y="331115"/>
                  </a:lnTo>
                  <a:lnTo>
                    <a:pt x="1108471" y="317873"/>
                  </a:lnTo>
                  <a:lnTo>
                    <a:pt x="1128982" y="311301"/>
                  </a:lnTo>
                  <a:lnTo>
                    <a:pt x="1141270" y="310528"/>
                  </a:lnTo>
                  <a:lnTo>
                    <a:pt x="1143066" y="310431"/>
                  </a:lnTo>
                  <a:lnTo>
                    <a:pt x="1162254" y="311591"/>
                  </a:lnTo>
                  <a:lnTo>
                    <a:pt x="1174542" y="317293"/>
                  </a:lnTo>
                  <a:lnTo>
                    <a:pt x="1182955" y="326186"/>
                  </a:lnTo>
                  <a:lnTo>
                    <a:pt x="1187870" y="332468"/>
                  </a:lnTo>
                  <a:lnTo>
                    <a:pt x="1199307" y="347160"/>
                  </a:lnTo>
                  <a:lnTo>
                    <a:pt x="1228515" y="371517"/>
                  </a:lnTo>
                  <a:lnTo>
                    <a:pt x="1236738" y="376543"/>
                  </a:lnTo>
                  <a:lnTo>
                    <a:pt x="1254792" y="387175"/>
                  </a:lnTo>
                  <a:lnTo>
                    <a:pt x="1270672" y="396164"/>
                  </a:lnTo>
                  <a:lnTo>
                    <a:pt x="1289104" y="402350"/>
                  </a:lnTo>
                  <a:lnTo>
                    <a:pt x="1289388" y="402447"/>
                  </a:lnTo>
                  <a:lnTo>
                    <a:pt x="1302148" y="407956"/>
                  </a:lnTo>
                  <a:lnTo>
                    <a:pt x="1316988" y="408053"/>
                  </a:lnTo>
                  <a:lnTo>
                    <a:pt x="1327575" y="406313"/>
                  </a:lnTo>
                  <a:lnTo>
                    <a:pt x="1336176" y="400417"/>
                  </a:lnTo>
                  <a:lnTo>
                    <a:pt x="1342510" y="395101"/>
                  </a:lnTo>
                  <a:lnTo>
                    <a:pt x="1344873" y="393264"/>
                  </a:lnTo>
                  <a:lnTo>
                    <a:pt x="1349504" y="388142"/>
                  </a:lnTo>
                  <a:lnTo>
                    <a:pt x="1354419" y="380699"/>
                  </a:lnTo>
                  <a:lnTo>
                    <a:pt x="1359807" y="368037"/>
                  </a:lnTo>
                  <a:lnTo>
                    <a:pt x="1359713" y="342520"/>
                  </a:lnTo>
                  <a:lnTo>
                    <a:pt x="1358578" y="325026"/>
                  </a:lnTo>
                  <a:lnTo>
                    <a:pt x="1361036" y="317487"/>
                  </a:lnTo>
                  <a:lnTo>
                    <a:pt x="1365668" y="303085"/>
                  </a:lnTo>
                  <a:lnTo>
                    <a:pt x="1388070" y="280564"/>
                  </a:lnTo>
                  <a:lnTo>
                    <a:pt x="1413874" y="251375"/>
                  </a:lnTo>
                  <a:lnTo>
                    <a:pt x="1432968" y="239583"/>
                  </a:lnTo>
                  <a:lnTo>
                    <a:pt x="1434008" y="239099"/>
                  </a:lnTo>
                  <a:lnTo>
                    <a:pt x="1441475" y="235523"/>
                  </a:lnTo>
                  <a:lnTo>
                    <a:pt x="1449888" y="230690"/>
                  </a:lnTo>
                  <a:lnTo>
                    <a:pt x="1458962" y="229241"/>
                  </a:lnTo>
                  <a:lnTo>
                    <a:pt x="1465389" y="229917"/>
                  </a:lnTo>
                  <a:lnTo>
                    <a:pt x="1466335" y="230014"/>
                  </a:lnTo>
                  <a:lnTo>
                    <a:pt x="1471628" y="233107"/>
                  </a:lnTo>
                  <a:lnTo>
                    <a:pt x="1471817" y="233203"/>
                  </a:lnTo>
                  <a:lnTo>
                    <a:pt x="1479851" y="237843"/>
                  </a:lnTo>
                  <a:lnTo>
                    <a:pt x="1489587" y="242386"/>
                  </a:lnTo>
                  <a:lnTo>
                    <a:pt x="1501592" y="243932"/>
                  </a:lnTo>
                  <a:lnTo>
                    <a:pt x="1515392" y="241419"/>
                  </a:lnTo>
                  <a:lnTo>
                    <a:pt x="1533068" y="239196"/>
                  </a:lnTo>
                  <a:lnTo>
                    <a:pt x="1550082" y="241129"/>
                  </a:lnTo>
                  <a:lnTo>
                    <a:pt x="1563788" y="243256"/>
                  </a:lnTo>
                  <a:lnTo>
                    <a:pt x="1577966" y="245479"/>
                  </a:lnTo>
                  <a:lnTo>
                    <a:pt x="1583071" y="245189"/>
                  </a:lnTo>
                  <a:lnTo>
                    <a:pt x="1595548" y="247122"/>
                  </a:lnTo>
                  <a:lnTo>
                    <a:pt x="1600274" y="249152"/>
                  </a:lnTo>
                  <a:lnTo>
                    <a:pt x="1603298" y="250505"/>
                  </a:lnTo>
                  <a:lnTo>
                    <a:pt x="1604149" y="250698"/>
                  </a:lnTo>
                  <a:lnTo>
                    <a:pt x="1612751" y="252921"/>
                  </a:lnTo>
                  <a:lnTo>
                    <a:pt x="1623432" y="255241"/>
                  </a:lnTo>
                  <a:lnTo>
                    <a:pt x="1643187" y="252921"/>
                  </a:lnTo>
                  <a:lnTo>
                    <a:pt x="1650087" y="251665"/>
                  </a:lnTo>
                  <a:lnTo>
                    <a:pt x="1666062" y="244222"/>
                  </a:lnTo>
                  <a:lnTo>
                    <a:pt x="1676554" y="239873"/>
                  </a:lnTo>
                  <a:lnTo>
                    <a:pt x="1683265" y="238326"/>
                  </a:lnTo>
                  <a:lnTo>
                    <a:pt x="1691488" y="228661"/>
                  </a:lnTo>
                  <a:lnTo>
                    <a:pt x="1699428" y="219768"/>
                  </a:lnTo>
                  <a:lnTo>
                    <a:pt x="1701602" y="217352"/>
                  </a:lnTo>
                  <a:lnTo>
                    <a:pt x="1708786" y="200824"/>
                  </a:lnTo>
                  <a:lnTo>
                    <a:pt x="1714836" y="189322"/>
                  </a:lnTo>
                  <a:lnTo>
                    <a:pt x="1728920" y="174727"/>
                  </a:lnTo>
                  <a:lnTo>
                    <a:pt x="1744610" y="159649"/>
                  </a:lnTo>
                  <a:lnTo>
                    <a:pt x="1746973" y="157233"/>
                  </a:lnTo>
                  <a:lnTo>
                    <a:pt x="1762192" y="147857"/>
                  </a:lnTo>
                  <a:lnTo>
                    <a:pt x="1774291" y="137322"/>
                  </a:lnTo>
                  <a:lnTo>
                    <a:pt x="1791872" y="124080"/>
                  </a:lnTo>
                  <a:lnTo>
                    <a:pt x="1797732" y="120987"/>
                  </a:lnTo>
                  <a:lnTo>
                    <a:pt x="1805105" y="118764"/>
                  </a:lnTo>
                  <a:lnTo>
                    <a:pt x="1811533" y="120504"/>
                  </a:lnTo>
                  <a:lnTo>
                    <a:pt x="1816164" y="123500"/>
                  </a:lnTo>
                  <a:lnTo>
                    <a:pt x="1822403" y="123113"/>
                  </a:lnTo>
                  <a:lnTo>
                    <a:pt x="1836959" y="113061"/>
                  </a:lnTo>
                  <a:lnTo>
                    <a:pt x="1861913" y="98950"/>
                  </a:lnTo>
                  <a:lnTo>
                    <a:pt x="1881196" y="77879"/>
                  </a:lnTo>
                  <a:lnTo>
                    <a:pt x="1898399" y="63477"/>
                  </a:lnTo>
                  <a:lnTo>
                    <a:pt x="1905677" y="59321"/>
                  </a:lnTo>
                  <a:lnTo>
                    <a:pt x="1924960" y="45983"/>
                  </a:lnTo>
                  <a:lnTo>
                    <a:pt x="1943203" y="32741"/>
                  </a:lnTo>
                  <a:lnTo>
                    <a:pt x="1955586" y="24622"/>
                  </a:lnTo>
                  <a:lnTo>
                    <a:pt x="1974774" y="17179"/>
                  </a:lnTo>
                  <a:lnTo>
                    <a:pt x="1983281" y="12926"/>
                  </a:lnTo>
                  <a:lnTo>
                    <a:pt x="1995096" y="7610"/>
                  </a:lnTo>
                  <a:lnTo>
                    <a:pt x="2009539" y="0"/>
                  </a:lnTo>
                  <a:lnTo>
                    <a:pt x="2009539" y="658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014191" y="5012913"/>
              <a:ext cx="1730507" cy="1040414"/>
            </a:xfrm>
            <a:custGeom>
              <a:avLst/>
              <a:pathLst>
                <a:path w="1730507" h="1040414">
                  <a:moveTo>
                    <a:pt x="1729392" y="662474"/>
                  </a:moveTo>
                  <a:lnTo>
                    <a:pt x="1727124" y="659671"/>
                  </a:lnTo>
                  <a:lnTo>
                    <a:pt x="1724855" y="655128"/>
                  </a:lnTo>
                  <a:lnTo>
                    <a:pt x="1721452" y="644592"/>
                  </a:lnTo>
                  <a:lnTo>
                    <a:pt x="1718616" y="639470"/>
                  </a:lnTo>
                  <a:lnTo>
                    <a:pt x="1717104" y="638503"/>
                  </a:lnTo>
                  <a:lnTo>
                    <a:pt x="1713985" y="637343"/>
                  </a:lnTo>
                  <a:lnTo>
                    <a:pt x="1711716" y="637053"/>
                  </a:lnTo>
                  <a:lnTo>
                    <a:pt x="1709920" y="637247"/>
                  </a:lnTo>
                  <a:lnTo>
                    <a:pt x="1706612" y="639276"/>
                  </a:lnTo>
                  <a:lnTo>
                    <a:pt x="1700279" y="644979"/>
                  </a:lnTo>
                  <a:lnTo>
                    <a:pt x="1696498" y="647105"/>
                  </a:lnTo>
                  <a:lnTo>
                    <a:pt x="1682981" y="652808"/>
                  </a:lnTo>
                  <a:lnTo>
                    <a:pt x="1671733" y="656481"/>
                  </a:lnTo>
                  <a:lnTo>
                    <a:pt x="1668519" y="659381"/>
                  </a:lnTo>
                  <a:lnTo>
                    <a:pt x="1666251" y="663247"/>
                  </a:lnTo>
                  <a:lnTo>
                    <a:pt x="1661997" y="672526"/>
                  </a:lnTo>
                  <a:lnTo>
                    <a:pt x="1655003" y="682095"/>
                  </a:lnTo>
                  <a:lnTo>
                    <a:pt x="1650749" y="690600"/>
                  </a:lnTo>
                  <a:lnTo>
                    <a:pt x="1649142" y="695530"/>
                  </a:lnTo>
                  <a:lnTo>
                    <a:pt x="1644794" y="702972"/>
                  </a:lnTo>
                  <a:lnTo>
                    <a:pt x="1643471" y="707032"/>
                  </a:lnTo>
                  <a:lnTo>
                    <a:pt x="1643471" y="712154"/>
                  </a:lnTo>
                  <a:lnTo>
                    <a:pt x="1643187" y="716117"/>
                  </a:lnTo>
                  <a:lnTo>
                    <a:pt x="1641864" y="721530"/>
                  </a:lnTo>
                  <a:lnTo>
                    <a:pt x="1640730" y="724139"/>
                  </a:lnTo>
                  <a:lnTo>
                    <a:pt x="1636949" y="729939"/>
                  </a:lnTo>
                  <a:lnTo>
                    <a:pt x="1630521" y="736801"/>
                  </a:lnTo>
                  <a:lnTo>
                    <a:pt x="1627496" y="738638"/>
                  </a:lnTo>
                  <a:lnTo>
                    <a:pt x="1617099" y="740764"/>
                  </a:lnTo>
                  <a:lnTo>
                    <a:pt x="1604527" y="740571"/>
                  </a:lnTo>
                  <a:lnTo>
                    <a:pt x="1598950" y="741247"/>
                  </a:lnTo>
                  <a:lnTo>
                    <a:pt x="1595737" y="742794"/>
                  </a:lnTo>
                  <a:lnTo>
                    <a:pt x="1591200" y="745114"/>
                  </a:lnTo>
                  <a:lnTo>
                    <a:pt x="1580046" y="753619"/>
                  </a:lnTo>
                  <a:lnTo>
                    <a:pt x="1573618" y="755746"/>
                  </a:lnTo>
                  <a:lnTo>
                    <a:pt x="1568798" y="756422"/>
                  </a:lnTo>
                  <a:lnTo>
                    <a:pt x="1557549" y="756326"/>
                  </a:lnTo>
                  <a:lnTo>
                    <a:pt x="1544600" y="755456"/>
                  </a:lnTo>
                  <a:lnTo>
                    <a:pt x="1540346" y="755842"/>
                  </a:lnTo>
                  <a:lnTo>
                    <a:pt x="1523332" y="764928"/>
                  </a:lnTo>
                  <a:lnTo>
                    <a:pt x="1515392" y="770534"/>
                  </a:lnTo>
                  <a:lnTo>
                    <a:pt x="1511422" y="771887"/>
                  </a:lnTo>
                  <a:lnTo>
                    <a:pt x="1503577" y="772564"/>
                  </a:lnTo>
                  <a:lnTo>
                    <a:pt x="1498662" y="771887"/>
                  </a:lnTo>
                  <a:lnTo>
                    <a:pt x="1483254" y="771114"/>
                  </a:lnTo>
                  <a:lnTo>
                    <a:pt x="1471061" y="768118"/>
                  </a:lnTo>
                  <a:lnTo>
                    <a:pt x="1459907" y="766861"/>
                  </a:lnTo>
                  <a:lnTo>
                    <a:pt x="1452062" y="764155"/>
                  </a:lnTo>
                  <a:lnTo>
                    <a:pt x="1444972" y="764155"/>
                  </a:lnTo>
                  <a:lnTo>
                    <a:pt x="1441002" y="765701"/>
                  </a:lnTo>
                  <a:lnTo>
                    <a:pt x="1434858" y="770727"/>
                  </a:lnTo>
                  <a:lnTo>
                    <a:pt x="1428904" y="774690"/>
                  </a:lnTo>
                  <a:lnTo>
                    <a:pt x="1426068" y="774980"/>
                  </a:lnTo>
                  <a:lnTo>
                    <a:pt x="1419829" y="774497"/>
                  </a:lnTo>
                  <a:lnTo>
                    <a:pt x="1416616" y="775077"/>
                  </a:lnTo>
                  <a:lnTo>
                    <a:pt x="1413780" y="776140"/>
                  </a:lnTo>
                  <a:lnTo>
                    <a:pt x="1401303" y="782519"/>
                  </a:lnTo>
                  <a:lnTo>
                    <a:pt x="1397144" y="785612"/>
                  </a:lnTo>
                  <a:lnTo>
                    <a:pt x="1384856" y="797501"/>
                  </a:lnTo>
                  <a:lnTo>
                    <a:pt x="1377010" y="803397"/>
                  </a:lnTo>
                  <a:lnTo>
                    <a:pt x="1366802" y="809969"/>
                  </a:lnTo>
                  <a:lnTo>
                    <a:pt x="1363683" y="813449"/>
                  </a:lnTo>
                  <a:lnTo>
                    <a:pt x="1361036" y="818572"/>
                  </a:lnTo>
                  <a:lnTo>
                    <a:pt x="1352151" y="826207"/>
                  </a:lnTo>
                  <a:lnTo>
                    <a:pt x="1350449" y="828624"/>
                  </a:lnTo>
                  <a:lnTo>
                    <a:pt x="1348370" y="833166"/>
                  </a:lnTo>
                  <a:lnTo>
                    <a:pt x="1344116" y="839836"/>
                  </a:lnTo>
                  <a:lnTo>
                    <a:pt x="1336271" y="849984"/>
                  </a:lnTo>
                  <a:lnTo>
                    <a:pt x="1335987" y="850371"/>
                  </a:lnTo>
                  <a:lnTo>
                    <a:pt x="1332112" y="856364"/>
                  </a:lnTo>
                  <a:lnTo>
                    <a:pt x="1318028" y="870669"/>
                  </a:lnTo>
                  <a:lnTo>
                    <a:pt x="1276249" y="900632"/>
                  </a:lnTo>
                  <a:lnTo>
                    <a:pt x="1247514" y="917160"/>
                  </a:lnTo>
                  <a:lnTo>
                    <a:pt x="1188153" y="939874"/>
                  </a:lnTo>
                  <a:lnTo>
                    <a:pt x="1174826" y="942967"/>
                  </a:lnTo>
                  <a:lnTo>
                    <a:pt x="1149966" y="949732"/>
                  </a:lnTo>
                  <a:lnTo>
                    <a:pt x="1143728" y="953212"/>
                  </a:lnTo>
                  <a:lnTo>
                    <a:pt x="1143161" y="954372"/>
                  </a:lnTo>
                  <a:lnTo>
                    <a:pt x="1139474" y="962298"/>
                  </a:lnTo>
                  <a:lnTo>
                    <a:pt x="1133519" y="973413"/>
                  </a:lnTo>
                  <a:lnTo>
                    <a:pt x="1119057" y="987331"/>
                  </a:lnTo>
                  <a:lnTo>
                    <a:pt x="1099491" y="1009369"/>
                  </a:lnTo>
                  <a:lnTo>
                    <a:pt x="1062729" y="1040414"/>
                  </a:lnTo>
                  <a:lnTo>
                    <a:pt x="646249" y="1040414"/>
                  </a:lnTo>
                  <a:lnTo>
                    <a:pt x="644835" y="1039622"/>
                  </a:lnTo>
                  <a:lnTo>
                    <a:pt x="641338" y="1038462"/>
                  </a:lnTo>
                  <a:lnTo>
                    <a:pt x="638408" y="1037592"/>
                  </a:lnTo>
                  <a:lnTo>
                    <a:pt x="635761" y="1036625"/>
                  </a:lnTo>
                  <a:lnTo>
                    <a:pt x="634910" y="1035562"/>
                  </a:lnTo>
                  <a:lnTo>
                    <a:pt x="633776" y="1034789"/>
                  </a:lnTo>
                  <a:lnTo>
                    <a:pt x="631980" y="1034692"/>
                  </a:lnTo>
                  <a:lnTo>
                    <a:pt x="630751" y="1033436"/>
                  </a:lnTo>
                  <a:lnTo>
                    <a:pt x="629239" y="1033532"/>
                  </a:lnTo>
                  <a:lnTo>
                    <a:pt x="627632" y="1032469"/>
                  </a:lnTo>
                  <a:lnTo>
                    <a:pt x="626498" y="1031793"/>
                  </a:lnTo>
                  <a:lnTo>
                    <a:pt x="625269" y="1031696"/>
                  </a:lnTo>
                  <a:lnTo>
                    <a:pt x="624229" y="1031309"/>
                  </a:lnTo>
                  <a:lnTo>
                    <a:pt x="623473" y="1030246"/>
                  </a:lnTo>
                  <a:lnTo>
                    <a:pt x="621961" y="1029956"/>
                  </a:lnTo>
                  <a:lnTo>
                    <a:pt x="620070" y="1028603"/>
                  </a:lnTo>
                  <a:lnTo>
                    <a:pt x="618558" y="1028410"/>
                  </a:lnTo>
                  <a:lnTo>
                    <a:pt x="617140" y="1027733"/>
                  </a:lnTo>
                  <a:lnTo>
                    <a:pt x="616384" y="1026767"/>
                  </a:lnTo>
                  <a:lnTo>
                    <a:pt x="615155" y="1026380"/>
                  </a:lnTo>
                  <a:lnTo>
                    <a:pt x="613926" y="1026187"/>
                  </a:lnTo>
                  <a:lnTo>
                    <a:pt x="613170" y="1025607"/>
                  </a:lnTo>
                  <a:lnTo>
                    <a:pt x="611185" y="1025027"/>
                  </a:lnTo>
                  <a:lnTo>
                    <a:pt x="608822" y="1023384"/>
                  </a:lnTo>
                  <a:lnTo>
                    <a:pt x="607971" y="1023190"/>
                  </a:lnTo>
                  <a:lnTo>
                    <a:pt x="606743" y="1022127"/>
                  </a:lnTo>
                  <a:lnTo>
                    <a:pt x="605986" y="1022127"/>
                  </a:lnTo>
                  <a:lnTo>
                    <a:pt x="604379" y="1021837"/>
                  </a:lnTo>
                  <a:lnTo>
                    <a:pt x="603245" y="1021161"/>
                  </a:lnTo>
                  <a:lnTo>
                    <a:pt x="602111" y="1021064"/>
                  </a:lnTo>
                  <a:lnTo>
                    <a:pt x="601071" y="1020291"/>
                  </a:lnTo>
                  <a:lnTo>
                    <a:pt x="600315" y="1019517"/>
                  </a:lnTo>
                  <a:lnTo>
                    <a:pt x="598425" y="1019131"/>
                  </a:lnTo>
                  <a:lnTo>
                    <a:pt x="597574" y="1018551"/>
                  </a:lnTo>
                  <a:lnTo>
                    <a:pt x="597290" y="1018068"/>
                  </a:lnTo>
                  <a:lnTo>
                    <a:pt x="596629" y="1017778"/>
                  </a:lnTo>
                  <a:lnTo>
                    <a:pt x="595778" y="1017874"/>
                  </a:lnTo>
                  <a:lnTo>
                    <a:pt x="594076" y="1016618"/>
                  </a:lnTo>
                  <a:lnTo>
                    <a:pt x="592848" y="1016328"/>
                  </a:lnTo>
                  <a:lnTo>
                    <a:pt x="591808" y="1016231"/>
                  </a:lnTo>
                  <a:lnTo>
                    <a:pt x="590957" y="1015845"/>
                  </a:lnTo>
                  <a:lnTo>
                    <a:pt x="590674" y="1015071"/>
                  </a:lnTo>
                  <a:lnTo>
                    <a:pt x="589539" y="1014588"/>
                  </a:lnTo>
                  <a:lnTo>
                    <a:pt x="587460" y="1014395"/>
                  </a:lnTo>
                  <a:lnTo>
                    <a:pt x="585758" y="1012848"/>
                  </a:lnTo>
                  <a:lnTo>
                    <a:pt x="584530" y="1012558"/>
                  </a:lnTo>
                  <a:lnTo>
                    <a:pt x="583206" y="1012558"/>
                  </a:lnTo>
                  <a:lnTo>
                    <a:pt x="582167" y="1012268"/>
                  </a:lnTo>
                  <a:lnTo>
                    <a:pt x="581032" y="1010915"/>
                  </a:lnTo>
                  <a:lnTo>
                    <a:pt x="578953" y="1010625"/>
                  </a:lnTo>
                  <a:lnTo>
                    <a:pt x="577535" y="1009465"/>
                  </a:lnTo>
                  <a:lnTo>
                    <a:pt x="576495" y="1008595"/>
                  </a:lnTo>
                  <a:lnTo>
                    <a:pt x="575361" y="1008402"/>
                  </a:lnTo>
                  <a:lnTo>
                    <a:pt x="574416" y="1007822"/>
                  </a:lnTo>
                  <a:lnTo>
                    <a:pt x="572998" y="1006469"/>
                  </a:lnTo>
                  <a:lnTo>
                    <a:pt x="572242" y="1006179"/>
                  </a:lnTo>
                  <a:lnTo>
                    <a:pt x="570162" y="1006179"/>
                  </a:lnTo>
                  <a:lnTo>
                    <a:pt x="569028" y="1005309"/>
                  </a:lnTo>
                  <a:lnTo>
                    <a:pt x="568083" y="1004729"/>
                  </a:lnTo>
                  <a:lnTo>
                    <a:pt x="566192" y="1004149"/>
                  </a:lnTo>
                  <a:lnTo>
                    <a:pt x="564774" y="1002603"/>
                  </a:lnTo>
                  <a:lnTo>
                    <a:pt x="563735" y="1002506"/>
                  </a:lnTo>
                  <a:lnTo>
                    <a:pt x="562317" y="1001250"/>
                  </a:lnTo>
                  <a:lnTo>
                    <a:pt x="560048" y="1000960"/>
                  </a:lnTo>
                  <a:lnTo>
                    <a:pt x="559008" y="1000573"/>
                  </a:lnTo>
                  <a:lnTo>
                    <a:pt x="558441" y="999896"/>
                  </a:lnTo>
                  <a:lnTo>
                    <a:pt x="556834" y="999896"/>
                  </a:lnTo>
                  <a:lnTo>
                    <a:pt x="555511" y="998640"/>
                  </a:lnTo>
                  <a:lnTo>
                    <a:pt x="553904" y="998543"/>
                  </a:lnTo>
                  <a:lnTo>
                    <a:pt x="552864" y="997963"/>
                  </a:lnTo>
                  <a:lnTo>
                    <a:pt x="552203" y="997093"/>
                  </a:lnTo>
                  <a:lnTo>
                    <a:pt x="551352" y="996514"/>
                  </a:lnTo>
                  <a:lnTo>
                    <a:pt x="549178" y="996030"/>
                  </a:lnTo>
                  <a:lnTo>
                    <a:pt x="548138" y="995450"/>
                  </a:lnTo>
                  <a:lnTo>
                    <a:pt x="547666" y="994774"/>
                  </a:lnTo>
                  <a:lnTo>
                    <a:pt x="546720" y="994580"/>
                  </a:lnTo>
                  <a:lnTo>
                    <a:pt x="546153" y="994774"/>
                  </a:lnTo>
                  <a:lnTo>
                    <a:pt x="545208" y="994484"/>
                  </a:lnTo>
                  <a:lnTo>
                    <a:pt x="543696" y="993421"/>
                  </a:lnTo>
                  <a:lnTo>
                    <a:pt x="542372" y="992841"/>
                  </a:lnTo>
                  <a:lnTo>
                    <a:pt x="541427" y="992744"/>
                  </a:lnTo>
                  <a:lnTo>
                    <a:pt x="539820" y="992357"/>
                  </a:lnTo>
                  <a:lnTo>
                    <a:pt x="539064" y="991777"/>
                  </a:lnTo>
                  <a:lnTo>
                    <a:pt x="538402" y="990618"/>
                  </a:lnTo>
                  <a:lnTo>
                    <a:pt x="536985" y="990328"/>
                  </a:lnTo>
                  <a:lnTo>
                    <a:pt x="536134" y="990231"/>
                  </a:lnTo>
                  <a:lnTo>
                    <a:pt x="534811" y="989361"/>
                  </a:lnTo>
                  <a:lnTo>
                    <a:pt x="531691" y="988974"/>
                  </a:lnTo>
                  <a:lnTo>
                    <a:pt x="530746" y="987911"/>
                  </a:lnTo>
                  <a:lnTo>
                    <a:pt x="529801" y="986945"/>
                  </a:lnTo>
                  <a:lnTo>
                    <a:pt x="528572" y="986848"/>
                  </a:lnTo>
                  <a:lnTo>
                    <a:pt x="528288" y="986268"/>
                  </a:lnTo>
                  <a:lnTo>
                    <a:pt x="525736" y="985205"/>
                  </a:lnTo>
                  <a:lnTo>
                    <a:pt x="524129" y="985398"/>
                  </a:lnTo>
                  <a:lnTo>
                    <a:pt x="522806" y="984238"/>
                  </a:lnTo>
                  <a:lnTo>
                    <a:pt x="522144" y="984238"/>
                  </a:lnTo>
                  <a:lnTo>
                    <a:pt x="520727" y="983658"/>
                  </a:lnTo>
                  <a:lnTo>
                    <a:pt x="519592" y="983755"/>
                  </a:lnTo>
                  <a:lnTo>
                    <a:pt x="517040" y="982595"/>
                  </a:lnTo>
                  <a:lnTo>
                    <a:pt x="514961" y="982305"/>
                  </a:lnTo>
                  <a:lnTo>
                    <a:pt x="513070" y="981145"/>
                  </a:lnTo>
                  <a:lnTo>
                    <a:pt x="511369" y="981049"/>
                  </a:lnTo>
                  <a:lnTo>
                    <a:pt x="510235" y="980759"/>
                  </a:lnTo>
                  <a:lnTo>
                    <a:pt x="508911" y="979599"/>
                  </a:lnTo>
                  <a:lnTo>
                    <a:pt x="507966" y="979599"/>
                  </a:lnTo>
                  <a:lnTo>
                    <a:pt x="506548" y="978922"/>
                  </a:lnTo>
                  <a:lnTo>
                    <a:pt x="504941" y="978729"/>
                  </a:lnTo>
                  <a:lnTo>
                    <a:pt x="503713" y="978052"/>
                  </a:lnTo>
                  <a:lnTo>
                    <a:pt x="502862" y="977859"/>
                  </a:lnTo>
                  <a:lnTo>
                    <a:pt x="501066" y="976893"/>
                  </a:lnTo>
                  <a:lnTo>
                    <a:pt x="499270" y="976119"/>
                  </a:lnTo>
                  <a:lnTo>
                    <a:pt x="497852" y="975733"/>
                  </a:lnTo>
                  <a:lnTo>
                    <a:pt x="496907" y="976119"/>
                  </a:lnTo>
                  <a:lnTo>
                    <a:pt x="495962" y="976023"/>
                  </a:lnTo>
                  <a:lnTo>
                    <a:pt x="495300" y="975249"/>
                  </a:lnTo>
                  <a:lnTo>
                    <a:pt x="494449" y="974863"/>
                  </a:lnTo>
                  <a:lnTo>
                    <a:pt x="492842" y="974766"/>
                  </a:lnTo>
                  <a:lnTo>
                    <a:pt x="492181" y="974090"/>
                  </a:lnTo>
                  <a:lnTo>
                    <a:pt x="491897" y="973316"/>
                  </a:lnTo>
                  <a:lnTo>
                    <a:pt x="490668" y="972930"/>
                  </a:lnTo>
                  <a:lnTo>
                    <a:pt x="489912" y="972736"/>
                  </a:lnTo>
                  <a:lnTo>
                    <a:pt x="489250" y="972930"/>
                  </a:lnTo>
                  <a:lnTo>
                    <a:pt x="488022" y="972930"/>
                  </a:lnTo>
                  <a:lnTo>
                    <a:pt x="486509" y="971480"/>
                  </a:lnTo>
                  <a:lnTo>
                    <a:pt x="484808" y="971093"/>
                  </a:lnTo>
                  <a:lnTo>
                    <a:pt x="483957" y="970127"/>
                  </a:lnTo>
                  <a:lnTo>
                    <a:pt x="482917" y="969740"/>
                  </a:lnTo>
                  <a:lnTo>
                    <a:pt x="481972" y="969160"/>
                  </a:lnTo>
                  <a:lnTo>
                    <a:pt x="481311" y="968484"/>
                  </a:lnTo>
                  <a:lnTo>
                    <a:pt x="480649" y="968097"/>
                  </a:lnTo>
                  <a:lnTo>
                    <a:pt x="479798" y="968290"/>
                  </a:lnTo>
                  <a:lnTo>
                    <a:pt x="478569" y="967710"/>
                  </a:lnTo>
                  <a:lnTo>
                    <a:pt x="474316" y="965584"/>
                  </a:lnTo>
                  <a:lnTo>
                    <a:pt x="471102" y="963941"/>
                  </a:lnTo>
                  <a:lnTo>
                    <a:pt x="464202" y="959688"/>
                  </a:lnTo>
                  <a:lnTo>
                    <a:pt x="462784" y="958721"/>
                  </a:lnTo>
                  <a:lnTo>
                    <a:pt x="461366" y="957562"/>
                  </a:lnTo>
                  <a:lnTo>
                    <a:pt x="459098" y="956498"/>
                  </a:lnTo>
                  <a:lnTo>
                    <a:pt x="457396" y="955145"/>
                  </a:lnTo>
                  <a:lnTo>
                    <a:pt x="454844" y="953405"/>
                  </a:lnTo>
                  <a:lnTo>
                    <a:pt x="453237" y="952342"/>
                  </a:lnTo>
                  <a:lnTo>
                    <a:pt x="450307" y="949443"/>
                  </a:lnTo>
                  <a:lnTo>
                    <a:pt x="449362" y="949153"/>
                  </a:lnTo>
                  <a:lnTo>
                    <a:pt x="447755" y="947896"/>
                  </a:lnTo>
                  <a:lnTo>
                    <a:pt x="445959" y="946736"/>
                  </a:lnTo>
                  <a:lnTo>
                    <a:pt x="444447" y="946060"/>
                  </a:lnTo>
                  <a:lnTo>
                    <a:pt x="443785" y="945190"/>
                  </a:lnTo>
                  <a:lnTo>
                    <a:pt x="442178" y="944223"/>
                  </a:lnTo>
                  <a:lnTo>
                    <a:pt x="440949" y="943160"/>
                  </a:lnTo>
                  <a:lnTo>
                    <a:pt x="440099" y="942483"/>
                  </a:lnTo>
                  <a:lnTo>
                    <a:pt x="438775" y="941807"/>
                  </a:lnTo>
                  <a:lnTo>
                    <a:pt x="436885" y="940357"/>
                  </a:lnTo>
                  <a:lnTo>
                    <a:pt x="435183" y="939294"/>
                  </a:lnTo>
                  <a:lnTo>
                    <a:pt x="434333" y="938907"/>
                  </a:lnTo>
                  <a:lnTo>
                    <a:pt x="432442" y="937554"/>
                  </a:lnTo>
                  <a:lnTo>
                    <a:pt x="431686" y="937264"/>
                  </a:lnTo>
                  <a:lnTo>
                    <a:pt x="431497" y="936491"/>
                  </a:lnTo>
                  <a:lnTo>
                    <a:pt x="430079" y="935621"/>
                  </a:lnTo>
                  <a:lnTo>
                    <a:pt x="427527" y="934171"/>
                  </a:lnTo>
                  <a:lnTo>
                    <a:pt x="426487" y="933591"/>
                  </a:lnTo>
                  <a:lnTo>
                    <a:pt x="424975" y="932431"/>
                  </a:lnTo>
                  <a:lnTo>
                    <a:pt x="424030" y="931851"/>
                  </a:lnTo>
                  <a:lnTo>
                    <a:pt x="423462" y="931078"/>
                  </a:lnTo>
                  <a:lnTo>
                    <a:pt x="422801" y="930401"/>
                  </a:lnTo>
                  <a:lnTo>
                    <a:pt x="422045" y="929628"/>
                  </a:lnTo>
                  <a:lnTo>
                    <a:pt x="421099" y="928468"/>
                  </a:lnTo>
                  <a:lnTo>
                    <a:pt x="420532" y="927502"/>
                  </a:lnTo>
                  <a:lnTo>
                    <a:pt x="419493" y="926342"/>
                  </a:lnTo>
                  <a:lnTo>
                    <a:pt x="419114" y="925762"/>
                  </a:lnTo>
                  <a:lnTo>
                    <a:pt x="417224" y="924506"/>
                  </a:lnTo>
                  <a:lnTo>
                    <a:pt x="415901" y="923346"/>
                  </a:lnTo>
                  <a:lnTo>
                    <a:pt x="413821" y="921219"/>
                  </a:lnTo>
                  <a:lnTo>
                    <a:pt x="412309" y="919963"/>
                  </a:lnTo>
                  <a:lnTo>
                    <a:pt x="410796" y="918223"/>
                  </a:lnTo>
                  <a:lnTo>
                    <a:pt x="409473" y="916870"/>
                  </a:lnTo>
                  <a:lnTo>
                    <a:pt x="408906" y="916290"/>
                  </a:lnTo>
                  <a:lnTo>
                    <a:pt x="403991" y="914453"/>
                  </a:lnTo>
                  <a:lnTo>
                    <a:pt x="400304" y="910007"/>
                  </a:lnTo>
                  <a:lnTo>
                    <a:pt x="398603" y="908654"/>
                  </a:lnTo>
                  <a:lnTo>
                    <a:pt x="396618" y="906238"/>
                  </a:lnTo>
                  <a:lnTo>
                    <a:pt x="394160" y="903241"/>
                  </a:lnTo>
                  <a:lnTo>
                    <a:pt x="391419" y="901115"/>
                  </a:lnTo>
                  <a:lnTo>
                    <a:pt x="388678" y="897249"/>
                  </a:lnTo>
                  <a:lnTo>
                    <a:pt x="387638" y="895122"/>
                  </a:lnTo>
                  <a:lnTo>
                    <a:pt x="384803" y="892223"/>
                  </a:lnTo>
                  <a:lnTo>
                    <a:pt x="382912" y="890870"/>
                  </a:lnTo>
                  <a:lnTo>
                    <a:pt x="380265" y="888453"/>
                  </a:lnTo>
                  <a:lnTo>
                    <a:pt x="377430" y="886617"/>
                  </a:lnTo>
                  <a:lnTo>
                    <a:pt x="376106" y="885167"/>
                  </a:lnTo>
                  <a:lnTo>
                    <a:pt x="374405" y="884394"/>
                  </a:lnTo>
                  <a:lnTo>
                    <a:pt x="370624" y="880914"/>
                  </a:lnTo>
                  <a:lnTo>
                    <a:pt x="367127" y="878594"/>
                  </a:lnTo>
                  <a:lnTo>
                    <a:pt x="362495" y="874825"/>
                  </a:lnTo>
                  <a:lnTo>
                    <a:pt x="358903" y="873278"/>
                  </a:lnTo>
                  <a:lnTo>
                    <a:pt x="357864" y="871345"/>
                  </a:lnTo>
                  <a:lnTo>
                    <a:pt x="357674" y="868542"/>
                  </a:lnTo>
                  <a:lnTo>
                    <a:pt x="356068" y="866802"/>
                  </a:lnTo>
                  <a:lnTo>
                    <a:pt x="354839" y="863999"/>
                  </a:lnTo>
                  <a:lnTo>
                    <a:pt x="352381" y="863613"/>
                  </a:lnTo>
                  <a:lnTo>
                    <a:pt x="350774" y="863323"/>
                  </a:lnTo>
                  <a:lnTo>
                    <a:pt x="348600" y="861486"/>
                  </a:lnTo>
                  <a:lnTo>
                    <a:pt x="345765" y="860230"/>
                  </a:lnTo>
                  <a:lnTo>
                    <a:pt x="343874" y="859843"/>
                  </a:lnTo>
                  <a:lnTo>
                    <a:pt x="342740" y="859070"/>
                  </a:lnTo>
                  <a:lnTo>
                    <a:pt x="340660" y="856847"/>
                  </a:lnTo>
                  <a:lnTo>
                    <a:pt x="338108" y="854141"/>
                  </a:lnTo>
                  <a:lnTo>
                    <a:pt x="334989" y="852691"/>
                  </a:lnTo>
                  <a:lnTo>
                    <a:pt x="332815" y="850081"/>
                  </a:lnTo>
                  <a:lnTo>
                    <a:pt x="328750" y="847955"/>
                  </a:lnTo>
                  <a:lnTo>
                    <a:pt x="325442" y="847278"/>
                  </a:lnTo>
                  <a:lnTo>
                    <a:pt x="322985" y="844958"/>
                  </a:lnTo>
                  <a:lnTo>
                    <a:pt x="319582" y="840802"/>
                  </a:lnTo>
                  <a:lnTo>
                    <a:pt x="317880" y="839062"/>
                  </a:lnTo>
                  <a:lnTo>
                    <a:pt x="314572" y="836839"/>
                  </a:lnTo>
                  <a:lnTo>
                    <a:pt x="312587" y="835100"/>
                  </a:lnTo>
                  <a:lnTo>
                    <a:pt x="310224" y="834520"/>
                  </a:lnTo>
                  <a:lnTo>
                    <a:pt x="307955" y="833360"/>
                  </a:lnTo>
                  <a:lnTo>
                    <a:pt x="305214" y="831717"/>
                  </a:lnTo>
                  <a:lnTo>
                    <a:pt x="303324" y="829107"/>
                  </a:lnTo>
                  <a:lnTo>
                    <a:pt x="301433" y="827850"/>
                  </a:lnTo>
                  <a:lnTo>
                    <a:pt x="297274" y="824371"/>
                  </a:lnTo>
                  <a:lnTo>
                    <a:pt x="294061" y="823114"/>
                  </a:lnTo>
                  <a:lnTo>
                    <a:pt x="291508" y="820601"/>
                  </a:lnTo>
                  <a:lnTo>
                    <a:pt x="289334" y="819151"/>
                  </a:lnTo>
                  <a:lnTo>
                    <a:pt x="287917" y="818668"/>
                  </a:lnTo>
                  <a:lnTo>
                    <a:pt x="285932" y="817992"/>
                  </a:lnTo>
                  <a:lnTo>
                    <a:pt x="283852" y="816735"/>
                  </a:lnTo>
                  <a:lnTo>
                    <a:pt x="282623" y="814995"/>
                  </a:lnTo>
                  <a:lnTo>
                    <a:pt x="281583" y="814609"/>
                  </a:lnTo>
                  <a:lnTo>
                    <a:pt x="280355" y="813449"/>
                  </a:lnTo>
                  <a:lnTo>
                    <a:pt x="278842" y="812772"/>
                  </a:lnTo>
                  <a:lnTo>
                    <a:pt x="277708" y="812386"/>
                  </a:lnTo>
                  <a:lnTo>
                    <a:pt x="276007" y="811032"/>
                  </a:lnTo>
                  <a:lnTo>
                    <a:pt x="274778" y="810742"/>
                  </a:lnTo>
                  <a:lnTo>
                    <a:pt x="272982" y="809003"/>
                  </a:lnTo>
                  <a:lnTo>
                    <a:pt x="269863" y="806780"/>
                  </a:lnTo>
                  <a:lnTo>
                    <a:pt x="267972" y="804750"/>
                  </a:lnTo>
                  <a:lnTo>
                    <a:pt x="265609" y="802333"/>
                  </a:lnTo>
                  <a:lnTo>
                    <a:pt x="263435" y="800690"/>
                  </a:lnTo>
                  <a:lnTo>
                    <a:pt x="261923" y="800014"/>
                  </a:lnTo>
                  <a:lnTo>
                    <a:pt x="260032" y="799047"/>
                  </a:lnTo>
                  <a:lnTo>
                    <a:pt x="258236" y="797597"/>
                  </a:lnTo>
                  <a:lnTo>
                    <a:pt x="256062" y="795858"/>
                  </a:lnTo>
                  <a:lnTo>
                    <a:pt x="254172" y="793731"/>
                  </a:lnTo>
                  <a:lnTo>
                    <a:pt x="252565" y="792765"/>
                  </a:lnTo>
                  <a:lnTo>
                    <a:pt x="250485" y="792088"/>
                  </a:lnTo>
                  <a:lnTo>
                    <a:pt x="247933" y="790542"/>
                  </a:lnTo>
                  <a:lnTo>
                    <a:pt x="246421" y="789575"/>
                  </a:lnTo>
                  <a:lnTo>
                    <a:pt x="243963" y="788029"/>
                  </a:lnTo>
                  <a:lnTo>
                    <a:pt x="242073" y="786965"/>
                  </a:lnTo>
                  <a:lnTo>
                    <a:pt x="239237" y="784742"/>
                  </a:lnTo>
                  <a:lnTo>
                    <a:pt x="237441" y="783196"/>
                  </a:lnTo>
                  <a:lnTo>
                    <a:pt x="235267" y="781746"/>
                  </a:lnTo>
                  <a:lnTo>
                    <a:pt x="232432" y="781263"/>
                  </a:lnTo>
                  <a:lnTo>
                    <a:pt x="230541" y="779136"/>
                  </a:lnTo>
                  <a:lnTo>
                    <a:pt x="228651" y="776913"/>
                  </a:lnTo>
                  <a:lnTo>
                    <a:pt x="224964" y="775270"/>
                  </a:lnTo>
                  <a:lnTo>
                    <a:pt x="222601" y="773434"/>
                  </a:lnTo>
                  <a:lnTo>
                    <a:pt x="221183" y="771307"/>
                  </a:lnTo>
                  <a:lnTo>
                    <a:pt x="218537" y="769084"/>
                  </a:lnTo>
                  <a:lnTo>
                    <a:pt x="216835" y="767151"/>
                  </a:lnTo>
                  <a:lnTo>
                    <a:pt x="214756" y="765121"/>
                  </a:lnTo>
                  <a:lnTo>
                    <a:pt x="212298" y="763575"/>
                  </a:lnTo>
                  <a:lnTo>
                    <a:pt x="209841" y="762318"/>
                  </a:lnTo>
                  <a:lnTo>
                    <a:pt x="205871" y="760965"/>
                  </a:lnTo>
                  <a:lnTo>
                    <a:pt x="203886" y="759129"/>
                  </a:lnTo>
                  <a:lnTo>
                    <a:pt x="202940" y="756712"/>
                  </a:lnTo>
                  <a:lnTo>
                    <a:pt x="200861" y="754972"/>
                  </a:lnTo>
                  <a:lnTo>
                    <a:pt x="197364" y="752459"/>
                  </a:lnTo>
                  <a:lnTo>
                    <a:pt x="195851" y="750816"/>
                  </a:lnTo>
                  <a:lnTo>
                    <a:pt x="194055" y="748593"/>
                  </a:lnTo>
                  <a:lnTo>
                    <a:pt x="192354" y="746757"/>
                  </a:lnTo>
                  <a:lnTo>
                    <a:pt x="191314" y="746177"/>
                  </a:lnTo>
                  <a:lnTo>
                    <a:pt x="189329" y="745114"/>
                  </a:lnTo>
                  <a:lnTo>
                    <a:pt x="187722" y="744244"/>
                  </a:lnTo>
                  <a:lnTo>
                    <a:pt x="185737" y="742601"/>
                  </a:lnTo>
                  <a:lnTo>
                    <a:pt x="181011" y="740764"/>
                  </a:lnTo>
                  <a:lnTo>
                    <a:pt x="177608" y="738251"/>
                  </a:lnTo>
                  <a:lnTo>
                    <a:pt x="175340" y="736608"/>
                  </a:lnTo>
                  <a:lnTo>
                    <a:pt x="173449" y="734772"/>
                  </a:lnTo>
                  <a:lnTo>
                    <a:pt x="170046" y="732838"/>
                  </a:lnTo>
                  <a:lnTo>
                    <a:pt x="167022" y="730615"/>
                  </a:lnTo>
                  <a:lnTo>
                    <a:pt x="164470" y="728779"/>
                  </a:lnTo>
                  <a:lnTo>
                    <a:pt x="161728" y="726459"/>
                  </a:lnTo>
                  <a:lnTo>
                    <a:pt x="158987" y="724526"/>
                  </a:lnTo>
                  <a:lnTo>
                    <a:pt x="157097" y="723946"/>
                  </a:lnTo>
                  <a:lnTo>
                    <a:pt x="154356" y="722013"/>
                  </a:lnTo>
                  <a:lnTo>
                    <a:pt x="151614" y="718823"/>
                  </a:lnTo>
                  <a:lnTo>
                    <a:pt x="148968" y="718050"/>
                  </a:lnTo>
                  <a:lnTo>
                    <a:pt x="145659" y="716407"/>
                  </a:lnTo>
                  <a:lnTo>
                    <a:pt x="142918" y="715151"/>
                  </a:lnTo>
                  <a:lnTo>
                    <a:pt x="140461" y="711961"/>
                  </a:lnTo>
                  <a:lnTo>
                    <a:pt x="135735" y="709061"/>
                  </a:lnTo>
                  <a:lnTo>
                    <a:pt x="130536" y="705002"/>
                  </a:lnTo>
                  <a:lnTo>
                    <a:pt x="128645" y="702779"/>
                  </a:lnTo>
                  <a:lnTo>
                    <a:pt x="126471" y="701232"/>
                  </a:lnTo>
                  <a:lnTo>
                    <a:pt x="124203" y="699589"/>
                  </a:lnTo>
                  <a:lnTo>
                    <a:pt x="122029" y="697656"/>
                  </a:lnTo>
                  <a:lnTo>
                    <a:pt x="118720" y="694563"/>
                  </a:lnTo>
                  <a:lnTo>
                    <a:pt x="115696" y="693500"/>
                  </a:lnTo>
                  <a:lnTo>
                    <a:pt x="113711" y="691083"/>
                  </a:lnTo>
                  <a:lnTo>
                    <a:pt x="110119" y="689054"/>
                  </a:lnTo>
                  <a:lnTo>
                    <a:pt x="106621" y="686927"/>
                  </a:lnTo>
                  <a:lnTo>
                    <a:pt x="103880" y="684414"/>
                  </a:lnTo>
                  <a:lnTo>
                    <a:pt x="101895" y="683158"/>
                  </a:lnTo>
                  <a:lnTo>
                    <a:pt x="99249" y="682868"/>
                  </a:lnTo>
                  <a:lnTo>
                    <a:pt x="97358" y="681128"/>
                  </a:lnTo>
                  <a:lnTo>
                    <a:pt x="93010" y="678325"/>
                  </a:lnTo>
                  <a:lnTo>
                    <a:pt x="91781" y="676875"/>
                  </a:lnTo>
                  <a:lnTo>
                    <a:pt x="88946" y="675619"/>
                  </a:lnTo>
                  <a:lnTo>
                    <a:pt x="86772" y="674169"/>
                  </a:lnTo>
                  <a:lnTo>
                    <a:pt x="83369" y="671946"/>
                  </a:lnTo>
                  <a:lnTo>
                    <a:pt x="79966" y="669723"/>
                  </a:lnTo>
                  <a:lnTo>
                    <a:pt x="77697" y="667306"/>
                  </a:lnTo>
                  <a:lnTo>
                    <a:pt x="74389" y="665277"/>
                  </a:lnTo>
                  <a:lnTo>
                    <a:pt x="71364" y="663730"/>
                  </a:lnTo>
                  <a:lnTo>
                    <a:pt x="69947" y="662860"/>
                  </a:lnTo>
                  <a:lnTo>
                    <a:pt x="67489" y="661604"/>
                  </a:lnTo>
                  <a:lnTo>
                    <a:pt x="64464" y="660057"/>
                  </a:lnTo>
                  <a:lnTo>
                    <a:pt x="63613" y="658124"/>
                  </a:lnTo>
                  <a:lnTo>
                    <a:pt x="61723" y="657447"/>
                  </a:lnTo>
                  <a:lnTo>
                    <a:pt x="59927" y="655611"/>
                  </a:lnTo>
                  <a:lnTo>
                    <a:pt x="54350" y="653388"/>
                  </a:lnTo>
                  <a:lnTo>
                    <a:pt x="49341" y="648555"/>
                  </a:lnTo>
                  <a:lnTo>
                    <a:pt x="44898" y="646332"/>
                  </a:lnTo>
                  <a:lnTo>
                    <a:pt x="42818" y="644689"/>
                  </a:lnTo>
                  <a:lnTo>
                    <a:pt x="40644" y="643143"/>
                  </a:lnTo>
                  <a:lnTo>
                    <a:pt x="39983" y="642659"/>
                  </a:lnTo>
                  <a:lnTo>
                    <a:pt x="39037" y="642273"/>
                  </a:lnTo>
                  <a:lnTo>
                    <a:pt x="37147" y="641016"/>
                  </a:lnTo>
                  <a:lnTo>
                    <a:pt x="34689" y="639663"/>
                  </a:lnTo>
                  <a:lnTo>
                    <a:pt x="31665" y="637826"/>
                  </a:lnTo>
                  <a:lnTo>
                    <a:pt x="28451" y="635990"/>
                  </a:lnTo>
                  <a:lnTo>
                    <a:pt x="25804" y="634347"/>
                  </a:lnTo>
                  <a:lnTo>
                    <a:pt x="22401" y="631544"/>
                  </a:lnTo>
                  <a:lnTo>
                    <a:pt x="19944" y="630867"/>
                  </a:lnTo>
                  <a:lnTo>
                    <a:pt x="18242" y="628838"/>
                  </a:lnTo>
                  <a:lnTo>
                    <a:pt x="14367" y="626614"/>
                  </a:lnTo>
                  <a:lnTo>
                    <a:pt x="12098" y="625745"/>
                  </a:lnTo>
                  <a:lnTo>
                    <a:pt x="10964" y="624488"/>
                  </a:lnTo>
                  <a:lnTo>
                    <a:pt x="7561" y="621878"/>
                  </a:lnTo>
                  <a:lnTo>
                    <a:pt x="2741" y="620429"/>
                  </a:lnTo>
                  <a:lnTo>
                    <a:pt x="0" y="619075"/>
                  </a:lnTo>
                  <a:lnTo>
                    <a:pt x="19188" y="591045"/>
                  </a:lnTo>
                  <a:lnTo>
                    <a:pt x="43953" y="604480"/>
                  </a:lnTo>
                  <a:lnTo>
                    <a:pt x="48395" y="607090"/>
                  </a:lnTo>
                  <a:lnTo>
                    <a:pt x="51042" y="608637"/>
                  </a:lnTo>
                  <a:lnTo>
                    <a:pt x="52932" y="609990"/>
                  </a:lnTo>
                  <a:lnTo>
                    <a:pt x="55768" y="611826"/>
                  </a:lnTo>
                  <a:lnTo>
                    <a:pt x="61250" y="615886"/>
                  </a:lnTo>
                  <a:lnTo>
                    <a:pt x="64370" y="618399"/>
                  </a:lnTo>
                  <a:lnTo>
                    <a:pt x="65315" y="619075"/>
                  </a:lnTo>
                  <a:lnTo>
                    <a:pt x="66260" y="619752"/>
                  </a:lnTo>
                  <a:lnTo>
                    <a:pt x="67772" y="621008"/>
                  </a:lnTo>
                  <a:lnTo>
                    <a:pt x="69190" y="622168"/>
                  </a:lnTo>
                  <a:lnTo>
                    <a:pt x="69663" y="622458"/>
                  </a:lnTo>
                  <a:lnTo>
                    <a:pt x="82329" y="632414"/>
                  </a:lnTo>
                  <a:lnTo>
                    <a:pt x="98303" y="644786"/>
                  </a:lnTo>
                  <a:lnTo>
                    <a:pt x="109268" y="653485"/>
                  </a:lnTo>
                  <a:lnTo>
                    <a:pt x="114561" y="657641"/>
                  </a:lnTo>
                  <a:lnTo>
                    <a:pt x="119382" y="661217"/>
                  </a:lnTo>
                  <a:lnTo>
                    <a:pt x="120233" y="661700"/>
                  </a:lnTo>
                  <a:lnTo>
                    <a:pt x="120800" y="660057"/>
                  </a:lnTo>
                  <a:lnTo>
                    <a:pt x="120894" y="659671"/>
                  </a:lnTo>
                  <a:lnTo>
                    <a:pt x="120989" y="659381"/>
                  </a:lnTo>
                  <a:lnTo>
                    <a:pt x="121367" y="658221"/>
                  </a:lnTo>
                  <a:lnTo>
                    <a:pt x="122312" y="656771"/>
                  </a:lnTo>
                  <a:lnTo>
                    <a:pt x="122879" y="655611"/>
                  </a:lnTo>
                  <a:lnTo>
                    <a:pt x="124014" y="653678"/>
                  </a:lnTo>
                  <a:lnTo>
                    <a:pt x="124675" y="652711"/>
                  </a:lnTo>
                  <a:lnTo>
                    <a:pt x="125715" y="651938"/>
                  </a:lnTo>
                  <a:lnTo>
                    <a:pt x="126566" y="651068"/>
                  </a:lnTo>
                  <a:lnTo>
                    <a:pt x="127227" y="650295"/>
                  </a:lnTo>
                  <a:lnTo>
                    <a:pt x="127606" y="649908"/>
                  </a:lnTo>
                  <a:lnTo>
                    <a:pt x="127984" y="649328"/>
                  </a:lnTo>
                  <a:lnTo>
                    <a:pt x="128267" y="648845"/>
                  </a:lnTo>
                  <a:lnTo>
                    <a:pt x="127227" y="647975"/>
                  </a:lnTo>
                  <a:lnTo>
                    <a:pt x="126093" y="647009"/>
                  </a:lnTo>
                  <a:lnTo>
                    <a:pt x="125904" y="646815"/>
                  </a:lnTo>
                  <a:lnTo>
                    <a:pt x="125621" y="646525"/>
                  </a:lnTo>
                  <a:lnTo>
                    <a:pt x="124297" y="645366"/>
                  </a:lnTo>
                  <a:lnTo>
                    <a:pt x="121272" y="640243"/>
                  </a:lnTo>
                  <a:lnTo>
                    <a:pt x="120705" y="639180"/>
                  </a:lnTo>
                  <a:lnTo>
                    <a:pt x="120516" y="638890"/>
                  </a:lnTo>
                  <a:lnTo>
                    <a:pt x="120989" y="636377"/>
                  </a:lnTo>
                  <a:lnTo>
                    <a:pt x="121462" y="632414"/>
                  </a:lnTo>
                  <a:lnTo>
                    <a:pt x="121556" y="631834"/>
                  </a:lnTo>
                  <a:lnTo>
                    <a:pt x="122501" y="627194"/>
                  </a:lnTo>
                  <a:lnTo>
                    <a:pt x="123163" y="623715"/>
                  </a:lnTo>
                  <a:lnTo>
                    <a:pt x="123257" y="620719"/>
                  </a:lnTo>
                  <a:lnTo>
                    <a:pt x="123163" y="616562"/>
                  </a:lnTo>
                  <a:lnTo>
                    <a:pt x="123257" y="613759"/>
                  </a:lnTo>
                  <a:lnTo>
                    <a:pt x="123068" y="608443"/>
                  </a:lnTo>
                  <a:lnTo>
                    <a:pt x="126944" y="608443"/>
                  </a:lnTo>
                  <a:lnTo>
                    <a:pt x="129969" y="608347"/>
                  </a:lnTo>
                  <a:lnTo>
                    <a:pt x="132237" y="608153"/>
                  </a:lnTo>
                  <a:lnTo>
                    <a:pt x="134411" y="607863"/>
                  </a:lnTo>
                  <a:lnTo>
                    <a:pt x="134978" y="607863"/>
                  </a:lnTo>
                  <a:lnTo>
                    <a:pt x="136680" y="607573"/>
                  </a:lnTo>
                  <a:lnTo>
                    <a:pt x="136774" y="607960"/>
                  </a:lnTo>
                  <a:lnTo>
                    <a:pt x="138192" y="608250"/>
                  </a:lnTo>
                  <a:lnTo>
                    <a:pt x="142918" y="609120"/>
                  </a:lnTo>
                  <a:lnTo>
                    <a:pt x="144903" y="609507"/>
                  </a:lnTo>
                  <a:lnTo>
                    <a:pt x="147455" y="609893"/>
                  </a:lnTo>
                  <a:lnTo>
                    <a:pt x="151331" y="610376"/>
                  </a:lnTo>
                  <a:lnTo>
                    <a:pt x="153788" y="610666"/>
                  </a:lnTo>
                  <a:lnTo>
                    <a:pt x="160121" y="611440"/>
                  </a:lnTo>
                  <a:lnTo>
                    <a:pt x="165887" y="612213"/>
                  </a:lnTo>
                  <a:lnTo>
                    <a:pt x="171086" y="612889"/>
                  </a:lnTo>
                  <a:lnTo>
                    <a:pt x="177325" y="613663"/>
                  </a:lnTo>
                  <a:lnTo>
                    <a:pt x="183847" y="614533"/>
                  </a:lnTo>
                  <a:lnTo>
                    <a:pt x="184036" y="614533"/>
                  </a:lnTo>
                  <a:lnTo>
                    <a:pt x="191976" y="615692"/>
                  </a:lnTo>
                  <a:lnTo>
                    <a:pt x="200955" y="616852"/>
                  </a:lnTo>
                  <a:lnTo>
                    <a:pt x="201901" y="616949"/>
                  </a:lnTo>
                  <a:lnTo>
                    <a:pt x="208139" y="617722"/>
                  </a:lnTo>
                  <a:lnTo>
                    <a:pt x="208045" y="619365"/>
                  </a:lnTo>
                  <a:lnTo>
                    <a:pt x="207005" y="631931"/>
                  </a:lnTo>
                  <a:lnTo>
                    <a:pt x="207761" y="632124"/>
                  </a:lnTo>
                  <a:lnTo>
                    <a:pt x="216646" y="633574"/>
                  </a:lnTo>
                  <a:lnTo>
                    <a:pt x="216646" y="636763"/>
                  </a:lnTo>
                  <a:lnTo>
                    <a:pt x="218348" y="636957"/>
                  </a:lnTo>
                  <a:lnTo>
                    <a:pt x="228367" y="632994"/>
                  </a:lnTo>
                  <a:lnTo>
                    <a:pt x="233471" y="630964"/>
                  </a:lnTo>
                  <a:lnTo>
                    <a:pt x="239710" y="625551"/>
                  </a:lnTo>
                  <a:lnTo>
                    <a:pt x="241600" y="618785"/>
                  </a:lnTo>
                  <a:lnTo>
                    <a:pt x="239899" y="609700"/>
                  </a:lnTo>
                  <a:lnTo>
                    <a:pt x="237536" y="601581"/>
                  </a:lnTo>
                  <a:lnTo>
                    <a:pt x="239048" y="590949"/>
                  </a:lnTo>
                  <a:lnTo>
                    <a:pt x="248595" y="577030"/>
                  </a:lnTo>
                  <a:lnTo>
                    <a:pt x="259465" y="567462"/>
                  </a:lnTo>
                  <a:lnTo>
                    <a:pt x="269485" y="559149"/>
                  </a:lnTo>
                  <a:lnTo>
                    <a:pt x="273455" y="554510"/>
                  </a:lnTo>
                  <a:lnTo>
                    <a:pt x="274589" y="553253"/>
                  </a:lnTo>
                  <a:lnTo>
                    <a:pt x="273644" y="551707"/>
                  </a:lnTo>
                  <a:lnTo>
                    <a:pt x="272037" y="549290"/>
                  </a:lnTo>
                  <a:lnTo>
                    <a:pt x="270052" y="545618"/>
                  </a:lnTo>
                  <a:lnTo>
                    <a:pt x="269579" y="544844"/>
                  </a:lnTo>
                  <a:lnTo>
                    <a:pt x="266554" y="540398"/>
                  </a:lnTo>
                  <a:lnTo>
                    <a:pt x="264002" y="537305"/>
                  </a:lnTo>
                  <a:lnTo>
                    <a:pt x="262868" y="532762"/>
                  </a:lnTo>
                  <a:lnTo>
                    <a:pt x="261828" y="527930"/>
                  </a:lnTo>
                  <a:lnTo>
                    <a:pt x="261545" y="525997"/>
                  </a:lnTo>
                  <a:lnTo>
                    <a:pt x="261356" y="524450"/>
                  </a:lnTo>
                  <a:lnTo>
                    <a:pt x="261167" y="523290"/>
                  </a:lnTo>
                  <a:lnTo>
                    <a:pt x="261167" y="522034"/>
                  </a:lnTo>
                  <a:lnTo>
                    <a:pt x="261261" y="519617"/>
                  </a:lnTo>
                  <a:lnTo>
                    <a:pt x="261261" y="518941"/>
                  </a:lnTo>
                  <a:lnTo>
                    <a:pt x="261545" y="516331"/>
                  </a:lnTo>
                  <a:lnTo>
                    <a:pt x="262017" y="514108"/>
                  </a:lnTo>
                  <a:lnTo>
                    <a:pt x="262679" y="511595"/>
                  </a:lnTo>
                  <a:lnTo>
                    <a:pt x="263246" y="509855"/>
                  </a:lnTo>
                  <a:lnTo>
                    <a:pt x="264002" y="507922"/>
                  </a:lnTo>
                  <a:lnTo>
                    <a:pt x="264664" y="506279"/>
                  </a:lnTo>
                  <a:lnTo>
                    <a:pt x="265987" y="502799"/>
                  </a:lnTo>
                  <a:lnTo>
                    <a:pt x="266554" y="501156"/>
                  </a:lnTo>
                  <a:lnTo>
                    <a:pt x="274778" y="479795"/>
                  </a:lnTo>
                  <a:lnTo>
                    <a:pt x="275439" y="478152"/>
                  </a:lnTo>
                  <a:lnTo>
                    <a:pt x="275723" y="477282"/>
                  </a:lnTo>
                  <a:lnTo>
                    <a:pt x="276385" y="475639"/>
                  </a:lnTo>
                  <a:lnTo>
                    <a:pt x="301811" y="485498"/>
                  </a:lnTo>
                  <a:lnTo>
                    <a:pt x="304647" y="485691"/>
                  </a:lnTo>
                  <a:lnTo>
                    <a:pt x="305781" y="485401"/>
                  </a:lnTo>
                  <a:lnTo>
                    <a:pt x="308333" y="484145"/>
                  </a:lnTo>
                  <a:lnTo>
                    <a:pt x="313438" y="481052"/>
                  </a:lnTo>
                  <a:lnTo>
                    <a:pt x="331397" y="456502"/>
                  </a:lnTo>
                  <a:lnTo>
                    <a:pt x="360794" y="415520"/>
                  </a:lnTo>
                  <a:lnTo>
                    <a:pt x="365709" y="402568"/>
                  </a:lnTo>
                  <a:lnTo>
                    <a:pt x="373460" y="386620"/>
                  </a:lnTo>
                  <a:lnTo>
                    <a:pt x="382629" y="371542"/>
                  </a:lnTo>
                  <a:lnTo>
                    <a:pt x="396429" y="353854"/>
                  </a:lnTo>
                  <a:lnTo>
                    <a:pt x="412498" y="334329"/>
                  </a:lnTo>
                  <a:lnTo>
                    <a:pt x="422990" y="326597"/>
                  </a:lnTo>
                  <a:lnTo>
                    <a:pt x="480932" y="292574"/>
                  </a:lnTo>
                  <a:lnTo>
                    <a:pt x="481689" y="289192"/>
                  </a:lnTo>
                  <a:lnTo>
                    <a:pt x="479798" y="278656"/>
                  </a:lnTo>
                  <a:lnTo>
                    <a:pt x="475167" y="263385"/>
                  </a:lnTo>
                  <a:lnTo>
                    <a:pt x="470629" y="247823"/>
                  </a:lnTo>
                  <a:lnTo>
                    <a:pt x="465903" y="227429"/>
                  </a:lnTo>
                  <a:lnTo>
                    <a:pt x="470251" y="232165"/>
                  </a:lnTo>
                  <a:lnTo>
                    <a:pt x="476868" y="238931"/>
                  </a:lnTo>
                  <a:lnTo>
                    <a:pt x="483107" y="243570"/>
                  </a:lnTo>
                  <a:lnTo>
                    <a:pt x="490007" y="245503"/>
                  </a:lnTo>
                  <a:lnTo>
                    <a:pt x="499270" y="250143"/>
                  </a:lnTo>
                  <a:lnTo>
                    <a:pt x="509289" y="252173"/>
                  </a:lnTo>
                  <a:lnTo>
                    <a:pt x="519025" y="252173"/>
                  </a:lnTo>
                  <a:lnTo>
                    <a:pt x="526965" y="252946"/>
                  </a:lnTo>
                  <a:lnTo>
                    <a:pt x="530841" y="254299"/>
                  </a:lnTo>
                  <a:lnTo>
                    <a:pt x="535378" y="257779"/>
                  </a:lnTo>
                  <a:lnTo>
                    <a:pt x="539159" y="264641"/>
                  </a:lnTo>
                  <a:lnTo>
                    <a:pt x="545397" y="271504"/>
                  </a:lnTo>
                  <a:lnTo>
                    <a:pt x="550312" y="277206"/>
                  </a:lnTo>
                  <a:lnTo>
                    <a:pt x="554282" y="283972"/>
                  </a:lnTo>
                  <a:lnTo>
                    <a:pt x="566570" y="292188"/>
                  </a:lnTo>
                  <a:lnTo>
                    <a:pt x="572053" y="296731"/>
                  </a:lnTo>
                  <a:lnTo>
                    <a:pt x="576117" y="300210"/>
                  </a:lnTo>
                  <a:lnTo>
                    <a:pt x="579614" y="305043"/>
                  </a:lnTo>
                  <a:lnTo>
                    <a:pt x="580465" y="305816"/>
                  </a:lnTo>
                  <a:lnTo>
                    <a:pt x="588878" y="313259"/>
                  </a:lnTo>
                  <a:lnTo>
                    <a:pt x="593982" y="321088"/>
                  </a:lnTo>
                  <a:lnTo>
                    <a:pt x="598519" y="323504"/>
                  </a:lnTo>
                  <a:lnTo>
                    <a:pt x="609295" y="331043"/>
                  </a:lnTo>
                  <a:lnTo>
                    <a:pt x="614021" y="333460"/>
                  </a:lnTo>
                  <a:lnTo>
                    <a:pt x="615155" y="334233"/>
                  </a:lnTo>
                  <a:lnTo>
                    <a:pt x="618747" y="336553"/>
                  </a:lnTo>
                  <a:lnTo>
                    <a:pt x="625080" y="341385"/>
                  </a:lnTo>
                  <a:lnTo>
                    <a:pt x="627821" y="341965"/>
                  </a:lnTo>
                  <a:lnTo>
                    <a:pt x="636045" y="342449"/>
                  </a:lnTo>
                  <a:lnTo>
                    <a:pt x="638597" y="343028"/>
                  </a:lnTo>
                  <a:lnTo>
                    <a:pt x="642661" y="345541"/>
                  </a:lnTo>
                  <a:lnTo>
                    <a:pt x="649940" y="349891"/>
                  </a:lnTo>
                  <a:lnTo>
                    <a:pt x="654760" y="351341"/>
                  </a:lnTo>
                  <a:lnTo>
                    <a:pt x="656273" y="351921"/>
                  </a:lnTo>
                  <a:lnTo>
                    <a:pt x="654571" y="353467"/>
                  </a:lnTo>
                  <a:lnTo>
                    <a:pt x="653059" y="354820"/>
                  </a:lnTo>
                  <a:lnTo>
                    <a:pt x="652397" y="356077"/>
                  </a:lnTo>
                  <a:lnTo>
                    <a:pt x="652964" y="357720"/>
                  </a:lnTo>
                  <a:lnTo>
                    <a:pt x="652586" y="363423"/>
                  </a:lnTo>
                  <a:lnTo>
                    <a:pt x="650318" y="368255"/>
                  </a:lnTo>
                  <a:lnTo>
                    <a:pt x="642850" y="381111"/>
                  </a:lnTo>
                  <a:lnTo>
                    <a:pt x="640204" y="387296"/>
                  </a:lnTo>
                  <a:lnTo>
                    <a:pt x="638880" y="394739"/>
                  </a:lnTo>
                  <a:lnTo>
                    <a:pt x="641622" y="399378"/>
                  </a:lnTo>
                  <a:lnTo>
                    <a:pt x="647577" y="407207"/>
                  </a:lnTo>
                  <a:lnTo>
                    <a:pt x="654099" y="414263"/>
                  </a:lnTo>
                  <a:lnTo>
                    <a:pt x="656084" y="417743"/>
                  </a:lnTo>
                  <a:lnTo>
                    <a:pt x="659014" y="421609"/>
                  </a:lnTo>
                  <a:lnTo>
                    <a:pt x="679336" y="437654"/>
                  </a:lnTo>
                  <a:lnTo>
                    <a:pt x="682172" y="440070"/>
                  </a:lnTo>
                  <a:lnTo>
                    <a:pt x="687371" y="450509"/>
                  </a:lnTo>
                  <a:lnTo>
                    <a:pt x="695311" y="465780"/>
                  </a:lnTo>
                  <a:lnTo>
                    <a:pt x="695311" y="467907"/>
                  </a:lnTo>
                  <a:lnTo>
                    <a:pt x="693420" y="472546"/>
                  </a:lnTo>
                  <a:lnTo>
                    <a:pt x="693798" y="476799"/>
                  </a:lnTo>
                  <a:lnTo>
                    <a:pt x="697201" y="482018"/>
                  </a:lnTo>
                  <a:lnTo>
                    <a:pt x="707221" y="488978"/>
                  </a:lnTo>
                  <a:lnTo>
                    <a:pt x="703251" y="499610"/>
                  </a:lnTo>
                  <a:lnTo>
                    <a:pt x="696445" y="516524"/>
                  </a:lnTo>
                  <a:lnTo>
                    <a:pt x="696350" y="516718"/>
                  </a:lnTo>
                  <a:lnTo>
                    <a:pt x="695405" y="519134"/>
                  </a:lnTo>
                  <a:lnTo>
                    <a:pt x="692286" y="526673"/>
                  </a:lnTo>
                  <a:lnTo>
                    <a:pt x="694082" y="527253"/>
                  </a:lnTo>
                  <a:lnTo>
                    <a:pt x="702305" y="530539"/>
                  </a:lnTo>
                  <a:lnTo>
                    <a:pt x="703629" y="531119"/>
                  </a:lnTo>
                  <a:lnTo>
                    <a:pt x="704101" y="531313"/>
                  </a:lnTo>
                  <a:lnTo>
                    <a:pt x="704857" y="531603"/>
                  </a:lnTo>
                  <a:lnTo>
                    <a:pt x="704952" y="531216"/>
                  </a:lnTo>
                  <a:lnTo>
                    <a:pt x="708166" y="522807"/>
                  </a:lnTo>
                  <a:lnTo>
                    <a:pt x="708544" y="521454"/>
                  </a:lnTo>
                  <a:lnTo>
                    <a:pt x="709584" y="520197"/>
                  </a:lnTo>
                  <a:lnTo>
                    <a:pt x="710623" y="518941"/>
                  </a:lnTo>
                  <a:lnTo>
                    <a:pt x="714971" y="513528"/>
                  </a:lnTo>
                  <a:lnTo>
                    <a:pt x="716389" y="511982"/>
                  </a:lnTo>
                  <a:lnTo>
                    <a:pt x="722628" y="504442"/>
                  </a:lnTo>
                  <a:lnTo>
                    <a:pt x="728394" y="497483"/>
                  </a:lnTo>
                  <a:lnTo>
                    <a:pt x="728677" y="497870"/>
                  </a:lnTo>
                  <a:lnTo>
                    <a:pt x="728866" y="498063"/>
                  </a:lnTo>
                  <a:lnTo>
                    <a:pt x="729433" y="498546"/>
                  </a:lnTo>
                  <a:lnTo>
                    <a:pt x="730662" y="499610"/>
                  </a:lnTo>
                  <a:lnTo>
                    <a:pt x="733309" y="501833"/>
                  </a:lnTo>
                  <a:lnTo>
                    <a:pt x="734254" y="502606"/>
                  </a:lnTo>
                  <a:lnTo>
                    <a:pt x="735105" y="503283"/>
                  </a:lnTo>
                  <a:lnTo>
                    <a:pt x="735577" y="503669"/>
                  </a:lnTo>
                  <a:lnTo>
                    <a:pt x="736334" y="504249"/>
                  </a:lnTo>
                  <a:lnTo>
                    <a:pt x="737090" y="504636"/>
                  </a:lnTo>
                  <a:lnTo>
                    <a:pt x="738319" y="504926"/>
                  </a:lnTo>
                  <a:lnTo>
                    <a:pt x="739642" y="505216"/>
                  </a:lnTo>
                  <a:lnTo>
                    <a:pt x="740398" y="505312"/>
                  </a:lnTo>
                  <a:lnTo>
                    <a:pt x="741721" y="505409"/>
                  </a:lnTo>
                  <a:lnTo>
                    <a:pt x="742383" y="505796"/>
                  </a:lnTo>
                  <a:lnTo>
                    <a:pt x="744084" y="506955"/>
                  </a:lnTo>
                  <a:lnTo>
                    <a:pt x="744274" y="507149"/>
                  </a:lnTo>
                  <a:lnTo>
                    <a:pt x="744274" y="507439"/>
                  </a:lnTo>
                  <a:lnTo>
                    <a:pt x="744274" y="508019"/>
                  </a:lnTo>
                  <a:lnTo>
                    <a:pt x="744179" y="510822"/>
                  </a:lnTo>
                  <a:lnTo>
                    <a:pt x="743895" y="511595"/>
                  </a:lnTo>
                  <a:lnTo>
                    <a:pt x="743801" y="512175"/>
                  </a:lnTo>
                  <a:lnTo>
                    <a:pt x="743706" y="512658"/>
                  </a:lnTo>
                  <a:lnTo>
                    <a:pt x="743801" y="513335"/>
                  </a:lnTo>
                  <a:lnTo>
                    <a:pt x="743895" y="513721"/>
                  </a:lnTo>
                  <a:lnTo>
                    <a:pt x="744179" y="514398"/>
                  </a:lnTo>
                  <a:lnTo>
                    <a:pt x="746069" y="516621"/>
                  </a:lnTo>
                  <a:lnTo>
                    <a:pt x="746826" y="517394"/>
                  </a:lnTo>
                  <a:lnTo>
                    <a:pt x="747109" y="517588"/>
                  </a:lnTo>
                  <a:lnTo>
                    <a:pt x="747487" y="517684"/>
                  </a:lnTo>
                  <a:lnTo>
                    <a:pt x="747865" y="517684"/>
                  </a:lnTo>
                  <a:lnTo>
                    <a:pt x="748338" y="517684"/>
                  </a:lnTo>
                  <a:lnTo>
                    <a:pt x="748811" y="517684"/>
                  </a:lnTo>
                  <a:lnTo>
                    <a:pt x="749283" y="517878"/>
                  </a:lnTo>
                  <a:lnTo>
                    <a:pt x="749661" y="518167"/>
                  </a:lnTo>
                  <a:lnTo>
                    <a:pt x="750134" y="518457"/>
                  </a:lnTo>
                  <a:lnTo>
                    <a:pt x="750323" y="518554"/>
                  </a:lnTo>
                  <a:lnTo>
                    <a:pt x="750701" y="518651"/>
                  </a:lnTo>
                  <a:lnTo>
                    <a:pt x="751079" y="519134"/>
                  </a:lnTo>
                  <a:lnTo>
                    <a:pt x="751268" y="519617"/>
                  </a:lnTo>
                  <a:lnTo>
                    <a:pt x="751363" y="519907"/>
                  </a:lnTo>
                  <a:lnTo>
                    <a:pt x="751457" y="520197"/>
                  </a:lnTo>
                  <a:lnTo>
                    <a:pt x="751646" y="520777"/>
                  </a:lnTo>
                  <a:lnTo>
                    <a:pt x="751741" y="520970"/>
                  </a:lnTo>
                  <a:lnTo>
                    <a:pt x="751835" y="521260"/>
                  </a:lnTo>
                  <a:lnTo>
                    <a:pt x="751835" y="521550"/>
                  </a:lnTo>
                  <a:lnTo>
                    <a:pt x="752119" y="522227"/>
                  </a:lnTo>
                  <a:lnTo>
                    <a:pt x="752875" y="522807"/>
                  </a:lnTo>
                  <a:lnTo>
                    <a:pt x="754198" y="524257"/>
                  </a:lnTo>
                  <a:lnTo>
                    <a:pt x="754293" y="524450"/>
                  </a:lnTo>
                  <a:lnTo>
                    <a:pt x="754482" y="524740"/>
                  </a:lnTo>
                  <a:lnTo>
                    <a:pt x="754766" y="525127"/>
                  </a:lnTo>
                  <a:lnTo>
                    <a:pt x="755333" y="525610"/>
                  </a:lnTo>
                  <a:lnTo>
                    <a:pt x="755711" y="525610"/>
                  </a:lnTo>
                  <a:lnTo>
                    <a:pt x="757412" y="525900"/>
                  </a:lnTo>
                  <a:lnTo>
                    <a:pt x="757979" y="526093"/>
                  </a:lnTo>
                  <a:lnTo>
                    <a:pt x="758452" y="526093"/>
                  </a:lnTo>
                  <a:lnTo>
                    <a:pt x="758925" y="526093"/>
                  </a:lnTo>
                  <a:lnTo>
                    <a:pt x="759303" y="526190"/>
                  </a:lnTo>
                  <a:lnTo>
                    <a:pt x="759492" y="526287"/>
                  </a:lnTo>
                  <a:lnTo>
                    <a:pt x="759775" y="526480"/>
                  </a:lnTo>
                  <a:lnTo>
                    <a:pt x="760531" y="526770"/>
                  </a:lnTo>
                  <a:lnTo>
                    <a:pt x="761004" y="527156"/>
                  </a:lnTo>
                  <a:lnTo>
                    <a:pt x="761288" y="527543"/>
                  </a:lnTo>
                  <a:lnTo>
                    <a:pt x="761760" y="527930"/>
                  </a:lnTo>
                  <a:lnTo>
                    <a:pt x="765352" y="519521"/>
                  </a:lnTo>
                  <a:lnTo>
                    <a:pt x="767999" y="512368"/>
                  </a:lnTo>
                  <a:lnTo>
                    <a:pt x="768849" y="508115"/>
                  </a:lnTo>
                  <a:lnTo>
                    <a:pt x="772441" y="504152"/>
                  </a:lnTo>
                  <a:lnTo>
                    <a:pt x="774993" y="501446"/>
                  </a:lnTo>
                  <a:lnTo>
                    <a:pt x="779058" y="497097"/>
                  </a:lnTo>
                  <a:lnTo>
                    <a:pt x="784162" y="493037"/>
                  </a:lnTo>
                  <a:lnTo>
                    <a:pt x="787092" y="490717"/>
                  </a:lnTo>
                  <a:lnTo>
                    <a:pt x="790401" y="486561"/>
                  </a:lnTo>
                  <a:lnTo>
                    <a:pt x="794276" y="478056"/>
                  </a:lnTo>
                  <a:lnTo>
                    <a:pt x="798719" y="474383"/>
                  </a:lnTo>
                  <a:lnTo>
                    <a:pt x="804296" y="472256"/>
                  </a:lnTo>
                  <a:lnTo>
                    <a:pt x="806659" y="472933"/>
                  </a:lnTo>
                  <a:lnTo>
                    <a:pt x="809305" y="476606"/>
                  </a:lnTo>
                  <a:lnTo>
                    <a:pt x="812236" y="479892"/>
                  </a:lnTo>
                  <a:lnTo>
                    <a:pt x="815733" y="483372"/>
                  </a:lnTo>
                  <a:lnTo>
                    <a:pt x="818758" y="486271"/>
                  </a:lnTo>
                  <a:lnTo>
                    <a:pt x="819325" y="486465"/>
                  </a:lnTo>
                  <a:lnTo>
                    <a:pt x="821121" y="487045"/>
                  </a:lnTo>
                  <a:lnTo>
                    <a:pt x="822917" y="487528"/>
                  </a:lnTo>
                  <a:lnTo>
                    <a:pt x="826603" y="487431"/>
                  </a:lnTo>
                  <a:lnTo>
                    <a:pt x="828872" y="489074"/>
                  </a:lnTo>
                  <a:lnTo>
                    <a:pt x="831140" y="492071"/>
                  </a:lnTo>
                  <a:lnTo>
                    <a:pt x="836055" y="502509"/>
                  </a:lnTo>
                  <a:lnTo>
                    <a:pt x="838891" y="508889"/>
                  </a:lnTo>
                  <a:lnTo>
                    <a:pt x="840214" y="514108"/>
                  </a:lnTo>
                  <a:lnTo>
                    <a:pt x="841160" y="518941"/>
                  </a:lnTo>
                  <a:lnTo>
                    <a:pt x="842199" y="522324"/>
                  </a:lnTo>
                  <a:lnTo>
                    <a:pt x="847304" y="527253"/>
                  </a:lnTo>
                  <a:lnTo>
                    <a:pt x="851841" y="531216"/>
                  </a:lnTo>
                  <a:lnTo>
                    <a:pt x="855244" y="534406"/>
                  </a:lnTo>
                  <a:lnTo>
                    <a:pt x="860159" y="534212"/>
                  </a:lnTo>
                  <a:lnTo>
                    <a:pt x="875188" y="525320"/>
                  </a:lnTo>
                  <a:lnTo>
                    <a:pt x="888610" y="517491"/>
                  </a:lnTo>
                  <a:lnTo>
                    <a:pt x="916494" y="503476"/>
                  </a:lnTo>
                  <a:lnTo>
                    <a:pt x="919425" y="499513"/>
                  </a:lnTo>
                  <a:lnTo>
                    <a:pt x="916873" y="486755"/>
                  </a:lnTo>
                  <a:lnTo>
                    <a:pt x="911863" y="473223"/>
                  </a:lnTo>
                  <a:lnTo>
                    <a:pt x="912052" y="472353"/>
                  </a:lnTo>
                  <a:lnTo>
                    <a:pt x="913753" y="465587"/>
                  </a:lnTo>
                  <a:lnTo>
                    <a:pt x="913470" y="464234"/>
                  </a:lnTo>
                  <a:lnTo>
                    <a:pt x="912524" y="459498"/>
                  </a:lnTo>
                  <a:lnTo>
                    <a:pt x="905908" y="453022"/>
                  </a:lnTo>
                  <a:lnTo>
                    <a:pt x="906002" y="450606"/>
                  </a:lnTo>
                  <a:lnTo>
                    <a:pt x="906097" y="446256"/>
                  </a:lnTo>
                  <a:lnTo>
                    <a:pt x="912619" y="441327"/>
                  </a:lnTo>
                  <a:lnTo>
                    <a:pt x="916400" y="437074"/>
                  </a:lnTo>
                  <a:lnTo>
                    <a:pt x="917534" y="430888"/>
                  </a:lnTo>
                  <a:lnTo>
                    <a:pt x="917912" y="427602"/>
                  </a:lnTo>
                  <a:lnTo>
                    <a:pt x="918101" y="425765"/>
                  </a:lnTo>
                  <a:lnTo>
                    <a:pt x="917723" y="422479"/>
                  </a:lnTo>
                  <a:lnTo>
                    <a:pt x="916022" y="421126"/>
                  </a:lnTo>
                  <a:lnTo>
                    <a:pt x="913375" y="419676"/>
                  </a:lnTo>
                  <a:lnTo>
                    <a:pt x="911768" y="417839"/>
                  </a:lnTo>
                  <a:lnTo>
                    <a:pt x="911485" y="415423"/>
                  </a:lnTo>
                  <a:lnTo>
                    <a:pt x="910918" y="410590"/>
                  </a:lnTo>
                  <a:lnTo>
                    <a:pt x="910918" y="402181"/>
                  </a:lnTo>
                  <a:lnTo>
                    <a:pt x="904206" y="391453"/>
                  </a:lnTo>
                  <a:lnTo>
                    <a:pt x="901371" y="385653"/>
                  </a:lnTo>
                  <a:lnTo>
                    <a:pt x="900993" y="383527"/>
                  </a:lnTo>
                  <a:lnTo>
                    <a:pt x="903167" y="382174"/>
                  </a:lnTo>
                  <a:lnTo>
                    <a:pt x="904301" y="381401"/>
                  </a:lnTo>
                  <a:lnTo>
                    <a:pt x="908933" y="378114"/>
                  </a:lnTo>
                  <a:lnTo>
                    <a:pt x="907326" y="373668"/>
                  </a:lnTo>
                  <a:lnTo>
                    <a:pt x="902127" y="363133"/>
                  </a:lnTo>
                  <a:lnTo>
                    <a:pt x="901087" y="361200"/>
                  </a:lnTo>
                  <a:lnTo>
                    <a:pt x="899102" y="356657"/>
                  </a:lnTo>
                  <a:lnTo>
                    <a:pt x="898251" y="354917"/>
                  </a:lnTo>
                  <a:lnTo>
                    <a:pt x="897495" y="353371"/>
                  </a:lnTo>
                  <a:lnTo>
                    <a:pt x="897306" y="353177"/>
                  </a:lnTo>
                  <a:lnTo>
                    <a:pt x="896077" y="352791"/>
                  </a:lnTo>
                  <a:lnTo>
                    <a:pt x="895227" y="352887"/>
                  </a:lnTo>
                  <a:lnTo>
                    <a:pt x="894754" y="352694"/>
                  </a:lnTo>
                  <a:lnTo>
                    <a:pt x="895416" y="351534"/>
                  </a:lnTo>
                  <a:lnTo>
                    <a:pt x="898251" y="347281"/>
                  </a:lnTo>
                  <a:lnTo>
                    <a:pt x="900236" y="344092"/>
                  </a:lnTo>
                  <a:lnTo>
                    <a:pt x="903450" y="341579"/>
                  </a:lnTo>
                  <a:lnTo>
                    <a:pt x="907042" y="341192"/>
                  </a:lnTo>
                  <a:lnTo>
                    <a:pt x="909783" y="337906"/>
                  </a:lnTo>
                  <a:lnTo>
                    <a:pt x="911485" y="336456"/>
                  </a:lnTo>
                  <a:lnTo>
                    <a:pt x="912241" y="335586"/>
                  </a:lnTo>
                  <a:lnTo>
                    <a:pt x="912997" y="334813"/>
                  </a:lnTo>
                  <a:lnTo>
                    <a:pt x="913375" y="333750"/>
                  </a:lnTo>
                  <a:lnTo>
                    <a:pt x="913848" y="332880"/>
                  </a:lnTo>
                  <a:lnTo>
                    <a:pt x="914226" y="332010"/>
                  </a:lnTo>
                  <a:lnTo>
                    <a:pt x="914698" y="331043"/>
                  </a:lnTo>
                  <a:lnTo>
                    <a:pt x="915360" y="330270"/>
                  </a:lnTo>
                  <a:lnTo>
                    <a:pt x="916211" y="329497"/>
                  </a:lnTo>
                  <a:lnTo>
                    <a:pt x="917062" y="328820"/>
                  </a:lnTo>
                  <a:lnTo>
                    <a:pt x="917818" y="328240"/>
                  </a:lnTo>
                  <a:lnTo>
                    <a:pt x="918668" y="327757"/>
                  </a:lnTo>
                  <a:lnTo>
                    <a:pt x="919519" y="327177"/>
                  </a:lnTo>
                  <a:lnTo>
                    <a:pt x="920370" y="326597"/>
                  </a:lnTo>
                  <a:lnTo>
                    <a:pt x="921221" y="326114"/>
                  </a:lnTo>
                  <a:lnTo>
                    <a:pt x="922260" y="325631"/>
                  </a:lnTo>
                  <a:lnTo>
                    <a:pt x="923206" y="325051"/>
                  </a:lnTo>
                  <a:lnTo>
                    <a:pt x="924151" y="324567"/>
                  </a:lnTo>
                  <a:lnTo>
                    <a:pt x="925001" y="323987"/>
                  </a:lnTo>
                  <a:lnTo>
                    <a:pt x="925852" y="323311"/>
                  </a:lnTo>
                  <a:lnTo>
                    <a:pt x="926703" y="322731"/>
                  </a:lnTo>
                  <a:lnTo>
                    <a:pt x="927554" y="322248"/>
                  </a:lnTo>
                  <a:lnTo>
                    <a:pt x="928404" y="321764"/>
                  </a:lnTo>
                  <a:lnTo>
                    <a:pt x="929255" y="321281"/>
                  </a:lnTo>
                  <a:lnTo>
                    <a:pt x="930200" y="320701"/>
                  </a:lnTo>
                  <a:lnTo>
                    <a:pt x="931145" y="320025"/>
                  </a:lnTo>
                  <a:lnTo>
                    <a:pt x="931902" y="319251"/>
                  </a:lnTo>
                  <a:lnTo>
                    <a:pt x="932752" y="318768"/>
                  </a:lnTo>
                  <a:lnTo>
                    <a:pt x="933603" y="318285"/>
                  </a:lnTo>
                  <a:lnTo>
                    <a:pt x="934548" y="317511"/>
                  </a:lnTo>
                  <a:lnTo>
                    <a:pt x="935872" y="316932"/>
                  </a:lnTo>
                  <a:lnTo>
                    <a:pt x="937006" y="316448"/>
                  </a:lnTo>
                  <a:lnTo>
                    <a:pt x="937857" y="316062"/>
                  </a:lnTo>
                  <a:lnTo>
                    <a:pt x="938707" y="315675"/>
                  </a:lnTo>
                  <a:lnTo>
                    <a:pt x="939653" y="315288"/>
                  </a:lnTo>
                  <a:lnTo>
                    <a:pt x="940503" y="314902"/>
                  </a:lnTo>
                  <a:lnTo>
                    <a:pt x="941448" y="314612"/>
                  </a:lnTo>
                  <a:lnTo>
                    <a:pt x="942299" y="314515"/>
                  </a:lnTo>
                  <a:lnTo>
                    <a:pt x="943244" y="314419"/>
                  </a:lnTo>
                  <a:lnTo>
                    <a:pt x="944284" y="314225"/>
                  </a:lnTo>
                  <a:lnTo>
                    <a:pt x="945324" y="314032"/>
                  </a:lnTo>
                  <a:lnTo>
                    <a:pt x="946364" y="313839"/>
                  </a:lnTo>
                  <a:lnTo>
                    <a:pt x="947403" y="313549"/>
                  </a:lnTo>
                  <a:lnTo>
                    <a:pt x="948443" y="313259"/>
                  </a:lnTo>
                  <a:lnTo>
                    <a:pt x="949577" y="313065"/>
                  </a:lnTo>
                  <a:lnTo>
                    <a:pt x="950523" y="312969"/>
                  </a:lnTo>
                  <a:lnTo>
                    <a:pt x="951468" y="312679"/>
                  </a:lnTo>
                  <a:lnTo>
                    <a:pt x="952791" y="312389"/>
                  </a:lnTo>
                  <a:lnTo>
                    <a:pt x="953831" y="312002"/>
                  </a:lnTo>
                  <a:lnTo>
                    <a:pt x="954776" y="311519"/>
                  </a:lnTo>
                  <a:lnTo>
                    <a:pt x="955627" y="311036"/>
                  </a:lnTo>
                  <a:lnTo>
                    <a:pt x="956667" y="310552"/>
                  </a:lnTo>
                  <a:lnTo>
                    <a:pt x="957895" y="309972"/>
                  </a:lnTo>
                  <a:lnTo>
                    <a:pt x="958652" y="309392"/>
                  </a:lnTo>
                  <a:lnTo>
                    <a:pt x="959502" y="308909"/>
                  </a:lnTo>
                  <a:lnTo>
                    <a:pt x="960259" y="308426"/>
                  </a:lnTo>
                  <a:lnTo>
                    <a:pt x="961204" y="307846"/>
                  </a:lnTo>
                  <a:lnTo>
                    <a:pt x="962149" y="307266"/>
                  </a:lnTo>
                  <a:lnTo>
                    <a:pt x="963094" y="306493"/>
                  </a:lnTo>
                  <a:lnTo>
                    <a:pt x="964039" y="305816"/>
                  </a:lnTo>
                  <a:lnTo>
                    <a:pt x="964985" y="305140"/>
                  </a:lnTo>
                  <a:lnTo>
                    <a:pt x="965835" y="304850"/>
                  </a:lnTo>
                  <a:lnTo>
                    <a:pt x="967064" y="304366"/>
                  </a:lnTo>
                  <a:lnTo>
                    <a:pt x="968293" y="304076"/>
                  </a:lnTo>
                  <a:lnTo>
                    <a:pt x="969427" y="303883"/>
                  </a:lnTo>
                  <a:lnTo>
                    <a:pt x="970467" y="303786"/>
                  </a:lnTo>
                  <a:lnTo>
                    <a:pt x="971507" y="303786"/>
                  </a:lnTo>
                  <a:lnTo>
                    <a:pt x="972452" y="303786"/>
                  </a:lnTo>
                  <a:lnTo>
                    <a:pt x="973492" y="303690"/>
                  </a:lnTo>
                  <a:lnTo>
                    <a:pt x="974532" y="303690"/>
                  </a:lnTo>
                  <a:lnTo>
                    <a:pt x="975571" y="303690"/>
                  </a:lnTo>
                  <a:lnTo>
                    <a:pt x="976611" y="303690"/>
                  </a:lnTo>
                  <a:lnTo>
                    <a:pt x="977556" y="303883"/>
                  </a:lnTo>
                  <a:lnTo>
                    <a:pt x="978501" y="303883"/>
                  </a:lnTo>
                  <a:lnTo>
                    <a:pt x="979447" y="303883"/>
                  </a:lnTo>
                  <a:lnTo>
                    <a:pt x="980297" y="304173"/>
                  </a:lnTo>
                  <a:lnTo>
                    <a:pt x="981243" y="304270"/>
                  </a:lnTo>
                  <a:lnTo>
                    <a:pt x="982188" y="304366"/>
                  </a:lnTo>
                  <a:lnTo>
                    <a:pt x="983133" y="304463"/>
                  </a:lnTo>
                  <a:lnTo>
                    <a:pt x="984267" y="304560"/>
                  </a:lnTo>
                  <a:lnTo>
                    <a:pt x="985213" y="304656"/>
                  </a:lnTo>
                  <a:lnTo>
                    <a:pt x="986252" y="304656"/>
                  </a:lnTo>
                  <a:lnTo>
                    <a:pt x="987292" y="304753"/>
                  </a:lnTo>
                  <a:lnTo>
                    <a:pt x="988237" y="304850"/>
                  </a:lnTo>
                  <a:lnTo>
                    <a:pt x="989183" y="304850"/>
                  </a:lnTo>
                  <a:lnTo>
                    <a:pt x="990033" y="304850"/>
                  </a:lnTo>
                  <a:lnTo>
                    <a:pt x="990979" y="304946"/>
                  </a:lnTo>
                  <a:lnTo>
                    <a:pt x="992585" y="305043"/>
                  </a:lnTo>
                  <a:lnTo>
                    <a:pt x="993625" y="304946"/>
                  </a:lnTo>
                  <a:lnTo>
                    <a:pt x="994759" y="304850"/>
                  </a:lnTo>
                  <a:lnTo>
                    <a:pt x="995705" y="304560"/>
                  </a:lnTo>
                  <a:lnTo>
                    <a:pt x="996839" y="304753"/>
                  </a:lnTo>
                  <a:lnTo>
                    <a:pt x="997690" y="304850"/>
                  </a:lnTo>
                  <a:lnTo>
                    <a:pt x="998729" y="304946"/>
                  </a:lnTo>
                  <a:lnTo>
                    <a:pt x="999769" y="305043"/>
                  </a:lnTo>
                  <a:lnTo>
                    <a:pt x="1000903" y="305236"/>
                  </a:lnTo>
                  <a:lnTo>
                    <a:pt x="1001943" y="305430"/>
                  </a:lnTo>
                  <a:lnTo>
                    <a:pt x="1002983" y="305623"/>
                  </a:lnTo>
                  <a:lnTo>
                    <a:pt x="1004117" y="305816"/>
                  </a:lnTo>
                  <a:lnTo>
                    <a:pt x="1005157" y="305720"/>
                  </a:lnTo>
                  <a:lnTo>
                    <a:pt x="1006102" y="305526"/>
                  </a:lnTo>
                  <a:lnTo>
                    <a:pt x="1007142" y="305430"/>
                  </a:lnTo>
                  <a:lnTo>
                    <a:pt x="1008182" y="305526"/>
                  </a:lnTo>
                  <a:lnTo>
                    <a:pt x="1009316" y="305430"/>
                  </a:lnTo>
                  <a:lnTo>
                    <a:pt x="1010545" y="305236"/>
                  </a:lnTo>
                  <a:lnTo>
                    <a:pt x="1011774" y="305140"/>
                  </a:lnTo>
                  <a:lnTo>
                    <a:pt x="1012908" y="305043"/>
                  </a:lnTo>
                  <a:lnTo>
                    <a:pt x="1014137" y="304946"/>
                  </a:lnTo>
                  <a:lnTo>
                    <a:pt x="1015460" y="304946"/>
                  </a:lnTo>
                  <a:lnTo>
                    <a:pt x="1016783" y="304753"/>
                  </a:lnTo>
                  <a:lnTo>
                    <a:pt x="1018012" y="304560"/>
                  </a:lnTo>
                  <a:lnTo>
                    <a:pt x="1019241" y="304560"/>
                  </a:lnTo>
                  <a:lnTo>
                    <a:pt x="1020470" y="304463"/>
                  </a:lnTo>
                  <a:lnTo>
                    <a:pt x="1021604" y="304463"/>
                  </a:lnTo>
                  <a:lnTo>
                    <a:pt x="1022738" y="304366"/>
                  </a:lnTo>
                  <a:lnTo>
                    <a:pt x="1023873" y="304270"/>
                  </a:lnTo>
                  <a:lnTo>
                    <a:pt x="1025007" y="304173"/>
                  </a:lnTo>
                  <a:lnTo>
                    <a:pt x="1025952" y="303980"/>
                  </a:lnTo>
                  <a:lnTo>
                    <a:pt x="1026897" y="303883"/>
                  </a:lnTo>
                  <a:lnTo>
                    <a:pt x="1027842" y="303593"/>
                  </a:lnTo>
                  <a:lnTo>
                    <a:pt x="1028977" y="303303"/>
                  </a:lnTo>
                  <a:lnTo>
                    <a:pt x="1030206" y="303110"/>
                  </a:lnTo>
                  <a:lnTo>
                    <a:pt x="1031340" y="302723"/>
                  </a:lnTo>
                  <a:lnTo>
                    <a:pt x="1032474" y="302433"/>
                  </a:lnTo>
                  <a:lnTo>
                    <a:pt x="1033514" y="301853"/>
                  </a:lnTo>
                  <a:lnTo>
                    <a:pt x="1034743" y="301467"/>
                  </a:lnTo>
                  <a:lnTo>
                    <a:pt x="1035877" y="301080"/>
                  </a:lnTo>
                  <a:lnTo>
                    <a:pt x="1037011" y="300597"/>
                  </a:lnTo>
                  <a:lnTo>
                    <a:pt x="1038145" y="300210"/>
                  </a:lnTo>
                  <a:lnTo>
                    <a:pt x="1039374" y="299824"/>
                  </a:lnTo>
                  <a:lnTo>
                    <a:pt x="1040414" y="299534"/>
                  </a:lnTo>
                  <a:lnTo>
                    <a:pt x="1041359" y="299147"/>
                  </a:lnTo>
                  <a:lnTo>
                    <a:pt x="1042399" y="298857"/>
                  </a:lnTo>
                  <a:lnTo>
                    <a:pt x="1043439" y="298374"/>
                  </a:lnTo>
                  <a:lnTo>
                    <a:pt x="1044384" y="297987"/>
                  </a:lnTo>
                  <a:lnTo>
                    <a:pt x="1045424" y="297504"/>
                  </a:lnTo>
                  <a:lnTo>
                    <a:pt x="1046464" y="297214"/>
                  </a:lnTo>
                  <a:lnTo>
                    <a:pt x="1047409" y="296924"/>
                  </a:lnTo>
                  <a:lnTo>
                    <a:pt x="1048259" y="296634"/>
                  </a:lnTo>
                  <a:lnTo>
                    <a:pt x="1049016" y="296537"/>
                  </a:lnTo>
                  <a:lnTo>
                    <a:pt x="1050055" y="296151"/>
                  </a:lnTo>
                  <a:lnTo>
                    <a:pt x="1051001" y="295764"/>
                  </a:lnTo>
                  <a:lnTo>
                    <a:pt x="1052040" y="295764"/>
                  </a:lnTo>
                  <a:lnTo>
                    <a:pt x="1053080" y="295764"/>
                  </a:lnTo>
                  <a:lnTo>
                    <a:pt x="1054025" y="295571"/>
                  </a:lnTo>
                  <a:lnTo>
                    <a:pt x="1054876" y="295184"/>
                  </a:lnTo>
                  <a:lnTo>
                    <a:pt x="1055727" y="294798"/>
                  </a:lnTo>
                  <a:lnTo>
                    <a:pt x="1056672" y="294314"/>
                  </a:lnTo>
                  <a:lnTo>
                    <a:pt x="1057523" y="293928"/>
                  </a:lnTo>
                  <a:lnTo>
                    <a:pt x="1058468" y="293541"/>
                  </a:lnTo>
                  <a:lnTo>
                    <a:pt x="1059413" y="292961"/>
                  </a:lnTo>
                  <a:lnTo>
                    <a:pt x="1060264" y="292285"/>
                  </a:lnTo>
                  <a:lnTo>
                    <a:pt x="1061209" y="291608"/>
                  </a:lnTo>
                  <a:lnTo>
                    <a:pt x="1062060" y="290835"/>
                  </a:lnTo>
                  <a:lnTo>
                    <a:pt x="1062911" y="289965"/>
                  </a:lnTo>
                  <a:lnTo>
                    <a:pt x="1063667" y="289095"/>
                  </a:lnTo>
                  <a:lnTo>
                    <a:pt x="1064612" y="288418"/>
                  </a:lnTo>
                  <a:lnTo>
                    <a:pt x="1065652" y="287838"/>
                  </a:lnTo>
                  <a:lnTo>
                    <a:pt x="1066597" y="287355"/>
                  </a:lnTo>
                  <a:lnTo>
                    <a:pt x="1067542" y="286775"/>
                  </a:lnTo>
                  <a:lnTo>
                    <a:pt x="1068487" y="286099"/>
                  </a:lnTo>
                  <a:lnTo>
                    <a:pt x="1069433" y="285615"/>
                  </a:lnTo>
                  <a:lnTo>
                    <a:pt x="1070283" y="284939"/>
                  </a:lnTo>
                  <a:lnTo>
                    <a:pt x="1071229" y="284165"/>
                  </a:lnTo>
                  <a:lnTo>
                    <a:pt x="1072079" y="283296"/>
                  </a:lnTo>
                  <a:lnTo>
                    <a:pt x="1073024" y="282426"/>
                  </a:lnTo>
                  <a:lnTo>
                    <a:pt x="1073875" y="281556"/>
                  </a:lnTo>
                  <a:lnTo>
                    <a:pt x="1074915" y="280783"/>
                  </a:lnTo>
                  <a:lnTo>
                    <a:pt x="1076049" y="280009"/>
                  </a:lnTo>
                  <a:lnTo>
                    <a:pt x="1077089" y="279139"/>
                  </a:lnTo>
                  <a:lnTo>
                    <a:pt x="1078034" y="278270"/>
                  </a:lnTo>
                  <a:lnTo>
                    <a:pt x="1079074" y="277303"/>
                  </a:lnTo>
                  <a:lnTo>
                    <a:pt x="1080114" y="276336"/>
                  </a:lnTo>
                  <a:lnTo>
                    <a:pt x="1081059" y="275467"/>
                  </a:lnTo>
                  <a:lnTo>
                    <a:pt x="1082193" y="274500"/>
                  </a:lnTo>
                  <a:lnTo>
                    <a:pt x="1083138" y="273727"/>
                  </a:lnTo>
                  <a:lnTo>
                    <a:pt x="1084178" y="272857"/>
                  </a:lnTo>
                  <a:lnTo>
                    <a:pt x="1085123" y="272084"/>
                  </a:lnTo>
                  <a:lnTo>
                    <a:pt x="1085974" y="271504"/>
                  </a:lnTo>
                  <a:lnTo>
                    <a:pt x="1086919" y="270827"/>
                  </a:lnTo>
                  <a:lnTo>
                    <a:pt x="1087959" y="270054"/>
                  </a:lnTo>
                  <a:lnTo>
                    <a:pt x="1088999" y="269184"/>
                  </a:lnTo>
                  <a:lnTo>
                    <a:pt x="1089850" y="268411"/>
                  </a:lnTo>
                  <a:lnTo>
                    <a:pt x="1091835" y="266864"/>
                  </a:lnTo>
                  <a:lnTo>
                    <a:pt x="1095143" y="263965"/>
                  </a:lnTo>
                  <a:lnTo>
                    <a:pt x="1097033" y="262225"/>
                  </a:lnTo>
                  <a:lnTo>
                    <a:pt x="1098829" y="260002"/>
                  </a:lnTo>
                  <a:lnTo>
                    <a:pt x="1100153" y="258262"/>
                  </a:lnTo>
                  <a:lnTo>
                    <a:pt x="1101287" y="256425"/>
                  </a:lnTo>
                  <a:lnTo>
                    <a:pt x="1102516" y="254686"/>
                  </a:lnTo>
                  <a:lnTo>
                    <a:pt x="1106013" y="251013"/>
                  </a:lnTo>
                  <a:lnTo>
                    <a:pt x="1122271" y="232552"/>
                  </a:lnTo>
                  <a:lnTo>
                    <a:pt x="1126430" y="227236"/>
                  </a:lnTo>
                  <a:lnTo>
                    <a:pt x="1129833" y="223563"/>
                  </a:lnTo>
                  <a:lnTo>
                    <a:pt x="1132668" y="220760"/>
                  </a:lnTo>
                  <a:lnTo>
                    <a:pt x="1136827" y="216894"/>
                  </a:lnTo>
                  <a:lnTo>
                    <a:pt x="1143917" y="210708"/>
                  </a:lnTo>
                  <a:lnTo>
                    <a:pt x="1147509" y="206841"/>
                  </a:lnTo>
                  <a:lnTo>
                    <a:pt x="1150722" y="203169"/>
                  </a:lnTo>
                  <a:lnTo>
                    <a:pt x="1152518" y="200172"/>
                  </a:lnTo>
                  <a:lnTo>
                    <a:pt x="1153936" y="197079"/>
                  </a:lnTo>
                  <a:lnTo>
                    <a:pt x="1154787" y="193503"/>
                  </a:lnTo>
                  <a:lnTo>
                    <a:pt x="1155543" y="189927"/>
                  </a:lnTo>
                  <a:lnTo>
                    <a:pt x="1156205" y="185287"/>
                  </a:lnTo>
                  <a:lnTo>
                    <a:pt x="1156772" y="181421"/>
                  </a:lnTo>
                  <a:lnTo>
                    <a:pt x="1157055" y="180068"/>
                  </a:lnTo>
                  <a:lnTo>
                    <a:pt x="1157434" y="178811"/>
                  </a:lnTo>
                  <a:lnTo>
                    <a:pt x="1158001" y="177555"/>
                  </a:lnTo>
                  <a:lnTo>
                    <a:pt x="1160080" y="173979"/>
                  </a:lnTo>
                  <a:lnTo>
                    <a:pt x="1165562" y="164313"/>
                  </a:lnTo>
                  <a:lnTo>
                    <a:pt x="1169154" y="157354"/>
                  </a:lnTo>
                  <a:lnTo>
                    <a:pt x="1170100" y="155421"/>
                  </a:lnTo>
                  <a:lnTo>
                    <a:pt x="1171139" y="153971"/>
                  </a:lnTo>
                  <a:lnTo>
                    <a:pt x="1172463" y="152521"/>
                  </a:lnTo>
                  <a:lnTo>
                    <a:pt x="1175015" y="150298"/>
                  </a:lnTo>
                  <a:lnTo>
                    <a:pt x="1177472" y="148365"/>
                  </a:lnTo>
                  <a:lnTo>
                    <a:pt x="1179741" y="146239"/>
                  </a:lnTo>
                  <a:lnTo>
                    <a:pt x="1181631" y="144209"/>
                  </a:lnTo>
                  <a:lnTo>
                    <a:pt x="1182766" y="143242"/>
                  </a:lnTo>
                  <a:lnTo>
                    <a:pt x="1184278" y="142469"/>
                  </a:lnTo>
                  <a:lnTo>
                    <a:pt x="1186074" y="141696"/>
                  </a:lnTo>
                  <a:lnTo>
                    <a:pt x="1187681" y="141213"/>
                  </a:lnTo>
                  <a:lnTo>
                    <a:pt x="1189477" y="140246"/>
                  </a:lnTo>
                  <a:lnTo>
                    <a:pt x="1191178" y="139569"/>
                  </a:lnTo>
                  <a:lnTo>
                    <a:pt x="1192312" y="139279"/>
                  </a:lnTo>
                  <a:lnTo>
                    <a:pt x="1193447" y="139183"/>
                  </a:lnTo>
                  <a:lnTo>
                    <a:pt x="1195243" y="139279"/>
                  </a:lnTo>
                  <a:lnTo>
                    <a:pt x="1198078" y="139473"/>
                  </a:lnTo>
                  <a:lnTo>
                    <a:pt x="1200536" y="139569"/>
                  </a:lnTo>
                  <a:lnTo>
                    <a:pt x="1203372" y="139763"/>
                  </a:lnTo>
                  <a:lnTo>
                    <a:pt x="1208665" y="139956"/>
                  </a:lnTo>
                  <a:lnTo>
                    <a:pt x="1214431" y="140343"/>
                  </a:lnTo>
                  <a:lnTo>
                    <a:pt x="1218401" y="140439"/>
                  </a:lnTo>
                  <a:lnTo>
                    <a:pt x="1221993" y="140536"/>
                  </a:lnTo>
                  <a:lnTo>
                    <a:pt x="1225774" y="140439"/>
                  </a:lnTo>
                  <a:lnTo>
                    <a:pt x="1228326" y="140246"/>
                  </a:lnTo>
                  <a:lnTo>
                    <a:pt x="1230500" y="139666"/>
                  </a:lnTo>
                  <a:lnTo>
                    <a:pt x="1232485" y="139183"/>
                  </a:lnTo>
                  <a:lnTo>
                    <a:pt x="1233241" y="138700"/>
                  </a:lnTo>
                  <a:lnTo>
                    <a:pt x="1233808" y="138023"/>
                  </a:lnTo>
                  <a:lnTo>
                    <a:pt x="1234753" y="137153"/>
                  </a:lnTo>
                  <a:lnTo>
                    <a:pt x="1236077" y="136090"/>
                  </a:lnTo>
                  <a:lnTo>
                    <a:pt x="1238156" y="134833"/>
                  </a:lnTo>
                  <a:lnTo>
                    <a:pt x="1239385" y="134060"/>
                  </a:lnTo>
                  <a:lnTo>
                    <a:pt x="1240614" y="133384"/>
                  </a:lnTo>
                  <a:lnTo>
                    <a:pt x="1241748" y="132610"/>
                  </a:lnTo>
                  <a:lnTo>
                    <a:pt x="1242599" y="132417"/>
                  </a:lnTo>
                  <a:lnTo>
                    <a:pt x="1243071" y="132417"/>
                  </a:lnTo>
                  <a:lnTo>
                    <a:pt x="1243828" y="132320"/>
                  </a:lnTo>
                  <a:lnTo>
                    <a:pt x="1244962" y="132320"/>
                  </a:lnTo>
                  <a:lnTo>
                    <a:pt x="1246569" y="132417"/>
                  </a:lnTo>
                  <a:lnTo>
                    <a:pt x="1247419" y="132514"/>
                  </a:lnTo>
                  <a:lnTo>
                    <a:pt x="1248932" y="132997"/>
                  </a:lnTo>
                  <a:lnTo>
                    <a:pt x="1249972" y="133190"/>
                  </a:lnTo>
                  <a:lnTo>
                    <a:pt x="1251389" y="133094"/>
                  </a:lnTo>
                  <a:lnTo>
                    <a:pt x="1254698" y="133094"/>
                  </a:lnTo>
                  <a:lnTo>
                    <a:pt x="1257344" y="133094"/>
                  </a:lnTo>
                  <a:lnTo>
                    <a:pt x="1259140" y="133190"/>
                  </a:lnTo>
                  <a:lnTo>
                    <a:pt x="1260464" y="133384"/>
                  </a:lnTo>
                  <a:lnTo>
                    <a:pt x="1261692" y="133577"/>
                  </a:lnTo>
                  <a:lnTo>
                    <a:pt x="1263677" y="133480"/>
                  </a:lnTo>
                  <a:lnTo>
                    <a:pt x="1265284" y="133480"/>
                  </a:lnTo>
                  <a:lnTo>
                    <a:pt x="1266702" y="133867"/>
                  </a:lnTo>
                  <a:lnTo>
                    <a:pt x="1267553" y="134350"/>
                  </a:lnTo>
                  <a:lnTo>
                    <a:pt x="1268214" y="135123"/>
                  </a:lnTo>
                  <a:lnTo>
                    <a:pt x="1269349" y="135703"/>
                  </a:lnTo>
                  <a:lnTo>
                    <a:pt x="1270105" y="135993"/>
                  </a:lnTo>
                  <a:lnTo>
                    <a:pt x="1271145" y="135897"/>
                  </a:lnTo>
                  <a:lnTo>
                    <a:pt x="1272279" y="135703"/>
                  </a:lnTo>
                  <a:lnTo>
                    <a:pt x="1273319" y="135607"/>
                  </a:lnTo>
                  <a:lnTo>
                    <a:pt x="1274642" y="135800"/>
                  </a:lnTo>
                  <a:lnTo>
                    <a:pt x="1276249" y="135993"/>
                  </a:lnTo>
                  <a:lnTo>
                    <a:pt x="1276722" y="136187"/>
                  </a:lnTo>
                  <a:lnTo>
                    <a:pt x="1276911" y="136090"/>
                  </a:lnTo>
                  <a:lnTo>
                    <a:pt x="1278045" y="135123"/>
                  </a:lnTo>
                  <a:lnTo>
                    <a:pt x="1295248" y="134447"/>
                  </a:lnTo>
                  <a:lnTo>
                    <a:pt x="1329276" y="139666"/>
                  </a:lnTo>
                  <a:lnTo>
                    <a:pt x="1356593" y="141793"/>
                  </a:lnTo>
                  <a:lnTo>
                    <a:pt x="1371717" y="149042"/>
                  </a:lnTo>
                  <a:lnTo>
                    <a:pt x="1383438" y="162767"/>
                  </a:lnTo>
                  <a:lnTo>
                    <a:pt x="1387881" y="167599"/>
                  </a:lnTo>
                  <a:lnTo>
                    <a:pt x="1391661" y="171756"/>
                  </a:lnTo>
                  <a:lnTo>
                    <a:pt x="1395631" y="176105"/>
                  </a:lnTo>
                  <a:lnTo>
                    <a:pt x="1410377" y="182098"/>
                  </a:lnTo>
                  <a:lnTo>
                    <a:pt x="1427675" y="180551"/>
                  </a:lnTo>
                  <a:lnTo>
                    <a:pt x="1428242" y="180165"/>
                  </a:lnTo>
                  <a:lnTo>
                    <a:pt x="1442609" y="168663"/>
                  </a:lnTo>
                  <a:lnTo>
                    <a:pt x="1450833" y="158611"/>
                  </a:lnTo>
                  <a:lnTo>
                    <a:pt x="1479190" y="140053"/>
                  </a:lnTo>
                  <a:lnTo>
                    <a:pt x="1501119" y="125844"/>
                  </a:lnTo>
                  <a:lnTo>
                    <a:pt x="1515770" y="110380"/>
                  </a:lnTo>
                  <a:lnTo>
                    <a:pt x="1533824" y="93658"/>
                  </a:lnTo>
                  <a:lnTo>
                    <a:pt x="1551878" y="71331"/>
                  </a:lnTo>
                  <a:lnTo>
                    <a:pt x="1571255" y="62342"/>
                  </a:lnTo>
                  <a:lnTo>
                    <a:pt x="1576359" y="60022"/>
                  </a:lnTo>
                  <a:lnTo>
                    <a:pt x="1585528" y="55866"/>
                  </a:lnTo>
                  <a:lnTo>
                    <a:pt x="1599328" y="47747"/>
                  </a:lnTo>
                  <a:lnTo>
                    <a:pt x="1607741" y="35279"/>
                  </a:lnTo>
                  <a:lnTo>
                    <a:pt x="1615775" y="18461"/>
                  </a:lnTo>
                  <a:lnTo>
                    <a:pt x="1628347" y="11211"/>
                  </a:lnTo>
                  <a:lnTo>
                    <a:pt x="1653585" y="4349"/>
                  </a:lnTo>
                  <a:lnTo>
                    <a:pt x="1653963" y="4252"/>
                  </a:lnTo>
                  <a:lnTo>
                    <a:pt x="1687613" y="0"/>
                  </a:lnTo>
                  <a:lnTo>
                    <a:pt x="1691772" y="966"/>
                  </a:lnTo>
                  <a:lnTo>
                    <a:pt x="1707274" y="4349"/>
                  </a:lnTo>
                  <a:lnTo>
                    <a:pt x="1716915" y="6765"/>
                  </a:lnTo>
                  <a:lnTo>
                    <a:pt x="1719089" y="7345"/>
                  </a:lnTo>
                  <a:lnTo>
                    <a:pt x="1730507" y="4056"/>
                  </a:lnTo>
                  <a:lnTo>
                    <a:pt x="1730507" y="6630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829836" y="4062703"/>
              <a:ext cx="99419" cy="211281"/>
            </a:xfrm>
            <a:custGeom>
              <a:avLst/>
              <a:pathLst>
                <a:path w="99419" h="211281">
                  <a:moveTo>
                    <a:pt x="1304" y="476"/>
                  </a:moveTo>
                  <a:lnTo>
                    <a:pt x="5368" y="1926"/>
                  </a:lnTo>
                  <a:lnTo>
                    <a:pt x="6503" y="2312"/>
                  </a:lnTo>
                  <a:lnTo>
                    <a:pt x="10567" y="3762"/>
                  </a:lnTo>
                  <a:lnTo>
                    <a:pt x="10756" y="3859"/>
                  </a:lnTo>
                  <a:lnTo>
                    <a:pt x="15671" y="5695"/>
                  </a:lnTo>
                  <a:lnTo>
                    <a:pt x="20870" y="7628"/>
                  </a:lnTo>
                  <a:lnTo>
                    <a:pt x="21910" y="6372"/>
                  </a:lnTo>
                  <a:lnTo>
                    <a:pt x="22572" y="5405"/>
                  </a:lnTo>
                  <a:lnTo>
                    <a:pt x="22950" y="5695"/>
                  </a:lnTo>
                  <a:lnTo>
                    <a:pt x="37034" y="15554"/>
                  </a:lnTo>
                  <a:lnTo>
                    <a:pt x="49511" y="23673"/>
                  </a:lnTo>
                  <a:lnTo>
                    <a:pt x="64823" y="33822"/>
                  </a:lnTo>
                  <a:lnTo>
                    <a:pt x="73236" y="39621"/>
                  </a:lnTo>
                  <a:lnTo>
                    <a:pt x="74087" y="40104"/>
                  </a:lnTo>
                  <a:lnTo>
                    <a:pt x="78151" y="42907"/>
                  </a:lnTo>
                  <a:lnTo>
                    <a:pt x="82121" y="45614"/>
                  </a:lnTo>
                  <a:lnTo>
                    <a:pt x="84106" y="46967"/>
                  </a:lnTo>
                  <a:lnTo>
                    <a:pt x="86847" y="48803"/>
                  </a:lnTo>
                  <a:lnTo>
                    <a:pt x="87225" y="49093"/>
                  </a:lnTo>
                  <a:lnTo>
                    <a:pt x="88360" y="49770"/>
                  </a:lnTo>
                  <a:lnTo>
                    <a:pt x="91857" y="52283"/>
                  </a:lnTo>
                  <a:lnTo>
                    <a:pt x="94504" y="54023"/>
                  </a:lnTo>
                  <a:lnTo>
                    <a:pt x="97056" y="55859"/>
                  </a:lnTo>
                  <a:lnTo>
                    <a:pt x="99419" y="57406"/>
                  </a:lnTo>
                  <a:lnTo>
                    <a:pt x="98852" y="58566"/>
                  </a:lnTo>
                  <a:lnTo>
                    <a:pt x="92330" y="71807"/>
                  </a:lnTo>
                  <a:lnTo>
                    <a:pt x="76922" y="64075"/>
                  </a:lnTo>
                  <a:lnTo>
                    <a:pt x="76261" y="65718"/>
                  </a:lnTo>
                  <a:lnTo>
                    <a:pt x="72763" y="75287"/>
                  </a:lnTo>
                  <a:lnTo>
                    <a:pt x="70117" y="82246"/>
                  </a:lnTo>
                  <a:lnTo>
                    <a:pt x="70022" y="82536"/>
                  </a:lnTo>
                  <a:lnTo>
                    <a:pt x="68321" y="87079"/>
                  </a:lnTo>
                  <a:lnTo>
                    <a:pt x="67848" y="88432"/>
                  </a:lnTo>
                  <a:lnTo>
                    <a:pt x="67754" y="88722"/>
                  </a:lnTo>
                  <a:lnTo>
                    <a:pt x="66619" y="91525"/>
                  </a:lnTo>
                  <a:lnTo>
                    <a:pt x="62933" y="101287"/>
                  </a:lnTo>
                  <a:lnTo>
                    <a:pt x="67186" y="103704"/>
                  </a:lnTo>
                  <a:lnTo>
                    <a:pt x="66997" y="104090"/>
                  </a:lnTo>
                  <a:lnTo>
                    <a:pt x="65201" y="107956"/>
                  </a:lnTo>
                  <a:lnTo>
                    <a:pt x="64918" y="109310"/>
                  </a:lnTo>
                  <a:lnTo>
                    <a:pt x="64634" y="109986"/>
                  </a:lnTo>
                  <a:lnTo>
                    <a:pt x="64445" y="110276"/>
                  </a:lnTo>
                  <a:lnTo>
                    <a:pt x="60475" y="118395"/>
                  </a:lnTo>
                  <a:lnTo>
                    <a:pt x="59152" y="121198"/>
                  </a:lnTo>
                  <a:lnTo>
                    <a:pt x="58774" y="121778"/>
                  </a:lnTo>
                  <a:lnTo>
                    <a:pt x="58301" y="122745"/>
                  </a:lnTo>
                  <a:lnTo>
                    <a:pt x="57262" y="126514"/>
                  </a:lnTo>
                  <a:lnTo>
                    <a:pt x="55844" y="129607"/>
                  </a:lnTo>
                  <a:lnTo>
                    <a:pt x="55655" y="129994"/>
                  </a:lnTo>
                  <a:lnTo>
                    <a:pt x="53575" y="134536"/>
                  </a:lnTo>
                  <a:lnTo>
                    <a:pt x="52819" y="136276"/>
                  </a:lnTo>
                  <a:lnTo>
                    <a:pt x="52724" y="136470"/>
                  </a:lnTo>
                  <a:lnTo>
                    <a:pt x="52535" y="136373"/>
                  </a:lnTo>
                  <a:lnTo>
                    <a:pt x="51212" y="135696"/>
                  </a:lnTo>
                  <a:lnTo>
                    <a:pt x="50361" y="135213"/>
                  </a:lnTo>
                  <a:lnTo>
                    <a:pt x="49889" y="135020"/>
                  </a:lnTo>
                  <a:lnTo>
                    <a:pt x="48282" y="138016"/>
                  </a:lnTo>
                  <a:lnTo>
                    <a:pt x="44406" y="145459"/>
                  </a:lnTo>
                  <a:lnTo>
                    <a:pt x="46391" y="146232"/>
                  </a:lnTo>
                  <a:lnTo>
                    <a:pt x="45919" y="147682"/>
                  </a:lnTo>
                  <a:lnTo>
                    <a:pt x="46297" y="148745"/>
                  </a:lnTo>
                  <a:lnTo>
                    <a:pt x="45352" y="152611"/>
                  </a:lnTo>
                  <a:lnTo>
                    <a:pt x="44879" y="156574"/>
                  </a:lnTo>
                  <a:lnTo>
                    <a:pt x="46013" y="161407"/>
                  </a:lnTo>
                  <a:lnTo>
                    <a:pt x="47337" y="165369"/>
                  </a:lnTo>
                  <a:lnTo>
                    <a:pt x="46202" y="169429"/>
                  </a:lnTo>
                  <a:lnTo>
                    <a:pt x="45919" y="171169"/>
                  </a:lnTo>
                  <a:lnTo>
                    <a:pt x="45919" y="171942"/>
                  </a:lnTo>
                  <a:lnTo>
                    <a:pt x="46108" y="173488"/>
                  </a:lnTo>
                  <a:lnTo>
                    <a:pt x="46391" y="174358"/>
                  </a:lnTo>
                  <a:lnTo>
                    <a:pt x="46486" y="174552"/>
                  </a:lnTo>
                  <a:lnTo>
                    <a:pt x="47526" y="176775"/>
                  </a:lnTo>
                  <a:lnTo>
                    <a:pt x="48376" y="179288"/>
                  </a:lnTo>
                  <a:lnTo>
                    <a:pt x="48944" y="181028"/>
                  </a:lnTo>
                  <a:lnTo>
                    <a:pt x="49133" y="182187"/>
                  </a:lnTo>
                  <a:lnTo>
                    <a:pt x="49416" y="186054"/>
                  </a:lnTo>
                  <a:lnTo>
                    <a:pt x="48660" y="195526"/>
                  </a:lnTo>
                  <a:lnTo>
                    <a:pt x="47904" y="203838"/>
                  </a:lnTo>
                  <a:lnTo>
                    <a:pt x="45163" y="211281"/>
                  </a:lnTo>
                  <a:lnTo>
                    <a:pt x="44501" y="211281"/>
                  </a:lnTo>
                  <a:lnTo>
                    <a:pt x="44217" y="210991"/>
                  </a:lnTo>
                  <a:lnTo>
                    <a:pt x="43839" y="210604"/>
                  </a:lnTo>
                  <a:lnTo>
                    <a:pt x="43272" y="210217"/>
                  </a:lnTo>
                  <a:lnTo>
                    <a:pt x="42610" y="209734"/>
                  </a:lnTo>
                  <a:lnTo>
                    <a:pt x="42232" y="209444"/>
                  </a:lnTo>
                  <a:lnTo>
                    <a:pt x="41949" y="209251"/>
                  </a:lnTo>
                  <a:lnTo>
                    <a:pt x="41854" y="209058"/>
                  </a:lnTo>
                  <a:lnTo>
                    <a:pt x="41665" y="208864"/>
                  </a:lnTo>
                  <a:lnTo>
                    <a:pt x="40720" y="208284"/>
                  </a:lnTo>
                  <a:lnTo>
                    <a:pt x="39869" y="207801"/>
                  </a:lnTo>
                  <a:lnTo>
                    <a:pt x="39208" y="207511"/>
                  </a:lnTo>
                  <a:lnTo>
                    <a:pt x="38546" y="207028"/>
                  </a:lnTo>
                  <a:lnTo>
                    <a:pt x="38168" y="206448"/>
                  </a:lnTo>
                  <a:lnTo>
                    <a:pt x="37790" y="205965"/>
                  </a:lnTo>
                  <a:lnTo>
                    <a:pt x="37601" y="205288"/>
                  </a:lnTo>
                  <a:lnTo>
                    <a:pt x="37412" y="204805"/>
                  </a:lnTo>
                  <a:lnTo>
                    <a:pt x="37128" y="204321"/>
                  </a:lnTo>
                  <a:lnTo>
                    <a:pt x="36939" y="203742"/>
                  </a:lnTo>
                  <a:lnTo>
                    <a:pt x="36656" y="203548"/>
                  </a:lnTo>
                  <a:lnTo>
                    <a:pt x="36372" y="203162"/>
                  </a:lnTo>
                  <a:lnTo>
                    <a:pt x="36088" y="202968"/>
                  </a:lnTo>
                  <a:lnTo>
                    <a:pt x="35710" y="202678"/>
                  </a:lnTo>
                  <a:lnTo>
                    <a:pt x="35616" y="202485"/>
                  </a:lnTo>
                  <a:lnTo>
                    <a:pt x="35427" y="202292"/>
                  </a:lnTo>
                  <a:lnTo>
                    <a:pt x="34954" y="202098"/>
                  </a:lnTo>
                  <a:lnTo>
                    <a:pt x="34387" y="201518"/>
                  </a:lnTo>
                  <a:lnTo>
                    <a:pt x="33536" y="200649"/>
                  </a:lnTo>
                  <a:lnTo>
                    <a:pt x="32780" y="199875"/>
                  </a:lnTo>
                  <a:lnTo>
                    <a:pt x="31929" y="199392"/>
                  </a:lnTo>
                  <a:lnTo>
                    <a:pt x="31268" y="199102"/>
                  </a:lnTo>
                  <a:lnTo>
                    <a:pt x="30984" y="198812"/>
                  </a:lnTo>
                  <a:lnTo>
                    <a:pt x="30322" y="198619"/>
                  </a:lnTo>
                  <a:lnTo>
                    <a:pt x="29661" y="198136"/>
                  </a:lnTo>
                  <a:lnTo>
                    <a:pt x="29188" y="197749"/>
                  </a:lnTo>
                  <a:lnTo>
                    <a:pt x="28716" y="197362"/>
                  </a:lnTo>
                  <a:lnTo>
                    <a:pt x="26636" y="196299"/>
                  </a:lnTo>
                  <a:lnTo>
                    <a:pt x="25313" y="195139"/>
                  </a:lnTo>
                  <a:lnTo>
                    <a:pt x="23611" y="193979"/>
                  </a:lnTo>
                  <a:lnTo>
                    <a:pt x="22288" y="193109"/>
                  </a:lnTo>
                  <a:lnTo>
                    <a:pt x="21059" y="192336"/>
                  </a:lnTo>
                  <a:lnTo>
                    <a:pt x="18980" y="190693"/>
                  </a:lnTo>
                  <a:lnTo>
                    <a:pt x="16900" y="189147"/>
                  </a:lnTo>
                  <a:lnTo>
                    <a:pt x="15388" y="188180"/>
                  </a:lnTo>
                  <a:lnTo>
                    <a:pt x="14632" y="187697"/>
                  </a:lnTo>
                  <a:lnTo>
                    <a:pt x="14065" y="187310"/>
                  </a:lnTo>
                  <a:lnTo>
                    <a:pt x="13308" y="186924"/>
                  </a:lnTo>
                  <a:lnTo>
                    <a:pt x="12741" y="186440"/>
                  </a:lnTo>
                  <a:lnTo>
                    <a:pt x="12458" y="185860"/>
                  </a:lnTo>
                  <a:lnTo>
                    <a:pt x="11796" y="185184"/>
                  </a:lnTo>
                  <a:lnTo>
                    <a:pt x="11134" y="184990"/>
                  </a:lnTo>
                  <a:lnTo>
                    <a:pt x="10567" y="184700"/>
                  </a:lnTo>
                  <a:lnTo>
                    <a:pt x="9811" y="184217"/>
                  </a:lnTo>
                  <a:lnTo>
                    <a:pt x="9338" y="183637"/>
                  </a:lnTo>
                  <a:lnTo>
                    <a:pt x="8960" y="183154"/>
                  </a:lnTo>
                  <a:lnTo>
                    <a:pt x="8677" y="182864"/>
                  </a:lnTo>
                  <a:lnTo>
                    <a:pt x="8299" y="182767"/>
                  </a:lnTo>
                  <a:lnTo>
                    <a:pt x="7826" y="182381"/>
                  </a:lnTo>
                  <a:lnTo>
                    <a:pt x="7259" y="181897"/>
                  </a:lnTo>
                  <a:lnTo>
                    <a:pt x="6692" y="181414"/>
                  </a:lnTo>
                  <a:lnTo>
                    <a:pt x="6314" y="180834"/>
                  </a:lnTo>
                  <a:lnTo>
                    <a:pt x="6030" y="180641"/>
                  </a:lnTo>
                  <a:lnTo>
                    <a:pt x="5652" y="180448"/>
                  </a:lnTo>
                  <a:lnTo>
                    <a:pt x="5274" y="180351"/>
                  </a:lnTo>
                  <a:lnTo>
                    <a:pt x="4707" y="180061"/>
                  </a:lnTo>
                  <a:lnTo>
                    <a:pt x="4234" y="179384"/>
                  </a:lnTo>
                  <a:lnTo>
                    <a:pt x="3762" y="179094"/>
                  </a:lnTo>
                  <a:lnTo>
                    <a:pt x="3572" y="178708"/>
                  </a:lnTo>
                  <a:lnTo>
                    <a:pt x="2911" y="178418"/>
                  </a:lnTo>
                  <a:lnTo>
                    <a:pt x="2344" y="177935"/>
                  </a:lnTo>
                  <a:lnTo>
                    <a:pt x="1871" y="177451"/>
                  </a:lnTo>
                  <a:lnTo>
                    <a:pt x="1304" y="177258"/>
                  </a:lnTo>
                  <a:lnTo>
                    <a:pt x="737" y="177065"/>
                  </a:lnTo>
                  <a:lnTo>
                    <a:pt x="170" y="176775"/>
                  </a:lnTo>
                  <a:lnTo>
                    <a:pt x="0" y="176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918669" y="4226334"/>
              <a:ext cx="517324" cy="360620"/>
            </a:xfrm>
            <a:custGeom>
              <a:avLst/>
              <a:pathLst>
                <a:path w="517324" h="360620">
                  <a:moveTo>
                    <a:pt x="271564" y="9665"/>
                  </a:moveTo>
                  <a:lnTo>
                    <a:pt x="271659" y="16431"/>
                  </a:lnTo>
                  <a:lnTo>
                    <a:pt x="271659" y="22423"/>
                  </a:lnTo>
                  <a:lnTo>
                    <a:pt x="271753" y="25130"/>
                  </a:lnTo>
                  <a:lnTo>
                    <a:pt x="272037" y="27643"/>
                  </a:lnTo>
                  <a:lnTo>
                    <a:pt x="272320" y="29479"/>
                  </a:lnTo>
                  <a:lnTo>
                    <a:pt x="272415" y="30059"/>
                  </a:lnTo>
                  <a:lnTo>
                    <a:pt x="272604" y="31122"/>
                  </a:lnTo>
                  <a:lnTo>
                    <a:pt x="273076" y="32669"/>
                  </a:lnTo>
                  <a:lnTo>
                    <a:pt x="273833" y="34699"/>
                  </a:lnTo>
                  <a:lnTo>
                    <a:pt x="275156" y="38372"/>
                  </a:lnTo>
                  <a:lnTo>
                    <a:pt x="275629" y="39821"/>
                  </a:lnTo>
                  <a:lnTo>
                    <a:pt x="278937" y="47650"/>
                  </a:lnTo>
                  <a:lnTo>
                    <a:pt x="279882" y="50453"/>
                  </a:lnTo>
                  <a:lnTo>
                    <a:pt x="280449" y="53353"/>
                  </a:lnTo>
                  <a:lnTo>
                    <a:pt x="280922" y="55769"/>
                  </a:lnTo>
                  <a:lnTo>
                    <a:pt x="281678" y="62342"/>
                  </a:lnTo>
                  <a:lnTo>
                    <a:pt x="282812" y="72201"/>
                  </a:lnTo>
                  <a:lnTo>
                    <a:pt x="282812" y="72491"/>
                  </a:lnTo>
                  <a:lnTo>
                    <a:pt x="283001" y="74327"/>
                  </a:lnTo>
                  <a:lnTo>
                    <a:pt x="283190" y="77420"/>
                  </a:lnTo>
                  <a:lnTo>
                    <a:pt x="283758" y="82060"/>
                  </a:lnTo>
                  <a:lnTo>
                    <a:pt x="284514" y="91725"/>
                  </a:lnTo>
                  <a:lnTo>
                    <a:pt x="284608" y="92498"/>
                  </a:lnTo>
                  <a:lnTo>
                    <a:pt x="284703" y="94818"/>
                  </a:lnTo>
                  <a:lnTo>
                    <a:pt x="284797" y="98201"/>
                  </a:lnTo>
                  <a:lnTo>
                    <a:pt x="284797" y="100521"/>
                  </a:lnTo>
                  <a:lnTo>
                    <a:pt x="284892" y="103034"/>
                  </a:lnTo>
                  <a:lnTo>
                    <a:pt x="284892" y="105064"/>
                  </a:lnTo>
                  <a:lnTo>
                    <a:pt x="284797" y="107480"/>
                  </a:lnTo>
                  <a:lnTo>
                    <a:pt x="284608" y="111153"/>
                  </a:lnTo>
                  <a:lnTo>
                    <a:pt x="284419" y="114922"/>
                  </a:lnTo>
                  <a:lnTo>
                    <a:pt x="283568" y="126328"/>
                  </a:lnTo>
                  <a:lnTo>
                    <a:pt x="283190" y="131257"/>
                  </a:lnTo>
                  <a:lnTo>
                    <a:pt x="283001" y="133673"/>
                  </a:lnTo>
                  <a:lnTo>
                    <a:pt x="282718" y="136863"/>
                  </a:lnTo>
                  <a:lnTo>
                    <a:pt x="282812" y="139183"/>
                  </a:lnTo>
                  <a:lnTo>
                    <a:pt x="282907" y="141503"/>
                  </a:lnTo>
                  <a:lnTo>
                    <a:pt x="283096" y="143726"/>
                  </a:lnTo>
                  <a:lnTo>
                    <a:pt x="283096" y="144112"/>
                  </a:lnTo>
                  <a:lnTo>
                    <a:pt x="283568" y="146915"/>
                  </a:lnTo>
                  <a:lnTo>
                    <a:pt x="284041" y="149332"/>
                  </a:lnTo>
                  <a:lnTo>
                    <a:pt x="284230" y="150491"/>
                  </a:lnTo>
                  <a:lnTo>
                    <a:pt x="284608" y="152135"/>
                  </a:lnTo>
                  <a:lnTo>
                    <a:pt x="285270" y="156387"/>
                  </a:lnTo>
                  <a:lnTo>
                    <a:pt x="285648" y="157644"/>
                  </a:lnTo>
                  <a:lnTo>
                    <a:pt x="287633" y="157644"/>
                  </a:lnTo>
                  <a:lnTo>
                    <a:pt x="288200" y="157644"/>
                  </a:lnTo>
                  <a:lnTo>
                    <a:pt x="289712" y="157741"/>
                  </a:lnTo>
                  <a:lnTo>
                    <a:pt x="290752" y="157741"/>
                  </a:lnTo>
                  <a:lnTo>
                    <a:pt x="290941" y="157741"/>
                  </a:lnTo>
                  <a:lnTo>
                    <a:pt x="292548" y="157837"/>
                  </a:lnTo>
                  <a:lnTo>
                    <a:pt x="293777" y="158224"/>
                  </a:lnTo>
                  <a:lnTo>
                    <a:pt x="295100" y="158707"/>
                  </a:lnTo>
                  <a:lnTo>
                    <a:pt x="295289" y="158804"/>
                  </a:lnTo>
                  <a:lnTo>
                    <a:pt x="297274" y="160254"/>
                  </a:lnTo>
                  <a:lnTo>
                    <a:pt x="300015" y="162187"/>
                  </a:lnTo>
                  <a:lnTo>
                    <a:pt x="301622" y="163347"/>
                  </a:lnTo>
                  <a:lnTo>
                    <a:pt x="302473" y="163927"/>
                  </a:lnTo>
                  <a:lnTo>
                    <a:pt x="309468" y="163347"/>
                  </a:lnTo>
                  <a:lnTo>
                    <a:pt x="319582" y="162670"/>
                  </a:lnTo>
                  <a:lnTo>
                    <a:pt x="329223" y="161993"/>
                  </a:lnTo>
                  <a:lnTo>
                    <a:pt x="330263" y="161897"/>
                  </a:lnTo>
                  <a:lnTo>
                    <a:pt x="348884" y="160834"/>
                  </a:lnTo>
                  <a:lnTo>
                    <a:pt x="350018" y="160737"/>
                  </a:lnTo>
                  <a:lnTo>
                    <a:pt x="357013" y="160254"/>
                  </a:lnTo>
                  <a:lnTo>
                    <a:pt x="358147" y="160157"/>
                  </a:lnTo>
                  <a:lnTo>
                    <a:pt x="358147" y="171176"/>
                  </a:lnTo>
                  <a:lnTo>
                    <a:pt x="359565" y="171176"/>
                  </a:lnTo>
                  <a:lnTo>
                    <a:pt x="363251" y="171079"/>
                  </a:lnTo>
                  <a:lnTo>
                    <a:pt x="367316" y="171079"/>
                  </a:lnTo>
                  <a:lnTo>
                    <a:pt x="367032" y="159577"/>
                  </a:lnTo>
                  <a:lnTo>
                    <a:pt x="379320" y="159287"/>
                  </a:lnTo>
                  <a:lnTo>
                    <a:pt x="391514" y="158997"/>
                  </a:lnTo>
                  <a:lnTo>
                    <a:pt x="392175" y="158997"/>
                  </a:lnTo>
                  <a:lnTo>
                    <a:pt x="400021" y="158900"/>
                  </a:lnTo>
                  <a:lnTo>
                    <a:pt x="399832" y="153778"/>
                  </a:lnTo>
                  <a:lnTo>
                    <a:pt x="405787" y="153488"/>
                  </a:lnTo>
                  <a:lnTo>
                    <a:pt x="405692" y="149912"/>
                  </a:lnTo>
                  <a:lnTo>
                    <a:pt x="405692" y="149042"/>
                  </a:lnTo>
                  <a:lnTo>
                    <a:pt x="405692" y="146529"/>
                  </a:lnTo>
                  <a:lnTo>
                    <a:pt x="405787" y="144789"/>
                  </a:lnTo>
                  <a:lnTo>
                    <a:pt x="405976" y="143532"/>
                  </a:lnTo>
                  <a:lnTo>
                    <a:pt x="406070" y="143146"/>
                  </a:lnTo>
                  <a:lnTo>
                    <a:pt x="407488" y="141889"/>
                  </a:lnTo>
                  <a:lnTo>
                    <a:pt x="408244" y="141406"/>
                  </a:lnTo>
                  <a:lnTo>
                    <a:pt x="409000" y="140923"/>
                  </a:lnTo>
                  <a:lnTo>
                    <a:pt x="411931" y="138893"/>
                  </a:lnTo>
                  <a:lnTo>
                    <a:pt x="418264" y="134737"/>
                  </a:lnTo>
                  <a:lnTo>
                    <a:pt x="418925" y="134350"/>
                  </a:lnTo>
                  <a:lnTo>
                    <a:pt x="421478" y="132707"/>
                  </a:lnTo>
                  <a:lnTo>
                    <a:pt x="422234" y="132224"/>
                  </a:lnTo>
                  <a:lnTo>
                    <a:pt x="422612" y="131934"/>
                  </a:lnTo>
                  <a:lnTo>
                    <a:pt x="422801" y="131837"/>
                  </a:lnTo>
                  <a:lnTo>
                    <a:pt x="423462" y="131354"/>
                  </a:lnTo>
                  <a:lnTo>
                    <a:pt x="426204" y="129614"/>
                  </a:lnTo>
                  <a:lnTo>
                    <a:pt x="428189" y="128261"/>
                  </a:lnTo>
                  <a:lnTo>
                    <a:pt x="432726" y="125265"/>
                  </a:lnTo>
                  <a:lnTo>
                    <a:pt x="433671" y="124685"/>
                  </a:lnTo>
                  <a:lnTo>
                    <a:pt x="434522" y="124105"/>
                  </a:lnTo>
                  <a:lnTo>
                    <a:pt x="435183" y="123621"/>
                  </a:lnTo>
                  <a:lnTo>
                    <a:pt x="435845" y="124588"/>
                  </a:lnTo>
                  <a:lnTo>
                    <a:pt x="438586" y="128937"/>
                  </a:lnTo>
                  <a:lnTo>
                    <a:pt x="440099" y="131450"/>
                  </a:lnTo>
                  <a:lnTo>
                    <a:pt x="440288" y="131644"/>
                  </a:lnTo>
                  <a:lnTo>
                    <a:pt x="441705" y="133867"/>
                  </a:lnTo>
                  <a:lnTo>
                    <a:pt x="443879" y="137250"/>
                  </a:lnTo>
                  <a:lnTo>
                    <a:pt x="444352" y="138023"/>
                  </a:lnTo>
                  <a:lnTo>
                    <a:pt x="444730" y="138603"/>
                  </a:lnTo>
                  <a:lnTo>
                    <a:pt x="445864" y="140246"/>
                  </a:lnTo>
                  <a:lnTo>
                    <a:pt x="448322" y="143822"/>
                  </a:lnTo>
                  <a:lnTo>
                    <a:pt x="448417" y="144016"/>
                  </a:lnTo>
                  <a:lnTo>
                    <a:pt x="449645" y="145949"/>
                  </a:lnTo>
                  <a:lnTo>
                    <a:pt x="452481" y="150202"/>
                  </a:lnTo>
                  <a:lnTo>
                    <a:pt x="456640" y="156387"/>
                  </a:lnTo>
                  <a:lnTo>
                    <a:pt x="457018" y="156967"/>
                  </a:lnTo>
                  <a:lnTo>
                    <a:pt x="457491" y="157547"/>
                  </a:lnTo>
                  <a:lnTo>
                    <a:pt x="460137" y="161510"/>
                  </a:lnTo>
                  <a:lnTo>
                    <a:pt x="460894" y="162670"/>
                  </a:lnTo>
                  <a:lnTo>
                    <a:pt x="464391" y="167889"/>
                  </a:lnTo>
                  <a:lnTo>
                    <a:pt x="465053" y="168953"/>
                  </a:lnTo>
                  <a:lnTo>
                    <a:pt x="470062" y="176395"/>
                  </a:lnTo>
                  <a:lnTo>
                    <a:pt x="472331" y="179778"/>
                  </a:lnTo>
                  <a:lnTo>
                    <a:pt x="476584" y="186157"/>
                  </a:lnTo>
                  <a:lnTo>
                    <a:pt x="476963" y="186640"/>
                  </a:lnTo>
                  <a:lnTo>
                    <a:pt x="478569" y="189154"/>
                  </a:lnTo>
                  <a:lnTo>
                    <a:pt x="483485" y="196693"/>
                  </a:lnTo>
                  <a:lnTo>
                    <a:pt x="486415" y="201332"/>
                  </a:lnTo>
                  <a:lnTo>
                    <a:pt x="497096" y="217473"/>
                  </a:lnTo>
                  <a:lnTo>
                    <a:pt x="500121" y="222210"/>
                  </a:lnTo>
                  <a:lnTo>
                    <a:pt x="500310" y="222403"/>
                  </a:lnTo>
                  <a:lnTo>
                    <a:pt x="501349" y="224046"/>
                  </a:lnTo>
                  <a:lnTo>
                    <a:pt x="503051" y="226559"/>
                  </a:lnTo>
                  <a:lnTo>
                    <a:pt x="503902" y="227912"/>
                  </a:lnTo>
                  <a:lnTo>
                    <a:pt x="508911" y="235065"/>
                  </a:lnTo>
                  <a:lnTo>
                    <a:pt x="511369" y="238544"/>
                  </a:lnTo>
                  <a:lnTo>
                    <a:pt x="514110" y="242410"/>
                  </a:lnTo>
                  <a:lnTo>
                    <a:pt x="514772" y="243377"/>
                  </a:lnTo>
                  <a:lnTo>
                    <a:pt x="515811" y="245117"/>
                  </a:lnTo>
                  <a:lnTo>
                    <a:pt x="516946" y="246857"/>
                  </a:lnTo>
                  <a:lnTo>
                    <a:pt x="517324" y="247437"/>
                  </a:lnTo>
                  <a:lnTo>
                    <a:pt x="516946" y="247823"/>
                  </a:lnTo>
                  <a:lnTo>
                    <a:pt x="516568" y="248306"/>
                  </a:lnTo>
                  <a:lnTo>
                    <a:pt x="516284" y="248693"/>
                  </a:lnTo>
                  <a:lnTo>
                    <a:pt x="516001" y="249273"/>
                  </a:lnTo>
                  <a:lnTo>
                    <a:pt x="515811" y="249756"/>
                  </a:lnTo>
                  <a:lnTo>
                    <a:pt x="515717" y="250336"/>
                  </a:lnTo>
                  <a:lnTo>
                    <a:pt x="515622" y="250819"/>
                  </a:lnTo>
                  <a:lnTo>
                    <a:pt x="515528" y="251399"/>
                  </a:lnTo>
                  <a:lnTo>
                    <a:pt x="515244" y="251399"/>
                  </a:lnTo>
                  <a:lnTo>
                    <a:pt x="514583" y="251303"/>
                  </a:lnTo>
                  <a:lnTo>
                    <a:pt x="514205" y="251303"/>
                  </a:lnTo>
                  <a:lnTo>
                    <a:pt x="511369" y="250819"/>
                  </a:lnTo>
                  <a:lnTo>
                    <a:pt x="510991" y="250819"/>
                  </a:lnTo>
                  <a:lnTo>
                    <a:pt x="509667" y="250626"/>
                  </a:lnTo>
                  <a:lnTo>
                    <a:pt x="507210" y="250240"/>
                  </a:lnTo>
                  <a:lnTo>
                    <a:pt x="505508" y="249950"/>
                  </a:lnTo>
                  <a:lnTo>
                    <a:pt x="501633" y="249466"/>
                  </a:lnTo>
                  <a:lnTo>
                    <a:pt x="500782" y="249273"/>
                  </a:lnTo>
                  <a:lnTo>
                    <a:pt x="499932" y="249176"/>
                  </a:lnTo>
                  <a:lnTo>
                    <a:pt x="498230" y="248790"/>
                  </a:lnTo>
                  <a:lnTo>
                    <a:pt x="497285" y="248693"/>
                  </a:lnTo>
                  <a:lnTo>
                    <a:pt x="496245" y="248500"/>
                  </a:lnTo>
                  <a:lnTo>
                    <a:pt x="495300" y="248306"/>
                  </a:lnTo>
                  <a:lnTo>
                    <a:pt x="494827" y="248210"/>
                  </a:lnTo>
                  <a:lnTo>
                    <a:pt x="493599" y="248016"/>
                  </a:lnTo>
                  <a:lnTo>
                    <a:pt x="493031" y="247920"/>
                  </a:lnTo>
                  <a:lnTo>
                    <a:pt x="490385" y="247533"/>
                  </a:lnTo>
                  <a:lnTo>
                    <a:pt x="487171" y="246953"/>
                  </a:lnTo>
                  <a:lnTo>
                    <a:pt x="486131" y="246760"/>
                  </a:lnTo>
                  <a:lnTo>
                    <a:pt x="484524" y="246470"/>
                  </a:lnTo>
                  <a:lnTo>
                    <a:pt x="483579" y="246373"/>
                  </a:lnTo>
                  <a:lnTo>
                    <a:pt x="481972" y="246083"/>
                  </a:lnTo>
                  <a:lnTo>
                    <a:pt x="481689" y="246083"/>
                  </a:lnTo>
                  <a:lnTo>
                    <a:pt x="480649" y="245890"/>
                  </a:lnTo>
                  <a:lnTo>
                    <a:pt x="480460" y="245890"/>
                  </a:lnTo>
                  <a:lnTo>
                    <a:pt x="477813" y="245407"/>
                  </a:lnTo>
                  <a:lnTo>
                    <a:pt x="477435" y="245407"/>
                  </a:lnTo>
                  <a:lnTo>
                    <a:pt x="477152" y="245310"/>
                  </a:lnTo>
                  <a:lnTo>
                    <a:pt x="476963" y="245310"/>
                  </a:lnTo>
                  <a:lnTo>
                    <a:pt x="476301" y="245213"/>
                  </a:lnTo>
                  <a:lnTo>
                    <a:pt x="473087" y="244730"/>
                  </a:lnTo>
                  <a:lnTo>
                    <a:pt x="470913" y="244344"/>
                  </a:lnTo>
                  <a:lnTo>
                    <a:pt x="468455" y="243957"/>
                  </a:lnTo>
                  <a:lnTo>
                    <a:pt x="468077" y="243860"/>
                  </a:lnTo>
                  <a:lnTo>
                    <a:pt x="466376" y="243667"/>
                  </a:lnTo>
                  <a:lnTo>
                    <a:pt x="462784" y="243087"/>
                  </a:lnTo>
                  <a:lnTo>
                    <a:pt x="460799" y="242797"/>
                  </a:lnTo>
                  <a:lnTo>
                    <a:pt x="459287" y="242507"/>
                  </a:lnTo>
                  <a:lnTo>
                    <a:pt x="458341" y="242410"/>
                  </a:lnTo>
                  <a:lnTo>
                    <a:pt x="457963" y="242314"/>
                  </a:lnTo>
                  <a:lnTo>
                    <a:pt x="457207" y="242217"/>
                  </a:lnTo>
                  <a:lnTo>
                    <a:pt x="455128" y="241927"/>
                  </a:lnTo>
                  <a:lnTo>
                    <a:pt x="446904" y="240574"/>
                  </a:lnTo>
                  <a:lnTo>
                    <a:pt x="445770" y="240381"/>
                  </a:lnTo>
                  <a:lnTo>
                    <a:pt x="444258" y="240187"/>
                  </a:lnTo>
                  <a:lnTo>
                    <a:pt x="443690" y="240091"/>
                  </a:lnTo>
                  <a:lnTo>
                    <a:pt x="441516" y="239801"/>
                  </a:lnTo>
                  <a:lnTo>
                    <a:pt x="440760" y="239704"/>
                  </a:lnTo>
                  <a:lnTo>
                    <a:pt x="440477" y="239704"/>
                  </a:lnTo>
                  <a:lnTo>
                    <a:pt x="440193" y="239607"/>
                  </a:lnTo>
                  <a:lnTo>
                    <a:pt x="439626" y="243667"/>
                  </a:lnTo>
                  <a:lnTo>
                    <a:pt x="439626" y="243860"/>
                  </a:lnTo>
                  <a:lnTo>
                    <a:pt x="439626" y="244634"/>
                  </a:lnTo>
                  <a:lnTo>
                    <a:pt x="439626" y="244827"/>
                  </a:lnTo>
                  <a:lnTo>
                    <a:pt x="440193" y="250530"/>
                  </a:lnTo>
                  <a:lnTo>
                    <a:pt x="440382" y="253139"/>
                  </a:lnTo>
                  <a:lnTo>
                    <a:pt x="440666" y="255846"/>
                  </a:lnTo>
                  <a:lnTo>
                    <a:pt x="441233" y="261548"/>
                  </a:lnTo>
                  <a:lnTo>
                    <a:pt x="441044" y="261548"/>
                  </a:lnTo>
                  <a:lnTo>
                    <a:pt x="439153" y="261838"/>
                  </a:lnTo>
                  <a:lnTo>
                    <a:pt x="433576" y="262321"/>
                  </a:lnTo>
                  <a:lnTo>
                    <a:pt x="432726" y="262418"/>
                  </a:lnTo>
                  <a:lnTo>
                    <a:pt x="432348" y="262418"/>
                  </a:lnTo>
                  <a:lnTo>
                    <a:pt x="431591" y="262515"/>
                  </a:lnTo>
                  <a:lnTo>
                    <a:pt x="431024" y="262515"/>
                  </a:lnTo>
                  <a:lnTo>
                    <a:pt x="430079" y="262611"/>
                  </a:lnTo>
                  <a:lnTo>
                    <a:pt x="426393" y="262998"/>
                  </a:lnTo>
                  <a:lnTo>
                    <a:pt x="423746" y="263191"/>
                  </a:lnTo>
                  <a:lnTo>
                    <a:pt x="419398" y="262418"/>
                  </a:lnTo>
                  <a:lnTo>
                    <a:pt x="418831" y="265318"/>
                  </a:lnTo>
                  <a:lnTo>
                    <a:pt x="418453" y="267154"/>
                  </a:lnTo>
                  <a:lnTo>
                    <a:pt x="417980" y="267058"/>
                  </a:lnTo>
                  <a:lnTo>
                    <a:pt x="416846" y="266864"/>
                  </a:lnTo>
                  <a:lnTo>
                    <a:pt x="416090" y="266671"/>
                  </a:lnTo>
                  <a:lnTo>
                    <a:pt x="415617" y="266574"/>
                  </a:lnTo>
                  <a:lnTo>
                    <a:pt x="412876" y="265898"/>
                  </a:lnTo>
                  <a:lnTo>
                    <a:pt x="412403" y="267831"/>
                  </a:lnTo>
                  <a:lnTo>
                    <a:pt x="412309" y="268411"/>
                  </a:lnTo>
                  <a:lnTo>
                    <a:pt x="412214" y="268701"/>
                  </a:lnTo>
                  <a:lnTo>
                    <a:pt x="412120" y="269184"/>
                  </a:lnTo>
                  <a:lnTo>
                    <a:pt x="411836" y="270247"/>
                  </a:lnTo>
                  <a:lnTo>
                    <a:pt x="410513" y="271697"/>
                  </a:lnTo>
                  <a:lnTo>
                    <a:pt x="410135" y="272180"/>
                  </a:lnTo>
                  <a:lnTo>
                    <a:pt x="408622" y="273727"/>
                  </a:lnTo>
                  <a:lnTo>
                    <a:pt x="407866" y="274597"/>
                  </a:lnTo>
                  <a:lnTo>
                    <a:pt x="407772" y="274403"/>
                  </a:lnTo>
                  <a:lnTo>
                    <a:pt x="407110" y="273147"/>
                  </a:lnTo>
                  <a:lnTo>
                    <a:pt x="407015" y="272857"/>
                  </a:lnTo>
                  <a:lnTo>
                    <a:pt x="406543" y="271890"/>
                  </a:lnTo>
                  <a:lnTo>
                    <a:pt x="406354" y="271407"/>
                  </a:lnTo>
                  <a:lnTo>
                    <a:pt x="406070" y="270924"/>
                  </a:lnTo>
                  <a:lnTo>
                    <a:pt x="406637" y="267444"/>
                  </a:lnTo>
                  <a:lnTo>
                    <a:pt x="407015" y="265704"/>
                  </a:lnTo>
                  <a:lnTo>
                    <a:pt x="407205" y="264641"/>
                  </a:lnTo>
                  <a:lnTo>
                    <a:pt x="407205" y="264448"/>
                  </a:lnTo>
                  <a:lnTo>
                    <a:pt x="407205" y="264061"/>
                  </a:lnTo>
                  <a:lnTo>
                    <a:pt x="407015" y="262805"/>
                  </a:lnTo>
                  <a:lnTo>
                    <a:pt x="406826" y="260872"/>
                  </a:lnTo>
                  <a:lnTo>
                    <a:pt x="406259" y="261065"/>
                  </a:lnTo>
                  <a:lnTo>
                    <a:pt x="405314" y="261355"/>
                  </a:lnTo>
                  <a:lnTo>
                    <a:pt x="404558" y="261548"/>
                  </a:lnTo>
                  <a:lnTo>
                    <a:pt x="404180" y="261645"/>
                  </a:lnTo>
                  <a:lnTo>
                    <a:pt x="403235" y="261935"/>
                  </a:lnTo>
                  <a:lnTo>
                    <a:pt x="402951" y="261548"/>
                  </a:lnTo>
                  <a:lnTo>
                    <a:pt x="402289" y="259905"/>
                  </a:lnTo>
                  <a:lnTo>
                    <a:pt x="400777" y="256715"/>
                  </a:lnTo>
                  <a:lnTo>
                    <a:pt x="400304" y="256909"/>
                  </a:lnTo>
                  <a:lnTo>
                    <a:pt x="398508" y="257392"/>
                  </a:lnTo>
                  <a:lnTo>
                    <a:pt x="398319" y="257392"/>
                  </a:lnTo>
                  <a:lnTo>
                    <a:pt x="397847" y="257585"/>
                  </a:lnTo>
                  <a:lnTo>
                    <a:pt x="394822" y="258262"/>
                  </a:lnTo>
                  <a:lnTo>
                    <a:pt x="392175" y="258455"/>
                  </a:lnTo>
                  <a:lnTo>
                    <a:pt x="391892" y="258455"/>
                  </a:lnTo>
                  <a:lnTo>
                    <a:pt x="391325" y="258455"/>
                  </a:lnTo>
                  <a:lnTo>
                    <a:pt x="387733" y="258359"/>
                  </a:lnTo>
                  <a:lnTo>
                    <a:pt x="387071" y="258359"/>
                  </a:lnTo>
                  <a:lnTo>
                    <a:pt x="386409" y="258262"/>
                  </a:lnTo>
                  <a:lnTo>
                    <a:pt x="385275" y="258165"/>
                  </a:lnTo>
                  <a:lnTo>
                    <a:pt x="384235" y="258069"/>
                  </a:lnTo>
                  <a:lnTo>
                    <a:pt x="383290" y="258069"/>
                  </a:lnTo>
                  <a:lnTo>
                    <a:pt x="383290" y="258262"/>
                  </a:lnTo>
                  <a:lnTo>
                    <a:pt x="383196" y="258552"/>
                  </a:lnTo>
                  <a:lnTo>
                    <a:pt x="382156" y="262225"/>
                  </a:lnTo>
                  <a:lnTo>
                    <a:pt x="380549" y="264351"/>
                  </a:lnTo>
                  <a:lnTo>
                    <a:pt x="379698" y="263578"/>
                  </a:lnTo>
                  <a:lnTo>
                    <a:pt x="379509" y="263385"/>
                  </a:lnTo>
                  <a:lnTo>
                    <a:pt x="377902" y="261838"/>
                  </a:lnTo>
                  <a:lnTo>
                    <a:pt x="377808" y="262128"/>
                  </a:lnTo>
                  <a:lnTo>
                    <a:pt x="375350" y="267637"/>
                  </a:lnTo>
                  <a:lnTo>
                    <a:pt x="374689" y="267058"/>
                  </a:lnTo>
                  <a:lnTo>
                    <a:pt x="372893" y="265511"/>
                  </a:lnTo>
                  <a:lnTo>
                    <a:pt x="372326" y="265028"/>
                  </a:lnTo>
                  <a:lnTo>
                    <a:pt x="370057" y="262901"/>
                  </a:lnTo>
                  <a:lnTo>
                    <a:pt x="368734" y="261742"/>
                  </a:lnTo>
                  <a:lnTo>
                    <a:pt x="368545" y="261548"/>
                  </a:lnTo>
                  <a:lnTo>
                    <a:pt x="367221" y="262805"/>
                  </a:lnTo>
                  <a:lnTo>
                    <a:pt x="366938" y="263191"/>
                  </a:lnTo>
                  <a:lnTo>
                    <a:pt x="366843" y="263481"/>
                  </a:lnTo>
                  <a:lnTo>
                    <a:pt x="366749" y="263771"/>
                  </a:lnTo>
                  <a:lnTo>
                    <a:pt x="366749" y="264448"/>
                  </a:lnTo>
                  <a:lnTo>
                    <a:pt x="366749" y="264738"/>
                  </a:lnTo>
                  <a:lnTo>
                    <a:pt x="366749" y="265028"/>
                  </a:lnTo>
                  <a:lnTo>
                    <a:pt x="366654" y="266091"/>
                  </a:lnTo>
                  <a:lnTo>
                    <a:pt x="366654" y="266381"/>
                  </a:lnTo>
                  <a:lnTo>
                    <a:pt x="362968" y="266478"/>
                  </a:lnTo>
                  <a:lnTo>
                    <a:pt x="361644" y="266478"/>
                  </a:lnTo>
                  <a:lnTo>
                    <a:pt x="360321" y="266478"/>
                  </a:lnTo>
                  <a:lnTo>
                    <a:pt x="360321" y="267058"/>
                  </a:lnTo>
                  <a:lnTo>
                    <a:pt x="360321" y="268217"/>
                  </a:lnTo>
                  <a:lnTo>
                    <a:pt x="360416" y="269764"/>
                  </a:lnTo>
                  <a:lnTo>
                    <a:pt x="360416" y="271504"/>
                  </a:lnTo>
                  <a:lnTo>
                    <a:pt x="360510" y="274017"/>
                  </a:lnTo>
                  <a:lnTo>
                    <a:pt x="356257" y="274113"/>
                  </a:lnTo>
                  <a:lnTo>
                    <a:pt x="352854" y="274210"/>
                  </a:lnTo>
                  <a:lnTo>
                    <a:pt x="351247" y="274210"/>
                  </a:lnTo>
                  <a:lnTo>
                    <a:pt x="349451" y="274210"/>
                  </a:lnTo>
                  <a:lnTo>
                    <a:pt x="348128" y="271697"/>
                  </a:lnTo>
                  <a:lnTo>
                    <a:pt x="347939" y="271214"/>
                  </a:lnTo>
                  <a:lnTo>
                    <a:pt x="346521" y="268314"/>
                  </a:lnTo>
                  <a:lnTo>
                    <a:pt x="346048" y="267541"/>
                  </a:lnTo>
                  <a:lnTo>
                    <a:pt x="345292" y="268894"/>
                  </a:lnTo>
                  <a:lnTo>
                    <a:pt x="343874" y="271214"/>
                  </a:lnTo>
                  <a:lnTo>
                    <a:pt x="340566" y="277013"/>
                  </a:lnTo>
                  <a:lnTo>
                    <a:pt x="339621" y="278463"/>
                  </a:lnTo>
                  <a:lnTo>
                    <a:pt x="339526" y="278753"/>
                  </a:lnTo>
                  <a:lnTo>
                    <a:pt x="338108" y="281073"/>
                  </a:lnTo>
                  <a:lnTo>
                    <a:pt x="337163" y="282716"/>
                  </a:lnTo>
                  <a:lnTo>
                    <a:pt x="335083" y="286292"/>
                  </a:lnTo>
                  <a:lnTo>
                    <a:pt x="334989" y="286485"/>
                  </a:lnTo>
                  <a:lnTo>
                    <a:pt x="334894" y="286679"/>
                  </a:lnTo>
                  <a:lnTo>
                    <a:pt x="334138" y="288032"/>
                  </a:lnTo>
                  <a:lnTo>
                    <a:pt x="333571" y="288902"/>
                  </a:lnTo>
                  <a:lnTo>
                    <a:pt x="331964" y="291705"/>
                  </a:lnTo>
                  <a:lnTo>
                    <a:pt x="331019" y="293251"/>
                  </a:lnTo>
                  <a:lnTo>
                    <a:pt x="330830" y="293541"/>
                  </a:lnTo>
                  <a:lnTo>
                    <a:pt x="330546" y="294024"/>
                  </a:lnTo>
                  <a:lnTo>
                    <a:pt x="330452" y="294218"/>
                  </a:lnTo>
                  <a:lnTo>
                    <a:pt x="330263" y="294604"/>
                  </a:lnTo>
                  <a:lnTo>
                    <a:pt x="329979" y="294991"/>
                  </a:lnTo>
                  <a:lnTo>
                    <a:pt x="329790" y="295377"/>
                  </a:lnTo>
                  <a:lnTo>
                    <a:pt x="329601" y="295667"/>
                  </a:lnTo>
                  <a:lnTo>
                    <a:pt x="329223" y="296247"/>
                  </a:lnTo>
                  <a:lnTo>
                    <a:pt x="327049" y="299534"/>
                  </a:lnTo>
                  <a:lnTo>
                    <a:pt x="325820" y="301370"/>
                  </a:lnTo>
                  <a:lnTo>
                    <a:pt x="325537" y="301757"/>
                  </a:lnTo>
                  <a:lnTo>
                    <a:pt x="324875" y="302337"/>
                  </a:lnTo>
                  <a:lnTo>
                    <a:pt x="324686" y="302530"/>
                  </a:lnTo>
                  <a:lnTo>
                    <a:pt x="322512" y="304656"/>
                  </a:lnTo>
                  <a:lnTo>
                    <a:pt x="322228" y="305043"/>
                  </a:lnTo>
                  <a:lnTo>
                    <a:pt x="321945" y="305333"/>
                  </a:lnTo>
                  <a:lnTo>
                    <a:pt x="321756" y="305526"/>
                  </a:lnTo>
                  <a:lnTo>
                    <a:pt x="319676" y="306879"/>
                  </a:lnTo>
                  <a:lnTo>
                    <a:pt x="318258" y="307749"/>
                  </a:lnTo>
                  <a:lnTo>
                    <a:pt x="317880" y="307943"/>
                  </a:lnTo>
                  <a:lnTo>
                    <a:pt x="316462" y="308523"/>
                  </a:lnTo>
                  <a:lnTo>
                    <a:pt x="316084" y="308619"/>
                  </a:lnTo>
                  <a:lnTo>
                    <a:pt x="315234" y="309006"/>
                  </a:lnTo>
                  <a:lnTo>
                    <a:pt x="312493" y="309972"/>
                  </a:lnTo>
                  <a:lnTo>
                    <a:pt x="312114" y="310069"/>
                  </a:lnTo>
                  <a:lnTo>
                    <a:pt x="312303" y="310552"/>
                  </a:lnTo>
                  <a:lnTo>
                    <a:pt x="312965" y="312485"/>
                  </a:lnTo>
                  <a:lnTo>
                    <a:pt x="311358" y="313355"/>
                  </a:lnTo>
                  <a:lnTo>
                    <a:pt x="307388" y="315772"/>
                  </a:lnTo>
                  <a:lnTo>
                    <a:pt x="305403" y="316738"/>
                  </a:lnTo>
                  <a:lnTo>
                    <a:pt x="305025" y="316932"/>
                  </a:lnTo>
                  <a:lnTo>
                    <a:pt x="301244" y="318671"/>
                  </a:lnTo>
                  <a:lnTo>
                    <a:pt x="299165" y="319251"/>
                  </a:lnTo>
                  <a:lnTo>
                    <a:pt x="297274" y="319735"/>
                  </a:lnTo>
                  <a:lnTo>
                    <a:pt x="295573" y="320121"/>
                  </a:lnTo>
                  <a:lnTo>
                    <a:pt x="294439" y="320411"/>
                  </a:lnTo>
                  <a:lnTo>
                    <a:pt x="293021" y="320894"/>
                  </a:lnTo>
                  <a:lnTo>
                    <a:pt x="291886" y="321474"/>
                  </a:lnTo>
                  <a:lnTo>
                    <a:pt x="291697" y="321571"/>
                  </a:lnTo>
                  <a:lnTo>
                    <a:pt x="290185" y="322344"/>
                  </a:lnTo>
                  <a:lnTo>
                    <a:pt x="289807" y="322538"/>
                  </a:lnTo>
                  <a:lnTo>
                    <a:pt x="289429" y="322731"/>
                  </a:lnTo>
                  <a:lnTo>
                    <a:pt x="288673" y="323214"/>
                  </a:lnTo>
                  <a:lnTo>
                    <a:pt x="287444" y="324471"/>
                  </a:lnTo>
                  <a:lnTo>
                    <a:pt x="286026" y="325824"/>
                  </a:lnTo>
                  <a:lnTo>
                    <a:pt x="285553" y="326404"/>
                  </a:lnTo>
                  <a:lnTo>
                    <a:pt x="284136" y="328144"/>
                  </a:lnTo>
                  <a:lnTo>
                    <a:pt x="284041" y="328434"/>
                  </a:lnTo>
                  <a:lnTo>
                    <a:pt x="281867" y="332493"/>
                  </a:lnTo>
                  <a:lnTo>
                    <a:pt x="281678" y="332686"/>
                  </a:lnTo>
                  <a:lnTo>
                    <a:pt x="279977" y="335779"/>
                  </a:lnTo>
                  <a:lnTo>
                    <a:pt x="277708" y="339742"/>
                  </a:lnTo>
                  <a:lnTo>
                    <a:pt x="276574" y="341869"/>
                  </a:lnTo>
                  <a:lnTo>
                    <a:pt x="276007" y="342449"/>
                  </a:lnTo>
                  <a:lnTo>
                    <a:pt x="274494" y="344285"/>
                  </a:lnTo>
                  <a:lnTo>
                    <a:pt x="273360" y="345348"/>
                  </a:lnTo>
                  <a:lnTo>
                    <a:pt x="272509" y="346025"/>
                  </a:lnTo>
                  <a:lnTo>
                    <a:pt x="271753" y="346798"/>
                  </a:lnTo>
                  <a:lnTo>
                    <a:pt x="271564" y="346991"/>
                  </a:lnTo>
                  <a:lnTo>
                    <a:pt x="270997" y="347571"/>
                  </a:lnTo>
                  <a:lnTo>
                    <a:pt x="270146" y="348344"/>
                  </a:lnTo>
                  <a:lnTo>
                    <a:pt x="269579" y="349021"/>
                  </a:lnTo>
                  <a:lnTo>
                    <a:pt x="268256" y="350664"/>
                  </a:lnTo>
                  <a:lnTo>
                    <a:pt x="267027" y="352501"/>
                  </a:lnTo>
                  <a:lnTo>
                    <a:pt x="266649" y="353274"/>
                  </a:lnTo>
                  <a:lnTo>
                    <a:pt x="266554" y="353467"/>
                  </a:lnTo>
                  <a:lnTo>
                    <a:pt x="265042" y="354240"/>
                  </a:lnTo>
                  <a:lnTo>
                    <a:pt x="264191" y="354724"/>
                  </a:lnTo>
                  <a:lnTo>
                    <a:pt x="263530" y="355207"/>
                  </a:lnTo>
                  <a:lnTo>
                    <a:pt x="263152" y="355497"/>
                  </a:lnTo>
                  <a:lnTo>
                    <a:pt x="261639" y="356270"/>
                  </a:lnTo>
                  <a:lnTo>
                    <a:pt x="257575" y="358010"/>
                  </a:lnTo>
                  <a:lnTo>
                    <a:pt x="254455" y="359363"/>
                  </a:lnTo>
                  <a:lnTo>
                    <a:pt x="251998" y="360426"/>
                  </a:lnTo>
                  <a:lnTo>
                    <a:pt x="251525" y="360620"/>
                  </a:lnTo>
                  <a:lnTo>
                    <a:pt x="251336" y="360330"/>
                  </a:lnTo>
                  <a:lnTo>
                    <a:pt x="254361" y="358977"/>
                  </a:lnTo>
                  <a:lnTo>
                    <a:pt x="260599" y="356270"/>
                  </a:lnTo>
                  <a:lnTo>
                    <a:pt x="262017" y="355400"/>
                  </a:lnTo>
                  <a:lnTo>
                    <a:pt x="261828" y="354144"/>
                  </a:lnTo>
                  <a:lnTo>
                    <a:pt x="261450" y="350954"/>
                  </a:lnTo>
                  <a:lnTo>
                    <a:pt x="261356" y="349601"/>
                  </a:lnTo>
                  <a:lnTo>
                    <a:pt x="260694" y="348731"/>
                  </a:lnTo>
                  <a:lnTo>
                    <a:pt x="260505" y="348151"/>
                  </a:lnTo>
                  <a:lnTo>
                    <a:pt x="260316" y="347861"/>
                  </a:lnTo>
                  <a:lnTo>
                    <a:pt x="260127" y="347475"/>
                  </a:lnTo>
                  <a:lnTo>
                    <a:pt x="259654" y="346798"/>
                  </a:lnTo>
                  <a:lnTo>
                    <a:pt x="259182" y="345928"/>
                  </a:lnTo>
                  <a:lnTo>
                    <a:pt x="258803" y="345155"/>
                  </a:lnTo>
                  <a:lnTo>
                    <a:pt x="258898" y="344382"/>
                  </a:lnTo>
                  <a:lnTo>
                    <a:pt x="258803" y="344092"/>
                  </a:lnTo>
                  <a:lnTo>
                    <a:pt x="258331" y="343898"/>
                  </a:lnTo>
                  <a:lnTo>
                    <a:pt x="258047" y="343415"/>
                  </a:lnTo>
                  <a:lnTo>
                    <a:pt x="257858" y="343028"/>
                  </a:lnTo>
                  <a:lnTo>
                    <a:pt x="257575" y="342449"/>
                  </a:lnTo>
                  <a:lnTo>
                    <a:pt x="257291" y="341482"/>
                  </a:lnTo>
                  <a:lnTo>
                    <a:pt x="257008" y="340902"/>
                  </a:lnTo>
                  <a:lnTo>
                    <a:pt x="256818" y="340225"/>
                  </a:lnTo>
                  <a:lnTo>
                    <a:pt x="256629" y="339549"/>
                  </a:lnTo>
                  <a:lnTo>
                    <a:pt x="256440" y="338872"/>
                  </a:lnTo>
                  <a:lnTo>
                    <a:pt x="256251" y="338099"/>
                  </a:lnTo>
                  <a:lnTo>
                    <a:pt x="255873" y="337326"/>
                  </a:lnTo>
                  <a:lnTo>
                    <a:pt x="255306" y="336456"/>
                  </a:lnTo>
                  <a:lnTo>
                    <a:pt x="254550" y="336359"/>
                  </a:lnTo>
                  <a:lnTo>
                    <a:pt x="252754" y="336553"/>
                  </a:lnTo>
                  <a:lnTo>
                    <a:pt x="252754" y="335779"/>
                  </a:lnTo>
                  <a:lnTo>
                    <a:pt x="256440" y="334909"/>
                  </a:lnTo>
                  <a:lnTo>
                    <a:pt x="256818" y="334716"/>
                  </a:lnTo>
                  <a:lnTo>
                    <a:pt x="257197" y="334716"/>
                  </a:lnTo>
                  <a:lnTo>
                    <a:pt x="257291" y="334426"/>
                  </a:lnTo>
                  <a:lnTo>
                    <a:pt x="257291" y="334136"/>
                  </a:lnTo>
                  <a:lnTo>
                    <a:pt x="257386" y="333846"/>
                  </a:lnTo>
                  <a:lnTo>
                    <a:pt x="257386" y="333460"/>
                  </a:lnTo>
                  <a:lnTo>
                    <a:pt x="257102" y="332976"/>
                  </a:lnTo>
                  <a:lnTo>
                    <a:pt x="257008" y="332493"/>
                  </a:lnTo>
                  <a:lnTo>
                    <a:pt x="256724" y="332010"/>
                  </a:lnTo>
                  <a:lnTo>
                    <a:pt x="256913" y="331623"/>
                  </a:lnTo>
                  <a:lnTo>
                    <a:pt x="256818" y="331237"/>
                  </a:lnTo>
                  <a:lnTo>
                    <a:pt x="256440" y="330850"/>
                  </a:lnTo>
                  <a:lnTo>
                    <a:pt x="256346" y="330560"/>
                  </a:lnTo>
                  <a:lnTo>
                    <a:pt x="255968" y="329980"/>
                  </a:lnTo>
                  <a:lnTo>
                    <a:pt x="255968" y="329207"/>
                  </a:lnTo>
                  <a:lnTo>
                    <a:pt x="255779" y="328434"/>
                  </a:lnTo>
                  <a:lnTo>
                    <a:pt x="255212" y="327757"/>
                  </a:lnTo>
                  <a:lnTo>
                    <a:pt x="254928" y="327274"/>
                  </a:lnTo>
                  <a:lnTo>
                    <a:pt x="254833" y="325824"/>
                  </a:lnTo>
                  <a:lnTo>
                    <a:pt x="254455" y="324761"/>
                  </a:lnTo>
                  <a:lnTo>
                    <a:pt x="253888" y="324084"/>
                  </a:lnTo>
                  <a:lnTo>
                    <a:pt x="253510" y="323311"/>
                  </a:lnTo>
                  <a:lnTo>
                    <a:pt x="253038" y="322828"/>
                  </a:lnTo>
                  <a:lnTo>
                    <a:pt x="252754" y="322054"/>
                  </a:lnTo>
                  <a:lnTo>
                    <a:pt x="252376" y="321861"/>
                  </a:lnTo>
                  <a:lnTo>
                    <a:pt x="251903" y="321184"/>
                  </a:lnTo>
                  <a:lnTo>
                    <a:pt x="251998" y="320314"/>
                  </a:lnTo>
                  <a:lnTo>
                    <a:pt x="251620" y="319348"/>
                  </a:lnTo>
                  <a:lnTo>
                    <a:pt x="250958" y="318188"/>
                  </a:lnTo>
                  <a:lnTo>
                    <a:pt x="250296" y="317028"/>
                  </a:lnTo>
                  <a:lnTo>
                    <a:pt x="249351" y="315578"/>
                  </a:lnTo>
                  <a:lnTo>
                    <a:pt x="248500" y="313645"/>
                  </a:lnTo>
                  <a:lnTo>
                    <a:pt x="248406" y="312872"/>
                  </a:lnTo>
                  <a:lnTo>
                    <a:pt x="247461" y="311809"/>
                  </a:lnTo>
                  <a:lnTo>
                    <a:pt x="246894" y="310746"/>
                  </a:lnTo>
                  <a:lnTo>
                    <a:pt x="245759" y="309586"/>
                  </a:lnTo>
                  <a:lnTo>
                    <a:pt x="245192" y="308233"/>
                  </a:lnTo>
                  <a:lnTo>
                    <a:pt x="245098" y="308039"/>
                  </a:lnTo>
                  <a:lnTo>
                    <a:pt x="244341" y="306783"/>
                  </a:lnTo>
                  <a:lnTo>
                    <a:pt x="242924" y="304753"/>
                  </a:lnTo>
                  <a:lnTo>
                    <a:pt x="242356" y="303690"/>
                  </a:lnTo>
                  <a:lnTo>
                    <a:pt x="241411" y="302047"/>
                  </a:lnTo>
                  <a:lnTo>
                    <a:pt x="240277" y="300790"/>
                  </a:lnTo>
                  <a:lnTo>
                    <a:pt x="239899" y="300114"/>
                  </a:lnTo>
                  <a:lnTo>
                    <a:pt x="238954" y="299050"/>
                  </a:lnTo>
                  <a:lnTo>
                    <a:pt x="238197" y="298567"/>
                  </a:lnTo>
                  <a:lnTo>
                    <a:pt x="237630" y="298470"/>
                  </a:lnTo>
                  <a:lnTo>
                    <a:pt x="236780" y="298954"/>
                  </a:lnTo>
                  <a:lnTo>
                    <a:pt x="235267" y="300017"/>
                  </a:lnTo>
                  <a:lnTo>
                    <a:pt x="234889" y="299534"/>
                  </a:lnTo>
                  <a:lnTo>
                    <a:pt x="236212" y="298567"/>
                  </a:lnTo>
                  <a:lnTo>
                    <a:pt x="236685" y="297891"/>
                  </a:lnTo>
                  <a:lnTo>
                    <a:pt x="236496" y="297214"/>
                  </a:lnTo>
                  <a:lnTo>
                    <a:pt x="236118" y="296441"/>
                  </a:lnTo>
                  <a:lnTo>
                    <a:pt x="235740" y="295957"/>
                  </a:lnTo>
                  <a:lnTo>
                    <a:pt x="235078" y="295764"/>
                  </a:lnTo>
                  <a:lnTo>
                    <a:pt x="234889" y="295377"/>
                  </a:lnTo>
                  <a:lnTo>
                    <a:pt x="234417" y="294894"/>
                  </a:lnTo>
                  <a:lnTo>
                    <a:pt x="233849" y="294218"/>
                  </a:lnTo>
                  <a:lnTo>
                    <a:pt x="233282" y="293734"/>
                  </a:lnTo>
                  <a:lnTo>
                    <a:pt x="232526" y="293154"/>
                  </a:lnTo>
                  <a:lnTo>
                    <a:pt x="231675" y="292381"/>
                  </a:lnTo>
                  <a:lnTo>
                    <a:pt x="230352" y="291221"/>
                  </a:lnTo>
                  <a:lnTo>
                    <a:pt x="228556" y="289868"/>
                  </a:lnTo>
                  <a:lnTo>
                    <a:pt x="227233" y="288612"/>
                  </a:lnTo>
                  <a:lnTo>
                    <a:pt x="226098" y="287935"/>
                  </a:lnTo>
                  <a:lnTo>
                    <a:pt x="225059" y="287065"/>
                  </a:lnTo>
                  <a:lnTo>
                    <a:pt x="224114" y="286775"/>
                  </a:lnTo>
                  <a:lnTo>
                    <a:pt x="222979" y="285615"/>
                  </a:lnTo>
                  <a:lnTo>
                    <a:pt x="221561" y="284842"/>
                  </a:lnTo>
                  <a:lnTo>
                    <a:pt x="220238" y="283779"/>
                  </a:lnTo>
                  <a:lnTo>
                    <a:pt x="219482" y="283102"/>
                  </a:lnTo>
                  <a:lnTo>
                    <a:pt x="218820" y="282812"/>
                  </a:lnTo>
                  <a:lnTo>
                    <a:pt x="217780" y="282039"/>
                  </a:lnTo>
                  <a:lnTo>
                    <a:pt x="216835" y="281459"/>
                  </a:lnTo>
                  <a:lnTo>
                    <a:pt x="215606" y="280299"/>
                  </a:lnTo>
                  <a:lnTo>
                    <a:pt x="214850" y="280009"/>
                  </a:lnTo>
                  <a:lnTo>
                    <a:pt x="214189" y="279236"/>
                  </a:lnTo>
                  <a:lnTo>
                    <a:pt x="212771" y="278559"/>
                  </a:lnTo>
                  <a:lnTo>
                    <a:pt x="211258" y="277786"/>
                  </a:lnTo>
                  <a:lnTo>
                    <a:pt x="209841" y="276916"/>
                  </a:lnTo>
                  <a:lnTo>
                    <a:pt x="209084" y="276433"/>
                  </a:lnTo>
                  <a:lnTo>
                    <a:pt x="208706" y="276240"/>
                  </a:lnTo>
                  <a:lnTo>
                    <a:pt x="206721" y="274790"/>
                  </a:lnTo>
                  <a:lnTo>
                    <a:pt x="205492" y="274113"/>
                  </a:lnTo>
                  <a:lnTo>
                    <a:pt x="204358" y="273437"/>
                  </a:lnTo>
                  <a:lnTo>
                    <a:pt x="203318" y="272664"/>
                  </a:lnTo>
                  <a:lnTo>
                    <a:pt x="201995" y="271987"/>
                  </a:lnTo>
                  <a:lnTo>
                    <a:pt x="200861" y="271310"/>
                  </a:lnTo>
                  <a:lnTo>
                    <a:pt x="200294" y="271117"/>
                  </a:lnTo>
                  <a:lnTo>
                    <a:pt x="198970" y="270440"/>
                  </a:lnTo>
                  <a:lnTo>
                    <a:pt x="197836" y="270054"/>
                  </a:lnTo>
                  <a:lnTo>
                    <a:pt x="196702" y="269474"/>
                  </a:lnTo>
                  <a:lnTo>
                    <a:pt x="196040" y="269184"/>
                  </a:lnTo>
                  <a:lnTo>
                    <a:pt x="195189" y="268797"/>
                  </a:lnTo>
                  <a:lnTo>
                    <a:pt x="194244" y="268894"/>
                  </a:lnTo>
                  <a:lnTo>
                    <a:pt x="193394" y="270150"/>
                  </a:lnTo>
                  <a:lnTo>
                    <a:pt x="192354" y="271697"/>
                  </a:lnTo>
                  <a:lnTo>
                    <a:pt x="191692" y="272664"/>
                  </a:lnTo>
                  <a:lnTo>
                    <a:pt x="180633" y="288998"/>
                  </a:lnTo>
                  <a:lnTo>
                    <a:pt x="179782" y="288418"/>
                  </a:lnTo>
                  <a:lnTo>
                    <a:pt x="186493" y="278753"/>
                  </a:lnTo>
                  <a:lnTo>
                    <a:pt x="186210" y="278463"/>
                  </a:lnTo>
                  <a:lnTo>
                    <a:pt x="188384" y="275467"/>
                  </a:lnTo>
                  <a:lnTo>
                    <a:pt x="188195" y="275370"/>
                  </a:lnTo>
                  <a:lnTo>
                    <a:pt x="188195" y="274887"/>
                  </a:lnTo>
                  <a:lnTo>
                    <a:pt x="187722" y="274983"/>
                  </a:lnTo>
                  <a:lnTo>
                    <a:pt x="187250" y="274693"/>
                  </a:lnTo>
                  <a:lnTo>
                    <a:pt x="187344" y="274210"/>
                  </a:lnTo>
                  <a:lnTo>
                    <a:pt x="186777" y="274017"/>
                  </a:lnTo>
                  <a:lnTo>
                    <a:pt x="186493" y="273630"/>
                  </a:lnTo>
                  <a:lnTo>
                    <a:pt x="186871" y="273050"/>
                  </a:lnTo>
                  <a:lnTo>
                    <a:pt x="186210" y="272760"/>
                  </a:lnTo>
                  <a:lnTo>
                    <a:pt x="186115" y="272277"/>
                  </a:lnTo>
                  <a:lnTo>
                    <a:pt x="186493" y="271890"/>
                  </a:lnTo>
                  <a:lnTo>
                    <a:pt x="186871" y="271794"/>
                  </a:lnTo>
                  <a:lnTo>
                    <a:pt x="187250" y="272277"/>
                  </a:lnTo>
                  <a:lnTo>
                    <a:pt x="187817" y="271987"/>
                  </a:lnTo>
                  <a:lnTo>
                    <a:pt x="188478" y="272277"/>
                  </a:lnTo>
                  <a:lnTo>
                    <a:pt x="188762" y="273147"/>
                  </a:lnTo>
                  <a:lnTo>
                    <a:pt x="189991" y="273630"/>
                  </a:lnTo>
                  <a:lnTo>
                    <a:pt x="194717" y="266671"/>
                  </a:lnTo>
                  <a:lnTo>
                    <a:pt x="194811" y="266091"/>
                  </a:lnTo>
                  <a:lnTo>
                    <a:pt x="194622" y="265414"/>
                  </a:lnTo>
                  <a:lnTo>
                    <a:pt x="194150" y="264641"/>
                  </a:lnTo>
                  <a:lnTo>
                    <a:pt x="193583" y="264158"/>
                  </a:lnTo>
                  <a:lnTo>
                    <a:pt x="192448" y="262805"/>
                  </a:lnTo>
                  <a:lnTo>
                    <a:pt x="191787" y="261935"/>
                  </a:lnTo>
                  <a:lnTo>
                    <a:pt x="191125" y="261258"/>
                  </a:lnTo>
                  <a:lnTo>
                    <a:pt x="190085" y="260388"/>
                  </a:lnTo>
                  <a:lnTo>
                    <a:pt x="189518" y="259518"/>
                  </a:lnTo>
                  <a:lnTo>
                    <a:pt x="188762" y="258552"/>
                  </a:lnTo>
                  <a:lnTo>
                    <a:pt x="187628" y="257392"/>
                  </a:lnTo>
                  <a:lnTo>
                    <a:pt x="186115" y="255846"/>
                  </a:lnTo>
                  <a:lnTo>
                    <a:pt x="185170" y="254976"/>
                  </a:lnTo>
                  <a:lnTo>
                    <a:pt x="184225" y="254106"/>
                  </a:lnTo>
                  <a:lnTo>
                    <a:pt x="182901" y="253043"/>
                  </a:lnTo>
                  <a:lnTo>
                    <a:pt x="181578" y="252076"/>
                  </a:lnTo>
                  <a:lnTo>
                    <a:pt x="180822" y="251303"/>
                  </a:lnTo>
                  <a:lnTo>
                    <a:pt x="180160" y="250626"/>
                  </a:lnTo>
                  <a:lnTo>
                    <a:pt x="179593" y="250336"/>
                  </a:lnTo>
                  <a:lnTo>
                    <a:pt x="179026" y="250530"/>
                  </a:lnTo>
                  <a:lnTo>
                    <a:pt x="178553" y="250626"/>
                  </a:lnTo>
                  <a:lnTo>
                    <a:pt x="178081" y="250336"/>
                  </a:lnTo>
                  <a:lnTo>
                    <a:pt x="177986" y="250046"/>
                  </a:lnTo>
                  <a:lnTo>
                    <a:pt x="178459" y="249756"/>
                  </a:lnTo>
                  <a:lnTo>
                    <a:pt x="179121" y="249466"/>
                  </a:lnTo>
                  <a:lnTo>
                    <a:pt x="179782" y="249273"/>
                  </a:lnTo>
                  <a:lnTo>
                    <a:pt x="179971" y="248886"/>
                  </a:lnTo>
                  <a:lnTo>
                    <a:pt x="179971" y="248403"/>
                  </a:lnTo>
                  <a:lnTo>
                    <a:pt x="179593" y="247727"/>
                  </a:lnTo>
                  <a:lnTo>
                    <a:pt x="179310" y="246857"/>
                  </a:lnTo>
                  <a:lnTo>
                    <a:pt x="178648" y="246373"/>
                  </a:lnTo>
                  <a:lnTo>
                    <a:pt x="177986" y="245600"/>
                  </a:lnTo>
                  <a:lnTo>
                    <a:pt x="177419" y="244924"/>
                  </a:lnTo>
                  <a:lnTo>
                    <a:pt x="177041" y="244150"/>
                  </a:lnTo>
                  <a:lnTo>
                    <a:pt x="176568" y="243474"/>
                  </a:lnTo>
                  <a:lnTo>
                    <a:pt x="175907" y="242894"/>
                  </a:lnTo>
                  <a:lnTo>
                    <a:pt x="175151" y="241927"/>
                  </a:lnTo>
                  <a:lnTo>
                    <a:pt x="174583" y="240767"/>
                  </a:lnTo>
                  <a:lnTo>
                    <a:pt x="173733" y="239801"/>
                  </a:lnTo>
                  <a:lnTo>
                    <a:pt x="173449" y="239221"/>
                  </a:lnTo>
                  <a:lnTo>
                    <a:pt x="172882" y="238834"/>
                  </a:lnTo>
                  <a:lnTo>
                    <a:pt x="172126" y="237771"/>
                  </a:lnTo>
                  <a:lnTo>
                    <a:pt x="171559" y="236901"/>
                  </a:lnTo>
                  <a:lnTo>
                    <a:pt x="170708" y="235548"/>
                  </a:lnTo>
                  <a:lnTo>
                    <a:pt x="169479" y="234485"/>
                  </a:lnTo>
                  <a:lnTo>
                    <a:pt x="167872" y="233422"/>
                  </a:lnTo>
                  <a:lnTo>
                    <a:pt x="166171" y="232842"/>
                  </a:lnTo>
                  <a:lnTo>
                    <a:pt x="159743" y="239704"/>
                  </a:lnTo>
                  <a:lnTo>
                    <a:pt x="158704" y="238641"/>
                  </a:lnTo>
                  <a:lnTo>
                    <a:pt x="165887" y="231102"/>
                  </a:lnTo>
                  <a:lnTo>
                    <a:pt x="166265" y="230329"/>
                  </a:lnTo>
                  <a:lnTo>
                    <a:pt x="166644" y="229652"/>
                  </a:lnTo>
                  <a:lnTo>
                    <a:pt x="166644" y="228685"/>
                  </a:lnTo>
                  <a:lnTo>
                    <a:pt x="165698" y="227042"/>
                  </a:lnTo>
                  <a:lnTo>
                    <a:pt x="165604" y="226849"/>
                  </a:lnTo>
                  <a:lnTo>
                    <a:pt x="164375" y="225206"/>
                  </a:lnTo>
                  <a:lnTo>
                    <a:pt x="162485" y="223273"/>
                  </a:lnTo>
                  <a:lnTo>
                    <a:pt x="161161" y="221726"/>
                  </a:lnTo>
                  <a:lnTo>
                    <a:pt x="159554" y="220180"/>
                  </a:lnTo>
                  <a:lnTo>
                    <a:pt x="158042" y="218537"/>
                  </a:lnTo>
                  <a:lnTo>
                    <a:pt x="156530" y="216894"/>
                  </a:lnTo>
                  <a:lnTo>
                    <a:pt x="155868" y="216314"/>
                  </a:lnTo>
                  <a:lnTo>
                    <a:pt x="154734" y="215154"/>
                  </a:lnTo>
                  <a:lnTo>
                    <a:pt x="153599" y="214091"/>
                  </a:lnTo>
                  <a:lnTo>
                    <a:pt x="151898" y="213124"/>
                  </a:lnTo>
                  <a:lnTo>
                    <a:pt x="149535" y="211191"/>
                  </a:lnTo>
                  <a:lnTo>
                    <a:pt x="147833" y="209838"/>
                  </a:lnTo>
                  <a:lnTo>
                    <a:pt x="146983" y="209161"/>
                  </a:lnTo>
                  <a:lnTo>
                    <a:pt x="144998" y="208678"/>
                  </a:lnTo>
                  <a:lnTo>
                    <a:pt x="142729" y="207905"/>
                  </a:lnTo>
                  <a:lnTo>
                    <a:pt x="142446" y="207808"/>
                  </a:lnTo>
                  <a:lnTo>
                    <a:pt x="141784" y="207518"/>
                  </a:lnTo>
                  <a:lnTo>
                    <a:pt x="141122" y="206648"/>
                  </a:lnTo>
                  <a:lnTo>
                    <a:pt x="140083" y="206261"/>
                  </a:lnTo>
                  <a:lnTo>
                    <a:pt x="139894" y="206358"/>
                  </a:lnTo>
                  <a:lnTo>
                    <a:pt x="139232" y="206455"/>
                  </a:lnTo>
                  <a:lnTo>
                    <a:pt x="138003" y="207808"/>
                  </a:lnTo>
                  <a:lnTo>
                    <a:pt x="137436" y="208388"/>
                  </a:lnTo>
                  <a:lnTo>
                    <a:pt x="136680" y="207615"/>
                  </a:lnTo>
                  <a:lnTo>
                    <a:pt x="138003" y="205875"/>
                  </a:lnTo>
                  <a:lnTo>
                    <a:pt x="136963" y="204135"/>
                  </a:lnTo>
                  <a:lnTo>
                    <a:pt x="135640" y="202782"/>
                  </a:lnTo>
                  <a:lnTo>
                    <a:pt x="133371" y="200945"/>
                  </a:lnTo>
                  <a:lnTo>
                    <a:pt x="131954" y="200076"/>
                  </a:lnTo>
                  <a:lnTo>
                    <a:pt x="130725" y="199302"/>
                  </a:lnTo>
                  <a:lnTo>
                    <a:pt x="130441" y="199206"/>
                  </a:lnTo>
                  <a:lnTo>
                    <a:pt x="129212" y="199012"/>
                  </a:lnTo>
                  <a:lnTo>
                    <a:pt x="128740" y="198626"/>
                  </a:lnTo>
                  <a:lnTo>
                    <a:pt x="127984" y="198239"/>
                  </a:lnTo>
                  <a:lnTo>
                    <a:pt x="126566" y="197563"/>
                  </a:lnTo>
                  <a:lnTo>
                    <a:pt x="125715" y="197176"/>
                  </a:lnTo>
                  <a:lnTo>
                    <a:pt x="124014" y="196596"/>
                  </a:lnTo>
                  <a:lnTo>
                    <a:pt x="121840" y="195919"/>
                  </a:lnTo>
                  <a:lnTo>
                    <a:pt x="120800" y="195436"/>
                  </a:lnTo>
                  <a:lnTo>
                    <a:pt x="120233" y="194953"/>
                  </a:lnTo>
                  <a:lnTo>
                    <a:pt x="119855" y="194760"/>
                  </a:lnTo>
                  <a:lnTo>
                    <a:pt x="119666" y="194566"/>
                  </a:lnTo>
                  <a:lnTo>
                    <a:pt x="119288" y="194373"/>
                  </a:lnTo>
                  <a:lnTo>
                    <a:pt x="118815" y="194180"/>
                  </a:lnTo>
                  <a:lnTo>
                    <a:pt x="118248" y="193986"/>
                  </a:lnTo>
                  <a:lnTo>
                    <a:pt x="117681" y="193696"/>
                  </a:lnTo>
                  <a:lnTo>
                    <a:pt x="117208" y="193310"/>
                  </a:lnTo>
                  <a:lnTo>
                    <a:pt x="116735" y="193020"/>
                  </a:lnTo>
                  <a:lnTo>
                    <a:pt x="116263" y="192730"/>
                  </a:lnTo>
                  <a:lnTo>
                    <a:pt x="115790" y="192536"/>
                  </a:lnTo>
                  <a:lnTo>
                    <a:pt x="115412" y="192440"/>
                  </a:lnTo>
                  <a:lnTo>
                    <a:pt x="115223" y="192150"/>
                  </a:lnTo>
                  <a:lnTo>
                    <a:pt x="115034" y="192053"/>
                  </a:lnTo>
                  <a:lnTo>
                    <a:pt x="114750" y="191763"/>
                  </a:lnTo>
                  <a:lnTo>
                    <a:pt x="114467" y="191570"/>
                  </a:lnTo>
                  <a:lnTo>
                    <a:pt x="114183" y="191377"/>
                  </a:lnTo>
                  <a:lnTo>
                    <a:pt x="113900" y="191183"/>
                  </a:lnTo>
                  <a:lnTo>
                    <a:pt x="113522" y="190797"/>
                  </a:lnTo>
                  <a:lnTo>
                    <a:pt x="113049" y="190603"/>
                  </a:lnTo>
                  <a:lnTo>
                    <a:pt x="112765" y="190313"/>
                  </a:lnTo>
                  <a:lnTo>
                    <a:pt x="112482" y="190120"/>
                  </a:lnTo>
                  <a:lnTo>
                    <a:pt x="112293" y="189927"/>
                  </a:lnTo>
                  <a:lnTo>
                    <a:pt x="111915" y="189637"/>
                  </a:lnTo>
                  <a:lnTo>
                    <a:pt x="111537" y="189347"/>
                  </a:lnTo>
                  <a:lnTo>
                    <a:pt x="111348" y="189347"/>
                  </a:lnTo>
                  <a:lnTo>
                    <a:pt x="111253" y="189057"/>
                  </a:lnTo>
                  <a:lnTo>
                    <a:pt x="110969" y="188767"/>
                  </a:lnTo>
                  <a:lnTo>
                    <a:pt x="110686" y="188670"/>
                  </a:lnTo>
                  <a:lnTo>
                    <a:pt x="110213" y="188090"/>
                  </a:lnTo>
                  <a:lnTo>
                    <a:pt x="109646" y="187704"/>
                  </a:lnTo>
                  <a:lnTo>
                    <a:pt x="109268" y="187220"/>
                  </a:lnTo>
                  <a:lnTo>
                    <a:pt x="108795" y="186834"/>
                  </a:lnTo>
                  <a:lnTo>
                    <a:pt x="108134" y="186447"/>
                  </a:lnTo>
                  <a:lnTo>
                    <a:pt x="107661" y="186157"/>
                  </a:lnTo>
                  <a:lnTo>
                    <a:pt x="107378" y="185771"/>
                  </a:lnTo>
                  <a:lnTo>
                    <a:pt x="107094" y="185577"/>
                  </a:lnTo>
                  <a:lnTo>
                    <a:pt x="106810" y="185384"/>
                  </a:lnTo>
                  <a:lnTo>
                    <a:pt x="106432" y="185191"/>
                  </a:lnTo>
                  <a:lnTo>
                    <a:pt x="106054" y="184901"/>
                  </a:lnTo>
                  <a:lnTo>
                    <a:pt x="105393" y="184224"/>
                  </a:lnTo>
                  <a:lnTo>
                    <a:pt x="105109" y="183934"/>
                  </a:lnTo>
                  <a:lnTo>
                    <a:pt x="104825" y="183741"/>
                  </a:lnTo>
                  <a:lnTo>
                    <a:pt x="104542" y="183548"/>
                  </a:lnTo>
                  <a:lnTo>
                    <a:pt x="103975" y="183064"/>
                  </a:lnTo>
                  <a:lnTo>
                    <a:pt x="103597" y="182871"/>
                  </a:lnTo>
                  <a:lnTo>
                    <a:pt x="103124" y="182484"/>
                  </a:lnTo>
                  <a:lnTo>
                    <a:pt x="102651" y="182098"/>
                  </a:lnTo>
                  <a:lnTo>
                    <a:pt x="102368" y="181904"/>
                  </a:lnTo>
                  <a:lnTo>
                    <a:pt x="101990" y="181614"/>
                  </a:lnTo>
                  <a:lnTo>
                    <a:pt x="101423" y="181228"/>
                  </a:lnTo>
                  <a:lnTo>
                    <a:pt x="100950" y="181034"/>
                  </a:lnTo>
                  <a:lnTo>
                    <a:pt x="100477" y="180745"/>
                  </a:lnTo>
                  <a:lnTo>
                    <a:pt x="99532" y="180358"/>
                  </a:lnTo>
                  <a:lnTo>
                    <a:pt x="99060" y="180068"/>
                  </a:lnTo>
                  <a:lnTo>
                    <a:pt x="98587" y="180068"/>
                  </a:lnTo>
                  <a:lnTo>
                    <a:pt x="98209" y="179971"/>
                  </a:lnTo>
                  <a:lnTo>
                    <a:pt x="97736" y="179875"/>
                  </a:lnTo>
                  <a:lnTo>
                    <a:pt x="97358" y="179778"/>
                  </a:lnTo>
                  <a:lnTo>
                    <a:pt x="96980" y="179875"/>
                  </a:lnTo>
                  <a:lnTo>
                    <a:pt x="96507" y="179875"/>
                  </a:lnTo>
                  <a:lnTo>
                    <a:pt x="91403" y="184997"/>
                  </a:lnTo>
                  <a:lnTo>
                    <a:pt x="90836" y="184321"/>
                  </a:lnTo>
                  <a:lnTo>
                    <a:pt x="94901" y="179971"/>
                  </a:lnTo>
                  <a:lnTo>
                    <a:pt x="95751" y="179101"/>
                  </a:lnTo>
                  <a:lnTo>
                    <a:pt x="96035" y="178425"/>
                  </a:lnTo>
                  <a:lnTo>
                    <a:pt x="96224" y="177748"/>
                  </a:lnTo>
                  <a:lnTo>
                    <a:pt x="96318" y="177168"/>
                  </a:lnTo>
                  <a:lnTo>
                    <a:pt x="96413" y="176588"/>
                  </a:lnTo>
                  <a:lnTo>
                    <a:pt x="96318" y="176105"/>
                  </a:lnTo>
                  <a:lnTo>
                    <a:pt x="96035" y="175525"/>
                  </a:lnTo>
                  <a:lnTo>
                    <a:pt x="95751" y="174655"/>
                  </a:lnTo>
                  <a:lnTo>
                    <a:pt x="95468" y="173882"/>
                  </a:lnTo>
                  <a:lnTo>
                    <a:pt x="94995" y="173012"/>
                  </a:lnTo>
                  <a:lnTo>
                    <a:pt x="94522" y="171659"/>
                  </a:lnTo>
                  <a:lnTo>
                    <a:pt x="94050" y="170886"/>
                  </a:lnTo>
                  <a:lnTo>
                    <a:pt x="93294" y="170112"/>
                  </a:lnTo>
                  <a:lnTo>
                    <a:pt x="92632" y="169629"/>
                  </a:lnTo>
                  <a:lnTo>
                    <a:pt x="91970" y="168953"/>
                  </a:lnTo>
                  <a:lnTo>
                    <a:pt x="91403" y="168373"/>
                  </a:lnTo>
                  <a:lnTo>
                    <a:pt x="90836" y="167986"/>
                  </a:lnTo>
                  <a:lnTo>
                    <a:pt x="90174" y="167503"/>
                  </a:lnTo>
                  <a:lnTo>
                    <a:pt x="89513" y="167309"/>
                  </a:lnTo>
                  <a:lnTo>
                    <a:pt x="88946" y="167406"/>
                  </a:lnTo>
                  <a:lnTo>
                    <a:pt x="88568" y="167889"/>
                  </a:lnTo>
                  <a:lnTo>
                    <a:pt x="87717" y="168179"/>
                  </a:lnTo>
                  <a:lnTo>
                    <a:pt x="87433" y="167503"/>
                  </a:lnTo>
                  <a:lnTo>
                    <a:pt x="88189" y="167116"/>
                  </a:lnTo>
                  <a:lnTo>
                    <a:pt x="89513" y="166440"/>
                  </a:lnTo>
                  <a:lnTo>
                    <a:pt x="90553" y="165860"/>
                  </a:lnTo>
                  <a:lnTo>
                    <a:pt x="91687" y="165183"/>
                  </a:lnTo>
                  <a:lnTo>
                    <a:pt x="92443" y="164700"/>
                  </a:lnTo>
                  <a:lnTo>
                    <a:pt x="93199" y="164313"/>
                  </a:lnTo>
                  <a:lnTo>
                    <a:pt x="93861" y="164023"/>
                  </a:lnTo>
                  <a:lnTo>
                    <a:pt x="94144" y="163637"/>
                  </a:lnTo>
                  <a:lnTo>
                    <a:pt x="94050" y="162960"/>
                  </a:lnTo>
                  <a:lnTo>
                    <a:pt x="93955" y="162670"/>
                  </a:lnTo>
                  <a:lnTo>
                    <a:pt x="93766" y="161993"/>
                  </a:lnTo>
                  <a:lnTo>
                    <a:pt x="93577" y="161414"/>
                  </a:lnTo>
                  <a:lnTo>
                    <a:pt x="93294" y="160447"/>
                  </a:lnTo>
                  <a:lnTo>
                    <a:pt x="92821" y="159384"/>
                  </a:lnTo>
                  <a:lnTo>
                    <a:pt x="92159" y="158611"/>
                  </a:lnTo>
                  <a:lnTo>
                    <a:pt x="91687" y="158127"/>
                  </a:lnTo>
                  <a:lnTo>
                    <a:pt x="91309" y="157644"/>
                  </a:lnTo>
                  <a:lnTo>
                    <a:pt x="90836" y="157354"/>
                  </a:lnTo>
                  <a:lnTo>
                    <a:pt x="90458" y="157161"/>
                  </a:lnTo>
                  <a:lnTo>
                    <a:pt x="89607" y="156581"/>
                  </a:lnTo>
                  <a:lnTo>
                    <a:pt x="89229" y="156291"/>
                  </a:lnTo>
                  <a:lnTo>
                    <a:pt x="89040" y="155904"/>
                  </a:lnTo>
                  <a:lnTo>
                    <a:pt x="88851" y="155421"/>
                  </a:lnTo>
                  <a:lnTo>
                    <a:pt x="88568" y="155034"/>
                  </a:lnTo>
                  <a:lnTo>
                    <a:pt x="88284" y="154744"/>
                  </a:lnTo>
                  <a:lnTo>
                    <a:pt x="87811" y="154164"/>
                  </a:lnTo>
                  <a:lnTo>
                    <a:pt x="87244" y="153681"/>
                  </a:lnTo>
                  <a:lnTo>
                    <a:pt x="86677" y="153198"/>
                  </a:lnTo>
                  <a:lnTo>
                    <a:pt x="86204" y="152908"/>
                  </a:lnTo>
                  <a:lnTo>
                    <a:pt x="85732" y="152521"/>
                  </a:lnTo>
                  <a:lnTo>
                    <a:pt x="85165" y="152328"/>
                  </a:lnTo>
                  <a:lnTo>
                    <a:pt x="84692" y="152038"/>
                  </a:lnTo>
                  <a:lnTo>
                    <a:pt x="84125" y="151651"/>
                  </a:lnTo>
                  <a:lnTo>
                    <a:pt x="83747" y="151361"/>
                  </a:lnTo>
                  <a:lnTo>
                    <a:pt x="83085" y="150975"/>
                  </a:lnTo>
                  <a:lnTo>
                    <a:pt x="82707" y="150781"/>
                  </a:lnTo>
                  <a:lnTo>
                    <a:pt x="82329" y="150781"/>
                  </a:lnTo>
                  <a:lnTo>
                    <a:pt x="81951" y="150975"/>
                  </a:lnTo>
                  <a:lnTo>
                    <a:pt x="81856" y="151265"/>
                  </a:lnTo>
                  <a:lnTo>
                    <a:pt x="81384" y="151458"/>
                  </a:lnTo>
                  <a:lnTo>
                    <a:pt x="81195" y="151265"/>
                  </a:lnTo>
                  <a:lnTo>
                    <a:pt x="81195" y="150975"/>
                  </a:lnTo>
                  <a:lnTo>
                    <a:pt x="81195" y="150781"/>
                  </a:lnTo>
                  <a:lnTo>
                    <a:pt x="81384" y="150491"/>
                  </a:lnTo>
                  <a:lnTo>
                    <a:pt x="81289" y="150105"/>
                  </a:lnTo>
                  <a:lnTo>
                    <a:pt x="81100" y="149718"/>
                  </a:lnTo>
                  <a:lnTo>
                    <a:pt x="80817" y="149428"/>
                  </a:lnTo>
                  <a:lnTo>
                    <a:pt x="80439" y="149138"/>
                  </a:lnTo>
                  <a:lnTo>
                    <a:pt x="79871" y="148848"/>
                  </a:lnTo>
                  <a:lnTo>
                    <a:pt x="79304" y="148558"/>
                  </a:lnTo>
                  <a:lnTo>
                    <a:pt x="78359" y="148075"/>
                  </a:lnTo>
                  <a:lnTo>
                    <a:pt x="77603" y="147688"/>
                  </a:lnTo>
                  <a:lnTo>
                    <a:pt x="76658" y="147399"/>
                  </a:lnTo>
                  <a:lnTo>
                    <a:pt x="75618" y="146819"/>
                  </a:lnTo>
                  <a:lnTo>
                    <a:pt x="74767" y="146625"/>
                  </a:lnTo>
                  <a:lnTo>
                    <a:pt x="74295" y="146335"/>
                  </a:lnTo>
                  <a:lnTo>
                    <a:pt x="73727" y="146045"/>
                  </a:lnTo>
                  <a:lnTo>
                    <a:pt x="73160" y="145755"/>
                  </a:lnTo>
                  <a:lnTo>
                    <a:pt x="72499" y="145562"/>
                  </a:lnTo>
                  <a:lnTo>
                    <a:pt x="71742" y="145272"/>
                  </a:lnTo>
                  <a:lnTo>
                    <a:pt x="71175" y="144885"/>
                  </a:lnTo>
                  <a:lnTo>
                    <a:pt x="70797" y="144692"/>
                  </a:lnTo>
                  <a:lnTo>
                    <a:pt x="70325" y="144499"/>
                  </a:lnTo>
                  <a:lnTo>
                    <a:pt x="69852" y="144209"/>
                  </a:lnTo>
                  <a:lnTo>
                    <a:pt x="69190" y="143919"/>
                  </a:lnTo>
                  <a:lnTo>
                    <a:pt x="68529" y="143532"/>
                  </a:lnTo>
                  <a:lnTo>
                    <a:pt x="66449" y="142372"/>
                  </a:lnTo>
                  <a:lnTo>
                    <a:pt x="64842" y="141213"/>
                  </a:lnTo>
                  <a:lnTo>
                    <a:pt x="63708" y="140149"/>
                  </a:lnTo>
                  <a:lnTo>
                    <a:pt x="62385" y="138796"/>
                  </a:lnTo>
                  <a:lnTo>
                    <a:pt x="60872" y="137733"/>
                  </a:lnTo>
                  <a:lnTo>
                    <a:pt x="59644" y="136766"/>
                  </a:lnTo>
                  <a:lnTo>
                    <a:pt x="58131" y="135607"/>
                  </a:lnTo>
                  <a:lnTo>
                    <a:pt x="56713" y="134253"/>
                  </a:lnTo>
                  <a:lnTo>
                    <a:pt x="55484" y="133673"/>
                  </a:lnTo>
                  <a:lnTo>
                    <a:pt x="54823" y="133673"/>
                  </a:lnTo>
                  <a:lnTo>
                    <a:pt x="46977" y="141599"/>
                  </a:lnTo>
                  <a:lnTo>
                    <a:pt x="46032" y="140729"/>
                  </a:lnTo>
                  <a:lnTo>
                    <a:pt x="50097" y="136766"/>
                  </a:lnTo>
                  <a:lnTo>
                    <a:pt x="50286" y="136573"/>
                  </a:lnTo>
                  <a:lnTo>
                    <a:pt x="50758" y="135993"/>
                  </a:lnTo>
                  <a:lnTo>
                    <a:pt x="54634" y="132127"/>
                  </a:lnTo>
                  <a:lnTo>
                    <a:pt x="54634" y="130291"/>
                  </a:lnTo>
                  <a:lnTo>
                    <a:pt x="53972" y="128551"/>
                  </a:lnTo>
                  <a:lnTo>
                    <a:pt x="52743" y="126134"/>
                  </a:lnTo>
                  <a:lnTo>
                    <a:pt x="51136" y="123235"/>
                  </a:lnTo>
                  <a:lnTo>
                    <a:pt x="49341" y="120432"/>
                  </a:lnTo>
                  <a:lnTo>
                    <a:pt x="46221" y="116856"/>
                  </a:lnTo>
                  <a:lnTo>
                    <a:pt x="42724" y="112796"/>
                  </a:lnTo>
                  <a:lnTo>
                    <a:pt x="40455" y="109316"/>
                  </a:lnTo>
                  <a:lnTo>
                    <a:pt x="37525" y="106707"/>
                  </a:lnTo>
                  <a:lnTo>
                    <a:pt x="35446" y="104870"/>
                  </a:lnTo>
                  <a:lnTo>
                    <a:pt x="33083" y="102647"/>
                  </a:lnTo>
                  <a:lnTo>
                    <a:pt x="30058" y="100327"/>
                  </a:lnTo>
                  <a:lnTo>
                    <a:pt x="27695" y="98008"/>
                  </a:lnTo>
                  <a:lnTo>
                    <a:pt x="24386" y="95978"/>
                  </a:lnTo>
                  <a:lnTo>
                    <a:pt x="19849" y="92885"/>
                  </a:lnTo>
                  <a:lnTo>
                    <a:pt x="16447" y="90662"/>
                  </a:lnTo>
                  <a:lnTo>
                    <a:pt x="15785" y="90179"/>
                  </a:lnTo>
                  <a:lnTo>
                    <a:pt x="10397" y="87472"/>
                  </a:lnTo>
                  <a:lnTo>
                    <a:pt x="7278" y="85636"/>
                  </a:lnTo>
                  <a:lnTo>
                    <a:pt x="4915" y="83413"/>
                  </a:lnTo>
                  <a:lnTo>
                    <a:pt x="2363" y="81770"/>
                  </a:lnTo>
                  <a:lnTo>
                    <a:pt x="472" y="80417"/>
                  </a:lnTo>
                  <a:lnTo>
                    <a:pt x="0" y="80030"/>
                  </a:lnTo>
                  <a:lnTo>
                    <a:pt x="1606" y="78967"/>
                  </a:lnTo>
                  <a:lnTo>
                    <a:pt x="2930" y="78677"/>
                  </a:lnTo>
                  <a:lnTo>
                    <a:pt x="3686" y="78483"/>
                  </a:lnTo>
                  <a:lnTo>
                    <a:pt x="4253" y="78193"/>
                  </a:lnTo>
                  <a:lnTo>
                    <a:pt x="5198" y="77710"/>
                  </a:lnTo>
                  <a:lnTo>
                    <a:pt x="6805" y="76937"/>
                  </a:lnTo>
                  <a:lnTo>
                    <a:pt x="7467" y="76647"/>
                  </a:lnTo>
                  <a:lnTo>
                    <a:pt x="9263" y="75777"/>
                  </a:lnTo>
                  <a:lnTo>
                    <a:pt x="10113" y="75101"/>
                  </a:lnTo>
                  <a:lnTo>
                    <a:pt x="10681" y="74617"/>
                  </a:lnTo>
                  <a:lnTo>
                    <a:pt x="10964" y="74134"/>
                  </a:lnTo>
                  <a:lnTo>
                    <a:pt x="11342" y="73457"/>
                  </a:lnTo>
                  <a:lnTo>
                    <a:pt x="11153" y="72587"/>
                  </a:lnTo>
                  <a:lnTo>
                    <a:pt x="11059" y="71911"/>
                  </a:lnTo>
                  <a:lnTo>
                    <a:pt x="10964" y="71234"/>
                  </a:lnTo>
                  <a:lnTo>
                    <a:pt x="11153" y="70558"/>
                  </a:lnTo>
                  <a:lnTo>
                    <a:pt x="11437" y="70074"/>
                  </a:lnTo>
                  <a:lnTo>
                    <a:pt x="12098" y="69495"/>
                  </a:lnTo>
                  <a:lnTo>
                    <a:pt x="12760" y="69205"/>
                  </a:lnTo>
                  <a:lnTo>
                    <a:pt x="13233" y="68915"/>
                  </a:lnTo>
                  <a:lnTo>
                    <a:pt x="13705" y="68625"/>
                  </a:lnTo>
                  <a:lnTo>
                    <a:pt x="13894" y="68528"/>
                  </a:lnTo>
                  <a:lnTo>
                    <a:pt x="14367" y="68141"/>
                  </a:lnTo>
                  <a:lnTo>
                    <a:pt x="15029" y="67561"/>
                  </a:lnTo>
                  <a:lnTo>
                    <a:pt x="15785" y="66885"/>
                  </a:lnTo>
                  <a:lnTo>
                    <a:pt x="16257" y="66595"/>
                  </a:lnTo>
                  <a:lnTo>
                    <a:pt x="17203" y="66305"/>
                  </a:lnTo>
                  <a:lnTo>
                    <a:pt x="17486" y="66208"/>
                  </a:lnTo>
                  <a:lnTo>
                    <a:pt x="19282" y="66208"/>
                  </a:lnTo>
                  <a:lnTo>
                    <a:pt x="21362" y="66112"/>
                  </a:lnTo>
                  <a:lnTo>
                    <a:pt x="22685" y="66112"/>
                  </a:lnTo>
                  <a:lnTo>
                    <a:pt x="24386" y="65628"/>
                  </a:lnTo>
                  <a:lnTo>
                    <a:pt x="24859" y="65338"/>
                  </a:lnTo>
                  <a:lnTo>
                    <a:pt x="25615" y="64662"/>
                  </a:lnTo>
                  <a:lnTo>
                    <a:pt x="26466" y="63792"/>
                  </a:lnTo>
                  <a:lnTo>
                    <a:pt x="26750" y="63309"/>
                  </a:lnTo>
                  <a:lnTo>
                    <a:pt x="27128" y="62245"/>
                  </a:lnTo>
                  <a:lnTo>
                    <a:pt x="27789" y="59056"/>
                  </a:lnTo>
                  <a:lnTo>
                    <a:pt x="27884" y="58089"/>
                  </a:lnTo>
                  <a:lnTo>
                    <a:pt x="28356" y="54223"/>
                  </a:lnTo>
                  <a:lnTo>
                    <a:pt x="28829" y="54706"/>
                  </a:lnTo>
                  <a:lnTo>
                    <a:pt x="29113" y="54996"/>
                  </a:lnTo>
                  <a:lnTo>
                    <a:pt x="29396" y="55480"/>
                  </a:lnTo>
                  <a:lnTo>
                    <a:pt x="29869" y="55963"/>
                  </a:lnTo>
                  <a:lnTo>
                    <a:pt x="30719" y="56929"/>
                  </a:lnTo>
                  <a:lnTo>
                    <a:pt x="32043" y="58379"/>
                  </a:lnTo>
                  <a:lnTo>
                    <a:pt x="32421" y="58862"/>
                  </a:lnTo>
                  <a:lnTo>
                    <a:pt x="33650" y="60216"/>
                  </a:lnTo>
                  <a:lnTo>
                    <a:pt x="34595" y="61182"/>
                  </a:lnTo>
                  <a:lnTo>
                    <a:pt x="35729" y="62632"/>
                  </a:lnTo>
                  <a:lnTo>
                    <a:pt x="36863" y="63889"/>
                  </a:lnTo>
                  <a:lnTo>
                    <a:pt x="37242" y="64275"/>
                  </a:lnTo>
                  <a:lnTo>
                    <a:pt x="37714" y="64855"/>
                  </a:lnTo>
                  <a:lnTo>
                    <a:pt x="38376" y="65532"/>
                  </a:lnTo>
                  <a:lnTo>
                    <a:pt x="39416" y="66692"/>
                  </a:lnTo>
                  <a:lnTo>
                    <a:pt x="40077" y="67368"/>
                  </a:lnTo>
                  <a:lnTo>
                    <a:pt x="40455" y="67755"/>
                  </a:lnTo>
                  <a:lnTo>
                    <a:pt x="41212" y="68721"/>
                  </a:lnTo>
                  <a:lnTo>
                    <a:pt x="41968" y="69495"/>
                  </a:lnTo>
                  <a:lnTo>
                    <a:pt x="42724" y="70268"/>
                  </a:lnTo>
                  <a:lnTo>
                    <a:pt x="43197" y="70751"/>
                  </a:lnTo>
                  <a:lnTo>
                    <a:pt x="43669" y="71234"/>
                  </a:lnTo>
                  <a:lnTo>
                    <a:pt x="44236" y="71911"/>
                  </a:lnTo>
                  <a:lnTo>
                    <a:pt x="44425" y="72104"/>
                  </a:lnTo>
                  <a:lnTo>
                    <a:pt x="45843" y="70751"/>
                  </a:lnTo>
                  <a:lnTo>
                    <a:pt x="47072" y="69591"/>
                  </a:lnTo>
                  <a:lnTo>
                    <a:pt x="48490" y="68238"/>
                  </a:lnTo>
                  <a:lnTo>
                    <a:pt x="64464" y="52773"/>
                  </a:lnTo>
                  <a:lnTo>
                    <a:pt x="67867" y="56349"/>
                  </a:lnTo>
                  <a:lnTo>
                    <a:pt x="69379" y="57896"/>
                  </a:lnTo>
                  <a:lnTo>
                    <a:pt x="69852" y="58379"/>
                  </a:lnTo>
                  <a:lnTo>
                    <a:pt x="71175" y="59636"/>
                  </a:lnTo>
                  <a:lnTo>
                    <a:pt x="71648" y="60216"/>
                  </a:lnTo>
                  <a:lnTo>
                    <a:pt x="73255" y="61859"/>
                  </a:lnTo>
                  <a:lnTo>
                    <a:pt x="74200" y="62825"/>
                  </a:lnTo>
                  <a:lnTo>
                    <a:pt x="77792" y="66498"/>
                  </a:lnTo>
                  <a:lnTo>
                    <a:pt x="77981" y="66595"/>
                  </a:lnTo>
                  <a:lnTo>
                    <a:pt x="83369" y="72104"/>
                  </a:lnTo>
                  <a:lnTo>
                    <a:pt x="84692" y="73457"/>
                  </a:lnTo>
                  <a:lnTo>
                    <a:pt x="86394" y="75197"/>
                  </a:lnTo>
                  <a:lnTo>
                    <a:pt x="89324" y="78193"/>
                  </a:lnTo>
                  <a:lnTo>
                    <a:pt x="93577" y="74134"/>
                  </a:lnTo>
                  <a:lnTo>
                    <a:pt x="110213" y="73651"/>
                  </a:lnTo>
                  <a:lnTo>
                    <a:pt x="111253" y="73554"/>
                  </a:lnTo>
                  <a:lnTo>
                    <a:pt x="112293" y="73651"/>
                  </a:lnTo>
                  <a:lnTo>
                    <a:pt x="113333" y="73651"/>
                  </a:lnTo>
                  <a:lnTo>
                    <a:pt x="114372" y="73844"/>
                  </a:lnTo>
                  <a:lnTo>
                    <a:pt x="115318" y="74037"/>
                  </a:lnTo>
                  <a:lnTo>
                    <a:pt x="116357" y="74327"/>
                  </a:lnTo>
                  <a:lnTo>
                    <a:pt x="117303" y="74617"/>
                  </a:lnTo>
                  <a:lnTo>
                    <a:pt x="118342" y="75004"/>
                  </a:lnTo>
                  <a:lnTo>
                    <a:pt x="119288" y="75390"/>
                  </a:lnTo>
                  <a:lnTo>
                    <a:pt x="120233" y="75874"/>
                  </a:lnTo>
                  <a:lnTo>
                    <a:pt x="121083" y="76454"/>
                  </a:lnTo>
                  <a:lnTo>
                    <a:pt x="121934" y="77034"/>
                  </a:lnTo>
                  <a:lnTo>
                    <a:pt x="122785" y="77710"/>
                  </a:lnTo>
                  <a:lnTo>
                    <a:pt x="131481" y="69301"/>
                  </a:lnTo>
                  <a:lnTo>
                    <a:pt x="132899" y="67851"/>
                  </a:lnTo>
                  <a:lnTo>
                    <a:pt x="139421" y="61569"/>
                  </a:lnTo>
                  <a:lnTo>
                    <a:pt x="139610" y="61375"/>
                  </a:lnTo>
                  <a:lnTo>
                    <a:pt x="145376" y="55866"/>
                  </a:lnTo>
                  <a:lnTo>
                    <a:pt x="148023" y="53256"/>
                  </a:lnTo>
                  <a:lnTo>
                    <a:pt x="149251" y="54513"/>
                  </a:lnTo>
                  <a:lnTo>
                    <a:pt x="154545" y="60022"/>
                  </a:lnTo>
                  <a:lnTo>
                    <a:pt x="157475" y="63115"/>
                  </a:lnTo>
                  <a:lnTo>
                    <a:pt x="161350" y="66981"/>
                  </a:lnTo>
                  <a:lnTo>
                    <a:pt x="161634" y="66692"/>
                  </a:lnTo>
                  <a:lnTo>
                    <a:pt x="164375" y="63889"/>
                  </a:lnTo>
                  <a:lnTo>
                    <a:pt x="164564" y="63792"/>
                  </a:lnTo>
                  <a:lnTo>
                    <a:pt x="169101" y="59249"/>
                  </a:lnTo>
                  <a:lnTo>
                    <a:pt x="171842" y="62052"/>
                  </a:lnTo>
                  <a:lnTo>
                    <a:pt x="174489" y="64758"/>
                  </a:lnTo>
                  <a:lnTo>
                    <a:pt x="176190" y="66402"/>
                  </a:lnTo>
                  <a:lnTo>
                    <a:pt x="178175" y="68528"/>
                  </a:lnTo>
                  <a:lnTo>
                    <a:pt x="179310" y="69591"/>
                  </a:lnTo>
                  <a:lnTo>
                    <a:pt x="179593" y="69301"/>
                  </a:lnTo>
                  <a:lnTo>
                    <a:pt x="180066" y="69011"/>
                  </a:lnTo>
                  <a:lnTo>
                    <a:pt x="180444" y="68721"/>
                  </a:lnTo>
                  <a:lnTo>
                    <a:pt x="180917" y="68528"/>
                  </a:lnTo>
                  <a:lnTo>
                    <a:pt x="181389" y="68431"/>
                  </a:lnTo>
                  <a:lnTo>
                    <a:pt x="181862" y="68431"/>
                  </a:lnTo>
                  <a:lnTo>
                    <a:pt x="182429" y="68431"/>
                  </a:lnTo>
                  <a:lnTo>
                    <a:pt x="182901" y="68625"/>
                  </a:lnTo>
                  <a:lnTo>
                    <a:pt x="183374" y="68721"/>
                  </a:lnTo>
                  <a:lnTo>
                    <a:pt x="183752" y="69011"/>
                  </a:lnTo>
                  <a:lnTo>
                    <a:pt x="184130" y="69301"/>
                  </a:lnTo>
                  <a:lnTo>
                    <a:pt x="188667" y="63405"/>
                  </a:lnTo>
                  <a:lnTo>
                    <a:pt x="194244" y="56059"/>
                  </a:lnTo>
                  <a:lnTo>
                    <a:pt x="199538" y="49197"/>
                  </a:lnTo>
                  <a:lnTo>
                    <a:pt x="206816" y="39628"/>
                  </a:lnTo>
                  <a:lnTo>
                    <a:pt x="207288" y="39145"/>
                  </a:lnTo>
                  <a:lnTo>
                    <a:pt x="223263" y="18267"/>
                  </a:lnTo>
                  <a:lnTo>
                    <a:pt x="232148" y="6669"/>
                  </a:lnTo>
                  <a:lnTo>
                    <a:pt x="233282" y="6475"/>
                  </a:lnTo>
                  <a:lnTo>
                    <a:pt x="234038" y="6282"/>
                  </a:lnTo>
                  <a:lnTo>
                    <a:pt x="234511" y="6185"/>
                  </a:lnTo>
                  <a:lnTo>
                    <a:pt x="236496" y="5799"/>
                  </a:lnTo>
                  <a:lnTo>
                    <a:pt x="239993" y="5219"/>
                  </a:lnTo>
                  <a:lnTo>
                    <a:pt x="242640" y="4832"/>
                  </a:lnTo>
                  <a:lnTo>
                    <a:pt x="246515" y="4252"/>
                  </a:lnTo>
                  <a:lnTo>
                    <a:pt x="247555" y="4156"/>
                  </a:lnTo>
                  <a:lnTo>
                    <a:pt x="250202" y="3769"/>
                  </a:lnTo>
                  <a:lnTo>
                    <a:pt x="251431" y="3479"/>
                  </a:lnTo>
                  <a:lnTo>
                    <a:pt x="252187" y="3382"/>
                  </a:lnTo>
                  <a:lnTo>
                    <a:pt x="253227" y="3189"/>
                  </a:lnTo>
                  <a:lnTo>
                    <a:pt x="257102" y="2609"/>
                  </a:lnTo>
                  <a:lnTo>
                    <a:pt x="272037" y="0"/>
                  </a:lnTo>
                  <a:lnTo>
                    <a:pt x="271753" y="4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275641" y="3805981"/>
              <a:ext cx="1469057" cy="1741338"/>
            </a:xfrm>
            <a:custGeom>
              <a:avLst/>
              <a:pathLst>
                <a:path w="1469057" h="1741338">
                  <a:moveTo>
                    <a:pt x="295289" y="124105"/>
                  </a:moveTo>
                  <a:lnTo>
                    <a:pt x="484052" y="411847"/>
                  </a:lnTo>
                  <a:lnTo>
                    <a:pt x="752497" y="828430"/>
                  </a:lnTo>
                  <a:lnTo>
                    <a:pt x="757318" y="832780"/>
                  </a:lnTo>
                  <a:lnTo>
                    <a:pt x="759019" y="836549"/>
                  </a:lnTo>
                  <a:lnTo>
                    <a:pt x="760815" y="836356"/>
                  </a:lnTo>
                  <a:lnTo>
                    <a:pt x="762233" y="836259"/>
                  </a:lnTo>
                  <a:lnTo>
                    <a:pt x="763462" y="836163"/>
                  </a:lnTo>
                  <a:lnTo>
                    <a:pt x="764974" y="835583"/>
                  </a:lnTo>
                  <a:lnTo>
                    <a:pt x="766486" y="834906"/>
                  </a:lnTo>
                  <a:lnTo>
                    <a:pt x="767148" y="834616"/>
                  </a:lnTo>
                  <a:lnTo>
                    <a:pt x="767810" y="834133"/>
                  </a:lnTo>
                  <a:lnTo>
                    <a:pt x="768282" y="833650"/>
                  </a:lnTo>
                  <a:lnTo>
                    <a:pt x="768660" y="833263"/>
                  </a:lnTo>
                  <a:lnTo>
                    <a:pt x="769039" y="832876"/>
                  </a:lnTo>
                  <a:lnTo>
                    <a:pt x="769700" y="832490"/>
                  </a:lnTo>
                  <a:lnTo>
                    <a:pt x="770645" y="832297"/>
                  </a:lnTo>
                  <a:lnTo>
                    <a:pt x="771213" y="832007"/>
                  </a:lnTo>
                  <a:lnTo>
                    <a:pt x="771874" y="831717"/>
                  </a:lnTo>
                  <a:lnTo>
                    <a:pt x="772725" y="831523"/>
                  </a:lnTo>
                  <a:lnTo>
                    <a:pt x="773670" y="831233"/>
                  </a:lnTo>
                  <a:lnTo>
                    <a:pt x="774426" y="831137"/>
                  </a:lnTo>
                  <a:lnTo>
                    <a:pt x="775183" y="831137"/>
                  </a:lnTo>
                  <a:lnTo>
                    <a:pt x="775844" y="831330"/>
                  </a:lnTo>
                  <a:lnTo>
                    <a:pt x="776506" y="831427"/>
                  </a:lnTo>
                  <a:lnTo>
                    <a:pt x="777073" y="831330"/>
                  </a:lnTo>
                  <a:lnTo>
                    <a:pt x="777735" y="831523"/>
                  </a:lnTo>
                  <a:lnTo>
                    <a:pt x="778113" y="831717"/>
                  </a:lnTo>
                  <a:lnTo>
                    <a:pt x="778396" y="831427"/>
                  </a:lnTo>
                  <a:lnTo>
                    <a:pt x="778774" y="830653"/>
                  </a:lnTo>
                  <a:lnTo>
                    <a:pt x="779436" y="830170"/>
                  </a:lnTo>
                  <a:lnTo>
                    <a:pt x="780192" y="829590"/>
                  </a:lnTo>
                  <a:lnTo>
                    <a:pt x="780665" y="829590"/>
                  </a:lnTo>
                  <a:lnTo>
                    <a:pt x="781421" y="829300"/>
                  </a:lnTo>
                  <a:lnTo>
                    <a:pt x="782177" y="829107"/>
                  </a:lnTo>
                  <a:lnTo>
                    <a:pt x="782933" y="828817"/>
                  </a:lnTo>
                  <a:lnTo>
                    <a:pt x="783784" y="828720"/>
                  </a:lnTo>
                  <a:lnTo>
                    <a:pt x="784446" y="828720"/>
                  </a:lnTo>
                  <a:lnTo>
                    <a:pt x="785013" y="828237"/>
                  </a:lnTo>
                  <a:lnTo>
                    <a:pt x="785391" y="828334"/>
                  </a:lnTo>
                  <a:lnTo>
                    <a:pt x="786147" y="828334"/>
                  </a:lnTo>
                  <a:lnTo>
                    <a:pt x="786714" y="828527"/>
                  </a:lnTo>
                  <a:lnTo>
                    <a:pt x="787376" y="828624"/>
                  </a:lnTo>
                  <a:lnTo>
                    <a:pt x="787943" y="828914"/>
                  </a:lnTo>
                  <a:lnTo>
                    <a:pt x="788605" y="828914"/>
                  </a:lnTo>
                  <a:lnTo>
                    <a:pt x="789172" y="828430"/>
                  </a:lnTo>
                  <a:lnTo>
                    <a:pt x="789739" y="828140"/>
                  </a:lnTo>
                  <a:lnTo>
                    <a:pt x="790779" y="827464"/>
                  </a:lnTo>
                  <a:lnTo>
                    <a:pt x="791630" y="826981"/>
                  </a:lnTo>
                  <a:lnTo>
                    <a:pt x="792197" y="826787"/>
                  </a:lnTo>
                  <a:lnTo>
                    <a:pt x="792764" y="826981"/>
                  </a:lnTo>
                  <a:lnTo>
                    <a:pt x="793520" y="827077"/>
                  </a:lnTo>
                  <a:lnTo>
                    <a:pt x="794654" y="827174"/>
                  </a:lnTo>
                  <a:lnTo>
                    <a:pt x="795505" y="826884"/>
                  </a:lnTo>
                  <a:lnTo>
                    <a:pt x="796072" y="826787"/>
                  </a:lnTo>
                  <a:lnTo>
                    <a:pt x="796734" y="826497"/>
                  </a:lnTo>
                  <a:lnTo>
                    <a:pt x="798152" y="826497"/>
                  </a:lnTo>
                  <a:lnTo>
                    <a:pt x="798908" y="826304"/>
                  </a:lnTo>
                  <a:lnTo>
                    <a:pt x="799475" y="826207"/>
                  </a:lnTo>
                  <a:lnTo>
                    <a:pt x="800420" y="826014"/>
                  </a:lnTo>
                  <a:lnTo>
                    <a:pt x="800987" y="825821"/>
                  </a:lnTo>
                  <a:lnTo>
                    <a:pt x="801649" y="825627"/>
                  </a:lnTo>
                  <a:lnTo>
                    <a:pt x="802216" y="825531"/>
                  </a:lnTo>
                  <a:lnTo>
                    <a:pt x="803350" y="825821"/>
                  </a:lnTo>
                  <a:lnTo>
                    <a:pt x="804390" y="826111"/>
                  </a:lnTo>
                  <a:lnTo>
                    <a:pt x="805241" y="826497"/>
                  </a:lnTo>
                  <a:lnTo>
                    <a:pt x="805619" y="826691"/>
                  </a:lnTo>
                  <a:lnTo>
                    <a:pt x="806186" y="827077"/>
                  </a:lnTo>
                  <a:lnTo>
                    <a:pt x="807131" y="827077"/>
                  </a:lnTo>
                  <a:lnTo>
                    <a:pt x="808171" y="826787"/>
                  </a:lnTo>
                  <a:lnTo>
                    <a:pt x="808927" y="826207"/>
                  </a:lnTo>
                  <a:lnTo>
                    <a:pt x="809589" y="826014"/>
                  </a:lnTo>
                  <a:lnTo>
                    <a:pt x="810251" y="826111"/>
                  </a:lnTo>
                  <a:lnTo>
                    <a:pt x="811385" y="826111"/>
                  </a:lnTo>
                  <a:lnTo>
                    <a:pt x="811952" y="826014"/>
                  </a:lnTo>
                  <a:lnTo>
                    <a:pt x="812992" y="825724"/>
                  </a:lnTo>
                  <a:lnTo>
                    <a:pt x="814693" y="825627"/>
                  </a:lnTo>
                  <a:lnTo>
                    <a:pt x="817623" y="825241"/>
                  </a:lnTo>
                  <a:lnTo>
                    <a:pt x="818663" y="824757"/>
                  </a:lnTo>
                  <a:lnTo>
                    <a:pt x="819325" y="824564"/>
                  </a:lnTo>
                  <a:lnTo>
                    <a:pt x="820365" y="824371"/>
                  </a:lnTo>
                  <a:lnTo>
                    <a:pt x="821026" y="824371"/>
                  </a:lnTo>
                  <a:lnTo>
                    <a:pt x="822444" y="824274"/>
                  </a:lnTo>
                  <a:lnTo>
                    <a:pt x="823862" y="824178"/>
                  </a:lnTo>
                  <a:lnTo>
                    <a:pt x="824713" y="823984"/>
                  </a:lnTo>
                  <a:lnTo>
                    <a:pt x="826698" y="824081"/>
                  </a:lnTo>
                  <a:lnTo>
                    <a:pt x="827737" y="823984"/>
                  </a:lnTo>
                  <a:lnTo>
                    <a:pt x="828115" y="823984"/>
                  </a:lnTo>
                  <a:lnTo>
                    <a:pt x="829533" y="823888"/>
                  </a:lnTo>
                  <a:lnTo>
                    <a:pt x="831235" y="823888"/>
                  </a:lnTo>
                  <a:lnTo>
                    <a:pt x="833787" y="823888"/>
                  </a:lnTo>
                  <a:lnTo>
                    <a:pt x="835488" y="823791"/>
                  </a:lnTo>
                  <a:lnTo>
                    <a:pt x="837190" y="823501"/>
                  </a:lnTo>
                  <a:lnTo>
                    <a:pt x="838324" y="823308"/>
                  </a:lnTo>
                  <a:lnTo>
                    <a:pt x="840025" y="823308"/>
                  </a:lnTo>
                  <a:lnTo>
                    <a:pt x="841065" y="823114"/>
                  </a:lnTo>
                  <a:lnTo>
                    <a:pt x="842010" y="822921"/>
                  </a:lnTo>
                  <a:lnTo>
                    <a:pt x="843334" y="822438"/>
                  </a:lnTo>
                  <a:lnTo>
                    <a:pt x="844846" y="821664"/>
                  </a:lnTo>
                  <a:lnTo>
                    <a:pt x="845791" y="821375"/>
                  </a:lnTo>
                  <a:lnTo>
                    <a:pt x="846453" y="821375"/>
                  </a:lnTo>
                  <a:lnTo>
                    <a:pt x="847965" y="821181"/>
                  </a:lnTo>
                  <a:lnTo>
                    <a:pt x="848343" y="821085"/>
                  </a:lnTo>
                  <a:lnTo>
                    <a:pt x="849005" y="821181"/>
                  </a:lnTo>
                  <a:lnTo>
                    <a:pt x="849383" y="821085"/>
                  </a:lnTo>
                  <a:lnTo>
                    <a:pt x="850234" y="820795"/>
                  </a:lnTo>
                  <a:lnTo>
                    <a:pt x="850990" y="820311"/>
                  </a:lnTo>
                  <a:lnTo>
                    <a:pt x="851746" y="820021"/>
                  </a:lnTo>
                  <a:lnTo>
                    <a:pt x="852219" y="819828"/>
                  </a:lnTo>
                  <a:lnTo>
                    <a:pt x="852691" y="819635"/>
                  </a:lnTo>
                  <a:lnTo>
                    <a:pt x="853164" y="819441"/>
                  </a:lnTo>
                  <a:lnTo>
                    <a:pt x="854109" y="819248"/>
                  </a:lnTo>
                  <a:lnTo>
                    <a:pt x="855149" y="819055"/>
                  </a:lnTo>
                  <a:lnTo>
                    <a:pt x="855905" y="818861"/>
                  </a:lnTo>
                  <a:lnTo>
                    <a:pt x="856283" y="818668"/>
                  </a:lnTo>
                  <a:lnTo>
                    <a:pt x="856661" y="818378"/>
                  </a:lnTo>
                  <a:lnTo>
                    <a:pt x="857039" y="818185"/>
                  </a:lnTo>
                  <a:lnTo>
                    <a:pt x="857418" y="817702"/>
                  </a:lnTo>
                  <a:lnTo>
                    <a:pt x="857701" y="817508"/>
                  </a:lnTo>
                  <a:lnTo>
                    <a:pt x="858646" y="816735"/>
                  </a:lnTo>
                  <a:lnTo>
                    <a:pt x="860726" y="816058"/>
                  </a:lnTo>
                  <a:lnTo>
                    <a:pt x="863278" y="815285"/>
                  </a:lnTo>
                  <a:lnTo>
                    <a:pt x="863845" y="814995"/>
                  </a:lnTo>
                  <a:lnTo>
                    <a:pt x="866586" y="814319"/>
                  </a:lnTo>
                  <a:lnTo>
                    <a:pt x="868288" y="813932"/>
                  </a:lnTo>
                  <a:lnTo>
                    <a:pt x="870178" y="813739"/>
                  </a:lnTo>
                  <a:lnTo>
                    <a:pt x="871407" y="813642"/>
                  </a:lnTo>
                  <a:lnTo>
                    <a:pt x="872825" y="813449"/>
                  </a:lnTo>
                  <a:lnTo>
                    <a:pt x="873770" y="813352"/>
                  </a:lnTo>
                  <a:lnTo>
                    <a:pt x="875471" y="812676"/>
                  </a:lnTo>
                  <a:lnTo>
                    <a:pt x="876700" y="812289"/>
                  </a:lnTo>
                  <a:lnTo>
                    <a:pt x="877362" y="811902"/>
                  </a:lnTo>
                  <a:lnTo>
                    <a:pt x="878685" y="811419"/>
                  </a:lnTo>
                  <a:lnTo>
                    <a:pt x="881237" y="810356"/>
                  </a:lnTo>
                  <a:lnTo>
                    <a:pt x="882844" y="809389"/>
                  </a:lnTo>
                  <a:lnTo>
                    <a:pt x="884735" y="809003"/>
                  </a:lnTo>
                  <a:lnTo>
                    <a:pt x="885869" y="808616"/>
                  </a:lnTo>
                  <a:lnTo>
                    <a:pt x="887759" y="808036"/>
                  </a:lnTo>
                  <a:lnTo>
                    <a:pt x="889461" y="807746"/>
                  </a:lnTo>
                  <a:lnTo>
                    <a:pt x="891068" y="807166"/>
                  </a:lnTo>
                  <a:lnTo>
                    <a:pt x="891824" y="807166"/>
                  </a:lnTo>
                  <a:lnTo>
                    <a:pt x="892107" y="807166"/>
                  </a:lnTo>
                  <a:lnTo>
                    <a:pt x="892486" y="806973"/>
                  </a:lnTo>
                  <a:lnTo>
                    <a:pt x="892769" y="806876"/>
                  </a:lnTo>
                  <a:lnTo>
                    <a:pt x="892958" y="806683"/>
                  </a:lnTo>
                  <a:lnTo>
                    <a:pt x="893147" y="806586"/>
                  </a:lnTo>
                  <a:lnTo>
                    <a:pt x="893620" y="806200"/>
                  </a:lnTo>
                  <a:lnTo>
                    <a:pt x="893809" y="806006"/>
                  </a:lnTo>
                  <a:lnTo>
                    <a:pt x="894092" y="805813"/>
                  </a:lnTo>
                  <a:lnTo>
                    <a:pt x="895227" y="805330"/>
                  </a:lnTo>
                  <a:lnTo>
                    <a:pt x="895794" y="805040"/>
                  </a:lnTo>
                  <a:lnTo>
                    <a:pt x="896077" y="804846"/>
                  </a:lnTo>
                  <a:lnTo>
                    <a:pt x="896645" y="804750"/>
                  </a:lnTo>
                  <a:lnTo>
                    <a:pt x="897117" y="804653"/>
                  </a:lnTo>
                  <a:lnTo>
                    <a:pt x="897495" y="804557"/>
                  </a:lnTo>
                  <a:lnTo>
                    <a:pt x="898251" y="804460"/>
                  </a:lnTo>
                  <a:lnTo>
                    <a:pt x="898913" y="804363"/>
                  </a:lnTo>
                  <a:lnTo>
                    <a:pt x="899197" y="804267"/>
                  </a:lnTo>
                  <a:lnTo>
                    <a:pt x="899764" y="804170"/>
                  </a:lnTo>
                  <a:lnTo>
                    <a:pt x="900047" y="804073"/>
                  </a:lnTo>
                  <a:lnTo>
                    <a:pt x="900331" y="803880"/>
                  </a:lnTo>
                  <a:lnTo>
                    <a:pt x="900804" y="803590"/>
                  </a:lnTo>
                  <a:lnTo>
                    <a:pt x="900898" y="803397"/>
                  </a:lnTo>
                  <a:lnTo>
                    <a:pt x="901087" y="803397"/>
                  </a:lnTo>
                  <a:lnTo>
                    <a:pt x="901276" y="803300"/>
                  </a:lnTo>
                  <a:lnTo>
                    <a:pt x="902600" y="803203"/>
                  </a:lnTo>
                  <a:lnTo>
                    <a:pt x="903828" y="803107"/>
                  </a:lnTo>
                  <a:lnTo>
                    <a:pt x="904112" y="803107"/>
                  </a:lnTo>
                  <a:lnTo>
                    <a:pt x="904395" y="803010"/>
                  </a:lnTo>
                  <a:lnTo>
                    <a:pt x="905624" y="802720"/>
                  </a:lnTo>
                  <a:lnTo>
                    <a:pt x="906286" y="802527"/>
                  </a:lnTo>
                  <a:lnTo>
                    <a:pt x="907420" y="801947"/>
                  </a:lnTo>
                  <a:lnTo>
                    <a:pt x="907798" y="801947"/>
                  </a:lnTo>
                  <a:lnTo>
                    <a:pt x="908271" y="801657"/>
                  </a:lnTo>
                  <a:lnTo>
                    <a:pt x="908838" y="801270"/>
                  </a:lnTo>
                  <a:lnTo>
                    <a:pt x="909311" y="801077"/>
                  </a:lnTo>
                  <a:lnTo>
                    <a:pt x="909972" y="800690"/>
                  </a:lnTo>
                  <a:lnTo>
                    <a:pt x="910539" y="800400"/>
                  </a:lnTo>
                  <a:lnTo>
                    <a:pt x="910823" y="800304"/>
                  </a:lnTo>
                  <a:lnTo>
                    <a:pt x="911107" y="800207"/>
                  </a:lnTo>
                  <a:lnTo>
                    <a:pt x="911485" y="800110"/>
                  </a:lnTo>
                  <a:lnTo>
                    <a:pt x="911863" y="800014"/>
                  </a:lnTo>
                  <a:lnTo>
                    <a:pt x="912335" y="799917"/>
                  </a:lnTo>
                  <a:lnTo>
                    <a:pt x="912713" y="799917"/>
                  </a:lnTo>
                  <a:lnTo>
                    <a:pt x="913375" y="800014"/>
                  </a:lnTo>
                  <a:lnTo>
                    <a:pt x="913659" y="800110"/>
                  </a:lnTo>
                  <a:lnTo>
                    <a:pt x="915171" y="800014"/>
                  </a:lnTo>
                  <a:lnTo>
                    <a:pt x="915549" y="800014"/>
                  </a:lnTo>
                  <a:lnTo>
                    <a:pt x="916116" y="799820"/>
                  </a:lnTo>
                  <a:lnTo>
                    <a:pt x="916589" y="799820"/>
                  </a:lnTo>
                  <a:lnTo>
                    <a:pt x="916967" y="799820"/>
                  </a:lnTo>
                  <a:lnTo>
                    <a:pt x="917251" y="799724"/>
                  </a:lnTo>
                  <a:lnTo>
                    <a:pt x="917534" y="799530"/>
                  </a:lnTo>
                  <a:lnTo>
                    <a:pt x="918290" y="798951"/>
                  </a:lnTo>
                  <a:lnTo>
                    <a:pt x="918763" y="798661"/>
                  </a:lnTo>
                  <a:lnTo>
                    <a:pt x="919803" y="798081"/>
                  </a:lnTo>
                  <a:lnTo>
                    <a:pt x="920181" y="797791"/>
                  </a:lnTo>
                  <a:lnTo>
                    <a:pt x="920464" y="797597"/>
                  </a:lnTo>
                  <a:lnTo>
                    <a:pt x="920842" y="797404"/>
                  </a:lnTo>
                  <a:lnTo>
                    <a:pt x="921126" y="797307"/>
                  </a:lnTo>
                  <a:lnTo>
                    <a:pt x="921504" y="797211"/>
                  </a:lnTo>
                  <a:lnTo>
                    <a:pt x="921788" y="797114"/>
                  </a:lnTo>
                  <a:lnTo>
                    <a:pt x="922071" y="797114"/>
                  </a:lnTo>
                  <a:lnTo>
                    <a:pt x="922260" y="797114"/>
                  </a:lnTo>
                  <a:lnTo>
                    <a:pt x="922544" y="797114"/>
                  </a:lnTo>
                  <a:lnTo>
                    <a:pt x="923489" y="797307"/>
                  </a:lnTo>
                  <a:lnTo>
                    <a:pt x="924056" y="797404"/>
                  </a:lnTo>
                  <a:lnTo>
                    <a:pt x="924340" y="797404"/>
                  </a:lnTo>
                  <a:lnTo>
                    <a:pt x="925096" y="797307"/>
                  </a:lnTo>
                  <a:lnTo>
                    <a:pt x="925663" y="797211"/>
                  </a:lnTo>
                  <a:lnTo>
                    <a:pt x="926797" y="797017"/>
                  </a:lnTo>
                  <a:lnTo>
                    <a:pt x="928121" y="796921"/>
                  </a:lnTo>
                  <a:lnTo>
                    <a:pt x="928877" y="796727"/>
                  </a:lnTo>
                  <a:lnTo>
                    <a:pt x="929917" y="796534"/>
                  </a:lnTo>
                  <a:lnTo>
                    <a:pt x="930295" y="796437"/>
                  </a:lnTo>
                  <a:lnTo>
                    <a:pt x="931051" y="796148"/>
                  </a:lnTo>
                  <a:lnTo>
                    <a:pt x="931618" y="796051"/>
                  </a:lnTo>
                  <a:lnTo>
                    <a:pt x="931996" y="795954"/>
                  </a:lnTo>
                  <a:lnTo>
                    <a:pt x="933414" y="795761"/>
                  </a:lnTo>
                  <a:lnTo>
                    <a:pt x="933792" y="795664"/>
                  </a:lnTo>
                  <a:lnTo>
                    <a:pt x="934265" y="795664"/>
                  </a:lnTo>
                  <a:lnTo>
                    <a:pt x="935021" y="795374"/>
                  </a:lnTo>
                  <a:lnTo>
                    <a:pt x="935494" y="795278"/>
                  </a:lnTo>
                  <a:lnTo>
                    <a:pt x="935966" y="795181"/>
                  </a:lnTo>
                  <a:lnTo>
                    <a:pt x="936344" y="795084"/>
                  </a:lnTo>
                  <a:lnTo>
                    <a:pt x="937006" y="795181"/>
                  </a:lnTo>
                  <a:lnTo>
                    <a:pt x="938991" y="795084"/>
                  </a:lnTo>
                  <a:lnTo>
                    <a:pt x="940314" y="795084"/>
                  </a:lnTo>
                  <a:lnTo>
                    <a:pt x="940976" y="795084"/>
                  </a:lnTo>
                  <a:lnTo>
                    <a:pt x="941448" y="794988"/>
                  </a:lnTo>
                  <a:lnTo>
                    <a:pt x="941638" y="794988"/>
                  </a:lnTo>
                  <a:lnTo>
                    <a:pt x="942016" y="795084"/>
                  </a:lnTo>
                  <a:lnTo>
                    <a:pt x="942677" y="795278"/>
                  </a:lnTo>
                  <a:lnTo>
                    <a:pt x="942961" y="795374"/>
                  </a:lnTo>
                  <a:lnTo>
                    <a:pt x="943244" y="795374"/>
                  </a:lnTo>
                  <a:lnTo>
                    <a:pt x="943717" y="795374"/>
                  </a:lnTo>
                  <a:lnTo>
                    <a:pt x="944001" y="795374"/>
                  </a:lnTo>
                  <a:lnTo>
                    <a:pt x="945702" y="795181"/>
                  </a:lnTo>
                  <a:lnTo>
                    <a:pt x="947498" y="795084"/>
                  </a:lnTo>
                  <a:lnTo>
                    <a:pt x="947782" y="794988"/>
                  </a:lnTo>
                  <a:lnTo>
                    <a:pt x="948254" y="794891"/>
                  </a:lnTo>
                  <a:lnTo>
                    <a:pt x="948538" y="794794"/>
                  </a:lnTo>
                  <a:lnTo>
                    <a:pt x="948727" y="794891"/>
                  </a:lnTo>
                  <a:lnTo>
                    <a:pt x="949010" y="794891"/>
                  </a:lnTo>
                  <a:lnTo>
                    <a:pt x="949483" y="794891"/>
                  </a:lnTo>
                  <a:lnTo>
                    <a:pt x="949861" y="794988"/>
                  </a:lnTo>
                  <a:lnTo>
                    <a:pt x="950334" y="794988"/>
                  </a:lnTo>
                  <a:lnTo>
                    <a:pt x="950712" y="794891"/>
                  </a:lnTo>
                  <a:lnTo>
                    <a:pt x="951184" y="794794"/>
                  </a:lnTo>
                  <a:lnTo>
                    <a:pt x="951657" y="794601"/>
                  </a:lnTo>
                  <a:lnTo>
                    <a:pt x="952035" y="794601"/>
                  </a:lnTo>
                  <a:lnTo>
                    <a:pt x="952508" y="794504"/>
                  </a:lnTo>
                  <a:lnTo>
                    <a:pt x="952980" y="794601"/>
                  </a:lnTo>
                  <a:lnTo>
                    <a:pt x="953453" y="794698"/>
                  </a:lnTo>
                  <a:lnTo>
                    <a:pt x="953831" y="794601"/>
                  </a:lnTo>
                  <a:lnTo>
                    <a:pt x="954209" y="794408"/>
                  </a:lnTo>
                  <a:lnTo>
                    <a:pt x="954682" y="794311"/>
                  </a:lnTo>
                  <a:lnTo>
                    <a:pt x="955060" y="794311"/>
                  </a:lnTo>
                  <a:lnTo>
                    <a:pt x="955532" y="794214"/>
                  </a:lnTo>
                  <a:lnTo>
                    <a:pt x="955910" y="794118"/>
                  </a:lnTo>
                  <a:lnTo>
                    <a:pt x="956478" y="794021"/>
                  </a:lnTo>
                  <a:lnTo>
                    <a:pt x="956761" y="793924"/>
                  </a:lnTo>
                  <a:lnTo>
                    <a:pt x="957234" y="793634"/>
                  </a:lnTo>
                  <a:lnTo>
                    <a:pt x="957612" y="793441"/>
                  </a:lnTo>
                  <a:lnTo>
                    <a:pt x="958085" y="793248"/>
                  </a:lnTo>
                  <a:lnTo>
                    <a:pt x="958463" y="793055"/>
                  </a:lnTo>
                  <a:lnTo>
                    <a:pt x="958935" y="792861"/>
                  </a:lnTo>
                  <a:lnTo>
                    <a:pt x="959408" y="792861"/>
                  </a:lnTo>
                  <a:lnTo>
                    <a:pt x="959786" y="792765"/>
                  </a:lnTo>
                  <a:lnTo>
                    <a:pt x="960259" y="792668"/>
                  </a:lnTo>
                  <a:lnTo>
                    <a:pt x="960731" y="792475"/>
                  </a:lnTo>
                  <a:lnTo>
                    <a:pt x="960920" y="792475"/>
                  </a:lnTo>
                  <a:lnTo>
                    <a:pt x="961109" y="792475"/>
                  </a:lnTo>
                  <a:lnTo>
                    <a:pt x="961582" y="792378"/>
                  </a:lnTo>
                  <a:lnTo>
                    <a:pt x="961960" y="792281"/>
                  </a:lnTo>
                  <a:lnTo>
                    <a:pt x="962433" y="792185"/>
                  </a:lnTo>
                  <a:lnTo>
                    <a:pt x="962905" y="791991"/>
                  </a:lnTo>
                  <a:lnTo>
                    <a:pt x="964418" y="792088"/>
                  </a:lnTo>
                  <a:lnTo>
                    <a:pt x="965079" y="792185"/>
                  </a:lnTo>
                  <a:lnTo>
                    <a:pt x="965552" y="792378"/>
                  </a:lnTo>
                  <a:lnTo>
                    <a:pt x="965930" y="792475"/>
                  </a:lnTo>
                  <a:lnTo>
                    <a:pt x="966403" y="792571"/>
                  </a:lnTo>
                  <a:lnTo>
                    <a:pt x="966781" y="792571"/>
                  </a:lnTo>
                  <a:lnTo>
                    <a:pt x="967253" y="792571"/>
                  </a:lnTo>
                  <a:lnTo>
                    <a:pt x="967726" y="792668"/>
                  </a:lnTo>
                  <a:lnTo>
                    <a:pt x="968104" y="792861"/>
                  </a:lnTo>
                  <a:lnTo>
                    <a:pt x="968671" y="792861"/>
                  </a:lnTo>
                  <a:lnTo>
                    <a:pt x="969049" y="792861"/>
                  </a:lnTo>
                  <a:lnTo>
                    <a:pt x="969522" y="792765"/>
                  </a:lnTo>
                  <a:lnTo>
                    <a:pt x="969994" y="792861"/>
                  </a:lnTo>
                  <a:lnTo>
                    <a:pt x="970373" y="792958"/>
                  </a:lnTo>
                  <a:lnTo>
                    <a:pt x="971034" y="793055"/>
                  </a:lnTo>
                  <a:lnTo>
                    <a:pt x="971412" y="793055"/>
                  </a:lnTo>
                  <a:lnTo>
                    <a:pt x="971885" y="792958"/>
                  </a:lnTo>
                  <a:lnTo>
                    <a:pt x="972263" y="792861"/>
                  </a:lnTo>
                  <a:lnTo>
                    <a:pt x="972736" y="792668"/>
                  </a:lnTo>
                  <a:lnTo>
                    <a:pt x="973208" y="792475"/>
                  </a:lnTo>
                  <a:lnTo>
                    <a:pt x="973492" y="792281"/>
                  </a:lnTo>
                  <a:lnTo>
                    <a:pt x="973964" y="792088"/>
                  </a:lnTo>
                  <a:lnTo>
                    <a:pt x="974437" y="791991"/>
                  </a:lnTo>
                  <a:lnTo>
                    <a:pt x="974815" y="791895"/>
                  </a:lnTo>
                  <a:lnTo>
                    <a:pt x="975288" y="791895"/>
                  </a:lnTo>
                  <a:lnTo>
                    <a:pt x="975666" y="791701"/>
                  </a:lnTo>
                  <a:lnTo>
                    <a:pt x="976044" y="791701"/>
                  </a:lnTo>
                  <a:lnTo>
                    <a:pt x="976517" y="791508"/>
                  </a:lnTo>
                  <a:lnTo>
                    <a:pt x="976989" y="791411"/>
                  </a:lnTo>
                  <a:lnTo>
                    <a:pt x="977462" y="791411"/>
                  </a:lnTo>
                  <a:lnTo>
                    <a:pt x="977840" y="791411"/>
                  </a:lnTo>
                  <a:lnTo>
                    <a:pt x="978312" y="791315"/>
                  </a:lnTo>
                  <a:lnTo>
                    <a:pt x="978691" y="791315"/>
                  </a:lnTo>
                  <a:lnTo>
                    <a:pt x="979163" y="791218"/>
                  </a:lnTo>
                  <a:lnTo>
                    <a:pt x="979636" y="791315"/>
                  </a:lnTo>
                  <a:lnTo>
                    <a:pt x="980014" y="791411"/>
                  </a:lnTo>
                  <a:lnTo>
                    <a:pt x="980486" y="791508"/>
                  </a:lnTo>
                  <a:lnTo>
                    <a:pt x="980865" y="791605"/>
                  </a:lnTo>
                  <a:lnTo>
                    <a:pt x="981337" y="791701"/>
                  </a:lnTo>
                  <a:lnTo>
                    <a:pt x="981715" y="791798"/>
                  </a:lnTo>
                  <a:lnTo>
                    <a:pt x="982188" y="791991"/>
                  </a:lnTo>
                  <a:lnTo>
                    <a:pt x="982661" y="792185"/>
                  </a:lnTo>
                  <a:lnTo>
                    <a:pt x="983039" y="792281"/>
                  </a:lnTo>
                  <a:lnTo>
                    <a:pt x="983511" y="792571"/>
                  </a:lnTo>
                  <a:lnTo>
                    <a:pt x="983889" y="792475"/>
                  </a:lnTo>
                  <a:lnTo>
                    <a:pt x="984362" y="792571"/>
                  </a:lnTo>
                  <a:lnTo>
                    <a:pt x="984740" y="792765"/>
                  </a:lnTo>
                  <a:lnTo>
                    <a:pt x="985213" y="792861"/>
                  </a:lnTo>
                  <a:lnTo>
                    <a:pt x="985685" y="792861"/>
                  </a:lnTo>
                  <a:lnTo>
                    <a:pt x="986063" y="792958"/>
                  </a:lnTo>
                  <a:lnTo>
                    <a:pt x="986536" y="793151"/>
                  </a:lnTo>
                  <a:lnTo>
                    <a:pt x="986914" y="793151"/>
                  </a:lnTo>
                  <a:lnTo>
                    <a:pt x="987387" y="793151"/>
                  </a:lnTo>
                  <a:lnTo>
                    <a:pt x="987859" y="793345"/>
                  </a:lnTo>
                  <a:lnTo>
                    <a:pt x="988332" y="793441"/>
                  </a:lnTo>
                  <a:lnTo>
                    <a:pt x="988710" y="793538"/>
                  </a:lnTo>
                  <a:lnTo>
                    <a:pt x="989088" y="793538"/>
                  </a:lnTo>
                  <a:lnTo>
                    <a:pt x="989655" y="793441"/>
                  </a:lnTo>
                  <a:lnTo>
                    <a:pt x="990033" y="793538"/>
                  </a:lnTo>
                  <a:lnTo>
                    <a:pt x="990506" y="793538"/>
                  </a:lnTo>
                  <a:lnTo>
                    <a:pt x="990884" y="793538"/>
                  </a:lnTo>
                  <a:lnTo>
                    <a:pt x="991357" y="793538"/>
                  </a:lnTo>
                  <a:lnTo>
                    <a:pt x="991829" y="793731"/>
                  </a:lnTo>
                  <a:lnTo>
                    <a:pt x="992207" y="793828"/>
                  </a:lnTo>
                  <a:lnTo>
                    <a:pt x="992680" y="794021"/>
                  </a:lnTo>
                  <a:lnTo>
                    <a:pt x="992964" y="794214"/>
                  </a:lnTo>
                  <a:lnTo>
                    <a:pt x="993342" y="794408"/>
                  </a:lnTo>
                  <a:lnTo>
                    <a:pt x="993814" y="794601"/>
                  </a:lnTo>
                  <a:lnTo>
                    <a:pt x="994098" y="794794"/>
                  </a:lnTo>
                  <a:lnTo>
                    <a:pt x="994570" y="794891"/>
                  </a:lnTo>
                  <a:lnTo>
                    <a:pt x="995138" y="795181"/>
                  </a:lnTo>
                  <a:lnTo>
                    <a:pt x="995705" y="795374"/>
                  </a:lnTo>
                  <a:lnTo>
                    <a:pt x="996177" y="795568"/>
                  </a:lnTo>
                  <a:lnTo>
                    <a:pt x="996650" y="795471"/>
                  </a:lnTo>
                  <a:lnTo>
                    <a:pt x="997501" y="795374"/>
                  </a:lnTo>
                  <a:lnTo>
                    <a:pt x="998162" y="795664"/>
                  </a:lnTo>
                  <a:lnTo>
                    <a:pt x="998540" y="795664"/>
                  </a:lnTo>
                  <a:lnTo>
                    <a:pt x="999108" y="795858"/>
                  </a:lnTo>
                  <a:lnTo>
                    <a:pt x="999391" y="795761"/>
                  </a:lnTo>
                  <a:lnTo>
                    <a:pt x="999675" y="795664"/>
                  </a:lnTo>
                  <a:lnTo>
                    <a:pt x="999958" y="795568"/>
                  </a:lnTo>
                  <a:lnTo>
                    <a:pt x="1000242" y="795568"/>
                  </a:lnTo>
                  <a:lnTo>
                    <a:pt x="1000620" y="795761"/>
                  </a:lnTo>
                  <a:lnTo>
                    <a:pt x="1000809" y="795858"/>
                  </a:lnTo>
                  <a:lnTo>
                    <a:pt x="1001187" y="795858"/>
                  </a:lnTo>
                  <a:lnTo>
                    <a:pt x="1001471" y="795858"/>
                  </a:lnTo>
                  <a:lnTo>
                    <a:pt x="1002888" y="796341"/>
                  </a:lnTo>
                  <a:lnTo>
                    <a:pt x="1004117" y="796437"/>
                  </a:lnTo>
                  <a:lnTo>
                    <a:pt x="1004306" y="796534"/>
                  </a:lnTo>
                  <a:lnTo>
                    <a:pt x="1004873" y="796824"/>
                  </a:lnTo>
                  <a:lnTo>
                    <a:pt x="1005346" y="796824"/>
                  </a:lnTo>
                  <a:lnTo>
                    <a:pt x="1006197" y="796631"/>
                  </a:lnTo>
                  <a:lnTo>
                    <a:pt x="1006953" y="796824"/>
                  </a:lnTo>
                  <a:lnTo>
                    <a:pt x="1007615" y="796534"/>
                  </a:lnTo>
                  <a:lnTo>
                    <a:pt x="1008371" y="796727"/>
                  </a:lnTo>
                  <a:lnTo>
                    <a:pt x="1011301" y="796437"/>
                  </a:lnTo>
                  <a:lnTo>
                    <a:pt x="1014515" y="796437"/>
                  </a:lnTo>
                  <a:lnTo>
                    <a:pt x="1016405" y="795954"/>
                  </a:lnTo>
                  <a:lnTo>
                    <a:pt x="1019430" y="795278"/>
                  </a:lnTo>
                  <a:lnTo>
                    <a:pt x="1021415" y="795084"/>
                  </a:lnTo>
                  <a:lnTo>
                    <a:pt x="1023211" y="795374"/>
                  </a:lnTo>
                  <a:lnTo>
                    <a:pt x="1024440" y="795374"/>
                  </a:lnTo>
                  <a:lnTo>
                    <a:pt x="1025574" y="795084"/>
                  </a:lnTo>
                  <a:lnTo>
                    <a:pt x="1027275" y="794504"/>
                  </a:lnTo>
                  <a:lnTo>
                    <a:pt x="1028599" y="793634"/>
                  </a:lnTo>
                  <a:lnTo>
                    <a:pt x="1030111" y="792668"/>
                  </a:lnTo>
                  <a:lnTo>
                    <a:pt x="1031340" y="792668"/>
                  </a:lnTo>
                  <a:lnTo>
                    <a:pt x="1032758" y="793151"/>
                  </a:lnTo>
                  <a:lnTo>
                    <a:pt x="1033514" y="793538"/>
                  </a:lnTo>
                  <a:lnTo>
                    <a:pt x="1034459" y="794408"/>
                  </a:lnTo>
                  <a:lnTo>
                    <a:pt x="1035215" y="794794"/>
                  </a:lnTo>
                  <a:lnTo>
                    <a:pt x="1036161" y="795084"/>
                  </a:lnTo>
                  <a:lnTo>
                    <a:pt x="1037862" y="794504"/>
                  </a:lnTo>
                  <a:lnTo>
                    <a:pt x="1039658" y="794794"/>
                  </a:lnTo>
                  <a:lnTo>
                    <a:pt x="1041454" y="795471"/>
                  </a:lnTo>
                  <a:lnTo>
                    <a:pt x="1042588" y="796631"/>
                  </a:lnTo>
                  <a:lnTo>
                    <a:pt x="1044384" y="797597"/>
                  </a:lnTo>
                  <a:lnTo>
                    <a:pt x="1047598" y="798564"/>
                  </a:lnTo>
                  <a:lnTo>
                    <a:pt x="1050528" y="800207"/>
                  </a:lnTo>
                  <a:lnTo>
                    <a:pt x="1052418" y="800980"/>
                  </a:lnTo>
                  <a:lnTo>
                    <a:pt x="1053836" y="801850"/>
                  </a:lnTo>
                  <a:lnTo>
                    <a:pt x="1056483" y="806393"/>
                  </a:lnTo>
                  <a:lnTo>
                    <a:pt x="1057050" y="807939"/>
                  </a:lnTo>
                  <a:lnTo>
                    <a:pt x="1057806" y="809679"/>
                  </a:lnTo>
                  <a:lnTo>
                    <a:pt x="1058090" y="809679"/>
                  </a:lnTo>
                  <a:lnTo>
                    <a:pt x="1057995" y="809873"/>
                  </a:lnTo>
                  <a:lnTo>
                    <a:pt x="1059035" y="811226"/>
                  </a:lnTo>
                  <a:lnTo>
                    <a:pt x="1059602" y="812579"/>
                  </a:lnTo>
                  <a:lnTo>
                    <a:pt x="1060547" y="814125"/>
                  </a:lnTo>
                  <a:lnTo>
                    <a:pt x="1060831" y="814512"/>
                  </a:lnTo>
                  <a:lnTo>
                    <a:pt x="1061020" y="814802"/>
                  </a:lnTo>
                  <a:lnTo>
                    <a:pt x="1061115" y="814995"/>
                  </a:lnTo>
                  <a:lnTo>
                    <a:pt x="1061493" y="815285"/>
                  </a:lnTo>
                  <a:lnTo>
                    <a:pt x="1061682" y="815479"/>
                  </a:lnTo>
                  <a:lnTo>
                    <a:pt x="1063383" y="815092"/>
                  </a:lnTo>
                  <a:lnTo>
                    <a:pt x="1063761" y="814512"/>
                  </a:lnTo>
                  <a:lnTo>
                    <a:pt x="1064612" y="813449"/>
                  </a:lnTo>
                  <a:lnTo>
                    <a:pt x="1064990" y="812966"/>
                  </a:lnTo>
                  <a:lnTo>
                    <a:pt x="1065557" y="812676"/>
                  </a:lnTo>
                  <a:lnTo>
                    <a:pt x="1066124" y="812289"/>
                  </a:lnTo>
                  <a:lnTo>
                    <a:pt x="1066786" y="811902"/>
                  </a:lnTo>
                  <a:lnTo>
                    <a:pt x="1067164" y="811999"/>
                  </a:lnTo>
                  <a:lnTo>
                    <a:pt x="1067070" y="811709"/>
                  </a:lnTo>
                  <a:lnTo>
                    <a:pt x="1068204" y="811226"/>
                  </a:lnTo>
                  <a:lnTo>
                    <a:pt x="1069338" y="810839"/>
                  </a:lnTo>
                  <a:lnTo>
                    <a:pt x="1069811" y="810839"/>
                  </a:lnTo>
                  <a:lnTo>
                    <a:pt x="1071039" y="810742"/>
                  </a:lnTo>
                  <a:lnTo>
                    <a:pt x="1072174" y="810356"/>
                  </a:lnTo>
                  <a:lnTo>
                    <a:pt x="1072646" y="810163"/>
                  </a:lnTo>
                  <a:lnTo>
                    <a:pt x="1074348" y="809583"/>
                  </a:lnTo>
                  <a:lnTo>
                    <a:pt x="1075955" y="808809"/>
                  </a:lnTo>
                  <a:lnTo>
                    <a:pt x="1076427" y="808616"/>
                  </a:lnTo>
                  <a:lnTo>
                    <a:pt x="1077656" y="808326"/>
                  </a:lnTo>
                  <a:lnTo>
                    <a:pt x="1079074" y="807456"/>
                  </a:lnTo>
                  <a:lnTo>
                    <a:pt x="1079925" y="807263"/>
                  </a:lnTo>
                  <a:lnTo>
                    <a:pt x="1080586" y="806780"/>
                  </a:lnTo>
                  <a:lnTo>
                    <a:pt x="1081626" y="806586"/>
                  </a:lnTo>
                  <a:lnTo>
                    <a:pt x="1082382" y="806490"/>
                  </a:lnTo>
                  <a:lnTo>
                    <a:pt x="1082760" y="806393"/>
                  </a:lnTo>
                  <a:lnTo>
                    <a:pt x="1083327" y="806393"/>
                  </a:lnTo>
                  <a:lnTo>
                    <a:pt x="1083611" y="806393"/>
                  </a:lnTo>
                  <a:lnTo>
                    <a:pt x="1085974" y="805523"/>
                  </a:lnTo>
                  <a:lnTo>
                    <a:pt x="1087676" y="805523"/>
                  </a:lnTo>
                  <a:lnTo>
                    <a:pt x="1089377" y="806103"/>
                  </a:lnTo>
                  <a:lnTo>
                    <a:pt x="1089661" y="806006"/>
                  </a:lnTo>
                  <a:lnTo>
                    <a:pt x="1090417" y="805910"/>
                  </a:lnTo>
                  <a:lnTo>
                    <a:pt x="1091362" y="805716"/>
                  </a:lnTo>
                  <a:lnTo>
                    <a:pt x="1092402" y="805910"/>
                  </a:lnTo>
                  <a:lnTo>
                    <a:pt x="1092874" y="805910"/>
                  </a:lnTo>
                  <a:lnTo>
                    <a:pt x="1094670" y="806006"/>
                  </a:lnTo>
                  <a:lnTo>
                    <a:pt x="1096372" y="805813"/>
                  </a:lnTo>
                  <a:lnTo>
                    <a:pt x="1096561" y="805910"/>
                  </a:lnTo>
                  <a:lnTo>
                    <a:pt x="1097033" y="806006"/>
                  </a:lnTo>
                  <a:lnTo>
                    <a:pt x="1098168" y="806103"/>
                  </a:lnTo>
                  <a:lnTo>
                    <a:pt x="1099113" y="806200"/>
                  </a:lnTo>
                  <a:lnTo>
                    <a:pt x="1100058" y="806200"/>
                  </a:lnTo>
                  <a:lnTo>
                    <a:pt x="1101003" y="806103"/>
                  </a:lnTo>
                  <a:lnTo>
                    <a:pt x="1101570" y="805910"/>
                  </a:lnTo>
                  <a:lnTo>
                    <a:pt x="1102043" y="805620"/>
                  </a:lnTo>
                  <a:lnTo>
                    <a:pt x="1102232" y="805426"/>
                  </a:lnTo>
                  <a:lnTo>
                    <a:pt x="1102516" y="805330"/>
                  </a:lnTo>
                  <a:lnTo>
                    <a:pt x="1102988" y="805233"/>
                  </a:lnTo>
                  <a:lnTo>
                    <a:pt x="1103744" y="805040"/>
                  </a:lnTo>
                  <a:lnTo>
                    <a:pt x="1104312" y="805040"/>
                  </a:lnTo>
                  <a:lnTo>
                    <a:pt x="1104879" y="805040"/>
                  </a:lnTo>
                  <a:lnTo>
                    <a:pt x="1105918" y="804943"/>
                  </a:lnTo>
                  <a:lnTo>
                    <a:pt x="1106202" y="804943"/>
                  </a:lnTo>
                  <a:lnTo>
                    <a:pt x="1107147" y="804943"/>
                  </a:lnTo>
                  <a:lnTo>
                    <a:pt x="1107525" y="804943"/>
                  </a:lnTo>
                  <a:lnTo>
                    <a:pt x="1107998" y="804943"/>
                  </a:lnTo>
                  <a:lnTo>
                    <a:pt x="1108660" y="805233"/>
                  </a:lnTo>
                  <a:lnTo>
                    <a:pt x="1108943" y="805233"/>
                  </a:lnTo>
                  <a:lnTo>
                    <a:pt x="1109416" y="805233"/>
                  </a:lnTo>
                  <a:lnTo>
                    <a:pt x="1109794" y="805136"/>
                  </a:lnTo>
                  <a:lnTo>
                    <a:pt x="1110361" y="805040"/>
                  </a:lnTo>
                  <a:lnTo>
                    <a:pt x="1111495" y="804846"/>
                  </a:lnTo>
                  <a:lnTo>
                    <a:pt x="1112157" y="804557"/>
                  </a:lnTo>
                  <a:lnTo>
                    <a:pt x="1113102" y="804170"/>
                  </a:lnTo>
                  <a:lnTo>
                    <a:pt x="1114709" y="803397"/>
                  </a:lnTo>
                  <a:lnTo>
                    <a:pt x="1116316" y="802720"/>
                  </a:lnTo>
                  <a:lnTo>
                    <a:pt x="1118112" y="802623"/>
                  </a:lnTo>
                  <a:lnTo>
                    <a:pt x="1119813" y="802237"/>
                  </a:lnTo>
                  <a:lnTo>
                    <a:pt x="1120759" y="801754"/>
                  </a:lnTo>
                  <a:lnTo>
                    <a:pt x="1121231" y="801560"/>
                  </a:lnTo>
                  <a:lnTo>
                    <a:pt x="1121609" y="801174"/>
                  </a:lnTo>
                  <a:lnTo>
                    <a:pt x="1121798" y="801174"/>
                  </a:lnTo>
                  <a:lnTo>
                    <a:pt x="1121987" y="801077"/>
                  </a:lnTo>
                  <a:lnTo>
                    <a:pt x="1122460" y="800884"/>
                  </a:lnTo>
                  <a:lnTo>
                    <a:pt x="1122649" y="800884"/>
                  </a:lnTo>
                  <a:lnTo>
                    <a:pt x="1122933" y="800690"/>
                  </a:lnTo>
                  <a:lnTo>
                    <a:pt x="1123405" y="800690"/>
                  </a:lnTo>
                  <a:lnTo>
                    <a:pt x="1123878" y="800594"/>
                  </a:lnTo>
                  <a:lnTo>
                    <a:pt x="1124256" y="800594"/>
                  </a:lnTo>
                  <a:lnTo>
                    <a:pt x="1124729" y="800594"/>
                  </a:lnTo>
                  <a:lnTo>
                    <a:pt x="1125107" y="800690"/>
                  </a:lnTo>
                  <a:lnTo>
                    <a:pt x="1125296" y="800787"/>
                  </a:lnTo>
                  <a:lnTo>
                    <a:pt x="1125579" y="800787"/>
                  </a:lnTo>
                  <a:lnTo>
                    <a:pt x="1125957" y="800980"/>
                  </a:lnTo>
                  <a:lnTo>
                    <a:pt x="1126430" y="801270"/>
                  </a:lnTo>
                  <a:lnTo>
                    <a:pt x="1126808" y="801464"/>
                  </a:lnTo>
                  <a:lnTo>
                    <a:pt x="1127186" y="801657"/>
                  </a:lnTo>
                  <a:lnTo>
                    <a:pt x="1127564" y="801850"/>
                  </a:lnTo>
                  <a:lnTo>
                    <a:pt x="1127942" y="802140"/>
                  </a:lnTo>
                  <a:lnTo>
                    <a:pt x="1128320" y="802333"/>
                  </a:lnTo>
                  <a:lnTo>
                    <a:pt x="1128793" y="802527"/>
                  </a:lnTo>
                  <a:lnTo>
                    <a:pt x="1129266" y="802623"/>
                  </a:lnTo>
                  <a:lnTo>
                    <a:pt x="1129644" y="802720"/>
                  </a:lnTo>
                  <a:lnTo>
                    <a:pt x="1130116" y="802817"/>
                  </a:lnTo>
                  <a:lnTo>
                    <a:pt x="1130211" y="803107"/>
                  </a:lnTo>
                  <a:lnTo>
                    <a:pt x="1130778" y="803493"/>
                  </a:lnTo>
                  <a:lnTo>
                    <a:pt x="1131629" y="803783"/>
                  </a:lnTo>
                  <a:lnTo>
                    <a:pt x="1132007" y="803880"/>
                  </a:lnTo>
                  <a:lnTo>
                    <a:pt x="1132385" y="803880"/>
                  </a:lnTo>
                  <a:lnTo>
                    <a:pt x="1132952" y="803880"/>
                  </a:lnTo>
                  <a:lnTo>
                    <a:pt x="1133330" y="803783"/>
                  </a:lnTo>
                  <a:lnTo>
                    <a:pt x="1133803" y="803783"/>
                  </a:lnTo>
                  <a:lnTo>
                    <a:pt x="1134275" y="803783"/>
                  </a:lnTo>
                  <a:lnTo>
                    <a:pt x="1134748" y="803687"/>
                  </a:lnTo>
                  <a:lnTo>
                    <a:pt x="1135126" y="803590"/>
                  </a:lnTo>
                  <a:lnTo>
                    <a:pt x="1135504" y="803493"/>
                  </a:lnTo>
                  <a:lnTo>
                    <a:pt x="1135977" y="803493"/>
                  </a:lnTo>
                  <a:lnTo>
                    <a:pt x="1136449" y="803397"/>
                  </a:lnTo>
                  <a:lnTo>
                    <a:pt x="1136827" y="803397"/>
                  </a:lnTo>
                  <a:lnTo>
                    <a:pt x="1137300" y="803300"/>
                  </a:lnTo>
                  <a:lnTo>
                    <a:pt x="1137773" y="803397"/>
                  </a:lnTo>
                  <a:lnTo>
                    <a:pt x="1138245" y="803397"/>
                  </a:lnTo>
                  <a:lnTo>
                    <a:pt x="1138718" y="803397"/>
                  </a:lnTo>
                  <a:lnTo>
                    <a:pt x="1139191" y="803493"/>
                  </a:lnTo>
                  <a:lnTo>
                    <a:pt x="1139663" y="803590"/>
                  </a:lnTo>
                  <a:lnTo>
                    <a:pt x="1140136" y="803687"/>
                  </a:lnTo>
                  <a:lnTo>
                    <a:pt x="1140514" y="803783"/>
                  </a:lnTo>
                  <a:lnTo>
                    <a:pt x="1141081" y="803880"/>
                  </a:lnTo>
                  <a:lnTo>
                    <a:pt x="1141459" y="803783"/>
                  </a:lnTo>
                  <a:lnTo>
                    <a:pt x="1141932" y="803687"/>
                  </a:lnTo>
                  <a:lnTo>
                    <a:pt x="1142310" y="803493"/>
                  </a:lnTo>
                  <a:lnTo>
                    <a:pt x="1142499" y="803107"/>
                  </a:lnTo>
                  <a:lnTo>
                    <a:pt x="1142782" y="802623"/>
                  </a:lnTo>
                  <a:lnTo>
                    <a:pt x="1142971" y="802333"/>
                  </a:lnTo>
                  <a:lnTo>
                    <a:pt x="1143255" y="801947"/>
                  </a:lnTo>
                  <a:lnTo>
                    <a:pt x="1143539" y="801657"/>
                  </a:lnTo>
                  <a:lnTo>
                    <a:pt x="1144011" y="801077"/>
                  </a:lnTo>
                  <a:lnTo>
                    <a:pt x="1145051" y="800594"/>
                  </a:lnTo>
                  <a:lnTo>
                    <a:pt x="1145429" y="800304"/>
                  </a:lnTo>
                  <a:lnTo>
                    <a:pt x="1145713" y="800014"/>
                  </a:lnTo>
                  <a:lnTo>
                    <a:pt x="1145996" y="799530"/>
                  </a:lnTo>
                  <a:lnTo>
                    <a:pt x="1146091" y="799240"/>
                  </a:lnTo>
                  <a:lnTo>
                    <a:pt x="1146374" y="798757"/>
                  </a:lnTo>
                  <a:lnTo>
                    <a:pt x="1146658" y="798371"/>
                  </a:lnTo>
                  <a:lnTo>
                    <a:pt x="1146941" y="798081"/>
                  </a:lnTo>
                  <a:lnTo>
                    <a:pt x="1147225" y="797694"/>
                  </a:lnTo>
                  <a:lnTo>
                    <a:pt x="1147509" y="797404"/>
                  </a:lnTo>
                  <a:lnTo>
                    <a:pt x="1147792" y="797114"/>
                  </a:lnTo>
                  <a:lnTo>
                    <a:pt x="1148170" y="796824"/>
                  </a:lnTo>
                  <a:lnTo>
                    <a:pt x="1148548" y="796631"/>
                  </a:lnTo>
                  <a:lnTo>
                    <a:pt x="1148926" y="796341"/>
                  </a:lnTo>
                  <a:lnTo>
                    <a:pt x="1150061" y="795471"/>
                  </a:lnTo>
                  <a:lnTo>
                    <a:pt x="1150817" y="794698"/>
                  </a:lnTo>
                  <a:lnTo>
                    <a:pt x="1152424" y="793345"/>
                  </a:lnTo>
                  <a:lnTo>
                    <a:pt x="1153558" y="792958"/>
                  </a:lnTo>
                  <a:lnTo>
                    <a:pt x="1154787" y="792861"/>
                  </a:lnTo>
                  <a:lnTo>
                    <a:pt x="1156016" y="793828"/>
                  </a:lnTo>
                  <a:lnTo>
                    <a:pt x="1157528" y="794601"/>
                  </a:lnTo>
                  <a:lnTo>
                    <a:pt x="1159608" y="794891"/>
                  </a:lnTo>
                  <a:lnTo>
                    <a:pt x="1161782" y="794891"/>
                  </a:lnTo>
                  <a:lnTo>
                    <a:pt x="1164239" y="794311"/>
                  </a:lnTo>
                  <a:lnTo>
                    <a:pt x="1166035" y="794118"/>
                  </a:lnTo>
                  <a:lnTo>
                    <a:pt x="1167453" y="793634"/>
                  </a:lnTo>
                  <a:lnTo>
                    <a:pt x="1168965" y="791508"/>
                  </a:lnTo>
                  <a:lnTo>
                    <a:pt x="1169911" y="789768"/>
                  </a:lnTo>
                  <a:lnTo>
                    <a:pt x="1171801" y="788415"/>
                  </a:lnTo>
                  <a:lnTo>
                    <a:pt x="1173313" y="787255"/>
                  </a:lnTo>
                  <a:lnTo>
                    <a:pt x="1176527" y="785129"/>
                  </a:lnTo>
                  <a:lnTo>
                    <a:pt x="1179363" y="783679"/>
                  </a:lnTo>
                  <a:lnTo>
                    <a:pt x="1181159" y="782906"/>
                  </a:lnTo>
                  <a:lnTo>
                    <a:pt x="1182955" y="782229"/>
                  </a:lnTo>
                  <a:lnTo>
                    <a:pt x="1184940" y="781649"/>
                  </a:lnTo>
                  <a:lnTo>
                    <a:pt x="1187019" y="781843"/>
                  </a:lnTo>
                  <a:lnTo>
                    <a:pt x="1188153" y="781843"/>
                  </a:lnTo>
                  <a:lnTo>
                    <a:pt x="1189949" y="781649"/>
                  </a:lnTo>
                  <a:lnTo>
                    <a:pt x="1190895" y="781263"/>
                  </a:lnTo>
                  <a:lnTo>
                    <a:pt x="1191651" y="780876"/>
                  </a:lnTo>
                  <a:lnTo>
                    <a:pt x="1193163" y="779813"/>
                  </a:lnTo>
                  <a:lnTo>
                    <a:pt x="1194108" y="779813"/>
                  </a:lnTo>
                  <a:lnTo>
                    <a:pt x="1195999" y="779716"/>
                  </a:lnTo>
                  <a:lnTo>
                    <a:pt x="1197039" y="779523"/>
                  </a:lnTo>
                  <a:lnTo>
                    <a:pt x="1199118" y="778750"/>
                  </a:lnTo>
                  <a:lnTo>
                    <a:pt x="1200252" y="778363"/>
                  </a:lnTo>
                  <a:lnTo>
                    <a:pt x="1202048" y="777396"/>
                  </a:lnTo>
                  <a:lnTo>
                    <a:pt x="1204033" y="776237"/>
                  </a:lnTo>
                  <a:lnTo>
                    <a:pt x="1204979" y="775560"/>
                  </a:lnTo>
                  <a:lnTo>
                    <a:pt x="1205640" y="774690"/>
                  </a:lnTo>
                  <a:lnTo>
                    <a:pt x="1206869" y="773627"/>
                  </a:lnTo>
                  <a:lnTo>
                    <a:pt x="1207247" y="772274"/>
                  </a:lnTo>
                  <a:lnTo>
                    <a:pt x="1207625" y="771211"/>
                  </a:lnTo>
                  <a:lnTo>
                    <a:pt x="1208098" y="770534"/>
                  </a:lnTo>
                  <a:lnTo>
                    <a:pt x="1209610" y="769567"/>
                  </a:lnTo>
                  <a:lnTo>
                    <a:pt x="1211784" y="768987"/>
                  </a:lnTo>
                  <a:lnTo>
                    <a:pt x="1213108" y="769181"/>
                  </a:lnTo>
                  <a:lnTo>
                    <a:pt x="1214431" y="769374"/>
                  </a:lnTo>
                  <a:lnTo>
                    <a:pt x="1216321" y="769084"/>
                  </a:lnTo>
                  <a:lnTo>
                    <a:pt x="1217645" y="768697"/>
                  </a:lnTo>
                  <a:lnTo>
                    <a:pt x="1219630" y="767924"/>
                  </a:lnTo>
                  <a:lnTo>
                    <a:pt x="1221615" y="766958"/>
                  </a:lnTo>
                  <a:lnTo>
                    <a:pt x="1222465" y="767054"/>
                  </a:lnTo>
                  <a:lnTo>
                    <a:pt x="1223789" y="767054"/>
                  </a:lnTo>
                  <a:lnTo>
                    <a:pt x="1225868" y="767151"/>
                  </a:lnTo>
                  <a:lnTo>
                    <a:pt x="1227097" y="766958"/>
                  </a:lnTo>
                  <a:lnTo>
                    <a:pt x="1228798" y="766861"/>
                  </a:lnTo>
                  <a:lnTo>
                    <a:pt x="1230027" y="766184"/>
                  </a:lnTo>
                  <a:lnTo>
                    <a:pt x="1230594" y="765991"/>
                  </a:lnTo>
                  <a:lnTo>
                    <a:pt x="1231350" y="765991"/>
                  </a:lnTo>
                  <a:lnTo>
                    <a:pt x="1231918" y="765991"/>
                  </a:lnTo>
                  <a:lnTo>
                    <a:pt x="1232957" y="765991"/>
                  </a:lnTo>
                  <a:lnTo>
                    <a:pt x="1234942" y="765894"/>
                  </a:lnTo>
                  <a:lnTo>
                    <a:pt x="1236077" y="765218"/>
                  </a:lnTo>
                  <a:lnTo>
                    <a:pt x="1237211" y="764831"/>
                  </a:lnTo>
                  <a:lnTo>
                    <a:pt x="1238062" y="763575"/>
                  </a:lnTo>
                  <a:lnTo>
                    <a:pt x="1239385" y="762125"/>
                  </a:lnTo>
                  <a:lnTo>
                    <a:pt x="1241086" y="761158"/>
                  </a:lnTo>
                  <a:lnTo>
                    <a:pt x="1243544" y="760095"/>
                  </a:lnTo>
                  <a:lnTo>
                    <a:pt x="1247041" y="759419"/>
                  </a:lnTo>
                  <a:lnTo>
                    <a:pt x="1249310" y="759225"/>
                  </a:lnTo>
                  <a:lnTo>
                    <a:pt x="1252335" y="759225"/>
                  </a:lnTo>
                  <a:lnTo>
                    <a:pt x="1257628" y="759515"/>
                  </a:lnTo>
                  <a:lnTo>
                    <a:pt x="1261409" y="759032"/>
                  </a:lnTo>
                  <a:lnTo>
                    <a:pt x="1263205" y="759129"/>
                  </a:lnTo>
                  <a:lnTo>
                    <a:pt x="1265001" y="759032"/>
                  </a:lnTo>
                  <a:lnTo>
                    <a:pt x="1266040" y="758645"/>
                  </a:lnTo>
                  <a:lnTo>
                    <a:pt x="1266797" y="758065"/>
                  </a:lnTo>
                  <a:lnTo>
                    <a:pt x="1267931" y="756906"/>
                  </a:lnTo>
                  <a:lnTo>
                    <a:pt x="1269916" y="755649"/>
                  </a:lnTo>
                  <a:lnTo>
                    <a:pt x="1271995" y="754972"/>
                  </a:lnTo>
                  <a:lnTo>
                    <a:pt x="1274926" y="754876"/>
                  </a:lnTo>
                  <a:lnTo>
                    <a:pt x="1278517" y="754489"/>
                  </a:lnTo>
                  <a:lnTo>
                    <a:pt x="1280502" y="753619"/>
                  </a:lnTo>
                  <a:lnTo>
                    <a:pt x="1282204" y="752749"/>
                  </a:lnTo>
                  <a:lnTo>
                    <a:pt x="1284189" y="751203"/>
                  </a:lnTo>
                  <a:lnTo>
                    <a:pt x="1284756" y="749946"/>
                  </a:lnTo>
                  <a:lnTo>
                    <a:pt x="1286646" y="748690"/>
                  </a:lnTo>
                  <a:lnTo>
                    <a:pt x="1290616" y="746370"/>
                  </a:lnTo>
                  <a:lnTo>
                    <a:pt x="1292223" y="745307"/>
                  </a:lnTo>
                  <a:lnTo>
                    <a:pt x="1294964" y="743760"/>
                  </a:lnTo>
                  <a:lnTo>
                    <a:pt x="1297517" y="742504"/>
                  </a:lnTo>
                  <a:lnTo>
                    <a:pt x="1299029" y="741731"/>
                  </a:lnTo>
                  <a:lnTo>
                    <a:pt x="1301865" y="741827"/>
                  </a:lnTo>
                  <a:lnTo>
                    <a:pt x="1305551" y="742021"/>
                  </a:lnTo>
                  <a:lnTo>
                    <a:pt x="1307914" y="742214"/>
                  </a:lnTo>
                  <a:lnTo>
                    <a:pt x="1310277" y="742021"/>
                  </a:lnTo>
                  <a:lnTo>
                    <a:pt x="1312168" y="741344"/>
                  </a:lnTo>
                  <a:lnTo>
                    <a:pt x="1313585" y="740957"/>
                  </a:lnTo>
                  <a:lnTo>
                    <a:pt x="1315381" y="740957"/>
                  </a:lnTo>
                  <a:lnTo>
                    <a:pt x="1316610" y="740378"/>
                  </a:lnTo>
                  <a:lnTo>
                    <a:pt x="1317744" y="739894"/>
                  </a:lnTo>
                  <a:lnTo>
                    <a:pt x="1319257" y="739411"/>
                  </a:lnTo>
                  <a:lnTo>
                    <a:pt x="1320108" y="738638"/>
                  </a:lnTo>
                  <a:lnTo>
                    <a:pt x="1321053" y="738058"/>
                  </a:lnTo>
                  <a:lnTo>
                    <a:pt x="1322282" y="737575"/>
                  </a:lnTo>
                  <a:lnTo>
                    <a:pt x="1323510" y="737381"/>
                  </a:lnTo>
                  <a:lnTo>
                    <a:pt x="1325212" y="736801"/>
                  </a:lnTo>
                  <a:lnTo>
                    <a:pt x="1326157" y="735448"/>
                  </a:lnTo>
                  <a:lnTo>
                    <a:pt x="1327008" y="734482"/>
                  </a:lnTo>
                  <a:lnTo>
                    <a:pt x="1327953" y="733998"/>
                  </a:lnTo>
                  <a:lnTo>
                    <a:pt x="1329182" y="733418"/>
                  </a:lnTo>
                  <a:lnTo>
                    <a:pt x="1332963" y="732452"/>
                  </a:lnTo>
                  <a:lnTo>
                    <a:pt x="1334853" y="731485"/>
                  </a:lnTo>
                  <a:lnTo>
                    <a:pt x="1337027" y="730712"/>
                  </a:lnTo>
                  <a:lnTo>
                    <a:pt x="1338351" y="730229"/>
                  </a:lnTo>
                  <a:lnTo>
                    <a:pt x="1339768" y="729745"/>
                  </a:lnTo>
                  <a:lnTo>
                    <a:pt x="1341186" y="729745"/>
                  </a:lnTo>
                  <a:lnTo>
                    <a:pt x="1342888" y="729745"/>
                  </a:lnTo>
                  <a:lnTo>
                    <a:pt x="1344873" y="729842"/>
                  </a:lnTo>
                  <a:lnTo>
                    <a:pt x="1346196" y="729745"/>
                  </a:lnTo>
                  <a:lnTo>
                    <a:pt x="1347236" y="729649"/>
                  </a:lnTo>
                  <a:lnTo>
                    <a:pt x="1348464" y="729166"/>
                  </a:lnTo>
                  <a:lnTo>
                    <a:pt x="1349599" y="728779"/>
                  </a:lnTo>
                  <a:lnTo>
                    <a:pt x="1351584" y="728586"/>
                  </a:lnTo>
                  <a:lnTo>
                    <a:pt x="1353285" y="728876"/>
                  </a:lnTo>
                  <a:lnTo>
                    <a:pt x="1355365" y="729166"/>
                  </a:lnTo>
                  <a:lnTo>
                    <a:pt x="1357917" y="729359"/>
                  </a:lnTo>
                  <a:lnTo>
                    <a:pt x="1359051" y="729649"/>
                  </a:lnTo>
                  <a:lnTo>
                    <a:pt x="1361036" y="729939"/>
                  </a:lnTo>
                  <a:lnTo>
                    <a:pt x="1362737" y="730712"/>
                  </a:lnTo>
                  <a:lnTo>
                    <a:pt x="1364155" y="731582"/>
                  </a:lnTo>
                  <a:lnTo>
                    <a:pt x="1365668" y="732838"/>
                  </a:lnTo>
                  <a:lnTo>
                    <a:pt x="1366613" y="733612"/>
                  </a:lnTo>
                  <a:lnTo>
                    <a:pt x="1367464" y="734772"/>
                  </a:lnTo>
                  <a:lnTo>
                    <a:pt x="1368031" y="735545"/>
                  </a:lnTo>
                  <a:lnTo>
                    <a:pt x="1369354" y="736415"/>
                  </a:lnTo>
                  <a:lnTo>
                    <a:pt x="1370110" y="736898"/>
                  </a:lnTo>
                  <a:lnTo>
                    <a:pt x="1370961" y="737865"/>
                  </a:lnTo>
                  <a:lnTo>
                    <a:pt x="1372946" y="738541"/>
                  </a:lnTo>
                  <a:lnTo>
                    <a:pt x="1374458" y="738154"/>
                  </a:lnTo>
                  <a:lnTo>
                    <a:pt x="1375876" y="737381"/>
                  </a:lnTo>
                  <a:lnTo>
                    <a:pt x="1377010" y="736801"/>
                  </a:lnTo>
                  <a:lnTo>
                    <a:pt x="1378334" y="736318"/>
                  </a:lnTo>
                  <a:lnTo>
                    <a:pt x="1380035" y="736415"/>
                  </a:lnTo>
                  <a:lnTo>
                    <a:pt x="1380980" y="736995"/>
                  </a:lnTo>
                  <a:lnTo>
                    <a:pt x="1382020" y="737768"/>
                  </a:lnTo>
                  <a:lnTo>
                    <a:pt x="1383154" y="738638"/>
                  </a:lnTo>
                  <a:lnTo>
                    <a:pt x="1383816" y="739218"/>
                  </a:lnTo>
                  <a:lnTo>
                    <a:pt x="1385990" y="740571"/>
                  </a:lnTo>
                  <a:lnTo>
                    <a:pt x="1387219" y="741054"/>
                  </a:lnTo>
                  <a:lnTo>
                    <a:pt x="1388070" y="741151"/>
                  </a:lnTo>
                  <a:lnTo>
                    <a:pt x="1389298" y="739991"/>
                  </a:lnTo>
                  <a:lnTo>
                    <a:pt x="1389960" y="738928"/>
                  </a:lnTo>
                  <a:lnTo>
                    <a:pt x="1391000" y="737478"/>
                  </a:lnTo>
                  <a:lnTo>
                    <a:pt x="1391945" y="736221"/>
                  </a:lnTo>
                  <a:lnTo>
                    <a:pt x="1393174" y="734675"/>
                  </a:lnTo>
                  <a:lnTo>
                    <a:pt x="1394403" y="733708"/>
                  </a:lnTo>
                  <a:lnTo>
                    <a:pt x="1396104" y="733128"/>
                  </a:lnTo>
                  <a:lnTo>
                    <a:pt x="1396671" y="733032"/>
                  </a:lnTo>
                  <a:lnTo>
                    <a:pt x="1397995" y="732935"/>
                  </a:lnTo>
                  <a:lnTo>
                    <a:pt x="1398845" y="733225"/>
                  </a:lnTo>
                  <a:lnTo>
                    <a:pt x="1399412" y="733418"/>
                  </a:lnTo>
                  <a:lnTo>
                    <a:pt x="1401681" y="734482"/>
                  </a:lnTo>
                  <a:lnTo>
                    <a:pt x="1403477" y="735351"/>
                  </a:lnTo>
                  <a:lnTo>
                    <a:pt x="1405462" y="736898"/>
                  </a:lnTo>
                  <a:lnTo>
                    <a:pt x="1407258" y="738058"/>
                  </a:lnTo>
                  <a:lnTo>
                    <a:pt x="1409054" y="738928"/>
                  </a:lnTo>
                  <a:lnTo>
                    <a:pt x="1410755" y="739121"/>
                  </a:lnTo>
                  <a:lnTo>
                    <a:pt x="1412646" y="739314"/>
                  </a:lnTo>
                  <a:lnTo>
                    <a:pt x="1414631" y="739314"/>
                  </a:lnTo>
                  <a:lnTo>
                    <a:pt x="1415765" y="739314"/>
                  </a:lnTo>
                  <a:lnTo>
                    <a:pt x="1417183" y="739991"/>
                  </a:lnTo>
                  <a:lnTo>
                    <a:pt x="1418128" y="740571"/>
                  </a:lnTo>
                  <a:lnTo>
                    <a:pt x="1419451" y="741151"/>
                  </a:lnTo>
                  <a:lnTo>
                    <a:pt x="1421247" y="741924"/>
                  </a:lnTo>
                  <a:lnTo>
                    <a:pt x="1423988" y="742504"/>
                  </a:lnTo>
                  <a:lnTo>
                    <a:pt x="1425973" y="742987"/>
                  </a:lnTo>
                  <a:lnTo>
                    <a:pt x="1428147" y="743277"/>
                  </a:lnTo>
                  <a:lnTo>
                    <a:pt x="1429943" y="743954"/>
                  </a:lnTo>
                  <a:lnTo>
                    <a:pt x="1433157" y="743954"/>
                  </a:lnTo>
                  <a:lnTo>
                    <a:pt x="1435898" y="742504"/>
                  </a:lnTo>
                  <a:lnTo>
                    <a:pt x="1437127" y="741634"/>
                  </a:lnTo>
                  <a:lnTo>
                    <a:pt x="1438356" y="741151"/>
                  </a:lnTo>
                  <a:lnTo>
                    <a:pt x="1439868" y="741054"/>
                  </a:lnTo>
                  <a:lnTo>
                    <a:pt x="1441759" y="741247"/>
                  </a:lnTo>
                  <a:lnTo>
                    <a:pt x="1442987" y="741247"/>
                  </a:lnTo>
                  <a:lnTo>
                    <a:pt x="1444972" y="741247"/>
                  </a:lnTo>
                  <a:lnTo>
                    <a:pt x="1447903" y="741054"/>
                  </a:lnTo>
                  <a:lnTo>
                    <a:pt x="1449793" y="740764"/>
                  </a:lnTo>
                  <a:lnTo>
                    <a:pt x="1451495" y="740281"/>
                  </a:lnTo>
                  <a:lnTo>
                    <a:pt x="1452534" y="739508"/>
                  </a:lnTo>
                  <a:lnTo>
                    <a:pt x="1453952" y="738734"/>
                  </a:lnTo>
                  <a:lnTo>
                    <a:pt x="1455748" y="738444"/>
                  </a:lnTo>
                  <a:lnTo>
                    <a:pt x="1455937" y="738444"/>
                  </a:lnTo>
                  <a:lnTo>
                    <a:pt x="1456977" y="739218"/>
                  </a:lnTo>
                  <a:lnTo>
                    <a:pt x="1457922" y="740474"/>
                  </a:lnTo>
                  <a:lnTo>
                    <a:pt x="1458489" y="741537"/>
                  </a:lnTo>
                  <a:lnTo>
                    <a:pt x="1460002" y="742504"/>
                  </a:lnTo>
                  <a:lnTo>
                    <a:pt x="1460663" y="742601"/>
                  </a:lnTo>
                  <a:lnTo>
                    <a:pt x="1462081" y="742214"/>
                  </a:lnTo>
                  <a:lnTo>
                    <a:pt x="1463215" y="742214"/>
                  </a:lnTo>
                  <a:lnTo>
                    <a:pt x="1464350" y="742891"/>
                  </a:lnTo>
                  <a:lnTo>
                    <a:pt x="1465768" y="743277"/>
                  </a:lnTo>
                  <a:lnTo>
                    <a:pt x="1466996" y="743567"/>
                  </a:lnTo>
                  <a:lnTo>
                    <a:pt x="1469057" y="743263"/>
                  </a:lnTo>
                  <a:lnTo>
                    <a:pt x="1469057" y="1210988"/>
                  </a:lnTo>
                  <a:lnTo>
                    <a:pt x="1457639" y="1214277"/>
                  </a:lnTo>
                  <a:lnTo>
                    <a:pt x="1455464" y="1213698"/>
                  </a:lnTo>
                  <a:lnTo>
                    <a:pt x="1445823" y="1211281"/>
                  </a:lnTo>
                  <a:lnTo>
                    <a:pt x="1430321" y="1207898"/>
                  </a:lnTo>
                  <a:lnTo>
                    <a:pt x="1426162" y="1206932"/>
                  </a:lnTo>
                  <a:lnTo>
                    <a:pt x="1392512" y="1211185"/>
                  </a:lnTo>
                  <a:lnTo>
                    <a:pt x="1392134" y="1211281"/>
                  </a:lnTo>
                  <a:lnTo>
                    <a:pt x="1366896" y="1218144"/>
                  </a:lnTo>
                  <a:lnTo>
                    <a:pt x="1354325" y="1225393"/>
                  </a:lnTo>
                  <a:lnTo>
                    <a:pt x="1346290" y="1242211"/>
                  </a:lnTo>
                  <a:lnTo>
                    <a:pt x="1337878" y="1254679"/>
                  </a:lnTo>
                  <a:lnTo>
                    <a:pt x="1324078" y="1262798"/>
                  </a:lnTo>
                  <a:lnTo>
                    <a:pt x="1314909" y="1266955"/>
                  </a:lnTo>
                  <a:lnTo>
                    <a:pt x="1309805" y="1269274"/>
                  </a:lnTo>
                  <a:lnTo>
                    <a:pt x="1290427" y="1278263"/>
                  </a:lnTo>
                  <a:lnTo>
                    <a:pt x="1272373" y="1300590"/>
                  </a:lnTo>
                  <a:lnTo>
                    <a:pt x="1254320" y="1317312"/>
                  </a:lnTo>
                  <a:lnTo>
                    <a:pt x="1239669" y="1332777"/>
                  </a:lnTo>
                  <a:lnTo>
                    <a:pt x="1217739" y="1346985"/>
                  </a:lnTo>
                  <a:lnTo>
                    <a:pt x="1189382" y="1365543"/>
                  </a:lnTo>
                  <a:lnTo>
                    <a:pt x="1181159" y="1375595"/>
                  </a:lnTo>
                  <a:lnTo>
                    <a:pt x="1166791" y="1387097"/>
                  </a:lnTo>
                  <a:lnTo>
                    <a:pt x="1166224" y="1387483"/>
                  </a:lnTo>
                  <a:lnTo>
                    <a:pt x="1148926" y="1389030"/>
                  </a:lnTo>
                  <a:lnTo>
                    <a:pt x="1134181" y="1383037"/>
                  </a:lnTo>
                  <a:lnTo>
                    <a:pt x="1130211" y="1378688"/>
                  </a:lnTo>
                  <a:lnTo>
                    <a:pt x="1126430" y="1374532"/>
                  </a:lnTo>
                  <a:lnTo>
                    <a:pt x="1121987" y="1369699"/>
                  </a:lnTo>
                  <a:lnTo>
                    <a:pt x="1110267" y="1355974"/>
                  </a:lnTo>
                  <a:lnTo>
                    <a:pt x="1095143" y="1348725"/>
                  </a:lnTo>
                  <a:lnTo>
                    <a:pt x="1067826" y="1346598"/>
                  </a:lnTo>
                  <a:lnTo>
                    <a:pt x="1033797" y="1341379"/>
                  </a:lnTo>
                  <a:lnTo>
                    <a:pt x="1016594" y="1342056"/>
                  </a:lnTo>
                  <a:lnTo>
                    <a:pt x="1015460" y="1343022"/>
                  </a:lnTo>
                  <a:lnTo>
                    <a:pt x="1015271" y="1343119"/>
                  </a:lnTo>
                  <a:lnTo>
                    <a:pt x="1014798" y="1342925"/>
                  </a:lnTo>
                  <a:lnTo>
                    <a:pt x="1013191" y="1342732"/>
                  </a:lnTo>
                  <a:lnTo>
                    <a:pt x="1011868" y="1342539"/>
                  </a:lnTo>
                  <a:lnTo>
                    <a:pt x="1010828" y="1342635"/>
                  </a:lnTo>
                  <a:lnTo>
                    <a:pt x="1009694" y="1342829"/>
                  </a:lnTo>
                  <a:lnTo>
                    <a:pt x="1008654" y="1342925"/>
                  </a:lnTo>
                  <a:lnTo>
                    <a:pt x="1007898" y="1342635"/>
                  </a:lnTo>
                  <a:lnTo>
                    <a:pt x="1006764" y="1342056"/>
                  </a:lnTo>
                  <a:lnTo>
                    <a:pt x="1006102" y="1341282"/>
                  </a:lnTo>
                  <a:lnTo>
                    <a:pt x="1005251" y="1340799"/>
                  </a:lnTo>
                  <a:lnTo>
                    <a:pt x="1003834" y="1340412"/>
                  </a:lnTo>
                  <a:lnTo>
                    <a:pt x="1002227" y="1340412"/>
                  </a:lnTo>
                  <a:lnTo>
                    <a:pt x="1000242" y="1340509"/>
                  </a:lnTo>
                  <a:lnTo>
                    <a:pt x="999013" y="1340316"/>
                  </a:lnTo>
                  <a:lnTo>
                    <a:pt x="997690" y="1340122"/>
                  </a:lnTo>
                  <a:lnTo>
                    <a:pt x="995894" y="1340026"/>
                  </a:lnTo>
                  <a:lnTo>
                    <a:pt x="993247" y="1340026"/>
                  </a:lnTo>
                  <a:lnTo>
                    <a:pt x="989939" y="1340026"/>
                  </a:lnTo>
                  <a:lnTo>
                    <a:pt x="988521" y="1340122"/>
                  </a:lnTo>
                  <a:lnTo>
                    <a:pt x="987481" y="1339929"/>
                  </a:lnTo>
                  <a:lnTo>
                    <a:pt x="985969" y="1339446"/>
                  </a:lnTo>
                  <a:lnTo>
                    <a:pt x="985118" y="1339349"/>
                  </a:lnTo>
                  <a:lnTo>
                    <a:pt x="983511" y="1339253"/>
                  </a:lnTo>
                  <a:lnTo>
                    <a:pt x="982377" y="1339253"/>
                  </a:lnTo>
                  <a:lnTo>
                    <a:pt x="981621" y="1339349"/>
                  </a:lnTo>
                  <a:lnTo>
                    <a:pt x="981148" y="1339349"/>
                  </a:lnTo>
                  <a:lnTo>
                    <a:pt x="980297" y="1339542"/>
                  </a:lnTo>
                  <a:lnTo>
                    <a:pt x="979163" y="1340316"/>
                  </a:lnTo>
                  <a:lnTo>
                    <a:pt x="977934" y="1340992"/>
                  </a:lnTo>
                  <a:lnTo>
                    <a:pt x="976706" y="1341766"/>
                  </a:lnTo>
                  <a:lnTo>
                    <a:pt x="974626" y="1343022"/>
                  </a:lnTo>
                  <a:lnTo>
                    <a:pt x="973303" y="1344085"/>
                  </a:lnTo>
                  <a:lnTo>
                    <a:pt x="972357" y="1344955"/>
                  </a:lnTo>
                  <a:lnTo>
                    <a:pt x="971790" y="1345632"/>
                  </a:lnTo>
                  <a:lnTo>
                    <a:pt x="971034" y="1346115"/>
                  </a:lnTo>
                  <a:lnTo>
                    <a:pt x="969049" y="1346598"/>
                  </a:lnTo>
                  <a:lnTo>
                    <a:pt x="966875" y="1347178"/>
                  </a:lnTo>
                  <a:lnTo>
                    <a:pt x="964323" y="1347372"/>
                  </a:lnTo>
                  <a:lnTo>
                    <a:pt x="960542" y="1347468"/>
                  </a:lnTo>
                  <a:lnTo>
                    <a:pt x="956950" y="1347372"/>
                  </a:lnTo>
                  <a:lnTo>
                    <a:pt x="952980" y="1347275"/>
                  </a:lnTo>
                  <a:lnTo>
                    <a:pt x="947214" y="1346888"/>
                  </a:lnTo>
                  <a:lnTo>
                    <a:pt x="941921" y="1346695"/>
                  </a:lnTo>
                  <a:lnTo>
                    <a:pt x="939085" y="1346502"/>
                  </a:lnTo>
                  <a:lnTo>
                    <a:pt x="936628" y="1346405"/>
                  </a:lnTo>
                  <a:lnTo>
                    <a:pt x="933792" y="1346212"/>
                  </a:lnTo>
                  <a:lnTo>
                    <a:pt x="931996" y="1346115"/>
                  </a:lnTo>
                  <a:lnTo>
                    <a:pt x="930862" y="1346212"/>
                  </a:lnTo>
                  <a:lnTo>
                    <a:pt x="929728" y="1346502"/>
                  </a:lnTo>
                  <a:lnTo>
                    <a:pt x="928026" y="1347178"/>
                  </a:lnTo>
                  <a:lnTo>
                    <a:pt x="926230" y="1348145"/>
                  </a:lnTo>
                  <a:lnTo>
                    <a:pt x="924623" y="1348628"/>
                  </a:lnTo>
                  <a:lnTo>
                    <a:pt x="922827" y="1349401"/>
                  </a:lnTo>
                  <a:lnTo>
                    <a:pt x="921315" y="1350175"/>
                  </a:lnTo>
                  <a:lnTo>
                    <a:pt x="920181" y="1351141"/>
                  </a:lnTo>
                  <a:lnTo>
                    <a:pt x="918290" y="1353171"/>
                  </a:lnTo>
                  <a:lnTo>
                    <a:pt x="916022" y="1355297"/>
                  </a:lnTo>
                  <a:lnTo>
                    <a:pt x="913564" y="1357230"/>
                  </a:lnTo>
                  <a:lnTo>
                    <a:pt x="911012" y="1359453"/>
                  </a:lnTo>
                  <a:lnTo>
                    <a:pt x="909689" y="1360903"/>
                  </a:lnTo>
                  <a:lnTo>
                    <a:pt x="908649" y="1362353"/>
                  </a:lnTo>
                  <a:lnTo>
                    <a:pt x="907704" y="1364286"/>
                  </a:lnTo>
                  <a:lnTo>
                    <a:pt x="904112" y="1371245"/>
                  </a:lnTo>
                  <a:lnTo>
                    <a:pt x="898630" y="1380911"/>
                  </a:lnTo>
                  <a:lnTo>
                    <a:pt x="896550" y="1384487"/>
                  </a:lnTo>
                  <a:lnTo>
                    <a:pt x="895983" y="1385744"/>
                  </a:lnTo>
                  <a:lnTo>
                    <a:pt x="895605" y="1387000"/>
                  </a:lnTo>
                  <a:lnTo>
                    <a:pt x="895321" y="1388353"/>
                  </a:lnTo>
                  <a:lnTo>
                    <a:pt x="894754" y="1392220"/>
                  </a:lnTo>
                  <a:lnTo>
                    <a:pt x="894092" y="1396859"/>
                  </a:lnTo>
                  <a:lnTo>
                    <a:pt x="893336" y="1400435"/>
                  </a:lnTo>
                  <a:lnTo>
                    <a:pt x="892486" y="1404011"/>
                  </a:lnTo>
                  <a:lnTo>
                    <a:pt x="891068" y="1407104"/>
                  </a:lnTo>
                  <a:lnTo>
                    <a:pt x="889272" y="1410101"/>
                  </a:lnTo>
                  <a:lnTo>
                    <a:pt x="886058" y="1413774"/>
                  </a:lnTo>
                  <a:lnTo>
                    <a:pt x="882466" y="1417640"/>
                  </a:lnTo>
                  <a:lnTo>
                    <a:pt x="875377" y="1423826"/>
                  </a:lnTo>
                  <a:lnTo>
                    <a:pt x="871218" y="1427692"/>
                  </a:lnTo>
                  <a:lnTo>
                    <a:pt x="868382" y="1430495"/>
                  </a:lnTo>
                  <a:lnTo>
                    <a:pt x="864979" y="1434168"/>
                  </a:lnTo>
                  <a:lnTo>
                    <a:pt x="860820" y="1439484"/>
                  </a:lnTo>
                  <a:lnTo>
                    <a:pt x="844562" y="1457945"/>
                  </a:lnTo>
                  <a:lnTo>
                    <a:pt x="841065" y="1461618"/>
                  </a:lnTo>
                  <a:lnTo>
                    <a:pt x="839836" y="1463358"/>
                  </a:lnTo>
                  <a:lnTo>
                    <a:pt x="838702" y="1465194"/>
                  </a:lnTo>
                  <a:lnTo>
                    <a:pt x="837379" y="1466934"/>
                  </a:lnTo>
                  <a:lnTo>
                    <a:pt x="835583" y="1469157"/>
                  </a:lnTo>
                  <a:lnTo>
                    <a:pt x="833692" y="1470897"/>
                  </a:lnTo>
                  <a:lnTo>
                    <a:pt x="830384" y="1473796"/>
                  </a:lnTo>
                  <a:lnTo>
                    <a:pt x="828399" y="1475343"/>
                  </a:lnTo>
                  <a:lnTo>
                    <a:pt x="827548" y="1476116"/>
                  </a:lnTo>
                  <a:lnTo>
                    <a:pt x="826509" y="1476986"/>
                  </a:lnTo>
                  <a:lnTo>
                    <a:pt x="825469" y="1477759"/>
                  </a:lnTo>
                  <a:lnTo>
                    <a:pt x="824524" y="1478436"/>
                  </a:lnTo>
                  <a:lnTo>
                    <a:pt x="823673" y="1479016"/>
                  </a:lnTo>
                  <a:lnTo>
                    <a:pt x="822728" y="1479789"/>
                  </a:lnTo>
                  <a:lnTo>
                    <a:pt x="821688" y="1480659"/>
                  </a:lnTo>
                  <a:lnTo>
                    <a:pt x="820743" y="1481432"/>
                  </a:lnTo>
                  <a:lnTo>
                    <a:pt x="819608" y="1482399"/>
                  </a:lnTo>
                  <a:lnTo>
                    <a:pt x="818663" y="1483269"/>
                  </a:lnTo>
                  <a:lnTo>
                    <a:pt x="817623" y="1484235"/>
                  </a:lnTo>
                  <a:lnTo>
                    <a:pt x="816584" y="1485202"/>
                  </a:lnTo>
                  <a:lnTo>
                    <a:pt x="815638" y="1486072"/>
                  </a:lnTo>
                  <a:lnTo>
                    <a:pt x="814599" y="1486942"/>
                  </a:lnTo>
                  <a:lnTo>
                    <a:pt x="813464" y="1487715"/>
                  </a:lnTo>
                  <a:lnTo>
                    <a:pt x="812425" y="1488488"/>
                  </a:lnTo>
                  <a:lnTo>
                    <a:pt x="811574" y="1489358"/>
                  </a:lnTo>
                  <a:lnTo>
                    <a:pt x="810629" y="1490228"/>
                  </a:lnTo>
                  <a:lnTo>
                    <a:pt x="809778" y="1491098"/>
                  </a:lnTo>
                  <a:lnTo>
                    <a:pt x="808833" y="1491871"/>
                  </a:lnTo>
                  <a:lnTo>
                    <a:pt x="807982" y="1492548"/>
                  </a:lnTo>
                  <a:lnTo>
                    <a:pt x="807037" y="1493031"/>
                  </a:lnTo>
                  <a:lnTo>
                    <a:pt x="806092" y="1493707"/>
                  </a:lnTo>
                  <a:lnTo>
                    <a:pt x="805146" y="1494287"/>
                  </a:lnTo>
                  <a:lnTo>
                    <a:pt x="804201" y="1494771"/>
                  </a:lnTo>
                  <a:lnTo>
                    <a:pt x="803161" y="1495351"/>
                  </a:lnTo>
                  <a:lnTo>
                    <a:pt x="802216" y="1496027"/>
                  </a:lnTo>
                  <a:lnTo>
                    <a:pt x="801460" y="1496897"/>
                  </a:lnTo>
                  <a:lnTo>
                    <a:pt x="800609" y="1497767"/>
                  </a:lnTo>
                  <a:lnTo>
                    <a:pt x="799759" y="1498540"/>
                  </a:lnTo>
                  <a:lnTo>
                    <a:pt x="798813" y="1499217"/>
                  </a:lnTo>
                  <a:lnTo>
                    <a:pt x="797963" y="1499893"/>
                  </a:lnTo>
                  <a:lnTo>
                    <a:pt x="797017" y="1500473"/>
                  </a:lnTo>
                  <a:lnTo>
                    <a:pt x="796072" y="1500860"/>
                  </a:lnTo>
                  <a:lnTo>
                    <a:pt x="795221" y="1501246"/>
                  </a:lnTo>
                  <a:lnTo>
                    <a:pt x="794276" y="1501730"/>
                  </a:lnTo>
                  <a:lnTo>
                    <a:pt x="793425" y="1502116"/>
                  </a:lnTo>
                  <a:lnTo>
                    <a:pt x="792575" y="1502503"/>
                  </a:lnTo>
                  <a:lnTo>
                    <a:pt x="791630" y="1502696"/>
                  </a:lnTo>
                  <a:lnTo>
                    <a:pt x="790590" y="1502696"/>
                  </a:lnTo>
                  <a:lnTo>
                    <a:pt x="789550" y="1502696"/>
                  </a:lnTo>
                  <a:lnTo>
                    <a:pt x="788605" y="1503083"/>
                  </a:lnTo>
                  <a:lnTo>
                    <a:pt x="787565" y="1503470"/>
                  </a:lnTo>
                  <a:lnTo>
                    <a:pt x="786809" y="1503566"/>
                  </a:lnTo>
                  <a:lnTo>
                    <a:pt x="785958" y="1503856"/>
                  </a:lnTo>
                  <a:lnTo>
                    <a:pt x="785013" y="1504146"/>
                  </a:lnTo>
                  <a:lnTo>
                    <a:pt x="783973" y="1504436"/>
                  </a:lnTo>
                  <a:lnTo>
                    <a:pt x="782933" y="1504919"/>
                  </a:lnTo>
                  <a:lnTo>
                    <a:pt x="781988" y="1505306"/>
                  </a:lnTo>
                  <a:lnTo>
                    <a:pt x="780948" y="1505789"/>
                  </a:lnTo>
                  <a:lnTo>
                    <a:pt x="779909" y="1506079"/>
                  </a:lnTo>
                  <a:lnTo>
                    <a:pt x="778963" y="1506466"/>
                  </a:lnTo>
                  <a:lnTo>
                    <a:pt x="777924" y="1506756"/>
                  </a:lnTo>
                  <a:lnTo>
                    <a:pt x="776695" y="1507142"/>
                  </a:lnTo>
                  <a:lnTo>
                    <a:pt x="775561" y="1507529"/>
                  </a:lnTo>
                  <a:lnTo>
                    <a:pt x="774426" y="1508012"/>
                  </a:lnTo>
                  <a:lnTo>
                    <a:pt x="773292" y="1508399"/>
                  </a:lnTo>
                  <a:lnTo>
                    <a:pt x="772063" y="1508786"/>
                  </a:lnTo>
                  <a:lnTo>
                    <a:pt x="771024" y="1509365"/>
                  </a:lnTo>
                  <a:lnTo>
                    <a:pt x="769889" y="1509655"/>
                  </a:lnTo>
                  <a:lnTo>
                    <a:pt x="768755" y="1510042"/>
                  </a:lnTo>
                  <a:lnTo>
                    <a:pt x="767526" y="1510235"/>
                  </a:lnTo>
                  <a:lnTo>
                    <a:pt x="766392" y="1510525"/>
                  </a:lnTo>
                  <a:lnTo>
                    <a:pt x="765447" y="1510815"/>
                  </a:lnTo>
                  <a:lnTo>
                    <a:pt x="764501" y="1510912"/>
                  </a:lnTo>
                  <a:lnTo>
                    <a:pt x="763556" y="1511105"/>
                  </a:lnTo>
                  <a:lnTo>
                    <a:pt x="762422" y="1511202"/>
                  </a:lnTo>
                  <a:lnTo>
                    <a:pt x="761288" y="1511299"/>
                  </a:lnTo>
                  <a:lnTo>
                    <a:pt x="760153" y="1511395"/>
                  </a:lnTo>
                  <a:lnTo>
                    <a:pt x="759019" y="1511395"/>
                  </a:lnTo>
                  <a:lnTo>
                    <a:pt x="757790" y="1511492"/>
                  </a:lnTo>
                  <a:lnTo>
                    <a:pt x="756562" y="1511492"/>
                  </a:lnTo>
                  <a:lnTo>
                    <a:pt x="755333" y="1511685"/>
                  </a:lnTo>
                  <a:lnTo>
                    <a:pt x="754009" y="1511879"/>
                  </a:lnTo>
                  <a:lnTo>
                    <a:pt x="752686" y="1511879"/>
                  </a:lnTo>
                  <a:lnTo>
                    <a:pt x="751457" y="1511975"/>
                  </a:lnTo>
                  <a:lnTo>
                    <a:pt x="750323" y="1512072"/>
                  </a:lnTo>
                  <a:lnTo>
                    <a:pt x="749094" y="1512168"/>
                  </a:lnTo>
                  <a:lnTo>
                    <a:pt x="747865" y="1512362"/>
                  </a:lnTo>
                  <a:lnTo>
                    <a:pt x="746731" y="1512458"/>
                  </a:lnTo>
                  <a:lnTo>
                    <a:pt x="745691" y="1512362"/>
                  </a:lnTo>
                  <a:lnTo>
                    <a:pt x="744652" y="1512458"/>
                  </a:lnTo>
                  <a:lnTo>
                    <a:pt x="743706" y="1512652"/>
                  </a:lnTo>
                  <a:lnTo>
                    <a:pt x="742667" y="1512748"/>
                  </a:lnTo>
                  <a:lnTo>
                    <a:pt x="741532" y="1512555"/>
                  </a:lnTo>
                  <a:lnTo>
                    <a:pt x="740493" y="1512362"/>
                  </a:lnTo>
                  <a:lnTo>
                    <a:pt x="739453" y="1512168"/>
                  </a:lnTo>
                  <a:lnTo>
                    <a:pt x="738319" y="1511975"/>
                  </a:lnTo>
                  <a:lnTo>
                    <a:pt x="737279" y="1511879"/>
                  </a:lnTo>
                  <a:lnTo>
                    <a:pt x="736239" y="1511782"/>
                  </a:lnTo>
                  <a:lnTo>
                    <a:pt x="735388" y="1511685"/>
                  </a:lnTo>
                  <a:lnTo>
                    <a:pt x="734254" y="1511492"/>
                  </a:lnTo>
                  <a:lnTo>
                    <a:pt x="733309" y="1511782"/>
                  </a:lnTo>
                  <a:lnTo>
                    <a:pt x="732175" y="1511879"/>
                  </a:lnTo>
                  <a:lnTo>
                    <a:pt x="731135" y="1511975"/>
                  </a:lnTo>
                  <a:lnTo>
                    <a:pt x="729528" y="1511879"/>
                  </a:lnTo>
                  <a:lnTo>
                    <a:pt x="728583" y="1511782"/>
                  </a:lnTo>
                  <a:lnTo>
                    <a:pt x="727732" y="1511782"/>
                  </a:lnTo>
                  <a:lnTo>
                    <a:pt x="726787" y="1511782"/>
                  </a:lnTo>
                  <a:lnTo>
                    <a:pt x="725842" y="1511685"/>
                  </a:lnTo>
                  <a:lnTo>
                    <a:pt x="724802" y="1511589"/>
                  </a:lnTo>
                  <a:lnTo>
                    <a:pt x="723762" y="1511589"/>
                  </a:lnTo>
                  <a:lnTo>
                    <a:pt x="722817" y="1511492"/>
                  </a:lnTo>
                  <a:lnTo>
                    <a:pt x="721683" y="1511395"/>
                  </a:lnTo>
                  <a:lnTo>
                    <a:pt x="720737" y="1511299"/>
                  </a:lnTo>
                  <a:lnTo>
                    <a:pt x="719792" y="1511202"/>
                  </a:lnTo>
                  <a:lnTo>
                    <a:pt x="718847" y="1511105"/>
                  </a:lnTo>
                  <a:lnTo>
                    <a:pt x="717996" y="1510815"/>
                  </a:lnTo>
                  <a:lnTo>
                    <a:pt x="717051" y="1510815"/>
                  </a:lnTo>
                  <a:lnTo>
                    <a:pt x="716106" y="1510815"/>
                  </a:lnTo>
                  <a:lnTo>
                    <a:pt x="715160" y="1510622"/>
                  </a:lnTo>
                  <a:lnTo>
                    <a:pt x="714121" y="1510622"/>
                  </a:lnTo>
                  <a:lnTo>
                    <a:pt x="713081" y="1510622"/>
                  </a:lnTo>
                  <a:lnTo>
                    <a:pt x="712041" y="1510622"/>
                  </a:lnTo>
                  <a:lnTo>
                    <a:pt x="711001" y="1510719"/>
                  </a:lnTo>
                  <a:lnTo>
                    <a:pt x="710056" y="1510719"/>
                  </a:lnTo>
                  <a:lnTo>
                    <a:pt x="709016" y="1510719"/>
                  </a:lnTo>
                  <a:lnTo>
                    <a:pt x="707977" y="1510815"/>
                  </a:lnTo>
                  <a:lnTo>
                    <a:pt x="706842" y="1511009"/>
                  </a:lnTo>
                  <a:lnTo>
                    <a:pt x="705614" y="1511299"/>
                  </a:lnTo>
                  <a:lnTo>
                    <a:pt x="704385" y="1511782"/>
                  </a:lnTo>
                  <a:lnTo>
                    <a:pt x="703534" y="1512072"/>
                  </a:lnTo>
                  <a:lnTo>
                    <a:pt x="702589" y="1512748"/>
                  </a:lnTo>
                  <a:lnTo>
                    <a:pt x="701644" y="1513425"/>
                  </a:lnTo>
                  <a:lnTo>
                    <a:pt x="700698" y="1514198"/>
                  </a:lnTo>
                  <a:lnTo>
                    <a:pt x="699753" y="1514778"/>
                  </a:lnTo>
                  <a:lnTo>
                    <a:pt x="698808" y="1515358"/>
                  </a:lnTo>
                  <a:lnTo>
                    <a:pt x="698052" y="1515841"/>
                  </a:lnTo>
                  <a:lnTo>
                    <a:pt x="697201" y="1516325"/>
                  </a:lnTo>
                  <a:lnTo>
                    <a:pt x="696445" y="1516905"/>
                  </a:lnTo>
                  <a:lnTo>
                    <a:pt x="695216" y="1517485"/>
                  </a:lnTo>
                  <a:lnTo>
                    <a:pt x="694176" y="1517968"/>
                  </a:lnTo>
                  <a:lnTo>
                    <a:pt x="693326" y="1518451"/>
                  </a:lnTo>
                  <a:lnTo>
                    <a:pt x="692380" y="1518934"/>
                  </a:lnTo>
                  <a:lnTo>
                    <a:pt x="691341" y="1519321"/>
                  </a:lnTo>
                  <a:lnTo>
                    <a:pt x="690017" y="1519611"/>
                  </a:lnTo>
                  <a:lnTo>
                    <a:pt x="689072" y="1519901"/>
                  </a:lnTo>
                  <a:lnTo>
                    <a:pt x="688127" y="1519998"/>
                  </a:lnTo>
                  <a:lnTo>
                    <a:pt x="686993" y="1520191"/>
                  </a:lnTo>
                  <a:lnTo>
                    <a:pt x="685953" y="1520481"/>
                  </a:lnTo>
                  <a:lnTo>
                    <a:pt x="684913" y="1520771"/>
                  </a:lnTo>
                  <a:lnTo>
                    <a:pt x="683873" y="1520964"/>
                  </a:lnTo>
                  <a:lnTo>
                    <a:pt x="682834" y="1521157"/>
                  </a:lnTo>
                  <a:lnTo>
                    <a:pt x="681794" y="1521351"/>
                  </a:lnTo>
                  <a:lnTo>
                    <a:pt x="680849" y="1521447"/>
                  </a:lnTo>
                  <a:lnTo>
                    <a:pt x="679998" y="1521544"/>
                  </a:lnTo>
                  <a:lnTo>
                    <a:pt x="679053" y="1521834"/>
                  </a:lnTo>
                  <a:lnTo>
                    <a:pt x="678202" y="1522221"/>
                  </a:lnTo>
                  <a:lnTo>
                    <a:pt x="677257" y="1522607"/>
                  </a:lnTo>
                  <a:lnTo>
                    <a:pt x="676406" y="1522994"/>
                  </a:lnTo>
                  <a:lnTo>
                    <a:pt x="675555" y="1523380"/>
                  </a:lnTo>
                  <a:lnTo>
                    <a:pt x="674421" y="1523864"/>
                  </a:lnTo>
                  <a:lnTo>
                    <a:pt x="673098" y="1524444"/>
                  </a:lnTo>
                  <a:lnTo>
                    <a:pt x="672152" y="1525217"/>
                  </a:lnTo>
                  <a:lnTo>
                    <a:pt x="671302" y="1525700"/>
                  </a:lnTo>
                  <a:lnTo>
                    <a:pt x="670451" y="1526183"/>
                  </a:lnTo>
                  <a:lnTo>
                    <a:pt x="669695" y="1526957"/>
                  </a:lnTo>
                  <a:lnTo>
                    <a:pt x="668750" y="1527633"/>
                  </a:lnTo>
                  <a:lnTo>
                    <a:pt x="667804" y="1528213"/>
                  </a:lnTo>
                  <a:lnTo>
                    <a:pt x="666954" y="1528697"/>
                  </a:lnTo>
                  <a:lnTo>
                    <a:pt x="666103" y="1529180"/>
                  </a:lnTo>
                  <a:lnTo>
                    <a:pt x="665252" y="1529663"/>
                  </a:lnTo>
                  <a:lnTo>
                    <a:pt x="664402" y="1530243"/>
                  </a:lnTo>
                  <a:lnTo>
                    <a:pt x="663551" y="1530920"/>
                  </a:lnTo>
                  <a:lnTo>
                    <a:pt x="662700" y="1531500"/>
                  </a:lnTo>
                  <a:lnTo>
                    <a:pt x="661755" y="1531983"/>
                  </a:lnTo>
                  <a:lnTo>
                    <a:pt x="660810" y="1532563"/>
                  </a:lnTo>
                  <a:lnTo>
                    <a:pt x="659770" y="1533046"/>
                  </a:lnTo>
                  <a:lnTo>
                    <a:pt x="658919" y="1533529"/>
                  </a:lnTo>
                  <a:lnTo>
                    <a:pt x="658069" y="1534109"/>
                  </a:lnTo>
                  <a:lnTo>
                    <a:pt x="657218" y="1534689"/>
                  </a:lnTo>
                  <a:lnTo>
                    <a:pt x="656367" y="1535172"/>
                  </a:lnTo>
                  <a:lnTo>
                    <a:pt x="655611" y="1535752"/>
                  </a:lnTo>
                  <a:lnTo>
                    <a:pt x="654760" y="1536429"/>
                  </a:lnTo>
                  <a:lnTo>
                    <a:pt x="653910" y="1537202"/>
                  </a:lnTo>
                  <a:lnTo>
                    <a:pt x="653248" y="1537975"/>
                  </a:lnTo>
                  <a:lnTo>
                    <a:pt x="652775" y="1538942"/>
                  </a:lnTo>
                  <a:lnTo>
                    <a:pt x="652397" y="1539812"/>
                  </a:lnTo>
                  <a:lnTo>
                    <a:pt x="651925" y="1540682"/>
                  </a:lnTo>
                  <a:lnTo>
                    <a:pt x="651546" y="1541745"/>
                  </a:lnTo>
                  <a:lnTo>
                    <a:pt x="650790" y="1542518"/>
                  </a:lnTo>
                  <a:lnTo>
                    <a:pt x="650034" y="1543388"/>
                  </a:lnTo>
                  <a:lnTo>
                    <a:pt x="648333" y="1544838"/>
                  </a:lnTo>
                  <a:lnTo>
                    <a:pt x="645592" y="1548124"/>
                  </a:lnTo>
                  <a:lnTo>
                    <a:pt x="642000" y="1548511"/>
                  </a:lnTo>
                  <a:lnTo>
                    <a:pt x="638786" y="1551024"/>
                  </a:lnTo>
                  <a:lnTo>
                    <a:pt x="636801" y="1554213"/>
                  </a:lnTo>
                  <a:lnTo>
                    <a:pt x="633965" y="1558466"/>
                  </a:lnTo>
                  <a:lnTo>
                    <a:pt x="633304" y="1559626"/>
                  </a:lnTo>
                  <a:lnTo>
                    <a:pt x="633776" y="1559819"/>
                  </a:lnTo>
                  <a:lnTo>
                    <a:pt x="634627" y="1559723"/>
                  </a:lnTo>
                  <a:lnTo>
                    <a:pt x="635856" y="1560109"/>
                  </a:lnTo>
                  <a:lnTo>
                    <a:pt x="636045" y="1560303"/>
                  </a:lnTo>
                  <a:lnTo>
                    <a:pt x="636801" y="1561849"/>
                  </a:lnTo>
                  <a:lnTo>
                    <a:pt x="637652" y="1563589"/>
                  </a:lnTo>
                  <a:lnTo>
                    <a:pt x="639637" y="1568132"/>
                  </a:lnTo>
                  <a:lnTo>
                    <a:pt x="640676" y="1570065"/>
                  </a:lnTo>
                  <a:lnTo>
                    <a:pt x="645875" y="1580600"/>
                  </a:lnTo>
                  <a:lnTo>
                    <a:pt x="647482" y="1585046"/>
                  </a:lnTo>
                  <a:lnTo>
                    <a:pt x="642850" y="1588333"/>
                  </a:lnTo>
                  <a:lnTo>
                    <a:pt x="641716" y="1589106"/>
                  </a:lnTo>
                  <a:lnTo>
                    <a:pt x="639542" y="1590459"/>
                  </a:lnTo>
                  <a:lnTo>
                    <a:pt x="639920" y="1592586"/>
                  </a:lnTo>
                  <a:lnTo>
                    <a:pt x="642756" y="1598385"/>
                  </a:lnTo>
                  <a:lnTo>
                    <a:pt x="649467" y="1609114"/>
                  </a:lnTo>
                  <a:lnTo>
                    <a:pt x="649467" y="1617523"/>
                  </a:lnTo>
                  <a:lnTo>
                    <a:pt x="650034" y="1622355"/>
                  </a:lnTo>
                  <a:lnTo>
                    <a:pt x="650318" y="1624772"/>
                  </a:lnTo>
                  <a:lnTo>
                    <a:pt x="651925" y="1626608"/>
                  </a:lnTo>
                  <a:lnTo>
                    <a:pt x="654571" y="1628058"/>
                  </a:lnTo>
                  <a:lnTo>
                    <a:pt x="656273" y="1629411"/>
                  </a:lnTo>
                  <a:lnTo>
                    <a:pt x="656651" y="1632697"/>
                  </a:lnTo>
                  <a:lnTo>
                    <a:pt x="656462" y="1634534"/>
                  </a:lnTo>
                  <a:lnTo>
                    <a:pt x="656084" y="1637820"/>
                  </a:lnTo>
                  <a:lnTo>
                    <a:pt x="654949" y="1644006"/>
                  </a:lnTo>
                  <a:lnTo>
                    <a:pt x="651168" y="1648259"/>
                  </a:lnTo>
                  <a:lnTo>
                    <a:pt x="644646" y="1653188"/>
                  </a:lnTo>
                  <a:lnTo>
                    <a:pt x="644552" y="1657538"/>
                  </a:lnTo>
                  <a:lnTo>
                    <a:pt x="644457" y="1659954"/>
                  </a:lnTo>
                  <a:lnTo>
                    <a:pt x="651074" y="1666430"/>
                  </a:lnTo>
                  <a:lnTo>
                    <a:pt x="652019" y="1671166"/>
                  </a:lnTo>
                  <a:lnTo>
                    <a:pt x="652303" y="1672519"/>
                  </a:lnTo>
                  <a:lnTo>
                    <a:pt x="650601" y="1679285"/>
                  </a:lnTo>
                  <a:lnTo>
                    <a:pt x="650412" y="1680155"/>
                  </a:lnTo>
                  <a:lnTo>
                    <a:pt x="655422" y="1693687"/>
                  </a:lnTo>
                  <a:lnTo>
                    <a:pt x="657974" y="1706445"/>
                  </a:lnTo>
                  <a:lnTo>
                    <a:pt x="655044" y="1710408"/>
                  </a:lnTo>
                  <a:lnTo>
                    <a:pt x="627160" y="1724423"/>
                  </a:lnTo>
                  <a:lnTo>
                    <a:pt x="613737" y="1732252"/>
                  </a:lnTo>
                  <a:lnTo>
                    <a:pt x="598708" y="1741144"/>
                  </a:lnTo>
                  <a:lnTo>
                    <a:pt x="593793" y="1741338"/>
                  </a:lnTo>
                  <a:lnTo>
                    <a:pt x="590390" y="1738148"/>
                  </a:lnTo>
                  <a:lnTo>
                    <a:pt x="585853" y="1734185"/>
                  </a:lnTo>
                  <a:lnTo>
                    <a:pt x="580749" y="1729256"/>
                  </a:lnTo>
                  <a:lnTo>
                    <a:pt x="579709" y="1725873"/>
                  </a:lnTo>
                  <a:lnTo>
                    <a:pt x="578764" y="1721040"/>
                  </a:lnTo>
                  <a:lnTo>
                    <a:pt x="577440" y="1715821"/>
                  </a:lnTo>
                  <a:lnTo>
                    <a:pt x="574605" y="1709442"/>
                  </a:lnTo>
                  <a:lnTo>
                    <a:pt x="569690" y="1699003"/>
                  </a:lnTo>
                  <a:lnTo>
                    <a:pt x="567421" y="1696006"/>
                  </a:lnTo>
                  <a:lnTo>
                    <a:pt x="565152" y="1694363"/>
                  </a:lnTo>
                  <a:lnTo>
                    <a:pt x="561466" y="1694460"/>
                  </a:lnTo>
                  <a:lnTo>
                    <a:pt x="559670" y="1693977"/>
                  </a:lnTo>
                  <a:lnTo>
                    <a:pt x="557874" y="1693397"/>
                  </a:lnTo>
                  <a:lnTo>
                    <a:pt x="557307" y="1693203"/>
                  </a:lnTo>
                  <a:lnTo>
                    <a:pt x="554282" y="1690304"/>
                  </a:lnTo>
                  <a:lnTo>
                    <a:pt x="550785" y="1686824"/>
                  </a:lnTo>
                  <a:lnTo>
                    <a:pt x="547855" y="1683538"/>
                  </a:lnTo>
                  <a:lnTo>
                    <a:pt x="545208" y="1679865"/>
                  </a:lnTo>
                  <a:lnTo>
                    <a:pt x="542845" y="1679188"/>
                  </a:lnTo>
                  <a:lnTo>
                    <a:pt x="537268" y="1681315"/>
                  </a:lnTo>
                  <a:lnTo>
                    <a:pt x="532826" y="1684988"/>
                  </a:lnTo>
                  <a:lnTo>
                    <a:pt x="528950" y="1693493"/>
                  </a:lnTo>
                  <a:lnTo>
                    <a:pt x="525642" y="1697650"/>
                  </a:lnTo>
                  <a:lnTo>
                    <a:pt x="522712" y="1699969"/>
                  </a:lnTo>
                  <a:lnTo>
                    <a:pt x="517607" y="1704029"/>
                  </a:lnTo>
                  <a:lnTo>
                    <a:pt x="513543" y="1708378"/>
                  </a:lnTo>
                  <a:lnTo>
                    <a:pt x="510991" y="1711085"/>
                  </a:lnTo>
                  <a:lnTo>
                    <a:pt x="507399" y="1715048"/>
                  </a:lnTo>
                  <a:lnTo>
                    <a:pt x="506548" y="1719300"/>
                  </a:lnTo>
                  <a:lnTo>
                    <a:pt x="503902" y="1726453"/>
                  </a:lnTo>
                  <a:lnTo>
                    <a:pt x="500121" y="1734765"/>
                  </a:lnTo>
                  <a:lnTo>
                    <a:pt x="499743" y="1734379"/>
                  </a:lnTo>
                  <a:lnTo>
                    <a:pt x="499554" y="1733992"/>
                  </a:lnTo>
                  <a:lnTo>
                    <a:pt x="499081" y="1733702"/>
                  </a:lnTo>
                  <a:lnTo>
                    <a:pt x="498325" y="1733412"/>
                  </a:lnTo>
                  <a:lnTo>
                    <a:pt x="498041" y="1733219"/>
                  </a:lnTo>
                  <a:lnTo>
                    <a:pt x="497663" y="1733122"/>
                  </a:lnTo>
                  <a:lnTo>
                    <a:pt x="497474" y="1733025"/>
                  </a:lnTo>
                  <a:lnTo>
                    <a:pt x="497001" y="1733025"/>
                  </a:lnTo>
                  <a:lnTo>
                    <a:pt x="496529" y="1733025"/>
                  </a:lnTo>
                  <a:lnTo>
                    <a:pt x="495867" y="1732832"/>
                  </a:lnTo>
                  <a:lnTo>
                    <a:pt x="494260" y="1732542"/>
                  </a:lnTo>
                  <a:lnTo>
                    <a:pt x="493882" y="1732542"/>
                  </a:lnTo>
                  <a:lnTo>
                    <a:pt x="493315" y="1732059"/>
                  </a:lnTo>
                  <a:lnTo>
                    <a:pt x="493031" y="1731672"/>
                  </a:lnTo>
                  <a:lnTo>
                    <a:pt x="492842" y="1731382"/>
                  </a:lnTo>
                  <a:lnTo>
                    <a:pt x="492748" y="1731189"/>
                  </a:lnTo>
                  <a:lnTo>
                    <a:pt x="491425" y="1729739"/>
                  </a:lnTo>
                  <a:lnTo>
                    <a:pt x="490668" y="1729159"/>
                  </a:lnTo>
                  <a:lnTo>
                    <a:pt x="490385" y="1728483"/>
                  </a:lnTo>
                  <a:lnTo>
                    <a:pt x="490385" y="1728193"/>
                  </a:lnTo>
                  <a:lnTo>
                    <a:pt x="490290" y="1727903"/>
                  </a:lnTo>
                  <a:lnTo>
                    <a:pt x="490196" y="1727709"/>
                  </a:lnTo>
                  <a:lnTo>
                    <a:pt x="490007" y="1727129"/>
                  </a:lnTo>
                  <a:lnTo>
                    <a:pt x="489912" y="1726839"/>
                  </a:lnTo>
                  <a:lnTo>
                    <a:pt x="489818" y="1726549"/>
                  </a:lnTo>
                  <a:lnTo>
                    <a:pt x="489629" y="1726066"/>
                  </a:lnTo>
                  <a:lnTo>
                    <a:pt x="489250" y="1725583"/>
                  </a:lnTo>
                  <a:lnTo>
                    <a:pt x="488872" y="1725486"/>
                  </a:lnTo>
                  <a:lnTo>
                    <a:pt x="488683" y="1725390"/>
                  </a:lnTo>
                  <a:lnTo>
                    <a:pt x="488211" y="1725100"/>
                  </a:lnTo>
                  <a:lnTo>
                    <a:pt x="487833" y="1724810"/>
                  </a:lnTo>
                  <a:lnTo>
                    <a:pt x="487360" y="1724616"/>
                  </a:lnTo>
                  <a:lnTo>
                    <a:pt x="486887" y="1724616"/>
                  </a:lnTo>
                  <a:lnTo>
                    <a:pt x="486415" y="1724616"/>
                  </a:lnTo>
                  <a:lnTo>
                    <a:pt x="486037" y="1724616"/>
                  </a:lnTo>
                  <a:lnTo>
                    <a:pt x="485659" y="1724520"/>
                  </a:lnTo>
                  <a:lnTo>
                    <a:pt x="485375" y="1724326"/>
                  </a:lnTo>
                  <a:lnTo>
                    <a:pt x="484619" y="1723553"/>
                  </a:lnTo>
                  <a:lnTo>
                    <a:pt x="482634" y="1721233"/>
                  </a:lnTo>
                  <a:lnTo>
                    <a:pt x="482445" y="1720557"/>
                  </a:lnTo>
                  <a:lnTo>
                    <a:pt x="482350" y="1720267"/>
                  </a:lnTo>
                  <a:lnTo>
                    <a:pt x="482256" y="1719590"/>
                  </a:lnTo>
                  <a:lnTo>
                    <a:pt x="482350" y="1718914"/>
                  </a:lnTo>
                  <a:lnTo>
                    <a:pt x="482445" y="1718527"/>
                  </a:lnTo>
                  <a:lnTo>
                    <a:pt x="482728" y="1717754"/>
                  </a:lnTo>
                  <a:lnTo>
                    <a:pt x="482823" y="1714951"/>
                  </a:lnTo>
                  <a:lnTo>
                    <a:pt x="482823" y="1714371"/>
                  </a:lnTo>
                  <a:lnTo>
                    <a:pt x="482823" y="1714081"/>
                  </a:lnTo>
                  <a:lnTo>
                    <a:pt x="482634" y="1713888"/>
                  </a:lnTo>
                  <a:lnTo>
                    <a:pt x="480932" y="1712728"/>
                  </a:lnTo>
                  <a:lnTo>
                    <a:pt x="480271" y="1712341"/>
                  </a:lnTo>
                  <a:lnTo>
                    <a:pt x="478853" y="1712148"/>
                  </a:lnTo>
                  <a:lnTo>
                    <a:pt x="478191" y="1712148"/>
                  </a:lnTo>
                  <a:lnTo>
                    <a:pt x="476773" y="1711858"/>
                  </a:lnTo>
                  <a:lnTo>
                    <a:pt x="475639" y="1711568"/>
                  </a:lnTo>
                  <a:lnTo>
                    <a:pt x="474883" y="1711181"/>
                  </a:lnTo>
                  <a:lnTo>
                    <a:pt x="474127" y="1710601"/>
                  </a:lnTo>
                  <a:lnTo>
                    <a:pt x="473654" y="1710215"/>
                  </a:lnTo>
                  <a:lnTo>
                    <a:pt x="472803" y="1709538"/>
                  </a:lnTo>
                  <a:lnTo>
                    <a:pt x="471858" y="1708765"/>
                  </a:lnTo>
                  <a:lnTo>
                    <a:pt x="469212" y="1706542"/>
                  </a:lnTo>
                  <a:lnTo>
                    <a:pt x="467983" y="1705479"/>
                  </a:lnTo>
                  <a:lnTo>
                    <a:pt x="467416" y="1704995"/>
                  </a:lnTo>
                  <a:lnTo>
                    <a:pt x="467227" y="1704802"/>
                  </a:lnTo>
                  <a:lnTo>
                    <a:pt x="466943" y="1704415"/>
                  </a:lnTo>
                  <a:lnTo>
                    <a:pt x="461177" y="1711375"/>
                  </a:lnTo>
                  <a:lnTo>
                    <a:pt x="454939" y="1718914"/>
                  </a:lnTo>
                  <a:lnTo>
                    <a:pt x="453521" y="1720460"/>
                  </a:lnTo>
                  <a:lnTo>
                    <a:pt x="449173" y="1725873"/>
                  </a:lnTo>
                  <a:lnTo>
                    <a:pt x="448133" y="1727129"/>
                  </a:lnTo>
                  <a:lnTo>
                    <a:pt x="447093" y="1728386"/>
                  </a:lnTo>
                  <a:lnTo>
                    <a:pt x="446715" y="1729739"/>
                  </a:lnTo>
                  <a:lnTo>
                    <a:pt x="443501" y="1738148"/>
                  </a:lnTo>
                  <a:lnTo>
                    <a:pt x="443407" y="1738535"/>
                  </a:lnTo>
                  <a:lnTo>
                    <a:pt x="442651" y="1738245"/>
                  </a:lnTo>
                  <a:lnTo>
                    <a:pt x="442178" y="1738051"/>
                  </a:lnTo>
                  <a:lnTo>
                    <a:pt x="440855" y="1737472"/>
                  </a:lnTo>
                  <a:lnTo>
                    <a:pt x="432631" y="1734185"/>
                  </a:lnTo>
                  <a:lnTo>
                    <a:pt x="430835" y="1733605"/>
                  </a:lnTo>
                  <a:lnTo>
                    <a:pt x="433955" y="1726066"/>
                  </a:lnTo>
                  <a:lnTo>
                    <a:pt x="434900" y="1723650"/>
                  </a:lnTo>
                  <a:lnTo>
                    <a:pt x="434994" y="1723457"/>
                  </a:lnTo>
                  <a:lnTo>
                    <a:pt x="441800" y="1706542"/>
                  </a:lnTo>
                  <a:lnTo>
                    <a:pt x="445770" y="1695910"/>
                  </a:lnTo>
                  <a:lnTo>
                    <a:pt x="435750" y="1688951"/>
                  </a:lnTo>
                  <a:lnTo>
                    <a:pt x="432348" y="1683731"/>
                  </a:lnTo>
                  <a:lnTo>
                    <a:pt x="431970" y="1679478"/>
                  </a:lnTo>
                  <a:lnTo>
                    <a:pt x="433860" y="1674839"/>
                  </a:lnTo>
                  <a:lnTo>
                    <a:pt x="433860" y="1672713"/>
                  </a:lnTo>
                  <a:lnTo>
                    <a:pt x="425920" y="1657441"/>
                  </a:lnTo>
                  <a:lnTo>
                    <a:pt x="420721" y="1647002"/>
                  </a:lnTo>
                  <a:lnTo>
                    <a:pt x="417886" y="1644586"/>
                  </a:lnTo>
                  <a:lnTo>
                    <a:pt x="397563" y="1628541"/>
                  </a:lnTo>
                  <a:lnTo>
                    <a:pt x="394633" y="1624675"/>
                  </a:lnTo>
                  <a:lnTo>
                    <a:pt x="392648" y="1621195"/>
                  </a:lnTo>
                  <a:lnTo>
                    <a:pt x="386126" y="1614140"/>
                  </a:lnTo>
                  <a:lnTo>
                    <a:pt x="380171" y="1606311"/>
                  </a:lnTo>
                  <a:lnTo>
                    <a:pt x="377430" y="1601671"/>
                  </a:lnTo>
                  <a:lnTo>
                    <a:pt x="378753" y="1594229"/>
                  </a:lnTo>
                  <a:lnTo>
                    <a:pt x="381494" y="1588043"/>
                  </a:lnTo>
                  <a:lnTo>
                    <a:pt x="388867" y="1575188"/>
                  </a:lnTo>
                  <a:lnTo>
                    <a:pt x="391136" y="1570355"/>
                  </a:lnTo>
                  <a:lnTo>
                    <a:pt x="391514" y="1564652"/>
                  </a:lnTo>
                  <a:lnTo>
                    <a:pt x="390947" y="1563009"/>
                  </a:lnTo>
                  <a:lnTo>
                    <a:pt x="391608" y="1561753"/>
                  </a:lnTo>
                  <a:lnTo>
                    <a:pt x="393121" y="1560399"/>
                  </a:lnTo>
                  <a:lnTo>
                    <a:pt x="394822" y="1558853"/>
                  </a:lnTo>
                  <a:lnTo>
                    <a:pt x="393310" y="1558273"/>
                  </a:lnTo>
                  <a:lnTo>
                    <a:pt x="388489" y="1556823"/>
                  </a:lnTo>
                  <a:lnTo>
                    <a:pt x="381211" y="1552474"/>
                  </a:lnTo>
                  <a:lnTo>
                    <a:pt x="377146" y="1549961"/>
                  </a:lnTo>
                  <a:lnTo>
                    <a:pt x="374594" y="1549381"/>
                  </a:lnTo>
                  <a:lnTo>
                    <a:pt x="366371" y="1548897"/>
                  </a:lnTo>
                  <a:lnTo>
                    <a:pt x="363629" y="1548317"/>
                  </a:lnTo>
                  <a:lnTo>
                    <a:pt x="357296" y="1543485"/>
                  </a:lnTo>
                  <a:lnTo>
                    <a:pt x="353705" y="1541165"/>
                  </a:lnTo>
                  <a:lnTo>
                    <a:pt x="352570" y="1540392"/>
                  </a:lnTo>
                  <a:lnTo>
                    <a:pt x="347844" y="1537975"/>
                  </a:lnTo>
                  <a:lnTo>
                    <a:pt x="337068" y="1530436"/>
                  </a:lnTo>
                  <a:lnTo>
                    <a:pt x="332531" y="1528020"/>
                  </a:lnTo>
                  <a:lnTo>
                    <a:pt x="327427" y="1520191"/>
                  </a:lnTo>
                  <a:lnTo>
                    <a:pt x="319015" y="1512748"/>
                  </a:lnTo>
                  <a:lnTo>
                    <a:pt x="318164" y="1511975"/>
                  </a:lnTo>
                  <a:lnTo>
                    <a:pt x="314667" y="1507142"/>
                  </a:lnTo>
                  <a:lnTo>
                    <a:pt x="310602" y="1503663"/>
                  </a:lnTo>
                  <a:lnTo>
                    <a:pt x="305120" y="1499120"/>
                  </a:lnTo>
                  <a:lnTo>
                    <a:pt x="292832" y="1490904"/>
                  </a:lnTo>
                  <a:lnTo>
                    <a:pt x="288862" y="1484139"/>
                  </a:lnTo>
                  <a:lnTo>
                    <a:pt x="283947" y="1478436"/>
                  </a:lnTo>
                  <a:lnTo>
                    <a:pt x="277708" y="1471573"/>
                  </a:lnTo>
                  <a:lnTo>
                    <a:pt x="273927" y="1464711"/>
                  </a:lnTo>
                  <a:lnTo>
                    <a:pt x="269390" y="1461231"/>
                  </a:lnTo>
                  <a:lnTo>
                    <a:pt x="265515" y="1459878"/>
                  </a:lnTo>
                  <a:lnTo>
                    <a:pt x="257575" y="1459105"/>
                  </a:lnTo>
                  <a:lnTo>
                    <a:pt x="247839" y="1459105"/>
                  </a:lnTo>
                  <a:lnTo>
                    <a:pt x="237819" y="1457075"/>
                  </a:lnTo>
                  <a:lnTo>
                    <a:pt x="228556" y="1452436"/>
                  </a:lnTo>
                  <a:lnTo>
                    <a:pt x="221656" y="1450503"/>
                  </a:lnTo>
                  <a:lnTo>
                    <a:pt x="215417" y="1445863"/>
                  </a:lnTo>
                  <a:lnTo>
                    <a:pt x="208801" y="1439097"/>
                  </a:lnTo>
                  <a:lnTo>
                    <a:pt x="204453" y="1434361"/>
                  </a:lnTo>
                  <a:lnTo>
                    <a:pt x="202751" y="1429915"/>
                  </a:lnTo>
                  <a:lnTo>
                    <a:pt x="202751" y="1422086"/>
                  </a:lnTo>
                  <a:lnTo>
                    <a:pt x="203697" y="1419766"/>
                  </a:lnTo>
                  <a:lnTo>
                    <a:pt x="205776" y="1415320"/>
                  </a:lnTo>
                  <a:lnTo>
                    <a:pt x="208045" y="1409714"/>
                  </a:lnTo>
                  <a:lnTo>
                    <a:pt x="208139" y="1409521"/>
                  </a:lnTo>
                  <a:lnTo>
                    <a:pt x="208895" y="1403142"/>
                  </a:lnTo>
                  <a:lnTo>
                    <a:pt x="210030" y="1394733"/>
                  </a:lnTo>
                  <a:lnTo>
                    <a:pt x="209368" y="1388063"/>
                  </a:lnTo>
                  <a:lnTo>
                    <a:pt x="208139" y="1378978"/>
                  </a:lnTo>
                  <a:lnTo>
                    <a:pt x="205209" y="1373082"/>
                  </a:lnTo>
                  <a:lnTo>
                    <a:pt x="203035" y="1368829"/>
                  </a:lnTo>
                  <a:lnTo>
                    <a:pt x="195851" y="1359357"/>
                  </a:lnTo>
                  <a:lnTo>
                    <a:pt x="194244" y="1352881"/>
                  </a:lnTo>
                  <a:lnTo>
                    <a:pt x="195662" y="1347468"/>
                  </a:lnTo>
                  <a:lnTo>
                    <a:pt x="201995" y="1337996"/>
                  </a:lnTo>
                  <a:lnTo>
                    <a:pt x="208234" y="1326977"/>
                  </a:lnTo>
                  <a:lnTo>
                    <a:pt x="214567" y="1317215"/>
                  </a:lnTo>
                  <a:lnTo>
                    <a:pt x="222318" y="1307453"/>
                  </a:lnTo>
                  <a:lnTo>
                    <a:pt x="227327" y="1290345"/>
                  </a:lnTo>
                  <a:lnTo>
                    <a:pt x="234795" y="1262218"/>
                  </a:lnTo>
                  <a:lnTo>
                    <a:pt x="239048" y="1247527"/>
                  </a:lnTo>
                  <a:lnTo>
                    <a:pt x="242167" y="1243854"/>
                  </a:lnTo>
                  <a:lnTo>
                    <a:pt x="249068" y="1240664"/>
                  </a:lnTo>
                  <a:lnTo>
                    <a:pt x="250391" y="1240084"/>
                  </a:lnTo>
                  <a:lnTo>
                    <a:pt x="252659" y="1239021"/>
                  </a:lnTo>
                  <a:lnTo>
                    <a:pt x="255873" y="1236411"/>
                  </a:lnTo>
                  <a:lnTo>
                    <a:pt x="257480" y="1231289"/>
                  </a:lnTo>
                  <a:lnTo>
                    <a:pt x="258614" y="1223556"/>
                  </a:lnTo>
                  <a:lnTo>
                    <a:pt x="260221" y="1216694"/>
                  </a:lnTo>
                  <a:lnTo>
                    <a:pt x="261639" y="1210895"/>
                  </a:lnTo>
                  <a:lnTo>
                    <a:pt x="262962" y="1203162"/>
                  </a:lnTo>
                  <a:lnTo>
                    <a:pt x="265704" y="1193303"/>
                  </a:lnTo>
                  <a:lnTo>
                    <a:pt x="268539" y="1183638"/>
                  </a:lnTo>
                  <a:lnTo>
                    <a:pt x="273265" y="1175036"/>
                  </a:lnTo>
                  <a:lnTo>
                    <a:pt x="275723" y="1170686"/>
                  </a:lnTo>
                  <a:lnTo>
                    <a:pt x="278653" y="1161214"/>
                  </a:lnTo>
                  <a:lnTo>
                    <a:pt x="278370" y="1150678"/>
                  </a:lnTo>
                  <a:lnTo>
                    <a:pt x="277519" y="1144589"/>
                  </a:lnTo>
                  <a:lnTo>
                    <a:pt x="275156" y="1136277"/>
                  </a:lnTo>
                  <a:lnTo>
                    <a:pt x="269579" y="1124582"/>
                  </a:lnTo>
                  <a:lnTo>
                    <a:pt x="264002" y="1116463"/>
                  </a:lnTo>
                  <a:lnTo>
                    <a:pt x="263246" y="1108633"/>
                  </a:lnTo>
                  <a:lnTo>
                    <a:pt x="263057" y="1106894"/>
                  </a:lnTo>
                  <a:lnTo>
                    <a:pt x="263530" y="1105251"/>
                  </a:lnTo>
                  <a:lnTo>
                    <a:pt x="264947" y="1100321"/>
                  </a:lnTo>
                  <a:lnTo>
                    <a:pt x="267972" y="1094908"/>
                  </a:lnTo>
                  <a:lnTo>
                    <a:pt x="271280" y="1091912"/>
                  </a:lnTo>
                  <a:lnTo>
                    <a:pt x="278653" y="1081957"/>
                  </a:lnTo>
                  <a:lnTo>
                    <a:pt x="289145" y="1061079"/>
                  </a:lnTo>
                  <a:lnTo>
                    <a:pt x="296235" y="1048707"/>
                  </a:lnTo>
                  <a:lnTo>
                    <a:pt x="296896" y="1038365"/>
                  </a:lnTo>
                  <a:lnTo>
                    <a:pt x="297747" y="1029183"/>
                  </a:lnTo>
                  <a:lnTo>
                    <a:pt x="296235" y="1017294"/>
                  </a:lnTo>
                  <a:lnTo>
                    <a:pt x="293966" y="1011688"/>
                  </a:lnTo>
                  <a:lnTo>
                    <a:pt x="292548" y="1009852"/>
                  </a:lnTo>
                  <a:lnTo>
                    <a:pt x="289429" y="1003279"/>
                  </a:lnTo>
                  <a:lnTo>
                    <a:pt x="284230" y="986655"/>
                  </a:lnTo>
                  <a:lnTo>
                    <a:pt x="282340" y="979696"/>
                  </a:lnTo>
                  <a:lnTo>
                    <a:pt x="278937" y="968387"/>
                  </a:lnTo>
                  <a:lnTo>
                    <a:pt x="275534" y="948669"/>
                  </a:lnTo>
                  <a:lnTo>
                    <a:pt x="276574" y="935428"/>
                  </a:lnTo>
                  <a:lnTo>
                    <a:pt x="275534" y="925955"/>
                  </a:lnTo>
                  <a:lnTo>
                    <a:pt x="272509" y="919963"/>
                  </a:lnTo>
                  <a:lnTo>
                    <a:pt x="268350" y="917450"/>
                  </a:lnTo>
                  <a:lnTo>
                    <a:pt x="260410" y="914743"/>
                  </a:lnTo>
                  <a:lnTo>
                    <a:pt x="257480" y="913777"/>
                  </a:lnTo>
                  <a:lnTo>
                    <a:pt x="243396" y="910201"/>
                  </a:lnTo>
                  <a:lnTo>
                    <a:pt x="227894" y="904208"/>
                  </a:lnTo>
                  <a:lnTo>
                    <a:pt x="214945" y="901308"/>
                  </a:lnTo>
                  <a:lnTo>
                    <a:pt x="197742" y="891353"/>
                  </a:lnTo>
                  <a:lnTo>
                    <a:pt x="180066" y="878594"/>
                  </a:lnTo>
                  <a:lnTo>
                    <a:pt x="167778" y="863903"/>
                  </a:lnTo>
                  <a:lnTo>
                    <a:pt x="161161" y="850371"/>
                  </a:lnTo>
                  <a:lnTo>
                    <a:pt x="159176" y="842252"/>
                  </a:lnTo>
                  <a:lnTo>
                    <a:pt x="156151" y="828817"/>
                  </a:lnTo>
                  <a:lnTo>
                    <a:pt x="156341" y="820215"/>
                  </a:lnTo>
                  <a:lnTo>
                    <a:pt x="156151" y="819731"/>
                  </a:lnTo>
                  <a:lnTo>
                    <a:pt x="153694" y="806006"/>
                  </a:lnTo>
                  <a:lnTo>
                    <a:pt x="153505" y="800110"/>
                  </a:lnTo>
                  <a:lnTo>
                    <a:pt x="152371" y="794988"/>
                  </a:lnTo>
                  <a:lnTo>
                    <a:pt x="147644" y="788995"/>
                  </a:lnTo>
                  <a:lnTo>
                    <a:pt x="136585" y="780489"/>
                  </a:lnTo>
                  <a:lnTo>
                    <a:pt x="132615" y="776237"/>
                  </a:lnTo>
                  <a:lnTo>
                    <a:pt x="130441" y="773337"/>
                  </a:lnTo>
                  <a:lnTo>
                    <a:pt x="127606" y="767924"/>
                  </a:lnTo>
                  <a:lnTo>
                    <a:pt x="124486" y="760288"/>
                  </a:lnTo>
                  <a:lnTo>
                    <a:pt x="122029" y="755649"/>
                  </a:lnTo>
                  <a:lnTo>
                    <a:pt x="116641" y="748497"/>
                  </a:lnTo>
                  <a:lnTo>
                    <a:pt x="112954" y="742021"/>
                  </a:lnTo>
                  <a:lnTo>
                    <a:pt x="112765" y="741247"/>
                  </a:lnTo>
                  <a:lnTo>
                    <a:pt x="112293" y="739218"/>
                  </a:lnTo>
                  <a:lnTo>
                    <a:pt x="111537" y="731195"/>
                  </a:lnTo>
                  <a:lnTo>
                    <a:pt x="110875" y="728392"/>
                  </a:lnTo>
                  <a:lnTo>
                    <a:pt x="103691" y="719887"/>
                  </a:lnTo>
                  <a:lnTo>
                    <a:pt x="92727" y="710994"/>
                  </a:lnTo>
                  <a:lnTo>
                    <a:pt x="89891" y="709351"/>
                  </a:lnTo>
                  <a:lnTo>
                    <a:pt x="89135" y="707321"/>
                  </a:lnTo>
                  <a:lnTo>
                    <a:pt x="87906" y="704712"/>
                  </a:lnTo>
                  <a:lnTo>
                    <a:pt x="84881" y="701232"/>
                  </a:lnTo>
                  <a:lnTo>
                    <a:pt x="81951" y="699202"/>
                  </a:lnTo>
                  <a:lnTo>
                    <a:pt x="79021" y="698429"/>
                  </a:lnTo>
                  <a:lnTo>
                    <a:pt x="76563" y="698236"/>
                  </a:lnTo>
                  <a:lnTo>
                    <a:pt x="70892" y="697849"/>
                  </a:lnTo>
                  <a:lnTo>
                    <a:pt x="67016" y="697656"/>
                  </a:lnTo>
                  <a:lnTo>
                    <a:pt x="63141" y="697656"/>
                  </a:lnTo>
                  <a:lnTo>
                    <a:pt x="44803" y="692920"/>
                  </a:lnTo>
                  <a:lnTo>
                    <a:pt x="43102" y="692437"/>
                  </a:lnTo>
                  <a:lnTo>
                    <a:pt x="37809" y="690600"/>
                  </a:lnTo>
                  <a:lnTo>
                    <a:pt x="35540" y="689247"/>
                  </a:lnTo>
                  <a:lnTo>
                    <a:pt x="33650" y="686637"/>
                  </a:lnTo>
                  <a:lnTo>
                    <a:pt x="31570" y="683448"/>
                  </a:lnTo>
                  <a:lnTo>
                    <a:pt x="29302" y="679775"/>
                  </a:lnTo>
                  <a:lnTo>
                    <a:pt x="26277" y="677938"/>
                  </a:lnTo>
                  <a:lnTo>
                    <a:pt x="18148" y="673202"/>
                  </a:lnTo>
                  <a:lnTo>
                    <a:pt x="10870" y="670303"/>
                  </a:lnTo>
                  <a:lnTo>
                    <a:pt x="8412" y="666340"/>
                  </a:lnTo>
                  <a:lnTo>
                    <a:pt x="3969" y="662184"/>
                  </a:lnTo>
                  <a:lnTo>
                    <a:pt x="3119" y="661410"/>
                  </a:lnTo>
                  <a:lnTo>
                    <a:pt x="1606" y="659574"/>
                  </a:lnTo>
                  <a:lnTo>
                    <a:pt x="0" y="651068"/>
                  </a:lnTo>
                  <a:lnTo>
                    <a:pt x="1512" y="639180"/>
                  </a:lnTo>
                  <a:lnTo>
                    <a:pt x="5954" y="628644"/>
                  </a:lnTo>
                  <a:lnTo>
                    <a:pt x="17014" y="608637"/>
                  </a:lnTo>
                  <a:lnTo>
                    <a:pt x="17770" y="607670"/>
                  </a:lnTo>
                  <a:lnTo>
                    <a:pt x="19093" y="603224"/>
                  </a:lnTo>
                  <a:lnTo>
                    <a:pt x="22874" y="590755"/>
                  </a:lnTo>
                  <a:lnTo>
                    <a:pt x="29018" y="586309"/>
                  </a:lnTo>
                  <a:lnTo>
                    <a:pt x="37620" y="582926"/>
                  </a:lnTo>
                  <a:lnTo>
                    <a:pt x="43480" y="579543"/>
                  </a:lnTo>
                  <a:lnTo>
                    <a:pt x="48868" y="576934"/>
                  </a:lnTo>
                  <a:lnTo>
                    <a:pt x="52649" y="567945"/>
                  </a:lnTo>
                  <a:lnTo>
                    <a:pt x="53594" y="565818"/>
                  </a:lnTo>
                  <a:lnTo>
                    <a:pt x="56619" y="557506"/>
                  </a:lnTo>
                  <a:lnTo>
                    <a:pt x="58320" y="551707"/>
                  </a:lnTo>
                  <a:lnTo>
                    <a:pt x="57848" y="547647"/>
                  </a:lnTo>
                  <a:lnTo>
                    <a:pt x="60589" y="543588"/>
                  </a:lnTo>
                  <a:lnTo>
                    <a:pt x="62385" y="542525"/>
                  </a:lnTo>
                  <a:lnTo>
                    <a:pt x="66071" y="540205"/>
                  </a:lnTo>
                  <a:lnTo>
                    <a:pt x="75051" y="534985"/>
                  </a:lnTo>
                  <a:lnTo>
                    <a:pt x="75334" y="534599"/>
                  </a:lnTo>
                  <a:lnTo>
                    <a:pt x="78170" y="531796"/>
                  </a:lnTo>
                  <a:lnTo>
                    <a:pt x="79777" y="529863"/>
                  </a:lnTo>
                  <a:lnTo>
                    <a:pt x="82329" y="528800"/>
                  </a:lnTo>
                  <a:lnTo>
                    <a:pt x="89229" y="521454"/>
                  </a:lnTo>
                  <a:lnTo>
                    <a:pt x="93294" y="520681"/>
                  </a:lnTo>
                  <a:lnTo>
                    <a:pt x="108795" y="524450"/>
                  </a:lnTo>
                  <a:lnTo>
                    <a:pt x="134884" y="531313"/>
                  </a:lnTo>
                  <a:lnTo>
                    <a:pt x="138948" y="528316"/>
                  </a:lnTo>
                  <a:lnTo>
                    <a:pt x="142824" y="524643"/>
                  </a:lnTo>
                  <a:lnTo>
                    <a:pt x="151047" y="515558"/>
                  </a:lnTo>
                  <a:lnTo>
                    <a:pt x="154261" y="511982"/>
                  </a:lnTo>
                  <a:lnTo>
                    <a:pt x="154545" y="508792"/>
                  </a:lnTo>
                  <a:lnTo>
                    <a:pt x="156151" y="491587"/>
                  </a:lnTo>
                  <a:lnTo>
                    <a:pt x="160121" y="472256"/>
                  </a:lnTo>
                  <a:lnTo>
                    <a:pt x="170897" y="449059"/>
                  </a:lnTo>
                  <a:lnTo>
                    <a:pt x="186399" y="432531"/>
                  </a:lnTo>
                  <a:lnTo>
                    <a:pt x="194433" y="422092"/>
                  </a:lnTo>
                  <a:lnTo>
                    <a:pt x="203507" y="408754"/>
                  </a:lnTo>
                  <a:lnTo>
                    <a:pt x="209746" y="397735"/>
                  </a:lnTo>
                  <a:lnTo>
                    <a:pt x="212015" y="389133"/>
                  </a:lnTo>
                  <a:lnTo>
                    <a:pt x="210691" y="379177"/>
                  </a:lnTo>
                  <a:lnTo>
                    <a:pt x="209179" y="372218"/>
                  </a:lnTo>
                  <a:lnTo>
                    <a:pt x="201050" y="355787"/>
                  </a:lnTo>
                  <a:lnTo>
                    <a:pt x="197458" y="351341"/>
                  </a:lnTo>
                  <a:lnTo>
                    <a:pt x="196796" y="347475"/>
                  </a:lnTo>
                  <a:lnTo>
                    <a:pt x="194150" y="342835"/>
                  </a:lnTo>
                  <a:lnTo>
                    <a:pt x="192543" y="335103"/>
                  </a:lnTo>
                  <a:lnTo>
                    <a:pt x="193583" y="330270"/>
                  </a:lnTo>
                  <a:lnTo>
                    <a:pt x="196702" y="327854"/>
                  </a:lnTo>
                  <a:lnTo>
                    <a:pt x="201428" y="323891"/>
                  </a:lnTo>
                  <a:lnTo>
                    <a:pt x="210502" y="323987"/>
                  </a:lnTo>
                  <a:lnTo>
                    <a:pt x="214472" y="322441"/>
                  </a:lnTo>
                  <a:lnTo>
                    <a:pt x="221656" y="322441"/>
                  </a:lnTo>
                  <a:lnTo>
                    <a:pt x="226098" y="322151"/>
                  </a:lnTo>
                  <a:lnTo>
                    <a:pt x="230352" y="321958"/>
                  </a:lnTo>
                  <a:lnTo>
                    <a:pt x="233660" y="318478"/>
                  </a:lnTo>
                  <a:lnTo>
                    <a:pt x="239899" y="315868"/>
                  </a:lnTo>
                  <a:lnTo>
                    <a:pt x="249729" y="315385"/>
                  </a:lnTo>
                  <a:lnTo>
                    <a:pt x="254172" y="316642"/>
                  </a:lnTo>
                  <a:lnTo>
                    <a:pt x="258425" y="312872"/>
                  </a:lnTo>
                  <a:lnTo>
                    <a:pt x="261734" y="306976"/>
                  </a:lnTo>
                  <a:lnTo>
                    <a:pt x="265042" y="303497"/>
                  </a:lnTo>
                  <a:lnTo>
                    <a:pt x="267878" y="299437"/>
                  </a:lnTo>
                  <a:lnTo>
                    <a:pt x="271186" y="295088"/>
                  </a:lnTo>
                  <a:lnTo>
                    <a:pt x="273171" y="291801"/>
                  </a:lnTo>
                  <a:lnTo>
                    <a:pt x="272793" y="285615"/>
                  </a:lnTo>
                  <a:lnTo>
                    <a:pt x="267500" y="278946"/>
                  </a:lnTo>
                  <a:lnTo>
                    <a:pt x="261167" y="274210"/>
                  </a:lnTo>
                  <a:lnTo>
                    <a:pt x="258992" y="270344"/>
                  </a:lnTo>
                  <a:lnTo>
                    <a:pt x="252565" y="265028"/>
                  </a:lnTo>
                  <a:lnTo>
                    <a:pt x="248595" y="259808"/>
                  </a:lnTo>
                  <a:lnTo>
                    <a:pt x="247083" y="255846"/>
                  </a:lnTo>
                  <a:lnTo>
                    <a:pt x="247083" y="253236"/>
                  </a:lnTo>
                  <a:lnTo>
                    <a:pt x="245759" y="251013"/>
                  </a:lnTo>
                  <a:lnTo>
                    <a:pt x="249162" y="249563"/>
                  </a:lnTo>
                  <a:lnTo>
                    <a:pt x="250769" y="248306"/>
                  </a:lnTo>
                  <a:lnTo>
                    <a:pt x="253038" y="246373"/>
                  </a:lnTo>
                  <a:lnTo>
                    <a:pt x="255968" y="241057"/>
                  </a:lnTo>
                  <a:lnTo>
                    <a:pt x="256913" y="233422"/>
                  </a:lnTo>
                  <a:lnTo>
                    <a:pt x="256629" y="200462"/>
                  </a:lnTo>
                  <a:lnTo>
                    <a:pt x="257102" y="176105"/>
                  </a:lnTo>
                  <a:lnTo>
                    <a:pt x="255023" y="164313"/>
                  </a:lnTo>
                  <a:lnTo>
                    <a:pt x="250391" y="163347"/>
                  </a:lnTo>
                  <a:lnTo>
                    <a:pt x="247650" y="163733"/>
                  </a:lnTo>
                  <a:lnTo>
                    <a:pt x="238670" y="167889"/>
                  </a:lnTo>
                  <a:lnTo>
                    <a:pt x="229501" y="168663"/>
                  </a:lnTo>
                  <a:lnTo>
                    <a:pt x="220427" y="168179"/>
                  </a:lnTo>
                  <a:lnTo>
                    <a:pt x="217591" y="155518"/>
                  </a:lnTo>
                  <a:lnTo>
                    <a:pt x="214472" y="145852"/>
                  </a:lnTo>
                  <a:lnTo>
                    <a:pt x="209746" y="117242"/>
                  </a:lnTo>
                  <a:lnTo>
                    <a:pt x="209179" y="111153"/>
                  </a:lnTo>
                  <a:lnTo>
                    <a:pt x="207950" y="98491"/>
                  </a:lnTo>
                  <a:lnTo>
                    <a:pt x="202846" y="75874"/>
                  </a:lnTo>
                  <a:lnTo>
                    <a:pt x="204358" y="61279"/>
                  </a:lnTo>
                  <a:lnTo>
                    <a:pt x="212582" y="39918"/>
                  </a:lnTo>
                  <a:lnTo>
                    <a:pt x="214094" y="36052"/>
                  </a:lnTo>
                  <a:lnTo>
                    <a:pt x="216835" y="20394"/>
                  </a:lnTo>
                  <a:lnTo>
                    <a:pt x="221656" y="0"/>
                  </a:lnTo>
                  <a:lnTo>
                    <a:pt x="232526" y="23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829836" y="3875669"/>
              <a:ext cx="149327" cy="194663"/>
            </a:xfrm>
            <a:custGeom>
              <a:avLst/>
              <a:pathLst>
                <a:path w="149327" h="194663">
                  <a:moveTo>
                    <a:pt x="106130" y="483"/>
                  </a:moveTo>
                  <a:lnTo>
                    <a:pt x="106319" y="676"/>
                  </a:lnTo>
                  <a:lnTo>
                    <a:pt x="106508" y="869"/>
                  </a:lnTo>
                  <a:lnTo>
                    <a:pt x="106792" y="966"/>
                  </a:lnTo>
                  <a:lnTo>
                    <a:pt x="107075" y="1063"/>
                  </a:lnTo>
                  <a:lnTo>
                    <a:pt x="107359" y="1063"/>
                  </a:lnTo>
                  <a:lnTo>
                    <a:pt x="107642" y="1063"/>
                  </a:lnTo>
                  <a:lnTo>
                    <a:pt x="107926" y="1063"/>
                  </a:lnTo>
                  <a:lnTo>
                    <a:pt x="108115" y="966"/>
                  </a:lnTo>
                  <a:lnTo>
                    <a:pt x="108398" y="773"/>
                  </a:lnTo>
                  <a:lnTo>
                    <a:pt x="108871" y="1159"/>
                  </a:lnTo>
                  <a:lnTo>
                    <a:pt x="118229" y="8988"/>
                  </a:lnTo>
                  <a:lnTo>
                    <a:pt x="118418" y="9182"/>
                  </a:lnTo>
                  <a:lnTo>
                    <a:pt x="119174" y="9762"/>
                  </a:lnTo>
                  <a:lnTo>
                    <a:pt x="120025" y="10438"/>
                  </a:lnTo>
                  <a:lnTo>
                    <a:pt x="121348" y="11598"/>
                  </a:lnTo>
                  <a:lnTo>
                    <a:pt x="123522" y="13435"/>
                  </a:lnTo>
                  <a:lnTo>
                    <a:pt x="125129" y="14691"/>
                  </a:lnTo>
                  <a:lnTo>
                    <a:pt x="127398" y="16721"/>
                  </a:lnTo>
                  <a:lnTo>
                    <a:pt x="139307" y="26580"/>
                  </a:lnTo>
                  <a:lnTo>
                    <a:pt x="146491" y="32572"/>
                  </a:lnTo>
                  <a:lnTo>
                    <a:pt x="149327" y="34989"/>
                  </a:lnTo>
                  <a:lnTo>
                    <a:pt x="141954" y="44268"/>
                  </a:lnTo>
                  <a:lnTo>
                    <a:pt x="141765" y="44557"/>
                  </a:lnTo>
                  <a:lnTo>
                    <a:pt x="134109" y="54030"/>
                  </a:lnTo>
                  <a:lnTo>
                    <a:pt x="126452" y="63502"/>
                  </a:lnTo>
                  <a:lnTo>
                    <a:pt x="126358" y="63695"/>
                  </a:lnTo>
                  <a:lnTo>
                    <a:pt x="122766" y="68141"/>
                  </a:lnTo>
                  <a:lnTo>
                    <a:pt x="118796" y="73071"/>
                  </a:lnTo>
                  <a:lnTo>
                    <a:pt x="111329" y="82350"/>
                  </a:lnTo>
                  <a:lnTo>
                    <a:pt x="110856" y="83026"/>
                  </a:lnTo>
                  <a:lnTo>
                    <a:pt x="107642" y="86989"/>
                  </a:lnTo>
                  <a:lnTo>
                    <a:pt x="103672" y="91918"/>
                  </a:lnTo>
                  <a:lnTo>
                    <a:pt x="95921" y="101584"/>
                  </a:lnTo>
                  <a:lnTo>
                    <a:pt x="88360" y="111056"/>
                  </a:lnTo>
                  <a:lnTo>
                    <a:pt x="84484" y="115889"/>
                  </a:lnTo>
                  <a:lnTo>
                    <a:pt x="80798" y="120528"/>
                  </a:lnTo>
                  <a:lnTo>
                    <a:pt x="80042" y="121398"/>
                  </a:lnTo>
                  <a:lnTo>
                    <a:pt x="74843" y="127874"/>
                  </a:lnTo>
                  <a:lnTo>
                    <a:pt x="74654" y="128164"/>
                  </a:lnTo>
                  <a:lnTo>
                    <a:pt x="67848" y="135897"/>
                  </a:lnTo>
                  <a:lnTo>
                    <a:pt x="61704" y="144209"/>
                  </a:lnTo>
                  <a:lnTo>
                    <a:pt x="60759" y="145369"/>
                  </a:lnTo>
                  <a:lnTo>
                    <a:pt x="53197" y="154648"/>
                  </a:lnTo>
                  <a:lnTo>
                    <a:pt x="53103" y="154841"/>
                  </a:lnTo>
                  <a:lnTo>
                    <a:pt x="46108" y="163443"/>
                  </a:lnTo>
                  <a:lnTo>
                    <a:pt x="38262" y="173109"/>
                  </a:lnTo>
                  <a:lnTo>
                    <a:pt x="37412" y="174269"/>
                  </a:lnTo>
                  <a:lnTo>
                    <a:pt x="30606" y="182581"/>
                  </a:lnTo>
                  <a:lnTo>
                    <a:pt x="26353" y="187897"/>
                  </a:lnTo>
                  <a:lnTo>
                    <a:pt x="22572" y="192440"/>
                  </a:lnTo>
                  <a:lnTo>
                    <a:pt x="21910" y="193406"/>
                  </a:lnTo>
                  <a:lnTo>
                    <a:pt x="20870" y="194663"/>
                  </a:lnTo>
                  <a:lnTo>
                    <a:pt x="15671" y="192730"/>
                  </a:lnTo>
                  <a:lnTo>
                    <a:pt x="10756" y="190893"/>
                  </a:lnTo>
                  <a:lnTo>
                    <a:pt x="10567" y="190797"/>
                  </a:lnTo>
                  <a:lnTo>
                    <a:pt x="6503" y="189347"/>
                  </a:lnTo>
                  <a:lnTo>
                    <a:pt x="5368" y="188960"/>
                  </a:lnTo>
                  <a:lnTo>
                    <a:pt x="1304" y="187510"/>
                  </a:lnTo>
                  <a:lnTo>
                    <a:pt x="0" y="187034"/>
                  </a:lnTo>
                  <a:lnTo>
                    <a:pt x="0" y="10756"/>
                  </a:lnTo>
                  <a:lnTo>
                    <a:pt x="453" y="10728"/>
                  </a:lnTo>
                  <a:lnTo>
                    <a:pt x="6030" y="10728"/>
                  </a:lnTo>
                  <a:lnTo>
                    <a:pt x="7259" y="10632"/>
                  </a:lnTo>
                  <a:lnTo>
                    <a:pt x="31929" y="9568"/>
                  </a:lnTo>
                  <a:lnTo>
                    <a:pt x="33725" y="9472"/>
                  </a:lnTo>
                  <a:lnTo>
                    <a:pt x="38451" y="9375"/>
                  </a:lnTo>
                  <a:lnTo>
                    <a:pt x="40815" y="9278"/>
                  </a:lnTo>
                  <a:lnTo>
                    <a:pt x="41287" y="9278"/>
                  </a:lnTo>
                  <a:lnTo>
                    <a:pt x="49038" y="7732"/>
                  </a:lnTo>
                  <a:lnTo>
                    <a:pt x="49889" y="7539"/>
                  </a:lnTo>
                  <a:lnTo>
                    <a:pt x="51496" y="7345"/>
                  </a:lnTo>
                  <a:lnTo>
                    <a:pt x="52063" y="7249"/>
                  </a:lnTo>
                  <a:lnTo>
                    <a:pt x="58774" y="6379"/>
                  </a:lnTo>
                  <a:lnTo>
                    <a:pt x="60381" y="6572"/>
                  </a:lnTo>
                  <a:lnTo>
                    <a:pt x="65391" y="5412"/>
                  </a:lnTo>
                  <a:lnTo>
                    <a:pt x="69833" y="4832"/>
                  </a:lnTo>
                  <a:lnTo>
                    <a:pt x="73709" y="4349"/>
                  </a:lnTo>
                  <a:lnTo>
                    <a:pt x="80703" y="3382"/>
                  </a:lnTo>
                  <a:lnTo>
                    <a:pt x="81554" y="3286"/>
                  </a:lnTo>
                  <a:lnTo>
                    <a:pt x="87036" y="2513"/>
                  </a:lnTo>
                  <a:lnTo>
                    <a:pt x="98379" y="966"/>
                  </a:lnTo>
                  <a:lnTo>
                    <a:pt x="105846" y="0"/>
                  </a:lnTo>
                  <a:lnTo>
                    <a:pt x="10594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829836" y="1835394"/>
              <a:ext cx="134392" cy="468938"/>
            </a:xfrm>
            <a:custGeom>
              <a:avLst/>
              <a:pathLst>
                <a:path w="134392" h="468938">
                  <a:moveTo>
                    <a:pt x="8393" y="5975"/>
                  </a:moveTo>
                  <a:lnTo>
                    <a:pt x="10945" y="7232"/>
                  </a:lnTo>
                  <a:lnTo>
                    <a:pt x="18413" y="6555"/>
                  </a:lnTo>
                  <a:lnTo>
                    <a:pt x="24084" y="9938"/>
                  </a:lnTo>
                  <a:lnTo>
                    <a:pt x="26258" y="8005"/>
                  </a:lnTo>
                  <a:lnTo>
                    <a:pt x="38735" y="21536"/>
                  </a:lnTo>
                  <a:lnTo>
                    <a:pt x="44312" y="17767"/>
                  </a:lnTo>
                  <a:lnTo>
                    <a:pt x="52157" y="23373"/>
                  </a:lnTo>
                  <a:lnTo>
                    <a:pt x="54331" y="17477"/>
                  </a:lnTo>
                  <a:lnTo>
                    <a:pt x="60759" y="20860"/>
                  </a:lnTo>
                  <a:lnTo>
                    <a:pt x="60759" y="22116"/>
                  </a:lnTo>
                  <a:lnTo>
                    <a:pt x="60948" y="23953"/>
                  </a:lnTo>
                  <a:lnTo>
                    <a:pt x="62271" y="24919"/>
                  </a:lnTo>
                  <a:lnTo>
                    <a:pt x="54804" y="38741"/>
                  </a:lnTo>
                  <a:lnTo>
                    <a:pt x="54520" y="39224"/>
                  </a:lnTo>
                  <a:lnTo>
                    <a:pt x="65296" y="45700"/>
                  </a:lnTo>
                  <a:lnTo>
                    <a:pt x="65674" y="45990"/>
                  </a:lnTo>
                  <a:lnTo>
                    <a:pt x="65958" y="65998"/>
                  </a:lnTo>
                  <a:lnTo>
                    <a:pt x="69171" y="71700"/>
                  </a:lnTo>
                  <a:lnTo>
                    <a:pt x="69171" y="94221"/>
                  </a:lnTo>
                  <a:lnTo>
                    <a:pt x="65107" y="102630"/>
                  </a:lnTo>
                  <a:lnTo>
                    <a:pt x="60948" y="109493"/>
                  </a:lnTo>
                  <a:lnTo>
                    <a:pt x="62177" y="114422"/>
                  </a:lnTo>
                  <a:lnTo>
                    <a:pt x="63216" y="118675"/>
                  </a:lnTo>
                  <a:lnTo>
                    <a:pt x="62460" y="121478"/>
                  </a:lnTo>
                  <a:lnTo>
                    <a:pt x="60570" y="124861"/>
                  </a:lnTo>
                  <a:lnTo>
                    <a:pt x="57451" y="127664"/>
                  </a:lnTo>
                  <a:lnTo>
                    <a:pt x="54237" y="132303"/>
                  </a:lnTo>
                  <a:lnTo>
                    <a:pt x="54048" y="138103"/>
                  </a:lnTo>
                  <a:lnTo>
                    <a:pt x="55749" y="141485"/>
                  </a:lnTo>
                  <a:lnTo>
                    <a:pt x="58490" y="145255"/>
                  </a:lnTo>
                  <a:lnTo>
                    <a:pt x="60475" y="145835"/>
                  </a:lnTo>
                  <a:lnTo>
                    <a:pt x="60759" y="147961"/>
                  </a:lnTo>
                  <a:lnTo>
                    <a:pt x="62649" y="154437"/>
                  </a:lnTo>
                  <a:lnTo>
                    <a:pt x="65296" y="157240"/>
                  </a:lnTo>
                  <a:lnTo>
                    <a:pt x="67470" y="160043"/>
                  </a:lnTo>
                  <a:lnTo>
                    <a:pt x="69739" y="161493"/>
                  </a:lnTo>
                  <a:lnTo>
                    <a:pt x="75504" y="163426"/>
                  </a:lnTo>
                  <a:lnTo>
                    <a:pt x="76639" y="164973"/>
                  </a:lnTo>
                  <a:lnTo>
                    <a:pt x="77962" y="167196"/>
                  </a:lnTo>
                  <a:lnTo>
                    <a:pt x="78246" y="168452"/>
                  </a:lnTo>
                  <a:lnTo>
                    <a:pt x="80609" y="170095"/>
                  </a:lnTo>
                  <a:lnTo>
                    <a:pt x="80514" y="174928"/>
                  </a:lnTo>
                  <a:lnTo>
                    <a:pt x="82877" y="175798"/>
                  </a:lnTo>
                  <a:lnTo>
                    <a:pt x="108398" y="187107"/>
                  </a:lnTo>
                  <a:lnTo>
                    <a:pt x="112747" y="181404"/>
                  </a:lnTo>
                  <a:lnTo>
                    <a:pt x="134203" y="182854"/>
                  </a:lnTo>
                  <a:lnTo>
                    <a:pt x="133920" y="183627"/>
                  </a:lnTo>
                  <a:lnTo>
                    <a:pt x="133731" y="184980"/>
                  </a:lnTo>
                  <a:lnTo>
                    <a:pt x="134014" y="186237"/>
                  </a:lnTo>
                  <a:lnTo>
                    <a:pt x="134392" y="188653"/>
                  </a:lnTo>
                  <a:lnTo>
                    <a:pt x="133731" y="190200"/>
                  </a:lnTo>
                  <a:lnTo>
                    <a:pt x="131368" y="192133"/>
                  </a:lnTo>
                  <a:lnTo>
                    <a:pt x="130139" y="194356"/>
                  </a:lnTo>
                  <a:lnTo>
                    <a:pt x="129761" y="195902"/>
                  </a:lnTo>
                  <a:lnTo>
                    <a:pt x="129477" y="197062"/>
                  </a:lnTo>
                  <a:lnTo>
                    <a:pt x="127303" y="199285"/>
                  </a:lnTo>
                  <a:lnTo>
                    <a:pt x="126263" y="201895"/>
                  </a:lnTo>
                  <a:lnTo>
                    <a:pt x="126169" y="203248"/>
                  </a:lnTo>
                  <a:lnTo>
                    <a:pt x="126074" y="204021"/>
                  </a:lnTo>
                  <a:lnTo>
                    <a:pt x="126074" y="204795"/>
                  </a:lnTo>
                  <a:lnTo>
                    <a:pt x="127209" y="209531"/>
                  </a:lnTo>
                  <a:lnTo>
                    <a:pt x="126641" y="213493"/>
                  </a:lnTo>
                  <a:lnTo>
                    <a:pt x="126452" y="215620"/>
                  </a:lnTo>
                  <a:lnTo>
                    <a:pt x="126641" y="217070"/>
                  </a:lnTo>
                  <a:lnTo>
                    <a:pt x="127492" y="218906"/>
                  </a:lnTo>
                  <a:lnTo>
                    <a:pt x="125507" y="223159"/>
                  </a:lnTo>
                  <a:lnTo>
                    <a:pt x="124089" y="226059"/>
                  </a:lnTo>
                  <a:lnTo>
                    <a:pt x="122293" y="229925"/>
                  </a:lnTo>
                  <a:lnTo>
                    <a:pt x="127776" y="235241"/>
                  </a:lnTo>
                  <a:lnTo>
                    <a:pt x="105090" y="255828"/>
                  </a:lnTo>
                  <a:lnTo>
                    <a:pt x="99324" y="261241"/>
                  </a:lnTo>
                  <a:lnTo>
                    <a:pt x="98379" y="261144"/>
                  </a:lnTo>
                  <a:lnTo>
                    <a:pt x="97623" y="262014"/>
                  </a:lnTo>
                  <a:lnTo>
                    <a:pt x="92046" y="271100"/>
                  </a:lnTo>
                  <a:lnTo>
                    <a:pt x="81648" y="288015"/>
                  </a:lnTo>
                  <a:lnTo>
                    <a:pt x="92046" y="295844"/>
                  </a:lnTo>
                  <a:lnTo>
                    <a:pt x="99608" y="301546"/>
                  </a:lnTo>
                  <a:lnTo>
                    <a:pt x="103294" y="305123"/>
                  </a:lnTo>
                  <a:lnTo>
                    <a:pt x="103200" y="309182"/>
                  </a:lnTo>
                  <a:lnTo>
                    <a:pt x="101876" y="311888"/>
                  </a:lnTo>
                  <a:lnTo>
                    <a:pt x="104239" y="322714"/>
                  </a:lnTo>
                  <a:lnTo>
                    <a:pt x="105279" y="329770"/>
                  </a:lnTo>
                  <a:lnTo>
                    <a:pt x="108398" y="332186"/>
                  </a:lnTo>
                  <a:lnTo>
                    <a:pt x="105752" y="335666"/>
                  </a:lnTo>
                  <a:lnTo>
                    <a:pt x="105468" y="336149"/>
                  </a:lnTo>
                  <a:lnTo>
                    <a:pt x="103578" y="338855"/>
                  </a:lnTo>
                  <a:lnTo>
                    <a:pt x="102065" y="341175"/>
                  </a:lnTo>
                  <a:lnTo>
                    <a:pt x="100931" y="343591"/>
                  </a:lnTo>
                  <a:lnTo>
                    <a:pt x="100459" y="345524"/>
                  </a:lnTo>
                  <a:lnTo>
                    <a:pt x="99513" y="347941"/>
                  </a:lnTo>
                  <a:lnTo>
                    <a:pt x="98474" y="350164"/>
                  </a:lnTo>
                  <a:lnTo>
                    <a:pt x="97812" y="351324"/>
                  </a:lnTo>
                  <a:lnTo>
                    <a:pt x="97528" y="352097"/>
                  </a:lnTo>
                  <a:lnTo>
                    <a:pt x="96678" y="353740"/>
                  </a:lnTo>
                  <a:lnTo>
                    <a:pt x="92708" y="356543"/>
                  </a:lnTo>
                  <a:lnTo>
                    <a:pt x="89966" y="357993"/>
                  </a:lnTo>
                  <a:lnTo>
                    <a:pt x="85335" y="362246"/>
                  </a:lnTo>
                  <a:lnTo>
                    <a:pt x="81554" y="367078"/>
                  </a:lnTo>
                  <a:lnTo>
                    <a:pt x="76733" y="373264"/>
                  </a:lnTo>
                  <a:lnTo>
                    <a:pt x="73519" y="376744"/>
                  </a:lnTo>
                  <a:lnTo>
                    <a:pt x="68132" y="381963"/>
                  </a:lnTo>
                  <a:lnTo>
                    <a:pt x="61799" y="387473"/>
                  </a:lnTo>
                  <a:lnTo>
                    <a:pt x="57640" y="392305"/>
                  </a:lnTo>
                  <a:lnTo>
                    <a:pt x="54709" y="396075"/>
                  </a:lnTo>
                  <a:lnTo>
                    <a:pt x="50834" y="398685"/>
                  </a:lnTo>
                  <a:lnTo>
                    <a:pt x="47431" y="404097"/>
                  </a:lnTo>
                  <a:lnTo>
                    <a:pt x="44406" y="408930"/>
                  </a:lnTo>
                  <a:lnTo>
                    <a:pt x="41287" y="412796"/>
                  </a:lnTo>
                  <a:lnTo>
                    <a:pt x="37884" y="416856"/>
                  </a:lnTo>
                  <a:lnTo>
                    <a:pt x="34292" y="420625"/>
                  </a:lnTo>
                  <a:lnTo>
                    <a:pt x="33064" y="421592"/>
                  </a:lnTo>
                  <a:lnTo>
                    <a:pt x="32213" y="422365"/>
                  </a:lnTo>
                  <a:lnTo>
                    <a:pt x="30417" y="425361"/>
                  </a:lnTo>
                  <a:lnTo>
                    <a:pt x="27203" y="429324"/>
                  </a:lnTo>
                  <a:lnTo>
                    <a:pt x="24557" y="433094"/>
                  </a:lnTo>
                  <a:lnTo>
                    <a:pt x="21721" y="434640"/>
                  </a:lnTo>
                  <a:lnTo>
                    <a:pt x="17845" y="436960"/>
                  </a:lnTo>
                  <a:lnTo>
                    <a:pt x="15104" y="438990"/>
                  </a:lnTo>
                  <a:lnTo>
                    <a:pt x="11796" y="443629"/>
                  </a:lnTo>
                  <a:lnTo>
                    <a:pt x="9527" y="447785"/>
                  </a:lnTo>
                  <a:lnTo>
                    <a:pt x="7731" y="451458"/>
                  </a:lnTo>
                  <a:lnTo>
                    <a:pt x="6786" y="454745"/>
                  </a:lnTo>
                  <a:lnTo>
                    <a:pt x="4801" y="458417"/>
                  </a:lnTo>
                  <a:lnTo>
                    <a:pt x="3383" y="462574"/>
                  </a:lnTo>
                  <a:lnTo>
                    <a:pt x="2155" y="464990"/>
                  </a:lnTo>
                  <a:lnTo>
                    <a:pt x="0" y="468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4076920" y="5649966"/>
              <a:ext cx="667778" cy="403361"/>
            </a:xfrm>
            <a:custGeom>
              <a:avLst/>
              <a:pathLst>
                <a:path w="667778" h="403361">
                  <a:moveTo>
                    <a:pt x="36762" y="372315"/>
                  </a:moveTo>
                  <a:lnTo>
                    <a:pt x="56328" y="350278"/>
                  </a:lnTo>
                  <a:lnTo>
                    <a:pt x="70790" y="336359"/>
                  </a:lnTo>
                  <a:lnTo>
                    <a:pt x="76745" y="325244"/>
                  </a:lnTo>
                  <a:lnTo>
                    <a:pt x="80431" y="317318"/>
                  </a:lnTo>
                  <a:lnTo>
                    <a:pt x="80998" y="316158"/>
                  </a:lnTo>
                  <a:lnTo>
                    <a:pt x="87237" y="312679"/>
                  </a:lnTo>
                  <a:lnTo>
                    <a:pt x="112096" y="305913"/>
                  </a:lnTo>
                  <a:lnTo>
                    <a:pt x="125424" y="302820"/>
                  </a:lnTo>
                  <a:lnTo>
                    <a:pt x="184785" y="280106"/>
                  </a:lnTo>
                  <a:lnTo>
                    <a:pt x="213520" y="263578"/>
                  </a:lnTo>
                  <a:lnTo>
                    <a:pt x="255299" y="233615"/>
                  </a:lnTo>
                  <a:lnTo>
                    <a:pt x="269383" y="219310"/>
                  </a:lnTo>
                  <a:lnTo>
                    <a:pt x="273258" y="213317"/>
                  </a:lnTo>
                  <a:lnTo>
                    <a:pt x="273542" y="212931"/>
                  </a:lnTo>
                  <a:lnTo>
                    <a:pt x="281387" y="202782"/>
                  </a:lnTo>
                  <a:lnTo>
                    <a:pt x="285641" y="196113"/>
                  </a:lnTo>
                  <a:lnTo>
                    <a:pt x="287720" y="191570"/>
                  </a:lnTo>
                  <a:lnTo>
                    <a:pt x="289422" y="189154"/>
                  </a:lnTo>
                  <a:lnTo>
                    <a:pt x="298307" y="181518"/>
                  </a:lnTo>
                  <a:lnTo>
                    <a:pt x="300953" y="176395"/>
                  </a:lnTo>
                  <a:lnTo>
                    <a:pt x="304073" y="172915"/>
                  </a:lnTo>
                  <a:lnTo>
                    <a:pt x="314281" y="166343"/>
                  </a:lnTo>
                  <a:lnTo>
                    <a:pt x="322127" y="160447"/>
                  </a:lnTo>
                  <a:lnTo>
                    <a:pt x="334415" y="148558"/>
                  </a:lnTo>
                  <a:lnTo>
                    <a:pt x="338574" y="145465"/>
                  </a:lnTo>
                  <a:lnTo>
                    <a:pt x="351051" y="139086"/>
                  </a:lnTo>
                  <a:lnTo>
                    <a:pt x="353886" y="138023"/>
                  </a:lnTo>
                  <a:lnTo>
                    <a:pt x="357100" y="137443"/>
                  </a:lnTo>
                  <a:lnTo>
                    <a:pt x="363339" y="137926"/>
                  </a:lnTo>
                  <a:lnTo>
                    <a:pt x="366174" y="137636"/>
                  </a:lnTo>
                  <a:lnTo>
                    <a:pt x="372129" y="133673"/>
                  </a:lnTo>
                  <a:lnTo>
                    <a:pt x="378273" y="128647"/>
                  </a:lnTo>
                  <a:lnTo>
                    <a:pt x="382243" y="127101"/>
                  </a:lnTo>
                  <a:lnTo>
                    <a:pt x="389332" y="127101"/>
                  </a:lnTo>
                  <a:lnTo>
                    <a:pt x="397178" y="129807"/>
                  </a:lnTo>
                  <a:lnTo>
                    <a:pt x="408332" y="131064"/>
                  </a:lnTo>
                  <a:lnTo>
                    <a:pt x="420525" y="134060"/>
                  </a:lnTo>
                  <a:lnTo>
                    <a:pt x="435932" y="134833"/>
                  </a:lnTo>
                  <a:lnTo>
                    <a:pt x="440847" y="135510"/>
                  </a:lnTo>
                  <a:lnTo>
                    <a:pt x="448693" y="134833"/>
                  </a:lnTo>
                  <a:lnTo>
                    <a:pt x="452663" y="133480"/>
                  </a:lnTo>
                  <a:lnTo>
                    <a:pt x="460603" y="127874"/>
                  </a:lnTo>
                  <a:lnTo>
                    <a:pt x="477617" y="118789"/>
                  </a:lnTo>
                  <a:lnTo>
                    <a:pt x="481870" y="118402"/>
                  </a:lnTo>
                  <a:lnTo>
                    <a:pt x="494820" y="119272"/>
                  </a:lnTo>
                  <a:lnTo>
                    <a:pt x="506068" y="119369"/>
                  </a:lnTo>
                  <a:lnTo>
                    <a:pt x="510889" y="118692"/>
                  </a:lnTo>
                  <a:lnTo>
                    <a:pt x="517317" y="116566"/>
                  </a:lnTo>
                  <a:lnTo>
                    <a:pt x="528470" y="108060"/>
                  </a:lnTo>
                  <a:lnTo>
                    <a:pt x="533007" y="105740"/>
                  </a:lnTo>
                  <a:lnTo>
                    <a:pt x="536221" y="104194"/>
                  </a:lnTo>
                  <a:lnTo>
                    <a:pt x="541798" y="103517"/>
                  </a:lnTo>
                  <a:lnTo>
                    <a:pt x="554370" y="103710"/>
                  </a:lnTo>
                  <a:lnTo>
                    <a:pt x="564767" y="101584"/>
                  </a:lnTo>
                  <a:lnTo>
                    <a:pt x="567792" y="99748"/>
                  </a:lnTo>
                  <a:lnTo>
                    <a:pt x="574219" y="92885"/>
                  </a:lnTo>
                  <a:lnTo>
                    <a:pt x="578000" y="87086"/>
                  </a:lnTo>
                  <a:lnTo>
                    <a:pt x="579135" y="84476"/>
                  </a:lnTo>
                  <a:lnTo>
                    <a:pt x="580458" y="79063"/>
                  </a:lnTo>
                  <a:lnTo>
                    <a:pt x="580741" y="75101"/>
                  </a:lnTo>
                  <a:lnTo>
                    <a:pt x="580741" y="69978"/>
                  </a:lnTo>
                  <a:lnTo>
                    <a:pt x="582065" y="65918"/>
                  </a:lnTo>
                  <a:lnTo>
                    <a:pt x="586413" y="58476"/>
                  </a:lnTo>
                  <a:lnTo>
                    <a:pt x="588020" y="53546"/>
                  </a:lnTo>
                  <a:lnTo>
                    <a:pt x="592273" y="45041"/>
                  </a:lnTo>
                  <a:lnTo>
                    <a:pt x="599268" y="35472"/>
                  </a:lnTo>
                  <a:lnTo>
                    <a:pt x="603522" y="26193"/>
                  </a:lnTo>
                  <a:lnTo>
                    <a:pt x="605790" y="22327"/>
                  </a:lnTo>
                  <a:lnTo>
                    <a:pt x="609004" y="19427"/>
                  </a:lnTo>
                  <a:lnTo>
                    <a:pt x="620252" y="15754"/>
                  </a:lnTo>
                  <a:lnTo>
                    <a:pt x="633769" y="10052"/>
                  </a:lnTo>
                  <a:lnTo>
                    <a:pt x="637550" y="7925"/>
                  </a:lnTo>
                  <a:lnTo>
                    <a:pt x="643883" y="2223"/>
                  </a:lnTo>
                  <a:lnTo>
                    <a:pt x="647191" y="193"/>
                  </a:lnTo>
                  <a:lnTo>
                    <a:pt x="648987" y="0"/>
                  </a:lnTo>
                  <a:lnTo>
                    <a:pt x="651256" y="289"/>
                  </a:lnTo>
                  <a:lnTo>
                    <a:pt x="654375" y="1449"/>
                  </a:lnTo>
                  <a:lnTo>
                    <a:pt x="655887" y="2416"/>
                  </a:lnTo>
                  <a:lnTo>
                    <a:pt x="658723" y="7539"/>
                  </a:lnTo>
                  <a:lnTo>
                    <a:pt x="662126" y="18074"/>
                  </a:lnTo>
                  <a:lnTo>
                    <a:pt x="664394" y="22617"/>
                  </a:lnTo>
                  <a:lnTo>
                    <a:pt x="666663" y="25420"/>
                  </a:lnTo>
                  <a:lnTo>
                    <a:pt x="667778" y="25976"/>
                  </a:lnTo>
                  <a:lnTo>
                    <a:pt x="667778" y="403361"/>
                  </a:lnTo>
                  <a:lnTo>
                    <a:pt x="0" y="403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948255" y="3201306"/>
              <a:ext cx="379509" cy="457661"/>
            </a:xfrm>
            <a:custGeom>
              <a:avLst/>
              <a:pathLst>
                <a:path w="379509" h="457661">
                  <a:moveTo>
                    <a:pt x="211920" y="5219"/>
                  </a:moveTo>
                  <a:lnTo>
                    <a:pt x="214850" y="4832"/>
                  </a:lnTo>
                  <a:lnTo>
                    <a:pt x="218537" y="5992"/>
                  </a:lnTo>
                  <a:lnTo>
                    <a:pt x="223168" y="8892"/>
                  </a:lnTo>
                  <a:lnTo>
                    <a:pt x="225720" y="12371"/>
                  </a:lnTo>
                  <a:lnTo>
                    <a:pt x="226855" y="14691"/>
                  </a:lnTo>
                  <a:lnTo>
                    <a:pt x="231014" y="21554"/>
                  </a:lnTo>
                  <a:lnTo>
                    <a:pt x="233471" y="25130"/>
                  </a:lnTo>
                  <a:lnTo>
                    <a:pt x="234795" y="31219"/>
                  </a:lnTo>
                  <a:lnTo>
                    <a:pt x="234795" y="36052"/>
                  </a:lnTo>
                  <a:lnTo>
                    <a:pt x="233093" y="39918"/>
                  </a:lnTo>
                  <a:lnTo>
                    <a:pt x="231959" y="41755"/>
                  </a:lnTo>
                  <a:lnTo>
                    <a:pt x="231959" y="49487"/>
                  </a:lnTo>
                  <a:lnTo>
                    <a:pt x="233093" y="54803"/>
                  </a:lnTo>
                  <a:lnTo>
                    <a:pt x="238765" y="61182"/>
                  </a:lnTo>
                  <a:lnTo>
                    <a:pt x="245665" y="74327"/>
                  </a:lnTo>
                  <a:lnTo>
                    <a:pt x="252470" y="81963"/>
                  </a:lnTo>
                  <a:lnTo>
                    <a:pt x="256535" y="82543"/>
                  </a:lnTo>
                  <a:lnTo>
                    <a:pt x="259182" y="86602"/>
                  </a:lnTo>
                  <a:lnTo>
                    <a:pt x="259749" y="92015"/>
                  </a:lnTo>
                  <a:lnTo>
                    <a:pt x="259749" y="94045"/>
                  </a:lnTo>
                  <a:lnTo>
                    <a:pt x="259749" y="100811"/>
                  </a:lnTo>
                  <a:lnTo>
                    <a:pt x="261356" y="116469"/>
                  </a:lnTo>
                  <a:lnTo>
                    <a:pt x="261545" y="118015"/>
                  </a:lnTo>
                  <a:lnTo>
                    <a:pt x="267972" y="118499"/>
                  </a:lnTo>
                  <a:lnTo>
                    <a:pt x="271470" y="120625"/>
                  </a:lnTo>
                  <a:lnTo>
                    <a:pt x="276196" y="121495"/>
                  </a:lnTo>
                  <a:lnTo>
                    <a:pt x="282340" y="122655"/>
                  </a:lnTo>
                  <a:lnTo>
                    <a:pt x="287538" y="124781"/>
                  </a:lnTo>
                  <a:lnTo>
                    <a:pt x="290752" y="129614"/>
                  </a:lnTo>
                  <a:lnTo>
                    <a:pt x="291225" y="134447"/>
                  </a:lnTo>
                  <a:lnTo>
                    <a:pt x="291130" y="140246"/>
                  </a:lnTo>
                  <a:lnTo>
                    <a:pt x="289145" y="144692"/>
                  </a:lnTo>
                  <a:lnTo>
                    <a:pt x="290091" y="156871"/>
                  </a:lnTo>
                  <a:lnTo>
                    <a:pt x="294722" y="163347"/>
                  </a:lnTo>
                  <a:lnTo>
                    <a:pt x="298409" y="169533"/>
                  </a:lnTo>
                  <a:lnTo>
                    <a:pt x="300677" y="171079"/>
                  </a:lnTo>
                  <a:lnTo>
                    <a:pt x="303135" y="172819"/>
                  </a:lnTo>
                  <a:lnTo>
                    <a:pt x="306538" y="177168"/>
                  </a:lnTo>
                  <a:lnTo>
                    <a:pt x="310413" y="181808"/>
                  </a:lnTo>
                  <a:lnTo>
                    <a:pt x="310791" y="188864"/>
                  </a:lnTo>
                  <a:lnTo>
                    <a:pt x="308806" y="195726"/>
                  </a:lnTo>
                  <a:lnTo>
                    <a:pt x="307483" y="205295"/>
                  </a:lnTo>
                  <a:lnTo>
                    <a:pt x="306538" y="213027"/>
                  </a:lnTo>
                  <a:lnTo>
                    <a:pt x="309562" y="218247"/>
                  </a:lnTo>
                  <a:lnTo>
                    <a:pt x="311453" y="223273"/>
                  </a:lnTo>
                  <a:lnTo>
                    <a:pt x="314383" y="225786"/>
                  </a:lnTo>
                  <a:lnTo>
                    <a:pt x="316841" y="231392"/>
                  </a:lnTo>
                  <a:lnTo>
                    <a:pt x="317030" y="235838"/>
                  </a:lnTo>
                  <a:lnTo>
                    <a:pt x="314194" y="242314"/>
                  </a:lnTo>
                  <a:lnTo>
                    <a:pt x="311075" y="248016"/>
                  </a:lnTo>
                  <a:lnTo>
                    <a:pt x="310980" y="258262"/>
                  </a:lnTo>
                  <a:lnTo>
                    <a:pt x="306443" y="262418"/>
                  </a:lnTo>
                  <a:lnTo>
                    <a:pt x="301622" y="269764"/>
                  </a:lnTo>
                  <a:lnTo>
                    <a:pt x="298314" y="271407"/>
                  </a:lnTo>
                  <a:lnTo>
                    <a:pt x="297274" y="271890"/>
                  </a:lnTo>
                  <a:lnTo>
                    <a:pt x="292643" y="273920"/>
                  </a:lnTo>
                  <a:lnTo>
                    <a:pt x="292454" y="276820"/>
                  </a:lnTo>
                  <a:lnTo>
                    <a:pt x="291981" y="277013"/>
                  </a:lnTo>
                  <a:lnTo>
                    <a:pt x="292359" y="278656"/>
                  </a:lnTo>
                  <a:lnTo>
                    <a:pt x="292170" y="281556"/>
                  </a:lnTo>
                  <a:lnTo>
                    <a:pt x="292265" y="283489"/>
                  </a:lnTo>
                  <a:lnTo>
                    <a:pt x="291697" y="283779"/>
                  </a:lnTo>
                  <a:lnTo>
                    <a:pt x="291697" y="285905"/>
                  </a:lnTo>
                  <a:lnTo>
                    <a:pt x="292265" y="286389"/>
                  </a:lnTo>
                  <a:lnTo>
                    <a:pt x="292548" y="287742"/>
                  </a:lnTo>
                  <a:lnTo>
                    <a:pt x="292926" y="288322"/>
                  </a:lnTo>
                  <a:lnTo>
                    <a:pt x="292926" y="289482"/>
                  </a:lnTo>
                  <a:lnTo>
                    <a:pt x="291603" y="290255"/>
                  </a:lnTo>
                  <a:lnTo>
                    <a:pt x="291319" y="290351"/>
                  </a:lnTo>
                  <a:lnTo>
                    <a:pt x="291414" y="291608"/>
                  </a:lnTo>
                  <a:lnTo>
                    <a:pt x="290185" y="293348"/>
                  </a:lnTo>
                  <a:lnTo>
                    <a:pt x="288767" y="297601"/>
                  </a:lnTo>
                  <a:lnTo>
                    <a:pt x="289051" y="298567"/>
                  </a:lnTo>
                  <a:lnTo>
                    <a:pt x="289712" y="299630"/>
                  </a:lnTo>
                  <a:lnTo>
                    <a:pt x="289807" y="300597"/>
                  </a:lnTo>
                  <a:lnTo>
                    <a:pt x="289996" y="302337"/>
                  </a:lnTo>
                  <a:lnTo>
                    <a:pt x="290941" y="303497"/>
                  </a:lnTo>
                  <a:lnTo>
                    <a:pt x="292265" y="304753"/>
                  </a:lnTo>
                  <a:lnTo>
                    <a:pt x="293682" y="306396"/>
                  </a:lnTo>
                  <a:lnTo>
                    <a:pt x="295856" y="309102"/>
                  </a:lnTo>
                  <a:lnTo>
                    <a:pt x="298125" y="312582"/>
                  </a:lnTo>
                  <a:lnTo>
                    <a:pt x="300205" y="315192"/>
                  </a:lnTo>
                  <a:lnTo>
                    <a:pt x="302095" y="316835"/>
                  </a:lnTo>
                  <a:lnTo>
                    <a:pt x="303985" y="319735"/>
                  </a:lnTo>
                  <a:lnTo>
                    <a:pt x="305120" y="322248"/>
                  </a:lnTo>
                  <a:lnTo>
                    <a:pt x="305970" y="322344"/>
                  </a:lnTo>
                  <a:lnTo>
                    <a:pt x="309184" y="324374"/>
                  </a:lnTo>
                  <a:lnTo>
                    <a:pt x="309657" y="324664"/>
                  </a:lnTo>
                  <a:lnTo>
                    <a:pt x="311264" y="326017"/>
                  </a:lnTo>
                  <a:lnTo>
                    <a:pt x="312493" y="328917"/>
                  </a:lnTo>
                  <a:lnTo>
                    <a:pt x="313343" y="329883"/>
                  </a:lnTo>
                  <a:lnTo>
                    <a:pt x="314572" y="331043"/>
                  </a:lnTo>
                  <a:lnTo>
                    <a:pt x="316179" y="332590"/>
                  </a:lnTo>
                  <a:lnTo>
                    <a:pt x="317313" y="335876"/>
                  </a:lnTo>
                  <a:lnTo>
                    <a:pt x="318353" y="339162"/>
                  </a:lnTo>
                  <a:lnTo>
                    <a:pt x="319771" y="340999"/>
                  </a:lnTo>
                  <a:lnTo>
                    <a:pt x="320905" y="343125"/>
                  </a:lnTo>
                  <a:lnTo>
                    <a:pt x="322606" y="347088"/>
                  </a:lnTo>
                  <a:lnTo>
                    <a:pt x="325348" y="352404"/>
                  </a:lnTo>
                  <a:lnTo>
                    <a:pt x="327805" y="356270"/>
                  </a:lnTo>
                  <a:lnTo>
                    <a:pt x="333099" y="361393"/>
                  </a:lnTo>
                  <a:lnTo>
                    <a:pt x="334233" y="363423"/>
                  </a:lnTo>
                  <a:lnTo>
                    <a:pt x="333099" y="367579"/>
                  </a:lnTo>
                  <a:lnTo>
                    <a:pt x="332626" y="370382"/>
                  </a:lnTo>
                  <a:lnTo>
                    <a:pt x="332437" y="373378"/>
                  </a:lnTo>
                  <a:lnTo>
                    <a:pt x="333760" y="375215"/>
                  </a:lnTo>
                  <a:lnTo>
                    <a:pt x="335083" y="376664"/>
                  </a:lnTo>
                  <a:lnTo>
                    <a:pt x="336501" y="377341"/>
                  </a:lnTo>
                  <a:lnTo>
                    <a:pt x="338108" y="378114"/>
                  </a:lnTo>
                  <a:lnTo>
                    <a:pt x="339526" y="378791"/>
                  </a:lnTo>
                  <a:lnTo>
                    <a:pt x="340944" y="379564"/>
                  </a:lnTo>
                  <a:lnTo>
                    <a:pt x="341511" y="380144"/>
                  </a:lnTo>
                  <a:lnTo>
                    <a:pt x="343307" y="380434"/>
                  </a:lnTo>
                  <a:lnTo>
                    <a:pt x="345576" y="380531"/>
                  </a:lnTo>
                  <a:lnTo>
                    <a:pt x="347182" y="380917"/>
                  </a:lnTo>
                  <a:lnTo>
                    <a:pt x="348317" y="381497"/>
                  </a:lnTo>
                  <a:lnTo>
                    <a:pt x="350963" y="381787"/>
                  </a:lnTo>
                  <a:lnTo>
                    <a:pt x="352192" y="382754"/>
                  </a:lnTo>
                  <a:lnTo>
                    <a:pt x="354933" y="384010"/>
                  </a:lnTo>
                  <a:lnTo>
                    <a:pt x="355690" y="384010"/>
                  </a:lnTo>
                  <a:lnTo>
                    <a:pt x="357391" y="384783"/>
                  </a:lnTo>
                  <a:lnTo>
                    <a:pt x="357580" y="385170"/>
                  </a:lnTo>
                  <a:lnTo>
                    <a:pt x="357674" y="385750"/>
                  </a:lnTo>
                  <a:lnTo>
                    <a:pt x="358903" y="385750"/>
                  </a:lnTo>
                  <a:lnTo>
                    <a:pt x="358809" y="386233"/>
                  </a:lnTo>
                  <a:lnTo>
                    <a:pt x="359659" y="386717"/>
                  </a:lnTo>
                  <a:lnTo>
                    <a:pt x="360132" y="386427"/>
                  </a:lnTo>
                  <a:lnTo>
                    <a:pt x="361455" y="387296"/>
                  </a:lnTo>
                  <a:lnTo>
                    <a:pt x="361644" y="387103"/>
                  </a:lnTo>
                  <a:lnTo>
                    <a:pt x="363440" y="387973"/>
                  </a:lnTo>
                  <a:lnTo>
                    <a:pt x="363724" y="387296"/>
                  </a:lnTo>
                  <a:lnTo>
                    <a:pt x="364197" y="387586"/>
                  </a:lnTo>
                  <a:lnTo>
                    <a:pt x="364480" y="387007"/>
                  </a:lnTo>
                  <a:lnTo>
                    <a:pt x="366276" y="387876"/>
                  </a:lnTo>
                  <a:lnTo>
                    <a:pt x="366560" y="387393"/>
                  </a:lnTo>
                  <a:lnTo>
                    <a:pt x="368639" y="388263"/>
                  </a:lnTo>
                  <a:lnTo>
                    <a:pt x="369395" y="388166"/>
                  </a:lnTo>
                  <a:lnTo>
                    <a:pt x="369584" y="390099"/>
                  </a:lnTo>
                  <a:lnTo>
                    <a:pt x="370908" y="389810"/>
                  </a:lnTo>
                  <a:lnTo>
                    <a:pt x="379509" y="391259"/>
                  </a:lnTo>
                  <a:lnTo>
                    <a:pt x="379320" y="392226"/>
                  </a:lnTo>
                  <a:lnTo>
                    <a:pt x="379320" y="392516"/>
                  </a:lnTo>
                  <a:lnTo>
                    <a:pt x="379320" y="396285"/>
                  </a:lnTo>
                  <a:lnTo>
                    <a:pt x="378848" y="399862"/>
                  </a:lnTo>
                  <a:lnTo>
                    <a:pt x="378564" y="401408"/>
                  </a:lnTo>
                  <a:lnTo>
                    <a:pt x="377997" y="405661"/>
                  </a:lnTo>
                  <a:lnTo>
                    <a:pt x="377808" y="406338"/>
                  </a:lnTo>
                  <a:lnTo>
                    <a:pt x="376390" y="412330"/>
                  </a:lnTo>
                  <a:lnTo>
                    <a:pt x="375634" y="413490"/>
                  </a:lnTo>
                  <a:lnTo>
                    <a:pt x="375256" y="414070"/>
                  </a:lnTo>
                  <a:lnTo>
                    <a:pt x="374689" y="414940"/>
                  </a:lnTo>
                  <a:lnTo>
                    <a:pt x="373554" y="416680"/>
                  </a:lnTo>
                  <a:lnTo>
                    <a:pt x="371286" y="420063"/>
                  </a:lnTo>
                  <a:lnTo>
                    <a:pt x="370813" y="421029"/>
                  </a:lnTo>
                  <a:lnTo>
                    <a:pt x="370530" y="421802"/>
                  </a:lnTo>
                  <a:lnTo>
                    <a:pt x="370057" y="422769"/>
                  </a:lnTo>
                  <a:lnTo>
                    <a:pt x="369773" y="423542"/>
                  </a:lnTo>
                  <a:lnTo>
                    <a:pt x="367599" y="428858"/>
                  </a:lnTo>
                  <a:lnTo>
                    <a:pt x="367410" y="429148"/>
                  </a:lnTo>
                  <a:lnTo>
                    <a:pt x="363818" y="436011"/>
                  </a:lnTo>
                  <a:lnTo>
                    <a:pt x="362779" y="437750"/>
                  </a:lnTo>
                  <a:lnTo>
                    <a:pt x="361739" y="439007"/>
                  </a:lnTo>
                  <a:lnTo>
                    <a:pt x="358242" y="443066"/>
                  </a:lnTo>
                  <a:lnTo>
                    <a:pt x="356351" y="445386"/>
                  </a:lnTo>
                  <a:lnTo>
                    <a:pt x="355973" y="445869"/>
                  </a:lnTo>
                  <a:lnTo>
                    <a:pt x="351530" y="448479"/>
                  </a:lnTo>
                  <a:lnTo>
                    <a:pt x="350585" y="449059"/>
                  </a:lnTo>
                  <a:lnTo>
                    <a:pt x="349167" y="449929"/>
                  </a:lnTo>
                  <a:lnTo>
                    <a:pt x="347939" y="450606"/>
                  </a:lnTo>
                  <a:lnTo>
                    <a:pt x="347466" y="450799"/>
                  </a:lnTo>
                  <a:lnTo>
                    <a:pt x="347182" y="450799"/>
                  </a:lnTo>
                  <a:lnTo>
                    <a:pt x="346426" y="450992"/>
                  </a:lnTo>
                  <a:lnTo>
                    <a:pt x="337919" y="453215"/>
                  </a:lnTo>
                  <a:lnTo>
                    <a:pt x="333099" y="454375"/>
                  </a:lnTo>
                  <a:lnTo>
                    <a:pt x="331208" y="454858"/>
                  </a:lnTo>
                  <a:lnTo>
                    <a:pt x="330263" y="455052"/>
                  </a:lnTo>
                  <a:lnTo>
                    <a:pt x="329885" y="455148"/>
                  </a:lnTo>
                  <a:lnTo>
                    <a:pt x="326576" y="455632"/>
                  </a:lnTo>
                  <a:lnTo>
                    <a:pt x="322323" y="456308"/>
                  </a:lnTo>
                  <a:lnTo>
                    <a:pt x="318731" y="456695"/>
                  </a:lnTo>
                  <a:lnTo>
                    <a:pt x="315328" y="457081"/>
                  </a:lnTo>
                  <a:lnTo>
                    <a:pt x="310508" y="457661"/>
                  </a:lnTo>
                  <a:lnTo>
                    <a:pt x="307955" y="457371"/>
                  </a:lnTo>
                  <a:lnTo>
                    <a:pt x="296707" y="456308"/>
                  </a:lnTo>
                  <a:lnTo>
                    <a:pt x="294439" y="456115"/>
                  </a:lnTo>
                  <a:lnTo>
                    <a:pt x="293399" y="456018"/>
                  </a:lnTo>
                  <a:lnTo>
                    <a:pt x="282434" y="455245"/>
                  </a:lnTo>
                  <a:lnTo>
                    <a:pt x="282245" y="455245"/>
                  </a:lnTo>
                  <a:lnTo>
                    <a:pt x="277424" y="454665"/>
                  </a:lnTo>
                  <a:lnTo>
                    <a:pt x="270524" y="453795"/>
                  </a:lnTo>
                  <a:lnTo>
                    <a:pt x="268823" y="453215"/>
                  </a:lnTo>
                  <a:lnTo>
                    <a:pt x="266554" y="452539"/>
                  </a:lnTo>
                  <a:lnTo>
                    <a:pt x="265893" y="452442"/>
                  </a:lnTo>
                  <a:lnTo>
                    <a:pt x="256346" y="451959"/>
                  </a:lnTo>
                  <a:lnTo>
                    <a:pt x="253794" y="451765"/>
                  </a:lnTo>
                  <a:lnTo>
                    <a:pt x="251525" y="451669"/>
                  </a:lnTo>
                  <a:lnTo>
                    <a:pt x="243018" y="451475"/>
                  </a:lnTo>
                  <a:lnTo>
                    <a:pt x="239048" y="451475"/>
                  </a:lnTo>
                  <a:lnTo>
                    <a:pt x="238008" y="451379"/>
                  </a:lnTo>
                  <a:lnTo>
                    <a:pt x="232904" y="451379"/>
                  </a:lnTo>
                  <a:lnTo>
                    <a:pt x="228745" y="450799"/>
                  </a:lnTo>
                  <a:lnTo>
                    <a:pt x="222601" y="449929"/>
                  </a:lnTo>
                  <a:lnTo>
                    <a:pt x="220522" y="449059"/>
                  </a:lnTo>
                  <a:lnTo>
                    <a:pt x="220049" y="448866"/>
                  </a:lnTo>
                  <a:lnTo>
                    <a:pt x="218064" y="448093"/>
                  </a:lnTo>
                  <a:lnTo>
                    <a:pt x="216552" y="447416"/>
                  </a:lnTo>
                  <a:lnTo>
                    <a:pt x="212393" y="445773"/>
                  </a:lnTo>
                  <a:lnTo>
                    <a:pt x="211447" y="445386"/>
                  </a:lnTo>
                  <a:lnTo>
                    <a:pt x="209746" y="444613"/>
                  </a:lnTo>
                  <a:lnTo>
                    <a:pt x="207950" y="443840"/>
                  </a:lnTo>
                  <a:lnTo>
                    <a:pt x="207667" y="443743"/>
                  </a:lnTo>
                  <a:lnTo>
                    <a:pt x="203224" y="441810"/>
                  </a:lnTo>
                  <a:lnTo>
                    <a:pt x="202468" y="441520"/>
                  </a:lnTo>
                  <a:lnTo>
                    <a:pt x="199538" y="440263"/>
                  </a:lnTo>
                  <a:lnTo>
                    <a:pt x="197931" y="439394"/>
                  </a:lnTo>
                  <a:lnTo>
                    <a:pt x="194811" y="437750"/>
                  </a:lnTo>
                  <a:lnTo>
                    <a:pt x="189235" y="434851"/>
                  </a:lnTo>
                  <a:lnTo>
                    <a:pt x="187628" y="433981"/>
                  </a:lnTo>
                  <a:lnTo>
                    <a:pt x="183563" y="432434"/>
                  </a:lnTo>
                  <a:lnTo>
                    <a:pt x="183374" y="432434"/>
                  </a:lnTo>
                  <a:lnTo>
                    <a:pt x="180538" y="431371"/>
                  </a:lnTo>
                  <a:lnTo>
                    <a:pt x="179121" y="430791"/>
                  </a:lnTo>
                  <a:lnTo>
                    <a:pt x="178837" y="430791"/>
                  </a:lnTo>
                  <a:lnTo>
                    <a:pt x="178648" y="430695"/>
                  </a:lnTo>
                  <a:lnTo>
                    <a:pt x="175812" y="429825"/>
                  </a:lnTo>
                  <a:lnTo>
                    <a:pt x="175623" y="429728"/>
                  </a:lnTo>
                  <a:lnTo>
                    <a:pt x="175340" y="429631"/>
                  </a:lnTo>
                  <a:lnTo>
                    <a:pt x="172882" y="428858"/>
                  </a:lnTo>
                  <a:lnTo>
                    <a:pt x="171181" y="428375"/>
                  </a:lnTo>
                  <a:lnTo>
                    <a:pt x="167872" y="427118"/>
                  </a:lnTo>
                  <a:lnTo>
                    <a:pt x="166171" y="426442"/>
                  </a:lnTo>
                  <a:lnTo>
                    <a:pt x="163619" y="425475"/>
                  </a:lnTo>
                  <a:lnTo>
                    <a:pt x="160783" y="424025"/>
                  </a:lnTo>
                  <a:lnTo>
                    <a:pt x="159932" y="423639"/>
                  </a:lnTo>
                  <a:lnTo>
                    <a:pt x="156813" y="421996"/>
                  </a:lnTo>
                  <a:lnTo>
                    <a:pt x="156435" y="421899"/>
                  </a:lnTo>
                  <a:lnTo>
                    <a:pt x="152843" y="420159"/>
                  </a:lnTo>
                  <a:lnTo>
                    <a:pt x="151236" y="419386"/>
                  </a:lnTo>
                  <a:lnTo>
                    <a:pt x="145848" y="416293"/>
                  </a:lnTo>
                  <a:lnTo>
                    <a:pt x="143296" y="414843"/>
                  </a:lnTo>
                  <a:lnTo>
                    <a:pt x="141311" y="413780"/>
                  </a:lnTo>
                  <a:lnTo>
                    <a:pt x="140555" y="413393"/>
                  </a:lnTo>
                  <a:lnTo>
                    <a:pt x="138192" y="412427"/>
                  </a:lnTo>
                  <a:lnTo>
                    <a:pt x="137247" y="412040"/>
                  </a:lnTo>
                  <a:lnTo>
                    <a:pt x="136680" y="411847"/>
                  </a:lnTo>
                  <a:lnTo>
                    <a:pt x="134411" y="410977"/>
                  </a:lnTo>
                  <a:lnTo>
                    <a:pt x="133182" y="410590"/>
                  </a:lnTo>
                  <a:lnTo>
                    <a:pt x="132993" y="410494"/>
                  </a:lnTo>
                  <a:lnTo>
                    <a:pt x="132237" y="410300"/>
                  </a:lnTo>
                  <a:lnTo>
                    <a:pt x="131292" y="409914"/>
                  </a:lnTo>
                  <a:lnTo>
                    <a:pt x="130063" y="409527"/>
                  </a:lnTo>
                  <a:lnTo>
                    <a:pt x="129780" y="409430"/>
                  </a:lnTo>
                  <a:lnTo>
                    <a:pt x="126849" y="408174"/>
                  </a:lnTo>
                  <a:lnTo>
                    <a:pt x="124108" y="407111"/>
                  </a:lnTo>
                  <a:lnTo>
                    <a:pt x="120233" y="406338"/>
                  </a:lnTo>
                  <a:lnTo>
                    <a:pt x="119193" y="406144"/>
                  </a:lnTo>
                  <a:lnTo>
                    <a:pt x="117397" y="406048"/>
                  </a:lnTo>
                  <a:lnTo>
                    <a:pt x="115507" y="405951"/>
                  </a:lnTo>
                  <a:lnTo>
                    <a:pt x="112860" y="405854"/>
                  </a:lnTo>
                  <a:lnTo>
                    <a:pt x="112671" y="405854"/>
                  </a:lnTo>
                  <a:lnTo>
                    <a:pt x="107945" y="406144"/>
                  </a:lnTo>
                  <a:lnTo>
                    <a:pt x="103030" y="406338"/>
                  </a:lnTo>
                  <a:lnTo>
                    <a:pt x="102368" y="406338"/>
                  </a:lnTo>
                  <a:lnTo>
                    <a:pt x="98209" y="406434"/>
                  </a:lnTo>
                  <a:lnTo>
                    <a:pt x="98020" y="406434"/>
                  </a:lnTo>
                  <a:lnTo>
                    <a:pt x="93955" y="406434"/>
                  </a:lnTo>
                  <a:lnTo>
                    <a:pt x="91687" y="406434"/>
                  </a:lnTo>
                  <a:lnTo>
                    <a:pt x="91025" y="406434"/>
                  </a:lnTo>
                  <a:lnTo>
                    <a:pt x="90363" y="406338"/>
                  </a:lnTo>
                  <a:lnTo>
                    <a:pt x="90174" y="406434"/>
                  </a:lnTo>
                  <a:lnTo>
                    <a:pt x="90080" y="405564"/>
                  </a:lnTo>
                  <a:lnTo>
                    <a:pt x="90080" y="403148"/>
                  </a:lnTo>
                  <a:lnTo>
                    <a:pt x="90080" y="402085"/>
                  </a:lnTo>
                  <a:lnTo>
                    <a:pt x="89985" y="401118"/>
                  </a:lnTo>
                  <a:lnTo>
                    <a:pt x="89891" y="400248"/>
                  </a:lnTo>
                  <a:lnTo>
                    <a:pt x="89796" y="399088"/>
                  </a:lnTo>
                  <a:lnTo>
                    <a:pt x="89796" y="398798"/>
                  </a:lnTo>
                  <a:lnTo>
                    <a:pt x="89796" y="398508"/>
                  </a:lnTo>
                  <a:lnTo>
                    <a:pt x="89607" y="397155"/>
                  </a:lnTo>
                  <a:lnTo>
                    <a:pt x="89607" y="396479"/>
                  </a:lnTo>
                  <a:lnTo>
                    <a:pt x="89513" y="395222"/>
                  </a:lnTo>
                  <a:lnTo>
                    <a:pt x="89324" y="393386"/>
                  </a:lnTo>
                  <a:lnTo>
                    <a:pt x="89135" y="390583"/>
                  </a:lnTo>
                  <a:lnTo>
                    <a:pt x="88946" y="388166"/>
                  </a:lnTo>
                  <a:lnTo>
                    <a:pt x="88851" y="387296"/>
                  </a:lnTo>
                  <a:lnTo>
                    <a:pt x="88757" y="386330"/>
                  </a:lnTo>
                  <a:lnTo>
                    <a:pt x="88568" y="384010"/>
                  </a:lnTo>
                  <a:lnTo>
                    <a:pt x="88473" y="382560"/>
                  </a:lnTo>
                  <a:lnTo>
                    <a:pt x="88189" y="378598"/>
                  </a:lnTo>
                  <a:lnTo>
                    <a:pt x="88000" y="376761"/>
                  </a:lnTo>
                  <a:lnTo>
                    <a:pt x="88000" y="376471"/>
                  </a:lnTo>
                  <a:lnTo>
                    <a:pt x="87906" y="375505"/>
                  </a:lnTo>
                  <a:lnTo>
                    <a:pt x="87622" y="371155"/>
                  </a:lnTo>
                  <a:lnTo>
                    <a:pt x="87528" y="370478"/>
                  </a:lnTo>
                  <a:lnTo>
                    <a:pt x="87433" y="370092"/>
                  </a:lnTo>
                  <a:lnTo>
                    <a:pt x="87433" y="369802"/>
                  </a:lnTo>
                  <a:lnTo>
                    <a:pt x="87433" y="369222"/>
                  </a:lnTo>
                  <a:lnTo>
                    <a:pt x="87244" y="367482"/>
                  </a:lnTo>
                  <a:lnTo>
                    <a:pt x="87150" y="365839"/>
                  </a:lnTo>
                  <a:lnTo>
                    <a:pt x="87055" y="365259"/>
                  </a:lnTo>
                  <a:lnTo>
                    <a:pt x="86488" y="358300"/>
                  </a:lnTo>
                  <a:lnTo>
                    <a:pt x="86394" y="356270"/>
                  </a:lnTo>
                  <a:lnTo>
                    <a:pt x="86299" y="354917"/>
                  </a:lnTo>
                  <a:lnTo>
                    <a:pt x="86110" y="353177"/>
                  </a:lnTo>
                  <a:lnTo>
                    <a:pt x="85921" y="350568"/>
                  </a:lnTo>
                  <a:lnTo>
                    <a:pt x="85826" y="349891"/>
                  </a:lnTo>
                  <a:lnTo>
                    <a:pt x="85637" y="346895"/>
                  </a:lnTo>
                  <a:lnTo>
                    <a:pt x="85543" y="346218"/>
                  </a:lnTo>
                  <a:lnTo>
                    <a:pt x="85354" y="343705"/>
                  </a:lnTo>
                  <a:lnTo>
                    <a:pt x="85165" y="340709"/>
                  </a:lnTo>
                  <a:lnTo>
                    <a:pt x="85070" y="339935"/>
                  </a:lnTo>
                  <a:lnTo>
                    <a:pt x="84787" y="335876"/>
                  </a:lnTo>
                  <a:lnTo>
                    <a:pt x="84598" y="334233"/>
                  </a:lnTo>
                  <a:lnTo>
                    <a:pt x="84503" y="332396"/>
                  </a:lnTo>
                  <a:lnTo>
                    <a:pt x="84409" y="331043"/>
                  </a:lnTo>
                  <a:lnTo>
                    <a:pt x="84314" y="330657"/>
                  </a:lnTo>
                  <a:lnTo>
                    <a:pt x="84030" y="326790"/>
                  </a:lnTo>
                  <a:lnTo>
                    <a:pt x="83936" y="325631"/>
                  </a:lnTo>
                  <a:lnTo>
                    <a:pt x="83841" y="325051"/>
                  </a:lnTo>
                  <a:lnTo>
                    <a:pt x="83652" y="321861"/>
                  </a:lnTo>
                  <a:lnTo>
                    <a:pt x="83180" y="316352"/>
                  </a:lnTo>
                  <a:lnTo>
                    <a:pt x="83180" y="316158"/>
                  </a:lnTo>
                  <a:lnTo>
                    <a:pt x="83180" y="315868"/>
                  </a:lnTo>
                  <a:lnTo>
                    <a:pt x="82991" y="314322"/>
                  </a:lnTo>
                  <a:lnTo>
                    <a:pt x="82991" y="313549"/>
                  </a:lnTo>
                  <a:lnTo>
                    <a:pt x="82896" y="312485"/>
                  </a:lnTo>
                  <a:lnTo>
                    <a:pt x="82707" y="310359"/>
                  </a:lnTo>
                  <a:lnTo>
                    <a:pt x="82613" y="309682"/>
                  </a:lnTo>
                  <a:lnTo>
                    <a:pt x="82518" y="307459"/>
                  </a:lnTo>
                  <a:lnTo>
                    <a:pt x="82424" y="306589"/>
                  </a:lnTo>
                  <a:lnTo>
                    <a:pt x="82235" y="306010"/>
                  </a:lnTo>
                  <a:lnTo>
                    <a:pt x="81478" y="304173"/>
                  </a:lnTo>
                  <a:lnTo>
                    <a:pt x="78926" y="302433"/>
                  </a:lnTo>
                  <a:lnTo>
                    <a:pt x="78170" y="301757"/>
                  </a:lnTo>
                  <a:lnTo>
                    <a:pt x="76469" y="300210"/>
                  </a:lnTo>
                  <a:lnTo>
                    <a:pt x="74862" y="298760"/>
                  </a:lnTo>
                  <a:lnTo>
                    <a:pt x="73160" y="297117"/>
                  </a:lnTo>
                  <a:lnTo>
                    <a:pt x="69757" y="293928"/>
                  </a:lnTo>
                  <a:lnTo>
                    <a:pt x="68812" y="293058"/>
                  </a:lnTo>
                  <a:lnTo>
                    <a:pt x="62385" y="287065"/>
                  </a:lnTo>
                  <a:lnTo>
                    <a:pt x="61345" y="286002"/>
                  </a:lnTo>
                  <a:lnTo>
                    <a:pt x="59738" y="284552"/>
                  </a:lnTo>
                  <a:lnTo>
                    <a:pt x="57186" y="282136"/>
                  </a:lnTo>
                  <a:lnTo>
                    <a:pt x="53500" y="278753"/>
                  </a:lnTo>
                  <a:lnTo>
                    <a:pt x="52176" y="277593"/>
                  </a:lnTo>
                  <a:lnTo>
                    <a:pt x="51042" y="276530"/>
                  </a:lnTo>
                  <a:lnTo>
                    <a:pt x="45087" y="270924"/>
                  </a:lnTo>
                  <a:lnTo>
                    <a:pt x="43480" y="269474"/>
                  </a:lnTo>
                  <a:lnTo>
                    <a:pt x="41684" y="267734"/>
                  </a:lnTo>
                  <a:lnTo>
                    <a:pt x="41306" y="267444"/>
                  </a:lnTo>
                  <a:lnTo>
                    <a:pt x="36391" y="262901"/>
                  </a:lnTo>
                  <a:lnTo>
                    <a:pt x="34689" y="261258"/>
                  </a:lnTo>
                  <a:lnTo>
                    <a:pt x="34217" y="260872"/>
                  </a:lnTo>
                  <a:lnTo>
                    <a:pt x="33744" y="260388"/>
                  </a:lnTo>
                  <a:lnTo>
                    <a:pt x="30625" y="257489"/>
                  </a:lnTo>
                  <a:lnTo>
                    <a:pt x="30058" y="256909"/>
                  </a:lnTo>
                  <a:lnTo>
                    <a:pt x="29869" y="256715"/>
                  </a:lnTo>
                  <a:lnTo>
                    <a:pt x="28734" y="255942"/>
                  </a:lnTo>
                  <a:lnTo>
                    <a:pt x="27411" y="254976"/>
                  </a:lnTo>
                  <a:lnTo>
                    <a:pt x="27033" y="254492"/>
                  </a:lnTo>
                  <a:lnTo>
                    <a:pt x="26371" y="253622"/>
                  </a:lnTo>
                  <a:lnTo>
                    <a:pt x="25710" y="252849"/>
                  </a:lnTo>
                  <a:lnTo>
                    <a:pt x="23725" y="250336"/>
                  </a:lnTo>
                  <a:lnTo>
                    <a:pt x="22780" y="248016"/>
                  </a:lnTo>
                  <a:lnTo>
                    <a:pt x="22118" y="245600"/>
                  </a:lnTo>
                  <a:lnTo>
                    <a:pt x="21456" y="242217"/>
                  </a:lnTo>
                  <a:lnTo>
                    <a:pt x="21173" y="240381"/>
                  </a:lnTo>
                  <a:lnTo>
                    <a:pt x="20606" y="237384"/>
                  </a:lnTo>
                  <a:lnTo>
                    <a:pt x="18715" y="226559"/>
                  </a:lnTo>
                  <a:lnTo>
                    <a:pt x="15501" y="208485"/>
                  </a:lnTo>
                  <a:lnTo>
                    <a:pt x="15407" y="206841"/>
                  </a:lnTo>
                  <a:lnTo>
                    <a:pt x="14745" y="203942"/>
                  </a:lnTo>
                  <a:lnTo>
                    <a:pt x="13233" y="196983"/>
                  </a:lnTo>
                  <a:lnTo>
                    <a:pt x="5954" y="163250"/>
                  </a:lnTo>
                  <a:lnTo>
                    <a:pt x="0" y="137250"/>
                  </a:lnTo>
                  <a:lnTo>
                    <a:pt x="283" y="137153"/>
                  </a:lnTo>
                  <a:lnTo>
                    <a:pt x="2457" y="136766"/>
                  </a:lnTo>
                  <a:lnTo>
                    <a:pt x="12004" y="134833"/>
                  </a:lnTo>
                  <a:lnTo>
                    <a:pt x="24670" y="132707"/>
                  </a:lnTo>
                  <a:lnTo>
                    <a:pt x="25521" y="133094"/>
                  </a:lnTo>
                  <a:lnTo>
                    <a:pt x="26750" y="133577"/>
                  </a:lnTo>
                  <a:lnTo>
                    <a:pt x="30058" y="135123"/>
                  </a:lnTo>
                  <a:lnTo>
                    <a:pt x="31003" y="135607"/>
                  </a:lnTo>
                  <a:lnTo>
                    <a:pt x="31665" y="136670"/>
                  </a:lnTo>
                  <a:lnTo>
                    <a:pt x="32043" y="137443"/>
                  </a:lnTo>
                  <a:lnTo>
                    <a:pt x="32894" y="139569"/>
                  </a:lnTo>
                  <a:lnTo>
                    <a:pt x="33555" y="141213"/>
                  </a:lnTo>
                  <a:lnTo>
                    <a:pt x="33839" y="141889"/>
                  </a:lnTo>
                  <a:lnTo>
                    <a:pt x="34028" y="142469"/>
                  </a:lnTo>
                  <a:lnTo>
                    <a:pt x="34122" y="142662"/>
                  </a:lnTo>
                  <a:lnTo>
                    <a:pt x="34595" y="144112"/>
                  </a:lnTo>
                  <a:lnTo>
                    <a:pt x="34784" y="144402"/>
                  </a:lnTo>
                  <a:lnTo>
                    <a:pt x="34878" y="145465"/>
                  </a:lnTo>
                  <a:lnTo>
                    <a:pt x="34973" y="145659"/>
                  </a:lnTo>
                  <a:lnTo>
                    <a:pt x="34878" y="146722"/>
                  </a:lnTo>
                  <a:lnTo>
                    <a:pt x="34689" y="148558"/>
                  </a:lnTo>
                  <a:lnTo>
                    <a:pt x="34689" y="148945"/>
                  </a:lnTo>
                  <a:lnTo>
                    <a:pt x="34689" y="149235"/>
                  </a:lnTo>
                  <a:lnTo>
                    <a:pt x="34689" y="150395"/>
                  </a:lnTo>
                  <a:lnTo>
                    <a:pt x="34784" y="150685"/>
                  </a:lnTo>
                  <a:lnTo>
                    <a:pt x="35162" y="151265"/>
                  </a:lnTo>
                  <a:lnTo>
                    <a:pt x="36013" y="151748"/>
                  </a:lnTo>
                  <a:lnTo>
                    <a:pt x="38092" y="152618"/>
                  </a:lnTo>
                  <a:lnTo>
                    <a:pt x="38659" y="152908"/>
                  </a:lnTo>
                  <a:lnTo>
                    <a:pt x="38943" y="153198"/>
                  </a:lnTo>
                  <a:lnTo>
                    <a:pt x="39227" y="153681"/>
                  </a:lnTo>
                  <a:lnTo>
                    <a:pt x="39321" y="154164"/>
                  </a:lnTo>
                  <a:lnTo>
                    <a:pt x="39321" y="155034"/>
                  </a:lnTo>
                  <a:lnTo>
                    <a:pt x="39227" y="155614"/>
                  </a:lnTo>
                  <a:lnTo>
                    <a:pt x="38376" y="159094"/>
                  </a:lnTo>
                  <a:lnTo>
                    <a:pt x="37620" y="163443"/>
                  </a:lnTo>
                  <a:lnTo>
                    <a:pt x="37431" y="164796"/>
                  </a:lnTo>
                  <a:lnTo>
                    <a:pt x="37620" y="165280"/>
                  </a:lnTo>
                  <a:lnTo>
                    <a:pt x="37714" y="165666"/>
                  </a:lnTo>
                  <a:lnTo>
                    <a:pt x="39037" y="169243"/>
                  </a:lnTo>
                  <a:lnTo>
                    <a:pt x="39510" y="169339"/>
                  </a:lnTo>
                  <a:lnTo>
                    <a:pt x="40739" y="169533"/>
                  </a:lnTo>
                  <a:lnTo>
                    <a:pt x="41022" y="170982"/>
                  </a:lnTo>
                  <a:lnTo>
                    <a:pt x="40833" y="171659"/>
                  </a:lnTo>
                  <a:lnTo>
                    <a:pt x="40833" y="171949"/>
                  </a:lnTo>
                  <a:lnTo>
                    <a:pt x="40361" y="172819"/>
                  </a:lnTo>
                  <a:lnTo>
                    <a:pt x="40172" y="173205"/>
                  </a:lnTo>
                  <a:lnTo>
                    <a:pt x="39794" y="174365"/>
                  </a:lnTo>
                  <a:lnTo>
                    <a:pt x="39699" y="175139"/>
                  </a:lnTo>
                  <a:lnTo>
                    <a:pt x="39605" y="176008"/>
                  </a:lnTo>
                  <a:lnTo>
                    <a:pt x="39605" y="176298"/>
                  </a:lnTo>
                  <a:lnTo>
                    <a:pt x="40833" y="177845"/>
                  </a:lnTo>
                  <a:lnTo>
                    <a:pt x="43480" y="180841"/>
                  </a:lnTo>
                  <a:lnTo>
                    <a:pt x="44236" y="182678"/>
                  </a:lnTo>
                  <a:lnTo>
                    <a:pt x="44425" y="183161"/>
                  </a:lnTo>
                  <a:lnTo>
                    <a:pt x="45465" y="184417"/>
                  </a:lnTo>
                  <a:lnTo>
                    <a:pt x="45560" y="184997"/>
                  </a:lnTo>
                  <a:lnTo>
                    <a:pt x="45843" y="186157"/>
                  </a:lnTo>
                  <a:lnTo>
                    <a:pt x="45843" y="186351"/>
                  </a:lnTo>
                  <a:lnTo>
                    <a:pt x="45843" y="186737"/>
                  </a:lnTo>
                  <a:lnTo>
                    <a:pt x="45938" y="187510"/>
                  </a:lnTo>
                  <a:lnTo>
                    <a:pt x="45938" y="188864"/>
                  </a:lnTo>
                  <a:lnTo>
                    <a:pt x="45938" y="189057"/>
                  </a:lnTo>
                  <a:lnTo>
                    <a:pt x="46032" y="189347"/>
                  </a:lnTo>
                  <a:lnTo>
                    <a:pt x="46032" y="189733"/>
                  </a:lnTo>
                  <a:lnTo>
                    <a:pt x="46032" y="190507"/>
                  </a:lnTo>
                  <a:lnTo>
                    <a:pt x="46032" y="190797"/>
                  </a:lnTo>
                  <a:lnTo>
                    <a:pt x="46127" y="191280"/>
                  </a:lnTo>
                  <a:lnTo>
                    <a:pt x="46127" y="191570"/>
                  </a:lnTo>
                  <a:lnTo>
                    <a:pt x="46221" y="192053"/>
                  </a:lnTo>
                  <a:lnTo>
                    <a:pt x="46221" y="192440"/>
                  </a:lnTo>
                  <a:lnTo>
                    <a:pt x="46316" y="192923"/>
                  </a:lnTo>
                  <a:lnTo>
                    <a:pt x="46505" y="193696"/>
                  </a:lnTo>
                  <a:lnTo>
                    <a:pt x="46599" y="193986"/>
                  </a:lnTo>
                  <a:lnTo>
                    <a:pt x="46694" y="194373"/>
                  </a:lnTo>
                  <a:lnTo>
                    <a:pt x="46977" y="195049"/>
                  </a:lnTo>
                  <a:lnTo>
                    <a:pt x="47356" y="196113"/>
                  </a:lnTo>
                  <a:lnTo>
                    <a:pt x="47450" y="196306"/>
                  </a:lnTo>
                  <a:lnTo>
                    <a:pt x="47545" y="196499"/>
                  </a:lnTo>
                  <a:lnTo>
                    <a:pt x="48112" y="197273"/>
                  </a:lnTo>
                  <a:lnTo>
                    <a:pt x="48301" y="197466"/>
                  </a:lnTo>
                  <a:lnTo>
                    <a:pt x="48490" y="197659"/>
                  </a:lnTo>
                  <a:lnTo>
                    <a:pt x="49341" y="199302"/>
                  </a:lnTo>
                  <a:lnTo>
                    <a:pt x="49624" y="199979"/>
                  </a:lnTo>
                  <a:lnTo>
                    <a:pt x="49719" y="200849"/>
                  </a:lnTo>
                  <a:lnTo>
                    <a:pt x="49719" y="201042"/>
                  </a:lnTo>
                  <a:lnTo>
                    <a:pt x="49813" y="201235"/>
                  </a:lnTo>
                  <a:lnTo>
                    <a:pt x="49908" y="201815"/>
                  </a:lnTo>
                  <a:lnTo>
                    <a:pt x="50569" y="202975"/>
                  </a:lnTo>
                  <a:lnTo>
                    <a:pt x="52365" y="202879"/>
                  </a:lnTo>
                  <a:lnTo>
                    <a:pt x="52554" y="202879"/>
                  </a:lnTo>
                  <a:lnTo>
                    <a:pt x="53027" y="202879"/>
                  </a:lnTo>
                  <a:lnTo>
                    <a:pt x="53689" y="202879"/>
                  </a:lnTo>
                  <a:lnTo>
                    <a:pt x="54161" y="202879"/>
                  </a:lnTo>
                  <a:lnTo>
                    <a:pt x="54445" y="202879"/>
                  </a:lnTo>
                  <a:lnTo>
                    <a:pt x="54728" y="202879"/>
                  </a:lnTo>
                  <a:lnTo>
                    <a:pt x="55012" y="202879"/>
                  </a:lnTo>
                  <a:lnTo>
                    <a:pt x="55768" y="202782"/>
                  </a:lnTo>
                  <a:lnTo>
                    <a:pt x="56524" y="202782"/>
                  </a:lnTo>
                  <a:lnTo>
                    <a:pt x="56902" y="202782"/>
                  </a:lnTo>
                  <a:lnTo>
                    <a:pt x="57564" y="202782"/>
                  </a:lnTo>
                  <a:lnTo>
                    <a:pt x="57942" y="202782"/>
                  </a:lnTo>
                  <a:lnTo>
                    <a:pt x="59360" y="202685"/>
                  </a:lnTo>
                  <a:lnTo>
                    <a:pt x="60778" y="202685"/>
                  </a:lnTo>
                  <a:lnTo>
                    <a:pt x="60967" y="202685"/>
                  </a:lnTo>
                  <a:lnTo>
                    <a:pt x="61156" y="202685"/>
                  </a:lnTo>
                  <a:lnTo>
                    <a:pt x="61818" y="202589"/>
                  </a:lnTo>
                  <a:lnTo>
                    <a:pt x="62007" y="202492"/>
                  </a:lnTo>
                  <a:lnTo>
                    <a:pt x="62668" y="202395"/>
                  </a:lnTo>
                  <a:lnTo>
                    <a:pt x="63046" y="202395"/>
                  </a:lnTo>
                  <a:lnTo>
                    <a:pt x="63613" y="202299"/>
                  </a:lnTo>
                  <a:lnTo>
                    <a:pt x="64275" y="202202"/>
                  </a:lnTo>
                  <a:lnTo>
                    <a:pt x="64559" y="201719"/>
                  </a:lnTo>
                  <a:lnTo>
                    <a:pt x="68151" y="200945"/>
                  </a:lnTo>
                  <a:lnTo>
                    <a:pt x="68718" y="199979"/>
                  </a:lnTo>
                  <a:lnTo>
                    <a:pt x="69947" y="198819"/>
                  </a:lnTo>
                  <a:lnTo>
                    <a:pt x="71931" y="196596"/>
                  </a:lnTo>
                  <a:lnTo>
                    <a:pt x="72404" y="194180"/>
                  </a:lnTo>
                  <a:lnTo>
                    <a:pt x="71931" y="192150"/>
                  </a:lnTo>
                  <a:lnTo>
                    <a:pt x="69947" y="188477"/>
                  </a:lnTo>
                  <a:lnTo>
                    <a:pt x="70230" y="185964"/>
                  </a:lnTo>
                  <a:lnTo>
                    <a:pt x="70419" y="181131"/>
                  </a:lnTo>
                  <a:lnTo>
                    <a:pt x="68907" y="177942"/>
                  </a:lnTo>
                  <a:lnTo>
                    <a:pt x="68151" y="174752"/>
                  </a:lnTo>
                  <a:lnTo>
                    <a:pt x="67489" y="171756"/>
                  </a:lnTo>
                  <a:lnTo>
                    <a:pt x="68907" y="169049"/>
                  </a:lnTo>
                  <a:lnTo>
                    <a:pt x="72877" y="163927"/>
                  </a:lnTo>
                  <a:lnTo>
                    <a:pt x="75240" y="156291"/>
                  </a:lnTo>
                  <a:lnTo>
                    <a:pt x="76091" y="145175"/>
                  </a:lnTo>
                  <a:lnTo>
                    <a:pt x="84030" y="132610"/>
                  </a:lnTo>
                  <a:lnTo>
                    <a:pt x="96791" y="125748"/>
                  </a:lnTo>
                  <a:lnTo>
                    <a:pt x="102462" y="118692"/>
                  </a:lnTo>
                  <a:lnTo>
                    <a:pt x="106149" y="109510"/>
                  </a:lnTo>
                  <a:lnTo>
                    <a:pt x="118153" y="98201"/>
                  </a:lnTo>
                  <a:lnTo>
                    <a:pt x="121745" y="94528"/>
                  </a:lnTo>
                  <a:lnTo>
                    <a:pt x="124675" y="91435"/>
                  </a:lnTo>
                  <a:lnTo>
                    <a:pt x="133088" y="82543"/>
                  </a:lnTo>
                  <a:lnTo>
                    <a:pt x="133371" y="79160"/>
                  </a:lnTo>
                  <a:lnTo>
                    <a:pt x="134978" y="76550"/>
                  </a:lnTo>
                  <a:lnTo>
                    <a:pt x="141122" y="72877"/>
                  </a:lnTo>
                  <a:lnTo>
                    <a:pt x="182618" y="42721"/>
                  </a:lnTo>
                  <a:lnTo>
                    <a:pt x="184792" y="39918"/>
                  </a:lnTo>
                  <a:lnTo>
                    <a:pt x="191976" y="30543"/>
                  </a:lnTo>
                  <a:lnTo>
                    <a:pt x="198970" y="18751"/>
                  </a:lnTo>
                  <a:lnTo>
                    <a:pt x="206627" y="3286"/>
                  </a:lnTo>
                  <a:lnTo>
                    <a:pt x="208706" y="0"/>
                  </a:lnTo>
                  <a:lnTo>
                    <a:pt x="210219" y="2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4854" y="4004800"/>
              <a:ext cx="320054" cy="313549"/>
            </a:xfrm>
            <a:custGeom>
              <a:avLst/>
              <a:pathLst>
                <a:path w="320054" h="313549">
                  <a:moveTo>
                    <a:pt x="236307" y="2416"/>
                  </a:moveTo>
                  <a:lnTo>
                    <a:pt x="242735" y="10825"/>
                  </a:lnTo>
                  <a:lnTo>
                    <a:pt x="244814" y="13628"/>
                  </a:lnTo>
                  <a:lnTo>
                    <a:pt x="251053" y="21650"/>
                  </a:lnTo>
                  <a:lnTo>
                    <a:pt x="251809" y="22617"/>
                  </a:lnTo>
                  <a:lnTo>
                    <a:pt x="253794" y="25130"/>
                  </a:lnTo>
                  <a:lnTo>
                    <a:pt x="257008" y="29383"/>
                  </a:lnTo>
                  <a:lnTo>
                    <a:pt x="261072" y="34699"/>
                  </a:lnTo>
                  <a:lnTo>
                    <a:pt x="262773" y="37115"/>
                  </a:lnTo>
                  <a:lnTo>
                    <a:pt x="263530" y="38468"/>
                  </a:lnTo>
                  <a:lnTo>
                    <a:pt x="264002" y="40015"/>
                  </a:lnTo>
                  <a:lnTo>
                    <a:pt x="264853" y="44074"/>
                  </a:lnTo>
                  <a:lnTo>
                    <a:pt x="265704" y="49294"/>
                  </a:lnTo>
                  <a:lnTo>
                    <a:pt x="277424" y="49197"/>
                  </a:lnTo>
                  <a:lnTo>
                    <a:pt x="283474" y="49004"/>
                  </a:lnTo>
                  <a:lnTo>
                    <a:pt x="283285" y="49487"/>
                  </a:lnTo>
                  <a:lnTo>
                    <a:pt x="283190" y="49680"/>
                  </a:lnTo>
                  <a:lnTo>
                    <a:pt x="283001" y="50163"/>
                  </a:lnTo>
                  <a:lnTo>
                    <a:pt x="282529" y="51903"/>
                  </a:lnTo>
                  <a:lnTo>
                    <a:pt x="282434" y="52193"/>
                  </a:lnTo>
                  <a:lnTo>
                    <a:pt x="282245" y="54126"/>
                  </a:lnTo>
                  <a:lnTo>
                    <a:pt x="282151" y="55673"/>
                  </a:lnTo>
                  <a:lnTo>
                    <a:pt x="282245" y="56639"/>
                  </a:lnTo>
                  <a:lnTo>
                    <a:pt x="282529" y="58283"/>
                  </a:lnTo>
                  <a:lnTo>
                    <a:pt x="282529" y="58669"/>
                  </a:lnTo>
                  <a:lnTo>
                    <a:pt x="282907" y="60022"/>
                  </a:lnTo>
                  <a:lnTo>
                    <a:pt x="283379" y="61279"/>
                  </a:lnTo>
                  <a:lnTo>
                    <a:pt x="284041" y="62922"/>
                  </a:lnTo>
                  <a:lnTo>
                    <a:pt x="285270" y="66402"/>
                  </a:lnTo>
                  <a:lnTo>
                    <a:pt x="285648" y="67271"/>
                  </a:lnTo>
                  <a:lnTo>
                    <a:pt x="285837" y="67851"/>
                  </a:lnTo>
                  <a:lnTo>
                    <a:pt x="286782" y="70171"/>
                  </a:lnTo>
                  <a:lnTo>
                    <a:pt x="287349" y="71621"/>
                  </a:lnTo>
                  <a:lnTo>
                    <a:pt x="288295" y="74231"/>
                  </a:lnTo>
                  <a:lnTo>
                    <a:pt x="289618" y="78677"/>
                  </a:lnTo>
                  <a:lnTo>
                    <a:pt x="290280" y="80707"/>
                  </a:lnTo>
                  <a:lnTo>
                    <a:pt x="290563" y="81480"/>
                  </a:lnTo>
                  <a:lnTo>
                    <a:pt x="291130" y="83510"/>
                  </a:lnTo>
                  <a:lnTo>
                    <a:pt x="291319" y="84089"/>
                  </a:lnTo>
                  <a:lnTo>
                    <a:pt x="291981" y="87279"/>
                  </a:lnTo>
                  <a:lnTo>
                    <a:pt x="292076" y="87472"/>
                  </a:lnTo>
                  <a:lnTo>
                    <a:pt x="292265" y="88536"/>
                  </a:lnTo>
                  <a:lnTo>
                    <a:pt x="292359" y="89115"/>
                  </a:lnTo>
                  <a:lnTo>
                    <a:pt x="292548" y="90952"/>
                  </a:lnTo>
                  <a:lnTo>
                    <a:pt x="293493" y="98201"/>
                  </a:lnTo>
                  <a:lnTo>
                    <a:pt x="294250" y="103710"/>
                  </a:lnTo>
                  <a:lnTo>
                    <a:pt x="296613" y="121398"/>
                  </a:lnTo>
                  <a:lnTo>
                    <a:pt x="296896" y="123041"/>
                  </a:lnTo>
                  <a:lnTo>
                    <a:pt x="297180" y="125458"/>
                  </a:lnTo>
                  <a:lnTo>
                    <a:pt x="298976" y="138410"/>
                  </a:lnTo>
                  <a:lnTo>
                    <a:pt x="299259" y="140633"/>
                  </a:lnTo>
                  <a:lnTo>
                    <a:pt x="300866" y="152328"/>
                  </a:lnTo>
                  <a:lnTo>
                    <a:pt x="301339" y="155421"/>
                  </a:lnTo>
                  <a:lnTo>
                    <a:pt x="301811" y="159480"/>
                  </a:lnTo>
                  <a:lnTo>
                    <a:pt x="302189" y="161897"/>
                  </a:lnTo>
                  <a:lnTo>
                    <a:pt x="302662" y="165860"/>
                  </a:lnTo>
                  <a:lnTo>
                    <a:pt x="303513" y="172626"/>
                  </a:lnTo>
                  <a:lnTo>
                    <a:pt x="304080" y="176202"/>
                  </a:lnTo>
                  <a:lnTo>
                    <a:pt x="304458" y="177845"/>
                  </a:lnTo>
                  <a:lnTo>
                    <a:pt x="304647" y="178811"/>
                  </a:lnTo>
                  <a:lnTo>
                    <a:pt x="305120" y="182774"/>
                  </a:lnTo>
                  <a:lnTo>
                    <a:pt x="305214" y="183064"/>
                  </a:lnTo>
                  <a:lnTo>
                    <a:pt x="305309" y="183548"/>
                  </a:lnTo>
                  <a:lnTo>
                    <a:pt x="305403" y="184514"/>
                  </a:lnTo>
                  <a:lnTo>
                    <a:pt x="308144" y="205198"/>
                  </a:lnTo>
                  <a:lnTo>
                    <a:pt x="309751" y="216990"/>
                  </a:lnTo>
                  <a:lnTo>
                    <a:pt x="310318" y="221243"/>
                  </a:lnTo>
                  <a:lnTo>
                    <a:pt x="310980" y="226076"/>
                  </a:lnTo>
                  <a:lnTo>
                    <a:pt x="311075" y="226656"/>
                  </a:lnTo>
                  <a:lnTo>
                    <a:pt x="311358" y="228395"/>
                  </a:lnTo>
                  <a:lnTo>
                    <a:pt x="311453" y="229169"/>
                  </a:lnTo>
                  <a:lnTo>
                    <a:pt x="311547" y="229652"/>
                  </a:lnTo>
                  <a:lnTo>
                    <a:pt x="312871" y="239318"/>
                  </a:lnTo>
                  <a:lnTo>
                    <a:pt x="312776" y="240187"/>
                  </a:lnTo>
                  <a:lnTo>
                    <a:pt x="314194" y="251013"/>
                  </a:lnTo>
                  <a:lnTo>
                    <a:pt x="314667" y="253816"/>
                  </a:lnTo>
                  <a:lnTo>
                    <a:pt x="316084" y="264061"/>
                  </a:lnTo>
                  <a:lnTo>
                    <a:pt x="317313" y="272857"/>
                  </a:lnTo>
                  <a:lnTo>
                    <a:pt x="317786" y="276046"/>
                  </a:lnTo>
                  <a:lnTo>
                    <a:pt x="318164" y="278270"/>
                  </a:lnTo>
                  <a:lnTo>
                    <a:pt x="319109" y="285809"/>
                  </a:lnTo>
                  <a:lnTo>
                    <a:pt x="319676" y="289868"/>
                  </a:lnTo>
                  <a:lnTo>
                    <a:pt x="320054" y="292671"/>
                  </a:lnTo>
                  <a:lnTo>
                    <a:pt x="319676" y="292671"/>
                  </a:lnTo>
                  <a:lnTo>
                    <a:pt x="319204" y="292671"/>
                  </a:lnTo>
                  <a:lnTo>
                    <a:pt x="315801" y="292961"/>
                  </a:lnTo>
                  <a:lnTo>
                    <a:pt x="312114" y="293154"/>
                  </a:lnTo>
                  <a:lnTo>
                    <a:pt x="293682" y="294411"/>
                  </a:lnTo>
                  <a:lnTo>
                    <a:pt x="289902" y="294701"/>
                  </a:lnTo>
                  <a:lnTo>
                    <a:pt x="284892" y="295088"/>
                  </a:lnTo>
                  <a:lnTo>
                    <a:pt x="275534" y="295764"/>
                  </a:lnTo>
                  <a:lnTo>
                    <a:pt x="266082" y="296441"/>
                  </a:lnTo>
                  <a:lnTo>
                    <a:pt x="263152" y="296731"/>
                  </a:lnTo>
                  <a:lnTo>
                    <a:pt x="260694" y="296827"/>
                  </a:lnTo>
                  <a:lnTo>
                    <a:pt x="251714" y="297504"/>
                  </a:lnTo>
                  <a:lnTo>
                    <a:pt x="240277" y="298277"/>
                  </a:lnTo>
                  <a:lnTo>
                    <a:pt x="240088" y="298277"/>
                  </a:lnTo>
                  <a:lnTo>
                    <a:pt x="238670" y="298374"/>
                  </a:lnTo>
                  <a:lnTo>
                    <a:pt x="232621" y="298857"/>
                  </a:lnTo>
                  <a:lnTo>
                    <a:pt x="224492" y="299437"/>
                  </a:lnTo>
                  <a:lnTo>
                    <a:pt x="216552" y="300017"/>
                  </a:lnTo>
                  <a:lnTo>
                    <a:pt x="213716" y="300210"/>
                  </a:lnTo>
                  <a:lnTo>
                    <a:pt x="208990" y="300597"/>
                  </a:lnTo>
                  <a:lnTo>
                    <a:pt x="182334" y="302433"/>
                  </a:lnTo>
                  <a:lnTo>
                    <a:pt x="176568" y="302820"/>
                  </a:lnTo>
                  <a:lnTo>
                    <a:pt x="175056" y="303013"/>
                  </a:lnTo>
                  <a:lnTo>
                    <a:pt x="173827" y="303110"/>
                  </a:lnTo>
                  <a:lnTo>
                    <a:pt x="169290" y="303497"/>
                  </a:lnTo>
                  <a:lnTo>
                    <a:pt x="131670" y="306010"/>
                  </a:lnTo>
                  <a:lnTo>
                    <a:pt x="122218" y="306686"/>
                  </a:lnTo>
                  <a:lnTo>
                    <a:pt x="112860" y="307363"/>
                  </a:lnTo>
                  <a:lnTo>
                    <a:pt x="112293" y="307459"/>
                  </a:lnTo>
                  <a:lnTo>
                    <a:pt x="109835" y="307653"/>
                  </a:lnTo>
                  <a:lnTo>
                    <a:pt x="93294" y="308716"/>
                  </a:lnTo>
                  <a:lnTo>
                    <a:pt x="92443" y="308716"/>
                  </a:lnTo>
                  <a:lnTo>
                    <a:pt x="83841" y="309296"/>
                  </a:lnTo>
                  <a:lnTo>
                    <a:pt x="82235" y="309392"/>
                  </a:lnTo>
                  <a:lnTo>
                    <a:pt x="68529" y="310359"/>
                  </a:lnTo>
                  <a:lnTo>
                    <a:pt x="56997" y="311132"/>
                  </a:lnTo>
                  <a:lnTo>
                    <a:pt x="56808" y="311229"/>
                  </a:lnTo>
                  <a:lnTo>
                    <a:pt x="55674" y="311326"/>
                  </a:lnTo>
                  <a:lnTo>
                    <a:pt x="41779" y="312195"/>
                  </a:lnTo>
                  <a:lnTo>
                    <a:pt x="40550" y="312292"/>
                  </a:lnTo>
                  <a:lnTo>
                    <a:pt x="36296" y="312582"/>
                  </a:lnTo>
                  <a:lnTo>
                    <a:pt x="23819" y="313549"/>
                  </a:lnTo>
                  <a:lnTo>
                    <a:pt x="23347" y="307653"/>
                  </a:lnTo>
                  <a:lnTo>
                    <a:pt x="22874" y="302143"/>
                  </a:lnTo>
                  <a:lnTo>
                    <a:pt x="22685" y="299727"/>
                  </a:lnTo>
                  <a:lnTo>
                    <a:pt x="22496" y="298084"/>
                  </a:lnTo>
                  <a:lnTo>
                    <a:pt x="22118" y="293444"/>
                  </a:lnTo>
                  <a:lnTo>
                    <a:pt x="21929" y="293444"/>
                  </a:lnTo>
                  <a:lnTo>
                    <a:pt x="21551" y="293154"/>
                  </a:lnTo>
                  <a:lnTo>
                    <a:pt x="21267" y="293058"/>
                  </a:lnTo>
                  <a:lnTo>
                    <a:pt x="21267" y="292768"/>
                  </a:lnTo>
                  <a:lnTo>
                    <a:pt x="21078" y="291995"/>
                  </a:lnTo>
                  <a:lnTo>
                    <a:pt x="20511" y="289288"/>
                  </a:lnTo>
                  <a:lnTo>
                    <a:pt x="20416" y="288805"/>
                  </a:lnTo>
                  <a:lnTo>
                    <a:pt x="19944" y="286389"/>
                  </a:lnTo>
                  <a:lnTo>
                    <a:pt x="19566" y="284455"/>
                  </a:lnTo>
                  <a:lnTo>
                    <a:pt x="19566" y="284262"/>
                  </a:lnTo>
                  <a:lnTo>
                    <a:pt x="18148" y="277496"/>
                  </a:lnTo>
                  <a:lnTo>
                    <a:pt x="16825" y="270924"/>
                  </a:lnTo>
                  <a:lnTo>
                    <a:pt x="16825" y="270634"/>
                  </a:lnTo>
                  <a:lnTo>
                    <a:pt x="16541" y="270054"/>
                  </a:lnTo>
                  <a:lnTo>
                    <a:pt x="15879" y="268314"/>
                  </a:lnTo>
                  <a:lnTo>
                    <a:pt x="15501" y="266381"/>
                  </a:lnTo>
                  <a:lnTo>
                    <a:pt x="15123" y="264448"/>
                  </a:lnTo>
                  <a:lnTo>
                    <a:pt x="14367" y="261065"/>
                  </a:lnTo>
                  <a:lnTo>
                    <a:pt x="13611" y="257005"/>
                  </a:lnTo>
                  <a:lnTo>
                    <a:pt x="11248" y="245407"/>
                  </a:lnTo>
                  <a:lnTo>
                    <a:pt x="8979" y="234581"/>
                  </a:lnTo>
                  <a:lnTo>
                    <a:pt x="6333" y="222016"/>
                  </a:lnTo>
                  <a:lnTo>
                    <a:pt x="4726" y="214960"/>
                  </a:lnTo>
                  <a:lnTo>
                    <a:pt x="567" y="195049"/>
                  </a:lnTo>
                  <a:lnTo>
                    <a:pt x="472" y="190603"/>
                  </a:lnTo>
                  <a:lnTo>
                    <a:pt x="0" y="185384"/>
                  </a:lnTo>
                  <a:lnTo>
                    <a:pt x="1606" y="183064"/>
                  </a:lnTo>
                  <a:lnTo>
                    <a:pt x="2268" y="178618"/>
                  </a:lnTo>
                  <a:lnTo>
                    <a:pt x="2268" y="177458"/>
                  </a:lnTo>
                  <a:lnTo>
                    <a:pt x="2079" y="176395"/>
                  </a:lnTo>
                  <a:lnTo>
                    <a:pt x="2079" y="176202"/>
                  </a:lnTo>
                  <a:lnTo>
                    <a:pt x="1890" y="175332"/>
                  </a:lnTo>
                  <a:lnTo>
                    <a:pt x="2646" y="173109"/>
                  </a:lnTo>
                  <a:lnTo>
                    <a:pt x="5482" y="164506"/>
                  </a:lnTo>
                  <a:lnTo>
                    <a:pt x="7278" y="160834"/>
                  </a:lnTo>
                  <a:lnTo>
                    <a:pt x="7561" y="160447"/>
                  </a:lnTo>
                  <a:lnTo>
                    <a:pt x="10303" y="155518"/>
                  </a:lnTo>
                  <a:lnTo>
                    <a:pt x="19849" y="137540"/>
                  </a:lnTo>
                  <a:lnTo>
                    <a:pt x="27506" y="123041"/>
                  </a:lnTo>
                  <a:lnTo>
                    <a:pt x="28356" y="121495"/>
                  </a:lnTo>
                  <a:lnTo>
                    <a:pt x="34973" y="109026"/>
                  </a:lnTo>
                  <a:lnTo>
                    <a:pt x="36485" y="106127"/>
                  </a:lnTo>
                  <a:lnTo>
                    <a:pt x="39037" y="101294"/>
                  </a:lnTo>
                  <a:lnTo>
                    <a:pt x="39888" y="99748"/>
                  </a:lnTo>
                  <a:lnTo>
                    <a:pt x="41401" y="96945"/>
                  </a:lnTo>
                  <a:lnTo>
                    <a:pt x="41684" y="96268"/>
                  </a:lnTo>
                  <a:lnTo>
                    <a:pt x="42724" y="92595"/>
                  </a:lnTo>
                  <a:lnTo>
                    <a:pt x="42724" y="92305"/>
                  </a:lnTo>
                  <a:lnTo>
                    <a:pt x="43007" y="90372"/>
                  </a:lnTo>
                  <a:lnTo>
                    <a:pt x="43102" y="90082"/>
                  </a:lnTo>
                  <a:lnTo>
                    <a:pt x="43102" y="87279"/>
                  </a:lnTo>
                  <a:lnTo>
                    <a:pt x="43007" y="86409"/>
                  </a:lnTo>
                  <a:lnTo>
                    <a:pt x="42913" y="86023"/>
                  </a:lnTo>
                  <a:lnTo>
                    <a:pt x="42724" y="84573"/>
                  </a:lnTo>
                  <a:lnTo>
                    <a:pt x="21362" y="87472"/>
                  </a:lnTo>
                  <a:lnTo>
                    <a:pt x="20038" y="78483"/>
                  </a:lnTo>
                  <a:lnTo>
                    <a:pt x="19660" y="75487"/>
                  </a:lnTo>
                  <a:lnTo>
                    <a:pt x="18810" y="69495"/>
                  </a:lnTo>
                  <a:lnTo>
                    <a:pt x="18715" y="68528"/>
                  </a:lnTo>
                  <a:lnTo>
                    <a:pt x="18526" y="66885"/>
                  </a:lnTo>
                  <a:lnTo>
                    <a:pt x="18431" y="65725"/>
                  </a:lnTo>
                  <a:lnTo>
                    <a:pt x="18526" y="64855"/>
                  </a:lnTo>
                  <a:lnTo>
                    <a:pt x="18526" y="63212"/>
                  </a:lnTo>
                  <a:lnTo>
                    <a:pt x="18904" y="60216"/>
                  </a:lnTo>
                  <a:lnTo>
                    <a:pt x="19471" y="57219"/>
                  </a:lnTo>
                  <a:lnTo>
                    <a:pt x="19471" y="56736"/>
                  </a:lnTo>
                  <a:lnTo>
                    <a:pt x="19755" y="53740"/>
                  </a:lnTo>
                  <a:lnTo>
                    <a:pt x="19755" y="51323"/>
                  </a:lnTo>
                  <a:lnTo>
                    <a:pt x="19471" y="48134"/>
                  </a:lnTo>
                  <a:lnTo>
                    <a:pt x="30909" y="46587"/>
                  </a:lnTo>
                  <a:lnTo>
                    <a:pt x="37147" y="45717"/>
                  </a:lnTo>
                  <a:lnTo>
                    <a:pt x="42535" y="44847"/>
                  </a:lnTo>
                  <a:lnTo>
                    <a:pt x="59076" y="42624"/>
                  </a:lnTo>
                  <a:lnTo>
                    <a:pt x="59644" y="42528"/>
                  </a:lnTo>
                  <a:lnTo>
                    <a:pt x="75334" y="40111"/>
                  </a:lnTo>
                  <a:lnTo>
                    <a:pt x="80817" y="39338"/>
                  </a:lnTo>
                  <a:lnTo>
                    <a:pt x="89985" y="38082"/>
                  </a:lnTo>
                  <a:lnTo>
                    <a:pt x="90742" y="37888"/>
                  </a:lnTo>
                  <a:lnTo>
                    <a:pt x="93672" y="37502"/>
                  </a:lnTo>
                  <a:lnTo>
                    <a:pt x="106716" y="35762"/>
                  </a:lnTo>
                  <a:lnTo>
                    <a:pt x="107378" y="35665"/>
                  </a:lnTo>
                  <a:lnTo>
                    <a:pt x="114089" y="34699"/>
                  </a:lnTo>
                  <a:lnTo>
                    <a:pt x="115034" y="34602"/>
                  </a:lnTo>
                  <a:lnTo>
                    <a:pt x="118248" y="34119"/>
                  </a:lnTo>
                  <a:lnTo>
                    <a:pt x="120422" y="33829"/>
                  </a:lnTo>
                  <a:lnTo>
                    <a:pt x="120705" y="33732"/>
                  </a:lnTo>
                  <a:lnTo>
                    <a:pt x="122879" y="33442"/>
                  </a:lnTo>
                  <a:lnTo>
                    <a:pt x="127889" y="31509"/>
                  </a:lnTo>
                  <a:lnTo>
                    <a:pt x="131292" y="29963"/>
                  </a:lnTo>
                  <a:lnTo>
                    <a:pt x="134222" y="28319"/>
                  </a:lnTo>
                  <a:lnTo>
                    <a:pt x="137341" y="26193"/>
                  </a:lnTo>
                  <a:lnTo>
                    <a:pt x="138003" y="25710"/>
                  </a:lnTo>
                  <a:lnTo>
                    <a:pt x="139988" y="24453"/>
                  </a:lnTo>
                  <a:lnTo>
                    <a:pt x="140839" y="23777"/>
                  </a:lnTo>
                  <a:lnTo>
                    <a:pt x="142068" y="23003"/>
                  </a:lnTo>
                  <a:lnTo>
                    <a:pt x="142729" y="22617"/>
                  </a:lnTo>
                  <a:lnTo>
                    <a:pt x="144053" y="21747"/>
                  </a:lnTo>
                  <a:lnTo>
                    <a:pt x="145376" y="20974"/>
                  </a:lnTo>
                  <a:lnTo>
                    <a:pt x="145754" y="20684"/>
                  </a:lnTo>
                  <a:lnTo>
                    <a:pt x="148306" y="19041"/>
                  </a:lnTo>
                  <a:lnTo>
                    <a:pt x="148873" y="18751"/>
                  </a:lnTo>
                  <a:lnTo>
                    <a:pt x="149062" y="18654"/>
                  </a:lnTo>
                  <a:lnTo>
                    <a:pt x="149251" y="18461"/>
                  </a:lnTo>
                  <a:lnTo>
                    <a:pt x="150764" y="17687"/>
                  </a:lnTo>
                  <a:lnTo>
                    <a:pt x="153694" y="16238"/>
                  </a:lnTo>
                  <a:lnTo>
                    <a:pt x="153883" y="16141"/>
                  </a:lnTo>
                  <a:lnTo>
                    <a:pt x="154828" y="15754"/>
                  </a:lnTo>
                  <a:lnTo>
                    <a:pt x="158136" y="14788"/>
                  </a:lnTo>
                  <a:lnTo>
                    <a:pt x="160594" y="14111"/>
                  </a:lnTo>
                  <a:lnTo>
                    <a:pt x="162106" y="13821"/>
                  </a:lnTo>
                  <a:lnTo>
                    <a:pt x="170424" y="11888"/>
                  </a:lnTo>
                  <a:lnTo>
                    <a:pt x="173638" y="10825"/>
                  </a:lnTo>
                  <a:lnTo>
                    <a:pt x="174300" y="10632"/>
                  </a:lnTo>
                  <a:lnTo>
                    <a:pt x="175340" y="10052"/>
                  </a:lnTo>
                  <a:lnTo>
                    <a:pt x="176474" y="16624"/>
                  </a:lnTo>
                  <a:lnTo>
                    <a:pt x="177514" y="16528"/>
                  </a:lnTo>
                  <a:lnTo>
                    <a:pt x="178175" y="16238"/>
                  </a:lnTo>
                  <a:lnTo>
                    <a:pt x="181011" y="14111"/>
                  </a:lnTo>
                  <a:lnTo>
                    <a:pt x="181578" y="15174"/>
                  </a:lnTo>
                  <a:lnTo>
                    <a:pt x="182334" y="17107"/>
                  </a:lnTo>
                  <a:lnTo>
                    <a:pt x="185170" y="17107"/>
                  </a:lnTo>
                  <a:lnTo>
                    <a:pt x="185643" y="17204"/>
                  </a:lnTo>
                  <a:lnTo>
                    <a:pt x="185832" y="17204"/>
                  </a:lnTo>
                  <a:lnTo>
                    <a:pt x="186021" y="17204"/>
                  </a:lnTo>
                  <a:lnTo>
                    <a:pt x="186210" y="17204"/>
                  </a:lnTo>
                  <a:lnTo>
                    <a:pt x="186399" y="17204"/>
                  </a:lnTo>
                  <a:lnTo>
                    <a:pt x="186777" y="17204"/>
                  </a:lnTo>
                  <a:lnTo>
                    <a:pt x="190369" y="17204"/>
                  </a:lnTo>
                  <a:lnTo>
                    <a:pt x="195095" y="17301"/>
                  </a:lnTo>
                  <a:lnTo>
                    <a:pt x="197174" y="17397"/>
                  </a:lnTo>
                  <a:lnTo>
                    <a:pt x="199538" y="17397"/>
                  </a:lnTo>
                  <a:lnTo>
                    <a:pt x="199916" y="17397"/>
                  </a:lnTo>
                  <a:lnTo>
                    <a:pt x="201144" y="17494"/>
                  </a:lnTo>
                  <a:lnTo>
                    <a:pt x="201523" y="17494"/>
                  </a:lnTo>
                  <a:lnTo>
                    <a:pt x="202184" y="17494"/>
                  </a:lnTo>
                  <a:lnTo>
                    <a:pt x="202562" y="17494"/>
                  </a:lnTo>
                  <a:lnTo>
                    <a:pt x="207572" y="17591"/>
                  </a:lnTo>
                  <a:lnTo>
                    <a:pt x="211069" y="17687"/>
                  </a:lnTo>
                  <a:lnTo>
                    <a:pt x="211258" y="17591"/>
                  </a:lnTo>
                  <a:lnTo>
                    <a:pt x="212771" y="17397"/>
                  </a:lnTo>
                  <a:lnTo>
                    <a:pt x="230541" y="3092"/>
                  </a:lnTo>
                  <a:lnTo>
                    <a:pt x="234511" y="0"/>
                  </a:lnTo>
                  <a:lnTo>
                    <a:pt x="235456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874243" y="4054867"/>
              <a:ext cx="503713" cy="251496"/>
            </a:xfrm>
            <a:custGeom>
              <a:avLst/>
              <a:pathLst>
                <a:path w="503713" h="251496">
                  <a:moveTo>
                    <a:pt x="115885" y="4446"/>
                  </a:moveTo>
                  <a:lnTo>
                    <a:pt x="116735" y="10438"/>
                  </a:lnTo>
                  <a:lnTo>
                    <a:pt x="117303" y="14401"/>
                  </a:lnTo>
                  <a:lnTo>
                    <a:pt x="117586" y="15948"/>
                  </a:lnTo>
                  <a:lnTo>
                    <a:pt x="119571" y="28416"/>
                  </a:lnTo>
                  <a:lnTo>
                    <a:pt x="119760" y="30156"/>
                  </a:lnTo>
                  <a:lnTo>
                    <a:pt x="119855" y="30639"/>
                  </a:lnTo>
                  <a:lnTo>
                    <a:pt x="119949" y="30929"/>
                  </a:lnTo>
                  <a:lnTo>
                    <a:pt x="120611" y="35375"/>
                  </a:lnTo>
                  <a:lnTo>
                    <a:pt x="121745" y="42818"/>
                  </a:lnTo>
                  <a:lnTo>
                    <a:pt x="121745" y="43011"/>
                  </a:lnTo>
                  <a:lnTo>
                    <a:pt x="121840" y="43494"/>
                  </a:lnTo>
                  <a:lnTo>
                    <a:pt x="121934" y="43881"/>
                  </a:lnTo>
                  <a:lnTo>
                    <a:pt x="123447" y="55576"/>
                  </a:lnTo>
                  <a:lnTo>
                    <a:pt x="123541" y="56156"/>
                  </a:lnTo>
                  <a:lnTo>
                    <a:pt x="123825" y="58476"/>
                  </a:lnTo>
                  <a:lnTo>
                    <a:pt x="124203" y="61086"/>
                  </a:lnTo>
                  <a:lnTo>
                    <a:pt x="124297" y="61955"/>
                  </a:lnTo>
                  <a:lnTo>
                    <a:pt x="124864" y="61859"/>
                  </a:lnTo>
                  <a:lnTo>
                    <a:pt x="135073" y="60506"/>
                  </a:lnTo>
                  <a:lnTo>
                    <a:pt x="135451" y="63405"/>
                  </a:lnTo>
                  <a:lnTo>
                    <a:pt x="145943" y="61955"/>
                  </a:lnTo>
                  <a:lnTo>
                    <a:pt x="146605" y="61955"/>
                  </a:lnTo>
                  <a:lnTo>
                    <a:pt x="146794" y="61859"/>
                  </a:lnTo>
                  <a:lnTo>
                    <a:pt x="156624" y="60506"/>
                  </a:lnTo>
                  <a:lnTo>
                    <a:pt x="156908" y="60506"/>
                  </a:lnTo>
                  <a:lnTo>
                    <a:pt x="157191" y="60409"/>
                  </a:lnTo>
                  <a:lnTo>
                    <a:pt x="167305" y="58959"/>
                  </a:lnTo>
                  <a:lnTo>
                    <a:pt x="166171" y="51227"/>
                  </a:lnTo>
                  <a:lnTo>
                    <a:pt x="169290" y="50840"/>
                  </a:lnTo>
                  <a:lnTo>
                    <a:pt x="181106" y="49100"/>
                  </a:lnTo>
                  <a:lnTo>
                    <a:pt x="181578" y="49100"/>
                  </a:lnTo>
                  <a:lnTo>
                    <a:pt x="182334" y="49004"/>
                  </a:lnTo>
                  <a:lnTo>
                    <a:pt x="183847" y="48714"/>
                  </a:lnTo>
                  <a:lnTo>
                    <a:pt x="185926" y="48424"/>
                  </a:lnTo>
                  <a:lnTo>
                    <a:pt x="188384" y="48134"/>
                  </a:lnTo>
                  <a:lnTo>
                    <a:pt x="189424" y="47940"/>
                  </a:lnTo>
                  <a:lnTo>
                    <a:pt x="191030" y="47747"/>
                  </a:lnTo>
                  <a:lnTo>
                    <a:pt x="191598" y="47650"/>
                  </a:lnTo>
                  <a:lnTo>
                    <a:pt x="194811" y="47167"/>
                  </a:lnTo>
                  <a:lnTo>
                    <a:pt x="195946" y="47071"/>
                  </a:lnTo>
                  <a:lnTo>
                    <a:pt x="198309" y="46684"/>
                  </a:lnTo>
                  <a:lnTo>
                    <a:pt x="200199" y="46394"/>
                  </a:lnTo>
                  <a:lnTo>
                    <a:pt x="202279" y="46104"/>
                  </a:lnTo>
                  <a:lnTo>
                    <a:pt x="204831" y="45717"/>
                  </a:lnTo>
                  <a:lnTo>
                    <a:pt x="205209" y="45717"/>
                  </a:lnTo>
                  <a:lnTo>
                    <a:pt x="214094" y="44461"/>
                  </a:lnTo>
                  <a:lnTo>
                    <a:pt x="229123" y="42238"/>
                  </a:lnTo>
                  <a:lnTo>
                    <a:pt x="255495" y="38662"/>
                  </a:lnTo>
                  <a:lnTo>
                    <a:pt x="255495" y="38952"/>
                  </a:lnTo>
                  <a:lnTo>
                    <a:pt x="256440" y="45137"/>
                  </a:lnTo>
                  <a:lnTo>
                    <a:pt x="257669" y="53353"/>
                  </a:lnTo>
                  <a:lnTo>
                    <a:pt x="257764" y="53836"/>
                  </a:lnTo>
                  <a:lnTo>
                    <a:pt x="258236" y="53836"/>
                  </a:lnTo>
                  <a:lnTo>
                    <a:pt x="260221" y="54126"/>
                  </a:lnTo>
                  <a:lnTo>
                    <a:pt x="271942" y="55673"/>
                  </a:lnTo>
                  <a:lnTo>
                    <a:pt x="280544" y="56736"/>
                  </a:lnTo>
                  <a:lnTo>
                    <a:pt x="287917" y="57703"/>
                  </a:lnTo>
                  <a:lnTo>
                    <a:pt x="291603" y="58186"/>
                  </a:lnTo>
                  <a:lnTo>
                    <a:pt x="289429" y="65242"/>
                  </a:lnTo>
                  <a:lnTo>
                    <a:pt x="290091" y="65145"/>
                  </a:lnTo>
                  <a:lnTo>
                    <a:pt x="296802" y="64178"/>
                  </a:lnTo>
                  <a:lnTo>
                    <a:pt x="359187" y="55093"/>
                  </a:lnTo>
                  <a:lnTo>
                    <a:pt x="394066" y="50067"/>
                  </a:lnTo>
                  <a:lnTo>
                    <a:pt x="423652" y="46007"/>
                  </a:lnTo>
                  <a:lnTo>
                    <a:pt x="438303" y="43978"/>
                  </a:lnTo>
                  <a:lnTo>
                    <a:pt x="438964" y="43881"/>
                  </a:lnTo>
                  <a:lnTo>
                    <a:pt x="444541" y="43011"/>
                  </a:lnTo>
                  <a:lnTo>
                    <a:pt x="446621" y="42721"/>
                  </a:lnTo>
                  <a:lnTo>
                    <a:pt x="457774" y="40981"/>
                  </a:lnTo>
                  <a:lnTo>
                    <a:pt x="470346" y="39048"/>
                  </a:lnTo>
                  <a:lnTo>
                    <a:pt x="481972" y="37405"/>
                  </a:lnTo>
                  <a:lnTo>
                    <a:pt x="503334" y="34505"/>
                  </a:lnTo>
                  <a:lnTo>
                    <a:pt x="503523" y="35955"/>
                  </a:lnTo>
                  <a:lnTo>
                    <a:pt x="503618" y="36342"/>
                  </a:lnTo>
                  <a:lnTo>
                    <a:pt x="503713" y="37212"/>
                  </a:lnTo>
                  <a:lnTo>
                    <a:pt x="503713" y="40015"/>
                  </a:lnTo>
                  <a:lnTo>
                    <a:pt x="503618" y="40305"/>
                  </a:lnTo>
                  <a:lnTo>
                    <a:pt x="503334" y="42238"/>
                  </a:lnTo>
                  <a:lnTo>
                    <a:pt x="503334" y="42528"/>
                  </a:lnTo>
                  <a:lnTo>
                    <a:pt x="502295" y="46201"/>
                  </a:lnTo>
                  <a:lnTo>
                    <a:pt x="502011" y="46877"/>
                  </a:lnTo>
                  <a:lnTo>
                    <a:pt x="500499" y="49680"/>
                  </a:lnTo>
                  <a:lnTo>
                    <a:pt x="499648" y="51227"/>
                  </a:lnTo>
                  <a:lnTo>
                    <a:pt x="497096" y="56059"/>
                  </a:lnTo>
                  <a:lnTo>
                    <a:pt x="495584" y="58959"/>
                  </a:lnTo>
                  <a:lnTo>
                    <a:pt x="488967" y="71428"/>
                  </a:lnTo>
                  <a:lnTo>
                    <a:pt x="488116" y="72974"/>
                  </a:lnTo>
                  <a:lnTo>
                    <a:pt x="480460" y="87472"/>
                  </a:lnTo>
                  <a:lnTo>
                    <a:pt x="470913" y="105450"/>
                  </a:lnTo>
                  <a:lnTo>
                    <a:pt x="468172" y="110380"/>
                  </a:lnTo>
                  <a:lnTo>
                    <a:pt x="467888" y="110766"/>
                  </a:lnTo>
                  <a:lnTo>
                    <a:pt x="466092" y="114439"/>
                  </a:lnTo>
                  <a:lnTo>
                    <a:pt x="463257" y="123041"/>
                  </a:lnTo>
                  <a:lnTo>
                    <a:pt x="462500" y="125265"/>
                  </a:lnTo>
                  <a:lnTo>
                    <a:pt x="462690" y="126134"/>
                  </a:lnTo>
                  <a:lnTo>
                    <a:pt x="462690" y="126328"/>
                  </a:lnTo>
                  <a:lnTo>
                    <a:pt x="462879" y="127391"/>
                  </a:lnTo>
                  <a:lnTo>
                    <a:pt x="462879" y="128551"/>
                  </a:lnTo>
                  <a:lnTo>
                    <a:pt x="462217" y="132997"/>
                  </a:lnTo>
                  <a:lnTo>
                    <a:pt x="460610" y="135317"/>
                  </a:lnTo>
                  <a:lnTo>
                    <a:pt x="461083" y="140536"/>
                  </a:lnTo>
                  <a:lnTo>
                    <a:pt x="461177" y="144982"/>
                  </a:lnTo>
                  <a:lnTo>
                    <a:pt x="465336" y="164893"/>
                  </a:lnTo>
                  <a:lnTo>
                    <a:pt x="466943" y="171949"/>
                  </a:lnTo>
                  <a:lnTo>
                    <a:pt x="469590" y="184514"/>
                  </a:lnTo>
                  <a:lnTo>
                    <a:pt x="471858" y="195339"/>
                  </a:lnTo>
                  <a:lnTo>
                    <a:pt x="474221" y="206938"/>
                  </a:lnTo>
                  <a:lnTo>
                    <a:pt x="474978" y="210998"/>
                  </a:lnTo>
                  <a:lnTo>
                    <a:pt x="475734" y="214381"/>
                  </a:lnTo>
                  <a:lnTo>
                    <a:pt x="465336" y="216314"/>
                  </a:lnTo>
                  <a:lnTo>
                    <a:pt x="461177" y="217087"/>
                  </a:lnTo>
                  <a:lnTo>
                    <a:pt x="458909" y="217473"/>
                  </a:lnTo>
                  <a:lnTo>
                    <a:pt x="455789" y="218053"/>
                  </a:lnTo>
                  <a:lnTo>
                    <a:pt x="446904" y="219697"/>
                  </a:lnTo>
                  <a:lnTo>
                    <a:pt x="445486" y="219987"/>
                  </a:lnTo>
                  <a:lnTo>
                    <a:pt x="440004" y="220953"/>
                  </a:lnTo>
                  <a:lnTo>
                    <a:pt x="438397" y="221243"/>
                  </a:lnTo>
                  <a:lnTo>
                    <a:pt x="435372" y="221823"/>
                  </a:lnTo>
                  <a:lnTo>
                    <a:pt x="433482" y="219117"/>
                  </a:lnTo>
                  <a:lnTo>
                    <a:pt x="429890" y="213994"/>
                  </a:lnTo>
                  <a:lnTo>
                    <a:pt x="429701" y="213607"/>
                  </a:lnTo>
                  <a:lnTo>
                    <a:pt x="420910" y="200945"/>
                  </a:lnTo>
                  <a:lnTo>
                    <a:pt x="418642" y="197756"/>
                  </a:lnTo>
                  <a:lnTo>
                    <a:pt x="418358" y="195823"/>
                  </a:lnTo>
                  <a:lnTo>
                    <a:pt x="418453" y="194276"/>
                  </a:lnTo>
                  <a:lnTo>
                    <a:pt x="419303" y="187317"/>
                  </a:lnTo>
                  <a:lnTo>
                    <a:pt x="419776" y="184514"/>
                  </a:lnTo>
                  <a:lnTo>
                    <a:pt x="420249" y="182581"/>
                  </a:lnTo>
                  <a:lnTo>
                    <a:pt x="420532" y="182001"/>
                  </a:lnTo>
                  <a:lnTo>
                    <a:pt x="421950" y="179198"/>
                  </a:lnTo>
                  <a:lnTo>
                    <a:pt x="422045" y="178908"/>
                  </a:lnTo>
                  <a:lnTo>
                    <a:pt x="422328" y="178328"/>
                  </a:lnTo>
                  <a:lnTo>
                    <a:pt x="421950" y="178135"/>
                  </a:lnTo>
                  <a:lnTo>
                    <a:pt x="420154" y="177072"/>
                  </a:lnTo>
                  <a:lnTo>
                    <a:pt x="418925" y="176395"/>
                  </a:lnTo>
                  <a:lnTo>
                    <a:pt x="418547" y="176202"/>
                  </a:lnTo>
                  <a:lnTo>
                    <a:pt x="418358" y="175815"/>
                  </a:lnTo>
                  <a:lnTo>
                    <a:pt x="418169" y="175525"/>
                  </a:lnTo>
                  <a:lnTo>
                    <a:pt x="418169" y="175332"/>
                  </a:lnTo>
                  <a:lnTo>
                    <a:pt x="418169" y="174945"/>
                  </a:lnTo>
                  <a:lnTo>
                    <a:pt x="418547" y="172046"/>
                  </a:lnTo>
                  <a:lnTo>
                    <a:pt x="418831" y="170209"/>
                  </a:lnTo>
                  <a:lnTo>
                    <a:pt x="418831" y="169823"/>
                  </a:lnTo>
                  <a:lnTo>
                    <a:pt x="419114" y="167406"/>
                  </a:lnTo>
                  <a:lnTo>
                    <a:pt x="419209" y="166633"/>
                  </a:lnTo>
                  <a:lnTo>
                    <a:pt x="419303" y="166053"/>
                  </a:lnTo>
                  <a:lnTo>
                    <a:pt x="417886" y="165763"/>
                  </a:lnTo>
                  <a:lnTo>
                    <a:pt x="411647" y="164796"/>
                  </a:lnTo>
                  <a:lnTo>
                    <a:pt x="410891" y="164603"/>
                  </a:lnTo>
                  <a:lnTo>
                    <a:pt x="409946" y="164506"/>
                  </a:lnTo>
                  <a:lnTo>
                    <a:pt x="406165" y="163830"/>
                  </a:lnTo>
                  <a:lnTo>
                    <a:pt x="397658" y="162477"/>
                  </a:lnTo>
                  <a:lnTo>
                    <a:pt x="389340" y="163443"/>
                  </a:lnTo>
                  <a:lnTo>
                    <a:pt x="375539" y="164893"/>
                  </a:lnTo>
                  <a:lnTo>
                    <a:pt x="368072" y="165763"/>
                  </a:lnTo>
                  <a:lnTo>
                    <a:pt x="361455" y="166440"/>
                  </a:lnTo>
                  <a:lnTo>
                    <a:pt x="358431" y="166826"/>
                  </a:lnTo>
                  <a:lnTo>
                    <a:pt x="353326" y="167406"/>
                  </a:lnTo>
                  <a:lnTo>
                    <a:pt x="352759" y="167406"/>
                  </a:lnTo>
                  <a:lnTo>
                    <a:pt x="352381" y="167503"/>
                  </a:lnTo>
                  <a:lnTo>
                    <a:pt x="347561" y="167986"/>
                  </a:lnTo>
                  <a:lnTo>
                    <a:pt x="343591" y="168469"/>
                  </a:lnTo>
                  <a:lnTo>
                    <a:pt x="337352" y="169146"/>
                  </a:lnTo>
                  <a:lnTo>
                    <a:pt x="331019" y="169823"/>
                  </a:lnTo>
                  <a:lnTo>
                    <a:pt x="326860" y="170306"/>
                  </a:lnTo>
                  <a:lnTo>
                    <a:pt x="320432" y="170982"/>
                  </a:lnTo>
                  <a:lnTo>
                    <a:pt x="319015" y="171176"/>
                  </a:lnTo>
                  <a:lnTo>
                    <a:pt x="317597" y="171272"/>
                  </a:lnTo>
                  <a:lnTo>
                    <a:pt x="316841" y="171369"/>
                  </a:lnTo>
                  <a:lnTo>
                    <a:pt x="316462" y="171466"/>
                  </a:lnTo>
                  <a:lnTo>
                    <a:pt x="301528" y="174075"/>
                  </a:lnTo>
                  <a:lnTo>
                    <a:pt x="297652" y="174655"/>
                  </a:lnTo>
                  <a:lnTo>
                    <a:pt x="296613" y="174849"/>
                  </a:lnTo>
                  <a:lnTo>
                    <a:pt x="295856" y="174945"/>
                  </a:lnTo>
                  <a:lnTo>
                    <a:pt x="294628" y="175235"/>
                  </a:lnTo>
                  <a:lnTo>
                    <a:pt x="291981" y="175622"/>
                  </a:lnTo>
                  <a:lnTo>
                    <a:pt x="290941" y="175718"/>
                  </a:lnTo>
                  <a:lnTo>
                    <a:pt x="286971" y="176298"/>
                  </a:lnTo>
                  <a:lnTo>
                    <a:pt x="284419" y="176685"/>
                  </a:lnTo>
                  <a:lnTo>
                    <a:pt x="280922" y="177265"/>
                  </a:lnTo>
                  <a:lnTo>
                    <a:pt x="278937" y="177652"/>
                  </a:lnTo>
                  <a:lnTo>
                    <a:pt x="278464" y="177748"/>
                  </a:lnTo>
                  <a:lnTo>
                    <a:pt x="277708" y="177942"/>
                  </a:lnTo>
                  <a:lnTo>
                    <a:pt x="276574" y="178135"/>
                  </a:lnTo>
                  <a:lnTo>
                    <a:pt x="267689" y="189733"/>
                  </a:lnTo>
                  <a:lnTo>
                    <a:pt x="251714" y="210611"/>
                  </a:lnTo>
                  <a:lnTo>
                    <a:pt x="251242" y="211094"/>
                  </a:lnTo>
                  <a:lnTo>
                    <a:pt x="243963" y="220663"/>
                  </a:lnTo>
                  <a:lnTo>
                    <a:pt x="238670" y="227526"/>
                  </a:lnTo>
                  <a:lnTo>
                    <a:pt x="233093" y="234871"/>
                  </a:lnTo>
                  <a:lnTo>
                    <a:pt x="228556" y="240767"/>
                  </a:lnTo>
                  <a:lnTo>
                    <a:pt x="228178" y="240477"/>
                  </a:lnTo>
                  <a:lnTo>
                    <a:pt x="227800" y="240187"/>
                  </a:lnTo>
                  <a:lnTo>
                    <a:pt x="227327" y="240091"/>
                  </a:lnTo>
                  <a:lnTo>
                    <a:pt x="226855" y="239897"/>
                  </a:lnTo>
                  <a:lnTo>
                    <a:pt x="226288" y="239897"/>
                  </a:lnTo>
                  <a:lnTo>
                    <a:pt x="225815" y="239897"/>
                  </a:lnTo>
                  <a:lnTo>
                    <a:pt x="225342" y="239994"/>
                  </a:lnTo>
                  <a:lnTo>
                    <a:pt x="224870" y="240187"/>
                  </a:lnTo>
                  <a:lnTo>
                    <a:pt x="224492" y="240477"/>
                  </a:lnTo>
                  <a:lnTo>
                    <a:pt x="224019" y="240767"/>
                  </a:lnTo>
                  <a:lnTo>
                    <a:pt x="223735" y="241057"/>
                  </a:lnTo>
                  <a:lnTo>
                    <a:pt x="222601" y="239994"/>
                  </a:lnTo>
                  <a:lnTo>
                    <a:pt x="220616" y="237868"/>
                  </a:lnTo>
                  <a:lnTo>
                    <a:pt x="218915" y="236225"/>
                  </a:lnTo>
                  <a:lnTo>
                    <a:pt x="216268" y="233518"/>
                  </a:lnTo>
                  <a:lnTo>
                    <a:pt x="213527" y="230715"/>
                  </a:lnTo>
                  <a:lnTo>
                    <a:pt x="208990" y="235258"/>
                  </a:lnTo>
                  <a:lnTo>
                    <a:pt x="208801" y="235355"/>
                  </a:lnTo>
                  <a:lnTo>
                    <a:pt x="206060" y="238158"/>
                  </a:lnTo>
                  <a:lnTo>
                    <a:pt x="205776" y="238448"/>
                  </a:lnTo>
                  <a:lnTo>
                    <a:pt x="201901" y="234581"/>
                  </a:lnTo>
                  <a:lnTo>
                    <a:pt x="198970" y="231488"/>
                  </a:lnTo>
                  <a:lnTo>
                    <a:pt x="193677" y="225979"/>
                  </a:lnTo>
                  <a:lnTo>
                    <a:pt x="192448" y="224723"/>
                  </a:lnTo>
                  <a:lnTo>
                    <a:pt x="189802" y="227332"/>
                  </a:lnTo>
                  <a:lnTo>
                    <a:pt x="184036" y="232842"/>
                  </a:lnTo>
                  <a:lnTo>
                    <a:pt x="183847" y="233035"/>
                  </a:lnTo>
                  <a:lnTo>
                    <a:pt x="177325" y="239318"/>
                  </a:lnTo>
                  <a:lnTo>
                    <a:pt x="175907" y="240767"/>
                  </a:lnTo>
                  <a:lnTo>
                    <a:pt x="167211" y="249176"/>
                  </a:lnTo>
                  <a:lnTo>
                    <a:pt x="166360" y="248500"/>
                  </a:lnTo>
                  <a:lnTo>
                    <a:pt x="165509" y="247920"/>
                  </a:lnTo>
                  <a:lnTo>
                    <a:pt x="164659" y="247340"/>
                  </a:lnTo>
                  <a:lnTo>
                    <a:pt x="163713" y="246857"/>
                  </a:lnTo>
                  <a:lnTo>
                    <a:pt x="162768" y="246470"/>
                  </a:lnTo>
                  <a:lnTo>
                    <a:pt x="161728" y="246083"/>
                  </a:lnTo>
                  <a:lnTo>
                    <a:pt x="160783" y="245793"/>
                  </a:lnTo>
                  <a:lnTo>
                    <a:pt x="159743" y="245503"/>
                  </a:lnTo>
                  <a:lnTo>
                    <a:pt x="158798" y="245310"/>
                  </a:lnTo>
                  <a:lnTo>
                    <a:pt x="157758" y="245117"/>
                  </a:lnTo>
                  <a:lnTo>
                    <a:pt x="156719" y="245117"/>
                  </a:lnTo>
                  <a:lnTo>
                    <a:pt x="155679" y="245020"/>
                  </a:lnTo>
                  <a:lnTo>
                    <a:pt x="154639" y="245117"/>
                  </a:lnTo>
                  <a:lnTo>
                    <a:pt x="138003" y="245600"/>
                  </a:lnTo>
                  <a:lnTo>
                    <a:pt x="133750" y="249660"/>
                  </a:lnTo>
                  <a:lnTo>
                    <a:pt x="130819" y="246663"/>
                  </a:lnTo>
                  <a:lnTo>
                    <a:pt x="129118" y="244924"/>
                  </a:lnTo>
                  <a:lnTo>
                    <a:pt x="127700" y="243570"/>
                  </a:lnTo>
                  <a:lnTo>
                    <a:pt x="122407" y="238061"/>
                  </a:lnTo>
                  <a:lnTo>
                    <a:pt x="122218" y="237964"/>
                  </a:lnTo>
                  <a:lnTo>
                    <a:pt x="118626" y="234291"/>
                  </a:lnTo>
                  <a:lnTo>
                    <a:pt x="117681" y="233325"/>
                  </a:lnTo>
                  <a:lnTo>
                    <a:pt x="116074" y="231682"/>
                  </a:lnTo>
                  <a:lnTo>
                    <a:pt x="115601" y="231102"/>
                  </a:lnTo>
                  <a:lnTo>
                    <a:pt x="114278" y="229845"/>
                  </a:lnTo>
                  <a:lnTo>
                    <a:pt x="113805" y="229362"/>
                  </a:lnTo>
                  <a:lnTo>
                    <a:pt x="112293" y="227816"/>
                  </a:lnTo>
                  <a:lnTo>
                    <a:pt x="108890" y="224239"/>
                  </a:lnTo>
                  <a:lnTo>
                    <a:pt x="92916" y="239704"/>
                  </a:lnTo>
                  <a:lnTo>
                    <a:pt x="91498" y="241057"/>
                  </a:lnTo>
                  <a:lnTo>
                    <a:pt x="90269" y="242217"/>
                  </a:lnTo>
                  <a:lnTo>
                    <a:pt x="88851" y="243570"/>
                  </a:lnTo>
                  <a:lnTo>
                    <a:pt x="88568" y="243280"/>
                  </a:lnTo>
                  <a:lnTo>
                    <a:pt x="88095" y="242700"/>
                  </a:lnTo>
                  <a:lnTo>
                    <a:pt x="87622" y="242217"/>
                  </a:lnTo>
                  <a:lnTo>
                    <a:pt x="87150" y="241734"/>
                  </a:lnTo>
                  <a:lnTo>
                    <a:pt x="86394" y="240961"/>
                  </a:lnTo>
                  <a:lnTo>
                    <a:pt x="85637" y="240187"/>
                  </a:lnTo>
                  <a:lnTo>
                    <a:pt x="84881" y="239221"/>
                  </a:lnTo>
                  <a:lnTo>
                    <a:pt x="84503" y="238834"/>
                  </a:lnTo>
                  <a:lnTo>
                    <a:pt x="83841" y="238158"/>
                  </a:lnTo>
                  <a:lnTo>
                    <a:pt x="82802" y="236998"/>
                  </a:lnTo>
                  <a:lnTo>
                    <a:pt x="82140" y="236321"/>
                  </a:lnTo>
                  <a:lnTo>
                    <a:pt x="81573" y="235741"/>
                  </a:lnTo>
                  <a:lnTo>
                    <a:pt x="81289" y="235355"/>
                  </a:lnTo>
                  <a:lnTo>
                    <a:pt x="80155" y="234098"/>
                  </a:lnTo>
                  <a:lnTo>
                    <a:pt x="79021" y="232648"/>
                  </a:lnTo>
                  <a:lnTo>
                    <a:pt x="78075" y="231682"/>
                  </a:lnTo>
                  <a:lnTo>
                    <a:pt x="76847" y="230329"/>
                  </a:lnTo>
                  <a:lnTo>
                    <a:pt x="76374" y="229749"/>
                  </a:lnTo>
                  <a:lnTo>
                    <a:pt x="75145" y="228395"/>
                  </a:lnTo>
                  <a:lnTo>
                    <a:pt x="74200" y="227332"/>
                  </a:lnTo>
                  <a:lnTo>
                    <a:pt x="73822" y="226946"/>
                  </a:lnTo>
                  <a:lnTo>
                    <a:pt x="73538" y="226462"/>
                  </a:lnTo>
                  <a:lnTo>
                    <a:pt x="73255" y="226172"/>
                  </a:lnTo>
                  <a:lnTo>
                    <a:pt x="72688" y="225592"/>
                  </a:lnTo>
                  <a:lnTo>
                    <a:pt x="72310" y="229555"/>
                  </a:lnTo>
                  <a:lnTo>
                    <a:pt x="72215" y="230522"/>
                  </a:lnTo>
                  <a:lnTo>
                    <a:pt x="71553" y="233712"/>
                  </a:lnTo>
                  <a:lnTo>
                    <a:pt x="71175" y="234775"/>
                  </a:lnTo>
                  <a:lnTo>
                    <a:pt x="70892" y="235258"/>
                  </a:lnTo>
                  <a:lnTo>
                    <a:pt x="70041" y="236128"/>
                  </a:lnTo>
                  <a:lnTo>
                    <a:pt x="69285" y="236804"/>
                  </a:lnTo>
                  <a:lnTo>
                    <a:pt x="68812" y="237094"/>
                  </a:lnTo>
                  <a:lnTo>
                    <a:pt x="67111" y="237578"/>
                  </a:lnTo>
                  <a:lnTo>
                    <a:pt x="65788" y="237578"/>
                  </a:lnTo>
                  <a:lnTo>
                    <a:pt x="63708" y="237674"/>
                  </a:lnTo>
                  <a:lnTo>
                    <a:pt x="61912" y="237674"/>
                  </a:lnTo>
                  <a:lnTo>
                    <a:pt x="61628" y="237771"/>
                  </a:lnTo>
                  <a:lnTo>
                    <a:pt x="60683" y="238061"/>
                  </a:lnTo>
                  <a:lnTo>
                    <a:pt x="60211" y="238351"/>
                  </a:lnTo>
                  <a:lnTo>
                    <a:pt x="59454" y="239028"/>
                  </a:lnTo>
                  <a:lnTo>
                    <a:pt x="58793" y="239607"/>
                  </a:lnTo>
                  <a:lnTo>
                    <a:pt x="58320" y="239994"/>
                  </a:lnTo>
                  <a:lnTo>
                    <a:pt x="58131" y="240091"/>
                  </a:lnTo>
                  <a:lnTo>
                    <a:pt x="57659" y="240381"/>
                  </a:lnTo>
                  <a:lnTo>
                    <a:pt x="57186" y="240671"/>
                  </a:lnTo>
                  <a:lnTo>
                    <a:pt x="56430" y="241057"/>
                  </a:lnTo>
                  <a:lnTo>
                    <a:pt x="55863" y="241541"/>
                  </a:lnTo>
                  <a:lnTo>
                    <a:pt x="55579" y="242024"/>
                  </a:lnTo>
                  <a:lnTo>
                    <a:pt x="55390" y="242700"/>
                  </a:lnTo>
                  <a:lnTo>
                    <a:pt x="55484" y="243377"/>
                  </a:lnTo>
                  <a:lnTo>
                    <a:pt x="55579" y="244054"/>
                  </a:lnTo>
                  <a:lnTo>
                    <a:pt x="55768" y="244924"/>
                  </a:lnTo>
                  <a:lnTo>
                    <a:pt x="55390" y="245600"/>
                  </a:lnTo>
                  <a:lnTo>
                    <a:pt x="55106" y="246083"/>
                  </a:lnTo>
                  <a:lnTo>
                    <a:pt x="54539" y="246567"/>
                  </a:lnTo>
                  <a:lnTo>
                    <a:pt x="53689" y="247243"/>
                  </a:lnTo>
                  <a:lnTo>
                    <a:pt x="51893" y="248113"/>
                  </a:lnTo>
                  <a:lnTo>
                    <a:pt x="51231" y="248403"/>
                  </a:lnTo>
                  <a:lnTo>
                    <a:pt x="49624" y="249176"/>
                  </a:lnTo>
                  <a:lnTo>
                    <a:pt x="48679" y="249660"/>
                  </a:lnTo>
                  <a:lnTo>
                    <a:pt x="48112" y="249950"/>
                  </a:lnTo>
                  <a:lnTo>
                    <a:pt x="47356" y="250143"/>
                  </a:lnTo>
                  <a:lnTo>
                    <a:pt x="46032" y="250433"/>
                  </a:lnTo>
                  <a:lnTo>
                    <a:pt x="44425" y="251496"/>
                  </a:lnTo>
                  <a:lnTo>
                    <a:pt x="44142" y="251303"/>
                  </a:lnTo>
                  <a:lnTo>
                    <a:pt x="39699" y="249176"/>
                  </a:lnTo>
                  <a:lnTo>
                    <a:pt x="36674" y="246663"/>
                  </a:lnTo>
                  <a:lnTo>
                    <a:pt x="33650" y="244924"/>
                  </a:lnTo>
                  <a:lnTo>
                    <a:pt x="29963" y="241831"/>
                  </a:lnTo>
                  <a:lnTo>
                    <a:pt x="27506" y="239511"/>
                  </a:lnTo>
                  <a:lnTo>
                    <a:pt x="24670" y="237094"/>
                  </a:lnTo>
                  <a:lnTo>
                    <a:pt x="22874" y="235645"/>
                  </a:lnTo>
                  <a:lnTo>
                    <a:pt x="20511" y="233808"/>
                  </a:lnTo>
                  <a:lnTo>
                    <a:pt x="19093" y="232165"/>
                  </a:lnTo>
                  <a:lnTo>
                    <a:pt x="16825" y="230909"/>
                  </a:lnTo>
                  <a:lnTo>
                    <a:pt x="15029" y="229072"/>
                  </a:lnTo>
                  <a:lnTo>
                    <a:pt x="13705" y="227816"/>
                  </a:lnTo>
                  <a:lnTo>
                    <a:pt x="11815" y="226559"/>
                  </a:lnTo>
                  <a:lnTo>
                    <a:pt x="9735" y="224433"/>
                  </a:lnTo>
                  <a:lnTo>
                    <a:pt x="7183" y="222596"/>
                  </a:lnTo>
                  <a:lnTo>
                    <a:pt x="4915" y="221533"/>
                  </a:lnTo>
                  <a:lnTo>
                    <a:pt x="1606" y="219793"/>
                  </a:lnTo>
                  <a:lnTo>
                    <a:pt x="756" y="219117"/>
                  </a:lnTo>
                  <a:lnTo>
                    <a:pt x="3497" y="211674"/>
                  </a:lnTo>
                  <a:lnTo>
                    <a:pt x="4253" y="203362"/>
                  </a:lnTo>
                  <a:lnTo>
                    <a:pt x="5009" y="193890"/>
                  </a:lnTo>
                  <a:lnTo>
                    <a:pt x="4726" y="190023"/>
                  </a:lnTo>
                  <a:lnTo>
                    <a:pt x="4537" y="188864"/>
                  </a:lnTo>
                  <a:lnTo>
                    <a:pt x="3969" y="187124"/>
                  </a:lnTo>
                  <a:lnTo>
                    <a:pt x="3119" y="184611"/>
                  </a:lnTo>
                  <a:lnTo>
                    <a:pt x="2079" y="182388"/>
                  </a:lnTo>
                  <a:lnTo>
                    <a:pt x="1984" y="182194"/>
                  </a:lnTo>
                  <a:lnTo>
                    <a:pt x="1701" y="181324"/>
                  </a:lnTo>
                  <a:lnTo>
                    <a:pt x="1512" y="179778"/>
                  </a:lnTo>
                  <a:lnTo>
                    <a:pt x="1512" y="179005"/>
                  </a:lnTo>
                  <a:lnTo>
                    <a:pt x="1795" y="177265"/>
                  </a:lnTo>
                  <a:lnTo>
                    <a:pt x="2930" y="173205"/>
                  </a:lnTo>
                  <a:lnTo>
                    <a:pt x="1606" y="169243"/>
                  </a:lnTo>
                  <a:lnTo>
                    <a:pt x="472" y="164410"/>
                  </a:lnTo>
                  <a:lnTo>
                    <a:pt x="945" y="160447"/>
                  </a:lnTo>
                  <a:lnTo>
                    <a:pt x="1890" y="156484"/>
                  </a:lnTo>
                  <a:lnTo>
                    <a:pt x="1512" y="155518"/>
                  </a:lnTo>
                  <a:lnTo>
                    <a:pt x="1984" y="154068"/>
                  </a:lnTo>
                  <a:lnTo>
                    <a:pt x="0" y="153294"/>
                  </a:lnTo>
                  <a:lnTo>
                    <a:pt x="3875" y="145852"/>
                  </a:lnTo>
                  <a:lnTo>
                    <a:pt x="5482" y="142856"/>
                  </a:lnTo>
                  <a:lnTo>
                    <a:pt x="5954" y="143049"/>
                  </a:lnTo>
                  <a:lnTo>
                    <a:pt x="6805" y="143532"/>
                  </a:lnTo>
                  <a:lnTo>
                    <a:pt x="8128" y="144209"/>
                  </a:lnTo>
                  <a:lnTo>
                    <a:pt x="8318" y="144306"/>
                  </a:lnTo>
                  <a:lnTo>
                    <a:pt x="8412" y="144016"/>
                  </a:lnTo>
                  <a:lnTo>
                    <a:pt x="9263" y="142276"/>
                  </a:lnTo>
                  <a:lnTo>
                    <a:pt x="11248" y="137830"/>
                  </a:lnTo>
                  <a:lnTo>
                    <a:pt x="11437" y="137443"/>
                  </a:lnTo>
                  <a:lnTo>
                    <a:pt x="12855" y="134350"/>
                  </a:lnTo>
                  <a:lnTo>
                    <a:pt x="13894" y="130581"/>
                  </a:lnTo>
                  <a:lnTo>
                    <a:pt x="14367" y="129614"/>
                  </a:lnTo>
                  <a:lnTo>
                    <a:pt x="14745" y="129034"/>
                  </a:lnTo>
                  <a:lnTo>
                    <a:pt x="16068" y="126231"/>
                  </a:lnTo>
                  <a:lnTo>
                    <a:pt x="20038" y="118112"/>
                  </a:lnTo>
                  <a:lnTo>
                    <a:pt x="20227" y="117822"/>
                  </a:lnTo>
                  <a:lnTo>
                    <a:pt x="20511" y="117145"/>
                  </a:lnTo>
                  <a:lnTo>
                    <a:pt x="20795" y="115792"/>
                  </a:lnTo>
                  <a:lnTo>
                    <a:pt x="22590" y="111926"/>
                  </a:lnTo>
                  <a:lnTo>
                    <a:pt x="22780" y="111539"/>
                  </a:lnTo>
                  <a:lnTo>
                    <a:pt x="18526" y="109123"/>
                  </a:lnTo>
                  <a:lnTo>
                    <a:pt x="22212" y="99361"/>
                  </a:lnTo>
                  <a:lnTo>
                    <a:pt x="23347" y="96558"/>
                  </a:lnTo>
                  <a:lnTo>
                    <a:pt x="23441" y="96268"/>
                  </a:lnTo>
                  <a:lnTo>
                    <a:pt x="23914" y="94915"/>
                  </a:lnTo>
                  <a:lnTo>
                    <a:pt x="25615" y="90372"/>
                  </a:lnTo>
                  <a:lnTo>
                    <a:pt x="25710" y="90082"/>
                  </a:lnTo>
                  <a:lnTo>
                    <a:pt x="28356" y="83123"/>
                  </a:lnTo>
                  <a:lnTo>
                    <a:pt x="31854" y="73554"/>
                  </a:lnTo>
                  <a:lnTo>
                    <a:pt x="32515" y="71911"/>
                  </a:lnTo>
                  <a:lnTo>
                    <a:pt x="47923" y="79643"/>
                  </a:lnTo>
                  <a:lnTo>
                    <a:pt x="54445" y="66402"/>
                  </a:lnTo>
                  <a:lnTo>
                    <a:pt x="55012" y="65242"/>
                  </a:lnTo>
                  <a:lnTo>
                    <a:pt x="55390" y="65532"/>
                  </a:lnTo>
                  <a:lnTo>
                    <a:pt x="55674" y="65725"/>
                  </a:lnTo>
                  <a:lnTo>
                    <a:pt x="56619" y="66402"/>
                  </a:lnTo>
                  <a:lnTo>
                    <a:pt x="58131" y="67368"/>
                  </a:lnTo>
                  <a:lnTo>
                    <a:pt x="59076" y="68045"/>
                  </a:lnTo>
                  <a:lnTo>
                    <a:pt x="60589" y="69108"/>
                  </a:lnTo>
                  <a:lnTo>
                    <a:pt x="60967" y="69301"/>
                  </a:lnTo>
                  <a:lnTo>
                    <a:pt x="64937" y="72104"/>
                  </a:lnTo>
                  <a:lnTo>
                    <a:pt x="71648" y="76647"/>
                  </a:lnTo>
                  <a:lnTo>
                    <a:pt x="79304" y="62149"/>
                  </a:lnTo>
                  <a:lnTo>
                    <a:pt x="81478" y="57606"/>
                  </a:lnTo>
                  <a:lnTo>
                    <a:pt x="89513" y="41465"/>
                  </a:lnTo>
                  <a:lnTo>
                    <a:pt x="91309" y="37888"/>
                  </a:lnTo>
                  <a:lnTo>
                    <a:pt x="96791" y="27160"/>
                  </a:lnTo>
                  <a:lnTo>
                    <a:pt x="98965" y="22810"/>
                  </a:lnTo>
                  <a:lnTo>
                    <a:pt x="99249" y="22327"/>
                  </a:lnTo>
                  <a:lnTo>
                    <a:pt x="101612" y="17784"/>
                  </a:lnTo>
                  <a:lnTo>
                    <a:pt x="103219" y="14594"/>
                  </a:lnTo>
                  <a:lnTo>
                    <a:pt x="106149" y="9858"/>
                  </a:lnTo>
                  <a:lnTo>
                    <a:pt x="106527" y="9375"/>
                  </a:lnTo>
                  <a:lnTo>
                    <a:pt x="108512" y="6959"/>
                  </a:lnTo>
                  <a:lnTo>
                    <a:pt x="112482" y="2416"/>
                  </a:lnTo>
                  <a:lnTo>
                    <a:pt x="114183" y="966"/>
                  </a:lnTo>
                  <a:lnTo>
                    <a:pt x="11512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56962" y="1887474"/>
              <a:ext cx="1285512" cy="1705092"/>
            </a:xfrm>
            <a:custGeom>
              <a:avLst/>
              <a:pathLst>
                <a:path w="1285512" h="1705092">
                  <a:moveTo>
                    <a:pt x="858930" y="23680"/>
                  </a:moveTo>
                  <a:lnTo>
                    <a:pt x="864790" y="34119"/>
                  </a:lnTo>
                  <a:lnTo>
                    <a:pt x="870934" y="47940"/>
                  </a:lnTo>
                  <a:lnTo>
                    <a:pt x="874337" y="59732"/>
                  </a:lnTo>
                  <a:lnTo>
                    <a:pt x="874999" y="62052"/>
                  </a:lnTo>
                  <a:lnTo>
                    <a:pt x="881332" y="71718"/>
                  </a:lnTo>
                  <a:lnTo>
                    <a:pt x="890028" y="80320"/>
                  </a:lnTo>
                  <a:lnTo>
                    <a:pt x="896739" y="82930"/>
                  </a:lnTo>
                  <a:lnTo>
                    <a:pt x="905908" y="86602"/>
                  </a:lnTo>
                  <a:lnTo>
                    <a:pt x="926325" y="91242"/>
                  </a:lnTo>
                  <a:lnTo>
                    <a:pt x="927554" y="91532"/>
                  </a:lnTo>
                  <a:lnTo>
                    <a:pt x="947782" y="94142"/>
                  </a:lnTo>
                  <a:lnTo>
                    <a:pt x="961298" y="94335"/>
                  </a:lnTo>
                  <a:lnTo>
                    <a:pt x="964323" y="94432"/>
                  </a:lnTo>
                  <a:lnTo>
                    <a:pt x="978123" y="92595"/>
                  </a:lnTo>
                  <a:lnTo>
                    <a:pt x="994476" y="86602"/>
                  </a:lnTo>
                  <a:lnTo>
                    <a:pt x="1015176" y="74037"/>
                  </a:lnTo>
                  <a:lnTo>
                    <a:pt x="1030962" y="61279"/>
                  </a:lnTo>
                  <a:lnTo>
                    <a:pt x="1045518" y="55286"/>
                  </a:lnTo>
                  <a:lnTo>
                    <a:pt x="1059035" y="53933"/>
                  </a:lnTo>
                  <a:lnTo>
                    <a:pt x="1082099" y="50357"/>
                  </a:lnTo>
                  <a:lnTo>
                    <a:pt x="1082571" y="50260"/>
                  </a:lnTo>
                  <a:lnTo>
                    <a:pt x="1093536" y="47360"/>
                  </a:lnTo>
                  <a:lnTo>
                    <a:pt x="1099869" y="45621"/>
                  </a:lnTo>
                  <a:lnTo>
                    <a:pt x="1125674" y="39338"/>
                  </a:lnTo>
                  <a:lnTo>
                    <a:pt x="1132290" y="39435"/>
                  </a:lnTo>
                  <a:lnTo>
                    <a:pt x="1143822" y="39628"/>
                  </a:lnTo>
                  <a:lnTo>
                    <a:pt x="1158379" y="39338"/>
                  </a:lnTo>
                  <a:lnTo>
                    <a:pt x="1177567" y="38758"/>
                  </a:lnTo>
                  <a:lnTo>
                    <a:pt x="1197228" y="39338"/>
                  </a:lnTo>
                  <a:lnTo>
                    <a:pt x="1199024" y="39145"/>
                  </a:lnTo>
                  <a:lnTo>
                    <a:pt x="1204695" y="38468"/>
                  </a:lnTo>
                  <a:lnTo>
                    <a:pt x="1212729" y="37502"/>
                  </a:lnTo>
                  <a:lnTo>
                    <a:pt x="1233146" y="35955"/>
                  </a:lnTo>
                  <a:lnTo>
                    <a:pt x="1251767" y="32669"/>
                  </a:lnTo>
                  <a:lnTo>
                    <a:pt x="1258479" y="31509"/>
                  </a:lnTo>
                  <a:lnTo>
                    <a:pt x="1274547" y="31509"/>
                  </a:lnTo>
                  <a:lnTo>
                    <a:pt x="1282204" y="37502"/>
                  </a:lnTo>
                  <a:lnTo>
                    <a:pt x="1285512" y="47167"/>
                  </a:lnTo>
                  <a:lnTo>
                    <a:pt x="1279368" y="60699"/>
                  </a:lnTo>
                  <a:lnTo>
                    <a:pt x="1268687" y="75390"/>
                  </a:lnTo>
                  <a:lnTo>
                    <a:pt x="1261220" y="92015"/>
                  </a:lnTo>
                  <a:lnTo>
                    <a:pt x="1258195" y="117145"/>
                  </a:lnTo>
                  <a:lnTo>
                    <a:pt x="1259991" y="139859"/>
                  </a:lnTo>
                  <a:lnTo>
                    <a:pt x="1263016" y="158804"/>
                  </a:lnTo>
                  <a:lnTo>
                    <a:pt x="1265379" y="173205"/>
                  </a:lnTo>
                  <a:lnTo>
                    <a:pt x="1262070" y="191280"/>
                  </a:lnTo>
                  <a:lnTo>
                    <a:pt x="1249593" y="206745"/>
                  </a:lnTo>
                  <a:lnTo>
                    <a:pt x="1247987" y="208775"/>
                  </a:lnTo>
                  <a:lnTo>
                    <a:pt x="1237778" y="217087"/>
                  </a:lnTo>
                  <a:lnTo>
                    <a:pt x="1208665" y="235355"/>
                  </a:lnTo>
                  <a:lnTo>
                    <a:pt x="1189288" y="244537"/>
                  </a:lnTo>
                  <a:lnTo>
                    <a:pt x="1173408" y="250530"/>
                  </a:lnTo>
                  <a:lnTo>
                    <a:pt x="1157623" y="255459"/>
                  </a:lnTo>
                  <a:lnTo>
                    <a:pt x="1146941" y="262031"/>
                  </a:lnTo>
                  <a:lnTo>
                    <a:pt x="1137962" y="267541"/>
                  </a:lnTo>
                  <a:lnTo>
                    <a:pt x="1123122" y="274500"/>
                  </a:lnTo>
                  <a:lnTo>
                    <a:pt x="1116221" y="290738"/>
                  </a:lnTo>
                  <a:lnTo>
                    <a:pt x="1110928" y="314515"/>
                  </a:lnTo>
                  <a:lnTo>
                    <a:pt x="1110645" y="330173"/>
                  </a:lnTo>
                  <a:lnTo>
                    <a:pt x="1105824" y="352307"/>
                  </a:lnTo>
                  <a:lnTo>
                    <a:pt x="1098168" y="377631"/>
                  </a:lnTo>
                  <a:lnTo>
                    <a:pt x="1085596" y="405371"/>
                  </a:lnTo>
                  <a:lnTo>
                    <a:pt x="1077751" y="419096"/>
                  </a:lnTo>
                  <a:lnTo>
                    <a:pt x="1072835" y="427795"/>
                  </a:lnTo>
                  <a:lnTo>
                    <a:pt x="1067448" y="440553"/>
                  </a:lnTo>
                  <a:lnTo>
                    <a:pt x="1066975" y="455728"/>
                  </a:lnTo>
                  <a:lnTo>
                    <a:pt x="1067164" y="456888"/>
                  </a:lnTo>
                  <a:lnTo>
                    <a:pt x="1069244" y="470903"/>
                  </a:lnTo>
                  <a:lnTo>
                    <a:pt x="1069527" y="472933"/>
                  </a:lnTo>
                  <a:lnTo>
                    <a:pt x="1076144" y="486755"/>
                  </a:lnTo>
                  <a:lnTo>
                    <a:pt x="1081059" y="502413"/>
                  </a:lnTo>
                  <a:lnTo>
                    <a:pt x="1077940" y="516524"/>
                  </a:lnTo>
                  <a:lnTo>
                    <a:pt x="1073592" y="529959"/>
                  </a:lnTo>
                  <a:lnTo>
                    <a:pt x="1072835" y="532182"/>
                  </a:lnTo>
                  <a:lnTo>
                    <a:pt x="1068865" y="538368"/>
                  </a:lnTo>
                  <a:lnTo>
                    <a:pt x="1064423" y="545231"/>
                  </a:lnTo>
                  <a:lnTo>
                    <a:pt x="1063194" y="554896"/>
                  </a:lnTo>
                  <a:lnTo>
                    <a:pt x="1064896" y="568235"/>
                  </a:lnTo>
                  <a:lnTo>
                    <a:pt x="1071039" y="578964"/>
                  </a:lnTo>
                  <a:lnTo>
                    <a:pt x="1089471" y="596168"/>
                  </a:lnTo>
                  <a:lnTo>
                    <a:pt x="1095332" y="606317"/>
                  </a:lnTo>
                  <a:lnTo>
                    <a:pt x="1097884" y="619655"/>
                  </a:lnTo>
                  <a:lnTo>
                    <a:pt x="1098924" y="630384"/>
                  </a:lnTo>
                  <a:lnTo>
                    <a:pt x="1096939" y="636183"/>
                  </a:lnTo>
                  <a:lnTo>
                    <a:pt x="1095615" y="640340"/>
                  </a:lnTo>
                  <a:lnTo>
                    <a:pt x="1086636" y="650198"/>
                  </a:lnTo>
                  <a:lnTo>
                    <a:pt x="1077183" y="658027"/>
                  </a:lnTo>
                  <a:lnTo>
                    <a:pt x="1061115" y="669819"/>
                  </a:lnTo>
                  <a:lnTo>
                    <a:pt x="1036066" y="680451"/>
                  </a:lnTo>
                  <a:lnTo>
                    <a:pt x="1008276" y="690407"/>
                  </a:lnTo>
                  <a:lnTo>
                    <a:pt x="985496" y="702392"/>
                  </a:lnTo>
                  <a:lnTo>
                    <a:pt x="977367" y="707901"/>
                  </a:lnTo>
                  <a:lnTo>
                    <a:pt x="967915" y="719403"/>
                  </a:lnTo>
                  <a:lnTo>
                    <a:pt x="964039" y="726942"/>
                  </a:lnTo>
                  <a:lnTo>
                    <a:pt x="961298" y="732452"/>
                  </a:lnTo>
                  <a:lnTo>
                    <a:pt x="959786" y="743954"/>
                  </a:lnTo>
                  <a:lnTo>
                    <a:pt x="959880" y="747337"/>
                  </a:lnTo>
                  <a:lnTo>
                    <a:pt x="960259" y="757775"/>
                  </a:lnTo>
                  <a:lnTo>
                    <a:pt x="956478" y="771307"/>
                  </a:lnTo>
                  <a:lnTo>
                    <a:pt x="949767" y="780199"/>
                  </a:lnTo>
                  <a:lnTo>
                    <a:pt x="941070" y="785805"/>
                  </a:lnTo>
                  <a:lnTo>
                    <a:pt x="934832" y="796727"/>
                  </a:lnTo>
                  <a:lnTo>
                    <a:pt x="931429" y="810163"/>
                  </a:lnTo>
                  <a:lnTo>
                    <a:pt x="920464" y="821471"/>
                  </a:lnTo>
                  <a:lnTo>
                    <a:pt x="907420" y="827367"/>
                  </a:lnTo>
                  <a:lnTo>
                    <a:pt x="901087" y="830170"/>
                  </a:lnTo>
                  <a:lnTo>
                    <a:pt x="886625" y="838192"/>
                  </a:lnTo>
                  <a:lnTo>
                    <a:pt x="877835" y="845248"/>
                  </a:lnTo>
                  <a:lnTo>
                    <a:pt x="876889" y="847278"/>
                  </a:lnTo>
                  <a:lnTo>
                    <a:pt x="873770" y="853561"/>
                  </a:lnTo>
                  <a:lnTo>
                    <a:pt x="869800" y="861776"/>
                  </a:lnTo>
                  <a:lnTo>
                    <a:pt x="861955" y="873955"/>
                  </a:lnTo>
                  <a:lnTo>
                    <a:pt x="850990" y="883234"/>
                  </a:lnTo>
                  <a:lnTo>
                    <a:pt x="834354" y="888743"/>
                  </a:lnTo>
                  <a:lnTo>
                    <a:pt x="815733" y="891546"/>
                  </a:lnTo>
                  <a:lnTo>
                    <a:pt x="800798" y="885264"/>
                  </a:lnTo>
                  <a:lnTo>
                    <a:pt x="782744" y="881977"/>
                  </a:lnTo>
                  <a:lnTo>
                    <a:pt x="772441" y="886520"/>
                  </a:lnTo>
                  <a:lnTo>
                    <a:pt x="767526" y="892609"/>
                  </a:lnTo>
                  <a:lnTo>
                    <a:pt x="763367" y="897732"/>
                  </a:lnTo>
                  <a:lnTo>
                    <a:pt x="764596" y="914743"/>
                  </a:lnTo>
                  <a:lnTo>
                    <a:pt x="762422" y="937747"/>
                  </a:lnTo>
                  <a:lnTo>
                    <a:pt x="759681" y="965004"/>
                  </a:lnTo>
                  <a:lnTo>
                    <a:pt x="757034" y="982885"/>
                  </a:lnTo>
                  <a:lnTo>
                    <a:pt x="731891" y="1049384"/>
                  </a:lnTo>
                  <a:lnTo>
                    <a:pt x="723762" y="1065042"/>
                  </a:lnTo>
                  <a:lnTo>
                    <a:pt x="720265" y="1071711"/>
                  </a:lnTo>
                  <a:lnTo>
                    <a:pt x="699753" y="1099451"/>
                  </a:lnTo>
                  <a:lnTo>
                    <a:pt x="691908" y="1112596"/>
                  </a:lnTo>
                  <a:lnTo>
                    <a:pt x="690112" y="1116463"/>
                  </a:lnTo>
                  <a:lnTo>
                    <a:pt x="678202" y="1142173"/>
                  </a:lnTo>
                  <a:lnTo>
                    <a:pt x="660904" y="1168366"/>
                  </a:lnTo>
                  <a:lnTo>
                    <a:pt x="647955" y="1188181"/>
                  </a:lnTo>
                  <a:lnTo>
                    <a:pt x="642378" y="1199489"/>
                  </a:lnTo>
                  <a:lnTo>
                    <a:pt x="640204" y="1206835"/>
                  </a:lnTo>
                  <a:lnTo>
                    <a:pt x="634910" y="1212151"/>
                  </a:lnTo>
                  <a:lnTo>
                    <a:pt x="635950" y="1221140"/>
                  </a:lnTo>
                  <a:lnTo>
                    <a:pt x="634343" y="1226746"/>
                  </a:lnTo>
                  <a:lnTo>
                    <a:pt x="619976" y="1239021"/>
                  </a:lnTo>
                  <a:lnTo>
                    <a:pt x="614210" y="1254389"/>
                  </a:lnTo>
                  <a:lnTo>
                    <a:pt x="609295" y="1260962"/>
                  </a:lnTo>
                  <a:lnTo>
                    <a:pt x="604474" y="1272561"/>
                  </a:lnTo>
                  <a:lnTo>
                    <a:pt x="592848" y="1282709"/>
                  </a:lnTo>
                  <a:lnTo>
                    <a:pt x="581599" y="1295758"/>
                  </a:lnTo>
                  <a:lnTo>
                    <a:pt x="578197" y="1311513"/>
                  </a:lnTo>
                  <a:lnTo>
                    <a:pt x="579142" y="1325914"/>
                  </a:lnTo>
                  <a:lnTo>
                    <a:pt x="579425" y="1331037"/>
                  </a:lnTo>
                  <a:lnTo>
                    <a:pt x="579236" y="1336739"/>
                  </a:lnTo>
                  <a:lnTo>
                    <a:pt x="583773" y="1349788"/>
                  </a:lnTo>
                  <a:lnTo>
                    <a:pt x="600410" y="1386130"/>
                  </a:lnTo>
                  <a:lnTo>
                    <a:pt x="611469" y="1391543"/>
                  </a:lnTo>
                  <a:lnTo>
                    <a:pt x="623001" y="1395023"/>
                  </a:lnTo>
                  <a:lnTo>
                    <a:pt x="639353" y="1402562"/>
                  </a:lnTo>
                  <a:lnTo>
                    <a:pt x="654193" y="1405461"/>
                  </a:lnTo>
                  <a:lnTo>
                    <a:pt x="655705" y="1405751"/>
                  </a:lnTo>
                  <a:lnTo>
                    <a:pt x="660148" y="1408554"/>
                  </a:lnTo>
                  <a:lnTo>
                    <a:pt x="664874" y="1408554"/>
                  </a:lnTo>
                  <a:lnTo>
                    <a:pt x="669695" y="1408554"/>
                  </a:lnTo>
                  <a:lnTo>
                    <a:pt x="672909" y="1413580"/>
                  </a:lnTo>
                  <a:lnTo>
                    <a:pt x="674137" y="1417640"/>
                  </a:lnTo>
                  <a:lnTo>
                    <a:pt x="676028" y="1420733"/>
                  </a:lnTo>
                  <a:lnTo>
                    <a:pt x="680754" y="1422956"/>
                  </a:lnTo>
                  <a:lnTo>
                    <a:pt x="682550" y="1428465"/>
                  </a:lnTo>
                  <a:lnTo>
                    <a:pt x="684630" y="1431655"/>
                  </a:lnTo>
                  <a:lnTo>
                    <a:pt x="688032" y="1433588"/>
                  </a:lnTo>
                  <a:lnTo>
                    <a:pt x="692286" y="1434458"/>
                  </a:lnTo>
                  <a:lnTo>
                    <a:pt x="695594" y="1436004"/>
                  </a:lnTo>
                  <a:lnTo>
                    <a:pt x="700509" y="1438227"/>
                  </a:lnTo>
                  <a:lnTo>
                    <a:pt x="705803" y="1439581"/>
                  </a:lnTo>
                  <a:lnTo>
                    <a:pt x="709300" y="1443350"/>
                  </a:lnTo>
                  <a:lnTo>
                    <a:pt x="711474" y="1447700"/>
                  </a:lnTo>
                  <a:lnTo>
                    <a:pt x="712986" y="1451952"/>
                  </a:lnTo>
                  <a:lnTo>
                    <a:pt x="714782" y="1456012"/>
                  </a:lnTo>
                  <a:lnTo>
                    <a:pt x="716578" y="1459201"/>
                  </a:lnTo>
                  <a:lnTo>
                    <a:pt x="721966" y="1462488"/>
                  </a:lnTo>
                  <a:lnTo>
                    <a:pt x="726976" y="1468384"/>
                  </a:lnTo>
                  <a:lnTo>
                    <a:pt x="728961" y="1475246"/>
                  </a:lnTo>
                  <a:lnTo>
                    <a:pt x="725842" y="1480176"/>
                  </a:lnTo>
                  <a:lnTo>
                    <a:pt x="724140" y="1481142"/>
                  </a:lnTo>
                  <a:lnTo>
                    <a:pt x="724235" y="1483365"/>
                  </a:lnTo>
                  <a:lnTo>
                    <a:pt x="723006" y="1486072"/>
                  </a:lnTo>
                  <a:lnTo>
                    <a:pt x="722439" y="1489165"/>
                  </a:lnTo>
                  <a:lnTo>
                    <a:pt x="723857" y="1492644"/>
                  </a:lnTo>
                  <a:lnTo>
                    <a:pt x="725842" y="1494191"/>
                  </a:lnTo>
                  <a:lnTo>
                    <a:pt x="728583" y="1495737"/>
                  </a:lnTo>
                  <a:lnTo>
                    <a:pt x="731135" y="1495930"/>
                  </a:lnTo>
                  <a:lnTo>
                    <a:pt x="732836" y="1496317"/>
                  </a:lnTo>
                  <a:lnTo>
                    <a:pt x="737279" y="1507336"/>
                  </a:lnTo>
                  <a:lnTo>
                    <a:pt x="737940" y="1509172"/>
                  </a:lnTo>
                  <a:lnTo>
                    <a:pt x="738508" y="1510622"/>
                  </a:lnTo>
                  <a:lnTo>
                    <a:pt x="738697" y="1510719"/>
                  </a:lnTo>
                  <a:lnTo>
                    <a:pt x="741438" y="1511492"/>
                  </a:lnTo>
                  <a:lnTo>
                    <a:pt x="744179" y="1511299"/>
                  </a:lnTo>
                  <a:lnTo>
                    <a:pt x="743801" y="1516228"/>
                  </a:lnTo>
                  <a:lnTo>
                    <a:pt x="743706" y="1518161"/>
                  </a:lnTo>
                  <a:lnTo>
                    <a:pt x="744274" y="1521254"/>
                  </a:lnTo>
                  <a:lnTo>
                    <a:pt x="744841" y="1524444"/>
                  </a:lnTo>
                  <a:lnTo>
                    <a:pt x="745597" y="1525120"/>
                  </a:lnTo>
                  <a:lnTo>
                    <a:pt x="745313" y="1529470"/>
                  </a:lnTo>
                  <a:lnTo>
                    <a:pt x="743139" y="1538845"/>
                  </a:lnTo>
                  <a:lnTo>
                    <a:pt x="740209" y="1545998"/>
                  </a:lnTo>
                  <a:lnTo>
                    <a:pt x="742289" y="1551797"/>
                  </a:lnTo>
                  <a:lnTo>
                    <a:pt x="731135" y="1556243"/>
                  </a:lnTo>
                  <a:lnTo>
                    <a:pt x="724424" y="1559046"/>
                  </a:lnTo>
                  <a:lnTo>
                    <a:pt x="687938" y="1573641"/>
                  </a:lnTo>
                  <a:lnTo>
                    <a:pt x="679809" y="1576251"/>
                  </a:lnTo>
                  <a:lnTo>
                    <a:pt x="636706" y="1589783"/>
                  </a:lnTo>
                  <a:lnTo>
                    <a:pt x="616195" y="1597418"/>
                  </a:lnTo>
                  <a:lnTo>
                    <a:pt x="613832" y="1597902"/>
                  </a:lnTo>
                  <a:lnTo>
                    <a:pt x="591997" y="1602154"/>
                  </a:lnTo>
                  <a:lnTo>
                    <a:pt x="588027" y="1601478"/>
                  </a:lnTo>
                  <a:lnTo>
                    <a:pt x="574888" y="1600705"/>
                  </a:lnTo>
                  <a:lnTo>
                    <a:pt x="566098" y="1598481"/>
                  </a:lnTo>
                  <a:lnTo>
                    <a:pt x="560426" y="1598675"/>
                  </a:lnTo>
                  <a:lnTo>
                    <a:pt x="556740" y="1599738"/>
                  </a:lnTo>
                  <a:lnTo>
                    <a:pt x="550785" y="1599931"/>
                  </a:lnTo>
                  <a:lnTo>
                    <a:pt x="546626" y="1597805"/>
                  </a:lnTo>
                  <a:lnTo>
                    <a:pt x="543129" y="1597032"/>
                  </a:lnTo>
                  <a:lnTo>
                    <a:pt x="537741" y="1596935"/>
                  </a:lnTo>
                  <a:lnTo>
                    <a:pt x="534432" y="1597322"/>
                  </a:lnTo>
                  <a:lnTo>
                    <a:pt x="530463" y="1597418"/>
                  </a:lnTo>
                  <a:lnTo>
                    <a:pt x="529139" y="1597515"/>
                  </a:lnTo>
                  <a:lnTo>
                    <a:pt x="525547" y="1599545"/>
                  </a:lnTo>
                  <a:lnTo>
                    <a:pt x="523846" y="1599738"/>
                  </a:lnTo>
                  <a:lnTo>
                    <a:pt x="512976" y="1597805"/>
                  </a:lnTo>
                  <a:lnTo>
                    <a:pt x="507493" y="1596935"/>
                  </a:lnTo>
                  <a:lnTo>
                    <a:pt x="504374" y="1596355"/>
                  </a:lnTo>
                  <a:lnTo>
                    <a:pt x="496056" y="1594809"/>
                  </a:lnTo>
                  <a:lnTo>
                    <a:pt x="494071" y="1594519"/>
                  </a:lnTo>
                  <a:lnTo>
                    <a:pt x="486982" y="1593745"/>
                  </a:lnTo>
                  <a:lnTo>
                    <a:pt x="484146" y="1593359"/>
                  </a:lnTo>
                  <a:lnTo>
                    <a:pt x="479987" y="1591812"/>
                  </a:lnTo>
                  <a:lnTo>
                    <a:pt x="479042" y="1591522"/>
                  </a:lnTo>
                  <a:lnTo>
                    <a:pt x="477152" y="1591232"/>
                  </a:lnTo>
                  <a:lnTo>
                    <a:pt x="474978" y="1591039"/>
                  </a:lnTo>
                  <a:lnTo>
                    <a:pt x="470346" y="1591039"/>
                  </a:lnTo>
                  <a:lnTo>
                    <a:pt x="462028" y="1592489"/>
                  </a:lnTo>
                  <a:lnTo>
                    <a:pt x="454750" y="1594712"/>
                  </a:lnTo>
                  <a:lnTo>
                    <a:pt x="450496" y="1595195"/>
                  </a:lnTo>
                  <a:lnTo>
                    <a:pt x="443879" y="1596742"/>
                  </a:lnTo>
                  <a:lnTo>
                    <a:pt x="430552" y="1597902"/>
                  </a:lnTo>
                  <a:lnTo>
                    <a:pt x="421099" y="1599738"/>
                  </a:lnTo>
                  <a:lnTo>
                    <a:pt x="419303" y="1600608"/>
                  </a:lnTo>
                  <a:lnTo>
                    <a:pt x="405503" y="1602638"/>
                  </a:lnTo>
                  <a:lnTo>
                    <a:pt x="396334" y="1604474"/>
                  </a:lnTo>
                  <a:lnTo>
                    <a:pt x="374405" y="1604571"/>
                  </a:lnTo>
                  <a:lnTo>
                    <a:pt x="372231" y="1604474"/>
                  </a:lnTo>
                  <a:lnTo>
                    <a:pt x="368072" y="1603798"/>
                  </a:lnTo>
                  <a:lnTo>
                    <a:pt x="364480" y="1603894"/>
                  </a:lnTo>
                  <a:lnTo>
                    <a:pt x="355595" y="1605731"/>
                  </a:lnTo>
                  <a:lnTo>
                    <a:pt x="348600" y="1606504"/>
                  </a:lnTo>
                  <a:lnTo>
                    <a:pt x="344252" y="1606601"/>
                  </a:lnTo>
                  <a:lnTo>
                    <a:pt x="338770" y="1606117"/>
                  </a:lnTo>
                  <a:lnTo>
                    <a:pt x="337730" y="1606117"/>
                  </a:lnTo>
                  <a:lnTo>
                    <a:pt x="335651" y="1606214"/>
                  </a:lnTo>
                  <a:lnTo>
                    <a:pt x="330546" y="1605634"/>
                  </a:lnTo>
                  <a:lnTo>
                    <a:pt x="330263" y="1605634"/>
                  </a:lnTo>
                  <a:lnTo>
                    <a:pt x="323363" y="1607567"/>
                  </a:lnTo>
                  <a:lnTo>
                    <a:pt x="320338" y="1608147"/>
                  </a:lnTo>
                  <a:lnTo>
                    <a:pt x="316652" y="1608727"/>
                  </a:lnTo>
                  <a:lnTo>
                    <a:pt x="313438" y="1609307"/>
                  </a:lnTo>
                  <a:lnTo>
                    <a:pt x="305876" y="1611917"/>
                  </a:lnTo>
                  <a:lnTo>
                    <a:pt x="301717" y="1612786"/>
                  </a:lnTo>
                  <a:lnTo>
                    <a:pt x="296802" y="1613076"/>
                  </a:lnTo>
                  <a:lnTo>
                    <a:pt x="293871" y="1613270"/>
                  </a:lnTo>
                  <a:lnTo>
                    <a:pt x="282151" y="1617039"/>
                  </a:lnTo>
                  <a:lnTo>
                    <a:pt x="272698" y="1620036"/>
                  </a:lnTo>
                  <a:lnTo>
                    <a:pt x="270619" y="1621389"/>
                  </a:lnTo>
                  <a:lnTo>
                    <a:pt x="263719" y="1625158"/>
                  </a:lnTo>
                  <a:lnTo>
                    <a:pt x="257669" y="1627865"/>
                  </a:lnTo>
                  <a:lnTo>
                    <a:pt x="253132" y="1629991"/>
                  </a:lnTo>
                  <a:lnTo>
                    <a:pt x="243963" y="1631344"/>
                  </a:lnTo>
                  <a:lnTo>
                    <a:pt x="235645" y="1632697"/>
                  </a:lnTo>
                  <a:lnTo>
                    <a:pt x="233944" y="1632987"/>
                  </a:lnTo>
                  <a:lnTo>
                    <a:pt x="231486" y="1633084"/>
                  </a:lnTo>
                  <a:lnTo>
                    <a:pt x="222034" y="1634727"/>
                  </a:lnTo>
                  <a:lnTo>
                    <a:pt x="218064" y="1636177"/>
                  </a:lnTo>
                  <a:lnTo>
                    <a:pt x="208328" y="1638110"/>
                  </a:lnTo>
                  <a:lnTo>
                    <a:pt x="200577" y="1640236"/>
                  </a:lnTo>
                  <a:lnTo>
                    <a:pt x="199254" y="1640913"/>
                  </a:lnTo>
                  <a:lnTo>
                    <a:pt x="198687" y="1641106"/>
                  </a:lnTo>
                  <a:lnTo>
                    <a:pt x="190274" y="1646519"/>
                  </a:lnTo>
                  <a:lnTo>
                    <a:pt x="187722" y="1649805"/>
                  </a:lnTo>
                  <a:lnTo>
                    <a:pt x="179215" y="1667493"/>
                  </a:lnTo>
                  <a:lnTo>
                    <a:pt x="177136" y="1677642"/>
                  </a:lnTo>
                  <a:lnTo>
                    <a:pt x="176663" y="1679865"/>
                  </a:lnTo>
                  <a:lnTo>
                    <a:pt x="175812" y="1683248"/>
                  </a:lnTo>
                  <a:lnTo>
                    <a:pt x="173922" y="1695137"/>
                  </a:lnTo>
                  <a:lnTo>
                    <a:pt x="170803" y="1705092"/>
                  </a:lnTo>
                  <a:lnTo>
                    <a:pt x="162201" y="1703642"/>
                  </a:lnTo>
                  <a:lnTo>
                    <a:pt x="160878" y="1703932"/>
                  </a:lnTo>
                  <a:lnTo>
                    <a:pt x="160689" y="1701999"/>
                  </a:lnTo>
                  <a:lnTo>
                    <a:pt x="159932" y="1702096"/>
                  </a:lnTo>
                  <a:lnTo>
                    <a:pt x="157853" y="1701226"/>
                  </a:lnTo>
                  <a:lnTo>
                    <a:pt x="157569" y="1701709"/>
                  </a:lnTo>
                  <a:lnTo>
                    <a:pt x="155773" y="1700839"/>
                  </a:lnTo>
                  <a:lnTo>
                    <a:pt x="155490" y="1701419"/>
                  </a:lnTo>
                  <a:lnTo>
                    <a:pt x="155017" y="1701129"/>
                  </a:lnTo>
                  <a:lnTo>
                    <a:pt x="154734" y="1701806"/>
                  </a:lnTo>
                  <a:lnTo>
                    <a:pt x="152938" y="1700936"/>
                  </a:lnTo>
                  <a:lnTo>
                    <a:pt x="152749" y="1701129"/>
                  </a:lnTo>
                  <a:lnTo>
                    <a:pt x="151425" y="1700259"/>
                  </a:lnTo>
                  <a:lnTo>
                    <a:pt x="150953" y="1700549"/>
                  </a:lnTo>
                  <a:lnTo>
                    <a:pt x="150102" y="1700066"/>
                  </a:lnTo>
                  <a:lnTo>
                    <a:pt x="150197" y="1699583"/>
                  </a:lnTo>
                  <a:lnTo>
                    <a:pt x="148968" y="1699486"/>
                  </a:lnTo>
                  <a:lnTo>
                    <a:pt x="148873" y="1699003"/>
                  </a:lnTo>
                  <a:lnTo>
                    <a:pt x="148684" y="1698616"/>
                  </a:lnTo>
                  <a:lnTo>
                    <a:pt x="146983" y="1697843"/>
                  </a:lnTo>
                  <a:lnTo>
                    <a:pt x="146227" y="1697843"/>
                  </a:lnTo>
                  <a:lnTo>
                    <a:pt x="143485" y="1696586"/>
                  </a:lnTo>
                  <a:lnTo>
                    <a:pt x="142257" y="1695620"/>
                  </a:lnTo>
                  <a:lnTo>
                    <a:pt x="139610" y="1695330"/>
                  </a:lnTo>
                  <a:lnTo>
                    <a:pt x="138476" y="1694750"/>
                  </a:lnTo>
                  <a:lnTo>
                    <a:pt x="136869" y="1694363"/>
                  </a:lnTo>
                  <a:lnTo>
                    <a:pt x="134600" y="1694267"/>
                  </a:lnTo>
                  <a:lnTo>
                    <a:pt x="132804" y="1693977"/>
                  </a:lnTo>
                  <a:lnTo>
                    <a:pt x="132237" y="1693397"/>
                  </a:lnTo>
                  <a:lnTo>
                    <a:pt x="130819" y="1692624"/>
                  </a:lnTo>
                  <a:lnTo>
                    <a:pt x="129401" y="1691947"/>
                  </a:lnTo>
                  <a:lnTo>
                    <a:pt x="127795" y="1691174"/>
                  </a:lnTo>
                  <a:lnTo>
                    <a:pt x="126377" y="1690497"/>
                  </a:lnTo>
                  <a:lnTo>
                    <a:pt x="125053" y="1689047"/>
                  </a:lnTo>
                  <a:lnTo>
                    <a:pt x="123730" y="1687211"/>
                  </a:lnTo>
                  <a:lnTo>
                    <a:pt x="123919" y="1684215"/>
                  </a:lnTo>
                  <a:lnTo>
                    <a:pt x="124392" y="1681412"/>
                  </a:lnTo>
                  <a:lnTo>
                    <a:pt x="125526" y="1677255"/>
                  </a:lnTo>
                  <a:lnTo>
                    <a:pt x="124392" y="1675226"/>
                  </a:lnTo>
                  <a:lnTo>
                    <a:pt x="119098" y="1670103"/>
                  </a:lnTo>
                  <a:lnTo>
                    <a:pt x="116641" y="1666237"/>
                  </a:lnTo>
                  <a:lnTo>
                    <a:pt x="113900" y="1660921"/>
                  </a:lnTo>
                  <a:lnTo>
                    <a:pt x="112198" y="1656958"/>
                  </a:lnTo>
                  <a:lnTo>
                    <a:pt x="111064" y="1654831"/>
                  </a:lnTo>
                  <a:lnTo>
                    <a:pt x="109646" y="1652995"/>
                  </a:lnTo>
                  <a:lnTo>
                    <a:pt x="108606" y="1649709"/>
                  </a:lnTo>
                  <a:lnTo>
                    <a:pt x="107472" y="1646422"/>
                  </a:lnTo>
                  <a:lnTo>
                    <a:pt x="105865" y="1644876"/>
                  </a:lnTo>
                  <a:lnTo>
                    <a:pt x="104636" y="1643716"/>
                  </a:lnTo>
                  <a:lnTo>
                    <a:pt x="103786" y="1642750"/>
                  </a:lnTo>
                  <a:lnTo>
                    <a:pt x="102557" y="1639850"/>
                  </a:lnTo>
                  <a:lnTo>
                    <a:pt x="100950" y="1638497"/>
                  </a:lnTo>
                  <a:lnTo>
                    <a:pt x="100477" y="1638207"/>
                  </a:lnTo>
                  <a:lnTo>
                    <a:pt x="97264" y="1636177"/>
                  </a:lnTo>
                  <a:lnTo>
                    <a:pt x="96413" y="1636080"/>
                  </a:lnTo>
                  <a:lnTo>
                    <a:pt x="95279" y="1633567"/>
                  </a:lnTo>
                  <a:lnTo>
                    <a:pt x="93388" y="1630668"/>
                  </a:lnTo>
                  <a:lnTo>
                    <a:pt x="91498" y="1629025"/>
                  </a:lnTo>
                  <a:lnTo>
                    <a:pt x="89418" y="1626415"/>
                  </a:lnTo>
                  <a:lnTo>
                    <a:pt x="87150" y="1622935"/>
                  </a:lnTo>
                  <a:lnTo>
                    <a:pt x="84976" y="1620229"/>
                  </a:lnTo>
                  <a:lnTo>
                    <a:pt x="83558" y="1618586"/>
                  </a:lnTo>
                  <a:lnTo>
                    <a:pt x="82235" y="1617329"/>
                  </a:lnTo>
                  <a:lnTo>
                    <a:pt x="81289" y="1616169"/>
                  </a:lnTo>
                  <a:lnTo>
                    <a:pt x="81100" y="1614430"/>
                  </a:lnTo>
                  <a:lnTo>
                    <a:pt x="81006" y="1613463"/>
                  </a:lnTo>
                  <a:lnTo>
                    <a:pt x="80344" y="1612400"/>
                  </a:lnTo>
                  <a:lnTo>
                    <a:pt x="80060" y="1611433"/>
                  </a:lnTo>
                  <a:lnTo>
                    <a:pt x="81478" y="1607180"/>
                  </a:lnTo>
                  <a:lnTo>
                    <a:pt x="82707" y="1605441"/>
                  </a:lnTo>
                  <a:lnTo>
                    <a:pt x="82613" y="1604184"/>
                  </a:lnTo>
                  <a:lnTo>
                    <a:pt x="82896" y="1604087"/>
                  </a:lnTo>
                  <a:lnTo>
                    <a:pt x="84219" y="1603314"/>
                  </a:lnTo>
                  <a:lnTo>
                    <a:pt x="84219" y="1602154"/>
                  </a:lnTo>
                  <a:lnTo>
                    <a:pt x="83841" y="1601574"/>
                  </a:lnTo>
                  <a:lnTo>
                    <a:pt x="83558" y="1600221"/>
                  </a:lnTo>
                  <a:lnTo>
                    <a:pt x="82991" y="1599738"/>
                  </a:lnTo>
                  <a:lnTo>
                    <a:pt x="82991" y="1597612"/>
                  </a:lnTo>
                  <a:lnTo>
                    <a:pt x="83558" y="1597322"/>
                  </a:lnTo>
                  <a:lnTo>
                    <a:pt x="83463" y="1595389"/>
                  </a:lnTo>
                  <a:lnTo>
                    <a:pt x="83652" y="1592489"/>
                  </a:lnTo>
                  <a:lnTo>
                    <a:pt x="83274" y="1590846"/>
                  </a:lnTo>
                  <a:lnTo>
                    <a:pt x="83747" y="1590652"/>
                  </a:lnTo>
                  <a:lnTo>
                    <a:pt x="83936" y="1587753"/>
                  </a:lnTo>
                  <a:lnTo>
                    <a:pt x="88568" y="1585723"/>
                  </a:lnTo>
                  <a:lnTo>
                    <a:pt x="89607" y="1585240"/>
                  </a:lnTo>
                  <a:lnTo>
                    <a:pt x="92916" y="1583597"/>
                  </a:lnTo>
                  <a:lnTo>
                    <a:pt x="97736" y="1576251"/>
                  </a:lnTo>
                  <a:lnTo>
                    <a:pt x="102273" y="1572095"/>
                  </a:lnTo>
                  <a:lnTo>
                    <a:pt x="102368" y="1561849"/>
                  </a:lnTo>
                  <a:lnTo>
                    <a:pt x="105487" y="1556147"/>
                  </a:lnTo>
                  <a:lnTo>
                    <a:pt x="108323" y="1549671"/>
                  </a:lnTo>
                  <a:lnTo>
                    <a:pt x="108134" y="1545225"/>
                  </a:lnTo>
                  <a:lnTo>
                    <a:pt x="105676" y="1539619"/>
                  </a:lnTo>
                  <a:lnTo>
                    <a:pt x="102746" y="1537106"/>
                  </a:lnTo>
                  <a:lnTo>
                    <a:pt x="100856" y="1532079"/>
                  </a:lnTo>
                  <a:lnTo>
                    <a:pt x="97831" y="1526860"/>
                  </a:lnTo>
                  <a:lnTo>
                    <a:pt x="98776" y="1519128"/>
                  </a:lnTo>
                  <a:lnTo>
                    <a:pt x="100099" y="1509559"/>
                  </a:lnTo>
                  <a:lnTo>
                    <a:pt x="102084" y="1502696"/>
                  </a:lnTo>
                  <a:lnTo>
                    <a:pt x="101706" y="1495640"/>
                  </a:lnTo>
                  <a:lnTo>
                    <a:pt x="97831" y="1491001"/>
                  </a:lnTo>
                  <a:lnTo>
                    <a:pt x="94428" y="1486652"/>
                  </a:lnTo>
                  <a:lnTo>
                    <a:pt x="91970" y="1484912"/>
                  </a:lnTo>
                  <a:lnTo>
                    <a:pt x="89702" y="1483365"/>
                  </a:lnTo>
                  <a:lnTo>
                    <a:pt x="86015" y="1477179"/>
                  </a:lnTo>
                  <a:lnTo>
                    <a:pt x="81384" y="1470703"/>
                  </a:lnTo>
                  <a:lnTo>
                    <a:pt x="80439" y="1458525"/>
                  </a:lnTo>
                  <a:lnTo>
                    <a:pt x="82424" y="1454079"/>
                  </a:lnTo>
                  <a:lnTo>
                    <a:pt x="82518" y="1448279"/>
                  </a:lnTo>
                  <a:lnTo>
                    <a:pt x="82045" y="1443447"/>
                  </a:lnTo>
                  <a:lnTo>
                    <a:pt x="78832" y="1438614"/>
                  </a:lnTo>
                  <a:lnTo>
                    <a:pt x="73633" y="1436488"/>
                  </a:lnTo>
                  <a:lnTo>
                    <a:pt x="67489" y="1435328"/>
                  </a:lnTo>
                  <a:lnTo>
                    <a:pt x="62763" y="1434458"/>
                  </a:lnTo>
                  <a:lnTo>
                    <a:pt x="59265" y="1432331"/>
                  </a:lnTo>
                  <a:lnTo>
                    <a:pt x="52838" y="1431848"/>
                  </a:lnTo>
                  <a:lnTo>
                    <a:pt x="52649" y="1430302"/>
                  </a:lnTo>
                  <a:lnTo>
                    <a:pt x="51042" y="1414643"/>
                  </a:lnTo>
                  <a:lnTo>
                    <a:pt x="51042" y="1407878"/>
                  </a:lnTo>
                  <a:lnTo>
                    <a:pt x="51042" y="1405848"/>
                  </a:lnTo>
                  <a:lnTo>
                    <a:pt x="50475" y="1400435"/>
                  </a:lnTo>
                  <a:lnTo>
                    <a:pt x="47828" y="1396376"/>
                  </a:lnTo>
                  <a:lnTo>
                    <a:pt x="43764" y="1395796"/>
                  </a:lnTo>
                  <a:lnTo>
                    <a:pt x="36958" y="1388160"/>
                  </a:lnTo>
                  <a:lnTo>
                    <a:pt x="30058" y="1375015"/>
                  </a:lnTo>
                  <a:lnTo>
                    <a:pt x="24386" y="1368636"/>
                  </a:lnTo>
                  <a:lnTo>
                    <a:pt x="23252" y="1363320"/>
                  </a:lnTo>
                  <a:lnTo>
                    <a:pt x="23252" y="1355587"/>
                  </a:lnTo>
                  <a:lnTo>
                    <a:pt x="24386" y="1353751"/>
                  </a:lnTo>
                  <a:lnTo>
                    <a:pt x="26088" y="1349885"/>
                  </a:lnTo>
                  <a:lnTo>
                    <a:pt x="26088" y="1345052"/>
                  </a:lnTo>
                  <a:lnTo>
                    <a:pt x="24765" y="1338963"/>
                  </a:lnTo>
                  <a:lnTo>
                    <a:pt x="22307" y="1335386"/>
                  </a:lnTo>
                  <a:lnTo>
                    <a:pt x="18148" y="1328524"/>
                  </a:lnTo>
                  <a:lnTo>
                    <a:pt x="17014" y="1326204"/>
                  </a:lnTo>
                  <a:lnTo>
                    <a:pt x="14462" y="1322724"/>
                  </a:lnTo>
                  <a:lnTo>
                    <a:pt x="9830" y="1319825"/>
                  </a:lnTo>
                  <a:lnTo>
                    <a:pt x="6143" y="1318665"/>
                  </a:lnTo>
                  <a:lnTo>
                    <a:pt x="3213" y="1319052"/>
                  </a:lnTo>
                  <a:lnTo>
                    <a:pt x="1512" y="1316539"/>
                  </a:lnTo>
                  <a:lnTo>
                    <a:pt x="0" y="1313832"/>
                  </a:lnTo>
                  <a:lnTo>
                    <a:pt x="2646" y="1309869"/>
                  </a:lnTo>
                  <a:lnTo>
                    <a:pt x="3497" y="1293245"/>
                  </a:lnTo>
                  <a:lnTo>
                    <a:pt x="5954" y="1282033"/>
                  </a:lnTo>
                  <a:lnTo>
                    <a:pt x="8601" y="1271207"/>
                  </a:lnTo>
                  <a:lnTo>
                    <a:pt x="756" y="1246270"/>
                  </a:lnTo>
                  <a:lnTo>
                    <a:pt x="6994" y="1231385"/>
                  </a:lnTo>
                  <a:lnTo>
                    <a:pt x="8318" y="1226553"/>
                  </a:lnTo>
                  <a:lnTo>
                    <a:pt x="8318" y="1224910"/>
                  </a:lnTo>
                  <a:lnTo>
                    <a:pt x="7372" y="1222300"/>
                  </a:lnTo>
                  <a:lnTo>
                    <a:pt x="6143" y="1219014"/>
                  </a:lnTo>
                  <a:lnTo>
                    <a:pt x="3213" y="1212054"/>
                  </a:lnTo>
                  <a:lnTo>
                    <a:pt x="3780" y="1206642"/>
                  </a:lnTo>
                  <a:lnTo>
                    <a:pt x="6238" y="1201422"/>
                  </a:lnTo>
                  <a:lnTo>
                    <a:pt x="6900" y="1200069"/>
                  </a:lnTo>
                  <a:lnTo>
                    <a:pt x="9641" y="1194077"/>
                  </a:lnTo>
                  <a:lnTo>
                    <a:pt x="12193" y="1190210"/>
                  </a:lnTo>
                  <a:lnTo>
                    <a:pt x="18904" y="1182381"/>
                  </a:lnTo>
                  <a:lnTo>
                    <a:pt x="20984" y="1177549"/>
                  </a:lnTo>
                  <a:lnTo>
                    <a:pt x="22118" y="1174842"/>
                  </a:lnTo>
                  <a:lnTo>
                    <a:pt x="21267" y="1169719"/>
                  </a:lnTo>
                  <a:lnTo>
                    <a:pt x="21740" y="1167496"/>
                  </a:lnTo>
                  <a:lnTo>
                    <a:pt x="19471" y="1162084"/>
                  </a:lnTo>
                  <a:lnTo>
                    <a:pt x="17203" y="1156768"/>
                  </a:lnTo>
                  <a:lnTo>
                    <a:pt x="18242" y="1153095"/>
                  </a:lnTo>
                  <a:lnTo>
                    <a:pt x="18999" y="1150872"/>
                  </a:lnTo>
                  <a:lnTo>
                    <a:pt x="17770" y="1148165"/>
                  </a:lnTo>
                  <a:lnTo>
                    <a:pt x="18715" y="1143719"/>
                  </a:lnTo>
                  <a:lnTo>
                    <a:pt x="18999" y="1138983"/>
                  </a:lnTo>
                  <a:lnTo>
                    <a:pt x="15785" y="1136567"/>
                  </a:lnTo>
                  <a:lnTo>
                    <a:pt x="14840" y="1133474"/>
                  </a:lnTo>
                  <a:lnTo>
                    <a:pt x="13044" y="1129028"/>
                  </a:lnTo>
                  <a:lnTo>
                    <a:pt x="13894" y="1120909"/>
                  </a:lnTo>
                  <a:lnTo>
                    <a:pt x="14083" y="1114239"/>
                  </a:lnTo>
                  <a:lnTo>
                    <a:pt x="12855" y="1110277"/>
                  </a:lnTo>
                  <a:lnTo>
                    <a:pt x="11626" y="1105734"/>
                  </a:lnTo>
                  <a:lnTo>
                    <a:pt x="10681" y="1094135"/>
                  </a:lnTo>
                  <a:lnTo>
                    <a:pt x="11909" y="1087369"/>
                  </a:lnTo>
                  <a:lnTo>
                    <a:pt x="13327" y="1083793"/>
                  </a:lnTo>
                  <a:lnTo>
                    <a:pt x="16163" y="1080024"/>
                  </a:lnTo>
                  <a:lnTo>
                    <a:pt x="19944" y="1074611"/>
                  </a:lnTo>
                  <a:lnTo>
                    <a:pt x="19660" y="1071615"/>
                  </a:lnTo>
                  <a:lnTo>
                    <a:pt x="18242" y="1069778"/>
                  </a:lnTo>
                  <a:lnTo>
                    <a:pt x="15974" y="1066975"/>
                  </a:lnTo>
                  <a:lnTo>
                    <a:pt x="13894" y="1063592"/>
                  </a:lnTo>
                  <a:lnTo>
                    <a:pt x="14745" y="1051704"/>
                  </a:lnTo>
                  <a:lnTo>
                    <a:pt x="16825" y="1048321"/>
                  </a:lnTo>
                  <a:lnTo>
                    <a:pt x="18053" y="1045324"/>
                  </a:lnTo>
                  <a:lnTo>
                    <a:pt x="20133" y="1040782"/>
                  </a:lnTo>
                  <a:lnTo>
                    <a:pt x="20984" y="1038172"/>
                  </a:lnTo>
                  <a:lnTo>
                    <a:pt x="24954" y="1034016"/>
                  </a:lnTo>
                  <a:lnTo>
                    <a:pt x="30909" y="1021741"/>
                  </a:lnTo>
                  <a:lnTo>
                    <a:pt x="32988" y="1016811"/>
                  </a:lnTo>
                  <a:lnTo>
                    <a:pt x="22496" y="996900"/>
                  </a:lnTo>
                  <a:lnTo>
                    <a:pt x="20889" y="982692"/>
                  </a:lnTo>
                  <a:lnTo>
                    <a:pt x="20889" y="982499"/>
                  </a:lnTo>
                  <a:lnTo>
                    <a:pt x="25048" y="964714"/>
                  </a:lnTo>
                  <a:lnTo>
                    <a:pt x="36013" y="947316"/>
                  </a:lnTo>
                  <a:lnTo>
                    <a:pt x="45560" y="938134"/>
                  </a:lnTo>
                  <a:lnTo>
                    <a:pt x="53121" y="928372"/>
                  </a:lnTo>
                  <a:lnTo>
                    <a:pt x="65315" y="914937"/>
                  </a:lnTo>
                  <a:lnTo>
                    <a:pt x="83369" y="901308"/>
                  </a:lnTo>
                  <a:lnTo>
                    <a:pt x="98209" y="889710"/>
                  </a:lnTo>
                  <a:lnTo>
                    <a:pt x="102084" y="886037"/>
                  </a:lnTo>
                  <a:lnTo>
                    <a:pt x="112671" y="875985"/>
                  </a:lnTo>
                  <a:lnTo>
                    <a:pt x="123163" y="859940"/>
                  </a:lnTo>
                  <a:lnTo>
                    <a:pt x="122974" y="842832"/>
                  </a:lnTo>
                  <a:lnTo>
                    <a:pt x="129496" y="831137"/>
                  </a:lnTo>
                  <a:lnTo>
                    <a:pt x="129212" y="819055"/>
                  </a:lnTo>
                  <a:lnTo>
                    <a:pt x="131576" y="802043"/>
                  </a:lnTo>
                  <a:lnTo>
                    <a:pt x="138476" y="786675"/>
                  </a:lnTo>
                  <a:lnTo>
                    <a:pt x="146510" y="781166"/>
                  </a:lnTo>
                  <a:lnTo>
                    <a:pt x="147172" y="776140"/>
                  </a:lnTo>
                  <a:lnTo>
                    <a:pt x="143580" y="766088"/>
                  </a:lnTo>
                  <a:lnTo>
                    <a:pt x="130441" y="745307"/>
                  </a:lnTo>
                  <a:lnTo>
                    <a:pt x="130158" y="738541"/>
                  </a:lnTo>
                  <a:lnTo>
                    <a:pt x="147550" y="731872"/>
                  </a:lnTo>
                  <a:lnTo>
                    <a:pt x="152276" y="725783"/>
                  </a:lnTo>
                  <a:lnTo>
                    <a:pt x="158987" y="722980"/>
                  </a:lnTo>
                  <a:lnTo>
                    <a:pt x="162579" y="721530"/>
                  </a:lnTo>
                  <a:lnTo>
                    <a:pt x="171370" y="717374"/>
                  </a:lnTo>
                  <a:lnTo>
                    <a:pt x="177419" y="712638"/>
                  </a:lnTo>
                  <a:lnTo>
                    <a:pt x="183563" y="706162"/>
                  </a:lnTo>
                  <a:lnTo>
                    <a:pt x="187817" y="702875"/>
                  </a:lnTo>
                  <a:lnTo>
                    <a:pt x="191598" y="701812"/>
                  </a:lnTo>
                  <a:lnTo>
                    <a:pt x="198970" y="694370"/>
                  </a:lnTo>
                  <a:lnTo>
                    <a:pt x="212771" y="688377"/>
                  </a:lnTo>
                  <a:lnTo>
                    <a:pt x="220522" y="685864"/>
                  </a:lnTo>
                  <a:lnTo>
                    <a:pt x="229123" y="679678"/>
                  </a:lnTo>
                  <a:lnTo>
                    <a:pt x="239993" y="668563"/>
                  </a:lnTo>
                  <a:lnTo>
                    <a:pt x="241600" y="664890"/>
                  </a:lnTo>
                  <a:lnTo>
                    <a:pt x="241506" y="656578"/>
                  </a:lnTo>
                  <a:lnTo>
                    <a:pt x="242640" y="652325"/>
                  </a:lnTo>
                  <a:lnTo>
                    <a:pt x="244720" y="650198"/>
                  </a:lnTo>
                  <a:lnTo>
                    <a:pt x="250202" y="648942"/>
                  </a:lnTo>
                  <a:lnTo>
                    <a:pt x="253038" y="648362"/>
                  </a:lnTo>
                  <a:lnTo>
                    <a:pt x="258992" y="644882"/>
                  </a:lnTo>
                  <a:lnTo>
                    <a:pt x="261639" y="642369"/>
                  </a:lnTo>
                  <a:lnTo>
                    <a:pt x="264191" y="626325"/>
                  </a:lnTo>
                  <a:lnTo>
                    <a:pt x="284892" y="618785"/>
                  </a:lnTo>
                  <a:lnTo>
                    <a:pt x="292265" y="614919"/>
                  </a:lnTo>
                  <a:lnTo>
                    <a:pt x="296518" y="606027"/>
                  </a:lnTo>
                  <a:lnTo>
                    <a:pt x="299354" y="581573"/>
                  </a:lnTo>
                  <a:lnTo>
                    <a:pt x="308806" y="568815"/>
                  </a:lnTo>
                  <a:lnTo>
                    <a:pt x="321378" y="556926"/>
                  </a:lnTo>
                  <a:lnTo>
                    <a:pt x="333288" y="545618"/>
                  </a:lnTo>
                  <a:lnTo>
                    <a:pt x="360888" y="541171"/>
                  </a:lnTo>
                  <a:lnTo>
                    <a:pt x="382912" y="542331"/>
                  </a:lnTo>
                  <a:lnTo>
                    <a:pt x="396618" y="540591"/>
                  </a:lnTo>
                  <a:lnTo>
                    <a:pt x="402100" y="535855"/>
                  </a:lnTo>
                  <a:lnTo>
                    <a:pt x="398603" y="525320"/>
                  </a:lnTo>
                  <a:lnTo>
                    <a:pt x="398036" y="523677"/>
                  </a:lnTo>
                  <a:lnTo>
                    <a:pt x="392743" y="517684"/>
                  </a:lnTo>
                  <a:lnTo>
                    <a:pt x="384992" y="508792"/>
                  </a:lnTo>
                  <a:lnTo>
                    <a:pt x="385086" y="504636"/>
                  </a:lnTo>
                  <a:lnTo>
                    <a:pt x="385559" y="489751"/>
                  </a:lnTo>
                  <a:lnTo>
                    <a:pt x="381211" y="460078"/>
                  </a:lnTo>
                  <a:lnTo>
                    <a:pt x="381778" y="448769"/>
                  </a:lnTo>
                  <a:lnTo>
                    <a:pt x="387449" y="434754"/>
                  </a:lnTo>
                  <a:lnTo>
                    <a:pt x="394538" y="417356"/>
                  </a:lnTo>
                  <a:lnTo>
                    <a:pt x="395106" y="415810"/>
                  </a:lnTo>
                  <a:lnTo>
                    <a:pt x="400399" y="390583"/>
                  </a:lnTo>
                  <a:lnTo>
                    <a:pt x="400115" y="372412"/>
                  </a:lnTo>
                  <a:lnTo>
                    <a:pt x="406259" y="350664"/>
                  </a:lnTo>
                  <a:lnTo>
                    <a:pt x="420532" y="338196"/>
                  </a:lnTo>
                  <a:lnTo>
                    <a:pt x="425731" y="333750"/>
                  </a:lnTo>
                  <a:lnTo>
                    <a:pt x="443407" y="323697"/>
                  </a:lnTo>
                  <a:lnTo>
                    <a:pt x="462879" y="311616"/>
                  </a:lnTo>
                  <a:lnTo>
                    <a:pt x="487833" y="303497"/>
                  </a:lnTo>
                  <a:lnTo>
                    <a:pt x="513165" y="293831"/>
                  </a:lnTo>
                  <a:lnTo>
                    <a:pt x="531975" y="277980"/>
                  </a:lnTo>
                  <a:lnTo>
                    <a:pt x="545681" y="258649"/>
                  </a:lnTo>
                  <a:lnTo>
                    <a:pt x="559765" y="239318"/>
                  </a:lnTo>
                  <a:lnTo>
                    <a:pt x="571580" y="225592"/>
                  </a:lnTo>
                  <a:lnTo>
                    <a:pt x="577724" y="215927"/>
                  </a:lnTo>
                  <a:lnTo>
                    <a:pt x="590201" y="193503"/>
                  </a:lnTo>
                  <a:lnTo>
                    <a:pt x="600599" y="174849"/>
                  </a:lnTo>
                  <a:lnTo>
                    <a:pt x="611752" y="161800"/>
                  </a:lnTo>
                  <a:lnTo>
                    <a:pt x="618180" y="154261"/>
                  </a:lnTo>
                  <a:lnTo>
                    <a:pt x="629145" y="141793"/>
                  </a:lnTo>
                  <a:lnTo>
                    <a:pt x="640487" y="126908"/>
                  </a:lnTo>
                  <a:lnTo>
                    <a:pt x="650507" y="116276"/>
                  </a:lnTo>
                  <a:lnTo>
                    <a:pt x="664496" y="105740"/>
                  </a:lnTo>
                  <a:lnTo>
                    <a:pt x="679431" y="98588"/>
                  </a:lnTo>
                  <a:lnTo>
                    <a:pt x="695878" y="92982"/>
                  </a:lnTo>
                  <a:lnTo>
                    <a:pt x="697012" y="92402"/>
                  </a:lnTo>
                  <a:lnTo>
                    <a:pt x="704101" y="88922"/>
                  </a:lnTo>
                  <a:lnTo>
                    <a:pt x="714782" y="70848"/>
                  </a:lnTo>
                  <a:lnTo>
                    <a:pt x="727921" y="55866"/>
                  </a:lnTo>
                  <a:lnTo>
                    <a:pt x="739736" y="44654"/>
                  </a:lnTo>
                  <a:lnTo>
                    <a:pt x="763840" y="30349"/>
                  </a:lnTo>
                  <a:lnTo>
                    <a:pt x="781137" y="18847"/>
                  </a:lnTo>
                  <a:lnTo>
                    <a:pt x="790023" y="11985"/>
                  </a:lnTo>
                  <a:lnTo>
                    <a:pt x="802783" y="9762"/>
                  </a:lnTo>
                  <a:lnTo>
                    <a:pt x="826130" y="6475"/>
                  </a:lnTo>
                  <a:lnTo>
                    <a:pt x="837946" y="0"/>
                  </a:lnTo>
                  <a:lnTo>
                    <a:pt x="848438" y="124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77872" y="4348892"/>
              <a:ext cx="431119" cy="770727"/>
            </a:xfrm>
            <a:custGeom>
              <a:avLst/>
              <a:pathLst>
                <a:path w="431119" h="770727">
                  <a:moveTo>
                    <a:pt x="303513" y="386"/>
                  </a:moveTo>
                  <a:lnTo>
                    <a:pt x="304931" y="386"/>
                  </a:lnTo>
                  <a:lnTo>
                    <a:pt x="306065" y="386"/>
                  </a:lnTo>
                  <a:lnTo>
                    <a:pt x="307766" y="193"/>
                  </a:lnTo>
                  <a:lnTo>
                    <a:pt x="309279" y="193"/>
                  </a:lnTo>
                  <a:lnTo>
                    <a:pt x="311075" y="483"/>
                  </a:lnTo>
                  <a:lnTo>
                    <a:pt x="312871" y="869"/>
                  </a:lnTo>
                  <a:lnTo>
                    <a:pt x="314005" y="1256"/>
                  </a:lnTo>
                  <a:lnTo>
                    <a:pt x="315139" y="2029"/>
                  </a:lnTo>
                  <a:lnTo>
                    <a:pt x="316462" y="2609"/>
                  </a:lnTo>
                  <a:lnTo>
                    <a:pt x="319676" y="4252"/>
                  </a:lnTo>
                  <a:lnTo>
                    <a:pt x="328183" y="5316"/>
                  </a:lnTo>
                  <a:lnTo>
                    <a:pt x="341133" y="8312"/>
                  </a:lnTo>
                  <a:lnTo>
                    <a:pt x="354744" y="15078"/>
                  </a:lnTo>
                  <a:lnTo>
                    <a:pt x="365331" y="19427"/>
                  </a:lnTo>
                  <a:lnTo>
                    <a:pt x="366843" y="23680"/>
                  </a:lnTo>
                  <a:lnTo>
                    <a:pt x="369395" y="25613"/>
                  </a:lnTo>
                  <a:lnTo>
                    <a:pt x="376863" y="30639"/>
                  </a:lnTo>
                  <a:lnTo>
                    <a:pt x="381305" y="31122"/>
                  </a:lnTo>
                  <a:lnTo>
                    <a:pt x="386504" y="31026"/>
                  </a:lnTo>
                  <a:lnTo>
                    <a:pt x="391892" y="34022"/>
                  </a:lnTo>
                  <a:lnTo>
                    <a:pt x="397752" y="38178"/>
                  </a:lnTo>
                  <a:lnTo>
                    <a:pt x="402478" y="44751"/>
                  </a:lnTo>
                  <a:lnTo>
                    <a:pt x="405692" y="47650"/>
                  </a:lnTo>
                  <a:lnTo>
                    <a:pt x="410040" y="49294"/>
                  </a:lnTo>
                  <a:lnTo>
                    <a:pt x="416751" y="52097"/>
                  </a:lnTo>
                  <a:lnTo>
                    <a:pt x="423746" y="51613"/>
                  </a:lnTo>
                  <a:lnTo>
                    <a:pt x="424124" y="52000"/>
                  </a:lnTo>
                  <a:lnTo>
                    <a:pt x="426676" y="54030"/>
                  </a:lnTo>
                  <a:lnTo>
                    <a:pt x="428378" y="57026"/>
                  </a:lnTo>
                  <a:lnTo>
                    <a:pt x="430741" y="60989"/>
                  </a:lnTo>
                  <a:lnTo>
                    <a:pt x="431119" y="64082"/>
                  </a:lnTo>
                  <a:lnTo>
                    <a:pt x="419965" y="74811"/>
                  </a:lnTo>
                  <a:lnTo>
                    <a:pt x="415050" y="80223"/>
                  </a:lnTo>
                  <a:lnTo>
                    <a:pt x="409946" y="87086"/>
                  </a:lnTo>
                  <a:lnTo>
                    <a:pt x="407015" y="94915"/>
                  </a:lnTo>
                  <a:lnTo>
                    <a:pt x="405409" y="99844"/>
                  </a:lnTo>
                  <a:lnTo>
                    <a:pt x="401817" y="104967"/>
                  </a:lnTo>
                  <a:lnTo>
                    <a:pt x="399170" y="108350"/>
                  </a:lnTo>
                  <a:lnTo>
                    <a:pt x="394444" y="112216"/>
                  </a:lnTo>
                  <a:lnTo>
                    <a:pt x="390285" y="116372"/>
                  </a:lnTo>
                  <a:lnTo>
                    <a:pt x="387733" y="120915"/>
                  </a:lnTo>
                  <a:lnTo>
                    <a:pt x="385937" y="126134"/>
                  </a:lnTo>
                  <a:lnTo>
                    <a:pt x="385748" y="130871"/>
                  </a:lnTo>
                  <a:lnTo>
                    <a:pt x="387166" y="136863"/>
                  </a:lnTo>
                  <a:lnTo>
                    <a:pt x="389529" y="140439"/>
                  </a:lnTo>
                  <a:lnTo>
                    <a:pt x="389340" y="144885"/>
                  </a:lnTo>
                  <a:lnTo>
                    <a:pt x="384614" y="150298"/>
                  </a:lnTo>
                  <a:lnTo>
                    <a:pt x="383763" y="152425"/>
                  </a:lnTo>
                  <a:lnTo>
                    <a:pt x="377997" y="155324"/>
                  </a:lnTo>
                  <a:lnTo>
                    <a:pt x="378281" y="155808"/>
                  </a:lnTo>
                  <a:lnTo>
                    <a:pt x="378942" y="157644"/>
                  </a:lnTo>
                  <a:lnTo>
                    <a:pt x="379509" y="160157"/>
                  </a:lnTo>
                  <a:lnTo>
                    <a:pt x="379887" y="160737"/>
                  </a:lnTo>
                  <a:lnTo>
                    <a:pt x="380076" y="161124"/>
                  </a:lnTo>
                  <a:lnTo>
                    <a:pt x="379037" y="162573"/>
                  </a:lnTo>
                  <a:lnTo>
                    <a:pt x="377619" y="164410"/>
                  </a:lnTo>
                  <a:lnTo>
                    <a:pt x="375917" y="165376"/>
                  </a:lnTo>
                  <a:lnTo>
                    <a:pt x="372987" y="165280"/>
                  </a:lnTo>
                  <a:lnTo>
                    <a:pt x="370813" y="164796"/>
                  </a:lnTo>
                  <a:lnTo>
                    <a:pt x="370152" y="165280"/>
                  </a:lnTo>
                  <a:lnTo>
                    <a:pt x="368828" y="168953"/>
                  </a:lnTo>
                  <a:lnTo>
                    <a:pt x="367410" y="169436"/>
                  </a:lnTo>
                  <a:lnTo>
                    <a:pt x="364858" y="169919"/>
                  </a:lnTo>
                  <a:lnTo>
                    <a:pt x="361172" y="170402"/>
                  </a:lnTo>
                  <a:lnTo>
                    <a:pt x="359754" y="171079"/>
                  </a:lnTo>
                  <a:lnTo>
                    <a:pt x="357391" y="172142"/>
                  </a:lnTo>
                  <a:lnTo>
                    <a:pt x="355406" y="172239"/>
                  </a:lnTo>
                  <a:lnTo>
                    <a:pt x="353515" y="171852"/>
                  </a:lnTo>
                  <a:lnTo>
                    <a:pt x="351341" y="172142"/>
                  </a:lnTo>
                  <a:lnTo>
                    <a:pt x="349356" y="173109"/>
                  </a:lnTo>
                  <a:lnTo>
                    <a:pt x="348978" y="173592"/>
                  </a:lnTo>
                  <a:lnTo>
                    <a:pt x="348884" y="174172"/>
                  </a:lnTo>
                  <a:lnTo>
                    <a:pt x="348317" y="174945"/>
                  </a:lnTo>
                  <a:lnTo>
                    <a:pt x="346804" y="175042"/>
                  </a:lnTo>
                  <a:lnTo>
                    <a:pt x="344819" y="175622"/>
                  </a:lnTo>
                  <a:lnTo>
                    <a:pt x="344536" y="175525"/>
                  </a:lnTo>
                  <a:lnTo>
                    <a:pt x="344063" y="175912"/>
                  </a:lnTo>
                  <a:lnTo>
                    <a:pt x="343591" y="176588"/>
                  </a:lnTo>
                  <a:lnTo>
                    <a:pt x="342929" y="177555"/>
                  </a:lnTo>
                  <a:lnTo>
                    <a:pt x="342267" y="178328"/>
                  </a:lnTo>
                  <a:lnTo>
                    <a:pt x="340944" y="179391"/>
                  </a:lnTo>
                  <a:lnTo>
                    <a:pt x="340377" y="179971"/>
                  </a:lnTo>
                  <a:lnTo>
                    <a:pt x="339148" y="181614"/>
                  </a:lnTo>
                  <a:lnTo>
                    <a:pt x="338014" y="182194"/>
                  </a:lnTo>
                  <a:lnTo>
                    <a:pt x="336785" y="183064"/>
                  </a:lnTo>
                  <a:lnTo>
                    <a:pt x="333193" y="185481"/>
                  </a:lnTo>
                  <a:lnTo>
                    <a:pt x="332531" y="187607"/>
                  </a:lnTo>
                  <a:lnTo>
                    <a:pt x="331019" y="191377"/>
                  </a:lnTo>
                  <a:lnTo>
                    <a:pt x="328845" y="192730"/>
                  </a:lnTo>
                  <a:lnTo>
                    <a:pt x="329034" y="193116"/>
                  </a:lnTo>
                  <a:lnTo>
                    <a:pt x="327144" y="194760"/>
                  </a:lnTo>
                  <a:lnTo>
                    <a:pt x="326293" y="193696"/>
                  </a:lnTo>
                  <a:lnTo>
                    <a:pt x="321756" y="194760"/>
                  </a:lnTo>
                  <a:lnTo>
                    <a:pt x="321472" y="195823"/>
                  </a:lnTo>
                  <a:lnTo>
                    <a:pt x="321000" y="195726"/>
                  </a:lnTo>
                  <a:lnTo>
                    <a:pt x="320054" y="196209"/>
                  </a:lnTo>
                  <a:lnTo>
                    <a:pt x="319204" y="197852"/>
                  </a:lnTo>
                  <a:lnTo>
                    <a:pt x="317030" y="197369"/>
                  </a:lnTo>
                  <a:lnTo>
                    <a:pt x="313532" y="199012"/>
                  </a:lnTo>
                  <a:lnTo>
                    <a:pt x="311075" y="200366"/>
                  </a:lnTo>
                  <a:lnTo>
                    <a:pt x="309751" y="203072"/>
                  </a:lnTo>
                  <a:lnTo>
                    <a:pt x="309562" y="205972"/>
                  </a:lnTo>
                  <a:lnTo>
                    <a:pt x="308239" y="210321"/>
                  </a:lnTo>
                  <a:lnTo>
                    <a:pt x="307388" y="212447"/>
                  </a:lnTo>
                  <a:lnTo>
                    <a:pt x="306538" y="214767"/>
                  </a:lnTo>
                  <a:lnTo>
                    <a:pt x="305309" y="217570"/>
                  </a:lnTo>
                  <a:lnTo>
                    <a:pt x="304647" y="217860"/>
                  </a:lnTo>
                  <a:lnTo>
                    <a:pt x="303985" y="218537"/>
                  </a:lnTo>
                  <a:lnTo>
                    <a:pt x="303702" y="219117"/>
                  </a:lnTo>
                  <a:lnTo>
                    <a:pt x="302946" y="220566"/>
                  </a:lnTo>
                  <a:lnTo>
                    <a:pt x="302473" y="221533"/>
                  </a:lnTo>
                  <a:lnTo>
                    <a:pt x="300488" y="224239"/>
                  </a:lnTo>
                  <a:lnTo>
                    <a:pt x="299165" y="225496"/>
                  </a:lnTo>
                  <a:lnTo>
                    <a:pt x="296140" y="231005"/>
                  </a:lnTo>
                  <a:lnTo>
                    <a:pt x="293966" y="233132"/>
                  </a:lnTo>
                  <a:lnTo>
                    <a:pt x="292454" y="236321"/>
                  </a:lnTo>
                  <a:lnTo>
                    <a:pt x="292926" y="238061"/>
                  </a:lnTo>
                  <a:lnTo>
                    <a:pt x="293304" y="241734"/>
                  </a:lnTo>
                  <a:lnTo>
                    <a:pt x="289523" y="247050"/>
                  </a:lnTo>
                  <a:lnTo>
                    <a:pt x="281300" y="252463"/>
                  </a:lnTo>
                  <a:lnTo>
                    <a:pt x="278937" y="253043"/>
                  </a:lnTo>
                  <a:lnTo>
                    <a:pt x="274683" y="256522"/>
                  </a:lnTo>
                  <a:lnTo>
                    <a:pt x="273076" y="260388"/>
                  </a:lnTo>
                  <a:lnTo>
                    <a:pt x="271470" y="262611"/>
                  </a:lnTo>
                  <a:lnTo>
                    <a:pt x="270430" y="268411"/>
                  </a:lnTo>
                  <a:lnTo>
                    <a:pt x="270713" y="270827"/>
                  </a:lnTo>
                  <a:lnTo>
                    <a:pt x="270619" y="272760"/>
                  </a:lnTo>
                  <a:lnTo>
                    <a:pt x="269863" y="278463"/>
                  </a:lnTo>
                  <a:lnTo>
                    <a:pt x="269012" y="282136"/>
                  </a:lnTo>
                  <a:lnTo>
                    <a:pt x="268445" y="284165"/>
                  </a:lnTo>
                  <a:lnTo>
                    <a:pt x="268256" y="286872"/>
                  </a:lnTo>
                  <a:lnTo>
                    <a:pt x="266082" y="288032"/>
                  </a:lnTo>
                  <a:lnTo>
                    <a:pt x="265893" y="291125"/>
                  </a:lnTo>
                  <a:lnTo>
                    <a:pt x="264758" y="294604"/>
                  </a:lnTo>
                  <a:lnTo>
                    <a:pt x="262773" y="295571"/>
                  </a:lnTo>
                  <a:lnTo>
                    <a:pt x="262206" y="298760"/>
                  </a:lnTo>
                  <a:lnTo>
                    <a:pt x="262301" y="300017"/>
                  </a:lnTo>
                  <a:lnTo>
                    <a:pt x="261167" y="303013"/>
                  </a:lnTo>
                  <a:lnTo>
                    <a:pt x="267121" y="305720"/>
                  </a:lnTo>
                  <a:lnTo>
                    <a:pt x="266365" y="307846"/>
                  </a:lnTo>
                  <a:lnTo>
                    <a:pt x="263719" y="306783"/>
                  </a:lnTo>
                  <a:lnTo>
                    <a:pt x="262773" y="310166"/>
                  </a:lnTo>
                  <a:lnTo>
                    <a:pt x="265042" y="311326"/>
                  </a:lnTo>
                  <a:lnTo>
                    <a:pt x="264097" y="314225"/>
                  </a:lnTo>
                  <a:lnTo>
                    <a:pt x="261639" y="315288"/>
                  </a:lnTo>
                  <a:lnTo>
                    <a:pt x="261072" y="318188"/>
                  </a:lnTo>
                  <a:lnTo>
                    <a:pt x="259843" y="319445"/>
                  </a:lnTo>
                  <a:lnTo>
                    <a:pt x="261261" y="323311"/>
                  </a:lnTo>
                  <a:lnTo>
                    <a:pt x="256818" y="325534"/>
                  </a:lnTo>
                  <a:lnTo>
                    <a:pt x="257197" y="326790"/>
                  </a:lnTo>
                  <a:lnTo>
                    <a:pt x="257669" y="330753"/>
                  </a:lnTo>
                  <a:lnTo>
                    <a:pt x="258425" y="335489"/>
                  </a:lnTo>
                  <a:lnTo>
                    <a:pt x="258898" y="339066"/>
                  </a:lnTo>
                  <a:lnTo>
                    <a:pt x="259087" y="340709"/>
                  </a:lnTo>
                  <a:lnTo>
                    <a:pt x="259654" y="341965"/>
                  </a:lnTo>
                  <a:lnTo>
                    <a:pt x="260788" y="343705"/>
                  </a:lnTo>
                  <a:lnTo>
                    <a:pt x="261072" y="345252"/>
                  </a:lnTo>
                  <a:lnTo>
                    <a:pt x="261072" y="348055"/>
                  </a:lnTo>
                  <a:lnTo>
                    <a:pt x="261261" y="351341"/>
                  </a:lnTo>
                  <a:lnTo>
                    <a:pt x="262868" y="353177"/>
                  </a:lnTo>
                  <a:lnTo>
                    <a:pt x="262868" y="354530"/>
                  </a:lnTo>
                  <a:lnTo>
                    <a:pt x="260599" y="354530"/>
                  </a:lnTo>
                  <a:lnTo>
                    <a:pt x="257669" y="358397"/>
                  </a:lnTo>
                  <a:lnTo>
                    <a:pt x="256913" y="358687"/>
                  </a:lnTo>
                  <a:lnTo>
                    <a:pt x="253510" y="363809"/>
                  </a:lnTo>
                  <a:lnTo>
                    <a:pt x="253321" y="365936"/>
                  </a:lnTo>
                  <a:lnTo>
                    <a:pt x="253510" y="366129"/>
                  </a:lnTo>
                  <a:lnTo>
                    <a:pt x="253416" y="366322"/>
                  </a:lnTo>
                  <a:lnTo>
                    <a:pt x="253038" y="369029"/>
                  </a:lnTo>
                  <a:lnTo>
                    <a:pt x="252754" y="369319"/>
                  </a:lnTo>
                  <a:lnTo>
                    <a:pt x="251714" y="369415"/>
                  </a:lnTo>
                  <a:lnTo>
                    <a:pt x="250107" y="369512"/>
                  </a:lnTo>
                  <a:lnTo>
                    <a:pt x="248784" y="369609"/>
                  </a:lnTo>
                  <a:lnTo>
                    <a:pt x="247650" y="369512"/>
                  </a:lnTo>
                  <a:lnTo>
                    <a:pt x="246326" y="369319"/>
                  </a:lnTo>
                  <a:lnTo>
                    <a:pt x="244909" y="368739"/>
                  </a:lnTo>
                  <a:lnTo>
                    <a:pt x="242451" y="367869"/>
                  </a:lnTo>
                  <a:lnTo>
                    <a:pt x="242262" y="368062"/>
                  </a:lnTo>
                  <a:lnTo>
                    <a:pt x="239615" y="371155"/>
                  </a:lnTo>
                  <a:lnTo>
                    <a:pt x="237347" y="373668"/>
                  </a:lnTo>
                  <a:lnTo>
                    <a:pt x="237063" y="373958"/>
                  </a:lnTo>
                  <a:lnTo>
                    <a:pt x="235740" y="375408"/>
                  </a:lnTo>
                  <a:lnTo>
                    <a:pt x="235078" y="376181"/>
                  </a:lnTo>
                  <a:lnTo>
                    <a:pt x="232904" y="378598"/>
                  </a:lnTo>
                  <a:lnTo>
                    <a:pt x="232053" y="379564"/>
                  </a:lnTo>
                  <a:lnTo>
                    <a:pt x="231864" y="379951"/>
                  </a:lnTo>
                  <a:lnTo>
                    <a:pt x="241411" y="387393"/>
                  </a:lnTo>
                  <a:lnTo>
                    <a:pt x="242735" y="388456"/>
                  </a:lnTo>
                  <a:lnTo>
                    <a:pt x="243396" y="389036"/>
                  </a:lnTo>
                  <a:lnTo>
                    <a:pt x="246894" y="392129"/>
                  </a:lnTo>
                  <a:lnTo>
                    <a:pt x="247177" y="392419"/>
                  </a:lnTo>
                  <a:lnTo>
                    <a:pt x="248973" y="393966"/>
                  </a:lnTo>
                  <a:lnTo>
                    <a:pt x="249257" y="394256"/>
                  </a:lnTo>
                  <a:lnTo>
                    <a:pt x="249918" y="394836"/>
                  </a:lnTo>
                  <a:lnTo>
                    <a:pt x="254550" y="398992"/>
                  </a:lnTo>
                  <a:lnTo>
                    <a:pt x="266743" y="409527"/>
                  </a:lnTo>
                  <a:lnTo>
                    <a:pt x="269012" y="411267"/>
                  </a:lnTo>
                  <a:lnTo>
                    <a:pt x="270146" y="412233"/>
                  </a:lnTo>
                  <a:lnTo>
                    <a:pt x="276574" y="418033"/>
                  </a:lnTo>
                  <a:lnTo>
                    <a:pt x="286215" y="425862"/>
                  </a:lnTo>
                  <a:lnTo>
                    <a:pt x="285932" y="426055"/>
                  </a:lnTo>
                  <a:lnTo>
                    <a:pt x="283758" y="428085"/>
                  </a:lnTo>
                  <a:lnTo>
                    <a:pt x="278464" y="433111"/>
                  </a:lnTo>
                  <a:lnTo>
                    <a:pt x="278748" y="433304"/>
                  </a:lnTo>
                  <a:lnTo>
                    <a:pt x="280449" y="435044"/>
                  </a:lnTo>
                  <a:lnTo>
                    <a:pt x="280638" y="435141"/>
                  </a:lnTo>
                  <a:lnTo>
                    <a:pt x="279788" y="435817"/>
                  </a:lnTo>
                  <a:lnTo>
                    <a:pt x="277803" y="437557"/>
                  </a:lnTo>
                  <a:lnTo>
                    <a:pt x="276952" y="438234"/>
                  </a:lnTo>
                  <a:lnTo>
                    <a:pt x="274116" y="440650"/>
                  </a:lnTo>
                  <a:lnTo>
                    <a:pt x="273644" y="441133"/>
                  </a:lnTo>
                  <a:lnTo>
                    <a:pt x="273455" y="441713"/>
                  </a:lnTo>
                  <a:lnTo>
                    <a:pt x="270619" y="448479"/>
                  </a:lnTo>
                  <a:lnTo>
                    <a:pt x="269957" y="450122"/>
                  </a:lnTo>
                  <a:lnTo>
                    <a:pt x="268256" y="454858"/>
                  </a:lnTo>
                  <a:lnTo>
                    <a:pt x="267216" y="457468"/>
                  </a:lnTo>
                  <a:lnTo>
                    <a:pt x="266743" y="458725"/>
                  </a:lnTo>
                  <a:lnTo>
                    <a:pt x="265987" y="460561"/>
                  </a:lnTo>
                  <a:lnTo>
                    <a:pt x="264853" y="463267"/>
                  </a:lnTo>
                  <a:lnTo>
                    <a:pt x="263246" y="466650"/>
                  </a:lnTo>
                  <a:lnTo>
                    <a:pt x="264853" y="467617"/>
                  </a:lnTo>
                  <a:lnTo>
                    <a:pt x="265704" y="468487"/>
                  </a:lnTo>
                  <a:lnTo>
                    <a:pt x="266271" y="469453"/>
                  </a:lnTo>
                  <a:lnTo>
                    <a:pt x="266838" y="470323"/>
                  </a:lnTo>
                  <a:lnTo>
                    <a:pt x="267405" y="471000"/>
                  </a:lnTo>
                  <a:lnTo>
                    <a:pt x="268634" y="472256"/>
                  </a:lnTo>
                  <a:lnTo>
                    <a:pt x="269674" y="472836"/>
                  </a:lnTo>
                  <a:lnTo>
                    <a:pt x="270524" y="473126"/>
                  </a:lnTo>
                  <a:lnTo>
                    <a:pt x="272226" y="473706"/>
                  </a:lnTo>
                  <a:lnTo>
                    <a:pt x="273171" y="473996"/>
                  </a:lnTo>
                  <a:lnTo>
                    <a:pt x="273927" y="474286"/>
                  </a:lnTo>
                  <a:lnTo>
                    <a:pt x="274494" y="474673"/>
                  </a:lnTo>
                  <a:lnTo>
                    <a:pt x="274967" y="475059"/>
                  </a:lnTo>
                  <a:lnTo>
                    <a:pt x="275061" y="475253"/>
                  </a:lnTo>
                  <a:lnTo>
                    <a:pt x="275345" y="475833"/>
                  </a:lnTo>
                  <a:lnTo>
                    <a:pt x="275629" y="476316"/>
                  </a:lnTo>
                  <a:lnTo>
                    <a:pt x="276007" y="477089"/>
                  </a:lnTo>
                  <a:lnTo>
                    <a:pt x="276290" y="477669"/>
                  </a:lnTo>
                  <a:lnTo>
                    <a:pt x="276574" y="478346"/>
                  </a:lnTo>
                  <a:lnTo>
                    <a:pt x="276668" y="479022"/>
                  </a:lnTo>
                  <a:lnTo>
                    <a:pt x="276763" y="479795"/>
                  </a:lnTo>
                  <a:lnTo>
                    <a:pt x="276763" y="480085"/>
                  </a:lnTo>
                  <a:lnTo>
                    <a:pt x="276763" y="480375"/>
                  </a:lnTo>
                  <a:lnTo>
                    <a:pt x="276763" y="480762"/>
                  </a:lnTo>
                  <a:lnTo>
                    <a:pt x="276763" y="481052"/>
                  </a:lnTo>
                  <a:lnTo>
                    <a:pt x="276763" y="482212"/>
                  </a:lnTo>
                  <a:lnTo>
                    <a:pt x="276479" y="483178"/>
                  </a:lnTo>
                  <a:lnTo>
                    <a:pt x="276007" y="484338"/>
                  </a:lnTo>
                  <a:lnTo>
                    <a:pt x="275345" y="485401"/>
                  </a:lnTo>
                  <a:lnTo>
                    <a:pt x="275723" y="485885"/>
                  </a:lnTo>
                  <a:lnTo>
                    <a:pt x="280166" y="492167"/>
                  </a:lnTo>
                  <a:lnTo>
                    <a:pt x="279788" y="492457"/>
                  </a:lnTo>
                  <a:lnTo>
                    <a:pt x="279599" y="492651"/>
                  </a:lnTo>
                  <a:lnTo>
                    <a:pt x="280071" y="493520"/>
                  </a:lnTo>
                  <a:lnTo>
                    <a:pt x="280449" y="493907"/>
                  </a:lnTo>
                  <a:lnTo>
                    <a:pt x="279504" y="495067"/>
                  </a:lnTo>
                  <a:lnTo>
                    <a:pt x="279315" y="497193"/>
                  </a:lnTo>
                  <a:lnTo>
                    <a:pt x="280071" y="499513"/>
                  </a:lnTo>
                  <a:lnTo>
                    <a:pt x="280827" y="501446"/>
                  </a:lnTo>
                  <a:lnTo>
                    <a:pt x="280922" y="501639"/>
                  </a:lnTo>
                  <a:lnTo>
                    <a:pt x="281300" y="502413"/>
                  </a:lnTo>
                  <a:lnTo>
                    <a:pt x="281962" y="503476"/>
                  </a:lnTo>
                  <a:lnTo>
                    <a:pt x="282718" y="505506"/>
                  </a:lnTo>
                  <a:lnTo>
                    <a:pt x="283001" y="506182"/>
                  </a:lnTo>
                  <a:lnTo>
                    <a:pt x="283474" y="507052"/>
                  </a:lnTo>
                  <a:lnTo>
                    <a:pt x="283852" y="507729"/>
                  </a:lnTo>
                  <a:lnTo>
                    <a:pt x="284041" y="508019"/>
                  </a:lnTo>
                  <a:lnTo>
                    <a:pt x="286310" y="512078"/>
                  </a:lnTo>
                  <a:lnTo>
                    <a:pt x="286688" y="517008"/>
                  </a:lnTo>
                  <a:lnTo>
                    <a:pt x="286215" y="517394"/>
                  </a:lnTo>
                  <a:lnTo>
                    <a:pt x="287633" y="519617"/>
                  </a:lnTo>
                  <a:lnTo>
                    <a:pt x="289051" y="521937"/>
                  </a:lnTo>
                  <a:lnTo>
                    <a:pt x="290280" y="523580"/>
                  </a:lnTo>
                  <a:lnTo>
                    <a:pt x="289618" y="524257"/>
                  </a:lnTo>
                  <a:lnTo>
                    <a:pt x="290280" y="526093"/>
                  </a:lnTo>
                  <a:lnTo>
                    <a:pt x="291697" y="526673"/>
                  </a:lnTo>
                  <a:lnTo>
                    <a:pt x="292548" y="527350"/>
                  </a:lnTo>
                  <a:lnTo>
                    <a:pt x="294250" y="529476"/>
                  </a:lnTo>
                  <a:lnTo>
                    <a:pt x="295667" y="531892"/>
                  </a:lnTo>
                  <a:lnTo>
                    <a:pt x="295951" y="533922"/>
                  </a:lnTo>
                  <a:lnTo>
                    <a:pt x="295289" y="537112"/>
                  </a:lnTo>
                  <a:lnTo>
                    <a:pt x="294722" y="538852"/>
                  </a:lnTo>
                  <a:lnTo>
                    <a:pt x="294155" y="545424"/>
                  </a:lnTo>
                  <a:lnTo>
                    <a:pt x="295478" y="549580"/>
                  </a:lnTo>
                  <a:lnTo>
                    <a:pt x="297841" y="551997"/>
                  </a:lnTo>
                  <a:lnTo>
                    <a:pt x="298030" y="555476"/>
                  </a:lnTo>
                  <a:lnTo>
                    <a:pt x="298220" y="557023"/>
                  </a:lnTo>
                  <a:lnTo>
                    <a:pt x="298598" y="560406"/>
                  </a:lnTo>
                  <a:lnTo>
                    <a:pt x="299732" y="563789"/>
                  </a:lnTo>
                  <a:lnTo>
                    <a:pt x="299543" y="566495"/>
                  </a:lnTo>
                  <a:lnTo>
                    <a:pt x="299732" y="567365"/>
                  </a:lnTo>
                  <a:lnTo>
                    <a:pt x="299543" y="568428"/>
                  </a:lnTo>
                  <a:lnTo>
                    <a:pt x="299448" y="569395"/>
                  </a:lnTo>
                  <a:lnTo>
                    <a:pt x="299259" y="570265"/>
                  </a:lnTo>
                  <a:lnTo>
                    <a:pt x="299165" y="572874"/>
                  </a:lnTo>
                  <a:lnTo>
                    <a:pt x="298692" y="573454"/>
                  </a:lnTo>
                  <a:lnTo>
                    <a:pt x="298409" y="574517"/>
                  </a:lnTo>
                  <a:lnTo>
                    <a:pt x="298598" y="576064"/>
                  </a:lnTo>
                  <a:lnTo>
                    <a:pt x="298314" y="577030"/>
                  </a:lnTo>
                  <a:lnTo>
                    <a:pt x="297841" y="579833"/>
                  </a:lnTo>
                  <a:lnTo>
                    <a:pt x="298125" y="581670"/>
                  </a:lnTo>
                  <a:lnTo>
                    <a:pt x="299070" y="584376"/>
                  </a:lnTo>
                  <a:lnTo>
                    <a:pt x="301811" y="588339"/>
                  </a:lnTo>
                  <a:lnTo>
                    <a:pt x="302662" y="592495"/>
                  </a:lnTo>
                  <a:lnTo>
                    <a:pt x="307577" y="594428"/>
                  </a:lnTo>
                  <a:lnTo>
                    <a:pt x="307577" y="600711"/>
                  </a:lnTo>
                  <a:lnTo>
                    <a:pt x="308901" y="602354"/>
                  </a:lnTo>
                  <a:lnTo>
                    <a:pt x="309562" y="607863"/>
                  </a:lnTo>
                  <a:lnTo>
                    <a:pt x="307577" y="607767"/>
                  </a:lnTo>
                  <a:lnTo>
                    <a:pt x="305876" y="607090"/>
                  </a:lnTo>
                  <a:lnTo>
                    <a:pt x="305498" y="607767"/>
                  </a:lnTo>
                  <a:lnTo>
                    <a:pt x="304931" y="608927"/>
                  </a:lnTo>
                  <a:lnTo>
                    <a:pt x="304080" y="610956"/>
                  </a:lnTo>
                  <a:lnTo>
                    <a:pt x="304553" y="611826"/>
                  </a:lnTo>
                  <a:lnTo>
                    <a:pt x="304080" y="613469"/>
                  </a:lnTo>
                  <a:lnTo>
                    <a:pt x="304836" y="615306"/>
                  </a:lnTo>
                  <a:lnTo>
                    <a:pt x="306159" y="616852"/>
                  </a:lnTo>
                  <a:lnTo>
                    <a:pt x="308428" y="620235"/>
                  </a:lnTo>
                  <a:lnTo>
                    <a:pt x="310318" y="623715"/>
                  </a:lnTo>
                  <a:lnTo>
                    <a:pt x="310886" y="624005"/>
                  </a:lnTo>
                  <a:lnTo>
                    <a:pt x="312020" y="627291"/>
                  </a:lnTo>
                  <a:lnTo>
                    <a:pt x="313532" y="629128"/>
                  </a:lnTo>
                  <a:lnTo>
                    <a:pt x="314477" y="630771"/>
                  </a:lnTo>
                  <a:lnTo>
                    <a:pt x="315517" y="635507"/>
                  </a:lnTo>
                  <a:lnTo>
                    <a:pt x="316179" y="637440"/>
                  </a:lnTo>
                  <a:lnTo>
                    <a:pt x="316652" y="640050"/>
                  </a:lnTo>
                  <a:lnTo>
                    <a:pt x="315895" y="644012"/>
                  </a:lnTo>
                  <a:lnTo>
                    <a:pt x="314194" y="645849"/>
                  </a:lnTo>
                  <a:lnTo>
                    <a:pt x="312587" y="648362"/>
                  </a:lnTo>
                  <a:lnTo>
                    <a:pt x="311169" y="650972"/>
                  </a:lnTo>
                  <a:lnTo>
                    <a:pt x="310697" y="654934"/>
                  </a:lnTo>
                  <a:lnTo>
                    <a:pt x="310602" y="656771"/>
                  </a:lnTo>
                  <a:lnTo>
                    <a:pt x="312776" y="663633"/>
                  </a:lnTo>
                  <a:lnTo>
                    <a:pt x="314667" y="669723"/>
                  </a:lnTo>
                  <a:lnTo>
                    <a:pt x="316841" y="669336"/>
                  </a:lnTo>
                  <a:lnTo>
                    <a:pt x="318542" y="669723"/>
                  </a:lnTo>
                  <a:lnTo>
                    <a:pt x="319771" y="671946"/>
                  </a:lnTo>
                  <a:lnTo>
                    <a:pt x="319960" y="672719"/>
                  </a:lnTo>
                  <a:lnTo>
                    <a:pt x="321283" y="674652"/>
                  </a:lnTo>
                  <a:lnTo>
                    <a:pt x="322134" y="675329"/>
                  </a:lnTo>
                  <a:lnTo>
                    <a:pt x="321283" y="676005"/>
                  </a:lnTo>
                  <a:lnTo>
                    <a:pt x="319582" y="680161"/>
                  </a:lnTo>
                  <a:lnTo>
                    <a:pt x="319109" y="681418"/>
                  </a:lnTo>
                  <a:lnTo>
                    <a:pt x="316557" y="680161"/>
                  </a:lnTo>
                  <a:lnTo>
                    <a:pt x="316368" y="680161"/>
                  </a:lnTo>
                  <a:lnTo>
                    <a:pt x="312871" y="684608"/>
                  </a:lnTo>
                  <a:lnTo>
                    <a:pt x="303796" y="682964"/>
                  </a:lnTo>
                  <a:lnTo>
                    <a:pt x="303607" y="682868"/>
                  </a:lnTo>
                  <a:lnTo>
                    <a:pt x="300866" y="685477"/>
                  </a:lnTo>
                  <a:lnTo>
                    <a:pt x="301433" y="687507"/>
                  </a:lnTo>
                  <a:lnTo>
                    <a:pt x="302284" y="687507"/>
                  </a:lnTo>
                  <a:lnTo>
                    <a:pt x="302757" y="698236"/>
                  </a:lnTo>
                  <a:lnTo>
                    <a:pt x="302000" y="707901"/>
                  </a:lnTo>
                  <a:lnTo>
                    <a:pt x="301339" y="708771"/>
                  </a:lnTo>
                  <a:lnTo>
                    <a:pt x="301339" y="713024"/>
                  </a:lnTo>
                  <a:lnTo>
                    <a:pt x="304269" y="718340"/>
                  </a:lnTo>
                  <a:lnTo>
                    <a:pt x="301244" y="721240"/>
                  </a:lnTo>
                  <a:lnTo>
                    <a:pt x="276479" y="735448"/>
                  </a:lnTo>
                  <a:lnTo>
                    <a:pt x="274494" y="736608"/>
                  </a:lnTo>
                  <a:lnTo>
                    <a:pt x="263530" y="743471"/>
                  </a:lnTo>
                  <a:lnTo>
                    <a:pt x="260788" y="738541"/>
                  </a:lnTo>
                  <a:lnTo>
                    <a:pt x="256535" y="736028"/>
                  </a:lnTo>
                  <a:lnTo>
                    <a:pt x="252848" y="736028"/>
                  </a:lnTo>
                  <a:lnTo>
                    <a:pt x="246988" y="738928"/>
                  </a:lnTo>
                  <a:lnTo>
                    <a:pt x="239237" y="744147"/>
                  </a:lnTo>
                  <a:lnTo>
                    <a:pt x="238576" y="744340"/>
                  </a:lnTo>
                  <a:lnTo>
                    <a:pt x="238103" y="744630"/>
                  </a:lnTo>
                  <a:lnTo>
                    <a:pt x="235834" y="745597"/>
                  </a:lnTo>
                  <a:lnTo>
                    <a:pt x="235740" y="745404"/>
                  </a:lnTo>
                  <a:lnTo>
                    <a:pt x="234133" y="745597"/>
                  </a:lnTo>
                  <a:lnTo>
                    <a:pt x="231108" y="745984"/>
                  </a:lnTo>
                  <a:lnTo>
                    <a:pt x="226760" y="746467"/>
                  </a:lnTo>
                  <a:lnTo>
                    <a:pt x="217970" y="747530"/>
                  </a:lnTo>
                  <a:lnTo>
                    <a:pt x="217591" y="747530"/>
                  </a:lnTo>
                  <a:lnTo>
                    <a:pt x="214378" y="748013"/>
                  </a:lnTo>
                  <a:lnTo>
                    <a:pt x="211353" y="748400"/>
                  </a:lnTo>
                  <a:lnTo>
                    <a:pt x="204925" y="749173"/>
                  </a:lnTo>
                  <a:lnTo>
                    <a:pt x="204453" y="749173"/>
                  </a:lnTo>
                  <a:lnTo>
                    <a:pt x="198025" y="749946"/>
                  </a:lnTo>
                  <a:lnTo>
                    <a:pt x="195851" y="750236"/>
                  </a:lnTo>
                  <a:lnTo>
                    <a:pt x="195095" y="750333"/>
                  </a:lnTo>
                  <a:lnTo>
                    <a:pt x="194055" y="750430"/>
                  </a:lnTo>
                  <a:lnTo>
                    <a:pt x="192259" y="750623"/>
                  </a:lnTo>
                  <a:lnTo>
                    <a:pt x="189613" y="750913"/>
                  </a:lnTo>
                  <a:lnTo>
                    <a:pt x="187439" y="751106"/>
                  </a:lnTo>
                  <a:lnTo>
                    <a:pt x="185548" y="751300"/>
                  </a:lnTo>
                  <a:lnTo>
                    <a:pt x="184036" y="751300"/>
                  </a:lnTo>
                  <a:lnTo>
                    <a:pt x="183091" y="751300"/>
                  </a:lnTo>
                  <a:lnTo>
                    <a:pt x="182240" y="751300"/>
                  </a:lnTo>
                  <a:lnTo>
                    <a:pt x="170803" y="749270"/>
                  </a:lnTo>
                  <a:lnTo>
                    <a:pt x="160878" y="747433"/>
                  </a:lnTo>
                  <a:lnTo>
                    <a:pt x="148779" y="745210"/>
                  </a:lnTo>
                  <a:lnTo>
                    <a:pt x="146038" y="744630"/>
                  </a:lnTo>
                  <a:lnTo>
                    <a:pt x="143296" y="744050"/>
                  </a:lnTo>
                  <a:lnTo>
                    <a:pt x="139704" y="743084"/>
                  </a:lnTo>
                  <a:lnTo>
                    <a:pt x="135829" y="741827"/>
                  </a:lnTo>
                  <a:lnTo>
                    <a:pt x="132710" y="740764"/>
                  </a:lnTo>
                  <a:lnTo>
                    <a:pt x="130441" y="740088"/>
                  </a:lnTo>
                  <a:lnTo>
                    <a:pt x="130158" y="739798"/>
                  </a:lnTo>
                  <a:lnTo>
                    <a:pt x="130158" y="741247"/>
                  </a:lnTo>
                  <a:lnTo>
                    <a:pt x="130347" y="744147"/>
                  </a:lnTo>
                  <a:lnTo>
                    <a:pt x="130441" y="746080"/>
                  </a:lnTo>
                  <a:lnTo>
                    <a:pt x="130441" y="747240"/>
                  </a:lnTo>
                  <a:lnTo>
                    <a:pt x="130441" y="748400"/>
                  </a:lnTo>
                  <a:lnTo>
                    <a:pt x="130441" y="748593"/>
                  </a:lnTo>
                  <a:lnTo>
                    <a:pt x="130347" y="750236"/>
                  </a:lnTo>
                  <a:lnTo>
                    <a:pt x="130347" y="751203"/>
                  </a:lnTo>
                  <a:lnTo>
                    <a:pt x="130347" y="751879"/>
                  </a:lnTo>
                  <a:lnTo>
                    <a:pt x="130252" y="753909"/>
                  </a:lnTo>
                  <a:lnTo>
                    <a:pt x="130158" y="755166"/>
                  </a:lnTo>
                  <a:lnTo>
                    <a:pt x="130158" y="755649"/>
                  </a:lnTo>
                  <a:lnTo>
                    <a:pt x="130063" y="756519"/>
                  </a:lnTo>
                  <a:lnTo>
                    <a:pt x="129874" y="758065"/>
                  </a:lnTo>
                  <a:lnTo>
                    <a:pt x="129685" y="759999"/>
                  </a:lnTo>
                  <a:lnTo>
                    <a:pt x="129496" y="761448"/>
                  </a:lnTo>
                  <a:lnTo>
                    <a:pt x="129118" y="763381"/>
                  </a:lnTo>
                  <a:lnTo>
                    <a:pt x="129118" y="763865"/>
                  </a:lnTo>
                  <a:lnTo>
                    <a:pt x="127795" y="770727"/>
                  </a:lnTo>
                  <a:lnTo>
                    <a:pt x="127038" y="770631"/>
                  </a:lnTo>
                  <a:lnTo>
                    <a:pt x="122879" y="769857"/>
                  </a:lnTo>
                  <a:lnTo>
                    <a:pt x="111348" y="767828"/>
                  </a:lnTo>
                  <a:lnTo>
                    <a:pt x="106905" y="766958"/>
                  </a:lnTo>
                  <a:lnTo>
                    <a:pt x="102368" y="766184"/>
                  </a:lnTo>
                  <a:lnTo>
                    <a:pt x="102179" y="766088"/>
                  </a:lnTo>
                  <a:lnTo>
                    <a:pt x="101612" y="765991"/>
                  </a:lnTo>
                  <a:lnTo>
                    <a:pt x="97736" y="765315"/>
                  </a:lnTo>
                  <a:lnTo>
                    <a:pt x="93861" y="764541"/>
                  </a:lnTo>
                  <a:lnTo>
                    <a:pt x="90647" y="763961"/>
                  </a:lnTo>
                  <a:lnTo>
                    <a:pt x="89040" y="763671"/>
                  </a:lnTo>
                  <a:lnTo>
                    <a:pt x="88378" y="763478"/>
                  </a:lnTo>
                  <a:lnTo>
                    <a:pt x="85354" y="761158"/>
                  </a:lnTo>
                  <a:lnTo>
                    <a:pt x="84598" y="760192"/>
                  </a:lnTo>
                  <a:lnTo>
                    <a:pt x="84125" y="759515"/>
                  </a:lnTo>
                  <a:lnTo>
                    <a:pt x="78643" y="751783"/>
                  </a:lnTo>
                  <a:lnTo>
                    <a:pt x="78548" y="751493"/>
                  </a:lnTo>
                  <a:lnTo>
                    <a:pt x="77697" y="750333"/>
                  </a:lnTo>
                  <a:lnTo>
                    <a:pt x="76469" y="748593"/>
                  </a:lnTo>
                  <a:lnTo>
                    <a:pt x="75051" y="745694"/>
                  </a:lnTo>
                  <a:lnTo>
                    <a:pt x="73160" y="741924"/>
                  </a:lnTo>
                  <a:lnTo>
                    <a:pt x="72593" y="740184"/>
                  </a:lnTo>
                  <a:lnTo>
                    <a:pt x="71175" y="736221"/>
                  </a:lnTo>
                  <a:lnTo>
                    <a:pt x="68623" y="731389"/>
                  </a:lnTo>
                  <a:lnTo>
                    <a:pt x="68434" y="731099"/>
                  </a:lnTo>
                  <a:lnTo>
                    <a:pt x="68056" y="730229"/>
                  </a:lnTo>
                  <a:lnTo>
                    <a:pt x="66733" y="726653"/>
                  </a:lnTo>
                  <a:lnTo>
                    <a:pt x="66544" y="726169"/>
                  </a:lnTo>
                  <a:lnTo>
                    <a:pt x="66355" y="725686"/>
                  </a:lnTo>
                  <a:lnTo>
                    <a:pt x="66071" y="718823"/>
                  </a:lnTo>
                  <a:lnTo>
                    <a:pt x="65598" y="710414"/>
                  </a:lnTo>
                  <a:lnTo>
                    <a:pt x="65409" y="708675"/>
                  </a:lnTo>
                  <a:lnTo>
                    <a:pt x="65220" y="703649"/>
                  </a:lnTo>
                  <a:lnTo>
                    <a:pt x="63992" y="701426"/>
                  </a:lnTo>
                  <a:lnTo>
                    <a:pt x="62101" y="699106"/>
                  </a:lnTo>
                  <a:lnTo>
                    <a:pt x="61061" y="698429"/>
                  </a:lnTo>
                  <a:lnTo>
                    <a:pt x="60589" y="698139"/>
                  </a:lnTo>
                  <a:lnTo>
                    <a:pt x="58698" y="697269"/>
                  </a:lnTo>
                  <a:lnTo>
                    <a:pt x="57564" y="696786"/>
                  </a:lnTo>
                  <a:lnTo>
                    <a:pt x="56052" y="696496"/>
                  </a:lnTo>
                  <a:lnTo>
                    <a:pt x="55106" y="696786"/>
                  </a:lnTo>
                  <a:lnTo>
                    <a:pt x="44803" y="699492"/>
                  </a:lnTo>
                  <a:lnTo>
                    <a:pt x="43291" y="699879"/>
                  </a:lnTo>
                  <a:lnTo>
                    <a:pt x="26750" y="703552"/>
                  </a:lnTo>
                  <a:lnTo>
                    <a:pt x="26088" y="699106"/>
                  </a:lnTo>
                  <a:lnTo>
                    <a:pt x="22874" y="676489"/>
                  </a:lnTo>
                  <a:lnTo>
                    <a:pt x="40928" y="671849"/>
                  </a:lnTo>
                  <a:lnTo>
                    <a:pt x="40644" y="669626"/>
                  </a:lnTo>
                  <a:lnTo>
                    <a:pt x="40550" y="669046"/>
                  </a:lnTo>
                  <a:lnTo>
                    <a:pt x="39983" y="664503"/>
                  </a:lnTo>
                  <a:lnTo>
                    <a:pt x="38848" y="655418"/>
                  </a:lnTo>
                  <a:lnTo>
                    <a:pt x="38754" y="654548"/>
                  </a:lnTo>
                  <a:lnTo>
                    <a:pt x="36013" y="641693"/>
                  </a:lnTo>
                  <a:lnTo>
                    <a:pt x="34689" y="637633"/>
                  </a:lnTo>
                  <a:lnTo>
                    <a:pt x="34028" y="635603"/>
                  </a:lnTo>
                  <a:lnTo>
                    <a:pt x="31476" y="627581"/>
                  </a:lnTo>
                  <a:lnTo>
                    <a:pt x="31098" y="626228"/>
                  </a:lnTo>
                  <a:lnTo>
                    <a:pt x="30436" y="623425"/>
                  </a:lnTo>
                  <a:lnTo>
                    <a:pt x="30152" y="622072"/>
                  </a:lnTo>
                  <a:lnTo>
                    <a:pt x="29491" y="619075"/>
                  </a:lnTo>
                  <a:lnTo>
                    <a:pt x="29396" y="617819"/>
                  </a:lnTo>
                  <a:lnTo>
                    <a:pt x="29396" y="616176"/>
                  </a:lnTo>
                  <a:lnTo>
                    <a:pt x="29491" y="614919"/>
                  </a:lnTo>
                  <a:lnTo>
                    <a:pt x="29491" y="614629"/>
                  </a:lnTo>
                  <a:lnTo>
                    <a:pt x="29491" y="614436"/>
                  </a:lnTo>
                  <a:lnTo>
                    <a:pt x="29774" y="612696"/>
                  </a:lnTo>
                  <a:lnTo>
                    <a:pt x="30152" y="611150"/>
                  </a:lnTo>
                  <a:lnTo>
                    <a:pt x="31665" y="605640"/>
                  </a:lnTo>
                  <a:lnTo>
                    <a:pt x="31948" y="604867"/>
                  </a:lnTo>
                  <a:lnTo>
                    <a:pt x="32043" y="604577"/>
                  </a:lnTo>
                  <a:lnTo>
                    <a:pt x="32232" y="603707"/>
                  </a:lnTo>
                  <a:lnTo>
                    <a:pt x="32515" y="602644"/>
                  </a:lnTo>
                  <a:lnTo>
                    <a:pt x="32704" y="602064"/>
                  </a:lnTo>
                  <a:lnTo>
                    <a:pt x="34595" y="595878"/>
                  </a:lnTo>
                  <a:lnTo>
                    <a:pt x="35635" y="592399"/>
                  </a:lnTo>
                  <a:lnTo>
                    <a:pt x="36863" y="588436"/>
                  </a:lnTo>
                  <a:lnTo>
                    <a:pt x="37053" y="587856"/>
                  </a:lnTo>
                  <a:lnTo>
                    <a:pt x="37147" y="587566"/>
                  </a:lnTo>
                  <a:lnTo>
                    <a:pt x="38470" y="584473"/>
                  </a:lnTo>
                  <a:lnTo>
                    <a:pt x="38848" y="583603"/>
                  </a:lnTo>
                  <a:lnTo>
                    <a:pt x="39510" y="582443"/>
                  </a:lnTo>
                  <a:lnTo>
                    <a:pt x="43480" y="576064"/>
                  </a:lnTo>
                  <a:lnTo>
                    <a:pt x="46127" y="572101"/>
                  </a:lnTo>
                  <a:lnTo>
                    <a:pt x="46788" y="571038"/>
                  </a:lnTo>
                  <a:lnTo>
                    <a:pt x="49246" y="567365"/>
                  </a:lnTo>
                  <a:lnTo>
                    <a:pt x="49341" y="567075"/>
                  </a:lnTo>
                  <a:lnTo>
                    <a:pt x="49624" y="565625"/>
                  </a:lnTo>
                  <a:lnTo>
                    <a:pt x="50002" y="562629"/>
                  </a:lnTo>
                  <a:lnTo>
                    <a:pt x="50191" y="560502"/>
                  </a:lnTo>
                  <a:lnTo>
                    <a:pt x="50380" y="558473"/>
                  </a:lnTo>
                  <a:lnTo>
                    <a:pt x="50475" y="553543"/>
                  </a:lnTo>
                  <a:lnTo>
                    <a:pt x="50664" y="546777"/>
                  </a:lnTo>
                  <a:lnTo>
                    <a:pt x="50664" y="546294"/>
                  </a:lnTo>
                  <a:lnTo>
                    <a:pt x="50569" y="544071"/>
                  </a:lnTo>
                  <a:lnTo>
                    <a:pt x="49530" y="544168"/>
                  </a:lnTo>
                  <a:lnTo>
                    <a:pt x="36958" y="541365"/>
                  </a:lnTo>
                  <a:lnTo>
                    <a:pt x="29680" y="536339"/>
                  </a:lnTo>
                  <a:lnTo>
                    <a:pt x="27506" y="534212"/>
                  </a:lnTo>
                  <a:lnTo>
                    <a:pt x="24765" y="531603"/>
                  </a:lnTo>
                  <a:lnTo>
                    <a:pt x="22969" y="529959"/>
                  </a:lnTo>
                  <a:lnTo>
                    <a:pt x="19471" y="527060"/>
                  </a:lnTo>
                  <a:lnTo>
                    <a:pt x="18621" y="526480"/>
                  </a:lnTo>
                  <a:lnTo>
                    <a:pt x="15312" y="522130"/>
                  </a:lnTo>
                  <a:lnTo>
                    <a:pt x="8790" y="513431"/>
                  </a:lnTo>
                  <a:lnTo>
                    <a:pt x="5860" y="509662"/>
                  </a:lnTo>
                  <a:lnTo>
                    <a:pt x="3780" y="506955"/>
                  </a:lnTo>
                  <a:lnTo>
                    <a:pt x="1512" y="503959"/>
                  </a:lnTo>
                  <a:lnTo>
                    <a:pt x="0" y="501929"/>
                  </a:lnTo>
                  <a:lnTo>
                    <a:pt x="13894" y="492071"/>
                  </a:lnTo>
                  <a:lnTo>
                    <a:pt x="18810" y="492167"/>
                  </a:lnTo>
                  <a:lnTo>
                    <a:pt x="19282" y="490524"/>
                  </a:lnTo>
                  <a:lnTo>
                    <a:pt x="19755" y="487914"/>
                  </a:lnTo>
                  <a:lnTo>
                    <a:pt x="20227" y="485498"/>
                  </a:lnTo>
                  <a:lnTo>
                    <a:pt x="21929" y="479409"/>
                  </a:lnTo>
                  <a:lnTo>
                    <a:pt x="23158" y="475156"/>
                  </a:lnTo>
                  <a:lnTo>
                    <a:pt x="23630" y="473899"/>
                  </a:lnTo>
                  <a:lnTo>
                    <a:pt x="24765" y="470033"/>
                  </a:lnTo>
                  <a:lnTo>
                    <a:pt x="24765" y="469067"/>
                  </a:lnTo>
                  <a:lnTo>
                    <a:pt x="24670" y="467230"/>
                  </a:lnTo>
                  <a:lnTo>
                    <a:pt x="24670" y="463654"/>
                  </a:lnTo>
                  <a:lnTo>
                    <a:pt x="24670" y="457661"/>
                  </a:lnTo>
                  <a:lnTo>
                    <a:pt x="24481" y="456888"/>
                  </a:lnTo>
                  <a:lnTo>
                    <a:pt x="24197" y="456308"/>
                  </a:lnTo>
                  <a:lnTo>
                    <a:pt x="22212" y="454568"/>
                  </a:lnTo>
                  <a:lnTo>
                    <a:pt x="21551" y="453988"/>
                  </a:lnTo>
                  <a:lnTo>
                    <a:pt x="20038" y="450799"/>
                  </a:lnTo>
                  <a:lnTo>
                    <a:pt x="19566" y="449542"/>
                  </a:lnTo>
                  <a:lnTo>
                    <a:pt x="19471" y="448962"/>
                  </a:lnTo>
                  <a:lnTo>
                    <a:pt x="19377" y="446546"/>
                  </a:lnTo>
                  <a:lnTo>
                    <a:pt x="19755" y="444613"/>
                  </a:lnTo>
                  <a:lnTo>
                    <a:pt x="20133" y="443550"/>
                  </a:lnTo>
                  <a:lnTo>
                    <a:pt x="19944" y="442487"/>
                  </a:lnTo>
                  <a:lnTo>
                    <a:pt x="19566" y="441713"/>
                  </a:lnTo>
                  <a:lnTo>
                    <a:pt x="16825" y="439587"/>
                  </a:lnTo>
                  <a:lnTo>
                    <a:pt x="15785" y="439007"/>
                  </a:lnTo>
                  <a:lnTo>
                    <a:pt x="15879" y="434947"/>
                  </a:lnTo>
                  <a:lnTo>
                    <a:pt x="15785" y="431758"/>
                  </a:lnTo>
                  <a:lnTo>
                    <a:pt x="13894" y="431758"/>
                  </a:lnTo>
                  <a:lnTo>
                    <a:pt x="13894" y="424122"/>
                  </a:lnTo>
                  <a:lnTo>
                    <a:pt x="13800" y="418516"/>
                  </a:lnTo>
                  <a:lnTo>
                    <a:pt x="14556" y="405758"/>
                  </a:lnTo>
                  <a:lnTo>
                    <a:pt x="29774" y="401988"/>
                  </a:lnTo>
                  <a:lnTo>
                    <a:pt x="28073" y="395802"/>
                  </a:lnTo>
                  <a:lnTo>
                    <a:pt x="27033" y="391646"/>
                  </a:lnTo>
                  <a:lnTo>
                    <a:pt x="26182" y="388166"/>
                  </a:lnTo>
                  <a:lnTo>
                    <a:pt x="24954" y="380627"/>
                  </a:lnTo>
                  <a:lnTo>
                    <a:pt x="24292" y="373958"/>
                  </a:lnTo>
                  <a:lnTo>
                    <a:pt x="24103" y="369319"/>
                  </a:lnTo>
                  <a:lnTo>
                    <a:pt x="24103" y="364679"/>
                  </a:lnTo>
                  <a:lnTo>
                    <a:pt x="24670" y="355787"/>
                  </a:lnTo>
                  <a:lnTo>
                    <a:pt x="25426" y="350471"/>
                  </a:lnTo>
                  <a:lnTo>
                    <a:pt x="26560" y="344382"/>
                  </a:lnTo>
                  <a:lnTo>
                    <a:pt x="27411" y="340805"/>
                  </a:lnTo>
                  <a:lnTo>
                    <a:pt x="28356" y="337809"/>
                  </a:lnTo>
                  <a:lnTo>
                    <a:pt x="36958" y="311712"/>
                  </a:lnTo>
                  <a:lnTo>
                    <a:pt x="38848" y="305623"/>
                  </a:lnTo>
                  <a:lnTo>
                    <a:pt x="39983" y="301370"/>
                  </a:lnTo>
                  <a:lnTo>
                    <a:pt x="40833" y="297407"/>
                  </a:lnTo>
                  <a:lnTo>
                    <a:pt x="43764" y="280396"/>
                  </a:lnTo>
                  <a:lnTo>
                    <a:pt x="48490" y="252463"/>
                  </a:lnTo>
                  <a:lnTo>
                    <a:pt x="53310" y="224239"/>
                  </a:lnTo>
                  <a:lnTo>
                    <a:pt x="55768" y="224723"/>
                  </a:lnTo>
                  <a:lnTo>
                    <a:pt x="56808" y="224916"/>
                  </a:lnTo>
                  <a:lnTo>
                    <a:pt x="57469" y="225206"/>
                  </a:lnTo>
                  <a:lnTo>
                    <a:pt x="58509" y="225496"/>
                  </a:lnTo>
                  <a:lnTo>
                    <a:pt x="59360" y="225979"/>
                  </a:lnTo>
                  <a:lnTo>
                    <a:pt x="60305" y="226462"/>
                  </a:lnTo>
                  <a:lnTo>
                    <a:pt x="60967" y="226366"/>
                  </a:lnTo>
                  <a:lnTo>
                    <a:pt x="61534" y="226269"/>
                  </a:lnTo>
                  <a:lnTo>
                    <a:pt x="62101" y="226269"/>
                  </a:lnTo>
                  <a:lnTo>
                    <a:pt x="62479" y="226559"/>
                  </a:lnTo>
                  <a:lnTo>
                    <a:pt x="63046" y="226849"/>
                  </a:lnTo>
                  <a:lnTo>
                    <a:pt x="63992" y="226946"/>
                  </a:lnTo>
                  <a:lnTo>
                    <a:pt x="64842" y="227139"/>
                  </a:lnTo>
                  <a:lnTo>
                    <a:pt x="65220" y="227429"/>
                  </a:lnTo>
                  <a:lnTo>
                    <a:pt x="65882" y="227912"/>
                  </a:lnTo>
                  <a:lnTo>
                    <a:pt x="66355" y="228685"/>
                  </a:lnTo>
                  <a:lnTo>
                    <a:pt x="66922" y="229072"/>
                  </a:lnTo>
                  <a:lnTo>
                    <a:pt x="67583" y="229459"/>
                  </a:lnTo>
                  <a:lnTo>
                    <a:pt x="68056" y="229652"/>
                  </a:lnTo>
                  <a:lnTo>
                    <a:pt x="68623" y="229942"/>
                  </a:lnTo>
                  <a:lnTo>
                    <a:pt x="69001" y="230329"/>
                  </a:lnTo>
                  <a:lnTo>
                    <a:pt x="74956" y="229169"/>
                  </a:lnTo>
                  <a:lnTo>
                    <a:pt x="78359" y="228589"/>
                  </a:lnTo>
                  <a:lnTo>
                    <a:pt x="82424" y="231585"/>
                  </a:lnTo>
                  <a:lnTo>
                    <a:pt x="86677" y="234485"/>
                  </a:lnTo>
                  <a:lnTo>
                    <a:pt x="85070" y="235935"/>
                  </a:lnTo>
                  <a:lnTo>
                    <a:pt x="86488" y="238351"/>
                  </a:lnTo>
                  <a:lnTo>
                    <a:pt x="89324" y="246953"/>
                  </a:lnTo>
                  <a:lnTo>
                    <a:pt x="85165" y="248306"/>
                  </a:lnTo>
                  <a:lnTo>
                    <a:pt x="80439" y="246760"/>
                  </a:lnTo>
                  <a:lnTo>
                    <a:pt x="79871" y="247340"/>
                  </a:lnTo>
                  <a:lnTo>
                    <a:pt x="79588" y="248016"/>
                  </a:lnTo>
                  <a:lnTo>
                    <a:pt x="79304" y="248790"/>
                  </a:lnTo>
                  <a:lnTo>
                    <a:pt x="79399" y="249466"/>
                  </a:lnTo>
                  <a:lnTo>
                    <a:pt x="80911" y="249853"/>
                  </a:lnTo>
                  <a:lnTo>
                    <a:pt x="81951" y="250046"/>
                  </a:lnTo>
                  <a:lnTo>
                    <a:pt x="83652" y="252463"/>
                  </a:lnTo>
                  <a:lnTo>
                    <a:pt x="85448" y="254976"/>
                  </a:lnTo>
                  <a:lnTo>
                    <a:pt x="88568" y="256039"/>
                  </a:lnTo>
                  <a:lnTo>
                    <a:pt x="94712" y="265124"/>
                  </a:lnTo>
                  <a:lnTo>
                    <a:pt x="94428" y="265511"/>
                  </a:lnTo>
                  <a:lnTo>
                    <a:pt x="97831" y="269281"/>
                  </a:lnTo>
                  <a:lnTo>
                    <a:pt x="101045" y="266284"/>
                  </a:lnTo>
                  <a:lnTo>
                    <a:pt x="107945" y="259712"/>
                  </a:lnTo>
                  <a:lnTo>
                    <a:pt x="112576" y="256909"/>
                  </a:lnTo>
                  <a:lnTo>
                    <a:pt x="110969" y="252849"/>
                  </a:lnTo>
                  <a:lnTo>
                    <a:pt x="110402" y="251496"/>
                  </a:lnTo>
                  <a:lnTo>
                    <a:pt x="108985" y="248306"/>
                  </a:lnTo>
                  <a:lnTo>
                    <a:pt x="108323" y="246373"/>
                  </a:lnTo>
                  <a:lnTo>
                    <a:pt x="108039" y="244827"/>
                  </a:lnTo>
                  <a:lnTo>
                    <a:pt x="107850" y="244054"/>
                  </a:lnTo>
                  <a:lnTo>
                    <a:pt x="107945" y="242507"/>
                  </a:lnTo>
                  <a:lnTo>
                    <a:pt x="108228" y="240381"/>
                  </a:lnTo>
                  <a:lnTo>
                    <a:pt x="108417" y="238738"/>
                  </a:lnTo>
                  <a:lnTo>
                    <a:pt x="108701" y="236998"/>
                  </a:lnTo>
                  <a:lnTo>
                    <a:pt x="108890" y="233808"/>
                  </a:lnTo>
                  <a:lnTo>
                    <a:pt x="108890" y="228106"/>
                  </a:lnTo>
                  <a:lnTo>
                    <a:pt x="108795" y="225689"/>
                  </a:lnTo>
                  <a:lnTo>
                    <a:pt x="108134" y="222403"/>
                  </a:lnTo>
                  <a:lnTo>
                    <a:pt x="107094" y="218827"/>
                  </a:lnTo>
                  <a:lnTo>
                    <a:pt x="105487" y="215444"/>
                  </a:lnTo>
                  <a:lnTo>
                    <a:pt x="102368" y="208968"/>
                  </a:lnTo>
                  <a:lnTo>
                    <a:pt x="107945" y="206745"/>
                  </a:lnTo>
                  <a:lnTo>
                    <a:pt x="113144" y="205295"/>
                  </a:lnTo>
                  <a:lnTo>
                    <a:pt x="111820" y="187124"/>
                  </a:lnTo>
                  <a:lnTo>
                    <a:pt x="119193" y="190313"/>
                  </a:lnTo>
                  <a:lnTo>
                    <a:pt x="134695" y="189250"/>
                  </a:lnTo>
                  <a:lnTo>
                    <a:pt x="134978" y="177748"/>
                  </a:lnTo>
                  <a:lnTo>
                    <a:pt x="146321" y="175139"/>
                  </a:lnTo>
                  <a:lnTo>
                    <a:pt x="147455" y="161607"/>
                  </a:lnTo>
                  <a:lnTo>
                    <a:pt x="150102" y="162090"/>
                  </a:lnTo>
                  <a:lnTo>
                    <a:pt x="150858" y="160640"/>
                  </a:lnTo>
                  <a:lnTo>
                    <a:pt x="151520" y="159770"/>
                  </a:lnTo>
                  <a:lnTo>
                    <a:pt x="152371" y="158031"/>
                  </a:lnTo>
                  <a:lnTo>
                    <a:pt x="152560" y="157257"/>
                  </a:lnTo>
                  <a:lnTo>
                    <a:pt x="153032" y="156484"/>
                  </a:lnTo>
                  <a:lnTo>
                    <a:pt x="154450" y="156001"/>
                  </a:lnTo>
                  <a:lnTo>
                    <a:pt x="156151" y="155711"/>
                  </a:lnTo>
                  <a:lnTo>
                    <a:pt x="158704" y="155034"/>
                  </a:lnTo>
                  <a:lnTo>
                    <a:pt x="160027" y="154454"/>
                  </a:lnTo>
                  <a:lnTo>
                    <a:pt x="161539" y="153488"/>
                  </a:lnTo>
                  <a:lnTo>
                    <a:pt x="162863" y="152811"/>
                  </a:lnTo>
                  <a:lnTo>
                    <a:pt x="164659" y="151941"/>
                  </a:lnTo>
                  <a:lnTo>
                    <a:pt x="166738" y="150878"/>
                  </a:lnTo>
                  <a:lnTo>
                    <a:pt x="167872" y="149815"/>
                  </a:lnTo>
                  <a:lnTo>
                    <a:pt x="169385" y="148655"/>
                  </a:lnTo>
                  <a:lnTo>
                    <a:pt x="170897" y="147592"/>
                  </a:lnTo>
                  <a:lnTo>
                    <a:pt x="171464" y="147109"/>
                  </a:lnTo>
                  <a:lnTo>
                    <a:pt x="172126" y="146819"/>
                  </a:lnTo>
                  <a:lnTo>
                    <a:pt x="172977" y="146142"/>
                  </a:lnTo>
                  <a:lnTo>
                    <a:pt x="173733" y="145755"/>
                  </a:lnTo>
                  <a:lnTo>
                    <a:pt x="175434" y="145369"/>
                  </a:lnTo>
                  <a:lnTo>
                    <a:pt x="176568" y="145079"/>
                  </a:lnTo>
                  <a:lnTo>
                    <a:pt x="177136" y="144982"/>
                  </a:lnTo>
                  <a:lnTo>
                    <a:pt x="177703" y="144885"/>
                  </a:lnTo>
                  <a:lnTo>
                    <a:pt x="178270" y="144499"/>
                  </a:lnTo>
                  <a:lnTo>
                    <a:pt x="178837" y="144112"/>
                  </a:lnTo>
                  <a:lnTo>
                    <a:pt x="179971" y="143822"/>
                  </a:lnTo>
                  <a:lnTo>
                    <a:pt x="181106" y="143726"/>
                  </a:lnTo>
                  <a:lnTo>
                    <a:pt x="182051" y="143436"/>
                  </a:lnTo>
                  <a:lnTo>
                    <a:pt x="182901" y="142856"/>
                  </a:lnTo>
                  <a:lnTo>
                    <a:pt x="183563" y="142179"/>
                  </a:lnTo>
                  <a:lnTo>
                    <a:pt x="184886" y="140923"/>
                  </a:lnTo>
                  <a:lnTo>
                    <a:pt x="186493" y="138893"/>
                  </a:lnTo>
                  <a:lnTo>
                    <a:pt x="187722" y="137830"/>
                  </a:lnTo>
                  <a:lnTo>
                    <a:pt x="190274" y="135703"/>
                  </a:lnTo>
                  <a:lnTo>
                    <a:pt x="192732" y="133673"/>
                  </a:lnTo>
                  <a:lnTo>
                    <a:pt x="194339" y="132127"/>
                  </a:lnTo>
                  <a:lnTo>
                    <a:pt x="195189" y="131450"/>
                  </a:lnTo>
                  <a:lnTo>
                    <a:pt x="197174" y="130774"/>
                  </a:lnTo>
                  <a:lnTo>
                    <a:pt x="198687" y="130194"/>
                  </a:lnTo>
                  <a:lnTo>
                    <a:pt x="199727" y="129904"/>
                  </a:lnTo>
                  <a:lnTo>
                    <a:pt x="200577" y="129711"/>
                  </a:lnTo>
                  <a:lnTo>
                    <a:pt x="201523" y="129517"/>
                  </a:lnTo>
                  <a:lnTo>
                    <a:pt x="202373" y="129614"/>
                  </a:lnTo>
                  <a:lnTo>
                    <a:pt x="203791" y="129421"/>
                  </a:lnTo>
                  <a:lnTo>
                    <a:pt x="204547" y="129227"/>
                  </a:lnTo>
                  <a:lnTo>
                    <a:pt x="206438" y="129227"/>
                  </a:lnTo>
                  <a:lnTo>
                    <a:pt x="207194" y="128744"/>
                  </a:lnTo>
                  <a:lnTo>
                    <a:pt x="208234" y="128261"/>
                  </a:lnTo>
                  <a:lnTo>
                    <a:pt x="209084" y="127584"/>
                  </a:lnTo>
                  <a:lnTo>
                    <a:pt x="209841" y="126618"/>
                  </a:lnTo>
                  <a:lnTo>
                    <a:pt x="210975" y="125458"/>
                  </a:lnTo>
                  <a:lnTo>
                    <a:pt x="211731" y="124975"/>
                  </a:lnTo>
                  <a:lnTo>
                    <a:pt x="212771" y="124105"/>
                  </a:lnTo>
                  <a:lnTo>
                    <a:pt x="213811" y="123428"/>
                  </a:lnTo>
                  <a:lnTo>
                    <a:pt x="214283" y="122848"/>
                  </a:lnTo>
                  <a:lnTo>
                    <a:pt x="214850" y="122558"/>
                  </a:lnTo>
                  <a:lnTo>
                    <a:pt x="215606" y="121978"/>
                  </a:lnTo>
                  <a:lnTo>
                    <a:pt x="216552" y="121398"/>
                  </a:lnTo>
                  <a:lnTo>
                    <a:pt x="217591" y="120722"/>
                  </a:lnTo>
                  <a:lnTo>
                    <a:pt x="218442" y="120238"/>
                  </a:lnTo>
                  <a:lnTo>
                    <a:pt x="219104" y="119755"/>
                  </a:lnTo>
                  <a:lnTo>
                    <a:pt x="220238" y="118982"/>
                  </a:lnTo>
                  <a:lnTo>
                    <a:pt x="221183" y="118692"/>
                  </a:lnTo>
                  <a:lnTo>
                    <a:pt x="221845" y="118595"/>
                  </a:lnTo>
                  <a:lnTo>
                    <a:pt x="222790" y="118595"/>
                  </a:lnTo>
                  <a:lnTo>
                    <a:pt x="223357" y="118209"/>
                  </a:lnTo>
                  <a:lnTo>
                    <a:pt x="224019" y="117145"/>
                  </a:lnTo>
                  <a:lnTo>
                    <a:pt x="224586" y="116082"/>
                  </a:lnTo>
                  <a:lnTo>
                    <a:pt x="225342" y="115212"/>
                  </a:lnTo>
                  <a:lnTo>
                    <a:pt x="226004" y="114536"/>
                  </a:lnTo>
                  <a:lnTo>
                    <a:pt x="226855" y="113376"/>
                  </a:lnTo>
                  <a:lnTo>
                    <a:pt x="227422" y="112313"/>
                  </a:lnTo>
                  <a:lnTo>
                    <a:pt x="227611" y="111636"/>
                  </a:lnTo>
                  <a:lnTo>
                    <a:pt x="227516" y="110766"/>
                  </a:lnTo>
                  <a:lnTo>
                    <a:pt x="227422" y="109800"/>
                  </a:lnTo>
                  <a:lnTo>
                    <a:pt x="227327" y="108736"/>
                  </a:lnTo>
                  <a:lnTo>
                    <a:pt x="227422" y="107673"/>
                  </a:lnTo>
                  <a:lnTo>
                    <a:pt x="227233" y="106223"/>
                  </a:lnTo>
                  <a:lnTo>
                    <a:pt x="227327" y="104967"/>
                  </a:lnTo>
                  <a:lnTo>
                    <a:pt x="227138" y="103710"/>
                  </a:lnTo>
                  <a:lnTo>
                    <a:pt x="226855" y="102067"/>
                  </a:lnTo>
                  <a:lnTo>
                    <a:pt x="226477" y="101101"/>
                  </a:lnTo>
                  <a:lnTo>
                    <a:pt x="226382" y="100038"/>
                  </a:lnTo>
                  <a:lnTo>
                    <a:pt x="226382" y="98491"/>
                  </a:lnTo>
                  <a:lnTo>
                    <a:pt x="226571" y="96461"/>
                  </a:lnTo>
                  <a:lnTo>
                    <a:pt x="227044" y="94721"/>
                  </a:lnTo>
                  <a:lnTo>
                    <a:pt x="227138" y="92112"/>
                  </a:lnTo>
                  <a:lnTo>
                    <a:pt x="227705" y="90952"/>
                  </a:lnTo>
                  <a:lnTo>
                    <a:pt x="228462" y="89889"/>
                  </a:lnTo>
                  <a:lnTo>
                    <a:pt x="229123" y="87666"/>
                  </a:lnTo>
                  <a:lnTo>
                    <a:pt x="229407" y="86023"/>
                  </a:lnTo>
                  <a:lnTo>
                    <a:pt x="229596" y="84766"/>
                  </a:lnTo>
                  <a:lnTo>
                    <a:pt x="230352" y="83413"/>
                  </a:lnTo>
                  <a:lnTo>
                    <a:pt x="231108" y="82253"/>
                  </a:lnTo>
                  <a:lnTo>
                    <a:pt x="231392" y="81866"/>
                  </a:lnTo>
                  <a:lnTo>
                    <a:pt x="231770" y="80900"/>
                  </a:lnTo>
                  <a:lnTo>
                    <a:pt x="231959" y="79547"/>
                  </a:lnTo>
                  <a:lnTo>
                    <a:pt x="232148" y="78290"/>
                  </a:lnTo>
                  <a:lnTo>
                    <a:pt x="232526" y="76744"/>
                  </a:lnTo>
                  <a:lnTo>
                    <a:pt x="232526" y="75487"/>
                  </a:lnTo>
                  <a:lnTo>
                    <a:pt x="232621" y="74617"/>
                  </a:lnTo>
                  <a:lnTo>
                    <a:pt x="233093" y="72974"/>
                  </a:lnTo>
                  <a:lnTo>
                    <a:pt x="233377" y="71621"/>
                  </a:lnTo>
                  <a:lnTo>
                    <a:pt x="233755" y="70171"/>
                  </a:lnTo>
                  <a:lnTo>
                    <a:pt x="234417" y="68431"/>
                  </a:lnTo>
                  <a:lnTo>
                    <a:pt x="235362" y="66595"/>
                  </a:lnTo>
                  <a:lnTo>
                    <a:pt x="236023" y="65145"/>
                  </a:lnTo>
                  <a:lnTo>
                    <a:pt x="236401" y="64082"/>
                  </a:lnTo>
                  <a:lnTo>
                    <a:pt x="237347" y="62825"/>
                  </a:lnTo>
                  <a:lnTo>
                    <a:pt x="237441" y="62535"/>
                  </a:lnTo>
                  <a:lnTo>
                    <a:pt x="238292" y="60699"/>
                  </a:lnTo>
                  <a:lnTo>
                    <a:pt x="238765" y="59152"/>
                  </a:lnTo>
                  <a:lnTo>
                    <a:pt x="240088" y="57219"/>
                  </a:lnTo>
                  <a:lnTo>
                    <a:pt x="240655" y="55963"/>
                  </a:lnTo>
                  <a:lnTo>
                    <a:pt x="241128" y="54513"/>
                  </a:lnTo>
                  <a:lnTo>
                    <a:pt x="242073" y="52773"/>
                  </a:lnTo>
                  <a:lnTo>
                    <a:pt x="242829" y="51130"/>
                  </a:lnTo>
                  <a:lnTo>
                    <a:pt x="243396" y="50067"/>
                  </a:lnTo>
                  <a:lnTo>
                    <a:pt x="244436" y="49004"/>
                  </a:lnTo>
                  <a:lnTo>
                    <a:pt x="245098" y="48907"/>
                  </a:lnTo>
                  <a:lnTo>
                    <a:pt x="246137" y="47360"/>
                  </a:lnTo>
                  <a:lnTo>
                    <a:pt x="246705" y="46297"/>
                  </a:lnTo>
                  <a:lnTo>
                    <a:pt x="247744" y="44944"/>
                  </a:lnTo>
                  <a:lnTo>
                    <a:pt x="248784" y="44171"/>
                  </a:lnTo>
                  <a:lnTo>
                    <a:pt x="250013" y="43784"/>
                  </a:lnTo>
                  <a:lnTo>
                    <a:pt x="251336" y="43688"/>
                  </a:lnTo>
                  <a:lnTo>
                    <a:pt x="252376" y="43398"/>
                  </a:lnTo>
                  <a:lnTo>
                    <a:pt x="253605" y="42624"/>
                  </a:lnTo>
                  <a:lnTo>
                    <a:pt x="254361" y="42238"/>
                  </a:lnTo>
                  <a:lnTo>
                    <a:pt x="254928" y="42044"/>
                  </a:lnTo>
                  <a:lnTo>
                    <a:pt x="255590" y="41851"/>
                  </a:lnTo>
                  <a:lnTo>
                    <a:pt x="256440" y="41658"/>
                  </a:lnTo>
                  <a:lnTo>
                    <a:pt x="257386" y="41561"/>
                  </a:lnTo>
                  <a:lnTo>
                    <a:pt x="258614" y="41465"/>
                  </a:lnTo>
                  <a:lnTo>
                    <a:pt x="259654" y="41465"/>
                  </a:lnTo>
                  <a:lnTo>
                    <a:pt x="261356" y="40788"/>
                  </a:lnTo>
                  <a:lnTo>
                    <a:pt x="262301" y="39918"/>
                  </a:lnTo>
                  <a:lnTo>
                    <a:pt x="263246" y="39048"/>
                  </a:lnTo>
                  <a:lnTo>
                    <a:pt x="264286" y="37695"/>
                  </a:lnTo>
                  <a:lnTo>
                    <a:pt x="265231" y="36535"/>
                  </a:lnTo>
                  <a:lnTo>
                    <a:pt x="265893" y="34795"/>
                  </a:lnTo>
                  <a:lnTo>
                    <a:pt x="266932" y="32282"/>
                  </a:lnTo>
                  <a:lnTo>
                    <a:pt x="268067" y="28609"/>
                  </a:lnTo>
                  <a:lnTo>
                    <a:pt x="268634" y="27450"/>
                  </a:lnTo>
                  <a:lnTo>
                    <a:pt x="269957" y="24357"/>
                  </a:lnTo>
                  <a:lnTo>
                    <a:pt x="270335" y="23003"/>
                  </a:lnTo>
                  <a:lnTo>
                    <a:pt x="270524" y="21554"/>
                  </a:lnTo>
                  <a:lnTo>
                    <a:pt x="271470" y="20104"/>
                  </a:lnTo>
                  <a:lnTo>
                    <a:pt x="272509" y="18847"/>
                  </a:lnTo>
                  <a:lnTo>
                    <a:pt x="273455" y="17204"/>
                  </a:lnTo>
                  <a:lnTo>
                    <a:pt x="274589" y="14981"/>
                  </a:lnTo>
                  <a:lnTo>
                    <a:pt x="275345" y="13338"/>
                  </a:lnTo>
                  <a:lnTo>
                    <a:pt x="277046" y="11211"/>
                  </a:lnTo>
                  <a:lnTo>
                    <a:pt x="279126" y="9665"/>
                  </a:lnTo>
                  <a:lnTo>
                    <a:pt x="280449" y="8408"/>
                  </a:lnTo>
                  <a:lnTo>
                    <a:pt x="282718" y="7345"/>
                  </a:lnTo>
                  <a:lnTo>
                    <a:pt x="285270" y="5605"/>
                  </a:lnTo>
                  <a:lnTo>
                    <a:pt x="287255" y="4059"/>
                  </a:lnTo>
                  <a:lnTo>
                    <a:pt x="289523" y="2223"/>
                  </a:lnTo>
                  <a:lnTo>
                    <a:pt x="290469" y="1063"/>
                  </a:lnTo>
                  <a:lnTo>
                    <a:pt x="291697" y="676"/>
                  </a:lnTo>
                  <a:lnTo>
                    <a:pt x="293115" y="96"/>
                  </a:lnTo>
                  <a:lnTo>
                    <a:pt x="296896" y="0"/>
                  </a:lnTo>
                  <a:lnTo>
                    <a:pt x="2995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51395" y="3816999"/>
              <a:ext cx="218726" cy="227912"/>
            </a:xfrm>
            <a:custGeom>
              <a:avLst/>
              <a:pathLst>
                <a:path w="218726" h="227912">
                  <a:moveTo>
                    <a:pt x="112104" y="193"/>
                  </a:moveTo>
                  <a:lnTo>
                    <a:pt x="112671" y="289"/>
                  </a:lnTo>
                  <a:lnTo>
                    <a:pt x="113522" y="483"/>
                  </a:lnTo>
                  <a:lnTo>
                    <a:pt x="113900" y="579"/>
                  </a:lnTo>
                  <a:lnTo>
                    <a:pt x="116924" y="2319"/>
                  </a:lnTo>
                  <a:lnTo>
                    <a:pt x="118720" y="3286"/>
                  </a:lnTo>
                  <a:lnTo>
                    <a:pt x="118626" y="3866"/>
                  </a:lnTo>
                  <a:lnTo>
                    <a:pt x="118342" y="7345"/>
                  </a:lnTo>
                  <a:lnTo>
                    <a:pt x="117775" y="12371"/>
                  </a:lnTo>
                  <a:lnTo>
                    <a:pt x="117775" y="12758"/>
                  </a:lnTo>
                  <a:lnTo>
                    <a:pt x="117113" y="18944"/>
                  </a:lnTo>
                  <a:lnTo>
                    <a:pt x="117113" y="19234"/>
                  </a:lnTo>
                  <a:lnTo>
                    <a:pt x="116735" y="22907"/>
                  </a:lnTo>
                  <a:lnTo>
                    <a:pt x="116641" y="23487"/>
                  </a:lnTo>
                  <a:lnTo>
                    <a:pt x="115979" y="30253"/>
                  </a:lnTo>
                  <a:lnTo>
                    <a:pt x="115885" y="30639"/>
                  </a:lnTo>
                  <a:lnTo>
                    <a:pt x="119382" y="30929"/>
                  </a:lnTo>
                  <a:lnTo>
                    <a:pt x="124675" y="31509"/>
                  </a:lnTo>
                  <a:lnTo>
                    <a:pt x="125242" y="31509"/>
                  </a:lnTo>
                  <a:lnTo>
                    <a:pt x="125526" y="31509"/>
                  </a:lnTo>
                  <a:lnTo>
                    <a:pt x="125999" y="31606"/>
                  </a:lnTo>
                  <a:lnTo>
                    <a:pt x="131008" y="31702"/>
                  </a:lnTo>
                  <a:lnTo>
                    <a:pt x="150291" y="33056"/>
                  </a:lnTo>
                  <a:lnTo>
                    <a:pt x="154166" y="33442"/>
                  </a:lnTo>
                  <a:lnTo>
                    <a:pt x="173166" y="35375"/>
                  </a:lnTo>
                  <a:lnTo>
                    <a:pt x="182807" y="36438"/>
                  </a:lnTo>
                  <a:lnTo>
                    <a:pt x="187155" y="36535"/>
                  </a:lnTo>
                  <a:lnTo>
                    <a:pt x="197647" y="36052"/>
                  </a:lnTo>
                  <a:lnTo>
                    <a:pt x="207477" y="35665"/>
                  </a:lnTo>
                  <a:lnTo>
                    <a:pt x="208895" y="35665"/>
                  </a:lnTo>
                  <a:lnTo>
                    <a:pt x="213149" y="35279"/>
                  </a:lnTo>
                  <a:lnTo>
                    <a:pt x="216457" y="34795"/>
                  </a:lnTo>
                  <a:lnTo>
                    <a:pt x="217024" y="34699"/>
                  </a:lnTo>
                  <a:lnTo>
                    <a:pt x="218726" y="34505"/>
                  </a:lnTo>
                  <a:lnTo>
                    <a:pt x="214472" y="52387"/>
                  </a:lnTo>
                  <a:lnTo>
                    <a:pt x="211542" y="64855"/>
                  </a:lnTo>
                  <a:lnTo>
                    <a:pt x="209557" y="73264"/>
                  </a:lnTo>
                  <a:lnTo>
                    <a:pt x="209368" y="73941"/>
                  </a:lnTo>
                  <a:lnTo>
                    <a:pt x="208423" y="78193"/>
                  </a:lnTo>
                  <a:lnTo>
                    <a:pt x="206343" y="86892"/>
                  </a:lnTo>
                  <a:lnTo>
                    <a:pt x="204264" y="95688"/>
                  </a:lnTo>
                  <a:lnTo>
                    <a:pt x="204075" y="96461"/>
                  </a:lnTo>
                  <a:lnTo>
                    <a:pt x="203129" y="100811"/>
                  </a:lnTo>
                  <a:lnTo>
                    <a:pt x="202846" y="101971"/>
                  </a:lnTo>
                  <a:lnTo>
                    <a:pt x="202751" y="103710"/>
                  </a:lnTo>
                  <a:lnTo>
                    <a:pt x="202751" y="105354"/>
                  </a:lnTo>
                  <a:lnTo>
                    <a:pt x="203318" y="106997"/>
                  </a:lnTo>
                  <a:lnTo>
                    <a:pt x="203507" y="107383"/>
                  </a:lnTo>
                  <a:lnTo>
                    <a:pt x="205398" y="112313"/>
                  </a:lnTo>
                  <a:lnTo>
                    <a:pt x="207383" y="117725"/>
                  </a:lnTo>
                  <a:lnTo>
                    <a:pt x="209651" y="122172"/>
                  </a:lnTo>
                  <a:lnTo>
                    <a:pt x="211353" y="124105"/>
                  </a:lnTo>
                  <a:lnTo>
                    <a:pt x="211731" y="124685"/>
                  </a:lnTo>
                  <a:lnTo>
                    <a:pt x="211920" y="124781"/>
                  </a:lnTo>
                  <a:lnTo>
                    <a:pt x="212109" y="124975"/>
                  </a:lnTo>
                  <a:lnTo>
                    <a:pt x="213432" y="125941"/>
                  </a:lnTo>
                  <a:lnTo>
                    <a:pt x="214283" y="126521"/>
                  </a:lnTo>
                  <a:lnTo>
                    <a:pt x="212771" y="127101"/>
                  </a:lnTo>
                  <a:lnTo>
                    <a:pt x="212204" y="127101"/>
                  </a:lnTo>
                  <a:lnTo>
                    <a:pt x="207761" y="127004"/>
                  </a:lnTo>
                  <a:lnTo>
                    <a:pt x="202279" y="126811"/>
                  </a:lnTo>
                  <a:lnTo>
                    <a:pt x="201806" y="126811"/>
                  </a:lnTo>
                  <a:lnTo>
                    <a:pt x="201617" y="126811"/>
                  </a:lnTo>
                  <a:lnTo>
                    <a:pt x="197931" y="126618"/>
                  </a:lnTo>
                  <a:lnTo>
                    <a:pt x="197647" y="126618"/>
                  </a:lnTo>
                  <a:lnTo>
                    <a:pt x="197458" y="126714"/>
                  </a:lnTo>
                  <a:lnTo>
                    <a:pt x="196513" y="126618"/>
                  </a:lnTo>
                  <a:lnTo>
                    <a:pt x="192826" y="127004"/>
                  </a:lnTo>
                  <a:lnTo>
                    <a:pt x="189045" y="127488"/>
                  </a:lnTo>
                  <a:lnTo>
                    <a:pt x="186777" y="128164"/>
                  </a:lnTo>
                  <a:lnTo>
                    <a:pt x="185548" y="128647"/>
                  </a:lnTo>
                  <a:lnTo>
                    <a:pt x="184697" y="129421"/>
                  </a:lnTo>
                  <a:lnTo>
                    <a:pt x="183941" y="130484"/>
                  </a:lnTo>
                  <a:lnTo>
                    <a:pt x="183374" y="131740"/>
                  </a:lnTo>
                  <a:lnTo>
                    <a:pt x="183091" y="132707"/>
                  </a:lnTo>
                  <a:lnTo>
                    <a:pt x="182712" y="135123"/>
                  </a:lnTo>
                  <a:lnTo>
                    <a:pt x="182807" y="135993"/>
                  </a:lnTo>
                  <a:lnTo>
                    <a:pt x="183185" y="137346"/>
                  </a:lnTo>
                  <a:lnTo>
                    <a:pt x="184414" y="139086"/>
                  </a:lnTo>
                  <a:lnTo>
                    <a:pt x="182996" y="140536"/>
                  </a:lnTo>
                  <a:lnTo>
                    <a:pt x="184414" y="143822"/>
                  </a:lnTo>
                  <a:lnTo>
                    <a:pt x="184603" y="144209"/>
                  </a:lnTo>
                  <a:lnTo>
                    <a:pt x="184886" y="144596"/>
                  </a:lnTo>
                  <a:lnTo>
                    <a:pt x="194622" y="157064"/>
                  </a:lnTo>
                  <a:lnTo>
                    <a:pt x="217970" y="187800"/>
                  </a:lnTo>
                  <a:lnTo>
                    <a:pt x="214000" y="190893"/>
                  </a:lnTo>
                  <a:lnTo>
                    <a:pt x="196229" y="205198"/>
                  </a:lnTo>
                  <a:lnTo>
                    <a:pt x="194717" y="205392"/>
                  </a:lnTo>
                  <a:lnTo>
                    <a:pt x="194528" y="205488"/>
                  </a:lnTo>
                  <a:lnTo>
                    <a:pt x="191030" y="205392"/>
                  </a:lnTo>
                  <a:lnTo>
                    <a:pt x="186021" y="205295"/>
                  </a:lnTo>
                  <a:lnTo>
                    <a:pt x="185643" y="205295"/>
                  </a:lnTo>
                  <a:lnTo>
                    <a:pt x="184981" y="205295"/>
                  </a:lnTo>
                  <a:lnTo>
                    <a:pt x="184603" y="205295"/>
                  </a:lnTo>
                  <a:lnTo>
                    <a:pt x="183374" y="205198"/>
                  </a:lnTo>
                  <a:lnTo>
                    <a:pt x="182996" y="205198"/>
                  </a:lnTo>
                  <a:lnTo>
                    <a:pt x="180633" y="205198"/>
                  </a:lnTo>
                  <a:lnTo>
                    <a:pt x="178553" y="205102"/>
                  </a:lnTo>
                  <a:lnTo>
                    <a:pt x="173827" y="205005"/>
                  </a:lnTo>
                  <a:lnTo>
                    <a:pt x="170235" y="205005"/>
                  </a:lnTo>
                  <a:lnTo>
                    <a:pt x="169857" y="205005"/>
                  </a:lnTo>
                  <a:lnTo>
                    <a:pt x="169668" y="205005"/>
                  </a:lnTo>
                  <a:lnTo>
                    <a:pt x="169479" y="205005"/>
                  </a:lnTo>
                  <a:lnTo>
                    <a:pt x="169290" y="205005"/>
                  </a:lnTo>
                  <a:lnTo>
                    <a:pt x="169101" y="205005"/>
                  </a:lnTo>
                  <a:lnTo>
                    <a:pt x="168629" y="204908"/>
                  </a:lnTo>
                  <a:lnTo>
                    <a:pt x="165793" y="204908"/>
                  </a:lnTo>
                  <a:lnTo>
                    <a:pt x="165037" y="202975"/>
                  </a:lnTo>
                  <a:lnTo>
                    <a:pt x="164470" y="201912"/>
                  </a:lnTo>
                  <a:lnTo>
                    <a:pt x="161634" y="204038"/>
                  </a:lnTo>
                  <a:lnTo>
                    <a:pt x="160972" y="204328"/>
                  </a:lnTo>
                  <a:lnTo>
                    <a:pt x="159932" y="204425"/>
                  </a:lnTo>
                  <a:lnTo>
                    <a:pt x="158798" y="197852"/>
                  </a:lnTo>
                  <a:lnTo>
                    <a:pt x="157758" y="198432"/>
                  </a:lnTo>
                  <a:lnTo>
                    <a:pt x="157097" y="198626"/>
                  </a:lnTo>
                  <a:lnTo>
                    <a:pt x="153883" y="199689"/>
                  </a:lnTo>
                  <a:lnTo>
                    <a:pt x="145565" y="201622"/>
                  </a:lnTo>
                  <a:lnTo>
                    <a:pt x="144053" y="201912"/>
                  </a:lnTo>
                  <a:lnTo>
                    <a:pt x="141595" y="202589"/>
                  </a:lnTo>
                  <a:lnTo>
                    <a:pt x="138287" y="203555"/>
                  </a:lnTo>
                  <a:lnTo>
                    <a:pt x="137341" y="203942"/>
                  </a:lnTo>
                  <a:lnTo>
                    <a:pt x="137152" y="204038"/>
                  </a:lnTo>
                  <a:lnTo>
                    <a:pt x="134222" y="205488"/>
                  </a:lnTo>
                  <a:lnTo>
                    <a:pt x="132710" y="206261"/>
                  </a:lnTo>
                  <a:lnTo>
                    <a:pt x="132521" y="206455"/>
                  </a:lnTo>
                  <a:lnTo>
                    <a:pt x="132332" y="206551"/>
                  </a:lnTo>
                  <a:lnTo>
                    <a:pt x="131765" y="206841"/>
                  </a:lnTo>
                  <a:lnTo>
                    <a:pt x="129212" y="208485"/>
                  </a:lnTo>
                  <a:lnTo>
                    <a:pt x="128834" y="208775"/>
                  </a:lnTo>
                  <a:lnTo>
                    <a:pt x="127511" y="209548"/>
                  </a:lnTo>
                  <a:lnTo>
                    <a:pt x="126188" y="210418"/>
                  </a:lnTo>
                  <a:lnTo>
                    <a:pt x="125526" y="210804"/>
                  </a:lnTo>
                  <a:lnTo>
                    <a:pt x="124297" y="211578"/>
                  </a:lnTo>
                  <a:lnTo>
                    <a:pt x="123447" y="212254"/>
                  </a:lnTo>
                  <a:lnTo>
                    <a:pt x="121462" y="213511"/>
                  </a:lnTo>
                  <a:lnTo>
                    <a:pt x="120800" y="213994"/>
                  </a:lnTo>
                  <a:lnTo>
                    <a:pt x="117681" y="216120"/>
                  </a:lnTo>
                  <a:lnTo>
                    <a:pt x="114750" y="217763"/>
                  </a:lnTo>
                  <a:lnTo>
                    <a:pt x="111348" y="219310"/>
                  </a:lnTo>
                  <a:lnTo>
                    <a:pt x="106338" y="221243"/>
                  </a:lnTo>
                  <a:lnTo>
                    <a:pt x="104164" y="221533"/>
                  </a:lnTo>
                  <a:lnTo>
                    <a:pt x="103880" y="221630"/>
                  </a:lnTo>
                  <a:lnTo>
                    <a:pt x="101706" y="221920"/>
                  </a:lnTo>
                  <a:lnTo>
                    <a:pt x="98492" y="222403"/>
                  </a:lnTo>
                  <a:lnTo>
                    <a:pt x="97547" y="222500"/>
                  </a:lnTo>
                  <a:lnTo>
                    <a:pt x="90836" y="223466"/>
                  </a:lnTo>
                  <a:lnTo>
                    <a:pt x="90174" y="223563"/>
                  </a:lnTo>
                  <a:lnTo>
                    <a:pt x="77130" y="225303"/>
                  </a:lnTo>
                  <a:lnTo>
                    <a:pt x="74106" y="225786"/>
                  </a:lnTo>
                  <a:lnTo>
                    <a:pt x="73444" y="225882"/>
                  </a:lnTo>
                  <a:lnTo>
                    <a:pt x="64181" y="227139"/>
                  </a:lnTo>
                  <a:lnTo>
                    <a:pt x="58793" y="227912"/>
                  </a:lnTo>
                  <a:lnTo>
                    <a:pt x="58793" y="227429"/>
                  </a:lnTo>
                  <a:lnTo>
                    <a:pt x="58793" y="226946"/>
                  </a:lnTo>
                  <a:lnTo>
                    <a:pt x="58604" y="223466"/>
                  </a:lnTo>
                  <a:lnTo>
                    <a:pt x="58509" y="222596"/>
                  </a:lnTo>
                  <a:lnTo>
                    <a:pt x="58415" y="222016"/>
                  </a:lnTo>
                  <a:lnTo>
                    <a:pt x="58320" y="221533"/>
                  </a:lnTo>
                  <a:lnTo>
                    <a:pt x="58320" y="221340"/>
                  </a:lnTo>
                  <a:lnTo>
                    <a:pt x="58131" y="220663"/>
                  </a:lnTo>
                  <a:lnTo>
                    <a:pt x="57848" y="219213"/>
                  </a:lnTo>
                  <a:lnTo>
                    <a:pt x="57280" y="216797"/>
                  </a:lnTo>
                  <a:lnTo>
                    <a:pt x="57186" y="216410"/>
                  </a:lnTo>
                  <a:lnTo>
                    <a:pt x="56808" y="215250"/>
                  </a:lnTo>
                  <a:lnTo>
                    <a:pt x="56335" y="214091"/>
                  </a:lnTo>
                  <a:lnTo>
                    <a:pt x="55484" y="211867"/>
                  </a:lnTo>
                  <a:lnTo>
                    <a:pt x="55106" y="211288"/>
                  </a:lnTo>
                  <a:lnTo>
                    <a:pt x="53689" y="208871"/>
                  </a:lnTo>
                  <a:lnTo>
                    <a:pt x="52176" y="206068"/>
                  </a:lnTo>
                  <a:lnTo>
                    <a:pt x="51325" y="205005"/>
                  </a:lnTo>
                  <a:lnTo>
                    <a:pt x="49246" y="202589"/>
                  </a:lnTo>
                  <a:lnTo>
                    <a:pt x="48679" y="201719"/>
                  </a:lnTo>
                  <a:lnTo>
                    <a:pt x="47923" y="201139"/>
                  </a:lnTo>
                  <a:lnTo>
                    <a:pt x="44142" y="198142"/>
                  </a:lnTo>
                  <a:lnTo>
                    <a:pt x="41022" y="196209"/>
                  </a:lnTo>
                  <a:lnTo>
                    <a:pt x="39321" y="195436"/>
                  </a:lnTo>
                  <a:lnTo>
                    <a:pt x="35824" y="193986"/>
                  </a:lnTo>
                  <a:lnTo>
                    <a:pt x="34784" y="193503"/>
                  </a:lnTo>
                  <a:lnTo>
                    <a:pt x="33839" y="193310"/>
                  </a:lnTo>
                  <a:lnTo>
                    <a:pt x="31287" y="192633"/>
                  </a:lnTo>
                  <a:lnTo>
                    <a:pt x="30436" y="192440"/>
                  </a:lnTo>
                  <a:lnTo>
                    <a:pt x="27789" y="191763"/>
                  </a:lnTo>
                  <a:lnTo>
                    <a:pt x="25804" y="191183"/>
                  </a:lnTo>
                  <a:lnTo>
                    <a:pt x="25237" y="190990"/>
                  </a:lnTo>
                  <a:lnTo>
                    <a:pt x="17203" y="188767"/>
                  </a:lnTo>
                  <a:lnTo>
                    <a:pt x="16447" y="188477"/>
                  </a:lnTo>
                  <a:lnTo>
                    <a:pt x="13327" y="187124"/>
                  </a:lnTo>
                  <a:lnTo>
                    <a:pt x="13044" y="186930"/>
                  </a:lnTo>
                  <a:lnTo>
                    <a:pt x="11531" y="186061"/>
                  </a:lnTo>
                  <a:lnTo>
                    <a:pt x="10775" y="185674"/>
                  </a:lnTo>
                  <a:lnTo>
                    <a:pt x="8412" y="183934"/>
                  </a:lnTo>
                  <a:lnTo>
                    <a:pt x="6994" y="182388"/>
                  </a:lnTo>
                  <a:lnTo>
                    <a:pt x="6616" y="182098"/>
                  </a:lnTo>
                  <a:lnTo>
                    <a:pt x="4537" y="179875"/>
                  </a:lnTo>
                  <a:lnTo>
                    <a:pt x="2930" y="177555"/>
                  </a:lnTo>
                  <a:lnTo>
                    <a:pt x="1039" y="173495"/>
                  </a:lnTo>
                  <a:lnTo>
                    <a:pt x="94" y="171369"/>
                  </a:lnTo>
                  <a:lnTo>
                    <a:pt x="94" y="171176"/>
                  </a:lnTo>
                  <a:lnTo>
                    <a:pt x="0" y="170886"/>
                  </a:lnTo>
                  <a:lnTo>
                    <a:pt x="283" y="170402"/>
                  </a:lnTo>
                  <a:lnTo>
                    <a:pt x="850" y="168953"/>
                  </a:lnTo>
                  <a:lnTo>
                    <a:pt x="1039" y="168566"/>
                  </a:lnTo>
                  <a:lnTo>
                    <a:pt x="1417" y="166053"/>
                  </a:lnTo>
                  <a:lnTo>
                    <a:pt x="1890" y="163347"/>
                  </a:lnTo>
                  <a:lnTo>
                    <a:pt x="2363" y="160544"/>
                  </a:lnTo>
                  <a:lnTo>
                    <a:pt x="2552" y="159674"/>
                  </a:lnTo>
                  <a:lnTo>
                    <a:pt x="3024" y="158417"/>
                  </a:lnTo>
                  <a:lnTo>
                    <a:pt x="3308" y="157934"/>
                  </a:lnTo>
                  <a:lnTo>
                    <a:pt x="4442" y="156387"/>
                  </a:lnTo>
                  <a:lnTo>
                    <a:pt x="6711" y="152618"/>
                  </a:lnTo>
                  <a:lnTo>
                    <a:pt x="7372" y="151845"/>
                  </a:lnTo>
                  <a:lnTo>
                    <a:pt x="7939" y="151071"/>
                  </a:lnTo>
                  <a:lnTo>
                    <a:pt x="8507" y="150685"/>
                  </a:lnTo>
                  <a:lnTo>
                    <a:pt x="13989" y="146045"/>
                  </a:lnTo>
                  <a:lnTo>
                    <a:pt x="19849" y="141986"/>
                  </a:lnTo>
                  <a:lnTo>
                    <a:pt x="23441" y="139473"/>
                  </a:lnTo>
                  <a:lnTo>
                    <a:pt x="29113" y="136090"/>
                  </a:lnTo>
                  <a:lnTo>
                    <a:pt x="37714" y="131064"/>
                  </a:lnTo>
                  <a:lnTo>
                    <a:pt x="44142" y="127294"/>
                  </a:lnTo>
                  <a:lnTo>
                    <a:pt x="44709" y="127004"/>
                  </a:lnTo>
                  <a:lnTo>
                    <a:pt x="44992" y="126811"/>
                  </a:lnTo>
                  <a:lnTo>
                    <a:pt x="46221" y="126038"/>
                  </a:lnTo>
                  <a:lnTo>
                    <a:pt x="47072" y="125554"/>
                  </a:lnTo>
                  <a:lnTo>
                    <a:pt x="48395" y="124781"/>
                  </a:lnTo>
                  <a:lnTo>
                    <a:pt x="56052" y="120335"/>
                  </a:lnTo>
                  <a:lnTo>
                    <a:pt x="57942" y="119272"/>
                  </a:lnTo>
                  <a:lnTo>
                    <a:pt x="59644" y="118209"/>
                  </a:lnTo>
                  <a:lnTo>
                    <a:pt x="61723" y="117049"/>
                  </a:lnTo>
                  <a:lnTo>
                    <a:pt x="64748" y="115212"/>
                  </a:lnTo>
                  <a:lnTo>
                    <a:pt x="67678" y="113569"/>
                  </a:lnTo>
                  <a:lnTo>
                    <a:pt x="69947" y="112216"/>
                  </a:lnTo>
                  <a:lnTo>
                    <a:pt x="70136" y="112119"/>
                  </a:lnTo>
                  <a:lnTo>
                    <a:pt x="70986" y="111636"/>
                  </a:lnTo>
                  <a:lnTo>
                    <a:pt x="93577" y="98394"/>
                  </a:lnTo>
                  <a:lnTo>
                    <a:pt x="99910" y="94818"/>
                  </a:lnTo>
                  <a:lnTo>
                    <a:pt x="113711" y="86699"/>
                  </a:lnTo>
                  <a:lnTo>
                    <a:pt x="118720" y="83799"/>
                  </a:lnTo>
                  <a:lnTo>
                    <a:pt x="119477" y="83316"/>
                  </a:lnTo>
                  <a:lnTo>
                    <a:pt x="132899" y="75487"/>
                  </a:lnTo>
                  <a:lnTo>
                    <a:pt x="124392" y="64372"/>
                  </a:lnTo>
                  <a:lnTo>
                    <a:pt x="119004" y="57413"/>
                  </a:lnTo>
                  <a:lnTo>
                    <a:pt x="112671" y="49004"/>
                  </a:lnTo>
                  <a:lnTo>
                    <a:pt x="107189" y="41851"/>
                  </a:lnTo>
                  <a:lnTo>
                    <a:pt x="103313" y="36728"/>
                  </a:lnTo>
                  <a:lnTo>
                    <a:pt x="102273" y="35279"/>
                  </a:lnTo>
                  <a:lnTo>
                    <a:pt x="98965" y="29576"/>
                  </a:lnTo>
                  <a:lnTo>
                    <a:pt x="98587" y="28899"/>
                  </a:lnTo>
                  <a:lnTo>
                    <a:pt x="97169" y="28609"/>
                  </a:lnTo>
                  <a:lnTo>
                    <a:pt x="95373" y="28319"/>
                  </a:lnTo>
                  <a:lnTo>
                    <a:pt x="92538" y="27740"/>
                  </a:lnTo>
                  <a:lnTo>
                    <a:pt x="90269" y="27450"/>
                  </a:lnTo>
                  <a:lnTo>
                    <a:pt x="88000" y="27160"/>
                  </a:lnTo>
                  <a:lnTo>
                    <a:pt x="85732" y="26773"/>
                  </a:lnTo>
                  <a:lnTo>
                    <a:pt x="81195" y="25613"/>
                  </a:lnTo>
                  <a:lnTo>
                    <a:pt x="81006" y="25516"/>
                  </a:lnTo>
                  <a:lnTo>
                    <a:pt x="75145" y="23100"/>
                  </a:lnTo>
                  <a:lnTo>
                    <a:pt x="74956" y="23100"/>
                  </a:lnTo>
                  <a:lnTo>
                    <a:pt x="72688" y="22230"/>
                  </a:lnTo>
                  <a:lnTo>
                    <a:pt x="70703" y="21457"/>
                  </a:lnTo>
                  <a:lnTo>
                    <a:pt x="67678" y="20104"/>
                  </a:lnTo>
                  <a:lnTo>
                    <a:pt x="68529" y="17397"/>
                  </a:lnTo>
                  <a:lnTo>
                    <a:pt x="70608" y="10342"/>
                  </a:lnTo>
                  <a:lnTo>
                    <a:pt x="77792" y="12371"/>
                  </a:lnTo>
                  <a:lnTo>
                    <a:pt x="80722" y="13048"/>
                  </a:lnTo>
                  <a:lnTo>
                    <a:pt x="81195" y="11405"/>
                  </a:lnTo>
                  <a:lnTo>
                    <a:pt x="81856" y="11501"/>
                  </a:lnTo>
                  <a:lnTo>
                    <a:pt x="83274" y="11791"/>
                  </a:lnTo>
                  <a:lnTo>
                    <a:pt x="86015" y="11985"/>
                  </a:lnTo>
                  <a:lnTo>
                    <a:pt x="87244" y="11985"/>
                  </a:lnTo>
                  <a:lnTo>
                    <a:pt x="91309" y="11018"/>
                  </a:lnTo>
                  <a:lnTo>
                    <a:pt x="97831" y="9472"/>
                  </a:lnTo>
                  <a:lnTo>
                    <a:pt x="98303" y="5122"/>
                  </a:lnTo>
                  <a:lnTo>
                    <a:pt x="98871" y="1063"/>
                  </a:lnTo>
                  <a:lnTo>
                    <a:pt x="99060" y="676"/>
                  </a:lnTo>
                  <a:lnTo>
                    <a:pt x="99627" y="773"/>
                  </a:lnTo>
                  <a:lnTo>
                    <a:pt x="100761" y="676"/>
                  </a:lnTo>
                  <a:lnTo>
                    <a:pt x="103880" y="386"/>
                  </a:lnTo>
                  <a:lnTo>
                    <a:pt x="106621" y="96"/>
                  </a:lnTo>
                  <a:lnTo>
                    <a:pt x="107756" y="0"/>
                  </a:lnTo>
                  <a:lnTo>
                    <a:pt x="109646" y="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29836" y="3303857"/>
              <a:ext cx="208593" cy="305043"/>
            </a:xfrm>
            <a:custGeom>
              <a:avLst/>
              <a:pathLst>
                <a:path w="208593" h="305043">
                  <a:moveTo>
                    <a:pt x="1398" y="17591"/>
                  </a:moveTo>
                  <a:lnTo>
                    <a:pt x="5936" y="16141"/>
                  </a:lnTo>
                  <a:lnTo>
                    <a:pt x="9244" y="15174"/>
                  </a:lnTo>
                  <a:lnTo>
                    <a:pt x="9527" y="15174"/>
                  </a:lnTo>
                  <a:lnTo>
                    <a:pt x="12552" y="14498"/>
                  </a:lnTo>
                  <a:lnTo>
                    <a:pt x="14915" y="14111"/>
                  </a:lnTo>
                  <a:lnTo>
                    <a:pt x="16522" y="13821"/>
                  </a:lnTo>
                  <a:lnTo>
                    <a:pt x="26825" y="12371"/>
                  </a:lnTo>
                  <a:lnTo>
                    <a:pt x="30039" y="11888"/>
                  </a:lnTo>
                  <a:lnTo>
                    <a:pt x="36656" y="10922"/>
                  </a:lnTo>
                  <a:lnTo>
                    <a:pt x="39964" y="10342"/>
                  </a:lnTo>
                  <a:lnTo>
                    <a:pt x="58207" y="7635"/>
                  </a:lnTo>
                  <a:lnTo>
                    <a:pt x="64634" y="6765"/>
                  </a:lnTo>
                  <a:lnTo>
                    <a:pt x="73141" y="5509"/>
                  </a:lnTo>
                  <a:lnTo>
                    <a:pt x="77584" y="4832"/>
                  </a:lnTo>
                  <a:lnTo>
                    <a:pt x="79947" y="4542"/>
                  </a:lnTo>
                  <a:lnTo>
                    <a:pt x="96772" y="2029"/>
                  </a:lnTo>
                  <a:lnTo>
                    <a:pt x="103294" y="1159"/>
                  </a:lnTo>
                  <a:lnTo>
                    <a:pt x="110951" y="0"/>
                  </a:lnTo>
                  <a:lnTo>
                    <a:pt x="112368" y="6475"/>
                  </a:lnTo>
                  <a:lnTo>
                    <a:pt x="116906" y="27643"/>
                  </a:lnTo>
                  <a:lnTo>
                    <a:pt x="118134" y="33152"/>
                  </a:lnTo>
                  <a:lnTo>
                    <a:pt x="118323" y="34022"/>
                  </a:lnTo>
                  <a:lnTo>
                    <a:pt x="118418" y="34699"/>
                  </a:lnTo>
                  <a:lnTo>
                    <a:pt x="124373" y="60699"/>
                  </a:lnTo>
                  <a:lnTo>
                    <a:pt x="131651" y="94432"/>
                  </a:lnTo>
                  <a:lnTo>
                    <a:pt x="133163" y="101391"/>
                  </a:lnTo>
                  <a:lnTo>
                    <a:pt x="133825" y="104290"/>
                  </a:lnTo>
                  <a:lnTo>
                    <a:pt x="133920" y="105933"/>
                  </a:lnTo>
                  <a:lnTo>
                    <a:pt x="137133" y="124008"/>
                  </a:lnTo>
                  <a:lnTo>
                    <a:pt x="139024" y="134833"/>
                  </a:lnTo>
                  <a:lnTo>
                    <a:pt x="139591" y="137830"/>
                  </a:lnTo>
                  <a:lnTo>
                    <a:pt x="139875" y="139666"/>
                  </a:lnTo>
                  <a:lnTo>
                    <a:pt x="140536" y="143049"/>
                  </a:lnTo>
                  <a:lnTo>
                    <a:pt x="141198" y="145465"/>
                  </a:lnTo>
                  <a:lnTo>
                    <a:pt x="142143" y="147785"/>
                  </a:lnTo>
                  <a:lnTo>
                    <a:pt x="144223" y="150395"/>
                  </a:lnTo>
                  <a:lnTo>
                    <a:pt x="144790" y="151071"/>
                  </a:lnTo>
                  <a:lnTo>
                    <a:pt x="145451" y="151941"/>
                  </a:lnTo>
                  <a:lnTo>
                    <a:pt x="145830" y="152425"/>
                  </a:lnTo>
                  <a:lnTo>
                    <a:pt x="147153" y="153391"/>
                  </a:lnTo>
                  <a:lnTo>
                    <a:pt x="148287" y="154164"/>
                  </a:lnTo>
                  <a:lnTo>
                    <a:pt x="148476" y="154358"/>
                  </a:lnTo>
                  <a:lnTo>
                    <a:pt x="149138" y="155034"/>
                  </a:lnTo>
                  <a:lnTo>
                    <a:pt x="152163" y="157837"/>
                  </a:lnTo>
                  <a:lnTo>
                    <a:pt x="152635" y="158321"/>
                  </a:lnTo>
                  <a:lnTo>
                    <a:pt x="153108" y="158707"/>
                  </a:lnTo>
                  <a:lnTo>
                    <a:pt x="154809" y="160350"/>
                  </a:lnTo>
                  <a:lnTo>
                    <a:pt x="159724" y="164893"/>
                  </a:lnTo>
                  <a:lnTo>
                    <a:pt x="160197" y="165280"/>
                  </a:lnTo>
                  <a:lnTo>
                    <a:pt x="161898" y="166923"/>
                  </a:lnTo>
                  <a:lnTo>
                    <a:pt x="163505" y="168373"/>
                  </a:lnTo>
                  <a:lnTo>
                    <a:pt x="169460" y="173979"/>
                  </a:lnTo>
                  <a:lnTo>
                    <a:pt x="170595" y="175042"/>
                  </a:lnTo>
                  <a:lnTo>
                    <a:pt x="171918" y="176202"/>
                  </a:lnTo>
                  <a:lnTo>
                    <a:pt x="175604" y="179585"/>
                  </a:lnTo>
                  <a:lnTo>
                    <a:pt x="178156" y="182001"/>
                  </a:lnTo>
                  <a:lnTo>
                    <a:pt x="179763" y="183451"/>
                  </a:lnTo>
                  <a:lnTo>
                    <a:pt x="180803" y="184514"/>
                  </a:lnTo>
                  <a:lnTo>
                    <a:pt x="187231" y="190507"/>
                  </a:lnTo>
                  <a:lnTo>
                    <a:pt x="188176" y="191377"/>
                  </a:lnTo>
                  <a:lnTo>
                    <a:pt x="191579" y="194566"/>
                  </a:lnTo>
                  <a:lnTo>
                    <a:pt x="193280" y="196209"/>
                  </a:lnTo>
                  <a:lnTo>
                    <a:pt x="194887" y="197659"/>
                  </a:lnTo>
                  <a:lnTo>
                    <a:pt x="196588" y="199206"/>
                  </a:lnTo>
                  <a:lnTo>
                    <a:pt x="197345" y="199882"/>
                  </a:lnTo>
                  <a:lnTo>
                    <a:pt x="199897" y="201622"/>
                  </a:lnTo>
                  <a:lnTo>
                    <a:pt x="200747" y="203458"/>
                  </a:lnTo>
                  <a:lnTo>
                    <a:pt x="200842" y="204038"/>
                  </a:lnTo>
                  <a:lnTo>
                    <a:pt x="200936" y="204908"/>
                  </a:lnTo>
                  <a:lnTo>
                    <a:pt x="201031" y="207131"/>
                  </a:lnTo>
                  <a:lnTo>
                    <a:pt x="201126" y="207808"/>
                  </a:lnTo>
                  <a:lnTo>
                    <a:pt x="201315" y="209934"/>
                  </a:lnTo>
                  <a:lnTo>
                    <a:pt x="201409" y="210998"/>
                  </a:lnTo>
                  <a:lnTo>
                    <a:pt x="201409" y="211771"/>
                  </a:lnTo>
                  <a:lnTo>
                    <a:pt x="201598" y="213317"/>
                  </a:lnTo>
                  <a:lnTo>
                    <a:pt x="201598" y="213607"/>
                  </a:lnTo>
                  <a:lnTo>
                    <a:pt x="201598" y="213897"/>
                  </a:lnTo>
                  <a:lnTo>
                    <a:pt x="202071" y="219310"/>
                  </a:lnTo>
                  <a:lnTo>
                    <a:pt x="202260" y="222500"/>
                  </a:lnTo>
                  <a:lnTo>
                    <a:pt x="202354" y="223079"/>
                  </a:lnTo>
                  <a:lnTo>
                    <a:pt x="202449" y="224239"/>
                  </a:lnTo>
                  <a:lnTo>
                    <a:pt x="202732" y="228106"/>
                  </a:lnTo>
                  <a:lnTo>
                    <a:pt x="202827" y="228492"/>
                  </a:lnTo>
                  <a:lnTo>
                    <a:pt x="202921" y="229845"/>
                  </a:lnTo>
                  <a:lnTo>
                    <a:pt x="203016" y="231682"/>
                  </a:lnTo>
                  <a:lnTo>
                    <a:pt x="203205" y="233325"/>
                  </a:lnTo>
                  <a:lnTo>
                    <a:pt x="203489" y="237384"/>
                  </a:lnTo>
                  <a:lnTo>
                    <a:pt x="203583" y="238158"/>
                  </a:lnTo>
                  <a:lnTo>
                    <a:pt x="203772" y="241154"/>
                  </a:lnTo>
                  <a:lnTo>
                    <a:pt x="203961" y="243764"/>
                  </a:lnTo>
                  <a:lnTo>
                    <a:pt x="204056" y="244344"/>
                  </a:lnTo>
                  <a:lnTo>
                    <a:pt x="204245" y="247340"/>
                  </a:lnTo>
                  <a:lnTo>
                    <a:pt x="204339" y="248016"/>
                  </a:lnTo>
                  <a:lnTo>
                    <a:pt x="204528" y="250626"/>
                  </a:lnTo>
                  <a:lnTo>
                    <a:pt x="204717" y="252366"/>
                  </a:lnTo>
                  <a:lnTo>
                    <a:pt x="204812" y="253719"/>
                  </a:lnTo>
                  <a:lnTo>
                    <a:pt x="204906" y="255749"/>
                  </a:lnTo>
                  <a:lnTo>
                    <a:pt x="205474" y="262708"/>
                  </a:lnTo>
                  <a:lnTo>
                    <a:pt x="205568" y="263288"/>
                  </a:lnTo>
                  <a:lnTo>
                    <a:pt x="205663" y="264931"/>
                  </a:lnTo>
                  <a:lnTo>
                    <a:pt x="205852" y="266671"/>
                  </a:lnTo>
                  <a:lnTo>
                    <a:pt x="205852" y="267251"/>
                  </a:lnTo>
                  <a:lnTo>
                    <a:pt x="205852" y="267541"/>
                  </a:lnTo>
                  <a:lnTo>
                    <a:pt x="205946" y="267927"/>
                  </a:lnTo>
                  <a:lnTo>
                    <a:pt x="206041" y="268604"/>
                  </a:lnTo>
                  <a:lnTo>
                    <a:pt x="206324" y="272953"/>
                  </a:lnTo>
                  <a:lnTo>
                    <a:pt x="206419" y="273920"/>
                  </a:lnTo>
                  <a:lnTo>
                    <a:pt x="206419" y="274210"/>
                  </a:lnTo>
                  <a:lnTo>
                    <a:pt x="206608" y="276046"/>
                  </a:lnTo>
                  <a:lnTo>
                    <a:pt x="206891" y="280009"/>
                  </a:lnTo>
                  <a:lnTo>
                    <a:pt x="206986" y="281459"/>
                  </a:lnTo>
                  <a:lnTo>
                    <a:pt x="207175" y="283779"/>
                  </a:lnTo>
                  <a:lnTo>
                    <a:pt x="207270" y="284745"/>
                  </a:lnTo>
                  <a:lnTo>
                    <a:pt x="207364" y="285615"/>
                  </a:lnTo>
                  <a:lnTo>
                    <a:pt x="207553" y="288128"/>
                  </a:lnTo>
                  <a:lnTo>
                    <a:pt x="207742" y="290835"/>
                  </a:lnTo>
                  <a:lnTo>
                    <a:pt x="207931" y="292671"/>
                  </a:lnTo>
                  <a:lnTo>
                    <a:pt x="208026" y="293928"/>
                  </a:lnTo>
                  <a:lnTo>
                    <a:pt x="208026" y="294604"/>
                  </a:lnTo>
                  <a:lnTo>
                    <a:pt x="208215" y="295957"/>
                  </a:lnTo>
                  <a:lnTo>
                    <a:pt x="208215" y="296247"/>
                  </a:lnTo>
                  <a:lnTo>
                    <a:pt x="208215" y="296537"/>
                  </a:lnTo>
                  <a:lnTo>
                    <a:pt x="208309" y="297697"/>
                  </a:lnTo>
                  <a:lnTo>
                    <a:pt x="208404" y="298567"/>
                  </a:lnTo>
                  <a:lnTo>
                    <a:pt x="208498" y="299534"/>
                  </a:lnTo>
                  <a:lnTo>
                    <a:pt x="208498" y="300597"/>
                  </a:lnTo>
                  <a:lnTo>
                    <a:pt x="208498" y="303110"/>
                  </a:lnTo>
                  <a:lnTo>
                    <a:pt x="208593" y="303883"/>
                  </a:lnTo>
                  <a:lnTo>
                    <a:pt x="207931" y="304173"/>
                  </a:lnTo>
                  <a:lnTo>
                    <a:pt x="207742" y="304173"/>
                  </a:lnTo>
                  <a:lnTo>
                    <a:pt x="204056" y="304270"/>
                  </a:lnTo>
                  <a:lnTo>
                    <a:pt x="203867" y="304270"/>
                  </a:lnTo>
                  <a:lnTo>
                    <a:pt x="203489" y="304366"/>
                  </a:lnTo>
                  <a:lnTo>
                    <a:pt x="203300" y="304366"/>
                  </a:lnTo>
                  <a:lnTo>
                    <a:pt x="202165" y="304366"/>
                  </a:lnTo>
                  <a:lnTo>
                    <a:pt x="200464" y="304560"/>
                  </a:lnTo>
                  <a:lnTo>
                    <a:pt x="200275" y="304656"/>
                  </a:lnTo>
                  <a:lnTo>
                    <a:pt x="199991" y="304656"/>
                  </a:lnTo>
                  <a:lnTo>
                    <a:pt x="197439" y="305043"/>
                  </a:lnTo>
                  <a:lnTo>
                    <a:pt x="197061" y="305043"/>
                  </a:lnTo>
                  <a:lnTo>
                    <a:pt x="194792" y="304946"/>
                  </a:lnTo>
                  <a:lnTo>
                    <a:pt x="193564" y="304463"/>
                  </a:lnTo>
                  <a:lnTo>
                    <a:pt x="192997" y="304366"/>
                  </a:lnTo>
                  <a:lnTo>
                    <a:pt x="192713" y="304270"/>
                  </a:lnTo>
                  <a:lnTo>
                    <a:pt x="191862" y="303980"/>
                  </a:lnTo>
                  <a:lnTo>
                    <a:pt x="190161" y="303497"/>
                  </a:lnTo>
                  <a:lnTo>
                    <a:pt x="188648" y="302917"/>
                  </a:lnTo>
                  <a:lnTo>
                    <a:pt x="188365" y="302820"/>
                  </a:lnTo>
                  <a:lnTo>
                    <a:pt x="188176" y="302723"/>
                  </a:lnTo>
                  <a:lnTo>
                    <a:pt x="186002" y="301660"/>
                  </a:lnTo>
                  <a:lnTo>
                    <a:pt x="185624" y="301467"/>
                  </a:lnTo>
                  <a:lnTo>
                    <a:pt x="184868" y="300597"/>
                  </a:lnTo>
                  <a:lnTo>
                    <a:pt x="183544" y="299244"/>
                  </a:lnTo>
                  <a:lnTo>
                    <a:pt x="183166" y="298470"/>
                  </a:lnTo>
                  <a:lnTo>
                    <a:pt x="182694" y="297504"/>
                  </a:lnTo>
                  <a:lnTo>
                    <a:pt x="182126" y="296827"/>
                  </a:lnTo>
                  <a:lnTo>
                    <a:pt x="181276" y="295667"/>
                  </a:lnTo>
                  <a:lnTo>
                    <a:pt x="181087" y="295377"/>
                  </a:lnTo>
                  <a:lnTo>
                    <a:pt x="180520" y="294411"/>
                  </a:lnTo>
                  <a:lnTo>
                    <a:pt x="179574" y="292574"/>
                  </a:lnTo>
                  <a:lnTo>
                    <a:pt x="178913" y="291318"/>
                  </a:lnTo>
                  <a:lnTo>
                    <a:pt x="178156" y="290448"/>
                  </a:lnTo>
                  <a:lnTo>
                    <a:pt x="177778" y="290061"/>
                  </a:lnTo>
                  <a:lnTo>
                    <a:pt x="176928" y="288998"/>
                  </a:lnTo>
                  <a:lnTo>
                    <a:pt x="176455" y="288225"/>
                  </a:lnTo>
                  <a:lnTo>
                    <a:pt x="175699" y="286968"/>
                  </a:lnTo>
                  <a:lnTo>
                    <a:pt x="175510" y="286485"/>
                  </a:lnTo>
                  <a:lnTo>
                    <a:pt x="175132" y="285422"/>
                  </a:lnTo>
                  <a:lnTo>
                    <a:pt x="175037" y="285132"/>
                  </a:lnTo>
                  <a:lnTo>
                    <a:pt x="173903" y="282909"/>
                  </a:lnTo>
                  <a:lnTo>
                    <a:pt x="173714" y="282716"/>
                  </a:lnTo>
                  <a:lnTo>
                    <a:pt x="173147" y="282232"/>
                  </a:lnTo>
                  <a:lnTo>
                    <a:pt x="172391" y="281459"/>
                  </a:lnTo>
                  <a:lnTo>
                    <a:pt x="172201" y="281266"/>
                  </a:lnTo>
                  <a:lnTo>
                    <a:pt x="170878" y="280106"/>
                  </a:lnTo>
                  <a:lnTo>
                    <a:pt x="170500" y="279913"/>
                  </a:lnTo>
                  <a:lnTo>
                    <a:pt x="170122" y="279623"/>
                  </a:lnTo>
                  <a:lnTo>
                    <a:pt x="169744" y="279333"/>
                  </a:lnTo>
                  <a:lnTo>
                    <a:pt x="169460" y="279139"/>
                  </a:lnTo>
                  <a:lnTo>
                    <a:pt x="168988" y="278559"/>
                  </a:lnTo>
                  <a:lnTo>
                    <a:pt x="168421" y="277980"/>
                  </a:lnTo>
                  <a:lnTo>
                    <a:pt x="167381" y="276626"/>
                  </a:lnTo>
                  <a:lnTo>
                    <a:pt x="167097" y="276336"/>
                  </a:lnTo>
                  <a:lnTo>
                    <a:pt x="166814" y="276046"/>
                  </a:lnTo>
                  <a:lnTo>
                    <a:pt x="166625" y="275756"/>
                  </a:lnTo>
                  <a:lnTo>
                    <a:pt x="166341" y="275467"/>
                  </a:lnTo>
                  <a:lnTo>
                    <a:pt x="166057" y="275273"/>
                  </a:lnTo>
                  <a:lnTo>
                    <a:pt x="165868" y="275177"/>
                  </a:lnTo>
                  <a:lnTo>
                    <a:pt x="165585" y="274983"/>
                  </a:lnTo>
                  <a:lnTo>
                    <a:pt x="165396" y="274597"/>
                  </a:lnTo>
                  <a:lnTo>
                    <a:pt x="165112" y="274403"/>
                  </a:lnTo>
                  <a:lnTo>
                    <a:pt x="164734" y="274210"/>
                  </a:lnTo>
                  <a:lnTo>
                    <a:pt x="164356" y="274017"/>
                  </a:lnTo>
                  <a:lnTo>
                    <a:pt x="163883" y="273823"/>
                  </a:lnTo>
                  <a:lnTo>
                    <a:pt x="163316" y="273630"/>
                  </a:lnTo>
                  <a:lnTo>
                    <a:pt x="162844" y="273533"/>
                  </a:lnTo>
                  <a:lnTo>
                    <a:pt x="162371" y="273437"/>
                  </a:lnTo>
                  <a:lnTo>
                    <a:pt x="161709" y="273340"/>
                  </a:lnTo>
                  <a:lnTo>
                    <a:pt x="161142" y="273147"/>
                  </a:lnTo>
                  <a:lnTo>
                    <a:pt x="160575" y="273147"/>
                  </a:lnTo>
                  <a:lnTo>
                    <a:pt x="159913" y="273050"/>
                  </a:lnTo>
                  <a:lnTo>
                    <a:pt x="158874" y="273147"/>
                  </a:lnTo>
                  <a:lnTo>
                    <a:pt x="158496" y="273243"/>
                  </a:lnTo>
                  <a:lnTo>
                    <a:pt x="157929" y="273340"/>
                  </a:lnTo>
                  <a:lnTo>
                    <a:pt x="157739" y="273437"/>
                  </a:lnTo>
                  <a:lnTo>
                    <a:pt x="157550" y="273533"/>
                  </a:lnTo>
                  <a:lnTo>
                    <a:pt x="157078" y="273727"/>
                  </a:lnTo>
                  <a:lnTo>
                    <a:pt x="156511" y="273823"/>
                  </a:lnTo>
                  <a:lnTo>
                    <a:pt x="155944" y="273920"/>
                  </a:lnTo>
                  <a:lnTo>
                    <a:pt x="155093" y="273920"/>
                  </a:lnTo>
                  <a:lnTo>
                    <a:pt x="154337" y="274017"/>
                  </a:lnTo>
                  <a:lnTo>
                    <a:pt x="153864" y="274017"/>
                  </a:lnTo>
                  <a:lnTo>
                    <a:pt x="153108" y="274017"/>
                  </a:lnTo>
                  <a:lnTo>
                    <a:pt x="152352" y="274113"/>
                  </a:lnTo>
                  <a:lnTo>
                    <a:pt x="151690" y="274113"/>
                  </a:lnTo>
                  <a:lnTo>
                    <a:pt x="150745" y="274210"/>
                  </a:lnTo>
                  <a:lnTo>
                    <a:pt x="150083" y="274307"/>
                  </a:lnTo>
                  <a:lnTo>
                    <a:pt x="149138" y="274403"/>
                  </a:lnTo>
                  <a:lnTo>
                    <a:pt x="148382" y="274403"/>
                  </a:lnTo>
                  <a:lnTo>
                    <a:pt x="147909" y="274500"/>
                  </a:lnTo>
                  <a:lnTo>
                    <a:pt x="147720" y="274500"/>
                  </a:lnTo>
                  <a:lnTo>
                    <a:pt x="146964" y="274597"/>
                  </a:lnTo>
                  <a:lnTo>
                    <a:pt x="146208" y="274693"/>
                  </a:lnTo>
                  <a:lnTo>
                    <a:pt x="145641" y="274790"/>
                  </a:lnTo>
                  <a:lnTo>
                    <a:pt x="144979" y="274983"/>
                  </a:lnTo>
                  <a:lnTo>
                    <a:pt x="144223" y="275177"/>
                  </a:lnTo>
                  <a:lnTo>
                    <a:pt x="143466" y="275370"/>
                  </a:lnTo>
                  <a:lnTo>
                    <a:pt x="142899" y="275563"/>
                  </a:lnTo>
                  <a:lnTo>
                    <a:pt x="142332" y="275660"/>
                  </a:lnTo>
                  <a:lnTo>
                    <a:pt x="141765" y="275756"/>
                  </a:lnTo>
                  <a:lnTo>
                    <a:pt x="141103" y="275950"/>
                  </a:lnTo>
                  <a:lnTo>
                    <a:pt x="140536" y="276046"/>
                  </a:lnTo>
                  <a:lnTo>
                    <a:pt x="139969" y="276143"/>
                  </a:lnTo>
                  <a:lnTo>
                    <a:pt x="139591" y="276240"/>
                  </a:lnTo>
                  <a:lnTo>
                    <a:pt x="139024" y="276336"/>
                  </a:lnTo>
                  <a:lnTo>
                    <a:pt x="138457" y="276530"/>
                  </a:lnTo>
                  <a:lnTo>
                    <a:pt x="137890" y="276723"/>
                  </a:lnTo>
                  <a:lnTo>
                    <a:pt x="137322" y="276820"/>
                  </a:lnTo>
                  <a:lnTo>
                    <a:pt x="136944" y="277013"/>
                  </a:lnTo>
                  <a:lnTo>
                    <a:pt x="136472" y="277206"/>
                  </a:lnTo>
                  <a:lnTo>
                    <a:pt x="135905" y="277303"/>
                  </a:lnTo>
                  <a:lnTo>
                    <a:pt x="135432" y="277400"/>
                  </a:lnTo>
                  <a:lnTo>
                    <a:pt x="134865" y="277496"/>
                  </a:lnTo>
                  <a:lnTo>
                    <a:pt x="134298" y="277690"/>
                  </a:lnTo>
                  <a:lnTo>
                    <a:pt x="133731" y="277980"/>
                  </a:lnTo>
                  <a:lnTo>
                    <a:pt x="133163" y="278173"/>
                  </a:lnTo>
                  <a:lnTo>
                    <a:pt x="132596" y="278559"/>
                  </a:lnTo>
                  <a:lnTo>
                    <a:pt x="132313" y="278656"/>
                  </a:lnTo>
                  <a:lnTo>
                    <a:pt x="132029" y="278849"/>
                  </a:lnTo>
                  <a:lnTo>
                    <a:pt x="131651" y="279043"/>
                  </a:lnTo>
                  <a:lnTo>
                    <a:pt x="130989" y="279429"/>
                  </a:lnTo>
                  <a:lnTo>
                    <a:pt x="130328" y="279913"/>
                  </a:lnTo>
                  <a:lnTo>
                    <a:pt x="129761" y="280203"/>
                  </a:lnTo>
                  <a:lnTo>
                    <a:pt x="129288" y="280493"/>
                  </a:lnTo>
                  <a:lnTo>
                    <a:pt x="128815" y="280783"/>
                  </a:lnTo>
                  <a:lnTo>
                    <a:pt x="128343" y="280976"/>
                  </a:lnTo>
                  <a:lnTo>
                    <a:pt x="127776" y="281266"/>
                  </a:lnTo>
                  <a:lnTo>
                    <a:pt x="127492" y="281556"/>
                  </a:lnTo>
                  <a:lnTo>
                    <a:pt x="127019" y="281846"/>
                  </a:lnTo>
                  <a:lnTo>
                    <a:pt x="126452" y="282039"/>
                  </a:lnTo>
                  <a:lnTo>
                    <a:pt x="125980" y="282232"/>
                  </a:lnTo>
                  <a:lnTo>
                    <a:pt x="125413" y="282522"/>
                  </a:lnTo>
                  <a:lnTo>
                    <a:pt x="125035" y="282716"/>
                  </a:lnTo>
                  <a:lnTo>
                    <a:pt x="124751" y="282812"/>
                  </a:lnTo>
                  <a:lnTo>
                    <a:pt x="124467" y="282909"/>
                  </a:lnTo>
                  <a:lnTo>
                    <a:pt x="124089" y="283102"/>
                  </a:lnTo>
                  <a:lnTo>
                    <a:pt x="123617" y="283296"/>
                  </a:lnTo>
                  <a:lnTo>
                    <a:pt x="123428" y="283392"/>
                  </a:lnTo>
                  <a:lnTo>
                    <a:pt x="123050" y="283586"/>
                  </a:lnTo>
                  <a:lnTo>
                    <a:pt x="122766" y="283779"/>
                  </a:lnTo>
                  <a:lnTo>
                    <a:pt x="122482" y="283876"/>
                  </a:lnTo>
                  <a:lnTo>
                    <a:pt x="122293" y="283876"/>
                  </a:lnTo>
                  <a:lnTo>
                    <a:pt x="122010" y="283972"/>
                  </a:lnTo>
                  <a:lnTo>
                    <a:pt x="121632" y="284165"/>
                  </a:lnTo>
                  <a:lnTo>
                    <a:pt x="121159" y="284359"/>
                  </a:lnTo>
                  <a:lnTo>
                    <a:pt x="120781" y="284552"/>
                  </a:lnTo>
                  <a:lnTo>
                    <a:pt x="120403" y="284552"/>
                  </a:lnTo>
                  <a:lnTo>
                    <a:pt x="120119" y="284649"/>
                  </a:lnTo>
                  <a:lnTo>
                    <a:pt x="119741" y="284745"/>
                  </a:lnTo>
                  <a:lnTo>
                    <a:pt x="119363" y="284842"/>
                  </a:lnTo>
                  <a:lnTo>
                    <a:pt x="119174" y="284939"/>
                  </a:lnTo>
                  <a:lnTo>
                    <a:pt x="118985" y="284842"/>
                  </a:lnTo>
                  <a:lnTo>
                    <a:pt x="118607" y="284939"/>
                  </a:lnTo>
                  <a:lnTo>
                    <a:pt x="118229" y="284939"/>
                  </a:lnTo>
                  <a:lnTo>
                    <a:pt x="117945" y="285132"/>
                  </a:lnTo>
                  <a:lnTo>
                    <a:pt x="117756" y="285229"/>
                  </a:lnTo>
                  <a:lnTo>
                    <a:pt x="117378" y="285229"/>
                  </a:lnTo>
                  <a:lnTo>
                    <a:pt x="116906" y="285229"/>
                  </a:lnTo>
                  <a:lnTo>
                    <a:pt x="116433" y="285229"/>
                  </a:lnTo>
                  <a:lnTo>
                    <a:pt x="116149" y="285132"/>
                  </a:lnTo>
                  <a:lnTo>
                    <a:pt x="115866" y="285035"/>
                  </a:lnTo>
                  <a:lnTo>
                    <a:pt x="115582" y="285035"/>
                  </a:lnTo>
                  <a:lnTo>
                    <a:pt x="115299" y="284939"/>
                  </a:lnTo>
                  <a:lnTo>
                    <a:pt x="115015" y="284842"/>
                  </a:lnTo>
                  <a:lnTo>
                    <a:pt x="114732" y="284842"/>
                  </a:lnTo>
                  <a:lnTo>
                    <a:pt x="114353" y="284842"/>
                  </a:lnTo>
                  <a:lnTo>
                    <a:pt x="114070" y="284745"/>
                  </a:lnTo>
                  <a:lnTo>
                    <a:pt x="113786" y="284649"/>
                  </a:lnTo>
                  <a:lnTo>
                    <a:pt x="113503" y="284552"/>
                  </a:lnTo>
                  <a:lnTo>
                    <a:pt x="113219" y="284455"/>
                  </a:lnTo>
                  <a:lnTo>
                    <a:pt x="113030" y="284455"/>
                  </a:lnTo>
                  <a:lnTo>
                    <a:pt x="112747" y="284359"/>
                  </a:lnTo>
                  <a:lnTo>
                    <a:pt x="112368" y="284262"/>
                  </a:lnTo>
                  <a:lnTo>
                    <a:pt x="111990" y="284165"/>
                  </a:lnTo>
                  <a:lnTo>
                    <a:pt x="111518" y="284069"/>
                  </a:lnTo>
                  <a:lnTo>
                    <a:pt x="111140" y="283972"/>
                  </a:lnTo>
                  <a:lnTo>
                    <a:pt x="110762" y="283876"/>
                  </a:lnTo>
                  <a:lnTo>
                    <a:pt x="110478" y="283779"/>
                  </a:lnTo>
                  <a:lnTo>
                    <a:pt x="110100" y="283779"/>
                  </a:lnTo>
                  <a:lnTo>
                    <a:pt x="109722" y="283779"/>
                  </a:lnTo>
                  <a:lnTo>
                    <a:pt x="109438" y="283682"/>
                  </a:lnTo>
                  <a:lnTo>
                    <a:pt x="109249" y="283586"/>
                  </a:lnTo>
                  <a:lnTo>
                    <a:pt x="108777" y="283489"/>
                  </a:lnTo>
                  <a:lnTo>
                    <a:pt x="108398" y="283392"/>
                  </a:lnTo>
                  <a:lnTo>
                    <a:pt x="108115" y="283296"/>
                  </a:lnTo>
                  <a:lnTo>
                    <a:pt x="107642" y="283199"/>
                  </a:lnTo>
                  <a:lnTo>
                    <a:pt x="107264" y="283102"/>
                  </a:lnTo>
                  <a:lnTo>
                    <a:pt x="106981" y="283006"/>
                  </a:lnTo>
                  <a:lnTo>
                    <a:pt x="106603" y="282909"/>
                  </a:lnTo>
                  <a:lnTo>
                    <a:pt x="106224" y="282812"/>
                  </a:lnTo>
                  <a:lnTo>
                    <a:pt x="105752" y="282716"/>
                  </a:lnTo>
                  <a:lnTo>
                    <a:pt x="105374" y="282522"/>
                  </a:lnTo>
                  <a:lnTo>
                    <a:pt x="104901" y="282426"/>
                  </a:lnTo>
                  <a:lnTo>
                    <a:pt x="104618" y="282329"/>
                  </a:lnTo>
                  <a:lnTo>
                    <a:pt x="104145" y="282232"/>
                  </a:lnTo>
                  <a:lnTo>
                    <a:pt x="103767" y="282136"/>
                  </a:lnTo>
                  <a:lnTo>
                    <a:pt x="103294" y="282039"/>
                  </a:lnTo>
                  <a:lnTo>
                    <a:pt x="103011" y="281942"/>
                  </a:lnTo>
                  <a:lnTo>
                    <a:pt x="102822" y="281846"/>
                  </a:lnTo>
                  <a:lnTo>
                    <a:pt x="102538" y="281749"/>
                  </a:lnTo>
                  <a:lnTo>
                    <a:pt x="102349" y="281749"/>
                  </a:lnTo>
                  <a:lnTo>
                    <a:pt x="102065" y="281749"/>
                  </a:lnTo>
                  <a:lnTo>
                    <a:pt x="101782" y="281652"/>
                  </a:lnTo>
                  <a:lnTo>
                    <a:pt x="101498" y="281652"/>
                  </a:lnTo>
                  <a:lnTo>
                    <a:pt x="101215" y="281556"/>
                  </a:lnTo>
                  <a:lnTo>
                    <a:pt x="100931" y="281556"/>
                  </a:lnTo>
                  <a:lnTo>
                    <a:pt x="100648" y="281459"/>
                  </a:lnTo>
                  <a:lnTo>
                    <a:pt x="100269" y="281362"/>
                  </a:lnTo>
                  <a:lnTo>
                    <a:pt x="99986" y="281169"/>
                  </a:lnTo>
                  <a:lnTo>
                    <a:pt x="99702" y="281073"/>
                  </a:lnTo>
                  <a:lnTo>
                    <a:pt x="99324" y="280976"/>
                  </a:lnTo>
                  <a:lnTo>
                    <a:pt x="98946" y="280783"/>
                  </a:lnTo>
                  <a:lnTo>
                    <a:pt x="98568" y="280686"/>
                  </a:lnTo>
                  <a:lnTo>
                    <a:pt x="98285" y="280589"/>
                  </a:lnTo>
                  <a:lnTo>
                    <a:pt x="97906" y="280493"/>
                  </a:lnTo>
                  <a:lnTo>
                    <a:pt x="97623" y="280493"/>
                  </a:lnTo>
                  <a:lnTo>
                    <a:pt x="97245" y="280396"/>
                  </a:lnTo>
                  <a:lnTo>
                    <a:pt x="96772" y="280396"/>
                  </a:lnTo>
                  <a:lnTo>
                    <a:pt x="96300" y="280396"/>
                  </a:lnTo>
                  <a:lnTo>
                    <a:pt x="95827" y="280396"/>
                  </a:lnTo>
                  <a:lnTo>
                    <a:pt x="95354" y="280396"/>
                  </a:lnTo>
                  <a:lnTo>
                    <a:pt x="95071" y="280299"/>
                  </a:lnTo>
                  <a:lnTo>
                    <a:pt x="94315" y="280299"/>
                  </a:lnTo>
                  <a:lnTo>
                    <a:pt x="93842" y="280299"/>
                  </a:lnTo>
                  <a:lnTo>
                    <a:pt x="93275" y="280203"/>
                  </a:lnTo>
                  <a:lnTo>
                    <a:pt x="92802" y="280203"/>
                  </a:lnTo>
                  <a:lnTo>
                    <a:pt x="92330" y="280299"/>
                  </a:lnTo>
                  <a:lnTo>
                    <a:pt x="91857" y="280396"/>
                  </a:lnTo>
                  <a:lnTo>
                    <a:pt x="91384" y="280396"/>
                  </a:lnTo>
                  <a:lnTo>
                    <a:pt x="90628" y="280396"/>
                  </a:lnTo>
                  <a:lnTo>
                    <a:pt x="90345" y="280493"/>
                  </a:lnTo>
                  <a:lnTo>
                    <a:pt x="89966" y="280589"/>
                  </a:lnTo>
                  <a:lnTo>
                    <a:pt x="89588" y="280686"/>
                  </a:lnTo>
                  <a:lnTo>
                    <a:pt x="89021" y="280879"/>
                  </a:lnTo>
                  <a:lnTo>
                    <a:pt x="88643" y="280879"/>
                  </a:lnTo>
                  <a:lnTo>
                    <a:pt x="88454" y="280879"/>
                  </a:lnTo>
                  <a:lnTo>
                    <a:pt x="87792" y="280976"/>
                  </a:lnTo>
                  <a:lnTo>
                    <a:pt x="87036" y="280976"/>
                  </a:lnTo>
                  <a:lnTo>
                    <a:pt x="86280" y="281073"/>
                  </a:lnTo>
                  <a:lnTo>
                    <a:pt x="85902" y="281073"/>
                  </a:lnTo>
                  <a:lnTo>
                    <a:pt x="85429" y="281073"/>
                  </a:lnTo>
                  <a:lnTo>
                    <a:pt x="85051" y="281169"/>
                  </a:lnTo>
                  <a:lnTo>
                    <a:pt x="84579" y="281266"/>
                  </a:lnTo>
                  <a:lnTo>
                    <a:pt x="84106" y="281362"/>
                  </a:lnTo>
                  <a:lnTo>
                    <a:pt x="83728" y="281362"/>
                  </a:lnTo>
                  <a:lnTo>
                    <a:pt x="83444" y="281459"/>
                  </a:lnTo>
                  <a:lnTo>
                    <a:pt x="82972" y="281459"/>
                  </a:lnTo>
                  <a:lnTo>
                    <a:pt x="82688" y="281459"/>
                  </a:lnTo>
                  <a:lnTo>
                    <a:pt x="82499" y="281459"/>
                  </a:lnTo>
                  <a:lnTo>
                    <a:pt x="82027" y="281459"/>
                  </a:lnTo>
                  <a:lnTo>
                    <a:pt x="81459" y="281459"/>
                  </a:lnTo>
                  <a:lnTo>
                    <a:pt x="80892" y="281556"/>
                  </a:lnTo>
                  <a:lnTo>
                    <a:pt x="80420" y="281556"/>
                  </a:lnTo>
                  <a:lnTo>
                    <a:pt x="80231" y="281556"/>
                  </a:lnTo>
                  <a:lnTo>
                    <a:pt x="80042" y="281459"/>
                  </a:lnTo>
                  <a:lnTo>
                    <a:pt x="79663" y="281459"/>
                  </a:lnTo>
                  <a:lnTo>
                    <a:pt x="79285" y="281362"/>
                  </a:lnTo>
                  <a:lnTo>
                    <a:pt x="79002" y="281362"/>
                  </a:lnTo>
                  <a:lnTo>
                    <a:pt x="78624" y="281169"/>
                  </a:lnTo>
                  <a:lnTo>
                    <a:pt x="78246" y="281073"/>
                  </a:lnTo>
                  <a:lnTo>
                    <a:pt x="77868" y="280879"/>
                  </a:lnTo>
                  <a:lnTo>
                    <a:pt x="77489" y="280783"/>
                  </a:lnTo>
                  <a:lnTo>
                    <a:pt x="76922" y="280686"/>
                  </a:lnTo>
                  <a:lnTo>
                    <a:pt x="76450" y="280493"/>
                  </a:lnTo>
                  <a:lnTo>
                    <a:pt x="76072" y="280299"/>
                  </a:lnTo>
                  <a:lnTo>
                    <a:pt x="75694" y="280009"/>
                  </a:lnTo>
                  <a:lnTo>
                    <a:pt x="75221" y="279913"/>
                  </a:lnTo>
                  <a:lnTo>
                    <a:pt x="74843" y="279719"/>
                  </a:lnTo>
                  <a:lnTo>
                    <a:pt x="74276" y="279526"/>
                  </a:lnTo>
                  <a:lnTo>
                    <a:pt x="73614" y="279333"/>
                  </a:lnTo>
                  <a:lnTo>
                    <a:pt x="73141" y="279139"/>
                  </a:lnTo>
                  <a:lnTo>
                    <a:pt x="72763" y="278946"/>
                  </a:lnTo>
                  <a:lnTo>
                    <a:pt x="72385" y="278849"/>
                  </a:lnTo>
                  <a:lnTo>
                    <a:pt x="72007" y="278849"/>
                  </a:lnTo>
                  <a:lnTo>
                    <a:pt x="71724" y="278849"/>
                  </a:lnTo>
                  <a:lnTo>
                    <a:pt x="71440" y="278656"/>
                  </a:lnTo>
                  <a:lnTo>
                    <a:pt x="71062" y="278656"/>
                  </a:lnTo>
                  <a:lnTo>
                    <a:pt x="70684" y="278559"/>
                  </a:lnTo>
                  <a:lnTo>
                    <a:pt x="70400" y="278559"/>
                  </a:lnTo>
                  <a:lnTo>
                    <a:pt x="69928" y="278366"/>
                  </a:lnTo>
                  <a:lnTo>
                    <a:pt x="69550" y="278366"/>
                  </a:lnTo>
                  <a:lnTo>
                    <a:pt x="68982" y="278270"/>
                  </a:lnTo>
                  <a:lnTo>
                    <a:pt x="68415" y="278173"/>
                  </a:lnTo>
                  <a:lnTo>
                    <a:pt x="67848" y="278076"/>
                  </a:lnTo>
                  <a:lnTo>
                    <a:pt x="67281" y="277883"/>
                  </a:lnTo>
                  <a:lnTo>
                    <a:pt x="66714" y="277786"/>
                  </a:lnTo>
                  <a:lnTo>
                    <a:pt x="66241" y="277690"/>
                  </a:lnTo>
                  <a:lnTo>
                    <a:pt x="65674" y="277303"/>
                  </a:lnTo>
                  <a:lnTo>
                    <a:pt x="65012" y="277013"/>
                  </a:lnTo>
                  <a:lnTo>
                    <a:pt x="64823" y="276916"/>
                  </a:lnTo>
                  <a:lnTo>
                    <a:pt x="64351" y="276723"/>
                  </a:lnTo>
                  <a:lnTo>
                    <a:pt x="64162" y="276723"/>
                  </a:lnTo>
                  <a:lnTo>
                    <a:pt x="63878" y="276626"/>
                  </a:lnTo>
                  <a:lnTo>
                    <a:pt x="63500" y="276626"/>
                  </a:lnTo>
                  <a:lnTo>
                    <a:pt x="62933" y="276433"/>
                  </a:lnTo>
                  <a:lnTo>
                    <a:pt x="62271" y="276240"/>
                  </a:lnTo>
                  <a:lnTo>
                    <a:pt x="61610" y="276046"/>
                  </a:lnTo>
                  <a:lnTo>
                    <a:pt x="61042" y="275853"/>
                  </a:lnTo>
                  <a:lnTo>
                    <a:pt x="60475" y="275660"/>
                  </a:lnTo>
                  <a:lnTo>
                    <a:pt x="59814" y="275467"/>
                  </a:lnTo>
                  <a:lnTo>
                    <a:pt x="59152" y="275370"/>
                  </a:lnTo>
                  <a:lnTo>
                    <a:pt x="58585" y="275370"/>
                  </a:lnTo>
                  <a:lnTo>
                    <a:pt x="58207" y="275467"/>
                  </a:lnTo>
                  <a:lnTo>
                    <a:pt x="58018" y="275467"/>
                  </a:lnTo>
                  <a:lnTo>
                    <a:pt x="57640" y="275467"/>
                  </a:lnTo>
                  <a:lnTo>
                    <a:pt x="57072" y="275370"/>
                  </a:lnTo>
                  <a:lnTo>
                    <a:pt x="56505" y="275273"/>
                  </a:lnTo>
                  <a:lnTo>
                    <a:pt x="55844" y="275177"/>
                  </a:lnTo>
                  <a:lnTo>
                    <a:pt x="55371" y="275177"/>
                  </a:lnTo>
                  <a:lnTo>
                    <a:pt x="54237" y="275080"/>
                  </a:lnTo>
                  <a:lnTo>
                    <a:pt x="53764" y="275080"/>
                  </a:lnTo>
                  <a:lnTo>
                    <a:pt x="52913" y="274983"/>
                  </a:lnTo>
                  <a:lnTo>
                    <a:pt x="52063" y="274887"/>
                  </a:lnTo>
                  <a:lnTo>
                    <a:pt x="51212" y="274597"/>
                  </a:lnTo>
                  <a:lnTo>
                    <a:pt x="50550" y="274403"/>
                  </a:lnTo>
                  <a:lnTo>
                    <a:pt x="49983" y="274113"/>
                  </a:lnTo>
                  <a:lnTo>
                    <a:pt x="49227" y="273823"/>
                  </a:lnTo>
                  <a:lnTo>
                    <a:pt x="48471" y="273533"/>
                  </a:lnTo>
                  <a:lnTo>
                    <a:pt x="47620" y="273340"/>
                  </a:lnTo>
                  <a:lnTo>
                    <a:pt x="47053" y="273147"/>
                  </a:lnTo>
                  <a:lnTo>
                    <a:pt x="46391" y="272953"/>
                  </a:lnTo>
                  <a:lnTo>
                    <a:pt x="45919" y="272760"/>
                  </a:lnTo>
                  <a:lnTo>
                    <a:pt x="45352" y="272760"/>
                  </a:lnTo>
                  <a:lnTo>
                    <a:pt x="44690" y="272567"/>
                  </a:lnTo>
                  <a:lnTo>
                    <a:pt x="43839" y="272374"/>
                  </a:lnTo>
                  <a:lnTo>
                    <a:pt x="43272" y="272374"/>
                  </a:lnTo>
                  <a:lnTo>
                    <a:pt x="42516" y="272277"/>
                  </a:lnTo>
                  <a:lnTo>
                    <a:pt x="41854" y="272084"/>
                  </a:lnTo>
                  <a:lnTo>
                    <a:pt x="41665" y="272084"/>
                  </a:lnTo>
                  <a:lnTo>
                    <a:pt x="40815" y="271794"/>
                  </a:lnTo>
                  <a:lnTo>
                    <a:pt x="40531" y="271697"/>
                  </a:lnTo>
                  <a:lnTo>
                    <a:pt x="39680" y="271407"/>
                  </a:lnTo>
                  <a:lnTo>
                    <a:pt x="38924" y="271214"/>
                  </a:lnTo>
                  <a:lnTo>
                    <a:pt x="37979" y="271020"/>
                  </a:lnTo>
                  <a:lnTo>
                    <a:pt x="37506" y="270827"/>
                  </a:lnTo>
                  <a:lnTo>
                    <a:pt x="37034" y="270634"/>
                  </a:lnTo>
                  <a:lnTo>
                    <a:pt x="36088" y="270247"/>
                  </a:lnTo>
                  <a:lnTo>
                    <a:pt x="35238" y="270054"/>
                  </a:lnTo>
                  <a:lnTo>
                    <a:pt x="34671" y="269957"/>
                  </a:lnTo>
                  <a:lnTo>
                    <a:pt x="33914" y="269861"/>
                  </a:lnTo>
                  <a:lnTo>
                    <a:pt x="33442" y="269861"/>
                  </a:lnTo>
                  <a:lnTo>
                    <a:pt x="33158" y="269861"/>
                  </a:lnTo>
                  <a:lnTo>
                    <a:pt x="32497" y="269764"/>
                  </a:lnTo>
                  <a:lnTo>
                    <a:pt x="31929" y="269571"/>
                  </a:lnTo>
                  <a:lnTo>
                    <a:pt x="31268" y="269474"/>
                  </a:lnTo>
                  <a:lnTo>
                    <a:pt x="30417" y="269377"/>
                  </a:lnTo>
                  <a:lnTo>
                    <a:pt x="29755" y="269281"/>
                  </a:lnTo>
                  <a:lnTo>
                    <a:pt x="29094" y="269184"/>
                  </a:lnTo>
                  <a:lnTo>
                    <a:pt x="28243" y="268991"/>
                  </a:lnTo>
                  <a:lnTo>
                    <a:pt x="27392" y="268797"/>
                  </a:lnTo>
                  <a:lnTo>
                    <a:pt x="26920" y="268701"/>
                  </a:lnTo>
                  <a:lnTo>
                    <a:pt x="26069" y="268507"/>
                  </a:lnTo>
                  <a:lnTo>
                    <a:pt x="25029" y="268507"/>
                  </a:lnTo>
                  <a:lnTo>
                    <a:pt x="24368" y="268411"/>
                  </a:lnTo>
                  <a:lnTo>
                    <a:pt x="24084" y="268411"/>
                  </a:lnTo>
                  <a:lnTo>
                    <a:pt x="23139" y="268411"/>
                  </a:lnTo>
                  <a:lnTo>
                    <a:pt x="22477" y="268314"/>
                  </a:lnTo>
                  <a:lnTo>
                    <a:pt x="21248" y="268217"/>
                  </a:lnTo>
                  <a:lnTo>
                    <a:pt x="20303" y="268217"/>
                  </a:lnTo>
                  <a:lnTo>
                    <a:pt x="19169" y="268121"/>
                  </a:lnTo>
                  <a:lnTo>
                    <a:pt x="18034" y="267831"/>
                  </a:lnTo>
                  <a:lnTo>
                    <a:pt x="17089" y="267831"/>
                  </a:lnTo>
                  <a:lnTo>
                    <a:pt x="15766" y="267734"/>
                  </a:lnTo>
                  <a:lnTo>
                    <a:pt x="15293" y="267734"/>
                  </a:lnTo>
                  <a:lnTo>
                    <a:pt x="14915" y="267734"/>
                  </a:lnTo>
                  <a:lnTo>
                    <a:pt x="13403" y="267541"/>
                  </a:lnTo>
                  <a:lnTo>
                    <a:pt x="11323" y="267347"/>
                  </a:lnTo>
                  <a:lnTo>
                    <a:pt x="9622" y="267154"/>
                  </a:lnTo>
                  <a:lnTo>
                    <a:pt x="8488" y="267058"/>
                  </a:lnTo>
                  <a:lnTo>
                    <a:pt x="8015" y="267058"/>
                  </a:lnTo>
                  <a:lnTo>
                    <a:pt x="7448" y="266961"/>
                  </a:lnTo>
                  <a:lnTo>
                    <a:pt x="6503" y="266864"/>
                  </a:lnTo>
                  <a:lnTo>
                    <a:pt x="5746" y="266864"/>
                  </a:lnTo>
                  <a:lnTo>
                    <a:pt x="5274" y="266768"/>
                  </a:lnTo>
                  <a:lnTo>
                    <a:pt x="4990" y="266768"/>
                  </a:lnTo>
                  <a:lnTo>
                    <a:pt x="4045" y="266768"/>
                  </a:lnTo>
                  <a:lnTo>
                    <a:pt x="3667" y="266768"/>
                  </a:lnTo>
                  <a:lnTo>
                    <a:pt x="3005" y="266768"/>
                  </a:lnTo>
                  <a:lnTo>
                    <a:pt x="2155" y="266768"/>
                  </a:lnTo>
                  <a:lnTo>
                    <a:pt x="1115" y="266671"/>
                  </a:lnTo>
                  <a:lnTo>
                    <a:pt x="0" y="266589"/>
                  </a:lnTo>
                  <a:lnTo>
                    <a:pt x="0" y="18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536188" y="3498907"/>
              <a:ext cx="500782" cy="298180"/>
            </a:xfrm>
            <a:custGeom>
              <a:avLst/>
              <a:pathLst>
                <a:path w="500782" h="298180">
                  <a:moveTo>
                    <a:pt x="444258" y="3576"/>
                  </a:moveTo>
                  <a:lnTo>
                    <a:pt x="444919" y="4446"/>
                  </a:lnTo>
                  <a:lnTo>
                    <a:pt x="446243" y="4832"/>
                  </a:lnTo>
                  <a:lnTo>
                    <a:pt x="446810" y="4929"/>
                  </a:lnTo>
                  <a:lnTo>
                    <a:pt x="453426" y="6282"/>
                  </a:lnTo>
                  <a:lnTo>
                    <a:pt x="453426" y="6475"/>
                  </a:lnTo>
                  <a:lnTo>
                    <a:pt x="453237" y="14401"/>
                  </a:lnTo>
                  <a:lnTo>
                    <a:pt x="453237" y="15754"/>
                  </a:lnTo>
                  <a:lnTo>
                    <a:pt x="453426" y="17011"/>
                  </a:lnTo>
                  <a:lnTo>
                    <a:pt x="453426" y="17397"/>
                  </a:lnTo>
                  <a:lnTo>
                    <a:pt x="453710" y="20780"/>
                  </a:lnTo>
                  <a:lnTo>
                    <a:pt x="454466" y="23680"/>
                  </a:lnTo>
                  <a:lnTo>
                    <a:pt x="456073" y="30253"/>
                  </a:lnTo>
                  <a:lnTo>
                    <a:pt x="453899" y="30929"/>
                  </a:lnTo>
                  <a:lnTo>
                    <a:pt x="450402" y="31896"/>
                  </a:lnTo>
                  <a:lnTo>
                    <a:pt x="450969" y="34312"/>
                  </a:lnTo>
                  <a:lnTo>
                    <a:pt x="453143" y="43881"/>
                  </a:lnTo>
                  <a:lnTo>
                    <a:pt x="456546" y="53933"/>
                  </a:lnTo>
                  <a:lnTo>
                    <a:pt x="458436" y="57799"/>
                  </a:lnTo>
                  <a:lnTo>
                    <a:pt x="460326" y="60409"/>
                  </a:lnTo>
                  <a:lnTo>
                    <a:pt x="462500" y="64952"/>
                  </a:lnTo>
                  <a:lnTo>
                    <a:pt x="466281" y="73651"/>
                  </a:lnTo>
                  <a:lnTo>
                    <a:pt x="468739" y="79547"/>
                  </a:lnTo>
                  <a:lnTo>
                    <a:pt x="473654" y="91049"/>
                  </a:lnTo>
                  <a:lnTo>
                    <a:pt x="476112" y="97331"/>
                  </a:lnTo>
                  <a:lnTo>
                    <a:pt x="479893" y="106707"/>
                  </a:lnTo>
                  <a:lnTo>
                    <a:pt x="484524" y="119562"/>
                  </a:lnTo>
                  <a:lnTo>
                    <a:pt x="484997" y="119272"/>
                  </a:lnTo>
                  <a:lnTo>
                    <a:pt x="485753" y="118789"/>
                  </a:lnTo>
                  <a:lnTo>
                    <a:pt x="500782" y="156291"/>
                  </a:lnTo>
                  <a:lnTo>
                    <a:pt x="498703" y="157161"/>
                  </a:lnTo>
                  <a:lnTo>
                    <a:pt x="484241" y="163057"/>
                  </a:lnTo>
                  <a:lnTo>
                    <a:pt x="479231" y="165086"/>
                  </a:lnTo>
                  <a:lnTo>
                    <a:pt x="476112" y="166343"/>
                  </a:lnTo>
                  <a:lnTo>
                    <a:pt x="465336" y="170789"/>
                  </a:lnTo>
                  <a:lnTo>
                    <a:pt x="454939" y="175042"/>
                  </a:lnTo>
                  <a:lnTo>
                    <a:pt x="451819" y="176298"/>
                  </a:lnTo>
                  <a:lnTo>
                    <a:pt x="437830" y="182001"/>
                  </a:lnTo>
                  <a:lnTo>
                    <a:pt x="437641" y="182098"/>
                  </a:lnTo>
                  <a:lnTo>
                    <a:pt x="398225" y="198239"/>
                  </a:lnTo>
                  <a:lnTo>
                    <a:pt x="368923" y="210128"/>
                  </a:lnTo>
                  <a:lnTo>
                    <a:pt x="363913" y="212254"/>
                  </a:lnTo>
                  <a:lnTo>
                    <a:pt x="332059" y="225303"/>
                  </a:lnTo>
                  <a:lnTo>
                    <a:pt x="328656" y="226752"/>
                  </a:lnTo>
                  <a:lnTo>
                    <a:pt x="326955" y="227429"/>
                  </a:lnTo>
                  <a:lnTo>
                    <a:pt x="318258" y="231295"/>
                  </a:lnTo>
                  <a:lnTo>
                    <a:pt x="309279" y="235161"/>
                  </a:lnTo>
                  <a:lnTo>
                    <a:pt x="281678" y="247243"/>
                  </a:lnTo>
                  <a:lnTo>
                    <a:pt x="280449" y="247727"/>
                  </a:lnTo>
                  <a:lnTo>
                    <a:pt x="271753" y="251593"/>
                  </a:lnTo>
                  <a:lnTo>
                    <a:pt x="268256" y="253043"/>
                  </a:lnTo>
                  <a:lnTo>
                    <a:pt x="265136" y="254396"/>
                  </a:lnTo>
                  <a:lnTo>
                    <a:pt x="246610" y="262418"/>
                  </a:lnTo>
                  <a:lnTo>
                    <a:pt x="246137" y="262611"/>
                  </a:lnTo>
                  <a:lnTo>
                    <a:pt x="219954" y="274017"/>
                  </a:lnTo>
                  <a:lnTo>
                    <a:pt x="214000" y="276626"/>
                  </a:lnTo>
                  <a:lnTo>
                    <a:pt x="213338" y="276916"/>
                  </a:lnTo>
                  <a:lnTo>
                    <a:pt x="207856" y="279429"/>
                  </a:lnTo>
                  <a:lnTo>
                    <a:pt x="206154" y="280203"/>
                  </a:lnTo>
                  <a:lnTo>
                    <a:pt x="189235" y="287742"/>
                  </a:lnTo>
                  <a:lnTo>
                    <a:pt x="186493" y="288902"/>
                  </a:lnTo>
                  <a:lnTo>
                    <a:pt x="184130" y="290061"/>
                  </a:lnTo>
                  <a:lnTo>
                    <a:pt x="175623" y="293831"/>
                  </a:lnTo>
                  <a:lnTo>
                    <a:pt x="165226" y="298180"/>
                  </a:lnTo>
                  <a:lnTo>
                    <a:pt x="164848" y="297407"/>
                  </a:lnTo>
                  <a:lnTo>
                    <a:pt x="163713" y="294604"/>
                  </a:lnTo>
                  <a:lnTo>
                    <a:pt x="160594" y="287258"/>
                  </a:lnTo>
                  <a:lnTo>
                    <a:pt x="152749" y="268991"/>
                  </a:lnTo>
                  <a:lnTo>
                    <a:pt x="146510" y="254106"/>
                  </a:lnTo>
                  <a:lnTo>
                    <a:pt x="141028" y="256522"/>
                  </a:lnTo>
                  <a:lnTo>
                    <a:pt x="121083" y="265414"/>
                  </a:lnTo>
                  <a:lnTo>
                    <a:pt x="94050" y="267058"/>
                  </a:lnTo>
                  <a:lnTo>
                    <a:pt x="78548" y="268024"/>
                  </a:lnTo>
                  <a:lnTo>
                    <a:pt x="76752" y="270247"/>
                  </a:lnTo>
                  <a:lnTo>
                    <a:pt x="71742" y="272760"/>
                  </a:lnTo>
                  <a:lnTo>
                    <a:pt x="64653" y="275370"/>
                  </a:lnTo>
                  <a:lnTo>
                    <a:pt x="53216" y="275177"/>
                  </a:lnTo>
                  <a:lnTo>
                    <a:pt x="44142" y="277303"/>
                  </a:lnTo>
                  <a:lnTo>
                    <a:pt x="40644" y="276240"/>
                  </a:lnTo>
                  <a:lnTo>
                    <a:pt x="38187" y="274597"/>
                  </a:lnTo>
                  <a:lnTo>
                    <a:pt x="36391" y="271987"/>
                  </a:lnTo>
                  <a:lnTo>
                    <a:pt x="33650" y="270344"/>
                  </a:lnTo>
                  <a:lnTo>
                    <a:pt x="30719" y="268507"/>
                  </a:lnTo>
                  <a:lnTo>
                    <a:pt x="29680" y="265318"/>
                  </a:lnTo>
                  <a:lnTo>
                    <a:pt x="28167" y="263385"/>
                  </a:lnTo>
                  <a:lnTo>
                    <a:pt x="24575" y="261355"/>
                  </a:lnTo>
                  <a:lnTo>
                    <a:pt x="19566" y="258262"/>
                  </a:lnTo>
                  <a:lnTo>
                    <a:pt x="17864" y="255459"/>
                  </a:lnTo>
                  <a:lnTo>
                    <a:pt x="16730" y="252849"/>
                  </a:lnTo>
                  <a:lnTo>
                    <a:pt x="14556" y="250143"/>
                  </a:lnTo>
                  <a:lnTo>
                    <a:pt x="10019" y="247147"/>
                  </a:lnTo>
                  <a:lnTo>
                    <a:pt x="8412" y="244634"/>
                  </a:lnTo>
                  <a:lnTo>
                    <a:pt x="6805" y="242990"/>
                  </a:lnTo>
                  <a:lnTo>
                    <a:pt x="3024" y="240767"/>
                  </a:lnTo>
                  <a:lnTo>
                    <a:pt x="661" y="237868"/>
                  </a:lnTo>
                  <a:lnTo>
                    <a:pt x="0" y="234678"/>
                  </a:lnTo>
                  <a:lnTo>
                    <a:pt x="945" y="231778"/>
                  </a:lnTo>
                  <a:lnTo>
                    <a:pt x="3213" y="227332"/>
                  </a:lnTo>
                  <a:lnTo>
                    <a:pt x="4915" y="224916"/>
                  </a:lnTo>
                  <a:lnTo>
                    <a:pt x="7372" y="219987"/>
                  </a:lnTo>
                  <a:lnTo>
                    <a:pt x="9452" y="214670"/>
                  </a:lnTo>
                  <a:lnTo>
                    <a:pt x="10681" y="213124"/>
                  </a:lnTo>
                  <a:lnTo>
                    <a:pt x="16730" y="204328"/>
                  </a:lnTo>
                  <a:lnTo>
                    <a:pt x="19471" y="199882"/>
                  </a:lnTo>
                  <a:lnTo>
                    <a:pt x="27033" y="197563"/>
                  </a:lnTo>
                  <a:lnTo>
                    <a:pt x="31948" y="196113"/>
                  </a:lnTo>
                  <a:lnTo>
                    <a:pt x="32799" y="196113"/>
                  </a:lnTo>
                  <a:lnTo>
                    <a:pt x="33555" y="196113"/>
                  </a:lnTo>
                  <a:lnTo>
                    <a:pt x="34784" y="194566"/>
                  </a:lnTo>
                  <a:lnTo>
                    <a:pt x="35068" y="194276"/>
                  </a:lnTo>
                  <a:lnTo>
                    <a:pt x="35351" y="193890"/>
                  </a:lnTo>
                  <a:lnTo>
                    <a:pt x="35540" y="193600"/>
                  </a:lnTo>
                  <a:lnTo>
                    <a:pt x="36107" y="193213"/>
                  </a:lnTo>
                  <a:lnTo>
                    <a:pt x="36296" y="193020"/>
                  </a:lnTo>
                  <a:lnTo>
                    <a:pt x="36485" y="192730"/>
                  </a:lnTo>
                  <a:lnTo>
                    <a:pt x="36674" y="192053"/>
                  </a:lnTo>
                  <a:lnTo>
                    <a:pt x="36674" y="191667"/>
                  </a:lnTo>
                  <a:lnTo>
                    <a:pt x="36863" y="191667"/>
                  </a:lnTo>
                  <a:lnTo>
                    <a:pt x="39037" y="192343"/>
                  </a:lnTo>
                  <a:lnTo>
                    <a:pt x="39888" y="192246"/>
                  </a:lnTo>
                  <a:lnTo>
                    <a:pt x="40361" y="191957"/>
                  </a:lnTo>
                  <a:lnTo>
                    <a:pt x="40644" y="191957"/>
                  </a:lnTo>
                  <a:lnTo>
                    <a:pt x="41022" y="192053"/>
                  </a:lnTo>
                  <a:lnTo>
                    <a:pt x="42535" y="191667"/>
                  </a:lnTo>
                  <a:lnTo>
                    <a:pt x="43575" y="191667"/>
                  </a:lnTo>
                  <a:lnTo>
                    <a:pt x="45938" y="191280"/>
                  </a:lnTo>
                  <a:lnTo>
                    <a:pt x="46505" y="190120"/>
                  </a:lnTo>
                  <a:lnTo>
                    <a:pt x="46977" y="189057"/>
                  </a:lnTo>
                  <a:lnTo>
                    <a:pt x="48679" y="185287"/>
                  </a:lnTo>
                  <a:lnTo>
                    <a:pt x="50758" y="180261"/>
                  </a:lnTo>
                  <a:lnTo>
                    <a:pt x="51420" y="178521"/>
                  </a:lnTo>
                  <a:lnTo>
                    <a:pt x="51420" y="178328"/>
                  </a:lnTo>
                  <a:lnTo>
                    <a:pt x="52365" y="176008"/>
                  </a:lnTo>
                  <a:lnTo>
                    <a:pt x="52554" y="175332"/>
                  </a:lnTo>
                  <a:lnTo>
                    <a:pt x="53027" y="174269"/>
                  </a:lnTo>
                  <a:lnTo>
                    <a:pt x="55863" y="166826"/>
                  </a:lnTo>
                  <a:lnTo>
                    <a:pt x="56052" y="166343"/>
                  </a:lnTo>
                  <a:lnTo>
                    <a:pt x="57659" y="163153"/>
                  </a:lnTo>
                  <a:lnTo>
                    <a:pt x="58604" y="161220"/>
                  </a:lnTo>
                  <a:lnTo>
                    <a:pt x="56902" y="159577"/>
                  </a:lnTo>
                  <a:lnTo>
                    <a:pt x="56335" y="159094"/>
                  </a:lnTo>
                  <a:lnTo>
                    <a:pt x="55768" y="158611"/>
                  </a:lnTo>
                  <a:lnTo>
                    <a:pt x="54256" y="157161"/>
                  </a:lnTo>
                  <a:lnTo>
                    <a:pt x="51325" y="154358"/>
                  </a:lnTo>
                  <a:lnTo>
                    <a:pt x="48490" y="151555"/>
                  </a:lnTo>
                  <a:lnTo>
                    <a:pt x="48206" y="151265"/>
                  </a:lnTo>
                  <a:lnTo>
                    <a:pt x="47923" y="151071"/>
                  </a:lnTo>
                  <a:lnTo>
                    <a:pt x="45276" y="148365"/>
                  </a:lnTo>
                  <a:lnTo>
                    <a:pt x="41779" y="144982"/>
                  </a:lnTo>
                  <a:lnTo>
                    <a:pt x="41212" y="144209"/>
                  </a:lnTo>
                  <a:lnTo>
                    <a:pt x="37998" y="139859"/>
                  </a:lnTo>
                  <a:lnTo>
                    <a:pt x="33650" y="133770"/>
                  </a:lnTo>
                  <a:lnTo>
                    <a:pt x="30436" y="127778"/>
                  </a:lnTo>
                  <a:lnTo>
                    <a:pt x="29018" y="125265"/>
                  </a:lnTo>
                  <a:lnTo>
                    <a:pt x="28545" y="124105"/>
                  </a:lnTo>
                  <a:lnTo>
                    <a:pt x="27033" y="120915"/>
                  </a:lnTo>
                  <a:lnTo>
                    <a:pt x="25143" y="115599"/>
                  </a:lnTo>
                  <a:lnTo>
                    <a:pt x="28451" y="115792"/>
                  </a:lnTo>
                  <a:lnTo>
                    <a:pt x="29018" y="115889"/>
                  </a:lnTo>
                  <a:lnTo>
                    <a:pt x="32988" y="116372"/>
                  </a:lnTo>
                  <a:lnTo>
                    <a:pt x="38754" y="116952"/>
                  </a:lnTo>
                  <a:lnTo>
                    <a:pt x="42535" y="117435"/>
                  </a:lnTo>
                  <a:lnTo>
                    <a:pt x="46316" y="118112"/>
                  </a:lnTo>
                  <a:lnTo>
                    <a:pt x="52554" y="119272"/>
                  </a:lnTo>
                  <a:lnTo>
                    <a:pt x="53878" y="118305"/>
                  </a:lnTo>
                  <a:lnTo>
                    <a:pt x="59454" y="114246"/>
                  </a:lnTo>
                  <a:lnTo>
                    <a:pt x="65220" y="117532"/>
                  </a:lnTo>
                  <a:lnTo>
                    <a:pt x="66166" y="117919"/>
                  </a:lnTo>
                  <a:lnTo>
                    <a:pt x="69474" y="119272"/>
                  </a:lnTo>
                  <a:lnTo>
                    <a:pt x="73444" y="120625"/>
                  </a:lnTo>
                  <a:lnTo>
                    <a:pt x="77697" y="121688"/>
                  </a:lnTo>
                  <a:lnTo>
                    <a:pt x="82518" y="122462"/>
                  </a:lnTo>
                  <a:lnTo>
                    <a:pt x="84314" y="122751"/>
                  </a:lnTo>
                  <a:lnTo>
                    <a:pt x="84881" y="122848"/>
                  </a:lnTo>
                  <a:lnTo>
                    <a:pt x="87717" y="123235"/>
                  </a:lnTo>
                  <a:lnTo>
                    <a:pt x="90836" y="123428"/>
                  </a:lnTo>
                  <a:lnTo>
                    <a:pt x="111442" y="123911"/>
                  </a:lnTo>
                  <a:lnTo>
                    <a:pt x="111820" y="123911"/>
                  </a:lnTo>
                  <a:lnTo>
                    <a:pt x="125053" y="123815"/>
                  </a:lnTo>
                  <a:lnTo>
                    <a:pt x="129685" y="123911"/>
                  </a:lnTo>
                  <a:lnTo>
                    <a:pt x="133088" y="123815"/>
                  </a:lnTo>
                  <a:lnTo>
                    <a:pt x="136869" y="123815"/>
                  </a:lnTo>
                  <a:lnTo>
                    <a:pt x="141311" y="123428"/>
                  </a:lnTo>
                  <a:lnTo>
                    <a:pt x="145281" y="122655"/>
                  </a:lnTo>
                  <a:lnTo>
                    <a:pt x="148306" y="121882"/>
                  </a:lnTo>
                  <a:lnTo>
                    <a:pt x="150669" y="121012"/>
                  </a:lnTo>
                  <a:lnTo>
                    <a:pt x="155017" y="119272"/>
                  </a:lnTo>
                  <a:lnTo>
                    <a:pt x="157286" y="118112"/>
                  </a:lnTo>
                  <a:lnTo>
                    <a:pt x="159743" y="116662"/>
                  </a:lnTo>
                  <a:lnTo>
                    <a:pt x="161634" y="115406"/>
                  </a:lnTo>
                  <a:lnTo>
                    <a:pt x="166927" y="112023"/>
                  </a:lnTo>
                  <a:lnTo>
                    <a:pt x="168818" y="110573"/>
                  </a:lnTo>
                  <a:lnTo>
                    <a:pt x="174205" y="106320"/>
                  </a:lnTo>
                  <a:lnTo>
                    <a:pt x="174489" y="106127"/>
                  </a:lnTo>
                  <a:lnTo>
                    <a:pt x="180160" y="101681"/>
                  </a:lnTo>
                  <a:lnTo>
                    <a:pt x="185832" y="97235"/>
                  </a:lnTo>
                  <a:lnTo>
                    <a:pt x="192448" y="92015"/>
                  </a:lnTo>
                  <a:lnTo>
                    <a:pt x="209179" y="78870"/>
                  </a:lnTo>
                  <a:lnTo>
                    <a:pt x="209368" y="78773"/>
                  </a:lnTo>
                  <a:lnTo>
                    <a:pt x="213054" y="75874"/>
                  </a:lnTo>
                  <a:lnTo>
                    <a:pt x="214378" y="74907"/>
                  </a:lnTo>
                  <a:lnTo>
                    <a:pt x="220049" y="70364"/>
                  </a:lnTo>
                  <a:lnTo>
                    <a:pt x="235362" y="58379"/>
                  </a:lnTo>
                  <a:lnTo>
                    <a:pt x="238859" y="55576"/>
                  </a:lnTo>
                  <a:lnTo>
                    <a:pt x="243963" y="51130"/>
                  </a:lnTo>
                  <a:lnTo>
                    <a:pt x="245287" y="49970"/>
                  </a:lnTo>
                  <a:lnTo>
                    <a:pt x="245854" y="49487"/>
                  </a:lnTo>
                  <a:lnTo>
                    <a:pt x="249257" y="46877"/>
                  </a:lnTo>
                  <a:lnTo>
                    <a:pt x="252092" y="44847"/>
                  </a:lnTo>
                  <a:lnTo>
                    <a:pt x="254833" y="42818"/>
                  </a:lnTo>
                  <a:lnTo>
                    <a:pt x="256251" y="41755"/>
                  </a:lnTo>
                  <a:lnTo>
                    <a:pt x="256629" y="41465"/>
                  </a:lnTo>
                  <a:lnTo>
                    <a:pt x="257480" y="40885"/>
                  </a:lnTo>
                  <a:lnTo>
                    <a:pt x="257858" y="40595"/>
                  </a:lnTo>
                  <a:lnTo>
                    <a:pt x="260127" y="39048"/>
                  </a:lnTo>
                  <a:lnTo>
                    <a:pt x="262206" y="37598"/>
                  </a:lnTo>
                  <a:lnTo>
                    <a:pt x="264097" y="36438"/>
                  </a:lnTo>
                  <a:lnTo>
                    <a:pt x="271942" y="31509"/>
                  </a:lnTo>
                  <a:lnTo>
                    <a:pt x="279788" y="28319"/>
                  </a:lnTo>
                  <a:lnTo>
                    <a:pt x="280355" y="28126"/>
                  </a:lnTo>
                  <a:lnTo>
                    <a:pt x="293966" y="24550"/>
                  </a:lnTo>
                  <a:lnTo>
                    <a:pt x="299637" y="23680"/>
                  </a:lnTo>
                  <a:lnTo>
                    <a:pt x="328372" y="19041"/>
                  </a:lnTo>
                  <a:lnTo>
                    <a:pt x="334800" y="17977"/>
                  </a:lnTo>
                  <a:lnTo>
                    <a:pt x="335273" y="17011"/>
                  </a:lnTo>
                  <a:lnTo>
                    <a:pt x="379320" y="9858"/>
                  </a:lnTo>
                  <a:lnTo>
                    <a:pt x="380455" y="9665"/>
                  </a:lnTo>
                  <a:lnTo>
                    <a:pt x="380455" y="10148"/>
                  </a:lnTo>
                  <a:lnTo>
                    <a:pt x="389151" y="8602"/>
                  </a:lnTo>
                  <a:lnTo>
                    <a:pt x="389056" y="8215"/>
                  </a:lnTo>
                  <a:lnTo>
                    <a:pt x="401439" y="6282"/>
                  </a:lnTo>
                  <a:lnTo>
                    <a:pt x="402478" y="6089"/>
                  </a:lnTo>
                  <a:lnTo>
                    <a:pt x="404936" y="5605"/>
                  </a:lnTo>
                  <a:lnTo>
                    <a:pt x="414199" y="4156"/>
                  </a:lnTo>
                  <a:lnTo>
                    <a:pt x="430552" y="1739"/>
                  </a:lnTo>
                  <a:lnTo>
                    <a:pt x="442367" y="0"/>
                  </a:lnTo>
                  <a:lnTo>
                    <a:pt x="443123" y="2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75588" y="3964205"/>
              <a:ext cx="672531" cy="951472"/>
            </a:xfrm>
            <a:custGeom>
              <a:avLst/>
              <a:pathLst>
                <a:path w="672531" h="951472">
                  <a:moveTo>
                    <a:pt x="557685" y="386"/>
                  </a:moveTo>
                  <a:lnTo>
                    <a:pt x="559954" y="773"/>
                  </a:lnTo>
                  <a:lnTo>
                    <a:pt x="562222" y="1159"/>
                  </a:lnTo>
                  <a:lnTo>
                    <a:pt x="564396" y="1546"/>
                  </a:lnTo>
                  <a:lnTo>
                    <a:pt x="565814" y="1933"/>
                  </a:lnTo>
                  <a:lnTo>
                    <a:pt x="566476" y="1933"/>
                  </a:lnTo>
                  <a:lnTo>
                    <a:pt x="566570" y="2126"/>
                  </a:lnTo>
                  <a:lnTo>
                    <a:pt x="568839" y="2706"/>
                  </a:lnTo>
                  <a:lnTo>
                    <a:pt x="570446" y="3479"/>
                  </a:lnTo>
                  <a:lnTo>
                    <a:pt x="571580" y="4059"/>
                  </a:lnTo>
                  <a:lnTo>
                    <a:pt x="573470" y="5412"/>
                  </a:lnTo>
                  <a:lnTo>
                    <a:pt x="574038" y="6185"/>
                  </a:lnTo>
                  <a:lnTo>
                    <a:pt x="574510" y="7732"/>
                  </a:lnTo>
                  <a:lnTo>
                    <a:pt x="574416" y="11115"/>
                  </a:lnTo>
                  <a:lnTo>
                    <a:pt x="572903" y="14014"/>
                  </a:lnTo>
                  <a:lnTo>
                    <a:pt x="571769" y="14981"/>
                  </a:lnTo>
                  <a:lnTo>
                    <a:pt x="569690" y="15851"/>
                  </a:lnTo>
                  <a:lnTo>
                    <a:pt x="567610" y="16817"/>
                  </a:lnTo>
                  <a:lnTo>
                    <a:pt x="564585" y="18557"/>
                  </a:lnTo>
                  <a:lnTo>
                    <a:pt x="562222" y="20394"/>
                  </a:lnTo>
                  <a:lnTo>
                    <a:pt x="559576" y="22810"/>
                  </a:lnTo>
                  <a:lnTo>
                    <a:pt x="557685" y="25226"/>
                  </a:lnTo>
                  <a:lnTo>
                    <a:pt x="567610" y="34119"/>
                  </a:lnTo>
                  <a:lnTo>
                    <a:pt x="566287" y="36245"/>
                  </a:lnTo>
                  <a:lnTo>
                    <a:pt x="573281" y="40595"/>
                  </a:lnTo>
                  <a:lnTo>
                    <a:pt x="574888" y="42624"/>
                  </a:lnTo>
                  <a:lnTo>
                    <a:pt x="572053" y="44847"/>
                  </a:lnTo>
                  <a:lnTo>
                    <a:pt x="567137" y="50550"/>
                  </a:lnTo>
                  <a:lnTo>
                    <a:pt x="562978" y="56349"/>
                  </a:lnTo>
                  <a:lnTo>
                    <a:pt x="558630" y="64372"/>
                  </a:lnTo>
                  <a:lnTo>
                    <a:pt x="555889" y="68625"/>
                  </a:lnTo>
                  <a:lnTo>
                    <a:pt x="553621" y="72974"/>
                  </a:lnTo>
                  <a:lnTo>
                    <a:pt x="550596" y="77227"/>
                  </a:lnTo>
                  <a:lnTo>
                    <a:pt x="548611" y="77807"/>
                  </a:lnTo>
                  <a:lnTo>
                    <a:pt x="548516" y="78000"/>
                  </a:lnTo>
                  <a:lnTo>
                    <a:pt x="549178" y="82350"/>
                  </a:lnTo>
                  <a:lnTo>
                    <a:pt x="551069" y="93368"/>
                  </a:lnTo>
                  <a:lnTo>
                    <a:pt x="549934" y="98298"/>
                  </a:lnTo>
                  <a:lnTo>
                    <a:pt x="546531" y="104097"/>
                  </a:lnTo>
                  <a:lnTo>
                    <a:pt x="544263" y="107673"/>
                  </a:lnTo>
                  <a:lnTo>
                    <a:pt x="544168" y="107963"/>
                  </a:lnTo>
                  <a:lnTo>
                    <a:pt x="542278" y="111346"/>
                  </a:lnTo>
                  <a:lnTo>
                    <a:pt x="540104" y="120045"/>
                  </a:lnTo>
                  <a:lnTo>
                    <a:pt x="538781" y="126714"/>
                  </a:lnTo>
                  <a:lnTo>
                    <a:pt x="538970" y="136476"/>
                  </a:lnTo>
                  <a:lnTo>
                    <a:pt x="540387" y="146045"/>
                  </a:lnTo>
                  <a:lnTo>
                    <a:pt x="542845" y="154068"/>
                  </a:lnTo>
                  <a:lnTo>
                    <a:pt x="546059" y="161220"/>
                  </a:lnTo>
                  <a:lnTo>
                    <a:pt x="546248" y="161607"/>
                  </a:lnTo>
                  <a:lnTo>
                    <a:pt x="546910" y="162863"/>
                  </a:lnTo>
                  <a:lnTo>
                    <a:pt x="548044" y="164990"/>
                  </a:lnTo>
                  <a:lnTo>
                    <a:pt x="548516" y="165763"/>
                  </a:lnTo>
                  <a:lnTo>
                    <a:pt x="548611" y="165956"/>
                  </a:lnTo>
                  <a:lnTo>
                    <a:pt x="548989" y="166730"/>
                  </a:lnTo>
                  <a:lnTo>
                    <a:pt x="549367" y="167309"/>
                  </a:lnTo>
                  <a:lnTo>
                    <a:pt x="549651" y="167503"/>
                  </a:lnTo>
                  <a:lnTo>
                    <a:pt x="553810" y="171176"/>
                  </a:lnTo>
                  <a:lnTo>
                    <a:pt x="556456" y="174269"/>
                  </a:lnTo>
                  <a:lnTo>
                    <a:pt x="560804" y="180358"/>
                  </a:lnTo>
                  <a:lnTo>
                    <a:pt x="563262" y="184031"/>
                  </a:lnTo>
                  <a:lnTo>
                    <a:pt x="568461" y="192150"/>
                  </a:lnTo>
                  <a:lnTo>
                    <a:pt x="568555" y="192440"/>
                  </a:lnTo>
                  <a:lnTo>
                    <a:pt x="573565" y="202975"/>
                  </a:lnTo>
                  <a:lnTo>
                    <a:pt x="573092" y="210321"/>
                  </a:lnTo>
                  <a:lnTo>
                    <a:pt x="582167" y="222789"/>
                  </a:lnTo>
                  <a:lnTo>
                    <a:pt x="588216" y="226559"/>
                  </a:lnTo>
                  <a:lnTo>
                    <a:pt x="604569" y="240284"/>
                  </a:lnTo>
                  <a:lnTo>
                    <a:pt x="608255" y="244150"/>
                  </a:lnTo>
                  <a:lnTo>
                    <a:pt x="615250" y="254299"/>
                  </a:lnTo>
                  <a:lnTo>
                    <a:pt x="620732" y="260002"/>
                  </a:lnTo>
                  <a:lnTo>
                    <a:pt x="624607" y="266671"/>
                  </a:lnTo>
                  <a:lnTo>
                    <a:pt x="628577" y="271310"/>
                  </a:lnTo>
                  <a:lnTo>
                    <a:pt x="630751" y="274790"/>
                  </a:lnTo>
                  <a:lnTo>
                    <a:pt x="636990" y="277400"/>
                  </a:lnTo>
                  <a:lnTo>
                    <a:pt x="637652" y="284842"/>
                  </a:lnTo>
                  <a:lnTo>
                    <a:pt x="639258" y="290931"/>
                  </a:lnTo>
                  <a:lnTo>
                    <a:pt x="639258" y="298567"/>
                  </a:lnTo>
                  <a:lnTo>
                    <a:pt x="641716" y="309779"/>
                  </a:lnTo>
                  <a:lnTo>
                    <a:pt x="645781" y="318478"/>
                  </a:lnTo>
                  <a:lnTo>
                    <a:pt x="649278" y="324664"/>
                  </a:lnTo>
                  <a:lnTo>
                    <a:pt x="659864" y="331430"/>
                  </a:lnTo>
                  <a:lnTo>
                    <a:pt x="659014" y="340612"/>
                  </a:lnTo>
                  <a:lnTo>
                    <a:pt x="658352" y="351051"/>
                  </a:lnTo>
                  <a:lnTo>
                    <a:pt x="659108" y="359653"/>
                  </a:lnTo>
                  <a:lnTo>
                    <a:pt x="661660" y="365356"/>
                  </a:lnTo>
                  <a:lnTo>
                    <a:pt x="663078" y="374635"/>
                  </a:lnTo>
                  <a:lnTo>
                    <a:pt x="666954" y="380531"/>
                  </a:lnTo>
                  <a:lnTo>
                    <a:pt x="667804" y="384300"/>
                  </a:lnTo>
                  <a:lnTo>
                    <a:pt x="667804" y="388456"/>
                  </a:lnTo>
                  <a:lnTo>
                    <a:pt x="671207" y="394546"/>
                  </a:lnTo>
                  <a:lnTo>
                    <a:pt x="672531" y="396962"/>
                  </a:lnTo>
                  <a:lnTo>
                    <a:pt x="672436" y="398508"/>
                  </a:lnTo>
                  <a:lnTo>
                    <a:pt x="667615" y="404114"/>
                  </a:lnTo>
                  <a:lnTo>
                    <a:pt x="657029" y="399765"/>
                  </a:lnTo>
                  <a:lnTo>
                    <a:pt x="643417" y="392999"/>
                  </a:lnTo>
                  <a:lnTo>
                    <a:pt x="630468" y="390003"/>
                  </a:lnTo>
                  <a:lnTo>
                    <a:pt x="621961" y="388940"/>
                  </a:lnTo>
                  <a:lnTo>
                    <a:pt x="618747" y="387296"/>
                  </a:lnTo>
                  <a:lnTo>
                    <a:pt x="617424" y="386717"/>
                  </a:lnTo>
                  <a:lnTo>
                    <a:pt x="616289" y="385943"/>
                  </a:lnTo>
                  <a:lnTo>
                    <a:pt x="615155" y="385557"/>
                  </a:lnTo>
                  <a:lnTo>
                    <a:pt x="613359" y="385170"/>
                  </a:lnTo>
                  <a:lnTo>
                    <a:pt x="611563" y="384880"/>
                  </a:lnTo>
                  <a:lnTo>
                    <a:pt x="610051" y="384880"/>
                  </a:lnTo>
                  <a:lnTo>
                    <a:pt x="608349" y="385073"/>
                  </a:lnTo>
                  <a:lnTo>
                    <a:pt x="607215" y="385073"/>
                  </a:lnTo>
                  <a:lnTo>
                    <a:pt x="605797" y="385073"/>
                  </a:lnTo>
                  <a:lnTo>
                    <a:pt x="601827" y="384687"/>
                  </a:lnTo>
                  <a:lnTo>
                    <a:pt x="599181" y="384687"/>
                  </a:lnTo>
                  <a:lnTo>
                    <a:pt x="595400" y="384783"/>
                  </a:lnTo>
                  <a:lnTo>
                    <a:pt x="593982" y="385363"/>
                  </a:lnTo>
                  <a:lnTo>
                    <a:pt x="592753" y="385750"/>
                  </a:lnTo>
                  <a:lnTo>
                    <a:pt x="591808" y="386910"/>
                  </a:lnTo>
                  <a:lnTo>
                    <a:pt x="589539" y="388746"/>
                  </a:lnTo>
                  <a:lnTo>
                    <a:pt x="587554" y="390293"/>
                  </a:lnTo>
                  <a:lnTo>
                    <a:pt x="585002" y="392033"/>
                  </a:lnTo>
                  <a:lnTo>
                    <a:pt x="582734" y="393096"/>
                  </a:lnTo>
                  <a:lnTo>
                    <a:pt x="581410" y="394352"/>
                  </a:lnTo>
                  <a:lnTo>
                    <a:pt x="579331" y="395899"/>
                  </a:lnTo>
                  <a:lnTo>
                    <a:pt x="577629" y="398025"/>
                  </a:lnTo>
                  <a:lnTo>
                    <a:pt x="576873" y="399668"/>
                  </a:lnTo>
                  <a:lnTo>
                    <a:pt x="575739" y="401891"/>
                  </a:lnTo>
                  <a:lnTo>
                    <a:pt x="574794" y="403535"/>
                  </a:lnTo>
                  <a:lnTo>
                    <a:pt x="573754" y="404791"/>
                  </a:lnTo>
                  <a:lnTo>
                    <a:pt x="572809" y="406241"/>
                  </a:lnTo>
                  <a:lnTo>
                    <a:pt x="572620" y="407691"/>
                  </a:lnTo>
                  <a:lnTo>
                    <a:pt x="572242" y="409044"/>
                  </a:lnTo>
                  <a:lnTo>
                    <a:pt x="570918" y="412137"/>
                  </a:lnTo>
                  <a:lnTo>
                    <a:pt x="570351" y="413297"/>
                  </a:lnTo>
                  <a:lnTo>
                    <a:pt x="569217" y="416970"/>
                  </a:lnTo>
                  <a:lnTo>
                    <a:pt x="568177" y="419483"/>
                  </a:lnTo>
                  <a:lnTo>
                    <a:pt x="567516" y="421222"/>
                  </a:lnTo>
                  <a:lnTo>
                    <a:pt x="566570" y="422382"/>
                  </a:lnTo>
                  <a:lnTo>
                    <a:pt x="565531" y="423735"/>
                  </a:lnTo>
                  <a:lnTo>
                    <a:pt x="564585" y="424605"/>
                  </a:lnTo>
                  <a:lnTo>
                    <a:pt x="563640" y="425475"/>
                  </a:lnTo>
                  <a:lnTo>
                    <a:pt x="561939" y="426152"/>
                  </a:lnTo>
                  <a:lnTo>
                    <a:pt x="560899" y="426152"/>
                  </a:lnTo>
                  <a:lnTo>
                    <a:pt x="559670" y="426248"/>
                  </a:lnTo>
                  <a:lnTo>
                    <a:pt x="558725" y="426345"/>
                  </a:lnTo>
                  <a:lnTo>
                    <a:pt x="557874" y="426538"/>
                  </a:lnTo>
                  <a:lnTo>
                    <a:pt x="557213" y="426732"/>
                  </a:lnTo>
                  <a:lnTo>
                    <a:pt x="556645" y="426925"/>
                  </a:lnTo>
                  <a:lnTo>
                    <a:pt x="555889" y="427312"/>
                  </a:lnTo>
                  <a:lnTo>
                    <a:pt x="554660" y="428085"/>
                  </a:lnTo>
                  <a:lnTo>
                    <a:pt x="553621" y="428375"/>
                  </a:lnTo>
                  <a:lnTo>
                    <a:pt x="552297" y="428472"/>
                  </a:lnTo>
                  <a:lnTo>
                    <a:pt x="551069" y="428858"/>
                  </a:lnTo>
                  <a:lnTo>
                    <a:pt x="550029" y="429631"/>
                  </a:lnTo>
                  <a:lnTo>
                    <a:pt x="548989" y="430985"/>
                  </a:lnTo>
                  <a:lnTo>
                    <a:pt x="548422" y="432048"/>
                  </a:lnTo>
                  <a:lnTo>
                    <a:pt x="547382" y="433594"/>
                  </a:lnTo>
                  <a:lnTo>
                    <a:pt x="546720" y="433691"/>
                  </a:lnTo>
                  <a:lnTo>
                    <a:pt x="545681" y="434754"/>
                  </a:lnTo>
                  <a:lnTo>
                    <a:pt x="545114" y="435817"/>
                  </a:lnTo>
                  <a:lnTo>
                    <a:pt x="544357" y="437460"/>
                  </a:lnTo>
                  <a:lnTo>
                    <a:pt x="543412" y="439200"/>
                  </a:lnTo>
                  <a:lnTo>
                    <a:pt x="542940" y="440650"/>
                  </a:lnTo>
                  <a:lnTo>
                    <a:pt x="542372" y="441907"/>
                  </a:lnTo>
                  <a:lnTo>
                    <a:pt x="541049" y="443840"/>
                  </a:lnTo>
                  <a:lnTo>
                    <a:pt x="540576" y="445386"/>
                  </a:lnTo>
                  <a:lnTo>
                    <a:pt x="539726" y="447223"/>
                  </a:lnTo>
                  <a:lnTo>
                    <a:pt x="539631" y="447513"/>
                  </a:lnTo>
                  <a:lnTo>
                    <a:pt x="538686" y="448769"/>
                  </a:lnTo>
                  <a:lnTo>
                    <a:pt x="538308" y="449832"/>
                  </a:lnTo>
                  <a:lnTo>
                    <a:pt x="537646" y="451282"/>
                  </a:lnTo>
                  <a:lnTo>
                    <a:pt x="536701" y="453119"/>
                  </a:lnTo>
                  <a:lnTo>
                    <a:pt x="536039" y="454858"/>
                  </a:lnTo>
                  <a:lnTo>
                    <a:pt x="535661" y="456308"/>
                  </a:lnTo>
                  <a:lnTo>
                    <a:pt x="535378" y="457661"/>
                  </a:lnTo>
                  <a:lnTo>
                    <a:pt x="534905" y="459305"/>
                  </a:lnTo>
                  <a:lnTo>
                    <a:pt x="534811" y="460174"/>
                  </a:lnTo>
                  <a:lnTo>
                    <a:pt x="534811" y="461431"/>
                  </a:lnTo>
                  <a:lnTo>
                    <a:pt x="534432" y="462977"/>
                  </a:lnTo>
                  <a:lnTo>
                    <a:pt x="534243" y="464234"/>
                  </a:lnTo>
                  <a:lnTo>
                    <a:pt x="534054" y="465587"/>
                  </a:lnTo>
                  <a:lnTo>
                    <a:pt x="533676" y="466554"/>
                  </a:lnTo>
                  <a:lnTo>
                    <a:pt x="533393" y="466940"/>
                  </a:lnTo>
                  <a:lnTo>
                    <a:pt x="532637" y="468100"/>
                  </a:lnTo>
                  <a:lnTo>
                    <a:pt x="531880" y="469453"/>
                  </a:lnTo>
                  <a:lnTo>
                    <a:pt x="531691" y="470710"/>
                  </a:lnTo>
                  <a:lnTo>
                    <a:pt x="531408" y="472353"/>
                  </a:lnTo>
                  <a:lnTo>
                    <a:pt x="530746" y="474576"/>
                  </a:lnTo>
                  <a:lnTo>
                    <a:pt x="529990" y="475639"/>
                  </a:lnTo>
                  <a:lnTo>
                    <a:pt x="529423" y="476799"/>
                  </a:lnTo>
                  <a:lnTo>
                    <a:pt x="529328" y="479409"/>
                  </a:lnTo>
                  <a:lnTo>
                    <a:pt x="528856" y="481149"/>
                  </a:lnTo>
                  <a:lnTo>
                    <a:pt x="528667" y="483178"/>
                  </a:lnTo>
                  <a:lnTo>
                    <a:pt x="528667" y="484725"/>
                  </a:lnTo>
                  <a:lnTo>
                    <a:pt x="528761" y="485788"/>
                  </a:lnTo>
                  <a:lnTo>
                    <a:pt x="529139" y="486755"/>
                  </a:lnTo>
                  <a:lnTo>
                    <a:pt x="529423" y="488398"/>
                  </a:lnTo>
                  <a:lnTo>
                    <a:pt x="529612" y="489654"/>
                  </a:lnTo>
                  <a:lnTo>
                    <a:pt x="529517" y="490911"/>
                  </a:lnTo>
                  <a:lnTo>
                    <a:pt x="529706" y="492361"/>
                  </a:lnTo>
                  <a:lnTo>
                    <a:pt x="529612" y="493424"/>
                  </a:lnTo>
                  <a:lnTo>
                    <a:pt x="529706" y="494487"/>
                  </a:lnTo>
                  <a:lnTo>
                    <a:pt x="529801" y="495454"/>
                  </a:lnTo>
                  <a:lnTo>
                    <a:pt x="529895" y="496323"/>
                  </a:lnTo>
                  <a:lnTo>
                    <a:pt x="529706" y="497000"/>
                  </a:lnTo>
                  <a:lnTo>
                    <a:pt x="529139" y="498063"/>
                  </a:lnTo>
                  <a:lnTo>
                    <a:pt x="528288" y="499223"/>
                  </a:lnTo>
                  <a:lnTo>
                    <a:pt x="527627" y="499900"/>
                  </a:lnTo>
                  <a:lnTo>
                    <a:pt x="526871" y="500770"/>
                  </a:lnTo>
                  <a:lnTo>
                    <a:pt x="526304" y="501833"/>
                  </a:lnTo>
                  <a:lnTo>
                    <a:pt x="525642" y="502896"/>
                  </a:lnTo>
                  <a:lnTo>
                    <a:pt x="525075" y="503283"/>
                  </a:lnTo>
                  <a:lnTo>
                    <a:pt x="524129" y="503283"/>
                  </a:lnTo>
                  <a:lnTo>
                    <a:pt x="523468" y="503379"/>
                  </a:lnTo>
                  <a:lnTo>
                    <a:pt x="522523" y="503669"/>
                  </a:lnTo>
                  <a:lnTo>
                    <a:pt x="521388" y="504442"/>
                  </a:lnTo>
                  <a:lnTo>
                    <a:pt x="520727" y="504926"/>
                  </a:lnTo>
                  <a:lnTo>
                    <a:pt x="519876" y="505409"/>
                  </a:lnTo>
                  <a:lnTo>
                    <a:pt x="518836" y="506086"/>
                  </a:lnTo>
                  <a:lnTo>
                    <a:pt x="517891" y="506666"/>
                  </a:lnTo>
                  <a:lnTo>
                    <a:pt x="517135" y="507245"/>
                  </a:lnTo>
                  <a:lnTo>
                    <a:pt x="516568" y="507535"/>
                  </a:lnTo>
                  <a:lnTo>
                    <a:pt x="516095" y="508115"/>
                  </a:lnTo>
                  <a:lnTo>
                    <a:pt x="515055" y="508792"/>
                  </a:lnTo>
                  <a:lnTo>
                    <a:pt x="514016" y="509662"/>
                  </a:lnTo>
                  <a:lnTo>
                    <a:pt x="513259" y="510145"/>
                  </a:lnTo>
                  <a:lnTo>
                    <a:pt x="512125" y="511305"/>
                  </a:lnTo>
                  <a:lnTo>
                    <a:pt x="511369" y="512272"/>
                  </a:lnTo>
                  <a:lnTo>
                    <a:pt x="510518" y="512948"/>
                  </a:lnTo>
                  <a:lnTo>
                    <a:pt x="509478" y="513431"/>
                  </a:lnTo>
                  <a:lnTo>
                    <a:pt x="508722" y="513915"/>
                  </a:lnTo>
                  <a:lnTo>
                    <a:pt x="506832" y="513915"/>
                  </a:lnTo>
                  <a:lnTo>
                    <a:pt x="506076" y="514108"/>
                  </a:lnTo>
                  <a:lnTo>
                    <a:pt x="504658" y="514301"/>
                  </a:lnTo>
                  <a:lnTo>
                    <a:pt x="503807" y="514205"/>
                  </a:lnTo>
                  <a:lnTo>
                    <a:pt x="502862" y="514398"/>
                  </a:lnTo>
                  <a:lnTo>
                    <a:pt x="502011" y="514591"/>
                  </a:lnTo>
                  <a:lnTo>
                    <a:pt x="500971" y="514881"/>
                  </a:lnTo>
                  <a:lnTo>
                    <a:pt x="499459" y="515461"/>
                  </a:lnTo>
                  <a:lnTo>
                    <a:pt x="497474" y="516138"/>
                  </a:lnTo>
                  <a:lnTo>
                    <a:pt x="496623" y="516814"/>
                  </a:lnTo>
                  <a:lnTo>
                    <a:pt x="495016" y="518361"/>
                  </a:lnTo>
                  <a:lnTo>
                    <a:pt x="492559" y="520391"/>
                  </a:lnTo>
                  <a:lnTo>
                    <a:pt x="490007" y="522517"/>
                  </a:lnTo>
                  <a:lnTo>
                    <a:pt x="488778" y="523580"/>
                  </a:lnTo>
                  <a:lnTo>
                    <a:pt x="487171" y="525610"/>
                  </a:lnTo>
                  <a:lnTo>
                    <a:pt x="485848" y="526866"/>
                  </a:lnTo>
                  <a:lnTo>
                    <a:pt x="485186" y="527543"/>
                  </a:lnTo>
                  <a:lnTo>
                    <a:pt x="484335" y="528123"/>
                  </a:lnTo>
                  <a:lnTo>
                    <a:pt x="483390" y="528413"/>
                  </a:lnTo>
                  <a:lnTo>
                    <a:pt x="482256" y="528510"/>
                  </a:lnTo>
                  <a:lnTo>
                    <a:pt x="481122" y="528800"/>
                  </a:lnTo>
                  <a:lnTo>
                    <a:pt x="480554" y="529186"/>
                  </a:lnTo>
                  <a:lnTo>
                    <a:pt x="479987" y="529573"/>
                  </a:lnTo>
                  <a:lnTo>
                    <a:pt x="479420" y="529669"/>
                  </a:lnTo>
                  <a:lnTo>
                    <a:pt x="478853" y="529766"/>
                  </a:lnTo>
                  <a:lnTo>
                    <a:pt x="477719" y="530056"/>
                  </a:lnTo>
                  <a:lnTo>
                    <a:pt x="476017" y="530443"/>
                  </a:lnTo>
                  <a:lnTo>
                    <a:pt x="475261" y="530829"/>
                  </a:lnTo>
                  <a:lnTo>
                    <a:pt x="474410" y="531506"/>
                  </a:lnTo>
                  <a:lnTo>
                    <a:pt x="473749" y="531796"/>
                  </a:lnTo>
                  <a:lnTo>
                    <a:pt x="473182" y="532279"/>
                  </a:lnTo>
                  <a:lnTo>
                    <a:pt x="471669" y="533342"/>
                  </a:lnTo>
                  <a:lnTo>
                    <a:pt x="470157" y="534502"/>
                  </a:lnTo>
                  <a:lnTo>
                    <a:pt x="469023" y="535565"/>
                  </a:lnTo>
                  <a:lnTo>
                    <a:pt x="466943" y="536629"/>
                  </a:lnTo>
                  <a:lnTo>
                    <a:pt x="465147" y="537498"/>
                  </a:lnTo>
                  <a:lnTo>
                    <a:pt x="463824" y="538175"/>
                  </a:lnTo>
                  <a:lnTo>
                    <a:pt x="462311" y="539142"/>
                  </a:lnTo>
                  <a:lnTo>
                    <a:pt x="460988" y="539722"/>
                  </a:lnTo>
                  <a:lnTo>
                    <a:pt x="458436" y="540398"/>
                  </a:lnTo>
                  <a:lnTo>
                    <a:pt x="456735" y="540688"/>
                  </a:lnTo>
                  <a:lnTo>
                    <a:pt x="455317" y="541171"/>
                  </a:lnTo>
                  <a:lnTo>
                    <a:pt x="454844" y="541945"/>
                  </a:lnTo>
                  <a:lnTo>
                    <a:pt x="454655" y="542718"/>
                  </a:lnTo>
                  <a:lnTo>
                    <a:pt x="453804" y="544458"/>
                  </a:lnTo>
                  <a:lnTo>
                    <a:pt x="453143" y="545328"/>
                  </a:lnTo>
                  <a:lnTo>
                    <a:pt x="452387" y="546777"/>
                  </a:lnTo>
                  <a:lnTo>
                    <a:pt x="449740" y="546294"/>
                  </a:lnTo>
                  <a:lnTo>
                    <a:pt x="448606" y="559826"/>
                  </a:lnTo>
                  <a:lnTo>
                    <a:pt x="437263" y="562436"/>
                  </a:lnTo>
                  <a:lnTo>
                    <a:pt x="436979" y="573937"/>
                  </a:lnTo>
                  <a:lnTo>
                    <a:pt x="421478" y="575001"/>
                  </a:lnTo>
                  <a:lnTo>
                    <a:pt x="414105" y="571811"/>
                  </a:lnTo>
                  <a:lnTo>
                    <a:pt x="415428" y="589982"/>
                  </a:lnTo>
                  <a:lnTo>
                    <a:pt x="410229" y="591432"/>
                  </a:lnTo>
                  <a:lnTo>
                    <a:pt x="404652" y="593655"/>
                  </a:lnTo>
                  <a:lnTo>
                    <a:pt x="407772" y="600131"/>
                  </a:lnTo>
                  <a:lnTo>
                    <a:pt x="409379" y="603514"/>
                  </a:lnTo>
                  <a:lnTo>
                    <a:pt x="410418" y="607090"/>
                  </a:lnTo>
                  <a:lnTo>
                    <a:pt x="411080" y="610376"/>
                  </a:lnTo>
                  <a:lnTo>
                    <a:pt x="411175" y="612793"/>
                  </a:lnTo>
                  <a:lnTo>
                    <a:pt x="411175" y="618495"/>
                  </a:lnTo>
                  <a:lnTo>
                    <a:pt x="410985" y="621685"/>
                  </a:lnTo>
                  <a:lnTo>
                    <a:pt x="410702" y="623425"/>
                  </a:lnTo>
                  <a:lnTo>
                    <a:pt x="410513" y="625068"/>
                  </a:lnTo>
                  <a:lnTo>
                    <a:pt x="410229" y="627194"/>
                  </a:lnTo>
                  <a:lnTo>
                    <a:pt x="410135" y="628741"/>
                  </a:lnTo>
                  <a:lnTo>
                    <a:pt x="410324" y="629514"/>
                  </a:lnTo>
                  <a:lnTo>
                    <a:pt x="410607" y="631061"/>
                  </a:lnTo>
                  <a:lnTo>
                    <a:pt x="411269" y="632994"/>
                  </a:lnTo>
                  <a:lnTo>
                    <a:pt x="412687" y="636183"/>
                  </a:lnTo>
                  <a:lnTo>
                    <a:pt x="413254" y="637537"/>
                  </a:lnTo>
                  <a:lnTo>
                    <a:pt x="414861" y="641596"/>
                  </a:lnTo>
                  <a:lnTo>
                    <a:pt x="410229" y="644399"/>
                  </a:lnTo>
                  <a:lnTo>
                    <a:pt x="403329" y="650972"/>
                  </a:lnTo>
                  <a:lnTo>
                    <a:pt x="400115" y="653968"/>
                  </a:lnTo>
                  <a:lnTo>
                    <a:pt x="396712" y="650198"/>
                  </a:lnTo>
                  <a:lnTo>
                    <a:pt x="396996" y="649812"/>
                  </a:lnTo>
                  <a:lnTo>
                    <a:pt x="390852" y="640726"/>
                  </a:lnTo>
                  <a:lnTo>
                    <a:pt x="387733" y="639663"/>
                  </a:lnTo>
                  <a:lnTo>
                    <a:pt x="385937" y="637150"/>
                  </a:lnTo>
                  <a:lnTo>
                    <a:pt x="384235" y="634734"/>
                  </a:lnTo>
                  <a:lnTo>
                    <a:pt x="383196" y="634540"/>
                  </a:lnTo>
                  <a:lnTo>
                    <a:pt x="381683" y="634154"/>
                  </a:lnTo>
                  <a:lnTo>
                    <a:pt x="381589" y="633477"/>
                  </a:lnTo>
                  <a:lnTo>
                    <a:pt x="381872" y="632704"/>
                  </a:lnTo>
                  <a:lnTo>
                    <a:pt x="382156" y="632027"/>
                  </a:lnTo>
                  <a:lnTo>
                    <a:pt x="382723" y="631447"/>
                  </a:lnTo>
                  <a:lnTo>
                    <a:pt x="387449" y="632994"/>
                  </a:lnTo>
                  <a:lnTo>
                    <a:pt x="391608" y="631641"/>
                  </a:lnTo>
                  <a:lnTo>
                    <a:pt x="388773" y="623038"/>
                  </a:lnTo>
                  <a:lnTo>
                    <a:pt x="387355" y="620622"/>
                  </a:lnTo>
                  <a:lnTo>
                    <a:pt x="388962" y="619172"/>
                  </a:lnTo>
                  <a:lnTo>
                    <a:pt x="384708" y="616272"/>
                  </a:lnTo>
                  <a:lnTo>
                    <a:pt x="380644" y="613276"/>
                  </a:lnTo>
                  <a:lnTo>
                    <a:pt x="377241" y="613856"/>
                  </a:lnTo>
                  <a:lnTo>
                    <a:pt x="371286" y="615016"/>
                  </a:lnTo>
                  <a:lnTo>
                    <a:pt x="370908" y="614629"/>
                  </a:lnTo>
                  <a:lnTo>
                    <a:pt x="370341" y="614339"/>
                  </a:lnTo>
                  <a:lnTo>
                    <a:pt x="369868" y="614146"/>
                  </a:lnTo>
                  <a:lnTo>
                    <a:pt x="369206" y="613759"/>
                  </a:lnTo>
                  <a:lnTo>
                    <a:pt x="368639" y="613373"/>
                  </a:lnTo>
                  <a:lnTo>
                    <a:pt x="368167" y="612600"/>
                  </a:lnTo>
                  <a:lnTo>
                    <a:pt x="367505" y="612116"/>
                  </a:lnTo>
                  <a:lnTo>
                    <a:pt x="367127" y="611826"/>
                  </a:lnTo>
                  <a:lnTo>
                    <a:pt x="366276" y="611633"/>
                  </a:lnTo>
                  <a:lnTo>
                    <a:pt x="365331" y="611536"/>
                  </a:lnTo>
                  <a:lnTo>
                    <a:pt x="364764" y="611246"/>
                  </a:lnTo>
                  <a:lnTo>
                    <a:pt x="364386" y="610956"/>
                  </a:lnTo>
                  <a:lnTo>
                    <a:pt x="363818" y="610956"/>
                  </a:lnTo>
                  <a:lnTo>
                    <a:pt x="363251" y="611053"/>
                  </a:lnTo>
                  <a:lnTo>
                    <a:pt x="362590" y="611150"/>
                  </a:lnTo>
                  <a:lnTo>
                    <a:pt x="361644" y="610666"/>
                  </a:lnTo>
                  <a:lnTo>
                    <a:pt x="360794" y="610183"/>
                  </a:lnTo>
                  <a:lnTo>
                    <a:pt x="359754" y="609893"/>
                  </a:lnTo>
                  <a:lnTo>
                    <a:pt x="359092" y="609603"/>
                  </a:lnTo>
                  <a:lnTo>
                    <a:pt x="358053" y="609410"/>
                  </a:lnTo>
                  <a:lnTo>
                    <a:pt x="355595" y="608927"/>
                  </a:lnTo>
                  <a:lnTo>
                    <a:pt x="350774" y="637150"/>
                  </a:lnTo>
                  <a:lnTo>
                    <a:pt x="346048" y="665083"/>
                  </a:lnTo>
                  <a:lnTo>
                    <a:pt x="343118" y="682095"/>
                  </a:lnTo>
                  <a:lnTo>
                    <a:pt x="342267" y="686057"/>
                  </a:lnTo>
                  <a:lnTo>
                    <a:pt x="341133" y="690310"/>
                  </a:lnTo>
                  <a:lnTo>
                    <a:pt x="339243" y="696399"/>
                  </a:lnTo>
                  <a:lnTo>
                    <a:pt x="330641" y="722496"/>
                  </a:lnTo>
                  <a:lnTo>
                    <a:pt x="329696" y="725493"/>
                  </a:lnTo>
                  <a:lnTo>
                    <a:pt x="328845" y="729069"/>
                  </a:lnTo>
                  <a:lnTo>
                    <a:pt x="327711" y="735158"/>
                  </a:lnTo>
                  <a:lnTo>
                    <a:pt x="326955" y="740474"/>
                  </a:lnTo>
                  <a:lnTo>
                    <a:pt x="326387" y="749366"/>
                  </a:lnTo>
                  <a:lnTo>
                    <a:pt x="326387" y="754006"/>
                  </a:lnTo>
                  <a:lnTo>
                    <a:pt x="326576" y="758645"/>
                  </a:lnTo>
                  <a:lnTo>
                    <a:pt x="327238" y="765315"/>
                  </a:lnTo>
                  <a:lnTo>
                    <a:pt x="328467" y="772854"/>
                  </a:lnTo>
                  <a:lnTo>
                    <a:pt x="329318" y="776333"/>
                  </a:lnTo>
                  <a:lnTo>
                    <a:pt x="330357" y="780489"/>
                  </a:lnTo>
                  <a:lnTo>
                    <a:pt x="332059" y="786675"/>
                  </a:lnTo>
                  <a:lnTo>
                    <a:pt x="316841" y="790445"/>
                  </a:lnTo>
                  <a:lnTo>
                    <a:pt x="316084" y="803203"/>
                  </a:lnTo>
                  <a:lnTo>
                    <a:pt x="316179" y="808809"/>
                  </a:lnTo>
                  <a:lnTo>
                    <a:pt x="316179" y="816445"/>
                  </a:lnTo>
                  <a:lnTo>
                    <a:pt x="318069" y="816445"/>
                  </a:lnTo>
                  <a:lnTo>
                    <a:pt x="318164" y="819635"/>
                  </a:lnTo>
                  <a:lnTo>
                    <a:pt x="318069" y="823694"/>
                  </a:lnTo>
                  <a:lnTo>
                    <a:pt x="319109" y="824274"/>
                  </a:lnTo>
                  <a:lnTo>
                    <a:pt x="321850" y="826401"/>
                  </a:lnTo>
                  <a:lnTo>
                    <a:pt x="322228" y="827174"/>
                  </a:lnTo>
                  <a:lnTo>
                    <a:pt x="322417" y="828237"/>
                  </a:lnTo>
                  <a:lnTo>
                    <a:pt x="322039" y="829300"/>
                  </a:lnTo>
                  <a:lnTo>
                    <a:pt x="321661" y="831233"/>
                  </a:lnTo>
                  <a:lnTo>
                    <a:pt x="321756" y="833650"/>
                  </a:lnTo>
                  <a:lnTo>
                    <a:pt x="321850" y="834230"/>
                  </a:lnTo>
                  <a:lnTo>
                    <a:pt x="322323" y="835486"/>
                  </a:lnTo>
                  <a:lnTo>
                    <a:pt x="323835" y="838676"/>
                  </a:lnTo>
                  <a:lnTo>
                    <a:pt x="324497" y="839256"/>
                  </a:lnTo>
                  <a:lnTo>
                    <a:pt x="326482" y="840995"/>
                  </a:lnTo>
                  <a:lnTo>
                    <a:pt x="326765" y="841575"/>
                  </a:lnTo>
                  <a:lnTo>
                    <a:pt x="326955" y="842349"/>
                  </a:lnTo>
                  <a:lnTo>
                    <a:pt x="326955" y="848341"/>
                  </a:lnTo>
                  <a:lnTo>
                    <a:pt x="326955" y="851918"/>
                  </a:lnTo>
                  <a:lnTo>
                    <a:pt x="327049" y="853754"/>
                  </a:lnTo>
                  <a:lnTo>
                    <a:pt x="327049" y="854721"/>
                  </a:lnTo>
                  <a:lnTo>
                    <a:pt x="325915" y="858587"/>
                  </a:lnTo>
                  <a:lnTo>
                    <a:pt x="325442" y="859843"/>
                  </a:lnTo>
                  <a:lnTo>
                    <a:pt x="324213" y="864096"/>
                  </a:lnTo>
                  <a:lnTo>
                    <a:pt x="322512" y="870185"/>
                  </a:lnTo>
                  <a:lnTo>
                    <a:pt x="322039" y="872602"/>
                  </a:lnTo>
                  <a:lnTo>
                    <a:pt x="321567" y="875211"/>
                  </a:lnTo>
                  <a:lnTo>
                    <a:pt x="321094" y="876855"/>
                  </a:lnTo>
                  <a:lnTo>
                    <a:pt x="316179" y="876758"/>
                  </a:lnTo>
                  <a:lnTo>
                    <a:pt x="302284" y="886617"/>
                  </a:lnTo>
                  <a:lnTo>
                    <a:pt x="301906" y="890773"/>
                  </a:lnTo>
                  <a:lnTo>
                    <a:pt x="301622" y="892029"/>
                  </a:lnTo>
                  <a:lnTo>
                    <a:pt x="301433" y="892996"/>
                  </a:lnTo>
                  <a:lnTo>
                    <a:pt x="301339" y="894059"/>
                  </a:lnTo>
                  <a:lnTo>
                    <a:pt x="301055" y="900148"/>
                  </a:lnTo>
                  <a:lnTo>
                    <a:pt x="300110" y="908364"/>
                  </a:lnTo>
                  <a:lnTo>
                    <a:pt x="299921" y="909621"/>
                  </a:lnTo>
                  <a:lnTo>
                    <a:pt x="299448" y="911167"/>
                  </a:lnTo>
                  <a:lnTo>
                    <a:pt x="299354" y="911457"/>
                  </a:lnTo>
                  <a:lnTo>
                    <a:pt x="299259" y="911747"/>
                  </a:lnTo>
                  <a:lnTo>
                    <a:pt x="299070" y="912230"/>
                  </a:lnTo>
                  <a:lnTo>
                    <a:pt x="295667" y="922766"/>
                  </a:lnTo>
                  <a:lnTo>
                    <a:pt x="286877" y="935717"/>
                  </a:lnTo>
                  <a:lnTo>
                    <a:pt x="281489" y="939294"/>
                  </a:lnTo>
                  <a:lnTo>
                    <a:pt x="276385" y="940067"/>
                  </a:lnTo>
                  <a:lnTo>
                    <a:pt x="273644" y="937071"/>
                  </a:lnTo>
                  <a:lnTo>
                    <a:pt x="273549" y="936877"/>
                  </a:lnTo>
                  <a:lnTo>
                    <a:pt x="271280" y="939487"/>
                  </a:lnTo>
                  <a:lnTo>
                    <a:pt x="270902" y="939777"/>
                  </a:lnTo>
                  <a:lnTo>
                    <a:pt x="270713" y="939970"/>
                  </a:lnTo>
                  <a:lnTo>
                    <a:pt x="269957" y="939970"/>
                  </a:lnTo>
                  <a:lnTo>
                    <a:pt x="268445" y="940067"/>
                  </a:lnTo>
                  <a:lnTo>
                    <a:pt x="267594" y="940067"/>
                  </a:lnTo>
                  <a:lnTo>
                    <a:pt x="267216" y="940067"/>
                  </a:lnTo>
                  <a:lnTo>
                    <a:pt x="264475" y="940067"/>
                  </a:lnTo>
                  <a:lnTo>
                    <a:pt x="264286" y="939970"/>
                  </a:lnTo>
                  <a:lnTo>
                    <a:pt x="264097" y="939874"/>
                  </a:lnTo>
                  <a:lnTo>
                    <a:pt x="260032" y="936974"/>
                  </a:lnTo>
                  <a:lnTo>
                    <a:pt x="259749" y="936781"/>
                  </a:lnTo>
                  <a:lnTo>
                    <a:pt x="257764" y="935621"/>
                  </a:lnTo>
                  <a:lnTo>
                    <a:pt x="256724" y="934751"/>
                  </a:lnTo>
                  <a:lnTo>
                    <a:pt x="256440" y="934558"/>
                  </a:lnTo>
                  <a:lnTo>
                    <a:pt x="254361" y="931175"/>
                  </a:lnTo>
                  <a:lnTo>
                    <a:pt x="254266" y="930208"/>
                  </a:lnTo>
                  <a:lnTo>
                    <a:pt x="254266" y="929145"/>
                  </a:lnTo>
                  <a:lnTo>
                    <a:pt x="254266" y="928855"/>
                  </a:lnTo>
                  <a:lnTo>
                    <a:pt x="253132" y="928952"/>
                  </a:lnTo>
                  <a:lnTo>
                    <a:pt x="249918" y="929338"/>
                  </a:lnTo>
                  <a:lnTo>
                    <a:pt x="249824" y="927985"/>
                  </a:lnTo>
                  <a:lnTo>
                    <a:pt x="247933" y="927985"/>
                  </a:lnTo>
                  <a:lnTo>
                    <a:pt x="246043" y="926632"/>
                  </a:lnTo>
                  <a:lnTo>
                    <a:pt x="234227" y="916966"/>
                  </a:lnTo>
                  <a:lnTo>
                    <a:pt x="234984" y="915710"/>
                  </a:lnTo>
                  <a:lnTo>
                    <a:pt x="233282" y="914357"/>
                  </a:lnTo>
                  <a:lnTo>
                    <a:pt x="233377" y="914163"/>
                  </a:lnTo>
                  <a:lnTo>
                    <a:pt x="233660" y="913777"/>
                  </a:lnTo>
                  <a:lnTo>
                    <a:pt x="227327" y="909041"/>
                  </a:lnTo>
                  <a:lnTo>
                    <a:pt x="222318" y="905368"/>
                  </a:lnTo>
                  <a:lnTo>
                    <a:pt x="222034" y="905658"/>
                  </a:lnTo>
                  <a:lnTo>
                    <a:pt x="221089" y="906721"/>
                  </a:lnTo>
                  <a:lnTo>
                    <a:pt x="219104" y="905174"/>
                  </a:lnTo>
                  <a:lnTo>
                    <a:pt x="218820" y="904981"/>
                  </a:lnTo>
                  <a:lnTo>
                    <a:pt x="214189" y="900922"/>
                  </a:lnTo>
                  <a:lnTo>
                    <a:pt x="213432" y="900342"/>
                  </a:lnTo>
                  <a:lnTo>
                    <a:pt x="211353" y="898505"/>
                  </a:lnTo>
                  <a:lnTo>
                    <a:pt x="209273" y="896572"/>
                  </a:lnTo>
                  <a:lnTo>
                    <a:pt x="197836" y="887873"/>
                  </a:lnTo>
                  <a:lnTo>
                    <a:pt x="195662" y="886230"/>
                  </a:lnTo>
                  <a:lnTo>
                    <a:pt x="190652" y="882074"/>
                  </a:lnTo>
                  <a:lnTo>
                    <a:pt x="188762" y="885553"/>
                  </a:lnTo>
                  <a:lnTo>
                    <a:pt x="179215" y="878208"/>
                  </a:lnTo>
                  <a:lnTo>
                    <a:pt x="174867" y="891643"/>
                  </a:lnTo>
                  <a:lnTo>
                    <a:pt x="169952" y="890000"/>
                  </a:lnTo>
                  <a:lnTo>
                    <a:pt x="169952" y="890193"/>
                  </a:lnTo>
                  <a:lnTo>
                    <a:pt x="164091" y="907784"/>
                  </a:lnTo>
                  <a:lnTo>
                    <a:pt x="161067" y="917450"/>
                  </a:lnTo>
                  <a:lnTo>
                    <a:pt x="158515" y="925375"/>
                  </a:lnTo>
                  <a:lnTo>
                    <a:pt x="158231" y="926439"/>
                  </a:lnTo>
                  <a:lnTo>
                    <a:pt x="158136" y="926922"/>
                  </a:lnTo>
                  <a:lnTo>
                    <a:pt x="157380" y="929338"/>
                  </a:lnTo>
                  <a:lnTo>
                    <a:pt x="156624" y="932045"/>
                  </a:lnTo>
                  <a:lnTo>
                    <a:pt x="155868" y="934558"/>
                  </a:lnTo>
                  <a:lnTo>
                    <a:pt x="155395" y="936201"/>
                  </a:lnTo>
                  <a:lnTo>
                    <a:pt x="155017" y="937554"/>
                  </a:lnTo>
                  <a:lnTo>
                    <a:pt x="154639" y="938810"/>
                  </a:lnTo>
                  <a:lnTo>
                    <a:pt x="154545" y="939004"/>
                  </a:lnTo>
                  <a:lnTo>
                    <a:pt x="154166" y="940454"/>
                  </a:lnTo>
                  <a:lnTo>
                    <a:pt x="153883" y="941613"/>
                  </a:lnTo>
                  <a:lnTo>
                    <a:pt x="154072" y="942483"/>
                  </a:lnTo>
                  <a:lnTo>
                    <a:pt x="151520" y="950602"/>
                  </a:lnTo>
                  <a:lnTo>
                    <a:pt x="151425" y="950892"/>
                  </a:lnTo>
                  <a:lnTo>
                    <a:pt x="151236" y="951472"/>
                  </a:lnTo>
                  <a:lnTo>
                    <a:pt x="146416" y="950216"/>
                  </a:lnTo>
                  <a:lnTo>
                    <a:pt x="143107" y="949249"/>
                  </a:lnTo>
                  <a:lnTo>
                    <a:pt x="141973" y="948959"/>
                  </a:lnTo>
                  <a:lnTo>
                    <a:pt x="139704" y="948283"/>
                  </a:lnTo>
                  <a:lnTo>
                    <a:pt x="133560" y="946350"/>
                  </a:lnTo>
                  <a:lnTo>
                    <a:pt x="132426" y="945770"/>
                  </a:lnTo>
                  <a:lnTo>
                    <a:pt x="131954" y="945480"/>
                  </a:lnTo>
                  <a:lnTo>
                    <a:pt x="131103" y="944706"/>
                  </a:lnTo>
                  <a:lnTo>
                    <a:pt x="130536" y="944126"/>
                  </a:lnTo>
                  <a:lnTo>
                    <a:pt x="130441" y="943837"/>
                  </a:lnTo>
                  <a:lnTo>
                    <a:pt x="124486" y="934654"/>
                  </a:lnTo>
                  <a:lnTo>
                    <a:pt x="121178" y="928952"/>
                  </a:lnTo>
                  <a:lnTo>
                    <a:pt x="119760" y="926825"/>
                  </a:lnTo>
                  <a:lnTo>
                    <a:pt x="118626" y="925182"/>
                  </a:lnTo>
                  <a:lnTo>
                    <a:pt x="117303" y="923442"/>
                  </a:lnTo>
                  <a:lnTo>
                    <a:pt x="115034" y="920833"/>
                  </a:lnTo>
                  <a:lnTo>
                    <a:pt x="111820" y="917160"/>
                  </a:lnTo>
                  <a:lnTo>
                    <a:pt x="110591" y="915807"/>
                  </a:lnTo>
                  <a:lnTo>
                    <a:pt x="107094" y="911747"/>
                  </a:lnTo>
                  <a:lnTo>
                    <a:pt x="104920" y="909234"/>
                  </a:lnTo>
                  <a:lnTo>
                    <a:pt x="102841" y="907011"/>
                  </a:lnTo>
                  <a:lnTo>
                    <a:pt x="102179" y="906238"/>
                  </a:lnTo>
                  <a:lnTo>
                    <a:pt x="102462" y="906044"/>
                  </a:lnTo>
                  <a:lnTo>
                    <a:pt x="102935" y="905561"/>
                  </a:lnTo>
                  <a:lnTo>
                    <a:pt x="102179" y="904691"/>
                  </a:lnTo>
                  <a:lnTo>
                    <a:pt x="99816" y="903048"/>
                  </a:lnTo>
                  <a:lnTo>
                    <a:pt x="89513" y="896765"/>
                  </a:lnTo>
                  <a:lnTo>
                    <a:pt x="82235" y="892223"/>
                  </a:lnTo>
                  <a:lnTo>
                    <a:pt x="81006" y="891063"/>
                  </a:lnTo>
                  <a:lnTo>
                    <a:pt x="80344" y="889903"/>
                  </a:lnTo>
                  <a:lnTo>
                    <a:pt x="80155" y="889806"/>
                  </a:lnTo>
                  <a:lnTo>
                    <a:pt x="79777" y="889710"/>
                  </a:lnTo>
                  <a:lnTo>
                    <a:pt x="79493" y="889516"/>
                  </a:lnTo>
                  <a:lnTo>
                    <a:pt x="78170" y="888646"/>
                  </a:lnTo>
                  <a:lnTo>
                    <a:pt x="76091" y="887390"/>
                  </a:lnTo>
                  <a:lnTo>
                    <a:pt x="75712" y="887003"/>
                  </a:lnTo>
                  <a:lnTo>
                    <a:pt x="74956" y="886327"/>
                  </a:lnTo>
                  <a:lnTo>
                    <a:pt x="74578" y="886037"/>
                  </a:lnTo>
                  <a:lnTo>
                    <a:pt x="74389" y="885940"/>
                  </a:lnTo>
                  <a:lnTo>
                    <a:pt x="72404" y="884587"/>
                  </a:lnTo>
                  <a:lnTo>
                    <a:pt x="72121" y="884394"/>
                  </a:lnTo>
                  <a:lnTo>
                    <a:pt x="70041" y="882944"/>
                  </a:lnTo>
                  <a:lnTo>
                    <a:pt x="69096" y="881881"/>
                  </a:lnTo>
                  <a:lnTo>
                    <a:pt x="66544" y="881397"/>
                  </a:lnTo>
                  <a:lnTo>
                    <a:pt x="62385" y="880817"/>
                  </a:lnTo>
                  <a:lnTo>
                    <a:pt x="57659" y="879948"/>
                  </a:lnTo>
                  <a:lnTo>
                    <a:pt x="51609" y="879078"/>
                  </a:lnTo>
                  <a:lnTo>
                    <a:pt x="48773" y="878594"/>
                  </a:lnTo>
                  <a:lnTo>
                    <a:pt x="48112" y="878498"/>
                  </a:lnTo>
                  <a:lnTo>
                    <a:pt x="46221" y="878304"/>
                  </a:lnTo>
                  <a:lnTo>
                    <a:pt x="43386" y="877918"/>
                  </a:lnTo>
                  <a:lnTo>
                    <a:pt x="39227" y="876951"/>
                  </a:lnTo>
                  <a:lnTo>
                    <a:pt x="38470" y="876468"/>
                  </a:lnTo>
                  <a:lnTo>
                    <a:pt x="38470" y="875695"/>
                  </a:lnTo>
                  <a:lnTo>
                    <a:pt x="38565" y="875405"/>
                  </a:lnTo>
                  <a:lnTo>
                    <a:pt x="39132" y="874438"/>
                  </a:lnTo>
                  <a:lnTo>
                    <a:pt x="39699" y="873375"/>
                  </a:lnTo>
                  <a:lnTo>
                    <a:pt x="41212" y="871925"/>
                  </a:lnTo>
                  <a:lnTo>
                    <a:pt x="41401" y="871732"/>
                  </a:lnTo>
                  <a:lnTo>
                    <a:pt x="41779" y="868156"/>
                  </a:lnTo>
                  <a:lnTo>
                    <a:pt x="41968" y="866996"/>
                  </a:lnTo>
                  <a:lnTo>
                    <a:pt x="41968" y="866416"/>
                  </a:lnTo>
                  <a:lnTo>
                    <a:pt x="45371" y="864869"/>
                  </a:lnTo>
                  <a:lnTo>
                    <a:pt x="49341" y="861680"/>
                  </a:lnTo>
                  <a:lnTo>
                    <a:pt x="51231" y="860520"/>
                  </a:lnTo>
                  <a:lnTo>
                    <a:pt x="57091" y="856944"/>
                  </a:lnTo>
                  <a:lnTo>
                    <a:pt x="57280" y="856944"/>
                  </a:lnTo>
                  <a:lnTo>
                    <a:pt x="58415" y="856557"/>
                  </a:lnTo>
                  <a:lnTo>
                    <a:pt x="60967" y="852401"/>
                  </a:lnTo>
                  <a:lnTo>
                    <a:pt x="61156" y="850274"/>
                  </a:lnTo>
                  <a:lnTo>
                    <a:pt x="61061" y="849888"/>
                  </a:lnTo>
                  <a:lnTo>
                    <a:pt x="60967" y="849501"/>
                  </a:lnTo>
                  <a:lnTo>
                    <a:pt x="62857" y="846601"/>
                  </a:lnTo>
                  <a:lnTo>
                    <a:pt x="65977" y="841962"/>
                  </a:lnTo>
                  <a:lnTo>
                    <a:pt x="68245" y="843509"/>
                  </a:lnTo>
                  <a:lnTo>
                    <a:pt x="68812" y="843895"/>
                  </a:lnTo>
                  <a:lnTo>
                    <a:pt x="70514" y="841769"/>
                  </a:lnTo>
                  <a:lnTo>
                    <a:pt x="73822" y="837323"/>
                  </a:lnTo>
                  <a:lnTo>
                    <a:pt x="77130" y="833070"/>
                  </a:lnTo>
                  <a:lnTo>
                    <a:pt x="79021" y="830557"/>
                  </a:lnTo>
                  <a:lnTo>
                    <a:pt x="81573" y="827174"/>
                  </a:lnTo>
                  <a:lnTo>
                    <a:pt x="82235" y="826304"/>
                  </a:lnTo>
                  <a:lnTo>
                    <a:pt x="82424" y="826014"/>
                  </a:lnTo>
                  <a:lnTo>
                    <a:pt x="82802" y="826111"/>
                  </a:lnTo>
                  <a:lnTo>
                    <a:pt x="88568" y="827077"/>
                  </a:lnTo>
                  <a:lnTo>
                    <a:pt x="91214" y="827464"/>
                  </a:lnTo>
                  <a:lnTo>
                    <a:pt x="91403" y="827464"/>
                  </a:lnTo>
                  <a:lnTo>
                    <a:pt x="95090" y="828044"/>
                  </a:lnTo>
                  <a:lnTo>
                    <a:pt x="95751" y="828140"/>
                  </a:lnTo>
                  <a:lnTo>
                    <a:pt x="98398" y="828527"/>
                  </a:lnTo>
                  <a:lnTo>
                    <a:pt x="99249" y="828720"/>
                  </a:lnTo>
                  <a:lnTo>
                    <a:pt x="99721" y="827754"/>
                  </a:lnTo>
                  <a:lnTo>
                    <a:pt x="99910" y="827077"/>
                  </a:lnTo>
                  <a:lnTo>
                    <a:pt x="100572" y="825047"/>
                  </a:lnTo>
                  <a:lnTo>
                    <a:pt x="101234" y="822824"/>
                  </a:lnTo>
                  <a:lnTo>
                    <a:pt x="101706" y="821181"/>
                  </a:lnTo>
                  <a:lnTo>
                    <a:pt x="102273" y="819731"/>
                  </a:lnTo>
                  <a:lnTo>
                    <a:pt x="102462" y="818958"/>
                  </a:lnTo>
                  <a:lnTo>
                    <a:pt x="103313" y="817702"/>
                  </a:lnTo>
                  <a:lnTo>
                    <a:pt x="102746" y="817412"/>
                  </a:lnTo>
                  <a:lnTo>
                    <a:pt x="86299" y="808229"/>
                  </a:lnTo>
                  <a:lnTo>
                    <a:pt x="49246" y="787449"/>
                  </a:lnTo>
                  <a:lnTo>
                    <a:pt x="38943" y="781649"/>
                  </a:lnTo>
                  <a:lnTo>
                    <a:pt x="22023" y="772177"/>
                  </a:lnTo>
                  <a:lnTo>
                    <a:pt x="22874" y="769471"/>
                  </a:lnTo>
                  <a:lnTo>
                    <a:pt x="23630" y="767248"/>
                  </a:lnTo>
                  <a:lnTo>
                    <a:pt x="24197" y="766184"/>
                  </a:lnTo>
                  <a:lnTo>
                    <a:pt x="24859" y="765025"/>
                  </a:lnTo>
                  <a:lnTo>
                    <a:pt x="25521" y="764251"/>
                  </a:lnTo>
                  <a:lnTo>
                    <a:pt x="26088" y="763575"/>
                  </a:lnTo>
                  <a:lnTo>
                    <a:pt x="25426" y="762995"/>
                  </a:lnTo>
                  <a:lnTo>
                    <a:pt x="23725" y="761448"/>
                  </a:lnTo>
                  <a:lnTo>
                    <a:pt x="23441" y="761062"/>
                  </a:lnTo>
                  <a:lnTo>
                    <a:pt x="22780" y="760385"/>
                  </a:lnTo>
                  <a:lnTo>
                    <a:pt x="20606" y="758549"/>
                  </a:lnTo>
                  <a:lnTo>
                    <a:pt x="20322" y="758259"/>
                  </a:lnTo>
                  <a:lnTo>
                    <a:pt x="19660" y="757775"/>
                  </a:lnTo>
                  <a:lnTo>
                    <a:pt x="19377" y="757485"/>
                  </a:lnTo>
                  <a:lnTo>
                    <a:pt x="18621" y="756809"/>
                  </a:lnTo>
                  <a:lnTo>
                    <a:pt x="18242" y="756519"/>
                  </a:lnTo>
                  <a:lnTo>
                    <a:pt x="17108" y="755552"/>
                  </a:lnTo>
                  <a:lnTo>
                    <a:pt x="16730" y="755262"/>
                  </a:lnTo>
                  <a:lnTo>
                    <a:pt x="15218" y="754006"/>
                  </a:lnTo>
                  <a:lnTo>
                    <a:pt x="14556" y="753523"/>
                  </a:lnTo>
                  <a:lnTo>
                    <a:pt x="14178" y="753136"/>
                  </a:lnTo>
                  <a:lnTo>
                    <a:pt x="13894" y="752943"/>
                  </a:lnTo>
                  <a:lnTo>
                    <a:pt x="11909" y="751203"/>
                  </a:lnTo>
                  <a:lnTo>
                    <a:pt x="7089" y="747627"/>
                  </a:lnTo>
                  <a:lnTo>
                    <a:pt x="6427" y="747143"/>
                  </a:lnTo>
                  <a:lnTo>
                    <a:pt x="5765" y="746660"/>
                  </a:lnTo>
                  <a:lnTo>
                    <a:pt x="4442" y="745887"/>
                  </a:lnTo>
                  <a:lnTo>
                    <a:pt x="3591" y="745307"/>
                  </a:lnTo>
                  <a:lnTo>
                    <a:pt x="2552" y="744630"/>
                  </a:lnTo>
                  <a:lnTo>
                    <a:pt x="1701" y="744050"/>
                  </a:lnTo>
                  <a:lnTo>
                    <a:pt x="283" y="743181"/>
                  </a:lnTo>
                  <a:lnTo>
                    <a:pt x="0" y="743084"/>
                  </a:lnTo>
                  <a:lnTo>
                    <a:pt x="3591" y="735738"/>
                  </a:lnTo>
                  <a:lnTo>
                    <a:pt x="7089" y="728006"/>
                  </a:lnTo>
                  <a:lnTo>
                    <a:pt x="11437" y="718437"/>
                  </a:lnTo>
                  <a:lnTo>
                    <a:pt x="11626" y="717954"/>
                  </a:lnTo>
                  <a:lnTo>
                    <a:pt x="12949" y="714764"/>
                  </a:lnTo>
                  <a:lnTo>
                    <a:pt x="15218" y="709738"/>
                  </a:lnTo>
                  <a:lnTo>
                    <a:pt x="17486" y="704615"/>
                  </a:lnTo>
                  <a:lnTo>
                    <a:pt x="18337" y="702489"/>
                  </a:lnTo>
                  <a:lnTo>
                    <a:pt x="19282" y="700556"/>
                  </a:lnTo>
                  <a:lnTo>
                    <a:pt x="21551" y="695336"/>
                  </a:lnTo>
                  <a:lnTo>
                    <a:pt x="21740" y="694950"/>
                  </a:lnTo>
                  <a:lnTo>
                    <a:pt x="22118" y="694176"/>
                  </a:lnTo>
                  <a:lnTo>
                    <a:pt x="22401" y="693403"/>
                  </a:lnTo>
                  <a:lnTo>
                    <a:pt x="22590" y="693017"/>
                  </a:lnTo>
                  <a:lnTo>
                    <a:pt x="22874" y="692533"/>
                  </a:lnTo>
                  <a:lnTo>
                    <a:pt x="23914" y="691760"/>
                  </a:lnTo>
                  <a:lnTo>
                    <a:pt x="24292" y="691180"/>
                  </a:lnTo>
                  <a:lnTo>
                    <a:pt x="24575" y="690697"/>
                  </a:lnTo>
                  <a:lnTo>
                    <a:pt x="24954" y="689344"/>
                  </a:lnTo>
                  <a:lnTo>
                    <a:pt x="25237" y="689344"/>
                  </a:lnTo>
                  <a:lnTo>
                    <a:pt x="29680" y="689344"/>
                  </a:lnTo>
                  <a:lnTo>
                    <a:pt x="29963" y="689344"/>
                  </a:lnTo>
                  <a:lnTo>
                    <a:pt x="29680" y="689054"/>
                  </a:lnTo>
                  <a:lnTo>
                    <a:pt x="25615" y="683931"/>
                  </a:lnTo>
                  <a:lnTo>
                    <a:pt x="26560" y="682578"/>
                  </a:lnTo>
                  <a:lnTo>
                    <a:pt x="27222" y="681611"/>
                  </a:lnTo>
                  <a:lnTo>
                    <a:pt x="27884" y="680645"/>
                  </a:lnTo>
                  <a:lnTo>
                    <a:pt x="29680" y="678228"/>
                  </a:lnTo>
                  <a:lnTo>
                    <a:pt x="30814" y="676585"/>
                  </a:lnTo>
                  <a:lnTo>
                    <a:pt x="31381" y="675909"/>
                  </a:lnTo>
                  <a:lnTo>
                    <a:pt x="33839" y="672429"/>
                  </a:lnTo>
                  <a:lnTo>
                    <a:pt x="37147" y="667500"/>
                  </a:lnTo>
                  <a:lnTo>
                    <a:pt x="37336" y="667306"/>
                  </a:lnTo>
                  <a:lnTo>
                    <a:pt x="41022" y="662087"/>
                  </a:lnTo>
                  <a:lnTo>
                    <a:pt x="41779" y="661120"/>
                  </a:lnTo>
                  <a:lnTo>
                    <a:pt x="42062" y="660637"/>
                  </a:lnTo>
                  <a:lnTo>
                    <a:pt x="39699" y="658511"/>
                  </a:lnTo>
                  <a:lnTo>
                    <a:pt x="37525" y="656771"/>
                  </a:lnTo>
                  <a:lnTo>
                    <a:pt x="37714" y="656578"/>
                  </a:lnTo>
                  <a:lnTo>
                    <a:pt x="38754" y="655514"/>
                  </a:lnTo>
                  <a:lnTo>
                    <a:pt x="41212" y="652905"/>
                  </a:lnTo>
                  <a:lnTo>
                    <a:pt x="42157" y="651841"/>
                  </a:lnTo>
                  <a:lnTo>
                    <a:pt x="42251" y="651648"/>
                  </a:lnTo>
                  <a:lnTo>
                    <a:pt x="44236" y="647975"/>
                  </a:lnTo>
                  <a:lnTo>
                    <a:pt x="46977" y="642273"/>
                  </a:lnTo>
                  <a:lnTo>
                    <a:pt x="47166" y="641886"/>
                  </a:lnTo>
                  <a:lnTo>
                    <a:pt x="50286" y="635797"/>
                  </a:lnTo>
                  <a:lnTo>
                    <a:pt x="53310" y="629804"/>
                  </a:lnTo>
                  <a:lnTo>
                    <a:pt x="53405" y="629514"/>
                  </a:lnTo>
                  <a:lnTo>
                    <a:pt x="53500" y="629321"/>
                  </a:lnTo>
                  <a:lnTo>
                    <a:pt x="53783" y="628741"/>
                  </a:lnTo>
                  <a:lnTo>
                    <a:pt x="54256" y="627871"/>
                  </a:lnTo>
                  <a:lnTo>
                    <a:pt x="54634" y="627001"/>
                  </a:lnTo>
                  <a:lnTo>
                    <a:pt x="55863" y="625455"/>
                  </a:lnTo>
                  <a:lnTo>
                    <a:pt x="56146" y="625165"/>
                  </a:lnTo>
                  <a:lnTo>
                    <a:pt x="49530" y="619462"/>
                  </a:lnTo>
                  <a:lnTo>
                    <a:pt x="48206" y="618302"/>
                  </a:lnTo>
                  <a:lnTo>
                    <a:pt x="46410" y="616659"/>
                  </a:lnTo>
                  <a:lnTo>
                    <a:pt x="43386" y="613663"/>
                  </a:lnTo>
                  <a:lnTo>
                    <a:pt x="37903" y="608927"/>
                  </a:lnTo>
                  <a:lnTo>
                    <a:pt x="35635" y="607090"/>
                  </a:lnTo>
                  <a:lnTo>
                    <a:pt x="34122" y="605737"/>
                  </a:lnTo>
                  <a:lnTo>
                    <a:pt x="32326" y="604094"/>
                  </a:lnTo>
                  <a:lnTo>
                    <a:pt x="30058" y="602064"/>
                  </a:lnTo>
                  <a:lnTo>
                    <a:pt x="27033" y="599454"/>
                  </a:lnTo>
                  <a:lnTo>
                    <a:pt x="25899" y="598391"/>
                  </a:lnTo>
                  <a:lnTo>
                    <a:pt x="23536" y="596265"/>
                  </a:lnTo>
                  <a:lnTo>
                    <a:pt x="22496" y="595298"/>
                  </a:lnTo>
                  <a:lnTo>
                    <a:pt x="21834" y="594815"/>
                  </a:lnTo>
                  <a:lnTo>
                    <a:pt x="21362" y="594332"/>
                  </a:lnTo>
                  <a:lnTo>
                    <a:pt x="17581" y="590949"/>
                  </a:lnTo>
                  <a:lnTo>
                    <a:pt x="16919" y="590369"/>
                  </a:lnTo>
                  <a:lnTo>
                    <a:pt x="16541" y="590079"/>
                  </a:lnTo>
                  <a:lnTo>
                    <a:pt x="16352" y="589886"/>
                  </a:lnTo>
                  <a:lnTo>
                    <a:pt x="13989" y="587856"/>
                  </a:lnTo>
                  <a:lnTo>
                    <a:pt x="13705" y="587566"/>
                  </a:lnTo>
                  <a:lnTo>
                    <a:pt x="11909" y="586116"/>
                  </a:lnTo>
                  <a:lnTo>
                    <a:pt x="11626" y="585729"/>
                  </a:lnTo>
                  <a:lnTo>
                    <a:pt x="9546" y="584086"/>
                  </a:lnTo>
                  <a:lnTo>
                    <a:pt x="7656" y="582443"/>
                  </a:lnTo>
                  <a:lnTo>
                    <a:pt x="7089" y="581960"/>
                  </a:lnTo>
                  <a:lnTo>
                    <a:pt x="6900" y="581863"/>
                  </a:lnTo>
                  <a:lnTo>
                    <a:pt x="6616" y="581573"/>
                  </a:lnTo>
                  <a:lnTo>
                    <a:pt x="4820" y="579833"/>
                  </a:lnTo>
                  <a:lnTo>
                    <a:pt x="4726" y="579543"/>
                  </a:lnTo>
                  <a:lnTo>
                    <a:pt x="4726" y="579060"/>
                  </a:lnTo>
                  <a:lnTo>
                    <a:pt x="4631" y="575967"/>
                  </a:lnTo>
                  <a:lnTo>
                    <a:pt x="4537" y="572584"/>
                  </a:lnTo>
                  <a:lnTo>
                    <a:pt x="4537" y="570361"/>
                  </a:lnTo>
                  <a:lnTo>
                    <a:pt x="4537" y="569878"/>
                  </a:lnTo>
                  <a:lnTo>
                    <a:pt x="4442" y="568235"/>
                  </a:lnTo>
                  <a:lnTo>
                    <a:pt x="4442" y="567075"/>
                  </a:lnTo>
                  <a:lnTo>
                    <a:pt x="4348" y="565142"/>
                  </a:lnTo>
                  <a:lnTo>
                    <a:pt x="4348" y="563209"/>
                  </a:lnTo>
                  <a:lnTo>
                    <a:pt x="4253" y="560986"/>
                  </a:lnTo>
                  <a:lnTo>
                    <a:pt x="4253" y="560599"/>
                  </a:lnTo>
                  <a:lnTo>
                    <a:pt x="4253" y="560406"/>
                  </a:lnTo>
                  <a:lnTo>
                    <a:pt x="4253" y="560019"/>
                  </a:lnTo>
                  <a:lnTo>
                    <a:pt x="4159" y="559246"/>
                  </a:lnTo>
                  <a:lnTo>
                    <a:pt x="4159" y="559053"/>
                  </a:lnTo>
                  <a:lnTo>
                    <a:pt x="4159" y="555380"/>
                  </a:lnTo>
                  <a:lnTo>
                    <a:pt x="4064" y="553640"/>
                  </a:lnTo>
                  <a:lnTo>
                    <a:pt x="3969" y="551707"/>
                  </a:lnTo>
                  <a:lnTo>
                    <a:pt x="3969" y="551127"/>
                  </a:lnTo>
                  <a:lnTo>
                    <a:pt x="3875" y="546681"/>
                  </a:lnTo>
                  <a:lnTo>
                    <a:pt x="3875" y="546294"/>
                  </a:lnTo>
                  <a:lnTo>
                    <a:pt x="3875" y="544941"/>
                  </a:lnTo>
                  <a:lnTo>
                    <a:pt x="3780" y="544264"/>
                  </a:lnTo>
                  <a:lnTo>
                    <a:pt x="3686" y="541171"/>
                  </a:lnTo>
                  <a:lnTo>
                    <a:pt x="3591" y="537112"/>
                  </a:lnTo>
                  <a:lnTo>
                    <a:pt x="3591" y="536339"/>
                  </a:lnTo>
                  <a:lnTo>
                    <a:pt x="3591" y="536145"/>
                  </a:lnTo>
                  <a:lnTo>
                    <a:pt x="3497" y="533632"/>
                  </a:lnTo>
                  <a:lnTo>
                    <a:pt x="3497" y="531892"/>
                  </a:lnTo>
                  <a:lnTo>
                    <a:pt x="3402" y="530346"/>
                  </a:lnTo>
                  <a:lnTo>
                    <a:pt x="3402" y="529186"/>
                  </a:lnTo>
                  <a:lnTo>
                    <a:pt x="3497" y="528606"/>
                  </a:lnTo>
                  <a:lnTo>
                    <a:pt x="4726" y="528606"/>
                  </a:lnTo>
                  <a:lnTo>
                    <a:pt x="6049" y="528606"/>
                  </a:lnTo>
                  <a:lnTo>
                    <a:pt x="9735" y="528510"/>
                  </a:lnTo>
                  <a:lnTo>
                    <a:pt x="9735" y="528123"/>
                  </a:lnTo>
                  <a:lnTo>
                    <a:pt x="9830" y="527156"/>
                  </a:lnTo>
                  <a:lnTo>
                    <a:pt x="9830" y="526866"/>
                  </a:lnTo>
                  <a:lnTo>
                    <a:pt x="9830" y="526576"/>
                  </a:lnTo>
                  <a:lnTo>
                    <a:pt x="9830" y="525900"/>
                  </a:lnTo>
                  <a:lnTo>
                    <a:pt x="9924" y="525610"/>
                  </a:lnTo>
                  <a:lnTo>
                    <a:pt x="10019" y="525320"/>
                  </a:lnTo>
                  <a:lnTo>
                    <a:pt x="10303" y="524933"/>
                  </a:lnTo>
                  <a:lnTo>
                    <a:pt x="11626" y="523677"/>
                  </a:lnTo>
                  <a:lnTo>
                    <a:pt x="11909" y="523967"/>
                  </a:lnTo>
                  <a:lnTo>
                    <a:pt x="13138" y="525030"/>
                  </a:lnTo>
                  <a:lnTo>
                    <a:pt x="15407" y="527156"/>
                  </a:lnTo>
                  <a:lnTo>
                    <a:pt x="15974" y="527640"/>
                  </a:lnTo>
                  <a:lnTo>
                    <a:pt x="17770" y="529186"/>
                  </a:lnTo>
                  <a:lnTo>
                    <a:pt x="18431" y="529766"/>
                  </a:lnTo>
                  <a:lnTo>
                    <a:pt x="20889" y="524257"/>
                  </a:lnTo>
                  <a:lnTo>
                    <a:pt x="20984" y="523967"/>
                  </a:lnTo>
                  <a:lnTo>
                    <a:pt x="22590" y="525513"/>
                  </a:lnTo>
                  <a:lnTo>
                    <a:pt x="22780" y="525707"/>
                  </a:lnTo>
                  <a:lnTo>
                    <a:pt x="23725" y="526383"/>
                  </a:lnTo>
                  <a:lnTo>
                    <a:pt x="25237" y="524353"/>
                  </a:lnTo>
                  <a:lnTo>
                    <a:pt x="26277" y="520681"/>
                  </a:lnTo>
                  <a:lnTo>
                    <a:pt x="26371" y="520391"/>
                  </a:lnTo>
                  <a:lnTo>
                    <a:pt x="26560" y="520101"/>
                  </a:lnTo>
                  <a:lnTo>
                    <a:pt x="27317" y="520197"/>
                  </a:lnTo>
                  <a:lnTo>
                    <a:pt x="28356" y="520294"/>
                  </a:lnTo>
                  <a:lnTo>
                    <a:pt x="29491" y="520391"/>
                  </a:lnTo>
                  <a:lnTo>
                    <a:pt x="30152" y="520487"/>
                  </a:lnTo>
                  <a:lnTo>
                    <a:pt x="30814" y="520487"/>
                  </a:lnTo>
                  <a:lnTo>
                    <a:pt x="34406" y="520584"/>
                  </a:lnTo>
                  <a:lnTo>
                    <a:pt x="34973" y="520584"/>
                  </a:lnTo>
                  <a:lnTo>
                    <a:pt x="35257" y="520584"/>
                  </a:lnTo>
                  <a:lnTo>
                    <a:pt x="37903" y="520391"/>
                  </a:lnTo>
                  <a:lnTo>
                    <a:pt x="40928" y="519714"/>
                  </a:lnTo>
                  <a:lnTo>
                    <a:pt x="41401" y="519521"/>
                  </a:lnTo>
                  <a:lnTo>
                    <a:pt x="41590" y="519521"/>
                  </a:lnTo>
                  <a:lnTo>
                    <a:pt x="43386" y="519037"/>
                  </a:lnTo>
                  <a:lnTo>
                    <a:pt x="43858" y="518844"/>
                  </a:lnTo>
                  <a:lnTo>
                    <a:pt x="45371" y="522034"/>
                  </a:lnTo>
                  <a:lnTo>
                    <a:pt x="46127" y="523773"/>
                  </a:lnTo>
                  <a:lnTo>
                    <a:pt x="46316" y="524063"/>
                  </a:lnTo>
                  <a:lnTo>
                    <a:pt x="47261" y="523773"/>
                  </a:lnTo>
                  <a:lnTo>
                    <a:pt x="47639" y="523677"/>
                  </a:lnTo>
                  <a:lnTo>
                    <a:pt x="48395" y="523484"/>
                  </a:lnTo>
                  <a:lnTo>
                    <a:pt x="49341" y="523194"/>
                  </a:lnTo>
                  <a:lnTo>
                    <a:pt x="49908" y="523000"/>
                  </a:lnTo>
                  <a:lnTo>
                    <a:pt x="50097" y="524933"/>
                  </a:lnTo>
                  <a:lnTo>
                    <a:pt x="50286" y="526190"/>
                  </a:lnTo>
                  <a:lnTo>
                    <a:pt x="50286" y="526576"/>
                  </a:lnTo>
                  <a:lnTo>
                    <a:pt x="50286" y="526770"/>
                  </a:lnTo>
                  <a:lnTo>
                    <a:pt x="50097" y="527833"/>
                  </a:lnTo>
                  <a:lnTo>
                    <a:pt x="49719" y="529573"/>
                  </a:lnTo>
                  <a:lnTo>
                    <a:pt x="49151" y="533052"/>
                  </a:lnTo>
                  <a:lnTo>
                    <a:pt x="49435" y="533536"/>
                  </a:lnTo>
                  <a:lnTo>
                    <a:pt x="49624" y="534019"/>
                  </a:lnTo>
                  <a:lnTo>
                    <a:pt x="50097" y="534985"/>
                  </a:lnTo>
                  <a:lnTo>
                    <a:pt x="50191" y="535275"/>
                  </a:lnTo>
                  <a:lnTo>
                    <a:pt x="50853" y="536532"/>
                  </a:lnTo>
                  <a:lnTo>
                    <a:pt x="50947" y="536725"/>
                  </a:lnTo>
                  <a:lnTo>
                    <a:pt x="51704" y="535855"/>
                  </a:lnTo>
                  <a:lnTo>
                    <a:pt x="53216" y="534309"/>
                  </a:lnTo>
                  <a:lnTo>
                    <a:pt x="53594" y="533826"/>
                  </a:lnTo>
                  <a:lnTo>
                    <a:pt x="54917" y="532376"/>
                  </a:lnTo>
                  <a:lnTo>
                    <a:pt x="55201" y="531313"/>
                  </a:lnTo>
                  <a:lnTo>
                    <a:pt x="55295" y="530829"/>
                  </a:lnTo>
                  <a:lnTo>
                    <a:pt x="55390" y="530539"/>
                  </a:lnTo>
                  <a:lnTo>
                    <a:pt x="55484" y="529959"/>
                  </a:lnTo>
                  <a:lnTo>
                    <a:pt x="55957" y="528026"/>
                  </a:lnTo>
                  <a:lnTo>
                    <a:pt x="58793" y="528703"/>
                  </a:lnTo>
                  <a:lnTo>
                    <a:pt x="59171" y="528800"/>
                  </a:lnTo>
                  <a:lnTo>
                    <a:pt x="59927" y="528993"/>
                  </a:lnTo>
                  <a:lnTo>
                    <a:pt x="61061" y="529186"/>
                  </a:lnTo>
                  <a:lnTo>
                    <a:pt x="61534" y="529283"/>
                  </a:lnTo>
                  <a:lnTo>
                    <a:pt x="61912" y="527446"/>
                  </a:lnTo>
                  <a:lnTo>
                    <a:pt x="62479" y="524547"/>
                  </a:lnTo>
                  <a:lnTo>
                    <a:pt x="66922" y="525320"/>
                  </a:lnTo>
                  <a:lnTo>
                    <a:pt x="69474" y="525127"/>
                  </a:lnTo>
                  <a:lnTo>
                    <a:pt x="73160" y="524740"/>
                  </a:lnTo>
                  <a:lnTo>
                    <a:pt x="74106" y="524643"/>
                  </a:lnTo>
                  <a:lnTo>
                    <a:pt x="74673" y="524643"/>
                  </a:lnTo>
                  <a:lnTo>
                    <a:pt x="75429" y="524547"/>
                  </a:lnTo>
                  <a:lnTo>
                    <a:pt x="75807" y="524547"/>
                  </a:lnTo>
                  <a:lnTo>
                    <a:pt x="76658" y="524450"/>
                  </a:lnTo>
                  <a:lnTo>
                    <a:pt x="82235" y="523967"/>
                  </a:lnTo>
                  <a:lnTo>
                    <a:pt x="84125" y="523677"/>
                  </a:lnTo>
                  <a:lnTo>
                    <a:pt x="84314" y="523677"/>
                  </a:lnTo>
                  <a:lnTo>
                    <a:pt x="83747" y="517974"/>
                  </a:lnTo>
                  <a:lnTo>
                    <a:pt x="83463" y="515268"/>
                  </a:lnTo>
                  <a:lnTo>
                    <a:pt x="83274" y="512658"/>
                  </a:lnTo>
                  <a:lnTo>
                    <a:pt x="82707" y="506955"/>
                  </a:lnTo>
                  <a:lnTo>
                    <a:pt x="82707" y="506762"/>
                  </a:lnTo>
                  <a:lnTo>
                    <a:pt x="82707" y="505989"/>
                  </a:lnTo>
                  <a:lnTo>
                    <a:pt x="82707" y="505796"/>
                  </a:lnTo>
                  <a:lnTo>
                    <a:pt x="83274" y="501736"/>
                  </a:lnTo>
                  <a:lnTo>
                    <a:pt x="83558" y="501833"/>
                  </a:lnTo>
                  <a:lnTo>
                    <a:pt x="83841" y="501833"/>
                  </a:lnTo>
                  <a:lnTo>
                    <a:pt x="84598" y="501929"/>
                  </a:lnTo>
                  <a:lnTo>
                    <a:pt x="86772" y="502219"/>
                  </a:lnTo>
                  <a:lnTo>
                    <a:pt x="87339" y="502316"/>
                  </a:lnTo>
                  <a:lnTo>
                    <a:pt x="88851" y="502509"/>
                  </a:lnTo>
                  <a:lnTo>
                    <a:pt x="89985" y="502703"/>
                  </a:lnTo>
                  <a:lnTo>
                    <a:pt x="98209" y="504056"/>
                  </a:lnTo>
                  <a:lnTo>
                    <a:pt x="100288" y="504346"/>
                  </a:lnTo>
                  <a:lnTo>
                    <a:pt x="101045" y="504442"/>
                  </a:lnTo>
                  <a:lnTo>
                    <a:pt x="101423" y="504539"/>
                  </a:lnTo>
                  <a:lnTo>
                    <a:pt x="102368" y="504636"/>
                  </a:lnTo>
                  <a:lnTo>
                    <a:pt x="103880" y="504926"/>
                  </a:lnTo>
                  <a:lnTo>
                    <a:pt x="105865" y="505216"/>
                  </a:lnTo>
                  <a:lnTo>
                    <a:pt x="109457" y="505796"/>
                  </a:lnTo>
                  <a:lnTo>
                    <a:pt x="111159" y="505989"/>
                  </a:lnTo>
                  <a:lnTo>
                    <a:pt x="111537" y="506086"/>
                  </a:lnTo>
                  <a:lnTo>
                    <a:pt x="114183" y="506472"/>
                  </a:lnTo>
                  <a:lnTo>
                    <a:pt x="116168" y="506859"/>
                  </a:lnTo>
                  <a:lnTo>
                    <a:pt x="119382" y="507342"/>
                  </a:lnTo>
                  <a:lnTo>
                    <a:pt x="120044" y="507439"/>
                  </a:lnTo>
                  <a:lnTo>
                    <a:pt x="120233" y="507439"/>
                  </a:lnTo>
                  <a:lnTo>
                    <a:pt x="120516" y="507535"/>
                  </a:lnTo>
                  <a:lnTo>
                    <a:pt x="120894" y="507535"/>
                  </a:lnTo>
                  <a:lnTo>
                    <a:pt x="123541" y="508019"/>
                  </a:lnTo>
                  <a:lnTo>
                    <a:pt x="123730" y="508019"/>
                  </a:lnTo>
                  <a:lnTo>
                    <a:pt x="124770" y="508212"/>
                  </a:lnTo>
                  <a:lnTo>
                    <a:pt x="125053" y="508212"/>
                  </a:lnTo>
                  <a:lnTo>
                    <a:pt x="126660" y="508502"/>
                  </a:lnTo>
                  <a:lnTo>
                    <a:pt x="127606" y="508599"/>
                  </a:lnTo>
                  <a:lnTo>
                    <a:pt x="129212" y="508889"/>
                  </a:lnTo>
                  <a:lnTo>
                    <a:pt x="130252" y="509082"/>
                  </a:lnTo>
                  <a:lnTo>
                    <a:pt x="133466" y="509662"/>
                  </a:lnTo>
                  <a:lnTo>
                    <a:pt x="136113" y="510048"/>
                  </a:lnTo>
                  <a:lnTo>
                    <a:pt x="136680" y="510145"/>
                  </a:lnTo>
                  <a:lnTo>
                    <a:pt x="137909" y="510338"/>
                  </a:lnTo>
                  <a:lnTo>
                    <a:pt x="138381" y="510435"/>
                  </a:lnTo>
                  <a:lnTo>
                    <a:pt x="139326" y="510628"/>
                  </a:lnTo>
                  <a:lnTo>
                    <a:pt x="140366" y="510822"/>
                  </a:lnTo>
                  <a:lnTo>
                    <a:pt x="141311" y="510918"/>
                  </a:lnTo>
                  <a:lnTo>
                    <a:pt x="143013" y="511305"/>
                  </a:lnTo>
                  <a:lnTo>
                    <a:pt x="143863" y="511402"/>
                  </a:lnTo>
                  <a:lnTo>
                    <a:pt x="144714" y="511595"/>
                  </a:lnTo>
                  <a:lnTo>
                    <a:pt x="148590" y="512078"/>
                  </a:lnTo>
                  <a:lnTo>
                    <a:pt x="150291" y="512368"/>
                  </a:lnTo>
                  <a:lnTo>
                    <a:pt x="152749" y="512755"/>
                  </a:lnTo>
                  <a:lnTo>
                    <a:pt x="154072" y="512948"/>
                  </a:lnTo>
                  <a:lnTo>
                    <a:pt x="154450" y="512948"/>
                  </a:lnTo>
                  <a:lnTo>
                    <a:pt x="157286" y="513431"/>
                  </a:lnTo>
                  <a:lnTo>
                    <a:pt x="157664" y="513431"/>
                  </a:lnTo>
                  <a:lnTo>
                    <a:pt x="158326" y="513528"/>
                  </a:lnTo>
                  <a:lnTo>
                    <a:pt x="158704" y="513528"/>
                  </a:lnTo>
                  <a:lnTo>
                    <a:pt x="158704" y="512948"/>
                  </a:lnTo>
                  <a:lnTo>
                    <a:pt x="158798" y="512465"/>
                  </a:lnTo>
                  <a:lnTo>
                    <a:pt x="158893" y="511885"/>
                  </a:lnTo>
                  <a:lnTo>
                    <a:pt x="159082" y="511402"/>
                  </a:lnTo>
                  <a:lnTo>
                    <a:pt x="159365" y="510822"/>
                  </a:lnTo>
                  <a:lnTo>
                    <a:pt x="159649" y="510435"/>
                  </a:lnTo>
                  <a:lnTo>
                    <a:pt x="160027" y="509952"/>
                  </a:lnTo>
                  <a:lnTo>
                    <a:pt x="160405" y="509565"/>
                  </a:lnTo>
                  <a:lnTo>
                    <a:pt x="160027" y="508985"/>
                  </a:lnTo>
                  <a:lnTo>
                    <a:pt x="158893" y="507245"/>
                  </a:lnTo>
                  <a:lnTo>
                    <a:pt x="157853" y="505506"/>
                  </a:lnTo>
                  <a:lnTo>
                    <a:pt x="157191" y="504539"/>
                  </a:lnTo>
                  <a:lnTo>
                    <a:pt x="154450" y="500673"/>
                  </a:lnTo>
                  <a:lnTo>
                    <a:pt x="151992" y="497193"/>
                  </a:lnTo>
                  <a:lnTo>
                    <a:pt x="146983" y="490041"/>
                  </a:lnTo>
                  <a:lnTo>
                    <a:pt x="147644" y="489558"/>
                  </a:lnTo>
                  <a:lnTo>
                    <a:pt x="147928" y="489268"/>
                  </a:lnTo>
                  <a:lnTo>
                    <a:pt x="148495" y="488881"/>
                  </a:lnTo>
                  <a:lnTo>
                    <a:pt x="149724" y="487818"/>
                  </a:lnTo>
                  <a:lnTo>
                    <a:pt x="150386" y="486465"/>
                  </a:lnTo>
                  <a:lnTo>
                    <a:pt x="150858" y="485111"/>
                  </a:lnTo>
                  <a:lnTo>
                    <a:pt x="151331" y="483565"/>
                  </a:lnTo>
                  <a:lnTo>
                    <a:pt x="151614" y="482308"/>
                  </a:lnTo>
                  <a:lnTo>
                    <a:pt x="151803" y="481342"/>
                  </a:lnTo>
                  <a:lnTo>
                    <a:pt x="152371" y="480279"/>
                  </a:lnTo>
                  <a:lnTo>
                    <a:pt x="152749" y="479699"/>
                  </a:lnTo>
                  <a:lnTo>
                    <a:pt x="153221" y="479119"/>
                  </a:lnTo>
                  <a:lnTo>
                    <a:pt x="153883" y="478442"/>
                  </a:lnTo>
                  <a:lnTo>
                    <a:pt x="154450" y="477862"/>
                  </a:lnTo>
                  <a:lnTo>
                    <a:pt x="155490" y="476992"/>
                  </a:lnTo>
                  <a:lnTo>
                    <a:pt x="156341" y="476316"/>
                  </a:lnTo>
                  <a:lnTo>
                    <a:pt x="157191" y="475639"/>
                  </a:lnTo>
                  <a:lnTo>
                    <a:pt x="158326" y="474673"/>
                  </a:lnTo>
                  <a:lnTo>
                    <a:pt x="158704" y="474383"/>
                  </a:lnTo>
                  <a:lnTo>
                    <a:pt x="160878" y="472643"/>
                  </a:lnTo>
                  <a:lnTo>
                    <a:pt x="161445" y="472256"/>
                  </a:lnTo>
                  <a:lnTo>
                    <a:pt x="163430" y="470806"/>
                  </a:lnTo>
                  <a:lnTo>
                    <a:pt x="164659" y="469743"/>
                  </a:lnTo>
                  <a:lnTo>
                    <a:pt x="165509" y="468777"/>
                  </a:lnTo>
                  <a:lnTo>
                    <a:pt x="165793" y="468390"/>
                  </a:lnTo>
                  <a:lnTo>
                    <a:pt x="166833" y="466844"/>
                  </a:lnTo>
                  <a:lnTo>
                    <a:pt x="167305" y="466167"/>
                  </a:lnTo>
                  <a:lnTo>
                    <a:pt x="167778" y="465394"/>
                  </a:lnTo>
                  <a:lnTo>
                    <a:pt x="169290" y="462881"/>
                  </a:lnTo>
                  <a:lnTo>
                    <a:pt x="169479" y="462494"/>
                  </a:lnTo>
                  <a:lnTo>
                    <a:pt x="170424" y="461528"/>
                  </a:lnTo>
                  <a:lnTo>
                    <a:pt x="171275" y="460658"/>
                  </a:lnTo>
                  <a:lnTo>
                    <a:pt x="172788" y="458338"/>
                  </a:lnTo>
                  <a:lnTo>
                    <a:pt x="173638" y="457178"/>
                  </a:lnTo>
                  <a:lnTo>
                    <a:pt x="173733" y="456985"/>
                  </a:lnTo>
                  <a:lnTo>
                    <a:pt x="174678" y="455632"/>
                  </a:lnTo>
                  <a:lnTo>
                    <a:pt x="175907" y="453699"/>
                  </a:lnTo>
                  <a:lnTo>
                    <a:pt x="177514" y="451282"/>
                  </a:lnTo>
                  <a:lnTo>
                    <a:pt x="177986" y="450509"/>
                  </a:lnTo>
                  <a:lnTo>
                    <a:pt x="179499" y="448286"/>
                  </a:lnTo>
                  <a:lnTo>
                    <a:pt x="179782" y="447803"/>
                  </a:lnTo>
                  <a:lnTo>
                    <a:pt x="181389" y="445193"/>
                  </a:lnTo>
                  <a:lnTo>
                    <a:pt x="182240" y="443936"/>
                  </a:lnTo>
                  <a:lnTo>
                    <a:pt x="182334" y="443646"/>
                  </a:lnTo>
                  <a:lnTo>
                    <a:pt x="183091" y="442680"/>
                  </a:lnTo>
                  <a:lnTo>
                    <a:pt x="183847" y="442197"/>
                  </a:lnTo>
                  <a:lnTo>
                    <a:pt x="184792" y="441520"/>
                  </a:lnTo>
                  <a:lnTo>
                    <a:pt x="185076" y="441520"/>
                  </a:lnTo>
                  <a:lnTo>
                    <a:pt x="189707" y="441617"/>
                  </a:lnTo>
                  <a:lnTo>
                    <a:pt x="189802" y="441037"/>
                  </a:lnTo>
                  <a:lnTo>
                    <a:pt x="190274" y="436107"/>
                  </a:lnTo>
                  <a:lnTo>
                    <a:pt x="190274" y="435624"/>
                  </a:lnTo>
                  <a:lnTo>
                    <a:pt x="190274" y="435334"/>
                  </a:lnTo>
                  <a:lnTo>
                    <a:pt x="190274" y="434368"/>
                  </a:lnTo>
                  <a:lnTo>
                    <a:pt x="190274" y="433111"/>
                  </a:lnTo>
                  <a:lnTo>
                    <a:pt x="190274" y="431275"/>
                  </a:lnTo>
                  <a:lnTo>
                    <a:pt x="190274" y="430791"/>
                  </a:lnTo>
                  <a:lnTo>
                    <a:pt x="190180" y="428085"/>
                  </a:lnTo>
                  <a:lnTo>
                    <a:pt x="190180" y="427505"/>
                  </a:lnTo>
                  <a:lnTo>
                    <a:pt x="190936" y="427408"/>
                  </a:lnTo>
                  <a:lnTo>
                    <a:pt x="191976" y="427312"/>
                  </a:lnTo>
                  <a:lnTo>
                    <a:pt x="192732" y="427215"/>
                  </a:lnTo>
                  <a:lnTo>
                    <a:pt x="193204" y="427215"/>
                  </a:lnTo>
                  <a:lnTo>
                    <a:pt x="196702" y="426828"/>
                  </a:lnTo>
                  <a:lnTo>
                    <a:pt x="197647" y="423929"/>
                  </a:lnTo>
                  <a:lnTo>
                    <a:pt x="198025" y="422479"/>
                  </a:lnTo>
                  <a:lnTo>
                    <a:pt x="198214" y="422092"/>
                  </a:lnTo>
                  <a:lnTo>
                    <a:pt x="201050" y="414070"/>
                  </a:lnTo>
                  <a:lnTo>
                    <a:pt x="201806" y="411847"/>
                  </a:lnTo>
                  <a:lnTo>
                    <a:pt x="202184" y="410977"/>
                  </a:lnTo>
                  <a:lnTo>
                    <a:pt x="202279" y="410687"/>
                  </a:lnTo>
                  <a:lnTo>
                    <a:pt x="203791" y="407014"/>
                  </a:lnTo>
                  <a:lnTo>
                    <a:pt x="205682" y="402471"/>
                  </a:lnTo>
                  <a:lnTo>
                    <a:pt x="205965" y="401795"/>
                  </a:lnTo>
                  <a:lnTo>
                    <a:pt x="209273" y="394739"/>
                  </a:lnTo>
                  <a:lnTo>
                    <a:pt x="210786" y="391743"/>
                  </a:lnTo>
                  <a:lnTo>
                    <a:pt x="211826" y="389906"/>
                  </a:lnTo>
                  <a:lnTo>
                    <a:pt x="212865" y="388360"/>
                  </a:lnTo>
                  <a:lnTo>
                    <a:pt x="213621" y="387200"/>
                  </a:lnTo>
                  <a:lnTo>
                    <a:pt x="213811" y="387007"/>
                  </a:lnTo>
                  <a:lnTo>
                    <a:pt x="213905" y="386717"/>
                  </a:lnTo>
                  <a:lnTo>
                    <a:pt x="215985" y="382754"/>
                  </a:lnTo>
                  <a:lnTo>
                    <a:pt x="216741" y="383140"/>
                  </a:lnTo>
                  <a:lnTo>
                    <a:pt x="217119" y="382367"/>
                  </a:lnTo>
                  <a:lnTo>
                    <a:pt x="217591" y="381401"/>
                  </a:lnTo>
                  <a:lnTo>
                    <a:pt x="218915" y="378694"/>
                  </a:lnTo>
                  <a:lnTo>
                    <a:pt x="220049" y="376471"/>
                  </a:lnTo>
                  <a:lnTo>
                    <a:pt x="220522" y="375408"/>
                  </a:lnTo>
                  <a:lnTo>
                    <a:pt x="221467" y="373571"/>
                  </a:lnTo>
                  <a:lnTo>
                    <a:pt x="223452" y="369415"/>
                  </a:lnTo>
                  <a:lnTo>
                    <a:pt x="224681" y="366999"/>
                  </a:lnTo>
                  <a:lnTo>
                    <a:pt x="224964" y="366516"/>
                  </a:lnTo>
                  <a:lnTo>
                    <a:pt x="225720" y="364969"/>
                  </a:lnTo>
                  <a:lnTo>
                    <a:pt x="228178" y="360136"/>
                  </a:lnTo>
                  <a:lnTo>
                    <a:pt x="228273" y="359750"/>
                  </a:lnTo>
                  <a:lnTo>
                    <a:pt x="228462" y="359363"/>
                  </a:lnTo>
                  <a:lnTo>
                    <a:pt x="229879" y="356753"/>
                  </a:lnTo>
                  <a:lnTo>
                    <a:pt x="230258" y="355980"/>
                  </a:lnTo>
                  <a:lnTo>
                    <a:pt x="230825" y="354820"/>
                  </a:lnTo>
                  <a:lnTo>
                    <a:pt x="231864" y="352984"/>
                  </a:lnTo>
                  <a:lnTo>
                    <a:pt x="232148" y="352597"/>
                  </a:lnTo>
                  <a:lnTo>
                    <a:pt x="233093" y="351341"/>
                  </a:lnTo>
                  <a:lnTo>
                    <a:pt x="233188" y="351147"/>
                  </a:lnTo>
                  <a:lnTo>
                    <a:pt x="233755" y="350664"/>
                  </a:lnTo>
                  <a:lnTo>
                    <a:pt x="234322" y="350084"/>
                  </a:lnTo>
                  <a:lnTo>
                    <a:pt x="234795" y="349698"/>
                  </a:lnTo>
                  <a:lnTo>
                    <a:pt x="235645" y="349311"/>
                  </a:lnTo>
                  <a:lnTo>
                    <a:pt x="236212" y="349118"/>
                  </a:lnTo>
                  <a:lnTo>
                    <a:pt x="234417" y="345928"/>
                  </a:lnTo>
                  <a:lnTo>
                    <a:pt x="233566" y="344962"/>
                  </a:lnTo>
                  <a:lnTo>
                    <a:pt x="233755" y="344768"/>
                  </a:lnTo>
                  <a:lnTo>
                    <a:pt x="234133" y="343995"/>
                  </a:lnTo>
                  <a:lnTo>
                    <a:pt x="234322" y="343608"/>
                  </a:lnTo>
                  <a:lnTo>
                    <a:pt x="235834" y="343415"/>
                  </a:lnTo>
                  <a:lnTo>
                    <a:pt x="241600" y="343028"/>
                  </a:lnTo>
                  <a:lnTo>
                    <a:pt x="268256" y="341192"/>
                  </a:lnTo>
                  <a:lnTo>
                    <a:pt x="272982" y="340805"/>
                  </a:lnTo>
                  <a:lnTo>
                    <a:pt x="275818" y="340612"/>
                  </a:lnTo>
                  <a:lnTo>
                    <a:pt x="283758" y="340032"/>
                  </a:lnTo>
                  <a:lnTo>
                    <a:pt x="291886" y="339452"/>
                  </a:lnTo>
                  <a:lnTo>
                    <a:pt x="297936" y="338969"/>
                  </a:lnTo>
                  <a:lnTo>
                    <a:pt x="299354" y="338872"/>
                  </a:lnTo>
                  <a:lnTo>
                    <a:pt x="299543" y="338872"/>
                  </a:lnTo>
                  <a:lnTo>
                    <a:pt x="310980" y="338099"/>
                  </a:lnTo>
                  <a:lnTo>
                    <a:pt x="319960" y="337422"/>
                  </a:lnTo>
                  <a:lnTo>
                    <a:pt x="322417" y="337326"/>
                  </a:lnTo>
                  <a:lnTo>
                    <a:pt x="325348" y="337036"/>
                  </a:lnTo>
                  <a:lnTo>
                    <a:pt x="334800" y="336359"/>
                  </a:lnTo>
                  <a:lnTo>
                    <a:pt x="344158" y="335683"/>
                  </a:lnTo>
                  <a:lnTo>
                    <a:pt x="349167" y="335296"/>
                  </a:lnTo>
                  <a:lnTo>
                    <a:pt x="352948" y="335006"/>
                  </a:lnTo>
                  <a:lnTo>
                    <a:pt x="371380" y="333750"/>
                  </a:lnTo>
                  <a:lnTo>
                    <a:pt x="375067" y="333556"/>
                  </a:lnTo>
                  <a:lnTo>
                    <a:pt x="378470" y="333266"/>
                  </a:lnTo>
                  <a:lnTo>
                    <a:pt x="378942" y="333266"/>
                  </a:lnTo>
                  <a:lnTo>
                    <a:pt x="379320" y="333170"/>
                  </a:lnTo>
                  <a:lnTo>
                    <a:pt x="378942" y="330463"/>
                  </a:lnTo>
                  <a:lnTo>
                    <a:pt x="378375" y="326404"/>
                  </a:lnTo>
                  <a:lnTo>
                    <a:pt x="377335" y="318768"/>
                  </a:lnTo>
                  <a:lnTo>
                    <a:pt x="377052" y="316642"/>
                  </a:lnTo>
                  <a:lnTo>
                    <a:pt x="376579" y="313452"/>
                  </a:lnTo>
                  <a:lnTo>
                    <a:pt x="375350" y="304656"/>
                  </a:lnTo>
                  <a:lnTo>
                    <a:pt x="373932" y="294411"/>
                  </a:lnTo>
                  <a:lnTo>
                    <a:pt x="373460" y="291608"/>
                  </a:lnTo>
                  <a:lnTo>
                    <a:pt x="372042" y="280686"/>
                  </a:lnTo>
                  <a:lnTo>
                    <a:pt x="372137" y="279913"/>
                  </a:lnTo>
                  <a:lnTo>
                    <a:pt x="370813" y="270247"/>
                  </a:lnTo>
                  <a:lnTo>
                    <a:pt x="370719" y="269764"/>
                  </a:lnTo>
                  <a:lnTo>
                    <a:pt x="370624" y="268991"/>
                  </a:lnTo>
                  <a:lnTo>
                    <a:pt x="370246" y="267058"/>
                  </a:lnTo>
                  <a:lnTo>
                    <a:pt x="370246" y="266671"/>
                  </a:lnTo>
                  <a:lnTo>
                    <a:pt x="369584" y="261838"/>
                  </a:lnTo>
                  <a:lnTo>
                    <a:pt x="369017" y="257585"/>
                  </a:lnTo>
                  <a:lnTo>
                    <a:pt x="367410" y="245793"/>
                  </a:lnTo>
                  <a:lnTo>
                    <a:pt x="364669" y="225109"/>
                  </a:lnTo>
                  <a:lnTo>
                    <a:pt x="364575" y="224143"/>
                  </a:lnTo>
                  <a:lnTo>
                    <a:pt x="364480" y="223659"/>
                  </a:lnTo>
                  <a:lnTo>
                    <a:pt x="364386" y="223369"/>
                  </a:lnTo>
                  <a:lnTo>
                    <a:pt x="363913" y="219407"/>
                  </a:lnTo>
                  <a:lnTo>
                    <a:pt x="363724" y="218440"/>
                  </a:lnTo>
                  <a:lnTo>
                    <a:pt x="363346" y="216797"/>
                  </a:lnTo>
                  <a:lnTo>
                    <a:pt x="362779" y="213221"/>
                  </a:lnTo>
                  <a:lnTo>
                    <a:pt x="361928" y="206455"/>
                  </a:lnTo>
                  <a:lnTo>
                    <a:pt x="361455" y="202492"/>
                  </a:lnTo>
                  <a:lnTo>
                    <a:pt x="361077" y="200076"/>
                  </a:lnTo>
                  <a:lnTo>
                    <a:pt x="360605" y="196016"/>
                  </a:lnTo>
                  <a:lnTo>
                    <a:pt x="360132" y="192923"/>
                  </a:lnTo>
                  <a:lnTo>
                    <a:pt x="358525" y="181228"/>
                  </a:lnTo>
                  <a:lnTo>
                    <a:pt x="358242" y="179005"/>
                  </a:lnTo>
                  <a:lnTo>
                    <a:pt x="356446" y="166053"/>
                  </a:lnTo>
                  <a:lnTo>
                    <a:pt x="356162" y="163637"/>
                  </a:lnTo>
                  <a:lnTo>
                    <a:pt x="355879" y="161993"/>
                  </a:lnTo>
                  <a:lnTo>
                    <a:pt x="353515" y="144306"/>
                  </a:lnTo>
                  <a:lnTo>
                    <a:pt x="352759" y="138796"/>
                  </a:lnTo>
                  <a:lnTo>
                    <a:pt x="351814" y="131547"/>
                  </a:lnTo>
                  <a:lnTo>
                    <a:pt x="351625" y="129711"/>
                  </a:lnTo>
                  <a:lnTo>
                    <a:pt x="351530" y="129131"/>
                  </a:lnTo>
                  <a:lnTo>
                    <a:pt x="351341" y="128068"/>
                  </a:lnTo>
                  <a:lnTo>
                    <a:pt x="351247" y="127874"/>
                  </a:lnTo>
                  <a:lnTo>
                    <a:pt x="350585" y="124685"/>
                  </a:lnTo>
                  <a:lnTo>
                    <a:pt x="350396" y="124105"/>
                  </a:lnTo>
                  <a:lnTo>
                    <a:pt x="349829" y="122075"/>
                  </a:lnTo>
                  <a:lnTo>
                    <a:pt x="349546" y="121205"/>
                  </a:lnTo>
                  <a:lnTo>
                    <a:pt x="348884" y="119272"/>
                  </a:lnTo>
                  <a:lnTo>
                    <a:pt x="347561" y="114826"/>
                  </a:lnTo>
                  <a:lnTo>
                    <a:pt x="346521" y="112119"/>
                  </a:lnTo>
                  <a:lnTo>
                    <a:pt x="345954" y="110670"/>
                  </a:lnTo>
                  <a:lnTo>
                    <a:pt x="345103" y="108447"/>
                  </a:lnTo>
                  <a:lnTo>
                    <a:pt x="344914" y="107867"/>
                  </a:lnTo>
                  <a:lnTo>
                    <a:pt x="344536" y="106997"/>
                  </a:lnTo>
                  <a:lnTo>
                    <a:pt x="343307" y="103517"/>
                  </a:lnTo>
                  <a:lnTo>
                    <a:pt x="342645" y="101874"/>
                  </a:lnTo>
                  <a:lnTo>
                    <a:pt x="342173" y="100617"/>
                  </a:lnTo>
                  <a:lnTo>
                    <a:pt x="341795" y="99264"/>
                  </a:lnTo>
                  <a:lnTo>
                    <a:pt x="341795" y="98878"/>
                  </a:lnTo>
                  <a:lnTo>
                    <a:pt x="341511" y="97235"/>
                  </a:lnTo>
                  <a:lnTo>
                    <a:pt x="341417" y="96268"/>
                  </a:lnTo>
                  <a:lnTo>
                    <a:pt x="341511" y="94721"/>
                  </a:lnTo>
                  <a:lnTo>
                    <a:pt x="341700" y="92788"/>
                  </a:lnTo>
                  <a:lnTo>
                    <a:pt x="341795" y="92498"/>
                  </a:lnTo>
                  <a:lnTo>
                    <a:pt x="342267" y="90759"/>
                  </a:lnTo>
                  <a:lnTo>
                    <a:pt x="342456" y="90275"/>
                  </a:lnTo>
                  <a:lnTo>
                    <a:pt x="342551" y="90082"/>
                  </a:lnTo>
                  <a:lnTo>
                    <a:pt x="342740" y="89599"/>
                  </a:lnTo>
                  <a:lnTo>
                    <a:pt x="342929" y="89115"/>
                  </a:lnTo>
                  <a:lnTo>
                    <a:pt x="343307" y="88439"/>
                  </a:lnTo>
                  <a:lnTo>
                    <a:pt x="343591" y="87859"/>
                  </a:lnTo>
                  <a:lnTo>
                    <a:pt x="344536" y="86409"/>
                  </a:lnTo>
                  <a:lnTo>
                    <a:pt x="345859" y="84863"/>
                  </a:lnTo>
                  <a:lnTo>
                    <a:pt x="349073" y="81383"/>
                  </a:lnTo>
                  <a:lnTo>
                    <a:pt x="350774" y="79643"/>
                  </a:lnTo>
                  <a:lnTo>
                    <a:pt x="351720" y="78870"/>
                  </a:lnTo>
                  <a:lnTo>
                    <a:pt x="352098" y="78483"/>
                  </a:lnTo>
                  <a:lnTo>
                    <a:pt x="354555" y="76067"/>
                  </a:lnTo>
                  <a:lnTo>
                    <a:pt x="355406" y="75197"/>
                  </a:lnTo>
                  <a:lnTo>
                    <a:pt x="357580" y="73071"/>
                  </a:lnTo>
                  <a:lnTo>
                    <a:pt x="358336" y="72298"/>
                  </a:lnTo>
                  <a:lnTo>
                    <a:pt x="361928" y="68721"/>
                  </a:lnTo>
                  <a:lnTo>
                    <a:pt x="365709" y="65145"/>
                  </a:lnTo>
                  <a:lnTo>
                    <a:pt x="367221" y="63695"/>
                  </a:lnTo>
                  <a:lnTo>
                    <a:pt x="367694" y="63212"/>
                  </a:lnTo>
                  <a:lnTo>
                    <a:pt x="367977" y="63019"/>
                  </a:lnTo>
                  <a:lnTo>
                    <a:pt x="370719" y="60216"/>
                  </a:lnTo>
                  <a:lnTo>
                    <a:pt x="372609" y="58476"/>
                  </a:lnTo>
                  <a:lnTo>
                    <a:pt x="373082" y="58089"/>
                  </a:lnTo>
                  <a:lnTo>
                    <a:pt x="377335" y="54030"/>
                  </a:lnTo>
                  <a:lnTo>
                    <a:pt x="381211" y="50260"/>
                  </a:lnTo>
                  <a:lnTo>
                    <a:pt x="382629" y="48907"/>
                  </a:lnTo>
                  <a:lnTo>
                    <a:pt x="384424" y="46877"/>
                  </a:lnTo>
                  <a:lnTo>
                    <a:pt x="386882" y="44171"/>
                  </a:lnTo>
                  <a:lnTo>
                    <a:pt x="389718" y="40691"/>
                  </a:lnTo>
                  <a:lnTo>
                    <a:pt x="392459" y="36922"/>
                  </a:lnTo>
                  <a:lnTo>
                    <a:pt x="394633" y="33346"/>
                  </a:lnTo>
                  <a:lnTo>
                    <a:pt x="396429" y="30349"/>
                  </a:lnTo>
                  <a:lnTo>
                    <a:pt x="398603" y="26773"/>
                  </a:lnTo>
                  <a:lnTo>
                    <a:pt x="399737" y="24743"/>
                  </a:lnTo>
                  <a:lnTo>
                    <a:pt x="408433" y="28416"/>
                  </a:lnTo>
                  <a:lnTo>
                    <a:pt x="410796" y="29189"/>
                  </a:lnTo>
                  <a:lnTo>
                    <a:pt x="411742" y="29576"/>
                  </a:lnTo>
                  <a:lnTo>
                    <a:pt x="411080" y="26870"/>
                  </a:lnTo>
                  <a:lnTo>
                    <a:pt x="411175" y="24357"/>
                  </a:lnTo>
                  <a:lnTo>
                    <a:pt x="411553" y="22423"/>
                  </a:lnTo>
                  <a:lnTo>
                    <a:pt x="412498" y="19524"/>
                  </a:lnTo>
                  <a:lnTo>
                    <a:pt x="413632" y="17881"/>
                  </a:lnTo>
                  <a:lnTo>
                    <a:pt x="414577" y="17107"/>
                  </a:lnTo>
                  <a:lnTo>
                    <a:pt x="415901" y="15851"/>
                  </a:lnTo>
                  <a:lnTo>
                    <a:pt x="418925" y="25033"/>
                  </a:lnTo>
                  <a:lnTo>
                    <a:pt x="419303" y="26676"/>
                  </a:lnTo>
                  <a:lnTo>
                    <a:pt x="420721" y="31799"/>
                  </a:lnTo>
                  <a:lnTo>
                    <a:pt x="420816" y="31992"/>
                  </a:lnTo>
                  <a:lnTo>
                    <a:pt x="421099" y="33635"/>
                  </a:lnTo>
                  <a:lnTo>
                    <a:pt x="421099" y="34022"/>
                  </a:lnTo>
                  <a:lnTo>
                    <a:pt x="421478" y="37018"/>
                  </a:lnTo>
                  <a:lnTo>
                    <a:pt x="421478" y="37212"/>
                  </a:lnTo>
                  <a:lnTo>
                    <a:pt x="421099" y="41658"/>
                  </a:lnTo>
                  <a:lnTo>
                    <a:pt x="420816" y="49970"/>
                  </a:lnTo>
                  <a:lnTo>
                    <a:pt x="420627" y="53643"/>
                  </a:lnTo>
                  <a:lnTo>
                    <a:pt x="420532" y="56446"/>
                  </a:lnTo>
                  <a:lnTo>
                    <a:pt x="420721" y="58476"/>
                  </a:lnTo>
                  <a:lnTo>
                    <a:pt x="420910" y="60022"/>
                  </a:lnTo>
                  <a:lnTo>
                    <a:pt x="421005" y="60216"/>
                  </a:lnTo>
                  <a:lnTo>
                    <a:pt x="421099" y="60506"/>
                  </a:lnTo>
                  <a:lnTo>
                    <a:pt x="421478" y="60796"/>
                  </a:lnTo>
                  <a:lnTo>
                    <a:pt x="421856" y="61859"/>
                  </a:lnTo>
                  <a:lnTo>
                    <a:pt x="422706" y="63695"/>
                  </a:lnTo>
                  <a:lnTo>
                    <a:pt x="423084" y="64758"/>
                  </a:lnTo>
                  <a:lnTo>
                    <a:pt x="423935" y="66112"/>
                  </a:lnTo>
                  <a:lnTo>
                    <a:pt x="424786" y="67561"/>
                  </a:lnTo>
                  <a:lnTo>
                    <a:pt x="425542" y="68721"/>
                  </a:lnTo>
                  <a:lnTo>
                    <a:pt x="426393" y="69978"/>
                  </a:lnTo>
                  <a:lnTo>
                    <a:pt x="427527" y="71718"/>
                  </a:lnTo>
                  <a:lnTo>
                    <a:pt x="428189" y="72877"/>
                  </a:lnTo>
                  <a:lnTo>
                    <a:pt x="428661" y="73747"/>
                  </a:lnTo>
                  <a:lnTo>
                    <a:pt x="428850" y="75004"/>
                  </a:lnTo>
                  <a:lnTo>
                    <a:pt x="429417" y="78193"/>
                  </a:lnTo>
                  <a:lnTo>
                    <a:pt x="429701" y="78193"/>
                  </a:lnTo>
                  <a:lnTo>
                    <a:pt x="430363" y="78097"/>
                  </a:lnTo>
                  <a:lnTo>
                    <a:pt x="431024" y="78000"/>
                  </a:lnTo>
                  <a:lnTo>
                    <a:pt x="431781" y="77904"/>
                  </a:lnTo>
                  <a:lnTo>
                    <a:pt x="432159" y="77807"/>
                  </a:lnTo>
                  <a:lnTo>
                    <a:pt x="432348" y="77807"/>
                  </a:lnTo>
                  <a:lnTo>
                    <a:pt x="434805" y="77420"/>
                  </a:lnTo>
                  <a:lnTo>
                    <a:pt x="436223" y="77130"/>
                  </a:lnTo>
                  <a:lnTo>
                    <a:pt x="438492" y="76840"/>
                  </a:lnTo>
                  <a:lnTo>
                    <a:pt x="438681" y="76744"/>
                  </a:lnTo>
                  <a:lnTo>
                    <a:pt x="444919" y="75970"/>
                  </a:lnTo>
                  <a:lnTo>
                    <a:pt x="445203" y="75874"/>
                  </a:lnTo>
                  <a:lnTo>
                    <a:pt x="445864" y="75777"/>
                  </a:lnTo>
                  <a:lnTo>
                    <a:pt x="446243" y="75680"/>
                  </a:lnTo>
                  <a:lnTo>
                    <a:pt x="447188" y="75584"/>
                  </a:lnTo>
                  <a:lnTo>
                    <a:pt x="450874" y="75197"/>
                  </a:lnTo>
                  <a:lnTo>
                    <a:pt x="451158" y="75197"/>
                  </a:lnTo>
                  <a:lnTo>
                    <a:pt x="451819" y="75101"/>
                  </a:lnTo>
                  <a:lnTo>
                    <a:pt x="452292" y="75101"/>
                  </a:lnTo>
                  <a:lnTo>
                    <a:pt x="452765" y="75101"/>
                  </a:lnTo>
                  <a:lnTo>
                    <a:pt x="453143" y="75101"/>
                  </a:lnTo>
                  <a:lnTo>
                    <a:pt x="453426" y="75487"/>
                  </a:lnTo>
                  <a:lnTo>
                    <a:pt x="453804" y="75874"/>
                  </a:lnTo>
                  <a:lnTo>
                    <a:pt x="454182" y="76260"/>
                  </a:lnTo>
                  <a:lnTo>
                    <a:pt x="454561" y="76550"/>
                  </a:lnTo>
                  <a:lnTo>
                    <a:pt x="455033" y="76840"/>
                  </a:lnTo>
                  <a:lnTo>
                    <a:pt x="455506" y="77034"/>
                  </a:lnTo>
                  <a:lnTo>
                    <a:pt x="455978" y="77130"/>
                  </a:lnTo>
                  <a:lnTo>
                    <a:pt x="456546" y="77227"/>
                  </a:lnTo>
                  <a:lnTo>
                    <a:pt x="457018" y="77227"/>
                  </a:lnTo>
                  <a:lnTo>
                    <a:pt x="457491" y="77227"/>
                  </a:lnTo>
                  <a:lnTo>
                    <a:pt x="458058" y="77130"/>
                  </a:lnTo>
                  <a:lnTo>
                    <a:pt x="458531" y="76937"/>
                  </a:lnTo>
                  <a:lnTo>
                    <a:pt x="459003" y="76744"/>
                  </a:lnTo>
                  <a:lnTo>
                    <a:pt x="459476" y="76454"/>
                  </a:lnTo>
                  <a:lnTo>
                    <a:pt x="459948" y="76067"/>
                  </a:lnTo>
                  <a:lnTo>
                    <a:pt x="460326" y="75680"/>
                  </a:lnTo>
                  <a:lnTo>
                    <a:pt x="460610" y="75294"/>
                  </a:lnTo>
                  <a:lnTo>
                    <a:pt x="460894" y="74907"/>
                  </a:lnTo>
                  <a:lnTo>
                    <a:pt x="461083" y="74521"/>
                  </a:lnTo>
                  <a:lnTo>
                    <a:pt x="461177" y="74134"/>
                  </a:lnTo>
                  <a:lnTo>
                    <a:pt x="461272" y="73651"/>
                  </a:lnTo>
                  <a:lnTo>
                    <a:pt x="461650" y="72781"/>
                  </a:lnTo>
                  <a:lnTo>
                    <a:pt x="461744" y="72587"/>
                  </a:lnTo>
                  <a:lnTo>
                    <a:pt x="461933" y="72104"/>
                  </a:lnTo>
                  <a:lnTo>
                    <a:pt x="462690" y="70074"/>
                  </a:lnTo>
                  <a:lnTo>
                    <a:pt x="463068" y="68915"/>
                  </a:lnTo>
                  <a:lnTo>
                    <a:pt x="464107" y="68238"/>
                  </a:lnTo>
                  <a:lnTo>
                    <a:pt x="470913" y="63695"/>
                  </a:lnTo>
                  <a:lnTo>
                    <a:pt x="475734" y="60312"/>
                  </a:lnTo>
                  <a:lnTo>
                    <a:pt x="477530" y="59056"/>
                  </a:lnTo>
                  <a:lnTo>
                    <a:pt x="478475" y="58476"/>
                  </a:lnTo>
                  <a:lnTo>
                    <a:pt x="478664" y="58283"/>
                  </a:lnTo>
                  <a:lnTo>
                    <a:pt x="479042" y="57896"/>
                  </a:lnTo>
                  <a:lnTo>
                    <a:pt x="480460" y="56833"/>
                  </a:lnTo>
                  <a:lnTo>
                    <a:pt x="481500" y="55866"/>
                  </a:lnTo>
                  <a:lnTo>
                    <a:pt x="482917" y="54416"/>
                  </a:lnTo>
                  <a:lnTo>
                    <a:pt x="483107" y="54320"/>
                  </a:lnTo>
                  <a:lnTo>
                    <a:pt x="483201" y="54126"/>
                  </a:lnTo>
                  <a:lnTo>
                    <a:pt x="485186" y="52097"/>
                  </a:lnTo>
                  <a:lnTo>
                    <a:pt x="486887" y="49584"/>
                  </a:lnTo>
                  <a:lnTo>
                    <a:pt x="487455" y="48907"/>
                  </a:lnTo>
                  <a:lnTo>
                    <a:pt x="487833" y="48230"/>
                  </a:lnTo>
                  <a:lnTo>
                    <a:pt x="490007" y="44751"/>
                  </a:lnTo>
                  <a:lnTo>
                    <a:pt x="491897" y="41658"/>
                  </a:lnTo>
                  <a:lnTo>
                    <a:pt x="494071" y="38082"/>
                  </a:lnTo>
                  <a:lnTo>
                    <a:pt x="494449" y="37502"/>
                  </a:lnTo>
                  <a:lnTo>
                    <a:pt x="494733" y="37018"/>
                  </a:lnTo>
                  <a:lnTo>
                    <a:pt x="495111" y="36438"/>
                  </a:lnTo>
                  <a:lnTo>
                    <a:pt x="495584" y="35665"/>
                  </a:lnTo>
                  <a:lnTo>
                    <a:pt x="496434" y="34409"/>
                  </a:lnTo>
                  <a:lnTo>
                    <a:pt x="497001" y="33539"/>
                  </a:lnTo>
                  <a:lnTo>
                    <a:pt x="498892" y="30832"/>
                  </a:lnTo>
                  <a:lnTo>
                    <a:pt x="499743" y="29673"/>
                  </a:lnTo>
                  <a:lnTo>
                    <a:pt x="501349" y="27643"/>
                  </a:lnTo>
                  <a:lnTo>
                    <a:pt x="503051" y="25710"/>
                  </a:lnTo>
                  <a:lnTo>
                    <a:pt x="504752" y="23777"/>
                  </a:lnTo>
                  <a:lnTo>
                    <a:pt x="506548" y="21940"/>
                  </a:lnTo>
                  <a:lnTo>
                    <a:pt x="508344" y="20104"/>
                  </a:lnTo>
                  <a:lnTo>
                    <a:pt x="510235" y="18267"/>
                  </a:lnTo>
                  <a:lnTo>
                    <a:pt x="512125" y="16528"/>
                  </a:lnTo>
                  <a:lnTo>
                    <a:pt x="514110" y="14884"/>
                  </a:lnTo>
                  <a:lnTo>
                    <a:pt x="516095" y="13241"/>
                  </a:lnTo>
                  <a:lnTo>
                    <a:pt x="518175" y="11695"/>
                  </a:lnTo>
                  <a:lnTo>
                    <a:pt x="519214" y="10922"/>
                  </a:lnTo>
                  <a:lnTo>
                    <a:pt x="520254" y="10148"/>
                  </a:lnTo>
                  <a:lnTo>
                    <a:pt x="522334" y="8698"/>
                  </a:lnTo>
                  <a:lnTo>
                    <a:pt x="524508" y="7345"/>
                  </a:lnTo>
                  <a:lnTo>
                    <a:pt x="525831" y="6669"/>
                  </a:lnTo>
                  <a:lnTo>
                    <a:pt x="529801" y="4929"/>
                  </a:lnTo>
                  <a:lnTo>
                    <a:pt x="531124" y="4349"/>
                  </a:lnTo>
                  <a:lnTo>
                    <a:pt x="531786" y="4059"/>
                  </a:lnTo>
                  <a:lnTo>
                    <a:pt x="533676" y="3382"/>
                  </a:lnTo>
                  <a:lnTo>
                    <a:pt x="535567" y="2802"/>
                  </a:lnTo>
                  <a:lnTo>
                    <a:pt x="537174" y="2319"/>
                  </a:lnTo>
                  <a:lnTo>
                    <a:pt x="542372" y="1063"/>
                  </a:lnTo>
                  <a:lnTo>
                    <a:pt x="543318" y="966"/>
                  </a:lnTo>
                  <a:lnTo>
                    <a:pt x="545303" y="579"/>
                  </a:lnTo>
                  <a:lnTo>
                    <a:pt x="547288" y="386"/>
                  </a:lnTo>
                  <a:lnTo>
                    <a:pt x="549273" y="193"/>
                  </a:lnTo>
                  <a:lnTo>
                    <a:pt x="551258" y="96"/>
                  </a:lnTo>
                  <a:lnTo>
                    <a:pt x="553243" y="0"/>
                  </a:lnTo>
                  <a:lnTo>
                    <a:pt x="55551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90234" y="4217345"/>
              <a:ext cx="321378" cy="236901"/>
            </a:xfrm>
            <a:custGeom>
              <a:avLst/>
              <a:pathLst>
                <a:path w="321378" h="236901">
                  <a:moveTo>
                    <a:pt x="93955" y="2029"/>
                  </a:moveTo>
                  <a:lnTo>
                    <a:pt x="94901" y="2126"/>
                  </a:lnTo>
                  <a:lnTo>
                    <a:pt x="95657" y="2319"/>
                  </a:lnTo>
                  <a:lnTo>
                    <a:pt x="101895" y="3286"/>
                  </a:lnTo>
                  <a:lnTo>
                    <a:pt x="103313" y="3576"/>
                  </a:lnTo>
                  <a:lnTo>
                    <a:pt x="103219" y="4156"/>
                  </a:lnTo>
                  <a:lnTo>
                    <a:pt x="103124" y="4929"/>
                  </a:lnTo>
                  <a:lnTo>
                    <a:pt x="102841" y="7345"/>
                  </a:lnTo>
                  <a:lnTo>
                    <a:pt x="102841" y="7732"/>
                  </a:lnTo>
                  <a:lnTo>
                    <a:pt x="102557" y="9568"/>
                  </a:lnTo>
                  <a:lnTo>
                    <a:pt x="102179" y="12468"/>
                  </a:lnTo>
                  <a:lnTo>
                    <a:pt x="102179" y="12855"/>
                  </a:lnTo>
                  <a:lnTo>
                    <a:pt x="102179" y="13048"/>
                  </a:lnTo>
                  <a:lnTo>
                    <a:pt x="102368" y="13338"/>
                  </a:lnTo>
                  <a:lnTo>
                    <a:pt x="102557" y="13725"/>
                  </a:lnTo>
                  <a:lnTo>
                    <a:pt x="102935" y="13918"/>
                  </a:lnTo>
                  <a:lnTo>
                    <a:pt x="104164" y="14594"/>
                  </a:lnTo>
                  <a:lnTo>
                    <a:pt x="105960" y="15658"/>
                  </a:lnTo>
                  <a:lnTo>
                    <a:pt x="106338" y="15851"/>
                  </a:lnTo>
                  <a:lnTo>
                    <a:pt x="106054" y="16431"/>
                  </a:lnTo>
                  <a:lnTo>
                    <a:pt x="105960" y="16721"/>
                  </a:lnTo>
                  <a:lnTo>
                    <a:pt x="104447" y="19620"/>
                  </a:lnTo>
                  <a:lnTo>
                    <a:pt x="104258" y="20104"/>
                  </a:lnTo>
                  <a:lnTo>
                    <a:pt x="103786" y="22037"/>
                  </a:lnTo>
                  <a:lnTo>
                    <a:pt x="103313" y="24840"/>
                  </a:lnTo>
                  <a:lnTo>
                    <a:pt x="102462" y="31799"/>
                  </a:lnTo>
                  <a:lnTo>
                    <a:pt x="102368" y="33346"/>
                  </a:lnTo>
                  <a:lnTo>
                    <a:pt x="102651" y="35279"/>
                  </a:lnTo>
                  <a:lnTo>
                    <a:pt x="104920" y="38468"/>
                  </a:lnTo>
                  <a:lnTo>
                    <a:pt x="113711" y="51130"/>
                  </a:lnTo>
                  <a:lnTo>
                    <a:pt x="113900" y="51517"/>
                  </a:lnTo>
                  <a:lnTo>
                    <a:pt x="117492" y="56639"/>
                  </a:lnTo>
                  <a:lnTo>
                    <a:pt x="119382" y="59346"/>
                  </a:lnTo>
                  <a:lnTo>
                    <a:pt x="122407" y="58766"/>
                  </a:lnTo>
                  <a:lnTo>
                    <a:pt x="124014" y="58476"/>
                  </a:lnTo>
                  <a:lnTo>
                    <a:pt x="129496" y="57509"/>
                  </a:lnTo>
                  <a:lnTo>
                    <a:pt x="130914" y="57219"/>
                  </a:lnTo>
                  <a:lnTo>
                    <a:pt x="139799" y="55576"/>
                  </a:lnTo>
                  <a:lnTo>
                    <a:pt x="142918" y="54996"/>
                  </a:lnTo>
                  <a:lnTo>
                    <a:pt x="145187" y="54610"/>
                  </a:lnTo>
                  <a:lnTo>
                    <a:pt x="149346" y="53836"/>
                  </a:lnTo>
                  <a:lnTo>
                    <a:pt x="159743" y="51903"/>
                  </a:lnTo>
                  <a:lnTo>
                    <a:pt x="160121" y="53836"/>
                  </a:lnTo>
                  <a:lnTo>
                    <a:pt x="160500" y="55769"/>
                  </a:lnTo>
                  <a:lnTo>
                    <a:pt x="161161" y="57509"/>
                  </a:lnTo>
                  <a:lnTo>
                    <a:pt x="161445" y="58089"/>
                  </a:lnTo>
                  <a:lnTo>
                    <a:pt x="161445" y="58379"/>
                  </a:lnTo>
                  <a:lnTo>
                    <a:pt x="162768" y="64952"/>
                  </a:lnTo>
                  <a:lnTo>
                    <a:pt x="164186" y="71718"/>
                  </a:lnTo>
                  <a:lnTo>
                    <a:pt x="164186" y="71911"/>
                  </a:lnTo>
                  <a:lnTo>
                    <a:pt x="164564" y="73844"/>
                  </a:lnTo>
                  <a:lnTo>
                    <a:pt x="165037" y="76357"/>
                  </a:lnTo>
                  <a:lnTo>
                    <a:pt x="165131" y="76840"/>
                  </a:lnTo>
                  <a:lnTo>
                    <a:pt x="165698" y="79547"/>
                  </a:lnTo>
                  <a:lnTo>
                    <a:pt x="165887" y="80320"/>
                  </a:lnTo>
                  <a:lnTo>
                    <a:pt x="165982" y="80513"/>
                  </a:lnTo>
                  <a:lnTo>
                    <a:pt x="166171" y="80610"/>
                  </a:lnTo>
                  <a:lnTo>
                    <a:pt x="166549" y="80900"/>
                  </a:lnTo>
                  <a:lnTo>
                    <a:pt x="166738" y="81093"/>
                  </a:lnTo>
                  <a:lnTo>
                    <a:pt x="167116" y="85539"/>
                  </a:lnTo>
                  <a:lnTo>
                    <a:pt x="167305" y="87182"/>
                  </a:lnTo>
                  <a:lnTo>
                    <a:pt x="167494" y="89599"/>
                  </a:lnTo>
                  <a:lnTo>
                    <a:pt x="167967" y="95108"/>
                  </a:lnTo>
                  <a:lnTo>
                    <a:pt x="168439" y="101004"/>
                  </a:lnTo>
                  <a:lnTo>
                    <a:pt x="180917" y="100038"/>
                  </a:lnTo>
                  <a:lnTo>
                    <a:pt x="185170" y="99748"/>
                  </a:lnTo>
                  <a:lnTo>
                    <a:pt x="186399" y="99651"/>
                  </a:lnTo>
                  <a:lnTo>
                    <a:pt x="200294" y="98781"/>
                  </a:lnTo>
                  <a:lnTo>
                    <a:pt x="201428" y="98684"/>
                  </a:lnTo>
                  <a:lnTo>
                    <a:pt x="201617" y="98588"/>
                  </a:lnTo>
                  <a:lnTo>
                    <a:pt x="213149" y="97814"/>
                  </a:lnTo>
                  <a:lnTo>
                    <a:pt x="226855" y="96848"/>
                  </a:lnTo>
                  <a:lnTo>
                    <a:pt x="228462" y="96751"/>
                  </a:lnTo>
                  <a:lnTo>
                    <a:pt x="237063" y="96171"/>
                  </a:lnTo>
                  <a:lnTo>
                    <a:pt x="237914" y="96171"/>
                  </a:lnTo>
                  <a:lnTo>
                    <a:pt x="254455" y="95108"/>
                  </a:lnTo>
                  <a:lnTo>
                    <a:pt x="256913" y="94915"/>
                  </a:lnTo>
                  <a:lnTo>
                    <a:pt x="257480" y="94818"/>
                  </a:lnTo>
                  <a:lnTo>
                    <a:pt x="266838" y="94142"/>
                  </a:lnTo>
                  <a:lnTo>
                    <a:pt x="276290" y="93465"/>
                  </a:lnTo>
                  <a:lnTo>
                    <a:pt x="313910" y="90952"/>
                  </a:lnTo>
                  <a:lnTo>
                    <a:pt x="318447" y="90565"/>
                  </a:lnTo>
                  <a:lnTo>
                    <a:pt x="319676" y="90469"/>
                  </a:lnTo>
                  <a:lnTo>
                    <a:pt x="319487" y="90855"/>
                  </a:lnTo>
                  <a:lnTo>
                    <a:pt x="319109" y="91629"/>
                  </a:lnTo>
                  <a:lnTo>
                    <a:pt x="318920" y="91822"/>
                  </a:lnTo>
                  <a:lnTo>
                    <a:pt x="319771" y="92788"/>
                  </a:lnTo>
                  <a:lnTo>
                    <a:pt x="321378" y="96075"/>
                  </a:lnTo>
                  <a:lnTo>
                    <a:pt x="321000" y="96171"/>
                  </a:lnTo>
                  <a:lnTo>
                    <a:pt x="320149" y="96558"/>
                  </a:lnTo>
                  <a:lnTo>
                    <a:pt x="319676" y="96945"/>
                  </a:lnTo>
                  <a:lnTo>
                    <a:pt x="319109" y="97524"/>
                  </a:lnTo>
                  <a:lnTo>
                    <a:pt x="318542" y="98008"/>
                  </a:lnTo>
                  <a:lnTo>
                    <a:pt x="318447" y="98201"/>
                  </a:lnTo>
                  <a:lnTo>
                    <a:pt x="317502" y="99458"/>
                  </a:lnTo>
                  <a:lnTo>
                    <a:pt x="317219" y="99844"/>
                  </a:lnTo>
                  <a:lnTo>
                    <a:pt x="316179" y="101681"/>
                  </a:lnTo>
                  <a:lnTo>
                    <a:pt x="315612" y="102841"/>
                  </a:lnTo>
                  <a:lnTo>
                    <a:pt x="315234" y="103614"/>
                  </a:lnTo>
                  <a:lnTo>
                    <a:pt x="313816" y="106223"/>
                  </a:lnTo>
                  <a:lnTo>
                    <a:pt x="313627" y="106610"/>
                  </a:lnTo>
                  <a:lnTo>
                    <a:pt x="313532" y="106997"/>
                  </a:lnTo>
                  <a:lnTo>
                    <a:pt x="311075" y="111926"/>
                  </a:lnTo>
                  <a:lnTo>
                    <a:pt x="310318" y="113376"/>
                  </a:lnTo>
                  <a:lnTo>
                    <a:pt x="310035" y="113859"/>
                  </a:lnTo>
                  <a:lnTo>
                    <a:pt x="308806" y="116372"/>
                  </a:lnTo>
                  <a:lnTo>
                    <a:pt x="306727" y="120528"/>
                  </a:lnTo>
                  <a:lnTo>
                    <a:pt x="305876" y="122268"/>
                  </a:lnTo>
                  <a:lnTo>
                    <a:pt x="305403" y="123331"/>
                  </a:lnTo>
                  <a:lnTo>
                    <a:pt x="304269" y="125554"/>
                  </a:lnTo>
                  <a:lnTo>
                    <a:pt x="302946" y="128261"/>
                  </a:lnTo>
                  <a:lnTo>
                    <a:pt x="302473" y="129227"/>
                  </a:lnTo>
                  <a:lnTo>
                    <a:pt x="302095" y="130001"/>
                  </a:lnTo>
                  <a:lnTo>
                    <a:pt x="301339" y="129614"/>
                  </a:lnTo>
                  <a:lnTo>
                    <a:pt x="299259" y="133577"/>
                  </a:lnTo>
                  <a:lnTo>
                    <a:pt x="299165" y="133867"/>
                  </a:lnTo>
                  <a:lnTo>
                    <a:pt x="298976" y="134060"/>
                  </a:lnTo>
                  <a:lnTo>
                    <a:pt x="298220" y="135220"/>
                  </a:lnTo>
                  <a:lnTo>
                    <a:pt x="297180" y="136766"/>
                  </a:lnTo>
                  <a:lnTo>
                    <a:pt x="296140" y="138603"/>
                  </a:lnTo>
                  <a:lnTo>
                    <a:pt x="294628" y="141599"/>
                  </a:lnTo>
                  <a:lnTo>
                    <a:pt x="291319" y="148655"/>
                  </a:lnTo>
                  <a:lnTo>
                    <a:pt x="291036" y="149332"/>
                  </a:lnTo>
                  <a:lnTo>
                    <a:pt x="289145" y="153874"/>
                  </a:lnTo>
                  <a:lnTo>
                    <a:pt x="287633" y="157547"/>
                  </a:lnTo>
                  <a:lnTo>
                    <a:pt x="287538" y="157837"/>
                  </a:lnTo>
                  <a:lnTo>
                    <a:pt x="287160" y="158707"/>
                  </a:lnTo>
                  <a:lnTo>
                    <a:pt x="286404" y="160930"/>
                  </a:lnTo>
                  <a:lnTo>
                    <a:pt x="283568" y="168953"/>
                  </a:lnTo>
                  <a:lnTo>
                    <a:pt x="283379" y="169339"/>
                  </a:lnTo>
                  <a:lnTo>
                    <a:pt x="283001" y="170789"/>
                  </a:lnTo>
                  <a:lnTo>
                    <a:pt x="282056" y="173689"/>
                  </a:lnTo>
                  <a:lnTo>
                    <a:pt x="278559" y="174075"/>
                  </a:lnTo>
                  <a:lnTo>
                    <a:pt x="278086" y="174075"/>
                  </a:lnTo>
                  <a:lnTo>
                    <a:pt x="277330" y="174172"/>
                  </a:lnTo>
                  <a:lnTo>
                    <a:pt x="276290" y="174269"/>
                  </a:lnTo>
                  <a:lnTo>
                    <a:pt x="275534" y="174365"/>
                  </a:lnTo>
                  <a:lnTo>
                    <a:pt x="275534" y="174945"/>
                  </a:lnTo>
                  <a:lnTo>
                    <a:pt x="275629" y="177652"/>
                  </a:lnTo>
                  <a:lnTo>
                    <a:pt x="275629" y="178135"/>
                  </a:lnTo>
                  <a:lnTo>
                    <a:pt x="275629" y="179971"/>
                  </a:lnTo>
                  <a:lnTo>
                    <a:pt x="275629" y="181228"/>
                  </a:lnTo>
                  <a:lnTo>
                    <a:pt x="275629" y="182194"/>
                  </a:lnTo>
                  <a:lnTo>
                    <a:pt x="275629" y="182484"/>
                  </a:lnTo>
                  <a:lnTo>
                    <a:pt x="275629" y="182968"/>
                  </a:lnTo>
                  <a:lnTo>
                    <a:pt x="275156" y="187897"/>
                  </a:lnTo>
                  <a:lnTo>
                    <a:pt x="275061" y="188477"/>
                  </a:lnTo>
                  <a:lnTo>
                    <a:pt x="270430" y="188380"/>
                  </a:lnTo>
                  <a:lnTo>
                    <a:pt x="270146" y="188380"/>
                  </a:lnTo>
                  <a:lnTo>
                    <a:pt x="269201" y="189057"/>
                  </a:lnTo>
                  <a:lnTo>
                    <a:pt x="268445" y="189540"/>
                  </a:lnTo>
                  <a:lnTo>
                    <a:pt x="267689" y="190507"/>
                  </a:lnTo>
                  <a:lnTo>
                    <a:pt x="267594" y="190797"/>
                  </a:lnTo>
                  <a:lnTo>
                    <a:pt x="266743" y="192053"/>
                  </a:lnTo>
                  <a:lnTo>
                    <a:pt x="265136" y="194663"/>
                  </a:lnTo>
                  <a:lnTo>
                    <a:pt x="264853" y="195146"/>
                  </a:lnTo>
                  <a:lnTo>
                    <a:pt x="263341" y="197369"/>
                  </a:lnTo>
                  <a:lnTo>
                    <a:pt x="262868" y="198142"/>
                  </a:lnTo>
                  <a:lnTo>
                    <a:pt x="261261" y="200559"/>
                  </a:lnTo>
                  <a:lnTo>
                    <a:pt x="260032" y="202492"/>
                  </a:lnTo>
                  <a:lnTo>
                    <a:pt x="259087" y="203845"/>
                  </a:lnTo>
                  <a:lnTo>
                    <a:pt x="258992" y="204038"/>
                  </a:lnTo>
                  <a:lnTo>
                    <a:pt x="258142" y="205198"/>
                  </a:lnTo>
                  <a:lnTo>
                    <a:pt x="256629" y="207518"/>
                  </a:lnTo>
                  <a:lnTo>
                    <a:pt x="255779" y="208388"/>
                  </a:lnTo>
                  <a:lnTo>
                    <a:pt x="254833" y="209354"/>
                  </a:lnTo>
                  <a:lnTo>
                    <a:pt x="254644" y="209741"/>
                  </a:lnTo>
                  <a:lnTo>
                    <a:pt x="253132" y="212254"/>
                  </a:lnTo>
                  <a:lnTo>
                    <a:pt x="252659" y="213027"/>
                  </a:lnTo>
                  <a:lnTo>
                    <a:pt x="252187" y="213704"/>
                  </a:lnTo>
                  <a:lnTo>
                    <a:pt x="251147" y="215250"/>
                  </a:lnTo>
                  <a:lnTo>
                    <a:pt x="250864" y="215637"/>
                  </a:lnTo>
                  <a:lnTo>
                    <a:pt x="250013" y="216604"/>
                  </a:lnTo>
                  <a:lnTo>
                    <a:pt x="248784" y="217667"/>
                  </a:lnTo>
                  <a:lnTo>
                    <a:pt x="246705" y="219213"/>
                  </a:lnTo>
                  <a:lnTo>
                    <a:pt x="246232" y="219503"/>
                  </a:lnTo>
                  <a:lnTo>
                    <a:pt x="244058" y="221243"/>
                  </a:lnTo>
                  <a:lnTo>
                    <a:pt x="243680" y="221533"/>
                  </a:lnTo>
                  <a:lnTo>
                    <a:pt x="242545" y="222500"/>
                  </a:lnTo>
                  <a:lnTo>
                    <a:pt x="241695" y="223176"/>
                  </a:lnTo>
                  <a:lnTo>
                    <a:pt x="240844" y="223853"/>
                  </a:lnTo>
                  <a:lnTo>
                    <a:pt x="239804" y="224723"/>
                  </a:lnTo>
                  <a:lnTo>
                    <a:pt x="239237" y="225303"/>
                  </a:lnTo>
                  <a:lnTo>
                    <a:pt x="238576" y="225979"/>
                  </a:lnTo>
                  <a:lnTo>
                    <a:pt x="238103" y="226559"/>
                  </a:lnTo>
                  <a:lnTo>
                    <a:pt x="237725" y="227139"/>
                  </a:lnTo>
                  <a:lnTo>
                    <a:pt x="237158" y="228299"/>
                  </a:lnTo>
                  <a:lnTo>
                    <a:pt x="236969" y="229169"/>
                  </a:lnTo>
                  <a:lnTo>
                    <a:pt x="236685" y="230425"/>
                  </a:lnTo>
                  <a:lnTo>
                    <a:pt x="236118" y="231972"/>
                  </a:lnTo>
                  <a:lnTo>
                    <a:pt x="235551" y="233615"/>
                  </a:lnTo>
                  <a:lnTo>
                    <a:pt x="234795" y="234871"/>
                  </a:lnTo>
                  <a:lnTo>
                    <a:pt x="233849" y="235741"/>
                  </a:lnTo>
                  <a:lnTo>
                    <a:pt x="233282" y="236128"/>
                  </a:lnTo>
                  <a:lnTo>
                    <a:pt x="232999" y="236418"/>
                  </a:lnTo>
                  <a:lnTo>
                    <a:pt x="232337" y="236901"/>
                  </a:lnTo>
                  <a:lnTo>
                    <a:pt x="231486" y="235548"/>
                  </a:lnTo>
                  <a:lnTo>
                    <a:pt x="229785" y="233035"/>
                  </a:lnTo>
                  <a:lnTo>
                    <a:pt x="228745" y="231392"/>
                  </a:lnTo>
                  <a:lnTo>
                    <a:pt x="228556" y="231198"/>
                  </a:lnTo>
                  <a:lnTo>
                    <a:pt x="225531" y="226462"/>
                  </a:lnTo>
                  <a:lnTo>
                    <a:pt x="214850" y="210321"/>
                  </a:lnTo>
                  <a:lnTo>
                    <a:pt x="211920" y="205682"/>
                  </a:lnTo>
                  <a:lnTo>
                    <a:pt x="207005" y="198142"/>
                  </a:lnTo>
                  <a:lnTo>
                    <a:pt x="205398" y="195629"/>
                  </a:lnTo>
                  <a:lnTo>
                    <a:pt x="204925" y="195049"/>
                  </a:lnTo>
                  <a:lnTo>
                    <a:pt x="200766" y="188767"/>
                  </a:lnTo>
                  <a:lnTo>
                    <a:pt x="198498" y="185384"/>
                  </a:lnTo>
                  <a:lnTo>
                    <a:pt x="193488" y="177942"/>
                  </a:lnTo>
                  <a:lnTo>
                    <a:pt x="192826" y="176878"/>
                  </a:lnTo>
                  <a:lnTo>
                    <a:pt x="189329" y="171659"/>
                  </a:lnTo>
                  <a:lnTo>
                    <a:pt x="188573" y="170499"/>
                  </a:lnTo>
                  <a:lnTo>
                    <a:pt x="185926" y="166536"/>
                  </a:lnTo>
                  <a:lnTo>
                    <a:pt x="185454" y="165956"/>
                  </a:lnTo>
                  <a:lnTo>
                    <a:pt x="185076" y="165376"/>
                  </a:lnTo>
                  <a:lnTo>
                    <a:pt x="180917" y="159190"/>
                  </a:lnTo>
                  <a:lnTo>
                    <a:pt x="178081" y="154938"/>
                  </a:lnTo>
                  <a:lnTo>
                    <a:pt x="176852" y="153005"/>
                  </a:lnTo>
                  <a:lnTo>
                    <a:pt x="176757" y="152811"/>
                  </a:lnTo>
                  <a:lnTo>
                    <a:pt x="174300" y="149235"/>
                  </a:lnTo>
                  <a:lnTo>
                    <a:pt x="173071" y="147592"/>
                  </a:lnTo>
                  <a:lnTo>
                    <a:pt x="172788" y="147012"/>
                  </a:lnTo>
                  <a:lnTo>
                    <a:pt x="172315" y="146239"/>
                  </a:lnTo>
                  <a:lnTo>
                    <a:pt x="170141" y="142856"/>
                  </a:lnTo>
                  <a:lnTo>
                    <a:pt x="168723" y="140633"/>
                  </a:lnTo>
                  <a:lnTo>
                    <a:pt x="168534" y="140439"/>
                  </a:lnTo>
                  <a:lnTo>
                    <a:pt x="167022" y="137926"/>
                  </a:lnTo>
                  <a:lnTo>
                    <a:pt x="164280" y="133577"/>
                  </a:lnTo>
                  <a:lnTo>
                    <a:pt x="163619" y="132610"/>
                  </a:lnTo>
                  <a:lnTo>
                    <a:pt x="162957" y="133094"/>
                  </a:lnTo>
                  <a:lnTo>
                    <a:pt x="162106" y="133673"/>
                  </a:lnTo>
                  <a:lnTo>
                    <a:pt x="161161" y="134253"/>
                  </a:lnTo>
                  <a:lnTo>
                    <a:pt x="156624" y="137250"/>
                  </a:lnTo>
                  <a:lnTo>
                    <a:pt x="154639" y="138603"/>
                  </a:lnTo>
                  <a:lnTo>
                    <a:pt x="151898" y="140343"/>
                  </a:lnTo>
                  <a:lnTo>
                    <a:pt x="151236" y="140826"/>
                  </a:lnTo>
                  <a:lnTo>
                    <a:pt x="151047" y="140923"/>
                  </a:lnTo>
                  <a:lnTo>
                    <a:pt x="150669" y="141213"/>
                  </a:lnTo>
                  <a:lnTo>
                    <a:pt x="149913" y="141696"/>
                  </a:lnTo>
                  <a:lnTo>
                    <a:pt x="147361" y="143339"/>
                  </a:lnTo>
                  <a:lnTo>
                    <a:pt x="146699" y="143726"/>
                  </a:lnTo>
                  <a:lnTo>
                    <a:pt x="140366" y="147882"/>
                  </a:lnTo>
                  <a:lnTo>
                    <a:pt x="137436" y="149912"/>
                  </a:lnTo>
                  <a:lnTo>
                    <a:pt x="136680" y="150395"/>
                  </a:lnTo>
                  <a:lnTo>
                    <a:pt x="135924" y="150878"/>
                  </a:lnTo>
                  <a:lnTo>
                    <a:pt x="134506" y="152135"/>
                  </a:lnTo>
                  <a:lnTo>
                    <a:pt x="134411" y="152521"/>
                  </a:lnTo>
                  <a:lnTo>
                    <a:pt x="134222" y="153778"/>
                  </a:lnTo>
                  <a:lnTo>
                    <a:pt x="134128" y="155518"/>
                  </a:lnTo>
                  <a:lnTo>
                    <a:pt x="134128" y="158031"/>
                  </a:lnTo>
                  <a:lnTo>
                    <a:pt x="134128" y="158900"/>
                  </a:lnTo>
                  <a:lnTo>
                    <a:pt x="134222" y="162477"/>
                  </a:lnTo>
                  <a:lnTo>
                    <a:pt x="128267" y="162767"/>
                  </a:lnTo>
                  <a:lnTo>
                    <a:pt x="128456" y="167889"/>
                  </a:lnTo>
                  <a:lnTo>
                    <a:pt x="120611" y="167986"/>
                  </a:lnTo>
                  <a:lnTo>
                    <a:pt x="119949" y="167986"/>
                  </a:lnTo>
                  <a:lnTo>
                    <a:pt x="107756" y="168276"/>
                  </a:lnTo>
                  <a:lnTo>
                    <a:pt x="95468" y="168566"/>
                  </a:lnTo>
                  <a:lnTo>
                    <a:pt x="95751" y="180068"/>
                  </a:lnTo>
                  <a:lnTo>
                    <a:pt x="91687" y="180068"/>
                  </a:lnTo>
                  <a:lnTo>
                    <a:pt x="88000" y="180165"/>
                  </a:lnTo>
                  <a:lnTo>
                    <a:pt x="86583" y="180165"/>
                  </a:lnTo>
                  <a:lnTo>
                    <a:pt x="86583" y="169146"/>
                  </a:lnTo>
                  <a:lnTo>
                    <a:pt x="85448" y="169243"/>
                  </a:lnTo>
                  <a:lnTo>
                    <a:pt x="78454" y="169726"/>
                  </a:lnTo>
                  <a:lnTo>
                    <a:pt x="77225" y="169823"/>
                  </a:lnTo>
                  <a:lnTo>
                    <a:pt x="58698" y="170886"/>
                  </a:lnTo>
                  <a:lnTo>
                    <a:pt x="57659" y="170982"/>
                  </a:lnTo>
                  <a:lnTo>
                    <a:pt x="48017" y="171659"/>
                  </a:lnTo>
                  <a:lnTo>
                    <a:pt x="37903" y="172336"/>
                  </a:lnTo>
                  <a:lnTo>
                    <a:pt x="30909" y="172915"/>
                  </a:lnTo>
                  <a:lnTo>
                    <a:pt x="30058" y="172336"/>
                  </a:lnTo>
                  <a:lnTo>
                    <a:pt x="28451" y="171176"/>
                  </a:lnTo>
                  <a:lnTo>
                    <a:pt x="25710" y="169243"/>
                  </a:lnTo>
                  <a:lnTo>
                    <a:pt x="23725" y="167793"/>
                  </a:lnTo>
                  <a:lnTo>
                    <a:pt x="23536" y="167696"/>
                  </a:lnTo>
                  <a:lnTo>
                    <a:pt x="22212" y="167213"/>
                  </a:lnTo>
                  <a:lnTo>
                    <a:pt x="20984" y="166826"/>
                  </a:lnTo>
                  <a:lnTo>
                    <a:pt x="19377" y="166730"/>
                  </a:lnTo>
                  <a:lnTo>
                    <a:pt x="19188" y="166730"/>
                  </a:lnTo>
                  <a:lnTo>
                    <a:pt x="18148" y="166730"/>
                  </a:lnTo>
                  <a:lnTo>
                    <a:pt x="16636" y="166633"/>
                  </a:lnTo>
                  <a:lnTo>
                    <a:pt x="16068" y="166633"/>
                  </a:lnTo>
                  <a:lnTo>
                    <a:pt x="14083" y="166633"/>
                  </a:lnTo>
                  <a:lnTo>
                    <a:pt x="13705" y="165376"/>
                  </a:lnTo>
                  <a:lnTo>
                    <a:pt x="13044" y="161124"/>
                  </a:lnTo>
                  <a:lnTo>
                    <a:pt x="12666" y="159480"/>
                  </a:lnTo>
                  <a:lnTo>
                    <a:pt x="12477" y="158321"/>
                  </a:lnTo>
                  <a:lnTo>
                    <a:pt x="12004" y="155904"/>
                  </a:lnTo>
                  <a:lnTo>
                    <a:pt x="11531" y="153101"/>
                  </a:lnTo>
                  <a:lnTo>
                    <a:pt x="11531" y="152715"/>
                  </a:lnTo>
                  <a:lnTo>
                    <a:pt x="11342" y="150491"/>
                  </a:lnTo>
                  <a:lnTo>
                    <a:pt x="11248" y="148172"/>
                  </a:lnTo>
                  <a:lnTo>
                    <a:pt x="11153" y="145852"/>
                  </a:lnTo>
                  <a:lnTo>
                    <a:pt x="11437" y="142662"/>
                  </a:lnTo>
                  <a:lnTo>
                    <a:pt x="11626" y="140246"/>
                  </a:lnTo>
                  <a:lnTo>
                    <a:pt x="12004" y="135317"/>
                  </a:lnTo>
                  <a:lnTo>
                    <a:pt x="12855" y="123911"/>
                  </a:lnTo>
                  <a:lnTo>
                    <a:pt x="13044" y="120142"/>
                  </a:lnTo>
                  <a:lnTo>
                    <a:pt x="13233" y="116469"/>
                  </a:lnTo>
                  <a:lnTo>
                    <a:pt x="13327" y="114053"/>
                  </a:lnTo>
                  <a:lnTo>
                    <a:pt x="13327" y="112023"/>
                  </a:lnTo>
                  <a:lnTo>
                    <a:pt x="13233" y="109510"/>
                  </a:lnTo>
                  <a:lnTo>
                    <a:pt x="13233" y="107190"/>
                  </a:lnTo>
                  <a:lnTo>
                    <a:pt x="13138" y="103807"/>
                  </a:lnTo>
                  <a:lnTo>
                    <a:pt x="13044" y="101487"/>
                  </a:lnTo>
                  <a:lnTo>
                    <a:pt x="12949" y="100714"/>
                  </a:lnTo>
                  <a:lnTo>
                    <a:pt x="12193" y="91049"/>
                  </a:lnTo>
                  <a:lnTo>
                    <a:pt x="11626" y="86409"/>
                  </a:lnTo>
                  <a:lnTo>
                    <a:pt x="11437" y="83316"/>
                  </a:lnTo>
                  <a:lnTo>
                    <a:pt x="11248" y="81480"/>
                  </a:lnTo>
                  <a:lnTo>
                    <a:pt x="11248" y="81190"/>
                  </a:lnTo>
                  <a:lnTo>
                    <a:pt x="10113" y="71331"/>
                  </a:lnTo>
                  <a:lnTo>
                    <a:pt x="9357" y="64758"/>
                  </a:lnTo>
                  <a:lnTo>
                    <a:pt x="8885" y="62342"/>
                  </a:lnTo>
                  <a:lnTo>
                    <a:pt x="8318" y="59442"/>
                  </a:lnTo>
                  <a:lnTo>
                    <a:pt x="7372" y="56639"/>
                  </a:lnTo>
                  <a:lnTo>
                    <a:pt x="4064" y="48810"/>
                  </a:lnTo>
                  <a:lnTo>
                    <a:pt x="3591" y="47360"/>
                  </a:lnTo>
                  <a:lnTo>
                    <a:pt x="2268" y="43688"/>
                  </a:lnTo>
                  <a:lnTo>
                    <a:pt x="1512" y="41658"/>
                  </a:lnTo>
                  <a:lnTo>
                    <a:pt x="1039" y="40111"/>
                  </a:lnTo>
                  <a:lnTo>
                    <a:pt x="850" y="39048"/>
                  </a:lnTo>
                  <a:lnTo>
                    <a:pt x="756" y="38468"/>
                  </a:lnTo>
                  <a:lnTo>
                    <a:pt x="472" y="36632"/>
                  </a:lnTo>
                  <a:lnTo>
                    <a:pt x="189" y="34119"/>
                  </a:lnTo>
                  <a:lnTo>
                    <a:pt x="94" y="31412"/>
                  </a:lnTo>
                  <a:lnTo>
                    <a:pt x="94" y="25420"/>
                  </a:lnTo>
                  <a:lnTo>
                    <a:pt x="0" y="18654"/>
                  </a:lnTo>
                  <a:lnTo>
                    <a:pt x="189" y="13145"/>
                  </a:lnTo>
                  <a:lnTo>
                    <a:pt x="472" y="8988"/>
                  </a:lnTo>
                  <a:lnTo>
                    <a:pt x="850" y="8892"/>
                  </a:lnTo>
                  <a:lnTo>
                    <a:pt x="1606" y="8795"/>
                  </a:lnTo>
                  <a:lnTo>
                    <a:pt x="3024" y="8698"/>
                  </a:lnTo>
                  <a:lnTo>
                    <a:pt x="4442" y="8505"/>
                  </a:lnTo>
                  <a:lnTo>
                    <a:pt x="10870" y="7829"/>
                  </a:lnTo>
                  <a:lnTo>
                    <a:pt x="15029" y="7345"/>
                  </a:lnTo>
                  <a:lnTo>
                    <a:pt x="21362" y="6669"/>
                  </a:lnTo>
                  <a:lnTo>
                    <a:pt x="27600" y="5992"/>
                  </a:lnTo>
                  <a:lnTo>
                    <a:pt x="31570" y="5509"/>
                  </a:lnTo>
                  <a:lnTo>
                    <a:pt x="36391" y="5026"/>
                  </a:lnTo>
                  <a:lnTo>
                    <a:pt x="36769" y="4929"/>
                  </a:lnTo>
                  <a:lnTo>
                    <a:pt x="37336" y="4929"/>
                  </a:lnTo>
                  <a:lnTo>
                    <a:pt x="42440" y="4349"/>
                  </a:lnTo>
                  <a:lnTo>
                    <a:pt x="45465" y="3962"/>
                  </a:lnTo>
                  <a:lnTo>
                    <a:pt x="52082" y="3286"/>
                  </a:lnTo>
                  <a:lnTo>
                    <a:pt x="59549" y="2416"/>
                  </a:lnTo>
                  <a:lnTo>
                    <a:pt x="73349" y="966"/>
                  </a:lnTo>
                  <a:lnTo>
                    <a:pt x="81667" y="0"/>
                  </a:lnTo>
                  <a:lnTo>
                    <a:pt x="90174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666535" y="4996965"/>
              <a:ext cx="636045" cy="677648"/>
            </a:xfrm>
            <a:custGeom>
              <a:avLst/>
              <a:pathLst>
                <a:path w="636045" h="677648">
                  <a:moveTo>
                    <a:pt x="334800" y="9375"/>
                  </a:moveTo>
                  <a:lnTo>
                    <a:pt x="335840" y="10825"/>
                  </a:lnTo>
                  <a:lnTo>
                    <a:pt x="337258" y="12758"/>
                  </a:lnTo>
                  <a:lnTo>
                    <a:pt x="341133" y="19427"/>
                  </a:lnTo>
                  <a:lnTo>
                    <a:pt x="349167" y="33346"/>
                  </a:lnTo>
                  <a:lnTo>
                    <a:pt x="350018" y="34699"/>
                  </a:lnTo>
                  <a:lnTo>
                    <a:pt x="351814" y="37695"/>
                  </a:lnTo>
                  <a:lnTo>
                    <a:pt x="355122" y="43881"/>
                  </a:lnTo>
                  <a:lnTo>
                    <a:pt x="361644" y="54513"/>
                  </a:lnTo>
                  <a:lnTo>
                    <a:pt x="367127" y="63695"/>
                  </a:lnTo>
                  <a:lnTo>
                    <a:pt x="367883" y="65048"/>
                  </a:lnTo>
                  <a:lnTo>
                    <a:pt x="368356" y="66788"/>
                  </a:lnTo>
                  <a:lnTo>
                    <a:pt x="368545" y="67175"/>
                  </a:lnTo>
                  <a:lnTo>
                    <a:pt x="369395" y="69784"/>
                  </a:lnTo>
                  <a:lnTo>
                    <a:pt x="369773" y="70944"/>
                  </a:lnTo>
                  <a:lnTo>
                    <a:pt x="370152" y="72298"/>
                  </a:lnTo>
                  <a:lnTo>
                    <a:pt x="370341" y="72781"/>
                  </a:lnTo>
                  <a:lnTo>
                    <a:pt x="371097" y="74231"/>
                  </a:lnTo>
                  <a:lnTo>
                    <a:pt x="375539" y="81673"/>
                  </a:lnTo>
                  <a:lnTo>
                    <a:pt x="384141" y="96171"/>
                  </a:lnTo>
                  <a:lnTo>
                    <a:pt x="386882" y="100907"/>
                  </a:lnTo>
                  <a:lnTo>
                    <a:pt x="389812" y="106030"/>
                  </a:lnTo>
                  <a:lnTo>
                    <a:pt x="391986" y="109510"/>
                  </a:lnTo>
                  <a:lnTo>
                    <a:pt x="395200" y="115309"/>
                  </a:lnTo>
                  <a:lnTo>
                    <a:pt x="398603" y="120915"/>
                  </a:lnTo>
                  <a:lnTo>
                    <a:pt x="401911" y="126714"/>
                  </a:lnTo>
                  <a:lnTo>
                    <a:pt x="403140" y="128744"/>
                  </a:lnTo>
                  <a:lnTo>
                    <a:pt x="403235" y="128937"/>
                  </a:lnTo>
                  <a:lnTo>
                    <a:pt x="405503" y="132514"/>
                  </a:lnTo>
                  <a:lnTo>
                    <a:pt x="414955" y="148655"/>
                  </a:lnTo>
                  <a:lnTo>
                    <a:pt x="421856" y="160254"/>
                  </a:lnTo>
                  <a:lnTo>
                    <a:pt x="428472" y="171562"/>
                  </a:lnTo>
                  <a:lnTo>
                    <a:pt x="431875" y="177362"/>
                  </a:lnTo>
                  <a:lnTo>
                    <a:pt x="432915" y="179198"/>
                  </a:lnTo>
                  <a:lnTo>
                    <a:pt x="434900" y="182484"/>
                  </a:lnTo>
                  <a:lnTo>
                    <a:pt x="438681" y="188960"/>
                  </a:lnTo>
                  <a:lnTo>
                    <a:pt x="442367" y="195339"/>
                  </a:lnTo>
                  <a:lnTo>
                    <a:pt x="449645" y="207325"/>
                  </a:lnTo>
                  <a:lnTo>
                    <a:pt x="453332" y="213607"/>
                  </a:lnTo>
                  <a:lnTo>
                    <a:pt x="460137" y="225109"/>
                  </a:lnTo>
                  <a:lnTo>
                    <a:pt x="463162" y="230619"/>
                  </a:lnTo>
                  <a:lnTo>
                    <a:pt x="466376" y="235935"/>
                  </a:lnTo>
                  <a:lnTo>
                    <a:pt x="469779" y="241154"/>
                  </a:lnTo>
                  <a:lnTo>
                    <a:pt x="480743" y="255942"/>
                  </a:lnTo>
                  <a:lnTo>
                    <a:pt x="484808" y="261645"/>
                  </a:lnTo>
                  <a:lnTo>
                    <a:pt x="492370" y="271504"/>
                  </a:lnTo>
                  <a:lnTo>
                    <a:pt x="493220" y="272664"/>
                  </a:lnTo>
                  <a:lnTo>
                    <a:pt x="496718" y="277206"/>
                  </a:lnTo>
                  <a:lnTo>
                    <a:pt x="497096" y="277690"/>
                  </a:lnTo>
                  <a:lnTo>
                    <a:pt x="500688" y="282716"/>
                  </a:lnTo>
                  <a:lnTo>
                    <a:pt x="502011" y="284649"/>
                  </a:lnTo>
                  <a:lnTo>
                    <a:pt x="503807" y="287065"/>
                  </a:lnTo>
                  <a:lnTo>
                    <a:pt x="506454" y="290641"/>
                  </a:lnTo>
                  <a:lnTo>
                    <a:pt x="508817" y="294024"/>
                  </a:lnTo>
                  <a:lnTo>
                    <a:pt x="510613" y="296441"/>
                  </a:lnTo>
                  <a:lnTo>
                    <a:pt x="512409" y="299727"/>
                  </a:lnTo>
                  <a:lnTo>
                    <a:pt x="513732" y="302337"/>
                  </a:lnTo>
                  <a:lnTo>
                    <a:pt x="514016" y="303013"/>
                  </a:lnTo>
                  <a:lnTo>
                    <a:pt x="515433" y="305720"/>
                  </a:lnTo>
                  <a:lnTo>
                    <a:pt x="516284" y="307459"/>
                  </a:lnTo>
                  <a:lnTo>
                    <a:pt x="516284" y="307653"/>
                  </a:lnTo>
                  <a:lnTo>
                    <a:pt x="516568" y="308233"/>
                  </a:lnTo>
                  <a:lnTo>
                    <a:pt x="518080" y="311809"/>
                  </a:lnTo>
                  <a:lnTo>
                    <a:pt x="518931" y="314032"/>
                  </a:lnTo>
                  <a:lnTo>
                    <a:pt x="519120" y="314708"/>
                  </a:lnTo>
                  <a:lnTo>
                    <a:pt x="519592" y="316062"/>
                  </a:lnTo>
                  <a:lnTo>
                    <a:pt x="519687" y="316255"/>
                  </a:lnTo>
                  <a:lnTo>
                    <a:pt x="520065" y="318188"/>
                  </a:lnTo>
                  <a:lnTo>
                    <a:pt x="520254" y="318961"/>
                  </a:lnTo>
                  <a:lnTo>
                    <a:pt x="520821" y="321764"/>
                  </a:lnTo>
                  <a:lnTo>
                    <a:pt x="522239" y="328240"/>
                  </a:lnTo>
                  <a:lnTo>
                    <a:pt x="522523" y="329400"/>
                  </a:lnTo>
                  <a:lnTo>
                    <a:pt x="524319" y="335876"/>
                  </a:lnTo>
                  <a:lnTo>
                    <a:pt x="528572" y="351631"/>
                  </a:lnTo>
                  <a:lnTo>
                    <a:pt x="529423" y="354434"/>
                  </a:lnTo>
                  <a:lnTo>
                    <a:pt x="530652" y="358687"/>
                  </a:lnTo>
                  <a:lnTo>
                    <a:pt x="531691" y="362649"/>
                  </a:lnTo>
                  <a:lnTo>
                    <a:pt x="533487" y="369415"/>
                  </a:lnTo>
                  <a:lnTo>
                    <a:pt x="534338" y="372315"/>
                  </a:lnTo>
                  <a:lnTo>
                    <a:pt x="535094" y="375215"/>
                  </a:lnTo>
                  <a:lnTo>
                    <a:pt x="536985" y="382174"/>
                  </a:lnTo>
                  <a:lnTo>
                    <a:pt x="538402" y="387490"/>
                  </a:lnTo>
                  <a:lnTo>
                    <a:pt x="538875" y="389036"/>
                  </a:lnTo>
                  <a:lnTo>
                    <a:pt x="540387" y="394642"/>
                  </a:lnTo>
                  <a:lnTo>
                    <a:pt x="541994" y="400635"/>
                  </a:lnTo>
                  <a:lnTo>
                    <a:pt x="542372" y="401505"/>
                  </a:lnTo>
                  <a:lnTo>
                    <a:pt x="543318" y="404018"/>
                  </a:lnTo>
                  <a:lnTo>
                    <a:pt x="543885" y="405274"/>
                  </a:lnTo>
                  <a:lnTo>
                    <a:pt x="544263" y="405951"/>
                  </a:lnTo>
                  <a:lnTo>
                    <a:pt x="544452" y="406531"/>
                  </a:lnTo>
                  <a:lnTo>
                    <a:pt x="546248" y="409624"/>
                  </a:lnTo>
                  <a:lnTo>
                    <a:pt x="547477" y="411750"/>
                  </a:lnTo>
                  <a:lnTo>
                    <a:pt x="548516" y="413103"/>
                  </a:lnTo>
                  <a:lnTo>
                    <a:pt x="549367" y="414070"/>
                  </a:lnTo>
                  <a:lnTo>
                    <a:pt x="550501" y="415230"/>
                  </a:lnTo>
                  <a:lnTo>
                    <a:pt x="550785" y="415616"/>
                  </a:lnTo>
                  <a:lnTo>
                    <a:pt x="551825" y="416583"/>
                  </a:lnTo>
                  <a:lnTo>
                    <a:pt x="553432" y="417839"/>
                  </a:lnTo>
                  <a:lnTo>
                    <a:pt x="555228" y="419096"/>
                  </a:lnTo>
                  <a:lnTo>
                    <a:pt x="557118" y="420159"/>
                  </a:lnTo>
                  <a:lnTo>
                    <a:pt x="557496" y="420353"/>
                  </a:lnTo>
                  <a:lnTo>
                    <a:pt x="558725" y="420836"/>
                  </a:lnTo>
                  <a:lnTo>
                    <a:pt x="560332" y="421512"/>
                  </a:lnTo>
                  <a:lnTo>
                    <a:pt x="567137" y="424702"/>
                  </a:lnTo>
                  <a:lnTo>
                    <a:pt x="573376" y="427408"/>
                  </a:lnTo>
                  <a:lnTo>
                    <a:pt x="583112" y="431854"/>
                  </a:lnTo>
                  <a:lnTo>
                    <a:pt x="595116" y="437364"/>
                  </a:lnTo>
                  <a:lnTo>
                    <a:pt x="608255" y="443356"/>
                  </a:lnTo>
                  <a:lnTo>
                    <a:pt x="609862" y="444130"/>
                  </a:lnTo>
                  <a:lnTo>
                    <a:pt x="610807" y="444613"/>
                  </a:lnTo>
                  <a:lnTo>
                    <a:pt x="612225" y="445193"/>
                  </a:lnTo>
                  <a:lnTo>
                    <a:pt x="615344" y="446643"/>
                  </a:lnTo>
                  <a:lnTo>
                    <a:pt x="628861" y="452829"/>
                  </a:lnTo>
                  <a:lnTo>
                    <a:pt x="636045" y="455342"/>
                  </a:lnTo>
                  <a:lnTo>
                    <a:pt x="636045" y="455825"/>
                  </a:lnTo>
                  <a:lnTo>
                    <a:pt x="635667" y="459884"/>
                  </a:lnTo>
                  <a:lnTo>
                    <a:pt x="635572" y="460464"/>
                  </a:lnTo>
                  <a:lnTo>
                    <a:pt x="635194" y="462108"/>
                  </a:lnTo>
                  <a:lnTo>
                    <a:pt x="633871" y="466070"/>
                  </a:lnTo>
                  <a:lnTo>
                    <a:pt x="633209" y="467714"/>
                  </a:lnTo>
                  <a:lnTo>
                    <a:pt x="629428" y="477476"/>
                  </a:lnTo>
                  <a:lnTo>
                    <a:pt x="629334" y="477862"/>
                  </a:lnTo>
                  <a:lnTo>
                    <a:pt x="626876" y="484145"/>
                  </a:lnTo>
                  <a:lnTo>
                    <a:pt x="624891" y="489364"/>
                  </a:lnTo>
                  <a:lnTo>
                    <a:pt x="624040" y="491684"/>
                  </a:lnTo>
                  <a:lnTo>
                    <a:pt x="623379" y="493230"/>
                  </a:lnTo>
                  <a:lnTo>
                    <a:pt x="623095" y="494100"/>
                  </a:lnTo>
                  <a:lnTo>
                    <a:pt x="622433" y="495743"/>
                  </a:lnTo>
                  <a:lnTo>
                    <a:pt x="614210" y="517104"/>
                  </a:lnTo>
                  <a:lnTo>
                    <a:pt x="613643" y="518747"/>
                  </a:lnTo>
                  <a:lnTo>
                    <a:pt x="612319" y="522227"/>
                  </a:lnTo>
                  <a:lnTo>
                    <a:pt x="611658" y="523870"/>
                  </a:lnTo>
                  <a:lnTo>
                    <a:pt x="610902" y="525803"/>
                  </a:lnTo>
                  <a:lnTo>
                    <a:pt x="610334" y="527543"/>
                  </a:lnTo>
                  <a:lnTo>
                    <a:pt x="609673" y="530056"/>
                  </a:lnTo>
                  <a:lnTo>
                    <a:pt x="609200" y="532279"/>
                  </a:lnTo>
                  <a:lnTo>
                    <a:pt x="608917" y="534889"/>
                  </a:lnTo>
                  <a:lnTo>
                    <a:pt x="608917" y="535565"/>
                  </a:lnTo>
                  <a:lnTo>
                    <a:pt x="608822" y="537982"/>
                  </a:lnTo>
                  <a:lnTo>
                    <a:pt x="608822" y="539238"/>
                  </a:lnTo>
                  <a:lnTo>
                    <a:pt x="609011" y="540398"/>
                  </a:lnTo>
                  <a:lnTo>
                    <a:pt x="609200" y="541945"/>
                  </a:lnTo>
                  <a:lnTo>
                    <a:pt x="609484" y="543878"/>
                  </a:lnTo>
                  <a:lnTo>
                    <a:pt x="610523" y="548710"/>
                  </a:lnTo>
                  <a:lnTo>
                    <a:pt x="611752" y="553253"/>
                  </a:lnTo>
                  <a:lnTo>
                    <a:pt x="614210" y="556346"/>
                  </a:lnTo>
                  <a:lnTo>
                    <a:pt x="617235" y="560792"/>
                  </a:lnTo>
                  <a:lnTo>
                    <a:pt x="617707" y="561566"/>
                  </a:lnTo>
                  <a:lnTo>
                    <a:pt x="619692" y="565239"/>
                  </a:lnTo>
                  <a:lnTo>
                    <a:pt x="621299" y="567655"/>
                  </a:lnTo>
                  <a:lnTo>
                    <a:pt x="622244" y="569201"/>
                  </a:lnTo>
                  <a:lnTo>
                    <a:pt x="621110" y="570458"/>
                  </a:lnTo>
                  <a:lnTo>
                    <a:pt x="617140" y="575097"/>
                  </a:lnTo>
                  <a:lnTo>
                    <a:pt x="607121" y="583410"/>
                  </a:lnTo>
                  <a:lnTo>
                    <a:pt x="596251" y="592979"/>
                  </a:lnTo>
                  <a:lnTo>
                    <a:pt x="586704" y="606897"/>
                  </a:lnTo>
                  <a:lnTo>
                    <a:pt x="585191" y="617529"/>
                  </a:lnTo>
                  <a:lnTo>
                    <a:pt x="587554" y="625648"/>
                  </a:lnTo>
                  <a:lnTo>
                    <a:pt x="589256" y="634734"/>
                  </a:lnTo>
                  <a:lnTo>
                    <a:pt x="587365" y="641499"/>
                  </a:lnTo>
                  <a:lnTo>
                    <a:pt x="581127" y="646912"/>
                  </a:lnTo>
                  <a:lnTo>
                    <a:pt x="576023" y="648942"/>
                  </a:lnTo>
                  <a:lnTo>
                    <a:pt x="566003" y="652905"/>
                  </a:lnTo>
                  <a:lnTo>
                    <a:pt x="564302" y="652711"/>
                  </a:lnTo>
                  <a:lnTo>
                    <a:pt x="564302" y="649522"/>
                  </a:lnTo>
                  <a:lnTo>
                    <a:pt x="555417" y="648072"/>
                  </a:lnTo>
                  <a:lnTo>
                    <a:pt x="554660" y="647879"/>
                  </a:lnTo>
                  <a:lnTo>
                    <a:pt x="555700" y="635313"/>
                  </a:lnTo>
                  <a:lnTo>
                    <a:pt x="555795" y="633670"/>
                  </a:lnTo>
                  <a:lnTo>
                    <a:pt x="549556" y="632897"/>
                  </a:lnTo>
                  <a:lnTo>
                    <a:pt x="548611" y="632800"/>
                  </a:lnTo>
                  <a:lnTo>
                    <a:pt x="539631" y="631641"/>
                  </a:lnTo>
                  <a:lnTo>
                    <a:pt x="531691" y="630481"/>
                  </a:lnTo>
                  <a:lnTo>
                    <a:pt x="531502" y="630481"/>
                  </a:lnTo>
                  <a:lnTo>
                    <a:pt x="524980" y="629611"/>
                  </a:lnTo>
                  <a:lnTo>
                    <a:pt x="518742" y="628838"/>
                  </a:lnTo>
                  <a:lnTo>
                    <a:pt x="513543" y="628161"/>
                  </a:lnTo>
                  <a:lnTo>
                    <a:pt x="507777" y="627388"/>
                  </a:lnTo>
                  <a:lnTo>
                    <a:pt x="501444" y="626614"/>
                  </a:lnTo>
                  <a:lnTo>
                    <a:pt x="498986" y="626325"/>
                  </a:lnTo>
                  <a:lnTo>
                    <a:pt x="495111" y="625841"/>
                  </a:lnTo>
                  <a:lnTo>
                    <a:pt x="492559" y="625455"/>
                  </a:lnTo>
                  <a:lnTo>
                    <a:pt x="490574" y="625068"/>
                  </a:lnTo>
                  <a:lnTo>
                    <a:pt x="485848" y="624198"/>
                  </a:lnTo>
                  <a:lnTo>
                    <a:pt x="484430" y="623908"/>
                  </a:lnTo>
                  <a:lnTo>
                    <a:pt x="484335" y="623522"/>
                  </a:lnTo>
                  <a:lnTo>
                    <a:pt x="482634" y="623811"/>
                  </a:lnTo>
                  <a:lnTo>
                    <a:pt x="482067" y="623811"/>
                  </a:lnTo>
                  <a:lnTo>
                    <a:pt x="479893" y="624101"/>
                  </a:lnTo>
                  <a:lnTo>
                    <a:pt x="477624" y="624295"/>
                  </a:lnTo>
                  <a:lnTo>
                    <a:pt x="474599" y="624391"/>
                  </a:lnTo>
                  <a:lnTo>
                    <a:pt x="470724" y="624391"/>
                  </a:lnTo>
                  <a:lnTo>
                    <a:pt x="470913" y="629707"/>
                  </a:lnTo>
                  <a:lnTo>
                    <a:pt x="470819" y="632510"/>
                  </a:lnTo>
                  <a:lnTo>
                    <a:pt x="470913" y="636667"/>
                  </a:lnTo>
                  <a:lnTo>
                    <a:pt x="470819" y="639663"/>
                  </a:lnTo>
                  <a:lnTo>
                    <a:pt x="470157" y="643143"/>
                  </a:lnTo>
                  <a:lnTo>
                    <a:pt x="469212" y="647782"/>
                  </a:lnTo>
                  <a:lnTo>
                    <a:pt x="469117" y="648362"/>
                  </a:lnTo>
                  <a:lnTo>
                    <a:pt x="468644" y="652325"/>
                  </a:lnTo>
                  <a:lnTo>
                    <a:pt x="468172" y="654838"/>
                  </a:lnTo>
                  <a:lnTo>
                    <a:pt x="468361" y="655128"/>
                  </a:lnTo>
                  <a:lnTo>
                    <a:pt x="468928" y="656191"/>
                  </a:lnTo>
                  <a:lnTo>
                    <a:pt x="471953" y="661314"/>
                  </a:lnTo>
                  <a:lnTo>
                    <a:pt x="473276" y="662474"/>
                  </a:lnTo>
                  <a:lnTo>
                    <a:pt x="473560" y="662763"/>
                  </a:lnTo>
                  <a:lnTo>
                    <a:pt x="473749" y="662957"/>
                  </a:lnTo>
                  <a:lnTo>
                    <a:pt x="474883" y="663923"/>
                  </a:lnTo>
                  <a:lnTo>
                    <a:pt x="475828" y="664890"/>
                  </a:lnTo>
                  <a:lnTo>
                    <a:pt x="475639" y="665277"/>
                  </a:lnTo>
                  <a:lnTo>
                    <a:pt x="475261" y="665856"/>
                  </a:lnTo>
                  <a:lnTo>
                    <a:pt x="474883" y="666243"/>
                  </a:lnTo>
                  <a:lnTo>
                    <a:pt x="474221" y="667016"/>
                  </a:lnTo>
                  <a:lnTo>
                    <a:pt x="473371" y="667886"/>
                  </a:lnTo>
                  <a:lnTo>
                    <a:pt x="472331" y="668659"/>
                  </a:lnTo>
                  <a:lnTo>
                    <a:pt x="471669" y="669626"/>
                  </a:lnTo>
                  <a:lnTo>
                    <a:pt x="470535" y="671559"/>
                  </a:lnTo>
                  <a:lnTo>
                    <a:pt x="469968" y="672719"/>
                  </a:lnTo>
                  <a:lnTo>
                    <a:pt x="469023" y="674169"/>
                  </a:lnTo>
                  <a:lnTo>
                    <a:pt x="468644" y="675329"/>
                  </a:lnTo>
                  <a:lnTo>
                    <a:pt x="468550" y="675619"/>
                  </a:lnTo>
                  <a:lnTo>
                    <a:pt x="468455" y="676005"/>
                  </a:lnTo>
                  <a:lnTo>
                    <a:pt x="467888" y="677648"/>
                  </a:lnTo>
                  <a:lnTo>
                    <a:pt x="467038" y="677165"/>
                  </a:lnTo>
                  <a:lnTo>
                    <a:pt x="462217" y="673589"/>
                  </a:lnTo>
                  <a:lnTo>
                    <a:pt x="456924" y="669433"/>
                  </a:lnTo>
                  <a:lnTo>
                    <a:pt x="445959" y="660734"/>
                  </a:lnTo>
                  <a:lnTo>
                    <a:pt x="429985" y="648362"/>
                  </a:lnTo>
                  <a:lnTo>
                    <a:pt x="417318" y="638406"/>
                  </a:lnTo>
                  <a:lnTo>
                    <a:pt x="416846" y="638116"/>
                  </a:lnTo>
                  <a:lnTo>
                    <a:pt x="415428" y="636957"/>
                  </a:lnTo>
                  <a:lnTo>
                    <a:pt x="413916" y="635700"/>
                  </a:lnTo>
                  <a:lnTo>
                    <a:pt x="412970" y="635023"/>
                  </a:lnTo>
                  <a:lnTo>
                    <a:pt x="412025" y="634347"/>
                  </a:lnTo>
                  <a:lnTo>
                    <a:pt x="408906" y="631834"/>
                  </a:lnTo>
                  <a:lnTo>
                    <a:pt x="403424" y="627774"/>
                  </a:lnTo>
                  <a:lnTo>
                    <a:pt x="400588" y="625938"/>
                  </a:lnTo>
                  <a:lnTo>
                    <a:pt x="398697" y="624585"/>
                  </a:lnTo>
                  <a:lnTo>
                    <a:pt x="396051" y="623038"/>
                  </a:lnTo>
                  <a:lnTo>
                    <a:pt x="391608" y="620429"/>
                  </a:lnTo>
                  <a:lnTo>
                    <a:pt x="366843" y="606994"/>
                  </a:lnTo>
                  <a:lnTo>
                    <a:pt x="347655" y="635023"/>
                  </a:lnTo>
                  <a:lnTo>
                    <a:pt x="346332" y="634154"/>
                  </a:lnTo>
                  <a:lnTo>
                    <a:pt x="344914" y="633187"/>
                  </a:lnTo>
                  <a:lnTo>
                    <a:pt x="344063" y="632897"/>
                  </a:lnTo>
                  <a:lnTo>
                    <a:pt x="343307" y="632800"/>
                  </a:lnTo>
                  <a:lnTo>
                    <a:pt x="341511" y="632124"/>
                  </a:lnTo>
                  <a:lnTo>
                    <a:pt x="339999" y="631254"/>
                  </a:lnTo>
                  <a:lnTo>
                    <a:pt x="338392" y="629611"/>
                  </a:lnTo>
                  <a:lnTo>
                    <a:pt x="337352" y="628064"/>
                  </a:lnTo>
                  <a:lnTo>
                    <a:pt x="335273" y="626808"/>
                  </a:lnTo>
                  <a:lnTo>
                    <a:pt x="333099" y="626131"/>
                  </a:lnTo>
                  <a:lnTo>
                    <a:pt x="331303" y="625261"/>
                  </a:lnTo>
                  <a:lnTo>
                    <a:pt x="330074" y="624875"/>
                  </a:lnTo>
                  <a:lnTo>
                    <a:pt x="327522" y="624198"/>
                  </a:lnTo>
                  <a:lnTo>
                    <a:pt x="326198" y="623038"/>
                  </a:lnTo>
                  <a:lnTo>
                    <a:pt x="324213" y="621975"/>
                  </a:lnTo>
                  <a:lnTo>
                    <a:pt x="323457" y="620429"/>
                  </a:lnTo>
                  <a:lnTo>
                    <a:pt x="322323" y="619849"/>
                  </a:lnTo>
                  <a:lnTo>
                    <a:pt x="321378" y="618882"/>
                  </a:lnTo>
                  <a:lnTo>
                    <a:pt x="320621" y="618689"/>
                  </a:lnTo>
                  <a:lnTo>
                    <a:pt x="317880" y="618012"/>
                  </a:lnTo>
                  <a:lnTo>
                    <a:pt x="316746" y="616466"/>
                  </a:lnTo>
                  <a:lnTo>
                    <a:pt x="315801" y="615016"/>
                  </a:lnTo>
                  <a:lnTo>
                    <a:pt x="314288" y="614243"/>
                  </a:lnTo>
                  <a:lnTo>
                    <a:pt x="312303" y="613179"/>
                  </a:lnTo>
                  <a:lnTo>
                    <a:pt x="309468" y="612213"/>
                  </a:lnTo>
                  <a:lnTo>
                    <a:pt x="307388" y="611826"/>
                  </a:lnTo>
                  <a:lnTo>
                    <a:pt x="305781" y="610956"/>
                  </a:lnTo>
                  <a:lnTo>
                    <a:pt x="304553" y="608830"/>
                  </a:lnTo>
                  <a:lnTo>
                    <a:pt x="302662" y="607573"/>
                  </a:lnTo>
                  <a:lnTo>
                    <a:pt x="300299" y="606317"/>
                  </a:lnTo>
                  <a:lnTo>
                    <a:pt x="298692" y="605350"/>
                  </a:lnTo>
                  <a:lnTo>
                    <a:pt x="296235" y="604384"/>
                  </a:lnTo>
                  <a:lnTo>
                    <a:pt x="293399" y="603031"/>
                  </a:lnTo>
                  <a:lnTo>
                    <a:pt x="291886" y="601774"/>
                  </a:lnTo>
                  <a:lnTo>
                    <a:pt x="289996" y="601098"/>
                  </a:lnTo>
                  <a:lnTo>
                    <a:pt x="288862" y="600228"/>
                  </a:lnTo>
                  <a:lnTo>
                    <a:pt x="287538" y="599358"/>
                  </a:lnTo>
                  <a:lnTo>
                    <a:pt x="286593" y="598681"/>
                  </a:lnTo>
                  <a:lnTo>
                    <a:pt x="284986" y="598005"/>
                  </a:lnTo>
                  <a:lnTo>
                    <a:pt x="283001" y="597425"/>
                  </a:lnTo>
                  <a:lnTo>
                    <a:pt x="281678" y="596748"/>
                  </a:lnTo>
                  <a:lnTo>
                    <a:pt x="280166" y="596458"/>
                  </a:lnTo>
                  <a:lnTo>
                    <a:pt x="277235" y="594138"/>
                  </a:lnTo>
                  <a:lnTo>
                    <a:pt x="275156" y="593268"/>
                  </a:lnTo>
                  <a:lnTo>
                    <a:pt x="273360" y="591915"/>
                  </a:lnTo>
                  <a:lnTo>
                    <a:pt x="271470" y="591335"/>
                  </a:lnTo>
                  <a:lnTo>
                    <a:pt x="269863" y="592012"/>
                  </a:lnTo>
                  <a:lnTo>
                    <a:pt x="268445" y="590272"/>
                  </a:lnTo>
                  <a:lnTo>
                    <a:pt x="267689" y="589789"/>
                  </a:lnTo>
                  <a:lnTo>
                    <a:pt x="266460" y="588242"/>
                  </a:lnTo>
                  <a:lnTo>
                    <a:pt x="265326" y="587469"/>
                  </a:lnTo>
                  <a:lnTo>
                    <a:pt x="264002" y="586986"/>
                  </a:lnTo>
                  <a:lnTo>
                    <a:pt x="261828" y="587759"/>
                  </a:lnTo>
                  <a:lnTo>
                    <a:pt x="259654" y="585246"/>
                  </a:lnTo>
                  <a:lnTo>
                    <a:pt x="257575" y="584280"/>
                  </a:lnTo>
                  <a:lnTo>
                    <a:pt x="256535" y="583410"/>
                  </a:lnTo>
                  <a:lnTo>
                    <a:pt x="255117" y="582540"/>
                  </a:lnTo>
                  <a:lnTo>
                    <a:pt x="252565" y="581863"/>
                  </a:lnTo>
                  <a:lnTo>
                    <a:pt x="248122" y="580220"/>
                  </a:lnTo>
                  <a:lnTo>
                    <a:pt x="244814" y="578674"/>
                  </a:lnTo>
                  <a:lnTo>
                    <a:pt x="242356" y="576740"/>
                  </a:lnTo>
                  <a:lnTo>
                    <a:pt x="239899" y="574807"/>
                  </a:lnTo>
                  <a:lnTo>
                    <a:pt x="237725" y="573261"/>
                  </a:lnTo>
                  <a:lnTo>
                    <a:pt x="235551" y="571908"/>
                  </a:lnTo>
                  <a:lnTo>
                    <a:pt x="233377" y="570845"/>
                  </a:lnTo>
                  <a:lnTo>
                    <a:pt x="231392" y="570168"/>
                  </a:lnTo>
                  <a:lnTo>
                    <a:pt x="228651" y="568815"/>
                  </a:lnTo>
                  <a:lnTo>
                    <a:pt x="227800" y="567655"/>
                  </a:lnTo>
                  <a:lnTo>
                    <a:pt x="226760" y="566978"/>
                  </a:lnTo>
                  <a:lnTo>
                    <a:pt x="225059" y="566398"/>
                  </a:lnTo>
                  <a:lnTo>
                    <a:pt x="223735" y="566398"/>
                  </a:lnTo>
                  <a:lnTo>
                    <a:pt x="219387" y="564949"/>
                  </a:lnTo>
                  <a:lnTo>
                    <a:pt x="216363" y="562532"/>
                  </a:lnTo>
                  <a:lnTo>
                    <a:pt x="214850" y="562532"/>
                  </a:lnTo>
                  <a:lnTo>
                    <a:pt x="213149" y="561759"/>
                  </a:lnTo>
                  <a:lnTo>
                    <a:pt x="212015" y="561179"/>
                  </a:lnTo>
                  <a:lnTo>
                    <a:pt x="210502" y="559729"/>
                  </a:lnTo>
                  <a:lnTo>
                    <a:pt x="209462" y="558956"/>
                  </a:lnTo>
                  <a:lnTo>
                    <a:pt x="208139" y="558279"/>
                  </a:lnTo>
                  <a:lnTo>
                    <a:pt x="206438" y="557216"/>
                  </a:lnTo>
                  <a:lnTo>
                    <a:pt x="205209" y="557023"/>
                  </a:lnTo>
                  <a:lnTo>
                    <a:pt x="204264" y="556540"/>
                  </a:lnTo>
                  <a:lnTo>
                    <a:pt x="203035" y="556443"/>
                  </a:lnTo>
                  <a:lnTo>
                    <a:pt x="201333" y="555766"/>
                  </a:lnTo>
                  <a:lnTo>
                    <a:pt x="199916" y="555186"/>
                  </a:lnTo>
                  <a:lnTo>
                    <a:pt x="198592" y="554220"/>
                  </a:lnTo>
                  <a:lnTo>
                    <a:pt x="196796" y="553640"/>
                  </a:lnTo>
                  <a:lnTo>
                    <a:pt x="194811" y="552770"/>
                  </a:lnTo>
                  <a:lnTo>
                    <a:pt x="193299" y="552287"/>
                  </a:lnTo>
                  <a:lnTo>
                    <a:pt x="190936" y="551127"/>
                  </a:lnTo>
                  <a:lnTo>
                    <a:pt x="188667" y="550837"/>
                  </a:lnTo>
                  <a:lnTo>
                    <a:pt x="186871" y="550450"/>
                  </a:lnTo>
                  <a:lnTo>
                    <a:pt x="184414" y="549290"/>
                  </a:lnTo>
                  <a:lnTo>
                    <a:pt x="183185" y="547551"/>
                  </a:lnTo>
                  <a:lnTo>
                    <a:pt x="181389" y="546681"/>
                  </a:lnTo>
                  <a:lnTo>
                    <a:pt x="179499" y="545134"/>
                  </a:lnTo>
                  <a:lnTo>
                    <a:pt x="177608" y="544168"/>
                  </a:lnTo>
                  <a:lnTo>
                    <a:pt x="176568" y="542911"/>
                  </a:lnTo>
                  <a:lnTo>
                    <a:pt x="175151" y="542621"/>
                  </a:lnTo>
                  <a:lnTo>
                    <a:pt x="173449" y="541558"/>
                  </a:lnTo>
                  <a:lnTo>
                    <a:pt x="170803" y="540591"/>
                  </a:lnTo>
                  <a:lnTo>
                    <a:pt x="169196" y="539915"/>
                  </a:lnTo>
                  <a:lnTo>
                    <a:pt x="167589" y="539045"/>
                  </a:lnTo>
                  <a:lnTo>
                    <a:pt x="165509" y="538948"/>
                  </a:lnTo>
                  <a:lnTo>
                    <a:pt x="163052" y="538078"/>
                  </a:lnTo>
                  <a:lnTo>
                    <a:pt x="160310" y="537112"/>
                  </a:lnTo>
                  <a:lnTo>
                    <a:pt x="158420" y="535469"/>
                  </a:lnTo>
                  <a:lnTo>
                    <a:pt x="156719" y="534309"/>
                  </a:lnTo>
                  <a:lnTo>
                    <a:pt x="153977" y="532086"/>
                  </a:lnTo>
                  <a:lnTo>
                    <a:pt x="151520" y="530733"/>
                  </a:lnTo>
                  <a:lnTo>
                    <a:pt x="149062" y="529186"/>
                  </a:lnTo>
                  <a:lnTo>
                    <a:pt x="145376" y="528026"/>
                  </a:lnTo>
                  <a:lnTo>
                    <a:pt x="141217" y="526673"/>
                  </a:lnTo>
                  <a:lnTo>
                    <a:pt x="138570" y="525707"/>
                  </a:lnTo>
                  <a:lnTo>
                    <a:pt x="136680" y="524063"/>
                  </a:lnTo>
                  <a:lnTo>
                    <a:pt x="135073" y="522517"/>
                  </a:lnTo>
                  <a:lnTo>
                    <a:pt x="133277" y="521937"/>
                  </a:lnTo>
                  <a:lnTo>
                    <a:pt x="131765" y="521550"/>
                  </a:lnTo>
                  <a:lnTo>
                    <a:pt x="129874" y="520391"/>
                  </a:lnTo>
                  <a:lnTo>
                    <a:pt x="128362" y="519424"/>
                  </a:lnTo>
                  <a:lnTo>
                    <a:pt x="126755" y="518844"/>
                  </a:lnTo>
                  <a:lnTo>
                    <a:pt x="125904" y="518554"/>
                  </a:lnTo>
                  <a:lnTo>
                    <a:pt x="125148" y="517878"/>
                  </a:lnTo>
                  <a:lnTo>
                    <a:pt x="122785" y="517588"/>
                  </a:lnTo>
                  <a:lnTo>
                    <a:pt x="120800" y="517104"/>
                  </a:lnTo>
                  <a:lnTo>
                    <a:pt x="118059" y="516138"/>
                  </a:lnTo>
                  <a:lnTo>
                    <a:pt x="116546" y="515364"/>
                  </a:lnTo>
                  <a:lnTo>
                    <a:pt x="115885" y="514301"/>
                  </a:lnTo>
                  <a:lnTo>
                    <a:pt x="114089" y="513721"/>
                  </a:lnTo>
                  <a:lnTo>
                    <a:pt x="111820" y="513045"/>
                  </a:lnTo>
                  <a:lnTo>
                    <a:pt x="109930" y="511112"/>
                  </a:lnTo>
                  <a:lnTo>
                    <a:pt x="107850" y="509855"/>
                  </a:lnTo>
                  <a:lnTo>
                    <a:pt x="106338" y="509372"/>
                  </a:lnTo>
                  <a:lnTo>
                    <a:pt x="103408" y="508599"/>
                  </a:lnTo>
                  <a:lnTo>
                    <a:pt x="101706" y="507342"/>
                  </a:lnTo>
                  <a:lnTo>
                    <a:pt x="98776" y="505699"/>
                  </a:lnTo>
                  <a:lnTo>
                    <a:pt x="96602" y="505119"/>
                  </a:lnTo>
                  <a:lnTo>
                    <a:pt x="95090" y="504152"/>
                  </a:lnTo>
                  <a:lnTo>
                    <a:pt x="92632" y="502993"/>
                  </a:lnTo>
                  <a:lnTo>
                    <a:pt x="90742" y="502606"/>
                  </a:lnTo>
                  <a:lnTo>
                    <a:pt x="89513" y="501060"/>
                  </a:lnTo>
                  <a:lnTo>
                    <a:pt x="87717" y="500383"/>
                  </a:lnTo>
                  <a:lnTo>
                    <a:pt x="85826" y="499996"/>
                  </a:lnTo>
                  <a:lnTo>
                    <a:pt x="84503" y="498836"/>
                  </a:lnTo>
                  <a:lnTo>
                    <a:pt x="82140" y="497870"/>
                  </a:lnTo>
                  <a:lnTo>
                    <a:pt x="79588" y="496903"/>
                  </a:lnTo>
                  <a:lnTo>
                    <a:pt x="77697" y="496033"/>
                  </a:lnTo>
                  <a:lnTo>
                    <a:pt x="75618" y="495550"/>
                  </a:lnTo>
                  <a:lnTo>
                    <a:pt x="74389" y="494584"/>
                  </a:lnTo>
                  <a:lnTo>
                    <a:pt x="72499" y="494100"/>
                  </a:lnTo>
                  <a:lnTo>
                    <a:pt x="70703" y="492264"/>
                  </a:lnTo>
                  <a:lnTo>
                    <a:pt x="68434" y="491587"/>
                  </a:lnTo>
                  <a:lnTo>
                    <a:pt x="61534" y="488494"/>
                  </a:lnTo>
                  <a:lnTo>
                    <a:pt x="60022" y="486851"/>
                  </a:lnTo>
                  <a:lnTo>
                    <a:pt x="56997" y="485691"/>
                  </a:lnTo>
                  <a:lnTo>
                    <a:pt x="54067" y="483952"/>
                  </a:lnTo>
                  <a:lnTo>
                    <a:pt x="51042" y="483275"/>
                  </a:lnTo>
                  <a:lnTo>
                    <a:pt x="48490" y="482985"/>
                  </a:lnTo>
                  <a:lnTo>
                    <a:pt x="45181" y="480955"/>
                  </a:lnTo>
                  <a:lnTo>
                    <a:pt x="43102" y="480375"/>
                  </a:lnTo>
                  <a:lnTo>
                    <a:pt x="41684" y="479119"/>
                  </a:lnTo>
                  <a:lnTo>
                    <a:pt x="39510" y="478056"/>
                  </a:lnTo>
                  <a:lnTo>
                    <a:pt x="37620" y="476992"/>
                  </a:lnTo>
                  <a:lnTo>
                    <a:pt x="36202" y="476412"/>
                  </a:lnTo>
                  <a:lnTo>
                    <a:pt x="31948" y="475253"/>
                  </a:lnTo>
                  <a:lnTo>
                    <a:pt x="28734" y="473513"/>
                  </a:lnTo>
                  <a:lnTo>
                    <a:pt x="26560" y="471870"/>
                  </a:lnTo>
                  <a:lnTo>
                    <a:pt x="23819" y="471096"/>
                  </a:lnTo>
                  <a:lnTo>
                    <a:pt x="21929" y="470420"/>
                  </a:lnTo>
                  <a:lnTo>
                    <a:pt x="19849" y="469357"/>
                  </a:lnTo>
                  <a:lnTo>
                    <a:pt x="16541" y="468197"/>
                  </a:lnTo>
                  <a:lnTo>
                    <a:pt x="14651" y="467037"/>
                  </a:lnTo>
                  <a:lnTo>
                    <a:pt x="10586" y="465587"/>
                  </a:lnTo>
                  <a:lnTo>
                    <a:pt x="12760" y="462977"/>
                  </a:lnTo>
                  <a:lnTo>
                    <a:pt x="20606" y="449639"/>
                  </a:lnTo>
                  <a:lnTo>
                    <a:pt x="25237" y="441520"/>
                  </a:lnTo>
                  <a:lnTo>
                    <a:pt x="26088" y="440457"/>
                  </a:lnTo>
                  <a:lnTo>
                    <a:pt x="29585" y="433401"/>
                  </a:lnTo>
                  <a:lnTo>
                    <a:pt x="33177" y="427118"/>
                  </a:lnTo>
                  <a:lnTo>
                    <a:pt x="38376" y="417646"/>
                  </a:lnTo>
                  <a:lnTo>
                    <a:pt x="43480" y="408367"/>
                  </a:lnTo>
                  <a:lnTo>
                    <a:pt x="43858" y="407787"/>
                  </a:lnTo>
                  <a:lnTo>
                    <a:pt x="22401" y="385170"/>
                  </a:lnTo>
                  <a:lnTo>
                    <a:pt x="12477" y="374828"/>
                  </a:lnTo>
                  <a:lnTo>
                    <a:pt x="9735" y="371928"/>
                  </a:lnTo>
                  <a:lnTo>
                    <a:pt x="7656" y="369222"/>
                  </a:lnTo>
                  <a:lnTo>
                    <a:pt x="6333" y="367096"/>
                  </a:lnTo>
                  <a:lnTo>
                    <a:pt x="5198" y="365259"/>
                  </a:lnTo>
                  <a:lnTo>
                    <a:pt x="4159" y="363133"/>
                  </a:lnTo>
                  <a:lnTo>
                    <a:pt x="2930" y="360136"/>
                  </a:lnTo>
                  <a:lnTo>
                    <a:pt x="2174" y="358010"/>
                  </a:lnTo>
                  <a:lnTo>
                    <a:pt x="1512" y="355304"/>
                  </a:lnTo>
                  <a:lnTo>
                    <a:pt x="756" y="352501"/>
                  </a:lnTo>
                  <a:lnTo>
                    <a:pt x="283" y="349698"/>
                  </a:lnTo>
                  <a:lnTo>
                    <a:pt x="94" y="347185"/>
                  </a:lnTo>
                  <a:lnTo>
                    <a:pt x="0" y="344092"/>
                  </a:lnTo>
                  <a:lnTo>
                    <a:pt x="94" y="340902"/>
                  </a:lnTo>
                  <a:lnTo>
                    <a:pt x="189" y="339162"/>
                  </a:lnTo>
                  <a:lnTo>
                    <a:pt x="1039" y="334040"/>
                  </a:lnTo>
                  <a:lnTo>
                    <a:pt x="5482" y="309392"/>
                  </a:lnTo>
                  <a:lnTo>
                    <a:pt x="9735" y="286002"/>
                  </a:lnTo>
                  <a:lnTo>
                    <a:pt x="11531" y="276433"/>
                  </a:lnTo>
                  <a:lnTo>
                    <a:pt x="12004" y="273630"/>
                  </a:lnTo>
                  <a:lnTo>
                    <a:pt x="17297" y="244440"/>
                  </a:lnTo>
                  <a:lnTo>
                    <a:pt x="17486" y="243280"/>
                  </a:lnTo>
                  <a:lnTo>
                    <a:pt x="21078" y="223563"/>
                  </a:lnTo>
                  <a:lnTo>
                    <a:pt x="26560" y="192633"/>
                  </a:lnTo>
                  <a:lnTo>
                    <a:pt x="28356" y="182291"/>
                  </a:lnTo>
                  <a:lnTo>
                    <a:pt x="29680" y="174655"/>
                  </a:lnTo>
                  <a:lnTo>
                    <a:pt x="33555" y="153584"/>
                  </a:lnTo>
                  <a:lnTo>
                    <a:pt x="34028" y="150975"/>
                  </a:lnTo>
                  <a:lnTo>
                    <a:pt x="34500" y="148172"/>
                  </a:lnTo>
                  <a:lnTo>
                    <a:pt x="39132" y="122655"/>
                  </a:lnTo>
                  <a:lnTo>
                    <a:pt x="40455" y="115792"/>
                  </a:lnTo>
                  <a:lnTo>
                    <a:pt x="40455" y="115309"/>
                  </a:lnTo>
                  <a:lnTo>
                    <a:pt x="40833" y="113376"/>
                  </a:lnTo>
                  <a:lnTo>
                    <a:pt x="41022" y="111926"/>
                  </a:lnTo>
                  <a:lnTo>
                    <a:pt x="41212" y="109993"/>
                  </a:lnTo>
                  <a:lnTo>
                    <a:pt x="41401" y="108447"/>
                  </a:lnTo>
                  <a:lnTo>
                    <a:pt x="41495" y="107577"/>
                  </a:lnTo>
                  <a:lnTo>
                    <a:pt x="41495" y="107093"/>
                  </a:lnTo>
                  <a:lnTo>
                    <a:pt x="41590" y="105837"/>
                  </a:lnTo>
                  <a:lnTo>
                    <a:pt x="41684" y="103807"/>
                  </a:lnTo>
                  <a:lnTo>
                    <a:pt x="41684" y="103130"/>
                  </a:lnTo>
                  <a:lnTo>
                    <a:pt x="41684" y="102164"/>
                  </a:lnTo>
                  <a:lnTo>
                    <a:pt x="41779" y="100521"/>
                  </a:lnTo>
                  <a:lnTo>
                    <a:pt x="41779" y="100327"/>
                  </a:lnTo>
                  <a:lnTo>
                    <a:pt x="41779" y="99168"/>
                  </a:lnTo>
                  <a:lnTo>
                    <a:pt x="41779" y="98008"/>
                  </a:lnTo>
                  <a:lnTo>
                    <a:pt x="41684" y="96075"/>
                  </a:lnTo>
                  <a:lnTo>
                    <a:pt x="41495" y="93175"/>
                  </a:lnTo>
                  <a:lnTo>
                    <a:pt x="41495" y="91725"/>
                  </a:lnTo>
                  <a:lnTo>
                    <a:pt x="41779" y="92015"/>
                  </a:lnTo>
                  <a:lnTo>
                    <a:pt x="44047" y="92692"/>
                  </a:lnTo>
                  <a:lnTo>
                    <a:pt x="47166" y="93755"/>
                  </a:lnTo>
                  <a:lnTo>
                    <a:pt x="51042" y="95011"/>
                  </a:lnTo>
                  <a:lnTo>
                    <a:pt x="54634" y="95978"/>
                  </a:lnTo>
                  <a:lnTo>
                    <a:pt x="57375" y="96558"/>
                  </a:lnTo>
                  <a:lnTo>
                    <a:pt x="60116" y="97138"/>
                  </a:lnTo>
                  <a:lnTo>
                    <a:pt x="72215" y="99361"/>
                  </a:lnTo>
                  <a:lnTo>
                    <a:pt x="82140" y="101197"/>
                  </a:lnTo>
                  <a:lnTo>
                    <a:pt x="93577" y="103227"/>
                  </a:lnTo>
                  <a:lnTo>
                    <a:pt x="94428" y="103227"/>
                  </a:lnTo>
                  <a:lnTo>
                    <a:pt x="95373" y="103227"/>
                  </a:lnTo>
                  <a:lnTo>
                    <a:pt x="96886" y="103227"/>
                  </a:lnTo>
                  <a:lnTo>
                    <a:pt x="98776" y="103034"/>
                  </a:lnTo>
                  <a:lnTo>
                    <a:pt x="100950" y="102841"/>
                  </a:lnTo>
                  <a:lnTo>
                    <a:pt x="103597" y="102551"/>
                  </a:lnTo>
                  <a:lnTo>
                    <a:pt x="105393" y="102357"/>
                  </a:lnTo>
                  <a:lnTo>
                    <a:pt x="106432" y="102261"/>
                  </a:lnTo>
                  <a:lnTo>
                    <a:pt x="107189" y="102164"/>
                  </a:lnTo>
                  <a:lnTo>
                    <a:pt x="109363" y="101874"/>
                  </a:lnTo>
                  <a:lnTo>
                    <a:pt x="115790" y="101101"/>
                  </a:lnTo>
                  <a:lnTo>
                    <a:pt x="116263" y="101101"/>
                  </a:lnTo>
                  <a:lnTo>
                    <a:pt x="122690" y="100327"/>
                  </a:lnTo>
                  <a:lnTo>
                    <a:pt x="125715" y="99941"/>
                  </a:lnTo>
                  <a:lnTo>
                    <a:pt x="128929" y="99458"/>
                  </a:lnTo>
                  <a:lnTo>
                    <a:pt x="129307" y="99458"/>
                  </a:lnTo>
                  <a:lnTo>
                    <a:pt x="138098" y="98394"/>
                  </a:lnTo>
                  <a:lnTo>
                    <a:pt x="142446" y="97911"/>
                  </a:lnTo>
                  <a:lnTo>
                    <a:pt x="145470" y="97524"/>
                  </a:lnTo>
                  <a:lnTo>
                    <a:pt x="147077" y="97331"/>
                  </a:lnTo>
                  <a:lnTo>
                    <a:pt x="147172" y="97524"/>
                  </a:lnTo>
                  <a:lnTo>
                    <a:pt x="149440" y="96558"/>
                  </a:lnTo>
                  <a:lnTo>
                    <a:pt x="149913" y="96268"/>
                  </a:lnTo>
                  <a:lnTo>
                    <a:pt x="150575" y="96075"/>
                  </a:lnTo>
                  <a:lnTo>
                    <a:pt x="158326" y="90855"/>
                  </a:lnTo>
                  <a:lnTo>
                    <a:pt x="164186" y="87956"/>
                  </a:lnTo>
                  <a:lnTo>
                    <a:pt x="167872" y="87956"/>
                  </a:lnTo>
                  <a:lnTo>
                    <a:pt x="172126" y="90469"/>
                  </a:lnTo>
                  <a:lnTo>
                    <a:pt x="174867" y="95398"/>
                  </a:lnTo>
                  <a:lnTo>
                    <a:pt x="185832" y="88536"/>
                  </a:lnTo>
                  <a:lnTo>
                    <a:pt x="187817" y="87376"/>
                  </a:lnTo>
                  <a:lnTo>
                    <a:pt x="212582" y="73167"/>
                  </a:lnTo>
                  <a:lnTo>
                    <a:pt x="215606" y="70268"/>
                  </a:lnTo>
                  <a:lnTo>
                    <a:pt x="212676" y="64952"/>
                  </a:lnTo>
                  <a:lnTo>
                    <a:pt x="212676" y="60699"/>
                  </a:lnTo>
                  <a:lnTo>
                    <a:pt x="213338" y="59829"/>
                  </a:lnTo>
                  <a:lnTo>
                    <a:pt x="214094" y="50163"/>
                  </a:lnTo>
                  <a:lnTo>
                    <a:pt x="213621" y="39435"/>
                  </a:lnTo>
                  <a:lnTo>
                    <a:pt x="212771" y="39435"/>
                  </a:lnTo>
                  <a:lnTo>
                    <a:pt x="212204" y="37405"/>
                  </a:lnTo>
                  <a:lnTo>
                    <a:pt x="214945" y="34795"/>
                  </a:lnTo>
                  <a:lnTo>
                    <a:pt x="215134" y="34892"/>
                  </a:lnTo>
                  <a:lnTo>
                    <a:pt x="224208" y="36535"/>
                  </a:lnTo>
                  <a:lnTo>
                    <a:pt x="227705" y="31992"/>
                  </a:lnTo>
                  <a:lnTo>
                    <a:pt x="227894" y="32089"/>
                  </a:lnTo>
                  <a:lnTo>
                    <a:pt x="230447" y="33346"/>
                  </a:lnTo>
                  <a:lnTo>
                    <a:pt x="230919" y="32089"/>
                  </a:lnTo>
                  <a:lnTo>
                    <a:pt x="232621" y="27933"/>
                  </a:lnTo>
                  <a:lnTo>
                    <a:pt x="233471" y="27256"/>
                  </a:lnTo>
                  <a:lnTo>
                    <a:pt x="235078" y="28513"/>
                  </a:lnTo>
                  <a:lnTo>
                    <a:pt x="236118" y="29189"/>
                  </a:lnTo>
                  <a:lnTo>
                    <a:pt x="236591" y="29576"/>
                  </a:lnTo>
                  <a:lnTo>
                    <a:pt x="243018" y="31122"/>
                  </a:lnTo>
                  <a:lnTo>
                    <a:pt x="244625" y="31026"/>
                  </a:lnTo>
                  <a:lnTo>
                    <a:pt x="245854" y="31606"/>
                  </a:lnTo>
                  <a:lnTo>
                    <a:pt x="247366" y="32089"/>
                  </a:lnTo>
                  <a:lnTo>
                    <a:pt x="247555" y="32089"/>
                  </a:lnTo>
                  <a:lnTo>
                    <a:pt x="248784" y="32379"/>
                  </a:lnTo>
                  <a:lnTo>
                    <a:pt x="249635" y="32476"/>
                  </a:lnTo>
                  <a:lnTo>
                    <a:pt x="252659" y="32476"/>
                  </a:lnTo>
                  <a:lnTo>
                    <a:pt x="252943" y="32669"/>
                  </a:lnTo>
                  <a:lnTo>
                    <a:pt x="255495" y="34215"/>
                  </a:lnTo>
                  <a:lnTo>
                    <a:pt x="257669" y="35085"/>
                  </a:lnTo>
                  <a:lnTo>
                    <a:pt x="257953" y="35182"/>
                  </a:lnTo>
                  <a:lnTo>
                    <a:pt x="259371" y="35665"/>
                  </a:lnTo>
                  <a:lnTo>
                    <a:pt x="259749" y="35859"/>
                  </a:lnTo>
                  <a:lnTo>
                    <a:pt x="260410" y="36245"/>
                  </a:lnTo>
                  <a:lnTo>
                    <a:pt x="262490" y="37405"/>
                  </a:lnTo>
                  <a:lnTo>
                    <a:pt x="262962" y="37888"/>
                  </a:lnTo>
                  <a:lnTo>
                    <a:pt x="263813" y="38662"/>
                  </a:lnTo>
                  <a:lnTo>
                    <a:pt x="264475" y="38178"/>
                  </a:lnTo>
                  <a:lnTo>
                    <a:pt x="265136" y="38178"/>
                  </a:lnTo>
                  <a:lnTo>
                    <a:pt x="265326" y="38082"/>
                  </a:lnTo>
                  <a:lnTo>
                    <a:pt x="268634" y="37598"/>
                  </a:lnTo>
                  <a:lnTo>
                    <a:pt x="271280" y="37018"/>
                  </a:lnTo>
                  <a:lnTo>
                    <a:pt x="274211" y="35569"/>
                  </a:lnTo>
                  <a:lnTo>
                    <a:pt x="274211" y="35375"/>
                  </a:lnTo>
                  <a:lnTo>
                    <a:pt x="274305" y="34892"/>
                  </a:lnTo>
                  <a:lnTo>
                    <a:pt x="274494" y="34699"/>
                  </a:lnTo>
                  <a:lnTo>
                    <a:pt x="284230" y="28513"/>
                  </a:lnTo>
                  <a:lnTo>
                    <a:pt x="286971" y="26966"/>
                  </a:lnTo>
                  <a:lnTo>
                    <a:pt x="287066" y="26773"/>
                  </a:lnTo>
                  <a:lnTo>
                    <a:pt x="287444" y="26000"/>
                  </a:lnTo>
                  <a:lnTo>
                    <a:pt x="288106" y="25226"/>
                  </a:lnTo>
                  <a:lnTo>
                    <a:pt x="288295" y="24937"/>
                  </a:lnTo>
                  <a:lnTo>
                    <a:pt x="289145" y="23970"/>
                  </a:lnTo>
                  <a:lnTo>
                    <a:pt x="290185" y="22617"/>
                  </a:lnTo>
                  <a:lnTo>
                    <a:pt x="290469" y="22423"/>
                  </a:lnTo>
                  <a:lnTo>
                    <a:pt x="290847" y="22037"/>
                  </a:lnTo>
                  <a:lnTo>
                    <a:pt x="291319" y="21747"/>
                  </a:lnTo>
                  <a:lnTo>
                    <a:pt x="292548" y="20877"/>
                  </a:lnTo>
                  <a:lnTo>
                    <a:pt x="294911" y="19717"/>
                  </a:lnTo>
                  <a:lnTo>
                    <a:pt x="298976" y="17397"/>
                  </a:lnTo>
                  <a:lnTo>
                    <a:pt x="310224" y="10922"/>
                  </a:lnTo>
                  <a:lnTo>
                    <a:pt x="315801" y="7732"/>
                  </a:lnTo>
                  <a:lnTo>
                    <a:pt x="319676" y="5509"/>
                  </a:lnTo>
                  <a:lnTo>
                    <a:pt x="323363" y="3382"/>
                  </a:lnTo>
                  <a:lnTo>
                    <a:pt x="329223" y="0"/>
                  </a:lnTo>
                  <a:lnTo>
                    <a:pt x="334516" y="8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809737" y="4381658"/>
              <a:ext cx="763651" cy="1116946"/>
            </a:xfrm>
            <a:custGeom>
              <a:avLst/>
              <a:pathLst>
                <a:path w="763651" h="1116946">
                  <a:moveTo>
                    <a:pt x="431591" y="12468"/>
                  </a:moveTo>
                  <a:lnTo>
                    <a:pt x="437830" y="13435"/>
                  </a:lnTo>
                  <a:lnTo>
                    <a:pt x="441422" y="16044"/>
                  </a:lnTo>
                  <a:lnTo>
                    <a:pt x="444730" y="20587"/>
                  </a:lnTo>
                  <a:lnTo>
                    <a:pt x="447566" y="21844"/>
                  </a:lnTo>
                  <a:lnTo>
                    <a:pt x="451252" y="21747"/>
                  </a:lnTo>
                  <a:lnTo>
                    <a:pt x="453332" y="21070"/>
                  </a:lnTo>
                  <a:lnTo>
                    <a:pt x="454844" y="20490"/>
                  </a:lnTo>
                  <a:lnTo>
                    <a:pt x="460988" y="20974"/>
                  </a:lnTo>
                  <a:lnTo>
                    <a:pt x="465053" y="22327"/>
                  </a:lnTo>
                  <a:lnTo>
                    <a:pt x="473371" y="26580"/>
                  </a:lnTo>
                  <a:lnTo>
                    <a:pt x="475072" y="27450"/>
                  </a:lnTo>
                  <a:lnTo>
                    <a:pt x="482917" y="32959"/>
                  </a:lnTo>
                  <a:lnTo>
                    <a:pt x="471858" y="52966"/>
                  </a:lnTo>
                  <a:lnTo>
                    <a:pt x="467416" y="63502"/>
                  </a:lnTo>
                  <a:lnTo>
                    <a:pt x="465903" y="75390"/>
                  </a:lnTo>
                  <a:lnTo>
                    <a:pt x="467510" y="83896"/>
                  </a:lnTo>
                  <a:lnTo>
                    <a:pt x="469023" y="85733"/>
                  </a:lnTo>
                  <a:lnTo>
                    <a:pt x="469873" y="86506"/>
                  </a:lnTo>
                  <a:lnTo>
                    <a:pt x="474316" y="90662"/>
                  </a:lnTo>
                  <a:lnTo>
                    <a:pt x="476773" y="94625"/>
                  </a:lnTo>
                  <a:lnTo>
                    <a:pt x="484052" y="97524"/>
                  </a:lnTo>
                  <a:lnTo>
                    <a:pt x="492181" y="102261"/>
                  </a:lnTo>
                  <a:lnTo>
                    <a:pt x="495205" y="104097"/>
                  </a:lnTo>
                  <a:lnTo>
                    <a:pt x="497474" y="107770"/>
                  </a:lnTo>
                  <a:lnTo>
                    <a:pt x="499554" y="110960"/>
                  </a:lnTo>
                  <a:lnTo>
                    <a:pt x="501444" y="113569"/>
                  </a:lnTo>
                  <a:lnTo>
                    <a:pt x="503713" y="114922"/>
                  </a:lnTo>
                  <a:lnTo>
                    <a:pt x="509006" y="116759"/>
                  </a:lnTo>
                  <a:lnTo>
                    <a:pt x="510707" y="117242"/>
                  </a:lnTo>
                  <a:lnTo>
                    <a:pt x="529045" y="121978"/>
                  </a:lnTo>
                  <a:lnTo>
                    <a:pt x="532920" y="121978"/>
                  </a:lnTo>
                  <a:lnTo>
                    <a:pt x="536796" y="122172"/>
                  </a:lnTo>
                  <a:lnTo>
                    <a:pt x="542467" y="122558"/>
                  </a:lnTo>
                  <a:lnTo>
                    <a:pt x="544925" y="122751"/>
                  </a:lnTo>
                  <a:lnTo>
                    <a:pt x="547855" y="123525"/>
                  </a:lnTo>
                  <a:lnTo>
                    <a:pt x="550785" y="125554"/>
                  </a:lnTo>
                  <a:lnTo>
                    <a:pt x="553810" y="129034"/>
                  </a:lnTo>
                  <a:lnTo>
                    <a:pt x="555038" y="131644"/>
                  </a:lnTo>
                  <a:lnTo>
                    <a:pt x="555795" y="133673"/>
                  </a:lnTo>
                  <a:lnTo>
                    <a:pt x="558630" y="135317"/>
                  </a:lnTo>
                  <a:lnTo>
                    <a:pt x="569595" y="144209"/>
                  </a:lnTo>
                  <a:lnTo>
                    <a:pt x="576779" y="152715"/>
                  </a:lnTo>
                  <a:lnTo>
                    <a:pt x="577440" y="155518"/>
                  </a:lnTo>
                  <a:lnTo>
                    <a:pt x="578197" y="163540"/>
                  </a:lnTo>
                  <a:lnTo>
                    <a:pt x="578669" y="165570"/>
                  </a:lnTo>
                  <a:lnTo>
                    <a:pt x="578858" y="166343"/>
                  </a:lnTo>
                  <a:lnTo>
                    <a:pt x="582545" y="172819"/>
                  </a:lnTo>
                  <a:lnTo>
                    <a:pt x="587932" y="179971"/>
                  </a:lnTo>
                  <a:lnTo>
                    <a:pt x="590390" y="184611"/>
                  </a:lnTo>
                  <a:lnTo>
                    <a:pt x="593509" y="192246"/>
                  </a:lnTo>
                  <a:lnTo>
                    <a:pt x="596345" y="197659"/>
                  </a:lnTo>
                  <a:lnTo>
                    <a:pt x="598519" y="200559"/>
                  </a:lnTo>
                  <a:lnTo>
                    <a:pt x="602489" y="204812"/>
                  </a:lnTo>
                  <a:lnTo>
                    <a:pt x="613548" y="213317"/>
                  </a:lnTo>
                  <a:lnTo>
                    <a:pt x="618274" y="219310"/>
                  </a:lnTo>
                  <a:lnTo>
                    <a:pt x="619409" y="224433"/>
                  </a:lnTo>
                  <a:lnTo>
                    <a:pt x="619598" y="230329"/>
                  </a:lnTo>
                  <a:lnTo>
                    <a:pt x="622055" y="244054"/>
                  </a:lnTo>
                  <a:lnTo>
                    <a:pt x="622244" y="244537"/>
                  </a:lnTo>
                  <a:lnTo>
                    <a:pt x="622055" y="253139"/>
                  </a:lnTo>
                  <a:lnTo>
                    <a:pt x="625080" y="266574"/>
                  </a:lnTo>
                  <a:lnTo>
                    <a:pt x="627065" y="274693"/>
                  </a:lnTo>
                  <a:lnTo>
                    <a:pt x="633682" y="288225"/>
                  </a:lnTo>
                  <a:lnTo>
                    <a:pt x="645970" y="302917"/>
                  </a:lnTo>
                  <a:lnTo>
                    <a:pt x="663645" y="315675"/>
                  </a:lnTo>
                  <a:lnTo>
                    <a:pt x="680849" y="325631"/>
                  </a:lnTo>
                  <a:lnTo>
                    <a:pt x="693798" y="328530"/>
                  </a:lnTo>
                  <a:lnTo>
                    <a:pt x="709300" y="334523"/>
                  </a:lnTo>
                  <a:lnTo>
                    <a:pt x="723384" y="338099"/>
                  </a:lnTo>
                  <a:lnTo>
                    <a:pt x="726314" y="339066"/>
                  </a:lnTo>
                  <a:lnTo>
                    <a:pt x="734254" y="341772"/>
                  </a:lnTo>
                  <a:lnTo>
                    <a:pt x="738413" y="344285"/>
                  </a:lnTo>
                  <a:lnTo>
                    <a:pt x="741438" y="350278"/>
                  </a:lnTo>
                  <a:lnTo>
                    <a:pt x="742478" y="359750"/>
                  </a:lnTo>
                  <a:lnTo>
                    <a:pt x="741438" y="372992"/>
                  </a:lnTo>
                  <a:lnTo>
                    <a:pt x="744841" y="392709"/>
                  </a:lnTo>
                  <a:lnTo>
                    <a:pt x="748243" y="404018"/>
                  </a:lnTo>
                  <a:lnTo>
                    <a:pt x="750134" y="410977"/>
                  </a:lnTo>
                  <a:lnTo>
                    <a:pt x="755333" y="427602"/>
                  </a:lnTo>
                  <a:lnTo>
                    <a:pt x="758452" y="434174"/>
                  </a:lnTo>
                  <a:lnTo>
                    <a:pt x="759870" y="436011"/>
                  </a:lnTo>
                  <a:lnTo>
                    <a:pt x="762138" y="441617"/>
                  </a:lnTo>
                  <a:lnTo>
                    <a:pt x="763651" y="453505"/>
                  </a:lnTo>
                  <a:lnTo>
                    <a:pt x="762800" y="462687"/>
                  </a:lnTo>
                  <a:lnTo>
                    <a:pt x="762138" y="473030"/>
                  </a:lnTo>
                  <a:lnTo>
                    <a:pt x="755049" y="485401"/>
                  </a:lnTo>
                  <a:lnTo>
                    <a:pt x="744557" y="506279"/>
                  </a:lnTo>
                  <a:lnTo>
                    <a:pt x="737184" y="516234"/>
                  </a:lnTo>
                  <a:lnTo>
                    <a:pt x="733876" y="519231"/>
                  </a:lnTo>
                  <a:lnTo>
                    <a:pt x="730851" y="524643"/>
                  </a:lnTo>
                  <a:lnTo>
                    <a:pt x="729433" y="529573"/>
                  </a:lnTo>
                  <a:lnTo>
                    <a:pt x="728961" y="531216"/>
                  </a:lnTo>
                  <a:lnTo>
                    <a:pt x="729150" y="532956"/>
                  </a:lnTo>
                  <a:lnTo>
                    <a:pt x="729906" y="540785"/>
                  </a:lnTo>
                  <a:lnTo>
                    <a:pt x="735483" y="548904"/>
                  </a:lnTo>
                  <a:lnTo>
                    <a:pt x="741060" y="560599"/>
                  </a:lnTo>
                  <a:lnTo>
                    <a:pt x="743423" y="568911"/>
                  </a:lnTo>
                  <a:lnTo>
                    <a:pt x="744274" y="575001"/>
                  </a:lnTo>
                  <a:lnTo>
                    <a:pt x="744557" y="585536"/>
                  </a:lnTo>
                  <a:lnTo>
                    <a:pt x="741627" y="595008"/>
                  </a:lnTo>
                  <a:lnTo>
                    <a:pt x="739169" y="599358"/>
                  </a:lnTo>
                  <a:lnTo>
                    <a:pt x="734443" y="607960"/>
                  </a:lnTo>
                  <a:lnTo>
                    <a:pt x="731607" y="617626"/>
                  </a:lnTo>
                  <a:lnTo>
                    <a:pt x="728866" y="627484"/>
                  </a:lnTo>
                  <a:lnTo>
                    <a:pt x="727543" y="635217"/>
                  </a:lnTo>
                  <a:lnTo>
                    <a:pt x="726125" y="641016"/>
                  </a:lnTo>
                  <a:lnTo>
                    <a:pt x="724518" y="647879"/>
                  </a:lnTo>
                  <a:lnTo>
                    <a:pt x="723384" y="655611"/>
                  </a:lnTo>
                  <a:lnTo>
                    <a:pt x="721777" y="660734"/>
                  </a:lnTo>
                  <a:lnTo>
                    <a:pt x="718563" y="663343"/>
                  </a:lnTo>
                  <a:lnTo>
                    <a:pt x="716295" y="664407"/>
                  </a:lnTo>
                  <a:lnTo>
                    <a:pt x="714971" y="664987"/>
                  </a:lnTo>
                  <a:lnTo>
                    <a:pt x="708071" y="668176"/>
                  </a:lnTo>
                  <a:lnTo>
                    <a:pt x="704952" y="671849"/>
                  </a:lnTo>
                  <a:lnTo>
                    <a:pt x="700698" y="686541"/>
                  </a:lnTo>
                  <a:lnTo>
                    <a:pt x="693231" y="714667"/>
                  </a:lnTo>
                  <a:lnTo>
                    <a:pt x="688221" y="731775"/>
                  </a:lnTo>
                  <a:lnTo>
                    <a:pt x="680471" y="741537"/>
                  </a:lnTo>
                  <a:lnTo>
                    <a:pt x="674137" y="751300"/>
                  </a:lnTo>
                  <a:lnTo>
                    <a:pt x="667899" y="762318"/>
                  </a:lnTo>
                  <a:lnTo>
                    <a:pt x="661566" y="771790"/>
                  </a:lnTo>
                  <a:lnTo>
                    <a:pt x="660148" y="777203"/>
                  </a:lnTo>
                  <a:lnTo>
                    <a:pt x="661755" y="783679"/>
                  </a:lnTo>
                  <a:lnTo>
                    <a:pt x="668939" y="793151"/>
                  </a:lnTo>
                  <a:lnTo>
                    <a:pt x="671113" y="797404"/>
                  </a:lnTo>
                  <a:lnTo>
                    <a:pt x="674043" y="803300"/>
                  </a:lnTo>
                  <a:lnTo>
                    <a:pt x="675272" y="812386"/>
                  </a:lnTo>
                  <a:lnTo>
                    <a:pt x="675933" y="819055"/>
                  </a:lnTo>
                  <a:lnTo>
                    <a:pt x="674799" y="827464"/>
                  </a:lnTo>
                  <a:lnTo>
                    <a:pt x="674043" y="833843"/>
                  </a:lnTo>
                  <a:lnTo>
                    <a:pt x="673948" y="834036"/>
                  </a:lnTo>
                  <a:lnTo>
                    <a:pt x="671680" y="839642"/>
                  </a:lnTo>
                  <a:lnTo>
                    <a:pt x="669600" y="844088"/>
                  </a:lnTo>
                  <a:lnTo>
                    <a:pt x="668655" y="846408"/>
                  </a:lnTo>
                  <a:lnTo>
                    <a:pt x="668655" y="854237"/>
                  </a:lnTo>
                  <a:lnTo>
                    <a:pt x="670357" y="858683"/>
                  </a:lnTo>
                  <a:lnTo>
                    <a:pt x="675083" y="879078"/>
                  </a:lnTo>
                  <a:lnTo>
                    <a:pt x="679620" y="894639"/>
                  </a:lnTo>
                  <a:lnTo>
                    <a:pt x="684251" y="909911"/>
                  </a:lnTo>
                  <a:lnTo>
                    <a:pt x="686142" y="920446"/>
                  </a:lnTo>
                  <a:lnTo>
                    <a:pt x="685386" y="923829"/>
                  </a:lnTo>
                  <a:lnTo>
                    <a:pt x="627443" y="957852"/>
                  </a:lnTo>
                  <a:lnTo>
                    <a:pt x="616951" y="965584"/>
                  </a:lnTo>
                  <a:lnTo>
                    <a:pt x="600882" y="985108"/>
                  </a:lnTo>
                  <a:lnTo>
                    <a:pt x="587082" y="1002796"/>
                  </a:lnTo>
                  <a:lnTo>
                    <a:pt x="577913" y="1017874"/>
                  </a:lnTo>
                  <a:lnTo>
                    <a:pt x="570162" y="1033822"/>
                  </a:lnTo>
                  <a:lnTo>
                    <a:pt x="565247" y="1046774"/>
                  </a:lnTo>
                  <a:lnTo>
                    <a:pt x="535850" y="1087853"/>
                  </a:lnTo>
                  <a:lnTo>
                    <a:pt x="517891" y="1112306"/>
                  </a:lnTo>
                  <a:lnTo>
                    <a:pt x="512787" y="1115399"/>
                  </a:lnTo>
                  <a:lnTo>
                    <a:pt x="510235" y="1116656"/>
                  </a:lnTo>
                  <a:lnTo>
                    <a:pt x="509100" y="1116946"/>
                  </a:lnTo>
                  <a:lnTo>
                    <a:pt x="506265" y="1116752"/>
                  </a:lnTo>
                  <a:lnTo>
                    <a:pt x="480838" y="1106894"/>
                  </a:lnTo>
                  <a:lnTo>
                    <a:pt x="481689" y="1104671"/>
                  </a:lnTo>
                  <a:lnTo>
                    <a:pt x="483674" y="1099451"/>
                  </a:lnTo>
                  <a:lnTo>
                    <a:pt x="486131" y="1093169"/>
                  </a:lnTo>
                  <a:lnTo>
                    <a:pt x="486226" y="1092782"/>
                  </a:lnTo>
                  <a:lnTo>
                    <a:pt x="490007" y="1083020"/>
                  </a:lnTo>
                  <a:lnTo>
                    <a:pt x="490668" y="1081377"/>
                  </a:lnTo>
                  <a:lnTo>
                    <a:pt x="491992" y="1077414"/>
                  </a:lnTo>
                  <a:lnTo>
                    <a:pt x="492370" y="1075771"/>
                  </a:lnTo>
                  <a:lnTo>
                    <a:pt x="492464" y="1075191"/>
                  </a:lnTo>
                  <a:lnTo>
                    <a:pt x="492842" y="1071131"/>
                  </a:lnTo>
                  <a:lnTo>
                    <a:pt x="492842" y="1070648"/>
                  </a:lnTo>
                  <a:lnTo>
                    <a:pt x="485659" y="1068135"/>
                  </a:lnTo>
                  <a:lnTo>
                    <a:pt x="472142" y="1061949"/>
                  </a:lnTo>
                  <a:lnTo>
                    <a:pt x="469023" y="1060499"/>
                  </a:lnTo>
                  <a:lnTo>
                    <a:pt x="467605" y="1059919"/>
                  </a:lnTo>
                  <a:lnTo>
                    <a:pt x="466660" y="1059436"/>
                  </a:lnTo>
                  <a:lnTo>
                    <a:pt x="465053" y="1058663"/>
                  </a:lnTo>
                  <a:lnTo>
                    <a:pt x="451914" y="1052670"/>
                  </a:lnTo>
                  <a:lnTo>
                    <a:pt x="439909" y="1047161"/>
                  </a:lnTo>
                  <a:lnTo>
                    <a:pt x="430174" y="1042715"/>
                  </a:lnTo>
                  <a:lnTo>
                    <a:pt x="423935" y="1040008"/>
                  </a:lnTo>
                  <a:lnTo>
                    <a:pt x="417129" y="1036819"/>
                  </a:lnTo>
                  <a:lnTo>
                    <a:pt x="415523" y="1036142"/>
                  </a:lnTo>
                  <a:lnTo>
                    <a:pt x="414294" y="1035562"/>
                  </a:lnTo>
                  <a:lnTo>
                    <a:pt x="413916" y="1035466"/>
                  </a:lnTo>
                  <a:lnTo>
                    <a:pt x="412025" y="1034402"/>
                  </a:lnTo>
                  <a:lnTo>
                    <a:pt x="410229" y="1033146"/>
                  </a:lnTo>
                  <a:lnTo>
                    <a:pt x="408622" y="1031889"/>
                  </a:lnTo>
                  <a:lnTo>
                    <a:pt x="407488" y="1030826"/>
                  </a:lnTo>
                  <a:lnTo>
                    <a:pt x="407299" y="1030536"/>
                  </a:lnTo>
                  <a:lnTo>
                    <a:pt x="406165" y="1029376"/>
                  </a:lnTo>
                  <a:lnTo>
                    <a:pt x="405314" y="1028410"/>
                  </a:lnTo>
                  <a:lnTo>
                    <a:pt x="404274" y="1027057"/>
                  </a:lnTo>
                  <a:lnTo>
                    <a:pt x="403046" y="1024930"/>
                  </a:lnTo>
                  <a:lnTo>
                    <a:pt x="401250" y="1021837"/>
                  </a:lnTo>
                  <a:lnTo>
                    <a:pt x="401061" y="1021257"/>
                  </a:lnTo>
                  <a:lnTo>
                    <a:pt x="400682" y="1020581"/>
                  </a:lnTo>
                  <a:lnTo>
                    <a:pt x="400115" y="1019324"/>
                  </a:lnTo>
                  <a:lnTo>
                    <a:pt x="399170" y="1016811"/>
                  </a:lnTo>
                  <a:lnTo>
                    <a:pt x="398792" y="1015941"/>
                  </a:lnTo>
                  <a:lnTo>
                    <a:pt x="397185" y="1009949"/>
                  </a:lnTo>
                  <a:lnTo>
                    <a:pt x="395673" y="1004343"/>
                  </a:lnTo>
                  <a:lnTo>
                    <a:pt x="395200" y="1002796"/>
                  </a:lnTo>
                  <a:lnTo>
                    <a:pt x="393782" y="997480"/>
                  </a:lnTo>
                  <a:lnTo>
                    <a:pt x="391892" y="990521"/>
                  </a:lnTo>
                  <a:lnTo>
                    <a:pt x="391136" y="987621"/>
                  </a:lnTo>
                  <a:lnTo>
                    <a:pt x="390285" y="984722"/>
                  </a:lnTo>
                  <a:lnTo>
                    <a:pt x="388489" y="977956"/>
                  </a:lnTo>
                  <a:lnTo>
                    <a:pt x="387449" y="973993"/>
                  </a:lnTo>
                  <a:lnTo>
                    <a:pt x="386220" y="969740"/>
                  </a:lnTo>
                  <a:lnTo>
                    <a:pt x="385370" y="966937"/>
                  </a:lnTo>
                  <a:lnTo>
                    <a:pt x="381116" y="951182"/>
                  </a:lnTo>
                  <a:lnTo>
                    <a:pt x="379320" y="944706"/>
                  </a:lnTo>
                  <a:lnTo>
                    <a:pt x="379037" y="943547"/>
                  </a:lnTo>
                  <a:lnTo>
                    <a:pt x="377619" y="937071"/>
                  </a:lnTo>
                  <a:lnTo>
                    <a:pt x="377052" y="934268"/>
                  </a:lnTo>
                  <a:lnTo>
                    <a:pt x="376863" y="933494"/>
                  </a:lnTo>
                  <a:lnTo>
                    <a:pt x="376485" y="931561"/>
                  </a:lnTo>
                  <a:lnTo>
                    <a:pt x="376390" y="931368"/>
                  </a:lnTo>
                  <a:lnTo>
                    <a:pt x="375917" y="930015"/>
                  </a:lnTo>
                  <a:lnTo>
                    <a:pt x="375728" y="929338"/>
                  </a:lnTo>
                  <a:lnTo>
                    <a:pt x="374878" y="927115"/>
                  </a:lnTo>
                  <a:lnTo>
                    <a:pt x="373365" y="923539"/>
                  </a:lnTo>
                  <a:lnTo>
                    <a:pt x="373082" y="922959"/>
                  </a:lnTo>
                  <a:lnTo>
                    <a:pt x="372987" y="922862"/>
                  </a:lnTo>
                  <a:lnTo>
                    <a:pt x="372231" y="921026"/>
                  </a:lnTo>
                  <a:lnTo>
                    <a:pt x="370813" y="918320"/>
                  </a:lnTo>
                  <a:lnTo>
                    <a:pt x="370530" y="917643"/>
                  </a:lnTo>
                  <a:lnTo>
                    <a:pt x="369206" y="915033"/>
                  </a:lnTo>
                  <a:lnTo>
                    <a:pt x="367410" y="911747"/>
                  </a:lnTo>
                  <a:lnTo>
                    <a:pt x="365614" y="909331"/>
                  </a:lnTo>
                  <a:lnTo>
                    <a:pt x="363251" y="905948"/>
                  </a:lnTo>
                  <a:lnTo>
                    <a:pt x="360605" y="902371"/>
                  </a:lnTo>
                  <a:lnTo>
                    <a:pt x="358809" y="899955"/>
                  </a:lnTo>
                  <a:lnTo>
                    <a:pt x="357485" y="898022"/>
                  </a:lnTo>
                  <a:lnTo>
                    <a:pt x="353894" y="892996"/>
                  </a:lnTo>
                  <a:lnTo>
                    <a:pt x="353515" y="892513"/>
                  </a:lnTo>
                  <a:lnTo>
                    <a:pt x="350018" y="887970"/>
                  </a:lnTo>
                  <a:lnTo>
                    <a:pt x="349167" y="886907"/>
                  </a:lnTo>
                  <a:lnTo>
                    <a:pt x="341606" y="876951"/>
                  </a:lnTo>
                  <a:lnTo>
                    <a:pt x="337541" y="871249"/>
                  </a:lnTo>
                  <a:lnTo>
                    <a:pt x="326576" y="856460"/>
                  </a:lnTo>
                  <a:lnTo>
                    <a:pt x="323174" y="851241"/>
                  </a:lnTo>
                  <a:lnTo>
                    <a:pt x="319960" y="845925"/>
                  </a:lnTo>
                  <a:lnTo>
                    <a:pt x="316935" y="840416"/>
                  </a:lnTo>
                  <a:lnTo>
                    <a:pt x="310129" y="828914"/>
                  </a:lnTo>
                  <a:lnTo>
                    <a:pt x="306443" y="822631"/>
                  </a:lnTo>
                  <a:lnTo>
                    <a:pt x="299165" y="810646"/>
                  </a:lnTo>
                  <a:lnTo>
                    <a:pt x="295478" y="804267"/>
                  </a:lnTo>
                  <a:lnTo>
                    <a:pt x="291697" y="797791"/>
                  </a:lnTo>
                  <a:lnTo>
                    <a:pt x="289712" y="794504"/>
                  </a:lnTo>
                  <a:lnTo>
                    <a:pt x="288673" y="792668"/>
                  </a:lnTo>
                  <a:lnTo>
                    <a:pt x="285270" y="786869"/>
                  </a:lnTo>
                  <a:lnTo>
                    <a:pt x="278653" y="775560"/>
                  </a:lnTo>
                  <a:lnTo>
                    <a:pt x="271753" y="763961"/>
                  </a:lnTo>
                  <a:lnTo>
                    <a:pt x="262301" y="747820"/>
                  </a:lnTo>
                  <a:lnTo>
                    <a:pt x="260032" y="744244"/>
                  </a:lnTo>
                  <a:lnTo>
                    <a:pt x="259938" y="744050"/>
                  </a:lnTo>
                  <a:lnTo>
                    <a:pt x="258709" y="742021"/>
                  </a:lnTo>
                  <a:lnTo>
                    <a:pt x="255401" y="736221"/>
                  </a:lnTo>
                  <a:lnTo>
                    <a:pt x="251998" y="730615"/>
                  </a:lnTo>
                  <a:lnTo>
                    <a:pt x="248784" y="724816"/>
                  </a:lnTo>
                  <a:lnTo>
                    <a:pt x="246610" y="721336"/>
                  </a:lnTo>
                  <a:lnTo>
                    <a:pt x="243680" y="716214"/>
                  </a:lnTo>
                  <a:lnTo>
                    <a:pt x="240939" y="711478"/>
                  </a:lnTo>
                  <a:lnTo>
                    <a:pt x="232337" y="696979"/>
                  </a:lnTo>
                  <a:lnTo>
                    <a:pt x="227894" y="689537"/>
                  </a:lnTo>
                  <a:lnTo>
                    <a:pt x="227138" y="688087"/>
                  </a:lnTo>
                  <a:lnTo>
                    <a:pt x="226949" y="687604"/>
                  </a:lnTo>
                  <a:lnTo>
                    <a:pt x="226571" y="686251"/>
                  </a:lnTo>
                  <a:lnTo>
                    <a:pt x="226193" y="685091"/>
                  </a:lnTo>
                  <a:lnTo>
                    <a:pt x="225342" y="682481"/>
                  </a:lnTo>
                  <a:lnTo>
                    <a:pt x="225153" y="682095"/>
                  </a:lnTo>
                  <a:lnTo>
                    <a:pt x="224681" y="680355"/>
                  </a:lnTo>
                  <a:lnTo>
                    <a:pt x="223924" y="679002"/>
                  </a:lnTo>
                  <a:lnTo>
                    <a:pt x="218442" y="669819"/>
                  </a:lnTo>
                  <a:lnTo>
                    <a:pt x="211920" y="659187"/>
                  </a:lnTo>
                  <a:lnTo>
                    <a:pt x="208612" y="653001"/>
                  </a:lnTo>
                  <a:lnTo>
                    <a:pt x="206816" y="650005"/>
                  </a:lnTo>
                  <a:lnTo>
                    <a:pt x="205965" y="648652"/>
                  </a:lnTo>
                  <a:lnTo>
                    <a:pt x="197931" y="634734"/>
                  </a:lnTo>
                  <a:lnTo>
                    <a:pt x="194055" y="628064"/>
                  </a:lnTo>
                  <a:lnTo>
                    <a:pt x="192637" y="626131"/>
                  </a:lnTo>
                  <a:lnTo>
                    <a:pt x="191598" y="624681"/>
                  </a:lnTo>
                  <a:lnTo>
                    <a:pt x="191314" y="624295"/>
                  </a:lnTo>
                  <a:lnTo>
                    <a:pt x="186021" y="615306"/>
                  </a:lnTo>
                  <a:lnTo>
                    <a:pt x="180160" y="618689"/>
                  </a:lnTo>
                  <a:lnTo>
                    <a:pt x="176474" y="620815"/>
                  </a:lnTo>
                  <a:lnTo>
                    <a:pt x="172598" y="623038"/>
                  </a:lnTo>
                  <a:lnTo>
                    <a:pt x="167022" y="626228"/>
                  </a:lnTo>
                  <a:lnTo>
                    <a:pt x="155773" y="632704"/>
                  </a:lnTo>
                  <a:lnTo>
                    <a:pt x="151709" y="635023"/>
                  </a:lnTo>
                  <a:lnTo>
                    <a:pt x="149346" y="636280"/>
                  </a:lnTo>
                  <a:lnTo>
                    <a:pt x="148117" y="637053"/>
                  </a:lnTo>
                  <a:lnTo>
                    <a:pt x="147644" y="637343"/>
                  </a:lnTo>
                  <a:lnTo>
                    <a:pt x="147266" y="637730"/>
                  </a:lnTo>
                  <a:lnTo>
                    <a:pt x="146983" y="637923"/>
                  </a:lnTo>
                  <a:lnTo>
                    <a:pt x="145943" y="639276"/>
                  </a:lnTo>
                  <a:lnTo>
                    <a:pt x="145092" y="640243"/>
                  </a:lnTo>
                  <a:lnTo>
                    <a:pt x="144903" y="640533"/>
                  </a:lnTo>
                  <a:lnTo>
                    <a:pt x="144147" y="641403"/>
                  </a:lnTo>
                  <a:lnTo>
                    <a:pt x="143863" y="642079"/>
                  </a:lnTo>
                  <a:lnTo>
                    <a:pt x="143769" y="642273"/>
                  </a:lnTo>
                  <a:lnTo>
                    <a:pt x="141028" y="643819"/>
                  </a:lnTo>
                  <a:lnTo>
                    <a:pt x="131292" y="650005"/>
                  </a:lnTo>
                  <a:lnTo>
                    <a:pt x="131103" y="650198"/>
                  </a:lnTo>
                  <a:lnTo>
                    <a:pt x="131008" y="650682"/>
                  </a:lnTo>
                  <a:lnTo>
                    <a:pt x="131008" y="650875"/>
                  </a:lnTo>
                  <a:lnTo>
                    <a:pt x="128078" y="652325"/>
                  </a:lnTo>
                  <a:lnTo>
                    <a:pt x="125432" y="652905"/>
                  </a:lnTo>
                  <a:lnTo>
                    <a:pt x="122123" y="653388"/>
                  </a:lnTo>
                  <a:lnTo>
                    <a:pt x="121934" y="653485"/>
                  </a:lnTo>
                  <a:lnTo>
                    <a:pt x="121272" y="653485"/>
                  </a:lnTo>
                  <a:lnTo>
                    <a:pt x="120611" y="653968"/>
                  </a:lnTo>
                  <a:lnTo>
                    <a:pt x="119760" y="653195"/>
                  </a:lnTo>
                  <a:lnTo>
                    <a:pt x="119288" y="652711"/>
                  </a:lnTo>
                  <a:lnTo>
                    <a:pt x="117208" y="651552"/>
                  </a:lnTo>
                  <a:lnTo>
                    <a:pt x="116452" y="651068"/>
                  </a:lnTo>
                  <a:lnTo>
                    <a:pt x="116168" y="650972"/>
                  </a:lnTo>
                  <a:lnTo>
                    <a:pt x="114750" y="650488"/>
                  </a:lnTo>
                  <a:lnTo>
                    <a:pt x="114467" y="650392"/>
                  </a:lnTo>
                  <a:lnTo>
                    <a:pt x="112293" y="649522"/>
                  </a:lnTo>
                  <a:lnTo>
                    <a:pt x="109741" y="647975"/>
                  </a:lnTo>
                  <a:lnTo>
                    <a:pt x="109457" y="647782"/>
                  </a:lnTo>
                  <a:lnTo>
                    <a:pt x="106432" y="647782"/>
                  </a:lnTo>
                  <a:lnTo>
                    <a:pt x="105582" y="647685"/>
                  </a:lnTo>
                  <a:lnTo>
                    <a:pt x="104353" y="647395"/>
                  </a:lnTo>
                  <a:lnTo>
                    <a:pt x="104164" y="647395"/>
                  </a:lnTo>
                  <a:lnTo>
                    <a:pt x="102651" y="646912"/>
                  </a:lnTo>
                  <a:lnTo>
                    <a:pt x="101423" y="646332"/>
                  </a:lnTo>
                  <a:lnTo>
                    <a:pt x="99816" y="646429"/>
                  </a:lnTo>
                  <a:lnTo>
                    <a:pt x="93388" y="644882"/>
                  </a:lnTo>
                  <a:lnTo>
                    <a:pt x="92916" y="644496"/>
                  </a:lnTo>
                  <a:lnTo>
                    <a:pt x="91876" y="643819"/>
                  </a:lnTo>
                  <a:lnTo>
                    <a:pt x="90269" y="642563"/>
                  </a:lnTo>
                  <a:lnTo>
                    <a:pt x="89418" y="641886"/>
                  </a:lnTo>
                  <a:lnTo>
                    <a:pt x="88095" y="639953"/>
                  </a:lnTo>
                  <a:lnTo>
                    <a:pt x="87906" y="639180"/>
                  </a:lnTo>
                  <a:lnTo>
                    <a:pt x="86677" y="636957"/>
                  </a:lnTo>
                  <a:lnTo>
                    <a:pt x="84976" y="636570"/>
                  </a:lnTo>
                  <a:lnTo>
                    <a:pt x="82802" y="636957"/>
                  </a:lnTo>
                  <a:lnTo>
                    <a:pt x="80911" y="630867"/>
                  </a:lnTo>
                  <a:lnTo>
                    <a:pt x="78737" y="624005"/>
                  </a:lnTo>
                  <a:lnTo>
                    <a:pt x="78832" y="622168"/>
                  </a:lnTo>
                  <a:lnTo>
                    <a:pt x="79304" y="618205"/>
                  </a:lnTo>
                  <a:lnTo>
                    <a:pt x="80722" y="615596"/>
                  </a:lnTo>
                  <a:lnTo>
                    <a:pt x="82329" y="613083"/>
                  </a:lnTo>
                  <a:lnTo>
                    <a:pt x="84030" y="611246"/>
                  </a:lnTo>
                  <a:lnTo>
                    <a:pt x="84787" y="607283"/>
                  </a:lnTo>
                  <a:lnTo>
                    <a:pt x="84314" y="604674"/>
                  </a:lnTo>
                  <a:lnTo>
                    <a:pt x="83652" y="602741"/>
                  </a:lnTo>
                  <a:lnTo>
                    <a:pt x="82613" y="598005"/>
                  </a:lnTo>
                  <a:lnTo>
                    <a:pt x="81667" y="596361"/>
                  </a:lnTo>
                  <a:lnTo>
                    <a:pt x="80155" y="594525"/>
                  </a:lnTo>
                  <a:lnTo>
                    <a:pt x="79021" y="591239"/>
                  </a:lnTo>
                  <a:lnTo>
                    <a:pt x="78454" y="590949"/>
                  </a:lnTo>
                  <a:lnTo>
                    <a:pt x="76563" y="587469"/>
                  </a:lnTo>
                  <a:lnTo>
                    <a:pt x="74295" y="584086"/>
                  </a:lnTo>
                  <a:lnTo>
                    <a:pt x="72971" y="582540"/>
                  </a:lnTo>
                  <a:lnTo>
                    <a:pt x="72215" y="580703"/>
                  </a:lnTo>
                  <a:lnTo>
                    <a:pt x="72688" y="579060"/>
                  </a:lnTo>
                  <a:lnTo>
                    <a:pt x="72215" y="578190"/>
                  </a:lnTo>
                  <a:lnTo>
                    <a:pt x="73066" y="576161"/>
                  </a:lnTo>
                  <a:lnTo>
                    <a:pt x="73633" y="575001"/>
                  </a:lnTo>
                  <a:lnTo>
                    <a:pt x="74011" y="574324"/>
                  </a:lnTo>
                  <a:lnTo>
                    <a:pt x="75712" y="575001"/>
                  </a:lnTo>
                  <a:lnTo>
                    <a:pt x="77697" y="575097"/>
                  </a:lnTo>
                  <a:lnTo>
                    <a:pt x="77036" y="569588"/>
                  </a:lnTo>
                  <a:lnTo>
                    <a:pt x="75712" y="567945"/>
                  </a:lnTo>
                  <a:lnTo>
                    <a:pt x="75712" y="561662"/>
                  </a:lnTo>
                  <a:lnTo>
                    <a:pt x="70797" y="559729"/>
                  </a:lnTo>
                  <a:lnTo>
                    <a:pt x="69947" y="555573"/>
                  </a:lnTo>
                  <a:lnTo>
                    <a:pt x="67205" y="551610"/>
                  </a:lnTo>
                  <a:lnTo>
                    <a:pt x="66260" y="548904"/>
                  </a:lnTo>
                  <a:lnTo>
                    <a:pt x="65977" y="547067"/>
                  </a:lnTo>
                  <a:lnTo>
                    <a:pt x="66449" y="544264"/>
                  </a:lnTo>
                  <a:lnTo>
                    <a:pt x="66733" y="543298"/>
                  </a:lnTo>
                  <a:lnTo>
                    <a:pt x="66544" y="541751"/>
                  </a:lnTo>
                  <a:lnTo>
                    <a:pt x="66827" y="540688"/>
                  </a:lnTo>
                  <a:lnTo>
                    <a:pt x="67300" y="540108"/>
                  </a:lnTo>
                  <a:lnTo>
                    <a:pt x="67394" y="537498"/>
                  </a:lnTo>
                  <a:lnTo>
                    <a:pt x="67583" y="536629"/>
                  </a:lnTo>
                  <a:lnTo>
                    <a:pt x="67678" y="535662"/>
                  </a:lnTo>
                  <a:lnTo>
                    <a:pt x="67867" y="534599"/>
                  </a:lnTo>
                  <a:lnTo>
                    <a:pt x="67678" y="533729"/>
                  </a:lnTo>
                  <a:lnTo>
                    <a:pt x="67867" y="531023"/>
                  </a:lnTo>
                  <a:lnTo>
                    <a:pt x="66733" y="527640"/>
                  </a:lnTo>
                  <a:lnTo>
                    <a:pt x="66355" y="524257"/>
                  </a:lnTo>
                  <a:lnTo>
                    <a:pt x="66166" y="522710"/>
                  </a:lnTo>
                  <a:lnTo>
                    <a:pt x="65977" y="519231"/>
                  </a:lnTo>
                  <a:lnTo>
                    <a:pt x="63613" y="516814"/>
                  </a:lnTo>
                  <a:lnTo>
                    <a:pt x="62290" y="512658"/>
                  </a:lnTo>
                  <a:lnTo>
                    <a:pt x="62857" y="506086"/>
                  </a:lnTo>
                  <a:lnTo>
                    <a:pt x="63424" y="504346"/>
                  </a:lnTo>
                  <a:lnTo>
                    <a:pt x="64086" y="501156"/>
                  </a:lnTo>
                  <a:lnTo>
                    <a:pt x="63803" y="499126"/>
                  </a:lnTo>
                  <a:lnTo>
                    <a:pt x="62385" y="496710"/>
                  </a:lnTo>
                  <a:lnTo>
                    <a:pt x="60683" y="494584"/>
                  </a:lnTo>
                  <a:lnTo>
                    <a:pt x="59833" y="493907"/>
                  </a:lnTo>
                  <a:lnTo>
                    <a:pt x="58415" y="493327"/>
                  </a:lnTo>
                  <a:lnTo>
                    <a:pt x="57753" y="491491"/>
                  </a:lnTo>
                  <a:lnTo>
                    <a:pt x="58415" y="490814"/>
                  </a:lnTo>
                  <a:lnTo>
                    <a:pt x="57186" y="489171"/>
                  </a:lnTo>
                  <a:lnTo>
                    <a:pt x="55768" y="486851"/>
                  </a:lnTo>
                  <a:lnTo>
                    <a:pt x="54350" y="484628"/>
                  </a:lnTo>
                  <a:lnTo>
                    <a:pt x="54823" y="484242"/>
                  </a:lnTo>
                  <a:lnTo>
                    <a:pt x="54445" y="479312"/>
                  </a:lnTo>
                  <a:lnTo>
                    <a:pt x="52176" y="475253"/>
                  </a:lnTo>
                  <a:lnTo>
                    <a:pt x="51987" y="474963"/>
                  </a:lnTo>
                  <a:lnTo>
                    <a:pt x="51609" y="474286"/>
                  </a:lnTo>
                  <a:lnTo>
                    <a:pt x="51136" y="473416"/>
                  </a:lnTo>
                  <a:lnTo>
                    <a:pt x="50853" y="472740"/>
                  </a:lnTo>
                  <a:lnTo>
                    <a:pt x="50097" y="470613"/>
                  </a:lnTo>
                  <a:lnTo>
                    <a:pt x="49435" y="469647"/>
                  </a:lnTo>
                  <a:lnTo>
                    <a:pt x="49057" y="468873"/>
                  </a:lnTo>
                  <a:lnTo>
                    <a:pt x="48962" y="468680"/>
                  </a:lnTo>
                  <a:lnTo>
                    <a:pt x="48206" y="466747"/>
                  </a:lnTo>
                  <a:lnTo>
                    <a:pt x="47450" y="464427"/>
                  </a:lnTo>
                  <a:lnTo>
                    <a:pt x="47639" y="462301"/>
                  </a:lnTo>
                  <a:lnTo>
                    <a:pt x="48584" y="461141"/>
                  </a:lnTo>
                  <a:lnTo>
                    <a:pt x="48206" y="460754"/>
                  </a:lnTo>
                  <a:lnTo>
                    <a:pt x="47734" y="459884"/>
                  </a:lnTo>
                  <a:lnTo>
                    <a:pt x="47923" y="459691"/>
                  </a:lnTo>
                  <a:lnTo>
                    <a:pt x="48301" y="459401"/>
                  </a:lnTo>
                  <a:lnTo>
                    <a:pt x="43858" y="453119"/>
                  </a:lnTo>
                  <a:lnTo>
                    <a:pt x="43480" y="452635"/>
                  </a:lnTo>
                  <a:lnTo>
                    <a:pt x="44142" y="451572"/>
                  </a:lnTo>
                  <a:lnTo>
                    <a:pt x="44614" y="450412"/>
                  </a:lnTo>
                  <a:lnTo>
                    <a:pt x="44898" y="449446"/>
                  </a:lnTo>
                  <a:lnTo>
                    <a:pt x="44898" y="448286"/>
                  </a:lnTo>
                  <a:lnTo>
                    <a:pt x="44898" y="447996"/>
                  </a:lnTo>
                  <a:lnTo>
                    <a:pt x="44898" y="447609"/>
                  </a:lnTo>
                  <a:lnTo>
                    <a:pt x="44898" y="447319"/>
                  </a:lnTo>
                  <a:lnTo>
                    <a:pt x="44898" y="447029"/>
                  </a:lnTo>
                  <a:lnTo>
                    <a:pt x="44803" y="446256"/>
                  </a:lnTo>
                  <a:lnTo>
                    <a:pt x="44709" y="445579"/>
                  </a:lnTo>
                  <a:lnTo>
                    <a:pt x="44425" y="444903"/>
                  </a:lnTo>
                  <a:lnTo>
                    <a:pt x="44142" y="444323"/>
                  </a:lnTo>
                  <a:lnTo>
                    <a:pt x="43764" y="443550"/>
                  </a:lnTo>
                  <a:lnTo>
                    <a:pt x="43480" y="442970"/>
                  </a:lnTo>
                  <a:lnTo>
                    <a:pt x="43197" y="442487"/>
                  </a:lnTo>
                  <a:lnTo>
                    <a:pt x="43102" y="442293"/>
                  </a:lnTo>
                  <a:lnTo>
                    <a:pt x="42629" y="441907"/>
                  </a:lnTo>
                  <a:lnTo>
                    <a:pt x="42062" y="441520"/>
                  </a:lnTo>
                  <a:lnTo>
                    <a:pt x="41306" y="441230"/>
                  </a:lnTo>
                  <a:lnTo>
                    <a:pt x="40361" y="440940"/>
                  </a:lnTo>
                  <a:lnTo>
                    <a:pt x="38659" y="440360"/>
                  </a:lnTo>
                  <a:lnTo>
                    <a:pt x="37809" y="440070"/>
                  </a:lnTo>
                  <a:lnTo>
                    <a:pt x="36769" y="439490"/>
                  </a:lnTo>
                  <a:lnTo>
                    <a:pt x="35540" y="438234"/>
                  </a:lnTo>
                  <a:lnTo>
                    <a:pt x="34973" y="437557"/>
                  </a:lnTo>
                  <a:lnTo>
                    <a:pt x="34406" y="436687"/>
                  </a:lnTo>
                  <a:lnTo>
                    <a:pt x="33839" y="435721"/>
                  </a:lnTo>
                  <a:lnTo>
                    <a:pt x="32988" y="434851"/>
                  </a:lnTo>
                  <a:lnTo>
                    <a:pt x="31381" y="433884"/>
                  </a:lnTo>
                  <a:lnTo>
                    <a:pt x="32988" y="430501"/>
                  </a:lnTo>
                  <a:lnTo>
                    <a:pt x="34122" y="427795"/>
                  </a:lnTo>
                  <a:lnTo>
                    <a:pt x="34878" y="425959"/>
                  </a:lnTo>
                  <a:lnTo>
                    <a:pt x="35351" y="424702"/>
                  </a:lnTo>
                  <a:lnTo>
                    <a:pt x="36391" y="422092"/>
                  </a:lnTo>
                  <a:lnTo>
                    <a:pt x="38092" y="417356"/>
                  </a:lnTo>
                  <a:lnTo>
                    <a:pt x="38754" y="415713"/>
                  </a:lnTo>
                  <a:lnTo>
                    <a:pt x="41590" y="408947"/>
                  </a:lnTo>
                  <a:lnTo>
                    <a:pt x="41779" y="408367"/>
                  </a:lnTo>
                  <a:lnTo>
                    <a:pt x="42251" y="407884"/>
                  </a:lnTo>
                  <a:lnTo>
                    <a:pt x="45087" y="405468"/>
                  </a:lnTo>
                  <a:lnTo>
                    <a:pt x="45938" y="404791"/>
                  </a:lnTo>
                  <a:lnTo>
                    <a:pt x="47923" y="403051"/>
                  </a:lnTo>
                  <a:lnTo>
                    <a:pt x="48773" y="402375"/>
                  </a:lnTo>
                  <a:lnTo>
                    <a:pt x="48584" y="402278"/>
                  </a:lnTo>
                  <a:lnTo>
                    <a:pt x="46883" y="400538"/>
                  </a:lnTo>
                  <a:lnTo>
                    <a:pt x="46599" y="400345"/>
                  </a:lnTo>
                  <a:lnTo>
                    <a:pt x="51893" y="395319"/>
                  </a:lnTo>
                  <a:lnTo>
                    <a:pt x="54067" y="393289"/>
                  </a:lnTo>
                  <a:lnTo>
                    <a:pt x="54350" y="393096"/>
                  </a:lnTo>
                  <a:lnTo>
                    <a:pt x="44709" y="385267"/>
                  </a:lnTo>
                  <a:lnTo>
                    <a:pt x="38281" y="379467"/>
                  </a:lnTo>
                  <a:lnTo>
                    <a:pt x="37147" y="378501"/>
                  </a:lnTo>
                  <a:lnTo>
                    <a:pt x="34878" y="376761"/>
                  </a:lnTo>
                  <a:lnTo>
                    <a:pt x="22685" y="366226"/>
                  </a:lnTo>
                  <a:lnTo>
                    <a:pt x="18053" y="362069"/>
                  </a:lnTo>
                  <a:lnTo>
                    <a:pt x="17392" y="361490"/>
                  </a:lnTo>
                  <a:lnTo>
                    <a:pt x="17108" y="361200"/>
                  </a:lnTo>
                  <a:lnTo>
                    <a:pt x="15312" y="359653"/>
                  </a:lnTo>
                  <a:lnTo>
                    <a:pt x="15029" y="359363"/>
                  </a:lnTo>
                  <a:lnTo>
                    <a:pt x="11531" y="356270"/>
                  </a:lnTo>
                  <a:lnTo>
                    <a:pt x="10775" y="355690"/>
                  </a:lnTo>
                  <a:lnTo>
                    <a:pt x="9546" y="354627"/>
                  </a:lnTo>
                  <a:lnTo>
                    <a:pt x="0" y="346991"/>
                  </a:lnTo>
                  <a:lnTo>
                    <a:pt x="189" y="346798"/>
                  </a:lnTo>
                  <a:lnTo>
                    <a:pt x="1039" y="345831"/>
                  </a:lnTo>
                  <a:lnTo>
                    <a:pt x="3213" y="343415"/>
                  </a:lnTo>
                  <a:lnTo>
                    <a:pt x="3875" y="342642"/>
                  </a:lnTo>
                  <a:lnTo>
                    <a:pt x="5198" y="341192"/>
                  </a:lnTo>
                  <a:lnTo>
                    <a:pt x="5482" y="340902"/>
                  </a:lnTo>
                  <a:lnTo>
                    <a:pt x="7750" y="338389"/>
                  </a:lnTo>
                  <a:lnTo>
                    <a:pt x="10397" y="335296"/>
                  </a:lnTo>
                  <a:lnTo>
                    <a:pt x="10586" y="335103"/>
                  </a:lnTo>
                  <a:lnTo>
                    <a:pt x="13044" y="335973"/>
                  </a:lnTo>
                  <a:lnTo>
                    <a:pt x="14462" y="336553"/>
                  </a:lnTo>
                  <a:lnTo>
                    <a:pt x="15785" y="336746"/>
                  </a:lnTo>
                  <a:lnTo>
                    <a:pt x="16919" y="336843"/>
                  </a:lnTo>
                  <a:lnTo>
                    <a:pt x="18242" y="336746"/>
                  </a:lnTo>
                  <a:lnTo>
                    <a:pt x="19849" y="336649"/>
                  </a:lnTo>
                  <a:lnTo>
                    <a:pt x="20889" y="336553"/>
                  </a:lnTo>
                  <a:lnTo>
                    <a:pt x="21173" y="336263"/>
                  </a:lnTo>
                  <a:lnTo>
                    <a:pt x="21551" y="333556"/>
                  </a:lnTo>
                  <a:lnTo>
                    <a:pt x="21645" y="333363"/>
                  </a:lnTo>
                  <a:lnTo>
                    <a:pt x="21456" y="333170"/>
                  </a:lnTo>
                  <a:lnTo>
                    <a:pt x="21645" y="331043"/>
                  </a:lnTo>
                  <a:lnTo>
                    <a:pt x="25048" y="325920"/>
                  </a:lnTo>
                  <a:lnTo>
                    <a:pt x="25804" y="325631"/>
                  </a:lnTo>
                  <a:lnTo>
                    <a:pt x="28734" y="321764"/>
                  </a:lnTo>
                  <a:lnTo>
                    <a:pt x="31003" y="321764"/>
                  </a:lnTo>
                  <a:lnTo>
                    <a:pt x="31003" y="320411"/>
                  </a:lnTo>
                  <a:lnTo>
                    <a:pt x="29396" y="318575"/>
                  </a:lnTo>
                  <a:lnTo>
                    <a:pt x="29207" y="315288"/>
                  </a:lnTo>
                  <a:lnTo>
                    <a:pt x="29207" y="312485"/>
                  </a:lnTo>
                  <a:lnTo>
                    <a:pt x="28924" y="310939"/>
                  </a:lnTo>
                  <a:lnTo>
                    <a:pt x="27789" y="309199"/>
                  </a:lnTo>
                  <a:lnTo>
                    <a:pt x="27222" y="307943"/>
                  </a:lnTo>
                  <a:lnTo>
                    <a:pt x="27033" y="306300"/>
                  </a:lnTo>
                  <a:lnTo>
                    <a:pt x="26560" y="302723"/>
                  </a:lnTo>
                  <a:lnTo>
                    <a:pt x="25804" y="297987"/>
                  </a:lnTo>
                  <a:lnTo>
                    <a:pt x="25332" y="294024"/>
                  </a:lnTo>
                  <a:lnTo>
                    <a:pt x="24954" y="292768"/>
                  </a:lnTo>
                  <a:lnTo>
                    <a:pt x="29396" y="290545"/>
                  </a:lnTo>
                  <a:lnTo>
                    <a:pt x="27978" y="286679"/>
                  </a:lnTo>
                  <a:lnTo>
                    <a:pt x="29207" y="285422"/>
                  </a:lnTo>
                  <a:lnTo>
                    <a:pt x="29774" y="282522"/>
                  </a:lnTo>
                  <a:lnTo>
                    <a:pt x="32232" y="281459"/>
                  </a:lnTo>
                  <a:lnTo>
                    <a:pt x="33177" y="278559"/>
                  </a:lnTo>
                  <a:lnTo>
                    <a:pt x="30909" y="277400"/>
                  </a:lnTo>
                  <a:lnTo>
                    <a:pt x="31854" y="274017"/>
                  </a:lnTo>
                  <a:lnTo>
                    <a:pt x="34500" y="275080"/>
                  </a:lnTo>
                  <a:lnTo>
                    <a:pt x="35257" y="272953"/>
                  </a:lnTo>
                  <a:lnTo>
                    <a:pt x="29302" y="270247"/>
                  </a:lnTo>
                  <a:lnTo>
                    <a:pt x="30436" y="267251"/>
                  </a:lnTo>
                  <a:lnTo>
                    <a:pt x="30341" y="265994"/>
                  </a:lnTo>
                  <a:lnTo>
                    <a:pt x="30909" y="262805"/>
                  </a:lnTo>
                  <a:lnTo>
                    <a:pt x="32894" y="261838"/>
                  </a:lnTo>
                  <a:lnTo>
                    <a:pt x="34028" y="258359"/>
                  </a:lnTo>
                  <a:lnTo>
                    <a:pt x="34217" y="255266"/>
                  </a:lnTo>
                  <a:lnTo>
                    <a:pt x="36391" y="254106"/>
                  </a:lnTo>
                  <a:lnTo>
                    <a:pt x="36580" y="251399"/>
                  </a:lnTo>
                  <a:lnTo>
                    <a:pt x="37147" y="249370"/>
                  </a:lnTo>
                  <a:lnTo>
                    <a:pt x="37998" y="245697"/>
                  </a:lnTo>
                  <a:lnTo>
                    <a:pt x="38754" y="239994"/>
                  </a:lnTo>
                  <a:lnTo>
                    <a:pt x="38848" y="238061"/>
                  </a:lnTo>
                  <a:lnTo>
                    <a:pt x="38565" y="235645"/>
                  </a:lnTo>
                  <a:lnTo>
                    <a:pt x="39605" y="229845"/>
                  </a:lnTo>
                  <a:lnTo>
                    <a:pt x="41212" y="227622"/>
                  </a:lnTo>
                  <a:lnTo>
                    <a:pt x="42818" y="223756"/>
                  </a:lnTo>
                  <a:lnTo>
                    <a:pt x="47072" y="220276"/>
                  </a:lnTo>
                  <a:lnTo>
                    <a:pt x="49435" y="219697"/>
                  </a:lnTo>
                  <a:lnTo>
                    <a:pt x="57659" y="214284"/>
                  </a:lnTo>
                  <a:lnTo>
                    <a:pt x="61439" y="208968"/>
                  </a:lnTo>
                  <a:lnTo>
                    <a:pt x="61061" y="205295"/>
                  </a:lnTo>
                  <a:lnTo>
                    <a:pt x="60589" y="203555"/>
                  </a:lnTo>
                  <a:lnTo>
                    <a:pt x="62101" y="200366"/>
                  </a:lnTo>
                  <a:lnTo>
                    <a:pt x="64275" y="198239"/>
                  </a:lnTo>
                  <a:lnTo>
                    <a:pt x="67300" y="192730"/>
                  </a:lnTo>
                  <a:lnTo>
                    <a:pt x="68623" y="191473"/>
                  </a:lnTo>
                  <a:lnTo>
                    <a:pt x="70608" y="188767"/>
                  </a:lnTo>
                  <a:lnTo>
                    <a:pt x="71081" y="187800"/>
                  </a:lnTo>
                  <a:lnTo>
                    <a:pt x="71837" y="186351"/>
                  </a:lnTo>
                  <a:lnTo>
                    <a:pt x="72121" y="185771"/>
                  </a:lnTo>
                  <a:lnTo>
                    <a:pt x="72782" y="185094"/>
                  </a:lnTo>
                  <a:lnTo>
                    <a:pt x="73444" y="184804"/>
                  </a:lnTo>
                  <a:lnTo>
                    <a:pt x="74673" y="182001"/>
                  </a:lnTo>
                  <a:lnTo>
                    <a:pt x="75523" y="179681"/>
                  </a:lnTo>
                  <a:lnTo>
                    <a:pt x="76374" y="177555"/>
                  </a:lnTo>
                  <a:lnTo>
                    <a:pt x="77697" y="173205"/>
                  </a:lnTo>
                  <a:lnTo>
                    <a:pt x="77886" y="170306"/>
                  </a:lnTo>
                  <a:lnTo>
                    <a:pt x="79210" y="167599"/>
                  </a:lnTo>
                  <a:lnTo>
                    <a:pt x="81667" y="166246"/>
                  </a:lnTo>
                  <a:lnTo>
                    <a:pt x="85165" y="164603"/>
                  </a:lnTo>
                  <a:lnTo>
                    <a:pt x="87339" y="165086"/>
                  </a:lnTo>
                  <a:lnTo>
                    <a:pt x="88189" y="163443"/>
                  </a:lnTo>
                  <a:lnTo>
                    <a:pt x="89135" y="162960"/>
                  </a:lnTo>
                  <a:lnTo>
                    <a:pt x="89607" y="163057"/>
                  </a:lnTo>
                  <a:lnTo>
                    <a:pt x="89891" y="161993"/>
                  </a:lnTo>
                  <a:lnTo>
                    <a:pt x="94428" y="160930"/>
                  </a:lnTo>
                  <a:lnTo>
                    <a:pt x="95279" y="161993"/>
                  </a:lnTo>
                  <a:lnTo>
                    <a:pt x="97169" y="160350"/>
                  </a:lnTo>
                  <a:lnTo>
                    <a:pt x="96980" y="159964"/>
                  </a:lnTo>
                  <a:lnTo>
                    <a:pt x="99154" y="158611"/>
                  </a:lnTo>
                  <a:lnTo>
                    <a:pt x="100666" y="154841"/>
                  </a:lnTo>
                  <a:lnTo>
                    <a:pt x="101328" y="152715"/>
                  </a:lnTo>
                  <a:lnTo>
                    <a:pt x="104920" y="150298"/>
                  </a:lnTo>
                  <a:lnTo>
                    <a:pt x="106149" y="149428"/>
                  </a:lnTo>
                  <a:lnTo>
                    <a:pt x="107283" y="148848"/>
                  </a:lnTo>
                  <a:lnTo>
                    <a:pt x="108512" y="147205"/>
                  </a:lnTo>
                  <a:lnTo>
                    <a:pt x="109079" y="146625"/>
                  </a:lnTo>
                  <a:lnTo>
                    <a:pt x="110402" y="145562"/>
                  </a:lnTo>
                  <a:lnTo>
                    <a:pt x="111064" y="144789"/>
                  </a:lnTo>
                  <a:lnTo>
                    <a:pt x="111726" y="143822"/>
                  </a:lnTo>
                  <a:lnTo>
                    <a:pt x="112198" y="143146"/>
                  </a:lnTo>
                  <a:lnTo>
                    <a:pt x="112671" y="142759"/>
                  </a:lnTo>
                  <a:lnTo>
                    <a:pt x="112954" y="142856"/>
                  </a:lnTo>
                  <a:lnTo>
                    <a:pt x="114939" y="142276"/>
                  </a:lnTo>
                  <a:lnTo>
                    <a:pt x="116452" y="142179"/>
                  </a:lnTo>
                  <a:lnTo>
                    <a:pt x="117019" y="141406"/>
                  </a:lnTo>
                  <a:lnTo>
                    <a:pt x="117113" y="140826"/>
                  </a:lnTo>
                  <a:lnTo>
                    <a:pt x="117492" y="140343"/>
                  </a:lnTo>
                  <a:lnTo>
                    <a:pt x="119477" y="139376"/>
                  </a:lnTo>
                  <a:lnTo>
                    <a:pt x="121651" y="139086"/>
                  </a:lnTo>
                  <a:lnTo>
                    <a:pt x="123541" y="139473"/>
                  </a:lnTo>
                  <a:lnTo>
                    <a:pt x="125526" y="139376"/>
                  </a:lnTo>
                  <a:lnTo>
                    <a:pt x="127889" y="138313"/>
                  </a:lnTo>
                  <a:lnTo>
                    <a:pt x="129307" y="137636"/>
                  </a:lnTo>
                  <a:lnTo>
                    <a:pt x="132993" y="137153"/>
                  </a:lnTo>
                  <a:lnTo>
                    <a:pt x="135545" y="136670"/>
                  </a:lnTo>
                  <a:lnTo>
                    <a:pt x="136963" y="136187"/>
                  </a:lnTo>
                  <a:lnTo>
                    <a:pt x="138287" y="132514"/>
                  </a:lnTo>
                  <a:lnTo>
                    <a:pt x="138948" y="132030"/>
                  </a:lnTo>
                  <a:lnTo>
                    <a:pt x="141122" y="132514"/>
                  </a:lnTo>
                  <a:lnTo>
                    <a:pt x="144053" y="132610"/>
                  </a:lnTo>
                  <a:lnTo>
                    <a:pt x="145754" y="131644"/>
                  </a:lnTo>
                  <a:lnTo>
                    <a:pt x="147172" y="129807"/>
                  </a:lnTo>
                  <a:lnTo>
                    <a:pt x="148212" y="128357"/>
                  </a:lnTo>
                  <a:lnTo>
                    <a:pt x="148023" y="127971"/>
                  </a:lnTo>
                  <a:lnTo>
                    <a:pt x="147644" y="127391"/>
                  </a:lnTo>
                  <a:lnTo>
                    <a:pt x="147077" y="124878"/>
                  </a:lnTo>
                  <a:lnTo>
                    <a:pt x="146416" y="123041"/>
                  </a:lnTo>
                  <a:lnTo>
                    <a:pt x="146132" y="122558"/>
                  </a:lnTo>
                  <a:lnTo>
                    <a:pt x="151898" y="119659"/>
                  </a:lnTo>
                  <a:lnTo>
                    <a:pt x="152749" y="117532"/>
                  </a:lnTo>
                  <a:lnTo>
                    <a:pt x="157475" y="112119"/>
                  </a:lnTo>
                  <a:lnTo>
                    <a:pt x="157664" y="107673"/>
                  </a:lnTo>
                  <a:lnTo>
                    <a:pt x="155301" y="104097"/>
                  </a:lnTo>
                  <a:lnTo>
                    <a:pt x="153883" y="98104"/>
                  </a:lnTo>
                  <a:lnTo>
                    <a:pt x="154072" y="93368"/>
                  </a:lnTo>
                  <a:lnTo>
                    <a:pt x="155868" y="88149"/>
                  </a:lnTo>
                  <a:lnTo>
                    <a:pt x="158420" y="83606"/>
                  </a:lnTo>
                  <a:lnTo>
                    <a:pt x="162579" y="79450"/>
                  </a:lnTo>
                  <a:lnTo>
                    <a:pt x="167305" y="75584"/>
                  </a:lnTo>
                  <a:lnTo>
                    <a:pt x="169952" y="72201"/>
                  </a:lnTo>
                  <a:lnTo>
                    <a:pt x="173544" y="67078"/>
                  </a:lnTo>
                  <a:lnTo>
                    <a:pt x="175151" y="62149"/>
                  </a:lnTo>
                  <a:lnTo>
                    <a:pt x="178081" y="54320"/>
                  </a:lnTo>
                  <a:lnTo>
                    <a:pt x="183185" y="47457"/>
                  </a:lnTo>
                  <a:lnTo>
                    <a:pt x="188100" y="42044"/>
                  </a:lnTo>
                  <a:lnTo>
                    <a:pt x="199254" y="31316"/>
                  </a:lnTo>
                  <a:lnTo>
                    <a:pt x="206438" y="31122"/>
                  </a:lnTo>
                  <a:lnTo>
                    <a:pt x="213527" y="32186"/>
                  </a:lnTo>
                  <a:lnTo>
                    <a:pt x="227044" y="34312"/>
                  </a:lnTo>
                  <a:lnTo>
                    <a:pt x="230352" y="34892"/>
                  </a:lnTo>
                  <a:lnTo>
                    <a:pt x="233944" y="36052"/>
                  </a:lnTo>
                  <a:lnTo>
                    <a:pt x="238670" y="36052"/>
                  </a:lnTo>
                  <a:lnTo>
                    <a:pt x="243491" y="37598"/>
                  </a:lnTo>
                  <a:lnTo>
                    <a:pt x="253699" y="43784"/>
                  </a:lnTo>
                  <a:lnTo>
                    <a:pt x="256818" y="44364"/>
                  </a:lnTo>
                  <a:lnTo>
                    <a:pt x="269957" y="41561"/>
                  </a:lnTo>
                  <a:lnTo>
                    <a:pt x="285932" y="41948"/>
                  </a:lnTo>
                  <a:lnTo>
                    <a:pt x="294439" y="41561"/>
                  </a:lnTo>
                  <a:lnTo>
                    <a:pt x="303418" y="38758"/>
                  </a:lnTo>
                  <a:lnTo>
                    <a:pt x="312682" y="33056"/>
                  </a:lnTo>
                  <a:lnTo>
                    <a:pt x="315517" y="31412"/>
                  </a:lnTo>
                  <a:lnTo>
                    <a:pt x="315706" y="31316"/>
                  </a:lnTo>
                  <a:lnTo>
                    <a:pt x="322606" y="29286"/>
                  </a:lnTo>
                  <a:lnTo>
                    <a:pt x="322796" y="29189"/>
                  </a:lnTo>
                  <a:lnTo>
                    <a:pt x="331114" y="28319"/>
                  </a:lnTo>
                  <a:lnTo>
                    <a:pt x="336029" y="26483"/>
                  </a:lnTo>
                  <a:lnTo>
                    <a:pt x="338486" y="25130"/>
                  </a:lnTo>
                  <a:lnTo>
                    <a:pt x="349924" y="18654"/>
                  </a:lnTo>
                  <a:lnTo>
                    <a:pt x="358525" y="16528"/>
                  </a:lnTo>
                  <a:lnTo>
                    <a:pt x="358903" y="16334"/>
                  </a:lnTo>
                  <a:lnTo>
                    <a:pt x="364197" y="14208"/>
                  </a:lnTo>
                  <a:lnTo>
                    <a:pt x="367505" y="14111"/>
                  </a:lnTo>
                  <a:lnTo>
                    <a:pt x="370813" y="14111"/>
                  </a:lnTo>
                  <a:lnTo>
                    <a:pt x="378470" y="13145"/>
                  </a:lnTo>
                  <a:lnTo>
                    <a:pt x="383668" y="9085"/>
                  </a:lnTo>
                  <a:lnTo>
                    <a:pt x="386977" y="3382"/>
                  </a:lnTo>
                  <a:lnTo>
                    <a:pt x="389340" y="1159"/>
                  </a:lnTo>
                  <a:lnTo>
                    <a:pt x="390001" y="483"/>
                  </a:lnTo>
                  <a:lnTo>
                    <a:pt x="391136" y="773"/>
                  </a:lnTo>
                  <a:lnTo>
                    <a:pt x="395956" y="2223"/>
                  </a:lnTo>
                  <a:lnTo>
                    <a:pt x="402195" y="2996"/>
                  </a:lnTo>
                  <a:lnTo>
                    <a:pt x="406921" y="966"/>
                  </a:lnTo>
                  <a:lnTo>
                    <a:pt x="409095" y="773"/>
                  </a:lnTo>
                  <a:lnTo>
                    <a:pt x="414105" y="0"/>
                  </a:lnTo>
                  <a:lnTo>
                    <a:pt x="420154" y="1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534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27748" y="150876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127748" y="189280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97819" y="189280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27748" y="220370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220370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27748" y="251460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251460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27748" y="282549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282549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27748" y="315468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7748" y="31821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97819" y="31821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53428" y="35935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127748" y="352044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35570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7748" y="390448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897819" y="390448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127748" y="421538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42153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7748" y="452628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52628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7748" y="483717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83717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27748" y="516636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27748" y="519379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97819" y="51937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798564" y="5486400"/>
            <a:ext cx="50502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mapa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534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36308" y="5779008"/>
            <a:ext cx="483077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5941" y="1508760"/>
            <a:ext cx="2745533" cy="4544568"/>
            <a:chOff x="2005941" y="1508760"/>
            <a:chExt cx="2745533" cy="4544568"/>
          </a:xfrm>
        </p:grpSpPr>
        <p:sp>
          <p:nvSpPr>
            <p:cNvPr id="6" name="pg3"/>
            <p:cNvSpPr/>
            <p:nvPr/>
          </p:nvSpPr>
          <p:spPr>
            <a:xfrm>
              <a:off x="2880679" y="2748152"/>
              <a:ext cx="166910" cy="173053"/>
            </a:xfrm>
            <a:custGeom>
              <a:avLst/>
              <a:pathLst>
                <a:path w="166910" h="173053">
                  <a:moveTo>
                    <a:pt x="121207" y="9903"/>
                  </a:moveTo>
                  <a:lnTo>
                    <a:pt x="131276" y="18642"/>
                  </a:lnTo>
                  <a:lnTo>
                    <a:pt x="133556" y="18642"/>
                  </a:lnTo>
                  <a:lnTo>
                    <a:pt x="137296" y="14907"/>
                  </a:lnTo>
                  <a:lnTo>
                    <a:pt x="137640" y="14564"/>
                  </a:lnTo>
                  <a:lnTo>
                    <a:pt x="142470" y="20183"/>
                  </a:lnTo>
                  <a:lnTo>
                    <a:pt x="146650" y="25046"/>
                  </a:lnTo>
                  <a:lnTo>
                    <a:pt x="148514" y="27705"/>
                  </a:lnTo>
                  <a:lnTo>
                    <a:pt x="154737" y="33130"/>
                  </a:lnTo>
                  <a:lnTo>
                    <a:pt x="156654" y="35053"/>
                  </a:lnTo>
                  <a:lnTo>
                    <a:pt x="161433" y="39846"/>
                  </a:lnTo>
                  <a:lnTo>
                    <a:pt x="162915" y="41128"/>
                  </a:lnTo>
                  <a:lnTo>
                    <a:pt x="163571" y="42322"/>
                  </a:lnTo>
                  <a:lnTo>
                    <a:pt x="164198" y="44012"/>
                  </a:lnTo>
                  <a:lnTo>
                    <a:pt x="164796" y="46633"/>
                  </a:lnTo>
                  <a:lnTo>
                    <a:pt x="165565" y="49488"/>
                  </a:lnTo>
                  <a:lnTo>
                    <a:pt x="165765" y="51323"/>
                  </a:lnTo>
                  <a:lnTo>
                    <a:pt x="166306" y="53187"/>
                  </a:lnTo>
                  <a:lnTo>
                    <a:pt x="166841" y="54811"/>
                  </a:lnTo>
                  <a:lnTo>
                    <a:pt x="166910" y="55019"/>
                  </a:lnTo>
                  <a:lnTo>
                    <a:pt x="163034" y="55563"/>
                  </a:lnTo>
                  <a:lnTo>
                    <a:pt x="156575" y="54476"/>
                  </a:lnTo>
                  <a:lnTo>
                    <a:pt x="145404" y="51757"/>
                  </a:lnTo>
                  <a:lnTo>
                    <a:pt x="143580" y="51524"/>
                  </a:lnTo>
                  <a:lnTo>
                    <a:pt x="140844" y="51990"/>
                  </a:lnTo>
                  <a:lnTo>
                    <a:pt x="138869" y="53078"/>
                  </a:lnTo>
                  <a:lnTo>
                    <a:pt x="136516" y="59377"/>
                  </a:lnTo>
                  <a:lnTo>
                    <a:pt x="136455" y="59539"/>
                  </a:lnTo>
                  <a:lnTo>
                    <a:pt x="136167" y="61485"/>
                  </a:lnTo>
                  <a:lnTo>
                    <a:pt x="135232" y="67804"/>
                  </a:lnTo>
                  <a:lnTo>
                    <a:pt x="135289" y="68460"/>
                  </a:lnTo>
                  <a:lnTo>
                    <a:pt x="135467" y="70514"/>
                  </a:lnTo>
                  <a:lnTo>
                    <a:pt x="135552" y="71494"/>
                  </a:lnTo>
                  <a:lnTo>
                    <a:pt x="135400" y="74040"/>
                  </a:lnTo>
                  <a:lnTo>
                    <a:pt x="135013" y="80018"/>
                  </a:lnTo>
                  <a:lnTo>
                    <a:pt x="134945" y="81070"/>
                  </a:lnTo>
                  <a:lnTo>
                    <a:pt x="134527" y="92216"/>
                  </a:lnTo>
                  <a:lnTo>
                    <a:pt x="150950" y="93359"/>
                  </a:lnTo>
                  <a:lnTo>
                    <a:pt x="150287" y="111129"/>
                  </a:lnTo>
                  <a:lnTo>
                    <a:pt x="150200" y="113189"/>
                  </a:lnTo>
                  <a:lnTo>
                    <a:pt x="149531" y="129505"/>
                  </a:lnTo>
                  <a:lnTo>
                    <a:pt x="124778" y="120234"/>
                  </a:lnTo>
                  <a:lnTo>
                    <a:pt x="115150" y="122107"/>
                  </a:lnTo>
                  <a:lnTo>
                    <a:pt x="90430" y="126914"/>
                  </a:lnTo>
                  <a:lnTo>
                    <a:pt x="79335" y="137478"/>
                  </a:lnTo>
                  <a:lnTo>
                    <a:pt x="78038" y="144710"/>
                  </a:lnTo>
                  <a:lnTo>
                    <a:pt x="77490" y="147768"/>
                  </a:lnTo>
                  <a:lnTo>
                    <a:pt x="76689" y="152232"/>
                  </a:lnTo>
                  <a:lnTo>
                    <a:pt x="75992" y="156120"/>
                  </a:lnTo>
                  <a:lnTo>
                    <a:pt x="62009" y="170568"/>
                  </a:lnTo>
                  <a:lnTo>
                    <a:pt x="41035" y="173053"/>
                  </a:lnTo>
                  <a:lnTo>
                    <a:pt x="33588" y="165286"/>
                  </a:lnTo>
                  <a:lnTo>
                    <a:pt x="33318" y="160661"/>
                  </a:lnTo>
                  <a:lnTo>
                    <a:pt x="33252" y="159527"/>
                  </a:lnTo>
                  <a:lnTo>
                    <a:pt x="33217" y="158934"/>
                  </a:lnTo>
                  <a:lnTo>
                    <a:pt x="33164" y="158021"/>
                  </a:lnTo>
                  <a:lnTo>
                    <a:pt x="32851" y="152670"/>
                  </a:lnTo>
                  <a:lnTo>
                    <a:pt x="31969" y="137564"/>
                  </a:lnTo>
                  <a:lnTo>
                    <a:pt x="31764" y="134060"/>
                  </a:lnTo>
                  <a:lnTo>
                    <a:pt x="29870" y="133011"/>
                  </a:lnTo>
                  <a:lnTo>
                    <a:pt x="25579" y="130632"/>
                  </a:lnTo>
                  <a:lnTo>
                    <a:pt x="9848" y="121915"/>
                  </a:lnTo>
                  <a:lnTo>
                    <a:pt x="8505" y="121171"/>
                  </a:lnTo>
                  <a:lnTo>
                    <a:pt x="6535" y="120079"/>
                  </a:lnTo>
                  <a:lnTo>
                    <a:pt x="9397" y="104538"/>
                  </a:lnTo>
                  <a:lnTo>
                    <a:pt x="3039" y="102990"/>
                  </a:lnTo>
                  <a:lnTo>
                    <a:pt x="3286" y="101685"/>
                  </a:lnTo>
                  <a:lnTo>
                    <a:pt x="3524" y="100430"/>
                  </a:lnTo>
                  <a:lnTo>
                    <a:pt x="4863" y="93359"/>
                  </a:lnTo>
                  <a:lnTo>
                    <a:pt x="1447" y="92486"/>
                  </a:lnTo>
                  <a:lnTo>
                    <a:pt x="0" y="92116"/>
                  </a:lnTo>
                  <a:lnTo>
                    <a:pt x="173" y="89815"/>
                  </a:lnTo>
                  <a:lnTo>
                    <a:pt x="1063" y="77979"/>
                  </a:lnTo>
                  <a:lnTo>
                    <a:pt x="6742" y="77928"/>
                  </a:lnTo>
                  <a:lnTo>
                    <a:pt x="7753" y="77919"/>
                  </a:lnTo>
                  <a:lnTo>
                    <a:pt x="36020" y="77668"/>
                  </a:lnTo>
                  <a:lnTo>
                    <a:pt x="35412" y="72542"/>
                  </a:lnTo>
                  <a:lnTo>
                    <a:pt x="36446" y="66317"/>
                  </a:lnTo>
                  <a:lnTo>
                    <a:pt x="36780" y="64308"/>
                  </a:lnTo>
                  <a:lnTo>
                    <a:pt x="48786" y="57628"/>
                  </a:lnTo>
                  <a:lnTo>
                    <a:pt x="54866" y="51414"/>
                  </a:lnTo>
                  <a:lnTo>
                    <a:pt x="52635" y="45257"/>
                  </a:lnTo>
                  <a:lnTo>
                    <a:pt x="51826" y="43025"/>
                  </a:lnTo>
                  <a:lnTo>
                    <a:pt x="59425" y="39607"/>
                  </a:lnTo>
                  <a:lnTo>
                    <a:pt x="70481" y="39800"/>
                  </a:lnTo>
                  <a:lnTo>
                    <a:pt x="98598" y="39994"/>
                  </a:lnTo>
                  <a:lnTo>
                    <a:pt x="98804" y="32646"/>
                  </a:lnTo>
                  <a:lnTo>
                    <a:pt x="101734" y="21554"/>
                  </a:lnTo>
                  <a:lnTo>
                    <a:pt x="107661" y="18226"/>
                  </a:lnTo>
                  <a:lnTo>
                    <a:pt x="108478" y="17768"/>
                  </a:lnTo>
                  <a:lnTo>
                    <a:pt x="107710" y="16560"/>
                  </a:lnTo>
                  <a:lnTo>
                    <a:pt x="98612" y="2246"/>
                  </a:lnTo>
                  <a:lnTo>
                    <a:pt x="101259" y="0"/>
                  </a:lnTo>
                  <a:lnTo>
                    <a:pt x="110420" y="1993"/>
                  </a:lnTo>
                  <a:lnTo>
                    <a:pt x="115982" y="3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83142" y="2635112"/>
              <a:ext cx="112156" cy="136123"/>
            </a:xfrm>
            <a:custGeom>
              <a:avLst/>
              <a:pathLst>
                <a:path w="112156" h="136123">
                  <a:moveTo>
                    <a:pt x="73225" y="4032"/>
                  </a:moveTo>
                  <a:lnTo>
                    <a:pt x="75058" y="6919"/>
                  </a:lnTo>
                  <a:lnTo>
                    <a:pt x="75211" y="7161"/>
                  </a:lnTo>
                  <a:lnTo>
                    <a:pt x="77710" y="11096"/>
                  </a:lnTo>
                  <a:lnTo>
                    <a:pt x="77820" y="11268"/>
                  </a:lnTo>
                  <a:lnTo>
                    <a:pt x="78786" y="12790"/>
                  </a:lnTo>
                  <a:lnTo>
                    <a:pt x="79150" y="13429"/>
                  </a:lnTo>
                  <a:lnTo>
                    <a:pt x="80465" y="15740"/>
                  </a:lnTo>
                  <a:lnTo>
                    <a:pt x="80680" y="16119"/>
                  </a:lnTo>
                  <a:lnTo>
                    <a:pt x="81675" y="17776"/>
                  </a:lnTo>
                  <a:lnTo>
                    <a:pt x="82405" y="18992"/>
                  </a:lnTo>
                  <a:lnTo>
                    <a:pt x="83764" y="21257"/>
                  </a:lnTo>
                  <a:lnTo>
                    <a:pt x="83345" y="23146"/>
                  </a:lnTo>
                  <a:lnTo>
                    <a:pt x="82938" y="24978"/>
                  </a:lnTo>
                  <a:lnTo>
                    <a:pt x="82613" y="26446"/>
                  </a:lnTo>
                  <a:lnTo>
                    <a:pt x="82383" y="27483"/>
                  </a:lnTo>
                  <a:lnTo>
                    <a:pt x="82025" y="28773"/>
                  </a:lnTo>
                  <a:lnTo>
                    <a:pt x="81443" y="30876"/>
                  </a:lnTo>
                  <a:lnTo>
                    <a:pt x="81187" y="31799"/>
                  </a:lnTo>
                  <a:lnTo>
                    <a:pt x="81029" y="32272"/>
                  </a:lnTo>
                  <a:lnTo>
                    <a:pt x="80831" y="32867"/>
                  </a:lnTo>
                  <a:lnTo>
                    <a:pt x="80752" y="33207"/>
                  </a:lnTo>
                  <a:lnTo>
                    <a:pt x="80558" y="34044"/>
                  </a:lnTo>
                  <a:lnTo>
                    <a:pt x="80433" y="34672"/>
                  </a:lnTo>
                  <a:lnTo>
                    <a:pt x="80392" y="34882"/>
                  </a:lnTo>
                  <a:lnTo>
                    <a:pt x="79785" y="36233"/>
                  </a:lnTo>
                  <a:lnTo>
                    <a:pt x="79181" y="37576"/>
                  </a:lnTo>
                  <a:lnTo>
                    <a:pt x="79087" y="37911"/>
                  </a:lnTo>
                  <a:lnTo>
                    <a:pt x="78943" y="38118"/>
                  </a:lnTo>
                  <a:lnTo>
                    <a:pt x="78791" y="38337"/>
                  </a:lnTo>
                  <a:lnTo>
                    <a:pt x="78643" y="38550"/>
                  </a:lnTo>
                  <a:lnTo>
                    <a:pt x="78530" y="38713"/>
                  </a:lnTo>
                  <a:lnTo>
                    <a:pt x="78349" y="38977"/>
                  </a:lnTo>
                  <a:lnTo>
                    <a:pt x="78224" y="39189"/>
                  </a:lnTo>
                  <a:lnTo>
                    <a:pt x="77867" y="39852"/>
                  </a:lnTo>
                  <a:lnTo>
                    <a:pt x="78963" y="40430"/>
                  </a:lnTo>
                  <a:lnTo>
                    <a:pt x="80768" y="41383"/>
                  </a:lnTo>
                  <a:lnTo>
                    <a:pt x="82360" y="42224"/>
                  </a:lnTo>
                  <a:lnTo>
                    <a:pt x="88368" y="45397"/>
                  </a:lnTo>
                  <a:lnTo>
                    <a:pt x="89834" y="46171"/>
                  </a:lnTo>
                  <a:lnTo>
                    <a:pt x="91649" y="47112"/>
                  </a:lnTo>
                  <a:lnTo>
                    <a:pt x="95325" y="49019"/>
                  </a:lnTo>
                  <a:lnTo>
                    <a:pt x="95506" y="49113"/>
                  </a:lnTo>
                  <a:lnTo>
                    <a:pt x="95888" y="49311"/>
                  </a:lnTo>
                  <a:lnTo>
                    <a:pt x="95027" y="50487"/>
                  </a:lnTo>
                  <a:lnTo>
                    <a:pt x="92528" y="54696"/>
                  </a:lnTo>
                  <a:lnTo>
                    <a:pt x="91983" y="55764"/>
                  </a:lnTo>
                  <a:lnTo>
                    <a:pt x="92284" y="55906"/>
                  </a:lnTo>
                  <a:lnTo>
                    <a:pt x="92834" y="56166"/>
                  </a:lnTo>
                  <a:lnTo>
                    <a:pt x="93038" y="56262"/>
                  </a:lnTo>
                  <a:lnTo>
                    <a:pt x="93569" y="56513"/>
                  </a:lnTo>
                  <a:lnTo>
                    <a:pt x="94816" y="57236"/>
                  </a:lnTo>
                  <a:lnTo>
                    <a:pt x="96873" y="58429"/>
                  </a:lnTo>
                  <a:lnTo>
                    <a:pt x="101401" y="61054"/>
                  </a:lnTo>
                  <a:lnTo>
                    <a:pt x="102387" y="61625"/>
                  </a:lnTo>
                  <a:lnTo>
                    <a:pt x="105419" y="63383"/>
                  </a:lnTo>
                  <a:lnTo>
                    <a:pt x="107918" y="66227"/>
                  </a:lnTo>
                  <a:lnTo>
                    <a:pt x="108796" y="67226"/>
                  </a:lnTo>
                  <a:lnTo>
                    <a:pt x="111179" y="69939"/>
                  </a:lnTo>
                  <a:lnTo>
                    <a:pt x="111689" y="70519"/>
                  </a:lnTo>
                  <a:lnTo>
                    <a:pt x="112156" y="71105"/>
                  </a:lnTo>
                  <a:lnTo>
                    <a:pt x="111964" y="71276"/>
                  </a:lnTo>
                  <a:lnTo>
                    <a:pt x="107202" y="75518"/>
                  </a:lnTo>
                  <a:lnTo>
                    <a:pt x="106506" y="76137"/>
                  </a:lnTo>
                  <a:lnTo>
                    <a:pt x="106297" y="76413"/>
                  </a:lnTo>
                  <a:lnTo>
                    <a:pt x="101649" y="82521"/>
                  </a:lnTo>
                  <a:lnTo>
                    <a:pt x="101519" y="82691"/>
                  </a:lnTo>
                  <a:lnTo>
                    <a:pt x="97587" y="88196"/>
                  </a:lnTo>
                  <a:lnTo>
                    <a:pt x="97367" y="88513"/>
                  </a:lnTo>
                  <a:lnTo>
                    <a:pt x="93319" y="94349"/>
                  </a:lnTo>
                  <a:lnTo>
                    <a:pt x="93141" y="94605"/>
                  </a:lnTo>
                  <a:lnTo>
                    <a:pt x="89007" y="100098"/>
                  </a:lnTo>
                  <a:lnTo>
                    <a:pt x="90153" y="100947"/>
                  </a:lnTo>
                  <a:lnTo>
                    <a:pt x="98279" y="106971"/>
                  </a:lnTo>
                  <a:lnTo>
                    <a:pt x="102284" y="109939"/>
                  </a:lnTo>
                  <a:lnTo>
                    <a:pt x="95149" y="119360"/>
                  </a:lnTo>
                  <a:lnTo>
                    <a:pt x="88505" y="123283"/>
                  </a:lnTo>
                  <a:lnTo>
                    <a:pt x="86052" y="124732"/>
                  </a:lnTo>
                  <a:lnTo>
                    <a:pt x="75911" y="130680"/>
                  </a:lnTo>
                  <a:lnTo>
                    <a:pt x="59527" y="132705"/>
                  </a:lnTo>
                  <a:lnTo>
                    <a:pt x="58398" y="135693"/>
                  </a:lnTo>
                  <a:lnTo>
                    <a:pt x="58235" y="136123"/>
                  </a:lnTo>
                  <a:lnTo>
                    <a:pt x="53374" y="135023"/>
                  </a:lnTo>
                  <a:lnTo>
                    <a:pt x="54284" y="129288"/>
                  </a:lnTo>
                  <a:lnTo>
                    <a:pt x="52755" y="129528"/>
                  </a:lnTo>
                  <a:lnTo>
                    <a:pt x="47370" y="130375"/>
                  </a:lnTo>
                  <a:lnTo>
                    <a:pt x="46381" y="130531"/>
                  </a:lnTo>
                  <a:lnTo>
                    <a:pt x="45165" y="125249"/>
                  </a:lnTo>
                  <a:lnTo>
                    <a:pt x="50408" y="122297"/>
                  </a:lnTo>
                  <a:lnTo>
                    <a:pt x="62263" y="121132"/>
                  </a:lnTo>
                  <a:lnTo>
                    <a:pt x="77537" y="102101"/>
                  </a:lnTo>
                  <a:lnTo>
                    <a:pt x="65455" y="92625"/>
                  </a:lnTo>
                  <a:lnTo>
                    <a:pt x="60515" y="91538"/>
                  </a:lnTo>
                  <a:lnTo>
                    <a:pt x="60859" y="89585"/>
                  </a:lnTo>
                  <a:lnTo>
                    <a:pt x="61199" y="87654"/>
                  </a:lnTo>
                  <a:lnTo>
                    <a:pt x="60149" y="87056"/>
                  </a:lnTo>
                  <a:lnTo>
                    <a:pt x="58046" y="85859"/>
                  </a:lnTo>
                  <a:lnTo>
                    <a:pt x="55196" y="84236"/>
                  </a:lnTo>
                  <a:lnTo>
                    <a:pt x="56174" y="83378"/>
                  </a:lnTo>
                  <a:lnTo>
                    <a:pt x="58485" y="81351"/>
                  </a:lnTo>
                  <a:lnTo>
                    <a:pt x="61436" y="78762"/>
                  </a:lnTo>
                  <a:lnTo>
                    <a:pt x="64871" y="75749"/>
                  </a:lnTo>
                  <a:lnTo>
                    <a:pt x="65379" y="75303"/>
                  </a:lnTo>
                  <a:lnTo>
                    <a:pt x="61128" y="72601"/>
                  </a:lnTo>
                  <a:lnTo>
                    <a:pt x="54882" y="68630"/>
                  </a:lnTo>
                  <a:lnTo>
                    <a:pt x="53609" y="67821"/>
                  </a:lnTo>
                  <a:lnTo>
                    <a:pt x="52916" y="67381"/>
                  </a:lnTo>
                  <a:lnTo>
                    <a:pt x="53221" y="64631"/>
                  </a:lnTo>
                  <a:lnTo>
                    <a:pt x="54231" y="55510"/>
                  </a:lnTo>
                  <a:lnTo>
                    <a:pt x="54284" y="55030"/>
                  </a:lnTo>
                  <a:lnTo>
                    <a:pt x="52156" y="52467"/>
                  </a:lnTo>
                  <a:lnTo>
                    <a:pt x="47369" y="52467"/>
                  </a:lnTo>
                  <a:lnTo>
                    <a:pt x="46685" y="55962"/>
                  </a:lnTo>
                  <a:lnTo>
                    <a:pt x="43949" y="56351"/>
                  </a:lnTo>
                  <a:lnTo>
                    <a:pt x="39922" y="63606"/>
                  </a:lnTo>
                  <a:lnTo>
                    <a:pt x="35695" y="63072"/>
                  </a:lnTo>
                  <a:lnTo>
                    <a:pt x="32930" y="57050"/>
                  </a:lnTo>
                  <a:lnTo>
                    <a:pt x="33235" y="55668"/>
                  </a:lnTo>
                  <a:lnTo>
                    <a:pt x="33606" y="53992"/>
                  </a:lnTo>
                  <a:lnTo>
                    <a:pt x="33994" y="52234"/>
                  </a:lnTo>
                  <a:lnTo>
                    <a:pt x="19935" y="46719"/>
                  </a:lnTo>
                  <a:lnTo>
                    <a:pt x="15908" y="43224"/>
                  </a:lnTo>
                  <a:lnTo>
                    <a:pt x="10436" y="42758"/>
                  </a:lnTo>
                  <a:lnTo>
                    <a:pt x="9008" y="44063"/>
                  </a:lnTo>
                  <a:lnTo>
                    <a:pt x="6865" y="46020"/>
                  </a:lnTo>
                  <a:lnTo>
                    <a:pt x="4205" y="43146"/>
                  </a:lnTo>
                  <a:lnTo>
                    <a:pt x="1177" y="40623"/>
                  </a:lnTo>
                  <a:lnTo>
                    <a:pt x="0" y="37269"/>
                  </a:lnTo>
                  <a:lnTo>
                    <a:pt x="3502" y="30655"/>
                  </a:lnTo>
                  <a:lnTo>
                    <a:pt x="13581" y="33039"/>
                  </a:lnTo>
                  <a:lnTo>
                    <a:pt x="20800" y="29640"/>
                  </a:lnTo>
                  <a:lnTo>
                    <a:pt x="20018" y="25545"/>
                  </a:lnTo>
                  <a:lnTo>
                    <a:pt x="16335" y="6241"/>
                  </a:lnTo>
                  <a:lnTo>
                    <a:pt x="17537" y="6047"/>
                  </a:lnTo>
                  <a:lnTo>
                    <a:pt x="18538" y="5885"/>
                  </a:lnTo>
                  <a:lnTo>
                    <a:pt x="23484" y="5088"/>
                  </a:lnTo>
                  <a:lnTo>
                    <a:pt x="48927" y="985"/>
                  </a:lnTo>
                  <a:lnTo>
                    <a:pt x="49287" y="4985"/>
                  </a:lnTo>
                  <a:lnTo>
                    <a:pt x="52465" y="3860"/>
                  </a:lnTo>
                  <a:lnTo>
                    <a:pt x="54352" y="2912"/>
                  </a:lnTo>
                  <a:lnTo>
                    <a:pt x="57815" y="664"/>
                  </a:lnTo>
                  <a:lnTo>
                    <a:pt x="58404" y="281"/>
                  </a:lnTo>
                  <a:lnTo>
                    <a:pt x="58838" y="0"/>
                  </a:lnTo>
                  <a:lnTo>
                    <a:pt x="59977" y="18"/>
                  </a:lnTo>
                  <a:lnTo>
                    <a:pt x="61517" y="43"/>
                  </a:lnTo>
                  <a:lnTo>
                    <a:pt x="66042" y="116"/>
                  </a:lnTo>
                  <a:lnTo>
                    <a:pt x="68694" y="158"/>
                  </a:lnTo>
                  <a:lnTo>
                    <a:pt x="69831" y="469"/>
                  </a:lnTo>
                  <a:lnTo>
                    <a:pt x="70354" y="612"/>
                  </a:lnTo>
                  <a:lnTo>
                    <a:pt x="70617" y="683"/>
                  </a:lnTo>
                  <a:lnTo>
                    <a:pt x="71738" y="1905"/>
                  </a:lnTo>
                  <a:lnTo>
                    <a:pt x="72763" y="3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015206" y="2722509"/>
              <a:ext cx="105841" cy="175721"/>
            </a:xfrm>
            <a:custGeom>
              <a:avLst/>
              <a:pathLst>
                <a:path w="105841" h="175721">
                  <a:moveTo>
                    <a:pt x="92872" y="42187"/>
                  </a:moveTo>
                  <a:lnTo>
                    <a:pt x="95267" y="47599"/>
                  </a:lnTo>
                  <a:lnTo>
                    <a:pt x="96931" y="51357"/>
                  </a:lnTo>
                  <a:lnTo>
                    <a:pt x="105841" y="71489"/>
                  </a:lnTo>
                  <a:lnTo>
                    <a:pt x="105585" y="71857"/>
                  </a:lnTo>
                  <a:lnTo>
                    <a:pt x="104646" y="72384"/>
                  </a:lnTo>
                  <a:lnTo>
                    <a:pt x="104116" y="72681"/>
                  </a:lnTo>
                  <a:lnTo>
                    <a:pt x="103548" y="72999"/>
                  </a:lnTo>
                  <a:lnTo>
                    <a:pt x="103118" y="73240"/>
                  </a:lnTo>
                  <a:lnTo>
                    <a:pt x="102848" y="73392"/>
                  </a:lnTo>
                  <a:lnTo>
                    <a:pt x="102639" y="73509"/>
                  </a:lnTo>
                  <a:lnTo>
                    <a:pt x="102102" y="73870"/>
                  </a:lnTo>
                  <a:lnTo>
                    <a:pt x="102007" y="74028"/>
                  </a:lnTo>
                  <a:lnTo>
                    <a:pt x="101630" y="74658"/>
                  </a:lnTo>
                  <a:lnTo>
                    <a:pt x="101372" y="75090"/>
                  </a:lnTo>
                  <a:lnTo>
                    <a:pt x="101231" y="75326"/>
                  </a:lnTo>
                  <a:lnTo>
                    <a:pt x="101134" y="75487"/>
                  </a:lnTo>
                  <a:lnTo>
                    <a:pt x="100859" y="75946"/>
                  </a:lnTo>
                  <a:lnTo>
                    <a:pt x="100553" y="76460"/>
                  </a:lnTo>
                  <a:lnTo>
                    <a:pt x="100444" y="76641"/>
                  </a:lnTo>
                  <a:lnTo>
                    <a:pt x="100252" y="76962"/>
                  </a:lnTo>
                  <a:lnTo>
                    <a:pt x="100162" y="77113"/>
                  </a:lnTo>
                  <a:lnTo>
                    <a:pt x="100059" y="77284"/>
                  </a:lnTo>
                  <a:lnTo>
                    <a:pt x="99759" y="77786"/>
                  </a:lnTo>
                  <a:lnTo>
                    <a:pt x="99626" y="78008"/>
                  </a:lnTo>
                  <a:lnTo>
                    <a:pt x="99360" y="78453"/>
                  </a:lnTo>
                  <a:lnTo>
                    <a:pt x="99082" y="78918"/>
                  </a:lnTo>
                  <a:lnTo>
                    <a:pt x="98900" y="79223"/>
                  </a:lnTo>
                  <a:lnTo>
                    <a:pt x="98810" y="79372"/>
                  </a:lnTo>
                  <a:lnTo>
                    <a:pt x="98683" y="79585"/>
                  </a:lnTo>
                  <a:lnTo>
                    <a:pt x="98507" y="79880"/>
                  </a:lnTo>
                  <a:lnTo>
                    <a:pt x="98143" y="80831"/>
                  </a:lnTo>
                  <a:lnTo>
                    <a:pt x="97919" y="81416"/>
                  </a:lnTo>
                  <a:lnTo>
                    <a:pt x="97852" y="81590"/>
                  </a:lnTo>
                  <a:lnTo>
                    <a:pt x="97673" y="82057"/>
                  </a:lnTo>
                  <a:lnTo>
                    <a:pt x="97619" y="82199"/>
                  </a:lnTo>
                  <a:lnTo>
                    <a:pt x="97454" y="82629"/>
                  </a:lnTo>
                  <a:lnTo>
                    <a:pt x="97358" y="82881"/>
                  </a:lnTo>
                  <a:lnTo>
                    <a:pt x="97046" y="83694"/>
                  </a:lnTo>
                  <a:lnTo>
                    <a:pt x="96912" y="84043"/>
                  </a:lnTo>
                  <a:lnTo>
                    <a:pt x="96769" y="84384"/>
                  </a:lnTo>
                  <a:lnTo>
                    <a:pt x="96522" y="84974"/>
                  </a:lnTo>
                  <a:lnTo>
                    <a:pt x="95472" y="87483"/>
                  </a:lnTo>
                  <a:lnTo>
                    <a:pt x="95364" y="87741"/>
                  </a:lnTo>
                  <a:lnTo>
                    <a:pt x="95263" y="87983"/>
                  </a:lnTo>
                  <a:lnTo>
                    <a:pt x="95048" y="88498"/>
                  </a:lnTo>
                  <a:lnTo>
                    <a:pt x="94992" y="88631"/>
                  </a:lnTo>
                  <a:lnTo>
                    <a:pt x="94937" y="88761"/>
                  </a:lnTo>
                  <a:lnTo>
                    <a:pt x="94532" y="89702"/>
                  </a:lnTo>
                  <a:lnTo>
                    <a:pt x="94452" y="89870"/>
                  </a:lnTo>
                  <a:lnTo>
                    <a:pt x="94366" y="90052"/>
                  </a:lnTo>
                  <a:lnTo>
                    <a:pt x="94240" y="90319"/>
                  </a:lnTo>
                  <a:lnTo>
                    <a:pt x="94156" y="90494"/>
                  </a:lnTo>
                  <a:lnTo>
                    <a:pt x="94072" y="90671"/>
                  </a:lnTo>
                  <a:lnTo>
                    <a:pt x="93777" y="91295"/>
                  </a:lnTo>
                  <a:lnTo>
                    <a:pt x="93639" y="91586"/>
                  </a:lnTo>
                  <a:lnTo>
                    <a:pt x="93540" y="91795"/>
                  </a:lnTo>
                  <a:lnTo>
                    <a:pt x="93367" y="92161"/>
                  </a:lnTo>
                  <a:lnTo>
                    <a:pt x="93143" y="92632"/>
                  </a:lnTo>
                  <a:lnTo>
                    <a:pt x="92997" y="92940"/>
                  </a:lnTo>
                  <a:lnTo>
                    <a:pt x="92727" y="93443"/>
                  </a:lnTo>
                  <a:lnTo>
                    <a:pt x="92466" y="93868"/>
                  </a:lnTo>
                  <a:lnTo>
                    <a:pt x="92347" y="94063"/>
                  </a:lnTo>
                  <a:lnTo>
                    <a:pt x="92104" y="94548"/>
                  </a:lnTo>
                  <a:lnTo>
                    <a:pt x="92096" y="94763"/>
                  </a:lnTo>
                  <a:lnTo>
                    <a:pt x="92091" y="94904"/>
                  </a:lnTo>
                  <a:lnTo>
                    <a:pt x="92084" y="95108"/>
                  </a:lnTo>
                  <a:lnTo>
                    <a:pt x="92077" y="95289"/>
                  </a:lnTo>
                  <a:lnTo>
                    <a:pt x="92068" y="95543"/>
                  </a:lnTo>
                  <a:lnTo>
                    <a:pt x="92061" y="95752"/>
                  </a:lnTo>
                  <a:lnTo>
                    <a:pt x="92047" y="95971"/>
                  </a:lnTo>
                  <a:lnTo>
                    <a:pt x="92027" y="96279"/>
                  </a:lnTo>
                  <a:lnTo>
                    <a:pt x="92009" y="96564"/>
                  </a:lnTo>
                  <a:lnTo>
                    <a:pt x="91978" y="97037"/>
                  </a:lnTo>
                  <a:lnTo>
                    <a:pt x="91954" y="97422"/>
                  </a:lnTo>
                  <a:lnTo>
                    <a:pt x="91836" y="97550"/>
                  </a:lnTo>
                  <a:lnTo>
                    <a:pt x="91659" y="97812"/>
                  </a:lnTo>
                  <a:lnTo>
                    <a:pt x="89934" y="106724"/>
                  </a:lnTo>
                  <a:lnTo>
                    <a:pt x="89552" y="108695"/>
                  </a:lnTo>
                  <a:lnTo>
                    <a:pt x="86855" y="113203"/>
                  </a:lnTo>
                  <a:lnTo>
                    <a:pt x="86618" y="113599"/>
                  </a:lnTo>
                  <a:lnTo>
                    <a:pt x="86209" y="113891"/>
                  </a:lnTo>
                  <a:lnTo>
                    <a:pt x="82345" y="116688"/>
                  </a:lnTo>
                  <a:lnTo>
                    <a:pt x="82455" y="118577"/>
                  </a:lnTo>
                  <a:lnTo>
                    <a:pt x="82814" y="124744"/>
                  </a:lnTo>
                  <a:lnTo>
                    <a:pt x="82868" y="125660"/>
                  </a:lnTo>
                  <a:lnTo>
                    <a:pt x="83222" y="129560"/>
                  </a:lnTo>
                  <a:lnTo>
                    <a:pt x="84254" y="140926"/>
                  </a:lnTo>
                  <a:lnTo>
                    <a:pt x="83758" y="140939"/>
                  </a:lnTo>
                  <a:lnTo>
                    <a:pt x="83853" y="157820"/>
                  </a:lnTo>
                  <a:lnTo>
                    <a:pt x="84476" y="163737"/>
                  </a:lnTo>
                  <a:lnTo>
                    <a:pt x="84516" y="164114"/>
                  </a:lnTo>
                  <a:lnTo>
                    <a:pt x="84379" y="164108"/>
                  </a:lnTo>
                  <a:lnTo>
                    <a:pt x="78996" y="162934"/>
                  </a:lnTo>
                  <a:lnTo>
                    <a:pt x="78194" y="162759"/>
                  </a:lnTo>
                  <a:lnTo>
                    <a:pt x="83181" y="175721"/>
                  </a:lnTo>
                  <a:lnTo>
                    <a:pt x="82287" y="175266"/>
                  </a:lnTo>
                  <a:lnTo>
                    <a:pt x="78027" y="173099"/>
                  </a:lnTo>
                  <a:lnTo>
                    <a:pt x="77934" y="173252"/>
                  </a:lnTo>
                  <a:lnTo>
                    <a:pt x="71695" y="168653"/>
                  </a:lnTo>
                  <a:lnTo>
                    <a:pt x="69035" y="166809"/>
                  </a:lnTo>
                  <a:lnTo>
                    <a:pt x="64000" y="169236"/>
                  </a:lnTo>
                  <a:lnTo>
                    <a:pt x="57161" y="174091"/>
                  </a:lnTo>
                  <a:lnTo>
                    <a:pt x="44290" y="168702"/>
                  </a:lnTo>
                  <a:lnTo>
                    <a:pt x="24865" y="160303"/>
                  </a:lnTo>
                  <a:lnTo>
                    <a:pt x="19521" y="157490"/>
                  </a:lnTo>
                  <a:lnTo>
                    <a:pt x="17028" y="156177"/>
                  </a:lnTo>
                  <a:lnTo>
                    <a:pt x="15004" y="155148"/>
                  </a:lnTo>
                  <a:lnTo>
                    <a:pt x="15673" y="138831"/>
                  </a:lnTo>
                  <a:lnTo>
                    <a:pt x="15760" y="136772"/>
                  </a:lnTo>
                  <a:lnTo>
                    <a:pt x="16423" y="119001"/>
                  </a:lnTo>
                  <a:lnTo>
                    <a:pt x="0" y="117859"/>
                  </a:lnTo>
                  <a:lnTo>
                    <a:pt x="417" y="106713"/>
                  </a:lnTo>
                  <a:lnTo>
                    <a:pt x="486" y="105661"/>
                  </a:lnTo>
                  <a:lnTo>
                    <a:pt x="873" y="99683"/>
                  </a:lnTo>
                  <a:lnTo>
                    <a:pt x="1025" y="97137"/>
                  </a:lnTo>
                  <a:lnTo>
                    <a:pt x="940" y="96157"/>
                  </a:lnTo>
                  <a:lnTo>
                    <a:pt x="762" y="94103"/>
                  </a:lnTo>
                  <a:lnTo>
                    <a:pt x="705" y="93447"/>
                  </a:lnTo>
                  <a:lnTo>
                    <a:pt x="1640" y="87128"/>
                  </a:lnTo>
                  <a:lnTo>
                    <a:pt x="1928" y="85181"/>
                  </a:lnTo>
                  <a:lnTo>
                    <a:pt x="1988" y="85019"/>
                  </a:lnTo>
                  <a:lnTo>
                    <a:pt x="4342" y="78720"/>
                  </a:lnTo>
                  <a:lnTo>
                    <a:pt x="6317" y="77633"/>
                  </a:lnTo>
                  <a:lnTo>
                    <a:pt x="9053" y="77167"/>
                  </a:lnTo>
                  <a:lnTo>
                    <a:pt x="10877" y="77400"/>
                  </a:lnTo>
                  <a:lnTo>
                    <a:pt x="22048" y="80118"/>
                  </a:lnTo>
                  <a:lnTo>
                    <a:pt x="28507" y="81206"/>
                  </a:lnTo>
                  <a:lnTo>
                    <a:pt x="32382" y="80662"/>
                  </a:lnTo>
                  <a:lnTo>
                    <a:pt x="32314" y="80453"/>
                  </a:lnTo>
                  <a:lnTo>
                    <a:pt x="31779" y="78830"/>
                  </a:lnTo>
                  <a:lnTo>
                    <a:pt x="31238" y="76965"/>
                  </a:lnTo>
                  <a:lnTo>
                    <a:pt x="31038" y="75130"/>
                  </a:lnTo>
                  <a:lnTo>
                    <a:pt x="30269" y="72276"/>
                  </a:lnTo>
                  <a:lnTo>
                    <a:pt x="29670" y="69654"/>
                  </a:lnTo>
                  <a:lnTo>
                    <a:pt x="29044" y="67965"/>
                  </a:lnTo>
                  <a:lnTo>
                    <a:pt x="28388" y="66770"/>
                  </a:lnTo>
                  <a:lnTo>
                    <a:pt x="26906" y="65489"/>
                  </a:lnTo>
                  <a:lnTo>
                    <a:pt x="22127" y="60696"/>
                  </a:lnTo>
                  <a:lnTo>
                    <a:pt x="20210" y="58772"/>
                  </a:lnTo>
                  <a:lnTo>
                    <a:pt x="13987" y="53347"/>
                  </a:lnTo>
                  <a:lnTo>
                    <a:pt x="12123" y="50688"/>
                  </a:lnTo>
                  <a:lnTo>
                    <a:pt x="21446" y="39527"/>
                  </a:lnTo>
                  <a:lnTo>
                    <a:pt x="29413" y="33044"/>
                  </a:lnTo>
                  <a:lnTo>
                    <a:pt x="30167" y="32537"/>
                  </a:lnTo>
                  <a:lnTo>
                    <a:pt x="41578" y="43611"/>
                  </a:lnTo>
                  <a:lnTo>
                    <a:pt x="46745" y="38795"/>
                  </a:lnTo>
                  <a:lnTo>
                    <a:pt x="53432" y="36776"/>
                  </a:lnTo>
                  <a:lnTo>
                    <a:pt x="56016" y="27299"/>
                  </a:lnTo>
                  <a:lnTo>
                    <a:pt x="60120" y="25435"/>
                  </a:lnTo>
                  <a:lnTo>
                    <a:pt x="62551" y="22639"/>
                  </a:lnTo>
                  <a:lnTo>
                    <a:pt x="62745" y="19341"/>
                  </a:lnTo>
                  <a:lnTo>
                    <a:pt x="63007" y="14871"/>
                  </a:lnTo>
                  <a:lnTo>
                    <a:pt x="64401" y="14634"/>
                  </a:lnTo>
                  <a:lnTo>
                    <a:pt x="72126" y="13318"/>
                  </a:lnTo>
                  <a:lnTo>
                    <a:pt x="73674" y="0"/>
                  </a:lnTo>
                  <a:lnTo>
                    <a:pt x="75800" y="2014"/>
                  </a:lnTo>
                  <a:lnTo>
                    <a:pt x="76075" y="3120"/>
                  </a:lnTo>
                  <a:lnTo>
                    <a:pt x="77154" y="7446"/>
                  </a:lnTo>
                  <a:lnTo>
                    <a:pt x="78050" y="9369"/>
                  </a:lnTo>
                  <a:lnTo>
                    <a:pt x="82473" y="18864"/>
                  </a:lnTo>
                  <a:lnTo>
                    <a:pt x="83993" y="22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469762" y="5081353"/>
              <a:ext cx="147392" cy="153966"/>
            </a:xfrm>
            <a:custGeom>
              <a:avLst/>
              <a:pathLst>
                <a:path w="147392" h="153966">
                  <a:moveTo>
                    <a:pt x="108774" y="17846"/>
                  </a:moveTo>
                  <a:lnTo>
                    <a:pt x="119888" y="18978"/>
                  </a:lnTo>
                  <a:lnTo>
                    <a:pt x="125116" y="18922"/>
                  </a:lnTo>
                  <a:lnTo>
                    <a:pt x="129546" y="18874"/>
                  </a:lnTo>
                  <a:lnTo>
                    <a:pt x="129649" y="20392"/>
                  </a:lnTo>
                  <a:lnTo>
                    <a:pt x="129659" y="20559"/>
                  </a:lnTo>
                  <a:lnTo>
                    <a:pt x="129700" y="21277"/>
                  </a:lnTo>
                  <a:lnTo>
                    <a:pt x="129936" y="25361"/>
                  </a:lnTo>
                  <a:lnTo>
                    <a:pt x="130180" y="29577"/>
                  </a:lnTo>
                  <a:lnTo>
                    <a:pt x="130214" y="29921"/>
                  </a:lnTo>
                  <a:lnTo>
                    <a:pt x="130867" y="29902"/>
                  </a:lnTo>
                  <a:lnTo>
                    <a:pt x="135417" y="29769"/>
                  </a:lnTo>
                  <a:lnTo>
                    <a:pt x="135699" y="29757"/>
                  </a:lnTo>
                  <a:lnTo>
                    <a:pt x="141037" y="29542"/>
                  </a:lnTo>
                  <a:lnTo>
                    <a:pt x="141733" y="29514"/>
                  </a:lnTo>
                  <a:lnTo>
                    <a:pt x="145093" y="29378"/>
                  </a:lnTo>
                  <a:lnTo>
                    <a:pt x="145231" y="31495"/>
                  </a:lnTo>
                  <a:lnTo>
                    <a:pt x="145307" y="32651"/>
                  </a:lnTo>
                  <a:lnTo>
                    <a:pt x="145346" y="33250"/>
                  </a:lnTo>
                  <a:lnTo>
                    <a:pt x="146180" y="46001"/>
                  </a:lnTo>
                  <a:lnTo>
                    <a:pt x="146214" y="46525"/>
                  </a:lnTo>
                  <a:lnTo>
                    <a:pt x="146676" y="53587"/>
                  </a:lnTo>
                  <a:lnTo>
                    <a:pt x="146823" y="55834"/>
                  </a:lnTo>
                  <a:lnTo>
                    <a:pt x="146865" y="56478"/>
                  </a:lnTo>
                  <a:lnTo>
                    <a:pt x="147392" y="64520"/>
                  </a:lnTo>
                  <a:lnTo>
                    <a:pt x="146670" y="74735"/>
                  </a:lnTo>
                  <a:lnTo>
                    <a:pt x="146460" y="75984"/>
                  </a:lnTo>
                  <a:lnTo>
                    <a:pt x="146211" y="77138"/>
                  </a:lnTo>
                  <a:lnTo>
                    <a:pt x="145899" y="78587"/>
                  </a:lnTo>
                  <a:lnTo>
                    <a:pt x="145841" y="78803"/>
                  </a:lnTo>
                  <a:lnTo>
                    <a:pt x="145367" y="80568"/>
                  </a:lnTo>
                  <a:lnTo>
                    <a:pt x="144962" y="81827"/>
                  </a:lnTo>
                  <a:lnTo>
                    <a:pt x="144342" y="83753"/>
                  </a:lnTo>
                  <a:lnTo>
                    <a:pt x="142186" y="89182"/>
                  </a:lnTo>
                  <a:lnTo>
                    <a:pt x="141645" y="90390"/>
                  </a:lnTo>
                  <a:lnTo>
                    <a:pt x="140810" y="91967"/>
                  </a:lnTo>
                  <a:lnTo>
                    <a:pt x="140263" y="92737"/>
                  </a:lnTo>
                  <a:lnTo>
                    <a:pt x="135423" y="99552"/>
                  </a:lnTo>
                  <a:lnTo>
                    <a:pt x="132728" y="102414"/>
                  </a:lnTo>
                  <a:lnTo>
                    <a:pt x="126860" y="110291"/>
                  </a:lnTo>
                  <a:lnTo>
                    <a:pt x="119252" y="119600"/>
                  </a:lnTo>
                  <a:lnTo>
                    <a:pt x="118968" y="119947"/>
                  </a:lnTo>
                  <a:lnTo>
                    <a:pt x="117457" y="121797"/>
                  </a:lnTo>
                  <a:lnTo>
                    <a:pt x="117180" y="122094"/>
                  </a:lnTo>
                  <a:lnTo>
                    <a:pt x="116779" y="122525"/>
                  </a:lnTo>
                  <a:lnTo>
                    <a:pt x="112885" y="126712"/>
                  </a:lnTo>
                  <a:lnTo>
                    <a:pt x="109990" y="129244"/>
                  </a:lnTo>
                  <a:lnTo>
                    <a:pt x="107958" y="131021"/>
                  </a:lnTo>
                  <a:lnTo>
                    <a:pt x="106576" y="132125"/>
                  </a:lnTo>
                  <a:lnTo>
                    <a:pt x="102254" y="135578"/>
                  </a:lnTo>
                  <a:lnTo>
                    <a:pt x="97525" y="139356"/>
                  </a:lnTo>
                  <a:lnTo>
                    <a:pt x="97312" y="139526"/>
                  </a:lnTo>
                  <a:lnTo>
                    <a:pt x="96284" y="140416"/>
                  </a:lnTo>
                  <a:lnTo>
                    <a:pt x="93892" y="142487"/>
                  </a:lnTo>
                  <a:lnTo>
                    <a:pt x="81973" y="153966"/>
                  </a:lnTo>
                  <a:lnTo>
                    <a:pt x="80948" y="143516"/>
                  </a:lnTo>
                  <a:lnTo>
                    <a:pt x="80260" y="139064"/>
                  </a:lnTo>
                  <a:lnTo>
                    <a:pt x="80186" y="138584"/>
                  </a:lnTo>
                  <a:lnTo>
                    <a:pt x="79857" y="136459"/>
                  </a:lnTo>
                  <a:lnTo>
                    <a:pt x="78322" y="133479"/>
                  </a:lnTo>
                  <a:lnTo>
                    <a:pt x="74946" y="126924"/>
                  </a:lnTo>
                  <a:lnTo>
                    <a:pt x="73119" y="123377"/>
                  </a:lnTo>
                  <a:lnTo>
                    <a:pt x="72459" y="122326"/>
                  </a:lnTo>
                  <a:lnTo>
                    <a:pt x="67867" y="115006"/>
                  </a:lnTo>
                  <a:lnTo>
                    <a:pt x="63675" y="108454"/>
                  </a:lnTo>
                  <a:lnTo>
                    <a:pt x="58578" y="100490"/>
                  </a:lnTo>
                  <a:lnTo>
                    <a:pt x="58421" y="100242"/>
                  </a:lnTo>
                  <a:lnTo>
                    <a:pt x="57503" y="98212"/>
                  </a:lnTo>
                  <a:lnTo>
                    <a:pt x="55364" y="95250"/>
                  </a:lnTo>
                  <a:lnTo>
                    <a:pt x="54269" y="94504"/>
                  </a:lnTo>
                  <a:lnTo>
                    <a:pt x="53297" y="94038"/>
                  </a:lnTo>
                  <a:lnTo>
                    <a:pt x="52202" y="93821"/>
                  </a:lnTo>
                  <a:lnTo>
                    <a:pt x="50895" y="93697"/>
                  </a:lnTo>
                  <a:lnTo>
                    <a:pt x="48676" y="94256"/>
                  </a:lnTo>
                  <a:lnTo>
                    <a:pt x="46706" y="95381"/>
                  </a:lnTo>
                  <a:lnTo>
                    <a:pt x="45478" y="96081"/>
                  </a:lnTo>
                  <a:lnTo>
                    <a:pt x="45190" y="96246"/>
                  </a:lnTo>
                  <a:lnTo>
                    <a:pt x="45087" y="96106"/>
                  </a:lnTo>
                  <a:lnTo>
                    <a:pt x="43708" y="94226"/>
                  </a:lnTo>
                  <a:lnTo>
                    <a:pt x="43040" y="92989"/>
                  </a:lnTo>
                  <a:lnTo>
                    <a:pt x="42679" y="91515"/>
                  </a:lnTo>
                  <a:lnTo>
                    <a:pt x="42777" y="82646"/>
                  </a:lnTo>
                  <a:lnTo>
                    <a:pt x="34957" y="83009"/>
                  </a:lnTo>
                  <a:lnTo>
                    <a:pt x="27743" y="83344"/>
                  </a:lnTo>
                  <a:lnTo>
                    <a:pt x="27255" y="83355"/>
                  </a:lnTo>
                  <a:lnTo>
                    <a:pt x="27542" y="94323"/>
                  </a:lnTo>
                  <a:lnTo>
                    <a:pt x="27594" y="94882"/>
                  </a:lnTo>
                  <a:lnTo>
                    <a:pt x="27632" y="95443"/>
                  </a:lnTo>
                  <a:lnTo>
                    <a:pt x="27166" y="95446"/>
                  </a:lnTo>
                  <a:lnTo>
                    <a:pt x="8927" y="95561"/>
                  </a:lnTo>
                  <a:lnTo>
                    <a:pt x="8268" y="95544"/>
                  </a:lnTo>
                  <a:lnTo>
                    <a:pt x="4366" y="95441"/>
                  </a:lnTo>
                  <a:lnTo>
                    <a:pt x="132" y="94979"/>
                  </a:lnTo>
                  <a:lnTo>
                    <a:pt x="0" y="94963"/>
                  </a:lnTo>
                  <a:lnTo>
                    <a:pt x="116" y="94420"/>
                  </a:lnTo>
                  <a:lnTo>
                    <a:pt x="1412" y="88362"/>
                  </a:lnTo>
                  <a:lnTo>
                    <a:pt x="6229" y="77442"/>
                  </a:lnTo>
                  <a:lnTo>
                    <a:pt x="12858" y="62416"/>
                  </a:lnTo>
                  <a:lnTo>
                    <a:pt x="13161" y="61728"/>
                  </a:lnTo>
                  <a:lnTo>
                    <a:pt x="15383" y="57624"/>
                  </a:lnTo>
                  <a:lnTo>
                    <a:pt x="16397" y="56229"/>
                  </a:lnTo>
                  <a:lnTo>
                    <a:pt x="18740" y="54976"/>
                  </a:lnTo>
                  <a:lnTo>
                    <a:pt x="25627" y="54585"/>
                  </a:lnTo>
                  <a:lnTo>
                    <a:pt x="26134" y="54563"/>
                  </a:lnTo>
                  <a:lnTo>
                    <a:pt x="35553" y="54160"/>
                  </a:lnTo>
                  <a:lnTo>
                    <a:pt x="48949" y="53490"/>
                  </a:lnTo>
                  <a:lnTo>
                    <a:pt x="60893" y="52761"/>
                  </a:lnTo>
                  <a:lnTo>
                    <a:pt x="60851" y="52302"/>
                  </a:lnTo>
                  <a:lnTo>
                    <a:pt x="58945" y="35807"/>
                  </a:lnTo>
                  <a:lnTo>
                    <a:pt x="58819" y="34710"/>
                  </a:lnTo>
                  <a:lnTo>
                    <a:pt x="58020" y="25046"/>
                  </a:lnTo>
                  <a:lnTo>
                    <a:pt x="57360" y="13635"/>
                  </a:lnTo>
                  <a:lnTo>
                    <a:pt x="57448" y="13016"/>
                  </a:lnTo>
                  <a:lnTo>
                    <a:pt x="57558" y="12242"/>
                  </a:lnTo>
                  <a:lnTo>
                    <a:pt x="59305" y="0"/>
                  </a:lnTo>
                  <a:lnTo>
                    <a:pt x="60392" y="149"/>
                  </a:lnTo>
                  <a:lnTo>
                    <a:pt x="62298" y="411"/>
                  </a:lnTo>
                  <a:lnTo>
                    <a:pt x="69615" y="1416"/>
                  </a:lnTo>
                  <a:lnTo>
                    <a:pt x="70499" y="1529"/>
                  </a:lnTo>
                  <a:lnTo>
                    <a:pt x="71715" y="1683"/>
                  </a:lnTo>
                  <a:lnTo>
                    <a:pt x="73504" y="1911"/>
                  </a:lnTo>
                  <a:lnTo>
                    <a:pt x="77531" y="2423"/>
                  </a:lnTo>
                  <a:lnTo>
                    <a:pt x="81921" y="2982"/>
                  </a:lnTo>
                  <a:lnTo>
                    <a:pt x="81927" y="3420"/>
                  </a:lnTo>
                  <a:lnTo>
                    <a:pt x="82006" y="9412"/>
                  </a:lnTo>
                  <a:lnTo>
                    <a:pt x="82303" y="13789"/>
                  </a:lnTo>
                  <a:lnTo>
                    <a:pt x="82385" y="14586"/>
                  </a:lnTo>
                  <a:lnTo>
                    <a:pt x="87321" y="15208"/>
                  </a:lnTo>
                  <a:lnTo>
                    <a:pt x="87528" y="15234"/>
                  </a:lnTo>
                  <a:lnTo>
                    <a:pt x="91999" y="15797"/>
                  </a:lnTo>
                  <a:lnTo>
                    <a:pt x="100764" y="16902"/>
                  </a:lnTo>
                  <a:lnTo>
                    <a:pt x="104641" y="17390"/>
                  </a:lnTo>
                  <a:lnTo>
                    <a:pt x="106067" y="17570"/>
                  </a:lnTo>
                  <a:lnTo>
                    <a:pt x="106387" y="17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27744" y="5064176"/>
              <a:ext cx="202911" cy="112140"/>
            </a:xfrm>
            <a:custGeom>
              <a:avLst/>
              <a:pathLst>
                <a:path w="202911" h="112140">
                  <a:moveTo>
                    <a:pt x="109985" y="6195"/>
                  </a:moveTo>
                  <a:lnTo>
                    <a:pt x="132415" y="8883"/>
                  </a:lnTo>
                  <a:lnTo>
                    <a:pt x="133047" y="8958"/>
                  </a:lnTo>
                  <a:lnTo>
                    <a:pt x="134400" y="9128"/>
                  </a:lnTo>
                  <a:lnTo>
                    <a:pt x="141560" y="10024"/>
                  </a:lnTo>
                  <a:lnTo>
                    <a:pt x="143936" y="10388"/>
                  </a:lnTo>
                  <a:lnTo>
                    <a:pt x="144544" y="10481"/>
                  </a:lnTo>
                  <a:lnTo>
                    <a:pt x="146067" y="10715"/>
                  </a:lnTo>
                  <a:lnTo>
                    <a:pt x="147031" y="10863"/>
                  </a:lnTo>
                  <a:lnTo>
                    <a:pt x="154646" y="11748"/>
                  </a:lnTo>
                  <a:lnTo>
                    <a:pt x="166520" y="13129"/>
                  </a:lnTo>
                  <a:lnTo>
                    <a:pt x="167346" y="13225"/>
                  </a:lnTo>
                  <a:lnTo>
                    <a:pt x="168441" y="13353"/>
                  </a:lnTo>
                  <a:lnTo>
                    <a:pt x="176609" y="14302"/>
                  </a:lnTo>
                  <a:lnTo>
                    <a:pt x="188608" y="15698"/>
                  </a:lnTo>
                  <a:lnTo>
                    <a:pt x="200222" y="17049"/>
                  </a:lnTo>
                  <a:lnTo>
                    <a:pt x="201321" y="17176"/>
                  </a:lnTo>
                  <a:lnTo>
                    <a:pt x="199576" y="29419"/>
                  </a:lnTo>
                  <a:lnTo>
                    <a:pt x="199466" y="30193"/>
                  </a:lnTo>
                  <a:lnTo>
                    <a:pt x="199378" y="30812"/>
                  </a:lnTo>
                  <a:lnTo>
                    <a:pt x="200038" y="42223"/>
                  </a:lnTo>
                  <a:lnTo>
                    <a:pt x="200837" y="51887"/>
                  </a:lnTo>
                  <a:lnTo>
                    <a:pt x="200963" y="52984"/>
                  </a:lnTo>
                  <a:lnTo>
                    <a:pt x="202869" y="69479"/>
                  </a:lnTo>
                  <a:lnTo>
                    <a:pt x="202911" y="69938"/>
                  </a:lnTo>
                  <a:lnTo>
                    <a:pt x="190924" y="70669"/>
                  </a:lnTo>
                  <a:lnTo>
                    <a:pt x="177448" y="71343"/>
                  </a:lnTo>
                  <a:lnTo>
                    <a:pt x="168152" y="71740"/>
                  </a:lnTo>
                  <a:lnTo>
                    <a:pt x="167645" y="71762"/>
                  </a:lnTo>
                  <a:lnTo>
                    <a:pt x="160759" y="72153"/>
                  </a:lnTo>
                  <a:lnTo>
                    <a:pt x="158415" y="73406"/>
                  </a:lnTo>
                  <a:lnTo>
                    <a:pt x="157401" y="74801"/>
                  </a:lnTo>
                  <a:lnTo>
                    <a:pt x="155179" y="78905"/>
                  </a:lnTo>
                  <a:lnTo>
                    <a:pt x="154876" y="79593"/>
                  </a:lnTo>
                  <a:lnTo>
                    <a:pt x="148247" y="94619"/>
                  </a:lnTo>
                  <a:lnTo>
                    <a:pt x="143430" y="105539"/>
                  </a:lnTo>
                  <a:lnTo>
                    <a:pt x="142134" y="111597"/>
                  </a:lnTo>
                  <a:lnTo>
                    <a:pt x="142018" y="112140"/>
                  </a:lnTo>
                  <a:lnTo>
                    <a:pt x="135008" y="111279"/>
                  </a:lnTo>
                  <a:lnTo>
                    <a:pt x="132407" y="110960"/>
                  </a:lnTo>
                  <a:lnTo>
                    <a:pt x="122993" y="109804"/>
                  </a:lnTo>
                  <a:lnTo>
                    <a:pt x="114629" y="108777"/>
                  </a:lnTo>
                  <a:lnTo>
                    <a:pt x="105612" y="107669"/>
                  </a:lnTo>
                  <a:lnTo>
                    <a:pt x="96206" y="106393"/>
                  </a:lnTo>
                  <a:lnTo>
                    <a:pt x="96073" y="106374"/>
                  </a:lnTo>
                  <a:lnTo>
                    <a:pt x="85408" y="104832"/>
                  </a:lnTo>
                  <a:lnTo>
                    <a:pt x="84802" y="104745"/>
                  </a:lnTo>
                  <a:lnTo>
                    <a:pt x="85432" y="99276"/>
                  </a:lnTo>
                  <a:lnTo>
                    <a:pt x="87827" y="78496"/>
                  </a:lnTo>
                  <a:lnTo>
                    <a:pt x="87861" y="78200"/>
                  </a:lnTo>
                  <a:lnTo>
                    <a:pt x="87428" y="78180"/>
                  </a:lnTo>
                  <a:lnTo>
                    <a:pt x="83953" y="78018"/>
                  </a:lnTo>
                  <a:lnTo>
                    <a:pt x="80278" y="78042"/>
                  </a:lnTo>
                  <a:lnTo>
                    <a:pt x="78056" y="78057"/>
                  </a:lnTo>
                  <a:lnTo>
                    <a:pt x="77680" y="78125"/>
                  </a:lnTo>
                  <a:lnTo>
                    <a:pt x="77500" y="78157"/>
                  </a:lnTo>
                  <a:lnTo>
                    <a:pt x="76952" y="78256"/>
                  </a:lnTo>
                  <a:lnTo>
                    <a:pt x="75061" y="77701"/>
                  </a:lnTo>
                  <a:lnTo>
                    <a:pt x="74000" y="77324"/>
                  </a:lnTo>
                  <a:lnTo>
                    <a:pt x="72857" y="76772"/>
                  </a:lnTo>
                  <a:lnTo>
                    <a:pt x="73076" y="78705"/>
                  </a:lnTo>
                  <a:lnTo>
                    <a:pt x="72672" y="78693"/>
                  </a:lnTo>
                  <a:lnTo>
                    <a:pt x="67345" y="78542"/>
                  </a:lnTo>
                  <a:lnTo>
                    <a:pt x="67063" y="78534"/>
                  </a:lnTo>
                  <a:lnTo>
                    <a:pt x="67024" y="77919"/>
                  </a:lnTo>
                  <a:lnTo>
                    <a:pt x="66926" y="76387"/>
                  </a:lnTo>
                  <a:lnTo>
                    <a:pt x="66778" y="76418"/>
                  </a:lnTo>
                  <a:lnTo>
                    <a:pt x="62597" y="77286"/>
                  </a:lnTo>
                  <a:lnTo>
                    <a:pt x="62157" y="77377"/>
                  </a:lnTo>
                  <a:lnTo>
                    <a:pt x="57763" y="76106"/>
                  </a:lnTo>
                  <a:lnTo>
                    <a:pt x="57412" y="76081"/>
                  </a:lnTo>
                  <a:lnTo>
                    <a:pt x="55286" y="75930"/>
                  </a:lnTo>
                  <a:lnTo>
                    <a:pt x="54715" y="75890"/>
                  </a:lnTo>
                  <a:lnTo>
                    <a:pt x="41409" y="72382"/>
                  </a:lnTo>
                  <a:lnTo>
                    <a:pt x="34379" y="72479"/>
                  </a:lnTo>
                  <a:lnTo>
                    <a:pt x="18871" y="65462"/>
                  </a:lnTo>
                  <a:lnTo>
                    <a:pt x="3877" y="59180"/>
                  </a:lnTo>
                  <a:lnTo>
                    <a:pt x="2141" y="58669"/>
                  </a:lnTo>
                  <a:lnTo>
                    <a:pt x="0" y="58083"/>
                  </a:lnTo>
                  <a:lnTo>
                    <a:pt x="2810" y="50854"/>
                  </a:lnTo>
                  <a:lnTo>
                    <a:pt x="7099" y="44309"/>
                  </a:lnTo>
                  <a:lnTo>
                    <a:pt x="8988" y="39298"/>
                  </a:lnTo>
                  <a:lnTo>
                    <a:pt x="23331" y="44832"/>
                  </a:lnTo>
                  <a:lnTo>
                    <a:pt x="25421" y="40900"/>
                  </a:lnTo>
                  <a:lnTo>
                    <a:pt x="17025" y="27986"/>
                  </a:lnTo>
                  <a:lnTo>
                    <a:pt x="21157" y="17355"/>
                  </a:lnTo>
                  <a:lnTo>
                    <a:pt x="31178" y="15024"/>
                  </a:lnTo>
                  <a:lnTo>
                    <a:pt x="36946" y="7608"/>
                  </a:lnTo>
                  <a:lnTo>
                    <a:pt x="37547" y="6835"/>
                  </a:lnTo>
                  <a:lnTo>
                    <a:pt x="37687" y="6655"/>
                  </a:lnTo>
                  <a:lnTo>
                    <a:pt x="40043" y="4118"/>
                  </a:lnTo>
                  <a:lnTo>
                    <a:pt x="42356" y="4254"/>
                  </a:lnTo>
                  <a:lnTo>
                    <a:pt x="42494" y="5588"/>
                  </a:lnTo>
                  <a:lnTo>
                    <a:pt x="42614" y="6755"/>
                  </a:lnTo>
                  <a:lnTo>
                    <a:pt x="42721" y="8308"/>
                  </a:lnTo>
                  <a:lnTo>
                    <a:pt x="43827" y="7153"/>
                  </a:lnTo>
                  <a:lnTo>
                    <a:pt x="45742" y="6291"/>
                  </a:lnTo>
                  <a:lnTo>
                    <a:pt x="46039" y="5996"/>
                  </a:lnTo>
                  <a:lnTo>
                    <a:pt x="46927" y="5111"/>
                  </a:lnTo>
                  <a:lnTo>
                    <a:pt x="51235" y="5899"/>
                  </a:lnTo>
                  <a:lnTo>
                    <a:pt x="58311" y="8312"/>
                  </a:lnTo>
                  <a:lnTo>
                    <a:pt x="58374" y="8093"/>
                  </a:lnTo>
                  <a:lnTo>
                    <a:pt x="60215" y="1651"/>
                  </a:lnTo>
                  <a:lnTo>
                    <a:pt x="60687" y="0"/>
                  </a:lnTo>
                  <a:lnTo>
                    <a:pt x="61301" y="77"/>
                  </a:lnTo>
                  <a:lnTo>
                    <a:pt x="76316" y="1981"/>
                  </a:lnTo>
                  <a:lnTo>
                    <a:pt x="76514" y="2006"/>
                  </a:lnTo>
                  <a:lnTo>
                    <a:pt x="86053" y="3182"/>
                  </a:lnTo>
                  <a:lnTo>
                    <a:pt x="94745" y="4253"/>
                  </a:lnTo>
                  <a:lnTo>
                    <a:pt x="97108" y="4545"/>
                  </a:lnTo>
                  <a:lnTo>
                    <a:pt x="99777" y="4887"/>
                  </a:lnTo>
                  <a:lnTo>
                    <a:pt x="109245" y="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431257" y="4964642"/>
              <a:ext cx="183597" cy="146632"/>
            </a:xfrm>
            <a:custGeom>
              <a:avLst/>
              <a:pathLst>
                <a:path w="183597" h="146632">
                  <a:moveTo>
                    <a:pt x="71690" y="35084"/>
                  </a:moveTo>
                  <a:lnTo>
                    <a:pt x="72016" y="40021"/>
                  </a:lnTo>
                  <a:lnTo>
                    <a:pt x="72380" y="39229"/>
                  </a:lnTo>
                  <a:lnTo>
                    <a:pt x="73627" y="37784"/>
                  </a:lnTo>
                  <a:lnTo>
                    <a:pt x="75587" y="36619"/>
                  </a:lnTo>
                  <a:lnTo>
                    <a:pt x="77441" y="36138"/>
                  </a:lnTo>
                  <a:lnTo>
                    <a:pt x="79615" y="35982"/>
                  </a:lnTo>
                  <a:lnTo>
                    <a:pt x="80883" y="36147"/>
                  </a:lnTo>
                  <a:lnTo>
                    <a:pt x="90542" y="37614"/>
                  </a:lnTo>
                  <a:lnTo>
                    <a:pt x="90718" y="37640"/>
                  </a:lnTo>
                  <a:lnTo>
                    <a:pt x="96886" y="38577"/>
                  </a:lnTo>
                  <a:lnTo>
                    <a:pt x="102908" y="38609"/>
                  </a:lnTo>
                  <a:lnTo>
                    <a:pt x="106827" y="37851"/>
                  </a:lnTo>
                  <a:lnTo>
                    <a:pt x="107968" y="37354"/>
                  </a:lnTo>
                  <a:lnTo>
                    <a:pt x="110057" y="36443"/>
                  </a:lnTo>
                  <a:lnTo>
                    <a:pt x="113809" y="34453"/>
                  </a:lnTo>
                  <a:lnTo>
                    <a:pt x="119366" y="31006"/>
                  </a:lnTo>
                  <a:lnTo>
                    <a:pt x="119626" y="30831"/>
                  </a:lnTo>
                  <a:lnTo>
                    <a:pt x="122575" y="28845"/>
                  </a:lnTo>
                  <a:lnTo>
                    <a:pt x="122723" y="29078"/>
                  </a:lnTo>
                  <a:lnTo>
                    <a:pt x="129072" y="24939"/>
                  </a:lnTo>
                  <a:lnTo>
                    <a:pt x="129882" y="24412"/>
                  </a:lnTo>
                  <a:lnTo>
                    <a:pt x="133103" y="22311"/>
                  </a:lnTo>
                  <a:lnTo>
                    <a:pt x="133742" y="23321"/>
                  </a:lnTo>
                  <a:lnTo>
                    <a:pt x="138886" y="31446"/>
                  </a:lnTo>
                  <a:lnTo>
                    <a:pt x="146807" y="43958"/>
                  </a:lnTo>
                  <a:lnTo>
                    <a:pt x="151942" y="52070"/>
                  </a:lnTo>
                  <a:lnTo>
                    <a:pt x="156313" y="58975"/>
                  </a:lnTo>
                  <a:lnTo>
                    <a:pt x="157127" y="60261"/>
                  </a:lnTo>
                  <a:lnTo>
                    <a:pt x="157661" y="61105"/>
                  </a:lnTo>
                  <a:lnTo>
                    <a:pt x="157888" y="61463"/>
                  </a:lnTo>
                  <a:lnTo>
                    <a:pt x="168428" y="78112"/>
                  </a:lnTo>
                  <a:lnTo>
                    <a:pt x="169078" y="79221"/>
                  </a:lnTo>
                  <a:lnTo>
                    <a:pt x="169445" y="79846"/>
                  </a:lnTo>
                  <a:lnTo>
                    <a:pt x="174370" y="88236"/>
                  </a:lnTo>
                  <a:lnTo>
                    <a:pt x="175552" y="90249"/>
                  </a:lnTo>
                  <a:lnTo>
                    <a:pt x="179256" y="100055"/>
                  </a:lnTo>
                  <a:lnTo>
                    <a:pt x="179513" y="101298"/>
                  </a:lnTo>
                  <a:lnTo>
                    <a:pt x="180130" y="104287"/>
                  </a:lnTo>
                  <a:lnTo>
                    <a:pt x="181061" y="108794"/>
                  </a:lnTo>
                  <a:lnTo>
                    <a:pt x="181274" y="111895"/>
                  </a:lnTo>
                  <a:lnTo>
                    <a:pt x="181962" y="121922"/>
                  </a:lnTo>
                  <a:lnTo>
                    <a:pt x="182025" y="122850"/>
                  </a:lnTo>
                  <a:lnTo>
                    <a:pt x="182605" y="131413"/>
                  </a:lnTo>
                  <a:lnTo>
                    <a:pt x="182884" y="135526"/>
                  </a:lnTo>
                  <a:lnTo>
                    <a:pt x="182947" y="136462"/>
                  </a:lnTo>
                  <a:lnTo>
                    <a:pt x="183207" y="140290"/>
                  </a:lnTo>
                  <a:lnTo>
                    <a:pt x="183534" y="145117"/>
                  </a:lnTo>
                  <a:lnTo>
                    <a:pt x="183597" y="146089"/>
                  </a:lnTo>
                  <a:lnTo>
                    <a:pt x="180238" y="146225"/>
                  </a:lnTo>
                  <a:lnTo>
                    <a:pt x="179542" y="146253"/>
                  </a:lnTo>
                  <a:lnTo>
                    <a:pt x="174204" y="146469"/>
                  </a:lnTo>
                  <a:lnTo>
                    <a:pt x="173922" y="146480"/>
                  </a:lnTo>
                  <a:lnTo>
                    <a:pt x="169371" y="146613"/>
                  </a:lnTo>
                  <a:lnTo>
                    <a:pt x="168719" y="146632"/>
                  </a:lnTo>
                  <a:lnTo>
                    <a:pt x="168685" y="146288"/>
                  </a:lnTo>
                  <a:lnTo>
                    <a:pt x="168441" y="142072"/>
                  </a:lnTo>
                  <a:lnTo>
                    <a:pt x="168205" y="137988"/>
                  </a:lnTo>
                  <a:lnTo>
                    <a:pt x="168163" y="137271"/>
                  </a:lnTo>
                  <a:lnTo>
                    <a:pt x="168154" y="137103"/>
                  </a:lnTo>
                  <a:lnTo>
                    <a:pt x="168051" y="135585"/>
                  </a:lnTo>
                  <a:lnTo>
                    <a:pt x="163621" y="135633"/>
                  </a:lnTo>
                  <a:lnTo>
                    <a:pt x="158393" y="135689"/>
                  </a:lnTo>
                  <a:lnTo>
                    <a:pt x="147279" y="134557"/>
                  </a:lnTo>
                  <a:lnTo>
                    <a:pt x="144892" y="134314"/>
                  </a:lnTo>
                  <a:lnTo>
                    <a:pt x="144572" y="134281"/>
                  </a:lnTo>
                  <a:lnTo>
                    <a:pt x="143145" y="134101"/>
                  </a:lnTo>
                  <a:lnTo>
                    <a:pt x="139269" y="133613"/>
                  </a:lnTo>
                  <a:lnTo>
                    <a:pt x="130504" y="132508"/>
                  </a:lnTo>
                  <a:lnTo>
                    <a:pt x="126033" y="131945"/>
                  </a:lnTo>
                  <a:lnTo>
                    <a:pt x="125826" y="131919"/>
                  </a:lnTo>
                  <a:lnTo>
                    <a:pt x="120889" y="131297"/>
                  </a:lnTo>
                  <a:lnTo>
                    <a:pt x="120808" y="130500"/>
                  </a:lnTo>
                  <a:lnTo>
                    <a:pt x="120511" y="126123"/>
                  </a:lnTo>
                  <a:lnTo>
                    <a:pt x="120432" y="120131"/>
                  </a:lnTo>
                  <a:lnTo>
                    <a:pt x="120426" y="119693"/>
                  </a:lnTo>
                  <a:lnTo>
                    <a:pt x="116035" y="119134"/>
                  </a:lnTo>
                  <a:lnTo>
                    <a:pt x="112009" y="118622"/>
                  </a:lnTo>
                  <a:lnTo>
                    <a:pt x="110206" y="118393"/>
                  </a:lnTo>
                  <a:lnTo>
                    <a:pt x="109003" y="118240"/>
                  </a:lnTo>
                  <a:lnTo>
                    <a:pt x="108120" y="118127"/>
                  </a:lnTo>
                  <a:lnTo>
                    <a:pt x="100803" y="117122"/>
                  </a:lnTo>
                  <a:lnTo>
                    <a:pt x="98897" y="116860"/>
                  </a:lnTo>
                  <a:lnTo>
                    <a:pt x="97807" y="116710"/>
                  </a:lnTo>
                  <a:lnTo>
                    <a:pt x="96709" y="116583"/>
                  </a:lnTo>
                  <a:lnTo>
                    <a:pt x="85095" y="115232"/>
                  </a:lnTo>
                  <a:lnTo>
                    <a:pt x="73096" y="113837"/>
                  </a:lnTo>
                  <a:lnTo>
                    <a:pt x="64928" y="112887"/>
                  </a:lnTo>
                  <a:lnTo>
                    <a:pt x="63807" y="112756"/>
                  </a:lnTo>
                  <a:lnTo>
                    <a:pt x="63007" y="112663"/>
                  </a:lnTo>
                  <a:lnTo>
                    <a:pt x="51133" y="111282"/>
                  </a:lnTo>
                  <a:lnTo>
                    <a:pt x="43518" y="110397"/>
                  </a:lnTo>
                  <a:lnTo>
                    <a:pt x="43591" y="109868"/>
                  </a:lnTo>
                  <a:lnTo>
                    <a:pt x="45038" y="99420"/>
                  </a:lnTo>
                  <a:lnTo>
                    <a:pt x="45247" y="98929"/>
                  </a:lnTo>
                  <a:lnTo>
                    <a:pt x="49080" y="89921"/>
                  </a:lnTo>
                  <a:lnTo>
                    <a:pt x="50542" y="86486"/>
                  </a:lnTo>
                  <a:lnTo>
                    <a:pt x="51906" y="83281"/>
                  </a:lnTo>
                  <a:lnTo>
                    <a:pt x="52113" y="82794"/>
                  </a:lnTo>
                  <a:lnTo>
                    <a:pt x="52212" y="82564"/>
                  </a:lnTo>
                  <a:lnTo>
                    <a:pt x="54412" y="77946"/>
                  </a:lnTo>
                  <a:lnTo>
                    <a:pt x="55830" y="74971"/>
                  </a:lnTo>
                  <a:lnTo>
                    <a:pt x="56431" y="73710"/>
                  </a:lnTo>
                  <a:lnTo>
                    <a:pt x="56895" y="72737"/>
                  </a:lnTo>
                  <a:lnTo>
                    <a:pt x="59833" y="66572"/>
                  </a:lnTo>
                  <a:lnTo>
                    <a:pt x="51030" y="62607"/>
                  </a:lnTo>
                  <a:lnTo>
                    <a:pt x="47842" y="60821"/>
                  </a:lnTo>
                  <a:lnTo>
                    <a:pt x="44233" y="59695"/>
                  </a:lnTo>
                  <a:lnTo>
                    <a:pt x="31357" y="58381"/>
                  </a:lnTo>
                  <a:lnTo>
                    <a:pt x="31229" y="58368"/>
                  </a:lnTo>
                  <a:lnTo>
                    <a:pt x="30283" y="58271"/>
                  </a:lnTo>
                  <a:lnTo>
                    <a:pt x="12491" y="56082"/>
                  </a:lnTo>
                  <a:lnTo>
                    <a:pt x="1003" y="54668"/>
                  </a:lnTo>
                  <a:lnTo>
                    <a:pt x="0" y="54545"/>
                  </a:lnTo>
                  <a:lnTo>
                    <a:pt x="82" y="53853"/>
                  </a:lnTo>
                  <a:lnTo>
                    <a:pt x="1143" y="45329"/>
                  </a:lnTo>
                  <a:lnTo>
                    <a:pt x="1542" y="42123"/>
                  </a:lnTo>
                  <a:lnTo>
                    <a:pt x="1623" y="41466"/>
                  </a:lnTo>
                  <a:lnTo>
                    <a:pt x="1762" y="40350"/>
                  </a:lnTo>
                  <a:lnTo>
                    <a:pt x="1996" y="38471"/>
                  </a:lnTo>
                  <a:lnTo>
                    <a:pt x="3917" y="34538"/>
                  </a:lnTo>
                  <a:lnTo>
                    <a:pt x="6173" y="29918"/>
                  </a:lnTo>
                  <a:lnTo>
                    <a:pt x="6842" y="29099"/>
                  </a:lnTo>
                  <a:lnTo>
                    <a:pt x="10013" y="24831"/>
                  </a:lnTo>
                  <a:lnTo>
                    <a:pt x="12263" y="22128"/>
                  </a:lnTo>
                  <a:lnTo>
                    <a:pt x="15312" y="20028"/>
                  </a:lnTo>
                  <a:lnTo>
                    <a:pt x="21419" y="16229"/>
                  </a:lnTo>
                  <a:lnTo>
                    <a:pt x="21890" y="16014"/>
                  </a:lnTo>
                  <a:lnTo>
                    <a:pt x="47943" y="4122"/>
                  </a:lnTo>
                  <a:lnTo>
                    <a:pt x="56975" y="0"/>
                  </a:lnTo>
                  <a:lnTo>
                    <a:pt x="61182" y="9251"/>
                  </a:lnTo>
                  <a:lnTo>
                    <a:pt x="69886" y="28394"/>
                  </a:lnTo>
                  <a:lnTo>
                    <a:pt x="70740" y="31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08144" y="4904269"/>
              <a:ext cx="146553" cy="109907"/>
            </a:xfrm>
            <a:custGeom>
              <a:avLst/>
              <a:pathLst>
                <a:path w="146553" h="109907">
                  <a:moveTo>
                    <a:pt x="146353" y="15625"/>
                  </a:moveTo>
                  <a:lnTo>
                    <a:pt x="138512" y="27206"/>
                  </a:lnTo>
                  <a:lnTo>
                    <a:pt x="138280" y="27721"/>
                  </a:lnTo>
                  <a:lnTo>
                    <a:pt x="137883" y="28599"/>
                  </a:lnTo>
                  <a:lnTo>
                    <a:pt x="136634" y="31365"/>
                  </a:lnTo>
                  <a:lnTo>
                    <a:pt x="135811" y="35451"/>
                  </a:lnTo>
                  <a:lnTo>
                    <a:pt x="134386" y="37296"/>
                  </a:lnTo>
                  <a:lnTo>
                    <a:pt x="131855" y="39952"/>
                  </a:lnTo>
                  <a:lnTo>
                    <a:pt x="129507" y="42609"/>
                  </a:lnTo>
                  <a:lnTo>
                    <a:pt x="127204" y="46369"/>
                  </a:lnTo>
                  <a:lnTo>
                    <a:pt x="125176" y="50811"/>
                  </a:lnTo>
                  <a:lnTo>
                    <a:pt x="123011" y="54304"/>
                  </a:lnTo>
                  <a:lnTo>
                    <a:pt x="122585" y="54583"/>
                  </a:lnTo>
                  <a:lnTo>
                    <a:pt x="122246" y="54805"/>
                  </a:lnTo>
                  <a:lnTo>
                    <a:pt x="120114" y="56198"/>
                  </a:lnTo>
                  <a:lnTo>
                    <a:pt x="114415" y="59547"/>
                  </a:lnTo>
                  <a:lnTo>
                    <a:pt x="112439" y="61607"/>
                  </a:lnTo>
                  <a:lnTo>
                    <a:pt x="112192" y="61864"/>
                  </a:lnTo>
                  <a:lnTo>
                    <a:pt x="112040" y="62023"/>
                  </a:lnTo>
                  <a:lnTo>
                    <a:pt x="109942" y="65037"/>
                  </a:lnTo>
                  <a:lnTo>
                    <a:pt x="109373" y="66177"/>
                  </a:lnTo>
                  <a:lnTo>
                    <a:pt x="108241" y="68444"/>
                  </a:lnTo>
                  <a:lnTo>
                    <a:pt x="107819" y="69289"/>
                  </a:lnTo>
                  <a:lnTo>
                    <a:pt x="107696" y="69503"/>
                  </a:lnTo>
                  <a:lnTo>
                    <a:pt x="105843" y="72726"/>
                  </a:lnTo>
                  <a:lnTo>
                    <a:pt x="104748" y="77708"/>
                  </a:lnTo>
                  <a:lnTo>
                    <a:pt x="103540" y="78293"/>
                  </a:lnTo>
                  <a:lnTo>
                    <a:pt x="101658" y="79209"/>
                  </a:lnTo>
                  <a:lnTo>
                    <a:pt x="100845" y="79869"/>
                  </a:lnTo>
                  <a:lnTo>
                    <a:pt x="100427" y="80394"/>
                  </a:lnTo>
                  <a:lnTo>
                    <a:pt x="100199" y="81003"/>
                  </a:lnTo>
                  <a:lnTo>
                    <a:pt x="100564" y="82378"/>
                  </a:lnTo>
                  <a:lnTo>
                    <a:pt x="101990" y="86502"/>
                  </a:lnTo>
                  <a:lnTo>
                    <a:pt x="102870" y="88350"/>
                  </a:lnTo>
                  <a:lnTo>
                    <a:pt x="96546" y="93063"/>
                  </a:lnTo>
                  <a:lnTo>
                    <a:pt x="90892" y="96962"/>
                  </a:lnTo>
                  <a:lnTo>
                    <a:pt x="85495" y="100573"/>
                  </a:lnTo>
                  <a:lnTo>
                    <a:pt x="83900" y="98553"/>
                  </a:lnTo>
                  <a:lnTo>
                    <a:pt x="82710" y="99289"/>
                  </a:lnTo>
                  <a:lnTo>
                    <a:pt x="78771" y="102155"/>
                  </a:lnTo>
                  <a:lnTo>
                    <a:pt x="77550" y="103494"/>
                  </a:lnTo>
                  <a:lnTo>
                    <a:pt x="74083" y="99453"/>
                  </a:lnTo>
                  <a:lnTo>
                    <a:pt x="69172" y="99580"/>
                  </a:lnTo>
                  <a:lnTo>
                    <a:pt x="67709" y="99580"/>
                  </a:lnTo>
                  <a:lnTo>
                    <a:pt x="66360" y="99657"/>
                  </a:lnTo>
                  <a:lnTo>
                    <a:pt x="65449" y="99717"/>
                  </a:lnTo>
                  <a:lnTo>
                    <a:pt x="64240" y="99795"/>
                  </a:lnTo>
                  <a:lnTo>
                    <a:pt x="62325" y="99906"/>
                  </a:lnTo>
                  <a:lnTo>
                    <a:pt x="59549" y="100210"/>
                  </a:lnTo>
                  <a:lnTo>
                    <a:pt x="59188" y="100250"/>
                  </a:lnTo>
                  <a:lnTo>
                    <a:pt x="57722" y="100108"/>
                  </a:lnTo>
                  <a:lnTo>
                    <a:pt x="57773" y="96937"/>
                  </a:lnTo>
                  <a:lnTo>
                    <a:pt x="57822" y="96611"/>
                  </a:lnTo>
                  <a:lnTo>
                    <a:pt x="51667" y="95912"/>
                  </a:lnTo>
                  <a:lnTo>
                    <a:pt x="49250" y="92953"/>
                  </a:lnTo>
                  <a:lnTo>
                    <a:pt x="47994" y="94005"/>
                  </a:lnTo>
                  <a:lnTo>
                    <a:pt x="47221" y="96566"/>
                  </a:lnTo>
                  <a:lnTo>
                    <a:pt x="46125" y="100439"/>
                  </a:lnTo>
                  <a:lnTo>
                    <a:pt x="44013" y="99928"/>
                  </a:lnTo>
                  <a:lnTo>
                    <a:pt x="31784" y="107150"/>
                  </a:lnTo>
                  <a:lnTo>
                    <a:pt x="15407" y="109907"/>
                  </a:lnTo>
                  <a:lnTo>
                    <a:pt x="14005" y="108502"/>
                  </a:lnTo>
                  <a:lnTo>
                    <a:pt x="13622" y="101790"/>
                  </a:lnTo>
                  <a:lnTo>
                    <a:pt x="17567" y="98861"/>
                  </a:lnTo>
                  <a:lnTo>
                    <a:pt x="29926" y="92395"/>
                  </a:lnTo>
                  <a:lnTo>
                    <a:pt x="21958" y="82449"/>
                  </a:lnTo>
                  <a:lnTo>
                    <a:pt x="20377" y="78068"/>
                  </a:lnTo>
                  <a:lnTo>
                    <a:pt x="25818" y="76577"/>
                  </a:lnTo>
                  <a:lnTo>
                    <a:pt x="30955" y="76266"/>
                  </a:lnTo>
                  <a:lnTo>
                    <a:pt x="33862" y="77000"/>
                  </a:lnTo>
                  <a:lnTo>
                    <a:pt x="38112" y="70516"/>
                  </a:lnTo>
                  <a:lnTo>
                    <a:pt x="40057" y="71013"/>
                  </a:lnTo>
                  <a:lnTo>
                    <a:pt x="41486" y="66414"/>
                  </a:lnTo>
                  <a:lnTo>
                    <a:pt x="37260" y="65296"/>
                  </a:lnTo>
                  <a:lnTo>
                    <a:pt x="40048" y="58355"/>
                  </a:lnTo>
                  <a:lnTo>
                    <a:pt x="40097" y="54977"/>
                  </a:lnTo>
                  <a:lnTo>
                    <a:pt x="16182" y="54394"/>
                  </a:lnTo>
                  <a:lnTo>
                    <a:pt x="16684" y="62923"/>
                  </a:lnTo>
                  <a:lnTo>
                    <a:pt x="8978" y="65882"/>
                  </a:lnTo>
                  <a:lnTo>
                    <a:pt x="64" y="65929"/>
                  </a:lnTo>
                  <a:lnTo>
                    <a:pt x="0" y="61650"/>
                  </a:lnTo>
                  <a:lnTo>
                    <a:pt x="2329" y="55419"/>
                  </a:lnTo>
                  <a:lnTo>
                    <a:pt x="3116" y="51015"/>
                  </a:lnTo>
                  <a:lnTo>
                    <a:pt x="4593" y="47164"/>
                  </a:lnTo>
                  <a:lnTo>
                    <a:pt x="6578" y="46130"/>
                  </a:lnTo>
                  <a:lnTo>
                    <a:pt x="11545" y="47522"/>
                  </a:lnTo>
                  <a:lnTo>
                    <a:pt x="12950" y="41746"/>
                  </a:lnTo>
                  <a:lnTo>
                    <a:pt x="13472" y="39804"/>
                  </a:lnTo>
                  <a:lnTo>
                    <a:pt x="14897" y="37182"/>
                  </a:lnTo>
                  <a:lnTo>
                    <a:pt x="14810" y="34632"/>
                  </a:lnTo>
                  <a:lnTo>
                    <a:pt x="14919" y="33155"/>
                  </a:lnTo>
                  <a:lnTo>
                    <a:pt x="31168" y="30944"/>
                  </a:lnTo>
                  <a:lnTo>
                    <a:pt x="37552" y="26749"/>
                  </a:lnTo>
                  <a:lnTo>
                    <a:pt x="35332" y="21897"/>
                  </a:lnTo>
                  <a:lnTo>
                    <a:pt x="47070" y="19700"/>
                  </a:lnTo>
                  <a:lnTo>
                    <a:pt x="48438" y="16263"/>
                  </a:lnTo>
                  <a:lnTo>
                    <a:pt x="46523" y="15153"/>
                  </a:lnTo>
                  <a:lnTo>
                    <a:pt x="51501" y="13052"/>
                  </a:lnTo>
                  <a:lnTo>
                    <a:pt x="57716" y="10882"/>
                  </a:lnTo>
                  <a:lnTo>
                    <a:pt x="59669" y="10315"/>
                  </a:lnTo>
                  <a:lnTo>
                    <a:pt x="52559" y="6166"/>
                  </a:lnTo>
                  <a:lnTo>
                    <a:pt x="52706" y="6032"/>
                  </a:lnTo>
                  <a:lnTo>
                    <a:pt x="59027" y="0"/>
                  </a:lnTo>
                  <a:lnTo>
                    <a:pt x="59196" y="140"/>
                  </a:lnTo>
                  <a:lnTo>
                    <a:pt x="68106" y="7582"/>
                  </a:lnTo>
                  <a:lnTo>
                    <a:pt x="68643" y="8043"/>
                  </a:lnTo>
                  <a:lnTo>
                    <a:pt x="68993" y="9379"/>
                  </a:lnTo>
                  <a:lnTo>
                    <a:pt x="69831" y="12583"/>
                  </a:lnTo>
                  <a:lnTo>
                    <a:pt x="70268" y="14254"/>
                  </a:lnTo>
                  <a:lnTo>
                    <a:pt x="71509" y="18997"/>
                  </a:lnTo>
                  <a:lnTo>
                    <a:pt x="71848" y="20292"/>
                  </a:lnTo>
                  <a:lnTo>
                    <a:pt x="72539" y="22933"/>
                  </a:lnTo>
                  <a:lnTo>
                    <a:pt x="73229" y="25569"/>
                  </a:lnTo>
                  <a:lnTo>
                    <a:pt x="73338" y="25988"/>
                  </a:lnTo>
                  <a:lnTo>
                    <a:pt x="73420" y="26301"/>
                  </a:lnTo>
                  <a:lnTo>
                    <a:pt x="81712" y="24104"/>
                  </a:lnTo>
                  <a:lnTo>
                    <a:pt x="82052" y="24014"/>
                  </a:lnTo>
                  <a:lnTo>
                    <a:pt x="83419" y="23652"/>
                  </a:lnTo>
                  <a:lnTo>
                    <a:pt x="83644" y="23593"/>
                  </a:lnTo>
                  <a:lnTo>
                    <a:pt x="84633" y="23133"/>
                  </a:lnTo>
                  <a:lnTo>
                    <a:pt x="85870" y="22557"/>
                  </a:lnTo>
                  <a:lnTo>
                    <a:pt x="91077" y="17328"/>
                  </a:lnTo>
                  <a:lnTo>
                    <a:pt x="91332" y="17072"/>
                  </a:lnTo>
                  <a:lnTo>
                    <a:pt x="91506" y="17218"/>
                  </a:lnTo>
                  <a:lnTo>
                    <a:pt x="102233" y="25777"/>
                  </a:lnTo>
                  <a:lnTo>
                    <a:pt x="109381" y="31478"/>
                  </a:lnTo>
                  <a:lnTo>
                    <a:pt x="109495" y="31329"/>
                  </a:lnTo>
                  <a:lnTo>
                    <a:pt x="115159" y="24275"/>
                  </a:lnTo>
                  <a:lnTo>
                    <a:pt x="115342" y="24047"/>
                  </a:lnTo>
                  <a:lnTo>
                    <a:pt x="122853" y="14699"/>
                  </a:lnTo>
                  <a:lnTo>
                    <a:pt x="126203" y="10530"/>
                  </a:lnTo>
                  <a:lnTo>
                    <a:pt x="126623" y="10009"/>
                  </a:lnTo>
                  <a:lnTo>
                    <a:pt x="133503" y="1445"/>
                  </a:lnTo>
                  <a:lnTo>
                    <a:pt x="140561" y="6898"/>
                  </a:lnTo>
                  <a:lnTo>
                    <a:pt x="144174" y="9689"/>
                  </a:lnTo>
                  <a:lnTo>
                    <a:pt x="144714" y="10172"/>
                  </a:lnTo>
                  <a:lnTo>
                    <a:pt x="145314" y="10708"/>
                  </a:lnTo>
                  <a:lnTo>
                    <a:pt x="145433" y="10861"/>
                  </a:lnTo>
                  <a:lnTo>
                    <a:pt x="145757" y="11272"/>
                  </a:lnTo>
                  <a:lnTo>
                    <a:pt x="145945" y="11512"/>
                  </a:lnTo>
                  <a:lnTo>
                    <a:pt x="146114" y="11916"/>
                  </a:lnTo>
                  <a:lnTo>
                    <a:pt x="146520" y="12887"/>
                  </a:lnTo>
                  <a:lnTo>
                    <a:pt x="146553" y="13125"/>
                  </a:lnTo>
                  <a:lnTo>
                    <a:pt x="146535" y="13790"/>
                  </a:lnTo>
                  <a:lnTo>
                    <a:pt x="146512" y="14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12890" y="4898344"/>
              <a:ext cx="178200" cy="176694"/>
            </a:xfrm>
            <a:custGeom>
              <a:avLst/>
              <a:pathLst>
                <a:path w="178200" h="176694">
                  <a:moveTo>
                    <a:pt x="103054" y="17388"/>
                  </a:moveTo>
                  <a:lnTo>
                    <a:pt x="106104" y="26974"/>
                  </a:lnTo>
                  <a:lnTo>
                    <a:pt x="112751" y="47874"/>
                  </a:lnTo>
                  <a:lnTo>
                    <a:pt x="117562" y="63000"/>
                  </a:lnTo>
                  <a:lnTo>
                    <a:pt x="118598" y="66252"/>
                  </a:lnTo>
                  <a:lnTo>
                    <a:pt x="120779" y="65565"/>
                  </a:lnTo>
                  <a:lnTo>
                    <a:pt x="122881" y="70502"/>
                  </a:lnTo>
                  <a:lnTo>
                    <a:pt x="124489" y="73097"/>
                  </a:lnTo>
                  <a:lnTo>
                    <a:pt x="127517" y="75646"/>
                  </a:lnTo>
                  <a:lnTo>
                    <a:pt x="129381" y="76884"/>
                  </a:lnTo>
                  <a:lnTo>
                    <a:pt x="133454" y="78376"/>
                  </a:lnTo>
                  <a:lnTo>
                    <a:pt x="137491" y="78558"/>
                  </a:lnTo>
                  <a:lnTo>
                    <a:pt x="139628" y="78316"/>
                  </a:lnTo>
                  <a:lnTo>
                    <a:pt x="142181" y="77587"/>
                  </a:lnTo>
                  <a:lnTo>
                    <a:pt x="148043" y="75036"/>
                  </a:lnTo>
                  <a:lnTo>
                    <a:pt x="148177" y="74978"/>
                  </a:lnTo>
                  <a:lnTo>
                    <a:pt x="148534" y="74805"/>
                  </a:lnTo>
                  <a:lnTo>
                    <a:pt x="173613" y="62672"/>
                  </a:lnTo>
                  <a:lnTo>
                    <a:pt x="174493" y="64431"/>
                  </a:lnTo>
                  <a:lnTo>
                    <a:pt x="175339" y="66298"/>
                  </a:lnTo>
                  <a:lnTo>
                    <a:pt x="166310" y="70420"/>
                  </a:lnTo>
                  <a:lnTo>
                    <a:pt x="140257" y="82312"/>
                  </a:lnTo>
                  <a:lnTo>
                    <a:pt x="139786" y="82527"/>
                  </a:lnTo>
                  <a:lnTo>
                    <a:pt x="133679" y="86326"/>
                  </a:lnTo>
                  <a:lnTo>
                    <a:pt x="130630" y="88425"/>
                  </a:lnTo>
                  <a:lnTo>
                    <a:pt x="128380" y="91128"/>
                  </a:lnTo>
                  <a:lnTo>
                    <a:pt x="125209" y="95397"/>
                  </a:lnTo>
                  <a:lnTo>
                    <a:pt x="124540" y="96215"/>
                  </a:lnTo>
                  <a:lnTo>
                    <a:pt x="122284" y="100836"/>
                  </a:lnTo>
                  <a:lnTo>
                    <a:pt x="120363" y="104769"/>
                  </a:lnTo>
                  <a:lnTo>
                    <a:pt x="120129" y="106648"/>
                  </a:lnTo>
                  <a:lnTo>
                    <a:pt x="119990" y="107763"/>
                  </a:lnTo>
                  <a:lnTo>
                    <a:pt x="119909" y="108421"/>
                  </a:lnTo>
                  <a:lnTo>
                    <a:pt x="119510" y="111626"/>
                  </a:lnTo>
                  <a:lnTo>
                    <a:pt x="118449" y="120151"/>
                  </a:lnTo>
                  <a:lnTo>
                    <a:pt x="118367" y="120842"/>
                  </a:lnTo>
                  <a:lnTo>
                    <a:pt x="119370" y="120966"/>
                  </a:lnTo>
                  <a:lnTo>
                    <a:pt x="130858" y="122379"/>
                  </a:lnTo>
                  <a:lnTo>
                    <a:pt x="148712" y="124576"/>
                  </a:lnTo>
                  <a:lnTo>
                    <a:pt x="149596" y="124666"/>
                  </a:lnTo>
                  <a:lnTo>
                    <a:pt x="149724" y="124679"/>
                  </a:lnTo>
                  <a:lnTo>
                    <a:pt x="162600" y="125993"/>
                  </a:lnTo>
                  <a:lnTo>
                    <a:pt x="166209" y="127119"/>
                  </a:lnTo>
                  <a:lnTo>
                    <a:pt x="169397" y="128905"/>
                  </a:lnTo>
                  <a:lnTo>
                    <a:pt x="178200" y="132870"/>
                  </a:lnTo>
                  <a:lnTo>
                    <a:pt x="175262" y="139035"/>
                  </a:lnTo>
                  <a:lnTo>
                    <a:pt x="174798" y="140007"/>
                  </a:lnTo>
                  <a:lnTo>
                    <a:pt x="174197" y="141268"/>
                  </a:lnTo>
                  <a:lnTo>
                    <a:pt x="172779" y="144244"/>
                  </a:lnTo>
                  <a:lnTo>
                    <a:pt x="170579" y="148861"/>
                  </a:lnTo>
                  <a:lnTo>
                    <a:pt x="170480" y="149092"/>
                  </a:lnTo>
                  <a:lnTo>
                    <a:pt x="170273" y="149579"/>
                  </a:lnTo>
                  <a:lnTo>
                    <a:pt x="168909" y="152784"/>
                  </a:lnTo>
                  <a:lnTo>
                    <a:pt x="167447" y="156219"/>
                  </a:lnTo>
                  <a:lnTo>
                    <a:pt x="163614" y="165227"/>
                  </a:lnTo>
                  <a:lnTo>
                    <a:pt x="163405" y="165717"/>
                  </a:lnTo>
                  <a:lnTo>
                    <a:pt x="161958" y="176166"/>
                  </a:lnTo>
                  <a:lnTo>
                    <a:pt x="161885" y="176694"/>
                  </a:lnTo>
                  <a:lnTo>
                    <a:pt x="160921" y="176547"/>
                  </a:lnTo>
                  <a:lnTo>
                    <a:pt x="159397" y="176313"/>
                  </a:lnTo>
                  <a:lnTo>
                    <a:pt x="158789" y="176220"/>
                  </a:lnTo>
                  <a:lnTo>
                    <a:pt x="156414" y="175856"/>
                  </a:lnTo>
                  <a:lnTo>
                    <a:pt x="149254" y="174959"/>
                  </a:lnTo>
                  <a:lnTo>
                    <a:pt x="147893" y="174789"/>
                  </a:lnTo>
                  <a:lnTo>
                    <a:pt x="147268" y="174714"/>
                  </a:lnTo>
                  <a:lnTo>
                    <a:pt x="124791" y="172021"/>
                  </a:lnTo>
                  <a:lnTo>
                    <a:pt x="124098" y="171935"/>
                  </a:lnTo>
                  <a:lnTo>
                    <a:pt x="114631" y="170719"/>
                  </a:lnTo>
                  <a:lnTo>
                    <a:pt x="111961" y="170376"/>
                  </a:lnTo>
                  <a:lnTo>
                    <a:pt x="109599" y="170085"/>
                  </a:lnTo>
                  <a:lnTo>
                    <a:pt x="100906" y="169013"/>
                  </a:lnTo>
                  <a:lnTo>
                    <a:pt x="91367" y="167837"/>
                  </a:lnTo>
                  <a:lnTo>
                    <a:pt x="91170" y="167813"/>
                  </a:lnTo>
                  <a:lnTo>
                    <a:pt x="76155" y="165909"/>
                  </a:lnTo>
                  <a:lnTo>
                    <a:pt x="75540" y="165831"/>
                  </a:lnTo>
                  <a:lnTo>
                    <a:pt x="75037" y="164286"/>
                  </a:lnTo>
                  <a:lnTo>
                    <a:pt x="74334" y="163316"/>
                  </a:lnTo>
                  <a:lnTo>
                    <a:pt x="73658" y="162454"/>
                  </a:lnTo>
                  <a:lnTo>
                    <a:pt x="72648" y="161708"/>
                  </a:lnTo>
                  <a:lnTo>
                    <a:pt x="71070" y="160420"/>
                  </a:lnTo>
                  <a:lnTo>
                    <a:pt x="68179" y="158702"/>
                  </a:lnTo>
                  <a:lnTo>
                    <a:pt x="65367" y="157296"/>
                  </a:lnTo>
                  <a:lnTo>
                    <a:pt x="63894" y="156172"/>
                  </a:lnTo>
                  <a:lnTo>
                    <a:pt x="62798" y="155054"/>
                  </a:lnTo>
                  <a:lnTo>
                    <a:pt x="62535" y="154785"/>
                  </a:lnTo>
                  <a:lnTo>
                    <a:pt x="62370" y="154675"/>
                  </a:lnTo>
                  <a:lnTo>
                    <a:pt x="60203" y="152133"/>
                  </a:lnTo>
                  <a:lnTo>
                    <a:pt x="60020" y="151919"/>
                  </a:lnTo>
                  <a:lnTo>
                    <a:pt x="59529" y="151342"/>
                  </a:lnTo>
                  <a:lnTo>
                    <a:pt x="59371" y="151074"/>
                  </a:lnTo>
                  <a:lnTo>
                    <a:pt x="57927" y="148614"/>
                  </a:lnTo>
                  <a:lnTo>
                    <a:pt x="57619" y="148090"/>
                  </a:lnTo>
                  <a:lnTo>
                    <a:pt x="55817" y="145022"/>
                  </a:lnTo>
                  <a:lnTo>
                    <a:pt x="55632" y="144707"/>
                  </a:lnTo>
                  <a:lnTo>
                    <a:pt x="53596" y="141241"/>
                  </a:lnTo>
                  <a:lnTo>
                    <a:pt x="51548" y="137752"/>
                  </a:lnTo>
                  <a:lnTo>
                    <a:pt x="50302" y="135632"/>
                  </a:lnTo>
                  <a:lnTo>
                    <a:pt x="50014" y="135141"/>
                  </a:lnTo>
                  <a:lnTo>
                    <a:pt x="48681" y="132872"/>
                  </a:lnTo>
                  <a:lnTo>
                    <a:pt x="47171" y="131124"/>
                  </a:lnTo>
                  <a:lnTo>
                    <a:pt x="45290" y="129522"/>
                  </a:lnTo>
                  <a:lnTo>
                    <a:pt x="44036" y="128852"/>
                  </a:lnTo>
                  <a:lnTo>
                    <a:pt x="42668" y="128444"/>
                  </a:lnTo>
                  <a:lnTo>
                    <a:pt x="41187" y="128299"/>
                  </a:lnTo>
                  <a:lnTo>
                    <a:pt x="39172" y="128496"/>
                  </a:lnTo>
                  <a:lnTo>
                    <a:pt x="38950" y="128517"/>
                  </a:lnTo>
                  <a:lnTo>
                    <a:pt x="37965" y="128614"/>
                  </a:lnTo>
                  <a:lnTo>
                    <a:pt x="36224" y="128832"/>
                  </a:lnTo>
                  <a:lnTo>
                    <a:pt x="34537" y="128925"/>
                  </a:lnTo>
                  <a:lnTo>
                    <a:pt x="32702" y="128614"/>
                  </a:lnTo>
                  <a:lnTo>
                    <a:pt x="29347" y="126588"/>
                  </a:lnTo>
                  <a:lnTo>
                    <a:pt x="24218" y="122041"/>
                  </a:lnTo>
                  <a:lnTo>
                    <a:pt x="23871" y="121733"/>
                  </a:lnTo>
                  <a:lnTo>
                    <a:pt x="21773" y="119674"/>
                  </a:lnTo>
                  <a:lnTo>
                    <a:pt x="20925" y="118842"/>
                  </a:lnTo>
                  <a:lnTo>
                    <a:pt x="18169" y="116136"/>
                  </a:lnTo>
                  <a:lnTo>
                    <a:pt x="17849" y="115822"/>
                  </a:lnTo>
                  <a:lnTo>
                    <a:pt x="13028" y="110212"/>
                  </a:lnTo>
                  <a:lnTo>
                    <a:pt x="12781" y="109925"/>
                  </a:lnTo>
                  <a:lnTo>
                    <a:pt x="8502" y="103978"/>
                  </a:lnTo>
                  <a:lnTo>
                    <a:pt x="8336" y="103748"/>
                  </a:lnTo>
                  <a:lnTo>
                    <a:pt x="8096" y="103380"/>
                  </a:lnTo>
                  <a:lnTo>
                    <a:pt x="7412" y="102321"/>
                  </a:lnTo>
                  <a:lnTo>
                    <a:pt x="7132" y="101856"/>
                  </a:lnTo>
                  <a:lnTo>
                    <a:pt x="4555" y="97572"/>
                  </a:lnTo>
                  <a:lnTo>
                    <a:pt x="2361" y="93269"/>
                  </a:lnTo>
                  <a:lnTo>
                    <a:pt x="1161" y="90515"/>
                  </a:lnTo>
                  <a:lnTo>
                    <a:pt x="52" y="86612"/>
                  </a:lnTo>
                  <a:lnTo>
                    <a:pt x="0" y="83511"/>
                  </a:lnTo>
                  <a:lnTo>
                    <a:pt x="1097" y="78651"/>
                  </a:lnTo>
                  <a:lnTo>
                    <a:pt x="2950" y="75427"/>
                  </a:lnTo>
                  <a:lnTo>
                    <a:pt x="3072" y="75213"/>
                  </a:lnTo>
                  <a:lnTo>
                    <a:pt x="3495" y="74368"/>
                  </a:lnTo>
                  <a:lnTo>
                    <a:pt x="4626" y="72102"/>
                  </a:lnTo>
                  <a:lnTo>
                    <a:pt x="5195" y="70962"/>
                  </a:lnTo>
                  <a:lnTo>
                    <a:pt x="7293" y="67948"/>
                  </a:lnTo>
                  <a:lnTo>
                    <a:pt x="7446" y="67789"/>
                  </a:lnTo>
                  <a:lnTo>
                    <a:pt x="7692" y="67532"/>
                  </a:lnTo>
                  <a:lnTo>
                    <a:pt x="9668" y="65472"/>
                  </a:lnTo>
                  <a:lnTo>
                    <a:pt x="15368" y="62122"/>
                  </a:lnTo>
                  <a:lnTo>
                    <a:pt x="17499" y="60729"/>
                  </a:lnTo>
                  <a:lnTo>
                    <a:pt x="17838" y="60508"/>
                  </a:lnTo>
                  <a:lnTo>
                    <a:pt x="18265" y="60229"/>
                  </a:lnTo>
                  <a:lnTo>
                    <a:pt x="20429" y="56736"/>
                  </a:lnTo>
                  <a:lnTo>
                    <a:pt x="22504" y="52192"/>
                  </a:lnTo>
                  <a:lnTo>
                    <a:pt x="24761" y="48533"/>
                  </a:lnTo>
                  <a:lnTo>
                    <a:pt x="27109" y="45877"/>
                  </a:lnTo>
                  <a:lnTo>
                    <a:pt x="29639" y="43220"/>
                  </a:lnTo>
                  <a:lnTo>
                    <a:pt x="31064" y="41375"/>
                  </a:lnTo>
                  <a:lnTo>
                    <a:pt x="31887" y="37289"/>
                  </a:lnTo>
                  <a:lnTo>
                    <a:pt x="33136" y="34524"/>
                  </a:lnTo>
                  <a:lnTo>
                    <a:pt x="33533" y="33645"/>
                  </a:lnTo>
                  <a:lnTo>
                    <a:pt x="33766" y="33130"/>
                  </a:lnTo>
                  <a:lnTo>
                    <a:pt x="41607" y="21549"/>
                  </a:lnTo>
                  <a:lnTo>
                    <a:pt x="41799" y="21555"/>
                  </a:lnTo>
                  <a:lnTo>
                    <a:pt x="42755" y="21582"/>
                  </a:lnTo>
                  <a:lnTo>
                    <a:pt x="43350" y="21714"/>
                  </a:lnTo>
                  <a:lnTo>
                    <a:pt x="45231" y="22098"/>
                  </a:lnTo>
                  <a:lnTo>
                    <a:pt x="46982" y="21703"/>
                  </a:lnTo>
                  <a:lnTo>
                    <a:pt x="48050" y="20975"/>
                  </a:lnTo>
                  <a:lnTo>
                    <a:pt x="49546" y="19363"/>
                  </a:lnTo>
                  <a:lnTo>
                    <a:pt x="54172" y="18531"/>
                  </a:lnTo>
                  <a:lnTo>
                    <a:pt x="55253" y="18337"/>
                  </a:lnTo>
                  <a:lnTo>
                    <a:pt x="58194" y="14974"/>
                  </a:lnTo>
                  <a:lnTo>
                    <a:pt x="59769" y="13145"/>
                  </a:lnTo>
                  <a:lnTo>
                    <a:pt x="59971" y="12910"/>
                  </a:lnTo>
                  <a:lnTo>
                    <a:pt x="68981" y="9880"/>
                  </a:lnTo>
                  <a:lnTo>
                    <a:pt x="86814" y="3882"/>
                  </a:lnTo>
                  <a:lnTo>
                    <a:pt x="94443" y="1316"/>
                  </a:lnTo>
                  <a:lnTo>
                    <a:pt x="98358" y="0"/>
                  </a:lnTo>
                  <a:lnTo>
                    <a:pt x="98920" y="2081"/>
                  </a:lnTo>
                  <a:lnTo>
                    <a:pt x="101290" y="10855"/>
                  </a:lnTo>
                  <a:lnTo>
                    <a:pt x="102892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208487" y="5279288"/>
              <a:ext cx="145326" cy="138381"/>
            </a:xfrm>
            <a:custGeom>
              <a:avLst/>
              <a:pathLst>
                <a:path w="145326" h="138381">
                  <a:moveTo>
                    <a:pt x="3313" y="81442"/>
                  </a:moveTo>
                  <a:lnTo>
                    <a:pt x="3108" y="77425"/>
                  </a:lnTo>
                  <a:lnTo>
                    <a:pt x="3097" y="77214"/>
                  </a:lnTo>
                  <a:lnTo>
                    <a:pt x="2961" y="74533"/>
                  </a:lnTo>
                  <a:lnTo>
                    <a:pt x="2957" y="73455"/>
                  </a:lnTo>
                  <a:lnTo>
                    <a:pt x="3412" y="73466"/>
                  </a:lnTo>
                  <a:lnTo>
                    <a:pt x="3559" y="73469"/>
                  </a:lnTo>
                  <a:lnTo>
                    <a:pt x="3733" y="73474"/>
                  </a:lnTo>
                  <a:lnTo>
                    <a:pt x="3644" y="71937"/>
                  </a:lnTo>
                  <a:lnTo>
                    <a:pt x="3583" y="70873"/>
                  </a:lnTo>
                  <a:lnTo>
                    <a:pt x="3519" y="69759"/>
                  </a:lnTo>
                  <a:lnTo>
                    <a:pt x="3374" y="67237"/>
                  </a:lnTo>
                  <a:lnTo>
                    <a:pt x="3097" y="63778"/>
                  </a:lnTo>
                  <a:lnTo>
                    <a:pt x="3049" y="63177"/>
                  </a:lnTo>
                  <a:lnTo>
                    <a:pt x="2987" y="60091"/>
                  </a:lnTo>
                  <a:lnTo>
                    <a:pt x="3505" y="60195"/>
                  </a:lnTo>
                  <a:lnTo>
                    <a:pt x="3769" y="60248"/>
                  </a:lnTo>
                  <a:lnTo>
                    <a:pt x="5129" y="61415"/>
                  </a:lnTo>
                  <a:lnTo>
                    <a:pt x="11860" y="58694"/>
                  </a:lnTo>
                  <a:lnTo>
                    <a:pt x="12129" y="58585"/>
                  </a:lnTo>
                  <a:lnTo>
                    <a:pt x="13664" y="58084"/>
                  </a:lnTo>
                  <a:lnTo>
                    <a:pt x="13604" y="55617"/>
                  </a:lnTo>
                  <a:lnTo>
                    <a:pt x="13593" y="55123"/>
                  </a:lnTo>
                  <a:lnTo>
                    <a:pt x="12153" y="55181"/>
                  </a:lnTo>
                  <a:lnTo>
                    <a:pt x="11194" y="55220"/>
                  </a:lnTo>
                  <a:lnTo>
                    <a:pt x="10909" y="51118"/>
                  </a:lnTo>
                  <a:lnTo>
                    <a:pt x="12605" y="51065"/>
                  </a:lnTo>
                  <a:lnTo>
                    <a:pt x="18438" y="50885"/>
                  </a:lnTo>
                  <a:lnTo>
                    <a:pt x="19316" y="49904"/>
                  </a:lnTo>
                  <a:lnTo>
                    <a:pt x="19672" y="48132"/>
                  </a:lnTo>
                  <a:lnTo>
                    <a:pt x="20436" y="45356"/>
                  </a:lnTo>
                  <a:lnTo>
                    <a:pt x="21310" y="43619"/>
                  </a:lnTo>
                  <a:lnTo>
                    <a:pt x="21596" y="43052"/>
                  </a:lnTo>
                  <a:lnTo>
                    <a:pt x="22371" y="41513"/>
                  </a:lnTo>
                  <a:lnTo>
                    <a:pt x="24374" y="39369"/>
                  </a:lnTo>
                  <a:lnTo>
                    <a:pt x="27176" y="36796"/>
                  </a:lnTo>
                  <a:lnTo>
                    <a:pt x="28609" y="35028"/>
                  </a:lnTo>
                  <a:lnTo>
                    <a:pt x="29123" y="34393"/>
                  </a:lnTo>
                  <a:lnTo>
                    <a:pt x="30620" y="32937"/>
                  </a:lnTo>
                  <a:lnTo>
                    <a:pt x="31949" y="31116"/>
                  </a:lnTo>
                  <a:lnTo>
                    <a:pt x="33066" y="29709"/>
                  </a:lnTo>
                  <a:lnTo>
                    <a:pt x="34189" y="30041"/>
                  </a:lnTo>
                  <a:lnTo>
                    <a:pt x="35810" y="28602"/>
                  </a:lnTo>
                  <a:lnTo>
                    <a:pt x="36550" y="27945"/>
                  </a:lnTo>
                  <a:lnTo>
                    <a:pt x="38423" y="26283"/>
                  </a:lnTo>
                  <a:lnTo>
                    <a:pt x="39230" y="25567"/>
                  </a:lnTo>
                  <a:lnTo>
                    <a:pt x="41440" y="28748"/>
                  </a:lnTo>
                  <a:lnTo>
                    <a:pt x="44897" y="33722"/>
                  </a:lnTo>
                  <a:lnTo>
                    <a:pt x="45664" y="36255"/>
                  </a:lnTo>
                  <a:lnTo>
                    <a:pt x="46005" y="37380"/>
                  </a:lnTo>
                  <a:lnTo>
                    <a:pt x="46451" y="38853"/>
                  </a:lnTo>
                  <a:lnTo>
                    <a:pt x="40358" y="40496"/>
                  </a:lnTo>
                  <a:lnTo>
                    <a:pt x="40831" y="43350"/>
                  </a:lnTo>
                  <a:lnTo>
                    <a:pt x="42496" y="44516"/>
                  </a:lnTo>
                  <a:lnTo>
                    <a:pt x="48950" y="49035"/>
                  </a:lnTo>
                  <a:lnTo>
                    <a:pt x="48847" y="49401"/>
                  </a:lnTo>
                  <a:lnTo>
                    <a:pt x="48198" y="50734"/>
                  </a:lnTo>
                  <a:lnTo>
                    <a:pt x="46932" y="53332"/>
                  </a:lnTo>
                  <a:lnTo>
                    <a:pt x="47059" y="53322"/>
                  </a:lnTo>
                  <a:lnTo>
                    <a:pt x="55911" y="55045"/>
                  </a:lnTo>
                  <a:lnTo>
                    <a:pt x="60605" y="53441"/>
                  </a:lnTo>
                  <a:lnTo>
                    <a:pt x="61366" y="53181"/>
                  </a:lnTo>
                  <a:lnTo>
                    <a:pt x="68183" y="50851"/>
                  </a:lnTo>
                  <a:lnTo>
                    <a:pt x="68240" y="49838"/>
                  </a:lnTo>
                  <a:lnTo>
                    <a:pt x="68370" y="47520"/>
                  </a:lnTo>
                  <a:lnTo>
                    <a:pt x="68385" y="47249"/>
                  </a:lnTo>
                  <a:lnTo>
                    <a:pt x="70691" y="43316"/>
                  </a:lnTo>
                  <a:lnTo>
                    <a:pt x="71075" y="42955"/>
                  </a:lnTo>
                  <a:lnTo>
                    <a:pt x="72610" y="41510"/>
                  </a:lnTo>
                  <a:lnTo>
                    <a:pt x="74035" y="40170"/>
                  </a:lnTo>
                  <a:lnTo>
                    <a:pt x="77188" y="35937"/>
                  </a:lnTo>
                  <a:lnTo>
                    <a:pt x="78252" y="32908"/>
                  </a:lnTo>
                  <a:lnTo>
                    <a:pt x="78539" y="31048"/>
                  </a:lnTo>
                  <a:lnTo>
                    <a:pt x="78709" y="29944"/>
                  </a:lnTo>
                  <a:lnTo>
                    <a:pt x="78717" y="29809"/>
                  </a:lnTo>
                  <a:lnTo>
                    <a:pt x="78822" y="28092"/>
                  </a:lnTo>
                  <a:lnTo>
                    <a:pt x="73611" y="28289"/>
                  </a:lnTo>
                  <a:lnTo>
                    <a:pt x="73275" y="23859"/>
                  </a:lnTo>
                  <a:lnTo>
                    <a:pt x="69340" y="23859"/>
                  </a:lnTo>
                  <a:lnTo>
                    <a:pt x="69300" y="23608"/>
                  </a:lnTo>
                  <a:lnTo>
                    <a:pt x="68826" y="20551"/>
                  </a:lnTo>
                  <a:lnTo>
                    <a:pt x="68601" y="19198"/>
                  </a:lnTo>
                  <a:lnTo>
                    <a:pt x="60493" y="12689"/>
                  </a:lnTo>
                  <a:lnTo>
                    <a:pt x="60280" y="12518"/>
                  </a:lnTo>
                  <a:lnTo>
                    <a:pt x="62142" y="10421"/>
                  </a:lnTo>
                  <a:lnTo>
                    <a:pt x="65144" y="10032"/>
                  </a:lnTo>
                  <a:lnTo>
                    <a:pt x="67414" y="10504"/>
                  </a:lnTo>
                  <a:lnTo>
                    <a:pt x="67233" y="7275"/>
                  </a:lnTo>
                  <a:lnTo>
                    <a:pt x="72897" y="6942"/>
                  </a:lnTo>
                  <a:lnTo>
                    <a:pt x="72908" y="4935"/>
                  </a:lnTo>
                  <a:lnTo>
                    <a:pt x="72912" y="4177"/>
                  </a:lnTo>
                  <a:lnTo>
                    <a:pt x="72929" y="847"/>
                  </a:lnTo>
                  <a:lnTo>
                    <a:pt x="75478" y="0"/>
                  </a:lnTo>
                  <a:lnTo>
                    <a:pt x="76346" y="93"/>
                  </a:lnTo>
                  <a:lnTo>
                    <a:pt x="76318" y="1387"/>
                  </a:lnTo>
                  <a:lnTo>
                    <a:pt x="76345" y="1993"/>
                  </a:lnTo>
                  <a:lnTo>
                    <a:pt x="76371" y="2563"/>
                  </a:lnTo>
                  <a:lnTo>
                    <a:pt x="76498" y="5424"/>
                  </a:lnTo>
                  <a:lnTo>
                    <a:pt x="76525" y="6048"/>
                  </a:lnTo>
                  <a:lnTo>
                    <a:pt x="76553" y="9502"/>
                  </a:lnTo>
                  <a:lnTo>
                    <a:pt x="76284" y="9593"/>
                  </a:lnTo>
                  <a:lnTo>
                    <a:pt x="76084" y="9659"/>
                  </a:lnTo>
                  <a:lnTo>
                    <a:pt x="75733" y="9777"/>
                  </a:lnTo>
                  <a:lnTo>
                    <a:pt x="75474" y="9864"/>
                  </a:lnTo>
                  <a:lnTo>
                    <a:pt x="74789" y="10093"/>
                  </a:lnTo>
                  <a:lnTo>
                    <a:pt x="74830" y="10742"/>
                  </a:lnTo>
                  <a:lnTo>
                    <a:pt x="74870" y="11003"/>
                  </a:lnTo>
                  <a:lnTo>
                    <a:pt x="74927" y="11372"/>
                  </a:lnTo>
                  <a:lnTo>
                    <a:pt x="74956" y="11563"/>
                  </a:lnTo>
                  <a:lnTo>
                    <a:pt x="75038" y="12095"/>
                  </a:lnTo>
                  <a:lnTo>
                    <a:pt x="75082" y="12378"/>
                  </a:lnTo>
                  <a:lnTo>
                    <a:pt x="75146" y="12792"/>
                  </a:lnTo>
                  <a:lnTo>
                    <a:pt x="75203" y="13166"/>
                  </a:lnTo>
                  <a:lnTo>
                    <a:pt x="75315" y="13891"/>
                  </a:lnTo>
                  <a:lnTo>
                    <a:pt x="75364" y="14210"/>
                  </a:lnTo>
                  <a:lnTo>
                    <a:pt x="75397" y="14423"/>
                  </a:lnTo>
                  <a:lnTo>
                    <a:pt x="75642" y="16016"/>
                  </a:lnTo>
                  <a:lnTo>
                    <a:pt x="75799" y="17034"/>
                  </a:lnTo>
                  <a:lnTo>
                    <a:pt x="77273" y="16896"/>
                  </a:lnTo>
                  <a:lnTo>
                    <a:pt x="78225" y="16806"/>
                  </a:lnTo>
                  <a:lnTo>
                    <a:pt x="78621" y="16769"/>
                  </a:lnTo>
                  <a:lnTo>
                    <a:pt x="79168" y="16718"/>
                  </a:lnTo>
                  <a:lnTo>
                    <a:pt x="79359" y="16826"/>
                  </a:lnTo>
                  <a:lnTo>
                    <a:pt x="79453" y="17079"/>
                  </a:lnTo>
                  <a:lnTo>
                    <a:pt x="79519" y="17257"/>
                  </a:lnTo>
                  <a:lnTo>
                    <a:pt x="79583" y="17428"/>
                  </a:lnTo>
                  <a:lnTo>
                    <a:pt x="79742" y="17854"/>
                  </a:lnTo>
                  <a:lnTo>
                    <a:pt x="80085" y="18776"/>
                  </a:lnTo>
                  <a:lnTo>
                    <a:pt x="80383" y="19578"/>
                  </a:lnTo>
                  <a:lnTo>
                    <a:pt x="80459" y="19782"/>
                  </a:lnTo>
                  <a:lnTo>
                    <a:pt x="80535" y="19987"/>
                  </a:lnTo>
                  <a:lnTo>
                    <a:pt x="81082" y="21456"/>
                  </a:lnTo>
                  <a:lnTo>
                    <a:pt x="81259" y="21931"/>
                  </a:lnTo>
                  <a:lnTo>
                    <a:pt x="81335" y="22227"/>
                  </a:lnTo>
                  <a:lnTo>
                    <a:pt x="81487" y="22817"/>
                  </a:lnTo>
                  <a:lnTo>
                    <a:pt x="81636" y="23308"/>
                  </a:lnTo>
                  <a:lnTo>
                    <a:pt x="81758" y="23713"/>
                  </a:lnTo>
                  <a:lnTo>
                    <a:pt x="82286" y="25456"/>
                  </a:lnTo>
                  <a:lnTo>
                    <a:pt x="82857" y="27339"/>
                  </a:lnTo>
                  <a:lnTo>
                    <a:pt x="82895" y="27567"/>
                  </a:lnTo>
                  <a:lnTo>
                    <a:pt x="82913" y="27738"/>
                  </a:lnTo>
                  <a:lnTo>
                    <a:pt x="82992" y="28478"/>
                  </a:lnTo>
                  <a:lnTo>
                    <a:pt x="83174" y="30181"/>
                  </a:lnTo>
                  <a:lnTo>
                    <a:pt x="83327" y="30170"/>
                  </a:lnTo>
                  <a:lnTo>
                    <a:pt x="83858" y="30134"/>
                  </a:lnTo>
                  <a:lnTo>
                    <a:pt x="84012" y="31065"/>
                  </a:lnTo>
                  <a:lnTo>
                    <a:pt x="84428" y="33591"/>
                  </a:lnTo>
                  <a:lnTo>
                    <a:pt x="84558" y="34375"/>
                  </a:lnTo>
                  <a:lnTo>
                    <a:pt x="84656" y="34968"/>
                  </a:lnTo>
                  <a:lnTo>
                    <a:pt x="85112" y="37731"/>
                  </a:lnTo>
                  <a:lnTo>
                    <a:pt x="85163" y="38652"/>
                  </a:lnTo>
                  <a:lnTo>
                    <a:pt x="85166" y="39047"/>
                  </a:lnTo>
                  <a:lnTo>
                    <a:pt x="84948" y="40326"/>
                  </a:lnTo>
                  <a:lnTo>
                    <a:pt x="84516" y="42857"/>
                  </a:lnTo>
                  <a:lnTo>
                    <a:pt x="84407" y="43494"/>
                  </a:lnTo>
                  <a:lnTo>
                    <a:pt x="84292" y="44168"/>
                  </a:lnTo>
                  <a:lnTo>
                    <a:pt x="84983" y="49152"/>
                  </a:lnTo>
                  <a:lnTo>
                    <a:pt x="85031" y="49500"/>
                  </a:lnTo>
                  <a:lnTo>
                    <a:pt x="85348" y="51788"/>
                  </a:lnTo>
                  <a:lnTo>
                    <a:pt x="85559" y="53305"/>
                  </a:lnTo>
                  <a:lnTo>
                    <a:pt x="85945" y="56088"/>
                  </a:lnTo>
                  <a:lnTo>
                    <a:pt x="85995" y="56453"/>
                  </a:lnTo>
                  <a:lnTo>
                    <a:pt x="86056" y="56894"/>
                  </a:lnTo>
                  <a:lnTo>
                    <a:pt x="86119" y="57346"/>
                  </a:lnTo>
                  <a:lnTo>
                    <a:pt x="86881" y="62846"/>
                  </a:lnTo>
                  <a:lnTo>
                    <a:pt x="86986" y="63603"/>
                  </a:lnTo>
                  <a:lnTo>
                    <a:pt x="87018" y="63834"/>
                  </a:lnTo>
                  <a:lnTo>
                    <a:pt x="87097" y="64398"/>
                  </a:lnTo>
                  <a:lnTo>
                    <a:pt x="87696" y="68722"/>
                  </a:lnTo>
                  <a:lnTo>
                    <a:pt x="87739" y="69034"/>
                  </a:lnTo>
                  <a:lnTo>
                    <a:pt x="88108" y="71096"/>
                  </a:lnTo>
                  <a:lnTo>
                    <a:pt x="89931" y="70886"/>
                  </a:lnTo>
                  <a:lnTo>
                    <a:pt x="90991" y="70765"/>
                  </a:lnTo>
                  <a:lnTo>
                    <a:pt x="91489" y="70707"/>
                  </a:lnTo>
                  <a:lnTo>
                    <a:pt x="92220" y="70623"/>
                  </a:lnTo>
                  <a:lnTo>
                    <a:pt x="93664" y="70457"/>
                  </a:lnTo>
                  <a:lnTo>
                    <a:pt x="96576" y="70122"/>
                  </a:lnTo>
                  <a:lnTo>
                    <a:pt x="96856" y="70090"/>
                  </a:lnTo>
                  <a:lnTo>
                    <a:pt x="97177" y="72869"/>
                  </a:lnTo>
                  <a:lnTo>
                    <a:pt x="97901" y="79128"/>
                  </a:lnTo>
                  <a:lnTo>
                    <a:pt x="97960" y="79641"/>
                  </a:lnTo>
                  <a:lnTo>
                    <a:pt x="98052" y="80435"/>
                  </a:lnTo>
                  <a:lnTo>
                    <a:pt x="98081" y="80691"/>
                  </a:lnTo>
                  <a:lnTo>
                    <a:pt x="99085" y="89375"/>
                  </a:lnTo>
                  <a:lnTo>
                    <a:pt x="99230" y="90623"/>
                  </a:lnTo>
                  <a:lnTo>
                    <a:pt x="99435" y="92405"/>
                  </a:lnTo>
                  <a:lnTo>
                    <a:pt x="99566" y="93532"/>
                  </a:lnTo>
                  <a:lnTo>
                    <a:pt x="100538" y="101943"/>
                  </a:lnTo>
                  <a:lnTo>
                    <a:pt x="100624" y="102688"/>
                  </a:lnTo>
                  <a:lnTo>
                    <a:pt x="100738" y="103559"/>
                  </a:lnTo>
                  <a:lnTo>
                    <a:pt x="109894" y="102544"/>
                  </a:lnTo>
                  <a:lnTo>
                    <a:pt x="110209" y="102509"/>
                  </a:lnTo>
                  <a:lnTo>
                    <a:pt x="130032" y="100313"/>
                  </a:lnTo>
                  <a:lnTo>
                    <a:pt x="132181" y="100075"/>
                  </a:lnTo>
                  <a:lnTo>
                    <a:pt x="132705" y="100017"/>
                  </a:lnTo>
                  <a:lnTo>
                    <a:pt x="133128" y="99970"/>
                  </a:lnTo>
                  <a:lnTo>
                    <a:pt x="139514" y="99263"/>
                  </a:lnTo>
                  <a:lnTo>
                    <a:pt x="140201" y="99187"/>
                  </a:lnTo>
                  <a:lnTo>
                    <a:pt x="141712" y="99019"/>
                  </a:lnTo>
                  <a:lnTo>
                    <a:pt x="141969" y="101493"/>
                  </a:lnTo>
                  <a:lnTo>
                    <a:pt x="142390" y="105537"/>
                  </a:lnTo>
                  <a:lnTo>
                    <a:pt x="143711" y="118224"/>
                  </a:lnTo>
                  <a:lnTo>
                    <a:pt x="143816" y="119233"/>
                  </a:lnTo>
                  <a:lnTo>
                    <a:pt x="143846" y="119525"/>
                  </a:lnTo>
                  <a:lnTo>
                    <a:pt x="143994" y="120948"/>
                  </a:lnTo>
                  <a:lnTo>
                    <a:pt x="144611" y="126870"/>
                  </a:lnTo>
                  <a:lnTo>
                    <a:pt x="145147" y="130752"/>
                  </a:lnTo>
                  <a:lnTo>
                    <a:pt x="145254" y="131528"/>
                  </a:lnTo>
                  <a:lnTo>
                    <a:pt x="145326" y="132050"/>
                  </a:lnTo>
                  <a:lnTo>
                    <a:pt x="144512" y="132242"/>
                  </a:lnTo>
                  <a:lnTo>
                    <a:pt x="144090" y="132292"/>
                  </a:lnTo>
                  <a:lnTo>
                    <a:pt x="137191" y="133103"/>
                  </a:lnTo>
                  <a:lnTo>
                    <a:pt x="135447" y="133308"/>
                  </a:lnTo>
                  <a:lnTo>
                    <a:pt x="134974" y="133364"/>
                  </a:lnTo>
                  <a:lnTo>
                    <a:pt x="126615" y="134347"/>
                  </a:lnTo>
                  <a:lnTo>
                    <a:pt x="126440" y="134368"/>
                  </a:lnTo>
                  <a:lnTo>
                    <a:pt x="122556" y="134825"/>
                  </a:lnTo>
                  <a:lnTo>
                    <a:pt x="121534" y="134945"/>
                  </a:lnTo>
                  <a:lnTo>
                    <a:pt x="121177" y="134989"/>
                  </a:lnTo>
                  <a:lnTo>
                    <a:pt x="117667" y="135420"/>
                  </a:lnTo>
                  <a:lnTo>
                    <a:pt x="113708" y="135908"/>
                  </a:lnTo>
                  <a:lnTo>
                    <a:pt x="95745" y="138118"/>
                  </a:lnTo>
                  <a:lnTo>
                    <a:pt x="93657" y="138375"/>
                  </a:lnTo>
                  <a:lnTo>
                    <a:pt x="93280" y="138379"/>
                  </a:lnTo>
                  <a:lnTo>
                    <a:pt x="93117" y="138381"/>
                  </a:lnTo>
                  <a:lnTo>
                    <a:pt x="91788" y="137826"/>
                  </a:lnTo>
                  <a:lnTo>
                    <a:pt x="89258" y="136770"/>
                  </a:lnTo>
                  <a:lnTo>
                    <a:pt x="88809" y="136582"/>
                  </a:lnTo>
                  <a:lnTo>
                    <a:pt x="81121" y="132120"/>
                  </a:lnTo>
                  <a:lnTo>
                    <a:pt x="79809" y="131359"/>
                  </a:lnTo>
                  <a:lnTo>
                    <a:pt x="75396" y="128798"/>
                  </a:lnTo>
                  <a:lnTo>
                    <a:pt x="73433" y="127658"/>
                  </a:lnTo>
                  <a:lnTo>
                    <a:pt x="71070" y="126287"/>
                  </a:lnTo>
                  <a:lnTo>
                    <a:pt x="70021" y="125521"/>
                  </a:lnTo>
                  <a:lnTo>
                    <a:pt x="69663" y="125258"/>
                  </a:lnTo>
                  <a:lnTo>
                    <a:pt x="69514" y="125150"/>
                  </a:lnTo>
                  <a:lnTo>
                    <a:pt x="69037" y="124801"/>
                  </a:lnTo>
                  <a:lnTo>
                    <a:pt x="67901" y="123971"/>
                  </a:lnTo>
                  <a:lnTo>
                    <a:pt x="66892" y="122950"/>
                  </a:lnTo>
                  <a:lnTo>
                    <a:pt x="64940" y="120534"/>
                  </a:lnTo>
                  <a:lnTo>
                    <a:pt x="64416" y="119885"/>
                  </a:lnTo>
                  <a:lnTo>
                    <a:pt x="59302" y="113553"/>
                  </a:lnTo>
                  <a:lnTo>
                    <a:pt x="58520" y="112585"/>
                  </a:lnTo>
                  <a:lnTo>
                    <a:pt x="57596" y="111441"/>
                  </a:lnTo>
                  <a:lnTo>
                    <a:pt x="56192" y="109884"/>
                  </a:lnTo>
                  <a:lnTo>
                    <a:pt x="55052" y="108620"/>
                  </a:lnTo>
                  <a:lnTo>
                    <a:pt x="52710" y="106023"/>
                  </a:lnTo>
                  <a:lnTo>
                    <a:pt x="51550" y="104736"/>
                  </a:lnTo>
                  <a:lnTo>
                    <a:pt x="50948" y="104069"/>
                  </a:lnTo>
                  <a:lnTo>
                    <a:pt x="47927" y="100720"/>
                  </a:lnTo>
                  <a:lnTo>
                    <a:pt x="47331" y="100058"/>
                  </a:lnTo>
                  <a:lnTo>
                    <a:pt x="45398" y="97915"/>
                  </a:lnTo>
                  <a:lnTo>
                    <a:pt x="44019" y="96386"/>
                  </a:lnTo>
                  <a:lnTo>
                    <a:pt x="43634" y="95959"/>
                  </a:lnTo>
                  <a:lnTo>
                    <a:pt x="43497" y="95790"/>
                  </a:lnTo>
                  <a:lnTo>
                    <a:pt x="43326" y="95580"/>
                  </a:lnTo>
                  <a:lnTo>
                    <a:pt x="42844" y="94985"/>
                  </a:lnTo>
                  <a:lnTo>
                    <a:pt x="42537" y="94605"/>
                  </a:lnTo>
                  <a:lnTo>
                    <a:pt x="41322" y="93106"/>
                  </a:lnTo>
                  <a:lnTo>
                    <a:pt x="40671" y="92303"/>
                  </a:lnTo>
                  <a:lnTo>
                    <a:pt x="40513" y="92109"/>
                  </a:lnTo>
                  <a:lnTo>
                    <a:pt x="40165" y="91889"/>
                  </a:lnTo>
                  <a:lnTo>
                    <a:pt x="38963" y="91130"/>
                  </a:lnTo>
                  <a:lnTo>
                    <a:pt x="38395" y="90991"/>
                  </a:lnTo>
                  <a:lnTo>
                    <a:pt x="37436" y="90757"/>
                  </a:lnTo>
                  <a:lnTo>
                    <a:pt x="31803" y="93089"/>
                  </a:lnTo>
                  <a:lnTo>
                    <a:pt x="27512" y="94865"/>
                  </a:lnTo>
                  <a:lnTo>
                    <a:pt x="27375" y="94922"/>
                  </a:lnTo>
                  <a:lnTo>
                    <a:pt x="27106" y="95033"/>
                  </a:lnTo>
                  <a:lnTo>
                    <a:pt x="26869" y="95131"/>
                  </a:lnTo>
                  <a:lnTo>
                    <a:pt x="26596" y="94545"/>
                  </a:lnTo>
                  <a:lnTo>
                    <a:pt x="26153" y="93592"/>
                  </a:lnTo>
                  <a:lnTo>
                    <a:pt x="26055" y="93381"/>
                  </a:lnTo>
                  <a:lnTo>
                    <a:pt x="24466" y="94206"/>
                  </a:lnTo>
                  <a:lnTo>
                    <a:pt x="22554" y="95198"/>
                  </a:lnTo>
                  <a:lnTo>
                    <a:pt x="20816" y="96101"/>
                  </a:lnTo>
                  <a:lnTo>
                    <a:pt x="19878" y="96588"/>
                  </a:lnTo>
                  <a:lnTo>
                    <a:pt x="18406" y="97352"/>
                  </a:lnTo>
                  <a:lnTo>
                    <a:pt x="17091" y="98035"/>
                  </a:lnTo>
                  <a:lnTo>
                    <a:pt x="15517" y="98800"/>
                  </a:lnTo>
                  <a:lnTo>
                    <a:pt x="14195" y="99499"/>
                  </a:lnTo>
                  <a:lnTo>
                    <a:pt x="14019" y="99594"/>
                  </a:lnTo>
                  <a:lnTo>
                    <a:pt x="13559" y="99843"/>
                  </a:lnTo>
                  <a:lnTo>
                    <a:pt x="12929" y="100185"/>
                  </a:lnTo>
                  <a:lnTo>
                    <a:pt x="11274" y="101081"/>
                  </a:lnTo>
                  <a:lnTo>
                    <a:pt x="7568" y="103087"/>
                  </a:lnTo>
                  <a:lnTo>
                    <a:pt x="5215" y="104240"/>
                  </a:lnTo>
                  <a:lnTo>
                    <a:pt x="4776" y="104455"/>
                  </a:lnTo>
                  <a:lnTo>
                    <a:pt x="4301" y="104688"/>
                  </a:lnTo>
                  <a:lnTo>
                    <a:pt x="4042" y="104782"/>
                  </a:lnTo>
                  <a:lnTo>
                    <a:pt x="1724" y="99704"/>
                  </a:lnTo>
                  <a:lnTo>
                    <a:pt x="327" y="94621"/>
                  </a:lnTo>
                  <a:lnTo>
                    <a:pt x="0" y="93223"/>
                  </a:lnTo>
                  <a:lnTo>
                    <a:pt x="1011" y="92902"/>
                  </a:lnTo>
                  <a:lnTo>
                    <a:pt x="755" y="91999"/>
                  </a:lnTo>
                  <a:lnTo>
                    <a:pt x="2449" y="91467"/>
                  </a:lnTo>
                  <a:lnTo>
                    <a:pt x="2009" y="89800"/>
                  </a:lnTo>
                  <a:lnTo>
                    <a:pt x="3027" y="89491"/>
                  </a:lnTo>
                  <a:lnTo>
                    <a:pt x="3846" y="89243"/>
                  </a:lnTo>
                  <a:lnTo>
                    <a:pt x="4844" y="88941"/>
                  </a:lnTo>
                  <a:lnTo>
                    <a:pt x="4568" y="87977"/>
                  </a:lnTo>
                  <a:lnTo>
                    <a:pt x="7950" y="87047"/>
                  </a:lnTo>
                  <a:lnTo>
                    <a:pt x="6136" y="85230"/>
                  </a:lnTo>
                  <a:lnTo>
                    <a:pt x="5674" y="84460"/>
                  </a:lnTo>
                  <a:lnTo>
                    <a:pt x="4972" y="83290"/>
                  </a:lnTo>
                  <a:lnTo>
                    <a:pt x="4517" y="81852"/>
                  </a:lnTo>
                  <a:lnTo>
                    <a:pt x="4533" y="81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3277" y="5280559"/>
              <a:ext cx="168521" cy="130779"/>
            </a:xfrm>
            <a:custGeom>
              <a:avLst/>
              <a:pathLst>
                <a:path w="168521" h="130779">
                  <a:moveTo>
                    <a:pt x="4809" y="4977"/>
                  </a:moveTo>
                  <a:lnTo>
                    <a:pt x="5076" y="5102"/>
                  </a:lnTo>
                  <a:lnTo>
                    <a:pt x="7777" y="5015"/>
                  </a:lnTo>
                  <a:lnTo>
                    <a:pt x="9526" y="4959"/>
                  </a:lnTo>
                  <a:lnTo>
                    <a:pt x="12955" y="6527"/>
                  </a:lnTo>
                  <a:lnTo>
                    <a:pt x="17211" y="7572"/>
                  </a:lnTo>
                  <a:lnTo>
                    <a:pt x="22427" y="8670"/>
                  </a:lnTo>
                  <a:lnTo>
                    <a:pt x="26704" y="16813"/>
                  </a:lnTo>
                  <a:lnTo>
                    <a:pt x="27240" y="17833"/>
                  </a:lnTo>
                  <a:lnTo>
                    <a:pt x="27822" y="17974"/>
                  </a:lnTo>
                  <a:lnTo>
                    <a:pt x="36646" y="20102"/>
                  </a:lnTo>
                  <a:lnTo>
                    <a:pt x="38653" y="20767"/>
                  </a:lnTo>
                  <a:lnTo>
                    <a:pt x="43546" y="22386"/>
                  </a:lnTo>
                  <a:lnTo>
                    <a:pt x="49044" y="26552"/>
                  </a:lnTo>
                  <a:lnTo>
                    <a:pt x="52623" y="29346"/>
                  </a:lnTo>
                  <a:lnTo>
                    <a:pt x="56501" y="32382"/>
                  </a:lnTo>
                  <a:lnTo>
                    <a:pt x="58690" y="39155"/>
                  </a:lnTo>
                  <a:lnTo>
                    <a:pt x="59735" y="43960"/>
                  </a:lnTo>
                  <a:lnTo>
                    <a:pt x="59966" y="45027"/>
                  </a:lnTo>
                  <a:lnTo>
                    <a:pt x="59703" y="44944"/>
                  </a:lnTo>
                  <a:lnTo>
                    <a:pt x="58251" y="45115"/>
                  </a:lnTo>
                  <a:lnTo>
                    <a:pt x="55370" y="45565"/>
                  </a:lnTo>
                  <a:lnTo>
                    <a:pt x="52041" y="45403"/>
                  </a:lnTo>
                  <a:lnTo>
                    <a:pt x="52701" y="46323"/>
                  </a:lnTo>
                  <a:lnTo>
                    <a:pt x="54570" y="49679"/>
                  </a:lnTo>
                  <a:lnTo>
                    <a:pt x="57610" y="50813"/>
                  </a:lnTo>
                  <a:lnTo>
                    <a:pt x="60391" y="51325"/>
                  </a:lnTo>
                  <a:lnTo>
                    <a:pt x="64860" y="53065"/>
                  </a:lnTo>
                  <a:lnTo>
                    <a:pt x="65585" y="53064"/>
                  </a:lnTo>
                  <a:lnTo>
                    <a:pt x="68036" y="52693"/>
                  </a:lnTo>
                  <a:lnTo>
                    <a:pt x="69919" y="51062"/>
                  </a:lnTo>
                  <a:lnTo>
                    <a:pt x="70003" y="50901"/>
                  </a:lnTo>
                  <a:lnTo>
                    <a:pt x="70869" y="49241"/>
                  </a:lnTo>
                  <a:lnTo>
                    <a:pt x="71463" y="48452"/>
                  </a:lnTo>
                  <a:lnTo>
                    <a:pt x="72223" y="48427"/>
                  </a:lnTo>
                  <a:lnTo>
                    <a:pt x="73079" y="48399"/>
                  </a:lnTo>
                  <a:lnTo>
                    <a:pt x="73303" y="48391"/>
                  </a:lnTo>
                  <a:lnTo>
                    <a:pt x="75440" y="48573"/>
                  </a:lnTo>
                  <a:lnTo>
                    <a:pt x="76660" y="47760"/>
                  </a:lnTo>
                  <a:lnTo>
                    <a:pt x="77594" y="47437"/>
                  </a:lnTo>
                  <a:lnTo>
                    <a:pt x="79745" y="47576"/>
                  </a:lnTo>
                  <a:lnTo>
                    <a:pt x="81565" y="47714"/>
                  </a:lnTo>
                  <a:lnTo>
                    <a:pt x="84014" y="50917"/>
                  </a:lnTo>
                  <a:lnTo>
                    <a:pt x="88665" y="53556"/>
                  </a:lnTo>
                  <a:lnTo>
                    <a:pt x="89197" y="55646"/>
                  </a:lnTo>
                  <a:lnTo>
                    <a:pt x="89896" y="56217"/>
                  </a:lnTo>
                  <a:lnTo>
                    <a:pt x="89728" y="61280"/>
                  </a:lnTo>
                  <a:lnTo>
                    <a:pt x="91678" y="61072"/>
                  </a:lnTo>
                  <a:lnTo>
                    <a:pt x="94319" y="60734"/>
                  </a:lnTo>
                  <a:lnTo>
                    <a:pt x="97176" y="59989"/>
                  </a:lnTo>
                  <a:lnTo>
                    <a:pt x="99163" y="59166"/>
                  </a:lnTo>
                  <a:lnTo>
                    <a:pt x="99578" y="58995"/>
                  </a:lnTo>
                  <a:lnTo>
                    <a:pt x="100322" y="58641"/>
                  </a:lnTo>
                  <a:lnTo>
                    <a:pt x="105931" y="55981"/>
                  </a:lnTo>
                  <a:lnTo>
                    <a:pt x="106715" y="55663"/>
                  </a:lnTo>
                  <a:lnTo>
                    <a:pt x="107694" y="55266"/>
                  </a:lnTo>
                  <a:lnTo>
                    <a:pt x="108142" y="55175"/>
                  </a:lnTo>
                  <a:lnTo>
                    <a:pt x="114107" y="53961"/>
                  </a:lnTo>
                  <a:lnTo>
                    <a:pt x="132064" y="51708"/>
                  </a:lnTo>
                  <a:lnTo>
                    <a:pt x="133634" y="51511"/>
                  </a:lnTo>
                  <a:lnTo>
                    <a:pt x="141039" y="50582"/>
                  </a:lnTo>
                  <a:lnTo>
                    <a:pt x="142658" y="50408"/>
                  </a:lnTo>
                  <a:lnTo>
                    <a:pt x="151500" y="49453"/>
                  </a:lnTo>
                  <a:lnTo>
                    <a:pt x="152027" y="49396"/>
                  </a:lnTo>
                  <a:lnTo>
                    <a:pt x="153874" y="49340"/>
                  </a:lnTo>
                  <a:lnTo>
                    <a:pt x="155318" y="50194"/>
                  </a:lnTo>
                  <a:lnTo>
                    <a:pt x="157636" y="52253"/>
                  </a:lnTo>
                  <a:lnTo>
                    <a:pt x="159077" y="53625"/>
                  </a:lnTo>
                  <a:lnTo>
                    <a:pt x="160633" y="55108"/>
                  </a:lnTo>
                  <a:lnTo>
                    <a:pt x="168521" y="62624"/>
                  </a:lnTo>
                  <a:lnTo>
                    <a:pt x="167328" y="64007"/>
                  </a:lnTo>
                  <a:lnTo>
                    <a:pt x="166945" y="64458"/>
                  </a:lnTo>
                  <a:lnTo>
                    <a:pt x="164897" y="67203"/>
                  </a:lnTo>
                  <a:lnTo>
                    <a:pt x="163320" y="69316"/>
                  </a:lnTo>
                  <a:lnTo>
                    <a:pt x="163088" y="69626"/>
                  </a:lnTo>
                  <a:lnTo>
                    <a:pt x="161239" y="72250"/>
                  </a:lnTo>
                  <a:lnTo>
                    <a:pt x="159368" y="75959"/>
                  </a:lnTo>
                  <a:lnTo>
                    <a:pt x="158759" y="77167"/>
                  </a:lnTo>
                  <a:lnTo>
                    <a:pt x="158567" y="77549"/>
                  </a:lnTo>
                  <a:lnTo>
                    <a:pt x="158381" y="78001"/>
                  </a:lnTo>
                  <a:lnTo>
                    <a:pt x="158210" y="78417"/>
                  </a:lnTo>
                  <a:lnTo>
                    <a:pt x="158111" y="78657"/>
                  </a:lnTo>
                  <a:lnTo>
                    <a:pt x="156059" y="83647"/>
                  </a:lnTo>
                  <a:lnTo>
                    <a:pt x="154600" y="86873"/>
                  </a:lnTo>
                  <a:lnTo>
                    <a:pt x="154100" y="87977"/>
                  </a:lnTo>
                  <a:lnTo>
                    <a:pt x="150182" y="96638"/>
                  </a:lnTo>
                  <a:lnTo>
                    <a:pt x="149208" y="98792"/>
                  </a:lnTo>
                  <a:lnTo>
                    <a:pt x="147890" y="101706"/>
                  </a:lnTo>
                  <a:lnTo>
                    <a:pt x="145541" y="107164"/>
                  </a:lnTo>
                  <a:lnTo>
                    <a:pt x="144722" y="109064"/>
                  </a:lnTo>
                  <a:lnTo>
                    <a:pt x="141915" y="115586"/>
                  </a:lnTo>
                  <a:lnTo>
                    <a:pt x="141234" y="117169"/>
                  </a:lnTo>
                  <a:lnTo>
                    <a:pt x="138529" y="117634"/>
                  </a:lnTo>
                  <a:lnTo>
                    <a:pt x="129662" y="119157"/>
                  </a:lnTo>
                  <a:lnTo>
                    <a:pt x="129457" y="119192"/>
                  </a:lnTo>
                  <a:lnTo>
                    <a:pt x="123840" y="120190"/>
                  </a:lnTo>
                  <a:lnTo>
                    <a:pt x="120856" y="120720"/>
                  </a:lnTo>
                  <a:lnTo>
                    <a:pt x="119487" y="120963"/>
                  </a:lnTo>
                  <a:lnTo>
                    <a:pt x="98878" y="124316"/>
                  </a:lnTo>
                  <a:lnTo>
                    <a:pt x="95231" y="124909"/>
                  </a:lnTo>
                  <a:lnTo>
                    <a:pt x="93554" y="125349"/>
                  </a:lnTo>
                  <a:lnTo>
                    <a:pt x="86355" y="127239"/>
                  </a:lnTo>
                  <a:lnTo>
                    <a:pt x="74471" y="129853"/>
                  </a:lnTo>
                  <a:lnTo>
                    <a:pt x="73795" y="130012"/>
                  </a:lnTo>
                  <a:lnTo>
                    <a:pt x="70536" y="130779"/>
                  </a:lnTo>
                  <a:lnTo>
                    <a:pt x="70464" y="130257"/>
                  </a:lnTo>
                  <a:lnTo>
                    <a:pt x="70357" y="129481"/>
                  </a:lnTo>
                  <a:lnTo>
                    <a:pt x="69821" y="125598"/>
                  </a:lnTo>
                  <a:lnTo>
                    <a:pt x="69204" y="119677"/>
                  </a:lnTo>
                  <a:lnTo>
                    <a:pt x="69056" y="118254"/>
                  </a:lnTo>
                  <a:lnTo>
                    <a:pt x="69026" y="117962"/>
                  </a:lnTo>
                  <a:lnTo>
                    <a:pt x="68921" y="116953"/>
                  </a:lnTo>
                  <a:lnTo>
                    <a:pt x="67600" y="104266"/>
                  </a:lnTo>
                  <a:lnTo>
                    <a:pt x="67179" y="100222"/>
                  </a:lnTo>
                  <a:lnTo>
                    <a:pt x="66915" y="97749"/>
                  </a:lnTo>
                  <a:lnTo>
                    <a:pt x="65411" y="97916"/>
                  </a:lnTo>
                  <a:lnTo>
                    <a:pt x="64724" y="97992"/>
                  </a:lnTo>
                  <a:lnTo>
                    <a:pt x="58338" y="98699"/>
                  </a:lnTo>
                  <a:lnTo>
                    <a:pt x="57915" y="98746"/>
                  </a:lnTo>
                  <a:lnTo>
                    <a:pt x="57391" y="98804"/>
                  </a:lnTo>
                  <a:lnTo>
                    <a:pt x="55242" y="99042"/>
                  </a:lnTo>
                  <a:lnTo>
                    <a:pt x="35420" y="101238"/>
                  </a:lnTo>
                  <a:lnTo>
                    <a:pt x="35105" y="101273"/>
                  </a:lnTo>
                  <a:lnTo>
                    <a:pt x="25926" y="102290"/>
                  </a:lnTo>
                  <a:lnTo>
                    <a:pt x="25834" y="101417"/>
                  </a:lnTo>
                  <a:lnTo>
                    <a:pt x="25739" y="100590"/>
                  </a:lnTo>
                  <a:lnTo>
                    <a:pt x="24776" y="92261"/>
                  </a:lnTo>
                  <a:lnTo>
                    <a:pt x="24635" y="91045"/>
                  </a:lnTo>
                  <a:lnTo>
                    <a:pt x="24440" y="89352"/>
                  </a:lnTo>
                  <a:lnTo>
                    <a:pt x="24295" y="88104"/>
                  </a:lnTo>
                  <a:lnTo>
                    <a:pt x="23291" y="79420"/>
                  </a:lnTo>
                  <a:lnTo>
                    <a:pt x="23262" y="79164"/>
                  </a:lnTo>
                  <a:lnTo>
                    <a:pt x="23170" y="78370"/>
                  </a:lnTo>
                  <a:lnTo>
                    <a:pt x="23111" y="77857"/>
                  </a:lnTo>
                  <a:lnTo>
                    <a:pt x="22387" y="71598"/>
                  </a:lnTo>
                  <a:lnTo>
                    <a:pt x="22049" y="68821"/>
                  </a:lnTo>
                  <a:lnTo>
                    <a:pt x="21786" y="68851"/>
                  </a:lnTo>
                  <a:lnTo>
                    <a:pt x="18874" y="69186"/>
                  </a:lnTo>
                  <a:lnTo>
                    <a:pt x="17431" y="69352"/>
                  </a:lnTo>
                  <a:lnTo>
                    <a:pt x="16699" y="69436"/>
                  </a:lnTo>
                  <a:lnTo>
                    <a:pt x="16201" y="69494"/>
                  </a:lnTo>
                  <a:lnTo>
                    <a:pt x="15141" y="69615"/>
                  </a:lnTo>
                  <a:lnTo>
                    <a:pt x="13237" y="69834"/>
                  </a:lnTo>
                  <a:lnTo>
                    <a:pt x="12949" y="67763"/>
                  </a:lnTo>
                  <a:lnTo>
                    <a:pt x="12906" y="67451"/>
                  </a:lnTo>
                  <a:lnTo>
                    <a:pt x="12307" y="63127"/>
                  </a:lnTo>
                  <a:lnTo>
                    <a:pt x="12228" y="62563"/>
                  </a:lnTo>
                  <a:lnTo>
                    <a:pt x="12196" y="62332"/>
                  </a:lnTo>
                  <a:lnTo>
                    <a:pt x="12085" y="61526"/>
                  </a:lnTo>
                  <a:lnTo>
                    <a:pt x="11329" y="56075"/>
                  </a:lnTo>
                  <a:lnTo>
                    <a:pt x="11266" y="55623"/>
                  </a:lnTo>
                  <a:lnTo>
                    <a:pt x="11205" y="55182"/>
                  </a:lnTo>
                  <a:lnTo>
                    <a:pt x="11155" y="54817"/>
                  </a:lnTo>
                  <a:lnTo>
                    <a:pt x="10769" y="52034"/>
                  </a:lnTo>
                  <a:lnTo>
                    <a:pt x="10559" y="50517"/>
                  </a:lnTo>
                  <a:lnTo>
                    <a:pt x="10241" y="48228"/>
                  </a:lnTo>
                  <a:lnTo>
                    <a:pt x="10193" y="47881"/>
                  </a:lnTo>
                  <a:lnTo>
                    <a:pt x="9502" y="42897"/>
                  </a:lnTo>
                  <a:lnTo>
                    <a:pt x="9617" y="42223"/>
                  </a:lnTo>
                  <a:lnTo>
                    <a:pt x="9726" y="41586"/>
                  </a:lnTo>
                  <a:lnTo>
                    <a:pt x="10161" y="39037"/>
                  </a:lnTo>
                  <a:lnTo>
                    <a:pt x="10390" y="37695"/>
                  </a:lnTo>
                  <a:lnTo>
                    <a:pt x="10373" y="37381"/>
                  </a:lnTo>
                  <a:lnTo>
                    <a:pt x="10322" y="36460"/>
                  </a:lnTo>
                  <a:lnTo>
                    <a:pt x="9866" y="33697"/>
                  </a:lnTo>
                  <a:lnTo>
                    <a:pt x="9768" y="33104"/>
                  </a:lnTo>
                  <a:lnTo>
                    <a:pt x="9639" y="32320"/>
                  </a:lnTo>
                  <a:lnTo>
                    <a:pt x="9222" y="29794"/>
                  </a:lnTo>
                  <a:lnTo>
                    <a:pt x="9068" y="28863"/>
                  </a:lnTo>
                  <a:lnTo>
                    <a:pt x="8537" y="28899"/>
                  </a:lnTo>
                  <a:lnTo>
                    <a:pt x="8384" y="28910"/>
                  </a:lnTo>
                  <a:lnTo>
                    <a:pt x="8202" y="27207"/>
                  </a:lnTo>
                  <a:lnTo>
                    <a:pt x="8123" y="26467"/>
                  </a:lnTo>
                  <a:lnTo>
                    <a:pt x="8105" y="26295"/>
                  </a:lnTo>
                  <a:lnTo>
                    <a:pt x="8067" y="26068"/>
                  </a:lnTo>
                  <a:lnTo>
                    <a:pt x="7496" y="24185"/>
                  </a:lnTo>
                  <a:lnTo>
                    <a:pt x="6968" y="22442"/>
                  </a:lnTo>
                  <a:lnTo>
                    <a:pt x="6846" y="22037"/>
                  </a:lnTo>
                  <a:lnTo>
                    <a:pt x="6697" y="21546"/>
                  </a:lnTo>
                  <a:lnTo>
                    <a:pt x="6545" y="20956"/>
                  </a:lnTo>
                  <a:lnTo>
                    <a:pt x="6469" y="20660"/>
                  </a:lnTo>
                  <a:lnTo>
                    <a:pt x="6292" y="20185"/>
                  </a:lnTo>
                  <a:lnTo>
                    <a:pt x="5745" y="18716"/>
                  </a:lnTo>
                  <a:lnTo>
                    <a:pt x="5669" y="18511"/>
                  </a:lnTo>
                  <a:lnTo>
                    <a:pt x="5593" y="18307"/>
                  </a:lnTo>
                  <a:lnTo>
                    <a:pt x="5270" y="17437"/>
                  </a:lnTo>
                  <a:lnTo>
                    <a:pt x="4952" y="16583"/>
                  </a:lnTo>
                  <a:lnTo>
                    <a:pt x="4789" y="16145"/>
                  </a:lnTo>
                  <a:lnTo>
                    <a:pt x="4730" y="15986"/>
                  </a:lnTo>
                  <a:lnTo>
                    <a:pt x="4663" y="15808"/>
                  </a:lnTo>
                  <a:lnTo>
                    <a:pt x="4524" y="15433"/>
                  </a:lnTo>
                  <a:lnTo>
                    <a:pt x="4379" y="15447"/>
                  </a:lnTo>
                  <a:lnTo>
                    <a:pt x="3832" y="15498"/>
                  </a:lnTo>
                  <a:lnTo>
                    <a:pt x="3435" y="15535"/>
                  </a:lnTo>
                  <a:lnTo>
                    <a:pt x="2483" y="15625"/>
                  </a:lnTo>
                  <a:lnTo>
                    <a:pt x="1009" y="15763"/>
                  </a:lnTo>
                  <a:lnTo>
                    <a:pt x="852" y="14741"/>
                  </a:lnTo>
                  <a:lnTo>
                    <a:pt x="607" y="13152"/>
                  </a:lnTo>
                  <a:lnTo>
                    <a:pt x="574" y="12939"/>
                  </a:lnTo>
                  <a:lnTo>
                    <a:pt x="525" y="12620"/>
                  </a:lnTo>
                  <a:lnTo>
                    <a:pt x="413" y="11895"/>
                  </a:lnTo>
                  <a:lnTo>
                    <a:pt x="356" y="11521"/>
                  </a:lnTo>
                  <a:lnTo>
                    <a:pt x="292" y="11107"/>
                  </a:lnTo>
                  <a:lnTo>
                    <a:pt x="248" y="10824"/>
                  </a:lnTo>
                  <a:lnTo>
                    <a:pt x="167" y="10292"/>
                  </a:lnTo>
                  <a:lnTo>
                    <a:pt x="137" y="10101"/>
                  </a:lnTo>
                  <a:lnTo>
                    <a:pt x="80" y="9732"/>
                  </a:lnTo>
                  <a:lnTo>
                    <a:pt x="40" y="9471"/>
                  </a:lnTo>
                  <a:lnTo>
                    <a:pt x="0" y="8822"/>
                  </a:lnTo>
                  <a:lnTo>
                    <a:pt x="684" y="8593"/>
                  </a:lnTo>
                  <a:lnTo>
                    <a:pt x="943" y="8506"/>
                  </a:lnTo>
                  <a:lnTo>
                    <a:pt x="1295" y="8388"/>
                  </a:lnTo>
                  <a:lnTo>
                    <a:pt x="1494" y="8322"/>
                  </a:lnTo>
                  <a:lnTo>
                    <a:pt x="1887" y="8190"/>
                  </a:lnTo>
                  <a:lnTo>
                    <a:pt x="1735" y="4777"/>
                  </a:lnTo>
                  <a:lnTo>
                    <a:pt x="1708" y="4153"/>
                  </a:lnTo>
                  <a:lnTo>
                    <a:pt x="1581" y="1292"/>
                  </a:lnTo>
                  <a:lnTo>
                    <a:pt x="1555" y="722"/>
                  </a:lnTo>
                  <a:lnTo>
                    <a:pt x="1528" y="116"/>
                  </a:lnTo>
                  <a:lnTo>
                    <a:pt x="3077" y="58"/>
                  </a:lnTo>
                  <a:lnTo>
                    <a:pt x="4625" y="0"/>
                  </a:lnTo>
                  <a:lnTo>
                    <a:pt x="4710" y="2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46472" y="5237574"/>
              <a:ext cx="151723" cy="105608"/>
            </a:xfrm>
            <a:custGeom>
              <a:avLst/>
              <a:pathLst>
                <a:path w="151723" h="105608">
                  <a:moveTo>
                    <a:pt x="105495" y="12709"/>
                  </a:moveTo>
                  <a:lnTo>
                    <a:pt x="107363" y="14440"/>
                  </a:lnTo>
                  <a:lnTo>
                    <a:pt x="112008" y="18745"/>
                  </a:lnTo>
                  <a:lnTo>
                    <a:pt x="118271" y="24549"/>
                  </a:lnTo>
                  <a:lnTo>
                    <a:pt x="119112" y="25336"/>
                  </a:lnTo>
                  <a:lnTo>
                    <a:pt x="120733" y="26853"/>
                  </a:lnTo>
                  <a:lnTo>
                    <a:pt x="122441" y="28451"/>
                  </a:lnTo>
                  <a:lnTo>
                    <a:pt x="123016" y="28988"/>
                  </a:lnTo>
                  <a:lnTo>
                    <a:pt x="128690" y="34298"/>
                  </a:lnTo>
                  <a:lnTo>
                    <a:pt x="129688" y="35232"/>
                  </a:lnTo>
                  <a:lnTo>
                    <a:pt x="134993" y="40195"/>
                  </a:lnTo>
                  <a:lnTo>
                    <a:pt x="135362" y="40541"/>
                  </a:lnTo>
                  <a:lnTo>
                    <a:pt x="142043" y="46791"/>
                  </a:lnTo>
                  <a:lnTo>
                    <a:pt x="142204" y="46942"/>
                  </a:lnTo>
                  <a:lnTo>
                    <a:pt x="142590" y="47303"/>
                  </a:lnTo>
                  <a:lnTo>
                    <a:pt x="149120" y="53413"/>
                  </a:lnTo>
                  <a:lnTo>
                    <a:pt x="149964" y="54202"/>
                  </a:lnTo>
                  <a:lnTo>
                    <a:pt x="151723" y="55849"/>
                  </a:lnTo>
                  <a:lnTo>
                    <a:pt x="148968" y="58840"/>
                  </a:lnTo>
                  <a:lnTo>
                    <a:pt x="143068" y="65242"/>
                  </a:lnTo>
                  <a:lnTo>
                    <a:pt x="142470" y="65891"/>
                  </a:lnTo>
                  <a:lnTo>
                    <a:pt x="136391" y="72563"/>
                  </a:lnTo>
                  <a:lnTo>
                    <a:pt x="133640" y="75583"/>
                  </a:lnTo>
                  <a:lnTo>
                    <a:pt x="133349" y="75902"/>
                  </a:lnTo>
                  <a:lnTo>
                    <a:pt x="132902" y="76380"/>
                  </a:lnTo>
                  <a:lnTo>
                    <a:pt x="114985" y="95535"/>
                  </a:lnTo>
                  <a:lnTo>
                    <a:pt x="114837" y="95689"/>
                  </a:lnTo>
                  <a:lnTo>
                    <a:pt x="105326" y="105608"/>
                  </a:lnTo>
                  <a:lnTo>
                    <a:pt x="97438" y="98093"/>
                  </a:lnTo>
                  <a:lnTo>
                    <a:pt x="95882" y="96610"/>
                  </a:lnTo>
                  <a:lnTo>
                    <a:pt x="94441" y="95237"/>
                  </a:lnTo>
                  <a:lnTo>
                    <a:pt x="92123" y="93179"/>
                  </a:lnTo>
                  <a:lnTo>
                    <a:pt x="90680" y="92325"/>
                  </a:lnTo>
                  <a:lnTo>
                    <a:pt x="88831" y="92381"/>
                  </a:lnTo>
                  <a:lnTo>
                    <a:pt x="88305" y="92438"/>
                  </a:lnTo>
                  <a:lnTo>
                    <a:pt x="79463" y="93392"/>
                  </a:lnTo>
                  <a:lnTo>
                    <a:pt x="77844" y="93567"/>
                  </a:lnTo>
                  <a:lnTo>
                    <a:pt x="70439" y="94496"/>
                  </a:lnTo>
                  <a:lnTo>
                    <a:pt x="68869" y="94693"/>
                  </a:lnTo>
                  <a:lnTo>
                    <a:pt x="50913" y="96946"/>
                  </a:lnTo>
                  <a:lnTo>
                    <a:pt x="44947" y="98160"/>
                  </a:lnTo>
                  <a:lnTo>
                    <a:pt x="44499" y="98251"/>
                  </a:lnTo>
                  <a:lnTo>
                    <a:pt x="43520" y="98648"/>
                  </a:lnTo>
                  <a:lnTo>
                    <a:pt x="42736" y="98966"/>
                  </a:lnTo>
                  <a:lnTo>
                    <a:pt x="37128" y="101626"/>
                  </a:lnTo>
                  <a:lnTo>
                    <a:pt x="36383" y="101979"/>
                  </a:lnTo>
                  <a:lnTo>
                    <a:pt x="35968" y="102151"/>
                  </a:lnTo>
                  <a:lnTo>
                    <a:pt x="33982" y="102974"/>
                  </a:lnTo>
                  <a:lnTo>
                    <a:pt x="31124" y="103719"/>
                  </a:lnTo>
                  <a:lnTo>
                    <a:pt x="28481" y="104057"/>
                  </a:lnTo>
                  <a:lnTo>
                    <a:pt x="26533" y="104265"/>
                  </a:lnTo>
                  <a:lnTo>
                    <a:pt x="26701" y="99201"/>
                  </a:lnTo>
                  <a:lnTo>
                    <a:pt x="26002" y="98630"/>
                  </a:lnTo>
                  <a:lnTo>
                    <a:pt x="25470" y="96541"/>
                  </a:lnTo>
                  <a:lnTo>
                    <a:pt x="20819" y="93901"/>
                  </a:lnTo>
                  <a:lnTo>
                    <a:pt x="18330" y="90676"/>
                  </a:lnTo>
                  <a:lnTo>
                    <a:pt x="16550" y="90561"/>
                  </a:lnTo>
                  <a:lnTo>
                    <a:pt x="15650" y="85976"/>
                  </a:lnTo>
                  <a:lnTo>
                    <a:pt x="15636" y="85424"/>
                  </a:lnTo>
                  <a:lnTo>
                    <a:pt x="14480" y="85566"/>
                  </a:lnTo>
                  <a:lnTo>
                    <a:pt x="13762" y="81635"/>
                  </a:lnTo>
                  <a:lnTo>
                    <a:pt x="6618" y="82528"/>
                  </a:lnTo>
                  <a:lnTo>
                    <a:pt x="6618" y="79188"/>
                  </a:lnTo>
                  <a:lnTo>
                    <a:pt x="5410" y="76306"/>
                  </a:lnTo>
                  <a:lnTo>
                    <a:pt x="3982" y="71211"/>
                  </a:lnTo>
                  <a:lnTo>
                    <a:pt x="1580" y="67296"/>
                  </a:lnTo>
                  <a:lnTo>
                    <a:pt x="0" y="63630"/>
                  </a:lnTo>
                  <a:lnTo>
                    <a:pt x="1884" y="58814"/>
                  </a:lnTo>
                  <a:lnTo>
                    <a:pt x="1337" y="54992"/>
                  </a:lnTo>
                  <a:lnTo>
                    <a:pt x="3313" y="54060"/>
                  </a:lnTo>
                  <a:lnTo>
                    <a:pt x="5197" y="48157"/>
                  </a:lnTo>
                  <a:lnTo>
                    <a:pt x="364" y="44801"/>
                  </a:lnTo>
                  <a:lnTo>
                    <a:pt x="942" y="37966"/>
                  </a:lnTo>
                  <a:lnTo>
                    <a:pt x="4182" y="38048"/>
                  </a:lnTo>
                  <a:lnTo>
                    <a:pt x="4267" y="36941"/>
                  </a:lnTo>
                  <a:lnTo>
                    <a:pt x="4333" y="36452"/>
                  </a:lnTo>
                  <a:lnTo>
                    <a:pt x="4506" y="35159"/>
                  </a:lnTo>
                  <a:lnTo>
                    <a:pt x="4620" y="33709"/>
                  </a:lnTo>
                  <a:lnTo>
                    <a:pt x="6930" y="30447"/>
                  </a:lnTo>
                  <a:lnTo>
                    <a:pt x="10760" y="19541"/>
                  </a:lnTo>
                  <a:lnTo>
                    <a:pt x="13221" y="15290"/>
                  </a:lnTo>
                  <a:lnTo>
                    <a:pt x="13800" y="14290"/>
                  </a:lnTo>
                  <a:lnTo>
                    <a:pt x="15580" y="11046"/>
                  </a:lnTo>
                  <a:lnTo>
                    <a:pt x="17115" y="10386"/>
                  </a:lnTo>
                  <a:lnTo>
                    <a:pt x="20896" y="8761"/>
                  </a:lnTo>
                  <a:lnTo>
                    <a:pt x="22827" y="9189"/>
                  </a:lnTo>
                  <a:lnTo>
                    <a:pt x="24209" y="8782"/>
                  </a:lnTo>
                  <a:lnTo>
                    <a:pt x="25124" y="8512"/>
                  </a:lnTo>
                  <a:lnTo>
                    <a:pt x="27056" y="7943"/>
                  </a:lnTo>
                  <a:lnTo>
                    <a:pt x="27492" y="7475"/>
                  </a:lnTo>
                  <a:lnTo>
                    <a:pt x="28370" y="7027"/>
                  </a:lnTo>
                  <a:lnTo>
                    <a:pt x="29159" y="7766"/>
                  </a:lnTo>
                  <a:lnTo>
                    <a:pt x="29551" y="8134"/>
                  </a:lnTo>
                  <a:lnTo>
                    <a:pt x="30439" y="8799"/>
                  </a:lnTo>
                  <a:lnTo>
                    <a:pt x="31691" y="9303"/>
                  </a:lnTo>
                  <a:lnTo>
                    <a:pt x="34469" y="10275"/>
                  </a:lnTo>
                  <a:lnTo>
                    <a:pt x="35606" y="10490"/>
                  </a:lnTo>
                  <a:lnTo>
                    <a:pt x="35532" y="10755"/>
                  </a:lnTo>
                  <a:lnTo>
                    <a:pt x="36307" y="10849"/>
                  </a:lnTo>
                  <a:lnTo>
                    <a:pt x="39687" y="11263"/>
                  </a:lnTo>
                  <a:lnTo>
                    <a:pt x="45772" y="12007"/>
                  </a:lnTo>
                  <a:lnTo>
                    <a:pt x="46116" y="12049"/>
                  </a:lnTo>
                  <a:lnTo>
                    <a:pt x="54193" y="13036"/>
                  </a:lnTo>
                  <a:lnTo>
                    <a:pt x="55822" y="13236"/>
                  </a:lnTo>
                  <a:lnTo>
                    <a:pt x="56416" y="13308"/>
                  </a:lnTo>
                  <a:lnTo>
                    <a:pt x="56525" y="12622"/>
                  </a:lnTo>
                  <a:lnTo>
                    <a:pt x="57461" y="4146"/>
                  </a:lnTo>
                  <a:lnTo>
                    <a:pt x="57684" y="2122"/>
                  </a:lnTo>
                  <a:lnTo>
                    <a:pt x="57815" y="941"/>
                  </a:lnTo>
                  <a:lnTo>
                    <a:pt x="57919" y="0"/>
                  </a:lnTo>
                  <a:lnTo>
                    <a:pt x="68648" y="1179"/>
                  </a:lnTo>
                  <a:lnTo>
                    <a:pt x="68957" y="1213"/>
                  </a:lnTo>
                  <a:lnTo>
                    <a:pt x="70444" y="1376"/>
                  </a:lnTo>
                  <a:lnTo>
                    <a:pt x="78445" y="2256"/>
                  </a:lnTo>
                  <a:lnTo>
                    <a:pt x="87941" y="3300"/>
                  </a:lnTo>
                  <a:lnTo>
                    <a:pt x="92983" y="4647"/>
                  </a:lnTo>
                  <a:lnTo>
                    <a:pt x="96462" y="6218"/>
                  </a:lnTo>
                  <a:lnTo>
                    <a:pt x="100261" y="8354"/>
                  </a:lnTo>
                  <a:lnTo>
                    <a:pt x="102807" y="1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93425" y="5363292"/>
              <a:ext cx="165535" cy="116270"/>
            </a:xfrm>
            <a:custGeom>
              <a:avLst/>
              <a:pathLst>
                <a:path w="165535" h="116270">
                  <a:moveTo>
                    <a:pt x="16785" y="15700"/>
                  </a:moveTo>
                  <a:lnTo>
                    <a:pt x="19104" y="20779"/>
                  </a:lnTo>
                  <a:lnTo>
                    <a:pt x="19362" y="20684"/>
                  </a:lnTo>
                  <a:lnTo>
                    <a:pt x="19939" y="20401"/>
                  </a:lnTo>
                  <a:lnTo>
                    <a:pt x="20276" y="20237"/>
                  </a:lnTo>
                  <a:lnTo>
                    <a:pt x="22630" y="19084"/>
                  </a:lnTo>
                  <a:lnTo>
                    <a:pt x="26335" y="17077"/>
                  </a:lnTo>
                  <a:lnTo>
                    <a:pt x="27990" y="16181"/>
                  </a:lnTo>
                  <a:lnTo>
                    <a:pt x="28621" y="15840"/>
                  </a:lnTo>
                  <a:lnTo>
                    <a:pt x="29081" y="15591"/>
                  </a:lnTo>
                  <a:lnTo>
                    <a:pt x="29257" y="15495"/>
                  </a:lnTo>
                  <a:lnTo>
                    <a:pt x="30579" y="14796"/>
                  </a:lnTo>
                  <a:lnTo>
                    <a:pt x="32152" y="14031"/>
                  </a:lnTo>
                  <a:lnTo>
                    <a:pt x="33467" y="13349"/>
                  </a:lnTo>
                  <a:lnTo>
                    <a:pt x="34939" y="12584"/>
                  </a:lnTo>
                  <a:lnTo>
                    <a:pt x="35877" y="12097"/>
                  </a:lnTo>
                  <a:lnTo>
                    <a:pt x="37616" y="11195"/>
                  </a:lnTo>
                  <a:lnTo>
                    <a:pt x="39528" y="10202"/>
                  </a:lnTo>
                  <a:lnTo>
                    <a:pt x="41116" y="9378"/>
                  </a:lnTo>
                  <a:lnTo>
                    <a:pt x="41214" y="9588"/>
                  </a:lnTo>
                  <a:lnTo>
                    <a:pt x="41658" y="10541"/>
                  </a:lnTo>
                  <a:lnTo>
                    <a:pt x="41931" y="11128"/>
                  </a:lnTo>
                  <a:lnTo>
                    <a:pt x="42168" y="11030"/>
                  </a:lnTo>
                  <a:lnTo>
                    <a:pt x="42436" y="10919"/>
                  </a:lnTo>
                  <a:lnTo>
                    <a:pt x="42573" y="10862"/>
                  </a:lnTo>
                  <a:lnTo>
                    <a:pt x="46865" y="9086"/>
                  </a:lnTo>
                  <a:lnTo>
                    <a:pt x="52497" y="6754"/>
                  </a:lnTo>
                  <a:lnTo>
                    <a:pt x="53456" y="6988"/>
                  </a:lnTo>
                  <a:lnTo>
                    <a:pt x="54025" y="7127"/>
                  </a:lnTo>
                  <a:lnTo>
                    <a:pt x="55227" y="7885"/>
                  </a:lnTo>
                  <a:lnTo>
                    <a:pt x="55575" y="8105"/>
                  </a:lnTo>
                  <a:lnTo>
                    <a:pt x="55733" y="8300"/>
                  </a:lnTo>
                  <a:lnTo>
                    <a:pt x="56384" y="9103"/>
                  </a:lnTo>
                  <a:lnTo>
                    <a:pt x="57598" y="10602"/>
                  </a:lnTo>
                  <a:lnTo>
                    <a:pt x="57906" y="10981"/>
                  </a:lnTo>
                  <a:lnTo>
                    <a:pt x="58388" y="11576"/>
                  </a:lnTo>
                  <a:lnTo>
                    <a:pt x="58558" y="11786"/>
                  </a:lnTo>
                  <a:lnTo>
                    <a:pt x="58695" y="11955"/>
                  </a:lnTo>
                  <a:lnTo>
                    <a:pt x="59081" y="12383"/>
                  </a:lnTo>
                  <a:lnTo>
                    <a:pt x="60460" y="13912"/>
                  </a:lnTo>
                  <a:lnTo>
                    <a:pt x="62392" y="16055"/>
                  </a:lnTo>
                  <a:lnTo>
                    <a:pt x="62989" y="16716"/>
                  </a:lnTo>
                  <a:lnTo>
                    <a:pt x="66010" y="20066"/>
                  </a:lnTo>
                  <a:lnTo>
                    <a:pt x="66611" y="20733"/>
                  </a:lnTo>
                  <a:lnTo>
                    <a:pt x="67771" y="22019"/>
                  </a:lnTo>
                  <a:lnTo>
                    <a:pt x="70114" y="24617"/>
                  </a:lnTo>
                  <a:lnTo>
                    <a:pt x="71254" y="25881"/>
                  </a:lnTo>
                  <a:lnTo>
                    <a:pt x="72658" y="27438"/>
                  </a:lnTo>
                  <a:lnTo>
                    <a:pt x="73582" y="28582"/>
                  </a:lnTo>
                  <a:lnTo>
                    <a:pt x="74364" y="29550"/>
                  </a:lnTo>
                  <a:lnTo>
                    <a:pt x="79478" y="35881"/>
                  </a:lnTo>
                  <a:lnTo>
                    <a:pt x="80002" y="36530"/>
                  </a:lnTo>
                  <a:lnTo>
                    <a:pt x="81954" y="38947"/>
                  </a:lnTo>
                  <a:lnTo>
                    <a:pt x="82963" y="39967"/>
                  </a:lnTo>
                  <a:lnTo>
                    <a:pt x="84098" y="40797"/>
                  </a:lnTo>
                  <a:lnTo>
                    <a:pt x="84576" y="41146"/>
                  </a:lnTo>
                  <a:lnTo>
                    <a:pt x="84724" y="41255"/>
                  </a:lnTo>
                  <a:lnTo>
                    <a:pt x="85083" y="41517"/>
                  </a:lnTo>
                  <a:lnTo>
                    <a:pt x="86131" y="42283"/>
                  </a:lnTo>
                  <a:lnTo>
                    <a:pt x="88494" y="43655"/>
                  </a:lnTo>
                  <a:lnTo>
                    <a:pt x="90458" y="44795"/>
                  </a:lnTo>
                  <a:lnTo>
                    <a:pt x="94871" y="47356"/>
                  </a:lnTo>
                  <a:lnTo>
                    <a:pt x="96183" y="48117"/>
                  </a:lnTo>
                  <a:lnTo>
                    <a:pt x="103948" y="52611"/>
                  </a:lnTo>
                  <a:lnTo>
                    <a:pt x="104320" y="52766"/>
                  </a:lnTo>
                  <a:lnTo>
                    <a:pt x="106850" y="53823"/>
                  </a:lnTo>
                  <a:lnTo>
                    <a:pt x="108179" y="54378"/>
                  </a:lnTo>
                  <a:lnTo>
                    <a:pt x="108342" y="54376"/>
                  </a:lnTo>
                  <a:lnTo>
                    <a:pt x="108719" y="54371"/>
                  </a:lnTo>
                  <a:lnTo>
                    <a:pt x="110806" y="54114"/>
                  </a:lnTo>
                  <a:lnTo>
                    <a:pt x="128769" y="51904"/>
                  </a:lnTo>
                  <a:lnTo>
                    <a:pt x="132729" y="51417"/>
                  </a:lnTo>
                  <a:lnTo>
                    <a:pt x="136238" y="50985"/>
                  </a:lnTo>
                  <a:lnTo>
                    <a:pt x="136595" y="50941"/>
                  </a:lnTo>
                  <a:lnTo>
                    <a:pt x="137618" y="50821"/>
                  </a:lnTo>
                  <a:lnTo>
                    <a:pt x="141501" y="50364"/>
                  </a:lnTo>
                  <a:lnTo>
                    <a:pt x="141677" y="50344"/>
                  </a:lnTo>
                  <a:lnTo>
                    <a:pt x="150036" y="49360"/>
                  </a:lnTo>
                  <a:lnTo>
                    <a:pt x="150509" y="49305"/>
                  </a:lnTo>
                  <a:lnTo>
                    <a:pt x="152252" y="49100"/>
                  </a:lnTo>
                  <a:lnTo>
                    <a:pt x="159152" y="48288"/>
                  </a:lnTo>
                  <a:lnTo>
                    <a:pt x="159573" y="48239"/>
                  </a:lnTo>
                  <a:lnTo>
                    <a:pt x="160388" y="48047"/>
                  </a:lnTo>
                  <a:lnTo>
                    <a:pt x="163655" y="47278"/>
                  </a:lnTo>
                  <a:lnTo>
                    <a:pt x="164322" y="47121"/>
                  </a:lnTo>
                  <a:lnTo>
                    <a:pt x="164360" y="48097"/>
                  </a:lnTo>
                  <a:lnTo>
                    <a:pt x="163781" y="49065"/>
                  </a:lnTo>
                  <a:lnTo>
                    <a:pt x="163205" y="50030"/>
                  </a:lnTo>
                  <a:lnTo>
                    <a:pt x="164048" y="58567"/>
                  </a:lnTo>
                  <a:lnTo>
                    <a:pt x="165535" y="72398"/>
                  </a:lnTo>
                  <a:lnTo>
                    <a:pt x="163269" y="72633"/>
                  </a:lnTo>
                  <a:lnTo>
                    <a:pt x="162011" y="72763"/>
                  </a:lnTo>
                  <a:lnTo>
                    <a:pt x="161732" y="72791"/>
                  </a:lnTo>
                  <a:lnTo>
                    <a:pt x="160790" y="74480"/>
                  </a:lnTo>
                  <a:lnTo>
                    <a:pt x="159211" y="77310"/>
                  </a:lnTo>
                  <a:lnTo>
                    <a:pt x="158289" y="78964"/>
                  </a:lnTo>
                  <a:lnTo>
                    <a:pt x="157758" y="78742"/>
                  </a:lnTo>
                  <a:lnTo>
                    <a:pt x="157548" y="78654"/>
                  </a:lnTo>
                  <a:lnTo>
                    <a:pt x="156345" y="80563"/>
                  </a:lnTo>
                  <a:lnTo>
                    <a:pt x="149521" y="91393"/>
                  </a:lnTo>
                  <a:lnTo>
                    <a:pt x="144235" y="99672"/>
                  </a:lnTo>
                  <a:lnTo>
                    <a:pt x="141953" y="98110"/>
                  </a:lnTo>
                  <a:lnTo>
                    <a:pt x="130719" y="90421"/>
                  </a:lnTo>
                  <a:lnTo>
                    <a:pt x="130150" y="90409"/>
                  </a:lnTo>
                  <a:lnTo>
                    <a:pt x="129989" y="90406"/>
                  </a:lnTo>
                  <a:lnTo>
                    <a:pt x="129770" y="90401"/>
                  </a:lnTo>
                  <a:lnTo>
                    <a:pt x="129573" y="90423"/>
                  </a:lnTo>
                  <a:lnTo>
                    <a:pt x="121516" y="91308"/>
                  </a:lnTo>
                  <a:lnTo>
                    <a:pt x="117178" y="91784"/>
                  </a:lnTo>
                  <a:lnTo>
                    <a:pt x="114721" y="92054"/>
                  </a:lnTo>
                  <a:lnTo>
                    <a:pt x="107886" y="92890"/>
                  </a:lnTo>
                  <a:lnTo>
                    <a:pt x="107873" y="93072"/>
                  </a:lnTo>
                  <a:lnTo>
                    <a:pt x="107790" y="94236"/>
                  </a:lnTo>
                  <a:lnTo>
                    <a:pt x="102391" y="94996"/>
                  </a:lnTo>
                  <a:lnTo>
                    <a:pt x="101336" y="95145"/>
                  </a:lnTo>
                  <a:lnTo>
                    <a:pt x="101367" y="95321"/>
                  </a:lnTo>
                  <a:lnTo>
                    <a:pt x="101590" y="96586"/>
                  </a:lnTo>
                  <a:lnTo>
                    <a:pt x="101989" y="96452"/>
                  </a:lnTo>
                  <a:lnTo>
                    <a:pt x="102634" y="96686"/>
                  </a:lnTo>
                  <a:lnTo>
                    <a:pt x="103418" y="96936"/>
                  </a:lnTo>
                  <a:lnTo>
                    <a:pt x="105615" y="97634"/>
                  </a:lnTo>
                  <a:lnTo>
                    <a:pt x="105612" y="97915"/>
                  </a:lnTo>
                  <a:lnTo>
                    <a:pt x="105158" y="98435"/>
                  </a:lnTo>
                  <a:lnTo>
                    <a:pt x="103110" y="100783"/>
                  </a:lnTo>
                  <a:lnTo>
                    <a:pt x="103084" y="101106"/>
                  </a:lnTo>
                  <a:lnTo>
                    <a:pt x="103084" y="101523"/>
                  </a:lnTo>
                  <a:lnTo>
                    <a:pt x="103084" y="101946"/>
                  </a:lnTo>
                  <a:lnTo>
                    <a:pt x="103084" y="102094"/>
                  </a:lnTo>
                  <a:lnTo>
                    <a:pt x="102881" y="103653"/>
                  </a:lnTo>
                  <a:lnTo>
                    <a:pt x="102708" y="104974"/>
                  </a:lnTo>
                  <a:lnTo>
                    <a:pt x="98263" y="105042"/>
                  </a:lnTo>
                  <a:lnTo>
                    <a:pt x="97013" y="105634"/>
                  </a:lnTo>
                  <a:lnTo>
                    <a:pt x="96657" y="106136"/>
                  </a:lnTo>
                  <a:lnTo>
                    <a:pt x="96169" y="106822"/>
                  </a:lnTo>
                  <a:lnTo>
                    <a:pt x="94788" y="109534"/>
                  </a:lnTo>
                  <a:lnTo>
                    <a:pt x="94544" y="110012"/>
                  </a:lnTo>
                  <a:lnTo>
                    <a:pt x="95019" y="116270"/>
                  </a:lnTo>
                  <a:lnTo>
                    <a:pt x="93122" y="115726"/>
                  </a:lnTo>
                  <a:lnTo>
                    <a:pt x="91358" y="114328"/>
                  </a:lnTo>
                  <a:lnTo>
                    <a:pt x="89463" y="112825"/>
                  </a:lnTo>
                  <a:lnTo>
                    <a:pt x="88822" y="112468"/>
                  </a:lnTo>
                  <a:lnTo>
                    <a:pt x="85449" y="110549"/>
                  </a:lnTo>
                  <a:lnTo>
                    <a:pt x="81098" y="108074"/>
                  </a:lnTo>
                  <a:lnTo>
                    <a:pt x="77970" y="110550"/>
                  </a:lnTo>
                  <a:lnTo>
                    <a:pt x="73126" y="100646"/>
                  </a:lnTo>
                  <a:lnTo>
                    <a:pt x="66096" y="89286"/>
                  </a:lnTo>
                  <a:lnTo>
                    <a:pt x="62677" y="82295"/>
                  </a:lnTo>
                  <a:lnTo>
                    <a:pt x="59827" y="75499"/>
                  </a:lnTo>
                  <a:lnTo>
                    <a:pt x="55553" y="71421"/>
                  </a:lnTo>
                  <a:lnTo>
                    <a:pt x="49758" y="70062"/>
                  </a:lnTo>
                  <a:lnTo>
                    <a:pt x="46339" y="68896"/>
                  </a:lnTo>
                  <a:lnTo>
                    <a:pt x="44629" y="63848"/>
                  </a:lnTo>
                  <a:lnTo>
                    <a:pt x="40639" y="60255"/>
                  </a:lnTo>
                  <a:lnTo>
                    <a:pt x="36270" y="55595"/>
                  </a:lnTo>
                  <a:lnTo>
                    <a:pt x="32660" y="49283"/>
                  </a:lnTo>
                  <a:lnTo>
                    <a:pt x="29715" y="43749"/>
                  </a:lnTo>
                  <a:lnTo>
                    <a:pt x="27531" y="40060"/>
                  </a:lnTo>
                  <a:lnTo>
                    <a:pt x="22781" y="35205"/>
                  </a:lnTo>
                  <a:lnTo>
                    <a:pt x="17462" y="31321"/>
                  </a:lnTo>
                  <a:lnTo>
                    <a:pt x="13282" y="27049"/>
                  </a:lnTo>
                  <a:lnTo>
                    <a:pt x="12427" y="23359"/>
                  </a:lnTo>
                  <a:lnTo>
                    <a:pt x="11762" y="20252"/>
                  </a:lnTo>
                  <a:lnTo>
                    <a:pt x="7203" y="17534"/>
                  </a:lnTo>
                  <a:lnTo>
                    <a:pt x="3308" y="16951"/>
                  </a:lnTo>
                  <a:lnTo>
                    <a:pt x="0" y="17202"/>
                  </a:lnTo>
                  <a:lnTo>
                    <a:pt x="11634" y="4771"/>
                  </a:lnTo>
                  <a:lnTo>
                    <a:pt x="11283" y="0"/>
                  </a:lnTo>
                  <a:lnTo>
                    <a:pt x="17814" y="873"/>
                  </a:lnTo>
                  <a:lnTo>
                    <a:pt x="21197" y="1227"/>
                  </a:lnTo>
                  <a:lnTo>
                    <a:pt x="23012" y="3044"/>
                  </a:lnTo>
                  <a:lnTo>
                    <a:pt x="19630" y="3974"/>
                  </a:lnTo>
                  <a:lnTo>
                    <a:pt x="19906" y="4937"/>
                  </a:lnTo>
                  <a:lnTo>
                    <a:pt x="18908" y="5240"/>
                  </a:lnTo>
                  <a:lnTo>
                    <a:pt x="18089" y="5488"/>
                  </a:lnTo>
                  <a:lnTo>
                    <a:pt x="17070" y="5797"/>
                  </a:lnTo>
                  <a:lnTo>
                    <a:pt x="17511" y="7464"/>
                  </a:lnTo>
                  <a:lnTo>
                    <a:pt x="15816" y="7996"/>
                  </a:lnTo>
                  <a:lnTo>
                    <a:pt x="16073" y="8899"/>
                  </a:lnTo>
                  <a:lnTo>
                    <a:pt x="15061" y="9219"/>
                  </a:lnTo>
                  <a:lnTo>
                    <a:pt x="15389" y="1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271397" y="5435698"/>
              <a:ext cx="138184" cy="111073"/>
            </a:xfrm>
            <a:custGeom>
              <a:avLst/>
              <a:pathLst>
                <a:path w="138184" h="111073">
                  <a:moveTo>
                    <a:pt x="132898" y="39725"/>
                  </a:moveTo>
                  <a:lnTo>
                    <a:pt x="127173" y="44208"/>
                  </a:lnTo>
                  <a:lnTo>
                    <a:pt x="121299" y="48808"/>
                  </a:lnTo>
                  <a:lnTo>
                    <a:pt x="119038" y="50579"/>
                  </a:lnTo>
                  <a:lnTo>
                    <a:pt x="116787" y="52341"/>
                  </a:lnTo>
                  <a:lnTo>
                    <a:pt x="114875" y="54471"/>
                  </a:lnTo>
                  <a:lnTo>
                    <a:pt x="114362" y="55042"/>
                  </a:lnTo>
                  <a:lnTo>
                    <a:pt x="113074" y="56476"/>
                  </a:lnTo>
                  <a:lnTo>
                    <a:pt x="112815" y="59760"/>
                  </a:lnTo>
                  <a:lnTo>
                    <a:pt x="114509" y="64895"/>
                  </a:lnTo>
                  <a:lnTo>
                    <a:pt x="115735" y="65950"/>
                  </a:lnTo>
                  <a:lnTo>
                    <a:pt x="114563" y="68853"/>
                  </a:lnTo>
                  <a:lnTo>
                    <a:pt x="118804" y="71387"/>
                  </a:lnTo>
                  <a:lnTo>
                    <a:pt x="120597" y="72817"/>
                  </a:lnTo>
                  <a:lnTo>
                    <a:pt x="123271" y="75490"/>
                  </a:lnTo>
                  <a:lnTo>
                    <a:pt x="123652" y="76187"/>
                  </a:lnTo>
                  <a:lnTo>
                    <a:pt x="123403" y="77143"/>
                  </a:lnTo>
                  <a:lnTo>
                    <a:pt x="122613" y="77735"/>
                  </a:lnTo>
                  <a:lnTo>
                    <a:pt x="121368" y="78010"/>
                  </a:lnTo>
                  <a:lnTo>
                    <a:pt x="119456" y="78956"/>
                  </a:lnTo>
                  <a:lnTo>
                    <a:pt x="113037" y="83960"/>
                  </a:lnTo>
                  <a:lnTo>
                    <a:pt x="111712" y="84993"/>
                  </a:lnTo>
                  <a:lnTo>
                    <a:pt x="106094" y="93603"/>
                  </a:lnTo>
                  <a:lnTo>
                    <a:pt x="103620" y="96271"/>
                  </a:lnTo>
                  <a:lnTo>
                    <a:pt x="98900" y="99895"/>
                  </a:lnTo>
                  <a:lnTo>
                    <a:pt x="97307" y="98664"/>
                  </a:lnTo>
                  <a:lnTo>
                    <a:pt x="95203" y="97062"/>
                  </a:lnTo>
                  <a:lnTo>
                    <a:pt x="94774" y="96735"/>
                  </a:lnTo>
                  <a:lnTo>
                    <a:pt x="94570" y="96599"/>
                  </a:lnTo>
                  <a:lnTo>
                    <a:pt x="92799" y="95281"/>
                  </a:lnTo>
                  <a:lnTo>
                    <a:pt x="91640" y="93572"/>
                  </a:lnTo>
                  <a:lnTo>
                    <a:pt x="91604" y="90769"/>
                  </a:lnTo>
                  <a:lnTo>
                    <a:pt x="89182" y="86691"/>
                  </a:lnTo>
                  <a:lnTo>
                    <a:pt x="78638" y="80574"/>
                  </a:lnTo>
                  <a:lnTo>
                    <a:pt x="75931" y="78680"/>
                  </a:lnTo>
                  <a:lnTo>
                    <a:pt x="73936" y="78680"/>
                  </a:lnTo>
                  <a:lnTo>
                    <a:pt x="71371" y="80137"/>
                  </a:lnTo>
                  <a:lnTo>
                    <a:pt x="65815" y="83195"/>
                  </a:lnTo>
                  <a:lnTo>
                    <a:pt x="59688" y="84506"/>
                  </a:lnTo>
                  <a:lnTo>
                    <a:pt x="55556" y="85380"/>
                  </a:lnTo>
                  <a:lnTo>
                    <a:pt x="52563" y="88001"/>
                  </a:lnTo>
                  <a:lnTo>
                    <a:pt x="48716" y="91060"/>
                  </a:lnTo>
                  <a:lnTo>
                    <a:pt x="44014" y="93681"/>
                  </a:lnTo>
                  <a:lnTo>
                    <a:pt x="41877" y="95720"/>
                  </a:lnTo>
                  <a:lnTo>
                    <a:pt x="36035" y="98925"/>
                  </a:lnTo>
                  <a:lnTo>
                    <a:pt x="33898" y="101983"/>
                  </a:lnTo>
                  <a:lnTo>
                    <a:pt x="31618" y="103731"/>
                  </a:lnTo>
                  <a:lnTo>
                    <a:pt x="30906" y="105478"/>
                  </a:lnTo>
                  <a:lnTo>
                    <a:pt x="30051" y="107226"/>
                  </a:lnTo>
                  <a:lnTo>
                    <a:pt x="28198" y="108682"/>
                  </a:lnTo>
                  <a:lnTo>
                    <a:pt x="27531" y="110053"/>
                  </a:lnTo>
                  <a:lnTo>
                    <a:pt x="22401" y="111073"/>
                  </a:lnTo>
                  <a:lnTo>
                    <a:pt x="19384" y="110885"/>
                  </a:lnTo>
                  <a:lnTo>
                    <a:pt x="21521" y="105545"/>
                  </a:lnTo>
                  <a:lnTo>
                    <a:pt x="22471" y="99477"/>
                  </a:lnTo>
                  <a:lnTo>
                    <a:pt x="21521" y="88553"/>
                  </a:lnTo>
                  <a:lnTo>
                    <a:pt x="20808" y="79815"/>
                  </a:lnTo>
                  <a:lnTo>
                    <a:pt x="16534" y="72047"/>
                  </a:lnTo>
                  <a:lnTo>
                    <a:pt x="12497" y="63795"/>
                  </a:lnTo>
                  <a:lnTo>
                    <a:pt x="5610" y="55299"/>
                  </a:lnTo>
                  <a:lnTo>
                    <a:pt x="1573" y="46075"/>
                  </a:lnTo>
                  <a:lnTo>
                    <a:pt x="0" y="38143"/>
                  </a:lnTo>
                  <a:lnTo>
                    <a:pt x="3126" y="35668"/>
                  </a:lnTo>
                  <a:lnTo>
                    <a:pt x="7478" y="38143"/>
                  </a:lnTo>
                  <a:lnTo>
                    <a:pt x="10851" y="40062"/>
                  </a:lnTo>
                  <a:lnTo>
                    <a:pt x="11491" y="40419"/>
                  </a:lnTo>
                  <a:lnTo>
                    <a:pt x="13386" y="41922"/>
                  </a:lnTo>
                  <a:lnTo>
                    <a:pt x="15150" y="43320"/>
                  </a:lnTo>
                  <a:lnTo>
                    <a:pt x="17047" y="43864"/>
                  </a:lnTo>
                  <a:lnTo>
                    <a:pt x="16573" y="37606"/>
                  </a:lnTo>
                  <a:lnTo>
                    <a:pt x="16816" y="37129"/>
                  </a:lnTo>
                  <a:lnTo>
                    <a:pt x="18198" y="34416"/>
                  </a:lnTo>
                  <a:lnTo>
                    <a:pt x="18717" y="33685"/>
                  </a:lnTo>
                  <a:lnTo>
                    <a:pt x="19041" y="33228"/>
                  </a:lnTo>
                  <a:lnTo>
                    <a:pt x="20291" y="32636"/>
                  </a:lnTo>
                  <a:lnTo>
                    <a:pt x="24736" y="32568"/>
                  </a:lnTo>
                  <a:lnTo>
                    <a:pt x="24909" y="31247"/>
                  </a:lnTo>
                  <a:lnTo>
                    <a:pt x="25113" y="29688"/>
                  </a:lnTo>
                  <a:lnTo>
                    <a:pt x="25113" y="29540"/>
                  </a:lnTo>
                  <a:lnTo>
                    <a:pt x="25113" y="29117"/>
                  </a:lnTo>
                  <a:lnTo>
                    <a:pt x="25113" y="28700"/>
                  </a:lnTo>
                  <a:lnTo>
                    <a:pt x="25139" y="28377"/>
                  </a:lnTo>
                  <a:lnTo>
                    <a:pt x="27186" y="26029"/>
                  </a:lnTo>
                  <a:lnTo>
                    <a:pt x="27668" y="25477"/>
                  </a:lnTo>
                  <a:lnTo>
                    <a:pt x="27644" y="25228"/>
                  </a:lnTo>
                  <a:lnTo>
                    <a:pt x="25446" y="24530"/>
                  </a:lnTo>
                  <a:lnTo>
                    <a:pt x="24662" y="24280"/>
                  </a:lnTo>
                  <a:lnTo>
                    <a:pt x="24017" y="24046"/>
                  </a:lnTo>
                  <a:lnTo>
                    <a:pt x="23616" y="24170"/>
                  </a:lnTo>
                  <a:lnTo>
                    <a:pt x="23395" y="22915"/>
                  </a:lnTo>
                  <a:lnTo>
                    <a:pt x="23364" y="22739"/>
                  </a:lnTo>
                  <a:lnTo>
                    <a:pt x="24420" y="22590"/>
                  </a:lnTo>
                  <a:lnTo>
                    <a:pt x="29818" y="21830"/>
                  </a:lnTo>
                  <a:lnTo>
                    <a:pt x="29901" y="20666"/>
                  </a:lnTo>
                  <a:lnTo>
                    <a:pt x="29914" y="20484"/>
                  </a:lnTo>
                  <a:lnTo>
                    <a:pt x="36750" y="19648"/>
                  </a:lnTo>
                  <a:lnTo>
                    <a:pt x="39206" y="19378"/>
                  </a:lnTo>
                  <a:lnTo>
                    <a:pt x="43545" y="18902"/>
                  </a:lnTo>
                  <a:lnTo>
                    <a:pt x="51601" y="18017"/>
                  </a:lnTo>
                  <a:lnTo>
                    <a:pt x="51798" y="17995"/>
                  </a:lnTo>
                  <a:lnTo>
                    <a:pt x="52017" y="18000"/>
                  </a:lnTo>
                  <a:lnTo>
                    <a:pt x="52178" y="18003"/>
                  </a:lnTo>
                  <a:lnTo>
                    <a:pt x="52748" y="18015"/>
                  </a:lnTo>
                  <a:lnTo>
                    <a:pt x="63981" y="25704"/>
                  </a:lnTo>
                  <a:lnTo>
                    <a:pt x="66263" y="27266"/>
                  </a:lnTo>
                  <a:lnTo>
                    <a:pt x="71552" y="18983"/>
                  </a:lnTo>
                  <a:lnTo>
                    <a:pt x="78373" y="8157"/>
                  </a:lnTo>
                  <a:lnTo>
                    <a:pt x="79576" y="6248"/>
                  </a:lnTo>
                  <a:lnTo>
                    <a:pt x="79786" y="6336"/>
                  </a:lnTo>
                  <a:lnTo>
                    <a:pt x="80317" y="6558"/>
                  </a:lnTo>
                  <a:lnTo>
                    <a:pt x="81240" y="4904"/>
                  </a:lnTo>
                  <a:lnTo>
                    <a:pt x="82818" y="2074"/>
                  </a:lnTo>
                  <a:lnTo>
                    <a:pt x="83760" y="386"/>
                  </a:lnTo>
                  <a:lnTo>
                    <a:pt x="84040" y="357"/>
                  </a:lnTo>
                  <a:lnTo>
                    <a:pt x="85297" y="227"/>
                  </a:lnTo>
                  <a:lnTo>
                    <a:pt x="87571" y="0"/>
                  </a:lnTo>
                  <a:lnTo>
                    <a:pt x="90547" y="2746"/>
                  </a:lnTo>
                  <a:lnTo>
                    <a:pt x="101167" y="8111"/>
                  </a:lnTo>
                  <a:lnTo>
                    <a:pt x="109657" y="12635"/>
                  </a:lnTo>
                  <a:lnTo>
                    <a:pt x="109939" y="12827"/>
                  </a:lnTo>
                  <a:lnTo>
                    <a:pt x="114571" y="15998"/>
                  </a:lnTo>
                  <a:lnTo>
                    <a:pt x="118930" y="18617"/>
                  </a:lnTo>
                  <a:lnTo>
                    <a:pt x="123026" y="20031"/>
                  </a:lnTo>
                  <a:lnTo>
                    <a:pt x="130698" y="22681"/>
                  </a:lnTo>
                  <a:lnTo>
                    <a:pt x="135682" y="25612"/>
                  </a:lnTo>
                  <a:lnTo>
                    <a:pt x="138184" y="26248"/>
                  </a:lnTo>
                  <a:lnTo>
                    <a:pt x="137659" y="32231"/>
                  </a:lnTo>
                  <a:lnTo>
                    <a:pt x="137065" y="34052"/>
                  </a:lnTo>
                  <a:lnTo>
                    <a:pt x="135159" y="3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50427" y="3563526"/>
              <a:ext cx="187890" cy="84523"/>
            </a:xfrm>
            <a:custGeom>
              <a:avLst/>
              <a:pathLst>
                <a:path w="187890" h="84523">
                  <a:moveTo>
                    <a:pt x="114100" y="3837"/>
                  </a:moveTo>
                  <a:lnTo>
                    <a:pt x="114731" y="4324"/>
                  </a:lnTo>
                  <a:lnTo>
                    <a:pt x="115813" y="2814"/>
                  </a:lnTo>
                  <a:lnTo>
                    <a:pt x="117277" y="771"/>
                  </a:lnTo>
                  <a:lnTo>
                    <a:pt x="118860" y="1854"/>
                  </a:lnTo>
                  <a:lnTo>
                    <a:pt x="120263" y="2814"/>
                  </a:lnTo>
                  <a:lnTo>
                    <a:pt x="123059" y="4728"/>
                  </a:lnTo>
                  <a:lnTo>
                    <a:pt x="123433" y="4984"/>
                  </a:lnTo>
                  <a:lnTo>
                    <a:pt x="124299" y="5577"/>
                  </a:lnTo>
                  <a:lnTo>
                    <a:pt x="124469" y="5693"/>
                  </a:lnTo>
                  <a:lnTo>
                    <a:pt x="124591" y="6290"/>
                  </a:lnTo>
                  <a:lnTo>
                    <a:pt x="126273" y="7790"/>
                  </a:lnTo>
                  <a:lnTo>
                    <a:pt x="126454" y="7951"/>
                  </a:lnTo>
                  <a:lnTo>
                    <a:pt x="126714" y="8184"/>
                  </a:lnTo>
                  <a:lnTo>
                    <a:pt x="128239" y="9630"/>
                  </a:lnTo>
                  <a:lnTo>
                    <a:pt x="128733" y="11907"/>
                  </a:lnTo>
                  <a:lnTo>
                    <a:pt x="128733" y="13327"/>
                  </a:lnTo>
                  <a:lnTo>
                    <a:pt x="128705" y="14070"/>
                  </a:lnTo>
                  <a:lnTo>
                    <a:pt x="128277" y="15072"/>
                  </a:lnTo>
                  <a:lnTo>
                    <a:pt x="127884" y="15991"/>
                  </a:lnTo>
                  <a:lnTo>
                    <a:pt x="133399" y="19788"/>
                  </a:lnTo>
                  <a:lnTo>
                    <a:pt x="137745" y="22750"/>
                  </a:lnTo>
                  <a:lnTo>
                    <a:pt x="138331" y="22920"/>
                  </a:lnTo>
                  <a:lnTo>
                    <a:pt x="138571" y="22990"/>
                  </a:lnTo>
                  <a:lnTo>
                    <a:pt x="139015" y="23119"/>
                  </a:lnTo>
                  <a:lnTo>
                    <a:pt x="139150" y="23158"/>
                  </a:lnTo>
                  <a:lnTo>
                    <a:pt x="139948" y="23158"/>
                  </a:lnTo>
                  <a:lnTo>
                    <a:pt x="140575" y="22490"/>
                  </a:lnTo>
                  <a:lnTo>
                    <a:pt x="140899" y="22145"/>
                  </a:lnTo>
                  <a:lnTo>
                    <a:pt x="141048" y="21957"/>
                  </a:lnTo>
                  <a:lnTo>
                    <a:pt x="141585" y="21293"/>
                  </a:lnTo>
                  <a:lnTo>
                    <a:pt x="142985" y="19559"/>
                  </a:lnTo>
                  <a:lnTo>
                    <a:pt x="145543" y="16391"/>
                  </a:lnTo>
                  <a:lnTo>
                    <a:pt x="146476" y="16661"/>
                  </a:lnTo>
                  <a:lnTo>
                    <a:pt x="147094" y="16840"/>
                  </a:lnTo>
                  <a:lnTo>
                    <a:pt x="148059" y="16939"/>
                  </a:lnTo>
                  <a:lnTo>
                    <a:pt x="150396" y="18881"/>
                  </a:lnTo>
                  <a:lnTo>
                    <a:pt x="153282" y="20884"/>
                  </a:lnTo>
                  <a:lnTo>
                    <a:pt x="153664" y="21150"/>
                  </a:lnTo>
                  <a:lnTo>
                    <a:pt x="155164" y="22191"/>
                  </a:lnTo>
                  <a:lnTo>
                    <a:pt x="159429" y="25570"/>
                  </a:lnTo>
                  <a:lnTo>
                    <a:pt x="161153" y="26729"/>
                  </a:lnTo>
                  <a:lnTo>
                    <a:pt x="163225" y="28123"/>
                  </a:lnTo>
                  <a:lnTo>
                    <a:pt x="166711" y="30467"/>
                  </a:lnTo>
                  <a:lnTo>
                    <a:pt x="171161" y="33459"/>
                  </a:lnTo>
                  <a:lnTo>
                    <a:pt x="171755" y="32511"/>
                  </a:lnTo>
                  <a:lnTo>
                    <a:pt x="172060" y="32025"/>
                  </a:lnTo>
                  <a:lnTo>
                    <a:pt x="173504" y="29724"/>
                  </a:lnTo>
                  <a:lnTo>
                    <a:pt x="174008" y="28920"/>
                  </a:lnTo>
                  <a:lnTo>
                    <a:pt x="175045" y="27267"/>
                  </a:lnTo>
                  <a:lnTo>
                    <a:pt x="175817" y="27763"/>
                  </a:lnTo>
                  <a:lnTo>
                    <a:pt x="177619" y="28920"/>
                  </a:lnTo>
                  <a:lnTo>
                    <a:pt x="180225" y="30595"/>
                  </a:lnTo>
                  <a:lnTo>
                    <a:pt x="180684" y="30923"/>
                  </a:lnTo>
                  <a:lnTo>
                    <a:pt x="182757" y="32409"/>
                  </a:lnTo>
                  <a:lnTo>
                    <a:pt x="187029" y="35470"/>
                  </a:lnTo>
                  <a:lnTo>
                    <a:pt x="187342" y="35695"/>
                  </a:lnTo>
                  <a:lnTo>
                    <a:pt x="187890" y="36087"/>
                  </a:lnTo>
                  <a:lnTo>
                    <a:pt x="187481" y="36711"/>
                  </a:lnTo>
                  <a:lnTo>
                    <a:pt x="186405" y="38352"/>
                  </a:lnTo>
                  <a:lnTo>
                    <a:pt x="185513" y="39714"/>
                  </a:lnTo>
                  <a:lnTo>
                    <a:pt x="185034" y="40445"/>
                  </a:lnTo>
                  <a:lnTo>
                    <a:pt x="184139" y="41809"/>
                  </a:lnTo>
                  <a:lnTo>
                    <a:pt x="184014" y="42000"/>
                  </a:lnTo>
                  <a:lnTo>
                    <a:pt x="183792" y="42321"/>
                  </a:lnTo>
                  <a:lnTo>
                    <a:pt x="183447" y="42819"/>
                  </a:lnTo>
                  <a:lnTo>
                    <a:pt x="183028" y="43423"/>
                  </a:lnTo>
                  <a:lnTo>
                    <a:pt x="182740" y="43838"/>
                  </a:lnTo>
                  <a:lnTo>
                    <a:pt x="179996" y="47797"/>
                  </a:lnTo>
                  <a:lnTo>
                    <a:pt x="176222" y="53442"/>
                  </a:lnTo>
                  <a:lnTo>
                    <a:pt x="173130" y="58067"/>
                  </a:lnTo>
                  <a:lnTo>
                    <a:pt x="173020" y="58231"/>
                  </a:lnTo>
                  <a:lnTo>
                    <a:pt x="172631" y="58814"/>
                  </a:lnTo>
                  <a:lnTo>
                    <a:pt x="172095" y="59615"/>
                  </a:lnTo>
                  <a:lnTo>
                    <a:pt x="171905" y="59908"/>
                  </a:lnTo>
                  <a:lnTo>
                    <a:pt x="170546" y="61995"/>
                  </a:lnTo>
                  <a:lnTo>
                    <a:pt x="168810" y="64660"/>
                  </a:lnTo>
                  <a:lnTo>
                    <a:pt x="168360" y="65351"/>
                  </a:lnTo>
                  <a:lnTo>
                    <a:pt x="165665" y="69183"/>
                  </a:lnTo>
                  <a:lnTo>
                    <a:pt x="164195" y="71272"/>
                  </a:lnTo>
                  <a:lnTo>
                    <a:pt x="162963" y="73023"/>
                  </a:lnTo>
                  <a:lnTo>
                    <a:pt x="162406" y="73816"/>
                  </a:lnTo>
                  <a:lnTo>
                    <a:pt x="160665" y="76292"/>
                  </a:lnTo>
                  <a:lnTo>
                    <a:pt x="160105" y="77087"/>
                  </a:lnTo>
                  <a:lnTo>
                    <a:pt x="158698" y="79152"/>
                  </a:lnTo>
                  <a:lnTo>
                    <a:pt x="157221" y="81320"/>
                  </a:lnTo>
                  <a:lnTo>
                    <a:pt x="157075" y="81535"/>
                  </a:lnTo>
                  <a:lnTo>
                    <a:pt x="155692" y="83565"/>
                  </a:lnTo>
                  <a:lnTo>
                    <a:pt x="155039" y="84523"/>
                  </a:lnTo>
                  <a:lnTo>
                    <a:pt x="153403" y="83378"/>
                  </a:lnTo>
                  <a:lnTo>
                    <a:pt x="152972" y="83076"/>
                  </a:lnTo>
                  <a:lnTo>
                    <a:pt x="140733" y="74507"/>
                  </a:lnTo>
                  <a:lnTo>
                    <a:pt x="139982" y="73982"/>
                  </a:lnTo>
                  <a:lnTo>
                    <a:pt x="139602" y="73715"/>
                  </a:lnTo>
                  <a:lnTo>
                    <a:pt x="139275" y="73648"/>
                  </a:lnTo>
                  <a:lnTo>
                    <a:pt x="138748" y="73540"/>
                  </a:lnTo>
                  <a:lnTo>
                    <a:pt x="135512" y="72875"/>
                  </a:lnTo>
                  <a:lnTo>
                    <a:pt x="134245" y="72788"/>
                  </a:lnTo>
                  <a:lnTo>
                    <a:pt x="133563" y="72742"/>
                  </a:lnTo>
                  <a:lnTo>
                    <a:pt x="123065" y="72025"/>
                  </a:lnTo>
                  <a:lnTo>
                    <a:pt x="116362" y="71567"/>
                  </a:lnTo>
                  <a:lnTo>
                    <a:pt x="94572" y="69884"/>
                  </a:lnTo>
                  <a:lnTo>
                    <a:pt x="93909" y="69833"/>
                  </a:lnTo>
                  <a:lnTo>
                    <a:pt x="92333" y="69712"/>
                  </a:lnTo>
                  <a:lnTo>
                    <a:pt x="74841" y="68361"/>
                  </a:lnTo>
                  <a:lnTo>
                    <a:pt x="73186" y="68233"/>
                  </a:lnTo>
                  <a:lnTo>
                    <a:pt x="60556" y="67258"/>
                  </a:lnTo>
                  <a:lnTo>
                    <a:pt x="59680" y="67179"/>
                  </a:lnTo>
                  <a:lnTo>
                    <a:pt x="54596" y="66721"/>
                  </a:lnTo>
                  <a:lnTo>
                    <a:pt x="52668" y="66547"/>
                  </a:lnTo>
                  <a:lnTo>
                    <a:pt x="52482" y="66530"/>
                  </a:lnTo>
                  <a:lnTo>
                    <a:pt x="51505" y="66482"/>
                  </a:lnTo>
                  <a:lnTo>
                    <a:pt x="50312" y="66424"/>
                  </a:lnTo>
                  <a:lnTo>
                    <a:pt x="49988" y="66409"/>
                  </a:lnTo>
                  <a:lnTo>
                    <a:pt x="49527" y="66382"/>
                  </a:lnTo>
                  <a:lnTo>
                    <a:pt x="38948" y="65767"/>
                  </a:lnTo>
                  <a:lnTo>
                    <a:pt x="29570" y="65222"/>
                  </a:lnTo>
                  <a:lnTo>
                    <a:pt x="24451" y="64734"/>
                  </a:lnTo>
                  <a:lnTo>
                    <a:pt x="2228" y="62616"/>
                  </a:lnTo>
                  <a:lnTo>
                    <a:pt x="1391" y="62536"/>
                  </a:lnTo>
                  <a:lnTo>
                    <a:pt x="0" y="62403"/>
                  </a:lnTo>
                  <a:lnTo>
                    <a:pt x="15" y="62111"/>
                  </a:lnTo>
                  <a:lnTo>
                    <a:pt x="58" y="61340"/>
                  </a:lnTo>
                  <a:lnTo>
                    <a:pt x="100" y="60557"/>
                  </a:lnTo>
                  <a:lnTo>
                    <a:pt x="110" y="60374"/>
                  </a:lnTo>
                  <a:lnTo>
                    <a:pt x="164" y="59400"/>
                  </a:lnTo>
                  <a:lnTo>
                    <a:pt x="219" y="58391"/>
                  </a:lnTo>
                  <a:lnTo>
                    <a:pt x="265" y="57541"/>
                  </a:lnTo>
                  <a:lnTo>
                    <a:pt x="273" y="57387"/>
                  </a:lnTo>
                  <a:lnTo>
                    <a:pt x="315" y="56619"/>
                  </a:lnTo>
                  <a:lnTo>
                    <a:pt x="412" y="54856"/>
                  </a:lnTo>
                  <a:lnTo>
                    <a:pt x="439" y="54348"/>
                  </a:lnTo>
                  <a:lnTo>
                    <a:pt x="469" y="53937"/>
                  </a:lnTo>
                  <a:lnTo>
                    <a:pt x="483" y="53733"/>
                  </a:lnTo>
                  <a:lnTo>
                    <a:pt x="527" y="53116"/>
                  </a:lnTo>
                  <a:lnTo>
                    <a:pt x="590" y="52227"/>
                  </a:lnTo>
                  <a:lnTo>
                    <a:pt x="649" y="51400"/>
                  </a:lnTo>
                  <a:lnTo>
                    <a:pt x="727" y="50303"/>
                  </a:lnTo>
                  <a:lnTo>
                    <a:pt x="842" y="48694"/>
                  </a:lnTo>
                  <a:lnTo>
                    <a:pt x="887" y="48049"/>
                  </a:lnTo>
                  <a:lnTo>
                    <a:pt x="918" y="47613"/>
                  </a:lnTo>
                  <a:lnTo>
                    <a:pt x="943" y="47266"/>
                  </a:lnTo>
                  <a:lnTo>
                    <a:pt x="992" y="46578"/>
                  </a:lnTo>
                  <a:lnTo>
                    <a:pt x="1075" y="45514"/>
                  </a:lnTo>
                  <a:lnTo>
                    <a:pt x="1128" y="44834"/>
                  </a:lnTo>
                  <a:lnTo>
                    <a:pt x="1201" y="43900"/>
                  </a:lnTo>
                  <a:lnTo>
                    <a:pt x="1269" y="43028"/>
                  </a:lnTo>
                  <a:lnTo>
                    <a:pt x="1336" y="42171"/>
                  </a:lnTo>
                  <a:lnTo>
                    <a:pt x="1478" y="40342"/>
                  </a:lnTo>
                  <a:lnTo>
                    <a:pt x="1498" y="40090"/>
                  </a:lnTo>
                  <a:lnTo>
                    <a:pt x="1512" y="39911"/>
                  </a:lnTo>
                  <a:lnTo>
                    <a:pt x="1710" y="37369"/>
                  </a:lnTo>
                  <a:lnTo>
                    <a:pt x="1733" y="37076"/>
                  </a:lnTo>
                  <a:lnTo>
                    <a:pt x="1748" y="36882"/>
                  </a:lnTo>
                  <a:lnTo>
                    <a:pt x="1891" y="35052"/>
                  </a:lnTo>
                  <a:lnTo>
                    <a:pt x="2017" y="33439"/>
                  </a:lnTo>
                  <a:lnTo>
                    <a:pt x="2069" y="32765"/>
                  </a:lnTo>
                  <a:lnTo>
                    <a:pt x="2122" y="32084"/>
                  </a:lnTo>
                  <a:lnTo>
                    <a:pt x="2362" y="29008"/>
                  </a:lnTo>
                  <a:lnTo>
                    <a:pt x="2421" y="28253"/>
                  </a:lnTo>
                  <a:lnTo>
                    <a:pt x="2554" y="26542"/>
                  </a:lnTo>
                  <a:lnTo>
                    <a:pt x="5569" y="26749"/>
                  </a:lnTo>
                  <a:lnTo>
                    <a:pt x="14042" y="27329"/>
                  </a:lnTo>
                  <a:lnTo>
                    <a:pt x="16760" y="27515"/>
                  </a:lnTo>
                  <a:lnTo>
                    <a:pt x="21066" y="27810"/>
                  </a:lnTo>
                  <a:lnTo>
                    <a:pt x="26659" y="28194"/>
                  </a:lnTo>
                  <a:lnTo>
                    <a:pt x="27114" y="28225"/>
                  </a:lnTo>
                  <a:lnTo>
                    <a:pt x="33211" y="28688"/>
                  </a:lnTo>
                  <a:lnTo>
                    <a:pt x="39384" y="29156"/>
                  </a:lnTo>
                  <a:lnTo>
                    <a:pt x="43836" y="29494"/>
                  </a:lnTo>
                  <a:lnTo>
                    <a:pt x="50308" y="29985"/>
                  </a:lnTo>
                  <a:lnTo>
                    <a:pt x="51089" y="30045"/>
                  </a:lnTo>
                  <a:lnTo>
                    <a:pt x="51411" y="30068"/>
                  </a:lnTo>
                  <a:lnTo>
                    <a:pt x="51996" y="30111"/>
                  </a:lnTo>
                  <a:lnTo>
                    <a:pt x="56190" y="30416"/>
                  </a:lnTo>
                  <a:lnTo>
                    <a:pt x="57267" y="30495"/>
                  </a:lnTo>
                  <a:lnTo>
                    <a:pt x="64543" y="31025"/>
                  </a:lnTo>
                  <a:lnTo>
                    <a:pt x="74919" y="31782"/>
                  </a:lnTo>
                  <a:lnTo>
                    <a:pt x="75903" y="31861"/>
                  </a:lnTo>
                  <a:lnTo>
                    <a:pt x="77193" y="31965"/>
                  </a:lnTo>
                  <a:lnTo>
                    <a:pt x="78260" y="32051"/>
                  </a:lnTo>
                  <a:lnTo>
                    <a:pt x="78607" y="32080"/>
                  </a:lnTo>
                  <a:lnTo>
                    <a:pt x="94478" y="33457"/>
                  </a:lnTo>
                  <a:lnTo>
                    <a:pt x="94793" y="33485"/>
                  </a:lnTo>
                  <a:lnTo>
                    <a:pt x="96871" y="33647"/>
                  </a:lnTo>
                  <a:lnTo>
                    <a:pt x="99504" y="33830"/>
                  </a:lnTo>
                  <a:lnTo>
                    <a:pt x="104548" y="34234"/>
                  </a:lnTo>
                  <a:lnTo>
                    <a:pt x="106994" y="34430"/>
                  </a:lnTo>
                  <a:lnTo>
                    <a:pt x="110455" y="34707"/>
                  </a:lnTo>
                  <a:lnTo>
                    <a:pt x="112153" y="34840"/>
                  </a:lnTo>
                  <a:lnTo>
                    <a:pt x="118414" y="35340"/>
                  </a:lnTo>
                  <a:lnTo>
                    <a:pt x="119020" y="35388"/>
                  </a:lnTo>
                  <a:lnTo>
                    <a:pt x="119028" y="35121"/>
                  </a:lnTo>
                  <a:lnTo>
                    <a:pt x="119043" y="34606"/>
                  </a:lnTo>
                  <a:lnTo>
                    <a:pt x="119108" y="32355"/>
                  </a:lnTo>
                  <a:lnTo>
                    <a:pt x="119168" y="30285"/>
                  </a:lnTo>
                  <a:lnTo>
                    <a:pt x="119176" y="29984"/>
                  </a:lnTo>
                  <a:lnTo>
                    <a:pt x="117140" y="29034"/>
                  </a:lnTo>
                  <a:lnTo>
                    <a:pt x="116174" y="28583"/>
                  </a:lnTo>
                  <a:lnTo>
                    <a:pt x="100634" y="27389"/>
                  </a:lnTo>
                  <a:lnTo>
                    <a:pt x="100668" y="27094"/>
                  </a:lnTo>
                  <a:lnTo>
                    <a:pt x="101324" y="21453"/>
                  </a:lnTo>
                  <a:lnTo>
                    <a:pt x="101471" y="21503"/>
                  </a:lnTo>
                  <a:lnTo>
                    <a:pt x="108305" y="23803"/>
                  </a:lnTo>
                  <a:lnTo>
                    <a:pt x="109613" y="24244"/>
                  </a:lnTo>
                  <a:lnTo>
                    <a:pt x="113259" y="24608"/>
                  </a:lnTo>
                  <a:lnTo>
                    <a:pt x="113859" y="24692"/>
                  </a:lnTo>
                  <a:lnTo>
                    <a:pt x="116191" y="25021"/>
                  </a:lnTo>
                  <a:lnTo>
                    <a:pt x="116413" y="24717"/>
                  </a:lnTo>
                  <a:lnTo>
                    <a:pt x="117080" y="23803"/>
                  </a:lnTo>
                  <a:lnTo>
                    <a:pt x="117447" y="23300"/>
                  </a:lnTo>
                  <a:lnTo>
                    <a:pt x="118581" y="21746"/>
                  </a:lnTo>
                  <a:lnTo>
                    <a:pt x="118847" y="21382"/>
                  </a:lnTo>
                  <a:lnTo>
                    <a:pt x="119325" y="20727"/>
                  </a:lnTo>
                  <a:lnTo>
                    <a:pt x="118358" y="20550"/>
                  </a:lnTo>
                  <a:lnTo>
                    <a:pt x="117786" y="20151"/>
                  </a:lnTo>
                  <a:lnTo>
                    <a:pt x="115908" y="18841"/>
                  </a:lnTo>
                  <a:lnTo>
                    <a:pt x="115342" y="18871"/>
                  </a:lnTo>
                  <a:lnTo>
                    <a:pt x="115186" y="18880"/>
                  </a:lnTo>
                  <a:lnTo>
                    <a:pt x="113542" y="17643"/>
                  </a:lnTo>
                  <a:lnTo>
                    <a:pt x="113137" y="17338"/>
                  </a:lnTo>
                  <a:lnTo>
                    <a:pt x="112513" y="16868"/>
                  </a:lnTo>
                  <a:lnTo>
                    <a:pt x="112174" y="16614"/>
                  </a:lnTo>
                  <a:lnTo>
                    <a:pt x="111728" y="16278"/>
                  </a:lnTo>
                  <a:lnTo>
                    <a:pt x="111502" y="16358"/>
                  </a:lnTo>
                  <a:lnTo>
                    <a:pt x="111080" y="16508"/>
                  </a:lnTo>
                  <a:lnTo>
                    <a:pt x="110880" y="16379"/>
                  </a:lnTo>
                  <a:lnTo>
                    <a:pt x="109109" y="15234"/>
                  </a:lnTo>
                  <a:lnTo>
                    <a:pt x="109343" y="14409"/>
                  </a:lnTo>
                  <a:lnTo>
                    <a:pt x="109753" y="13798"/>
                  </a:lnTo>
                  <a:lnTo>
                    <a:pt x="110088" y="13299"/>
                  </a:lnTo>
                  <a:lnTo>
                    <a:pt x="111456" y="11921"/>
                  </a:lnTo>
                  <a:lnTo>
                    <a:pt x="111945" y="11310"/>
                  </a:lnTo>
                  <a:lnTo>
                    <a:pt x="112393" y="10751"/>
                  </a:lnTo>
                  <a:lnTo>
                    <a:pt x="112520" y="10592"/>
                  </a:lnTo>
                  <a:lnTo>
                    <a:pt x="110763" y="8723"/>
                  </a:lnTo>
                  <a:lnTo>
                    <a:pt x="110461" y="8605"/>
                  </a:lnTo>
                  <a:lnTo>
                    <a:pt x="108863" y="7983"/>
                  </a:lnTo>
                  <a:lnTo>
                    <a:pt x="108462" y="7639"/>
                  </a:lnTo>
                  <a:lnTo>
                    <a:pt x="107224" y="6575"/>
                  </a:lnTo>
                  <a:lnTo>
                    <a:pt x="106922" y="6815"/>
                  </a:lnTo>
                  <a:lnTo>
                    <a:pt x="106703" y="6988"/>
                  </a:lnTo>
                  <a:lnTo>
                    <a:pt x="106410" y="7068"/>
                  </a:lnTo>
                  <a:lnTo>
                    <a:pt x="104600" y="5242"/>
                  </a:lnTo>
                  <a:lnTo>
                    <a:pt x="105778" y="2640"/>
                  </a:lnTo>
                  <a:lnTo>
                    <a:pt x="107108" y="1038"/>
                  </a:lnTo>
                  <a:lnTo>
                    <a:pt x="107611" y="487"/>
                  </a:lnTo>
                  <a:lnTo>
                    <a:pt x="108055" y="0"/>
                  </a:lnTo>
                  <a:lnTo>
                    <a:pt x="108982" y="523"/>
                  </a:lnTo>
                  <a:lnTo>
                    <a:pt x="110531" y="1398"/>
                  </a:lnTo>
                  <a:lnTo>
                    <a:pt x="111620" y="2013"/>
                  </a:lnTo>
                  <a:lnTo>
                    <a:pt x="112049" y="2255"/>
                  </a:lnTo>
                  <a:lnTo>
                    <a:pt x="112773" y="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710600" y="3631760"/>
              <a:ext cx="120236" cy="90213"/>
            </a:xfrm>
            <a:custGeom>
              <a:avLst/>
              <a:pathLst>
                <a:path w="120236" h="90213">
                  <a:moveTo>
                    <a:pt x="80560" y="6274"/>
                  </a:moveTo>
                  <a:lnTo>
                    <a:pt x="92799" y="14842"/>
                  </a:lnTo>
                  <a:lnTo>
                    <a:pt x="93231" y="15144"/>
                  </a:lnTo>
                  <a:lnTo>
                    <a:pt x="94867" y="16289"/>
                  </a:lnTo>
                  <a:lnTo>
                    <a:pt x="96301" y="17470"/>
                  </a:lnTo>
                  <a:lnTo>
                    <a:pt x="96519" y="17617"/>
                  </a:lnTo>
                  <a:lnTo>
                    <a:pt x="100851" y="20558"/>
                  </a:lnTo>
                  <a:lnTo>
                    <a:pt x="105944" y="24016"/>
                  </a:lnTo>
                  <a:lnTo>
                    <a:pt x="106160" y="24163"/>
                  </a:lnTo>
                  <a:lnTo>
                    <a:pt x="112213" y="28272"/>
                  </a:lnTo>
                  <a:lnTo>
                    <a:pt x="114410" y="29763"/>
                  </a:lnTo>
                  <a:lnTo>
                    <a:pt x="115271" y="30347"/>
                  </a:lnTo>
                  <a:lnTo>
                    <a:pt x="115957" y="30813"/>
                  </a:lnTo>
                  <a:lnTo>
                    <a:pt x="118291" y="32398"/>
                  </a:lnTo>
                  <a:lnTo>
                    <a:pt x="118971" y="32803"/>
                  </a:lnTo>
                  <a:lnTo>
                    <a:pt x="119275" y="32985"/>
                  </a:lnTo>
                  <a:lnTo>
                    <a:pt x="119723" y="33251"/>
                  </a:lnTo>
                  <a:lnTo>
                    <a:pt x="120236" y="33557"/>
                  </a:lnTo>
                  <a:lnTo>
                    <a:pt x="115070" y="41175"/>
                  </a:lnTo>
                  <a:lnTo>
                    <a:pt x="114187" y="40587"/>
                  </a:lnTo>
                  <a:lnTo>
                    <a:pt x="113166" y="39907"/>
                  </a:lnTo>
                  <a:lnTo>
                    <a:pt x="113010" y="39802"/>
                  </a:lnTo>
                  <a:lnTo>
                    <a:pt x="104325" y="34016"/>
                  </a:lnTo>
                  <a:lnTo>
                    <a:pt x="104077" y="33851"/>
                  </a:lnTo>
                  <a:lnTo>
                    <a:pt x="102876" y="35562"/>
                  </a:lnTo>
                  <a:lnTo>
                    <a:pt x="102678" y="35846"/>
                  </a:lnTo>
                  <a:lnTo>
                    <a:pt x="102289" y="36400"/>
                  </a:lnTo>
                  <a:lnTo>
                    <a:pt x="101601" y="37380"/>
                  </a:lnTo>
                  <a:lnTo>
                    <a:pt x="101290" y="37823"/>
                  </a:lnTo>
                  <a:lnTo>
                    <a:pt x="100435" y="39042"/>
                  </a:lnTo>
                  <a:lnTo>
                    <a:pt x="100211" y="39362"/>
                  </a:lnTo>
                  <a:lnTo>
                    <a:pt x="100088" y="39537"/>
                  </a:lnTo>
                  <a:lnTo>
                    <a:pt x="99595" y="40238"/>
                  </a:lnTo>
                  <a:lnTo>
                    <a:pt x="98936" y="41178"/>
                  </a:lnTo>
                  <a:lnTo>
                    <a:pt x="98557" y="41718"/>
                  </a:lnTo>
                  <a:lnTo>
                    <a:pt x="98249" y="42158"/>
                  </a:lnTo>
                  <a:lnTo>
                    <a:pt x="98041" y="42454"/>
                  </a:lnTo>
                  <a:lnTo>
                    <a:pt x="97579" y="43112"/>
                  </a:lnTo>
                  <a:lnTo>
                    <a:pt x="97446" y="43301"/>
                  </a:lnTo>
                  <a:lnTo>
                    <a:pt x="97011" y="43923"/>
                  </a:lnTo>
                  <a:lnTo>
                    <a:pt x="96853" y="44147"/>
                  </a:lnTo>
                  <a:lnTo>
                    <a:pt x="96445" y="44728"/>
                  </a:lnTo>
                  <a:lnTo>
                    <a:pt x="95323" y="46328"/>
                  </a:lnTo>
                  <a:lnTo>
                    <a:pt x="94849" y="47003"/>
                  </a:lnTo>
                  <a:lnTo>
                    <a:pt x="93917" y="48325"/>
                  </a:lnTo>
                  <a:lnTo>
                    <a:pt x="93624" y="48728"/>
                  </a:lnTo>
                  <a:lnTo>
                    <a:pt x="92931" y="49681"/>
                  </a:lnTo>
                  <a:lnTo>
                    <a:pt x="92574" y="50158"/>
                  </a:lnTo>
                  <a:lnTo>
                    <a:pt x="91868" y="48985"/>
                  </a:lnTo>
                  <a:lnTo>
                    <a:pt x="90002" y="45883"/>
                  </a:lnTo>
                  <a:lnTo>
                    <a:pt x="89889" y="45696"/>
                  </a:lnTo>
                  <a:lnTo>
                    <a:pt x="89379" y="44882"/>
                  </a:lnTo>
                  <a:lnTo>
                    <a:pt x="89254" y="44684"/>
                  </a:lnTo>
                  <a:lnTo>
                    <a:pt x="88561" y="43578"/>
                  </a:lnTo>
                  <a:lnTo>
                    <a:pt x="87966" y="42631"/>
                  </a:lnTo>
                  <a:lnTo>
                    <a:pt x="87881" y="42496"/>
                  </a:lnTo>
                  <a:lnTo>
                    <a:pt x="87737" y="42212"/>
                  </a:lnTo>
                  <a:lnTo>
                    <a:pt x="87342" y="41434"/>
                  </a:lnTo>
                  <a:lnTo>
                    <a:pt x="87126" y="41010"/>
                  </a:lnTo>
                  <a:lnTo>
                    <a:pt x="86355" y="41232"/>
                  </a:lnTo>
                  <a:lnTo>
                    <a:pt x="83956" y="41924"/>
                  </a:lnTo>
                  <a:lnTo>
                    <a:pt x="81220" y="42713"/>
                  </a:lnTo>
                  <a:lnTo>
                    <a:pt x="79334" y="39555"/>
                  </a:lnTo>
                  <a:lnTo>
                    <a:pt x="79204" y="39337"/>
                  </a:lnTo>
                  <a:lnTo>
                    <a:pt x="78551" y="38242"/>
                  </a:lnTo>
                  <a:lnTo>
                    <a:pt x="77498" y="37208"/>
                  </a:lnTo>
                  <a:lnTo>
                    <a:pt x="76914" y="37850"/>
                  </a:lnTo>
                  <a:lnTo>
                    <a:pt x="76516" y="38286"/>
                  </a:lnTo>
                  <a:lnTo>
                    <a:pt x="75235" y="39693"/>
                  </a:lnTo>
                  <a:lnTo>
                    <a:pt x="75017" y="39932"/>
                  </a:lnTo>
                  <a:lnTo>
                    <a:pt x="73993" y="40001"/>
                  </a:lnTo>
                  <a:lnTo>
                    <a:pt x="71408" y="40176"/>
                  </a:lnTo>
                  <a:lnTo>
                    <a:pt x="70179" y="40259"/>
                  </a:lnTo>
                  <a:lnTo>
                    <a:pt x="66247" y="40760"/>
                  </a:lnTo>
                  <a:lnTo>
                    <a:pt x="65280" y="40883"/>
                  </a:lnTo>
                  <a:lnTo>
                    <a:pt x="65086" y="40907"/>
                  </a:lnTo>
                  <a:lnTo>
                    <a:pt x="63704" y="40980"/>
                  </a:lnTo>
                  <a:lnTo>
                    <a:pt x="63167" y="40833"/>
                  </a:lnTo>
                  <a:lnTo>
                    <a:pt x="62906" y="40762"/>
                  </a:lnTo>
                  <a:lnTo>
                    <a:pt x="57907" y="41189"/>
                  </a:lnTo>
                  <a:lnTo>
                    <a:pt x="56819" y="41282"/>
                  </a:lnTo>
                  <a:lnTo>
                    <a:pt x="55587" y="41197"/>
                  </a:lnTo>
                  <a:lnTo>
                    <a:pt x="53152" y="41030"/>
                  </a:lnTo>
                  <a:lnTo>
                    <a:pt x="52931" y="41015"/>
                  </a:lnTo>
                  <a:lnTo>
                    <a:pt x="53219" y="43184"/>
                  </a:lnTo>
                  <a:lnTo>
                    <a:pt x="53478" y="45127"/>
                  </a:lnTo>
                  <a:lnTo>
                    <a:pt x="53533" y="45539"/>
                  </a:lnTo>
                  <a:lnTo>
                    <a:pt x="48211" y="45741"/>
                  </a:lnTo>
                  <a:lnTo>
                    <a:pt x="48226" y="46194"/>
                  </a:lnTo>
                  <a:lnTo>
                    <a:pt x="48262" y="47298"/>
                  </a:lnTo>
                  <a:lnTo>
                    <a:pt x="48325" y="49251"/>
                  </a:lnTo>
                  <a:lnTo>
                    <a:pt x="48350" y="50015"/>
                  </a:lnTo>
                  <a:lnTo>
                    <a:pt x="48510" y="50983"/>
                  </a:lnTo>
                  <a:lnTo>
                    <a:pt x="49027" y="54116"/>
                  </a:lnTo>
                  <a:lnTo>
                    <a:pt x="49065" y="54347"/>
                  </a:lnTo>
                  <a:lnTo>
                    <a:pt x="49103" y="54576"/>
                  </a:lnTo>
                  <a:lnTo>
                    <a:pt x="47545" y="54867"/>
                  </a:lnTo>
                  <a:lnTo>
                    <a:pt x="43741" y="54949"/>
                  </a:lnTo>
                  <a:lnTo>
                    <a:pt x="42131" y="54984"/>
                  </a:lnTo>
                  <a:lnTo>
                    <a:pt x="42009" y="56214"/>
                  </a:lnTo>
                  <a:lnTo>
                    <a:pt x="41625" y="56218"/>
                  </a:lnTo>
                  <a:lnTo>
                    <a:pt x="39496" y="56240"/>
                  </a:lnTo>
                  <a:lnTo>
                    <a:pt x="37784" y="56257"/>
                  </a:lnTo>
                  <a:lnTo>
                    <a:pt x="37777" y="56731"/>
                  </a:lnTo>
                  <a:lnTo>
                    <a:pt x="37737" y="59376"/>
                  </a:lnTo>
                  <a:lnTo>
                    <a:pt x="37728" y="59933"/>
                  </a:lnTo>
                  <a:lnTo>
                    <a:pt x="37424" y="61998"/>
                  </a:lnTo>
                  <a:lnTo>
                    <a:pt x="37143" y="63903"/>
                  </a:lnTo>
                  <a:lnTo>
                    <a:pt x="37060" y="64307"/>
                  </a:lnTo>
                  <a:lnTo>
                    <a:pt x="33606" y="63496"/>
                  </a:lnTo>
                  <a:lnTo>
                    <a:pt x="32751" y="63421"/>
                  </a:lnTo>
                  <a:lnTo>
                    <a:pt x="31974" y="63352"/>
                  </a:lnTo>
                  <a:lnTo>
                    <a:pt x="31084" y="63273"/>
                  </a:lnTo>
                  <a:lnTo>
                    <a:pt x="31160" y="65607"/>
                  </a:lnTo>
                  <a:lnTo>
                    <a:pt x="30853" y="66728"/>
                  </a:lnTo>
                  <a:lnTo>
                    <a:pt x="30871" y="67127"/>
                  </a:lnTo>
                  <a:lnTo>
                    <a:pt x="30703" y="67904"/>
                  </a:lnTo>
                  <a:lnTo>
                    <a:pt x="30319" y="69683"/>
                  </a:lnTo>
                  <a:lnTo>
                    <a:pt x="30034" y="69737"/>
                  </a:lnTo>
                  <a:lnTo>
                    <a:pt x="29398" y="69860"/>
                  </a:lnTo>
                  <a:lnTo>
                    <a:pt x="29496" y="70193"/>
                  </a:lnTo>
                  <a:lnTo>
                    <a:pt x="29611" y="70588"/>
                  </a:lnTo>
                  <a:lnTo>
                    <a:pt x="28873" y="70814"/>
                  </a:lnTo>
                  <a:lnTo>
                    <a:pt x="27949" y="71098"/>
                  </a:lnTo>
                  <a:lnTo>
                    <a:pt x="25448" y="72042"/>
                  </a:lnTo>
                  <a:lnTo>
                    <a:pt x="20996" y="76975"/>
                  </a:lnTo>
                  <a:lnTo>
                    <a:pt x="27052" y="85046"/>
                  </a:lnTo>
                  <a:lnTo>
                    <a:pt x="28197" y="88207"/>
                  </a:lnTo>
                  <a:lnTo>
                    <a:pt x="26895" y="90213"/>
                  </a:lnTo>
                  <a:lnTo>
                    <a:pt x="17012" y="87163"/>
                  </a:lnTo>
                  <a:lnTo>
                    <a:pt x="6503" y="85460"/>
                  </a:lnTo>
                  <a:lnTo>
                    <a:pt x="6468" y="81969"/>
                  </a:lnTo>
                  <a:lnTo>
                    <a:pt x="6972" y="77047"/>
                  </a:lnTo>
                  <a:lnTo>
                    <a:pt x="5035" y="75299"/>
                  </a:lnTo>
                  <a:lnTo>
                    <a:pt x="4493" y="71775"/>
                  </a:lnTo>
                  <a:lnTo>
                    <a:pt x="1551" y="63349"/>
                  </a:lnTo>
                  <a:lnTo>
                    <a:pt x="1430" y="62967"/>
                  </a:lnTo>
                  <a:lnTo>
                    <a:pt x="1311" y="62589"/>
                  </a:lnTo>
                  <a:lnTo>
                    <a:pt x="1033" y="61709"/>
                  </a:lnTo>
                  <a:lnTo>
                    <a:pt x="811" y="61006"/>
                  </a:lnTo>
                  <a:lnTo>
                    <a:pt x="465" y="59913"/>
                  </a:lnTo>
                  <a:lnTo>
                    <a:pt x="245" y="59215"/>
                  </a:lnTo>
                  <a:lnTo>
                    <a:pt x="69" y="58558"/>
                  </a:lnTo>
                  <a:lnTo>
                    <a:pt x="55" y="57807"/>
                  </a:lnTo>
                  <a:lnTo>
                    <a:pt x="19" y="55790"/>
                  </a:lnTo>
                  <a:lnTo>
                    <a:pt x="0" y="54717"/>
                  </a:lnTo>
                  <a:lnTo>
                    <a:pt x="208" y="54660"/>
                  </a:lnTo>
                  <a:lnTo>
                    <a:pt x="1139" y="54406"/>
                  </a:lnTo>
                  <a:lnTo>
                    <a:pt x="1102" y="53996"/>
                  </a:lnTo>
                  <a:lnTo>
                    <a:pt x="1024" y="53132"/>
                  </a:lnTo>
                  <a:lnTo>
                    <a:pt x="949" y="52309"/>
                  </a:lnTo>
                  <a:lnTo>
                    <a:pt x="1015" y="51952"/>
                  </a:lnTo>
                  <a:lnTo>
                    <a:pt x="1081" y="51593"/>
                  </a:lnTo>
                  <a:lnTo>
                    <a:pt x="1150" y="51221"/>
                  </a:lnTo>
                  <a:lnTo>
                    <a:pt x="1196" y="50969"/>
                  </a:lnTo>
                  <a:lnTo>
                    <a:pt x="1352" y="49189"/>
                  </a:lnTo>
                  <a:lnTo>
                    <a:pt x="1386" y="48803"/>
                  </a:lnTo>
                  <a:lnTo>
                    <a:pt x="1673" y="45523"/>
                  </a:lnTo>
                  <a:lnTo>
                    <a:pt x="1709" y="45105"/>
                  </a:lnTo>
                  <a:lnTo>
                    <a:pt x="1811" y="43940"/>
                  </a:lnTo>
                  <a:lnTo>
                    <a:pt x="1986" y="41941"/>
                  </a:lnTo>
                  <a:lnTo>
                    <a:pt x="2067" y="41012"/>
                  </a:lnTo>
                  <a:lnTo>
                    <a:pt x="2203" y="39454"/>
                  </a:lnTo>
                  <a:lnTo>
                    <a:pt x="2274" y="37382"/>
                  </a:lnTo>
                  <a:lnTo>
                    <a:pt x="2308" y="36378"/>
                  </a:lnTo>
                  <a:lnTo>
                    <a:pt x="2368" y="34611"/>
                  </a:lnTo>
                  <a:lnTo>
                    <a:pt x="2434" y="32656"/>
                  </a:lnTo>
                  <a:lnTo>
                    <a:pt x="2526" y="29958"/>
                  </a:lnTo>
                  <a:lnTo>
                    <a:pt x="2590" y="27892"/>
                  </a:lnTo>
                  <a:lnTo>
                    <a:pt x="2667" y="25373"/>
                  </a:lnTo>
                  <a:lnTo>
                    <a:pt x="2909" y="17490"/>
                  </a:lnTo>
                  <a:lnTo>
                    <a:pt x="2992" y="14765"/>
                  </a:lnTo>
                  <a:lnTo>
                    <a:pt x="3039" y="13219"/>
                  </a:lnTo>
                  <a:lnTo>
                    <a:pt x="3108" y="11983"/>
                  </a:lnTo>
                  <a:lnTo>
                    <a:pt x="3144" y="11348"/>
                  </a:lnTo>
                  <a:lnTo>
                    <a:pt x="3277" y="8958"/>
                  </a:lnTo>
                  <a:lnTo>
                    <a:pt x="3361" y="7446"/>
                  </a:lnTo>
                  <a:lnTo>
                    <a:pt x="12034" y="8429"/>
                  </a:lnTo>
                  <a:lnTo>
                    <a:pt x="12334" y="5844"/>
                  </a:lnTo>
                  <a:lnTo>
                    <a:pt x="12376" y="5486"/>
                  </a:lnTo>
                  <a:lnTo>
                    <a:pt x="13014" y="0"/>
                  </a:lnTo>
                  <a:lnTo>
                    <a:pt x="14669" y="127"/>
                  </a:lnTo>
                  <a:lnTo>
                    <a:pt x="32160" y="1478"/>
                  </a:lnTo>
                  <a:lnTo>
                    <a:pt x="33736" y="1599"/>
                  </a:lnTo>
                  <a:lnTo>
                    <a:pt x="34400" y="1651"/>
                  </a:lnTo>
                  <a:lnTo>
                    <a:pt x="56190" y="3333"/>
                  </a:lnTo>
                  <a:lnTo>
                    <a:pt x="62893" y="3791"/>
                  </a:lnTo>
                  <a:lnTo>
                    <a:pt x="73391" y="4508"/>
                  </a:lnTo>
                  <a:lnTo>
                    <a:pt x="74073" y="4555"/>
                  </a:lnTo>
                  <a:lnTo>
                    <a:pt x="75340" y="4641"/>
                  </a:lnTo>
                  <a:lnTo>
                    <a:pt x="78576" y="5306"/>
                  </a:lnTo>
                  <a:lnTo>
                    <a:pt x="79102" y="5414"/>
                  </a:lnTo>
                  <a:lnTo>
                    <a:pt x="79429" y="5482"/>
                  </a:lnTo>
                  <a:lnTo>
                    <a:pt x="79809" y="5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00381" y="3990707"/>
              <a:ext cx="152744" cy="127662"/>
            </a:xfrm>
            <a:custGeom>
              <a:avLst/>
              <a:pathLst>
                <a:path w="152744" h="127662">
                  <a:moveTo>
                    <a:pt x="65753" y="7243"/>
                  </a:moveTo>
                  <a:lnTo>
                    <a:pt x="66958" y="8976"/>
                  </a:lnTo>
                  <a:lnTo>
                    <a:pt x="69660" y="8635"/>
                  </a:lnTo>
                  <a:lnTo>
                    <a:pt x="70914" y="8606"/>
                  </a:lnTo>
                  <a:lnTo>
                    <a:pt x="73474" y="9049"/>
                  </a:lnTo>
                  <a:lnTo>
                    <a:pt x="73850" y="9147"/>
                  </a:lnTo>
                  <a:lnTo>
                    <a:pt x="74214" y="9242"/>
                  </a:lnTo>
                  <a:lnTo>
                    <a:pt x="78938" y="10472"/>
                  </a:lnTo>
                  <a:lnTo>
                    <a:pt x="81136" y="11457"/>
                  </a:lnTo>
                  <a:lnTo>
                    <a:pt x="82135" y="11905"/>
                  </a:lnTo>
                  <a:lnTo>
                    <a:pt x="82315" y="11986"/>
                  </a:lnTo>
                  <a:lnTo>
                    <a:pt x="84024" y="12752"/>
                  </a:lnTo>
                  <a:lnTo>
                    <a:pt x="84479" y="12956"/>
                  </a:lnTo>
                  <a:lnTo>
                    <a:pt x="86276" y="13761"/>
                  </a:lnTo>
                  <a:lnTo>
                    <a:pt x="86351" y="14135"/>
                  </a:lnTo>
                  <a:lnTo>
                    <a:pt x="86920" y="14511"/>
                  </a:lnTo>
                  <a:lnTo>
                    <a:pt x="89582" y="16268"/>
                  </a:lnTo>
                  <a:lnTo>
                    <a:pt x="90067" y="16588"/>
                  </a:lnTo>
                  <a:lnTo>
                    <a:pt x="91331" y="17394"/>
                  </a:lnTo>
                  <a:lnTo>
                    <a:pt x="93879" y="19019"/>
                  </a:lnTo>
                  <a:lnTo>
                    <a:pt x="99916" y="22870"/>
                  </a:lnTo>
                  <a:lnTo>
                    <a:pt x="100891" y="23473"/>
                  </a:lnTo>
                  <a:lnTo>
                    <a:pt x="113265" y="31125"/>
                  </a:lnTo>
                  <a:lnTo>
                    <a:pt x="121086" y="35962"/>
                  </a:lnTo>
                  <a:lnTo>
                    <a:pt x="117531" y="41975"/>
                  </a:lnTo>
                  <a:lnTo>
                    <a:pt x="114213" y="47588"/>
                  </a:lnTo>
                  <a:lnTo>
                    <a:pt x="114016" y="47894"/>
                  </a:lnTo>
                  <a:lnTo>
                    <a:pt x="113806" y="48218"/>
                  </a:lnTo>
                  <a:lnTo>
                    <a:pt x="114016" y="48355"/>
                  </a:lnTo>
                  <a:lnTo>
                    <a:pt x="114280" y="48528"/>
                  </a:lnTo>
                  <a:lnTo>
                    <a:pt x="121726" y="53401"/>
                  </a:lnTo>
                  <a:lnTo>
                    <a:pt x="127529" y="57130"/>
                  </a:lnTo>
                  <a:lnTo>
                    <a:pt x="133984" y="61496"/>
                  </a:lnTo>
                  <a:lnTo>
                    <a:pt x="134122" y="61584"/>
                  </a:lnTo>
                  <a:lnTo>
                    <a:pt x="136485" y="63093"/>
                  </a:lnTo>
                  <a:lnTo>
                    <a:pt x="136736" y="63253"/>
                  </a:lnTo>
                  <a:lnTo>
                    <a:pt x="138760" y="64546"/>
                  </a:lnTo>
                  <a:lnTo>
                    <a:pt x="139094" y="64759"/>
                  </a:lnTo>
                  <a:lnTo>
                    <a:pt x="140216" y="65475"/>
                  </a:lnTo>
                  <a:lnTo>
                    <a:pt x="140647" y="65750"/>
                  </a:lnTo>
                  <a:lnTo>
                    <a:pt x="143521" y="67584"/>
                  </a:lnTo>
                  <a:lnTo>
                    <a:pt x="143748" y="67730"/>
                  </a:lnTo>
                  <a:lnTo>
                    <a:pt x="152744" y="73092"/>
                  </a:lnTo>
                  <a:lnTo>
                    <a:pt x="149598" y="78207"/>
                  </a:lnTo>
                  <a:lnTo>
                    <a:pt x="149017" y="79110"/>
                  </a:lnTo>
                  <a:lnTo>
                    <a:pt x="145382" y="84751"/>
                  </a:lnTo>
                  <a:lnTo>
                    <a:pt x="139542" y="93813"/>
                  </a:lnTo>
                  <a:lnTo>
                    <a:pt x="139290" y="94203"/>
                  </a:lnTo>
                  <a:lnTo>
                    <a:pt x="134282" y="102536"/>
                  </a:lnTo>
                  <a:lnTo>
                    <a:pt x="130449" y="108912"/>
                  </a:lnTo>
                  <a:lnTo>
                    <a:pt x="130221" y="109292"/>
                  </a:lnTo>
                  <a:lnTo>
                    <a:pt x="130031" y="109602"/>
                  </a:lnTo>
                  <a:lnTo>
                    <a:pt x="126578" y="115238"/>
                  </a:lnTo>
                  <a:lnTo>
                    <a:pt x="126474" y="115400"/>
                  </a:lnTo>
                  <a:lnTo>
                    <a:pt x="125106" y="117539"/>
                  </a:lnTo>
                  <a:lnTo>
                    <a:pt x="118759" y="127662"/>
                  </a:lnTo>
                  <a:lnTo>
                    <a:pt x="118512" y="127506"/>
                  </a:lnTo>
                  <a:lnTo>
                    <a:pt x="112744" y="123886"/>
                  </a:lnTo>
                  <a:lnTo>
                    <a:pt x="111769" y="123272"/>
                  </a:lnTo>
                  <a:lnTo>
                    <a:pt x="111131" y="122873"/>
                  </a:lnTo>
                  <a:lnTo>
                    <a:pt x="111907" y="121604"/>
                  </a:lnTo>
                  <a:lnTo>
                    <a:pt x="113609" y="118821"/>
                  </a:lnTo>
                  <a:lnTo>
                    <a:pt x="112822" y="118317"/>
                  </a:lnTo>
                  <a:lnTo>
                    <a:pt x="110412" y="116772"/>
                  </a:lnTo>
                  <a:lnTo>
                    <a:pt x="109887" y="116435"/>
                  </a:lnTo>
                  <a:lnTo>
                    <a:pt x="106725" y="114408"/>
                  </a:lnTo>
                  <a:lnTo>
                    <a:pt x="106472" y="114246"/>
                  </a:lnTo>
                  <a:lnTo>
                    <a:pt x="105215" y="113440"/>
                  </a:lnTo>
                  <a:lnTo>
                    <a:pt x="103601" y="112406"/>
                  </a:lnTo>
                  <a:lnTo>
                    <a:pt x="103043" y="112083"/>
                  </a:lnTo>
                  <a:lnTo>
                    <a:pt x="102016" y="111490"/>
                  </a:lnTo>
                  <a:lnTo>
                    <a:pt x="100757" y="110763"/>
                  </a:lnTo>
                  <a:lnTo>
                    <a:pt x="100415" y="110566"/>
                  </a:lnTo>
                  <a:lnTo>
                    <a:pt x="98190" y="109281"/>
                  </a:lnTo>
                  <a:lnTo>
                    <a:pt x="97171" y="108693"/>
                  </a:lnTo>
                  <a:lnTo>
                    <a:pt x="95658" y="107820"/>
                  </a:lnTo>
                  <a:lnTo>
                    <a:pt x="96030" y="107139"/>
                  </a:lnTo>
                  <a:lnTo>
                    <a:pt x="96259" y="106720"/>
                  </a:lnTo>
                  <a:lnTo>
                    <a:pt x="93853" y="105284"/>
                  </a:lnTo>
                  <a:lnTo>
                    <a:pt x="92118" y="104248"/>
                  </a:lnTo>
                  <a:lnTo>
                    <a:pt x="91577" y="103853"/>
                  </a:lnTo>
                  <a:lnTo>
                    <a:pt x="91245" y="103611"/>
                  </a:lnTo>
                  <a:lnTo>
                    <a:pt x="90767" y="103261"/>
                  </a:lnTo>
                  <a:lnTo>
                    <a:pt x="90348" y="102955"/>
                  </a:lnTo>
                  <a:lnTo>
                    <a:pt x="88800" y="101993"/>
                  </a:lnTo>
                  <a:lnTo>
                    <a:pt x="86295" y="100434"/>
                  </a:lnTo>
                  <a:lnTo>
                    <a:pt x="85313" y="99823"/>
                  </a:lnTo>
                  <a:lnTo>
                    <a:pt x="84647" y="99409"/>
                  </a:lnTo>
                  <a:lnTo>
                    <a:pt x="82893" y="98285"/>
                  </a:lnTo>
                  <a:lnTo>
                    <a:pt x="82440" y="97994"/>
                  </a:lnTo>
                  <a:lnTo>
                    <a:pt x="82221" y="97854"/>
                  </a:lnTo>
                  <a:lnTo>
                    <a:pt x="80268" y="101106"/>
                  </a:lnTo>
                  <a:lnTo>
                    <a:pt x="79901" y="101716"/>
                  </a:lnTo>
                  <a:lnTo>
                    <a:pt x="79709" y="101597"/>
                  </a:lnTo>
                  <a:lnTo>
                    <a:pt x="79127" y="101236"/>
                  </a:lnTo>
                  <a:lnTo>
                    <a:pt x="78860" y="101070"/>
                  </a:lnTo>
                  <a:lnTo>
                    <a:pt x="78496" y="100843"/>
                  </a:lnTo>
                  <a:lnTo>
                    <a:pt x="78360" y="100759"/>
                  </a:lnTo>
                  <a:lnTo>
                    <a:pt x="77225" y="100054"/>
                  </a:lnTo>
                  <a:lnTo>
                    <a:pt x="76595" y="99662"/>
                  </a:lnTo>
                  <a:lnTo>
                    <a:pt x="75939" y="99255"/>
                  </a:lnTo>
                  <a:lnTo>
                    <a:pt x="75393" y="98915"/>
                  </a:lnTo>
                  <a:lnTo>
                    <a:pt x="73328" y="97633"/>
                  </a:lnTo>
                  <a:lnTo>
                    <a:pt x="71884" y="96735"/>
                  </a:lnTo>
                  <a:lnTo>
                    <a:pt x="71534" y="96517"/>
                  </a:lnTo>
                  <a:lnTo>
                    <a:pt x="71122" y="96261"/>
                  </a:lnTo>
                  <a:lnTo>
                    <a:pt x="68618" y="94706"/>
                  </a:lnTo>
                  <a:lnTo>
                    <a:pt x="62653" y="90999"/>
                  </a:lnTo>
                  <a:lnTo>
                    <a:pt x="62124" y="90670"/>
                  </a:lnTo>
                  <a:lnTo>
                    <a:pt x="61826" y="90485"/>
                  </a:lnTo>
                  <a:lnTo>
                    <a:pt x="59018" y="88741"/>
                  </a:lnTo>
                  <a:lnTo>
                    <a:pt x="58401" y="88357"/>
                  </a:lnTo>
                  <a:lnTo>
                    <a:pt x="57835" y="88006"/>
                  </a:lnTo>
                  <a:lnTo>
                    <a:pt x="56889" y="87418"/>
                  </a:lnTo>
                  <a:lnTo>
                    <a:pt x="55276" y="86416"/>
                  </a:lnTo>
                  <a:lnTo>
                    <a:pt x="54214" y="85756"/>
                  </a:lnTo>
                  <a:lnTo>
                    <a:pt x="53840" y="85523"/>
                  </a:lnTo>
                  <a:lnTo>
                    <a:pt x="50477" y="83783"/>
                  </a:lnTo>
                  <a:lnTo>
                    <a:pt x="50205" y="83531"/>
                  </a:lnTo>
                  <a:lnTo>
                    <a:pt x="49191" y="82594"/>
                  </a:lnTo>
                  <a:lnTo>
                    <a:pt x="48670" y="82113"/>
                  </a:lnTo>
                  <a:lnTo>
                    <a:pt x="47416" y="81375"/>
                  </a:lnTo>
                  <a:lnTo>
                    <a:pt x="47335" y="81175"/>
                  </a:lnTo>
                  <a:lnTo>
                    <a:pt x="47230" y="80915"/>
                  </a:lnTo>
                  <a:lnTo>
                    <a:pt x="44814" y="74936"/>
                  </a:lnTo>
                  <a:lnTo>
                    <a:pt x="43978" y="72866"/>
                  </a:lnTo>
                  <a:lnTo>
                    <a:pt x="41442" y="73843"/>
                  </a:lnTo>
                  <a:lnTo>
                    <a:pt x="38160" y="75268"/>
                  </a:lnTo>
                  <a:lnTo>
                    <a:pt x="36796" y="75574"/>
                  </a:lnTo>
                  <a:lnTo>
                    <a:pt x="36689" y="75438"/>
                  </a:lnTo>
                  <a:lnTo>
                    <a:pt x="36366" y="75029"/>
                  </a:lnTo>
                  <a:lnTo>
                    <a:pt x="34827" y="73079"/>
                  </a:lnTo>
                  <a:lnTo>
                    <a:pt x="34326" y="72445"/>
                  </a:lnTo>
                  <a:lnTo>
                    <a:pt x="32873" y="70604"/>
                  </a:lnTo>
                  <a:lnTo>
                    <a:pt x="32471" y="70095"/>
                  </a:lnTo>
                  <a:lnTo>
                    <a:pt x="31309" y="68599"/>
                  </a:lnTo>
                  <a:lnTo>
                    <a:pt x="30298" y="67298"/>
                  </a:lnTo>
                  <a:lnTo>
                    <a:pt x="30033" y="66962"/>
                  </a:lnTo>
                  <a:lnTo>
                    <a:pt x="29833" y="66781"/>
                  </a:lnTo>
                  <a:lnTo>
                    <a:pt x="29641" y="66607"/>
                  </a:lnTo>
                  <a:lnTo>
                    <a:pt x="26974" y="63080"/>
                  </a:lnTo>
                  <a:lnTo>
                    <a:pt x="26578" y="60855"/>
                  </a:lnTo>
                  <a:lnTo>
                    <a:pt x="25867" y="59925"/>
                  </a:lnTo>
                  <a:lnTo>
                    <a:pt x="25602" y="59503"/>
                  </a:lnTo>
                  <a:lnTo>
                    <a:pt x="25085" y="58682"/>
                  </a:lnTo>
                  <a:lnTo>
                    <a:pt x="24492" y="57740"/>
                  </a:lnTo>
                  <a:lnTo>
                    <a:pt x="24152" y="57201"/>
                  </a:lnTo>
                  <a:lnTo>
                    <a:pt x="23373" y="55964"/>
                  </a:lnTo>
                  <a:lnTo>
                    <a:pt x="23210" y="55754"/>
                  </a:lnTo>
                  <a:lnTo>
                    <a:pt x="22944" y="55409"/>
                  </a:lnTo>
                  <a:lnTo>
                    <a:pt x="22191" y="54443"/>
                  </a:lnTo>
                  <a:lnTo>
                    <a:pt x="20287" y="51864"/>
                  </a:lnTo>
                  <a:lnTo>
                    <a:pt x="18871" y="50119"/>
                  </a:lnTo>
                  <a:lnTo>
                    <a:pt x="18530" y="49698"/>
                  </a:lnTo>
                  <a:lnTo>
                    <a:pt x="18132" y="49207"/>
                  </a:lnTo>
                  <a:lnTo>
                    <a:pt x="17341" y="48233"/>
                  </a:lnTo>
                  <a:lnTo>
                    <a:pt x="15920" y="46377"/>
                  </a:lnTo>
                  <a:lnTo>
                    <a:pt x="14077" y="44231"/>
                  </a:lnTo>
                  <a:lnTo>
                    <a:pt x="13691" y="43526"/>
                  </a:lnTo>
                  <a:lnTo>
                    <a:pt x="13579" y="43321"/>
                  </a:lnTo>
                  <a:lnTo>
                    <a:pt x="12891" y="42065"/>
                  </a:lnTo>
                  <a:lnTo>
                    <a:pt x="12226" y="39553"/>
                  </a:lnTo>
                  <a:lnTo>
                    <a:pt x="12061" y="38930"/>
                  </a:lnTo>
                  <a:lnTo>
                    <a:pt x="11726" y="37886"/>
                  </a:lnTo>
                  <a:lnTo>
                    <a:pt x="11359" y="36739"/>
                  </a:lnTo>
                  <a:lnTo>
                    <a:pt x="11207" y="36265"/>
                  </a:lnTo>
                  <a:lnTo>
                    <a:pt x="11111" y="35985"/>
                  </a:lnTo>
                  <a:lnTo>
                    <a:pt x="10877" y="35298"/>
                  </a:lnTo>
                  <a:lnTo>
                    <a:pt x="3738" y="31246"/>
                  </a:lnTo>
                  <a:lnTo>
                    <a:pt x="2428" y="29700"/>
                  </a:lnTo>
                  <a:lnTo>
                    <a:pt x="0" y="26834"/>
                  </a:lnTo>
                  <a:lnTo>
                    <a:pt x="4205" y="23569"/>
                  </a:lnTo>
                  <a:lnTo>
                    <a:pt x="15722" y="14831"/>
                  </a:lnTo>
                  <a:lnTo>
                    <a:pt x="18894" y="8621"/>
                  </a:lnTo>
                  <a:lnTo>
                    <a:pt x="25810" y="3107"/>
                  </a:lnTo>
                  <a:lnTo>
                    <a:pt x="31177" y="2777"/>
                  </a:lnTo>
                  <a:lnTo>
                    <a:pt x="35917" y="2485"/>
                  </a:lnTo>
                  <a:lnTo>
                    <a:pt x="38627" y="2046"/>
                  </a:lnTo>
                  <a:lnTo>
                    <a:pt x="50240" y="166"/>
                  </a:lnTo>
                  <a:lnTo>
                    <a:pt x="51267" y="0"/>
                  </a:lnTo>
                  <a:lnTo>
                    <a:pt x="61836" y="718"/>
                  </a:lnTo>
                  <a:lnTo>
                    <a:pt x="63882" y="4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462217" y="3965353"/>
              <a:ext cx="134715" cy="98434"/>
            </a:xfrm>
            <a:custGeom>
              <a:avLst/>
              <a:pathLst>
                <a:path w="134715" h="98434">
                  <a:moveTo>
                    <a:pt x="128789" y="31455"/>
                  </a:moveTo>
                  <a:lnTo>
                    <a:pt x="126965" y="34454"/>
                  </a:lnTo>
                  <a:lnTo>
                    <a:pt x="126598" y="35056"/>
                  </a:lnTo>
                  <a:lnTo>
                    <a:pt x="126485" y="35243"/>
                  </a:lnTo>
                  <a:lnTo>
                    <a:pt x="125009" y="37669"/>
                  </a:lnTo>
                  <a:lnTo>
                    <a:pt x="124610" y="38326"/>
                  </a:lnTo>
                  <a:lnTo>
                    <a:pt x="120507" y="45072"/>
                  </a:lnTo>
                  <a:lnTo>
                    <a:pt x="119509" y="46714"/>
                  </a:lnTo>
                  <a:lnTo>
                    <a:pt x="118429" y="48490"/>
                  </a:lnTo>
                  <a:lnTo>
                    <a:pt x="118114" y="49007"/>
                  </a:lnTo>
                  <a:lnTo>
                    <a:pt x="117897" y="49365"/>
                  </a:lnTo>
                  <a:lnTo>
                    <a:pt x="116390" y="51842"/>
                  </a:lnTo>
                  <a:lnTo>
                    <a:pt x="115159" y="53866"/>
                  </a:lnTo>
                  <a:lnTo>
                    <a:pt x="114986" y="54150"/>
                  </a:lnTo>
                  <a:lnTo>
                    <a:pt x="114174" y="55486"/>
                  </a:lnTo>
                  <a:lnTo>
                    <a:pt x="113793" y="56113"/>
                  </a:lnTo>
                  <a:lnTo>
                    <a:pt x="113477" y="56632"/>
                  </a:lnTo>
                  <a:lnTo>
                    <a:pt x="113375" y="56800"/>
                  </a:lnTo>
                  <a:lnTo>
                    <a:pt x="111691" y="59568"/>
                  </a:lnTo>
                  <a:lnTo>
                    <a:pt x="111148" y="60462"/>
                  </a:lnTo>
                  <a:lnTo>
                    <a:pt x="110849" y="60954"/>
                  </a:lnTo>
                  <a:lnTo>
                    <a:pt x="109665" y="62901"/>
                  </a:lnTo>
                  <a:lnTo>
                    <a:pt x="107462" y="66287"/>
                  </a:lnTo>
                  <a:lnTo>
                    <a:pt x="107270" y="66582"/>
                  </a:lnTo>
                  <a:lnTo>
                    <a:pt x="106948" y="67078"/>
                  </a:lnTo>
                  <a:lnTo>
                    <a:pt x="106799" y="67327"/>
                  </a:lnTo>
                  <a:lnTo>
                    <a:pt x="106222" y="68291"/>
                  </a:lnTo>
                  <a:lnTo>
                    <a:pt x="104819" y="70539"/>
                  </a:lnTo>
                  <a:lnTo>
                    <a:pt x="101899" y="75220"/>
                  </a:lnTo>
                  <a:lnTo>
                    <a:pt x="96678" y="83588"/>
                  </a:lnTo>
                  <a:lnTo>
                    <a:pt x="96262" y="84246"/>
                  </a:lnTo>
                  <a:lnTo>
                    <a:pt x="94486" y="87052"/>
                  </a:lnTo>
                  <a:lnTo>
                    <a:pt x="96940" y="88632"/>
                  </a:lnTo>
                  <a:lnTo>
                    <a:pt x="96809" y="88837"/>
                  </a:lnTo>
                  <a:lnTo>
                    <a:pt x="95021" y="91751"/>
                  </a:lnTo>
                  <a:lnTo>
                    <a:pt x="91216" y="97945"/>
                  </a:lnTo>
                  <a:lnTo>
                    <a:pt x="90888" y="98434"/>
                  </a:lnTo>
                  <a:lnTo>
                    <a:pt x="81912" y="93084"/>
                  </a:lnTo>
                  <a:lnTo>
                    <a:pt x="81684" y="92939"/>
                  </a:lnTo>
                  <a:lnTo>
                    <a:pt x="78811" y="91104"/>
                  </a:lnTo>
                  <a:lnTo>
                    <a:pt x="78298" y="90777"/>
                  </a:lnTo>
                  <a:lnTo>
                    <a:pt x="77258" y="90113"/>
                  </a:lnTo>
                  <a:lnTo>
                    <a:pt x="76819" y="89832"/>
                  </a:lnTo>
                  <a:lnTo>
                    <a:pt x="74900" y="88608"/>
                  </a:lnTo>
                  <a:lnTo>
                    <a:pt x="74649" y="88447"/>
                  </a:lnTo>
                  <a:lnTo>
                    <a:pt x="72286" y="86938"/>
                  </a:lnTo>
                  <a:lnTo>
                    <a:pt x="72148" y="86850"/>
                  </a:lnTo>
                  <a:lnTo>
                    <a:pt x="65682" y="82478"/>
                  </a:lnTo>
                  <a:lnTo>
                    <a:pt x="59890" y="78755"/>
                  </a:lnTo>
                  <a:lnTo>
                    <a:pt x="52444" y="73882"/>
                  </a:lnTo>
                  <a:lnTo>
                    <a:pt x="52180" y="73709"/>
                  </a:lnTo>
                  <a:lnTo>
                    <a:pt x="51970" y="73572"/>
                  </a:lnTo>
                  <a:lnTo>
                    <a:pt x="52180" y="73248"/>
                  </a:lnTo>
                  <a:lnTo>
                    <a:pt x="52377" y="72942"/>
                  </a:lnTo>
                  <a:lnTo>
                    <a:pt x="55695" y="67330"/>
                  </a:lnTo>
                  <a:lnTo>
                    <a:pt x="59232" y="61305"/>
                  </a:lnTo>
                  <a:lnTo>
                    <a:pt x="51429" y="56479"/>
                  </a:lnTo>
                  <a:lnTo>
                    <a:pt x="39055" y="48827"/>
                  </a:lnTo>
                  <a:lnTo>
                    <a:pt x="38080" y="48225"/>
                  </a:lnTo>
                  <a:lnTo>
                    <a:pt x="32042" y="44373"/>
                  </a:lnTo>
                  <a:lnTo>
                    <a:pt x="29443" y="42715"/>
                  </a:lnTo>
                  <a:lnTo>
                    <a:pt x="28231" y="41942"/>
                  </a:lnTo>
                  <a:lnTo>
                    <a:pt x="27746" y="41622"/>
                  </a:lnTo>
                  <a:lnTo>
                    <a:pt x="25083" y="39865"/>
                  </a:lnTo>
                  <a:lnTo>
                    <a:pt x="24515" y="39490"/>
                  </a:lnTo>
                  <a:lnTo>
                    <a:pt x="24440" y="39115"/>
                  </a:lnTo>
                  <a:lnTo>
                    <a:pt x="22643" y="38310"/>
                  </a:lnTo>
                  <a:lnTo>
                    <a:pt x="22188" y="38106"/>
                  </a:lnTo>
                  <a:lnTo>
                    <a:pt x="20479" y="37340"/>
                  </a:lnTo>
                  <a:lnTo>
                    <a:pt x="20299" y="37259"/>
                  </a:lnTo>
                  <a:lnTo>
                    <a:pt x="19300" y="36811"/>
                  </a:lnTo>
                  <a:lnTo>
                    <a:pt x="17102" y="35826"/>
                  </a:lnTo>
                  <a:lnTo>
                    <a:pt x="12378" y="34596"/>
                  </a:lnTo>
                  <a:lnTo>
                    <a:pt x="12013" y="34501"/>
                  </a:lnTo>
                  <a:lnTo>
                    <a:pt x="11637" y="34403"/>
                  </a:lnTo>
                  <a:lnTo>
                    <a:pt x="9078" y="33960"/>
                  </a:lnTo>
                  <a:lnTo>
                    <a:pt x="7824" y="33989"/>
                  </a:lnTo>
                  <a:lnTo>
                    <a:pt x="5122" y="34330"/>
                  </a:lnTo>
                  <a:lnTo>
                    <a:pt x="3917" y="32597"/>
                  </a:lnTo>
                  <a:lnTo>
                    <a:pt x="2046" y="29905"/>
                  </a:lnTo>
                  <a:lnTo>
                    <a:pt x="0" y="26072"/>
                  </a:lnTo>
                  <a:lnTo>
                    <a:pt x="336" y="21098"/>
                  </a:lnTo>
                  <a:lnTo>
                    <a:pt x="953" y="18379"/>
                  </a:lnTo>
                  <a:lnTo>
                    <a:pt x="4646" y="15974"/>
                  </a:lnTo>
                  <a:lnTo>
                    <a:pt x="5151" y="15645"/>
                  </a:lnTo>
                  <a:lnTo>
                    <a:pt x="6178" y="13441"/>
                  </a:lnTo>
                  <a:lnTo>
                    <a:pt x="8716" y="14630"/>
                  </a:lnTo>
                  <a:lnTo>
                    <a:pt x="10798" y="15604"/>
                  </a:lnTo>
                  <a:lnTo>
                    <a:pt x="11042" y="15718"/>
                  </a:lnTo>
                  <a:lnTo>
                    <a:pt x="11615" y="15987"/>
                  </a:lnTo>
                  <a:lnTo>
                    <a:pt x="12010" y="16053"/>
                  </a:lnTo>
                  <a:lnTo>
                    <a:pt x="12202" y="16037"/>
                  </a:lnTo>
                  <a:lnTo>
                    <a:pt x="13069" y="16117"/>
                  </a:lnTo>
                  <a:lnTo>
                    <a:pt x="13296" y="16240"/>
                  </a:lnTo>
                  <a:lnTo>
                    <a:pt x="13632" y="16421"/>
                  </a:lnTo>
                  <a:lnTo>
                    <a:pt x="13839" y="16533"/>
                  </a:lnTo>
                  <a:lnTo>
                    <a:pt x="14104" y="16676"/>
                  </a:lnTo>
                  <a:lnTo>
                    <a:pt x="14612" y="16949"/>
                  </a:lnTo>
                  <a:lnTo>
                    <a:pt x="15086" y="17205"/>
                  </a:lnTo>
                  <a:lnTo>
                    <a:pt x="15214" y="17274"/>
                  </a:lnTo>
                  <a:lnTo>
                    <a:pt x="15369" y="17410"/>
                  </a:lnTo>
                  <a:lnTo>
                    <a:pt x="19197" y="17566"/>
                  </a:lnTo>
                  <a:lnTo>
                    <a:pt x="23707" y="18847"/>
                  </a:lnTo>
                  <a:lnTo>
                    <a:pt x="23701" y="19096"/>
                  </a:lnTo>
                  <a:lnTo>
                    <a:pt x="23655" y="21011"/>
                  </a:lnTo>
                  <a:lnTo>
                    <a:pt x="23814" y="20924"/>
                  </a:lnTo>
                  <a:lnTo>
                    <a:pt x="24938" y="20310"/>
                  </a:lnTo>
                  <a:lnTo>
                    <a:pt x="26581" y="19413"/>
                  </a:lnTo>
                  <a:lnTo>
                    <a:pt x="28158" y="18551"/>
                  </a:lnTo>
                  <a:lnTo>
                    <a:pt x="28417" y="18304"/>
                  </a:lnTo>
                  <a:lnTo>
                    <a:pt x="29301" y="17474"/>
                  </a:lnTo>
                  <a:lnTo>
                    <a:pt x="32295" y="16578"/>
                  </a:lnTo>
                  <a:lnTo>
                    <a:pt x="32553" y="16504"/>
                  </a:lnTo>
                  <a:lnTo>
                    <a:pt x="35398" y="15891"/>
                  </a:lnTo>
                  <a:lnTo>
                    <a:pt x="38138" y="15301"/>
                  </a:lnTo>
                  <a:lnTo>
                    <a:pt x="39011" y="15113"/>
                  </a:lnTo>
                  <a:lnTo>
                    <a:pt x="41328" y="14604"/>
                  </a:lnTo>
                  <a:lnTo>
                    <a:pt x="43016" y="12896"/>
                  </a:lnTo>
                  <a:lnTo>
                    <a:pt x="48478" y="15896"/>
                  </a:lnTo>
                  <a:lnTo>
                    <a:pt x="48744" y="16042"/>
                  </a:lnTo>
                  <a:lnTo>
                    <a:pt x="53304" y="18680"/>
                  </a:lnTo>
                  <a:lnTo>
                    <a:pt x="53673" y="18893"/>
                  </a:lnTo>
                  <a:lnTo>
                    <a:pt x="54547" y="19399"/>
                  </a:lnTo>
                  <a:lnTo>
                    <a:pt x="55956" y="20214"/>
                  </a:lnTo>
                  <a:lnTo>
                    <a:pt x="56397" y="19488"/>
                  </a:lnTo>
                  <a:lnTo>
                    <a:pt x="59817" y="21221"/>
                  </a:lnTo>
                  <a:lnTo>
                    <a:pt x="61070" y="21932"/>
                  </a:lnTo>
                  <a:lnTo>
                    <a:pt x="64351" y="23792"/>
                  </a:lnTo>
                  <a:lnTo>
                    <a:pt x="66280" y="24947"/>
                  </a:lnTo>
                  <a:lnTo>
                    <a:pt x="68686" y="26388"/>
                  </a:lnTo>
                  <a:lnTo>
                    <a:pt x="70277" y="27340"/>
                  </a:lnTo>
                  <a:lnTo>
                    <a:pt x="71460" y="28049"/>
                  </a:lnTo>
                  <a:lnTo>
                    <a:pt x="77439" y="31629"/>
                  </a:lnTo>
                  <a:lnTo>
                    <a:pt x="77918" y="31916"/>
                  </a:lnTo>
                  <a:lnTo>
                    <a:pt x="78183" y="31491"/>
                  </a:lnTo>
                  <a:lnTo>
                    <a:pt x="82490" y="24608"/>
                  </a:lnTo>
                  <a:lnTo>
                    <a:pt x="85357" y="20026"/>
                  </a:lnTo>
                  <a:lnTo>
                    <a:pt x="88644" y="14622"/>
                  </a:lnTo>
                  <a:lnTo>
                    <a:pt x="91212" y="10399"/>
                  </a:lnTo>
                  <a:lnTo>
                    <a:pt x="92090" y="9175"/>
                  </a:lnTo>
                  <a:lnTo>
                    <a:pt x="92856" y="8108"/>
                  </a:lnTo>
                  <a:lnTo>
                    <a:pt x="94308" y="6085"/>
                  </a:lnTo>
                  <a:lnTo>
                    <a:pt x="94513" y="5800"/>
                  </a:lnTo>
                  <a:lnTo>
                    <a:pt x="97177" y="2709"/>
                  </a:lnTo>
                  <a:lnTo>
                    <a:pt x="98295" y="1654"/>
                  </a:lnTo>
                  <a:lnTo>
                    <a:pt x="99825" y="212"/>
                  </a:lnTo>
                  <a:lnTo>
                    <a:pt x="100049" y="0"/>
                  </a:lnTo>
                  <a:lnTo>
                    <a:pt x="100283" y="147"/>
                  </a:lnTo>
                  <a:lnTo>
                    <a:pt x="100444" y="247"/>
                  </a:lnTo>
                  <a:lnTo>
                    <a:pt x="101629" y="992"/>
                  </a:lnTo>
                  <a:lnTo>
                    <a:pt x="106598" y="4113"/>
                  </a:lnTo>
                  <a:lnTo>
                    <a:pt x="111990" y="7499"/>
                  </a:lnTo>
                  <a:lnTo>
                    <a:pt x="112958" y="8108"/>
                  </a:lnTo>
                  <a:lnTo>
                    <a:pt x="117610" y="11029"/>
                  </a:lnTo>
                  <a:lnTo>
                    <a:pt x="117785" y="11140"/>
                  </a:lnTo>
                  <a:lnTo>
                    <a:pt x="122817" y="14328"/>
                  </a:lnTo>
                  <a:lnTo>
                    <a:pt x="123361" y="14674"/>
                  </a:lnTo>
                  <a:lnTo>
                    <a:pt x="124180" y="15192"/>
                  </a:lnTo>
                  <a:lnTo>
                    <a:pt x="129072" y="18293"/>
                  </a:lnTo>
                  <a:lnTo>
                    <a:pt x="129623" y="18642"/>
                  </a:lnTo>
                  <a:lnTo>
                    <a:pt x="134715" y="21868"/>
                  </a:lnTo>
                  <a:lnTo>
                    <a:pt x="134484" y="22238"/>
                  </a:lnTo>
                  <a:lnTo>
                    <a:pt x="134346" y="22461"/>
                  </a:lnTo>
                  <a:lnTo>
                    <a:pt x="133145" y="24391"/>
                  </a:lnTo>
                  <a:lnTo>
                    <a:pt x="132608" y="25254"/>
                  </a:lnTo>
                  <a:lnTo>
                    <a:pt x="130403" y="28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40016" y="4304333"/>
              <a:ext cx="236275" cy="311848"/>
            </a:xfrm>
            <a:custGeom>
              <a:avLst/>
              <a:pathLst>
                <a:path w="236275" h="311848">
                  <a:moveTo>
                    <a:pt x="169842" y="228738"/>
                  </a:moveTo>
                  <a:lnTo>
                    <a:pt x="166318" y="233931"/>
                  </a:lnTo>
                  <a:lnTo>
                    <a:pt x="164731" y="235823"/>
                  </a:lnTo>
                  <a:lnTo>
                    <a:pt x="164267" y="236376"/>
                  </a:lnTo>
                  <a:lnTo>
                    <a:pt x="163506" y="237283"/>
                  </a:lnTo>
                  <a:lnTo>
                    <a:pt x="161687" y="239453"/>
                  </a:lnTo>
                  <a:lnTo>
                    <a:pt x="156989" y="244421"/>
                  </a:lnTo>
                  <a:lnTo>
                    <a:pt x="155309" y="242530"/>
                  </a:lnTo>
                  <a:lnTo>
                    <a:pt x="154712" y="241858"/>
                  </a:lnTo>
                  <a:lnTo>
                    <a:pt x="154568" y="241696"/>
                  </a:lnTo>
                  <a:lnTo>
                    <a:pt x="152440" y="239301"/>
                  </a:lnTo>
                  <a:lnTo>
                    <a:pt x="151676" y="238442"/>
                  </a:lnTo>
                  <a:lnTo>
                    <a:pt x="146153" y="232225"/>
                  </a:lnTo>
                  <a:lnTo>
                    <a:pt x="126667" y="250278"/>
                  </a:lnTo>
                  <a:lnTo>
                    <a:pt x="117184" y="259064"/>
                  </a:lnTo>
                  <a:lnTo>
                    <a:pt x="117095" y="249340"/>
                  </a:lnTo>
                  <a:lnTo>
                    <a:pt x="113655" y="249450"/>
                  </a:lnTo>
                  <a:lnTo>
                    <a:pt x="111732" y="249512"/>
                  </a:lnTo>
                  <a:lnTo>
                    <a:pt x="110024" y="249567"/>
                  </a:lnTo>
                  <a:lnTo>
                    <a:pt x="106795" y="249671"/>
                  </a:lnTo>
                  <a:lnTo>
                    <a:pt x="106481" y="249681"/>
                  </a:lnTo>
                  <a:lnTo>
                    <a:pt x="105440" y="249715"/>
                  </a:lnTo>
                  <a:lnTo>
                    <a:pt x="103513" y="249777"/>
                  </a:lnTo>
                  <a:lnTo>
                    <a:pt x="101953" y="249827"/>
                  </a:lnTo>
                  <a:lnTo>
                    <a:pt x="99159" y="249917"/>
                  </a:lnTo>
                  <a:lnTo>
                    <a:pt x="96426" y="249858"/>
                  </a:lnTo>
                  <a:lnTo>
                    <a:pt x="96066" y="249851"/>
                  </a:lnTo>
                  <a:lnTo>
                    <a:pt x="94827" y="249824"/>
                  </a:lnTo>
                  <a:lnTo>
                    <a:pt x="92823" y="249782"/>
                  </a:lnTo>
                  <a:lnTo>
                    <a:pt x="91709" y="249758"/>
                  </a:lnTo>
                  <a:lnTo>
                    <a:pt x="90652" y="249736"/>
                  </a:lnTo>
                  <a:lnTo>
                    <a:pt x="90505" y="250459"/>
                  </a:lnTo>
                  <a:lnTo>
                    <a:pt x="88621" y="259766"/>
                  </a:lnTo>
                  <a:lnTo>
                    <a:pt x="88216" y="261766"/>
                  </a:lnTo>
                  <a:lnTo>
                    <a:pt x="85363" y="261108"/>
                  </a:lnTo>
                  <a:lnTo>
                    <a:pt x="83640" y="260711"/>
                  </a:lnTo>
                  <a:lnTo>
                    <a:pt x="82815" y="260521"/>
                  </a:lnTo>
                  <a:lnTo>
                    <a:pt x="82568" y="260464"/>
                  </a:lnTo>
                  <a:lnTo>
                    <a:pt x="76848" y="259146"/>
                  </a:lnTo>
                  <a:lnTo>
                    <a:pt x="76700" y="259112"/>
                  </a:lnTo>
                  <a:lnTo>
                    <a:pt x="75955" y="258940"/>
                  </a:lnTo>
                  <a:lnTo>
                    <a:pt x="74995" y="263733"/>
                  </a:lnTo>
                  <a:lnTo>
                    <a:pt x="74148" y="270471"/>
                  </a:lnTo>
                  <a:lnTo>
                    <a:pt x="73896" y="272536"/>
                  </a:lnTo>
                  <a:lnTo>
                    <a:pt x="73849" y="273322"/>
                  </a:lnTo>
                  <a:lnTo>
                    <a:pt x="73808" y="274005"/>
                  </a:lnTo>
                  <a:lnTo>
                    <a:pt x="73630" y="276962"/>
                  </a:lnTo>
                  <a:lnTo>
                    <a:pt x="73785" y="284817"/>
                  </a:lnTo>
                  <a:lnTo>
                    <a:pt x="73983" y="294878"/>
                  </a:lnTo>
                  <a:lnTo>
                    <a:pt x="74059" y="298760"/>
                  </a:lnTo>
                  <a:lnTo>
                    <a:pt x="74080" y="299853"/>
                  </a:lnTo>
                  <a:lnTo>
                    <a:pt x="72793" y="300090"/>
                  </a:lnTo>
                  <a:lnTo>
                    <a:pt x="71789" y="300275"/>
                  </a:lnTo>
                  <a:lnTo>
                    <a:pt x="64087" y="301693"/>
                  </a:lnTo>
                  <a:lnTo>
                    <a:pt x="55261" y="303318"/>
                  </a:lnTo>
                  <a:lnTo>
                    <a:pt x="45933" y="305036"/>
                  </a:lnTo>
                  <a:lnTo>
                    <a:pt x="35257" y="307001"/>
                  </a:lnTo>
                  <a:lnTo>
                    <a:pt x="20722" y="309678"/>
                  </a:lnTo>
                  <a:lnTo>
                    <a:pt x="11672" y="311344"/>
                  </a:lnTo>
                  <a:lnTo>
                    <a:pt x="8936" y="311848"/>
                  </a:lnTo>
                  <a:lnTo>
                    <a:pt x="8326" y="307007"/>
                  </a:lnTo>
                  <a:lnTo>
                    <a:pt x="7748" y="302428"/>
                  </a:lnTo>
                  <a:lnTo>
                    <a:pt x="7053" y="296911"/>
                  </a:lnTo>
                  <a:lnTo>
                    <a:pt x="6573" y="293097"/>
                  </a:lnTo>
                  <a:lnTo>
                    <a:pt x="6327" y="290991"/>
                  </a:lnTo>
                  <a:lnTo>
                    <a:pt x="5131" y="280741"/>
                  </a:lnTo>
                  <a:lnTo>
                    <a:pt x="4355" y="274093"/>
                  </a:lnTo>
                  <a:lnTo>
                    <a:pt x="1881" y="252889"/>
                  </a:lnTo>
                  <a:lnTo>
                    <a:pt x="1760" y="251852"/>
                  </a:lnTo>
                  <a:lnTo>
                    <a:pt x="1260" y="247000"/>
                  </a:lnTo>
                  <a:lnTo>
                    <a:pt x="1150" y="245926"/>
                  </a:lnTo>
                  <a:lnTo>
                    <a:pt x="1026" y="244722"/>
                  </a:lnTo>
                  <a:lnTo>
                    <a:pt x="959" y="244079"/>
                  </a:lnTo>
                  <a:lnTo>
                    <a:pt x="875" y="243259"/>
                  </a:lnTo>
                  <a:lnTo>
                    <a:pt x="480" y="239428"/>
                  </a:lnTo>
                  <a:lnTo>
                    <a:pt x="62" y="235367"/>
                  </a:lnTo>
                  <a:lnTo>
                    <a:pt x="0" y="234764"/>
                  </a:lnTo>
                  <a:lnTo>
                    <a:pt x="28" y="234239"/>
                  </a:lnTo>
                  <a:lnTo>
                    <a:pt x="53" y="233784"/>
                  </a:lnTo>
                  <a:lnTo>
                    <a:pt x="118" y="232571"/>
                  </a:lnTo>
                  <a:lnTo>
                    <a:pt x="187" y="231313"/>
                  </a:lnTo>
                  <a:lnTo>
                    <a:pt x="1130" y="227403"/>
                  </a:lnTo>
                  <a:lnTo>
                    <a:pt x="1404" y="226264"/>
                  </a:lnTo>
                  <a:lnTo>
                    <a:pt x="1912" y="224158"/>
                  </a:lnTo>
                  <a:lnTo>
                    <a:pt x="2210" y="222926"/>
                  </a:lnTo>
                  <a:lnTo>
                    <a:pt x="2988" y="219701"/>
                  </a:lnTo>
                  <a:lnTo>
                    <a:pt x="4168" y="214807"/>
                  </a:lnTo>
                  <a:lnTo>
                    <a:pt x="5269" y="210244"/>
                  </a:lnTo>
                  <a:lnTo>
                    <a:pt x="6171" y="207331"/>
                  </a:lnTo>
                  <a:lnTo>
                    <a:pt x="6811" y="206409"/>
                  </a:lnTo>
                  <a:lnTo>
                    <a:pt x="7980" y="204722"/>
                  </a:lnTo>
                  <a:lnTo>
                    <a:pt x="8443" y="204054"/>
                  </a:lnTo>
                  <a:lnTo>
                    <a:pt x="8661" y="203791"/>
                  </a:lnTo>
                  <a:lnTo>
                    <a:pt x="9032" y="203343"/>
                  </a:lnTo>
                  <a:lnTo>
                    <a:pt x="10006" y="202166"/>
                  </a:lnTo>
                  <a:lnTo>
                    <a:pt x="13079" y="200087"/>
                  </a:lnTo>
                  <a:lnTo>
                    <a:pt x="17365" y="197186"/>
                  </a:lnTo>
                  <a:lnTo>
                    <a:pt x="17898" y="196825"/>
                  </a:lnTo>
                  <a:lnTo>
                    <a:pt x="18977" y="196095"/>
                  </a:lnTo>
                  <a:lnTo>
                    <a:pt x="19437" y="195784"/>
                  </a:lnTo>
                  <a:lnTo>
                    <a:pt x="20422" y="195024"/>
                  </a:lnTo>
                  <a:lnTo>
                    <a:pt x="23198" y="192886"/>
                  </a:lnTo>
                  <a:lnTo>
                    <a:pt x="25612" y="191026"/>
                  </a:lnTo>
                  <a:lnTo>
                    <a:pt x="27200" y="189297"/>
                  </a:lnTo>
                  <a:lnTo>
                    <a:pt x="27939" y="188493"/>
                  </a:lnTo>
                  <a:lnTo>
                    <a:pt x="28556" y="187822"/>
                  </a:lnTo>
                  <a:lnTo>
                    <a:pt x="28767" y="187510"/>
                  </a:lnTo>
                  <a:lnTo>
                    <a:pt x="29314" y="186702"/>
                  </a:lnTo>
                  <a:lnTo>
                    <a:pt x="29596" y="186286"/>
                  </a:lnTo>
                  <a:lnTo>
                    <a:pt x="34643" y="178828"/>
                  </a:lnTo>
                  <a:lnTo>
                    <a:pt x="34765" y="178648"/>
                  </a:lnTo>
                  <a:lnTo>
                    <a:pt x="34994" y="178310"/>
                  </a:lnTo>
                  <a:lnTo>
                    <a:pt x="35625" y="177378"/>
                  </a:lnTo>
                  <a:lnTo>
                    <a:pt x="36340" y="176320"/>
                  </a:lnTo>
                  <a:lnTo>
                    <a:pt x="37025" y="175308"/>
                  </a:lnTo>
                  <a:lnTo>
                    <a:pt x="38204" y="173567"/>
                  </a:lnTo>
                  <a:lnTo>
                    <a:pt x="40302" y="170466"/>
                  </a:lnTo>
                  <a:lnTo>
                    <a:pt x="40633" y="169978"/>
                  </a:lnTo>
                  <a:lnTo>
                    <a:pt x="40769" y="169776"/>
                  </a:lnTo>
                  <a:lnTo>
                    <a:pt x="41063" y="169342"/>
                  </a:lnTo>
                  <a:lnTo>
                    <a:pt x="45841" y="161575"/>
                  </a:lnTo>
                  <a:lnTo>
                    <a:pt x="50672" y="153721"/>
                  </a:lnTo>
                  <a:lnTo>
                    <a:pt x="51182" y="152891"/>
                  </a:lnTo>
                  <a:lnTo>
                    <a:pt x="50777" y="148099"/>
                  </a:lnTo>
                  <a:lnTo>
                    <a:pt x="51033" y="147665"/>
                  </a:lnTo>
                  <a:lnTo>
                    <a:pt x="54033" y="142577"/>
                  </a:lnTo>
                  <a:lnTo>
                    <a:pt x="56150" y="138988"/>
                  </a:lnTo>
                  <a:lnTo>
                    <a:pt x="60057" y="132365"/>
                  </a:lnTo>
                  <a:lnTo>
                    <a:pt x="65382" y="123630"/>
                  </a:lnTo>
                  <a:lnTo>
                    <a:pt x="65799" y="122946"/>
                  </a:lnTo>
                  <a:lnTo>
                    <a:pt x="66616" y="121606"/>
                  </a:lnTo>
                  <a:lnTo>
                    <a:pt x="67375" y="120382"/>
                  </a:lnTo>
                  <a:lnTo>
                    <a:pt x="74415" y="109034"/>
                  </a:lnTo>
                  <a:lnTo>
                    <a:pt x="74513" y="108877"/>
                  </a:lnTo>
                  <a:lnTo>
                    <a:pt x="79464" y="100897"/>
                  </a:lnTo>
                  <a:lnTo>
                    <a:pt x="86900" y="88956"/>
                  </a:lnTo>
                  <a:lnTo>
                    <a:pt x="94021" y="77522"/>
                  </a:lnTo>
                  <a:lnTo>
                    <a:pt x="94543" y="76683"/>
                  </a:lnTo>
                  <a:lnTo>
                    <a:pt x="96190" y="74039"/>
                  </a:lnTo>
                  <a:lnTo>
                    <a:pt x="106191" y="57979"/>
                  </a:lnTo>
                  <a:lnTo>
                    <a:pt x="109432" y="52716"/>
                  </a:lnTo>
                  <a:lnTo>
                    <a:pt x="116988" y="40447"/>
                  </a:lnTo>
                  <a:lnTo>
                    <a:pt x="117169" y="40190"/>
                  </a:lnTo>
                  <a:lnTo>
                    <a:pt x="117484" y="39742"/>
                  </a:lnTo>
                  <a:lnTo>
                    <a:pt x="117831" y="39249"/>
                  </a:lnTo>
                  <a:lnTo>
                    <a:pt x="120176" y="35914"/>
                  </a:lnTo>
                  <a:lnTo>
                    <a:pt x="135503" y="11405"/>
                  </a:lnTo>
                  <a:lnTo>
                    <a:pt x="135735" y="11040"/>
                  </a:lnTo>
                  <a:lnTo>
                    <a:pt x="135851" y="10876"/>
                  </a:lnTo>
                  <a:lnTo>
                    <a:pt x="136644" y="9750"/>
                  </a:lnTo>
                  <a:lnTo>
                    <a:pt x="137256" y="8881"/>
                  </a:lnTo>
                  <a:lnTo>
                    <a:pt x="137644" y="8330"/>
                  </a:lnTo>
                  <a:lnTo>
                    <a:pt x="138175" y="7468"/>
                  </a:lnTo>
                  <a:lnTo>
                    <a:pt x="138868" y="6343"/>
                  </a:lnTo>
                  <a:lnTo>
                    <a:pt x="140811" y="3188"/>
                  </a:lnTo>
                  <a:lnTo>
                    <a:pt x="142774" y="0"/>
                  </a:lnTo>
                  <a:lnTo>
                    <a:pt x="144838" y="1451"/>
                  </a:lnTo>
                  <a:lnTo>
                    <a:pt x="147025" y="2988"/>
                  </a:lnTo>
                  <a:lnTo>
                    <a:pt x="148447" y="3988"/>
                  </a:lnTo>
                  <a:lnTo>
                    <a:pt x="149437" y="4684"/>
                  </a:lnTo>
                  <a:lnTo>
                    <a:pt x="151486" y="6124"/>
                  </a:lnTo>
                  <a:lnTo>
                    <a:pt x="155594" y="9012"/>
                  </a:lnTo>
                  <a:lnTo>
                    <a:pt x="156241" y="9468"/>
                  </a:lnTo>
                  <a:lnTo>
                    <a:pt x="158972" y="11387"/>
                  </a:lnTo>
                  <a:lnTo>
                    <a:pt x="160039" y="12137"/>
                  </a:lnTo>
                  <a:lnTo>
                    <a:pt x="160283" y="12309"/>
                  </a:lnTo>
                  <a:lnTo>
                    <a:pt x="167646" y="17486"/>
                  </a:lnTo>
                  <a:lnTo>
                    <a:pt x="171271" y="20033"/>
                  </a:lnTo>
                  <a:lnTo>
                    <a:pt x="176000" y="23359"/>
                  </a:lnTo>
                  <a:lnTo>
                    <a:pt x="184099" y="29052"/>
                  </a:lnTo>
                  <a:lnTo>
                    <a:pt x="186033" y="30412"/>
                  </a:lnTo>
                  <a:lnTo>
                    <a:pt x="188545" y="32178"/>
                  </a:lnTo>
                  <a:lnTo>
                    <a:pt x="214394" y="50350"/>
                  </a:lnTo>
                  <a:lnTo>
                    <a:pt x="236131" y="65632"/>
                  </a:lnTo>
                  <a:lnTo>
                    <a:pt x="236275" y="65734"/>
                  </a:lnTo>
                  <a:lnTo>
                    <a:pt x="235083" y="67472"/>
                  </a:lnTo>
                  <a:lnTo>
                    <a:pt x="230255" y="74510"/>
                  </a:lnTo>
                  <a:lnTo>
                    <a:pt x="225918" y="80832"/>
                  </a:lnTo>
                  <a:lnTo>
                    <a:pt x="225791" y="81040"/>
                  </a:lnTo>
                  <a:lnTo>
                    <a:pt x="224716" y="82793"/>
                  </a:lnTo>
                  <a:lnTo>
                    <a:pt x="223706" y="84838"/>
                  </a:lnTo>
                  <a:lnTo>
                    <a:pt x="220869" y="90585"/>
                  </a:lnTo>
                  <a:lnTo>
                    <a:pt x="219363" y="94462"/>
                  </a:lnTo>
                  <a:lnTo>
                    <a:pt x="217941" y="97153"/>
                  </a:lnTo>
                  <a:lnTo>
                    <a:pt x="217704" y="97619"/>
                  </a:lnTo>
                  <a:lnTo>
                    <a:pt x="213446" y="105974"/>
                  </a:lnTo>
                  <a:lnTo>
                    <a:pt x="212296" y="108231"/>
                  </a:lnTo>
                  <a:lnTo>
                    <a:pt x="212244" y="108363"/>
                  </a:lnTo>
                  <a:lnTo>
                    <a:pt x="212111" y="108704"/>
                  </a:lnTo>
                  <a:lnTo>
                    <a:pt x="208126" y="118906"/>
                  </a:lnTo>
                  <a:lnTo>
                    <a:pt x="207404" y="120756"/>
                  </a:lnTo>
                  <a:lnTo>
                    <a:pt x="206734" y="122604"/>
                  </a:lnTo>
                  <a:lnTo>
                    <a:pt x="206003" y="124621"/>
                  </a:lnTo>
                  <a:lnTo>
                    <a:pt x="204104" y="129859"/>
                  </a:lnTo>
                  <a:lnTo>
                    <a:pt x="203937" y="130320"/>
                  </a:lnTo>
                  <a:lnTo>
                    <a:pt x="203619" y="131326"/>
                  </a:lnTo>
                  <a:lnTo>
                    <a:pt x="201168" y="139096"/>
                  </a:lnTo>
                  <a:lnTo>
                    <a:pt x="200074" y="142563"/>
                  </a:lnTo>
                  <a:lnTo>
                    <a:pt x="199352" y="144850"/>
                  </a:lnTo>
                  <a:lnTo>
                    <a:pt x="198744" y="146777"/>
                  </a:lnTo>
                  <a:lnTo>
                    <a:pt x="197209" y="151641"/>
                  </a:lnTo>
                  <a:lnTo>
                    <a:pt x="196022" y="155403"/>
                  </a:lnTo>
                  <a:lnTo>
                    <a:pt x="194876" y="159035"/>
                  </a:lnTo>
                  <a:lnTo>
                    <a:pt x="193580" y="163142"/>
                  </a:lnTo>
                  <a:lnTo>
                    <a:pt x="192858" y="165432"/>
                  </a:lnTo>
                  <a:lnTo>
                    <a:pt x="192742" y="165768"/>
                  </a:lnTo>
                  <a:lnTo>
                    <a:pt x="192643" y="166057"/>
                  </a:lnTo>
                  <a:lnTo>
                    <a:pt x="192544" y="166345"/>
                  </a:lnTo>
                  <a:lnTo>
                    <a:pt x="188513" y="178069"/>
                  </a:lnTo>
                  <a:lnTo>
                    <a:pt x="187569" y="180814"/>
                  </a:lnTo>
                  <a:lnTo>
                    <a:pt x="182626" y="195189"/>
                  </a:lnTo>
                  <a:lnTo>
                    <a:pt x="182573" y="195344"/>
                  </a:lnTo>
                  <a:lnTo>
                    <a:pt x="180091" y="202563"/>
                  </a:lnTo>
                  <a:lnTo>
                    <a:pt x="179669" y="203789"/>
                  </a:lnTo>
                  <a:lnTo>
                    <a:pt x="179618" y="203969"/>
                  </a:lnTo>
                  <a:lnTo>
                    <a:pt x="179314" y="205044"/>
                  </a:lnTo>
                  <a:lnTo>
                    <a:pt x="177931" y="209938"/>
                  </a:lnTo>
                  <a:lnTo>
                    <a:pt x="175703" y="217444"/>
                  </a:lnTo>
                  <a:lnTo>
                    <a:pt x="175435" y="218106"/>
                  </a:lnTo>
                  <a:lnTo>
                    <a:pt x="174214" y="221126"/>
                  </a:lnTo>
                  <a:lnTo>
                    <a:pt x="171424" y="2264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86437" y="4478903"/>
              <a:ext cx="162240" cy="85503"/>
            </a:xfrm>
            <a:custGeom>
              <a:avLst/>
              <a:pathLst>
                <a:path w="162240" h="85503">
                  <a:moveTo>
                    <a:pt x="76030" y="1961"/>
                  </a:moveTo>
                  <a:lnTo>
                    <a:pt x="77656" y="2407"/>
                  </a:lnTo>
                  <a:lnTo>
                    <a:pt x="78920" y="2213"/>
                  </a:lnTo>
                  <a:lnTo>
                    <a:pt x="81215" y="3665"/>
                  </a:lnTo>
                  <a:lnTo>
                    <a:pt x="81760" y="4009"/>
                  </a:lnTo>
                  <a:lnTo>
                    <a:pt x="82345" y="4410"/>
                  </a:lnTo>
                  <a:lnTo>
                    <a:pt x="82579" y="4569"/>
                  </a:lnTo>
                  <a:lnTo>
                    <a:pt x="82878" y="4774"/>
                  </a:lnTo>
                  <a:lnTo>
                    <a:pt x="85562" y="6610"/>
                  </a:lnTo>
                  <a:lnTo>
                    <a:pt x="87031" y="3330"/>
                  </a:lnTo>
                  <a:lnTo>
                    <a:pt x="87454" y="3368"/>
                  </a:lnTo>
                  <a:lnTo>
                    <a:pt x="89047" y="3511"/>
                  </a:lnTo>
                  <a:lnTo>
                    <a:pt x="91051" y="3898"/>
                  </a:lnTo>
                  <a:lnTo>
                    <a:pt x="92007" y="4082"/>
                  </a:lnTo>
                  <a:lnTo>
                    <a:pt x="92163" y="4113"/>
                  </a:lnTo>
                  <a:lnTo>
                    <a:pt x="93208" y="4617"/>
                  </a:lnTo>
                  <a:lnTo>
                    <a:pt x="93528" y="5086"/>
                  </a:lnTo>
                  <a:lnTo>
                    <a:pt x="93778" y="5452"/>
                  </a:lnTo>
                  <a:lnTo>
                    <a:pt x="95168" y="6372"/>
                  </a:lnTo>
                  <a:lnTo>
                    <a:pt x="97120" y="7662"/>
                  </a:lnTo>
                  <a:lnTo>
                    <a:pt x="98772" y="8755"/>
                  </a:lnTo>
                  <a:lnTo>
                    <a:pt x="103258" y="11721"/>
                  </a:lnTo>
                  <a:lnTo>
                    <a:pt x="103197" y="12600"/>
                  </a:lnTo>
                  <a:lnTo>
                    <a:pt x="103151" y="12973"/>
                  </a:lnTo>
                  <a:lnTo>
                    <a:pt x="103119" y="13235"/>
                  </a:lnTo>
                  <a:lnTo>
                    <a:pt x="102716" y="13659"/>
                  </a:lnTo>
                  <a:lnTo>
                    <a:pt x="101644" y="14786"/>
                  </a:lnTo>
                  <a:lnTo>
                    <a:pt x="100881" y="15209"/>
                  </a:lnTo>
                  <a:lnTo>
                    <a:pt x="99938" y="15731"/>
                  </a:lnTo>
                  <a:lnTo>
                    <a:pt x="99364" y="16049"/>
                  </a:lnTo>
                  <a:lnTo>
                    <a:pt x="97674" y="17233"/>
                  </a:lnTo>
                  <a:lnTo>
                    <a:pt x="97402" y="17712"/>
                  </a:lnTo>
                  <a:lnTo>
                    <a:pt x="96316" y="19629"/>
                  </a:lnTo>
                  <a:lnTo>
                    <a:pt x="96066" y="20069"/>
                  </a:lnTo>
                  <a:lnTo>
                    <a:pt x="95869" y="20418"/>
                  </a:lnTo>
                  <a:lnTo>
                    <a:pt x="93861" y="21723"/>
                  </a:lnTo>
                  <a:lnTo>
                    <a:pt x="92009" y="22926"/>
                  </a:lnTo>
                  <a:lnTo>
                    <a:pt x="91283" y="23147"/>
                  </a:lnTo>
                  <a:lnTo>
                    <a:pt x="89824" y="23590"/>
                  </a:lnTo>
                  <a:lnTo>
                    <a:pt x="90406" y="25698"/>
                  </a:lnTo>
                  <a:lnTo>
                    <a:pt x="90656" y="26604"/>
                  </a:lnTo>
                  <a:lnTo>
                    <a:pt x="91182" y="26487"/>
                  </a:lnTo>
                  <a:lnTo>
                    <a:pt x="95777" y="26511"/>
                  </a:lnTo>
                  <a:lnTo>
                    <a:pt x="98710" y="25698"/>
                  </a:lnTo>
                  <a:lnTo>
                    <a:pt x="100809" y="25115"/>
                  </a:lnTo>
                  <a:lnTo>
                    <a:pt x="101379" y="24957"/>
                  </a:lnTo>
                  <a:lnTo>
                    <a:pt x="102922" y="23042"/>
                  </a:lnTo>
                  <a:lnTo>
                    <a:pt x="103783" y="21920"/>
                  </a:lnTo>
                  <a:lnTo>
                    <a:pt x="106356" y="18566"/>
                  </a:lnTo>
                  <a:lnTo>
                    <a:pt x="108698" y="15514"/>
                  </a:lnTo>
                  <a:lnTo>
                    <a:pt x="110614" y="14549"/>
                  </a:lnTo>
                  <a:lnTo>
                    <a:pt x="110856" y="14427"/>
                  </a:lnTo>
                  <a:lnTo>
                    <a:pt x="111821" y="14182"/>
                  </a:lnTo>
                  <a:lnTo>
                    <a:pt x="115360" y="13285"/>
                  </a:lnTo>
                  <a:lnTo>
                    <a:pt x="115814" y="13170"/>
                  </a:lnTo>
                  <a:lnTo>
                    <a:pt x="117725" y="12686"/>
                  </a:lnTo>
                  <a:lnTo>
                    <a:pt x="118376" y="12521"/>
                  </a:lnTo>
                  <a:lnTo>
                    <a:pt x="121542" y="11718"/>
                  </a:lnTo>
                  <a:lnTo>
                    <a:pt x="123081" y="11776"/>
                  </a:lnTo>
                  <a:lnTo>
                    <a:pt x="123651" y="11930"/>
                  </a:lnTo>
                  <a:lnTo>
                    <a:pt x="124801" y="12242"/>
                  </a:lnTo>
                  <a:lnTo>
                    <a:pt x="125379" y="12435"/>
                  </a:lnTo>
                  <a:lnTo>
                    <a:pt x="125983" y="12638"/>
                  </a:lnTo>
                  <a:lnTo>
                    <a:pt x="127840" y="13378"/>
                  </a:lnTo>
                  <a:lnTo>
                    <a:pt x="129476" y="14031"/>
                  </a:lnTo>
                  <a:lnTo>
                    <a:pt x="129686" y="14114"/>
                  </a:lnTo>
                  <a:lnTo>
                    <a:pt x="131335" y="14772"/>
                  </a:lnTo>
                  <a:lnTo>
                    <a:pt x="131709" y="14921"/>
                  </a:lnTo>
                  <a:lnTo>
                    <a:pt x="132515" y="15242"/>
                  </a:lnTo>
                  <a:lnTo>
                    <a:pt x="133516" y="15641"/>
                  </a:lnTo>
                  <a:lnTo>
                    <a:pt x="133853" y="15776"/>
                  </a:lnTo>
                  <a:lnTo>
                    <a:pt x="135227" y="16324"/>
                  </a:lnTo>
                  <a:lnTo>
                    <a:pt x="135892" y="16589"/>
                  </a:lnTo>
                  <a:lnTo>
                    <a:pt x="137969" y="17417"/>
                  </a:lnTo>
                  <a:lnTo>
                    <a:pt x="138547" y="17648"/>
                  </a:lnTo>
                  <a:lnTo>
                    <a:pt x="139810" y="18151"/>
                  </a:lnTo>
                  <a:lnTo>
                    <a:pt x="140841" y="18563"/>
                  </a:lnTo>
                  <a:lnTo>
                    <a:pt x="141011" y="18630"/>
                  </a:lnTo>
                  <a:lnTo>
                    <a:pt x="142813" y="19403"/>
                  </a:lnTo>
                  <a:lnTo>
                    <a:pt x="143889" y="19866"/>
                  </a:lnTo>
                  <a:lnTo>
                    <a:pt x="149601" y="21984"/>
                  </a:lnTo>
                  <a:lnTo>
                    <a:pt x="151109" y="22543"/>
                  </a:lnTo>
                  <a:lnTo>
                    <a:pt x="153630" y="23631"/>
                  </a:lnTo>
                  <a:lnTo>
                    <a:pt x="155527" y="24484"/>
                  </a:lnTo>
                  <a:lnTo>
                    <a:pt x="157648" y="25437"/>
                  </a:lnTo>
                  <a:lnTo>
                    <a:pt x="157882" y="25630"/>
                  </a:lnTo>
                  <a:lnTo>
                    <a:pt x="158456" y="26103"/>
                  </a:lnTo>
                  <a:lnTo>
                    <a:pt x="160182" y="27525"/>
                  </a:lnTo>
                  <a:lnTo>
                    <a:pt x="162240" y="29221"/>
                  </a:lnTo>
                  <a:lnTo>
                    <a:pt x="162022" y="29484"/>
                  </a:lnTo>
                  <a:lnTo>
                    <a:pt x="161559" y="30152"/>
                  </a:lnTo>
                  <a:lnTo>
                    <a:pt x="160390" y="31838"/>
                  </a:lnTo>
                  <a:lnTo>
                    <a:pt x="159750" y="32761"/>
                  </a:lnTo>
                  <a:lnTo>
                    <a:pt x="158848" y="35674"/>
                  </a:lnTo>
                  <a:lnTo>
                    <a:pt x="157747" y="40237"/>
                  </a:lnTo>
                  <a:lnTo>
                    <a:pt x="156567" y="45131"/>
                  </a:lnTo>
                  <a:lnTo>
                    <a:pt x="155789" y="48356"/>
                  </a:lnTo>
                  <a:lnTo>
                    <a:pt x="155491" y="49588"/>
                  </a:lnTo>
                  <a:lnTo>
                    <a:pt x="154983" y="51694"/>
                  </a:lnTo>
                  <a:lnTo>
                    <a:pt x="154709" y="52833"/>
                  </a:lnTo>
                  <a:lnTo>
                    <a:pt x="153766" y="56743"/>
                  </a:lnTo>
                  <a:lnTo>
                    <a:pt x="153697" y="58001"/>
                  </a:lnTo>
                  <a:lnTo>
                    <a:pt x="153632" y="59214"/>
                  </a:lnTo>
                  <a:lnTo>
                    <a:pt x="153607" y="59669"/>
                  </a:lnTo>
                  <a:lnTo>
                    <a:pt x="153579" y="60194"/>
                  </a:lnTo>
                  <a:lnTo>
                    <a:pt x="153641" y="60797"/>
                  </a:lnTo>
                  <a:lnTo>
                    <a:pt x="154059" y="64858"/>
                  </a:lnTo>
                  <a:lnTo>
                    <a:pt x="154454" y="68688"/>
                  </a:lnTo>
                  <a:lnTo>
                    <a:pt x="154538" y="69509"/>
                  </a:lnTo>
                  <a:lnTo>
                    <a:pt x="154605" y="70152"/>
                  </a:lnTo>
                  <a:lnTo>
                    <a:pt x="154729" y="71356"/>
                  </a:lnTo>
                  <a:lnTo>
                    <a:pt x="154839" y="72430"/>
                  </a:lnTo>
                  <a:lnTo>
                    <a:pt x="155339" y="77281"/>
                  </a:lnTo>
                  <a:lnTo>
                    <a:pt x="155460" y="78318"/>
                  </a:lnTo>
                  <a:lnTo>
                    <a:pt x="154400" y="78425"/>
                  </a:lnTo>
                  <a:lnTo>
                    <a:pt x="152097" y="78657"/>
                  </a:lnTo>
                  <a:lnTo>
                    <a:pt x="142461" y="79626"/>
                  </a:lnTo>
                  <a:lnTo>
                    <a:pt x="141964" y="79676"/>
                  </a:lnTo>
                  <a:lnTo>
                    <a:pt x="132406" y="80552"/>
                  </a:lnTo>
                  <a:lnTo>
                    <a:pt x="131692" y="72986"/>
                  </a:lnTo>
                  <a:lnTo>
                    <a:pt x="131522" y="71182"/>
                  </a:lnTo>
                  <a:lnTo>
                    <a:pt x="130483" y="61590"/>
                  </a:lnTo>
                  <a:lnTo>
                    <a:pt x="128049" y="63651"/>
                  </a:lnTo>
                  <a:lnTo>
                    <a:pt x="126327" y="65110"/>
                  </a:lnTo>
                  <a:lnTo>
                    <a:pt x="124973" y="66971"/>
                  </a:lnTo>
                  <a:lnTo>
                    <a:pt x="124606" y="67476"/>
                  </a:lnTo>
                  <a:lnTo>
                    <a:pt x="123062" y="71724"/>
                  </a:lnTo>
                  <a:lnTo>
                    <a:pt x="122546" y="77315"/>
                  </a:lnTo>
                  <a:lnTo>
                    <a:pt x="122255" y="77293"/>
                  </a:lnTo>
                  <a:lnTo>
                    <a:pt x="110036" y="76351"/>
                  </a:lnTo>
                  <a:lnTo>
                    <a:pt x="100386" y="75607"/>
                  </a:lnTo>
                  <a:lnTo>
                    <a:pt x="100082" y="75584"/>
                  </a:lnTo>
                  <a:lnTo>
                    <a:pt x="99103" y="75516"/>
                  </a:lnTo>
                  <a:lnTo>
                    <a:pt x="98603" y="75481"/>
                  </a:lnTo>
                  <a:lnTo>
                    <a:pt x="83501" y="74437"/>
                  </a:lnTo>
                  <a:lnTo>
                    <a:pt x="80308" y="74215"/>
                  </a:lnTo>
                  <a:lnTo>
                    <a:pt x="79565" y="74150"/>
                  </a:lnTo>
                  <a:lnTo>
                    <a:pt x="77542" y="73973"/>
                  </a:lnTo>
                  <a:lnTo>
                    <a:pt x="77134" y="73937"/>
                  </a:lnTo>
                  <a:lnTo>
                    <a:pt x="76711" y="73954"/>
                  </a:lnTo>
                  <a:lnTo>
                    <a:pt x="75873" y="71172"/>
                  </a:lnTo>
                  <a:lnTo>
                    <a:pt x="68294" y="71529"/>
                  </a:lnTo>
                  <a:lnTo>
                    <a:pt x="64883" y="71690"/>
                  </a:lnTo>
                  <a:lnTo>
                    <a:pt x="56947" y="72063"/>
                  </a:lnTo>
                  <a:lnTo>
                    <a:pt x="56192" y="72099"/>
                  </a:lnTo>
                  <a:lnTo>
                    <a:pt x="52843" y="72257"/>
                  </a:lnTo>
                  <a:lnTo>
                    <a:pt x="50028" y="72389"/>
                  </a:lnTo>
                  <a:lnTo>
                    <a:pt x="48359" y="72468"/>
                  </a:lnTo>
                  <a:lnTo>
                    <a:pt x="47710" y="72498"/>
                  </a:lnTo>
                  <a:lnTo>
                    <a:pt x="44215" y="73260"/>
                  </a:lnTo>
                  <a:lnTo>
                    <a:pt x="41477" y="74247"/>
                  </a:lnTo>
                  <a:lnTo>
                    <a:pt x="40168" y="74719"/>
                  </a:lnTo>
                  <a:lnTo>
                    <a:pt x="36948" y="75881"/>
                  </a:lnTo>
                  <a:lnTo>
                    <a:pt x="28969" y="77803"/>
                  </a:lnTo>
                  <a:lnTo>
                    <a:pt x="27405" y="78180"/>
                  </a:lnTo>
                  <a:lnTo>
                    <a:pt x="25771" y="78258"/>
                  </a:lnTo>
                  <a:lnTo>
                    <a:pt x="25272" y="78281"/>
                  </a:lnTo>
                  <a:lnTo>
                    <a:pt x="21548" y="78458"/>
                  </a:lnTo>
                  <a:lnTo>
                    <a:pt x="19142" y="78572"/>
                  </a:lnTo>
                  <a:lnTo>
                    <a:pt x="14066" y="78812"/>
                  </a:lnTo>
                  <a:lnTo>
                    <a:pt x="12083" y="78906"/>
                  </a:lnTo>
                  <a:lnTo>
                    <a:pt x="10501" y="78981"/>
                  </a:lnTo>
                  <a:lnTo>
                    <a:pt x="5830" y="79202"/>
                  </a:lnTo>
                  <a:lnTo>
                    <a:pt x="5607" y="79212"/>
                  </a:lnTo>
                  <a:lnTo>
                    <a:pt x="6339" y="85240"/>
                  </a:lnTo>
                  <a:lnTo>
                    <a:pt x="1906" y="85449"/>
                  </a:lnTo>
                  <a:lnTo>
                    <a:pt x="761" y="85503"/>
                  </a:lnTo>
                  <a:lnTo>
                    <a:pt x="602" y="85393"/>
                  </a:lnTo>
                  <a:lnTo>
                    <a:pt x="310" y="85191"/>
                  </a:lnTo>
                  <a:lnTo>
                    <a:pt x="0" y="82408"/>
                  </a:lnTo>
                  <a:lnTo>
                    <a:pt x="1742" y="79695"/>
                  </a:lnTo>
                  <a:lnTo>
                    <a:pt x="2849" y="77972"/>
                  </a:lnTo>
                  <a:lnTo>
                    <a:pt x="3665" y="76917"/>
                  </a:lnTo>
                  <a:lnTo>
                    <a:pt x="3856" y="76671"/>
                  </a:lnTo>
                  <a:lnTo>
                    <a:pt x="4561" y="75969"/>
                  </a:lnTo>
                  <a:lnTo>
                    <a:pt x="6003" y="74535"/>
                  </a:lnTo>
                  <a:lnTo>
                    <a:pt x="7598" y="73777"/>
                  </a:lnTo>
                  <a:lnTo>
                    <a:pt x="11352" y="73199"/>
                  </a:lnTo>
                  <a:lnTo>
                    <a:pt x="11431" y="68950"/>
                  </a:lnTo>
                  <a:lnTo>
                    <a:pt x="11448" y="68623"/>
                  </a:lnTo>
                  <a:lnTo>
                    <a:pt x="11576" y="66063"/>
                  </a:lnTo>
                  <a:lnTo>
                    <a:pt x="15824" y="58199"/>
                  </a:lnTo>
                  <a:lnTo>
                    <a:pt x="25050" y="55855"/>
                  </a:lnTo>
                  <a:lnTo>
                    <a:pt x="26760" y="57020"/>
                  </a:lnTo>
                  <a:lnTo>
                    <a:pt x="27994" y="56729"/>
                  </a:lnTo>
                  <a:lnTo>
                    <a:pt x="29799" y="49155"/>
                  </a:lnTo>
                  <a:lnTo>
                    <a:pt x="34169" y="48670"/>
                  </a:lnTo>
                  <a:lnTo>
                    <a:pt x="33884" y="46243"/>
                  </a:lnTo>
                  <a:lnTo>
                    <a:pt x="40438" y="45757"/>
                  </a:lnTo>
                  <a:lnTo>
                    <a:pt x="40723" y="44786"/>
                  </a:lnTo>
                  <a:lnTo>
                    <a:pt x="39298" y="43912"/>
                  </a:lnTo>
                  <a:lnTo>
                    <a:pt x="39963" y="41970"/>
                  </a:lnTo>
                  <a:lnTo>
                    <a:pt x="35119" y="39155"/>
                  </a:lnTo>
                  <a:lnTo>
                    <a:pt x="36544" y="35465"/>
                  </a:lnTo>
                  <a:lnTo>
                    <a:pt x="29406" y="33062"/>
                  </a:lnTo>
                  <a:lnTo>
                    <a:pt x="28469" y="32746"/>
                  </a:lnTo>
                  <a:lnTo>
                    <a:pt x="33884" y="21969"/>
                  </a:lnTo>
                  <a:lnTo>
                    <a:pt x="48227" y="11483"/>
                  </a:lnTo>
                  <a:lnTo>
                    <a:pt x="49075" y="12169"/>
                  </a:lnTo>
                  <a:lnTo>
                    <a:pt x="50507" y="13328"/>
                  </a:lnTo>
                  <a:lnTo>
                    <a:pt x="55542" y="11677"/>
                  </a:lnTo>
                  <a:lnTo>
                    <a:pt x="55925" y="7420"/>
                  </a:lnTo>
                  <a:lnTo>
                    <a:pt x="56301" y="3245"/>
                  </a:lnTo>
                  <a:lnTo>
                    <a:pt x="56956" y="3267"/>
                  </a:lnTo>
                  <a:lnTo>
                    <a:pt x="58022" y="3301"/>
                  </a:lnTo>
                  <a:lnTo>
                    <a:pt x="58536" y="3318"/>
                  </a:lnTo>
                  <a:lnTo>
                    <a:pt x="59924" y="151"/>
                  </a:lnTo>
                  <a:lnTo>
                    <a:pt x="64065" y="32"/>
                  </a:lnTo>
                  <a:lnTo>
                    <a:pt x="64520" y="19"/>
                  </a:lnTo>
                  <a:lnTo>
                    <a:pt x="65213" y="0"/>
                  </a:lnTo>
                  <a:lnTo>
                    <a:pt x="68243" y="291"/>
                  </a:lnTo>
                  <a:lnTo>
                    <a:pt x="68581" y="363"/>
                  </a:lnTo>
                  <a:lnTo>
                    <a:pt x="69069" y="468"/>
                  </a:lnTo>
                  <a:lnTo>
                    <a:pt x="70504" y="776"/>
                  </a:lnTo>
                  <a:lnTo>
                    <a:pt x="71331" y="947"/>
                  </a:lnTo>
                  <a:lnTo>
                    <a:pt x="72615" y="1211"/>
                  </a:lnTo>
                  <a:lnTo>
                    <a:pt x="73488" y="1391"/>
                  </a:lnTo>
                  <a:lnTo>
                    <a:pt x="75358" y="1776"/>
                  </a:lnTo>
                  <a:lnTo>
                    <a:pt x="75555" y="1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839822" y="3325782"/>
              <a:ext cx="189359" cy="173147"/>
            </a:xfrm>
            <a:custGeom>
              <a:avLst/>
              <a:pathLst>
                <a:path w="189359" h="173147">
                  <a:moveTo>
                    <a:pt x="183462" y="119132"/>
                  </a:moveTo>
                  <a:lnTo>
                    <a:pt x="180670" y="121899"/>
                  </a:lnTo>
                  <a:lnTo>
                    <a:pt x="173204" y="117296"/>
                  </a:lnTo>
                  <a:lnTo>
                    <a:pt x="177613" y="110437"/>
                  </a:lnTo>
                  <a:lnTo>
                    <a:pt x="167193" y="103240"/>
                  </a:lnTo>
                  <a:lnTo>
                    <a:pt x="166110" y="104638"/>
                  </a:lnTo>
                  <a:lnTo>
                    <a:pt x="165500" y="104164"/>
                  </a:lnTo>
                  <a:lnTo>
                    <a:pt x="152670" y="95634"/>
                  </a:lnTo>
                  <a:lnTo>
                    <a:pt x="152091" y="96686"/>
                  </a:lnTo>
                  <a:lnTo>
                    <a:pt x="148544" y="101475"/>
                  </a:lnTo>
                  <a:lnTo>
                    <a:pt x="144341" y="104443"/>
                  </a:lnTo>
                  <a:lnTo>
                    <a:pt x="143819" y="104812"/>
                  </a:lnTo>
                  <a:lnTo>
                    <a:pt x="142474" y="103735"/>
                  </a:lnTo>
                  <a:lnTo>
                    <a:pt x="136931" y="100061"/>
                  </a:lnTo>
                  <a:lnTo>
                    <a:pt x="135734" y="101269"/>
                  </a:lnTo>
                  <a:lnTo>
                    <a:pt x="134847" y="102113"/>
                  </a:lnTo>
                  <a:lnTo>
                    <a:pt x="135376" y="105732"/>
                  </a:lnTo>
                  <a:lnTo>
                    <a:pt x="135630" y="107336"/>
                  </a:lnTo>
                  <a:lnTo>
                    <a:pt x="142943" y="114353"/>
                  </a:lnTo>
                  <a:lnTo>
                    <a:pt x="141589" y="116160"/>
                  </a:lnTo>
                  <a:lnTo>
                    <a:pt x="141911" y="117132"/>
                  </a:lnTo>
                  <a:lnTo>
                    <a:pt x="147142" y="132886"/>
                  </a:lnTo>
                  <a:lnTo>
                    <a:pt x="145568" y="135688"/>
                  </a:lnTo>
                  <a:lnTo>
                    <a:pt x="142481" y="138965"/>
                  </a:lnTo>
                  <a:lnTo>
                    <a:pt x="138681" y="141635"/>
                  </a:lnTo>
                  <a:lnTo>
                    <a:pt x="134087" y="143970"/>
                  </a:lnTo>
                  <a:lnTo>
                    <a:pt x="119706" y="152905"/>
                  </a:lnTo>
                  <a:lnTo>
                    <a:pt x="115583" y="155381"/>
                  </a:lnTo>
                  <a:lnTo>
                    <a:pt x="113180" y="156825"/>
                  </a:lnTo>
                  <a:lnTo>
                    <a:pt x="104601" y="162042"/>
                  </a:lnTo>
                  <a:lnTo>
                    <a:pt x="104288" y="162297"/>
                  </a:lnTo>
                  <a:lnTo>
                    <a:pt x="102810" y="163499"/>
                  </a:lnTo>
                  <a:lnTo>
                    <a:pt x="102423" y="163814"/>
                  </a:lnTo>
                  <a:lnTo>
                    <a:pt x="102173" y="164017"/>
                  </a:lnTo>
                  <a:lnTo>
                    <a:pt x="101989" y="164166"/>
                  </a:lnTo>
                  <a:lnTo>
                    <a:pt x="101379" y="164597"/>
                  </a:lnTo>
                  <a:lnTo>
                    <a:pt x="98356" y="166286"/>
                  </a:lnTo>
                  <a:lnTo>
                    <a:pt x="96235" y="167472"/>
                  </a:lnTo>
                  <a:lnTo>
                    <a:pt x="92585" y="169513"/>
                  </a:lnTo>
                  <a:lnTo>
                    <a:pt x="92419" y="169606"/>
                  </a:lnTo>
                  <a:lnTo>
                    <a:pt x="87683" y="172253"/>
                  </a:lnTo>
                  <a:lnTo>
                    <a:pt x="86084" y="173147"/>
                  </a:lnTo>
                  <a:lnTo>
                    <a:pt x="84535" y="170479"/>
                  </a:lnTo>
                  <a:lnTo>
                    <a:pt x="82378" y="170520"/>
                  </a:lnTo>
                  <a:lnTo>
                    <a:pt x="80934" y="170547"/>
                  </a:lnTo>
                  <a:lnTo>
                    <a:pt x="80520" y="170546"/>
                  </a:lnTo>
                  <a:lnTo>
                    <a:pt x="80069" y="170546"/>
                  </a:lnTo>
                  <a:lnTo>
                    <a:pt x="78239" y="170426"/>
                  </a:lnTo>
                  <a:lnTo>
                    <a:pt x="75900" y="170274"/>
                  </a:lnTo>
                  <a:lnTo>
                    <a:pt x="70521" y="169923"/>
                  </a:lnTo>
                  <a:lnTo>
                    <a:pt x="63771" y="169483"/>
                  </a:lnTo>
                  <a:lnTo>
                    <a:pt x="56843" y="169085"/>
                  </a:lnTo>
                  <a:lnTo>
                    <a:pt x="50022" y="168693"/>
                  </a:lnTo>
                  <a:lnTo>
                    <a:pt x="49691" y="168676"/>
                  </a:lnTo>
                  <a:lnTo>
                    <a:pt x="47240" y="168556"/>
                  </a:lnTo>
                  <a:lnTo>
                    <a:pt x="46555" y="168522"/>
                  </a:lnTo>
                  <a:lnTo>
                    <a:pt x="45519" y="168471"/>
                  </a:lnTo>
                  <a:lnTo>
                    <a:pt x="45104" y="168451"/>
                  </a:lnTo>
                  <a:lnTo>
                    <a:pt x="44098" y="168401"/>
                  </a:lnTo>
                  <a:lnTo>
                    <a:pt x="42972" y="168346"/>
                  </a:lnTo>
                  <a:lnTo>
                    <a:pt x="41510" y="168274"/>
                  </a:lnTo>
                  <a:lnTo>
                    <a:pt x="39847" y="168192"/>
                  </a:lnTo>
                  <a:lnTo>
                    <a:pt x="39568" y="168178"/>
                  </a:lnTo>
                  <a:lnTo>
                    <a:pt x="39216" y="168161"/>
                  </a:lnTo>
                  <a:lnTo>
                    <a:pt x="36071" y="168006"/>
                  </a:lnTo>
                  <a:lnTo>
                    <a:pt x="35702" y="167988"/>
                  </a:lnTo>
                  <a:lnTo>
                    <a:pt x="34909" y="167949"/>
                  </a:lnTo>
                  <a:lnTo>
                    <a:pt x="34947" y="167391"/>
                  </a:lnTo>
                  <a:lnTo>
                    <a:pt x="34982" y="166864"/>
                  </a:lnTo>
                  <a:lnTo>
                    <a:pt x="35109" y="165359"/>
                  </a:lnTo>
                  <a:lnTo>
                    <a:pt x="35181" y="164504"/>
                  </a:lnTo>
                  <a:lnTo>
                    <a:pt x="35304" y="163040"/>
                  </a:lnTo>
                  <a:lnTo>
                    <a:pt x="35420" y="161660"/>
                  </a:lnTo>
                  <a:lnTo>
                    <a:pt x="35443" y="161379"/>
                  </a:lnTo>
                  <a:lnTo>
                    <a:pt x="35506" y="160628"/>
                  </a:lnTo>
                  <a:lnTo>
                    <a:pt x="34672" y="160561"/>
                  </a:lnTo>
                  <a:lnTo>
                    <a:pt x="34136" y="160518"/>
                  </a:lnTo>
                  <a:lnTo>
                    <a:pt x="33311" y="160452"/>
                  </a:lnTo>
                  <a:lnTo>
                    <a:pt x="29234" y="160124"/>
                  </a:lnTo>
                  <a:lnTo>
                    <a:pt x="26181" y="159879"/>
                  </a:lnTo>
                  <a:lnTo>
                    <a:pt x="25612" y="159833"/>
                  </a:lnTo>
                  <a:lnTo>
                    <a:pt x="12212" y="158755"/>
                  </a:lnTo>
                  <a:lnTo>
                    <a:pt x="12229" y="158480"/>
                  </a:lnTo>
                  <a:lnTo>
                    <a:pt x="12133" y="158220"/>
                  </a:lnTo>
                  <a:lnTo>
                    <a:pt x="12055" y="158011"/>
                  </a:lnTo>
                  <a:lnTo>
                    <a:pt x="12076" y="157681"/>
                  </a:lnTo>
                  <a:lnTo>
                    <a:pt x="12459" y="151535"/>
                  </a:lnTo>
                  <a:lnTo>
                    <a:pt x="12611" y="149108"/>
                  </a:lnTo>
                  <a:lnTo>
                    <a:pt x="12374" y="147963"/>
                  </a:lnTo>
                  <a:lnTo>
                    <a:pt x="12064" y="147330"/>
                  </a:lnTo>
                  <a:lnTo>
                    <a:pt x="11699" y="146583"/>
                  </a:lnTo>
                  <a:lnTo>
                    <a:pt x="10863" y="145535"/>
                  </a:lnTo>
                  <a:lnTo>
                    <a:pt x="10259" y="144851"/>
                  </a:lnTo>
                  <a:lnTo>
                    <a:pt x="3497" y="137199"/>
                  </a:lnTo>
                  <a:lnTo>
                    <a:pt x="2701" y="136473"/>
                  </a:lnTo>
                  <a:lnTo>
                    <a:pt x="2146" y="135967"/>
                  </a:lnTo>
                  <a:lnTo>
                    <a:pt x="652" y="134603"/>
                  </a:lnTo>
                  <a:lnTo>
                    <a:pt x="0" y="134008"/>
                  </a:lnTo>
                  <a:lnTo>
                    <a:pt x="2305" y="130130"/>
                  </a:lnTo>
                  <a:lnTo>
                    <a:pt x="2521" y="129768"/>
                  </a:lnTo>
                  <a:lnTo>
                    <a:pt x="3940" y="127190"/>
                  </a:lnTo>
                  <a:lnTo>
                    <a:pt x="4500" y="126174"/>
                  </a:lnTo>
                  <a:lnTo>
                    <a:pt x="5209" y="124885"/>
                  </a:lnTo>
                  <a:lnTo>
                    <a:pt x="6182" y="123118"/>
                  </a:lnTo>
                  <a:lnTo>
                    <a:pt x="6300" y="122904"/>
                  </a:lnTo>
                  <a:lnTo>
                    <a:pt x="6647" y="122363"/>
                  </a:lnTo>
                  <a:lnTo>
                    <a:pt x="10520" y="116327"/>
                  </a:lnTo>
                  <a:lnTo>
                    <a:pt x="10895" y="115742"/>
                  </a:lnTo>
                  <a:lnTo>
                    <a:pt x="12072" y="113907"/>
                  </a:lnTo>
                  <a:lnTo>
                    <a:pt x="13215" y="112126"/>
                  </a:lnTo>
                  <a:lnTo>
                    <a:pt x="15021" y="109311"/>
                  </a:lnTo>
                  <a:lnTo>
                    <a:pt x="15282" y="108905"/>
                  </a:lnTo>
                  <a:lnTo>
                    <a:pt x="18148" y="104437"/>
                  </a:lnTo>
                  <a:lnTo>
                    <a:pt x="18677" y="103613"/>
                  </a:lnTo>
                  <a:lnTo>
                    <a:pt x="18810" y="103407"/>
                  </a:lnTo>
                  <a:lnTo>
                    <a:pt x="19196" y="102804"/>
                  </a:lnTo>
                  <a:lnTo>
                    <a:pt x="18924" y="102774"/>
                  </a:lnTo>
                  <a:lnTo>
                    <a:pt x="15106" y="102521"/>
                  </a:lnTo>
                  <a:lnTo>
                    <a:pt x="12090" y="100486"/>
                  </a:lnTo>
                  <a:lnTo>
                    <a:pt x="10052" y="98797"/>
                  </a:lnTo>
                  <a:lnTo>
                    <a:pt x="9210" y="97237"/>
                  </a:lnTo>
                  <a:lnTo>
                    <a:pt x="8912" y="96685"/>
                  </a:lnTo>
                  <a:lnTo>
                    <a:pt x="8814" y="96072"/>
                  </a:lnTo>
                  <a:lnTo>
                    <a:pt x="8189" y="89988"/>
                  </a:lnTo>
                  <a:lnTo>
                    <a:pt x="8043" y="88571"/>
                  </a:lnTo>
                  <a:lnTo>
                    <a:pt x="7856" y="86657"/>
                  </a:lnTo>
                  <a:lnTo>
                    <a:pt x="9731" y="83524"/>
                  </a:lnTo>
                  <a:lnTo>
                    <a:pt x="10146" y="82831"/>
                  </a:lnTo>
                  <a:lnTo>
                    <a:pt x="10993" y="81564"/>
                  </a:lnTo>
                  <a:lnTo>
                    <a:pt x="13817" y="81669"/>
                  </a:lnTo>
                  <a:lnTo>
                    <a:pt x="15449" y="81730"/>
                  </a:lnTo>
                  <a:lnTo>
                    <a:pt x="15465" y="81536"/>
                  </a:lnTo>
                  <a:lnTo>
                    <a:pt x="15484" y="81302"/>
                  </a:lnTo>
                  <a:lnTo>
                    <a:pt x="15629" y="79488"/>
                  </a:lnTo>
                  <a:lnTo>
                    <a:pt x="15666" y="79031"/>
                  </a:lnTo>
                  <a:lnTo>
                    <a:pt x="16243" y="71850"/>
                  </a:lnTo>
                  <a:lnTo>
                    <a:pt x="16436" y="71858"/>
                  </a:lnTo>
                  <a:lnTo>
                    <a:pt x="17905" y="71924"/>
                  </a:lnTo>
                  <a:lnTo>
                    <a:pt x="19897" y="72012"/>
                  </a:lnTo>
                  <a:lnTo>
                    <a:pt x="19640" y="77580"/>
                  </a:lnTo>
                  <a:lnTo>
                    <a:pt x="20250" y="77986"/>
                  </a:lnTo>
                  <a:lnTo>
                    <a:pt x="21937" y="79108"/>
                  </a:lnTo>
                  <a:lnTo>
                    <a:pt x="22128" y="78928"/>
                  </a:lnTo>
                  <a:lnTo>
                    <a:pt x="23408" y="77723"/>
                  </a:lnTo>
                  <a:lnTo>
                    <a:pt x="24379" y="76808"/>
                  </a:lnTo>
                  <a:lnTo>
                    <a:pt x="29664" y="71831"/>
                  </a:lnTo>
                  <a:lnTo>
                    <a:pt x="31583" y="70060"/>
                  </a:lnTo>
                  <a:lnTo>
                    <a:pt x="32067" y="69636"/>
                  </a:lnTo>
                  <a:lnTo>
                    <a:pt x="32717" y="69067"/>
                  </a:lnTo>
                  <a:lnTo>
                    <a:pt x="32389" y="65193"/>
                  </a:lnTo>
                  <a:lnTo>
                    <a:pt x="32598" y="65017"/>
                  </a:lnTo>
                  <a:lnTo>
                    <a:pt x="33006" y="64673"/>
                  </a:lnTo>
                  <a:lnTo>
                    <a:pt x="35927" y="62207"/>
                  </a:lnTo>
                  <a:lnTo>
                    <a:pt x="36364" y="61840"/>
                  </a:lnTo>
                  <a:lnTo>
                    <a:pt x="41107" y="57985"/>
                  </a:lnTo>
                  <a:lnTo>
                    <a:pt x="44890" y="54909"/>
                  </a:lnTo>
                  <a:lnTo>
                    <a:pt x="45366" y="55525"/>
                  </a:lnTo>
                  <a:lnTo>
                    <a:pt x="49312" y="60631"/>
                  </a:lnTo>
                  <a:lnTo>
                    <a:pt x="53806" y="57325"/>
                  </a:lnTo>
                  <a:lnTo>
                    <a:pt x="54753" y="56829"/>
                  </a:lnTo>
                  <a:lnTo>
                    <a:pt x="56567" y="55861"/>
                  </a:lnTo>
                  <a:lnTo>
                    <a:pt x="59695" y="54191"/>
                  </a:lnTo>
                  <a:lnTo>
                    <a:pt x="60723" y="53642"/>
                  </a:lnTo>
                  <a:lnTo>
                    <a:pt x="60841" y="53491"/>
                  </a:lnTo>
                  <a:lnTo>
                    <a:pt x="62820" y="50993"/>
                  </a:lnTo>
                  <a:lnTo>
                    <a:pt x="66128" y="51215"/>
                  </a:lnTo>
                  <a:lnTo>
                    <a:pt x="69395" y="51936"/>
                  </a:lnTo>
                  <a:lnTo>
                    <a:pt x="74910" y="53153"/>
                  </a:lnTo>
                  <a:lnTo>
                    <a:pt x="76121" y="50583"/>
                  </a:lnTo>
                  <a:lnTo>
                    <a:pt x="77649" y="47339"/>
                  </a:lnTo>
                  <a:lnTo>
                    <a:pt x="77709" y="47212"/>
                  </a:lnTo>
                  <a:lnTo>
                    <a:pt x="77906" y="46795"/>
                  </a:lnTo>
                  <a:lnTo>
                    <a:pt x="78871" y="44748"/>
                  </a:lnTo>
                  <a:lnTo>
                    <a:pt x="79067" y="44365"/>
                  </a:lnTo>
                  <a:lnTo>
                    <a:pt x="79271" y="43968"/>
                  </a:lnTo>
                  <a:lnTo>
                    <a:pt x="80655" y="41271"/>
                  </a:lnTo>
                  <a:lnTo>
                    <a:pt x="81561" y="40419"/>
                  </a:lnTo>
                  <a:lnTo>
                    <a:pt x="82099" y="39912"/>
                  </a:lnTo>
                  <a:lnTo>
                    <a:pt x="83733" y="38941"/>
                  </a:lnTo>
                  <a:lnTo>
                    <a:pt x="87608" y="37427"/>
                  </a:lnTo>
                  <a:lnTo>
                    <a:pt x="89320" y="37038"/>
                  </a:lnTo>
                  <a:lnTo>
                    <a:pt x="90344" y="36805"/>
                  </a:lnTo>
                  <a:lnTo>
                    <a:pt x="92510" y="36805"/>
                  </a:lnTo>
                  <a:lnTo>
                    <a:pt x="93750" y="36987"/>
                  </a:lnTo>
                  <a:lnTo>
                    <a:pt x="94287" y="32520"/>
                  </a:lnTo>
                  <a:lnTo>
                    <a:pt x="94956" y="27083"/>
                  </a:lnTo>
                  <a:lnTo>
                    <a:pt x="91039" y="23214"/>
                  </a:lnTo>
                  <a:lnTo>
                    <a:pt x="100852" y="16190"/>
                  </a:lnTo>
                  <a:lnTo>
                    <a:pt x="104841" y="12306"/>
                  </a:lnTo>
                  <a:lnTo>
                    <a:pt x="114150" y="7840"/>
                  </a:lnTo>
                  <a:lnTo>
                    <a:pt x="120230" y="4150"/>
                  </a:lnTo>
                  <a:lnTo>
                    <a:pt x="127449" y="1626"/>
                  </a:lnTo>
                  <a:lnTo>
                    <a:pt x="134169" y="0"/>
                  </a:lnTo>
                  <a:lnTo>
                    <a:pt x="136900" y="606"/>
                  </a:lnTo>
                  <a:lnTo>
                    <a:pt x="139156" y="4733"/>
                  </a:lnTo>
                  <a:lnTo>
                    <a:pt x="140225" y="8374"/>
                  </a:lnTo>
                  <a:lnTo>
                    <a:pt x="141294" y="13107"/>
                  </a:lnTo>
                  <a:lnTo>
                    <a:pt x="143431" y="20146"/>
                  </a:lnTo>
                  <a:lnTo>
                    <a:pt x="143906" y="24152"/>
                  </a:lnTo>
                  <a:lnTo>
                    <a:pt x="144737" y="27793"/>
                  </a:lnTo>
                  <a:lnTo>
                    <a:pt x="147230" y="32526"/>
                  </a:lnTo>
                  <a:lnTo>
                    <a:pt x="148299" y="33376"/>
                  </a:lnTo>
                  <a:lnTo>
                    <a:pt x="151268" y="38109"/>
                  </a:lnTo>
                  <a:lnTo>
                    <a:pt x="151505" y="40779"/>
                  </a:lnTo>
                  <a:lnTo>
                    <a:pt x="149724" y="41629"/>
                  </a:lnTo>
                  <a:lnTo>
                    <a:pt x="149012" y="43085"/>
                  </a:lnTo>
                  <a:lnTo>
                    <a:pt x="149249" y="45391"/>
                  </a:lnTo>
                  <a:lnTo>
                    <a:pt x="149486" y="46119"/>
                  </a:lnTo>
                  <a:lnTo>
                    <a:pt x="149756" y="50749"/>
                  </a:lnTo>
                  <a:lnTo>
                    <a:pt x="151779" y="60817"/>
                  </a:lnTo>
                  <a:lnTo>
                    <a:pt x="174125" y="60880"/>
                  </a:lnTo>
                  <a:lnTo>
                    <a:pt x="174904" y="69720"/>
                  </a:lnTo>
                  <a:lnTo>
                    <a:pt x="174980" y="76556"/>
                  </a:lnTo>
                  <a:lnTo>
                    <a:pt x="167884" y="86834"/>
                  </a:lnTo>
                  <a:lnTo>
                    <a:pt x="161232" y="87382"/>
                  </a:lnTo>
                  <a:lnTo>
                    <a:pt x="166712" y="97364"/>
                  </a:lnTo>
                  <a:lnTo>
                    <a:pt x="172459" y="96389"/>
                  </a:lnTo>
                  <a:lnTo>
                    <a:pt x="175855" y="99933"/>
                  </a:lnTo>
                  <a:lnTo>
                    <a:pt x="180573" y="99561"/>
                  </a:lnTo>
                  <a:lnTo>
                    <a:pt x="189359" y="101746"/>
                  </a:lnTo>
                  <a:lnTo>
                    <a:pt x="186272" y="115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78186" y="2875986"/>
              <a:ext cx="174263" cy="192664"/>
            </a:xfrm>
            <a:custGeom>
              <a:avLst/>
              <a:pathLst>
                <a:path w="174263" h="192664">
                  <a:moveTo>
                    <a:pt x="155364" y="21454"/>
                  </a:moveTo>
                  <a:lnTo>
                    <a:pt x="155206" y="22809"/>
                  </a:lnTo>
                  <a:lnTo>
                    <a:pt x="155164" y="23166"/>
                  </a:lnTo>
                  <a:lnTo>
                    <a:pt x="155071" y="23956"/>
                  </a:lnTo>
                  <a:lnTo>
                    <a:pt x="148893" y="22407"/>
                  </a:lnTo>
                  <a:lnTo>
                    <a:pt x="148111" y="24866"/>
                  </a:lnTo>
                  <a:lnTo>
                    <a:pt x="145816" y="32078"/>
                  </a:lnTo>
                  <a:lnTo>
                    <a:pt x="143917" y="37160"/>
                  </a:lnTo>
                  <a:lnTo>
                    <a:pt x="143422" y="38486"/>
                  </a:lnTo>
                  <a:lnTo>
                    <a:pt x="142830" y="39956"/>
                  </a:lnTo>
                  <a:lnTo>
                    <a:pt x="142624" y="40467"/>
                  </a:lnTo>
                  <a:lnTo>
                    <a:pt x="143080" y="43263"/>
                  </a:lnTo>
                  <a:lnTo>
                    <a:pt x="144106" y="45477"/>
                  </a:lnTo>
                  <a:lnTo>
                    <a:pt x="145211" y="47360"/>
                  </a:lnTo>
                  <a:lnTo>
                    <a:pt x="145474" y="47807"/>
                  </a:lnTo>
                  <a:lnTo>
                    <a:pt x="146329" y="48949"/>
                  </a:lnTo>
                  <a:lnTo>
                    <a:pt x="156418" y="39316"/>
                  </a:lnTo>
                  <a:lnTo>
                    <a:pt x="157100" y="38521"/>
                  </a:lnTo>
                  <a:lnTo>
                    <a:pt x="159722" y="42194"/>
                  </a:lnTo>
                  <a:lnTo>
                    <a:pt x="161717" y="44988"/>
                  </a:lnTo>
                  <a:lnTo>
                    <a:pt x="161256" y="45822"/>
                  </a:lnTo>
                  <a:lnTo>
                    <a:pt x="158468" y="50871"/>
                  </a:lnTo>
                  <a:lnTo>
                    <a:pt x="160546" y="52178"/>
                  </a:lnTo>
                  <a:lnTo>
                    <a:pt x="164371" y="54582"/>
                  </a:lnTo>
                  <a:lnTo>
                    <a:pt x="168926" y="57446"/>
                  </a:lnTo>
                  <a:lnTo>
                    <a:pt x="172322" y="59581"/>
                  </a:lnTo>
                  <a:lnTo>
                    <a:pt x="173334" y="60839"/>
                  </a:lnTo>
                  <a:lnTo>
                    <a:pt x="174263" y="61995"/>
                  </a:lnTo>
                  <a:lnTo>
                    <a:pt x="165277" y="74277"/>
                  </a:lnTo>
                  <a:lnTo>
                    <a:pt x="165188" y="74411"/>
                  </a:lnTo>
                  <a:lnTo>
                    <a:pt x="159538" y="70148"/>
                  </a:lnTo>
                  <a:lnTo>
                    <a:pt x="158624" y="69458"/>
                  </a:lnTo>
                  <a:lnTo>
                    <a:pt x="155684" y="67800"/>
                  </a:lnTo>
                  <a:lnTo>
                    <a:pt x="151081" y="65204"/>
                  </a:lnTo>
                  <a:lnTo>
                    <a:pt x="149325" y="65093"/>
                  </a:lnTo>
                  <a:lnTo>
                    <a:pt x="147525" y="64980"/>
                  </a:lnTo>
                  <a:lnTo>
                    <a:pt x="145660" y="64862"/>
                  </a:lnTo>
                  <a:lnTo>
                    <a:pt x="144934" y="65289"/>
                  </a:lnTo>
                  <a:lnTo>
                    <a:pt x="140468" y="67912"/>
                  </a:lnTo>
                  <a:lnTo>
                    <a:pt x="139508" y="67973"/>
                  </a:lnTo>
                  <a:lnTo>
                    <a:pt x="137788" y="69549"/>
                  </a:lnTo>
                  <a:lnTo>
                    <a:pt x="136738" y="70511"/>
                  </a:lnTo>
                  <a:lnTo>
                    <a:pt x="136168" y="77308"/>
                  </a:lnTo>
                  <a:lnTo>
                    <a:pt x="143790" y="86375"/>
                  </a:lnTo>
                  <a:lnTo>
                    <a:pt x="145120" y="93948"/>
                  </a:lnTo>
                  <a:lnTo>
                    <a:pt x="147590" y="102104"/>
                  </a:lnTo>
                  <a:lnTo>
                    <a:pt x="149300" y="109289"/>
                  </a:lnTo>
                  <a:lnTo>
                    <a:pt x="151769" y="118804"/>
                  </a:lnTo>
                  <a:lnTo>
                    <a:pt x="150440" y="122882"/>
                  </a:lnTo>
                  <a:lnTo>
                    <a:pt x="147970" y="124630"/>
                  </a:lnTo>
                  <a:lnTo>
                    <a:pt x="147625" y="128484"/>
                  </a:lnTo>
                  <a:lnTo>
                    <a:pt x="143291" y="130730"/>
                  </a:lnTo>
                  <a:lnTo>
                    <a:pt x="139254" y="141167"/>
                  </a:lnTo>
                  <a:lnTo>
                    <a:pt x="140850" y="151641"/>
                  </a:lnTo>
                  <a:lnTo>
                    <a:pt x="136480" y="153486"/>
                  </a:lnTo>
                  <a:lnTo>
                    <a:pt x="132799" y="158486"/>
                  </a:lnTo>
                  <a:lnTo>
                    <a:pt x="135198" y="160962"/>
                  </a:lnTo>
                  <a:lnTo>
                    <a:pt x="130995" y="164652"/>
                  </a:lnTo>
                  <a:lnTo>
                    <a:pt x="127309" y="166199"/>
                  </a:lnTo>
                  <a:lnTo>
                    <a:pt x="127548" y="166508"/>
                  </a:lnTo>
                  <a:lnTo>
                    <a:pt x="127868" y="166923"/>
                  </a:lnTo>
                  <a:lnTo>
                    <a:pt x="131739" y="172231"/>
                  </a:lnTo>
                  <a:lnTo>
                    <a:pt x="142129" y="180498"/>
                  </a:lnTo>
                  <a:lnTo>
                    <a:pt x="141848" y="181495"/>
                  </a:lnTo>
                  <a:lnTo>
                    <a:pt x="139853" y="184117"/>
                  </a:lnTo>
                  <a:lnTo>
                    <a:pt x="139656" y="184293"/>
                  </a:lnTo>
                  <a:lnTo>
                    <a:pt x="137920" y="186398"/>
                  </a:lnTo>
                  <a:lnTo>
                    <a:pt x="137641" y="186841"/>
                  </a:lnTo>
                  <a:lnTo>
                    <a:pt x="126318" y="180060"/>
                  </a:lnTo>
                  <a:lnTo>
                    <a:pt x="124867" y="182117"/>
                  </a:lnTo>
                  <a:lnTo>
                    <a:pt x="124456" y="182700"/>
                  </a:lnTo>
                  <a:lnTo>
                    <a:pt x="115595" y="171462"/>
                  </a:lnTo>
                  <a:lnTo>
                    <a:pt x="109820" y="175656"/>
                  </a:lnTo>
                  <a:lnTo>
                    <a:pt x="108034" y="173132"/>
                  </a:lnTo>
                  <a:lnTo>
                    <a:pt x="112365" y="169870"/>
                  </a:lnTo>
                  <a:lnTo>
                    <a:pt x="106248" y="161248"/>
                  </a:lnTo>
                  <a:lnTo>
                    <a:pt x="100723" y="165186"/>
                  </a:lnTo>
                  <a:lnTo>
                    <a:pt x="99420" y="163064"/>
                  </a:lnTo>
                  <a:lnTo>
                    <a:pt x="97927" y="164021"/>
                  </a:lnTo>
                  <a:lnTo>
                    <a:pt x="93790" y="166745"/>
                  </a:lnTo>
                  <a:lnTo>
                    <a:pt x="88169" y="170444"/>
                  </a:lnTo>
                  <a:lnTo>
                    <a:pt x="82102" y="174438"/>
                  </a:lnTo>
                  <a:lnTo>
                    <a:pt x="81232" y="173957"/>
                  </a:lnTo>
                  <a:lnTo>
                    <a:pt x="81036" y="173848"/>
                  </a:lnTo>
                  <a:lnTo>
                    <a:pt x="80042" y="173299"/>
                  </a:lnTo>
                  <a:lnTo>
                    <a:pt x="77670" y="171987"/>
                  </a:lnTo>
                  <a:lnTo>
                    <a:pt x="74871" y="170439"/>
                  </a:lnTo>
                  <a:lnTo>
                    <a:pt x="73687" y="169785"/>
                  </a:lnTo>
                  <a:lnTo>
                    <a:pt x="73540" y="169703"/>
                  </a:lnTo>
                  <a:lnTo>
                    <a:pt x="72702" y="168642"/>
                  </a:lnTo>
                  <a:lnTo>
                    <a:pt x="72785" y="168444"/>
                  </a:lnTo>
                  <a:lnTo>
                    <a:pt x="68663" y="166672"/>
                  </a:lnTo>
                  <a:lnTo>
                    <a:pt x="65423" y="165279"/>
                  </a:lnTo>
                  <a:lnTo>
                    <a:pt x="59238" y="162618"/>
                  </a:lnTo>
                  <a:lnTo>
                    <a:pt x="59024" y="163082"/>
                  </a:lnTo>
                  <a:lnTo>
                    <a:pt x="56222" y="169144"/>
                  </a:lnTo>
                  <a:lnTo>
                    <a:pt x="53596" y="174827"/>
                  </a:lnTo>
                  <a:lnTo>
                    <a:pt x="52285" y="177662"/>
                  </a:lnTo>
                  <a:lnTo>
                    <a:pt x="51638" y="179113"/>
                  </a:lnTo>
                  <a:lnTo>
                    <a:pt x="51609" y="180123"/>
                  </a:lnTo>
                  <a:lnTo>
                    <a:pt x="51591" y="180736"/>
                  </a:lnTo>
                  <a:lnTo>
                    <a:pt x="51531" y="182801"/>
                  </a:lnTo>
                  <a:lnTo>
                    <a:pt x="51512" y="183469"/>
                  </a:lnTo>
                  <a:lnTo>
                    <a:pt x="51636" y="183783"/>
                  </a:lnTo>
                  <a:lnTo>
                    <a:pt x="52882" y="186942"/>
                  </a:lnTo>
                  <a:lnTo>
                    <a:pt x="53524" y="188572"/>
                  </a:lnTo>
                  <a:lnTo>
                    <a:pt x="54481" y="190177"/>
                  </a:lnTo>
                  <a:lnTo>
                    <a:pt x="54997" y="192456"/>
                  </a:lnTo>
                  <a:lnTo>
                    <a:pt x="55085" y="192664"/>
                  </a:lnTo>
                  <a:lnTo>
                    <a:pt x="54834" y="192633"/>
                  </a:lnTo>
                  <a:lnTo>
                    <a:pt x="47004" y="191682"/>
                  </a:lnTo>
                  <a:lnTo>
                    <a:pt x="42615" y="191257"/>
                  </a:lnTo>
                  <a:lnTo>
                    <a:pt x="42198" y="191183"/>
                  </a:lnTo>
                  <a:lnTo>
                    <a:pt x="41626" y="189218"/>
                  </a:lnTo>
                  <a:lnTo>
                    <a:pt x="41287" y="188053"/>
                  </a:lnTo>
                  <a:lnTo>
                    <a:pt x="39177" y="182300"/>
                  </a:lnTo>
                  <a:lnTo>
                    <a:pt x="39161" y="181349"/>
                  </a:lnTo>
                  <a:lnTo>
                    <a:pt x="39093" y="177305"/>
                  </a:lnTo>
                  <a:lnTo>
                    <a:pt x="39693" y="175735"/>
                  </a:lnTo>
                  <a:lnTo>
                    <a:pt x="39943" y="175079"/>
                  </a:lnTo>
                  <a:lnTo>
                    <a:pt x="40976" y="172368"/>
                  </a:lnTo>
                  <a:lnTo>
                    <a:pt x="41143" y="171406"/>
                  </a:lnTo>
                  <a:lnTo>
                    <a:pt x="41555" y="169030"/>
                  </a:lnTo>
                  <a:lnTo>
                    <a:pt x="41606" y="168736"/>
                  </a:lnTo>
                  <a:lnTo>
                    <a:pt x="41686" y="168275"/>
                  </a:lnTo>
                  <a:lnTo>
                    <a:pt x="41897" y="162073"/>
                  </a:lnTo>
                  <a:lnTo>
                    <a:pt x="41971" y="159916"/>
                  </a:lnTo>
                  <a:lnTo>
                    <a:pt x="41549" y="158806"/>
                  </a:lnTo>
                  <a:lnTo>
                    <a:pt x="41298" y="156049"/>
                  </a:lnTo>
                  <a:lnTo>
                    <a:pt x="40060" y="155488"/>
                  </a:lnTo>
                  <a:lnTo>
                    <a:pt x="39737" y="155341"/>
                  </a:lnTo>
                  <a:lnTo>
                    <a:pt x="38774" y="154904"/>
                  </a:lnTo>
                  <a:lnTo>
                    <a:pt x="38063" y="154581"/>
                  </a:lnTo>
                  <a:lnTo>
                    <a:pt x="37661" y="153625"/>
                  </a:lnTo>
                  <a:lnTo>
                    <a:pt x="37393" y="152988"/>
                  </a:lnTo>
                  <a:lnTo>
                    <a:pt x="38080" y="148871"/>
                  </a:lnTo>
                  <a:lnTo>
                    <a:pt x="37916" y="147450"/>
                  </a:lnTo>
                  <a:lnTo>
                    <a:pt x="37834" y="146730"/>
                  </a:lnTo>
                  <a:lnTo>
                    <a:pt x="30733" y="137211"/>
                  </a:lnTo>
                  <a:lnTo>
                    <a:pt x="30733" y="131706"/>
                  </a:lnTo>
                  <a:lnTo>
                    <a:pt x="40251" y="124104"/>
                  </a:lnTo>
                  <a:lnTo>
                    <a:pt x="43480" y="117530"/>
                  </a:lnTo>
                  <a:lnTo>
                    <a:pt x="46377" y="112433"/>
                  </a:lnTo>
                  <a:lnTo>
                    <a:pt x="45095" y="108695"/>
                  </a:lnTo>
                  <a:lnTo>
                    <a:pt x="42008" y="106073"/>
                  </a:lnTo>
                  <a:lnTo>
                    <a:pt x="37638" y="104957"/>
                  </a:lnTo>
                  <a:lnTo>
                    <a:pt x="30039" y="105491"/>
                  </a:lnTo>
                  <a:lnTo>
                    <a:pt x="24815" y="107773"/>
                  </a:lnTo>
                  <a:lnTo>
                    <a:pt x="23313" y="105870"/>
                  </a:lnTo>
                  <a:lnTo>
                    <a:pt x="6624" y="95393"/>
                  </a:lnTo>
                  <a:lnTo>
                    <a:pt x="0" y="94671"/>
                  </a:lnTo>
                  <a:lnTo>
                    <a:pt x="4561" y="89643"/>
                  </a:lnTo>
                  <a:lnTo>
                    <a:pt x="26333" y="88128"/>
                  </a:lnTo>
                  <a:lnTo>
                    <a:pt x="45439" y="86645"/>
                  </a:lnTo>
                  <a:lnTo>
                    <a:pt x="53348" y="86031"/>
                  </a:lnTo>
                  <a:lnTo>
                    <a:pt x="71928" y="82768"/>
                  </a:lnTo>
                  <a:lnTo>
                    <a:pt x="73499" y="80204"/>
                  </a:lnTo>
                  <a:lnTo>
                    <a:pt x="77594" y="73519"/>
                  </a:lnTo>
                  <a:lnTo>
                    <a:pt x="79565" y="70301"/>
                  </a:lnTo>
                  <a:lnTo>
                    <a:pt x="79936" y="61369"/>
                  </a:lnTo>
                  <a:lnTo>
                    <a:pt x="88565" y="56922"/>
                  </a:lnTo>
                  <a:lnTo>
                    <a:pt x="93165" y="59491"/>
                  </a:lnTo>
                  <a:lnTo>
                    <a:pt x="96467" y="61335"/>
                  </a:lnTo>
                  <a:lnTo>
                    <a:pt x="97983" y="58966"/>
                  </a:lnTo>
                  <a:lnTo>
                    <a:pt x="101275" y="53821"/>
                  </a:lnTo>
                  <a:lnTo>
                    <a:pt x="98565" y="42662"/>
                  </a:lnTo>
                  <a:lnTo>
                    <a:pt x="97224" y="37140"/>
                  </a:lnTo>
                  <a:lnTo>
                    <a:pt x="97171" y="36920"/>
                  </a:lnTo>
                  <a:lnTo>
                    <a:pt x="96993" y="36188"/>
                  </a:lnTo>
                  <a:lnTo>
                    <a:pt x="97690" y="34765"/>
                  </a:lnTo>
                  <a:lnTo>
                    <a:pt x="99209" y="33988"/>
                  </a:lnTo>
                  <a:lnTo>
                    <a:pt x="101618" y="34180"/>
                  </a:lnTo>
                  <a:lnTo>
                    <a:pt x="102162" y="34232"/>
                  </a:lnTo>
                  <a:lnTo>
                    <a:pt x="102495" y="34368"/>
                  </a:lnTo>
                  <a:lnTo>
                    <a:pt x="103845" y="34920"/>
                  </a:lnTo>
                  <a:lnTo>
                    <a:pt x="105344" y="36880"/>
                  </a:lnTo>
                  <a:lnTo>
                    <a:pt x="106163" y="37950"/>
                  </a:lnTo>
                  <a:lnTo>
                    <a:pt x="108689" y="39562"/>
                  </a:lnTo>
                  <a:lnTo>
                    <a:pt x="109307" y="39956"/>
                  </a:lnTo>
                  <a:lnTo>
                    <a:pt x="109880" y="40322"/>
                  </a:lnTo>
                  <a:lnTo>
                    <a:pt x="110706" y="40565"/>
                  </a:lnTo>
                  <a:lnTo>
                    <a:pt x="113323" y="41334"/>
                  </a:lnTo>
                  <a:lnTo>
                    <a:pt x="114409" y="40721"/>
                  </a:lnTo>
                  <a:lnTo>
                    <a:pt x="114767" y="40519"/>
                  </a:lnTo>
                  <a:lnTo>
                    <a:pt x="115053" y="39956"/>
                  </a:lnTo>
                  <a:lnTo>
                    <a:pt x="115254" y="39562"/>
                  </a:lnTo>
                  <a:lnTo>
                    <a:pt x="115840" y="38411"/>
                  </a:lnTo>
                  <a:lnTo>
                    <a:pt x="116393" y="37324"/>
                  </a:lnTo>
                  <a:lnTo>
                    <a:pt x="117199" y="35742"/>
                  </a:lnTo>
                  <a:lnTo>
                    <a:pt x="119735" y="35640"/>
                  </a:lnTo>
                  <a:lnTo>
                    <a:pt x="121074" y="35586"/>
                  </a:lnTo>
                  <a:lnTo>
                    <a:pt x="122034" y="35565"/>
                  </a:lnTo>
                  <a:lnTo>
                    <a:pt x="122170" y="35562"/>
                  </a:lnTo>
                  <a:lnTo>
                    <a:pt x="124494" y="35509"/>
                  </a:lnTo>
                  <a:lnTo>
                    <a:pt x="125223" y="35322"/>
                  </a:lnTo>
                  <a:lnTo>
                    <a:pt x="126246" y="33095"/>
                  </a:lnTo>
                  <a:lnTo>
                    <a:pt x="126464" y="32498"/>
                  </a:lnTo>
                  <a:lnTo>
                    <a:pt x="126987" y="31066"/>
                  </a:lnTo>
                  <a:lnTo>
                    <a:pt x="127654" y="29238"/>
                  </a:lnTo>
                  <a:lnTo>
                    <a:pt x="127968" y="28378"/>
                  </a:lnTo>
                  <a:lnTo>
                    <a:pt x="127634" y="27955"/>
                  </a:lnTo>
                  <a:lnTo>
                    <a:pt x="129256" y="24866"/>
                  </a:lnTo>
                  <a:lnTo>
                    <a:pt x="131854" y="19921"/>
                  </a:lnTo>
                  <a:lnTo>
                    <a:pt x="132142" y="19294"/>
                  </a:lnTo>
                  <a:lnTo>
                    <a:pt x="132831" y="17794"/>
                  </a:lnTo>
                  <a:lnTo>
                    <a:pt x="135073" y="14257"/>
                  </a:lnTo>
                  <a:lnTo>
                    <a:pt x="135804" y="13104"/>
                  </a:lnTo>
                  <a:lnTo>
                    <a:pt x="136678" y="11725"/>
                  </a:lnTo>
                  <a:lnTo>
                    <a:pt x="137270" y="10545"/>
                  </a:lnTo>
                  <a:lnTo>
                    <a:pt x="138119" y="8851"/>
                  </a:lnTo>
                  <a:lnTo>
                    <a:pt x="140198" y="4705"/>
                  </a:lnTo>
                  <a:lnTo>
                    <a:pt x="141574" y="1962"/>
                  </a:lnTo>
                  <a:lnTo>
                    <a:pt x="142558" y="0"/>
                  </a:lnTo>
                  <a:lnTo>
                    <a:pt x="146261" y="1962"/>
                  </a:lnTo>
                  <a:lnTo>
                    <a:pt x="147402" y="2567"/>
                  </a:lnTo>
                  <a:lnTo>
                    <a:pt x="150352" y="3026"/>
                  </a:lnTo>
                  <a:lnTo>
                    <a:pt x="160710" y="4639"/>
                  </a:lnTo>
                  <a:lnTo>
                    <a:pt x="160302" y="5923"/>
                  </a:lnTo>
                  <a:lnTo>
                    <a:pt x="158833" y="10545"/>
                  </a:lnTo>
                  <a:lnTo>
                    <a:pt x="158019" y="13104"/>
                  </a:lnTo>
                  <a:lnTo>
                    <a:pt x="156051" y="19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82316" y="3006738"/>
              <a:ext cx="63355" cy="71870"/>
            </a:xfrm>
            <a:custGeom>
              <a:avLst/>
              <a:pathLst>
                <a:path w="63355" h="71870">
                  <a:moveTo>
                    <a:pt x="44843" y="2388"/>
                  </a:moveTo>
                  <a:lnTo>
                    <a:pt x="48678" y="1958"/>
                  </a:lnTo>
                  <a:lnTo>
                    <a:pt x="51340" y="1660"/>
                  </a:lnTo>
                  <a:lnTo>
                    <a:pt x="53648" y="3094"/>
                  </a:lnTo>
                  <a:lnTo>
                    <a:pt x="54672" y="3730"/>
                  </a:lnTo>
                  <a:lnTo>
                    <a:pt x="63219" y="9040"/>
                  </a:lnTo>
                  <a:lnTo>
                    <a:pt x="63355" y="9124"/>
                  </a:lnTo>
                  <a:lnTo>
                    <a:pt x="61698" y="11364"/>
                  </a:lnTo>
                  <a:lnTo>
                    <a:pt x="60943" y="12518"/>
                  </a:lnTo>
                  <a:lnTo>
                    <a:pt x="60745" y="13863"/>
                  </a:lnTo>
                  <a:lnTo>
                    <a:pt x="59919" y="19470"/>
                  </a:lnTo>
                  <a:lnTo>
                    <a:pt x="58000" y="32490"/>
                  </a:lnTo>
                  <a:lnTo>
                    <a:pt x="57241" y="37642"/>
                  </a:lnTo>
                  <a:lnTo>
                    <a:pt x="56942" y="39680"/>
                  </a:lnTo>
                  <a:lnTo>
                    <a:pt x="56545" y="42365"/>
                  </a:lnTo>
                  <a:lnTo>
                    <a:pt x="55011" y="43244"/>
                  </a:lnTo>
                  <a:lnTo>
                    <a:pt x="53543" y="44084"/>
                  </a:lnTo>
                  <a:lnTo>
                    <a:pt x="52773" y="56495"/>
                  </a:lnTo>
                  <a:lnTo>
                    <a:pt x="52711" y="57488"/>
                  </a:lnTo>
                  <a:lnTo>
                    <a:pt x="52672" y="58111"/>
                  </a:lnTo>
                  <a:lnTo>
                    <a:pt x="52583" y="59341"/>
                  </a:lnTo>
                  <a:lnTo>
                    <a:pt x="52079" y="66267"/>
                  </a:lnTo>
                  <a:lnTo>
                    <a:pt x="52011" y="67910"/>
                  </a:lnTo>
                  <a:lnTo>
                    <a:pt x="51848" y="71870"/>
                  </a:lnTo>
                  <a:lnTo>
                    <a:pt x="42338" y="71277"/>
                  </a:lnTo>
                  <a:lnTo>
                    <a:pt x="36792" y="68562"/>
                  </a:lnTo>
                  <a:lnTo>
                    <a:pt x="35082" y="69533"/>
                  </a:lnTo>
                  <a:lnTo>
                    <a:pt x="33989" y="69290"/>
                  </a:lnTo>
                  <a:lnTo>
                    <a:pt x="31377" y="65455"/>
                  </a:lnTo>
                  <a:lnTo>
                    <a:pt x="29667" y="63513"/>
                  </a:lnTo>
                  <a:lnTo>
                    <a:pt x="27957" y="62930"/>
                  </a:lnTo>
                  <a:lnTo>
                    <a:pt x="25488" y="66377"/>
                  </a:lnTo>
                  <a:lnTo>
                    <a:pt x="24281" y="68579"/>
                  </a:lnTo>
                  <a:lnTo>
                    <a:pt x="23808" y="69442"/>
                  </a:lnTo>
                  <a:lnTo>
                    <a:pt x="22356" y="68945"/>
                  </a:lnTo>
                  <a:lnTo>
                    <a:pt x="19033" y="67806"/>
                  </a:lnTo>
                  <a:lnTo>
                    <a:pt x="15984" y="66146"/>
                  </a:lnTo>
                  <a:lnTo>
                    <a:pt x="13177" y="64115"/>
                  </a:lnTo>
                  <a:lnTo>
                    <a:pt x="10706" y="62794"/>
                  </a:lnTo>
                  <a:lnTo>
                    <a:pt x="9625" y="62763"/>
                  </a:lnTo>
                  <a:lnTo>
                    <a:pt x="9323" y="62755"/>
                  </a:lnTo>
                  <a:lnTo>
                    <a:pt x="8269" y="63126"/>
                  </a:lnTo>
                  <a:lnTo>
                    <a:pt x="6668" y="59248"/>
                  </a:lnTo>
                  <a:lnTo>
                    <a:pt x="0" y="52024"/>
                  </a:lnTo>
                  <a:lnTo>
                    <a:pt x="1331" y="51445"/>
                  </a:lnTo>
                  <a:lnTo>
                    <a:pt x="1940" y="51180"/>
                  </a:lnTo>
                  <a:lnTo>
                    <a:pt x="3704" y="50412"/>
                  </a:lnTo>
                  <a:lnTo>
                    <a:pt x="5321" y="49724"/>
                  </a:lnTo>
                  <a:lnTo>
                    <a:pt x="5961" y="49451"/>
                  </a:lnTo>
                  <a:lnTo>
                    <a:pt x="7282" y="49075"/>
                  </a:lnTo>
                  <a:lnTo>
                    <a:pt x="8528" y="48720"/>
                  </a:lnTo>
                  <a:lnTo>
                    <a:pt x="9130" y="48693"/>
                  </a:lnTo>
                  <a:lnTo>
                    <a:pt x="11930" y="48568"/>
                  </a:lnTo>
                  <a:lnTo>
                    <a:pt x="12448" y="48917"/>
                  </a:lnTo>
                  <a:lnTo>
                    <a:pt x="17250" y="52160"/>
                  </a:lnTo>
                  <a:lnTo>
                    <a:pt x="18067" y="49247"/>
                  </a:lnTo>
                  <a:lnTo>
                    <a:pt x="18681" y="45526"/>
                  </a:lnTo>
                  <a:lnTo>
                    <a:pt x="19546" y="40280"/>
                  </a:lnTo>
                  <a:lnTo>
                    <a:pt x="20691" y="33342"/>
                  </a:lnTo>
                  <a:lnTo>
                    <a:pt x="20764" y="32897"/>
                  </a:lnTo>
                  <a:lnTo>
                    <a:pt x="21258" y="28955"/>
                  </a:lnTo>
                  <a:lnTo>
                    <a:pt x="14191" y="28003"/>
                  </a:lnTo>
                  <a:lnTo>
                    <a:pt x="13867" y="24325"/>
                  </a:lnTo>
                  <a:lnTo>
                    <a:pt x="14553" y="24267"/>
                  </a:lnTo>
                  <a:lnTo>
                    <a:pt x="13994" y="12307"/>
                  </a:lnTo>
                  <a:lnTo>
                    <a:pt x="13407" y="12221"/>
                  </a:lnTo>
                  <a:lnTo>
                    <a:pt x="13386" y="11937"/>
                  </a:lnTo>
                  <a:lnTo>
                    <a:pt x="13037" y="7168"/>
                  </a:lnTo>
                  <a:lnTo>
                    <a:pt x="13062" y="1129"/>
                  </a:lnTo>
                  <a:lnTo>
                    <a:pt x="15662" y="389"/>
                  </a:lnTo>
                  <a:lnTo>
                    <a:pt x="31563" y="0"/>
                  </a:lnTo>
                  <a:lnTo>
                    <a:pt x="33892" y="418"/>
                  </a:lnTo>
                  <a:lnTo>
                    <a:pt x="34855" y="592"/>
                  </a:lnTo>
                  <a:lnTo>
                    <a:pt x="39076" y="1351"/>
                  </a:lnTo>
                  <a:lnTo>
                    <a:pt x="40288" y="1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602491" y="5038169"/>
              <a:ext cx="163606" cy="147187"/>
            </a:xfrm>
            <a:custGeom>
              <a:avLst/>
              <a:pathLst>
                <a:path w="163606" h="147187">
                  <a:moveTo>
                    <a:pt x="137615" y="41333"/>
                  </a:moveTo>
                  <a:lnTo>
                    <a:pt x="141830" y="41636"/>
                  </a:lnTo>
                  <a:lnTo>
                    <a:pt x="151050" y="40876"/>
                  </a:lnTo>
                  <a:lnTo>
                    <a:pt x="151742" y="40818"/>
                  </a:lnTo>
                  <a:lnTo>
                    <a:pt x="154875" y="40605"/>
                  </a:lnTo>
                  <a:lnTo>
                    <a:pt x="156895" y="40468"/>
                  </a:lnTo>
                  <a:lnTo>
                    <a:pt x="158822" y="40926"/>
                  </a:lnTo>
                  <a:lnTo>
                    <a:pt x="160041" y="41514"/>
                  </a:lnTo>
                  <a:lnTo>
                    <a:pt x="160622" y="42073"/>
                  </a:lnTo>
                  <a:lnTo>
                    <a:pt x="161033" y="42889"/>
                  </a:lnTo>
                  <a:lnTo>
                    <a:pt x="161333" y="44076"/>
                  </a:lnTo>
                  <a:lnTo>
                    <a:pt x="161523" y="45941"/>
                  </a:lnTo>
                  <a:lnTo>
                    <a:pt x="161557" y="46272"/>
                  </a:lnTo>
                  <a:lnTo>
                    <a:pt x="161796" y="79478"/>
                  </a:lnTo>
                  <a:lnTo>
                    <a:pt x="161885" y="80748"/>
                  </a:lnTo>
                  <a:lnTo>
                    <a:pt x="162028" y="82772"/>
                  </a:lnTo>
                  <a:lnTo>
                    <a:pt x="162693" y="92235"/>
                  </a:lnTo>
                  <a:lnTo>
                    <a:pt x="162700" y="92371"/>
                  </a:lnTo>
                  <a:lnTo>
                    <a:pt x="162911" y="96263"/>
                  </a:lnTo>
                  <a:lnTo>
                    <a:pt x="162944" y="96774"/>
                  </a:lnTo>
                  <a:lnTo>
                    <a:pt x="163174" y="100303"/>
                  </a:lnTo>
                  <a:lnTo>
                    <a:pt x="163261" y="101647"/>
                  </a:lnTo>
                  <a:lnTo>
                    <a:pt x="163320" y="102548"/>
                  </a:lnTo>
                  <a:lnTo>
                    <a:pt x="163606" y="106944"/>
                  </a:lnTo>
                  <a:lnTo>
                    <a:pt x="163360" y="121425"/>
                  </a:lnTo>
                  <a:lnTo>
                    <a:pt x="163349" y="122060"/>
                  </a:lnTo>
                  <a:lnTo>
                    <a:pt x="163345" y="122299"/>
                  </a:lnTo>
                  <a:lnTo>
                    <a:pt x="161269" y="122639"/>
                  </a:lnTo>
                  <a:lnTo>
                    <a:pt x="160625" y="122744"/>
                  </a:lnTo>
                  <a:lnTo>
                    <a:pt x="151780" y="124195"/>
                  </a:lnTo>
                  <a:lnTo>
                    <a:pt x="149045" y="124220"/>
                  </a:lnTo>
                  <a:lnTo>
                    <a:pt x="148304" y="124180"/>
                  </a:lnTo>
                  <a:lnTo>
                    <a:pt x="146361" y="124076"/>
                  </a:lnTo>
                  <a:lnTo>
                    <a:pt x="144901" y="123967"/>
                  </a:lnTo>
                  <a:lnTo>
                    <a:pt x="125961" y="122556"/>
                  </a:lnTo>
                  <a:lnTo>
                    <a:pt x="124218" y="122426"/>
                  </a:lnTo>
                  <a:lnTo>
                    <a:pt x="118146" y="122026"/>
                  </a:lnTo>
                  <a:lnTo>
                    <a:pt x="114666" y="121797"/>
                  </a:lnTo>
                  <a:lnTo>
                    <a:pt x="109610" y="121405"/>
                  </a:lnTo>
                  <a:lnTo>
                    <a:pt x="106550" y="121168"/>
                  </a:lnTo>
                  <a:lnTo>
                    <a:pt x="106332" y="121159"/>
                  </a:lnTo>
                  <a:lnTo>
                    <a:pt x="105526" y="121129"/>
                  </a:lnTo>
                  <a:lnTo>
                    <a:pt x="97775" y="120836"/>
                  </a:lnTo>
                  <a:lnTo>
                    <a:pt x="88821" y="121048"/>
                  </a:lnTo>
                  <a:lnTo>
                    <a:pt x="88653" y="121066"/>
                  </a:lnTo>
                  <a:lnTo>
                    <a:pt x="86300" y="121323"/>
                  </a:lnTo>
                  <a:lnTo>
                    <a:pt x="85823" y="121427"/>
                  </a:lnTo>
                  <a:lnTo>
                    <a:pt x="80699" y="122548"/>
                  </a:lnTo>
                  <a:lnTo>
                    <a:pt x="76262" y="123959"/>
                  </a:lnTo>
                  <a:lnTo>
                    <a:pt x="70387" y="125826"/>
                  </a:lnTo>
                  <a:lnTo>
                    <a:pt x="69797" y="126038"/>
                  </a:lnTo>
                  <a:lnTo>
                    <a:pt x="66138" y="127353"/>
                  </a:lnTo>
                  <a:lnTo>
                    <a:pt x="54500" y="131537"/>
                  </a:lnTo>
                  <a:lnTo>
                    <a:pt x="36556" y="138146"/>
                  </a:lnTo>
                  <a:lnTo>
                    <a:pt x="32671" y="139577"/>
                  </a:lnTo>
                  <a:lnTo>
                    <a:pt x="30987" y="140203"/>
                  </a:lnTo>
                  <a:lnTo>
                    <a:pt x="30855" y="140252"/>
                  </a:lnTo>
                  <a:lnTo>
                    <a:pt x="19453" y="144491"/>
                  </a:lnTo>
                  <a:lnTo>
                    <a:pt x="15788" y="145854"/>
                  </a:lnTo>
                  <a:lnTo>
                    <a:pt x="13322" y="146767"/>
                  </a:lnTo>
                  <a:lnTo>
                    <a:pt x="12308" y="146863"/>
                  </a:lnTo>
                  <a:lnTo>
                    <a:pt x="12153" y="146878"/>
                  </a:lnTo>
                  <a:lnTo>
                    <a:pt x="11494" y="146976"/>
                  </a:lnTo>
                  <a:lnTo>
                    <a:pt x="10862" y="147070"/>
                  </a:lnTo>
                  <a:lnTo>
                    <a:pt x="8696" y="147187"/>
                  </a:lnTo>
                  <a:lnTo>
                    <a:pt x="7713" y="147100"/>
                  </a:lnTo>
                  <a:lnTo>
                    <a:pt x="6325" y="146977"/>
                  </a:lnTo>
                  <a:lnTo>
                    <a:pt x="3339" y="146465"/>
                  </a:lnTo>
                  <a:lnTo>
                    <a:pt x="0" y="145598"/>
                  </a:lnTo>
                  <a:lnTo>
                    <a:pt x="2694" y="142736"/>
                  </a:lnTo>
                  <a:lnTo>
                    <a:pt x="7534" y="135921"/>
                  </a:lnTo>
                  <a:lnTo>
                    <a:pt x="8081" y="135151"/>
                  </a:lnTo>
                  <a:lnTo>
                    <a:pt x="8916" y="133574"/>
                  </a:lnTo>
                  <a:lnTo>
                    <a:pt x="9457" y="132367"/>
                  </a:lnTo>
                  <a:lnTo>
                    <a:pt x="11613" y="126937"/>
                  </a:lnTo>
                  <a:lnTo>
                    <a:pt x="12233" y="125011"/>
                  </a:lnTo>
                  <a:lnTo>
                    <a:pt x="12638" y="123752"/>
                  </a:lnTo>
                  <a:lnTo>
                    <a:pt x="13112" y="121988"/>
                  </a:lnTo>
                  <a:lnTo>
                    <a:pt x="13170" y="121772"/>
                  </a:lnTo>
                  <a:lnTo>
                    <a:pt x="13482" y="120323"/>
                  </a:lnTo>
                  <a:lnTo>
                    <a:pt x="13731" y="119169"/>
                  </a:lnTo>
                  <a:lnTo>
                    <a:pt x="13941" y="117919"/>
                  </a:lnTo>
                  <a:lnTo>
                    <a:pt x="14663" y="107705"/>
                  </a:lnTo>
                  <a:lnTo>
                    <a:pt x="14136" y="99662"/>
                  </a:lnTo>
                  <a:lnTo>
                    <a:pt x="14094" y="99018"/>
                  </a:lnTo>
                  <a:lnTo>
                    <a:pt x="13947" y="96771"/>
                  </a:lnTo>
                  <a:lnTo>
                    <a:pt x="13485" y="89709"/>
                  </a:lnTo>
                  <a:lnTo>
                    <a:pt x="13451" y="89185"/>
                  </a:lnTo>
                  <a:lnTo>
                    <a:pt x="12617" y="76435"/>
                  </a:lnTo>
                  <a:lnTo>
                    <a:pt x="12577" y="75825"/>
                  </a:lnTo>
                  <a:lnTo>
                    <a:pt x="12502" y="74679"/>
                  </a:lnTo>
                  <a:lnTo>
                    <a:pt x="12364" y="72563"/>
                  </a:lnTo>
                  <a:lnTo>
                    <a:pt x="12300" y="71590"/>
                  </a:lnTo>
                  <a:lnTo>
                    <a:pt x="11973" y="66763"/>
                  </a:lnTo>
                  <a:lnTo>
                    <a:pt x="11713" y="62936"/>
                  </a:lnTo>
                  <a:lnTo>
                    <a:pt x="11648" y="61966"/>
                  </a:lnTo>
                  <a:lnTo>
                    <a:pt x="11371" y="57887"/>
                  </a:lnTo>
                  <a:lnTo>
                    <a:pt x="10791" y="49323"/>
                  </a:lnTo>
                  <a:lnTo>
                    <a:pt x="16847" y="48369"/>
                  </a:lnTo>
                  <a:lnTo>
                    <a:pt x="21154" y="47691"/>
                  </a:lnTo>
                  <a:lnTo>
                    <a:pt x="24193" y="46815"/>
                  </a:lnTo>
                  <a:lnTo>
                    <a:pt x="25224" y="46518"/>
                  </a:lnTo>
                  <a:lnTo>
                    <a:pt x="25754" y="46366"/>
                  </a:lnTo>
                  <a:lnTo>
                    <a:pt x="26201" y="46257"/>
                  </a:lnTo>
                  <a:lnTo>
                    <a:pt x="27442" y="45955"/>
                  </a:lnTo>
                  <a:lnTo>
                    <a:pt x="32678" y="43902"/>
                  </a:lnTo>
                  <a:lnTo>
                    <a:pt x="33324" y="43649"/>
                  </a:lnTo>
                  <a:lnTo>
                    <a:pt x="33484" y="43586"/>
                  </a:lnTo>
                  <a:lnTo>
                    <a:pt x="38939" y="39904"/>
                  </a:lnTo>
                  <a:lnTo>
                    <a:pt x="43820" y="36611"/>
                  </a:lnTo>
                  <a:lnTo>
                    <a:pt x="46336" y="34913"/>
                  </a:lnTo>
                  <a:lnTo>
                    <a:pt x="46489" y="34810"/>
                  </a:lnTo>
                  <a:lnTo>
                    <a:pt x="47321" y="34248"/>
                  </a:lnTo>
                  <a:lnTo>
                    <a:pt x="47828" y="33906"/>
                  </a:lnTo>
                  <a:lnTo>
                    <a:pt x="54874" y="29151"/>
                  </a:lnTo>
                  <a:lnTo>
                    <a:pt x="55384" y="28807"/>
                  </a:lnTo>
                  <a:lnTo>
                    <a:pt x="62862" y="23760"/>
                  </a:lnTo>
                  <a:lnTo>
                    <a:pt x="63111" y="23592"/>
                  </a:lnTo>
                  <a:lnTo>
                    <a:pt x="70802" y="18401"/>
                  </a:lnTo>
                  <a:lnTo>
                    <a:pt x="71019" y="18255"/>
                  </a:lnTo>
                  <a:lnTo>
                    <a:pt x="78908" y="12931"/>
                  </a:lnTo>
                  <a:lnTo>
                    <a:pt x="79579" y="12478"/>
                  </a:lnTo>
                  <a:lnTo>
                    <a:pt x="79802" y="12328"/>
                  </a:lnTo>
                  <a:lnTo>
                    <a:pt x="80278" y="12007"/>
                  </a:lnTo>
                  <a:lnTo>
                    <a:pt x="80737" y="11792"/>
                  </a:lnTo>
                  <a:lnTo>
                    <a:pt x="82495" y="10971"/>
                  </a:lnTo>
                  <a:lnTo>
                    <a:pt x="85380" y="9624"/>
                  </a:lnTo>
                  <a:lnTo>
                    <a:pt x="109154" y="862"/>
                  </a:lnTo>
                  <a:lnTo>
                    <a:pt x="110884" y="224"/>
                  </a:lnTo>
                  <a:lnTo>
                    <a:pt x="111493" y="0"/>
                  </a:lnTo>
                  <a:lnTo>
                    <a:pt x="111539" y="656"/>
                  </a:lnTo>
                  <a:lnTo>
                    <a:pt x="111686" y="2732"/>
                  </a:lnTo>
                  <a:lnTo>
                    <a:pt x="111734" y="3411"/>
                  </a:lnTo>
                  <a:lnTo>
                    <a:pt x="111934" y="3968"/>
                  </a:lnTo>
                  <a:lnTo>
                    <a:pt x="112209" y="4735"/>
                  </a:lnTo>
                  <a:lnTo>
                    <a:pt x="116628" y="17051"/>
                  </a:lnTo>
                  <a:lnTo>
                    <a:pt x="121381" y="29273"/>
                  </a:lnTo>
                  <a:lnTo>
                    <a:pt x="121503" y="29586"/>
                  </a:lnTo>
                  <a:lnTo>
                    <a:pt x="122160" y="30803"/>
                  </a:lnTo>
                  <a:lnTo>
                    <a:pt x="122342" y="31141"/>
                  </a:lnTo>
                  <a:lnTo>
                    <a:pt x="122751" y="31785"/>
                  </a:lnTo>
                  <a:lnTo>
                    <a:pt x="123577" y="33083"/>
                  </a:lnTo>
                  <a:lnTo>
                    <a:pt x="124694" y="34577"/>
                  </a:lnTo>
                  <a:lnTo>
                    <a:pt x="124815" y="34727"/>
                  </a:lnTo>
                  <a:lnTo>
                    <a:pt x="125762" y="35898"/>
                  </a:lnTo>
                  <a:lnTo>
                    <a:pt x="127519" y="37743"/>
                  </a:lnTo>
                  <a:lnTo>
                    <a:pt x="129415" y="38723"/>
                  </a:lnTo>
                  <a:lnTo>
                    <a:pt x="130749" y="39409"/>
                  </a:lnTo>
                  <a:lnTo>
                    <a:pt x="133578" y="40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702591" y="4940950"/>
              <a:ext cx="114447" cy="142807"/>
            </a:xfrm>
            <a:custGeom>
              <a:avLst/>
              <a:pathLst>
                <a:path w="114447" h="142807">
                  <a:moveTo>
                    <a:pt x="91298" y="2578"/>
                  </a:moveTo>
                  <a:lnTo>
                    <a:pt x="91465" y="4177"/>
                  </a:lnTo>
                  <a:lnTo>
                    <a:pt x="91489" y="4405"/>
                  </a:lnTo>
                  <a:lnTo>
                    <a:pt x="91532" y="5766"/>
                  </a:lnTo>
                  <a:lnTo>
                    <a:pt x="91538" y="5948"/>
                  </a:lnTo>
                  <a:lnTo>
                    <a:pt x="91560" y="6650"/>
                  </a:lnTo>
                  <a:lnTo>
                    <a:pt x="91637" y="7909"/>
                  </a:lnTo>
                  <a:lnTo>
                    <a:pt x="91702" y="8961"/>
                  </a:lnTo>
                  <a:lnTo>
                    <a:pt x="91798" y="10533"/>
                  </a:lnTo>
                  <a:lnTo>
                    <a:pt x="91792" y="10666"/>
                  </a:lnTo>
                  <a:lnTo>
                    <a:pt x="91774" y="11073"/>
                  </a:lnTo>
                  <a:lnTo>
                    <a:pt x="91738" y="11898"/>
                  </a:lnTo>
                  <a:lnTo>
                    <a:pt x="91663" y="13576"/>
                  </a:lnTo>
                  <a:lnTo>
                    <a:pt x="91646" y="13965"/>
                  </a:lnTo>
                  <a:lnTo>
                    <a:pt x="91565" y="15799"/>
                  </a:lnTo>
                  <a:lnTo>
                    <a:pt x="91455" y="18287"/>
                  </a:lnTo>
                  <a:lnTo>
                    <a:pt x="91382" y="19939"/>
                  </a:lnTo>
                  <a:lnTo>
                    <a:pt x="91524" y="21327"/>
                  </a:lnTo>
                  <a:lnTo>
                    <a:pt x="91959" y="25583"/>
                  </a:lnTo>
                  <a:lnTo>
                    <a:pt x="92802" y="28179"/>
                  </a:lnTo>
                  <a:lnTo>
                    <a:pt x="94052" y="32032"/>
                  </a:lnTo>
                  <a:lnTo>
                    <a:pt x="96629" y="39970"/>
                  </a:lnTo>
                  <a:lnTo>
                    <a:pt x="96785" y="40450"/>
                  </a:lnTo>
                  <a:lnTo>
                    <a:pt x="97114" y="41451"/>
                  </a:lnTo>
                  <a:lnTo>
                    <a:pt x="98490" y="45640"/>
                  </a:lnTo>
                  <a:lnTo>
                    <a:pt x="99535" y="48819"/>
                  </a:lnTo>
                  <a:lnTo>
                    <a:pt x="99968" y="50137"/>
                  </a:lnTo>
                  <a:lnTo>
                    <a:pt x="100601" y="52064"/>
                  </a:lnTo>
                  <a:lnTo>
                    <a:pt x="101250" y="54040"/>
                  </a:lnTo>
                  <a:lnTo>
                    <a:pt x="101473" y="54719"/>
                  </a:lnTo>
                  <a:lnTo>
                    <a:pt x="101860" y="55895"/>
                  </a:lnTo>
                  <a:lnTo>
                    <a:pt x="102453" y="57701"/>
                  </a:lnTo>
                  <a:lnTo>
                    <a:pt x="102600" y="58147"/>
                  </a:lnTo>
                  <a:lnTo>
                    <a:pt x="103064" y="59562"/>
                  </a:lnTo>
                  <a:lnTo>
                    <a:pt x="103124" y="59743"/>
                  </a:lnTo>
                  <a:lnTo>
                    <a:pt x="102784" y="59707"/>
                  </a:lnTo>
                  <a:lnTo>
                    <a:pt x="103093" y="63001"/>
                  </a:lnTo>
                  <a:lnTo>
                    <a:pt x="103698" y="69443"/>
                  </a:lnTo>
                  <a:lnTo>
                    <a:pt x="103713" y="69609"/>
                  </a:lnTo>
                  <a:lnTo>
                    <a:pt x="104834" y="69551"/>
                  </a:lnTo>
                  <a:lnTo>
                    <a:pt x="104938" y="69968"/>
                  </a:lnTo>
                  <a:lnTo>
                    <a:pt x="105789" y="73377"/>
                  </a:lnTo>
                  <a:lnTo>
                    <a:pt x="105985" y="74165"/>
                  </a:lnTo>
                  <a:lnTo>
                    <a:pt x="106050" y="74425"/>
                  </a:lnTo>
                  <a:lnTo>
                    <a:pt x="106360" y="74755"/>
                  </a:lnTo>
                  <a:lnTo>
                    <a:pt x="106787" y="75211"/>
                  </a:lnTo>
                  <a:lnTo>
                    <a:pt x="106920" y="75353"/>
                  </a:lnTo>
                  <a:lnTo>
                    <a:pt x="107361" y="75823"/>
                  </a:lnTo>
                  <a:lnTo>
                    <a:pt x="110183" y="81359"/>
                  </a:lnTo>
                  <a:lnTo>
                    <a:pt x="110494" y="81754"/>
                  </a:lnTo>
                  <a:lnTo>
                    <a:pt x="110621" y="81923"/>
                  </a:lnTo>
                  <a:lnTo>
                    <a:pt x="112582" y="85700"/>
                  </a:lnTo>
                  <a:lnTo>
                    <a:pt x="113219" y="86926"/>
                  </a:lnTo>
                  <a:lnTo>
                    <a:pt x="113374" y="87257"/>
                  </a:lnTo>
                  <a:lnTo>
                    <a:pt x="113466" y="87375"/>
                  </a:lnTo>
                  <a:lnTo>
                    <a:pt x="114447" y="89525"/>
                  </a:lnTo>
                  <a:lnTo>
                    <a:pt x="104483" y="89712"/>
                  </a:lnTo>
                  <a:lnTo>
                    <a:pt x="95934" y="90784"/>
                  </a:lnTo>
                  <a:lnTo>
                    <a:pt x="96071" y="92182"/>
                  </a:lnTo>
                  <a:lnTo>
                    <a:pt x="93654" y="92788"/>
                  </a:lnTo>
                  <a:lnTo>
                    <a:pt x="93982" y="93290"/>
                  </a:lnTo>
                  <a:lnTo>
                    <a:pt x="94521" y="94116"/>
                  </a:lnTo>
                  <a:lnTo>
                    <a:pt x="96020" y="98901"/>
                  </a:lnTo>
                  <a:lnTo>
                    <a:pt x="96671" y="100980"/>
                  </a:lnTo>
                  <a:lnTo>
                    <a:pt x="96755" y="101247"/>
                  </a:lnTo>
                  <a:lnTo>
                    <a:pt x="95182" y="101829"/>
                  </a:lnTo>
                  <a:lnTo>
                    <a:pt x="96032" y="103895"/>
                  </a:lnTo>
                  <a:lnTo>
                    <a:pt x="96472" y="104707"/>
                  </a:lnTo>
                  <a:lnTo>
                    <a:pt x="98168" y="103507"/>
                  </a:lnTo>
                  <a:lnTo>
                    <a:pt x="99536" y="104882"/>
                  </a:lnTo>
                  <a:lnTo>
                    <a:pt x="102249" y="105371"/>
                  </a:lnTo>
                  <a:lnTo>
                    <a:pt x="104871" y="104812"/>
                  </a:lnTo>
                  <a:lnTo>
                    <a:pt x="105372" y="100385"/>
                  </a:lnTo>
                  <a:lnTo>
                    <a:pt x="111871" y="101910"/>
                  </a:lnTo>
                  <a:lnTo>
                    <a:pt x="105686" y="110153"/>
                  </a:lnTo>
                  <a:lnTo>
                    <a:pt x="105288" y="110684"/>
                  </a:lnTo>
                  <a:lnTo>
                    <a:pt x="104978" y="110563"/>
                  </a:lnTo>
                  <a:lnTo>
                    <a:pt x="104490" y="110373"/>
                  </a:lnTo>
                  <a:lnTo>
                    <a:pt x="103736" y="111964"/>
                  </a:lnTo>
                  <a:lnTo>
                    <a:pt x="103549" y="112356"/>
                  </a:lnTo>
                  <a:lnTo>
                    <a:pt x="103480" y="112502"/>
                  </a:lnTo>
                  <a:lnTo>
                    <a:pt x="103286" y="112911"/>
                  </a:lnTo>
                  <a:lnTo>
                    <a:pt x="102931" y="113885"/>
                  </a:lnTo>
                  <a:lnTo>
                    <a:pt x="102121" y="116109"/>
                  </a:lnTo>
                  <a:lnTo>
                    <a:pt x="101217" y="117131"/>
                  </a:lnTo>
                  <a:lnTo>
                    <a:pt x="99917" y="117504"/>
                  </a:lnTo>
                  <a:lnTo>
                    <a:pt x="98563" y="117892"/>
                  </a:lnTo>
                  <a:lnTo>
                    <a:pt x="98555" y="118019"/>
                  </a:lnTo>
                  <a:lnTo>
                    <a:pt x="98429" y="120117"/>
                  </a:lnTo>
                  <a:lnTo>
                    <a:pt x="98415" y="120347"/>
                  </a:lnTo>
                  <a:lnTo>
                    <a:pt x="96664" y="120051"/>
                  </a:lnTo>
                  <a:lnTo>
                    <a:pt x="95456" y="119772"/>
                  </a:lnTo>
                  <a:lnTo>
                    <a:pt x="94888" y="119584"/>
                  </a:lnTo>
                  <a:lnTo>
                    <a:pt x="93336" y="119072"/>
                  </a:lnTo>
                  <a:lnTo>
                    <a:pt x="92160" y="119170"/>
                  </a:lnTo>
                  <a:lnTo>
                    <a:pt x="91744" y="119464"/>
                  </a:lnTo>
                  <a:lnTo>
                    <a:pt x="91375" y="119725"/>
                  </a:lnTo>
                  <a:lnTo>
                    <a:pt x="91156" y="119910"/>
                  </a:lnTo>
                  <a:lnTo>
                    <a:pt x="89177" y="121582"/>
                  </a:lnTo>
                  <a:lnTo>
                    <a:pt x="88617" y="122055"/>
                  </a:lnTo>
                  <a:lnTo>
                    <a:pt x="87483" y="123466"/>
                  </a:lnTo>
                  <a:lnTo>
                    <a:pt x="87044" y="124013"/>
                  </a:lnTo>
                  <a:lnTo>
                    <a:pt x="86587" y="124666"/>
                  </a:lnTo>
                  <a:lnTo>
                    <a:pt x="86856" y="125826"/>
                  </a:lnTo>
                  <a:lnTo>
                    <a:pt x="87342" y="125786"/>
                  </a:lnTo>
                  <a:lnTo>
                    <a:pt x="90590" y="125520"/>
                  </a:lnTo>
                  <a:lnTo>
                    <a:pt x="90943" y="125613"/>
                  </a:lnTo>
                  <a:lnTo>
                    <a:pt x="91583" y="128639"/>
                  </a:lnTo>
                  <a:lnTo>
                    <a:pt x="87902" y="129123"/>
                  </a:lnTo>
                  <a:lnTo>
                    <a:pt x="87524" y="129263"/>
                  </a:lnTo>
                  <a:lnTo>
                    <a:pt x="84238" y="132076"/>
                  </a:lnTo>
                  <a:lnTo>
                    <a:pt x="80500" y="135105"/>
                  </a:lnTo>
                  <a:lnTo>
                    <a:pt x="79366" y="136024"/>
                  </a:lnTo>
                  <a:lnTo>
                    <a:pt x="73630" y="141165"/>
                  </a:lnTo>
                  <a:lnTo>
                    <a:pt x="71798" y="142807"/>
                  </a:lnTo>
                  <a:lnTo>
                    <a:pt x="69768" y="141579"/>
                  </a:lnTo>
                  <a:lnTo>
                    <a:pt x="66932" y="139862"/>
                  </a:lnTo>
                  <a:lnTo>
                    <a:pt x="64579" y="138438"/>
                  </a:lnTo>
                  <a:lnTo>
                    <a:pt x="63973" y="138193"/>
                  </a:lnTo>
                  <a:lnTo>
                    <a:pt x="62040" y="137411"/>
                  </a:lnTo>
                  <a:lnTo>
                    <a:pt x="56588" y="135204"/>
                  </a:lnTo>
                  <a:lnTo>
                    <a:pt x="56690" y="137694"/>
                  </a:lnTo>
                  <a:lnTo>
                    <a:pt x="54775" y="137824"/>
                  </a:lnTo>
                  <a:lnTo>
                    <a:pt x="51643" y="138037"/>
                  </a:lnTo>
                  <a:lnTo>
                    <a:pt x="50950" y="138094"/>
                  </a:lnTo>
                  <a:lnTo>
                    <a:pt x="41730" y="138855"/>
                  </a:lnTo>
                  <a:lnTo>
                    <a:pt x="37515" y="138552"/>
                  </a:lnTo>
                  <a:lnTo>
                    <a:pt x="33478" y="137702"/>
                  </a:lnTo>
                  <a:lnTo>
                    <a:pt x="30649" y="136628"/>
                  </a:lnTo>
                  <a:lnTo>
                    <a:pt x="29315" y="135942"/>
                  </a:lnTo>
                  <a:lnTo>
                    <a:pt x="27419" y="134962"/>
                  </a:lnTo>
                  <a:lnTo>
                    <a:pt x="25662" y="133117"/>
                  </a:lnTo>
                  <a:lnTo>
                    <a:pt x="24707" y="131936"/>
                  </a:lnTo>
                  <a:lnTo>
                    <a:pt x="24594" y="131796"/>
                  </a:lnTo>
                  <a:lnTo>
                    <a:pt x="23477" y="130302"/>
                  </a:lnTo>
                  <a:lnTo>
                    <a:pt x="22651" y="129004"/>
                  </a:lnTo>
                  <a:lnTo>
                    <a:pt x="22242" y="128360"/>
                  </a:lnTo>
                  <a:lnTo>
                    <a:pt x="22053" y="128010"/>
                  </a:lnTo>
                  <a:lnTo>
                    <a:pt x="21387" y="126766"/>
                  </a:lnTo>
                  <a:lnTo>
                    <a:pt x="21281" y="126492"/>
                  </a:lnTo>
                  <a:lnTo>
                    <a:pt x="16528" y="114270"/>
                  </a:lnTo>
                  <a:lnTo>
                    <a:pt x="12104" y="101940"/>
                  </a:lnTo>
                  <a:lnTo>
                    <a:pt x="11834" y="101187"/>
                  </a:lnTo>
                  <a:lnTo>
                    <a:pt x="11634" y="100630"/>
                  </a:lnTo>
                  <a:lnTo>
                    <a:pt x="11586" y="99951"/>
                  </a:lnTo>
                  <a:lnTo>
                    <a:pt x="11439" y="97875"/>
                  </a:lnTo>
                  <a:lnTo>
                    <a:pt x="11393" y="97218"/>
                  </a:lnTo>
                  <a:lnTo>
                    <a:pt x="11309" y="96567"/>
                  </a:lnTo>
                  <a:lnTo>
                    <a:pt x="11280" y="96337"/>
                  </a:lnTo>
                  <a:lnTo>
                    <a:pt x="11159" y="95394"/>
                  </a:lnTo>
                  <a:lnTo>
                    <a:pt x="11077" y="94391"/>
                  </a:lnTo>
                  <a:lnTo>
                    <a:pt x="11027" y="93776"/>
                  </a:lnTo>
                  <a:lnTo>
                    <a:pt x="10993" y="93358"/>
                  </a:lnTo>
                  <a:lnTo>
                    <a:pt x="11338" y="88242"/>
                  </a:lnTo>
                  <a:lnTo>
                    <a:pt x="11373" y="87726"/>
                  </a:lnTo>
                  <a:lnTo>
                    <a:pt x="11812" y="85106"/>
                  </a:lnTo>
                  <a:lnTo>
                    <a:pt x="12626" y="80250"/>
                  </a:lnTo>
                  <a:lnTo>
                    <a:pt x="12697" y="79826"/>
                  </a:lnTo>
                  <a:lnTo>
                    <a:pt x="12779" y="79338"/>
                  </a:lnTo>
                  <a:lnTo>
                    <a:pt x="14033" y="73162"/>
                  </a:lnTo>
                  <a:lnTo>
                    <a:pt x="14239" y="71129"/>
                  </a:lnTo>
                  <a:lnTo>
                    <a:pt x="14297" y="70556"/>
                  </a:lnTo>
                  <a:lnTo>
                    <a:pt x="14394" y="69599"/>
                  </a:lnTo>
                  <a:lnTo>
                    <a:pt x="14564" y="67919"/>
                  </a:lnTo>
                  <a:lnTo>
                    <a:pt x="14572" y="67724"/>
                  </a:lnTo>
                  <a:lnTo>
                    <a:pt x="14678" y="65006"/>
                  </a:lnTo>
                  <a:lnTo>
                    <a:pt x="14754" y="63065"/>
                  </a:lnTo>
                  <a:lnTo>
                    <a:pt x="14716" y="59258"/>
                  </a:lnTo>
                  <a:lnTo>
                    <a:pt x="14054" y="54832"/>
                  </a:lnTo>
                  <a:lnTo>
                    <a:pt x="13652" y="52151"/>
                  </a:lnTo>
                  <a:lnTo>
                    <a:pt x="12551" y="47258"/>
                  </a:lnTo>
                  <a:lnTo>
                    <a:pt x="11369" y="43950"/>
                  </a:lnTo>
                  <a:lnTo>
                    <a:pt x="11115" y="43241"/>
                  </a:lnTo>
                  <a:lnTo>
                    <a:pt x="10861" y="42529"/>
                  </a:lnTo>
                  <a:lnTo>
                    <a:pt x="10440" y="41351"/>
                  </a:lnTo>
                  <a:lnTo>
                    <a:pt x="10233" y="40772"/>
                  </a:lnTo>
                  <a:lnTo>
                    <a:pt x="7562" y="33441"/>
                  </a:lnTo>
                  <a:lnTo>
                    <a:pt x="5669" y="28246"/>
                  </a:lnTo>
                  <a:lnTo>
                    <a:pt x="4381" y="24712"/>
                  </a:lnTo>
                  <a:lnTo>
                    <a:pt x="4326" y="24561"/>
                  </a:lnTo>
                  <a:lnTo>
                    <a:pt x="4169" y="24130"/>
                  </a:lnTo>
                  <a:lnTo>
                    <a:pt x="0" y="12470"/>
                  </a:lnTo>
                  <a:lnTo>
                    <a:pt x="376" y="12360"/>
                  </a:lnTo>
                  <a:lnTo>
                    <a:pt x="9043" y="9818"/>
                  </a:lnTo>
                  <a:lnTo>
                    <a:pt x="9406" y="9728"/>
                  </a:lnTo>
                  <a:lnTo>
                    <a:pt x="11471" y="9213"/>
                  </a:lnTo>
                  <a:lnTo>
                    <a:pt x="18232" y="7529"/>
                  </a:lnTo>
                  <a:lnTo>
                    <a:pt x="22759" y="6401"/>
                  </a:lnTo>
                  <a:lnTo>
                    <a:pt x="24572" y="6010"/>
                  </a:lnTo>
                  <a:lnTo>
                    <a:pt x="28897" y="5077"/>
                  </a:lnTo>
                  <a:lnTo>
                    <a:pt x="30786" y="4674"/>
                  </a:lnTo>
                  <a:lnTo>
                    <a:pt x="38339" y="3837"/>
                  </a:lnTo>
                  <a:lnTo>
                    <a:pt x="44173" y="3140"/>
                  </a:lnTo>
                  <a:lnTo>
                    <a:pt x="46663" y="2842"/>
                  </a:lnTo>
                  <a:lnTo>
                    <a:pt x="47900" y="2600"/>
                  </a:lnTo>
                  <a:lnTo>
                    <a:pt x="52028" y="1791"/>
                  </a:lnTo>
                  <a:lnTo>
                    <a:pt x="54041" y="1397"/>
                  </a:lnTo>
                  <a:lnTo>
                    <a:pt x="54871" y="1234"/>
                  </a:lnTo>
                  <a:lnTo>
                    <a:pt x="59863" y="1165"/>
                  </a:lnTo>
                  <a:lnTo>
                    <a:pt x="64414" y="2014"/>
                  </a:lnTo>
                  <a:lnTo>
                    <a:pt x="65608" y="2236"/>
                  </a:lnTo>
                  <a:lnTo>
                    <a:pt x="71151" y="3597"/>
                  </a:lnTo>
                  <a:lnTo>
                    <a:pt x="72987" y="3901"/>
                  </a:lnTo>
                  <a:lnTo>
                    <a:pt x="79938" y="2414"/>
                  </a:lnTo>
                  <a:lnTo>
                    <a:pt x="81848" y="2006"/>
                  </a:lnTo>
                  <a:lnTo>
                    <a:pt x="84165" y="1484"/>
                  </a:lnTo>
                  <a:lnTo>
                    <a:pt x="89918" y="188"/>
                  </a:lnTo>
                  <a:lnTo>
                    <a:pt x="91028" y="0"/>
                  </a:lnTo>
                  <a:lnTo>
                    <a:pt x="91123" y="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415945" y="4878795"/>
              <a:ext cx="301400" cy="208697"/>
            </a:xfrm>
            <a:custGeom>
              <a:avLst/>
              <a:pathLst>
                <a:path w="301400" h="208697">
                  <a:moveTo>
                    <a:pt x="118407" y="60819"/>
                  </a:moveTo>
                  <a:lnTo>
                    <a:pt x="118745" y="61349"/>
                  </a:lnTo>
                  <a:lnTo>
                    <a:pt x="122979" y="59014"/>
                  </a:lnTo>
                  <a:lnTo>
                    <a:pt x="131682" y="54213"/>
                  </a:lnTo>
                  <a:lnTo>
                    <a:pt x="132728" y="53636"/>
                  </a:lnTo>
                  <a:lnTo>
                    <a:pt x="133346" y="53264"/>
                  </a:lnTo>
                  <a:lnTo>
                    <a:pt x="143993" y="46854"/>
                  </a:lnTo>
                  <a:lnTo>
                    <a:pt x="144455" y="46575"/>
                  </a:lnTo>
                  <a:lnTo>
                    <a:pt x="146508" y="45288"/>
                  </a:lnTo>
                  <a:lnTo>
                    <a:pt x="154669" y="40167"/>
                  </a:lnTo>
                  <a:lnTo>
                    <a:pt x="155968" y="39352"/>
                  </a:lnTo>
                  <a:lnTo>
                    <a:pt x="159295" y="37344"/>
                  </a:lnTo>
                  <a:lnTo>
                    <a:pt x="165701" y="33478"/>
                  </a:lnTo>
                  <a:lnTo>
                    <a:pt x="177143" y="26574"/>
                  </a:lnTo>
                  <a:lnTo>
                    <a:pt x="178044" y="26030"/>
                  </a:lnTo>
                  <a:lnTo>
                    <a:pt x="185225" y="21895"/>
                  </a:lnTo>
                  <a:lnTo>
                    <a:pt x="186418" y="21209"/>
                  </a:lnTo>
                  <a:lnTo>
                    <a:pt x="187821" y="20401"/>
                  </a:lnTo>
                  <a:lnTo>
                    <a:pt x="189280" y="19561"/>
                  </a:lnTo>
                  <a:lnTo>
                    <a:pt x="190308" y="21592"/>
                  </a:lnTo>
                  <a:lnTo>
                    <a:pt x="190596" y="22161"/>
                  </a:lnTo>
                  <a:lnTo>
                    <a:pt x="199664" y="40090"/>
                  </a:lnTo>
                  <a:lnTo>
                    <a:pt x="200424" y="41585"/>
                  </a:lnTo>
                  <a:lnTo>
                    <a:pt x="207094" y="54699"/>
                  </a:lnTo>
                  <a:lnTo>
                    <a:pt x="207390" y="55282"/>
                  </a:lnTo>
                  <a:lnTo>
                    <a:pt x="207718" y="55926"/>
                  </a:lnTo>
                  <a:lnTo>
                    <a:pt x="208769" y="57994"/>
                  </a:lnTo>
                  <a:lnTo>
                    <a:pt x="208946" y="58341"/>
                  </a:lnTo>
                  <a:lnTo>
                    <a:pt x="209255" y="58950"/>
                  </a:lnTo>
                  <a:lnTo>
                    <a:pt x="209384" y="59203"/>
                  </a:lnTo>
                  <a:lnTo>
                    <a:pt x="211671" y="63699"/>
                  </a:lnTo>
                  <a:lnTo>
                    <a:pt x="212039" y="64435"/>
                  </a:lnTo>
                  <a:lnTo>
                    <a:pt x="212767" y="64171"/>
                  </a:lnTo>
                  <a:lnTo>
                    <a:pt x="223198" y="60385"/>
                  </a:lnTo>
                  <a:lnTo>
                    <a:pt x="223497" y="60276"/>
                  </a:lnTo>
                  <a:lnTo>
                    <a:pt x="241661" y="53684"/>
                  </a:lnTo>
                  <a:lnTo>
                    <a:pt x="242159" y="53503"/>
                  </a:lnTo>
                  <a:lnTo>
                    <a:pt x="263178" y="45875"/>
                  </a:lnTo>
                  <a:lnTo>
                    <a:pt x="273819" y="42013"/>
                  </a:lnTo>
                  <a:lnTo>
                    <a:pt x="274273" y="41848"/>
                  </a:lnTo>
                  <a:lnTo>
                    <a:pt x="275426" y="45060"/>
                  </a:lnTo>
                  <a:lnTo>
                    <a:pt x="276285" y="47450"/>
                  </a:lnTo>
                  <a:lnTo>
                    <a:pt x="276520" y="48107"/>
                  </a:lnTo>
                  <a:lnTo>
                    <a:pt x="277391" y="50532"/>
                  </a:lnTo>
                  <a:lnTo>
                    <a:pt x="277506" y="50854"/>
                  </a:lnTo>
                  <a:lnTo>
                    <a:pt x="278168" y="52699"/>
                  </a:lnTo>
                  <a:lnTo>
                    <a:pt x="278265" y="52967"/>
                  </a:lnTo>
                  <a:lnTo>
                    <a:pt x="286044" y="74638"/>
                  </a:lnTo>
                  <a:lnTo>
                    <a:pt x="286097" y="74786"/>
                  </a:lnTo>
                  <a:lnTo>
                    <a:pt x="286645" y="74625"/>
                  </a:lnTo>
                  <a:lnTo>
                    <a:pt x="290814" y="86285"/>
                  </a:lnTo>
                  <a:lnTo>
                    <a:pt x="290971" y="86716"/>
                  </a:lnTo>
                  <a:lnTo>
                    <a:pt x="291027" y="86867"/>
                  </a:lnTo>
                  <a:lnTo>
                    <a:pt x="292321" y="90420"/>
                  </a:lnTo>
                  <a:lnTo>
                    <a:pt x="294207" y="95597"/>
                  </a:lnTo>
                  <a:lnTo>
                    <a:pt x="296878" y="102927"/>
                  </a:lnTo>
                  <a:lnTo>
                    <a:pt x="297085" y="103506"/>
                  </a:lnTo>
                  <a:lnTo>
                    <a:pt x="297506" y="104684"/>
                  </a:lnTo>
                  <a:lnTo>
                    <a:pt x="297761" y="105396"/>
                  </a:lnTo>
                  <a:lnTo>
                    <a:pt x="298014" y="106105"/>
                  </a:lnTo>
                  <a:lnTo>
                    <a:pt x="299196" y="109413"/>
                  </a:lnTo>
                  <a:lnTo>
                    <a:pt x="300298" y="114306"/>
                  </a:lnTo>
                  <a:lnTo>
                    <a:pt x="300699" y="116987"/>
                  </a:lnTo>
                  <a:lnTo>
                    <a:pt x="301362" y="121413"/>
                  </a:lnTo>
                  <a:lnTo>
                    <a:pt x="301400" y="125220"/>
                  </a:lnTo>
                  <a:lnTo>
                    <a:pt x="301324" y="127161"/>
                  </a:lnTo>
                  <a:lnTo>
                    <a:pt x="301218" y="129879"/>
                  </a:lnTo>
                  <a:lnTo>
                    <a:pt x="301210" y="130075"/>
                  </a:lnTo>
                  <a:lnTo>
                    <a:pt x="301040" y="131754"/>
                  </a:lnTo>
                  <a:lnTo>
                    <a:pt x="300943" y="132711"/>
                  </a:lnTo>
                  <a:lnTo>
                    <a:pt x="300885" y="133284"/>
                  </a:lnTo>
                  <a:lnTo>
                    <a:pt x="300678" y="135317"/>
                  </a:lnTo>
                  <a:lnTo>
                    <a:pt x="299424" y="141493"/>
                  </a:lnTo>
                  <a:lnTo>
                    <a:pt x="299343" y="141981"/>
                  </a:lnTo>
                  <a:lnTo>
                    <a:pt x="299272" y="142405"/>
                  </a:lnTo>
                  <a:lnTo>
                    <a:pt x="298458" y="147261"/>
                  </a:lnTo>
                  <a:lnTo>
                    <a:pt x="298018" y="149882"/>
                  </a:lnTo>
                  <a:lnTo>
                    <a:pt x="297984" y="150397"/>
                  </a:lnTo>
                  <a:lnTo>
                    <a:pt x="297639" y="155513"/>
                  </a:lnTo>
                  <a:lnTo>
                    <a:pt x="297673" y="155931"/>
                  </a:lnTo>
                  <a:lnTo>
                    <a:pt x="297723" y="156546"/>
                  </a:lnTo>
                  <a:lnTo>
                    <a:pt x="297805" y="157549"/>
                  </a:lnTo>
                  <a:lnTo>
                    <a:pt x="297926" y="158492"/>
                  </a:lnTo>
                  <a:lnTo>
                    <a:pt x="297955" y="158722"/>
                  </a:lnTo>
                  <a:lnTo>
                    <a:pt x="298039" y="159373"/>
                  </a:lnTo>
                  <a:lnTo>
                    <a:pt x="297429" y="159598"/>
                  </a:lnTo>
                  <a:lnTo>
                    <a:pt x="295700" y="160236"/>
                  </a:lnTo>
                  <a:lnTo>
                    <a:pt x="271926" y="168998"/>
                  </a:lnTo>
                  <a:lnTo>
                    <a:pt x="269040" y="170345"/>
                  </a:lnTo>
                  <a:lnTo>
                    <a:pt x="267283" y="171166"/>
                  </a:lnTo>
                  <a:lnTo>
                    <a:pt x="266824" y="171381"/>
                  </a:lnTo>
                  <a:lnTo>
                    <a:pt x="266348" y="171702"/>
                  </a:lnTo>
                  <a:lnTo>
                    <a:pt x="266125" y="171852"/>
                  </a:lnTo>
                  <a:lnTo>
                    <a:pt x="265454" y="172305"/>
                  </a:lnTo>
                  <a:lnTo>
                    <a:pt x="257565" y="177629"/>
                  </a:lnTo>
                  <a:lnTo>
                    <a:pt x="257270" y="177828"/>
                  </a:lnTo>
                  <a:lnTo>
                    <a:pt x="249656" y="182966"/>
                  </a:lnTo>
                  <a:lnTo>
                    <a:pt x="249408" y="183134"/>
                  </a:lnTo>
                  <a:lnTo>
                    <a:pt x="241930" y="188181"/>
                  </a:lnTo>
                  <a:lnTo>
                    <a:pt x="241420" y="188525"/>
                  </a:lnTo>
                  <a:lnTo>
                    <a:pt x="234373" y="193280"/>
                  </a:lnTo>
                  <a:lnTo>
                    <a:pt x="233866" y="193622"/>
                  </a:lnTo>
                  <a:lnTo>
                    <a:pt x="233035" y="194184"/>
                  </a:lnTo>
                  <a:lnTo>
                    <a:pt x="232882" y="194287"/>
                  </a:lnTo>
                  <a:lnTo>
                    <a:pt x="230366" y="195985"/>
                  </a:lnTo>
                  <a:lnTo>
                    <a:pt x="225485" y="199278"/>
                  </a:lnTo>
                  <a:lnTo>
                    <a:pt x="220030" y="202960"/>
                  </a:lnTo>
                  <a:lnTo>
                    <a:pt x="219870" y="203023"/>
                  </a:lnTo>
                  <a:lnTo>
                    <a:pt x="219224" y="203276"/>
                  </a:lnTo>
                  <a:lnTo>
                    <a:pt x="213988" y="205329"/>
                  </a:lnTo>
                  <a:lnTo>
                    <a:pt x="212747" y="205631"/>
                  </a:lnTo>
                  <a:lnTo>
                    <a:pt x="212300" y="205740"/>
                  </a:lnTo>
                  <a:lnTo>
                    <a:pt x="211672" y="205921"/>
                  </a:lnTo>
                  <a:lnTo>
                    <a:pt x="210739" y="206189"/>
                  </a:lnTo>
                  <a:lnTo>
                    <a:pt x="207700" y="207065"/>
                  </a:lnTo>
                  <a:lnTo>
                    <a:pt x="203393" y="207743"/>
                  </a:lnTo>
                  <a:lnTo>
                    <a:pt x="197337" y="208697"/>
                  </a:lnTo>
                  <a:lnTo>
                    <a:pt x="197274" y="207769"/>
                  </a:lnTo>
                  <a:lnTo>
                    <a:pt x="196586" y="197742"/>
                  </a:lnTo>
                  <a:lnTo>
                    <a:pt x="196373" y="194641"/>
                  </a:lnTo>
                  <a:lnTo>
                    <a:pt x="195442" y="190134"/>
                  </a:lnTo>
                  <a:lnTo>
                    <a:pt x="194825" y="187146"/>
                  </a:lnTo>
                  <a:lnTo>
                    <a:pt x="194568" y="185903"/>
                  </a:lnTo>
                  <a:lnTo>
                    <a:pt x="190864" y="176096"/>
                  </a:lnTo>
                  <a:lnTo>
                    <a:pt x="189682" y="174083"/>
                  </a:lnTo>
                  <a:lnTo>
                    <a:pt x="184757" y="165693"/>
                  </a:lnTo>
                  <a:lnTo>
                    <a:pt x="184390" y="165068"/>
                  </a:lnTo>
                  <a:lnTo>
                    <a:pt x="183740" y="163959"/>
                  </a:lnTo>
                  <a:lnTo>
                    <a:pt x="173200" y="147310"/>
                  </a:lnTo>
                  <a:lnTo>
                    <a:pt x="172974" y="146952"/>
                  </a:lnTo>
                  <a:lnTo>
                    <a:pt x="172439" y="146108"/>
                  </a:lnTo>
                  <a:lnTo>
                    <a:pt x="171626" y="144823"/>
                  </a:lnTo>
                  <a:lnTo>
                    <a:pt x="167254" y="137918"/>
                  </a:lnTo>
                  <a:lnTo>
                    <a:pt x="162119" y="129805"/>
                  </a:lnTo>
                  <a:lnTo>
                    <a:pt x="154198" y="117294"/>
                  </a:lnTo>
                  <a:lnTo>
                    <a:pt x="149055" y="109168"/>
                  </a:lnTo>
                  <a:lnTo>
                    <a:pt x="148416" y="108159"/>
                  </a:lnTo>
                  <a:lnTo>
                    <a:pt x="145194" y="110259"/>
                  </a:lnTo>
                  <a:lnTo>
                    <a:pt x="144384" y="110787"/>
                  </a:lnTo>
                  <a:lnTo>
                    <a:pt x="138035" y="114926"/>
                  </a:lnTo>
                  <a:lnTo>
                    <a:pt x="137887" y="114693"/>
                  </a:lnTo>
                  <a:lnTo>
                    <a:pt x="134938" y="116678"/>
                  </a:lnTo>
                  <a:lnTo>
                    <a:pt x="134678" y="116854"/>
                  </a:lnTo>
                  <a:lnTo>
                    <a:pt x="129121" y="120300"/>
                  </a:lnTo>
                  <a:lnTo>
                    <a:pt x="125369" y="122291"/>
                  </a:lnTo>
                  <a:lnTo>
                    <a:pt x="123280" y="123201"/>
                  </a:lnTo>
                  <a:lnTo>
                    <a:pt x="122139" y="123699"/>
                  </a:lnTo>
                  <a:lnTo>
                    <a:pt x="118220" y="124457"/>
                  </a:lnTo>
                  <a:lnTo>
                    <a:pt x="112198" y="124425"/>
                  </a:lnTo>
                  <a:lnTo>
                    <a:pt x="106030" y="123488"/>
                  </a:lnTo>
                  <a:lnTo>
                    <a:pt x="105854" y="123461"/>
                  </a:lnTo>
                  <a:lnTo>
                    <a:pt x="96195" y="121994"/>
                  </a:lnTo>
                  <a:lnTo>
                    <a:pt x="94927" y="121830"/>
                  </a:lnTo>
                  <a:lnTo>
                    <a:pt x="92753" y="121985"/>
                  </a:lnTo>
                  <a:lnTo>
                    <a:pt x="90899" y="122467"/>
                  </a:lnTo>
                  <a:lnTo>
                    <a:pt x="88939" y="123632"/>
                  </a:lnTo>
                  <a:lnTo>
                    <a:pt x="87692" y="125076"/>
                  </a:lnTo>
                  <a:lnTo>
                    <a:pt x="87328" y="125868"/>
                  </a:lnTo>
                  <a:lnTo>
                    <a:pt x="87002" y="120931"/>
                  </a:lnTo>
                  <a:lnTo>
                    <a:pt x="86052" y="116854"/>
                  </a:lnTo>
                  <a:lnTo>
                    <a:pt x="85199" y="114241"/>
                  </a:lnTo>
                  <a:lnTo>
                    <a:pt x="76494" y="95099"/>
                  </a:lnTo>
                  <a:lnTo>
                    <a:pt x="72287" y="85847"/>
                  </a:lnTo>
                  <a:lnTo>
                    <a:pt x="71438" y="83980"/>
                  </a:lnTo>
                  <a:lnTo>
                    <a:pt x="70558" y="82222"/>
                  </a:lnTo>
                  <a:lnTo>
                    <a:pt x="45479" y="94355"/>
                  </a:lnTo>
                  <a:lnTo>
                    <a:pt x="45122" y="94528"/>
                  </a:lnTo>
                  <a:lnTo>
                    <a:pt x="44988" y="94586"/>
                  </a:lnTo>
                  <a:lnTo>
                    <a:pt x="39126" y="97137"/>
                  </a:lnTo>
                  <a:lnTo>
                    <a:pt x="36573" y="97865"/>
                  </a:lnTo>
                  <a:lnTo>
                    <a:pt x="34436" y="98108"/>
                  </a:lnTo>
                  <a:lnTo>
                    <a:pt x="30399" y="97926"/>
                  </a:lnTo>
                  <a:lnTo>
                    <a:pt x="26326" y="96433"/>
                  </a:lnTo>
                  <a:lnTo>
                    <a:pt x="24462" y="95195"/>
                  </a:lnTo>
                  <a:lnTo>
                    <a:pt x="21434" y="92647"/>
                  </a:lnTo>
                  <a:lnTo>
                    <a:pt x="19826" y="90052"/>
                  </a:lnTo>
                  <a:lnTo>
                    <a:pt x="17724" y="85115"/>
                  </a:lnTo>
                  <a:lnTo>
                    <a:pt x="15542" y="85803"/>
                  </a:lnTo>
                  <a:lnTo>
                    <a:pt x="14504" y="82541"/>
                  </a:lnTo>
                  <a:lnTo>
                    <a:pt x="9696" y="67424"/>
                  </a:lnTo>
                  <a:lnTo>
                    <a:pt x="3049" y="46524"/>
                  </a:lnTo>
                  <a:lnTo>
                    <a:pt x="0" y="36937"/>
                  </a:lnTo>
                  <a:lnTo>
                    <a:pt x="1101" y="36572"/>
                  </a:lnTo>
                  <a:lnTo>
                    <a:pt x="12139" y="32913"/>
                  </a:lnTo>
                  <a:lnTo>
                    <a:pt x="12303" y="32859"/>
                  </a:lnTo>
                  <a:lnTo>
                    <a:pt x="22614" y="29441"/>
                  </a:lnTo>
                  <a:lnTo>
                    <a:pt x="33034" y="25987"/>
                  </a:lnTo>
                  <a:lnTo>
                    <a:pt x="41430" y="23203"/>
                  </a:lnTo>
                  <a:lnTo>
                    <a:pt x="42218" y="22741"/>
                  </a:lnTo>
                  <a:lnTo>
                    <a:pt x="43936" y="21734"/>
                  </a:lnTo>
                  <a:lnTo>
                    <a:pt x="48991" y="18770"/>
                  </a:lnTo>
                  <a:lnTo>
                    <a:pt x="50752" y="17738"/>
                  </a:lnTo>
                  <a:lnTo>
                    <a:pt x="61629" y="11361"/>
                  </a:lnTo>
                  <a:lnTo>
                    <a:pt x="66848" y="8300"/>
                  </a:lnTo>
                  <a:lnTo>
                    <a:pt x="67002" y="8210"/>
                  </a:lnTo>
                  <a:lnTo>
                    <a:pt x="72700" y="4869"/>
                  </a:lnTo>
                  <a:lnTo>
                    <a:pt x="79993" y="594"/>
                  </a:lnTo>
                  <a:lnTo>
                    <a:pt x="81006" y="0"/>
                  </a:lnTo>
                  <a:lnTo>
                    <a:pt x="87320" y="10266"/>
                  </a:lnTo>
                  <a:lnTo>
                    <a:pt x="93412" y="20173"/>
                  </a:lnTo>
                  <a:lnTo>
                    <a:pt x="103323" y="36291"/>
                  </a:lnTo>
                  <a:lnTo>
                    <a:pt x="112429" y="5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487711" y="4804954"/>
              <a:ext cx="226590" cy="138275"/>
            </a:xfrm>
            <a:custGeom>
              <a:avLst/>
              <a:pathLst>
                <a:path w="226590" h="138275">
                  <a:moveTo>
                    <a:pt x="225184" y="49556"/>
                  </a:moveTo>
                  <a:lnTo>
                    <a:pt x="225582" y="50493"/>
                  </a:lnTo>
                  <a:lnTo>
                    <a:pt x="226278" y="52132"/>
                  </a:lnTo>
                  <a:lnTo>
                    <a:pt x="226590" y="52965"/>
                  </a:lnTo>
                  <a:lnTo>
                    <a:pt x="224484" y="53392"/>
                  </a:lnTo>
                  <a:lnTo>
                    <a:pt x="223858" y="53519"/>
                  </a:lnTo>
                  <a:lnTo>
                    <a:pt x="216822" y="56133"/>
                  </a:lnTo>
                  <a:lnTo>
                    <a:pt x="216529" y="56241"/>
                  </a:lnTo>
                  <a:lnTo>
                    <a:pt x="216087" y="56406"/>
                  </a:lnTo>
                  <a:lnTo>
                    <a:pt x="214904" y="56845"/>
                  </a:lnTo>
                  <a:lnTo>
                    <a:pt x="213162" y="57492"/>
                  </a:lnTo>
                  <a:lnTo>
                    <a:pt x="212708" y="57661"/>
                  </a:lnTo>
                  <a:lnTo>
                    <a:pt x="207902" y="59447"/>
                  </a:lnTo>
                  <a:lnTo>
                    <a:pt x="207422" y="59625"/>
                  </a:lnTo>
                  <a:lnTo>
                    <a:pt x="207020" y="59775"/>
                  </a:lnTo>
                  <a:lnTo>
                    <a:pt x="206672" y="59907"/>
                  </a:lnTo>
                  <a:lnTo>
                    <a:pt x="206343" y="60031"/>
                  </a:lnTo>
                  <a:lnTo>
                    <a:pt x="205346" y="60409"/>
                  </a:lnTo>
                  <a:lnTo>
                    <a:pt x="204628" y="60681"/>
                  </a:lnTo>
                  <a:lnTo>
                    <a:pt x="204368" y="60779"/>
                  </a:lnTo>
                  <a:lnTo>
                    <a:pt x="197152" y="63512"/>
                  </a:lnTo>
                  <a:lnTo>
                    <a:pt x="196925" y="63599"/>
                  </a:lnTo>
                  <a:lnTo>
                    <a:pt x="196652" y="63702"/>
                  </a:lnTo>
                  <a:lnTo>
                    <a:pt x="193953" y="64724"/>
                  </a:lnTo>
                  <a:lnTo>
                    <a:pt x="188172" y="66914"/>
                  </a:lnTo>
                  <a:lnTo>
                    <a:pt x="185379" y="67972"/>
                  </a:lnTo>
                  <a:lnTo>
                    <a:pt x="185092" y="68080"/>
                  </a:lnTo>
                  <a:lnTo>
                    <a:pt x="185746" y="69763"/>
                  </a:lnTo>
                  <a:lnTo>
                    <a:pt x="189382" y="79125"/>
                  </a:lnTo>
                  <a:lnTo>
                    <a:pt x="198595" y="104790"/>
                  </a:lnTo>
                  <a:lnTo>
                    <a:pt x="198781" y="105308"/>
                  </a:lnTo>
                  <a:lnTo>
                    <a:pt x="202507" y="115688"/>
                  </a:lnTo>
                  <a:lnTo>
                    <a:pt x="202052" y="115853"/>
                  </a:lnTo>
                  <a:lnTo>
                    <a:pt x="191412" y="119715"/>
                  </a:lnTo>
                  <a:lnTo>
                    <a:pt x="170393" y="127344"/>
                  </a:lnTo>
                  <a:lnTo>
                    <a:pt x="169894" y="127525"/>
                  </a:lnTo>
                  <a:lnTo>
                    <a:pt x="151730" y="134117"/>
                  </a:lnTo>
                  <a:lnTo>
                    <a:pt x="151432" y="134225"/>
                  </a:lnTo>
                  <a:lnTo>
                    <a:pt x="140914" y="138043"/>
                  </a:lnTo>
                  <a:lnTo>
                    <a:pt x="140273" y="138275"/>
                  </a:lnTo>
                  <a:lnTo>
                    <a:pt x="139904" y="137539"/>
                  </a:lnTo>
                  <a:lnTo>
                    <a:pt x="137618" y="133043"/>
                  </a:lnTo>
                  <a:lnTo>
                    <a:pt x="137489" y="132790"/>
                  </a:lnTo>
                  <a:lnTo>
                    <a:pt x="137179" y="132181"/>
                  </a:lnTo>
                  <a:lnTo>
                    <a:pt x="137003" y="131835"/>
                  </a:lnTo>
                  <a:lnTo>
                    <a:pt x="135902" y="129670"/>
                  </a:lnTo>
                  <a:lnTo>
                    <a:pt x="135624" y="129122"/>
                  </a:lnTo>
                  <a:lnTo>
                    <a:pt x="135327" y="128540"/>
                  </a:lnTo>
                  <a:lnTo>
                    <a:pt x="128658" y="115425"/>
                  </a:lnTo>
                  <a:lnTo>
                    <a:pt x="127879" y="113895"/>
                  </a:lnTo>
                  <a:lnTo>
                    <a:pt x="118829" y="96002"/>
                  </a:lnTo>
                  <a:lnTo>
                    <a:pt x="118541" y="95432"/>
                  </a:lnTo>
                  <a:lnTo>
                    <a:pt x="117514" y="93401"/>
                  </a:lnTo>
                  <a:lnTo>
                    <a:pt x="116055" y="94241"/>
                  </a:lnTo>
                  <a:lnTo>
                    <a:pt x="114651" y="95049"/>
                  </a:lnTo>
                  <a:lnTo>
                    <a:pt x="113459" y="95736"/>
                  </a:lnTo>
                  <a:lnTo>
                    <a:pt x="106278" y="99871"/>
                  </a:lnTo>
                  <a:lnTo>
                    <a:pt x="105377" y="100414"/>
                  </a:lnTo>
                  <a:lnTo>
                    <a:pt x="93935" y="107319"/>
                  </a:lnTo>
                  <a:lnTo>
                    <a:pt x="87528" y="111185"/>
                  </a:lnTo>
                  <a:lnTo>
                    <a:pt x="84202" y="113192"/>
                  </a:lnTo>
                  <a:lnTo>
                    <a:pt x="82903" y="114007"/>
                  </a:lnTo>
                  <a:lnTo>
                    <a:pt x="74742" y="119128"/>
                  </a:lnTo>
                  <a:lnTo>
                    <a:pt x="72689" y="120416"/>
                  </a:lnTo>
                  <a:lnTo>
                    <a:pt x="72227" y="120694"/>
                  </a:lnTo>
                  <a:lnTo>
                    <a:pt x="61579" y="127105"/>
                  </a:lnTo>
                  <a:lnTo>
                    <a:pt x="60869" y="127528"/>
                  </a:lnTo>
                  <a:lnTo>
                    <a:pt x="59843" y="128093"/>
                  </a:lnTo>
                  <a:lnTo>
                    <a:pt x="51213" y="132854"/>
                  </a:lnTo>
                  <a:lnTo>
                    <a:pt x="46978" y="135190"/>
                  </a:lnTo>
                  <a:lnTo>
                    <a:pt x="46640" y="134659"/>
                  </a:lnTo>
                  <a:lnTo>
                    <a:pt x="40663" y="124939"/>
                  </a:lnTo>
                  <a:lnTo>
                    <a:pt x="31557" y="110131"/>
                  </a:lnTo>
                  <a:lnTo>
                    <a:pt x="21645" y="94014"/>
                  </a:lnTo>
                  <a:lnTo>
                    <a:pt x="15553" y="84107"/>
                  </a:lnTo>
                  <a:lnTo>
                    <a:pt x="9240" y="73840"/>
                  </a:lnTo>
                  <a:lnTo>
                    <a:pt x="8226" y="74434"/>
                  </a:lnTo>
                  <a:lnTo>
                    <a:pt x="7776" y="73537"/>
                  </a:lnTo>
                  <a:lnTo>
                    <a:pt x="6019" y="70038"/>
                  </a:lnTo>
                  <a:lnTo>
                    <a:pt x="5588" y="69178"/>
                  </a:lnTo>
                  <a:lnTo>
                    <a:pt x="3405" y="64829"/>
                  </a:lnTo>
                  <a:lnTo>
                    <a:pt x="2351" y="62120"/>
                  </a:lnTo>
                  <a:lnTo>
                    <a:pt x="2273" y="61875"/>
                  </a:lnTo>
                  <a:lnTo>
                    <a:pt x="1061" y="58056"/>
                  </a:lnTo>
                  <a:lnTo>
                    <a:pt x="669" y="56819"/>
                  </a:lnTo>
                  <a:lnTo>
                    <a:pt x="71" y="54534"/>
                  </a:lnTo>
                  <a:lnTo>
                    <a:pt x="0" y="54263"/>
                  </a:lnTo>
                  <a:lnTo>
                    <a:pt x="561" y="54129"/>
                  </a:lnTo>
                  <a:lnTo>
                    <a:pt x="3077" y="53529"/>
                  </a:lnTo>
                  <a:lnTo>
                    <a:pt x="4653" y="53152"/>
                  </a:lnTo>
                  <a:lnTo>
                    <a:pt x="5224" y="53016"/>
                  </a:lnTo>
                  <a:lnTo>
                    <a:pt x="15494" y="50564"/>
                  </a:lnTo>
                  <a:lnTo>
                    <a:pt x="15972" y="50425"/>
                  </a:lnTo>
                  <a:lnTo>
                    <a:pt x="18942" y="49559"/>
                  </a:lnTo>
                  <a:lnTo>
                    <a:pt x="26209" y="47441"/>
                  </a:lnTo>
                  <a:lnTo>
                    <a:pt x="33726" y="45421"/>
                  </a:lnTo>
                  <a:lnTo>
                    <a:pt x="34949" y="45092"/>
                  </a:lnTo>
                  <a:lnTo>
                    <a:pt x="38578" y="44117"/>
                  </a:lnTo>
                  <a:lnTo>
                    <a:pt x="41209" y="43410"/>
                  </a:lnTo>
                  <a:lnTo>
                    <a:pt x="42471" y="43082"/>
                  </a:lnTo>
                  <a:lnTo>
                    <a:pt x="53222" y="40281"/>
                  </a:lnTo>
                  <a:lnTo>
                    <a:pt x="55879" y="39588"/>
                  </a:lnTo>
                  <a:lnTo>
                    <a:pt x="56413" y="39449"/>
                  </a:lnTo>
                  <a:lnTo>
                    <a:pt x="67488" y="32627"/>
                  </a:lnTo>
                  <a:lnTo>
                    <a:pt x="68201" y="32188"/>
                  </a:lnTo>
                  <a:lnTo>
                    <a:pt x="76854" y="26978"/>
                  </a:lnTo>
                  <a:lnTo>
                    <a:pt x="77216" y="26760"/>
                  </a:lnTo>
                  <a:lnTo>
                    <a:pt x="77699" y="26469"/>
                  </a:lnTo>
                  <a:lnTo>
                    <a:pt x="79153" y="28854"/>
                  </a:lnTo>
                  <a:lnTo>
                    <a:pt x="79966" y="30187"/>
                  </a:lnTo>
                  <a:lnTo>
                    <a:pt x="80198" y="30567"/>
                  </a:lnTo>
                  <a:lnTo>
                    <a:pt x="80959" y="31816"/>
                  </a:lnTo>
                  <a:lnTo>
                    <a:pt x="81239" y="32275"/>
                  </a:lnTo>
                  <a:lnTo>
                    <a:pt x="81551" y="32787"/>
                  </a:lnTo>
                  <a:lnTo>
                    <a:pt x="81808" y="33208"/>
                  </a:lnTo>
                  <a:lnTo>
                    <a:pt x="81911" y="33376"/>
                  </a:lnTo>
                  <a:lnTo>
                    <a:pt x="82291" y="33991"/>
                  </a:lnTo>
                  <a:lnTo>
                    <a:pt x="82842" y="34884"/>
                  </a:lnTo>
                  <a:lnTo>
                    <a:pt x="83148" y="35381"/>
                  </a:lnTo>
                  <a:lnTo>
                    <a:pt x="83297" y="35622"/>
                  </a:lnTo>
                  <a:lnTo>
                    <a:pt x="84758" y="37991"/>
                  </a:lnTo>
                  <a:lnTo>
                    <a:pt x="85196" y="38701"/>
                  </a:lnTo>
                  <a:lnTo>
                    <a:pt x="86572" y="40933"/>
                  </a:lnTo>
                  <a:lnTo>
                    <a:pt x="86746" y="41214"/>
                  </a:lnTo>
                  <a:lnTo>
                    <a:pt x="86852" y="41387"/>
                  </a:lnTo>
                  <a:lnTo>
                    <a:pt x="91644" y="48762"/>
                  </a:lnTo>
                  <a:lnTo>
                    <a:pt x="92265" y="49717"/>
                  </a:lnTo>
                  <a:lnTo>
                    <a:pt x="101105" y="44152"/>
                  </a:lnTo>
                  <a:lnTo>
                    <a:pt x="101418" y="43960"/>
                  </a:lnTo>
                  <a:lnTo>
                    <a:pt x="109316" y="39102"/>
                  </a:lnTo>
                  <a:lnTo>
                    <a:pt x="115521" y="35287"/>
                  </a:lnTo>
                  <a:lnTo>
                    <a:pt x="115649" y="35209"/>
                  </a:lnTo>
                  <a:lnTo>
                    <a:pt x="116698" y="34563"/>
                  </a:lnTo>
                  <a:lnTo>
                    <a:pt x="120849" y="32011"/>
                  </a:lnTo>
                  <a:lnTo>
                    <a:pt x="126780" y="28363"/>
                  </a:lnTo>
                  <a:lnTo>
                    <a:pt x="128825" y="27596"/>
                  </a:lnTo>
                  <a:lnTo>
                    <a:pt x="133444" y="25863"/>
                  </a:lnTo>
                  <a:lnTo>
                    <a:pt x="133584" y="25810"/>
                  </a:lnTo>
                  <a:lnTo>
                    <a:pt x="134192" y="25582"/>
                  </a:lnTo>
                  <a:lnTo>
                    <a:pt x="136392" y="24756"/>
                  </a:lnTo>
                  <a:lnTo>
                    <a:pt x="136860" y="24580"/>
                  </a:lnTo>
                  <a:lnTo>
                    <a:pt x="145567" y="21313"/>
                  </a:lnTo>
                  <a:lnTo>
                    <a:pt x="154400" y="17998"/>
                  </a:lnTo>
                  <a:lnTo>
                    <a:pt x="154557" y="17939"/>
                  </a:lnTo>
                  <a:lnTo>
                    <a:pt x="155040" y="17758"/>
                  </a:lnTo>
                  <a:lnTo>
                    <a:pt x="165080" y="13990"/>
                  </a:lnTo>
                  <a:lnTo>
                    <a:pt x="165447" y="13858"/>
                  </a:lnTo>
                  <a:lnTo>
                    <a:pt x="165577" y="13811"/>
                  </a:lnTo>
                  <a:lnTo>
                    <a:pt x="167439" y="13142"/>
                  </a:lnTo>
                  <a:lnTo>
                    <a:pt x="177133" y="9656"/>
                  </a:lnTo>
                  <a:lnTo>
                    <a:pt x="185749" y="6557"/>
                  </a:lnTo>
                  <a:lnTo>
                    <a:pt x="196167" y="2811"/>
                  </a:lnTo>
                  <a:lnTo>
                    <a:pt x="203604" y="137"/>
                  </a:lnTo>
                  <a:lnTo>
                    <a:pt x="203986" y="0"/>
                  </a:lnTo>
                  <a:lnTo>
                    <a:pt x="204393" y="722"/>
                  </a:lnTo>
                  <a:lnTo>
                    <a:pt x="208488" y="7993"/>
                  </a:lnTo>
                  <a:lnTo>
                    <a:pt x="208564" y="8182"/>
                  </a:lnTo>
                  <a:lnTo>
                    <a:pt x="213392" y="20200"/>
                  </a:lnTo>
                  <a:lnTo>
                    <a:pt x="221681" y="40836"/>
                  </a:lnTo>
                  <a:lnTo>
                    <a:pt x="221944" y="41489"/>
                  </a:lnTo>
                  <a:lnTo>
                    <a:pt x="223499" y="4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826695" y="5068458"/>
              <a:ext cx="201585" cy="219133"/>
            </a:xfrm>
            <a:custGeom>
              <a:avLst/>
              <a:pathLst>
                <a:path w="201585" h="219133">
                  <a:moveTo>
                    <a:pt x="201512" y="122248"/>
                  </a:moveTo>
                  <a:lnTo>
                    <a:pt x="198628" y="129165"/>
                  </a:lnTo>
                  <a:lnTo>
                    <a:pt x="185994" y="126932"/>
                  </a:lnTo>
                  <a:lnTo>
                    <a:pt x="176970" y="144603"/>
                  </a:lnTo>
                  <a:lnTo>
                    <a:pt x="176495" y="149263"/>
                  </a:lnTo>
                  <a:lnTo>
                    <a:pt x="170986" y="157711"/>
                  </a:lnTo>
                  <a:lnTo>
                    <a:pt x="162722" y="171789"/>
                  </a:lnTo>
                  <a:lnTo>
                    <a:pt x="149233" y="185965"/>
                  </a:lnTo>
                  <a:lnTo>
                    <a:pt x="139924" y="187810"/>
                  </a:lnTo>
                  <a:lnTo>
                    <a:pt x="130615" y="188684"/>
                  </a:lnTo>
                  <a:lnTo>
                    <a:pt x="135555" y="195771"/>
                  </a:lnTo>
                  <a:lnTo>
                    <a:pt x="129190" y="200723"/>
                  </a:lnTo>
                  <a:lnTo>
                    <a:pt x="142679" y="203151"/>
                  </a:lnTo>
                  <a:lnTo>
                    <a:pt x="146301" y="208004"/>
                  </a:lnTo>
                  <a:lnTo>
                    <a:pt x="145856" y="208354"/>
                  </a:lnTo>
                  <a:lnTo>
                    <a:pt x="143866" y="209920"/>
                  </a:lnTo>
                  <a:lnTo>
                    <a:pt x="142071" y="211332"/>
                  </a:lnTo>
                  <a:lnTo>
                    <a:pt x="137329" y="214874"/>
                  </a:lnTo>
                  <a:lnTo>
                    <a:pt x="137124" y="215259"/>
                  </a:lnTo>
                  <a:lnTo>
                    <a:pt x="134981" y="212625"/>
                  </a:lnTo>
                  <a:lnTo>
                    <a:pt x="134492" y="212288"/>
                  </a:lnTo>
                  <a:lnTo>
                    <a:pt x="133662" y="211714"/>
                  </a:lnTo>
                  <a:lnTo>
                    <a:pt x="131662" y="210331"/>
                  </a:lnTo>
                  <a:lnTo>
                    <a:pt x="131250" y="210046"/>
                  </a:lnTo>
                  <a:lnTo>
                    <a:pt x="131037" y="209899"/>
                  </a:lnTo>
                  <a:lnTo>
                    <a:pt x="130030" y="209564"/>
                  </a:lnTo>
                  <a:lnTo>
                    <a:pt x="127772" y="208814"/>
                  </a:lnTo>
                  <a:lnTo>
                    <a:pt x="122538" y="207688"/>
                  </a:lnTo>
                  <a:lnTo>
                    <a:pt x="119991" y="207639"/>
                  </a:lnTo>
                  <a:lnTo>
                    <a:pt x="119103" y="207948"/>
                  </a:lnTo>
                  <a:lnTo>
                    <a:pt x="117244" y="208594"/>
                  </a:lnTo>
                  <a:lnTo>
                    <a:pt x="114987" y="209247"/>
                  </a:lnTo>
                  <a:lnTo>
                    <a:pt x="113532" y="209004"/>
                  </a:lnTo>
                  <a:lnTo>
                    <a:pt x="106301" y="207802"/>
                  </a:lnTo>
                  <a:lnTo>
                    <a:pt x="104632" y="207655"/>
                  </a:lnTo>
                  <a:lnTo>
                    <a:pt x="104612" y="207957"/>
                  </a:lnTo>
                  <a:lnTo>
                    <a:pt x="104130" y="215370"/>
                  </a:lnTo>
                  <a:lnTo>
                    <a:pt x="104087" y="216024"/>
                  </a:lnTo>
                  <a:lnTo>
                    <a:pt x="97716" y="215948"/>
                  </a:lnTo>
                  <a:lnTo>
                    <a:pt x="88407" y="216414"/>
                  </a:lnTo>
                  <a:lnTo>
                    <a:pt x="83402" y="217216"/>
                  </a:lnTo>
                  <a:lnTo>
                    <a:pt x="76498" y="218322"/>
                  </a:lnTo>
                  <a:lnTo>
                    <a:pt x="76287" y="218356"/>
                  </a:lnTo>
                  <a:lnTo>
                    <a:pt x="70676" y="218757"/>
                  </a:lnTo>
                  <a:lnTo>
                    <a:pt x="65420" y="219133"/>
                  </a:lnTo>
                  <a:lnTo>
                    <a:pt x="57783" y="219133"/>
                  </a:lnTo>
                  <a:lnTo>
                    <a:pt x="49409" y="218650"/>
                  </a:lnTo>
                  <a:lnTo>
                    <a:pt x="47676" y="218550"/>
                  </a:lnTo>
                  <a:lnTo>
                    <a:pt x="47476" y="218529"/>
                  </a:lnTo>
                  <a:lnTo>
                    <a:pt x="38291" y="217541"/>
                  </a:lnTo>
                  <a:lnTo>
                    <a:pt x="29780" y="215560"/>
                  </a:lnTo>
                  <a:lnTo>
                    <a:pt x="25182" y="214201"/>
                  </a:lnTo>
                  <a:lnTo>
                    <a:pt x="24999" y="214150"/>
                  </a:lnTo>
                  <a:lnTo>
                    <a:pt x="19956" y="212757"/>
                  </a:lnTo>
                  <a:lnTo>
                    <a:pt x="18153" y="212259"/>
                  </a:lnTo>
                  <a:lnTo>
                    <a:pt x="0" y="205404"/>
                  </a:lnTo>
                  <a:lnTo>
                    <a:pt x="314" y="204763"/>
                  </a:lnTo>
                  <a:lnTo>
                    <a:pt x="1814" y="201712"/>
                  </a:lnTo>
                  <a:lnTo>
                    <a:pt x="8997" y="184842"/>
                  </a:lnTo>
                  <a:lnTo>
                    <a:pt x="11491" y="176225"/>
                  </a:lnTo>
                  <a:lnTo>
                    <a:pt x="14495" y="163178"/>
                  </a:lnTo>
                  <a:lnTo>
                    <a:pt x="15908" y="157036"/>
                  </a:lnTo>
                  <a:lnTo>
                    <a:pt x="16086" y="156264"/>
                  </a:lnTo>
                  <a:lnTo>
                    <a:pt x="16140" y="156017"/>
                  </a:lnTo>
                  <a:lnTo>
                    <a:pt x="18165" y="146662"/>
                  </a:lnTo>
                  <a:lnTo>
                    <a:pt x="22669" y="125861"/>
                  </a:lnTo>
                  <a:lnTo>
                    <a:pt x="25443" y="113053"/>
                  </a:lnTo>
                  <a:lnTo>
                    <a:pt x="25646" y="112342"/>
                  </a:lnTo>
                  <a:lnTo>
                    <a:pt x="26108" y="110730"/>
                  </a:lnTo>
                  <a:lnTo>
                    <a:pt x="29385" y="99282"/>
                  </a:lnTo>
                  <a:lnTo>
                    <a:pt x="32175" y="94124"/>
                  </a:lnTo>
                  <a:lnTo>
                    <a:pt x="35218" y="90582"/>
                  </a:lnTo>
                  <a:lnTo>
                    <a:pt x="35698" y="90022"/>
                  </a:lnTo>
                  <a:lnTo>
                    <a:pt x="36450" y="89148"/>
                  </a:lnTo>
                  <a:lnTo>
                    <a:pt x="39025" y="87024"/>
                  </a:lnTo>
                  <a:lnTo>
                    <a:pt x="44629" y="82968"/>
                  </a:lnTo>
                  <a:lnTo>
                    <a:pt x="47015" y="81242"/>
                  </a:lnTo>
                  <a:lnTo>
                    <a:pt x="47353" y="80996"/>
                  </a:lnTo>
                  <a:lnTo>
                    <a:pt x="48128" y="79995"/>
                  </a:lnTo>
                  <a:lnTo>
                    <a:pt x="48964" y="78915"/>
                  </a:lnTo>
                  <a:lnTo>
                    <a:pt x="49339" y="77809"/>
                  </a:lnTo>
                  <a:lnTo>
                    <a:pt x="49495" y="77352"/>
                  </a:lnTo>
                  <a:lnTo>
                    <a:pt x="49694" y="76765"/>
                  </a:lnTo>
                  <a:lnTo>
                    <a:pt x="56909" y="71722"/>
                  </a:lnTo>
                  <a:lnTo>
                    <a:pt x="57251" y="71483"/>
                  </a:lnTo>
                  <a:lnTo>
                    <a:pt x="73862" y="59873"/>
                  </a:lnTo>
                  <a:lnTo>
                    <a:pt x="88464" y="49667"/>
                  </a:lnTo>
                  <a:lnTo>
                    <a:pt x="88713" y="49493"/>
                  </a:lnTo>
                  <a:lnTo>
                    <a:pt x="88963" y="49318"/>
                  </a:lnTo>
                  <a:lnTo>
                    <a:pt x="90297" y="48429"/>
                  </a:lnTo>
                  <a:lnTo>
                    <a:pt x="92296" y="46876"/>
                  </a:lnTo>
                  <a:lnTo>
                    <a:pt x="93266" y="46123"/>
                  </a:lnTo>
                  <a:lnTo>
                    <a:pt x="94502" y="44492"/>
                  </a:lnTo>
                  <a:lnTo>
                    <a:pt x="98235" y="39567"/>
                  </a:lnTo>
                  <a:lnTo>
                    <a:pt x="98371" y="39387"/>
                  </a:lnTo>
                  <a:lnTo>
                    <a:pt x="101807" y="32867"/>
                  </a:lnTo>
                  <a:lnTo>
                    <a:pt x="101957" y="32583"/>
                  </a:lnTo>
                  <a:lnTo>
                    <a:pt x="102371" y="31796"/>
                  </a:lnTo>
                  <a:lnTo>
                    <a:pt x="102951" y="30698"/>
                  </a:lnTo>
                  <a:lnTo>
                    <a:pt x="103554" y="29599"/>
                  </a:lnTo>
                  <a:lnTo>
                    <a:pt x="103771" y="29203"/>
                  </a:lnTo>
                  <a:lnTo>
                    <a:pt x="105293" y="26429"/>
                  </a:lnTo>
                  <a:lnTo>
                    <a:pt x="106268" y="24652"/>
                  </a:lnTo>
                  <a:lnTo>
                    <a:pt x="108547" y="21297"/>
                  </a:lnTo>
                  <a:lnTo>
                    <a:pt x="112013" y="17568"/>
                  </a:lnTo>
                  <a:lnTo>
                    <a:pt x="118647" y="12269"/>
                  </a:lnTo>
                  <a:lnTo>
                    <a:pt x="128975" y="5681"/>
                  </a:lnTo>
                  <a:lnTo>
                    <a:pt x="136820" y="678"/>
                  </a:lnTo>
                  <a:lnTo>
                    <a:pt x="137883" y="0"/>
                  </a:lnTo>
                  <a:lnTo>
                    <a:pt x="138908" y="1617"/>
                  </a:lnTo>
                  <a:lnTo>
                    <a:pt x="143401" y="8700"/>
                  </a:lnTo>
                  <a:lnTo>
                    <a:pt x="143864" y="9409"/>
                  </a:lnTo>
                  <a:lnTo>
                    <a:pt x="146812" y="13917"/>
                  </a:lnTo>
                  <a:lnTo>
                    <a:pt x="148693" y="16792"/>
                  </a:lnTo>
                  <a:lnTo>
                    <a:pt x="149116" y="17439"/>
                  </a:lnTo>
                  <a:lnTo>
                    <a:pt x="153769" y="24555"/>
                  </a:lnTo>
                  <a:lnTo>
                    <a:pt x="154302" y="25370"/>
                  </a:lnTo>
                  <a:lnTo>
                    <a:pt x="158730" y="32075"/>
                  </a:lnTo>
                  <a:lnTo>
                    <a:pt x="159205" y="32794"/>
                  </a:lnTo>
                  <a:lnTo>
                    <a:pt x="159703" y="33549"/>
                  </a:lnTo>
                  <a:lnTo>
                    <a:pt x="167043" y="37258"/>
                  </a:lnTo>
                  <a:lnTo>
                    <a:pt x="175705" y="41635"/>
                  </a:lnTo>
                  <a:lnTo>
                    <a:pt x="185160" y="46413"/>
                  </a:lnTo>
                  <a:lnTo>
                    <a:pt x="184659" y="47428"/>
                  </a:lnTo>
                  <a:lnTo>
                    <a:pt x="181308" y="54219"/>
                  </a:lnTo>
                  <a:lnTo>
                    <a:pt x="179002" y="58890"/>
                  </a:lnTo>
                  <a:lnTo>
                    <a:pt x="176334" y="64298"/>
                  </a:lnTo>
                  <a:lnTo>
                    <a:pt x="175810" y="65360"/>
                  </a:lnTo>
                  <a:lnTo>
                    <a:pt x="175268" y="66458"/>
                  </a:lnTo>
                  <a:lnTo>
                    <a:pt x="175034" y="66933"/>
                  </a:lnTo>
                  <a:lnTo>
                    <a:pt x="174699" y="67612"/>
                  </a:lnTo>
                  <a:lnTo>
                    <a:pt x="174134" y="68756"/>
                  </a:lnTo>
                  <a:lnTo>
                    <a:pt x="169811" y="77516"/>
                  </a:lnTo>
                  <a:lnTo>
                    <a:pt x="169517" y="78113"/>
                  </a:lnTo>
                  <a:lnTo>
                    <a:pt x="167219" y="82769"/>
                  </a:lnTo>
                  <a:lnTo>
                    <a:pt x="167014" y="83181"/>
                  </a:lnTo>
                  <a:lnTo>
                    <a:pt x="167529" y="83424"/>
                  </a:lnTo>
                  <a:lnTo>
                    <a:pt x="173354" y="86172"/>
                  </a:lnTo>
                  <a:lnTo>
                    <a:pt x="180110" y="89359"/>
                  </a:lnTo>
                  <a:lnTo>
                    <a:pt x="184098" y="91240"/>
                  </a:lnTo>
                  <a:lnTo>
                    <a:pt x="184384" y="91371"/>
                  </a:lnTo>
                  <a:lnTo>
                    <a:pt x="188254" y="92935"/>
                  </a:lnTo>
                  <a:lnTo>
                    <a:pt x="190463" y="93532"/>
                  </a:lnTo>
                  <a:lnTo>
                    <a:pt x="197976" y="101410"/>
                  </a:lnTo>
                  <a:lnTo>
                    <a:pt x="193226" y="113372"/>
                  </a:lnTo>
                  <a:lnTo>
                    <a:pt x="198090" y="119780"/>
                  </a:lnTo>
                  <a:lnTo>
                    <a:pt x="201585" y="12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488942" y="5157168"/>
              <a:ext cx="363195" cy="213511"/>
            </a:xfrm>
            <a:custGeom>
              <a:avLst/>
              <a:pathLst>
                <a:path w="363195" h="213511">
                  <a:moveTo>
                    <a:pt x="304176" y="4310"/>
                  </a:moveTo>
                  <a:lnTo>
                    <a:pt x="314966" y="10913"/>
                  </a:lnTo>
                  <a:lnTo>
                    <a:pt x="318337" y="12214"/>
                  </a:lnTo>
                  <a:lnTo>
                    <a:pt x="338735" y="16637"/>
                  </a:lnTo>
                  <a:lnTo>
                    <a:pt x="348294" y="19003"/>
                  </a:lnTo>
                  <a:lnTo>
                    <a:pt x="355515" y="21591"/>
                  </a:lnTo>
                  <a:lnTo>
                    <a:pt x="363195" y="24343"/>
                  </a:lnTo>
                  <a:lnTo>
                    <a:pt x="360422" y="37151"/>
                  </a:lnTo>
                  <a:lnTo>
                    <a:pt x="355918" y="57952"/>
                  </a:lnTo>
                  <a:lnTo>
                    <a:pt x="353892" y="67307"/>
                  </a:lnTo>
                  <a:lnTo>
                    <a:pt x="353839" y="67554"/>
                  </a:lnTo>
                  <a:lnTo>
                    <a:pt x="353661" y="68326"/>
                  </a:lnTo>
                  <a:lnTo>
                    <a:pt x="352247" y="74468"/>
                  </a:lnTo>
                  <a:lnTo>
                    <a:pt x="349244" y="87515"/>
                  </a:lnTo>
                  <a:lnTo>
                    <a:pt x="346750" y="96132"/>
                  </a:lnTo>
                  <a:lnTo>
                    <a:pt x="339567" y="113002"/>
                  </a:lnTo>
                  <a:lnTo>
                    <a:pt x="338060" y="116067"/>
                  </a:lnTo>
                  <a:lnTo>
                    <a:pt x="337744" y="116711"/>
                  </a:lnTo>
                  <a:lnTo>
                    <a:pt x="336952" y="116451"/>
                  </a:lnTo>
                  <a:lnTo>
                    <a:pt x="335444" y="115957"/>
                  </a:lnTo>
                  <a:lnTo>
                    <a:pt x="327863" y="114461"/>
                  </a:lnTo>
                  <a:lnTo>
                    <a:pt x="323011" y="113503"/>
                  </a:lnTo>
                  <a:lnTo>
                    <a:pt x="319165" y="113221"/>
                  </a:lnTo>
                  <a:lnTo>
                    <a:pt x="314459" y="112877"/>
                  </a:lnTo>
                  <a:lnTo>
                    <a:pt x="309424" y="112509"/>
                  </a:lnTo>
                  <a:lnTo>
                    <a:pt x="287019" y="112229"/>
                  </a:lnTo>
                  <a:lnTo>
                    <a:pt x="285795" y="112226"/>
                  </a:lnTo>
                  <a:lnTo>
                    <a:pt x="281611" y="112215"/>
                  </a:lnTo>
                  <a:lnTo>
                    <a:pt x="281163" y="112214"/>
                  </a:lnTo>
                  <a:lnTo>
                    <a:pt x="254347" y="112146"/>
                  </a:lnTo>
                  <a:lnTo>
                    <a:pt x="250272" y="112136"/>
                  </a:lnTo>
                  <a:lnTo>
                    <a:pt x="246536" y="112082"/>
                  </a:lnTo>
                  <a:lnTo>
                    <a:pt x="245986" y="112074"/>
                  </a:lnTo>
                  <a:lnTo>
                    <a:pt x="240210" y="112509"/>
                  </a:lnTo>
                  <a:lnTo>
                    <a:pt x="237137" y="113201"/>
                  </a:lnTo>
                  <a:lnTo>
                    <a:pt x="234830" y="113720"/>
                  </a:lnTo>
                  <a:lnTo>
                    <a:pt x="229480" y="115212"/>
                  </a:lnTo>
                  <a:lnTo>
                    <a:pt x="227916" y="115767"/>
                  </a:lnTo>
                  <a:lnTo>
                    <a:pt x="225460" y="116638"/>
                  </a:lnTo>
                  <a:lnTo>
                    <a:pt x="219158" y="118873"/>
                  </a:lnTo>
                  <a:lnTo>
                    <a:pt x="218855" y="118980"/>
                  </a:lnTo>
                  <a:lnTo>
                    <a:pt x="213887" y="120742"/>
                  </a:lnTo>
                  <a:lnTo>
                    <a:pt x="209903" y="121969"/>
                  </a:lnTo>
                  <a:lnTo>
                    <a:pt x="209449" y="122109"/>
                  </a:lnTo>
                  <a:lnTo>
                    <a:pt x="199448" y="125372"/>
                  </a:lnTo>
                  <a:lnTo>
                    <a:pt x="199067" y="125487"/>
                  </a:lnTo>
                  <a:lnTo>
                    <a:pt x="195041" y="126708"/>
                  </a:lnTo>
                  <a:lnTo>
                    <a:pt x="190451" y="127516"/>
                  </a:lnTo>
                  <a:lnTo>
                    <a:pt x="187631" y="127696"/>
                  </a:lnTo>
                  <a:lnTo>
                    <a:pt x="185852" y="127810"/>
                  </a:lnTo>
                  <a:lnTo>
                    <a:pt x="180167" y="127561"/>
                  </a:lnTo>
                  <a:lnTo>
                    <a:pt x="168736" y="126153"/>
                  </a:lnTo>
                  <a:lnTo>
                    <a:pt x="159205" y="124979"/>
                  </a:lnTo>
                  <a:lnTo>
                    <a:pt x="158981" y="124951"/>
                  </a:lnTo>
                  <a:lnTo>
                    <a:pt x="157982" y="124812"/>
                  </a:lnTo>
                  <a:lnTo>
                    <a:pt x="149619" y="123646"/>
                  </a:lnTo>
                  <a:lnTo>
                    <a:pt x="149281" y="123601"/>
                  </a:lnTo>
                  <a:lnTo>
                    <a:pt x="147417" y="123354"/>
                  </a:lnTo>
                  <a:lnTo>
                    <a:pt x="140176" y="122394"/>
                  </a:lnTo>
                  <a:lnTo>
                    <a:pt x="140013" y="122372"/>
                  </a:lnTo>
                  <a:lnTo>
                    <a:pt x="130273" y="121619"/>
                  </a:lnTo>
                  <a:lnTo>
                    <a:pt x="129260" y="129318"/>
                  </a:lnTo>
                  <a:lnTo>
                    <a:pt x="126847" y="147646"/>
                  </a:lnTo>
                  <a:lnTo>
                    <a:pt x="126801" y="147991"/>
                  </a:lnTo>
                  <a:lnTo>
                    <a:pt x="126726" y="148564"/>
                  </a:lnTo>
                  <a:lnTo>
                    <a:pt x="126169" y="152794"/>
                  </a:lnTo>
                  <a:lnTo>
                    <a:pt x="124988" y="161763"/>
                  </a:lnTo>
                  <a:lnTo>
                    <a:pt x="124532" y="165225"/>
                  </a:lnTo>
                  <a:lnTo>
                    <a:pt x="124369" y="166469"/>
                  </a:lnTo>
                  <a:lnTo>
                    <a:pt x="124543" y="169938"/>
                  </a:lnTo>
                  <a:lnTo>
                    <a:pt x="124606" y="171203"/>
                  </a:lnTo>
                  <a:lnTo>
                    <a:pt x="125200" y="174480"/>
                  </a:lnTo>
                  <a:lnTo>
                    <a:pt x="126177" y="177541"/>
                  </a:lnTo>
                  <a:lnTo>
                    <a:pt x="128466" y="184714"/>
                  </a:lnTo>
                  <a:lnTo>
                    <a:pt x="119838" y="188007"/>
                  </a:lnTo>
                  <a:lnTo>
                    <a:pt x="119656" y="188078"/>
                  </a:lnTo>
                  <a:lnTo>
                    <a:pt x="119158" y="188273"/>
                  </a:lnTo>
                  <a:lnTo>
                    <a:pt x="111493" y="191270"/>
                  </a:lnTo>
                  <a:lnTo>
                    <a:pt x="106885" y="193072"/>
                  </a:lnTo>
                  <a:lnTo>
                    <a:pt x="98355" y="196408"/>
                  </a:lnTo>
                  <a:lnTo>
                    <a:pt x="96959" y="196954"/>
                  </a:lnTo>
                  <a:lnTo>
                    <a:pt x="88447" y="200283"/>
                  </a:lnTo>
                  <a:lnTo>
                    <a:pt x="82268" y="202700"/>
                  </a:lnTo>
                  <a:lnTo>
                    <a:pt x="79295" y="203862"/>
                  </a:lnTo>
                  <a:lnTo>
                    <a:pt x="78827" y="204045"/>
                  </a:lnTo>
                  <a:lnTo>
                    <a:pt x="78052" y="204348"/>
                  </a:lnTo>
                  <a:lnTo>
                    <a:pt x="75727" y="205258"/>
                  </a:lnTo>
                  <a:lnTo>
                    <a:pt x="65022" y="209444"/>
                  </a:lnTo>
                  <a:lnTo>
                    <a:pt x="54622" y="213511"/>
                  </a:lnTo>
                  <a:lnTo>
                    <a:pt x="51747" y="205320"/>
                  </a:lnTo>
                  <a:lnTo>
                    <a:pt x="51546" y="204747"/>
                  </a:lnTo>
                  <a:lnTo>
                    <a:pt x="51383" y="204283"/>
                  </a:lnTo>
                  <a:lnTo>
                    <a:pt x="50603" y="202060"/>
                  </a:lnTo>
                  <a:lnTo>
                    <a:pt x="50412" y="201517"/>
                  </a:lnTo>
                  <a:lnTo>
                    <a:pt x="48390" y="195757"/>
                  </a:lnTo>
                  <a:lnTo>
                    <a:pt x="48084" y="194884"/>
                  </a:lnTo>
                  <a:lnTo>
                    <a:pt x="46386" y="190049"/>
                  </a:lnTo>
                  <a:lnTo>
                    <a:pt x="44262" y="183998"/>
                  </a:lnTo>
                  <a:lnTo>
                    <a:pt x="43739" y="182507"/>
                  </a:lnTo>
                  <a:lnTo>
                    <a:pt x="37654" y="183998"/>
                  </a:lnTo>
                  <a:lnTo>
                    <a:pt x="28084" y="186175"/>
                  </a:lnTo>
                  <a:lnTo>
                    <a:pt x="24986" y="186880"/>
                  </a:lnTo>
                  <a:lnTo>
                    <a:pt x="11386" y="174076"/>
                  </a:lnTo>
                  <a:lnTo>
                    <a:pt x="10731" y="173460"/>
                  </a:lnTo>
                  <a:lnTo>
                    <a:pt x="10455" y="173199"/>
                  </a:lnTo>
                  <a:lnTo>
                    <a:pt x="11121" y="172524"/>
                  </a:lnTo>
                  <a:lnTo>
                    <a:pt x="18912" y="164625"/>
                  </a:lnTo>
                  <a:lnTo>
                    <a:pt x="18517" y="164315"/>
                  </a:lnTo>
                  <a:lnTo>
                    <a:pt x="2212" y="148450"/>
                  </a:lnTo>
                  <a:lnTo>
                    <a:pt x="1759" y="148009"/>
                  </a:lnTo>
                  <a:lnTo>
                    <a:pt x="0" y="146298"/>
                  </a:lnTo>
                  <a:lnTo>
                    <a:pt x="597" y="145649"/>
                  </a:lnTo>
                  <a:lnTo>
                    <a:pt x="6497" y="139246"/>
                  </a:lnTo>
                  <a:lnTo>
                    <a:pt x="9253" y="136256"/>
                  </a:lnTo>
                  <a:lnTo>
                    <a:pt x="12432" y="132805"/>
                  </a:lnTo>
                  <a:lnTo>
                    <a:pt x="18219" y="126524"/>
                  </a:lnTo>
                  <a:lnTo>
                    <a:pt x="28352" y="115527"/>
                  </a:lnTo>
                  <a:lnTo>
                    <a:pt x="35664" y="107592"/>
                  </a:lnTo>
                  <a:lnTo>
                    <a:pt x="42370" y="100314"/>
                  </a:lnTo>
                  <a:lnTo>
                    <a:pt x="48927" y="93198"/>
                  </a:lnTo>
                  <a:lnTo>
                    <a:pt x="54768" y="86859"/>
                  </a:lnTo>
                  <a:lnTo>
                    <a:pt x="58665" y="82630"/>
                  </a:lnTo>
                  <a:lnTo>
                    <a:pt x="59786" y="81414"/>
                  </a:lnTo>
                  <a:lnTo>
                    <a:pt x="62792" y="78151"/>
                  </a:lnTo>
                  <a:lnTo>
                    <a:pt x="74711" y="66673"/>
                  </a:lnTo>
                  <a:lnTo>
                    <a:pt x="77104" y="64601"/>
                  </a:lnTo>
                  <a:lnTo>
                    <a:pt x="78131" y="63711"/>
                  </a:lnTo>
                  <a:lnTo>
                    <a:pt x="78344" y="63541"/>
                  </a:lnTo>
                  <a:lnTo>
                    <a:pt x="83073" y="59763"/>
                  </a:lnTo>
                  <a:lnTo>
                    <a:pt x="87395" y="56310"/>
                  </a:lnTo>
                  <a:lnTo>
                    <a:pt x="88777" y="55206"/>
                  </a:lnTo>
                  <a:lnTo>
                    <a:pt x="90809" y="53429"/>
                  </a:lnTo>
                  <a:lnTo>
                    <a:pt x="93705" y="50897"/>
                  </a:lnTo>
                  <a:lnTo>
                    <a:pt x="97599" y="46710"/>
                  </a:lnTo>
                  <a:lnTo>
                    <a:pt x="98000" y="46279"/>
                  </a:lnTo>
                  <a:lnTo>
                    <a:pt x="98276" y="45982"/>
                  </a:lnTo>
                  <a:lnTo>
                    <a:pt x="99788" y="44132"/>
                  </a:lnTo>
                  <a:lnTo>
                    <a:pt x="100071" y="43785"/>
                  </a:lnTo>
                  <a:lnTo>
                    <a:pt x="107679" y="34476"/>
                  </a:lnTo>
                  <a:lnTo>
                    <a:pt x="113548" y="26599"/>
                  </a:lnTo>
                  <a:lnTo>
                    <a:pt x="116887" y="27465"/>
                  </a:lnTo>
                  <a:lnTo>
                    <a:pt x="119874" y="27978"/>
                  </a:lnTo>
                  <a:lnTo>
                    <a:pt x="121262" y="28101"/>
                  </a:lnTo>
                  <a:lnTo>
                    <a:pt x="122245" y="28188"/>
                  </a:lnTo>
                  <a:lnTo>
                    <a:pt x="124411" y="28071"/>
                  </a:lnTo>
                  <a:lnTo>
                    <a:pt x="125042" y="27977"/>
                  </a:lnTo>
                  <a:lnTo>
                    <a:pt x="125702" y="27879"/>
                  </a:lnTo>
                  <a:lnTo>
                    <a:pt x="125856" y="27864"/>
                  </a:lnTo>
                  <a:lnTo>
                    <a:pt x="126886" y="27766"/>
                  </a:lnTo>
                  <a:lnTo>
                    <a:pt x="129336" y="26855"/>
                  </a:lnTo>
                  <a:lnTo>
                    <a:pt x="133002" y="25492"/>
                  </a:lnTo>
                  <a:lnTo>
                    <a:pt x="144404" y="21253"/>
                  </a:lnTo>
                  <a:lnTo>
                    <a:pt x="144535" y="21204"/>
                  </a:lnTo>
                  <a:lnTo>
                    <a:pt x="146220" y="20577"/>
                  </a:lnTo>
                  <a:lnTo>
                    <a:pt x="150105" y="19147"/>
                  </a:lnTo>
                  <a:lnTo>
                    <a:pt x="168048" y="12538"/>
                  </a:lnTo>
                  <a:lnTo>
                    <a:pt x="179686" y="8354"/>
                  </a:lnTo>
                  <a:lnTo>
                    <a:pt x="183346" y="7038"/>
                  </a:lnTo>
                  <a:lnTo>
                    <a:pt x="183936" y="6826"/>
                  </a:lnTo>
                  <a:lnTo>
                    <a:pt x="189810" y="4959"/>
                  </a:lnTo>
                  <a:lnTo>
                    <a:pt x="194247" y="3549"/>
                  </a:lnTo>
                  <a:lnTo>
                    <a:pt x="199371" y="2428"/>
                  </a:lnTo>
                  <a:lnTo>
                    <a:pt x="199849" y="2323"/>
                  </a:lnTo>
                  <a:lnTo>
                    <a:pt x="202202" y="2067"/>
                  </a:lnTo>
                  <a:lnTo>
                    <a:pt x="202369" y="2048"/>
                  </a:lnTo>
                  <a:lnTo>
                    <a:pt x="211323" y="1837"/>
                  </a:lnTo>
                  <a:lnTo>
                    <a:pt x="219074" y="2130"/>
                  </a:lnTo>
                  <a:lnTo>
                    <a:pt x="219881" y="2160"/>
                  </a:lnTo>
                  <a:lnTo>
                    <a:pt x="220098" y="2168"/>
                  </a:lnTo>
                  <a:lnTo>
                    <a:pt x="223159" y="2406"/>
                  </a:lnTo>
                  <a:lnTo>
                    <a:pt x="228214" y="2797"/>
                  </a:lnTo>
                  <a:lnTo>
                    <a:pt x="231694" y="3027"/>
                  </a:lnTo>
                  <a:lnTo>
                    <a:pt x="237766" y="3427"/>
                  </a:lnTo>
                  <a:lnTo>
                    <a:pt x="239509" y="3556"/>
                  </a:lnTo>
                  <a:lnTo>
                    <a:pt x="258449" y="4968"/>
                  </a:lnTo>
                  <a:lnTo>
                    <a:pt x="259909" y="5077"/>
                  </a:lnTo>
                  <a:lnTo>
                    <a:pt x="261852" y="5181"/>
                  </a:lnTo>
                  <a:lnTo>
                    <a:pt x="262686" y="5220"/>
                  </a:lnTo>
                  <a:lnTo>
                    <a:pt x="265329" y="5195"/>
                  </a:lnTo>
                  <a:lnTo>
                    <a:pt x="274174" y="3745"/>
                  </a:lnTo>
                  <a:lnTo>
                    <a:pt x="274817" y="3640"/>
                  </a:lnTo>
                  <a:lnTo>
                    <a:pt x="276894" y="3299"/>
                  </a:lnTo>
                  <a:lnTo>
                    <a:pt x="277481" y="3203"/>
                  </a:lnTo>
                  <a:lnTo>
                    <a:pt x="279327" y="2648"/>
                  </a:lnTo>
                  <a:lnTo>
                    <a:pt x="280233" y="2375"/>
                  </a:lnTo>
                  <a:lnTo>
                    <a:pt x="282311" y="1751"/>
                  </a:lnTo>
                  <a:lnTo>
                    <a:pt x="283941" y="1260"/>
                  </a:lnTo>
                  <a:lnTo>
                    <a:pt x="287229" y="271"/>
                  </a:lnTo>
                  <a:lnTo>
                    <a:pt x="290117" y="0"/>
                  </a:lnTo>
                  <a:lnTo>
                    <a:pt x="293385" y="155"/>
                  </a:lnTo>
                  <a:lnTo>
                    <a:pt x="295892" y="854"/>
                  </a:lnTo>
                  <a:lnTo>
                    <a:pt x="301022" y="2703"/>
                  </a:lnTo>
                  <a:lnTo>
                    <a:pt x="301820" y="2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759179" y="4966889"/>
              <a:ext cx="322551" cy="214622"/>
            </a:xfrm>
            <a:custGeom>
              <a:avLst/>
              <a:pathLst>
                <a:path w="322551" h="214622">
                  <a:moveTo>
                    <a:pt x="311635" y="0"/>
                  </a:moveTo>
                  <a:lnTo>
                    <a:pt x="316574" y="3009"/>
                  </a:lnTo>
                  <a:lnTo>
                    <a:pt x="316574" y="4757"/>
                  </a:lnTo>
                  <a:lnTo>
                    <a:pt x="315237" y="6211"/>
                  </a:lnTo>
                  <a:lnTo>
                    <a:pt x="318106" y="12478"/>
                  </a:lnTo>
                  <a:lnTo>
                    <a:pt x="319648" y="15834"/>
                  </a:lnTo>
                  <a:lnTo>
                    <a:pt x="322551" y="22405"/>
                  </a:lnTo>
                  <a:lnTo>
                    <a:pt x="322144" y="23170"/>
                  </a:lnTo>
                  <a:lnTo>
                    <a:pt x="311292" y="17764"/>
                  </a:lnTo>
                  <a:lnTo>
                    <a:pt x="307303" y="16226"/>
                  </a:lnTo>
                  <a:lnTo>
                    <a:pt x="306003" y="15970"/>
                  </a:lnTo>
                  <a:lnTo>
                    <a:pt x="305728" y="16035"/>
                  </a:lnTo>
                  <a:lnTo>
                    <a:pt x="304521" y="16319"/>
                  </a:lnTo>
                  <a:lnTo>
                    <a:pt x="304250" y="16462"/>
                  </a:lnTo>
                  <a:lnTo>
                    <a:pt x="302880" y="17182"/>
                  </a:lnTo>
                  <a:lnTo>
                    <a:pt x="301685" y="18488"/>
                  </a:lnTo>
                  <a:lnTo>
                    <a:pt x="301124" y="19955"/>
                  </a:lnTo>
                  <a:lnTo>
                    <a:pt x="300782" y="21632"/>
                  </a:lnTo>
                  <a:lnTo>
                    <a:pt x="300372" y="23916"/>
                  </a:lnTo>
                  <a:lnTo>
                    <a:pt x="299164" y="28041"/>
                  </a:lnTo>
                  <a:lnTo>
                    <a:pt x="297819" y="31443"/>
                  </a:lnTo>
                  <a:lnTo>
                    <a:pt x="296703" y="32311"/>
                  </a:lnTo>
                  <a:lnTo>
                    <a:pt x="290865" y="36849"/>
                  </a:lnTo>
                  <a:lnTo>
                    <a:pt x="287947" y="39412"/>
                  </a:lnTo>
                  <a:lnTo>
                    <a:pt x="286124" y="41291"/>
                  </a:lnTo>
                  <a:lnTo>
                    <a:pt x="285007" y="42442"/>
                  </a:lnTo>
                  <a:lnTo>
                    <a:pt x="283616" y="46776"/>
                  </a:lnTo>
                  <a:lnTo>
                    <a:pt x="283602" y="48593"/>
                  </a:lnTo>
                  <a:lnTo>
                    <a:pt x="283593" y="49759"/>
                  </a:lnTo>
                  <a:lnTo>
                    <a:pt x="283623" y="52694"/>
                  </a:lnTo>
                  <a:lnTo>
                    <a:pt x="281549" y="52977"/>
                  </a:lnTo>
                  <a:lnTo>
                    <a:pt x="276868" y="54313"/>
                  </a:lnTo>
                  <a:lnTo>
                    <a:pt x="275602" y="55030"/>
                  </a:lnTo>
                  <a:lnTo>
                    <a:pt x="271204" y="57522"/>
                  </a:lnTo>
                  <a:lnTo>
                    <a:pt x="267880" y="60627"/>
                  </a:lnTo>
                  <a:lnTo>
                    <a:pt x="267139" y="61318"/>
                  </a:lnTo>
                  <a:lnTo>
                    <a:pt x="266949" y="61494"/>
                  </a:lnTo>
                  <a:lnTo>
                    <a:pt x="266236" y="62160"/>
                  </a:lnTo>
                  <a:lnTo>
                    <a:pt x="265882" y="62490"/>
                  </a:lnTo>
                  <a:lnTo>
                    <a:pt x="260978" y="67072"/>
                  </a:lnTo>
                  <a:lnTo>
                    <a:pt x="258568" y="69322"/>
                  </a:lnTo>
                  <a:lnTo>
                    <a:pt x="247082" y="80048"/>
                  </a:lnTo>
                  <a:lnTo>
                    <a:pt x="246745" y="80363"/>
                  </a:lnTo>
                  <a:lnTo>
                    <a:pt x="245476" y="81390"/>
                  </a:lnTo>
                  <a:lnTo>
                    <a:pt x="241795" y="84366"/>
                  </a:lnTo>
                  <a:lnTo>
                    <a:pt x="237008" y="87000"/>
                  </a:lnTo>
                  <a:lnTo>
                    <a:pt x="236381" y="87163"/>
                  </a:lnTo>
                  <a:lnTo>
                    <a:pt x="227222" y="89556"/>
                  </a:lnTo>
                  <a:lnTo>
                    <a:pt x="226444" y="89759"/>
                  </a:lnTo>
                  <a:lnTo>
                    <a:pt x="225677" y="89959"/>
                  </a:lnTo>
                  <a:lnTo>
                    <a:pt x="225489" y="90041"/>
                  </a:lnTo>
                  <a:lnTo>
                    <a:pt x="223291" y="90995"/>
                  </a:lnTo>
                  <a:lnTo>
                    <a:pt x="221058" y="91964"/>
                  </a:lnTo>
                  <a:lnTo>
                    <a:pt x="219180" y="92779"/>
                  </a:lnTo>
                  <a:lnTo>
                    <a:pt x="216514" y="94479"/>
                  </a:lnTo>
                  <a:lnTo>
                    <a:pt x="211954" y="97387"/>
                  </a:lnTo>
                  <a:lnTo>
                    <a:pt x="206166" y="101079"/>
                  </a:lnTo>
                  <a:lnTo>
                    <a:pt x="205399" y="101569"/>
                  </a:lnTo>
                  <a:lnTo>
                    <a:pt x="204335" y="102247"/>
                  </a:lnTo>
                  <a:lnTo>
                    <a:pt x="196490" y="107251"/>
                  </a:lnTo>
                  <a:lnTo>
                    <a:pt x="186163" y="113838"/>
                  </a:lnTo>
                  <a:lnTo>
                    <a:pt x="179528" y="119138"/>
                  </a:lnTo>
                  <a:lnTo>
                    <a:pt x="176063" y="122866"/>
                  </a:lnTo>
                  <a:lnTo>
                    <a:pt x="173783" y="126221"/>
                  </a:lnTo>
                  <a:lnTo>
                    <a:pt x="172808" y="127999"/>
                  </a:lnTo>
                  <a:lnTo>
                    <a:pt x="171287" y="130772"/>
                  </a:lnTo>
                  <a:lnTo>
                    <a:pt x="171069" y="131168"/>
                  </a:lnTo>
                  <a:lnTo>
                    <a:pt x="170447" y="132303"/>
                  </a:lnTo>
                  <a:lnTo>
                    <a:pt x="169887" y="133365"/>
                  </a:lnTo>
                  <a:lnTo>
                    <a:pt x="169473" y="134152"/>
                  </a:lnTo>
                  <a:lnTo>
                    <a:pt x="169323" y="134436"/>
                  </a:lnTo>
                  <a:lnTo>
                    <a:pt x="165887" y="140956"/>
                  </a:lnTo>
                  <a:lnTo>
                    <a:pt x="165751" y="141136"/>
                  </a:lnTo>
                  <a:lnTo>
                    <a:pt x="162017" y="146062"/>
                  </a:lnTo>
                  <a:lnTo>
                    <a:pt x="160781" y="147692"/>
                  </a:lnTo>
                  <a:lnTo>
                    <a:pt x="159812" y="148446"/>
                  </a:lnTo>
                  <a:lnTo>
                    <a:pt x="157813" y="149998"/>
                  </a:lnTo>
                  <a:lnTo>
                    <a:pt x="156479" y="150888"/>
                  </a:lnTo>
                  <a:lnTo>
                    <a:pt x="156229" y="151062"/>
                  </a:lnTo>
                  <a:lnTo>
                    <a:pt x="155980" y="151236"/>
                  </a:lnTo>
                  <a:lnTo>
                    <a:pt x="141378" y="161442"/>
                  </a:lnTo>
                  <a:lnTo>
                    <a:pt x="124767" y="173053"/>
                  </a:lnTo>
                  <a:lnTo>
                    <a:pt x="124425" y="173291"/>
                  </a:lnTo>
                  <a:lnTo>
                    <a:pt x="117210" y="178334"/>
                  </a:lnTo>
                  <a:lnTo>
                    <a:pt x="117011" y="178921"/>
                  </a:lnTo>
                  <a:lnTo>
                    <a:pt x="116855" y="179379"/>
                  </a:lnTo>
                  <a:lnTo>
                    <a:pt x="116480" y="180484"/>
                  </a:lnTo>
                  <a:lnTo>
                    <a:pt x="115644" y="181565"/>
                  </a:lnTo>
                  <a:lnTo>
                    <a:pt x="114869" y="182566"/>
                  </a:lnTo>
                  <a:lnTo>
                    <a:pt x="114531" y="182811"/>
                  </a:lnTo>
                  <a:lnTo>
                    <a:pt x="112145" y="184537"/>
                  </a:lnTo>
                  <a:lnTo>
                    <a:pt x="106540" y="188593"/>
                  </a:lnTo>
                  <a:lnTo>
                    <a:pt x="103965" y="190717"/>
                  </a:lnTo>
                  <a:lnTo>
                    <a:pt x="103214" y="191592"/>
                  </a:lnTo>
                  <a:lnTo>
                    <a:pt x="102734" y="192151"/>
                  </a:lnTo>
                  <a:lnTo>
                    <a:pt x="99691" y="195693"/>
                  </a:lnTo>
                  <a:lnTo>
                    <a:pt x="96901" y="200851"/>
                  </a:lnTo>
                  <a:lnTo>
                    <a:pt x="93623" y="212300"/>
                  </a:lnTo>
                  <a:lnTo>
                    <a:pt x="93162" y="213911"/>
                  </a:lnTo>
                  <a:lnTo>
                    <a:pt x="92958" y="214622"/>
                  </a:lnTo>
                  <a:lnTo>
                    <a:pt x="85278" y="211870"/>
                  </a:lnTo>
                  <a:lnTo>
                    <a:pt x="78057" y="209282"/>
                  </a:lnTo>
                  <a:lnTo>
                    <a:pt x="68499" y="206916"/>
                  </a:lnTo>
                  <a:lnTo>
                    <a:pt x="48100" y="202493"/>
                  </a:lnTo>
                  <a:lnTo>
                    <a:pt x="44730" y="201192"/>
                  </a:lnTo>
                  <a:lnTo>
                    <a:pt x="33939" y="194589"/>
                  </a:lnTo>
                  <a:lnTo>
                    <a:pt x="31583" y="193269"/>
                  </a:lnTo>
                  <a:lnTo>
                    <a:pt x="30786" y="192982"/>
                  </a:lnTo>
                  <a:lnTo>
                    <a:pt x="25656" y="191133"/>
                  </a:lnTo>
                  <a:lnTo>
                    <a:pt x="23148" y="190434"/>
                  </a:lnTo>
                  <a:lnTo>
                    <a:pt x="19880" y="190278"/>
                  </a:lnTo>
                  <a:lnTo>
                    <a:pt x="16993" y="190550"/>
                  </a:lnTo>
                  <a:lnTo>
                    <a:pt x="13705" y="191539"/>
                  </a:lnTo>
                  <a:lnTo>
                    <a:pt x="12074" y="192030"/>
                  </a:lnTo>
                  <a:lnTo>
                    <a:pt x="9996" y="192654"/>
                  </a:lnTo>
                  <a:lnTo>
                    <a:pt x="9090" y="192927"/>
                  </a:lnTo>
                  <a:lnTo>
                    <a:pt x="7245" y="193482"/>
                  </a:lnTo>
                  <a:lnTo>
                    <a:pt x="6657" y="193578"/>
                  </a:lnTo>
                  <a:lnTo>
                    <a:pt x="6661" y="193339"/>
                  </a:lnTo>
                  <a:lnTo>
                    <a:pt x="6672" y="192705"/>
                  </a:lnTo>
                  <a:lnTo>
                    <a:pt x="6918" y="178223"/>
                  </a:lnTo>
                  <a:lnTo>
                    <a:pt x="6631" y="173828"/>
                  </a:lnTo>
                  <a:lnTo>
                    <a:pt x="6573" y="172927"/>
                  </a:lnTo>
                  <a:lnTo>
                    <a:pt x="6485" y="171583"/>
                  </a:lnTo>
                  <a:lnTo>
                    <a:pt x="6256" y="168054"/>
                  </a:lnTo>
                  <a:lnTo>
                    <a:pt x="6222" y="167542"/>
                  </a:lnTo>
                  <a:lnTo>
                    <a:pt x="6012" y="163650"/>
                  </a:lnTo>
                  <a:lnTo>
                    <a:pt x="6004" y="163514"/>
                  </a:lnTo>
                  <a:lnTo>
                    <a:pt x="5339" y="154052"/>
                  </a:lnTo>
                  <a:lnTo>
                    <a:pt x="5197" y="152027"/>
                  </a:lnTo>
                  <a:lnTo>
                    <a:pt x="5108" y="150758"/>
                  </a:lnTo>
                  <a:lnTo>
                    <a:pt x="4869" y="117552"/>
                  </a:lnTo>
                  <a:lnTo>
                    <a:pt x="4835" y="117221"/>
                  </a:lnTo>
                  <a:lnTo>
                    <a:pt x="4645" y="115356"/>
                  </a:lnTo>
                  <a:lnTo>
                    <a:pt x="4344" y="114168"/>
                  </a:lnTo>
                  <a:lnTo>
                    <a:pt x="3934" y="113353"/>
                  </a:lnTo>
                  <a:lnTo>
                    <a:pt x="3353" y="112794"/>
                  </a:lnTo>
                  <a:lnTo>
                    <a:pt x="2134" y="112205"/>
                  </a:lnTo>
                  <a:lnTo>
                    <a:pt x="101" y="111755"/>
                  </a:lnTo>
                  <a:lnTo>
                    <a:pt x="0" y="109264"/>
                  </a:lnTo>
                  <a:lnTo>
                    <a:pt x="5452" y="111471"/>
                  </a:lnTo>
                  <a:lnTo>
                    <a:pt x="7385" y="112254"/>
                  </a:lnTo>
                  <a:lnTo>
                    <a:pt x="7990" y="112499"/>
                  </a:lnTo>
                  <a:lnTo>
                    <a:pt x="10343" y="113923"/>
                  </a:lnTo>
                  <a:lnTo>
                    <a:pt x="13180" y="115640"/>
                  </a:lnTo>
                  <a:lnTo>
                    <a:pt x="15209" y="116868"/>
                  </a:lnTo>
                  <a:lnTo>
                    <a:pt x="17041" y="115226"/>
                  </a:lnTo>
                  <a:lnTo>
                    <a:pt x="22777" y="110085"/>
                  </a:lnTo>
                  <a:lnTo>
                    <a:pt x="23912" y="109166"/>
                  </a:lnTo>
                  <a:lnTo>
                    <a:pt x="27745" y="106059"/>
                  </a:lnTo>
                  <a:lnTo>
                    <a:pt x="31043" y="103232"/>
                  </a:lnTo>
                  <a:lnTo>
                    <a:pt x="31314" y="103183"/>
                  </a:lnTo>
                  <a:lnTo>
                    <a:pt x="34995" y="102700"/>
                  </a:lnTo>
                  <a:lnTo>
                    <a:pt x="34355" y="99674"/>
                  </a:lnTo>
                  <a:lnTo>
                    <a:pt x="33908" y="99588"/>
                  </a:lnTo>
                  <a:lnTo>
                    <a:pt x="30753" y="99847"/>
                  </a:lnTo>
                  <a:lnTo>
                    <a:pt x="30267" y="99886"/>
                  </a:lnTo>
                  <a:lnTo>
                    <a:pt x="29998" y="98727"/>
                  </a:lnTo>
                  <a:lnTo>
                    <a:pt x="30455" y="98073"/>
                  </a:lnTo>
                  <a:lnTo>
                    <a:pt x="30895" y="97526"/>
                  </a:lnTo>
                  <a:lnTo>
                    <a:pt x="32028" y="96116"/>
                  </a:lnTo>
                  <a:lnTo>
                    <a:pt x="32588" y="95643"/>
                  </a:lnTo>
                  <a:lnTo>
                    <a:pt x="34568" y="93971"/>
                  </a:lnTo>
                  <a:lnTo>
                    <a:pt x="34787" y="93786"/>
                  </a:lnTo>
                  <a:lnTo>
                    <a:pt x="35155" y="93525"/>
                  </a:lnTo>
                  <a:lnTo>
                    <a:pt x="35676" y="93157"/>
                  </a:lnTo>
                  <a:lnTo>
                    <a:pt x="36747" y="93133"/>
                  </a:lnTo>
                  <a:lnTo>
                    <a:pt x="38299" y="93645"/>
                  </a:lnTo>
                  <a:lnTo>
                    <a:pt x="38867" y="93832"/>
                  </a:lnTo>
                  <a:lnTo>
                    <a:pt x="40076" y="94112"/>
                  </a:lnTo>
                  <a:lnTo>
                    <a:pt x="41826" y="94407"/>
                  </a:lnTo>
                  <a:lnTo>
                    <a:pt x="41840" y="94178"/>
                  </a:lnTo>
                  <a:lnTo>
                    <a:pt x="41967" y="92080"/>
                  </a:lnTo>
                  <a:lnTo>
                    <a:pt x="41974" y="91952"/>
                  </a:lnTo>
                  <a:lnTo>
                    <a:pt x="43329" y="91564"/>
                  </a:lnTo>
                  <a:lnTo>
                    <a:pt x="44699" y="91172"/>
                  </a:lnTo>
                  <a:lnTo>
                    <a:pt x="45571" y="90065"/>
                  </a:lnTo>
                  <a:lnTo>
                    <a:pt x="46343" y="87945"/>
                  </a:lnTo>
                  <a:lnTo>
                    <a:pt x="46698" y="86971"/>
                  </a:lnTo>
                  <a:lnTo>
                    <a:pt x="46892" y="86563"/>
                  </a:lnTo>
                  <a:lnTo>
                    <a:pt x="46961" y="86417"/>
                  </a:lnTo>
                  <a:lnTo>
                    <a:pt x="47147" y="86024"/>
                  </a:lnTo>
                  <a:lnTo>
                    <a:pt x="47902" y="84434"/>
                  </a:lnTo>
                  <a:lnTo>
                    <a:pt x="48390" y="84624"/>
                  </a:lnTo>
                  <a:lnTo>
                    <a:pt x="48700" y="84744"/>
                  </a:lnTo>
                  <a:lnTo>
                    <a:pt x="49098" y="84214"/>
                  </a:lnTo>
                  <a:lnTo>
                    <a:pt x="55282" y="75971"/>
                  </a:lnTo>
                  <a:lnTo>
                    <a:pt x="61675" y="68258"/>
                  </a:lnTo>
                  <a:lnTo>
                    <a:pt x="66542" y="70069"/>
                  </a:lnTo>
                  <a:lnTo>
                    <a:pt x="69391" y="82497"/>
                  </a:lnTo>
                  <a:lnTo>
                    <a:pt x="74426" y="90459"/>
                  </a:lnTo>
                  <a:lnTo>
                    <a:pt x="78415" y="92789"/>
                  </a:lnTo>
                  <a:lnTo>
                    <a:pt x="94754" y="92401"/>
                  </a:lnTo>
                  <a:lnTo>
                    <a:pt x="101688" y="96381"/>
                  </a:lnTo>
                  <a:lnTo>
                    <a:pt x="110332" y="88517"/>
                  </a:lnTo>
                  <a:lnTo>
                    <a:pt x="116791" y="94440"/>
                  </a:lnTo>
                  <a:lnTo>
                    <a:pt x="110997" y="101333"/>
                  </a:lnTo>
                  <a:lnTo>
                    <a:pt x="116791" y="116965"/>
                  </a:lnTo>
                  <a:lnTo>
                    <a:pt x="106627" y="121529"/>
                  </a:lnTo>
                  <a:lnTo>
                    <a:pt x="111702" y="135334"/>
                  </a:lnTo>
                  <a:lnTo>
                    <a:pt x="110226" y="138217"/>
                  </a:lnTo>
                  <a:lnTo>
                    <a:pt x="107676" y="146036"/>
                  </a:lnTo>
                  <a:lnTo>
                    <a:pt x="113201" y="147774"/>
                  </a:lnTo>
                  <a:lnTo>
                    <a:pt x="121275" y="138000"/>
                  </a:lnTo>
                  <a:lnTo>
                    <a:pt x="131900" y="137566"/>
                  </a:lnTo>
                  <a:lnTo>
                    <a:pt x="135724" y="134960"/>
                  </a:lnTo>
                  <a:lnTo>
                    <a:pt x="139549" y="128227"/>
                  </a:lnTo>
                  <a:lnTo>
                    <a:pt x="150598" y="119974"/>
                  </a:lnTo>
                  <a:lnTo>
                    <a:pt x="160585" y="119756"/>
                  </a:lnTo>
                  <a:lnTo>
                    <a:pt x="163886" y="117894"/>
                  </a:lnTo>
                  <a:lnTo>
                    <a:pt x="163865" y="113368"/>
                  </a:lnTo>
                  <a:lnTo>
                    <a:pt x="159481" y="107812"/>
                  </a:lnTo>
                  <a:lnTo>
                    <a:pt x="158000" y="91275"/>
                  </a:lnTo>
                  <a:lnTo>
                    <a:pt x="151938" y="85410"/>
                  </a:lnTo>
                  <a:lnTo>
                    <a:pt x="151514" y="81988"/>
                  </a:lnTo>
                  <a:lnTo>
                    <a:pt x="154210" y="77187"/>
                  </a:lnTo>
                  <a:lnTo>
                    <a:pt x="163559" y="65676"/>
                  </a:lnTo>
                  <a:lnTo>
                    <a:pt x="170656" y="66653"/>
                  </a:lnTo>
                  <a:lnTo>
                    <a:pt x="172171" y="72030"/>
                  </a:lnTo>
                  <a:lnTo>
                    <a:pt x="175818" y="71797"/>
                  </a:lnTo>
                  <a:lnTo>
                    <a:pt x="181518" y="70749"/>
                  </a:lnTo>
                  <a:lnTo>
                    <a:pt x="185849" y="68185"/>
                  </a:lnTo>
                  <a:lnTo>
                    <a:pt x="188015" y="63991"/>
                  </a:lnTo>
                  <a:lnTo>
                    <a:pt x="186761" y="59214"/>
                  </a:lnTo>
                  <a:lnTo>
                    <a:pt x="182429" y="57000"/>
                  </a:lnTo>
                  <a:lnTo>
                    <a:pt x="179694" y="54670"/>
                  </a:lnTo>
                  <a:lnTo>
                    <a:pt x="179808" y="34979"/>
                  </a:lnTo>
                  <a:lnTo>
                    <a:pt x="190295" y="31600"/>
                  </a:lnTo>
                  <a:lnTo>
                    <a:pt x="192802" y="31833"/>
                  </a:lnTo>
                  <a:lnTo>
                    <a:pt x="210243" y="17036"/>
                  </a:lnTo>
                  <a:lnTo>
                    <a:pt x="206595" y="12958"/>
                  </a:lnTo>
                  <a:lnTo>
                    <a:pt x="212294" y="8647"/>
                  </a:lnTo>
                  <a:lnTo>
                    <a:pt x="223627" y="8075"/>
                  </a:lnTo>
                  <a:lnTo>
                    <a:pt x="260720" y="43109"/>
                  </a:lnTo>
                  <a:lnTo>
                    <a:pt x="264520" y="40682"/>
                  </a:lnTo>
                  <a:lnTo>
                    <a:pt x="269839" y="38352"/>
                  </a:lnTo>
                  <a:lnTo>
                    <a:pt x="288457" y="23205"/>
                  </a:lnTo>
                  <a:lnTo>
                    <a:pt x="297196" y="12525"/>
                  </a:lnTo>
                  <a:lnTo>
                    <a:pt x="297386" y="4951"/>
                  </a:lnTo>
                  <a:lnTo>
                    <a:pt x="298146" y="1262"/>
                  </a:lnTo>
                  <a:lnTo>
                    <a:pt x="306601" y="1844"/>
                  </a:lnTo>
                  <a:lnTo>
                    <a:pt x="308785" y="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964578" y="4943845"/>
              <a:ext cx="228693" cy="218464"/>
            </a:xfrm>
            <a:custGeom>
              <a:avLst/>
              <a:pathLst>
                <a:path w="228693" h="218464">
                  <a:moveTo>
                    <a:pt x="203388" y="9937"/>
                  </a:moveTo>
                  <a:lnTo>
                    <a:pt x="206580" y="12209"/>
                  </a:lnTo>
                  <a:lnTo>
                    <a:pt x="207490" y="12201"/>
                  </a:lnTo>
                  <a:lnTo>
                    <a:pt x="213248" y="12151"/>
                  </a:lnTo>
                  <a:lnTo>
                    <a:pt x="214274" y="10345"/>
                  </a:lnTo>
                  <a:lnTo>
                    <a:pt x="216264" y="10254"/>
                  </a:lnTo>
                  <a:lnTo>
                    <a:pt x="216839" y="10228"/>
                  </a:lnTo>
                  <a:lnTo>
                    <a:pt x="219004" y="13316"/>
                  </a:lnTo>
                  <a:lnTo>
                    <a:pt x="221010" y="13254"/>
                  </a:lnTo>
                  <a:lnTo>
                    <a:pt x="222766" y="13199"/>
                  </a:lnTo>
                  <a:lnTo>
                    <a:pt x="227781" y="14423"/>
                  </a:lnTo>
                  <a:lnTo>
                    <a:pt x="228693" y="19724"/>
                  </a:lnTo>
                  <a:lnTo>
                    <a:pt x="221626" y="24618"/>
                  </a:lnTo>
                  <a:lnTo>
                    <a:pt x="218719" y="25142"/>
                  </a:lnTo>
                  <a:lnTo>
                    <a:pt x="214901" y="29395"/>
                  </a:lnTo>
                  <a:lnTo>
                    <a:pt x="206466" y="38483"/>
                  </a:lnTo>
                  <a:lnTo>
                    <a:pt x="193870" y="52581"/>
                  </a:lnTo>
                  <a:lnTo>
                    <a:pt x="177171" y="65572"/>
                  </a:lnTo>
                  <a:lnTo>
                    <a:pt x="181160" y="71106"/>
                  </a:lnTo>
                  <a:lnTo>
                    <a:pt x="180761" y="71689"/>
                  </a:lnTo>
                  <a:lnTo>
                    <a:pt x="153062" y="94991"/>
                  </a:lnTo>
                  <a:lnTo>
                    <a:pt x="148560" y="101108"/>
                  </a:lnTo>
                  <a:lnTo>
                    <a:pt x="143544" y="105070"/>
                  </a:lnTo>
                  <a:lnTo>
                    <a:pt x="141834" y="104079"/>
                  </a:lnTo>
                  <a:lnTo>
                    <a:pt x="132430" y="107575"/>
                  </a:lnTo>
                  <a:lnTo>
                    <a:pt x="131120" y="106759"/>
                  </a:lnTo>
                  <a:lnTo>
                    <a:pt x="120804" y="109206"/>
                  </a:lnTo>
                  <a:lnTo>
                    <a:pt x="118182" y="112119"/>
                  </a:lnTo>
                  <a:lnTo>
                    <a:pt x="116073" y="111536"/>
                  </a:lnTo>
                  <a:lnTo>
                    <a:pt x="116658" y="123959"/>
                  </a:lnTo>
                  <a:lnTo>
                    <a:pt x="118959" y="126152"/>
                  </a:lnTo>
                  <a:lnTo>
                    <a:pt x="123425" y="130411"/>
                  </a:lnTo>
                  <a:lnTo>
                    <a:pt x="124964" y="129246"/>
                  </a:lnTo>
                  <a:lnTo>
                    <a:pt x="127106" y="129719"/>
                  </a:lnTo>
                  <a:lnTo>
                    <a:pt x="134995" y="131460"/>
                  </a:lnTo>
                  <a:lnTo>
                    <a:pt x="143430" y="137693"/>
                  </a:lnTo>
                  <a:lnTo>
                    <a:pt x="144728" y="141427"/>
                  </a:lnTo>
                  <a:lnTo>
                    <a:pt x="144969" y="142121"/>
                  </a:lnTo>
                  <a:lnTo>
                    <a:pt x="145163" y="142253"/>
                  </a:lnTo>
                  <a:lnTo>
                    <a:pt x="149985" y="145558"/>
                  </a:lnTo>
                  <a:lnTo>
                    <a:pt x="151563" y="158576"/>
                  </a:lnTo>
                  <a:lnTo>
                    <a:pt x="149018" y="161023"/>
                  </a:lnTo>
                  <a:lnTo>
                    <a:pt x="148468" y="160474"/>
                  </a:lnTo>
                  <a:lnTo>
                    <a:pt x="147270" y="159275"/>
                  </a:lnTo>
                  <a:lnTo>
                    <a:pt x="145408" y="159159"/>
                  </a:lnTo>
                  <a:lnTo>
                    <a:pt x="141988" y="160868"/>
                  </a:lnTo>
                  <a:lnTo>
                    <a:pt x="137743" y="162294"/>
                  </a:lnTo>
                  <a:lnTo>
                    <a:pt x="128700" y="158954"/>
                  </a:lnTo>
                  <a:lnTo>
                    <a:pt x="124711" y="158954"/>
                  </a:lnTo>
                  <a:lnTo>
                    <a:pt x="124673" y="167304"/>
                  </a:lnTo>
                  <a:lnTo>
                    <a:pt x="112161" y="162693"/>
                  </a:lnTo>
                  <a:lnTo>
                    <a:pt x="110377" y="161083"/>
                  </a:lnTo>
                  <a:lnTo>
                    <a:pt x="109578" y="160363"/>
                  </a:lnTo>
                  <a:lnTo>
                    <a:pt x="107716" y="160751"/>
                  </a:lnTo>
                  <a:lnTo>
                    <a:pt x="104068" y="166771"/>
                  </a:lnTo>
                  <a:lnTo>
                    <a:pt x="104068" y="168868"/>
                  </a:lnTo>
                  <a:lnTo>
                    <a:pt x="105504" y="168064"/>
                  </a:lnTo>
                  <a:lnTo>
                    <a:pt x="105664" y="167975"/>
                  </a:lnTo>
                  <a:lnTo>
                    <a:pt x="106804" y="169994"/>
                  </a:lnTo>
                  <a:lnTo>
                    <a:pt x="106742" y="170138"/>
                  </a:lnTo>
                  <a:lnTo>
                    <a:pt x="106272" y="171237"/>
                  </a:lnTo>
                  <a:lnTo>
                    <a:pt x="109024" y="173391"/>
                  </a:lnTo>
                  <a:lnTo>
                    <a:pt x="110490" y="174538"/>
                  </a:lnTo>
                  <a:lnTo>
                    <a:pt x="109236" y="177024"/>
                  </a:lnTo>
                  <a:lnTo>
                    <a:pt x="114023" y="180209"/>
                  </a:lnTo>
                  <a:lnTo>
                    <a:pt x="113806" y="180625"/>
                  </a:lnTo>
                  <a:lnTo>
                    <a:pt x="111944" y="185169"/>
                  </a:lnTo>
                  <a:lnTo>
                    <a:pt x="111705" y="185957"/>
                  </a:lnTo>
                  <a:lnTo>
                    <a:pt x="100725" y="179587"/>
                  </a:lnTo>
                  <a:lnTo>
                    <a:pt x="99319" y="181413"/>
                  </a:lnTo>
                  <a:lnTo>
                    <a:pt x="93277" y="177490"/>
                  </a:lnTo>
                  <a:lnTo>
                    <a:pt x="93885" y="180364"/>
                  </a:lnTo>
                  <a:lnTo>
                    <a:pt x="92821" y="181296"/>
                  </a:lnTo>
                  <a:lnTo>
                    <a:pt x="92973" y="183549"/>
                  </a:lnTo>
                  <a:lnTo>
                    <a:pt x="92897" y="186811"/>
                  </a:lnTo>
                  <a:lnTo>
                    <a:pt x="91644" y="189025"/>
                  </a:lnTo>
                  <a:lnTo>
                    <a:pt x="88034" y="190889"/>
                  </a:lnTo>
                  <a:lnTo>
                    <a:pt x="87198" y="192831"/>
                  </a:lnTo>
                  <a:lnTo>
                    <a:pt x="87350" y="197064"/>
                  </a:lnTo>
                  <a:lnTo>
                    <a:pt x="86248" y="199627"/>
                  </a:lnTo>
                  <a:lnTo>
                    <a:pt x="82905" y="201103"/>
                  </a:lnTo>
                  <a:lnTo>
                    <a:pt x="79713" y="200365"/>
                  </a:lnTo>
                  <a:lnTo>
                    <a:pt x="75761" y="194579"/>
                  </a:lnTo>
                  <a:lnTo>
                    <a:pt x="71506" y="198074"/>
                  </a:lnTo>
                  <a:lnTo>
                    <a:pt x="71064" y="199006"/>
                  </a:lnTo>
                  <a:lnTo>
                    <a:pt x="70328" y="200559"/>
                  </a:lnTo>
                  <a:lnTo>
                    <a:pt x="78478" y="205142"/>
                  </a:lnTo>
                  <a:lnTo>
                    <a:pt x="79022" y="206021"/>
                  </a:lnTo>
                  <a:lnTo>
                    <a:pt x="80929" y="209104"/>
                  </a:lnTo>
                  <a:lnTo>
                    <a:pt x="83581" y="209151"/>
                  </a:lnTo>
                  <a:lnTo>
                    <a:pt x="93999" y="209337"/>
                  </a:lnTo>
                  <a:lnTo>
                    <a:pt x="94607" y="217881"/>
                  </a:lnTo>
                  <a:lnTo>
                    <a:pt x="68466" y="218464"/>
                  </a:lnTo>
                  <a:lnTo>
                    <a:pt x="67326" y="216328"/>
                  </a:lnTo>
                  <a:lnTo>
                    <a:pt x="55956" y="215350"/>
                  </a:lnTo>
                  <a:lnTo>
                    <a:pt x="52521" y="217059"/>
                  </a:lnTo>
                  <a:lnTo>
                    <a:pt x="52579" y="218145"/>
                  </a:lnTo>
                  <a:lnTo>
                    <a:pt x="50371" y="217548"/>
                  </a:lnTo>
                  <a:lnTo>
                    <a:pt x="46450" y="215964"/>
                  </a:lnTo>
                  <a:lnTo>
                    <a:pt x="46215" y="215853"/>
                  </a:lnTo>
                  <a:lnTo>
                    <a:pt x="42226" y="213971"/>
                  </a:lnTo>
                  <a:lnTo>
                    <a:pt x="35471" y="210785"/>
                  </a:lnTo>
                  <a:lnTo>
                    <a:pt x="29646" y="208037"/>
                  </a:lnTo>
                  <a:lnTo>
                    <a:pt x="29131" y="207794"/>
                  </a:lnTo>
                  <a:lnTo>
                    <a:pt x="29336" y="207382"/>
                  </a:lnTo>
                  <a:lnTo>
                    <a:pt x="31633" y="202726"/>
                  </a:lnTo>
                  <a:lnTo>
                    <a:pt x="31928" y="202129"/>
                  </a:lnTo>
                  <a:lnTo>
                    <a:pt x="36251" y="193369"/>
                  </a:lnTo>
                  <a:lnTo>
                    <a:pt x="36815" y="192225"/>
                  </a:lnTo>
                  <a:lnTo>
                    <a:pt x="37150" y="191546"/>
                  </a:lnTo>
                  <a:lnTo>
                    <a:pt x="37385" y="191071"/>
                  </a:lnTo>
                  <a:lnTo>
                    <a:pt x="37927" y="189973"/>
                  </a:lnTo>
                  <a:lnTo>
                    <a:pt x="38451" y="188911"/>
                  </a:lnTo>
                  <a:lnTo>
                    <a:pt x="41119" y="183503"/>
                  </a:lnTo>
                  <a:lnTo>
                    <a:pt x="43424" y="178832"/>
                  </a:lnTo>
                  <a:lnTo>
                    <a:pt x="46775" y="172041"/>
                  </a:lnTo>
                  <a:lnTo>
                    <a:pt x="47276" y="171026"/>
                  </a:lnTo>
                  <a:lnTo>
                    <a:pt x="37822" y="166248"/>
                  </a:lnTo>
                  <a:lnTo>
                    <a:pt x="29160" y="161871"/>
                  </a:lnTo>
                  <a:lnTo>
                    <a:pt x="21820" y="158162"/>
                  </a:lnTo>
                  <a:lnTo>
                    <a:pt x="21322" y="157407"/>
                  </a:lnTo>
                  <a:lnTo>
                    <a:pt x="20847" y="156688"/>
                  </a:lnTo>
                  <a:lnTo>
                    <a:pt x="16419" y="149983"/>
                  </a:lnTo>
                  <a:lnTo>
                    <a:pt x="15886" y="149168"/>
                  </a:lnTo>
                  <a:lnTo>
                    <a:pt x="11233" y="142052"/>
                  </a:lnTo>
                  <a:lnTo>
                    <a:pt x="10809" y="141405"/>
                  </a:lnTo>
                  <a:lnTo>
                    <a:pt x="8929" y="138529"/>
                  </a:lnTo>
                  <a:lnTo>
                    <a:pt x="5981" y="134022"/>
                  </a:lnTo>
                  <a:lnTo>
                    <a:pt x="5477" y="133252"/>
                  </a:lnTo>
                  <a:lnTo>
                    <a:pt x="1025" y="126229"/>
                  </a:lnTo>
                  <a:lnTo>
                    <a:pt x="0" y="124612"/>
                  </a:lnTo>
                  <a:lnTo>
                    <a:pt x="767" y="124123"/>
                  </a:lnTo>
                  <a:lnTo>
                    <a:pt x="6555" y="120431"/>
                  </a:lnTo>
                  <a:lnTo>
                    <a:pt x="11115" y="117523"/>
                  </a:lnTo>
                  <a:lnTo>
                    <a:pt x="13781" y="115822"/>
                  </a:lnTo>
                  <a:lnTo>
                    <a:pt x="15659" y="115007"/>
                  </a:lnTo>
                  <a:lnTo>
                    <a:pt x="17891" y="114038"/>
                  </a:lnTo>
                  <a:lnTo>
                    <a:pt x="20090" y="113084"/>
                  </a:lnTo>
                  <a:lnTo>
                    <a:pt x="20278" y="113003"/>
                  </a:lnTo>
                  <a:lnTo>
                    <a:pt x="21045" y="112802"/>
                  </a:lnTo>
                  <a:lnTo>
                    <a:pt x="21822" y="112599"/>
                  </a:lnTo>
                  <a:lnTo>
                    <a:pt x="30982" y="110207"/>
                  </a:lnTo>
                  <a:lnTo>
                    <a:pt x="31609" y="110043"/>
                  </a:lnTo>
                  <a:lnTo>
                    <a:pt x="36396" y="107410"/>
                  </a:lnTo>
                  <a:lnTo>
                    <a:pt x="40076" y="104433"/>
                  </a:lnTo>
                  <a:lnTo>
                    <a:pt x="41346" y="103407"/>
                  </a:lnTo>
                  <a:lnTo>
                    <a:pt x="41683" y="103092"/>
                  </a:lnTo>
                  <a:lnTo>
                    <a:pt x="53169" y="92366"/>
                  </a:lnTo>
                  <a:lnTo>
                    <a:pt x="55577" y="90114"/>
                  </a:lnTo>
                  <a:lnTo>
                    <a:pt x="60483" y="85534"/>
                  </a:lnTo>
                  <a:lnTo>
                    <a:pt x="60837" y="85203"/>
                  </a:lnTo>
                  <a:lnTo>
                    <a:pt x="61551" y="84538"/>
                  </a:lnTo>
                  <a:lnTo>
                    <a:pt x="61740" y="84362"/>
                  </a:lnTo>
                  <a:lnTo>
                    <a:pt x="62480" y="83670"/>
                  </a:lnTo>
                  <a:lnTo>
                    <a:pt x="65805" y="80565"/>
                  </a:lnTo>
                  <a:lnTo>
                    <a:pt x="70203" y="78074"/>
                  </a:lnTo>
                  <a:lnTo>
                    <a:pt x="71468" y="77356"/>
                  </a:lnTo>
                  <a:lnTo>
                    <a:pt x="76150" y="76021"/>
                  </a:lnTo>
                  <a:lnTo>
                    <a:pt x="78224" y="75738"/>
                  </a:lnTo>
                  <a:lnTo>
                    <a:pt x="78194" y="72802"/>
                  </a:lnTo>
                  <a:lnTo>
                    <a:pt x="78203" y="71637"/>
                  </a:lnTo>
                  <a:lnTo>
                    <a:pt x="78217" y="69819"/>
                  </a:lnTo>
                  <a:lnTo>
                    <a:pt x="79607" y="65485"/>
                  </a:lnTo>
                  <a:lnTo>
                    <a:pt x="80724" y="64334"/>
                  </a:lnTo>
                  <a:lnTo>
                    <a:pt x="82548" y="62456"/>
                  </a:lnTo>
                  <a:lnTo>
                    <a:pt x="85466" y="59893"/>
                  </a:lnTo>
                  <a:lnTo>
                    <a:pt x="91303" y="55354"/>
                  </a:lnTo>
                  <a:lnTo>
                    <a:pt x="92420" y="54486"/>
                  </a:lnTo>
                  <a:lnTo>
                    <a:pt x="93765" y="51084"/>
                  </a:lnTo>
                  <a:lnTo>
                    <a:pt x="94973" y="46960"/>
                  </a:lnTo>
                  <a:lnTo>
                    <a:pt x="95383" y="44676"/>
                  </a:lnTo>
                  <a:lnTo>
                    <a:pt x="95725" y="42998"/>
                  </a:lnTo>
                  <a:lnTo>
                    <a:pt x="96295" y="41507"/>
                  </a:lnTo>
                  <a:lnTo>
                    <a:pt x="97481" y="40225"/>
                  </a:lnTo>
                  <a:lnTo>
                    <a:pt x="98851" y="39506"/>
                  </a:lnTo>
                  <a:lnTo>
                    <a:pt x="99122" y="39363"/>
                  </a:lnTo>
                  <a:lnTo>
                    <a:pt x="100329" y="39078"/>
                  </a:lnTo>
                  <a:lnTo>
                    <a:pt x="100604" y="39013"/>
                  </a:lnTo>
                  <a:lnTo>
                    <a:pt x="101903" y="39270"/>
                  </a:lnTo>
                  <a:lnTo>
                    <a:pt x="105893" y="40808"/>
                  </a:lnTo>
                  <a:lnTo>
                    <a:pt x="116745" y="46214"/>
                  </a:lnTo>
                  <a:lnTo>
                    <a:pt x="117152" y="45448"/>
                  </a:lnTo>
                  <a:lnTo>
                    <a:pt x="114249" y="38877"/>
                  </a:lnTo>
                  <a:lnTo>
                    <a:pt x="112706" y="35522"/>
                  </a:lnTo>
                  <a:lnTo>
                    <a:pt x="116542" y="38031"/>
                  </a:lnTo>
                  <a:lnTo>
                    <a:pt x="119928" y="40464"/>
                  </a:lnTo>
                  <a:lnTo>
                    <a:pt x="123794" y="44058"/>
                  </a:lnTo>
                  <a:lnTo>
                    <a:pt x="123679" y="47665"/>
                  </a:lnTo>
                  <a:lnTo>
                    <a:pt x="132441" y="47779"/>
                  </a:lnTo>
                  <a:lnTo>
                    <a:pt x="133029" y="38995"/>
                  </a:lnTo>
                  <a:lnTo>
                    <a:pt x="143911" y="37504"/>
                  </a:lnTo>
                  <a:lnTo>
                    <a:pt x="158441" y="34614"/>
                  </a:lnTo>
                  <a:lnTo>
                    <a:pt x="168289" y="30948"/>
                  </a:lnTo>
                  <a:lnTo>
                    <a:pt x="177317" y="26194"/>
                  </a:lnTo>
                  <a:lnTo>
                    <a:pt x="179019" y="24641"/>
                  </a:lnTo>
                  <a:lnTo>
                    <a:pt x="178776" y="18737"/>
                  </a:lnTo>
                  <a:lnTo>
                    <a:pt x="179597" y="16252"/>
                  </a:lnTo>
                  <a:lnTo>
                    <a:pt x="186449" y="6977"/>
                  </a:lnTo>
                  <a:lnTo>
                    <a:pt x="194459" y="0"/>
                  </a:lnTo>
                  <a:lnTo>
                    <a:pt x="200490" y="3689"/>
                  </a:lnTo>
                  <a:lnTo>
                    <a:pt x="200415" y="6719"/>
                  </a:lnTo>
                  <a:lnTo>
                    <a:pt x="200367" y="8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31167" y="5278787"/>
              <a:ext cx="226089" cy="171873"/>
            </a:xfrm>
            <a:custGeom>
              <a:avLst/>
              <a:pathLst>
                <a:path w="226089" h="171873">
                  <a:moveTo>
                    <a:pt x="77988" y="150765"/>
                  </a:moveTo>
                  <a:lnTo>
                    <a:pt x="74609" y="151362"/>
                  </a:lnTo>
                  <a:lnTo>
                    <a:pt x="69823" y="153085"/>
                  </a:lnTo>
                  <a:lnTo>
                    <a:pt x="66179" y="154397"/>
                  </a:lnTo>
                  <a:lnTo>
                    <a:pt x="45709" y="158502"/>
                  </a:lnTo>
                  <a:lnTo>
                    <a:pt x="42748" y="159328"/>
                  </a:lnTo>
                  <a:lnTo>
                    <a:pt x="29292" y="163085"/>
                  </a:lnTo>
                  <a:lnTo>
                    <a:pt x="26422" y="164408"/>
                  </a:lnTo>
                  <a:lnTo>
                    <a:pt x="24714" y="164147"/>
                  </a:lnTo>
                  <a:lnTo>
                    <a:pt x="12477" y="171873"/>
                  </a:lnTo>
                  <a:lnTo>
                    <a:pt x="10158" y="165331"/>
                  </a:lnTo>
                  <a:lnTo>
                    <a:pt x="2505" y="154428"/>
                  </a:lnTo>
                  <a:lnTo>
                    <a:pt x="795" y="150852"/>
                  </a:lnTo>
                  <a:lnTo>
                    <a:pt x="282" y="149542"/>
                  </a:lnTo>
                  <a:lnTo>
                    <a:pt x="223" y="144809"/>
                  </a:lnTo>
                  <a:lnTo>
                    <a:pt x="939" y="141340"/>
                  </a:lnTo>
                  <a:lnTo>
                    <a:pt x="5326" y="130392"/>
                  </a:lnTo>
                  <a:lnTo>
                    <a:pt x="5476" y="130018"/>
                  </a:lnTo>
                  <a:lnTo>
                    <a:pt x="5883" y="129170"/>
                  </a:lnTo>
                  <a:lnTo>
                    <a:pt x="7028" y="126261"/>
                  </a:lnTo>
                  <a:lnTo>
                    <a:pt x="9425" y="120171"/>
                  </a:lnTo>
                  <a:lnTo>
                    <a:pt x="12309" y="116275"/>
                  </a:lnTo>
                  <a:lnTo>
                    <a:pt x="12732" y="115876"/>
                  </a:lnTo>
                  <a:lnTo>
                    <a:pt x="18017" y="110886"/>
                  </a:lnTo>
                  <a:lnTo>
                    <a:pt x="17754" y="110778"/>
                  </a:lnTo>
                  <a:lnTo>
                    <a:pt x="14297" y="109357"/>
                  </a:lnTo>
                  <a:lnTo>
                    <a:pt x="0" y="103478"/>
                  </a:lnTo>
                  <a:lnTo>
                    <a:pt x="1318" y="100564"/>
                  </a:lnTo>
                  <a:lnTo>
                    <a:pt x="2292" y="98410"/>
                  </a:lnTo>
                  <a:lnTo>
                    <a:pt x="6210" y="89748"/>
                  </a:lnTo>
                  <a:lnTo>
                    <a:pt x="6710" y="88645"/>
                  </a:lnTo>
                  <a:lnTo>
                    <a:pt x="8169" y="85419"/>
                  </a:lnTo>
                  <a:lnTo>
                    <a:pt x="10221" y="80429"/>
                  </a:lnTo>
                  <a:lnTo>
                    <a:pt x="10320" y="80189"/>
                  </a:lnTo>
                  <a:lnTo>
                    <a:pt x="10491" y="79773"/>
                  </a:lnTo>
                  <a:lnTo>
                    <a:pt x="10676" y="79321"/>
                  </a:lnTo>
                  <a:lnTo>
                    <a:pt x="10869" y="78939"/>
                  </a:lnTo>
                  <a:lnTo>
                    <a:pt x="11513" y="77662"/>
                  </a:lnTo>
                  <a:lnTo>
                    <a:pt x="13348" y="74022"/>
                  </a:lnTo>
                  <a:lnTo>
                    <a:pt x="15198" y="71398"/>
                  </a:lnTo>
                  <a:lnTo>
                    <a:pt x="15430" y="71088"/>
                  </a:lnTo>
                  <a:lnTo>
                    <a:pt x="17006" y="68975"/>
                  </a:lnTo>
                  <a:lnTo>
                    <a:pt x="19096" y="66175"/>
                  </a:lnTo>
                  <a:lnTo>
                    <a:pt x="19438" y="65779"/>
                  </a:lnTo>
                  <a:lnTo>
                    <a:pt x="20630" y="64395"/>
                  </a:lnTo>
                  <a:lnTo>
                    <a:pt x="30142" y="54477"/>
                  </a:lnTo>
                  <a:lnTo>
                    <a:pt x="30317" y="54293"/>
                  </a:lnTo>
                  <a:lnTo>
                    <a:pt x="48206" y="35167"/>
                  </a:lnTo>
                  <a:lnTo>
                    <a:pt x="48653" y="34689"/>
                  </a:lnTo>
                  <a:lnTo>
                    <a:pt x="48944" y="34370"/>
                  </a:lnTo>
                  <a:lnTo>
                    <a:pt x="51696" y="31350"/>
                  </a:lnTo>
                  <a:lnTo>
                    <a:pt x="57775" y="24678"/>
                  </a:lnTo>
                  <a:lnTo>
                    <a:pt x="59534" y="26390"/>
                  </a:lnTo>
                  <a:lnTo>
                    <a:pt x="59987" y="26831"/>
                  </a:lnTo>
                  <a:lnTo>
                    <a:pt x="76293" y="42696"/>
                  </a:lnTo>
                  <a:lnTo>
                    <a:pt x="76688" y="43006"/>
                  </a:lnTo>
                  <a:lnTo>
                    <a:pt x="68896" y="50905"/>
                  </a:lnTo>
                  <a:lnTo>
                    <a:pt x="68230" y="51580"/>
                  </a:lnTo>
                  <a:lnTo>
                    <a:pt x="68507" y="51840"/>
                  </a:lnTo>
                  <a:lnTo>
                    <a:pt x="69161" y="52457"/>
                  </a:lnTo>
                  <a:lnTo>
                    <a:pt x="82761" y="65261"/>
                  </a:lnTo>
                  <a:lnTo>
                    <a:pt x="85860" y="64556"/>
                  </a:lnTo>
                  <a:lnTo>
                    <a:pt x="95429" y="62378"/>
                  </a:lnTo>
                  <a:lnTo>
                    <a:pt x="101514" y="60887"/>
                  </a:lnTo>
                  <a:lnTo>
                    <a:pt x="102038" y="62378"/>
                  </a:lnTo>
                  <a:lnTo>
                    <a:pt x="104162" y="68430"/>
                  </a:lnTo>
                  <a:lnTo>
                    <a:pt x="105859" y="73265"/>
                  </a:lnTo>
                  <a:lnTo>
                    <a:pt x="106196" y="74226"/>
                  </a:lnTo>
                  <a:lnTo>
                    <a:pt x="108187" y="79897"/>
                  </a:lnTo>
                  <a:lnTo>
                    <a:pt x="108378" y="80441"/>
                  </a:lnTo>
                  <a:lnTo>
                    <a:pt x="109181" y="82729"/>
                  </a:lnTo>
                  <a:lnTo>
                    <a:pt x="109321" y="83128"/>
                  </a:lnTo>
                  <a:lnTo>
                    <a:pt x="109522" y="83701"/>
                  </a:lnTo>
                  <a:lnTo>
                    <a:pt x="112398" y="91892"/>
                  </a:lnTo>
                  <a:lnTo>
                    <a:pt x="122797" y="87825"/>
                  </a:lnTo>
                  <a:lnTo>
                    <a:pt x="133503" y="83638"/>
                  </a:lnTo>
                  <a:lnTo>
                    <a:pt x="135828" y="82729"/>
                  </a:lnTo>
                  <a:lnTo>
                    <a:pt x="136602" y="82426"/>
                  </a:lnTo>
                  <a:lnTo>
                    <a:pt x="137070" y="82243"/>
                  </a:lnTo>
                  <a:lnTo>
                    <a:pt x="140044" y="81080"/>
                  </a:lnTo>
                  <a:lnTo>
                    <a:pt x="146222" y="78664"/>
                  </a:lnTo>
                  <a:lnTo>
                    <a:pt x="154734" y="75335"/>
                  </a:lnTo>
                  <a:lnTo>
                    <a:pt x="156130" y="74789"/>
                  </a:lnTo>
                  <a:lnTo>
                    <a:pt x="164660" y="71453"/>
                  </a:lnTo>
                  <a:lnTo>
                    <a:pt x="169268" y="69651"/>
                  </a:lnTo>
                  <a:lnTo>
                    <a:pt x="176933" y="66653"/>
                  </a:lnTo>
                  <a:lnTo>
                    <a:pt x="177431" y="66458"/>
                  </a:lnTo>
                  <a:lnTo>
                    <a:pt x="177613" y="66387"/>
                  </a:lnTo>
                  <a:lnTo>
                    <a:pt x="186241" y="63094"/>
                  </a:lnTo>
                  <a:lnTo>
                    <a:pt x="183952" y="55922"/>
                  </a:lnTo>
                  <a:lnTo>
                    <a:pt x="182975" y="52860"/>
                  </a:lnTo>
                  <a:lnTo>
                    <a:pt x="182381" y="49583"/>
                  </a:lnTo>
                  <a:lnTo>
                    <a:pt x="182318" y="48319"/>
                  </a:lnTo>
                  <a:lnTo>
                    <a:pt x="182160" y="44729"/>
                  </a:lnTo>
                  <a:lnTo>
                    <a:pt x="182308" y="43606"/>
                  </a:lnTo>
                  <a:lnTo>
                    <a:pt x="182764" y="40144"/>
                  </a:lnTo>
                  <a:lnTo>
                    <a:pt x="183944" y="31175"/>
                  </a:lnTo>
                  <a:lnTo>
                    <a:pt x="184501" y="26945"/>
                  </a:lnTo>
                  <a:lnTo>
                    <a:pt x="184577" y="26371"/>
                  </a:lnTo>
                  <a:lnTo>
                    <a:pt x="184622" y="26026"/>
                  </a:lnTo>
                  <a:lnTo>
                    <a:pt x="187035" y="7699"/>
                  </a:lnTo>
                  <a:lnTo>
                    <a:pt x="188049" y="0"/>
                  </a:lnTo>
                  <a:lnTo>
                    <a:pt x="197788" y="753"/>
                  </a:lnTo>
                  <a:lnTo>
                    <a:pt x="197992" y="780"/>
                  </a:lnTo>
                  <a:lnTo>
                    <a:pt x="205192" y="1735"/>
                  </a:lnTo>
                  <a:lnTo>
                    <a:pt x="207057" y="1982"/>
                  </a:lnTo>
                  <a:lnTo>
                    <a:pt x="206188" y="10716"/>
                  </a:lnTo>
                  <a:lnTo>
                    <a:pt x="206202" y="11156"/>
                  </a:lnTo>
                  <a:lnTo>
                    <a:pt x="206422" y="17679"/>
                  </a:lnTo>
                  <a:lnTo>
                    <a:pt x="208151" y="25295"/>
                  </a:lnTo>
                  <a:lnTo>
                    <a:pt x="211022" y="37284"/>
                  </a:lnTo>
                  <a:lnTo>
                    <a:pt x="212919" y="46280"/>
                  </a:lnTo>
                  <a:lnTo>
                    <a:pt x="212973" y="46537"/>
                  </a:lnTo>
                  <a:lnTo>
                    <a:pt x="215163" y="56184"/>
                  </a:lnTo>
                  <a:lnTo>
                    <a:pt x="217511" y="66528"/>
                  </a:lnTo>
                  <a:lnTo>
                    <a:pt x="217631" y="67054"/>
                  </a:lnTo>
                  <a:lnTo>
                    <a:pt x="222314" y="87682"/>
                  </a:lnTo>
                  <a:lnTo>
                    <a:pt x="224785" y="99202"/>
                  </a:lnTo>
                  <a:lnTo>
                    <a:pt x="225369" y="102108"/>
                  </a:lnTo>
                  <a:lnTo>
                    <a:pt x="225453" y="102524"/>
                  </a:lnTo>
                  <a:lnTo>
                    <a:pt x="226089" y="106147"/>
                  </a:lnTo>
                  <a:lnTo>
                    <a:pt x="225836" y="106229"/>
                  </a:lnTo>
                  <a:lnTo>
                    <a:pt x="219801" y="108183"/>
                  </a:lnTo>
                  <a:lnTo>
                    <a:pt x="202669" y="113730"/>
                  </a:lnTo>
                  <a:lnTo>
                    <a:pt x="202408" y="113815"/>
                  </a:lnTo>
                  <a:lnTo>
                    <a:pt x="201434" y="114130"/>
                  </a:lnTo>
                  <a:lnTo>
                    <a:pt x="199949" y="114596"/>
                  </a:lnTo>
                  <a:lnTo>
                    <a:pt x="184288" y="119511"/>
                  </a:lnTo>
                  <a:lnTo>
                    <a:pt x="181566" y="120365"/>
                  </a:lnTo>
                  <a:lnTo>
                    <a:pt x="177470" y="123034"/>
                  </a:lnTo>
                  <a:lnTo>
                    <a:pt x="177064" y="123298"/>
                  </a:lnTo>
                  <a:lnTo>
                    <a:pt x="172413" y="125842"/>
                  </a:lnTo>
                  <a:lnTo>
                    <a:pt x="166596" y="129024"/>
                  </a:lnTo>
                  <a:lnTo>
                    <a:pt x="162665" y="131173"/>
                  </a:lnTo>
                  <a:lnTo>
                    <a:pt x="160744" y="132020"/>
                  </a:lnTo>
                  <a:lnTo>
                    <a:pt x="156832" y="133743"/>
                  </a:lnTo>
                  <a:lnTo>
                    <a:pt x="149731" y="136871"/>
                  </a:lnTo>
                  <a:lnTo>
                    <a:pt x="147501" y="137915"/>
                  </a:lnTo>
                  <a:lnTo>
                    <a:pt x="146956" y="138170"/>
                  </a:lnTo>
                  <a:lnTo>
                    <a:pt x="141524" y="140714"/>
                  </a:lnTo>
                  <a:lnTo>
                    <a:pt x="140178" y="141344"/>
                  </a:lnTo>
                  <a:lnTo>
                    <a:pt x="128814" y="143021"/>
                  </a:lnTo>
                  <a:lnTo>
                    <a:pt x="120876" y="144193"/>
                  </a:lnTo>
                  <a:lnTo>
                    <a:pt x="119975" y="144344"/>
                  </a:lnTo>
                  <a:lnTo>
                    <a:pt x="115014" y="145180"/>
                  </a:lnTo>
                  <a:lnTo>
                    <a:pt x="113643" y="145411"/>
                  </a:lnTo>
                  <a:lnTo>
                    <a:pt x="109140" y="146170"/>
                  </a:lnTo>
                  <a:lnTo>
                    <a:pt x="103388" y="147140"/>
                  </a:lnTo>
                  <a:lnTo>
                    <a:pt x="101223" y="147505"/>
                  </a:lnTo>
                  <a:lnTo>
                    <a:pt x="99631" y="147773"/>
                  </a:lnTo>
                  <a:lnTo>
                    <a:pt x="99453" y="147776"/>
                  </a:lnTo>
                  <a:lnTo>
                    <a:pt x="97081" y="147814"/>
                  </a:lnTo>
                  <a:lnTo>
                    <a:pt x="96538" y="147822"/>
                  </a:lnTo>
                  <a:lnTo>
                    <a:pt x="94423" y="147856"/>
                  </a:lnTo>
                  <a:lnTo>
                    <a:pt x="94080" y="147910"/>
                  </a:lnTo>
                  <a:lnTo>
                    <a:pt x="88472" y="148909"/>
                  </a:lnTo>
                  <a:lnTo>
                    <a:pt x="86013" y="149345"/>
                  </a:lnTo>
                  <a:lnTo>
                    <a:pt x="84301" y="149650"/>
                  </a:lnTo>
                  <a:lnTo>
                    <a:pt x="83151" y="149851"/>
                  </a:lnTo>
                  <a:lnTo>
                    <a:pt x="81777" y="150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637355" y="5269242"/>
              <a:ext cx="190731" cy="115664"/>
            </a:xfrm>
            <a:custGeom>
              <a:avLst/>
              <a:pathLst>
                <a:path w="190731" h="115664">
                  <a:moveTo>
                    <a:pt x="187688" y="14891"/>
                  </a:moveTo>
                  <a:lnTo>
                    <a:pt x="187893" y="22644"/>
                  </a:lnTo>
                  <a:lnTo>
                    <a:pt x="188460" y="44039"/>
                  </a:lnTo>
                  <a:lnTo>
                    <a:pt x="188486" y="45037"/>
                  </a:lnTo>
                  <a:lnTo>
                    <a:pt x="188521" y="45609"/>
                  </a:lnTo>
                  <a:lnTo>
                    <a:pt x="188571" y="46450"/>
                  </a:lnTo>
                  <a:lnTo>
                    <a:pt x="188664" y="48009"/>
                  </a:lnTo>
                  <a:lnTo>
                    <a:pt x="189094" y="55224"/>
                  </a:lnTo>
                  <a:lnTo>
                    <a:pt x="189147" y="56119"/>
                  </a:lnTo>
                  <a:lnTo>
                    <a:pt x="189182" y="56924"/>
                  </a:lnTo>
                  <a:lnTo>
                    <a:pt x="190487" y="87051"/>
                  </a:lnTo>
                  <a:lnTo>
                    <a:pt x="190556" y="88650"/>
                  </a:lnTo>
                  <a:lnTo>
                    <a:pt x="190559" y="88810"/>
                  </a:lnTo>
                  <a:lnTo>
                    <a:pt x="190702" y="95792"/>
                  </a:lnTo>
                  <a:lnTo>
                    <a:pt x="190731" y="97193"/>
                  </a:lnTo>
                  <a:lnTo>
                    <a:pt x="190109" y="97195"/>
                  </a:lnTo>
                  <a:lnTo>
                    <a:pt x="188736" y="97186"/>
                  </a:lnTo>
                  <a:lnTo>
                    <a:pt x="187977" y="97181"/>
                  </a:lnTo>
                  <a:lnTo>
                    <a:pt x="185553" y="97127"/>
                  </a:lnTo>
                  <a:lnTo>
                    <a:pt x="183420" y="96757"/>
                  </a:lnTo>
                  <a:lnTo>
                    <a:pt x="181001" y="96336"/>
                  </a:lnTo>
                  <a:lnTo>
                    <a:pt x="176753" y="95598"/>
                  </a:lnTo>
                  <a:lnTo>
                    <a:pt x="169793" y="95778"/>
                  </a:lnTo>
                  <a:lnTo>
                    <a:pt x="169249" y="95792"/>
                  </a:lnTo>
                  <a:lnTo>
                    <a:pt x="163374" y="96993"/>
                  </a:lnTo>
                  <a:lnTo>
                    <a:pt x="162394" y="97193"/>
                  </a:lnTo>
                  <a:lnTo>
                    <a:pt x="162070" y="97259"/>
                  </a:lnTo>
                  <a:lnTo>
                    <a:pt x="155950" y="98511"/>
                  </a:lnTo>
                  <a:lnTo>
                    <a:pt x="153118" y="99099"/>
                  </a:lnTo>
                  <a:lnTo>
                    <a:pt x="150346" y="99676"/>
                  </a:lnTo>
                  <a:lnTo>
                    <a:pt x="142365" y="100576"/>
                  </a:lnTo>
                  <a:lnTo>
                    <a:pt x="140716" y="100762"/>
                  </a:lnTo>
                  <a:lnTo>
                    <a:pt x="135718" y="101326"/>
                  </a:lnTo>
                  <a:lnTo>
                    <a:pt x="126533" y="101610"/>
                  </a:lnTo>
                  <a:lnTo>
                    <a:pt x="114872" y="100475"/>
                  </a:lnTo>
                  <a:lnTo>
                    <a:pt x="113929" y="100384"/>
                  </a:lnTo>
                  <a:lnTo>
                    <a:pt x="112734" y="100461"/>
                  </a:lnTo>
                  <a:lnTo>
                    <a:pt x="108378" y="100744"/>
                  </a:lnTo>
                  <a:lnTo>
                    <a:pt x="99304" y="99793"/>
                  </a:lnTo>
                  <a:lnTo>
                    <a:pt x="97423" y="99595"/>
                  </a:lnTo>
                  <a:lnTo>
                    <a:pt x="96870" y="99537"/>
                  </a:lnTo>
                  <a:lnTo>
                    <a:pt x="92109" y="100800"/>
                  </a:lnTo>
                  <a:lnTo>
                    <a:pt x="89174" y="101578"/>
                  </a:lnTo>
                  <a:lnTo>
                    <a:pt x="82396" y="103573"/>
                  </a:lnTo>
                  <a:lnTo>
                    <a:pt x="75649" y="104867"/>
                  </a:lnTo>
                  <a:lnTo>
                    <a:pt x="75264" y="104941"/>
                  </a:lnTo>
                  <a:lnTo>
                    <a:pt x="68219" y="106106"/>
                  </a:lnTo>
                  <a:lnTo>
                    <a:pt x="61427" y="107229"/>
                  </a:lnTo>
                  <a:lnTo>
                    <a:pt x="58672" y="108185"/>
                  </a:lnTo>
                  <a:lnTo>
                    <a:pt x="55126" y="109416"/>
                  </a:lnTo>
                  <a:lnTo>
                    <a:pt x="45516" y="112751"/>
                  </a:lnTo>
                  <a:lnTo>
                    <a:pt x="40466" y="113860"/>
                  </a:lnTo>
                  <a:lnTo>
                    <a:pt x="36671" y="114693"/>
                  </a:lnTo>
                  <a:lnTo>
                    <a:pt x="19988" y="115664"/>
                  </a:lnTo>
                  <a:lnTo>
                    <a:pt x="19265" y="112069"/>
                  </a:lnTo>
                  <a:lnTo>
                    <a:pt x="19181" y="111653"/>
                  </a:lnTo>
                  <a:lnTo>
                    <a:pt x="18654" y="108735"/>
                  </a:lnTo>
                  <a:lnTo>
                    <a:pt x="16126" y="97227"/>
                  </a:lnTo>
                  <a:lnTo>
                    <a:pt x="11443" y="76599"/>
                  </a:lnTo>
                  <a:lnTo>
                    <a:pt x="11323" y="76073"/>
                  </a:lnTo>
                  <a:lnTo>
                    <a:pt x="8974" y="65725"/>
                  </a:lnTo>
                  <a:lnTo>
                    <a:pt x="6785" y="56082"/>
                  </a:lnTo>
                  <a:lnTo>
                    <a:pt x="6731" y="55825"/>
                  </a:lnTo>
                  <a:lnTo>
                    <a:pt x="4834" y="46829"/>
                  </a:lnTo>
                  <a:lnTo>
                    <a:pt x="1963" y="34840"/>
                  </a:lnTo>
                  <a:lnTo>
                    <a:pt x="234" y="27224"/>
                  </a:lnTo>
                  <a:lnTo>
                    <a:pt x="14" y="20701"/>
                  </a:lnTo>
                  <a:lnTo>
                    <a:pt x="0" y="20261"/>
                  </a:lnTo>
                  <a:lnTo>
                    <a:pt x="869" y="11527"/>
                  </a:lnTo>
                  <a:lnTo>
                    <a:pt x="1220" y="11574"/>
                  </a:lnTo>
                  <a:lnTo>
                    <a:pt x="9570" y="12738"/>
                  </a:lnTo>
                  <a:lnTo>
                    <a:pt x="10568" y="12877"/>
                  </a:lnTo>
                  <a:lnTo>
                    <a:pt x="10793" y="12905"/>
                  </a:lnTo>
                  <a:lnTo>
                    <a:pt x="20323" y="14079"/>
                  </a:lnTo>
                  <a:lnTo>
                    <a:pt x="31755" y="15487"/>
                  </a:lnTo>
                  <a:lnTo>
                    <a:pt x="37439" y="15735"/>
                  </a:lnTo>
                  <a:lnTo>
                    <a:pt x="39219" y="15622"/>
                  </a:lnTo>
                  <a:lnTo>
                    <a:pt x="42038" y="15441"/>
                  </a:lnTo>
                  <a:lnTo>
                    <a:pt x="46628" y="14633"/>
                  </a:lnTo>
                  <a:lnTo>
                    <a:pt x="50654" y="13413"/>
                  </a:lnTo>
                  <a:lnTo>
                    <a:pt x="51036" y="13297"/>
                  </a:lnTo>
                  <a:lnTo>
                    <a:pt x="61036" y="10035"/>
                  </a:lnTo>
                  <a:lnTo>
                    <a:pt x="61490" y="9895"/>
                  </a:lnTo>
                  <a:lnTo>
                    <a:pt x="65474" y="8668"/>
                  </a:lnTo>
                  <a:lnTo>
                    <a:pt x="70442" y="6906"/>
                  </a:lnTo>
                  <a:lnTo>
                    <a:pt x="70746" y="6798"/>
                  </a:lnTo>
                  <a:lnTo>
                    <a:pt x="77048" y="4563"/>
                  </a:lnTo>
                  <a:lnTo>
                    <a:pt x="79503" y="3692"/>
                  </a:lnTo>
                  <a:lnTo>
                    <a:pt x="81068" y="3138"/>
                  </a:lnTo>
                  <a:lnTo>
                    <a:pt x="86417" y="1646"/>
                  </a:lnTo>
                  <a:lnTo>
                    <a:pt x="88724" y="1127"/>
                  </a:lnTo>
                  <a:lnTo>
                    <a:pt x="91798" y="434"/>
                  </a:lnTo>
                  <a:lnTo>
                    <a:pt x="97573" y="0"/>
                  </a:lnTo>
                  <a:lnTo>
                    <a:pt x="98123" y="7"/>
                  </a:lnTo>
                  <a:lnTo>
                    <a:pt x="101859" y="62"/>
                  </a:lnTo>
                  <a:lnTo>
                    <a:pt x="105934" y="72"/>
                  </a:lnTo>
                  <a:lnTo>
                    <a:pt x="132750" y="140"/>
                  </a:lnTo>
                  <a:lnTo>
                    <a:pt x="133199" y="141"/>
                  </a:lnTo>
                  <a:lnTo>
                    <a:pt x="137382" y="151"/>
                  </a:lnTo>
                  <a:lnTo>
                    <a:pt x="138730" y="155"/>
                  </a:lnTo>
                  <a:lnTo>
                    <a:pt x="161011" y="434"/>
                  </a:lnTo>
                  <a:lnTo>
                    <a:pt x="166046" y="803"/>
                  </a:lnTo>
                  <a:lnTo>
                    <a:pt x="170752" y="1147"/>
                  </a:lnTo>
                  <a:lnTo>
                    <a:pt x="174599" y="1429"/>
                  </a:lnTo>
                  <a:lnTo>
                    <a:pt x="179451" y="2387"/>
                  </a:lnTo>
                  <a:lnTo>
                    <a:pt x="187031" y="3883"/>
                  </a:lnTo>
                  <a:lnTo>
                    <a:pt x="188539" y="4377"/>
                  </a:lnTo>
                  <a:lnTo>
                    <a:pt x="188320" y="4845"/>
                  </a:lnTo>
                  <a:lnTo>
                    <a:pt x="188253" y="4988"/>
                  </a:lnTo>
                  <a:lnTo>
                    <a:pt x="187855" y="8891"/>
                  </a:lnTo>
                  <a:lnTo>
                    <a:pt x="187834" y="9423"/>
                  </a:lnTo>
                  <a:lnTo>
                    <a:pt x="187721" y="12382"/>
                  </a:lnTo>
                  <a:lnTo>
                    <a:pt x="187662" y="13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72258" y="4230817"/>
              <a:ext cx="102455" cy="123673"/>
            </a:xfrm>
            <a:custGeom>
              <a:avLst/>
              <a:pathLst>
                <a:path w="102455" h="123673">
                  <a:moveTo>
                    <a:pt x="6981" y="62766"/>
                  </a:moveTo>
                  <a:lnTo>
                    <a:pt x="3130" y="55310"/>
                  </a:lnTo>
                  <a:lnTo>
                    <a:pt x="2028" y="50483"/>
                  </a:lnTo>
                  <a:lnTo>
                    <a:pt x="5697" y="50277"/>
                  </a:lnTo>
                  <a:lnTo>
                    <a:pt x="7122" y="46199"/>
                  </a:lnTo>
                  <a:lnTo>
                    <a:pt x="9117" y="43213"/>
                  </a:lnTo>
                  <a:lnTo>
                    <a:pt x="7193" y="39135"/>
                  </a:lnTo>
                  <a:lnTo>
                    <a:pt x="10969" y="31926"/>
                  </a:lnTo>
                  <a:lnTo>
                    <a:pt x="10755" y="29523"/>
                  </a:lnTo>
                  <a:lnTo>
                    <a:pt x="12119" y="28210"/>
                  </a:lnTo>
                  <a:lnTo>
                    <a:pt x="8454" y="18706"/>
                  </a:lnTo>
                  <a:lnTo>
                    <a:pt x="6854" y="17769"/>
                  </a:lnTo>
                  <a:lnTo>
                    <a:pt x="1926" y="8858"/>
                  </a:lnTo>
                  <a:lnTo>
                    <a:pt x="0" y="575"/>
                  </a:lnTo>
                  <a:lnTo>
                    <a:pt x="2705" y="32"/>
                  </a:lnTo>
                  <a:lnTo>
                    <a:pt x="6545" y="0"/>
                  </a:lnTo>
                  <a:lnTo>
                    <a:pt x="7447" y="233"/>
                  </a:lnTo>
                  <a:lnTo>
                    <a:pt x="8205" y="5564"/>
                  </a:lnTo>
                  <a:lnTo>
                    <a:pt x="8718" y="7426"/>
                  </a:lnTo>
                  <a:lnTo>
                    <a:pt x="12774" y="13463"/>
                  </a:lnTo>
                  <a:lnTo>
                    <a:pt x="15259" y="17725"/>
                  </a:lnTo>
                  <a:lnTo>
                    <a:pt x="19392" y="29615"/>
                  </a:lnTo>
                  <a:lnTo>
                    <a:pt x="20876" y="30729"/>
                  </a:lnTo>
                  <a:lnTo>
                    <a:pt x="24125" y="26791"/>
                  </a:lnTo>
                  <a:lnTo>
                    <a:pt x="28243" y="30673"/>
                  </a:lnTo>
                  <a:lnTo>
                    <a:pt x="28513" y="30407"/>
                  </a:lnTo>
                  <a:lnTo>
                    <a:pt x="28816" y="30109"/>
                  </a:lnTo>
                  <a:lnTo>
                    <a:pt x="29269" y="29663"/>
                  </a:lnTo>
                  <a:lnTo>
                    <a:pt x="32234" y="33892"/>
                  </a:lnTo>
                  <a:lnTo>
                    <a:pt x="32234" y="34911"/>
                  </a:lnTo>
                  <a:lnTo>
                    <a:pt x="34728" y="40518"/>
                  </a:lnTo>
                  <a:lnTo>
                    <a:pt x="34015" y="41902"/>
                  </a:lnTo>
                  <a:lnTo>
                    <a:pt x="36081" y="47218"/>
                  </a:lnTo>
                  <a:lnTo>
                    <a:pt x="41324" y="46666"/>
                  </a:lnTo>
                  <a:lnTo>
                    <a:pt x="42472" y="54398"/>
                  </a:lnTo>
                  <a:lnTo>
                    <a:pt x="43872" y="54297"/>
                  </a:lnTo>
                  <a:lnTo>
                    <a:pt x="52123" y="53699"/>
                  </a:lnTo>
                  <a:lnTo>
                    <a:pt x="52883" y="58126"/>
                  </a:lnTo>
                  <a:lnTo>
                    <a:pt x="53190" y="60151"/>
                  </a:lnTo>
                  <a:lnTo>
                    <a:pt x="54584" y="62525"/>
                  </a:lnTo>
                  <a:lnTo>
                    <a:pt x="57576" y="64661"/>
                  </a:lnTo>
                  <a:lnTo>
                    <a:pt x="60219" y="66434"/>
                  </a:lnTo>
                  <a:lnTo>
                    <a:pt x="63228" y="70923"/>
                  </a:lnTo>
                  <a:lnTo>
                    <a:pt x="65270" y="73982"/>
                  </a:lnTo>
                  <a:lnTo>
                    <a:pt x="66647" y="75195"/>
                  </a:lnTo>
                  <a:lnTo>
                    <a:pt x="69116" y="76921"/>
                  </a:lnTo>
                  <a:lnTo>
                    <a:pt x="79770" y="91318"/>
                  </a:lnTo>
                  <a:lnTo>
                    <a:pt x="82209" y="94481"/>
                  </a:lnTo>
                  <a:lnTo>
                    <a:pt x="84480" y="97022"/>
                  </a:lnTo>
                  <a:lnTo>
                    <a:pt x="87640" y="103207"/>
                  </a:lnTo>
                  <a:lnTo>
                    <a:pt x="91677" y="112916"/>
                  </a:lnTo>
                  <a:lnTo>
                    <a:pt x="99514" y="116994"/>
                  </a:lnTo>
                  <a:lnTo>
                    <a:pt x="102455" y="120193"/>
                  </a:lnTo>
                  <a:lnTo>
                    <a:pt x="99319" y="123673"/>
                  </a:lnTo>
                  <a:lnTo>
                    <a:pt x="95334" y="121169"/>
                  </a:lnTo>
                  <a:lnTo>
                    <a:pt x="84506" y="113499"/>
                  </a:lnTo>
                  <a:lnTo>
                    <a:pt x="80279" y="109130"/>
                  </a:lnTo>
                  <a:lnTo>
                    <a:pt x="82653" y="107382"/>
                  </a:lnTo>
                  <a:lnTo>
                    <a:pt x="79756" y="104421"/>
                  </a:lnTo>
                  <a:lnTo>
                    <a:pt x="77904" y="102819"/>
                  </a:lnTo>
                  <a:lnTo>
                    <a:pt x="77381" y="102430"/>
                  </a:lnTo>
                  <a:lnTo>
                    <a:pt x="76336" y="101799"/>
                  </a:lnTo>
                  <a:lnTo>
                    <a:pt x="73287" y="104827"/>
                  </a:lnTo>
                  <a:lnTo>
                    <a:pt x="72875" y="104454"/>
                  </a:lnTo>
                  <a:lnTo>
                    <a:pt x="56272" y="90233"/>
                  </a:lnTo>
                  <a:lnTo>
                    <a:pt x="54824" y="88203"/>
                  </a:lnTo>
                  <a:lnTo>
                    <a:pt x="46688" y="82770"/>
                  </a:lnTo>
                  <a:lnTo>
                    <a:pt x="40320" y="76212"/>
                  </a:lnTo>
                  <a:lnTo>
                    <a:pt x="32190" y="73104"/>
                  </a:lnTo>
                  <a:lnTo>
                    <a:pt x="30712" y="70762"/>
                  </a:lnTo>
                  <a:lnTo>
                    <a:pt x="29537" y="64553"/>
                  </a:lnTo>
                  <a:lnTo>
                    <a:pt x="25602" y="67370"/>
                  </a:lnTo>
                  <a:lnTo>
                    <a:pt x="23004" y="643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904771" y="3749330"/>
              <a:ext cx="132076" cy="128313"/>
            </a:xfrm>
            <a:custGeom>
              <a:avLst/>
              <a:pathLst>
                <a:path w="132076" h="128313">
                  <a:moveTo>
                    <a:pt x="99944" y="104311"/>
                  </a:moveTo>
                  <a:lnTo>
                    <a:pt x="99445" y="105042"/>
                  </a:lnTo>
                  <a:lnTo>
                    <a:pt x="95332" y="111338"/>
                  </a:lnTo>
                  <a:lnTo>
                    <a:pt x="91266" y="117241"/>
                  </a:lnTo>
                  <a:lnTo>
                    <a:pt x="87454" y="123014"/>
                  </a:lnTo>
                  <a:lnTo>
                    <a:pt x="85291" y="126523"/>
                  </a:lnTo>
                  <a:lnTo>
                    <a:pt x="84908" y="126746"/>
                  </a:lnTo>
                  <a:lnTo>
                    <a:pt x="82217" y="128313"/>
                  </a:lnTo>
                  <a:lnTo>
                    <a:pt x="79485" y="126432"/>
                  </a:lnTo>
                  <a:lnTo>
                    <a:pt x="67451" y="118143"/>
                  </a:lnTo>
                  <a:lnTo>
                    <a:pt x="66868" y="117742"/>
                  </a:lnTo>
                  <a:lnTo>
                    <a:pt x="66175" y="117265"/>
                  </a:lnTo>
                  <a:lnTo>
                    <a:pt x="62553" y="114935"/>
                  </a:lnTo>
                  <a:lnTo>
                    <a:pt x="61393" y="114131"/>
                  </a:lnTo>
                  <a:lnTo>
                    <a:pt x="55294" y="109905"/>
                  </a:lnTo>
                  <a:lnTo>
                    <a:pt x="47115" y="104448"/>
                  </a:lnTo>
                  <a:lnTo>
                    <a:pt x="31326" y="93301"/>
                  </a:lnTo>
                  <a:lnTo>
                    <a:pt x="28832" y="91734"/>
                  </a:lnTo>
                  <a:lnTo>
                    <a:pt x="20192" y="86002"/>
                  </a:lnTo>
                  <a:lnTo>
                    <a:pt x="12836" y="80906"/>
                  </a:lnTo>
                  <a:lnTo>
                    <a:pt x="3638" y="74236"/>
                  </a:lnTo>
                  <a:lnTo>
                    <a:pt x="2353" y="73304"/>
                  </a:lnTo>
                  <a:lnTo>
                    <a:pt x="1117" y="72408"/>
                  </a:lnTo>
                  <a:lnTo>
                    <a:pt x="0" y="71588"/>
                  </a:lnTo>
                  <a:lnTo>
                    <a:pt x="481" y="70861"/>
                  </a:lnTo>
                  <a:lnTo>
                    <a:pt x="3622" y="66126"/>
                  </a:lnTo>
                  <a:lnTo>
                    <a:pt x="4859" y="64261"/>
                  </a:lnTo>
                  <a:lnTo>
                    <a:pt x="9696" y="57657"/>
                  </a:lnTo>
                  <a:lnTo>
                    <a:pt x="10416" y="56674"/>
                  </a:lnTo>
                  <a:lnTo>
                    <a:pt x="12329" y="54061"/>
                  </a:lnTo>
                  <a:lnTo>
                    <a:pt x="14465" y="50958"/>
                  </a:lnTo>
                  <a:lnTo>
                    <a:pt x="17079" y="47159"/>
                  </a:lnTo>
                  <a:lnTo>
                    <a:pt x="18020" y="45791"/>
                  </a:lnTo>
                  <a:lnTo>
                    <a:pt x="20185" y="42644"/>
                  </a:lnTo>
                  <a:lnTo>
                    <a:pt x="28193" y="31006"/>
                  </a:lnTo>
                  <a:lnTo>
                    <a:pt x="28724" y="30234"/>
                  </a:lnTo>
                  <a:lnTo>
                    <a:pt x="31453" y="26269"/>
                  </a:lnTo>
                  <a:lnTo>
                    <a:pt x="34153" y="22212"/>
                  </a:lnTo>
                  <a:lnTo>
                    <a:pt x="34416" y="21818"/>
                  </a:lnTo>
                  <a:lnTo>
                    <a:pt x="35691" y="19902"/>
                  </a:lnTo>
                  <a:lnTo>
                    <a:pt x="43988" y="7438"/>
                  </a:lnTo>
                  <a:lnTo>
                    <a:pt x="47808" y="1699"/>
                  </a:lnTo>
                  <a:lnTo>
                    <a:pt x="48297" y="965"/>
                  </a:lnTo>
                  <a:lnTo>
                    <a:pt x="48939" y="0"/>
                  </a:lnTo>
                  <a:lnTo>
                    <a:pt x="49176" y="163"/>
                  </a:lnTo>
                  <a:lnTo>
                    <a:pt x="53475" y="3129"/>
                  </a:lnTo>
                  <a:lnTo>
                    <a:pt x="61436" y="8621"/>
                  </a:lnTo>
                  <a:lnTo>
                    <a:pt x="62414" y="9296"/>
                  </a:lnTo>
                  <a:lnTo>
                    <a:pt x="77430" y="19656"/>
                  </a:lnTo>
                  <a:lnTo>
                    <a:pt x="80075" y="21412"/>
                  </a:lnTo>
                  <a:lnTo>
                    <a:pt x="95902" y="32427"/>
                  </a:lnTo>
                  <a:lnTo>
                    <a:pt x="111410" y="42889"/>
                  </a:lnTo>
                  <a:lnTo>
                    <a:pt x="111688" y="43107"/>
                  </a:lnTo>
                  <a:lnTo>
                    <a:pt x="111986" y="43341"/>
                  </a:lnTo>
                  <a:lnTo>
                    <a:pt x="114168" y="45057"/>
                  </a:lnTo>
                  <a:lnTo>
                    <a:pt x="114500" y="45318"/>
                  </a:lnTo>
                  <a:lnTo>
                    <a:pt x="115764" y="45988"/>
                  </a:lnTo>
                  <a:lnTo>
                    <a:pt x="130559" y="56085"/>
                  </a:lnTo>
                  <a:lnTo>
                    <a:pt x="131639" y="56821"/>
                  </a:lnTo>
                  <a:lnTo>
                    <a:pt x="132076" y="57122"/>
                  </a:lnTo>
                  <a:lnTo>
                    <a:pt x="131775" y="57572"/>
                  </a:lnTo>
                  <a:lnTo>
                    <a:pt x="131044" y="58668"/>
                  </a:lnTo>
                  <a:lnTo>
                    <a:pt x="127023" y="64694"/>
                  </a:lnTo>
                  <a:lnTo>
                    <a:pt x="122973" y="70608"/>
                  </a:lnTo>
                  <a:lnTo>
                    <a:pt x="119044" y="76345"/>
                  </a:lnTo>
                  <a:lnTo>
                    <a:pt x="115251" y="81809"/>
                  </a:lnTo>
                  <a:lnTo>
                    <a:pt x="111065" y="87919"/>
                  </a:lnTo>
                  <a:lnTo>
                    <a:pt x="107341" y="93408"/>
                  </a:lnTo>
                  <a:lnTo>
                    <a:pt x="105300" y="96416"/>
                  </a:lnTo>
                  <a:lnTo>
                    <a:pt x="105058" y="96772"/>
                  </a:lnTo>
                  <a:lnTo>
                    <a:pt x="103405" y="992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934600" y="4015971"/>
              <a:ext cx="173032" cy="121866"/>
            </a:xfrm>
            <a:custGeom>
              <a:avLst/>
              <a:pathLst>
                <a:path w="173032" h="121866">
                  <a:moveTo>
                    <a:pt x="122699" y="56082"/>
                  </a:moveTo>
                  <a:lnTo>
                    <a:pt x="138135" y="66658"/>
                  </a:lnTo>
                  <a:lnTo>
                    <a:pt x="140738" y="68441"/>
                  </a:lnTo>
                  <a:lnTo>
                    <a:pt x="144236" y="70838"/>
                  </a:lnTo>
                  <a:lnTo>
                    <a:pt x="145806" y="71914"/>
                  </a:lnTo>
                  <a:lnTo>
                    <a:pt x="147246" y="72901"/>
                  </a:lnTo>
                  <a:lnTo>
                    <a:pt x="149260" y="74280"/>
                  </a:lnTo>
                  <a:lnTo>
                    <a:pt x="150868" y="75382"/>
                  </a:lnTo>
                  <a:lnTo>
                    <a:pt x="151157" y="75581"/>
                  </a:lnTo>
                  <a:lnTo>
                    <a:pt x="154888" y="78136"/>
                  </a:lnTo>
                  <a:lnTo>
                    <a:pt x="155979" y="78884"/>
                  </a:lnTo>
                  <a:lnTo>
                    <a:pt x="160840" y="82215"/>
                  </a:lnTo>
                  <a:lnTo>
                    <a:pt x="161437" y="82624"/>
                  </a:lnTo>
                  <a:lnTo>
                    <a:pt x="165576" y="85460"/>
                  </a:lnTo>
                  <a:lnTo>
                    <a:pt x="165818" y="85611"/>
                  </a:lnTo>
                  <a:lnTo>
                    <a:pt x="166379" y="86010"/>
                  </a:lnTo>
                  <a:lnTo>
                    <a:pt x="173032" y="90569"/>
                  </a:lnTo>
                  <a:lnTo>
                    <a:pt x="172947" y="90698"/>
                  </a:lnTo>
                  <a:lnTo>
                    <a:pt x="172745" y="91007"/>
                  </a:lnTo>
                  <a:lnTo>
                    <a:pt x="167223" y="99441"/>
                  </a:lnTo>
                  <a:lnTo>
                    <a:pt x="166537" y="98997"/>
                  </a:lnTo>
                  <a:lnTo>
                    <a:pt x="163798" y="97077"/>
                  </a:lnTo>
                  <a:lnTo>
                    <a:pt x="162034" y="95709"/>
                  </a:lnTo>
                  <a:lnTo>
                    <a:pt x="157542" y="102527"/>
                  </a:lnTo>
                  <a:lnTo>
                    <a:pt x="157443" y="102688"/>
                  </a:lnTo>
                  <a:lnTo>
                    <a:pt x="154708" y="107126"/>
                  </a:lnTo>
                  <a:lnTo>
                    <a:pt x="151650" y="112090"/>
                  </a:lnTo>
                  <a:lnTo>
                    <a:pt x="149786" y="114493"/>
                  </a:lnTo>
                  <a:lnTo>
                    <a:pt x="149104" y="115293"/>
                  </a:lnTo>
                  <a:lnTo>
                    <a:pt x="148824" y="115622"/>
                  </a:lnTo>
                  <a:lnTo>
                    <a:pt x="146722" y="117879"/>
                  </a:lnTo>
                  <a:lnTo>
                    <a:pt x="145737" y="119081"/>
                  </a:lnTo>
                  <a:lnTo>
                    <a:pt x="143101" y="121241"/>
                  </a:lnTo>
                  <a:lnTo>
                    <a:pt x="142349" y="121866"/>
                  </a:lnTo>
                  <a:lnTo>
                    <a:pt x="141884" y="121291"/>
                  </a:lnTo>
                  <a:lnTo>
                    <a:pt x="141182" y="120611"/>
                  </a:lnTo>
                  <a:lnTo>
                    <a:pt x="139890" y="119844"/>
                  </a:lnTo>
                  <a:lnTo>
                    <a:pt x="138759" y="119242"/>
                  </a:lnTo>
                  <a:lnTo>
                    <a:pt x="136394" y="117214"/>
                  </a:lnTo>
                  <a:lnTo>
                    <a:pt x="135598" y="116531"/>
                  </a:lnTo>
                  <a:lnTo>
                    <a:pt x="135254" y="115536"/>
                  </a:lnTo>
                  <a:lnTo>
                    <a:pt x="135171" y="114322"/>
                  </a:lnTo>
                  <a:lnTo>
                    <a:pt x="134565" y="111877"/>
                  </a:lnTo>
                  <a:lnTo>
                    <a:pt x="134459" y="111446"/>
                  </a:lnTo>
                  <a:lnTo>
                    <a:pt x="134304" y="110960"/>
                  </a:lnTo>
                  <a:lnTo>
                    <a:pt x="134324" y="110512"/>
                  </a:lnTo>
                  <a:lnTo>
                    <a:pt x="134353" y="109867"/>
                  </a:lnTo>
                  <a:lnTo>
                    <a:pt x="134280" y="108593"/>
                  </a:lnTo>
                  <a:lnTo>
                    <a:pt x="133485" y="107841"/>
                  </a:lnTo>
                  <a:lnTo>
                    <a:pt x="131965" y="106822"/>
                  </a:lnTo>
                  <a:lnTo>
                    <a:pt x="130750" y="106044"/>
                  </a:lnTo>
                  <a:lnTo>
                    <a:pt x="129911" y="105377"/>
                  </a:lnTo>
                  <a:lnTo>
                    <a:pt x="128899" y="104657"/>
                  </a:lnTo>
                  <a:lnTo>
                    <a:pt x="127881" y="103933"/>
                  </a:lnTo>
                  <a:lnTo>
                    <a:pt x="127015" y="102968"/>
                  </a:lnTo>
                  <a:lnTo>
                    <a:pt x="126179" y="101545"/>
                  </a:lnTo>
                  <a:lnTo>
                    <a:pt x="126079" y="101374"/>
                  </a:lnTo>
                  <a:lnTo>
                    <a:pt x="124741" y="99095"/>
                  </a:lnTo>
                  <a:lnTo>
                    <a:pt x="124597" y="99082"/>
                  </a:lnTo>
                  <a:lnTo>
                    <a:pt x="124241" y="99048"/>
                  </a:lnTo>
                  <a:lnTo>
                    <a:pt x="124732" y="97700"/>
                  </a:lnTo>
                  <a:lnTo>
                    <a:pt x="123414" y="95457"/>
                  </a:lnTo>
                  <a:lnTo>
                    <a:pt x="121761" y="92537"/>
                  </a:lnTo>
                  <a:lnTo>
                    <a:pt x="121157" y="92871"/>
                  </a:lnTo>
                  <a:lnTo>
                    <a:pt x="117082" y="95123"/>
                  </a:lnTo>
                  <a:lnTo>
                    <a:pt x="116210" y="95800"/>
                  </a:lnTo>
                  <a:lnTo>
                    <a:pt x="115899" y="96041"/>
                  </a:lnTo>
                  <a:lnTo>
                    <a:pt x="111701" y="98238"/>
                  </a:lnTo>
                  <a:lnTo>
                    <a:pt x="111224" y="96991"/>
                  </a:lnTo>
                  <a:lnTo>
                    <a:pt x="110452" y="93847"/>
                  </a:lnTo>
                  <a:lnTo>
                    <a:pt x="110113" y="94028"/>
                  </a:lnTo>
                  <a:lnTo>
                    <a:pt x="108812" y="94727"/>
                  </a:lnTo>
                  <a:lnTo>
                    <a:pt x="106396" y="95370"/>
                  </a:lnTo>
                  <a:lnTo>
                    <a:pt x="104164" y="95892"/>
                  </a:lnTo>
                  <a:lnTo>
                    <a:pt x="103620" y="96058"/>
                  </a:lnTo>
                  <a:lnTo>
                    <a:pt x="102689" y="96343"/>
                  </a:lnTo>
                  <a:lnTo>
                    <a:pt x="97273" y="97997"/>
                  </a:lnTo>
                  <a:lnTo>
                    <a:pt x="96509" y="98254"/>
                  </a:lnTo>
                  <a:lnTo>
                    <a:pt x="95950" y="97490"/>
                  </a:lnTo>
                  <a:lnTo>
                    <a:pt x="94616" y="95887"/>
                  </a:lnTo>
                  <a:lnTo>
                    <a:pt x="93381" y="95140"/>
                  </a:lnTo>
                  <a:lnTo>
                    <a:pt x="90830" y="93599"/>
                  </a:lnTo>
                  <a:lnTo>
                    <a:pt x="90681" y="93501"/>
                  </a:lnTo>
                  <a:lnTo>
                    <a:pt x="88749" y="95663"/>
                  </a:lnTo>
                  <a:lnTo>
                    <a:pt x="88116" y="96372"/>
                  </a:lnTo>
                  <a:lnTo>
                    <a:pt x="87481" y="96568"/>
                  </a:lnTo>
                  <a:lnTo>
                    <a:pt x="86541" y="95967"/>
                  </a:lnTo>
                  <a:lnTo>
                    <a:pt x="82346" y="93284"/>
                  </a:lnTo>
                  <a:lnTo>
                    <a:pt x="81679" y="92428"/>
                  </a:lnTo>
                  <a:lnTo>
                    <a:pt x="80919" y="91932"/>
                  </a:lnTo>
                  <a:lnTo>
                    <a:pt x="76585" y="89099"/>
                  </a:lnTo>
                  <a:lnTo>
                    <a:pt x="75638" y="88481"/>
                  </a:lnTo>
                  <a:lnTo>
                    <a:pt x="74610" y="88012"/>
                  </a:lnTo>
                  <a:lnTo>
                    <a:pt x="74235" y="87841"/>
                  </a:lnTo>
                  <a:lnTo>
                    <a:pt x="73335" y="87430"/>
                  </a:lnTo>
                  <a:lnTo>
                    <a:pt x="73177" y="87314"/>
                  </a:lnTo>
                  <a:lnTo>
                    <a:pt x="68517" y="83897"/>
                  </a:lnTo>
                  <a:lnTo>
                    <a:pt x="67654" y="83264"/>
                  </a:lnTo>
                  <a:lnTo>
                    <a:pt x="66807" y="82711"/>
                  </a:lnTo>
                  <a:lnTo>
                    <a:pt x="66551" y="82544"/>
                  </a:lnTo>
                  <a:lnTo>
                    <a:pt x="66076" y="82233"/>
                  </a:lnTo>
                  <a:lnTo>
                    <a:pt x="61863" y="79480"/>
                  </a:lnTo>
                  <a:lnTo>
                    <a:pt x="61520" y="79245"/>
                  </a:lnTo>
                  <a:lnTo>
                    <a:pt x="60957" y="78860"/>
                  </a:lnTo>
                  <a:lnTo>
                    <a:pt x="55518" y="75137"/>
                  </a:lnTo>
                  <a:lnTo>
                    <a:pt x="55339" y="75015"/>
                  </a:lnTo>
                  <a:lnTo>
                    <a:pt x="53300" y="73619"/>
                  </a:lnTo>
                  <a:lnTo>
                    <a:pt x="48269" y="70175"/>
                  </a:lnTo>
                  <a:lnTo>
                    <a:pt x="43785" y="67105"/>
                  </a:lnTo>
                  <a:lnTo>
                    <a:pt x="42200" y="66021"/>
                  </a:lnTo>
                  <a:lnTo>
                    <a:pt x="39835" y="69336"/>
                  </a:lnTo>
                  <a:lnTo>
                    <a:pt x="39348" y="70019"/>
                  </a:lnTo>
                  <a:lnTo>
                    <a:pt x="37410" y="72873"/>
                  </a:lnTo>
                  <a:lnTo>
                    <a:pt x="36856" y="73722"/>
                  </a:lnTo>
                  <a:lnTo>
                    <a:pt x="33656" y="78514"/>
                  </a:lnTo>
                  <a:lnTo>
                    <a:pt x="33054" y="78068"/>
                  </a:lnTo>
                  <a:lnTo>
                    <a:pt x="26044" y="72885"/>
                  </a:lnTo>
                  <a:lnTo>
                    <a:pt x="25900" y="72778"/>
                  </a:lnTo>
                  <a:lnTo>
                    <a:pt x="8945" y="59498"/>
                  </a:lnTo>
                  <a:lnTo>
                    <a:pt x="8814" y="59395"/>
                  </a:lnTo>
                  <a:lnTo>
                    <a:pt x="3221" y="55072"/>
                  </a:lnTo>
                  <a:lnTo>
                    <a:pt x="853" y="53241"/>
                  </a:lnTo>
                  <a:lnTo>
                    <a:pt x="283" y="52801"/>
                  </a:lnTo>
                  <a:lnTo>
                    <a:pt x="0" y="52582"/>
                  </a:lnTo>
                  <a:lnTo>
                    <a:pt x="6525" y="43322"/>
                  </a:lnTo>
                  <a:lnTo>
                    <a:pt x="6990" y="42662"/>
                  </a:lnTo>
                  <a:lnTo>
                    <a:pt x="7192" y="42375"/>
                  </a:lnTo>
                  <a:lnTo>
                    <a:pt x="7310" y="42234"/>
                  </a:lnTo>
                  <a:lnTo>
                    <a:pt x="7676" y="41797"/>
                  </a:lnTo>
                  <a:lnTo>
                    <a:pt x="11024" y="37795"/>
                  </a:lnTo>
                  <a:lnTo>
                    <a:pt x="11314" y="37448"/>
                  </a:lnTo>
                  <a:lnTo>
                    <a:pt x="14903" y="32580"/>
                  </a:lnTo>
                  <a:lnTo>
                    <a:pt x="16853" y="29822"/>
                  </a:lnTo>
                  <a:lnTo>
                    <a:pt x="18722" y="27181"/>
                  </a:lnTo>
                  <a:lnTo>
                    <a:pt x="20053" y="25257"/>
                  </a:lnTo>
                  <a:lnTo>
                    <a:pt x="25462" y="17441"/>
                  </a:lnTo>
                  <a:lnTo>
                    <a:pt x="26673" y="15692"/>
                  </a:lnTo>
                  <a:lnTo>
                    <a:pt x="30413" y="10473"/>
                  </a:lnTo>
                  <a:lnTo>
                    <a:pt x="32086" y="7942"/>
                  </a:lnTo>
                  <a:lnTo>
                    <a:pt x="33203" y="6250"/>
                  </a:lnTo>
                  <a:lnTo>
                    <a:pt x="35408" y="3038"/>
                  </a:lnTo>
                  <a:lnTo>
                    <a:pt x="37003" y="715"/>
                  </a:lnTo>
                  <a:lnTo>
                    <a:pt x="37494" y="0"/>
                  </a:lnTo>
                  <a:lnTo>
                    <a:pt x="37640" y="98"/>
                  </a:lnTo>
                  <a:lnTo>
                    <a:pt x="38393" y="453"/>
                  </a:lnTo>
                  <a:lnTo>
                    <a:pt x="38682" y="590"/>
                  </a:lnTo>
                  <a:lnTo>
                    <a:pt x="39165" y="924"/>
                  </a:lnTo>
                  <a:lnTo>
                    <a:pt x="50040" y="8437"/>
                  </a:lnTo>
                  <a:lnTo>
                    <a:pt x="54683" y="11645"/>
                  </a:lnTo>
                  <a:lnTo>
                    <a:pt x="55023" y="11879"/>
                  </a:lnTo>
                  <a:lnTo>
                    <a:pt x="55374" y="12122"/>
                  </a:lnTo>
                  <a:lnTo>
                    <a:pt x="61180" y="16133"/>
                  </a:lnTo>
                  <a:lnTo>
                    <a:pt x="61385" y="16275"/>
                  </a:lnTo>
                  <a:lnTo>
                    <a:pt x="65019" y="18785"/>
                  </a:lnTo>
                  <a:lnTo>
                    <a:pt x="67072" y="20204"/>
                  </a:lnTo>
                  <a:lnTo>
                    <a:pt x="72819" y="24174"/>
                  </a:lnTo>
                  <a:lnTo>
                    <a:pt x="73437" y="24601"/>
                  </a:lnTo>
                  <a:lnTo>
                    <a:pt x="78242" y="27920"/>
                  </a:lnTo>
                  <a:lnTo>
                    <a:pt x="78557" y="28138"/>
                  </a:lnTo>
                  <a:lnTo>
                    <a:pt x="78723" y="28253"/>
                  </a:lnTo>
                  <a:lnTo>
                    <a:pt x="80895" y="29753"/>
                  </a:lnTo>
                  <a:lnTo>
                    <a:pt x="83928" y="31848"/>
                  </a:lnTo>
                  <a:lnTo>
                    <a:pt x="84254" y="32074"/>
                  </a:lnTo>
                  <a:lnTo>
                    <a:pt x="85789" y="33134"/>
                  </a:lnTo>
                  <a:lnTo>
                    <a:pt x="88582" y="34386"/>
                  </a:lnTo>
                  <a:lnTo>
                    <a:pt x="90065" y="34877"/>
                  </a:lnTo>
                  <a:lnTo>
                    <a:pt x="91325" y="35294"/>
                  </a:lnTo>
                  <a:lnTo>
                    <a:pt x="91569" y="35402"/>
                  </a:lnTo>
                  <a:lnTo>
                    <a:pt x="92667" y="35891"/>
                  </a:lnTo>
                  <a:lnTo>
                    <a:pt x="92846" y="35971"/>
                  </a:lnTo>
                  <a:lnTo>
                    <a:pt x="93522" y="36272"/>
                  </a:lnTo>
                  <a:lnTo>
                    <a:pt x="94281" y="36610"/>
                  </a:lnTo>
                  <a:lnTo>
                    <a:pt x="94590" y="36822"/>
                  </a:lnTo>
                  <a:lnTo>
                    <a:pt x="95115" y="37181"/>
                  </a:lnTo>
                  <a:lnTo>
                    <a:pt x="98859" y="39746"/>
                  </a:lnTo>
                  <a:lnTo>
                    <a:pt x="99223" y="39996"/>
                  </a:lnTo>
                  <a:lnTo>
                    <a:pt x="103274" y="42772"/>
                  </a:lnTo>
                  <a:lnTo>
                    <a:pt x="107797" y="45871"/>
                  </a:lnTo>
                  <a:lnTo>
                    <a:pt x="109714" y="47184"/>
                  </a:lnTo>
                  <a:lnTo>
                    <a:pt x="113010" y="49442"/>
                  </a:lnTo>
                  <a:lnTo>
                    <a:pt x="122217" y="557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817014" y="4020489"/>
              <a:ext cx="151291" cy="164986"/>
            </a:xfrm>
            <a:custGeom>
              <a:avLst/>
              <a:pathLst>
                <a:path w="151291" h="164986">
                  <a:moveTo>
                    <a:pt x="83360" y="164986"/>
                  </a:moveTo>
                  <a:lnTo>
                    <a:pt x="82960" y="164644"/>
                  </a:lnTo>
                  <a:lnTo>
                    <a:pt x="76907" y="159457"/>
                  </a:lnTo>
                  <a:lnTo>
                    <a:pt x="74320" y="157241"/>
                  </a:lnTo>
                  <a:lnTo>
                    <a:pt x="72123" y="155433"/>
                  </a:lnTo>
                  <a:lnTo>
                    <a:pt x="62618" y="147609"/>
                  </a:lnTo>
                  <a:lnTo>
                    <a:pt x="62397" y="147424"/>
                  </a:lnTo>
                  <a:lnTo>
                    <a:pt x="55474" y="141628"/>
                  </a:lnTo>
                  <a:lnTo>
                    <a:pt x="52752" y="139516"/>
                  </a:lnTo>
                  <a:lnTo>
                    <a:pt x="53267" y="138826"/>
                  </a:lnTo>
                  <a:lnTo>
                    <a:pt x="52984" y="138626"/>
                  </a:lnTo>
                  <a:lnTo>
                    <a:pt x="43757" y="132127"/>
                  </a:lnTo>
                  <a:lnTo>
                    <a:pt x="35507" y="126131"/>
                  </a:lnTo>
                  <a:lnTo>
                    <a:pt x="27190" y="120087"/>
                  </a:lnTo>
                  <a:lnTo>
                    <a:pt x="27027" y="119969"/>
                  </a:lnTo>
                  <a:lnTo>
                    <a:pt x="18382" y="113686"/>
                  </a:lnTo>
                  <a:lnTo>
                    <a:pt x="18075" y="113464"/>
                  </a:lnTo>
                  <a:lnTo>
                    <a:pt x="12009" y="109055"/>
                  </a:lnTo>
                  <a:lnTo>
                    <a:pt x="11786" y="108893"/>
                  </a:lnTo>
                  <a:lnTo>
                    <a:pt x="11528" y="108705"/>
                  </a:lnTo>
                  <a:lnTo>
                    <a:pt x="3389" y="102790"/>
                  </a:lnTo>
                  <a:lnTo>
                    <a:pt x="3022" y="102524"/>
                  </a:lnTo>
                  <a:lnTo>
                    <a:pt x="2404" y="102075"/>
                  </a:lnTo>
                  <a:lnTo>
                    <a:pt x="0" y="100327"/>
                  </a:lnTo>
                  <a:lnTo>
                    <a:pt x="1278" y="98622"/>
                  </a:lnTo>
                  <a:lnTo>
                    <a:pt x="1608" y="98181"/>
                  </a:lnTo>
                  <a:lnTo>
                    <a:pt x="1720" y="98032"/>
                  </a:lnTo>
                  <a:lnTo>
                    <a:pt x="1889" y="97806"/>
                  </a:lnTo>
                  <a:lnTo>
                    <a:pt x="7226" y="90335"/>
                  </a:lnTo>
                  <a:lnTo>
                    <a:pt x="7464" y="90002"/>
                  </a:lnTo>
                  <a:lnTo>
                    <a:pt x="8616" y="88389"/>
                  </a:lnTo>
                  <a:lnTo>
                    <a:pt x="13974" y="80889"/>
                  </a:lnTo>
                  <a:lnTo>
                    <a:pt x="16655" y="77136"/>
                  </a:lnTo>
                  <a:lnTo>
                    <a:pt x="17219" y="76347"/>
                  </a:lnTo>
                  <a:lnTo>
                    <a:pt x="17641" y="75755"/>
                  </a:lnTo>
                  <a:lnTo>
                    <a:pt x="18093" y="75124"/>
                  </a:lnTo>
                  <a:lnTo>
                    <a:pt x="18827" y="74096"/>
                  </a:lnTo>
                  <a:lnTo>
                    <a:pt x="22492" y="68965"/>
                  </a:lnTo>
                  <a:lnTo>
                    <a:pt x="23146" y="68049"/>
                  </a:lnTo>
                  <a:lnTo>
                    <a:pt x="28933" y="59949"/>
                  </a:lnTo>
                  <a:lnTo>
                    <a:pt x="29196" y="59581"/>
                  </a:lnTo>
                  <a:lnTo>
                    <a:pt x="29918" y="58571"/>
                  </a:lnTo>
                  <a:lnTo>
                    <a:pt x="32656" y="54738"/>
                  </a:lnTo>
                  <a:lnTo>
                    <a:pt x="35451" y="50825"/>
                  </a:lnTo>
                  <a:lnTo>
                    <a:pt x="35825" y="50269"/>
                  </a:lnTo>
                  <a:lnTo>
                    <a:pt x="37191" y="48233"/>
                  </a:lnTo>
                  <a:lnTo>
                    <a:pt x="39187" y="45259"/>
                  </a:lnTo>
                  <a:lnTo>
                    <a:pt x="40449" y="43379"/>
                  </a:lnTo>
                  <a:lnTo>
                    <a:pt x="42066" y="40970"/>
                  </a:lnTo>
                  <a:lnTo>
                    <a:pt x="42164" y="40824"/>
                  </a:lnTo>
                  <a:lnTo>
                    <a:pt x="42351" y="40545"/>
                  </a:lnTo>
                  <a:lnTo>
                    <a:pt x="42474" y="40363"/>
                  </a:lnTo>
                  <a:lnTo>
                    <a:pt x="44002" y="38086"/>
                  </a:lnTo>
                  <a:lnTo>
                    <a:pt x="44481" y="37373"/>
                  </a:lnTo>
                  <a:lnTo>
                    <a:pt x="53159" y="24443"/>
                  </a:lnTo>
                  <a:lnTo>
                    <a:pt x="53884" y="23362"/>
                  </a:lnTo>
                  <a:lnTo>
                    <a:pt x="54716" y="22123"/>
                  </a:lnTo>
                  <a:lnTo>
                    <a:pt x="57241" y="18362"/>
                  </a:lnTo>
                  <a:lnTo>
                    <a:pt x="57634" y="17777"/>
                  </a:lnTo>
                  <a:lnTo>
                    <a:pt x="57872" y="17428"/>
                  </a:lnTo>
                  <a:lnTo>
                    <a:pt x="69824" y="0"/>
                  </a:lnTo>
                  <a:lnTo>
                    <a:pt x="73847" y="2798"/>
                  </a:lnTo>
                  <a:lnTo>
                    <a:pt x="74608" y="3328"/>
                  </a:lnTo>
                  <a:lnTo>
                    <a:pt x="79585" y="6791"/>
                  </a:lnTo>
                  <a:lnTo>
                    <a:pt x="82392" y="8721"/>
                  </a:lnTo>
                  <a:lnTo>
                    <a:pt x="82539" y="8821"/>
                  </a:lnTo>
                  <a:lnTo>
                    <a:pt x="83102" y="9209"/>
                  </a:lnTo>
                  <a:lnTo>
                    <a:pt x="85070" y="10561"/>
                  </a:lnTo>
                  <a:lnTo>
                    <a:pt x="88541" y="12947"/>
                  </a:lnTo>
                  <a:lnTo>
                    <a:pt x="94394" y="16971"/>
                  </a:lnTo>
                  <a:lnTo>
                    <a:pt x="94543" y="17073"/>
                  </a:lnTo>
                  <a:lnTo>
                    <a:pt x="100132" y="20915"/>
                  </a:lnTo>
                  <a:lnTo>
                    <a:pt x="100290" y="21024"/>
                  </a:lnTo>
                  <a:lnTo>
                    <a:pt x="100612" y="21245"/>
                  </a:lnTo>
                  <a:lnTo>
                    <a:pt x="103066" y="22932"/>
                  </a:lnTo>
                  <a:lnTo>
                    <a:pt x="105888" y="24872"/>
                  </a:lnTo>
                  <a:lnTo>
                    <a:pt x="111615" y="28809"/>
                  </a:lnTo>
                  <a:lnTo>
                    <a:pt x="111752" y="28903"/>
                  </a:lnTo>
                  <a:lnTo>
                    <a:pt x="115263" y="31317"/>
                  </a:lnTo>
                  <a:lnTo>
                    <a:pt x="117450" y="32820"/>
                  </a:lnTo>
                  <a:lnTo>
                    <a:pt x="124778" y="37857"/>
                  </a:lnTo>
                  <a:lnTo>
                    <a:pt x="124576" y="38144"/>
                  </a:lnTo>
                  <a:lnTo>
                    <a:pt x="124111" y="38804"/>
                  </a:lnTo>
                  <a:lnTo>
                    <a:pt x="117586" y="48064"/>
                  </a:lnTo>
                  <a:lnTo>
                    <a:pt x="117869" y="48283"/>
                  </a:lnTo>
                  <a:lnTo>
                    <a:pt x="118439" y="48723"/>
                  </a:lnTo>
                  <a:lnTo>
                    <a:pt x="120807" y="50554"/>
                  </a:lnTo>
                  <a:lnTo>
                    <a:pt x="126400" y="54877"/>
                  </a:lnTo>
                  <a:lnTo>
                    <a:pt x="126531" y="54980"/>
                  </a:lnTo>
                  <a:lnTo>
                    <a:pt x="143486" y="68260"/>
                  </a:lnTo>
                  <a:lnTo>
                    <a:pt x="143630" y="68367"/>
                  </a:lnTo>
                  <a:lnTo>
                    <a:pt x="150640" y="73550"/>
                  </a:lnTo>
                  <a:lnTo>
                    <a:pt x="151291" y="74032"/>
                  </a:lnTo>
                  <a:lnTo>
                    <a:pt x="150343" y="75430"/>
                  </a:lnTo>
                  <a:lnTo>
                    <a:pt x="149464" y="76728"/>
                  </a:lnTo>
                  <a:lnTo>
                    <a:pt x="137280" y="94713"/>
                  </a:lnTo>
                  <a:lnTo>
                    <a:pt x="124482" y="113604"/>
                  </a:lnTo>
                  <a:lnTo>
                    <a:pt x="125004" y="113952"/>
                  </a:lnTo>
                  <a:lnTo>
                    <a:pt x="126320" y="114819"/>
                  </a:lnTo>
                  <a:lnTo>
                    <a:pt x="126153" y="115017"/>
                  </a:lnTo>
                  <a:lnTo>
                    <a:pt x="125429" y="115876"/>
                  </a:lnTo>
                  <a:lnTo>
                    <a:pt x="112201" y="131570"/>
                  </a:lnTo>
                  <a:lnTo>
                    <a:pt x="111741" y="132115"/>
                  </a:lnTo>
                  <a:lnTo>
                    <a:pt x="111157" y="132806"/>
                  </a:lnTo>
                  <a:lnTo>
                    <a:pt x="110843" y="133177"/>
                  </a:lnTo>
                  <a:lnTo>
                    <a:pt x="109132" y="135140"/>
                  </a:lnTo>
                  <a:lnTo>
                    <a:pt x="98847" y="146943"/>
                  </a:lnTo>
                  <a:lnTo>
                    <a:pt x="98563" y="147269"/>
                  </a:lnTo>
                  <a:lnTo>
                    <a:pt x="98099" y="147801"/>
                  </a:lnTo>
                  <a:lnTo>
                    <a:pt x="97573" y="148420"/>
                  </a:lnTo>
                  <a:lnTo>
                    <a:pt x="96886" y="149229"/>
                  </a:lnTo>
                  <a:lnTo>
                    <a:pt x="96322" y="149892"/>
                  </a:lnTo>
                  <a:lnTo>
                    <a:pt x="90082" y="157233"/>
                  </a:lnTo>
                  <a:lnTo>
                    <a:pt x="89818" y="157544"/>
                  </a:lnTo>
                  <a:lnTo>
                    <a:pt x="89571" y="157829"/>
                  </a:lnTo>
                  <a:lnTo>
                    <a:pt x="85547" y="162466"/>
                  </a:lnTo>
                  <a:lnTo>
                    <a:pt x="84911" y="163200"/>
                  </a:lnTo>
                  <a:lnTo>
                    <a:pt x="84286" y="163919"/>
                  </a:lnTo>
                  <a:lnTo>
                    <a:pt x="83544" y="1647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93189" y="4326161"/>
              <a:ext cx="303401" cy="330948"/>
            </a:xfrm>
            <a:custGeom>
              <a:avLst/>
              <a:pathLst>
                <a:path w="303401" h="330948">
                  <a:moveTo>
                    <a:pt x="280375" y="106092"/>
                  </a:moveTo>
                  <a:lnTo>
                    <a:pt x="282134" y="106152"/>
                  </a:lnTo>
                  <a:lnTo>
                    <a:pt x="282414" y="106138"/>
                  </a:lnTo>
                  <a:lnTo>
                    <a:pt x="283921" y="106060"/>
                  </a:lnTo>
                  <a:lnTo>
                    <a:pt x="284215" y="106045"/>
                  </a:lnTo>
                  <a:lnTo>
                    <a:pt x="284791" y="106015"/>
                  </a:lnTo>
                  <a:lnTo>
                    <a:pt x="285503" y="106044"/>
                  </a:lnTo>
                  <a:lnTo>
                    <a:pt x="290745" y="106261"/>
                  </a:lnTo>
                  <a:lnTo>
                    <a:pt x="293315" y="106403"/>
                  </a:lnTo>
                  <a:lnTo>
                    <a:pt x="293767" y="106428"/>
                  </a:lnTo>
                  <a:lnTo>
                    <a:pt x="300066" y="106544"/>
                  </a:lnTo>
                  <a:lnTo>
                    <a:pt x="300944" y="106578"/>
                  </a:lnTo>
                  <a:lnTo>
                    <a:pt x="301489" y="106599"/>
                  </a:lnTo>
                  <a:lnTo>
                    <a:pt x="302587" y="106641"/>
                  </a:lnTo>
                  <a:lnTo>
                    <a:pt x="302995" y="106657"/>
                  </a:lnTo>
                  <a:lnTo>
                    <a:pt x="303401" y="106673"/>
                  </a:lnTo>
                  <a:lnTo>
                    <a:pt x="303273" y="115214"/>
                  </a:lnTo>
                  <a:lnTo>
                    <a:pt x="303250" y="115446"/>
                  </a:lnTo>
                  <a:lnTo>
                    <a:pt x="303167" y="116270"/>
                  </a:lnTo>
                  <a:lnTo>
                    <a:pt x="303147" y="116477"/>
                  </a:lnTo>
                  <a:lnTo>
                    <a:pt x="303133" y="116611"/>
                  </a:lnTo>
                  <a:lnTo>
                    <a:pt x="303039" y="117555"/>
                  </a:lnTo>
                  <a:lnTo>
                    <a:pt x="302957" y="118378"/>
                  </a:lnTo>
                  <a:lnTo>
                    <a:pt x="302871" y="119004"/>
                  </a:lnTo>
                  <a:lnTo>
                    <a:pt x="302656" y="120580"/>
                  </a:lnTo>
                  <a:lnTo>
                    <a:pt x="302496" y="121749"/>
                  </a:lnTo>
                  <a:lnTo>
                    <a:pt x="302330" y="122970"/>
                  </a:lnTo>
                  <a:lnTo>
                    <a:pt x="302297" y="123208"/>
                  </a:lnTo>
                  <a:lnTo>
                    <a:pt x="302189" y="123353"/>
                  </a:lnTo>
                  <a:lnTo>
                    <a:pt x="301379" y="124440"/>
                  </a:lnTo>
                  <a:lnTo>
                    <a:pt x="301071" y="124852"/>
                  </a:lnTo>
                  <a:lnTo>
                    <a:pt x="300857" y="125512"/>
                  </a:lnTo>
                  <a:lnTo>
                    <a:pt x="300651" y="126150"/>
                  </a:lnTo>
                  <a:lnTo>
                    <a:pt x="300593" y="126327"/>
                  </a:lnTo>
                  <a:lnTo>
                    <a:pt x="300551" y="126458"/>
                  </a:lnTo>
                  <a:lnTo>
                    <a:pt x="300324" y="127260"/>
                  </a:lnTo>
                  <a:lnTo>
                    <a:pt x="300253" y="127511"/>
                  </a:lnTo>
                  <a:lnTo>
                    <a:pt x="299817" y="129052"/>
                  </a:lnTo>
                  <a:lnTo>
                    <a:pt x="298303" y="134403"/>
                  </a:lnTo>
                  <a:lnTo>
                    <a:pt x="296093" y="131855"/>
                  </a:lnTo>
                  <a:lnTo>
                    <a:pt x="295012" y="130609"/>
                  </a:lnTo>
                  <a:lnTo>
                    <a:pt x="293194" y="128864"/>
                  </a:lnTo>
                  <a:lnTo>
                    <a:pt x="289099" y="126382"/>
                  </a:lnTo>
                  <a:lnTo>
                    <a:pt x="286495" y="130966"/>
                  </a:lnTo>
                  <a:lnTo>
                    <a:pt x="286083" y="131614"/>
                  </a:lnTo>
                  <a:lnTo>
                    <a:pt x="285734" y="132163"/>
                  </a:lnTo>
                  <a:lnTo>
                    <a:pt x="284334" y="134364"/>
                  </a:lnTo>
                  <a:lnTo>
                    <a:pt x="284147" y="134662"/>
                  </a:lnTo>
                  <a:lnTo>
                    <a:pt x="283646" y="135461"/>
                  </a:lnTo>
                  <a:lnTo>
                    <a:pt x="284038" y="136289"/>
                  </a:lnTo>
                  <a:lnTo>
                    <a:pt x="284378" y="137006"/>
                  </a:lnTo>
                  <a:lnTo>
                    <a:pt x="285529" y="138196"/>
                  </a:lnTo>
                  <a:lnTo>
                    <a:pt x="287104" y="139930"/>
                  </a:lnTo>
                  <a:lnTo>
                    <a:pt x="287845" y="141072"/>
                  </a:lnTo>
                  <a:lnTo>
                    <a:pt x="287975" y="142067"/>
                  </a:lnTo>
                  <a:lnTo>
                    <a:pt x="288077" y="143135"/>
                  </a:lnTo>
                  <a:lnTo>
                    <a:pt x="288104" y="143410"/>
                  </a:lnTo>
                  <a:lnTo>
                    <a:pt x="288231" y="144743"/>
                  </a:lnTo>
                  <a:lnTo>
                    <a:pt x="288317" y="145362"/>
                  </a:lnTo>
                  <a:lnTo>
                    <a:pt x="288241" y="145559"/>
                  </a:lnTo>
                  <a:lnTo>
                    <a:pt x="288130" y="145708"/>
                  </a:lnTo>
                  <a:lnTo>
                    <a:pt x="286819" y="147484"/>
                  </a:lnTo>
                  <a:lnTo>
                    <a:pt x="285074" y="150596"/>
                  </a:lnTo>
                  <a:lnTo>
                    <a:pt x="283550" y="153312"/>
                  </a:lnTo>
                  <a:lnTo>
                    <a:pt x="282848" y="155312"/>
                  </a:lnTo>
                  <a:lnTo>
                    <a:pt x="281975" y="156483"/>
                  </a:lnTo>
                  <a:lnTo>
                    <a:pt x="281779" y="156744"/>
                  </a:lnTo>
                  <a:lnTo>
                    <a:pt x="280754" y="158254"/>
                  </a:lnTo>
                  <a:lnTo>
                    <a:pt x="280592" y="158492"/>
                  </a:lnTo>
                  <a:lnTo>
                    <a:pt x="278314" y="161793"/>
                  </a:lnTo>
                  <a:lnTo>
                    <a:pt x="277410" y="163104"/>
                  </a:lnTo>
                  <a:lnTo>
                    <a:pt x="276907" y="164109"/>
                  </a:lnTo>
                  <a:lnTo>
                    <a:pt x="276788" y="164290"/>
                  </a:lnTo>
                  <a:lnTo>
                    <a:pt x="276203" y="165186"/>
                  </a:lnTo>
                  <a:lnTo>
                    <a:pt x="275331" y="166126"/>
                  </a:lnTo>
                  <a:lnTo>
                    <a:pt x="270775" y="166997"/>
                  </a:lnTo>
                  <a:lnTo>
                    <a:pt x="267012" y="167716"/>
                  </a:lnTo>
                  <a:lnTo>
                    <a:pt x="266955" y="162182"/>
                  </a:lnTo>
                  <a:lnTo>
                    <a:pt x="263136" y="163172"/>
                  </a:lnTo>
                  <a:lnTo>
                    <a:pt x="258064" y="168532"/>
                  </a:lnTo>
                  <a:lnTo>
                    <a:pt x="252290" y="174580"/>
                  </a:lnTo>
                  <a:lnTo>
                    <a:pt x="245597" y="167637"/>
                  </a:lnTo>
                  <a:lnTo>
                    <a:pt x="244312" y="168577"/>
                  </a:lnTo>
                  <a:lnTo>
                    <a:pt x="243838" y="168924"/>
                  </a:lnTo>
                  <a:lnTo>
                    <a:pt x="241976" y="170287"/>
                  </a:lnTo>
                  <a:lnTo>
                    <a:pt x="237353" y="163208"/>
                  </a:lnTo>
                  <a:lnTo>
                    <a:pt x="236558" y="161990"/>
                  </a:lnTo>
                  <a:lnTo>
                    <a:pt x="233129" y="156739"/>
                  </a:lnTo>
                  <a:lnTo>
                    <a:pt x="231140" y="153694"/>
                  </a:lnTo>
                  <a:lnTo>
                    <a:pt x="230194" y="153404"/>
                  </a:lnTo>
                  <a:lnTo>
                    <a:pt x="226606" y="152306"/>
                  </a:lnTo>
                  <a:lnTo>
                    <a:pt x="220504" y="150438"/>
                  </a:lnTo>
                  <a:lnTo>
                    <a:pt x="219771" y="150144"/>
                  </a:lnTo>
                  <a:lnTo>
                    <a:pt x="216758" y="148936"/>
                  </a:lnTo>
                  <a:lnTo>
                    <a:pt x="216484" y="148918"/>
                  </a:lnTo>
                  <a:lnTo>
                    <a:pt x="211059" y="148548"/>
                  </a:lnTo>
                  <a:lnTo>
                    <a:pt x="208589" y="160782"/>
                  </a:lnTo>
                  <a:lnTo>
                    <a:pt x="220748" y="177288"/>
                  </a:lnTo>
                  <a:lnTo>
                    <a:pt x="240438" y="181078"/>
                  </a:lnTo>
                  <a:lnTo>
                    <a:pt x="244475" y="195157"/>
                  </a:lnTo>
                  <a:lnTo>
                    <a:pt x="210753" y="200011"/>
                  </a:lnTo>
                  <a:lnTo>
                    <a:pt x="211872" y="180809"/>
                  </a:lnTo>
                  <a:lnTo>
                    <a:pt x="209064" y="173831"/>
                  </a:lnTo>
                  <a:lnTo>
                    <a:pt x="206916" y="171246"/>
                  </a:lnTo>
                  <a:lnTo>
                    <a:pt x="196715" y="159364"/>
                  </a:lnTo>
                  <a:lnTo>
                    <a:pt x="197861" y="174177"/>
                  </a:lnTo>
                  <a:lnTo>
                    <a:pt x="187305" y="185957"/>
                  </a:lnTo>
                  <a:lnTo>
                    <a:pt x="190161" y="206513"/>
                  </a:lnTo>
                  <a:lnTo>
                    <a:pt x="201104" y="209309"/>
                  </a:lnTo>
                  <a:lnTo>
                    <a:pt x="201104" y="215368"/>
                  </a:lnTo>
                  <a:lnTo>
                    <a:pt x="208399" y="219096"/>
                  </a:lnTo>
                  <a:lnTo>
                    <a:pt x="210223" y="234243"/>
                  </a:lnTo>
                  <a:lnTo>
                    <a:pt x="214098" y="244496"/>
                  </a:lnTo>
                  <a:lnTo>
                    <a:pt x="216606" y="252419"/>
                  </a:lnTo>
                  <a:lnTo>
                    <a:pt x="213555" y="257913"/>
                  </a:lnTo>
                  <a:lnTo>
                    <a:pt x="221394" y="271527"/>
                  </a:lnTo>
                  <a:lnTo>
                    <a:pt x="229145" y="274323"/>
                  </a:lnTo>
                  <a:lnTo>
                    <a:pt x="238492" y="275954"/>
                  </a:lnTo>
                  <a:lnTo>
                    <a:pt x="242595" y="281314"/>
                  </a:lnTo>
                  <a:lnTo>
                    <a:pt x="245103" y="289237"/>
                  </a:lnTo>
                  <a:lnTo>
                    <a:pt x="243051" y="296694"/>
                  </a:lnTo>
                  <a:lnTo>
                    <a:pt x="251259" y="303218"/>
                  </a:lnTo>
                  <a:lnTo>
                    <a:pt x="251259" y="307180"/>
                  </a:lnTo>
                  <a:lnTo>
                    <a:pt x="262429" y="313472"/>
                  </a:lnTo>
                  <a:lnTo>
                    <a:pt x="258098" y="323026"/>
                  </a:lnTo>
                  <a:lnTo>
                    <a:pt x="236440" y="311141"/>
                  </a:lnTo>
                  <a:lnTo>
                    <a:pt x="225041" y="330948"/>
                  </a:lnTo>
                  <a:lnTo>
                    <a:pt x="211135" y="323725"/>
                  </a:lnTo>
                  <a:lnTo>
                    <a:pt x="213870" y="316035"/>
                  </a:lnTo>
                  <a:lnTo>
                    <a:pt x="216834" y="309277"/>
                  </a:lnTo>
                  <a:lnTo>
                    <a:pt x="220710" y="302286"/>
                  </a:lnTo>
                  <a:lnTo>
                    <a:pt x="223217" y="297393"/>
                  </a:lnTo>
                  <a:lnTo>
                    <a:pt x="220710" y="294597"/>
                  </a:lnTo>
                  <a:lnTo>
                    <a:pt x="214554" y="294597"/>
                  </a:lnTo>
                  <a:lnTo>
                    <a:pt x="208627" y="294364"/>
                  </a:lnTo>
                  <a:lnTo>
                    <a:pt x="200192" y="291800"/>
                  </a:lnTo>
                  <a:lnTo>
                    <a:pt x="192897" y="287373"/>
                  </a:lnTo>
                  <a:lnTo>
                    <a:pt x="185373" y="282479"/>
                  </a:lnTo>
                  <a:lnTo>
                    <a:pt x="178306" y="275488"/>
                  </a:lnTo>
                  <a:lnTo>
                    <a:pt x="173291" y="263371"/>
                  </a:lnTo>
                  <a:lnTo>
                    <a:pt x="170783" y="257079"/>
                  </a:lnTo>
                  <a:lnTo>
                    <a:pt x="167591" y="251720"/>
                  </a:lnTo>
                  <a:lnTo>
                    <a:pt x="166907" y="244496"/>
                  </a:lnTo>
                  <a:lnTo>
                    <a:pt x="165084" y="239836"/>
                  </a:lnTo>
                  <a:lnTo>
                    <a:pt x="161664" y="233777"/>
                  </a:lnTo>
                  <a:lnTo>
                    <a:pt x="162804" y="226786"/>
                  </a:lnTo>
                  <a:lnTo>
                    <a:pt x="163032" y="220028"/>
                  </a:lnTo>
                  <a:lnTo>
                    <a:pt x="159156" y="210241"/>
                  </a:lnTo>
                  <a:lnTo>
                    <a:pt x="164975" y="186536"/>
                  </a:lnTo>
                  <a:lnTo>
                    <a:pt x="151439" y="174157"/>
                  </a:lnTo>
                  <a:lnTo>
                    <a:pt x="139377" y="175426"/>
                  </a:lnTo>
                  <a:lnTo>
                    <a:pt x="134153" y="178921"/>
                  </a:lnTo>
                  <a:lnTo>
                    <a:pt x="137762" y="192903"/>
                  </a:lnTo>
                  <a:lnTo>
                    <a:pt x="135862" y="197952"/>
                  </a:lnTo>
                  <a:lnTo>
                    <a:pt x="136395" y="204261"/>
                  </a:lnTo>
                  <a:lnTo>
                    <a:pt x="138941" y="203249"/>
                  </a:lnTo>
                  <a:lnTo>
                    <a:pt x="143144" y="209220"/>
                  </a:lnTo>
                  <a:lnTo>
                    <a:pt x="131389" y="215992"/>
                  </a:lnTo>
                  <a:lnTo>
                    <a:pt x="130938" y="214621"/>
                  </a:lnTo>
                  <a:lnTo>
                    <a:pt x="125508" y="199991"/>
                  </a:lnTo>
                  <a:lnTo>
                    <a:pt x="126972" y="196809"/>
                  </a:lnTo>
                  <a:lnTo>
                    <a:pt x="123439" y="196646"/>
                  </a:lnTo>
                  <a:lnTo>
                    <a:pt x="121556" y="194232"/>
                  </a:lnTo>
                  <a:lnTo>
                    <a:pt x="120961" y="193469"/>
                  </a:lnTo>
                  <a:lnTo>
                    <a:pt x="119916" y="190852"/>
                  </a:lnTo>
                  <a:lnTo>
                    <a:pt x="119365" y="189476"/>
                  </a:lnTo>
                  <a:lnTo>
                    <a:pt x="117368" y="182659"/>
                  </a:lnTo>
                  <a:lnTo>
                    <a:pt x="116851" y="182408"/>
                  </a:lnTo>
                  <a:lnTo>
                    <a:pt x="114010" y="180960"/>
                  </a:lnTo>
                  <a:lnTo>
                    <a:pt x="113179" y="179687"/>
                  </a:lnTo>
                  <a:lnTo>
                    <a:pt x="111523" y="178586"/>
                  </a:lnTo>
                  <a:lnTo>
                    <a:pt x="100780" y="167662"/>
                  </a:lnTo>
                  <a:lnTo>
                    <a:pt x="97152" y="165447"/>
                  </a:lnTo>
                  <a:lnTo>
                    <a:pt x="93619" y="163126"/>
                  </a:lnTo>
                  <a:lnTo>
                    <a:pt x="93404" y="163277"/>
                  </a:lnTo>
                  <a:lnTo>
                    <a:pt x="88580" y="159949"/>
                  </a:lnTo>
                  <a:lnTo>
                    <a:pt x="87705" y="159344"/>
                  </a:lnTo>
                  <a:lnTo>
                    <a:pt x="86489" y="158490"/>
                  </a:lnTo>
                  <a:lnTo>
                    <a:pt x="85754" y="157949"/>
                  </a:lnTo>
                  <a:lnTo>
                    <a:pt x="85961" y="157588"/>
                  </a:lnTo>
                  <a:lnTo>
                    <a:pt x="86087" y="157195"/>
                  </a:lnTo>
                  <a:lnTo>
                    <a:pt x="86566" y="155703"/>
                  </a:lnTo>
                  <a:lnTo>
                    <a:pt x="86729" y="155197"/>
                  </a:lnTo>
                  <a:lnTo>
                    <a:pt x="87048" y="154682"/>
                  </a:lnTo>
                  <a:lnTo>
                    <a:pt x="87150" y="154517"/>
                  </a:lnTo>
                  <a:lnTo>
                    <a:pt x="87300" y="154313"/>
                  </a:lnTo>
                  <a:lnTo>
                    <a:pt x="90738" y="149620"/>
                  </a:lnTo>
                  <a:lnTo>
                    <a:pt x="88801" y="148287"/>
                  </a:lnTo>
                  <a:lnTo>
                    <a:pt x="71934" y="136686"/>
                  </a:lnTo>
                  <a:lnTo>
                    <a:pt x="60551" y="128857"/>
                  </a:lnTo>
                  <a:lnTo>
                    <a:pt x="45159" y="118269"/>
                  </a:lnTo>
                  <a:lnTo>
                    <a:pt x="44557" y="117856"/>
                  </a:lnTo>
                  <a:lnTo>
                    <a:pt x="43176" y="116905"/>
                  </a:lnTo>
                  <a:lnTo>
                    <a:pt x="33482" y="110238"/>
                  </a:lnTo>
                  <a:lnTo>
                    <a:pt x="28201" y="106606"/>
                  </a:lnTo>
                  <a:lnTo>
                    <a:pt x="22226" y="102496"/>
                  </a:lnTo>
                  <a:lnTo>
                    <a:pt x="20258" y="101143"/>
                  </a:lnTo>
                  <a:lnTo>
                    <a:pt x="14920" y="97471"/>
                  </a:lnTo>
                  <a:lnTo>
                    <a:pt x="2070" y="88632"/>
                  </a:lnTo>
                  <a:lnTo>
                    <a:pt x="0" y="87083"/>
                  </a:lnTo>
                  <a:lnTo>
                    <a:pt x="726" y="86019"/>
                  </a:lnTo>
                  <a:lnTo>
                    <a:pt x="892" y="85776"/>
                  </a:lnTo>
                  <a:lnTo>
                    <a:pt x="1501" y="84885"/>
                  </a:lnTo>
                  <a:lnTo>
                    <a:pt x="1704" y="84587"/>
                  </a:lnTo>
                  <a:lnTo>
                    <a:pt x="2066" y="84057"/>
                  </a:lnTo>
                  <a:lnTo>
                    <a:pt x="3307" y="82240"/>
                  </a:lnTo>
                  <a:lnTo>
                    <a:pt x="4901" y="79905"/>
                  </a:lnTo>
                  <a:lnTo>
                    <a:pt x="5418" y="79148"/>
                  </a:lnTo>
                  <a:lnTo>
                    <a:pt x="7956" y="75431"/>
                  </a:lnTo>
                  <a:lnTo>
                    <a:pt x="9453" y="73238"/>
                  </a:lnTo>
                  <a:lnTo>
                    <a:pt x="10224" y="72110"/>
                  </a:lnTo>
                  <a:lnTo>
                    <a:pt x="12997" y="68049"/>
                  </a:lnTo>
                  <a:lnTo>
                    <a:pt x="15051" y="65041"/>
                  </a:lnTo>
                  <a:lnTo>
                    <a:pt x="15443" y="64467"/>
                  </a:lnTo>
                  <a:lnTo>
                    <a:pt x="15776" y="64021"/>
                  </a:lnTo>
                  <a:lnTo>
                    <a:pt x="18157" y="60830"/>
                  </a:lnTo>
                  <a:lnTo>
                    <a:pt x="19054" y="59628"/>
                  </a:lnTo>
                  <a:lnTo>
                    <a:pt x="19581" y="58857"/>
                  </a:lnTo>
                  <a:lnTo>
                    <a:pt x="21644" y="55843"/>
                  </a:lnTo>
                  <a:lnTo>
                    <a:pt x="21765" y="55666"/>
                  </a:lnTo>
                  <a:lnTo>
                    <a:pt x="22458" y="54653"/>
                  </a:lnTo>
                  <a:lnTo>
                    <a:pt x="23463" y="53185"/>
                  </a:lnTo>
                  <a:lnTo>
                    <a:pt x="25178" y="50597"/>
                  </a:lnTo>
                  <a:lnTo>
                    <a:pt x="25799" y="49660"/>
                  </a:lnTo>
                  <a:lnTo>
                    <a:pt x="26678" y="48334"/>
                  </a:lnTo>
                  <a:lnTo>
                    <a:pt x="28252" y="45959"/>
                  </a:lnTo>
                  <a:lnTo>
                    <a:pt x="29932" y="43423"/>
                  </a:lnTo>
                  <a:lnTo>
                    <a:pt x="30594" y="42425"/>
                  </a:lnTo>
                  <a:lnTo>
                    <a:pt x="31179" y="41662"/>
                  </a:lnTo>
                  <a:lnTo>
                    <a:pt x="33818" y="38222"/>
                  </a:lnTo>
                  <a:lnTo>
                    <a:pt x="35728" y="35555"/>
                  </a:lnTo>
                  <a:lnTo>
                    <a:pt x="36416" y="34594"/>
                  </a:lnTo>
                  <a:lnTo>
                    <a:pt x="36931" y="33875"/>
                  </a:lnTo>
                  <a:lnTo>
                    <a:pt x="37211" y="33483"/>
                  </a:lnTo>
                  <a:lnTo>
                    <a:pt x="38311" y="32099"/>
                  </a:lnTo>
                  <a:lnTo>
                    <a:pt x="39221" y="30952"/>
                  </a:lnTo>
                  <a:lnTo>
                    <a:pt x="40784" y="28983"/>
                  </a:lnTo>
                  <a:lnTo>
                    <a:pt x="46194" y="21767"/>
                  </a:lnTo>
                  <a:lnTo>
                    <a:pt x="46400" y="21541"/>
                  </a:lnTo>
                  <a:lnTo>
                    <a:pt x="46559" y="21367"/>
                  </a:lnTo>
                  <a:lnTo>
                    <a:pt x="47599" y="20226"/>
                  </a:lnTo>
                  <a:lnTo>
                    <a:pt x="47963" y="19826"/>
                  </a:lnTo>
                  <a:lnTo>
                    <a:pt x="48151" y="19620"/>
                  </a:lnTo>
                  <a:lnTo>
                    <a:pt x="48270" y="19490"/>
                  </a:lnTo>
                  <a:lnTo>
                    <a:pt x="48484" y="19275"/>
                  </a:lnTo>
                  <a:lnTo>
                    <a:pt x="48759" y="18999"/>
                  </a:lnTo>
                  <a:lnTo>
                    <a:pt x="50431" y="17321"/>
                  </a:lnTo>
                  <a:lnTo>
                    <a:pt x="51922" y="15825"/>
                  </a:lnTo>
                  <a:lnTo>
                    <a:pt x="52248" y="15498"/>
                  </a:lnTo>
                  <a:lnTo>
                    <a:pt x="60805" y="7233"/>
                  </a:lnTo>
                  <a:lnTo>
                    <a:pt x="62701" y="6066"/>
                  </a:lnTo>
                  <a:lnTo>
                    <a:pt x="64352" y="5050"/>
                  </a:lnTo>
                  <a:lnTo>
                    <a:pt x="65332" y="4462"/>
                  </a:lnTo>
                  <a:lnTo>
                    <a:pt x="66164" y="4073"/>
                  </a:lnTo>
                  <a:lnTo>
                    <a:pt x="68742" y="2866"/>
                  </a:lnTo>
                  <a:lnTo>
                    <a:pt x="69131" y="2684"/>
                  </a:lnTo>
                  <a:lnTo>
                    <a:pt x="74863" y="0"/>
                  </a:lnTo>
                  <a:lnTo>
                    <a:pt x="75737" y="2288"/>
                  </a:lnTo>
                  <a:lnTo>
                    <a:pt x="76214" y="3536"/>
                  </a:lnTo>
                  <a:lnTo>
                    <a:pt x="76979" y="5538"/>
                  </a:lnTo>
                  <a:lnTo>
                    <a:pt x="77085" y="5817"/>
                  </a:lnTo>
                  <a:lnTo>
                    <a:pt x="77490" y="6876"/>
                  </a:lnTo>
                  <a:lnTo>
                    <a:pt x="78086" y="7853"/>
                  </a:lnTo>
                  <a:lnTo>
                    <a:pt x="78300" y="8367"/>
                  </a:lnTo>
                  <a:lnTo>
                    <a:pt x="83819" y="21648"/>
                  </a:lnTo>
                  <a:lnTo>
                    <a:pt x="84089" y="22297"/>
                  </a:lnTo>
                  <a:lnTo>
                    <a:pt x="88203" y="32197"/>
                  </a:lnTo>
                  <a:lnTo>
                    <a:pt x="89510" y="35193"/>
                  </a:lnTo>
                  <a:lnTo>
                    <a:pt x="90130" y="36614"/>
                  </a:lnTo>
                  <a:lnTo>
                    <a:pt x="90625" y="37623"/>
                  </a:lnTo>
                  <a:lnTo>
                    <a:pt x="92847" y="42152"/>
                  </a:lnTo>
                  <a:lnTo>
                    <a:pt x="93627" y="43390"/>
                  </a:lnTo>
                  <a:lnTo>
                    <a:pt x="94645" y="45006"/>
                  </a:lnTo>
                  <a:lnTo>
                    <a:pt x="94887" y="45389"/>
                  </a:lnTo>
                  <a:lnTo>
                    <a:pt x="95030" y="45617"/>
                  </a:lnTo>
                  <a:lnTo>
                    <a:pt x="96202" y="46931"/>
                  </a:lnTo>
                  <a:lnTo>
                    <a:pt x="98266" y="49247"/>
                  </a:lnTo>
                  <a:lnTo>
                    <a:pt x="98449" y="49453"/>
                  </a:lnTo>
                  <a:lnTo>
                    <a:pt x="99135" y="50222"/>
                  </a:lnTo>
                  <a:lnTo>
                    <a:pt x="99989" y="50884"/>
                  </a:lnTo>
                  <a:lnTo>
                    <a:pt x="101703" y="52213"/>
                  </a:lnTo>
                  <a:lnTo>
                    <a:pt x="104400" y="54305"/>
                  </a:lnTo>
                  <a:lnTo>
                    <a:pt x="105693" y="55132"/>
                  </a:lnTo>
                  <a:lnTo>
                    <a:pt x="107638" y="56377"/>
                  </a:lnTo>
                  <a:lnTo>
                    <a:pt x="112944" y="58572"/>
                  </a:lnTo>
                  <a:lnTo>
                    <a:pt x="114738" y="59053"/>
                  </a:lnTo>
                  <a:lnTo>
                    <a:pt x="116003" y="59392"/>
                  </a:lnTo>
                  <a:lnTo>
                    <a:pt x="118578" y="60083"/>
                  </a:lnTo>
                  <a:lnTo>
                    <a:pt x="119904" y="60215"/>
                  </a:lnTo>
                  <a:lnTo>
                    <a:pt x="121013" y="60325"/>
                  </a:lnTo>
                  <a:lnTo>
                    <a:pt x="121477" y="60371"/>
                  </a:lnTo>
                  <a:lnTo>
                    <a:pt x="121854" y="60408"/>
                  </a:lnTo>
                  <a:lnTo>
                    <a:pt x="122232" y="60446"/>
                  </a:lnTo>
                  <a:lnTo>
                    <a:pt x="123077" y="60493"/>
                  </a:lnTo>
                  <a:lnTo>
                    <a:pt x="123432" y="60513"/>
                  </a:lnTo>
                  <a:lnTo>
                    <a:pt x="124193" y="60556"/>
                  </a:lnTo>
                  <a:lnTo>
                    <a:pt x="124581" y="60578"/>
                  </a:lnTo>
                  <a:lnTo>
                    <a:pt x="125568" y="60633"/>
                  </a:lnTo>
                  <a:lnTo>
                    <a:pt x="127103" y="60720"/>
                  </a:lnTo>
                  <a:lnTo>
                    <a:pt x="129236" y="60882"/>
                  </a:lnTo>
                  <a:lnTo>
                    <a:pt x="129450" y="60899"/>
                  </a:lnTo>
                  <a:lnTo>
                    <a:pt x="130450" y="60975"/>
                  </a:lnTo>
                  <a:lnTo>
                    <a:pt x="133780" y="61229"/>
                  </a:lnTo>
                  <a:lnTo>
                    <a:pt x="136015" y="61399"/>
                  </a:lnTo>
                  <a:lnTo>
                    <a:pt x="136809" y="61473"/>
                  </a:lnTo>
                  <a:lnTo>
                    <a:pt x="137132" y="61502"/>
                  </a:lnTo>
                  <a:lnTo>
                    <a:pt x="139860" y="61754"/>
                  </a:lnTo>
                  <a:lnTo>
                    <a:pt x="140623" y="61825"/>
                  </a:lnTo>
                  <a:lnTo>
                    <a:pt x="140834" y="61844"/>
                  </a:lnTo>
                  <a:lnTo>
                    <a:pt x="142218" y="61972"/>
                  </a:lnTo>
                  <a:lnTo>
                    <a:pt x="144269" y="62161"/>
                  </a:lnTo>
                  <a:lnTo>
                    <a:pt x="146113" y="62331"/>
                  </a:lnTo>
                  <a:lnTo>
                    <a:pt x="147606" y="62469"/>
                  </a:lnTo>
                  <a:lnTo>
                    <a:pt x="149017" y="62599"/>
                  </a:lnTo>
                  <a:lnTo>
                    <a:pt x="149408" y="62635"/>
                  </a:lnTo>
                  <a:lnTo>
                    <a:pt x="150374" y="62725"/>
                  </a:lnTo>
                  <a:lnTo>
                    <a:pt x="150910" y="62774"/>
                  </a:lnTo>
                  <a:lnTo>
                    <a:pt x="151912" y="62867"/>
                  </a:lnTo>
                  <a:lnTo>
                    <a:pt x="152607" y="62931"/>
                  </a:lnTo>
                  <a:lnTo>
                    <a:pt x="152791" y="62948"/>
                  </a:lnTo>
                  <a:lnTo>
                    <a:pt x="153546" y="62993"/>
                  </a:lnTo>
                  <a:lnTo>
                    <a:pt x="154122" y="63028"/>
                  </a:lnTo>
                  <a:lnTo>
                    <a:pt x="154448" y="63047"/>
                  </a:lnTo>
                  <a:lnTo>
                    <a:pt x="154659" y="63060"/>
                  </a:lnTo>
                  <a:lnTo>
                    <a:pt x="156587" y="63265"/>
                  </a:lnTo>
                  <a:lnTo>
                    <a:pt x="157557" y="63369"/>
                  </a:lnTo>
                  <a:lnTo>
                    <a:pt x="158358" y="63459"/>
                  </a:lnTo>
                  <a:lnTo>
                    <a:pt x="159241" y="63587"/>
                  </a:lnTo>
                  <a:lnTo>
                    <a:pt x="160049" y="63704"/>
                  </a:lnTo>
                  <a:lnTo>
                    <a:pt x="161036" y="63782"/>
                  </a:lnTo>
                  <a:lnTo>
                    <a:pt x="161995" y="63858"/>
                  </a:lnTo>
                  <a:lnTo>
                    <a:pt x="162313" y="63899"/>
                  </a:lnTo>
                  <a:lnTo>
                    <a:pt x="163342" y="64030"/>
                  </a:lnTo>
                  <a:lnTo>
                    <a:pt x="164010" y="64115"/>
                  </a:lnTo>
                  <a:lnTo>
                    <a:pt x="164868" y="64224"/>
                  </a:lnTo>
                  <a:lnTo>
                    <a:pt x="165596" y="64317"/>
                  </a:lnTo>
                  <a:lnTo>
                    <a:pt x="166414" y="64421"/>
                  </a:lnTo>
                  <a:lnTo>
                    <a:pt x="167002" y="64526"/>
                  </a:lnTo>
                  <a:lnTo>
                    <a:pt x="167905" y="64687"/>
                  </a:lnTo>
                  <a:lnTo>
                    <a:pt x="168207" y="64819"/>
                  </a:lnTo>
                  <a:lnTo>
                    <a:pt x="169683" y="65466"/>
                  </a:lnTo>
                  <a:lnTo>
                    <a:pt x="170948" y="66400"/>
                  </a:lnTo>
                  <a:lnTo>
                    <a:pt x="171109" y="66518"/>
                  </a:lnTo>
                  <a:lnTo>
                    <a:pt x="171821" y="67044"/>
                  </a:lnTo>
                  <a:lnTo>
                    <a:pt x="173179" y="68184"/>
                  </a:lnTo>
                  <a:lnTo>
                    <a:pt x="176737" y="71171"/>
                  </a:lnTo>
                  <a:lnTo>
                    <a:pt x="177019" y="71418"/>
                  </a:lnTo>
                  <a:lnTo>
                    <a:pt x="179158" y="73295"/>
                  </a:lnTo>
                  <a:lnTo>
                    <a:pt x="179352" y="73465"/>
                  </a:lnTo>
                  <a:lnTo>
                    <a:pt x="181588" y="75426"/>
                  </a:lnTo>
                  <a:lnTo>
                    <a:pt x="182175" y="75941"/>
                  </a:lnTo>
                  <a:lnTo>
                    <a:pt x="182685" y="76389"/>
                  </a:lnTo>
                  <a:lnTo>
                    <a:pt x="183992" y="77495"/>
                  </a:lnTo>
                  <a:lnTo>
                    <a:pt x="184178" y="77652"/>
                  </a:lnTo>
                  <a:lnTo>
                    <a:pt x="184698" y="78092"/>
                  </a:lnTo>
                  <a:lnTo>
                    <a:pt x="184961" y="78314"/>
                  </a:lnTo>
                  <a:lnTo>
                    <a:pt x="186758" y="79930"/>
                  </a:lnTo>
                  <a:lnTo>
                    <a:pt x="189638" y="81900"/>
                  </a:lnTo>
                  <a:lnTo>
                    <a:pt x="190389" y="82271"/>
                  </a:lnTo>
                  <a:lnTo>
                    <a:pt x="190624" y="82387"/>
                  </a:lnTo>
                  <a:lnTo>
                    <a:pt x="191174" y="82660"/>
                  </a:lnTo>
                  <a:lnTo>
                    <a:pt x="191644" y="82905"/>
                  </a:lnTo>
                  <a:lnTo>
                    <a:pt x="191933" y="83056"/>
                  </a:lnTo>
                  <a:lnTo>
                    <a:pt x="192671" y="83442"/>
                  </a:lnTo>
                  <a:lnTo>
                    <a:pt x="193682" y="83971"/>
                  </a:lnTo>
                  <a:lnTo>
                    <a:pt x="194479" y="84387"/>
                  </a:lnTo>
                  <a:lnTo>
                    <a:pt x="194648" y="84475"/>
                  </a:lnTo>
                  <a:lnTo>
                    <a:pt x="198105" y="85802"/>
                  </a:lnTo>
                  <a:lnTo>
                    <a:pt x="203836" y="87742"/>
                  </a:lnTo>
                  <a:lnTo>
                    <a:pt x="204509" y="87819"/>
                  </a:lnTo>
                  <a:lnTo>
                    <a:pt x="204834" y="87856"/>
                  </a:lnTo>
                  <a:lnTo>
                    <a:pt x="206888" y="88092"/>
                  </a:lnTo>
                  <a:lnTo>
                    <a:pt x="210637" y="88346"/>
                  </a:lnTo>
                  <a:lnTo>
                    <a:pt x="217745" y="88828"/>
                  </a:lnTo>
                  <a:lnTo>
                    <a:pt x="220017" y="89035"/>
                  </a:lnTo>
                  <a:lnTo>
                    <a:pt x="220672" y="89095"/>
                  </a:lnTo>
                  <a:lnTo>
                    <a:pt x="222309" y="89841"/>
                  </a:lnTo>
                  <a:lnTo>
                    <a:pt x="231351" y="93959"/>
                  </a:lnTo>
                  <a:lnTo>
                    <a:pt x="232437" y="94453"/>
                  </a:lnTo>
                  <a:lnTo>
                    <a:pt x="236335" y="96485"/>
                  </a:lnTo>
                  <a:lnTo>
                    <a:pt x="236672" y="96661"/>
                  </a:lnTo>
                  <a:lnTo>
                    <a:pt x="238155" y="97435"/>
                  </a:lnTo>
                  <a:lnTo>
                    <a:pt x="238611" y="97672"/>
                  </a:lnTo>
                  <a:lnTo>
                    <a:pt x="239026" y="97867"/>
                  </a:lnTo>
                  <a:lnTo>
                    <a:pt x="242954" y="99705"/>
                  </a:lnTo>
                  <a:lnTo>
                    <a:pt x="243407" y="99917"/>
                  </a:lnTo>
                  <a:lnTo>
                    <a:pt x="245947" y="101106"/>
                  </a:lnTo>
                  <a:lnTo>
                    <a:pt x="246363" y="101301"/>
                  </a:lnTo>
                  <a:lnTo>
                    <a:pt x="248046" y="102089"/>
                  </a:lnTo>
                  <a:lnTo>
                    <a:pt x="248907" y="102492"/>
                  </a:lnTo>
                  <a:lnTo>
                    <a:pt x="253298" y="104547"/>
                  </a:lnTo>
                  <a:lnTo>
                    <a:pt x="253875" y="104583"/>
                  </a:lnTo>
                  <a:lnTo>
                    <a:pt x="254701" y="104635"/>
                  </a:lnTo>
                  <a:lnTo>
                    <a:pt x="264126" y="105217"/>
                  </a:lnTo>
                  <a:lnTo>
                    <a:pt x="266969" y="105393"/>
                  </a:lnTo>
                  <a:lnTo>
                    <a:pt x="274747" y="105874"/>
                  </a:lnTo>
                  <a:lnTo>
                    <a:pt x="275044" y="105892"/>
                  </a:lnTo>
                  <a:lnTo>
                    <a:pt x="275763" y="105935"/>
                  </a:lnTo>
                  <a:lnTo>
                    <a:pt x="275992" y="105943"/>
                  </a:lnTo>
                  <a:lnTo>
                    <a:pt x="276683" y="105966"/>
                  </a:lnTo>
                  <a:lnTo>
                    <a:pt x="277692" y="106001"/>
                  </a:lnTo>
                  <a:lnTo>
                    <a:pt x="278789" y="106038"/>
                  </a:lnTo>
                  <a:lnTo>
                    <a:pt x="280140" y="1060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951980" y="4478451"/>
              <a:ext cx="109436" cy="94747"/>
            </a:xfrm>
            <a:custGeom>
              <a:avLst/>
              <a:pathLst>
                <a:path w="109436" h="94747">
                  <a:moveTo>
                    <a:pt x="82601" y="8297"/>
                  </a:moveTo>
                  <a:lnTo>
                    <a:pt x="84197" y="14239"/>
                  </a:lnTo>
                  <a:lnTo>
                    <a:pt x="86546" y="11875"/>
                  </a:lnTo>
                  <a:lnTo>
                    <a:pt x="91450" y="6942"/>
                  </a:lnTo>
                  <a:lnTo>
                    <a:pt x="91941" y="7314"/>
                  </a:lnTo>
                  <a:lnTo>
                    <a:pt x="92183" y="7463"/>
                  </a:lnTo>
                  <a:lnTo>
                    <a:pt x="92553" y="7622"/>
                  </a:lnTo>
                  <a:lnTo>
                    <a:pt x="95957" y="9083"/>
                  </a:lnTo>
                  <a:lnTo>
                    <a:pt x="96989" y="9440"/>
                  </a:lnTo>
                  <a:lnTo>
                    <a:pt x="98942" y="10113"/>
                  </a:lnTo>
                  <a:lnTo>
                    <a:pt x="99430" y="10281"/>
                  </a:lnTo>
                  <a:lnTo>
                    <a:pt x="101994" y="11164"/>
                  </a:lnTo>
                  <a:lnTo>
                    <a:pt x="102145" y="11216"/>
                  </a:lnTo>
                  <a:lnTo>
                    <a:pt x="101713" y="13303"/>
                  </a:lnTo>
                  <a:lnTo>
                    <a:pt x="103274" y="14016"/>
                  </a:lnTo>
                  <a:lnTo>
                    <a:pt x="99823" y="21723"/>
                  </a:lnTo>
                  <a:lnTo>
                    <a:pt x="96784" y="26810"/>
                  </a:lnTo>
                  <a:lnTo>
                    <a:pt x="109436" y="35860"/>
                  </a:lnTo>
                  <a:lnTo>
                    <a:pt x="100298" y="50929"/>
                  </a:lnTo>
                  <a:lnTo>
                    <a:pt x="89469" y="58356"/>
                  </a:lnTo>
                  <a:lnTo>
                    <a:pt x="67669" y="41753"/>
                  </a:lnTo>
                  <a:lnTo>
                    <a:pt x="67099" y="30248"/>
                  </a:lnTo>
                  <a:lnTo>
                    <a:pt x="66957" y="29374"/>
                  </a:lnTo>
                  <a:lnTo>
                    <a:pt x="62397" y="31413"/>
                  </a:lnTo>
                  <a:lnTo>
                    <a:pt x="62777" y="35928"/>
                  </a:lnTo>
                  <a:lnTo>
                    <a:pt x="61637" y="39957"/>
                  </a:lnTo>
                  <a:lnTo>
                    <a:pt x="60735" y="46948"/>
                  </a:lnTo>
                  <a:lnTo>
                    <a:pt x="57695" y="50637"/>
                  </a:lnTo>
                  <a:lnTo>
                    <a:pt x="58265" y="59376"/>
                  </a:lnTo>
                  <a:lnTo>
                    <a:pt x="60782" y="65493"/>
                  </a:lnTo>
                  <a:lnTo>
                    <a:pt x="59120" y="71998"/>
                  </a:lnTo>
                  <a:lnTo>
                    <a:pt x="54038" y="78406"/>
                  </a:lnTo>
                  <a:lnTo>
                    <a:pt x="42544" y="87824"/>
                  </a:lnTo>
                  <a:lnTo>
                    <a:pt x="36921" y="90766"/>
                  </a:lnTo>
                  <a:lnTo>
                    <a:pt x="34451" y="94747"/>
                  </a:lnTo>
                  <a:lnTo>
                    <a:pt x="26567" y="86882"/>
                  </a:lnTo>
                  <a:lnTo>
                    <a:pt x="22007" y="82805"/>
                  </a:lnTo>
                  <a:lnTo>
                    <a:pt x="13743" y="85038"/>
                  </a:lnTo>
                  <a:lnTo>
                    <a:pt x="12319" y="77367"/>
                  </a:lnTo>
                  <a:lnTo>
                    <a:pt x="17258" y="73581"/>
                  </a:lnTo>
                  <a:lnTo>
                    <a:pt x="15738" y="69503"/>
                  </a:lnTo>
                  <a:lnTo>
                    <a:pt x="11939" y="72513"/>
                  </a:lnTo>
                  <a:lnTo>
                    <a:pt x="5669" y="65425"/>
                  </a:lnTo>
                  <a:lnTo>
                    <a:pt x="9184" y="62318"/>
                  </a:lnTo>
                  <a:lnTo>
                    <a:pt x="5577" y="57690"/>
                  </a:lnTo>
                  <a:lnTo>
                    <a:pt x="10154" y="53812"/>
                  </a:lnTo>
                  <a:lnTo>
                    <a:pt x="7189" y="47657"/>
                  </a:lnTo>
                  <a:lnTo>
                    <a:pt x="4339" y="36976"/>
                  </a:lnTo>
                  <a:lnTo>
                    <a:pt x="920" y="35034"/>
                  </a:lnTo>
                  <a:lnTo>
                    <a:pt x="0" y="30331"/>
                  </a:lnTo>
                  <a:lnTo>
                    <a:pt x="3318" y="28767"/>
                  </a:lnTo>
                  <a:lnTo>
                    <a:pt x="3678" y="26963"/>
                  </a:lnTo>
                  <a:lnTo>
                    <a:pt x="4002" y="25330"/>
                  </a:lnTo>
                  <a:lnTo>
                    <a:pt x="6510" y="24806"/>
                  </a:lnTo>
                  <a:lnTo>
                    <a:pt x="7053" y="24268"/>
                  </a:lnTo>
                  <a:lnTo>
                    <a:pt x="12210" y="19155"/>
                  </a:lnTo>
                  <a:lnTo>
                    <a:pt x="12153" y="17116"/>
                  </a:lnTo>
                  <a:lnTo>
                    <a:pt x="12001" y="14704"/>
                  </a:lnTo>
                  <a:lnTo>
                    <a:pt x="16539" y="13837"/>
                  </a:lnTo>
                  <a:lnTo>
                    <a:pt x="17411" y="12896"/>
                  </a:lnTo>
                  <a:lnTo>
                    <a:pt x="17996" y="12001"/>
                  </a:lnTo>
                  <a:lnTo>
                    <a:pt x="18115" y="11820"/>
                  </a:lnTo>
                  <a:lnTo>
                    <a:pt x="19987" y="12588"/>
                  </a:lnTo>
                  <a:lnTo>
                    <a:pt x="20223" y="12708"/>
                  </a:lnTo>
                  <a:lnTo>
                    <a:pt x="20563" y="12882"/>
                  </a:lnTo>
                  <a:lnTo>
                    <a:pt x="21585" y="13406"/>
                  </a:lnTo>
                  <a:lnTo>
                    <a:pt x="22411" y="13932"/>
                  </a:lnTo>
                  <a:lnTo>
                    <a:pt x="35028" y="25435"/>
                  </a:lnTo>
                  <a:lnTo>
                    <a:pt x="36020" y="26270"/>
                  </a:lnTo>
                  <a:lnTo>
                    <a:pt x="41517" y="30655"/>
                  </a:lnTo>
                  <a:lnTo>
                    <a:pt x="42384" y="31479"/>
                  </a:lnTo>
                  <a:lnTo>
                    <a:pt x="42980" y="32056"/>
                  </a:lnTo>
                  <a:lnTo>
                    <a:pt x="45473" y="29422"/>
                  </a:lnTo>
                  <a:lnTo>
                    <a:pt x="47933" y="26641"/>
                  </a:lnTo>
                  <a:lnTo>
                    <a:pt x="48264" y="26381"/>
                  </a:lnTo>
                  <a:lnTo>
                    <a:pt x="48722" y="26021"/>
                  </a:lnTo>
                  <a:lnTo>
                    <a:pt x="48971" y="25784"/>
                  </a:lnTo>
                  <a:lnTo>
                    <a:pt x="50607" y="24225"/>
                  </a:lnTo>
                  <a:lnTo>
                    <a:pt x="53656" y="21113"/>
                  </a:lnTo>
                  <a:lnTo>
                    <a:pt x="55937" y="19169"/>
                  </a:lnTo>
                  <a:lnTo>
                    <a:pt x="57239" y="17772"/>
                  </a:lnTo>
                  <a:lnTo>
                    <a:pt x="58254" y="16373"/>
                  </a:lnTo>
                  <a:lnTo>
                    <a:pt x="59286" y="17013"/>
                  </a:lnTo>
                  <a:lnTo>
                    <a:pt x="59708" y="17293"/>
                  </a:lnTo>
                  <a:lnTo>
                    <a:pt x="61802" y="18565"/>
                  </a:lnTo>
                  <a:lnTo>
                    <a:pt x="63236" y="19545"/>
                  </a:lnTo>
                  <a:lnTo>
                    <a:pt x="64773" y="17302"/>
                  </a:lnTo>
                  <a:lnTo>
                    <a:pt x="65564" y="16147"/>
                  </a:lnTo>
                  <a:lnTo>
                    <a:pt x="66656" y="16924"/>
                  </a:lnTo>
                  <a:lnTo>
                    <a:pt x="67463" y="16099"/>
                  </a:lnTo>
                  <a:lnTo>
                    <a:pt x="70285" y="17920"/>
                  </a:lnTo>
                  <a:lnTo>
                    <a:pt x="74853" y="12845"/>
                  </a:lnTo>
                  <a:lnTo>
                    <a:pt x="74760" y="11842"/>
                  </a:lnTo>
                  <a:lnTo>
                    <a:pt x="74738" y="11613"/>
                  </a:lnTo>
                  <a:lnTo>
                    <a:pt x="70793" y="7814"/>
                  </a:lnTo>
                  <a:lnTo>
                    <a:pt x="72398" y="5510"/>
                  </a:lnTo>
                  <a:lnTo>
                    <a:pt x="73253" y="3432"/>
                  </a:lnTo>
                  <a:lnTo>
                    <a:pt x="73374" y="3159"/>
                  </a:lnTo>
                  <a:lnTo>
                    <a:pt x="73764" y="2277"/>
                  </a:lnTo>
                  <a:lnTo>
                    <a:pt x="74773" y="0"/>
                  </a:lnTo>
                  <a:lnTo>
                    <a:pt x="81541" y="270"/>
                  </a:lnTo>
                  <a:lnTo>
                    <a:pt x="82618" y="505"/>
                  </a:lnTo>
                  <a:lnTo>
                    <a:pt x="82898" y="623"/>
                  </a:lnTo>
                  <a:lnTo>
                    <a:pt x="82691" y="3222"/>
                  </a:lnTo>
                  <a:lnTo>
                    <a:pt x="82525" y="5191"/>
                  </a:lnTo>
                  <a:lnTo>
                    <a:pt x="82511" y="5776"/>
                  </a:lnTo>
                  <a:lnTo>
                    <a:pt x="82493" y="6569"/>
                  </a:lnTo>
                  <a:lnTo>
                    <a:pt x="82487" y="6821"/>
                  </a:lnTo>
                  <a:lnTo>
                    <a:pt x="82531" y="7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519378" y="4304727"/>
              <a:ext cx="305199" cy="264392"/>
            </a:xfrm>
            <a:custGeom>
              <a:avLst/>
              <a:pathLst>
                <a:path w="305199" h="264392">
                  <a:moveTo>
                    <a:pt x="262391" y="181383"/>
                  </a:moveTo>
                  <a:lnTo>
                    <a:pt x="267214" y="184711"/>
                  </a:lnTo>
                  <a:lnTo>
                    <a:pt x="267429" y="184561"/>
                  </a:lnTo>
                  <a:lnTo>
                    <a:pt x="270962" y="186881"/>
                  </a:lnTo>
                  <a:lnTo>
                    <a:pt x="274591" y="189097"/>
                  </a:lnTo>
                  <a:lnTo>
                    <a:pt x="285333" y="200021"/>
                  </a:lnTo>
                  <a:lnTo>
                    <a:pt x="286990" y="201121"/>
                  </a:lnTo>
                  <a:lnTo>
                    <a:pt x="287884" y="202492"/>
                  </a:lnTo>
                  <a:lnTo>
                    <a:pt x="290661" y="203842"/>
                  </a:lnTo>
                  <a:lnTo>
                    <a:pt x="291178" y="204094"/>
                  </a:lnTo>
                  <a:lnTo>
                    <a:pt x="293176" y="210911"/>
                  </a:lnTo>
                  <a:lnTo>
                    <a:pt x="293726" y="212287"/>
                  </a:lnTo>
                  <a:lnTo>
                    <a:pt x="294844" y="214996"/>
                  </a:lnTo>
                  <a:lnTo>
                    <a:pt x="295367" y="215666"/>
                  </a:lnTo>
                  <a:lnTo>
                    <a:pt x="297249" y="218080"/>
                  </a:lnTo>
                  <a:lnTo>
                    <a:pt x="300783" y="218243"/>
                  </a:lnTo>
                  <a:lnTo>
                    <a:pt x="299319" y="221425"/>
                  </a:lnTo>
                  <a:lnTo>
                    <a:pt x="304748" y="236055"/>
                  </a:lnTo>
                  <a:lnTo>
                    <a:pt x="305199" y="237427"/>
                  </a:lnTo>
                  <a:lnTo>
                    <a:pt x="302213" y="238113"/>
                  </a:lnTo>
                  <a:lnTo>
                    <a:pt x="289354" y="237445"/>
                  </a:lnTo>
                  <a:lnTo>
                    <a:pt x="288634" y="245844"/>
                  </a:lnTo>
                  <a:lnTo>
                    <a:pt x="274470" y="245514"/>
                  </a:lnTo>
                  <a:lnTo>
                    <a:pt x="274921" y="257266"/>
                  </a:lnTo>
                  <a:lnTo>
                    <a:pt x="275888" y="257863"/>
                  </a:lnTo>
                  <a:lnTo>
                    <a:pt x="275861" y="259417"/>
                  </a:lnTo>
                  <a:lnTo>
                    <a:pt x="275789" y="263427"/>
                  </a:lnTo>
                  <a:lnTo>
                    <a:pt x="275180" y="264005"/>
                  </a:lnTo>
                  <a:lnTo>
                    <a:pt x="274010" y="264032"/>
                  </a:lnTo>
                  <a:lnTo>
                    <a:pt x="273121" y="264052"/>
                  </a:lnTo>
                  <a:lnTo>
                    <a:pt x="272092" y="264076"/>
                  </a:lnTo>
                  <a:lnTo>
                    <a:pt x="271124" y="264098"/>
                  </a:lnTo>
                  <a:lnTo>
                    <a:pt x="270884" y="264103"/>
                  </a:lnTo>
                  <a:lnTo>
                    <a:pt x="269439" y="264136"/>
                  </a:lnTo>
                  <a:lnTo>
                    <a:pt x="269046" y="264145"/>
                  </a:lnTo>
                  <a:lnTo>
                    <a:pt x="268339" y="264161"/>
                  </a:lnTo>
                  <a:lnTo>
                    <a:pt x="267236" y="264187"/>
                  </a:lnTo>
                  <a:lnTo>
                    <a:pt x="266988" y="264192"/>
                  </a:lnTo>
                  <a:lnTo>
                    <a:pt x="266769" y="264197"/>
                  </a:lnTo>
                  <a:lnTo>
                    <a:pt x="265316" y="264231"/>
                  </a:lnTo>
                  <a:lnTo>
                    <a:pt x="264391" y="264252"/>
                  </a:lnTo>
                  <a:lnTo>
                    <a:pt x="264016" y="264260"/>
                  </a:lnTo>
                  <a:lnTo>
                    <a:pt x="262691" y="264291"/>
                  </a:lnTo>
                  <a:lnTo>
                    <a:pt x="261638" y="264315"/>
                  </a:lnTo>
                  <a:lnTo>
                    <a:pt x="261178" y="264325"/>
                  </a:lnTo>
                  <a:lnTo>
                    <a:pt x="260237" y="264347"/>
                  </a:lnTo>
                  <a:lnTo>
                    <a:pt x="259553" y="264362"/>
                  </a:lnTo>
                  <a:lnTo>
                    <a:pt x="258823" y="264379"/>
                  </a:lnTo>
                  <a:lnTo>
                    <a:pt x="258246" y="264392"/>
                  </a:lnTo>
                  <a:lnTo>
                    <a:pt x="257568" y="264389"/>
                  </a:lnTo>
                  <a:lnTo>
                    <a:pt x="255070" y="261716"/>
                  </a:lnTo>
                  <a:lnTo>
                    <a:pt x="249590" y="255851"/>
                  </a:lnTo>
                  <a:lnTo>
                    <a:pt x="248333" y="254506"/>
                  </a:lnTo>
                  <a:lnTo>
                    <a:pt x="244996" y="252186"/>
                  </a:lnTo>
                  <a:lnTo>
                    <a:pt x="242170" y="250221"/>
                  </a:lnTo>
                  <a:lnTo>
                    <a:pt x="241836" y="249989"/>
                  </a:lnTo>
                  <a:lnTo>
                    <a:pt x="240331" y="248942"/>
                  </a:lnTo>
                  <a:lnTo>
                    <a:pt x="240198" y="248850"/>
                  </a:lnTo>
                  <a:lnTo>
                    <a:pt x="239868" y="248620"/>
                  </a:lnTo>
                  <a:lnTo>
                    <a:pt x="239510" y="248372"/>
                  </a:lnTo>
                  <a:lnTo>
                    <a:pt x="238862" y="247931"/>
                  </a:lnTo>
                  <a:lnTo>
                    <a:pt x="238291" y="247543"/>
                  </a:lnTo>
                  <a:lnTo>
                    <a:pt x="237974" y="247328"/>
                  </a:lnTo>
                  <a:lnTo>
                    <a:pt x="237449" y="246970"/>
                  </a:lnTo>
                  <a:lnTo>
                    <a:pt x="237261" y="246843"/>
                  </a:lnTo>
                  <a:lnTo>
                    <a:pt x="236871" y="246577"/>
                  </a:lnTo>
                  <a:lnTo>
                    <a:pt x="236645" y="246424"/>
                  </a:lnTo>
                  <a:lnTo>
                    <a:pt x="236104" y="246056"/>
                  </a:lnTo>
                  <a:lnTo>
                    <a:pt x="235863" y="245892"/>
                  </a:lnTo>
                  <a:lnTo>
                    <a:pt x="235710" y="245788"/>
                  </a:lnTo>
                  <a:lnTo>
                    <a:pt x="235354" y="245546"/>
                  </a:lnTo>
                  <a:lnTo>
                    <a:pt x="234805" y="245172"/>
                  </a:lnTo>
                  <a:lnTo>
                    <a:pt x="234399" y="244897"/>
                  </a:lnTo>
                  <a:lnTo>
                    <a:pt x="234065" y="244669"/>
                  </a:lnTo>
                  <a:lnTo>
                    <a:pt x="233909" y="244563"/>
                  </a:lnTo>
                  <a:lnTo>
                    <a:pt x="233672" y="244402"/>
                  </a:lnTo>
                  <a:lnTo>
                    <a:pt x="233372" y="244198"/>
                  </a:lnTo>
                  <a:lnTo>
                    <a:pt x="233071" y="243994"/>
                  </a:lnTo>
                  <a:lnTo>
                    <a:pt x="231733" y="243084"/>
                  </a:lnTo>
                  <a:lnTo>
                    <a:pt x="231401" y="242853"/>
                  </a:lnTo>
                  <a:lnTo>
                    <a:pt x="227955" y="240457"/>
                  </a:lnTo>
                  <a:lnTo>
                    <a:pt x="222755" y="236842"/>
                  </a:lnTo>
                  <a:lnTo>
                    <a:pt x="222062" y="236309"/>
                  </a:lnTo>
                  <a:lnTo>
                    <a:pt x="222367" y="235638"/>
                  </a:lnTo>
                  <a:lnTo>
                    <a:pt x="222549" y="235239"/>
                  </a:lnTo>
                  <a:lnTo>
                    <a:pt x="222636" y="235046"/>
                  </a:lnTo>
                  <a:lnTo>
                    <a:pt x="222848" y="234591"/>
                  </a:lnTo>
                  <a:lnTo>
                    <a:pt x="223057" y="234272"/>
                  </a:lnTo>
                  <a:lnTo>
                    <a:pt x="223214" y="234032"/>
                  </a:lnTo>
                  <a:lnTo>
                    <a:pt x="223746" y="233219"/>
                  </a:lnTo>
                  <a:lnTo>
                    <a:pt x="225406" y="230675"/>
                  </a:lnTo>
                  <a:lnTo>
                    <a:pt x="225155" y="230548"/>
                  </a:lnTo>
                  <a:lnTo>
                    <a:pt x="224320" y="230126"/>
                  </a:lnTo>
                  <a:lnTo>
                    <a:pt x="224178" y="230055"/>
                  </a:lnTo>
                  <a:lnTo>
                    <a:pt x="222443" y="229178"/>
                  </a:lnTo>
                  <a:lnTo>
                    <a:pt x="209152" y="222465"/>
                  </a:lnTo>
                  <a:lnTo>
                    <a:pt x="208881" y="222328"/>
                  </a:lnTo>
                  <a:lnTo>
                    <a:pt x="198966" y="211404"/>
                  </a:lnTo>
                  <a:lnTo>
                    <a:pt x="193018" y="204851"/>
                  </a:lnTo>
                  <a:lnTo>
                    <a:pt x="179395" y="214205"/>
                  </a:lnTo>
                  <a:lnTo>
                    <a:pt x="170554" y="220275"/>
                  </a:lnTo>
                  <a:lnTo>
                    <a:pt x="166969" y="222737"/>
                  </a:lnTo>
                  <a:lnTo>
                    <a:pt x="166296" y="223199"/>
                  </a:lnTo>
                  <a:lnTo>
                    <a:pt x="158978" y="228224"/>
                  </a:lnTo>
                  <a:lnTo>
                    <a:pt x="158515" y="228542"/>
                  </a:lnTo>
                  <a:lnTo>
                    <a:pt x="157440" y="229280"/>
                  </a:lnTo>
                  <a:lnTo>
                    <a:pt x="149535" y="234671"/>
                  </a:lnTo>
                  <a:lnTo>
                    <a:pt x="145227" y="236847"/>
                  </a:lnTo>
                  <a:lnTo>
                    <a:pt x="142692" y="238127"/>
                  </a:lnTo>
                  <a:lnTo>
                    <a:pt x="140768" y="238151"/>
                  </a:lnTo>
                  <a:lnTo>
                    <a:pt x="136812" y="238200"/>
                  </a:lnTo>
                  <a:lnTo>
                    <a:pt x="134439" y="238229"/>
                  </a:lnTo>
                  <a:lnTo>
                    <a:pt x="126521" y="234076"/>
                  </a:lnTo>
                  <a:lnTo>
                    <a:pt x="126300" y="233960"/>
                  </a:lnTo>
                  <a:lnTo>
                    <a:pt x="124846" y="233198"/>
                  </a:lnTo>
                  <a:lnTo>
                    <a:pt x="122475" y="232049"/>
                  </a:lnTo>
                  <a:lnTo>
                    <a:pt x="121672" y="231707"/>
                  </a:lnTo>
                  <a:lnTo>
                    <a:pt x="121002" y="231422"/>
                  </a:lnTo>
                  <a:lnTo>
                    <a:pt x="120727" y="231321"/>
                  </a:lnTo>
                  <a:lnTo>
                    <a:pt x="119970" y="231321"/>
                  </a:lnTo>
                  <a:lnTo>
                    <a:pt x="119666" y="231321"/>
                  </a:lnTo>
                  <a:lnTo>
                    <a:pt x="119174" y="231321"/>
                  </a:lnTo>
                  <a:lnTo>
                    <a:pt x="118982" y="231376"/>
                  </a:lnTo>
                  <a:lnTo>
                    <a:pt x="118411" y="231541"/>
                  </a:lnTo>
                  <a:lnTo>
                    <a:pt x="117919" y="231682"/>
                  </a:lnTo>
                  <a:lnTo>
                    <a:pt x="117463" y="231814"/>
                  </a:lnTo>
                  <a:lnTo>
                    <a:pt x="117322" y="231855"/>
                  </a:lnTo>
                  <a:lnTo>
                    <a:pt x="115030" y="233221"/>
                  </a:lnTo>
                  <a:lnTo>
                    <a:pt x="114303" y="233654"/>
                  </a:lnTo>
                  <a:lnTo>
                    <a:pt x="112640" y="234646"/>
                  </a:lnTo>
                  <a:lnTo>
                    <a:pt x="111622" y="235253"/>
                  </a:lnTo>
                  <a:lnTo>
                    <a:pt x="110197" y="235884"/>
                  </a:lnTo>
                  <a:lnTo>
                    <a:pt x="108391" y="236220"/>
                  </a:lnTo>
                  <a:lnTo>
                    <a:pt x="106184" y="236030"/>
                  </a:lnTo>
                  <a:lnTo>
                    <a:pt x="104829" y="235601"/>
                  </a:lnTo>
                  <a:lnTo>
                    <a:pt x="103128" y="235063"/>
                  </a:lnTo>
                  <a:lnTo>
                    <a:pt x="101820" y="234650"/>
                  </a:lnTo>
                  <a:lnTo>
                    <a:pt x="101561" y="234568"/>
                  </a:lnTo>
                  <a:lnTo>
                    <a:pt x="99947" y="234057"/>
                  </a:lnTo>
                  <a:lnTo>
                    <a:pt x="99529" y="233925"/>
                  </a:lnTo>
                  <a:lnTo>
                    <a:pt x="99107" y="235001"/>
                  </a:lnTo>
                  <a:lnTo>
                    <a:pt x="98248" y="234650"/>
                  </a:lnTo>
                  <a:lnTo>
                    <a:pt x="98033" y="234562"/>
                  </a:lnTo>
                  <a:lnTo>
                    <a:pt x="97574" y="234374"/>
                  </a:lnTo>
                  <a:lnTo>
                    <a:pt x="96799" y="234057"/>
                  </a:lnTo>
                  <a:lnTo>
                    <a:pt x="94911" y="233285"/>
                  </a:lnTo>
                  <a:lnTo>
                    <a:pt x="94549" y="233137"/>
                  </a:lnTo>
                  <a:lnTo>
                    <a:pt x="93381" y="232660"/>
                  </a:lnTo>
                  <a:lnTo>
                    <a:pt x="91186" y="231762"/>
                  </a:lnTo>
                  <a:lnTo>
                    <a:pt x="80852" y="227537"/>
                  </a:lnTo>
                  <a:lnTo>
                    <a:pt x="76730" y="225852"/>
                  </a:lnTo>
                  <a:lnTo>
                    <a:pt x="73497" y="224530"/>
                  </a:lnTo>
                  <a:lnTo>
                    <a:pt x="72021" y="223926"/>
                  </a:lnTo>
                  <a:lnTo>
                    <a:pt x="71707" y="223798"/>
                  </a:lnTo>
                  <a:lnTo>
                    <a:pt x="71038" y="223524"/>
                  </a:lnTo>
                  <a:lnTo>
                    <a:pt x="70353" y="223282"/>
                  </a:lnTo>
                  <a:lnTo>
                    <a:pt x="68383" y="222586"/>
                  </a:lnTo>
                  <a:lnTo>
                    <a:pt x="67670" y="222334"/>
                  </a:lnTo>
                  <a:lnTo>
                    <a:pt x="65278" y="221488"/>
                  </a:lnTo>
                  <a:lnTo>
                    <a:pt x="64546" y="221229"/>
                  </a:lnTo>
                  <a:lnTo>
                    <a:pt x="63883" y="220995"/>
                  </a:lnTo>
                  <a:lnTo>
                    <a:pt x="61438" y="220130"/>
                  </a:lnTo>
                  <a:lnTo>
                    <a:pt x="61011" y="219980"/>
                  </a:lnTo>
                  <a:lnTo>
                    <a:pt x="60450" y="219782"/>
                  </a:lnTo>
                  <a:lnTo>
                    <a:pt x="59639" y="219495"/>
                  </a:lnTo>
                  <a:lnTo>
                    <a:pt x="49157" y="216901"/>
                  </a:lnTo>
                  <a:lnTo>
                    <a:pt x="38665" y="214304"/>
                  </a:lnTo>
                  <a:lnTo>
                    <a:pt x="26651" y="211331"/>
                  </a:lnTo>
                  <a:lnTo>
                    <a:pt x="22947" y="210414"/>
                  </a:lnTo>
                  <a:lnTo>
                    <a:pt x="21975" y="210174"/>
                  </a:lnTo>
                  <a:lnTo>
                    <a:pt x="21466" y="210033"/>
                  </a:lnTo>
                  <a:lnTo>
                    <a:pt x="21078" y="209926"/>
                  </a:lnTo>
                  <a:lnTo>
                    <a:pt x="19505" y="209493"/>
                  </a:lnTo>
                  <a:lnTo>
                    <a:pt x="19108" y="209384"/>
                  </a:lnTo>
                  <a:lnTo>
                    <a:pt x="16789" y="208745"/>
                  </a:lnTo>
                  <a:lnTo>
                    <a:pt x="14153" y="208075"/>
                  </a:lnTo>
                  <a:lnTo>
                    <a:pt x="13051" y="207796"/>
                  </a:lnTo>
                  <a:lnTo>
                    <a:pt x="9996" y="207020"/>
                  </a:lnTo>
                  <a:lnTo>
                    <a:pt x="3536" y="205380"/>
                  </a:lnTo>
                  <a:lnTo>
                    <a:pt x="2390" y="205088"/>
                  </a:lnTo>
                  <a:lnTo>
                    <a:pt x="0" y="204481"/>
                  </a:lnTo>
                  <a:lnTo>
                    <a:pt x="256" y="203575"/>
                  </a:lnTo>
                  <a:lnTo>
                    <a:pt x="307" y="203395"/>
                  </a:lnTo>
                  <a:lnTo>
                    <a:pt x="728" y="202168"/>
                  </a:lnTo>
                  <a:lnTo>
                    <a:pt x="3218" y="194929"/>
                  </a:lnTo>
                  <a:lnTo>
                    <a:pt x="3264" y="194795"/>
                  </a:lnTo>
                  <a:lnTo>
                    <a:pt x="8214" y="180398"/>
                  </a:lnTo>
                  <a:lnTo>
                    <a:pt x="9158" y="177654"/>
                  </a:lnTo>
                  <a:lnTo>
                    <a:pt x="13189" y="165930"/>
                  </a:lnTo>
                  <a:lnTo>
                    <a:pt x="13324" y="165536"/>
                  </a:lnTo>
                  <a:lnTo>
                    <a:pt x="13387" y="165353"/>
                  </a:lnTo>
                  <a:lnTo>
                    <a:pt x="13499" y="165027"/>
                  </a:lnTo>
                  <a:lnTo>
                    <a:pt x="14218" y="162748"/>
                  </a:lnTo>
                  <a:lnTo>
                    <a:pt x="15514" y="158641"/>
                  </a:lnTo>
                  <a:lnTo>
                    <a:pt x="16660" y="155008"/>
                  </a:lnTo>
                  <a:lnTo>
                    <a:pt x="17847" y="151247"/>
                  </a:lnTo>
                  <a:lnTo>
                    <a:pt x="19382" y="146383"/>
                  </a:lnTo>
                  <a:lnTo>
                    <a:pt x="19990" y="144456"/>
                  </a:lnTo>
                  <a:lnTo>
                    <a:pt x="20711" y="142169"/>
                  </a:lnTo>
                  <a:lnTo>
                    <a:pt x="21805" y="138702"/>
                  </a:lnTo>
                  <a:lnTo>
                    <a:pt x="24264" y="130911"/>
                  </a:lnTo>
                  <a:lnTo>
                    <a:pt x="24582" y="129905"/>
                  </a:lnTo>
                  <a:lnTo>
                    <a:pt x="24749" y="129443"/>
                  </a:lnTo>
                  <a:lnTo>
                    <a:pt x="26652" y="124194"/>
                  </a:lnTo>
                  <a:lnTo>
                    <a:pt x="27379" y="122188"/>
                  </a:lnTo>
                  <a:lnTo>
                    <a:pt x="28041" y="120362"/>
                  </a:lnTo>
                  <a:lnTo>
                    <a:pt x="28764" y="118512"/>
                  </a:lnTo>
                  <a:lnTo>
                    <a:pt x="32749" y="108310"/>
                  </a:lnTo>
                  <a:lnTo>
                    <a:pt x="32882" y="107969"/>
                  </a:lnTo>
                  <a:lnTo>
                    <a:pt x="32933" y="107837"/>
                  </a:lnTo>
                  <a:lnTo>
                    <a:pt x="34084" y="105579"/>
                  </a:lnTo>
                  <a:lnTo>
                    <a:pt x="38341" y="97225"/>
                  </a:lnTo>
                  <a:lnTo>
                    <a:pt x="38596" y="96725"/>
                  </a:lnTo>
                  <a:lnTo>
                    <a:pt x="40001" y="94067"/>
                  </a:lnTo>
                  <a:lnTo>
                    <a:pt x="41506" y="90190"/>
                  </a:lnTo>
                  <a:lnTo>
                    <a:pt x="44344" y="84443"/>
                  </a:lnTo>
                  <a:lnTo>
                    <a:pt x="45354" y="82399"/>
                  </a:lnTo>
                  <a:lnTo>
                    <a:pt x="46428" y="80646"/>
                  </a:lnTo>
                  <a:lnTo>
                    <a:pt x="46556" y="80438"/>
                  </a:lnTo>
                  <a:lnTo>
                    <a:pt x="50893" y="74116"/>
                  </a:lnTo>
                  <a:lnTo>
                    <a:pt x="55721" y="67078"/>
                  </a:lnTo>
                  <a:lnTo>
                    <a:pt x="56913" y="65339"/>
                  </a:lnTo>
                  <a:lnTo>
                    <a:pt x="57805" y="64039"/>
                  </a:lnTo>
                  <a:lnTo>
                    <a:pt x="58944" y="62379"/>
                  </a:lnTo>
                  <a:lnTo>
                    <a:pt x="60370" y="60300"/>
                  </a:lnTo>
                  <a:lnTo>
                    <a:pt x="60887" y="59547"/>
                  </a:lnTo>
                  <a:lnTo>
                    <a:pt x="62507" y="57186"/>
                  </a:lnTo>
                  <a:lnTo>
                    <a:pt x="70637" y="45358"/>
                  </a:lnTo>
                  <a:lnTo>
                    <a:pt x="71307" y="44674"/>
                  </a:lnTo>
                  <a:lnTo>
                    <a:pt x="71997" y="43968"/>
                  </a:lnTo>
                  <a:lnTo>
                    <a:pt x="72957" y="42987"/>
                  </a:lnTo>
                  <a:lnTo>
                    <a:pt x="73393" y="42541"/>
                  </a:lnTo>
                  <a:lnTo>
                    <a:pt x="73762" y="42164"/>
                  </a:lnTo>
                  <a:lnTo>
                    <a:pt x="74324" y="41589"/>
                  </a:lnTo>
                  <a:lnTo>
                    <a:pt x="74940" y="40960"/>
                  </a:lnTo>
                  <a:lnTo>
                    <a:pt x="75253" y="40640"/>
                  </a:lnTo>
                  <a:lnTo>
                    <a:pt x="75440" y="40448"/>
                  </a:lnTo>
                  <a:lnTo>
                    <a:pt x="76049" y="39826"/>
                  </a:lnTo>
                  <a:lnTo>
                    <a:pt x="76211" y="39662"/>
                  </a:lnTo>
                  <a:lnTo>
                    <a:pt x="76744" y="39242"/>
                  </a:lnTo>
                  <a:lnTo>
                    <a:pt x="77633" y="38540"/>
                  </a:lnTo>
                  <a:lnTo>
                    <a:pt x="78083" y="38186"/>
                  </a:lnTo>
                  <a:lnTo>
                    <a:pt x="79400" y="37147"/>
                  </a:lnTo>
                  <a:lnTo>
                    <a:pt x="80209" y="36510"/>
                  </a:lnTo>
                  <a:lnTo>
                    <a:pt x="80677" y="36141"/>
                  </a:lnTo>
                  <a:lnTo>
                    <a:pt x="81303" y="35647"/>
                  </a:lnTo>
                  <a:lnTo>
                    <a:pt x="82086" y="35030"/>
                  </a:lnTo>
                  <a:lnTo>
                    <a:pt x="82693" y="34551"/>
                  </a:lnTo>
                  <a:lnTo>
                    <a:pt x="84500" y="33127"/>
                  </a:lnTo>
                  <a:lnTo>
                    <a:pt x="85421" y="32401"/>
                  </a:lnTo>
                  <a:lnTo>
                    <a:pt x="86069" y="31890"/>
                  </a:lnTo>
                  <a:lnTo>
                    <a:pt x="86473" y="31571"/>
                  </a:lnTo>
                  <a:lnTo>
                    <a:pt x="87873" y="30467"/>
                  </a:lnTo>
                  <a:lnTo>
                    <a:pt x="88269" y="30155"/>
                  </a:lnTo>
                  <a:lnTo>
                    <a:pt x="88982" y="29593"/>
                  </a:lnTo>
                  <a:lnTo>
                    <a:pt x="89491" y="29192"/>
                  </a:lnTo>
                  <a:lnTo>
                    <a:pt x="91285" y="27777"/>
                  </a:lnTo>
                  <a:lnTo>
                    <a:pt x="91593" y="27535"/>
                  </a:lnTo>
                  <a:lnTo>
                    <a:pt x="92726" y="26641"/>
                  </a:lnTo>
                  <a:lnTo>
                    <a:pt x="93304" y="26185"/>
                  </a:lnTo>
                  <a:lnTo>
                    <a:pt x="94731" y="25061"/>
                  </a:lnTo>
                  <a:lnTo>
                    <a:pt x="95490" y="24462"/>
                  </a:lnTo>
                  <a:lnTo>
                    <a:pt x="95812" y="24208"/>
                  </a:lnTo>
                  <a:lnTo>
                    <a:pt x="96452" y="23739"/>
                  </a:lnTo>
                  <a:lnTo>
                    <a:pt x="96942" y="23379"/>
                  </a:lnTo>
                  <a:lnTo>
                    <a:pt x="98245" y="22423"/>
                  </a:lnTo>
                  <a:lnTo>
                    <a:pt x="99303" y="21646"/>
                  </a:lnTo>
                  <a:lnTo>
                    <a:pt x="101403" y="20105"/>
                  </a:lnTo>
                  <a:lnTo>
                    <a:pt x="102439" y="19345"/>
                  </a:lnTo>
                  <a:lnTo>
                    <a:pt x="102685" y="19164"/>
                  </a:lnTo>
                  <a:lnTo>
                    <a:pt x="104941" y="17509"/>
                  </a:lnTo>
                  <a:lnTo>
                    <a:pt x="105075" y="17411"/>
                  </a:lnTo>
                  <a:lnTo>
                    <a:pt x="106248" y="16550"/>
                  </a:lnTo>
                  <a:lnTo>
                    <a:pt x="106838" y="16117"/>
                  </a:lnTo>
                  <a:lnTo>
                    <a:pt x="107272" y="15798"/>
                  </a:lnTo>
                  <a:lnTo>
                    <a:pt x="107766" y="15435"/>
                  </a:lnTo>
                  <a:lnTo>
                    <a:pt x="108289" y="15051"/>
                  </a:lnTo>
                  <a:lnTo>
                    <a:pt x="108518" y="14884"/>
                  </a:lnTo>
                  <a:lnTo>
                    <a:pt x="108922" y="14587"/>
                  </a:lnTo>
                  <a:lnTo>
                    <a:pt x="109059" y="14486"/>
                  </a:lnTo>
                  <a:lnTo>
                    <a:pt x="109399" y="14237"/>
                  </a:lnTo>
                  <a:lnTo>
                    <a:pt x="110040" y="13767"/>
                  </a:lnTo>
                  <a:lnTo>
                    <a:pt x="110503" y="13427"/>
                  </a:lnTo>
                  <a:lnTo>
                    <a:pt x="110840" y="13180"/>
                  </a:lnTo>
                  <a:lnTo>
                    <a:pt x="111278" y="12858"/>
                  </a:lnTo>
                  <a:lnTo>
                    <a:pt x="112489" y="11970"/>
                  </a:lnTo>
                  <a:lnTo>
                    <a:pt x="113439" y="11272"/>
                  </a:lnTo>
                  <a:lnTo>
                    <a:pt x="113683" y="11093"/>
                  </a:lnTo>
                  <a:lnTo>
                    <a:pt x="114001" y="10860"/>
                  </a:lnTo>
                  <a:lnTo>
                    <a:pt x="114656" y="10379"/>
                  </a:lnTo>
                  <a:lnTo>
                    <a:pt x="115610" y="9679"/>
                  </a:lnTo>
                  <a:lnTo>
                    <a:pt x="115922" y="9450"/>
                  </a:lnTo>
                  <a:lnTo>
                    <a:pt x="117045" y="8626"/>
                  </a:lnTo>
                  <a:lnTo>
                    <a:pt x="118257" y="7737"/>
                  </a:lnTo>
                  <a:lnTo>
                    <a:pt x="118447" y="7597"/>
                  </a:lnTo>
                  <a:lnTo>
                    <a:pt x="118600" y="7485"/>
                  </a:lnTo>
                  <a:lnTo>
                    <a:pt x="118915" y="7254"/>
                  </a:lnTo>
                  <a:lnTo>
                    <a:pt x="119296" y="6974"/>
                  </a:lnTo>
                  <a:lnTo>
                    <a:pt x="119574" y="6770"/>
                  </a:lnTo>
                  <a:lnTo>
                    <a:pt x="119752" y="6640"/>
                  </a:lnTo>
                  <a:lnTo>
                    <a:pt x="119965" y="6483"/>
                  </a:lnTo>
                  <a:lnTo>
                    <a:pt x="120352" y="6199"/>
                  </a:lnTo>
                  <a:lnTo>
                    <a:pt x="120545" y="6058"/>
                  </a:lnTo>
                  <a:lnTo>
                    <a:pt x="120797" y="5872"/>
                  </a:lnTo>
                  <a:lnTo>
                    <a:pt x="121136" y="5624"/>
                  </a:lnTo>
                  <a:lnTo>
                    <a:pt x="121427" y="5410"/>
                  </a:lnTo>
                  <a:lnTo>
                    <a:pt x="121790" y="5144"/>
                  </a:lnTo>
                  <a:lnTo>
                    <a:pt x="122326" y="4751"/>
                  </a:lnTo>
                  <a:lnTo>
                    <a:pt x="122610" y="4542"/>
                  </a:lnTo>
                  <a:lnTo>
                    <a:pt x="122871" y="4351"/>
                  </a:lnTo>
                  <a:lnTo>
                    <a:pt x="123087" y="4192"/>
                  </a:lnTo>
                  <a:lnTo>
                    <a:pt x="123388" y="3971"/>
                  </a:lnTo>
                  <a:lnTo>
                    <a:pt x="123666" y="3767"/>
                  </a:lnTo>
                  <a:lnTo>
                    <a:pt x="123806" y="3664"/>
                  </a:lnTo>
                  <a:lnTo>
                    <a:pt x="124816" y="2923"/>
                  </a:lnTo>
                  <a:lnTo>
                    <a:pt x="125263" y="2595"/>
                  </a:lnTo>
                  <a:lnTo>
                    <a:pt x="125471" y="2442"/>
                  </a:lnTo>
                  <a:lnTo>
                    <a:pt x="125988" y="2063"/>
                  </a:lnTo>
                  <a:lnTo>
                    <a:pt x="127980" y="601"/>
                  </a:lnTo>
                  <a:lnTo>
                    <a:pt x="128864" y="0"/>
                  </a:lnTo>
                  <a:lnTo>
                    <a:pt x="129058" y="270"/>
                  </a:lnTo>
                  <a:lnTo>
                    <a:pt x="132616" y="5217"/>
                  </a:lnTo>
                  <a:lnTo>
                    <a:pt x="134780" y="8226"/>
                  </a:lnTo>
                  <a:lnTo>
                    <a:pt x="138315" y="13142"/>
                  </a:lnTo>
                  <a:lnTo>
                    <a:pt x="149259" y="28362"/>
                  </a:lnTo>
                  <a:lnTo>
                    <a:pt x="161284" y="45084"/>
                  </a:lnTo>
                  <a:lnTo>
                    <a:pt x="161479" y="45355"/>
                  </a:lnTo>
                  <a:lnTo>
                    <a:pt x="161127" y="45617"/>
                  </a:lnTo>
                  <a:lnTo>
                    <a:pt x="150846" y="53245"/>
                  </a:lnTo>
                  <a:lnTo>
                    <a:pt x="143127" y="58971"/>
                  </a:lnTo>
                  <a:lnTo>
                    <a:pt x="142945" y="59107"/>
                  </a:lnTo>
                  <a:lnTo>
                    <a:pt x="134872" y="65096"/>
                  </a:lnTo>
                  <a:lnTo>
                    <a:pt x="140415" y="72912"/>
                  </a:lnTo>
                  <a:lnTo>
                    <a:pt x="141054" y="73814"/>
                  </a:lnTo>
                  <a:lnTo>
                    <a:pt x="146281" y="81186"/>
                  </a:lnTo>
                  <a:lnTo>
                    <a:pt x="146629" y="81676"/>
                  </a:lnTo>
                  <a:lnTo>
                    <a:pt x="151976" y="89217"/>
                  </a:lnTo>
                  <a:lnTo>
                    <a:pt x="152209" y="89545"/>
                  </a:lnTo>
                  <a:lnTo>
                    <a:pt x="152677" y="90075"/>
                  </a:lnTo>
                  <a:lnTo>
                    <a:pt x="155037" y="92746"/>
                  </a:lnTo>
                  <a:lnTo>
                    <a:pt x="157417" y="95439"/>
                  </a:lnTo>
                  <a:lnTo>
                    <a:pt x="158017" y="95995"/>
                  </a:lnTo>
                  <a:lnTo>
                    <a:pt x="160870" y="98639"/>
                  </a:lnTo>
                  <a:lnTo>
                    <a:pt x="162499" y="100148"/>
                  </a:lnTo>
                  <a:lnTo>
                    <a:pt x="164256" y="101471"/>
                  </a:lnTo>
                  <a:lnTo>
                    <a:pt x="172425" y="107622"/>
                  </a:lnTo>
                  <a:lnTo>
                    <a:pt x="173468" y="108408"/>
                  </a:lnTo>
                  <a:lnTo>
                    <a:pt x="173752" y="108603"/>
                  </a:lnTo>
                  <a:lnTo>
                    <a:pt x="175880" y="110067"/>
                  </a:lnTo>
                  <a:lnTo>
                    <a:pt x="188730" y="118905"/>
                  </a:lnTo>
                  <a:lnTo>
                    <a:pt x="194069" y="122577"/>
                  </a:lnTo>
                  <a:lnTo>
                    <a:pt x="196036" y="123930"/>
                  </a:lnTo>
                  <a:lnTo>
                    <a:pt x="202011" y="128040"/>
                  </a:lnTo>
                  <a:lnTo>
                    <a:pt x="207293" y="131673"/>
                  </a:lnTo>
                  <a:lnTo>
                    <a:pt x="216986" y="138340"/>
                  </a:lnTo>
                  <a:lnTo>
                    <a:pt x="218490" y="139374"/>
                  </a:lnTo>
                  <a:lnTo>
                    <a:pt x="218969" y="139704"/>
                  </a:lnTo>
                  <a:lnTo>
                    <a:pt x="234361" y="150291"/>
                  </a:lnTo>
                  <a:lnTo>
                    <a:pt x="245744" y="158120"/>
                  </a:lnTo>
                  <a:lnTo>
                    <a:pt x="262611" y="169721"/>
                  </a:lnTo>
                  <a:lnTo>
                    <a:pt x="264549" y="171054"/>
                  </a:lnTo>
                  <a:lnTo>
                    <a:pt x="261110" y="175747"/>
                  </a:lnTo>
                  <a:lnTo>
                    <a:pt x="260961" y="175951"/>
                  </a:lnTo>
                  <a:lnTo>
                    <a:pt x="260858" y="176117"/>
                  </a:lnTo>
                  <a:lnTo>
                    <a:pt x="260539" y="176631"/>
                  </a:lnTo>
                  <a:lnTo>
                    <a:pt x="260377" y="177137"/>
                  </a:lnTo>
                  <a:lnTo>
                    <a:pt x="259897" y="178629"/>
                  </a:lnTo>
                  <a:lnTo>
                    <a:pt x="259771" y="179022"/>
                  </a:lnTo>
                  <a:lnTo>
                    <a:pt x="259555" y="179401"/>
                  </a:lnTo>
                  <a:lnTo>
                    <a:pt x="260299" y="179924"/>
                  </a:lnTo>
                  <a:lnTo>
                    <a:pt x="261515" y="1807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89757" y="3538923"/>
              <a:ext cx="346978" cy="291983"/>
            </a:xfrm>
            <a:custGeom>
              <a:avLst/>
              <a:pathLst>
                <a:path w="346978" h="291983">
                  <a:moveTo>
                    <a:pt x="109009" y="195294"/>
                  </a:moveTo>
                  <a:lnTo>
                    <a:pt x="108098" y="199879"/>
                  </a:lnTo>
                  <a:lnTo>
                    <a:pt x="107149" y="205462"/>
                  </a:lnTo>
                  <a:lnTo>
                    <a:pt x="107386" y="210560"/>
                  </a:lnTo>
                  <a:lnTo>
                    <a:pt x="97650" y="209103"/>
                  </a:lnTo>
                  <a:lnTo>
                    <a:pt x="90763" y="206190"/>
                  </a:lnTo>
                  <a:lnTo>
                    <a:pt x="86488" y="198908"/>
                  </a:lnTo>
                  <a:lnTo>
                    <a:pt x="72715" y="188956"/>
                  </a:lnTo>
                  <a:lnTo>
                    <a:pt x="62589" y="178565"/>
                  </a:lnTo>
                  <a:lnTo>
                    <a:pt x="62305" y="175936"/>
                  </a:lnTo>
                  <a:lnTo>
                    <a:pt x="62196" y="170574"/>
                  </a:lnTo>
                  <a:lnTo>
                    <a:pt x="53876" y="154327"/>
                  </a:lnTo>
                  <a:lnTo>
                    <a:pt x="51098" y="152482"/>
                  </a:lnTo>
                  <a:lnTo>
                    <a:pt x="47717" y="146223"/>
                  </a:lnTo>
                  <a:lnTo>
                    <a:pt x="47180" y="135705"/>
                  </a:lnTo>
                  <a:lnTo>
                    <a:pt x="47170" y="135498"/>
                  </a:lnTo>
                  <a:lnTo>
                    <a:pt x="48289" y="132964"/>
                  </a:lnTo>
                  <a:lnTo>
                    <a:pt x="48935" y="132633"/>
                  </a:lnTo>
                  <a:lnTo>
                    <a:pt x="48718" y="131993"/>
                  </a:lnTo>
                  <a:lnTo>
                    <a:pt x="46903" y="126660"/>
                  </a:lnTo>
                  <a:lnTo>
                    <a:pt x="44261" y="128125"/>
                  </a:lnTo>
                  <a:lnTo>
                    <a:pt x="42566" y="124706"/>
                  </a:lnTo>
                  <a:lnTo>
                    <a:pt x="41034" y="122194"/>
                  </a:lnTo>
                  <a:lnTo>
                    <a:pt x="37748" y="116095"/>
                  </a:lnTo>
                  <a:lnTo>
                    <a:pt x="36953" y="115507"/>
                  </a:lnTo>
                  <a:lnTo>
                    <a:pt x="32275" y="111920"/>
                  </a:lnTo>
                  <a:lnTo>
                    <a:pt x="29881" y="109667"/>
                  </a:lnTo>
                  <a:lnTo>
                    <a:pt x="29592" y="108350"/>
                  </a:lnTo>
                  <a:lnTo>
                    <a:pt x="29463" y="107764"/>
                  </a:lnTo>
                  <a:lnTo>
                    <a:pt x="29779" y="104008"/>
                  </a:lnTo>
                  <a:lnTo>
                    <a:pt x="29881" y="102793"/>
                  </a:lnTo>
                  <a:lnTo>
                    <a:pt x="29673" y="102087"/>
                  </a:lnTo>
                  <a:lnTo>
                    <a:pt x="28984" y="99744"/>
                  </a:lnTo>
                  <a:lnTo>
                    <a:pt x="27107" y="97667"/>
                  </a:lnTo>
                  <a:lnTo>
                    <a:pt x="24599" y="95259"/>
                  </a:lnTo>
                  <a:lnTo>
                    <a:pt x="24450" y="95117"/>
                  </a:lnTo>
                  <a:lnTo>
                    <a:pt x="24190" y="94871"/>
                  </a:lnTo>
                  <a:lnTo>
                    <a:pt x="21817" y="92617"/>
                  </a:lnTo>
                  <a:lnTo>
                    <a:pt x="21276" y="91828"/>
                  </a:lnTo>
                  <a:lnTo>
                    <a:pt x="20213" y="90279"/>
                  </a:lnTo>
                  <a:lnTo>
                    <a:pt x="18170" y="85361"/>
                  </a:lnTo>
                  <a:lnTo>
                    <a:pt x="17525" y="84338"/>
                  </a:lnTo>
                  <a:lnTo>
                    <a:pt x="16941" y="83749"/>
                  </a:lnTo>
                  <a:lnTo>
                    <a:pt x="15708" y="82908"/>
                  </a:lnTo>
                  <a:lnTo>
                    <a:pt x="15436" y="82703"/>
                  </a:lnTo>
                  <a:lnTo>
                    <a:pt x="14691" y="82142"/>
                  </a:lnTo>
                  <a:lnTo>
                    <a:pt x="13543" y="81277"/>
                  </a:lnTo>
                  <a:lnTo>
                    <a:pt x="12285" y="80134"/>
                  </a:lnTo>
                  <a:lnTo>
                    <a:pt x="11267" y="79208"/>
                  </a:lnTo>
                  <a:lnTo>
                    <a:pt x="11064" y="79024"/>
                  </a:lnTo>
                  <a:lnTo>
                    <a:pt x="9893" y="77959"/>
                  </a:lnTo>
                  <a:lnTo>
                    <a:pt x="9648" y="77772"/>
                  </a:lnTo>
                  <a:lnTo>
                    <a:pt x="9456" y="77572"/>
                  </a:lnTo>
                  <a:lnTo>
                    <a:pt x="8177" y="75624"/>
                  </a:lnTo>
                  <a:lnTo>
                    <a:pt x="7304" y="74699"/>
                  </a:lnTo>
                  <a:lnTo>
                    <a:pt x="5875" y="73094"/>
                  </a:lnTo>
                  <a:lnTo>
                    <a:pt x="5311" y="72061"/>
                  </a:lnTo>
                  <a:lnTo>
                    <a:pt x="4399" y="70503"/>
                  </a:lnTo>
                  <a:lnTo>
                    <a:pt x="4132" y="68425"/>
                  </a:lnTo>
                  <a:lnTo>
                    <a:pt x="2738" y="67351"/>
                  </a:lnTo>
                  <a:lnTo>
                    <a:pt x="2595" y="67312"/>
                  </a:lnTo>
                  <a:lnTo>
                    <a:pt x="2349" y="67245"/>
                  </a:lnTo>
                  <a:lnTo>
                    <a:pt x="1432" y="66996"/>
                  </a:lnTo>
                  <a:lnTo>
                    <a:pt x="316" y="65977"/>
                  </a:lnTo>
                  <a:lnTo>
                    <a:pt x="0" y="65638"/>
                  </a:lnTo>
                  <a:lnTo>
                    <a:pt x="682" y="65068"/>
                  </a:lnTo>
                  <a:lnTo>
                    <a:pt x="3611" y="62623"/>
                  </a:lnTo>
                  <a:lnTo>
                    <a:pt x="7931" y="58779"/>
                  </a:lnTo>
                  <a:lnTo>
                    <a:pt x="7790" y="58610"/>
                  </a:lnTo>
                  <a:lnTo>
                    <a:pt x="7679" y="58478"/>
                  </a:lnTo>
                  <a:lnTo>
                    <a:pt x="6958" y="57618"/>
                  </a:lnTo>
                  <a:lnTo>
                    <a:pt x="6510" y="57085"/>
                  </a:lnTo>
                  <a:lnTo>
                    <a:pt x="6350" y="56893"/>
                  </a:lnTo>
                  <a:lnTo>
                    <a:pt x="5547" y="56073"/>
                  </a:lnTo>
                  <a:lnTo>
                    <a:pt x="4142" y="54637"/>
                  </a:lnTo>
                  <a:lnTo>
                    <a:pt x="3629" y="54113"/>
                  </a:lnTo>
                  <a:lnTo>
                    <a:pt x="3199" y="53673"/>
                  </a:lnTo>
                  <a:lnTo>
                    <a:pt x="2715" y="53178"/>
                  </a:lnTo>
                  <a:lnTo>
                    <a:pt x="4279" y="51084"/>
                  </a:lnTo>
                  <a:lnTo>
                    <a:pt x="5647" y="49734"/>
                  </a:lnTo>
                  <a:lnTo>
                    <a:pt x="6252" y="49236"/>
                  </a:lnTo>
                  <a:lnTo>
                    <a:pt x="6825" y="48763"/>
                  </a:lnTo>
                  <a:lnTo>
                    <a:pt x="6937" y="48333"/>
                  </a:lnTo>
                  <a:lnTo>
                    <a:pt x="7001" y="48088"/>
                  </a:lnTo>
                  <a:lnTo>
                    <a:pt x="7070" y="47824"/>
                  </a:lnTo>
                  <a:lnTo>
                    <a:pt x="7125" y="47612"/>
                  </a:lnTo>
                  <a:lnTo>
                    <a:pt x="7566" y="46899"/>
                  </a:lnTo>
                  <a:lnTo>
                    <a:pt x="10947" y="41926"/>
                  </a:lnTo>
                  <a:lnTo>
                    <a:pt x="11466" y="41163"/>
                  </a:lnTo>
                  <a:lnTo>
                    <a:pt x="11909" y="40510"/>
                  </a:lnTo>
                  <a:lnTo>
                    <a:pt x="14265" y="36097"/>
                  </a:lnTo>
                  <a:lnTo>
                    <a:pt x="14654" y="35369"/>
                  </a:lnTo>
                  <a:lnTo>
                    <a:pt x="15946" y="33489"/>
                  </a:lnTo>
                  <a:lnTo>
                    <a:pt x="22888" y="23387"/>
                  </a:lnTo>
                  <a:lnTo>
                    <a:pt x="24698" y="20755"/>
                  </a:lnTo>
                  <a:lnTo>
                    <a:pt x="27281" y="16996"/>
                  </a:lnTo>
                  <a:lnTo>
                    <a:pt x="27633" y="16484"/>
                  </a:lnTo>
                  <a:lnTo>
                    <a:pt x="27948" y="16026"/>
                  </a:lnTo>
                  <a:lnTo>
                    <a:pt x="28943" y="14531"/>
                  </a:lnTo>
                  <a:lnTo>
                    <a:pt x="30004" y="12939"/>
                  </a:lnTo>
                  <a:lnTo>
                    <a:pt x="31882" y="10120"/>
                  </a:lnTo>
                  <a:lnTo>
                    <a:pt x="35264" y="5043"/>
                  </a:lnTo>
                  <a:lnTo>
                    <a:pt x="36719" y="2860"/>
                  </a:lnTo>
                  <a:lnTo>
                    <a:pt x="38185" y="659"/>
                  </a:lnTo>
                  <a:lnTo>
                    <a:pt x="38721" y="0"/>
                  </a:lnTo>
                  <a:lnTo>
                    <a:pt x="39067" y="930"/>
                  </a:lnTo>
                  <a:lnTo>
                    <a:pt x="39456" y="1980"/>
                  </a:lnTo>
                  <a:lnTo>
                    <a:pt x="40291" y="4229"/>
                  </a:lnTo>
                  <a:lnTo>
                    <a:pt x="40674" y="5258"/>
                  </a:lnTo>
                  <a:lnTo>
                    <a:pt x="40762" y="5438"/>
                  </a:lnTo>
                  <a:lnTo>
                    <a:pt x="42028" y="7996"/>
                  </a:lnTo>
                  <a:lnTo>
                    <a:pt x="42476" y="8901"/>
                  </a:lnTo>
                  <a:lnTo>
                    <a:pt x="43286" y="10538"/>
                  </a:lnTo>
                  <a:lnTo>
                    <a:pt x="43437" y="10798"/>
                  </a:lnTo>
                  <a:lnTo>
                    <a:pt x="44045" y="11841"/>
                  </a:lnTo>
                  <a:lnTo>
                    <a:pt x="45482" y="14307"/>
                  </a:lnTo>
                  <a:lnTo>
                    <a:pt x="48787" y="19980"/>
                  </a:lnTo>
                  <a:lnTo>
                    <a:pt x="49052" y="20436"/>
                  </a:lnTo>
                  <a:lnTo>
                    <a:pt x="52180" y="25805"/>
                  </a:lnTo>
                  <a:lnTo>
                    <a:pt x="52274" y="25960"/>
                  </a:lnTo>
                  <a:lnTo>
                    <a:pt x="55231" y="30881"/>
                  </a:lnTo>
                  <a:lnTo>
                    <a:pt x="56063" y="32265"/>
                  </a:lnTo>
                  <a:lnTo>
                    <a:pt x="57578" y="35259"/>
                  </a:lnTo>
                  <a:lnTo>
                    <a:pt x="57899" y="35894"/>
                  </a:lnTo>
                  <a:lnTo>
                    <a:pt x="58667" y="37411"/>
                  </a:lnTo>
                  <a:lnTo>
                    <a:pt x="60757" y="40948"/>
                  </a:lnTo>
                  <a:lnTo>
                    <a:pt x="61668" y="42489"/>
                  </a:lnTo>
                  <a:lnTo>
                    <a:pt x="65903" y="44579"/>
                  </a:lnTo>
                  <a:lnTo>
                    <a:pt x="66663" y="46486"/>
                  </a:lnTo>
                  <a:lnTo>
                    <a:pt x="66891" y="47057"/>
                  </a:lnTo>
                  <a:lnTo>
                    <a:pt x="67209" y="47856"/>
                  </a:lnTo>
                  <a:lnTo>
                    <a:pt x="68115" y="48747"/>
                  </a:lnTo>
                  <a:lnTo>
                    <a:pt x="68812" y="49434"/>
                  </a:lnTo>
                  <a:lnTo>
                    <a:pt x="69614" y="50654"/>
                  </a:lnTo>
                  <a:lnTo>
                    <a:pt x="69892" y="51078"/>
                  </a:lnTo>
                  <a:lnTo>
                    <a:pt x="70790" y="52622"/>
                  </a:lnTo>
                  <a:lnTo>
                    <a:pt x="70575" y="52814"/>
                  </a:lnTo>
                  <a:lnTo>
                    <a:pt x="68410" y="54751"/>
                  </a:lnTo>
                  <a:lnTo>
                    <a:pt x="68115" y="55015"/>
                  </a:lnTo>
                  <a:lnTo>
                    <a:pt x="65414" y="57431"/>
                  </a:lnTo>
                  <a:lnTo>
                    <a:pt x="65120" y="57684"/>
                  </a:lnTo>
                  <a:lnTo>
                    <a:pt x="66812" y="59873"/>
                  </a:lnTo>
                  <a:lnTo>
                    <a:pt x="68115" y="61559"/>
                  </a:lnTo>
                  <a:lnTo>
                    <a:pt x="70184" y="64238"/>
                  </a:lnTo>
                  <a:lnTo>
                    <a:pt x="70981" y="65268"/>
                  </a:lnTo>
                  <a:lnTo>
                    <a:pt x="73115" y="66881"/>
                  </a:lnTo>
                  <a:lnTo>
                    <a:pt x="73952" y="67513"/>
                  </a:lnTo>
                  <a:lnTo>
                    <a:pt x="74533" y="68132"/>
                  </a:lnTo>
                  <a:lnTo>
                    <a:pt x="76093" y="69793"/>
                  </a:lnTo>
                  <a:lnTo>
                    <a:pt x="76687" y="70426"/>
                  </a:lnTo>
                  <a:lnTo>
                    <a:pt x="79502" y="72751"/>
                  </a:lnTo>
                  <a:lnTo>
                    <a:pt x="79551" y="73833"/>
                  </a:lnTo>
                  <a:lnTo>
                    <a:pt x="89574" y="75069"/>
                  </a:lnTo>
                  <a:lnTo>
                    <a:pt x="92142" y="75365"/>
                  </a:lnTo>
                  <a:lnTo>
                    <a:pt x="95876" y="76055"/>
                  </a:lnTo>
                  <a:lnTo>
                    <a:pt x="96724" y="82374"/>
                  </a:lnTo>
                  <a:lnTo>
                    <a:pt x="98663" y="82215"/>
                  </a:lnTo>
                  <a:lnTo>
                    <a:pt x="100257" y="82466"/>
                  </a:lnTo>
                  <a:lnTo>
                    <a:pt x="103130" y="82919"/>
                  </a:lnTo>
                  <a:lnTo>
                    <a:pt x="103898" y="83040"/>
                  </a:lnTo>
                  <a:lnTo>
                    <a:pt x="104685" y="83164"/>
                  </a:lnTo>
                  <a:lnTo>
                    <a:pt x="108812" y="84043"/>
                  </a:lnTo>
                  <a:lnTo>
                    <a:pt x="109379" y="84164"/>
                  </a:lnTo>
                  <a:lnTo>
                    <a:pt x="110518" y="84601"/>
                  </a:lnTo>
                  <a:lnTo>
                    <a:pt x="110717" y="84677"/>
                  </a:lnTo>
                  <a:lnTo>
                    <a:pt x="113423" y="85716"/>
                  </a:lnTo>
                  <a:lnTo>
                    <a:pt x="117194" y="87164"/>
                  </a:lnTo>
                  <a:lnTo>
                    <a:pt x="117858" y="87418"/>
                  </a:lnTo>
                  <a:lnTo>
                    <a:pt x="118257" y="87572"/>
                  </a:lnTo>
                  <a:lnTo>
                    <a:pt x="117666" y="89824"/>
                  </a:lnTo>
                  <a:lnTo>
                    <a:pt x="121200" y="92038"/>
                  </a:lnTo>
                  <a:lnTo>
                    <a:pt x="127422" y="96611"/>
                  </a:lnTo>
                  <a:lnTo>
                    <a:pt x="130509" y="98553"/>
                  </a:lnTo>
                  <a:lnTo>
                    <a:pt x="137063" y="97339"/>
                  </a:lnTo>
                  <a:lnTo>
                    <a:pt x="141094" y="98100"/>
                  </a:lnTo>
                  <a:lnTo>
                    <a:pt x="156957" y="103634"/>
                  </a:lnTo>
                  <a:lnTo>
                    <a:pt x="163931" y="103818"/>
                  </a:lnTo>
                  <a:lnTo>
                    <a:pt x="166578" y="103888"/>
                  </a:lnTo>
                  <a:lnTo>
                    <a:pt x="173279" y="104064"/>
                  </a:lnTo>
                  <a:lnTo>
                    <a:pt x="179090" y="104217"/>
                  </a:lnTo>
                  <a:lnTo>
                    <a:pt x="181853" y="108682"/>
                  </a:lnTo>
                  <a:lnTo>
                    <a:pt x="182255" y="125828"/>
                  </a:lnTo>
                  <a:lnTo>
                    <a:pt x="177173" y="125877"/>
                  </a:lnTo>
                  <a:lnTo>
                    <a:pt x="176841" y="131460"/>
                  </a:lnTo>
                  <a:lnTo>
                    <a:pt x="177031" y="142723"/>
                  </a:lnTo>
                  <a:lnTo>
                    <a:pt x="203088" y="143506"/>
                  </a:lnTo>
                  <a:lnTo>
                    <a:pt x="203104" y="146457"/>
                  </a:lnTo>
                  <a:lnTo>
                    <a:pt x="216214" y="147763"/>
                  </a:lnTo>
                  <a:lnTo>
                    <a:pt x="216570" y="147798"/>
                  </a:lnTo>
                  <a:lnTo>
                    <a:pt x="216722" y="146830"/>
                  </a:lnTo>
                  <a:lnTo>
                    <a:pt x="220427" y="147194"/>
                  </a:lnTo>
                  <a:lnTo>
                    <a:pt x="225913" y="137291"/>
                  </a:lnTo>
                  <a:lnTo>
                    <a:pt x="229760" y="138529"/>
                  </a:lnTo>
                  <a:lnTo>
                    <a:pt x="235032" y="133213"/>
                  </a:lnTo>
                  <a:lnTo>
                    <a:pt x="242583" y="139766"/>
                  </a:lnTo>
                  <a:lnTo>
                    <a:pt x="245575" y="142971"/>
                  </a:lnTo>
                  <a:lnTo>
                    <a:pt x="248568" y="148359"/>
                  </a:lnTo>
                  <a:lnTo>
                    <a:pt x="252557" y="157025"/>
                  </a:lnTo>
                  <a:lnTo>
                    <a:pt x="252130" y="172099"/>
                  </a:lnTo>
                  <a:lnTo>
                    <a:pt x="254053" y="175157"/>
                  </a:lnTo>
                  <a:lnTo>
                    <a:pt x="255193" y="179818"/>
                  </a:lnTo>
                  <a:lnTo>
                    <a:pt x="255193" y="184041"/>
                  </a:lnTo>
                  <a:lnTo>
                    <a:pt x="251916" y="188265"/>
                  </a:lnTo>
                  <a:lnTo>
                    <a:pt x="249494" y="189139"/>
                  </a:lnTo>
                  <a:lnTo>
                    <a:pt x="244809" y="182656"/>
                  </a:lnTo>
                  <a:lnTo>
                    <a:pt x="244669" y="182461"/>
                  </a:lnTo>
                  <a:lnTo>
                    <a:pt x="243309" y="182924"/>
                  </a:lnTo>
                  <a:lnTo>
                    <a:pt x="242446" y="183218"/>
                  </a:lnTo>
                  <a:lnTo>
                    <a:pt x="241192" y="183976"/>
                  </a:lnTo>
                  <a:lnTo>
                    <a:pt x="239425" y="184908"/>
                  </a:lnTo>
                  <a:lnTo>
                    <a:pt x="238000" y="185199"/>
                  </a:lnTo>
                  <a:lnTo>
                    <a:pt x="237088" y="185898"/>
                  </a:lnTo>
                  <a:lnTo>
                    <a:pt x="236689" y="186947"/>
                  </a:lnTo>
                  <a:lnTo>
                    <a:pt x="235379" y="187762"/>
                  </a:lnTo>
                  <a:lnTo>
                    <a:pt x="233897" y="188112"/>
                  </a:lnTo>
                  <a:lnTo>
                    <a:pt x="230800" y="191588"/>
                  </a:lnTo>
                  <a:lnTo>
                    <a:pt x="230192" y="194539"/>
                  </a:lnTo>
                  <a:lnTo>
                    <a:pt x="231036" y="198712"/>
                  </a:lnTo>
                  <a:lnTo>
                    <a:pt x="234448" y="203860"/>
                  </a:lnTo>
                  <a:lnTo>
                    <a:pt x="237335" y="207744"/>
                  </a:lnTo>
                  <a:lnTo>
                    <a:pt x="240060" y="209694"/>
                  </a:lnTo>
                  <a:lnTo>
                    <a:pt x="240010" y="211647"/>
                  </a:lnTo>
                  <a:lnTo>
                    <a:pt x="236895" y="217085"/>
                  </a:lnTo>
                  <a:lnTo>
                    <a:pt x="252549" y="215609"/>
                  </a:lnTo>
                  <a:lnTo>
                    <a:pt x="256488" y="210704"/>
                  </a:lnTo>
                  <a:lnTo>
                    <a:pt x="264325" y="211578"/>
                  </a:lnTo>
                  <a:lnTo>
                    <a:pt x="267170" y="212975"/>
                  </a:lnTo>
                  <a:lnTo>
                    <a:pt x="270635" y="214677"/>
                  </a:lnTo>
                  <a:lnTo>
                    <a:pt x="272535" y="215065"/>
                  </a:lnTo>
                  <a:lnTo>
                    <a:pt x="274511" y="215454"/>
                  </a:lnTo>
                  <a:lnTo>
                    <a:pt x="277094" y="216153"/>
                  </a:lnTo>
                  <a:lnTo>
                    <a:pt x="279298" y="216619"/>
                  </a:lnTo>
                  <a:lnTo>
                    <a:pt x="282313" y="216716"/>
                  </a:lnTo>
                  <a:lnTo>
                    <a:pt x="284086" y="216774"/>
                  </a:lnTo>
                  <a:lnTo>
                    <a:pt x="289481" y="216463"/>
                  </a:lnTo>
                  <a:lnTo>
                    <a:pt x="294952" y="216153"/>
                  </a:lnTo>
                  <a:lnTo>
                    <a:pt x="298068" y="215531"/>
                  </a:lnTo>
                  <a:lnTo>
                    <a:pt x="300120" y="213589"/>
                  </a:lnTo>
                  <a:lnTo>
                    <a:pt x="303160" y="214521"/>
                  </a:lnTo>
                  <a:lnTo>
                    <a:pt x="305363" y="216386"/>
                  </a:lnTo>
                  <a:lnTo>
                    <a:pt x="307415" y="218405"/>
                  </a:lnTo>
                  <a:lnTo>
                    <a:pt x="308631" y="219415"/>
                  </a:lnTo>
                  <a:lnTo>
                    <a:pt x="310607" y="219182"/>
                  </a:lnTo>
                  <a:lnTo>
                    <a:pt x="315667" y="222666"/>
                  </a:lnTo>
                  <a:lnTo>
                    <a:pt x="316278" y="223087"/>
                  </a:lnTo>
                  <a:lnTo>
                    <a:pt x="316459" y="223211"/>
                  </a:lnTo>
                  <a:lnTo>
                    <a:pt x="321550" y="226716"/>
                  </a:lnTo>
                  <a:lnTo>
                    <a:pt x="324361" y="230056"/>
                  </a:lnTo>
                  <a:lnTo>
                    <a:pt x="326337" y="233396"/>
                  </a:lnTo>
                  <a:lnTo>
                    <a:pt x="327857" y="236659"/>
                  </a:lnTo>
                  <a:lnTo>
                    <a:pt x="331353" y="240931"/>
                  </a:lnTo>
                  <a:lnTo>
                    <a:pt x="335000" y="246291"/>
                  </a:lnTo>
                  <a:lnTo>
                    <a:pt x="336900" y="253359"/>
                  </a:lnTo>
                  <a:lnTo>
                    <a:pt x="337888" y="256155"/>
                  </a:lnTo>
                  <a:lnTo>
                    <a:pt x="338040" y="258874"/>
                  </a:lnTo>
                  <a:lnTo>
                    <a:pt x="337584" y="260660"/>
                  </a:lnTo>
                  <a:lnTo>
                    <a:pt x="337052" y="262680"/>
                  </a:lnTo>
                  <a:lnTo>
                    <a:pt x="336672" y="265554"/>
                  </a:lnTo>
                  <a:lnTo>
                    <a:pt x="336672" y="268040"/>
                  </a:lnTo>
                  <a:lnTo>
                    <a:pt x="336282" y="269978"/>
                  </a:lnTo>
                  <a:lnTo>
                    <a:pt x="336800" y="269981"/>
                  </a:lnTo>
                  <a:lnTo>
                    <a:pt x="344188" y="270016"/>
                  </a:lnTo>
                  <a:lnTo>
                    <a:pt x="346978" y="269895"/>
                  </a:lnTo>
                  <a:lnTo>
                    <a:pt x="346147" y="271472"/>
                  </a:lnTo>
                  <a:lnTo>
                    <a:pt x="344426" y="273960"/>
                  </a:lnTo>
                  <a:lnTo>
                    <a:pt x="342823" y="275599"/>
                  </a:lnTo>
                  <a:lnTo>
                    <a:pt x="339854" y="277784"/>
                  </a:lnTo>
                  <a:lnTo>
                    <a:pt x="337657" y="279422"/>
                  </a:lnTo>
                  <a:lnTo>
                    <a:pt x="336529" y="281060"/>
                  </a:lnTo>
                  <a:lnTo>
                    <a:pt x="334927" y="282820"/>
                  </a:lnTo>
                  <a:lnTo>
                    <a:pt x="333205" y="284459"/>
                  </a:lnTo>
                  <a:lnTo>
                    <a:pt x="331186" y="286219"/>
                  </a:lnTo>
                  <a:lnTo>
                    <a:pt x="322222" y="291195"/>
                  </a:lnTo>
                  <a:lnTo>
                    <a:pt x="320025" y="291983"/>
                  </a:lnTo>
                  <a:lnTo>
                    <a:pt x="310170" y="286643"/>
                  </a:lnTo>
                  <a:lnTo>
                    <a:pt x="306543" y="285031"/>
                  </a:lnTo>
                  <a:lnTo>
                    <a:pt x="305615" y="284619"/>
                  </a:lnTo>
                  <a:lnTo>
                    <a:pt x="305033" y="284511"/>
                  </a:lnTo>
                  <a:lnTo>
                    <a:pt x="304148" y="284138"/>
                  </a:lnTo>
                  <a:lnTo>
                    <a:pt x="303514" y="283870"/>
                  </a:lnTo>
                  <a:lnTo>
                    <a:pt x="302823" y="283689"/>
                  </a:lnTo>
                  <a:lnTo>
                    <a:pt x="300854" y="283171"/>
                  </a:lnTo>
                  <a:lnTo>
                    <a:pt x="299061" y="282778"/>
                  </a:lnTo>
                  <a:lnTo>
                    <a:pt x="298096" y="282566"/>
                  </a:lnTo>
                  <a:lnTo>
                    <a:pt x="294927" y="281870"/>
                  </a:lnTo>
                  <a:lnTo>
                    <a:pt x="292381" y="280763"/>
                  </a:lnTo>
                  <a:lnTo>
                    <a:pt x="287859" y="278569"/>
                  </a:lnTo>
                  <a:lnTo>
                    <a:pt x="284848" y="277666"/>
                  </a:lnTo>
                  <a:lnTo>
                    <a:pt x="281951" y="276841"/>
                  </a:lnTo>
                  <a:lnTo>
                    <a:pt x="278104" y="276792"/>
                  </a:lnTo>
                  <a:lnTo>
                    <a:pt x="272309" y="276938"/>
                  </a:lnTo>
                  <a:lnTo>
                    <a:pt x="270647" y="276744"/>
                  </a:lnTo>
                  <a:lnTo>
                    <a:pt x="270044" y="276516"/>
                  </a:lnTo>
                  <a:lnTo>
                    <a:pt x="267940" y="275724"/>
                  </a:lnTo>
                  <a:lnTo>
                    <a:pt x="265199" y="274800"/>
                  </a:lnTo>
                  <a:lnTo>
                    <a:pt x="263701" y="274295"/>
                  </a:lnTo>
                  <a:lnTo>
                    <a:pt x="260416" y="273188"/>
                  </a:lnTo>
                  <a:lnTo>
                    <a:pt x="258402" y="272509"/>
                  </a:lnTo>
                  <a:lnTo>
                    <a:pt x="221736" y="265712"/>
                  </a:lnTo>
                  <a:lnTo>
                    <a:pt x="220857" y="265694"/>
                  </a:lnTo>
                  <a:lnTo>
                    <a:pt x="213319" y="265539"/>
                  </a:lnTo>
                  <a:lnTo>
                    <a:pt x="216789" y="258994"/>
                  </a:lnTo>
                  <a:lnTo>
                    <a:pt x="216029" y="256955"/>
                  </a:lnTo>
                  <a:lnTo>
                    <a:pt x="215174" y="253266"/>
                  </a:lnTo>
                  <a:lnTo>
                    <a:pt x="213464" y="248023"/>
                  </a:lnTo>
                  <a:lnTo>
                    <a:pt x="212514" y="242294"/>
                  </a:lnTo>
                  <a:lnTo>
                    <a:pt x="212280" y="240664"/>
                  </a:lnTo>
                  <a:lnTo>
                    <a:pt x="211470" y="235012"/>
                  </a:lnTo>
                  <a:lnTo>
                    <a:pt x="209417" y="231033"/>
                  </a:lnTo>
                  <a:lnTo>
                    <a:pt x="208715" y="229672"/>
                  </a:lnTo>
                  <a:lnTo>
                    <a:pt x="206055" y="226274"/>
                  </a:lnTo>
                  <a:lnTo>
                    <a:pt x="203015" y="224138"/>
                  </a:lnTo>
                  <a:lnTo>
                    <a:pt x="200830" y="221239"/>
                  </a:lnTo>
                  <a:lnTo>
                    <a:pt x="199501" y="219477"/>
                  </a:lnTo>
                  <a:lnTo>
                    <a:pt x="196651" y="212681"/>
                  </a:lnTo>
                  <a:lnTo>
                    <a:pt x="193421" y="210253"/>
                  </a:lnTo>
                  <a:lnTo>
                    <a:pt x="188482" y="208311"/>
                  </a:lnTo>
                  <a:lnTo>
                    <a:pt x="181304" y="206157"/>
                  </a:lnTo>
                  <a:lnTo>
                    <a:pt x="174892" y="202662"/>
                  </a:lnTo>
                  <a:lnTo>
                    <a:pt x="169179" y="200648"/>
                  </a:lnTo>
                  <a:lnTo>
                    <a:pt x="160934" y="195133"/>
                  </a:lnTo>
                  <a:lnTo>
                    <a:pt x="156894" y="191400"/>
                  </a:lnTo>
                  <a:lnTo>
                    <a:pt x="155023" y="189670"/>
                  </a:lnTo>
                  <a:lnTo>
                    <a:pt x="154470" y="189159"/>
                  </a:lnTo>
                  <a:lnTo>
                    <a:pt x="152620" y="187455"/>
                  </a:lnTo>
                  <a:lnTo>
                    <a:pt x="152196" y="187150"/>
                  </a:lnTo>
                  <a:lnTo>
                    <a:pt x="151970" y="186987"/>
                  </a:lnTo>
                  <a:lnTo>
                    <a:pt x="149687" y="185342"/>
                  </a:lnTo>
                  <a:lnTo>
                    <a:pt x="149489" y="185064"/>
                  </a:lnTo>
                  <a:lnTo>
                    <a:pt x="148182" y="183229"/>
                  </a:lnTo>
                  <a:lnTo>
                    <a:pt x="146685" y="182844"/>
                  </a:lnTo>
                  <a:lnTo>
                    <a:pt x="145462" y="182530"/>
                  </a:lnTo>
                  <a:lnTo>
                    <a:pt x="144328" y="181706"/>
                  </a:lnTo>
                  <a:lnTo>
                    <a:pt x="143693" y="181244"/>
                  </a:lnTo>
                  <a:lnTo>
                    <a:pt x="143391" y="181025"/>
                  </a:lnTo>
                  <a:lnTo>
                    <a:pt x="133675" y="182224"/>
                  </a:lnTo>
                  <a:lnTo>
                    <a:pt x="132490" y="182370"/>
                  </a:lnTo>
                  <a:lnTo>
                    <a:pt x="131735" y="182250"/>
                  </a:lnTo>
                  <a:lnTo>
                    <a:pt x="130728" y="182089"/>
                  </a:lnTo>
                  <a:lnTo>
                    <a:pt x="126942" y="181538"/>
                  </a:lnTo>
                  <a:lnTo>
                    <a:pt x="126695" y="181476"/>
                  </a:lnTo>
                  <a:lnTo>
                    <a:pt x="123359" y="180388"/>
                  </a:lnTo>
                  <a:lnTo>
                    <a:pt x="123271" y="180589"/>
                  </a:lnTo>
                  <a:lnTo>
                    <a:pt x="122287" y="181408"/>
                  </a:lnTo>
                  <a:lnTo>
                    <a:pt x="121500" y="181470"/>
                  </a:lnTo>
                  <a:lnTo>
                    <a:pt x="117445" y="181786"/>
                  </a:lnTo>
                  <a:lnTo>
                    <a:pt x="117104" y="181812"/>
                  </a:lnTo>
                  <a:lnTo>
                    <a:pt x="115143" y="180834"/>
                  </a:lnTo>
                  <a:lnTo>
                    <a:pt x="114991" y="180911"/>
                  </a:lnTo>
                  <a:lnTo>
                    <a:pt x="114382" y="181812"/>
                  </a:lnTo>
                  <a:lnTo>
                    <a:pt x="114068" y="182277"/>
                  </a:lnTo>
                  <a:lnTo>
                    <a:pt x="112672" y="184608"/>
                  </a:lnTo>
                  <a:lnTo>
                    <a:pt x="112574" y="184773"/>
                  </a:lnTo>
                  <a:lnTo>
                    <a:pt x="112099" y="185565"/>
                  </a:lnTo>
                  <a:lnTo>
                    <a:pt x="111977" y="185768"/>
                  </a:lnTo>
                  <a:lnTo>
                    <a:pt x="111425" y="186690"/>
                  </a:lnTo>
                  <a:lnTo>
                    <a:pt x="110996" y="188663"/>
                  </a:lnTo>
                  <a:lnTo>
                    <a:pt x="110893" y="189137"/>
                  </a:lnTo>
                  <a:lnTo>
                    <a:pt x="110478" y="190269"/>
                  </a:lnTo>
                  <a:lnTo>
                    <a:pt x="109644" y="192540"/>
                  </a:lnTo>
                  <a:lnTo>
                    <a:pt x="109019" y="194447"/>
                  </a:lnTo>
                  <a:lnTo>
                    <a:pt x="108793" y="195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99376" y="4942139"/>
              <a:ext cx="115432" cy="103728"/>
            </a:xfrm>
            <a:custGeom>
              <a:avLst/>
              <a:pathLst>
                <a:path w="115432" h="103728">
                  <a:moveTo>
                    <a:pt x="77840" y="6047"/>
                  </a:moveTo>
                  <a:lnTo>
                    <a:pt x="78340" y="6585"/>
                  </a:lnTo>
                  <a:lnTo>
                    <a:pt x="79274" y="6898"/>
                  </a:lnTo>
                  <a:lnTo>
                    <a:pt x="79494" y="7750"/>
                  </a:lnTo>
                  <a:lnTo>
                    <a:pt x="80092" y="7813"/>
                  </a:lnTo>
                  <a:lnTo>
                    <a:pt x="82380" y="8056"/>
                  </a:lnTo>
                  <a:lnTo>
                    <a:pt x="83372" y="7364"/>
                  </a:lnTo>
                  <a:lnTo>
                    <a:pt x="83987" y="6936"/>
                  </a:lnTo>
                  <a:lnTo>
                    <a:pt x="87709" y="4342"/>
                  </a:lnTo>
                  <a:lnTo>
                    <a:pt x="87949" y="4242"/>
                  </a:lnTo>
                  <a:lnTo>
                    <a:pt x="88673" y="5503"/>
                  </a:lnTo>
                  <a:lnTo>
                    <a:pt x="87397" y="8346"/>
                  </a:lnTo>
                  <a:lnTo>
                    <a:pt x="87953" y="8138"/>
                  </a:lnTo>
                  <a:lnTo>
                    <a:pt x="88146" y="8066"/>
                  </a:lnTo>
                  <a:lnTo>
                    <a:pt x="89699" y="10943"/>
                  </a:lnTo>
                  <a:lnTo>
                    <a:pt x="90198" y="11867"/>
                  </a:lnTo>
                  <a:lnTo>
                    <a:pt x="92368" y="12610"/>
                  </a:lnTo>
                  <a:lnTo>
                    <a:pt x="92964" y="12814"/>
                  </a:lnTo>
                  <a:lnTo>
                    <a:pt x="93133" y="12872"/>
                  </a:lnTo>
                  <a:lnTo>
                    <a:pt x="94814" y="15518"/>
                  </a:lnTo>
                  <a:lnTo>
                    <a:pt x="92469" y="16460"/>
                  </a:lnTo>
                  <a:lnTo>
                    <a:pt x="92030" y="16637"/>
                  </a:lnTo>
                  <a:lnTo>
                    <a:pt x="88506" y="18052"/>
                  </a:lnTo>
                  <a:lnTo>
                    <a:pt x="89788" y="19994"/>
                  </a:lnTo>
                  <a:lnTo>
                    <a:pt x="91010" y="19795"/>
                  </a:lnTo>
                  <a:lnTo>
                    <a:pt x="91733" y="20027"/>
                  </a:lnTo>
                  <a:lnTo>
                    <a:pt x="92463" y="20261"/>
                  </a:lnTo>
                  <a:lnTo>
                    <a:pt x="93062" y="21157"/>
                  </a:lnTo>
                  <a:lnTo>
                    <a:pt x="93233" y="21411"/>
                  </a:lnTo>
                  <a:lnTo>
                    <a:pt x="94344" y="21644"/>
                  </a:lnTo>
                  <a:lnTo>
                    <a:pt x="94336" y="22318"/>
                  </a:lnTo>
                  <a:lnTo>
                    <a:pt x="104895" y="24435"/>
                  </a:lnTo>
                  <a:lnTo>
                    <a:pt x="107042" y="24279"/>
                  </a:lnTo>
                  <a:lnTo>
                    <a:pt x="108572" y="23463"/>
                  </a:lnTo>
                  <a:lnTo>
                    <a:pt x="108752" y="23367"/>
                  </a:lnTo>
                  <a:lnTo>
                    <a:pt x="108828" y="22900"/>
                  </a:lnTo>
                  <a:lnTo>
                    <a:pt x="109214" y="22619"/>
                  </a:lnTo>
                  <a:lnTo>
                    <a:pt x="111678" y="20823"/>
                  </a:lnTo>
                  <a:lnTo>
                    <a:pt x="114577" y="24193"/>
                  </a:lnTo>
                  <a:lnTo>
                    <a:pt x="113946" y="24748"/>
                  </a:lnTo>
                  <a:lnTo>
                    <a:pt x="113717" y="24949"/>
                  </a:lnTo>
                  <a:lnTo>
                    <a:pt x="112171" y="26307"/>
                  </a:lnTo>
                  <a:lnTo>
                    <a:pt x="112408" y="32899"/>
                  </a:lnTo>
                  <a:lnTo>
                    <a:pt x="110195" y="33410"/>
                  </a:lnTo>
                  <a:lnTo>
                    <a:pt x="112157" y="38930"/>
                  </a:lnTo>
                  <a:lnTo>
                    <a:pt x="112547" y="40025"/>
                  </a:lnTo>
                  <a:lnTo>
                    <a:pt x="113929" y="43912"/>
                  </a:lnTo>
                  <a:lnTo>
                    <a:pt x="115353" y="54026"/>
                  </a:lnTo>
                  <a:lnTo>
                    <a:pt x="115432" y="54530"/>
                  </a:lnTo>
                  <a:lnTo>
                    <a:pt x="114116" y="54506"/>
                  </a:lnTo>
                  <a:lnTo>
                    <a:pt x="109134" y="54414"/>
                  </a:lnTo>
                  <a:lnTo>
                    <a:pt x="111043" y="57618"/>
                  </a:lnTo>
                  <a:lnTo>
                    <a:pt x="112867" y="57152"/>
                  </a:lnTo>
                  <a:lnTo>
                    <a:pt x="113944" y="59119"/>
                  </a:lnTo>
                  <a:lnTo>
                    <a:pt x="114869" y="60809"/>
                  </a:lnTo>
                  <a:lnTo>
                    <a:pt x="108085" y="67224"/>
                  </a:lnTo>
                  <a:lnTo>
                    <a:pt x="97769" y="71797"/>
                  </a:lnTo>
                  <a:lnTo>
                    <a:pt x="97343" y="75788"/>
                  </a:lnTo>
                  <a:lnTo>
                    <a:pt x="96027" y="76001"/>
                  </a:lnTo>
                  <a:lnTo>
                    <a:pt x="93888" y="76347"/>
                  </a:lnTo>
                  <a:lnTo>
                    <a:pt x="89186" y="80716"/>
                  </a:lnTo>
                  <a:lnTo>
                    <a:pt x="85339" y="85610"/>
                  </a:lnTo>
                  <a:lnTo>
                    <a:pt x="82717" y="89513"/>
                  </a:lnTo>
                  <a:lnTo>
                    <a:pt x="79381" y="97871"/>
                  </a:lnTo>
                  <a:lnTo>
                    <a:pt x="75992" y="98805"/>
                  </a:lnTo>
                  <a:lnTo>
                    <a:pt x="76577" y="101312"/>
                  </a:lnTo>
                  <a:lnTo>
                    <a:pt x="76680" y="101770"/>
                  </a:lnTo>
                  <a:lnTo>
                    <a:pt x="76990" y="103145"/>
                  </a:lnTo>
                  <a:lnTo>
                    <a:pt x="77075" y="103728"/>
                  </a:lnTo>
                  <a:lnTo>
                    <a:pt x="73290" y="103569"/>
                  </a:lnTo>
                  <a:lnTo>
                    <a:pt x="69922" y="100203"/>
                  </a:lnTo>
                  <a:lnTo>
                    <a:pt x="68611" y="99650"/>
                  </a:lnTo>
                  <a:lnTo>
                    <a:pt x="63567" y="99329"/>
                  </a:lnTo>
                  <a:lnTo>
                    <a:pt x="57498" y="99125"/>
                  </a:lnTo>
                  <a:lnTo>
                    <a:pt x="49803" y="99562"/>
                  </a:lnTo>
                  <a:lnTo>
                    <a:pt x="49027" y="99708"/>
                  </a:lnTo>
                  <a:lnTo>
                    <a:pt x="47687" y="99959"/>
                  </a:lnTo>
                  <a:lnTo>
                    <a:pt x="41151" y="99682"/>
                  </a:lnTo>
                  <a:lnTo>
                    <a:pt x="36074" y="95142"/>
                  </a:lnTo>
                  <a:lnTo>
                    <a:pt x="35345" y="94767"/>
                  </a:lnTo>
                  <a:lnTo>
                    <a:pt x="30456" y="92256"/>
                  </a:lnTo>
                  <a:lnTo>
                    <a:pt x="30031" y="92038"/>
                  </a:lnTo>
                  <a:lnTo>
                    <a:pt x="29628" y="91831"/>
                  </a:lnTo>
                  <a:lnTo>
                    <a:pt x="26958" y="88512"/>
                  </a:lnTo>
                  <a:lnTo>
                    <a:pt x="26539" y="88340"/>
                  </a:lnTo>
                  <a:lnTo>
                    <a:pt x="24696" y="87582"/>
                  </a:lnTo>
                  <a:lnTo>
                    <a:pt x="21990" y="85290"/>
                  </a:lnTo>
                  <a:lnTo>
                    <a:pt x="22425" y="84712"/>
                  </a:lnTo>
                  <a:lnTo>
                    <a:pt x="22682" y="84370"/>
                  </a:lnTo>
                  <a:lnTo>
                    <a:pt x="20765" y="84008"/>
                  </a:lnTo>
                  <a:lnTo>
                    <a:pt x="16651" y="86202"/>
                  </a:lnTo>
                  <a:lnTo>
                    <a:pt x="16589" y="86069"/>
                  </a:lnTo>
                  <a:lnTo>
                    <a:pt x="16432" y="85734"/>
                  </a:lnTo>
                  <a:lnTo>
                    <a:pt x="15796" y="84511"/>
                  </a:lnTo>
                  <a:lnTo>
                    <a:pt x="13824" y="80712"/>
                  </a:lnTo>
                  <a:lnTo>
                    <a:pt x="13708" y="80565"/>
                  </a:lnTo>
                  <a:lnTo>
                    <a:pt x="13397" y="80170"/>
                  </a:lnTo>
                  <a:lnTo>
                    <a:pt x="10575" y="74634"/>
                  </a:lnTo>
                  <a:lnTo>
                    <a:pt x="10135" y="74164"/>
                  </a:lnTo>
                  <a:lnTo>
                    <a:pt x="10002" y="74022"/>
                  </a:lnTo>
                  <a:lnTo>
                    <a:pt x="9575" y="73566"/>
                  </a:lnTo>
                  <a:lnTo>
                    <a:pt x="9265" y="73236"/>
                  </a:lnTo>
                  <a:lnTo>
                    <a:pt x="9200" y="72976"/>
                  </a:lnTo>
                  <a:lnTo>
                    <a:pt x="9003" y="72188"/>
                  </a:lnTo>
                  <a:lnTo>
                    <a:pt x="8153" y="68779"/>
                  </a:lnTo>
                  <a:lnTo>
                    <a:pt x="8049" y="68362"/>
                  </a:lnTo>
                  <a:lnTo>
                    <a:pt x="6928" y="68420"/>
                  </a:lnTo>
                  <a:lnTo>
                    <a:pt x="6912" y="68254"/>
                  </a:lnTo>
                  <a:lnTo>
                    <a:pt x="6308" y="61813"/>
                  </a:lnTo>
                  <a:lnTo>
                    <a:pt x="5999" y="58518"/>
                  </a:lnTo>
                  <a:lnTo>
                    <a:pt x="6339" y="58554"/>
                  </a:lnTo>
                  <a:lnTo>
                    <a:pt x="6279" y="58373"/>
                  </a:lnTo>
                  <a:lnTo>
                    <a:pt x="5814" y="56958"/>
                  </a:lnTo>
                  <a:lnTo>
                    <a:pt x="5668" y="56512"/>
                  </a:lnTo>
                  <a:lnTo>
                    <a:pt x="5074" y="54706"/>
                  </a:lnTo>
                  <a:lnTo>
                    <a:pt x="4688" y="53530"/>
                  </a:lnTo>
                  <a:lnTo>
                    <a:pt x="4465" y="52851"/>
                  </a:lnTo>
                  <a:lnTo>
                    <a:pt x="3816" y="50875"/>
                  </a:lnTo>
                  <a:lnTo>
                    <a:pt x="3182" y="48948"/>
                  </a:lnTo>
                  <a:lnTo>
                    <a:pt x="2749" y="47630"/>
                  </a:lnTo>
                  <a:lnTo>
                    <a:pt x="1705" y="44452"/>
                  </a:lnTo>
                  <a:lnTo>
                    <a:pt x="317" y="40227"/>
                  </a:lnTo>
                  <a:lnTo>
                    <a:pt x="0" y="39262"/>
                  </a:lnTo>
                  <a:lnTo>
                    <a:pt x="2810" y="38288"/>
                  </a:lnTo>
                  <a:lnTo>
                    <a:pt x="3952" y="37892"/>
                  </a:lnTo>
                  <a:lnTo>
                    <a:pt x="4187" y="37811"/>
                  </a:lnTo>
                  <a:lnTo>
                    <a:pt x="8378" y="36359"/>
                  </a:lnTo>
                  <a:lnTo>
                    <a:pt x="8549" y="36299"/>
                  </a:lnTo>
                  <a:lnTo>
                    <a:pt x="8818" y="36206"/>
                  </a:lnTo>
                  <a:lnTo>
                    <a:pt x="12112" y="35065"/>
                  </a:lnTo>
                  <a:lnTo>
                    <a:pt x="14533" y="34226"/>
                  </a:lnTo>
                  <a:lnTo>
                    <a:pt x="15610" y="33853"/>
                  </a:lnTo>
                  <a:lnTo>
                    <a:pt x="17032" y="33360"/>
                  </a:lnTo>
                  <a:lnTo>
                    <a:pt x="18350" y="32903"/>
                  </a:lnTo>
                  <a:lnTo>
                    <a:pt x="18942" y="32698"/>
                  </a:lnTo>
                  <a:lnTo>
                    <a:pt x="23876" y="30989"/>
                  </a:lnTo>
                  <a:lnTo>
                    <a:pt x="24727" y="30694"/>
                  </a:lnTo>
                  <a:lnTo>
                    <a:pt x="25804" y="30320"/>
                  </a:lnTo>
                  <a:lnTo>
                    <a:pt x="25630" y="29819"/>
                  </a:lnTo>
                  <a:lnTo>
                    <a:pt x="27487" y="28581"/>
                  </a:lnTo>
                  <a:lnTo>
                    <a:pt x="28633" y="27816"/>
                  </a:lnTo>
                  <a:lnTo>
                    <a:pt x="28856" y="27667"/>
                  </a:lnTo>
                  <a:lnTo>
                    <a:pt x="30918" y="26292"/>
                  </a:lnTo>
                  <a:lnTo>
                    <a:pt x="34260" y="24063"/>
                  </a:lnTo>
                  <a:lnTo>
                    <a:pt x="35739" y="23077"/>
                  </a:lnTo>
                  <a:lnTo>
                    <a:pt x="37957" y="21597"/>
                  </a:lnTo>
                  <a:lnTo>
                    <a:pt x="40227" y="20084"/>
                  </a:lnTo>
                  <a:lnTo>
                    <a:pt x="41584" y="19179"/>
                  </a:lnTo>
                  <a:lnTo>
                    <a:pt x="43390" y="17974"/>
                  </a:lnTo>
                  <a:lnTo>
                    <a:pt x="44856" y="16996"/>
                  </a:lnTo>
                  <a:lnTo>
                    <a:pt x="46020" y="16220"/>
                  </a:lnTo>
                  <a:lnTo>
                    <a:pt x="48519" y="14553"/>
                  </a:lnTo>
                  <a:lnTo>
                    <a:pt x="49030" y="15378"/>
                  </a:lnTo>
                  <a:lnTo>
                    <a:pt x="49358" y="15643"/>
                  </a:lnTo>
                  <a:lnTo>
                    <a:pt x="49840" y="15338"/>
                  </a:lnTo>
                  <a:lnTo>
                    <a:pt x="50109" y="15167"/>
                  </a:lnTo>
                  <a:lnTo>
                    <a:pt x="50746" y="14764"/>
                  </a:lnTo>
                  <a:lnTo>
                    <a:pt x="51005" y="14600"/>
                  </a:lnTo>
                  <a:lnTo>
                    <a:pt x="52094" y="13911"/>
                  </a:lnTo>
                  <a:lnTo>
                    <a:pt x="52549" y="13622"/>
                  </a:lnTo>
                  <a:lnTo>
                    <a:pt x="53775" y="12846"/>
                  </a:lnTo>
                  <a:lnTo>
                    <a:pt x="54192" y="12582"/>
                  </a:lnTo>
                  <a:lnTo>
                    <a:pt x="54614" y="12315"/>
                  </a:lnTo>
                  <a:lnTo>
                    <a:pt x="54896" y="12136"/>
                  </a:lnTo>
                  <a:lnTo>
                    <a:pt x="55138" y="11984"/>
                  </a:lnTo>
                  <a:lnTo>
                    <a:pt x="55651" y="11668"/>
                  </a:lnTo>
                  <a:lnTo>
                    <a:pt x="55936" y="11493"/>
                  </a:lnTo>
                  <a:lnTo>
                    <a:pt x="57276" y="10667"/>
                  </a:lnTo>
                  <a:lnTo>
                    <a:pt x="58686" y="9799"/>
                  </a:lnTo>
                  <a:lnTo>
                    <a:pt x="60217" y="8855"/>
                  </a:lnTo>
                  <a:lnTo>
                    <a:pt x="60814" y="8488"/>
                  </a:lnTo>
                  <a:lnTo>
                    <a:pt x="63015" y="7132"/>
                  </a:lnTo>
                  <a:lnTo>
                    <a:pt x="64353" y="6308"/>
                  </a:lnTo>
                  <a:lnTo>
                    <a:pt x="64518" y="6561"/>
                  </a:lnTo>
                  <a:lnTo>
                    <a:pt x="64775" y="6368"/>
                  </a:lnTo>
                  <a:lnTo>
                    <a:pt x="65861" y="5551"/>
                  </a:lnTo>
                  <a:lnTo>
                    <a:pt x="66971" y="4717"/>
                  </a:lnTo>
                  <a:lnTo>
                    <a:pt x="67339" y="4441"/>
                  </a:lnTo>
                  <a:lnTo>
                    <a:pt x="68944" y="3234"/>
                  </a:lnTo>
                  <a:lnTo>
                    <a:pt x="69640" y="2711"/>
                  </a:lnTo>
                  <a:lnTo>
                    <a:pt x="72399" y="637"/>
                  </a:lnTo>
                  <a:lnTo>
                    <a:pt x="72816" y="323"/>
                  </a:lnTo>
                  <a:lnTo>
                    <a:pt x="73247" y="0"/>
                  </a:lnTo>
                  <a:lnTo>
                    <a:pt x="73931" y="935"/>
                  </a:lnTo>
                  <a:lnTo>
                    <a:pt x="75070" y="2493"/>
                  </a:lnTo>
                  <a:lnTo>
                    <a:pt x="77039" y="5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845179" y="3702591"/>
              <a:ext cx="108882" cy="130718"/>
            </a:xfrm>
            <a:custGeom>
              <a:avLst/>
              <a:pathLst>
                <a:path w="108882" h="130718">
                  <a:moveTo>
                    <a:pt x="79778" y="89383"/>
                  </a:moveTo>
                  <a:lnTo>
                    <a:pt x="77612" y="92530"/>
                  </a:lnTo>
                  <a:lnTo>
                    <a:pt x="76671" y="93898"/>
                  </a:lnTo>
                  <a:lnTo>
                    <a:pt x="74057" y="97697"/>
                  </a:lnTo>
                  <a:lnTo>
                    <a:pt x="71922" y="100800"/>
                  </a:lnTo>
                  <a:lnTo>
                    <a:pt x="70008" y="103413"/>
                  </a:lnTo>
                  <a:lnTo>
                    <a:pt x="69288" y="104396"/>
                  </a:lnTo>
                  <a:lnTo>
                    <a:pt x="64452" y="111000"/>
                  </a:lnTo>
                  <a:lnTo>
                    <a:pt x="63215" y="112865"/>
                  </a:lnTo>
                  <a:lnTo>
                    <a:pt x="60074" y="117600"/>
                  </a:lnTo>
                  <a:lnTo>
                    <a:pt x="59588" y="118333"/>
                  </a:lnTo>
                  <a:lnTo>
                    <a:pt x="56473" y="122842"/>
                  </a:lnTo>
                  <a:lnTo>
                    <a:pt x="55797" y="124253"/>
                  </a:lnTo>
                  <a:lnTo>
                    <a:pt x="54279" y="127298"/>
                  </a:lnTo>
                  <a:lnTo>
                    <a:pt x="48251" y="129436"/>
                  </a:lnTo>
                  <a:lnTo>
                    <a:pt x="45731" y="130121"/>
                  </a:lnTo>
                  <a:lnTo>
                    <a:pt x="44679" y="130407"/>
                  </a:lnTo>
                  <a:lnTo>
                    <a:pt x="42613" y="130645"/>
                  </a:lnTo>
                  <a:lnTo>
                    <a:pt x="41982" y="130718"/>
                  </a:lnTo>
                  <a:lnTo>
                    <a:pt x="42043" y="130320"/>
                  </a:lnTo>
                  <a:lnTo>
                    <a:pt x="42264" y="128872"/>
                  </a:lnTo>
                  <a:lnTo>
                    <a:pt x="42433" y="128150"/>
                  </a:lnTo>
                  <a:lnTo>
                    <a:pt x="41339" y="127298"/>
                  </a:lnTo>
                  <a:lnTo>
                    <a:pt x="36610" y="123619"/>
                  </a:lnTo>
                  <a:lnTo>
                    <a:pt x="36203" y="123274"/>
                  </a:lnTo>
                  <a:lnTo>
                    <a:pt x="35470" y="122727"/>
                  </a:lnTo>
                  <a:lnTo>
                    <a:pt x="32054" y="126523"/>
                  </a:lnTo>
                  <a:lnTo>
                    <a:pt x="30888" y="127818"/>
                  </a:lnTo>
                  <a:lnTo>
                    <a:pt x="23171" y="121515"/>
                  </a:lnTo>
                  <a:lnTo>
                    <a:pt x="18555" y="117677"/>
                  </a:lnTo>
                  <a:lnTo>
                    <a:pt x="18042" y="117250"/>
                  </a:lnTo>
                  <a:lnTo>
                    <a:pt x="14816" y="120769"/>
                  </a:lnTo>
                  <a:lnTo>
                    <a:pt x="6148" y="113233"/>
                  </a:lnTo>
                  <a:lnTo>
                    <a:pt x="4556" y="111849"/>
                  </a:lnTo>
                  <a:lnTo>
                    <a:pt x="4316" y="111640"/>
                  </a:lnTo>
                  <a:lnTo>
                    <a:pt x="4687" y="111215"/>
                  </a:lnTo>
                  <a:lnTo>
                    <a:pt x="644" y="107544"/>
                  </a:lnTo>
                  <a:lnTo>
                    <a:pt x="0" y="106828"/>
                  </a:lnTo>
                  <a:lnTo>
                    <a:pt x="311" y="106201"/>
                  </a:lnTo>
                  <a:lnTo>
                    <a:pt x="1095" y="104625"/>
                  </a:lnTo>
                  <a:lnTo>
                    <a:pt x="1697" y="103413"/>
                  </a:lnTo>
                  <a:lnTo>
                    <a:pt x="2071" y="102750"/>
                  </a:lnTo>
                  <a:lnTo>
                    <a:pt x="2148" y="102614"/>
                  </a:lnTo>
                  <a:lnTo>
                    <a:pt x="2310" y="102142"/>
                  </a:lnTo>
                  <a:lnTo>
                    <a:pt x="2527" y="101508"/>
                  </a:lnTo>
                  <a:lnTo>
                    <a:pt x="3034" y="100032"/>
                  </a:lnTo>
                  <a:lnTo>
                    <a:pt x="3407" y="98944"/>
                  </a:lnTo>
                  <a:lnTo>
                    <a:pt x="4885" y="94633"/>
                  </a:lnTo>
                  <a:lnTo>
                    <a:pt x="5186" y="93755"/>
                  </a:lnTo>
                  <a:lnTo>
                    <a:pt x="5709" y="92230"/>
                  </a:lnTo>
                  <a:lnTo>
                    <a:pt x="6396" y="90224"/>
                  </a:lnTo>
                  <a:lnTo>
                    <a:pt x="6708" y="89316"/>
                  </a:lnTo>
                  <a:lnTo>
                    <a:pt x="8602" y="90150"/>
                  </a:lnTo>
                  <a:lnTo>
                    <a:pt x="9035" y="90341"/>
                  </a:lnTo>
                  <a:lnTo>
                    <a:pt x="11323" y="87982"/>
                  </a:lnTo>
                  <a:lnTo>
                    <a:pt x="11959" y="87325"/>
                  </a:lnTo>
                  <a:lnTo>
                    <a:pt x="13559" y="85674"/>
                  </a:lnTo>
                  <a:lnTo>
                    <a:pt x="14342" y="84867"/>
                  </a:lnTo>
                  <a:lnTo>
                    <a:pt x="15066" y="84120"/>
                  </a:lnTo>
                  <a:lnTo>
                    <a:pt x="16467" y="82675"/>
                  </a:lnTo>
                  <a:lnTo>
                    <a:pt x="16730" y="82671"/>
                  </a:lnTo>
                  <a:lnTo>
                    <a:pt x="17145" y="83080"/>
                  </a:lnTo>
                  <a:lnTo>
                    <a:pt x="21548" y="87431"/>
                  </a:lnTo>
                  <a:lnTo>
                    <a:pt x="22138" y="88162"/>
                  </a:lnTo>
                  <a:lnTo>
                    <a:pt x="22691" y="88850"/>
                  </a:lnTo>
                  <a:lnTo>
                    <a:pt x="23327" y="89526"/>
                  </a:lnTo>
                  <a:lnTo>
                    <a:pt x="25047" y="91355"/>
                  </a:lnTo>
                  <a:lnTo>
                    <a:pt x="25242" y="91252"/>
                  </a:lnTo>
                  <a:lnTo>
                    <a:pt x="27878" y="89860"/>
                  </a:lnTo>
                  <a:lnTo>
                    <a:pt x="25256" y="87083"/>
                  </a:lnTo>
                  <a:lnTo>
                    <a:pt x="24742" y="85905"/>
                  </a:lnTo>
                  <a:lnTo>
                    <a:pt x="24053" y="84325"/>
                  </a:lnTo>
                  <a:lnTo>
                    <a:pt x="22179" y="80031"/>
                  </a:lnTo>
                  <a:lnTo>
                    <a:pt x="21852" y="79280"/>
                  </a:lnTo>
                  <a:lnTo>
                    <a:pt x="21494" y="78461"/>
                  </a:lnTo>
                  <a:lnTo>
                    <a:pt x="21353" y="77634"/>
                  </a:lnTo>
                  <a:lnTo>
                    <a:pt x="21291" y="77275"/>
                  </a:lnTo>
                  <a:lnTo>
                    <a:pt x="21228" y="76907"/>
                  </a:lnTo>
                  <a:lnTo>
                    <a:pt x="21874" y="75606"/>
                  </a:lnTo>
                  <a:lnTo>
                    <a:pt x="22112" y="75269"/>
                  </a:lnTo>
                  <a:lnTo>
                    <a:pt x="25827" y="70006"/>
                  </a:lnTo>
                  <a:lnTo>
                    <a:pt x="14356" y="62060"/>
                  </a:lnTo>
                  <a:lnTo>
                    <a:pt x="14657" y="61590"/>
                  </a:lnTo>
                  <a:lnTo>
                    <a:pt x="14941" y="61148"/>
                  </a:lnTo>
                  <a:lnTo>
                    <a:pt x="18343" y="55853"/>
                  </a:lnTo>
                  <a:lnTo>
                    <a:pt x="18739" y="55271"/>
                  </a:lnTo>
                  <a:lnTo>
                    <a:pt x="19335" y="54396"/>
                  </a:lnTo>
                  <a:lnTo>
                    <a:pt x="20594" y="52548"/>
                  </a:lnTo>
                  <a:lnTo>
                    <a:pt x="22470" y="49793"/>
                  </a:lnTo>
                  <a:lnTo>
                    <a:pt x="24772" y="46613"/>
                  </a:lnTo>
                  <a:lnTo>
                    <a:pt x="24994" y="46307"/>
                  </a:lnTo>
                  <a:lnTo>
                    <a:pt x="25860" y="45112"/>
                  </a:lnTo>
                  <a:lnTo>
                    <a:pt x="26451" y="44295"/>
                  </a:lnTo>
                  <a:lnTo>
                    <a:pt x="26563" y="44139"/>
                  </a:lnTo>
                  <a:lnTo>
                    <a:pt x="26797" y="43757"/>
                  </a:lnTo>
                  <a:lnTo>
                    <a:pt x="27324" y="42999"/>
                  </a:lnTo>
                  <a:lnTo>
                    <a:pt x="30768" y="38047"/>
                  </a:lnTo>
                  <a:lnTo>
                    <a:pt x="34388" y="32707"/>
                  </a:lnTo>
                  <a:lnTo>
                    <a:pt x="34624" y="32358"/>
                  </a:lnTo>
                  <a:lnTo>
                    <a:pt x="38538" y="26571"/>
                  </a:lnTo>
                  <a:lnTo>
                    <a:pt x="39151" y="25644"/>
                  </a:lnTo>
                  <a:lnTo>
                    <a:pt x="40981" y="22881"/>
                  </a:lnTo>
                  <a:lnTo>
                    <a:pt x="41082" y="22728"/>
                  </a:lnTo>
                  <a:lnTo>
                    <a:pt x="41906" y="21483"/>
                  </a:lnTo>
                  <a:lnTo>
                    <a:pt x="42395" y="20745"/>
                  </a:lnTo>
                  <a:lnTo>
                    <a:pt x="44496" y="17612"/>
                  </a:lnTo>
                  <a:lnTo>
                    <a:pt x="46289" y="14939"/>
                  </a:lnTo>
                  <a:lnTo>
                    <a:pt x="46577" y="14497"/>
                  </a:lnTo>
                  <a:lnTo>
                    <a:pt x="47415" y="13213"/>
                  </a:lnTo>
                  <a:lnTo>
                    <a:pt x="48294" y="11866"/>
                  </a:lnTo>
                  <a:lnTo>
                    <a:pt x="51144" y="7494"/>
                  </a:lnTo>
                  <a:lnTo>
                    <a:pt x="51304" y="7250"/>
                  </a:lnTo>
                  <a:lnTo>
                    <a:pt x="51571" y="6843"/>
                  </a:lnTo>
                  <a:lnTo>
                    <a:pt x="56062" y="179"/>
                  </a:lnTo>
                  <a:lnTo>
                    <a:pt x="56183" y="0"/>
                  </a:lnTo>
                  <a:lnTo>
                    <a:pt x="56518" y="229"/>
                  </a:lnTo>
                  <a:lnTo>
                    <a:pt x="67724" y="7911"/>
                  </a:lnTo>
                  <a:lnTo>
                    <a:pt x="76042" y="13614"/>
                  </a:lnTo>
                  <a:lnTo>
                    <a:pt x="77308" y="14481"/>
                  </a:lnTo>
                  <a:lnTo>
                    <a:pt x="77560" y="14653"/>
                  </a:lnTo>
                  <a:lnTo>
                    <a:pt x="77792" y="14810"/>
                  </a:lnTo>
                  <a:lnTo>
                    <a:pt x="78826" y="15512"/>
                  </a:lnTo>
                  <a:lnTo>
                    <a:pt x="79502" y="15971"/>
                  </a:lnTo>
                  <a:lnTo>
                    <a:pt x="75315" y="22331"/>
                  </a:lnTo>
                  <a:lnTo>
                    <a:pt x="75053" y="22728"/>
                  </a:lnTo>
                  <a:lnTo>
                    <a:pt x="74860" y="23021"/>
                  </a:lnTo>
                  <a:lnTo>
                    <a:pt x="95219" y="36885"/>
                  </a:lnTo>
                  <a:lnTo>
                    <a:pt x="96456" y="37735"/>
                  </a:lnTo>
                  <a:lnTo>
                    <a:pt x="101000" y="40855"/>
                  </a:lnTo>
                  <a:lnTo>
                    <a:pt x="102130" y="41625"/>
                  </a:lnTo>
                  <a:lnTo>
                    <a:pt x="108882" y="46225"/>
                  </a:lnTo>
                  <a:lnTo>
                    <a:pt x="108532" y="46738"/>
                  </a:lnTo>
                  <a:lnTo>
                    <a:pt x="107889" y="47703"/>
                  </a:lnTo>
                  <a:lnTo>
                    <a:pt x="107400" y="48438"/>
                  </a:lnTo>
                  <a:lnTo>
                    <a:pt x="103580" y="54177"/>
                  </a:lnTo>
                  <a:lnTo>
                    <a:pt x="95283" y="66641"/>
                  </a:lnTo>
                  <a:lnTo>
                    <a:pt x="94008" y="68556"/>
                  </a:lnTo>
                  <a:lnTo>
                    <a:pt x="93710" y="69005"/>
                  </a:lnTo>
                  <a:lnTo>
                    <a:pt x="91045" y="73008"/>
                  </a:lnTo>
                  <a:lnTo>
                    <a:pt x="88317" y="76973"/>
                  </a:lnTo>
                  <a:lnTo>
                    <a:pt x="87786" y="777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54329" y="3391972"/>
              <a:ext cx="120192" cy="121492"/>
            </a:xfrm>
            <a:custGeom>
              <a:avLst/>
              <a:pathLst>
                <a:path w="120192" h="121492">
                  <a:moveTo>
                    <a:pt x="67101" y="21625"/>
                  </a:moveTo>
                  <a:lnTo>
                    <a:pt x="70706" y="23741"/>
                  </a:lnTo>
                  <a:lnTo>
                    <a:pt x="72006" y="24447"/>
                  </a:lnTo>
                  <a:lnTo>
                    <a:pt x="72710" y="24829"/>
                  </a:lnTo>
                  <a:lnTo>
                    <a:pt x="75381" y="26281"/>
                  </a:lnTo>
                  <a:lnTo>
                    <a:pt x="75256" y="28827"/>
                  </a:lnTo>
                  <a:lnTo>
                    <a:pt x="75486" y="28815"/>
                  </a:lnTo>
                  <a:lnTo>
                    <a:pt x="77059" y="29698"/>
                  </a:lnTo>
                  <a:lnTo>
                    <a:pt x="77354" y="29864"/>
                  </a:lnTo>
                  <a:lnTo>
                    <a:pt x="78430" y="32115"/>
                  </a:lnTo>
                  <a:lnTo>
                    <a:pt x="79677" y="33085"/>
                  </a:lnTo>
                  <a:lnTo>
                    <a:pt x="81614" y="36008"/>
                  </a:lnTo>
                  <a:lnTo>
                    <a:pt x="83431" y="36751"/>
                  </a:lnTo>
                  <a:lnTo>
                    <a:pt x="83767" y="37396"/>
                  </a:lnTo>
                  <a:lnTo>
                    <a:pt x="83860" y="39256"/>
                  </a:lnTo>
                  <a:lnTo>
                    <a:pt x="83895" y="39973"/>
                  </a:lnTo>
                  <a:lnTo>
                    <a:pt x="86607" y="41787"/>
                  </a:lnTo>
                  <a:lnTo>
                    <a:pt x="87388" y="42310"/>
                  </a:lnTo>
                  <a:lnTo>
                    <a:pt x="91152" y="44829"/>
                  </a:lnTo>
                  <a:lnTo>
                    <a:pt x="98528" y="49764"/>
                  </a:lnTo>
                  <a:lnTo>
                    <a:pt x="99214" y="50223"/>
                  </a:lnTo>
                  <a:lnTo>
                    <a:pt x="106624" y="55181"/>
                  </a:lnTo>
                  <a:lnTo>
                    <a:pt x="107126" y="55517"/>
                  </a:lnTo>
                  <a:lnTo>
                    <a:pt x="118059" y="62833"/>
                  </a:lnTo>
                  <a:lnTo>
                    <a:pt x="118426" y="63078"/>
                  </a:lnTo>
                  <a:lnTo>
                    <a:pt x="119785" y="63987"/>
                  </a:lnTo>
                  <a:lnTo>
                    <a:pt x="120192" y="64260"/>
                  </a:lnTo>
                  <a:lnTo>
                    <a:pt x="119860" y="64747"/>
                  </a:lnTo>
                  <a:lnTo>
                    <a:pt x="119648" y="65058"/>
                  </a:lnTo>
                  <a:lnTo>
                    <a:pt x="119447" y="65353"/>
                  </a:lnTo>
                  <a:lnTo>
                    <a:pt x="119012" y="65979"/>
                  </a:lnTo>
                  <a:lnTo>
                    <a:pt x="118709" y="66415"/>
                  </a:lnTo>
                  <a:lnTo>
                    <a:pt x="104462" y="86930"/>
                  </a:lnTo>
                  <a:lnTo>
                    <a:pt x="103926" y="87702"/>
                  </a:lnTo>
                  <a:lnTo>
                    <a:pt x="103702" y="88027"/>
                  </a:lnTo>
                  <a:lnTo>
                    <a:pt x="102766" y="89384"/>
                  </a:lnTo>
                  <a:lnTo>
                    <a:pt x="101321" y="91479"/>
                  </a:lnTo>
                  <a:lnTo>
                    <a:pt x="89947" y="107967"/>
                  </a:lnTo>
                  <a:lnTo>
                    <a:pt x="88561" y="109977"/>
                  </a:lnTo>
                  <a:lnTo>
                    <a:pt x="88035" y="110739"/>
                  </a:lnTo>
                  <a:lnTo>
                    <a:pt x="87240" y="111731"/>
                  </a:lnTo>
                  <a:lnTo>
                    <a:pt x="85621" y="110623"/>
                  </a:lnTo>
                  <a:lnTo>
                    <a:pt x="82011" y="108153"/>
                  </a:lnTo>
                  <a:lnTo>
                    <a:pt x="74685" y="103140"/>
                  </a:lnTo>
                  <a:lnTo>
                    <a:pt x="73889" y="102596"/>
                  </a:lnTo>
                  <a:lnTo>
                    <a:pt x="70655" y="100383"/>
                  </a:lnTo>
                  <a:lnTo>
                    <a:pt x="68357" y="98810"/>
                  </a:lnTo>
                  <a:lnTo>
                    <a:pt x="66908" y="97819"/>
                  </a:lnTo>
                  <a:lnTo>
                    <a:pt x="66553" y="97576"/>
                  </a:lnTo>
                  <a:lnTo>
                    <a:pt x="50893" y="121067"/>
                  </a:lnTo>
                  <a:lnTo>
                    <a:pt x="50610" y="121492"/>
                  </a:lnTo>
                  <a:lnTo>
                    <a:pt x="44174" y="117026"/>
                  </a:lnTo>
                  <a:lnTo>
                    <a:pt x="40938" y="114781"/>
                  </a:lnTo>
                  <a:lnTo>
                    <a:pt x="38586" y="114783"/>
                  </a:lnTo>
                  <a:lnTo>
                    <a:pt x="37687" y="114784"/>
                  </a:lnTo>
                  <a:lnTo>
                    <a:pt x="35576" y="115457"/>
                  </a:lnTo>
                  <a:lnTo>
                    <a:pt x="35114" y="115604"/>
                  </a:lnTo>
                  <a:lnTo>
                    <a:pt x="33081" y="116252"/>
                  </a:lnTo>
                  <a:lnTo>
                    <a:pt x="30749" y="117441"/>
                  </a:lnTo>
                  <a:lnTo>
                    <a:pt x="30091" y="118334"/>
                  </a:lnTo>
                  <a:lnTo>
                    <a:pt x="29616" y="117884"/>
                  </a:lnTo>
                  <a:lnTo>
                    <a:pt x="27798" y="116162"/>
                  </a:lnTo>
                  <a:lnTo>
                    <a:pt x="27235" y="115686"/>
                  </a:lnTo>
                  <a:lnTo>
                    <a:pt x="28236" y="114225"/>
                  </a:lnTo>
                  <a:lnTo>
                    <a:pt x="28382" y="114012"/>
                  </a:lnTo>
                  <a:lnTo>
                    <a:pt x="27994" y="113631"/>
                  </a:lnTo>
                  <a:lnTo>
                    <a:pt x="25780" y="111466"/>
                  </a:lnTo>
                  <a:lnTo>
                    <a:pt x="25176" y="112046"/>
                  </a:lnTo>
                  <a:lnTo>
                    <a:pt x="24341" y="113238"/>
                  </a:lnTo>
                  <a:lnTo>
                    <a:pt x="22986" y="112728"/>
                  </a:lnTo>
                  <a:lnTo>
                    <a:pt x="22131" y="112747"/>
                  </a:lnTo>
                  <a:lnTo>
                    <a:pt x="21219" y="113174"/>
                  </a:lnTo>
                  <a:lnTo>
                    <a:pt x="19091" y="114514"/>
                  </a:lnTo>
                  <a:lnTo>
                    <a:pt x="17982" y="115213"/>
                  </a:lnTo>
                  <a:lnTo>
                    <a:pt x="19567" y="112185"/>
                  </a:lnTo>
                  <a:lnTo>
                    <a:pt x="21210" y="109048"/>
                  </a:lnTo>
                  <a:lnTo>
                    <a:pt x="16788" y="106205"/>
                  </a:lnTo>
                  <a:lnTo>
                    <a:pt x="16530" y="105082"/>
                  </a:lnTo>
                  <a:lnTo>
                    <a:pt x="16131" y="103220"/>
                  </a:lnTo>
                  <a:lnTo>
                    <a:pt x="17304" y="102829"/>
                  </a:lnTo>
                  <a:lnTo>
                    <a:pt x="21343" y="101480"/>
                  </a:lnTo>
                  <a:lnTo>
                    <a:pt x="21551" y="101410"/>
                  </a:lnTo>
                  <a:lnTo>
                    <a:pt x="20737" y="97529"/>
                  </a:lnTo>
                  <a:lnTo>
                    <a:pt x="20456" y="96189"/>
                  </a:lnTo>
                  <a:lnTo>
                    <a:pt x="20081" y="93251"/>
                  </a:lnTo>
                  <a:lnTo>
                    <a:pt x="20412" y="92114"/>
                  </a:lnTo>
                  <a:lnTo>
                    <a:pt x="20566" y="91240"/>
                  </a:lnTo>
                  <a:lnTo>
                    <a:pt x="20150" y="89104"/>
                  </a:lnTo>
                  <a:lnTo>
                    <a:pt x="20350" y="88733"/>
                  </a:lnTo>
                  <a:lnTo>
                    <a:pt x="20713" y="87527"/>
                  </a:lnTo>
                  <a:lnTo>
                    <a:pt x="18937" y="80950"/>
                  </a:lnTo>
                  <a:lnTo>
                    <a:pt x="17944" y="77729"/>
                  </a:lnTo>
                  <a:lnTo>
                    <a:pt x="18137" y="74244"/>
                  </a:lnTo>
                  <a:lnTo>
                    <a:pt x="17929" y="71919"/>
                  </a:lnTo>
                  <a:lnTo>
                    <a:pt x="17434" y="70360"/>
                  </a:lnTo>
                  <a:lnTo>
                    <a:pt x="17131" y="68994"/>
                  </a:lnTo>
                  <a:lnTo>
                    <a:pt x="16714" y="67115"/>
                  </a:lnTo>
                  <a:lnTo>
                    <a:pt x="16012" y="62517"/>
                  </a:lnTo>
                  <a:lnTo>
                    <a:pt x="15924" y="58852"/>
                  </a:lnTo>
                  <a:lnTo>
                    <a:pt x="15666" y="55823"/>
                  </a:lnTo>
                  <a:lnTo>
                    <a:pt x="15526" y="54176"/>
                  </a:lnTo>
                  <a:lnTo>
                    <a:pt x="15386" y="53128"/>
                  </a:lnTo>
                  <a:lnTo>
                    <a:pt x="14915" y="49609"/>
                  </a:lnTo>
                  <a:lnTo>
                    <a:pt x="14355" y="44789"/>
                  </a:lnTo>
                  <a:lnTo>
                    <a:pt x="12963" y="42952"/>
                  </a:lnTo>
                  <a:lnTo>
                    <a:pt x="10495" y="39692"/>
                  </a:lnTo>
                  <a:lnTo>
                    <a:pt x="3428" y="27730"/>
                  </a:lnTo>
                  <a:lnTo>
                    <a:pt x="0" y="16141"/>
                  </a:lnTo>
                  <a:lnTo>
                    <a:pt x="1531" y="12245"/>
                  </a:lnTo>
                  <a:lnTo>
                    <a:pt x="2491" y="11967"/>
                  </a:lnTo>
                  <a:lnTo>
                    <a:pt x="4343" y="12793"/>
                  </a:lnTo>
                  <a:lnTo>
                    <a:pt x="5997" y="14406"/>
                  </a:lnTo>
                  <a:lnTo>
                    <a:pt x="6908" y="15171"/>
                  </a:lnTo>
                  <a:lnTo>
                    <a:pt x="7236" y="15206"/>
                  </a:lnTo>
                  <a:lnTo>
                    <a:pt x="8760" y="15366"/>
                  </a:lnTo>
                  <a:lnTo>
                    <a:pt x="10707" y="16142"/>
                  </a:lnTo>
                  <a:lnTo>
                    <a:pt x="12985" y="17694"/>
                  </a:lnTo>
                  <a:lnTo>
                    <a:pt x="13415" y="17987"/>
                  </a:lnTo>
                  <a:lnTo>
                    <a:pt x="15315" y="19880"/>
                  </a:lnTo>
                  <a:lnTo>
                    <a:pt x="16644" y="21288"/>
                  </a:lnTo>
                  <a:lnTo>
                    <a:pt x="17832" y="21871"/>
                  </a:lnTo>
                  <a:lnTo>
                    <a:pt x="19304" y="21822"/>
                  </a:lnTo>
                  <a:lnTo>
                    <a:pt x="20936" y="20118"/>
                  </a:lnTo>
                  <a:lnTo>
                    <a:pt x="21821" y="18327"/>
                  </a:lnTo>
                  <a:lnTo>
                    <a:pt x="21774" y="16773"/>
                  </a:lnTo>
                  <a:lnTo>
                    <a:pt x="21734" y="16456"/>
                  </a:lnTo>
                  <a:lnTo>
                    <a:pt x="21660" y="15863"/>
                  </a:lnTo>
                  <a:lnTo>
                    <a:pt x="21536" y="14880"/>
                  </a:lnTo>
                  <a:lnTo>
                    <a:pt x="21887" y="13498"/>
                  </a:lnTo>
                  <a:lnTo>
                    <a:pt x="22201" y="12259"/>
                  </a:lnTo>
                  <a:lnTo>
                    <a:pt x="23146" y="10708"/>
                  </a:lnTo>
                  <a:lnTo>
                    <a:pt x="23769" y="9686"/>
                  </a:lnTo>
                  <a:lnTo>
                    <a:pt x="26476" y="7598"/>
                  </a:lnTo>
                  <a:lnTo>
                    <a:pt x="29180" y="6462"/>
                  </a:lnTo>
                  <a:lnTo>
                    <a:pt x="29943" y="6142"/>
                  </a:lnTo>
                  <a:lnTo>
                    <a:pt x="31368" y="4928"/>
                  </a:lnTo>
                  <a:lnTo>
                    <a:pt x="32315" y="4245"/>
                  </a:lnTo>
                  <a:lnTo>
                    <a:pt x="32983" y="3763"/>
                  </a:lnTo>
                  <a:lnTo>
                    <a:pt x="34170" y="2646"/>
                  </a:lnTo>
                  <a:lnTo>
                    <a:pt x="34361" y="1181"/>
                  </a:lnTo>
                  <a:lnTo>
                    <a:pt x="35434" y="1133"/>
                  </a:lnTo>
                  <a:lnTo>
                    <a:pt x="35761" y="1118"/>
                  </a:lnTo>
                  <a:lnTo>
                    <a:pt x="38221" y="625"/>
                  </a:lnTo>
                  <a:lnTo>
                    <a:pt x="40589" y="151"/>
                  </a:lnTo>
                  <a:lnTo>
                    <a:pt x="41347" y="0"/>
                  </a:lnTo>
                  <a:lnTo>
                    <a:pt x="42057" y="133"/>
                  </a:lnTo>
                  <a:lnTo>
                    <a:pt x="42464" y="209"/>
                  </a:lnTo>
                  <a:lnTo>
                    <a:pt x="43177" y="1210"/>
                  </a:lnTo>
                  <a:lnTo>
                    <a:pt x="44365" y="2877"/>
                  </a:lnTo>
                  <a:lnTo>
                    <a:pt x="46361" y="5678"/>
                  </a:lnTo>
                  <a:lnTo>
                    <a:pt x="47016" y="6144"/>
                  </a:lnTo>
                  <a:lnTo>
                    <a:pt x="47923" y="7114"/>
                  </a:lnTo>
                  <a:lnTo>
                    <a:pt x="49770" y="9241"/>
                  </a:lnTo>
                  <a:lnTo>
                    <a:pt x="50449" y="10022"/>
                  </a:lnTo>
                  <a:lnTo>
                    <a:pt x="50835" y="10337"/>
                  </a:lnTo>
                  <a:lnTo>
                    <a:pt x="54738" y="13523"/>
                  </a:lnTo>
                  <a:lnTo>
                    <a:pt x="55921" y="14489"/>
                  </a:lnTo>
                  <a:lnTo>
                    <a:pt x="60123" y="17766"/>
                  </a:lnTo>
                  <a:lnTo>
                    <a:pt x="61376" y="18743"/>
                  </a:lnTo>
                  <a:lnTo>
                    <a:pt x="62626" y="19313"/>
                  </a:lnTo>
                  <a:lnTo>
                    <a:pt x="62920" y="19447"/>
                  </a:lnTo>
                  <a:lnTo>
                    <a:pt x="63730" y="19990"/>
                  </a:lnTo>
                  <a:lnTo>
                    <a:pt x="63981" y="20158"/>
                  </a:lnTo>
                  <a:lnTo>
                    <a:pt x="64194" y="20233"/>
                  </a:lnTo>
                  <a:lnTo>
                    <a:pt x="65445" y="20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14260" y="3453548"/>
              <a:ext cx="183834" cy="132260"/>
            </a:xfrm>
            <a:custGeom>
              <a:avLst/>
              <a:pathLst>
                <a:path w="183834" h="132260">
                  <a:moveTo>
                    <a:pt x="29058" y="9432"/>
                  </a:moveTo>
                  <a:lnTo>
                    <a:pt x="35820" y="17085"/>
                  </a:lnTo>
                  <a:lnTo>
                    <a:pt x="36424" y="17768"/>
                  </a:lnTo>
                  <a:lnTo>
                    <a:pt x="37260" y="18817"/>
                  </a:lnTo>
                  <a:lnTo>
                    <a:pt x="37625" y="19563"/>
                  </a:lnTo>
                  <a:lnTo>
                    <a:pt x="37982" y="20293"/>
                  </a:lnTo>
                  <a:lnTo>
                    <a:pt x="38172" y="21341"/>
                  </a:lnTo>
                  <a:lnTo>
                    <a:pt x="38021" y="23768"/>
                  </a:lnTo>
                  <a:lnTo>
                    <a:pt x="37637" y="29915"/>
                  </a:lnTo>
                  <a:lnTo>
                    <a:pt x="37633" y="30288"/>
                  </a:lnTo>
                  <a:lnTo>
                    <a:pt x="37694" y="30454"/>
                  </a:lnTo>
                  <a:lnTo>
                    <a:pt x="37790" y="30714"/>
                  </a:lnTo>
                  <a:lnTo>
                    <a:pt x="37773" y="30989"/>
                  </a:lnTo>
                  <a:lnTo>
                    <a:pt x="51173" y="32066"/>
                  </a:lnTo>
                  <a:lnTo>
                    <a:pt x="51743" y="32112"/>
                  </a:lnTo>
                  <a:lnTo>
                    <a:pt x="54795" y="32357"/>
                  </a:lnTo>
                  <a:lnTo>
                    <a:pt x="58872" y="32685"/>
                  </a:lnTo>
                  <a:lnTo>
                    <a:pt x="59734" y="32755"/>
                  </a:lnTo>
                  <a:lnTo>
                    <a:pt x="60233" y="32795"/>
                  </a:lnTo>
                  <a:lnTo>
                    <a:pt x="61067" y="32865"/>
                  </a:lnTo>
                  <a:lnTo>
                    <a:pt x="61000" y="33668"/>
                  </a:lnTo>
                  <a:lnTo>
                    <a:pt x="60979" y="33909"/>
                  </a:lnTo>
                  <a:lnTo>
                    <a:pt x="60865" y="35273"/>
                  </a:lnTo>
                  <a:lnTo>
                    <a:pt x="60742" y="36737"/>
                  </a:lnTo>
                  <a:lnTo>
                    <a:pt x="60670" y="37592"/>
                  </a:lnTo>
                  <a:lnTo>
                    <a:pt x="60542" y="39111"/>
                  </a:lnTo>
                  <a:lnTo>
                    <a:pt x="60508" y="39625"/>
                  </a:lnTo>
                  <a:lnTo>
                    <a:pt x="60470" y="40182"/>
                  </a:lnTo>
                  <a:lnTo>
                    <a:pt x="61263" y="40221"/>
                  </a:lnTo>
                  <a:lnTo>
                    <a:pt x="61632" y="40239"/>
                  </a:lnTo>
                  <a:lnTo>
                    <a:pt x="64777" y="40394"/>
                  </a:lnTo>
                  <a:lnTo>
                    <a:pt x="65129" y="40412"/>
                  </a:lnTo>
                  <a:lnTo>
                    <a:pt x="65408" y="40425"/>
                  </a:lnTo>
                  <a:lnTo>
                    <a:pt x="67071" y="40507"/>
                  </a:lnTo>
                  <a:lnTo>
                    <a:pt x="68618" y="40583"/>
                  </a:lnTo>
                  <a:lnTo>
                    <a:pt x="69660" y="40635"/>
                  </a:lnTo>
                  <a:lnTo>
                    <a:pt x="70666" y="40684"/>
                  </a:lnTo>
                  <a:lnTo>
                    <a:pt x="71080" y="40704"/>
                  </a:lnTo>
                  <a:lnTo>
                    <a:pt x="72116" y="40755"/>
                  </a:lnTo>
                  <a:lnTo>
                    <a:pt x="72802" y="40789"/>
                  </a:lnTo>
                  <a:lnTo>
                    <a:pt x="75252" y="40910"/>
                  </a:lnTo>
                  <a:lnTo>
                    <a:pt x="75586" y="40926"/>
                  </a:lnTo>
                  <a:lnTo>
                    <a:pt x="82405" y="41318"/>
                  </a:lnTo>
                  <a:lnTo>
                    <a:pt x="89380" y="41719"/>
                  </a:lnTo>
                  <a:lnTo>
                    <a:pt x="96082" y="42156"/>
                  </a:lnTo>
                  <a:lnTo>
                    <a:pt x="101461" y="42507"/>
                  </a:lnTo>
                  <a:lnTo>
                    <a:pt x="103800" y="42660"/>
                  </a:lnTo>
                  <a:lnTo>
                    <a:pt x="105630" y="42779"/>
                  </a:lnTo>
                  <a:lnTo>
                    <a:pt x="106114" y="42780"/>
                  </a:lnTo>
                  <a:lnTo>
                    <a:pt x="106495" y="42781"/>
                  </a:lnTo>
                  <a:lnTo>
                    <a:pt x="107940" y="42753"/>
                  </a:lnTo>
                  <a:lnTo>
                    <a:pt x="110096" y="42712"/>
                  </a:lnTo>
                  <a:lnTo>
                    <a:pt x="111703" y="45348"/>
                  </a:lnTo>
                  <a:lnTo>
                    <a:pt x="113245" y="44486"/>
                  </a:lnTo>
                  <a:lnTo>
                    <a:pt x="117980" y="41839"/>
                  </a:lnTo>
                  <a:lnTo>
                    <a:pt x="118146" y="41746"/>
                  </a:lnTo>
                  <a:lnTo>
                    <a:pt x="121796" y="39706"/>
                  </a:lnTo>
                  <a:lnTo>
                    <a:pt x="123917" y="38520"/>
                  </a:lnTo>
                  <a:lnTo>
                    <a:pt x="127136" y="36702"/>
                  </a:lnTo>
                  <a:lnTo>
                    <a:pt x="127550" y="36400"/>
                  </a:lnTo>
                  <a:lnTo>
                    <a:pt x="127734" y="36250"/>
                  </a:lnTo>
                  <a:lnTo>
                    <a:pt x="127984" y="36047"/>
                  </a:lnTo>
                  <a:lnTo>
                    <a:pt x="128371" y="35732"/>
                  </a:lnTo>
                  <a:lnTo>
                    <a:pt x="129850" y="34530"/>
                  </a:lnTo>
                  <a:lnTo>
                    <a:pt x="130162" y="34276"/>
                  </a:lnTo>
                  <a:lnTo>
                    <a:pt x="138741" y="29058"/>
                  </a:lnTo>
                  <a:lnTo>
                    <a:pt x="141144" y="27615"/>
                  </a:lnTo>
                  <a:lnTo>
                    <a:pt x="145267" y="25138"/>
                  </a:lnTo>
                  <a:lnTo>
                    <a:pt x="159648" y="16203"/>
                  </a:lnTo>
                  <a:lnTo>
                    <a:pt x="164242" y="13869"/>
                  </a:lnTo>
                  <a:lnTo>
                    <a:pt x="168042" y="11199"/>
                  </a:lnTo>
                  <a:lnTo>
                    <a:pt x="171129" y="7922"/>
                  </a:lnTo>
                  <a:lnTo>
                    <a:pt x="172703" y="5120"/>
                  </a:lnTo>
                  <a:lnTo>
                    <a:pt x="172317" y="8407"/>
                  </a:lnTo>
                  <a:lnTo>
                    <a:pt x="173504" y="16539"/>
                  </a:lnTo>
                  <a:lnTo>
                    <a:pt x="175166" y="22729"/>
                  </a:lnTo>
                  <a:lnTo>
                    <a:pt x="175641" y="26248"/>
                  </a:lnTo>
                  <a:lnTo>
                    <a:pt x="176710" y="30860"/>
                  </a:lnTo>
                  <a:lnTo>
                    <a:pt x="177095" y="34259"/>
                  </a:lnTo>
                  <a:lnTo>
                    <a:pt x="177149" y="34579"/>
                  </a:lnTo>
                  <a:lnTo>
                    <a:pt x="177495" y="36705"/>
                  </a:lnTo>
                  <a:lnTo>
                    <a:pt x="177737" y="38195"/>
                  </a:lnTo>
                  <a:lnTo>
                    <a:pt x="178377" y="42966"/>
                  </a:lnTo>
                  <a:lnTo>
                    <a:pt x="178594" y="44582"/>
                  </a:lnTo>
                  <a:lnTo>
                    <a:pt x="178650" y="45108"/>
                  </a:lnTo>
                  <a:lnTo>
                    <a:pt x="179560" y="48458"/>
                  </a:lnTo>
                  <a:lnTo>
                    <a:pt x="182053" y="51978"/>
                  </a:lnTo>
                  <a:lnTo>
                    <a:pt x="183834" y="56590"/>
                  </a:lnTo>
                  <a:lnTo>
                    <a:pt x="183122" y="58775"/>
                  </a:lnTo>
                  <a:lnTo>
                    <a:pt x="180628" y="62537"/>
                  </a:lnTo>
                  <a:lnTo>
                    <a:pt x="177895" y="67410"/>
                  </a:lnTo>
                  <a:lnTo>
                    <a:pt x="174411" y="69660"/>
                  </a:lnTo>
                  <a:lnTo>
                    <a:pt x="173586" y="70194"/>
                  </a:lnTo>
                  <a:lnTo>
                    <a:pt x="170496" y="72556"/>
                  </a:lnTo>
                  <a:lnTo>
                    <a:pt x="164976" y="74679"/>
                  </a:lnTo>
                  <a:lnTo>
                    <a:pt x="161446" y="76036"/>
                  </a:lnTo>
                  <a:lnTo>
                    <a:pt x="153144" y="81745"/>
                  </a:lnTo>
                  <a:lnTo>
                    <a:pt x="149691" y="92130"/>
                  </a:lnTo>
                  <a:lnTo>
                    <a:pt x="149192" y="93629"/>
                  </a:lnTo>
                  <a:lnTo>
                    <a:pt x="147430" y="102040"/>
                  </a:lnTo>
                  <a:lnTo>
                    <a:pt x="147084" y="103886"/>
                  </a:lnTo>
                  <a:lnTo>
                    <a:pt x="147033" y="104155"/>
                  </a:lnTo>
                  <a:lnTo>
                    <a:pt x="146874" y="105004"/>
                  </a:lnTo>
                  <a:lnTo>
                    <a:pt x="147323" y="105176"/>
                  </a:lnTo>
                  <a:lnTo>
                    <a:pt x="146505" y="106888"/>
                  </a:lnTo>
                  <a:lnTo>
                    <a:pt x="142272" y="115594"/>
                  </a:lnTo>
                  <a:lnTo>
                    <a:pt x="141770" y="116633"/>
                  </a:lnTo>
                  <a:lnTo>
                    <a:pt x="141668" y="116860"/>
                  </a:lnTo>
                  <a:lnTo>
                    <a:pt x="139311" y="122123"/>
                  </a:lnTo>
                  <a:lnTo>
                    <a:pt x="137067" y="127133"/>
                  </a:lnTo>
                  <a:lnTo>
                    <a:pt x="134364" y="125872"/>
                  </a:lnTo>
                  <a:lnTo>
                    <a:pt x="134133" y="126314"/>
                  </a:lnTo>
                  <a:lnTo>
                    <a:pt x="133548" y="127435"/>
                  </a:lnTo>
                  <a:lnTo>
                    <a:pt x="130927" y="132260"/>
                  </a:lnTo>
                  <a:lnTo>
                    <a:pt x="124207" y="124499"/>
                  </a:lnTo>
                  <a:lnTo>
                    <a:pt x="120951" y="120737"/>
                  </a:lnTo>
                  <a:lnTo>
                    <a:pt x="120724" y="120475"/>
                  </a:lnTo>
                  <a:lnTo>
                    <a:pt x="114942" y="113797"/>
                  </a:lnTo>
                  <a:lnTo>
                    <a:pt x="112253" y="110691"/>
                  </a:lnTo>
                  <a:lnTo>
                    <a:pt x="110847" y="109599"/>
                  </a:lnTo>
                  <a:lnTo>
                    <a:pt x="110150" y="109057"/>
                  </a:lnTo>
                  <a:lnTo>
                    <a:pt x="107663" y="108487"/>
                  </a:lnTo>
                  <a:lnTo>
                    <a:pt x="105625" y="108019"/>
                  </a:lnTo>
                  <a:lnTo>
                    <a:pt x="100461" y="106834"/>
                  </a:lnTo>
                  <a:lnTo>
                    <a:pt x="98644" y="106397"/>
                  </a:lnTo>
                  <a:lnTo>
                    <a:pt x="98742" y="103766"/>
                  </a:lnTo>
                  <a:lnTo>
                    <a:pt x="98058" y="103725"/>
                  </a:lnTo>
                  <a:lnTo>
                    <a:pt x="97686" y="103703"/>
                  </a:lnTo>
                  <a:lnTo>
                    <a:pt x="95392" y="103567"/>
                  </a:lnTo>
                  <a:lnTo>
                    <a:pt x="94912" y="103539"/>
                  </a:lnTo>
                  <a:lnTo>
                    <a:pt x="94714" y="103527"/>
                  </a:lnTo>
                  <a:lnTo>
                    <a:pt x="94126" y="103493"/>
                  </a:lnTo>
                  <a:lnTo>
                    <a:pt x="91823" y="103356"/>
                  </a:lnTo>
                  <a:lnTo>
                    <a:pt x="87859" y="103122"/>
                  </a:lnTo>
                  <a:lnTo>
                    <a:pt x="85301" y="102971"/>
                  </a:lnTo>
                  <a:lnTo>
                    <a:pt x="84619" y="102912"/>
                  </a:lnTo>
                  <a:lnTo>
                    <a:pt x="80057" y="102516"/>
                  </a:lnTo>
                  <a:lnTo>
                    <a:pt x="79668" y="102490"/>
                  </a:lnTo>
                  <a:lnTo>
                    <a:pt x="78094" y="102738"/>
                  </a:lnTo>
                  <a:lnTo>
                    <a:pt x="77731" y="103086"/>
                  </a:lnTo>
                  <a:lnTo>
                    <a:pt x="77321" y="103480"/>
                  </a:lnTo>
                  <a:lnTo>
                    <a:pt x="71693" y="102946"/>
                  </a:lnTo>
                  <a:lnTo>
                    <a:pt x="70760" y="102410"/>
                  </a:lnTo>
                  <a:lnTo>
                    <a:pt x="70553" y="102291"/>
                  </a:lnTo>
                  <a:lnTo>
                    <a:pt x="70316" y="102279"/>
                  </a:lnTo>
                  <a:lnTo>
                    <a:pt x="63514" y="101922"/>
                  </a:lnTo>
                  <a:lnTo>
                    <a:pt x="57112" y="101587"/>
                  </a:lnTo>
                  <a:lnTo>
                    <a:pt x="54333" y="101307"/>
                  </a:lnTo>
                  <a:lnTo>
                    <a:pt x="54630" y="100881"/>
                  </a:lnTo>
                  <a:lnTo>
                    <a:pt x="55304" y="99912"/>
                  </a:lnTo>
                  <a:lnTo>
                    <a:pt x="55450" y="99687"/>
                  </a:lnTo>
                  <a:lnTo>
                    <a:pt x="55619" y="99284"/>
                  </a:lnTo>
                  <a:lnTo>
                    <a:pt x="55715" y="99056"/>
                  </a:lnTo>
                  <a:lnTo>
                    <a:pt x="55865" y="98699"/>
                  </a:lnTo>
                  <a:lnTo>
                    <a:pt x="55983" y="98416"/>
                  </a:lnTo>
                  <a:lnTo>
                    <a:pt x="56404" y="97414"/>
                  </a:lnTo>
                  <a:lnTo>
                    <a:pt x="56481" y="97227"/>
                  </a:lnTo>
                  <a:lnTo>
                    <a:pt x="56637" y="96353"/>
                  </a:lnTo>
                  <a:lnTo>
                    <a:pt x="56699" y="96006"/>
                  </a:lnTo>
                  <a:lnTo>
                    <a:pt x="56769" y="95612"/>
                  </a:lnTo>
                  <a:lnTo>
                    <a:pt x="56837" y="95234"/>
                  </a:lnTo>
                  <a:lnTo>
                    <a:pt x="57350" y="87260"/>
                  </a:lnTo>
                  <a:lnTo>
                    <a:pt x="57373" y="86906"/>
                  </a:lnTo>
                  <a:lnTo>
                    <a:pt x="57418" y="86209"/>
                  </a:lnTo>
                  <a:lnTo>
                    <a:pt x="57471" y="85380"/>
                  </a:lnTo>
                  <a:lnTo>
                    <a:pt x="57482" y="85205"/>
                  </a:lnTo>
                  <a:lnTo>
                    <a:pt x="57512" y="84740"/>
                  </a:lnTo>
                  <a:lnTo>
                    <a:pt x="57523" y="84562"/>
                  </a:lnTo>
                  <a:lnTo>
                    <a:pt x="57557" y="84043"/>
                  </a:lnTo>
                  <a:lnTo>
                    <a:pt x="57684" y="81652"/>
                  </a:lnTo>
                  <a:lnTo>
                    <a:pt x="57693" y="81479"/>
                  </a:lnTo>
                  <a:lnTo>
                    <a:pt x="57796" y="79556"/>
                  </a:lnTo>
                  <a:lnTo>
                    <a:pt x="57812" y="79266"/>
                  </a:lnTo>
                  <a:lnTo>
                    <a:pt x="57828" y="78956"/>
                  </a:lnTo>
                  <a:lnTo>
                    <a:pt x="57868" y="78217"/>
                  </a:lnTo>
                  <a:lnTo>
                    <a:pt x="57979" y="76127"/>
                  </a:lnTo>
                  <a:lnTo>
                    <a:pt x="58124" y="73422"/>
                  </a:lnTo>
                  <a:lnTo>
                    <a:pt x="49739" y="72860"/>
                  </a:lnTo>
                  <a:lnTo>
                    <a:pt x="49772" y="72372"/>
                  </a:lnTo>
                  <a:lnTo>
                    <a:pt x="49788" y="72152"/>
                  </a:lnTo>
                  <a:lnTo>
                    <a:pt x="49855" y="71168"/>
                  </a:lnTo>
                  <a:lnTo>
                    <a:pt x="49967" y="69546"/>
                  </a:lnTo>
                  <a:lnTo>
                    <a:pt x="50013" y="68883"/>
                  </a:lnTo>
                  <a:lnTo>
                    <a:pt x="50023" y="68731"/>
                  </a:lnTo>
                  <a:lnTo>
                    <a:pt x="50048" y="68367"/>
                  </a:lnTo>
                  <a:lnTo>
                    <a:pt x="50107" y="67515"/>
                  </a:lnTo>
                  <a:lnTo>
                    <a:pt x="50135" y="67106"/>
                  </a:lnTo>
                  <a:lnTo>
                    <a:pt x="50170" y="66607"/>
                  </a:lnTo>
                  <a:lnTo>
                    <a:pt x="50343" y="64099"/>
                  </a:lnTo>
                  <a:lnTo>
                    <a:pt x="50363" y="63809"/>
                  </a:lnTo>
                  <a:lnTo>
                    <a:pt x="50415" y="63044"/>
                  </a:lnTo>
                  <a:lnTo>
                    <a:pt x="50427" y="62879"/>
                  </a:lnTo>
                  <a:lnTo>
                    <a:pt x="42864" y="62486"/>
                  </a:lnTo>
                  <a:lnTo>
                    <a:pt x="43079" y="64099"/>
                  </a:lnTo>
                  <a:lnTo>
                    <a:pt x="43144" y="64586"/>
                  </a:lnTo>
                  <a:lnTo>
                    <a:pt x="43221" y="65162"/>
                  </a:lnTo>
                  <a:lnTo>
                    <a:pt x="43263" y="65534"/>
                  </a:lnTo>
                  <a:lnTo>
                    <a:pt x="43963" y="71782"/>
                  </a:lnTo>
                  <a:lnTo>
                    <a:pt x="40464" y="71646"/>
                  </a:lnTo>
                  <a:lnTo>
                    <a:pt x="40409" y="70778"/>
                  </a:lnTo>
                  <a:lnTo>
                    <a:pt x="31666" y="71253"/>
                  </a:lnTo>
                  <a:lnTo>
                    <a:pt x="31402" y="70473"/>
                  </a:lnTo>
                  <a:lnTo>
                    <a:pt x="31242" y="69999"/>
                  </a:lnTo>
                  <a:lnTo>
                    <a:pt x="31083" y="69530"/>
                  </a:lnTo>
                  <a:lnTo>
                    <a:pt x="30949" y="69136"/>
                  </a:lnTo>
                  <a:lnTo>
                    <a:pt x="30583" y="68053"/>
                  </a:lnTo>
                  <a:lnTo>
                    <a:pt x="30492" y="67784"/>
                  </a:lnTo>
                  <a:lnTo>
                    <a:pt x="30071" y="66540"/>
                  </a:lnTo>
                  <a:lnTo>
                    <a:pt x="29744" y="65766"/>
                  </a:lnTo>
                  <a:lnTo>
                    <a:pt x="29365" y="64865"/>
                  </a:lnTo>
                  <a:lnTo>
                    <a:pt x="28754" y="63415"/>
                  </a:lnTo>
                  <a:lnTo>
                    <a:pt x="28698" y="63283"/>
                  </a:lnTo>
                  <a:lnTo>
                    <a:pt x="28477" y="62756"/>
                  </a:lnTo>
                  <a:lnTo>
                    <a:pt x="28006" y="61638"/>
                  </a:lnTo>
                  <a:lnTo>
                    <a:pt x="27849" y="61492"/>
                  </a:lnTo>
                  <a:lnTo>
                    <a:pt x="27538" y="61202"/>
                  </a:lnTo>
                  <a:lnTo>
                    <a:pt x="27067" y="60764"/>
                  </a:lnTo>
                  <a:lnTo>
                    <a:pt x="26632" y="60359"/>
                  </a:lnTo>
                  <a:lnTo>
                    <a:pt x="26245" y="59999"/>
                  </a:lnTo>
                  <a:lnTo>
                    <a:pt x="25712" y="59503"/>
                  </a:lnTo>
                  <a:lnTo>
                    <a:pt x="24160" y="58059"/>
                  </a:lnTo>
                  <a:lnTo>
                    <a:pt x="24256" y="57693"/>
                  </a:lnTo>
                  <a:lnTo>
                    <a:pt x="24648" y="56197"/>
                  </a:lnTo>
                  <a:lnTo>
                    <a:pt x="25070" y="54581"/>
                  </a:lnTo>
                  <a:lnTo>
                    <a:pt x="25055" y="54000"/>
                  </a:lnTo>
                  <a:lnTo>
                    <a:pt x="25001" y="51942"/>
                  </a:lnTo>
                  <a:lnTo>
                    <a:pt x="23584" y="49196"/>
                  </a:lnTo>
                  <a:lnTo>
                    <a:pt x="23001" y="48040"/>
                  </a:lnTo>
                  <a:lnTo>
                    <a:pt x="21412" y="47018"/>
                  </a:lnTo>
                  <a:lnTo>
                    <a:pt x="19632" y="45196"/>
                  </a:lnTo>
                  <a:lnTo>
                    <a:pt x="17302" y="43380"/>
                  </a:lnTo>
                  <a:lnTo>
                    <a:pt x="15615" y="38813"/>
                  </a:lnTo>
                  <a:lnTo>
                    <a:pt x="15521" y="38558"/>
                  </a:lnTo>
                  <a:lnTo>
                    <a:pt x="15284" y="37915"/>
                  </a:lnTo>
                  <a:lnTo>
                    <a:pt x="13088" y="35389"/>
                  </a:lnTo>
                  <a:lnTo>
                    <a:pt x="11663" y="32864"/>
                  </a:lnTo>
                  <a:lnTo>
                    <a:pt x="11520" y="31651"/>
                  </a:lnTo>
                  <a:lnTo>
                    <a:pt x="11238" y="31137"/>
                  </a:lnTo>
                  <a:lnTo>
                    <a:pt x="4609" y="30533"/>
                  </a:lnTo>
                  <a:lnTo>
                    <a:pt x="7253" y="24028"/>
                  </a:lnTo>
                  <a:lnTo>
                    <a:pt x="4302" y="23794"/>
                  </a:lnTo>
                  <a:lnTo>
                    <a:pt x="2846" y="23678"/>
                  </a:lnTo>
                  <a:lnTo>
                    <a:pt x="3004" y="21990"/>
                  </a:lnTo>
                  <a:lnTo>
                    <a:pt x="3378" y="18008"/>
                  </a:lnTo>
                  <a:lnTo>
                    <a:pt x="0" y="16472"/>
                  </a:lnTo>
                  <a:lnTo>
                    <a:pt x="990" y="15169"/>
                  </a:lnTo>
                  <a:lnTo>
                    <a:pt x="2440" y="13430"/>
                  </a:lnTo>
                  <a:lnTo>
                    <a:pt x="2593" y="13246"/>
                  </a:lnTo>
                  <a:lnTo>
                    <a:pt x="8385" y="6300"/>
                  </a:lnTo>
                  <a:lnTo>
                    <a:pt x="7798" y="4797"/>
                  </a:lnTo>
                  <a:lnTo>
                    <a:pt x="7634" y="4377"/>
                  </a:lnTo>
                  <a:lnTo>
                    <a:pt x="8968" y="3046"/>
                  </a:lnTo>
                  <a:lnTo>
                    <a:pt x="12378" y="5728"/>
                  </a:lnTo>
                  <a:lnTo>
                    <a:pt x="12645" y="5938"/>
                  </a:lnTo>
                  <a:lnTo>
                    <a:pt x="16200" y="9084"/>
                  </a:lnTo>
                  <a:lnTo>
                    <a:pt x="17730" y="10438"/>
                  </a:lnTo>
                  <a:lnTo>
                    <a:pt x="18684" y="11226"/>
                  </a:lnTo>
                  <a:lnTo>
                    <a:pt x="18877" y="11061"/>
                  </a:lnTo>
                  <a:lnTo>
                    <a:pt x="19350" y="10656"/>
                  </a:lnTo>
                  <a:lnTo>
                    <a:pt x="20038" y="10067"/>
                  </a:lnTo>
                  <a:lnTo>
                    <a:pt x="20840" y="8299"/>
                  </a:lnTo>
                  <a:lnTo>
                    <a:pt x="18381" y="6256"/>
                  </a:lnTo>
                  <a:lnTo>
                    <a:pt x="15790" y="4103"/>
                  </a:lnTo>
                  <a:lnTo>
                    <a:pt x="14655" y="3160"/>
                  </a:lnTo>
                  <a:lnTo>
                    <a:pt x="14561" y="2995"/>
                  </a:lnTo>
                  <a:lnTo>
                    <a:pt x="16354" y="448"/>
                  </a:lnTo>
                  <a:lnTo>
                    <a:pt x="16663" y="0"/>
                  </a:lnTo>
                  <a:lnTo>
                    <a:pt x="24897" y="5776"/>
                  </a:lnTo>
                  <a:lnTo>
                    <a:pt x="25561" y="6241"/>
                  </a:lnTo>
                  <a:lnTo>
                    <a:pt x="26213" y="6837"/>
                  </a:lnTo>
                  <a:lnTo>
                    <a:pt x="27708" y="8200"/>
                  </a:lnTo>
                  <a:lnTo>
                    <a:pt x="28262" y="8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863046" y="3554856"/>
              <a:ext cx="181246" cy="109524"/>
            </a:xfrm>
            <a:custGeom>
              <a:avLst/>
              <a:pathLst>
                <a:path w="181246" h="109524">
                  <a:moveTo>
                    <a:pt x="22908" y="1639"/>
                  </a:moveTo>
                  <a:lnTo>
                    <a:pt x="28536" y="2173"/>
                  </a:lnTo>
                  <a:lnTo>
                    <a:pt x="28946" y="1778"/>
                  </a:lnTo>
                  <a:lnTo>
                    <a:pt x="29308" y="1430"/>
                  </a:lnTo>
                  <a:lnTo>
                    <a:pt x="30911" y="1178"/>
                  </a:lnTo>
                  <a:lnTo>
                    <a:pt x="31271" y="1209"/>
                  </a:lnTo>
                  <a:lnTo>
                    <a:pt x="35834" y="1604"/>
                  </a:lnTo>
                  <a:lnTo>
                    <a:pt x="36515" y="1663"/>
                  </a:lnTo>
                  <a:lnTo>
                    <a:pt x="39073" y="1814"/>
                  </a:lnTo>
                  <a:lnTo>
                    <a:pt x="43038" y="2049"/>
                  </a:lnTo>
                  <a:lnTo>
                    <a:pt x="45340" y="2185"/>
                  </a:lnTo>
                  <a:lnTo>
                    <a:pt x="45928" y="2220"/>
                  </a:lnTo>
                  <a:lnTo>
                    <a:pt x="46126" y="2231"/>
                  </a:lnTo>
                  <a:lnTo>
                    <a:pt x="46606" y="2260"/>
                  </a:lnTo>
                  <a:lnTo>
                    <a:pt x="48901" y="2396"/>
                  </a:lnTo>
                  <a:lnTo>
                    <a:pt x="49272" y="2418"/>
                  </a:lnTo>
                  <a:lnTo>
                    <a:pt x="49956" y="2458"/>
                  </a:lnTo>
                  <a:lnTo>
                    <a:pt x="49858" y="5109"/>
                  </a:lnTo>
                  <a:lnTo>
                    <a:pt x="51675" y="5526"/>
                  </a:lnTo>
                  <a:lnTo>
                    <a:pt x="56839" y="6711"/>
                  </a:lnTo>
                  <a:lnTo>
                    <a:pt x="58877" y="7179"/>
                  </a:lnTo>
                  <a:lnTo>
                    <a:pt x="61364" y="7750"/>
                  </a:lnTo>
                  <a:lnTo>
                    <a:pt x="62061" y="8291"/>
                  </a:lnTo>
                  <a:lnTo>
                    <a:pt x="63472" y="9388"/>
                  </a:lnTo>
                  <a:lnTo>
                    <a:pt x="66157" y="12489"/>
                  </a:lnTo>
                  <a:lnTo>
                    <a:pt x="71939" y="19168"/>
                  </a:lnTo>
                  <a:lnTo>
                    <a:pt x="72165" y="19430"/>
                  </a:lnTo>
                  <a:lnTo>
                    <a:pt x="75422" y="23191"/>
                  </a:lnTo>
                  <a:lnTo>
                    <a:pt x="82206" y="31028"/>
                  </a:lnTo>
                  <a:lnTo>
                    <a:pt x="84763" y="26128"/>
                  </a:lnTo>
                  <a:lnTo>
                    <a:pt x="85348" y="25007"/>
                  </a:lnTo>
                  <a:lnTo>
                    <a:pt x="85606" y="24577"/>
                  </a:lnTo>
                  <a:lnTo>
                    <a:pt x="88281" y="25825"/>
                  </a:lnTo>
                  <a:lnTo>
                    <a:pt x="90526" y="20815"/>
                  </a:lnTo>
                  <a:lnTo>
                    <a:pt x="92882" y="15553"/>
                  </a:lnTo>
                  <a:lnTo>
                    <a:pt x="93025" y="15235"/>
                  </a:lnTo>
                  <a:lnTo>
                    <a:pt x="93486" y="14286"/>
                  </a:lnTo>
                  <a:lnTo>
                    <a:pt x="97744" y="5529"/>
                  </a:lnTo>
                  <a:lnTo>
                    <a:pt x="98537" y="3869"/>
                  </a:lnTo>
                  <a:lnTo>
                    <a:pt x="103522" y="6303"/>
                  </a:lnTo>
                  <a:lnTo>
                    <a:pt x="104463" y="6762"/>
                  </a:lnTo>
                  <a:lnTo>
                    <a:pt x="105728" y="7325"/>
                  </a:lnTo>
                  <a:lnTo>
                    <a:pt x="108735" y="8664"/>
                  </a:lnTo>
                  <a:lnTo>
                    <a:pt x="111108" y="9721"/>
                  </a:lnTo>
                  <a:lnTo>
                    <a:pt x="111835" y="10044"/>
                  </a:lnTo>
                  <a:lnTo>
                    <a:pt x="111060" y="12045"/>
                  </a:lnTo>
                  <a:lnTo>
                    <a:pt x="110766" y="12804"/>
                  </a:lnTo>
                  <a:lnTo>
                    <a:pt x="111830" y="13290"/>
                  </a:lnTo>
                  <a:lnTo>
                    <a:pt x="116791" y="15556"/>
                  </a:lnTo>
                  <a:lnTo>
                    <a:pt x="118857" y="12219"/>
                  </a:lnTo>
                  <a:lnTo>
                    <a:pt x="119782" y="11966"/>
                  </a:lnTo>
                  <a:lnTo>
                    <a:pt x="120088" y="11882"/>
                  </a:lnTo>
                  <a:lnTo>
                    <a:pt x="120824" y="11680"/>
                  </a:lnTo>
                  <a:lnTo>
                    <a:pt x="121614" y="11179"/>
                  </a:lnTo>
                  <a:lnTo>
                    <a:pt x="121747" y="11038"/>
                  </a:lnTo>
                  <a:lnTo>
                    <a:pt x="122143" y="10594"/>
                  </a:lnTo>
                  <a:lnTo>
                    <a:pt x="122493" y="10698"/>
                  </a:lnTo>
                  <a:lnTo>
                    <a:pt x="126479" y="11561"/>
                  </a:lnTo>
                  <a:lnTo>
                    <a:pt x="126871" y="11646"/>
                  </a:lnTo>
                  <a:lnTo>
                    <a:pt x="130919" y="12522"/>
                  </a:lnTo>
                  <a:lnTo>
                    <a:pt x="131538" y="12656"/>
                  </a:lnTo>
                  <a:lnTo>
                    <a:pt x="132491" y="12859"/>
                  </a:lnTo>
                  <a:lnTo>
                    <a:pt x="135628" y="13477"/>
                  </a:lnTo>
                  <a:lnTo>
                    <a:pt x="135896" y="13537"/>
                  </a:lnTo>
                  <a:lnTo>
                    <a:pt x="137803" y="17107"/>
                  </a:lnTo>
                  <a:lnTo>
                    <a:pt x="138347" y="18126"/>
                  </a:lnTo>
                  <a:lnTo>
                    <a:pt x="137616" y="18577"/>
                  </a:lnTo>
                  <a:lnTo>
                    <a:pt x="137331" y="18753"/>
                  </a:lnTo>
                  <a:lnTo>
                    <a:pt x="138645" y="20432"/>
                  </a:lnTo>
                  <a:lnTo>
                    <a:pt x="139351" y="21334"/>
                  </a:lnTo>
                  <a:lnTo>
                    <a:pt x="138409" y="21989"/>
                  </a:lnTo>
                  <a:lnTo>
                    <a:pt x="138677" y="22560"/>
                  </a:lnTo>
                  <a:lnTo>
                    <a:pt x="138834" y="22929"/>
                  </a:lnTo>
                  <a:lnTo>
                    <a:pt x="139152" y="23710"/>
                  </a:lnTo>
                  <a:lnTo>
                    <a:pt x="139252" y="24039"/>
                  </a:lnTo>
                  <a:lnTo>
                    <a:pt x="139413" y="24568"/>
                  </a:lnTo>
                  <a:lnTo>
                    <a:pt x="139548" y="25012"/>
                  </a:lnTo>
                  <a:lnTo>
                    <a:pt x="139648" y="25342"/>
                  </a:lnTo>
                  <a:lnTo>
                    <a:pt x="139799" y="25922"/>
                  </a:lnTo>
                  <a:lnTo>
                    <a:pt x="140041" y="26851"/>
                  </a:lnTo>
                  <a:lnTo>
                    <a:pt x="140521" y="28694"/>
                  </a:lnTo>
                  <a:lnTo>
                    <a:pt x="141414" y="32125"/>
                  </a:lnTo>
                  <a:lnTo>
                    <a:pt x="141559" y="32684"/>
                  </a:lnTo>
                  <a:lnTo>
                    <a:pt x="141680" y="32909"/>
                  </a:lnTo>
                  <a:lnTo>
                    <a:pt x="141762" y="33063"/>
                  </a:lnTo>
                  <a:lnTo>
                    <a:pt x="142034" y="33570"/>
                  </a:lnTo>
                  <a:lnTo>
                    <a:pt x="145132" y="37302"/>
                  </a:lnTo>
                  <a:lnTo>
                    <a:pt x="146145" y="38522"/>
                  </a:lnTo>
                  <a:lnTo>
                    <a:pt x="146677" y="39163"/>
                  </a:lnTo>
                  <a:lnTo>
                    <a:pt x="146710" y="39421"/>
                  </a:lnTo>
                  <a:lnTo>
                    <a:pt x="146479" y="39601"/>
                  </a:lnTo>
                  <a:lnTo>
                    <a:pt x="146239" y="39788"/>
                  </a:lnTo>
                  <a:lnTo>
                    <a:pt x="144755" y="40945"/>
                  </a:lnTo>
                  <a:lnTo>
                    <a:pt x="145519" y="40962"/>
                  </a:lnTo>
                  <a:lnTo>
                    <a:pt x="145648" y="40937"/>
                  </a:lnTo>
                  <a:lnTo>
                    <a:pt x="146023" y="40864"/>
                  </a:lnTo>
                  <a:lnTo>
                    <a:pt x="146716" y="40728"/>
                  </a:lnTo>
                  <a:lnTo>
                    <a:pt x="147135" y="40646"/>
                  </a:lnTo>
                  <a:lnTo>
                    <a:pt x="147383" y="40598"/>
                  </a:lnTo>
                  <a:lnTo>
                    <a:pt x="147733" y="40529"/>
                  </a:lnTo>
                  <a:lnTo>
                    <a:pt x="148126" y="40452"/>
                  </a:lnTo>
                  <a:lnTo>
                    <a:pt x="148642" y="40351"/>
                  </a:lnTo>
                  <a:lnTo>
                    <a:pt x="148869" y="40307"/>
                  </a:lnTo>
                  <a:lnTo>
                    <a:pt x="149656" y="40153"/>
                  </a:lnTo>
                  <a:lnTo>
                    <a:pt x="150369" y="40014"/>
                  </a:lnTo>
                  <a:lnTo>
                    <a:pt x="151643" y="39764"/>
                  </a:lnTo>
                  <a:lnTo>
                    <a:pt x="152362" y="39624"/>
                  </a:lnTo>
                  <a:lnTo>
                    <a:pt x="153433" y="39414"/>
                  </a:lnTo>
                  <a:lnTo>
                    <a:pt x="154362" y="39093"/>
                  </a:lnTo>
                  <a:lnTo>
                    <a:pt x="154391" y="38652"/>
                  </a:lnTo>
                  <a:lnTo>
                    <a:pt x="154419" y="38253"/>
                  </a:lnTo>
                  <a:lnTo>
                    <a:pt x="157560" y="37840"/>
                  </a:lnTo>
                  <a:lnTo>
                    <a:pt x="159151" y="34265"/>
                  </a:lnTo>
                  <a:lnTo>
                    <a:pt x="160959" y="34584"/>
                  </a:lnTo>
                  <a:lnTo>
                    <a:pt x="163435" y="35020"/>
                  </a:lnTo>
                  <a:lnTo>
                    <a:pt x="163848" y="35285"/>
                  </a:lnTo>
                  <a:lnTo>
                    <a:pt x="164560" y="35745"/>
                  </a:lnTo>
                  <a:lnTo>
                    <a:pt x="164688" y="35828"/>
                  </a:lnTo>
                  <a:lnTo>
                    <a:pt x="165198" y="36156"/>
                  </a:lnTo>
                  <a:lnTo>
                    <a:pt x="165692" y="36474"/>
                  </a:lnTo>
                  <a:lnTo>
                    <a:pt x="165890" y="36603"/>
                  </a:lnTo>
                  <a:lnTo>
                    <a:pt x="166266" y="36845"/>
                  </a:lnTo>
                  <a:lnTo>
                    <a:pt x="166859" y="37398"/>
                  </a:lnTo>
                  <a:lnTo>
                    <a:pt x="167814" y="38291"/>
                  </a:lnTo>
                  <a:lnTo>
                    <a:pt x="169487" y="39854"/>
                  </a:lnTo>
                  <a:lnTo>
                    <a:pt x="170149" y="40472"/>
                  </a:lnTo>
                  <a:lnTo>
                    <a:pt x="170400" y="40767"/>
                  </a:lnTo>
                  <a:lnTo>
                    <a:pt x="169603" y="41058"/>
                  </a:lnTo>
                  <a:lnTo>
                    <a:pt x="169346" y="41152"/>
                  </a:lnTo>
                  <a:lnTo>
                    <a:pt x="168198" y="41571"/>
                  </a:lnTo>
                  <a:lnTo>
                    <a:pt x="166488" y="42195"/>
                  </a:lnTo>
                  <a:lnTo>
                    <a:pt x="164416" y="42951"/>
                  </a:lnTo>
                  <a:lnTo>
                    <a:pt x="164090" y="43030"/>
                  </a:lnTo>
                  <a:lnTo>
                    <a:pt x="160887" y="43801"/>
                  </a:lnTo>
                  <a:lnTo>
                    <a:pt x="160284" y="43947"/>
                  </a:lnTo>
                  <a:lnTo>
                    <a:pt x="159917" y="44086"/>
                  </a:lnTo>
                  <a:lnTo>
                    <a:pt x="159519" y="44238"/>
                  </a:lnTo>
                  <a:lnTo>
                    <a:pt x="159263" y="44335"/>
                  </a:lnTo>
                  <a:lnTo>
                    <a:pt x="159094" y="44526"/>
                  </a:lnTo>
                  <a:lnTo>
                    <a:pt x="158649" y="45029"/>
                  </a:lnTo>
                  <a:lnTo>
                    <a:pt x="158859" y="45169"/>
                  </a:lnTo>
                  <a:lnTo>
                    <a:pt x="159067" y="45309"/>
                  </a:lnTo>
                  <a:lnTo>
                    <a:pt x="163840" y="48514"/>
                  </a:lnTo>
                  <a:lnTo>
                    <a:pt x="169039" y="52006"/>
                  </a:lnTo>
                  <a:lnTo>
                    <a:pt x="169187" y="52105"/>
                  </a:lnTo>
                  <a:lnTo>
                    <a:pt x="169713" y="52458"/>
                  </a:lnTo>
                  <a:lnTo>
                    <a:pt x="173875" y="55254"/>
                  </a:lnTo>
                  <a:lnTo>
                    <a:pt x="181246" y="60204"/>
                  </a:lnTo>
                  <a:lnTo>
                    <a:pt x="180795" y="60906"/>
                  </a:lnTo>
                  <a:lnTo>
                    <a:pt x="180396" y="61508"/>
                  </a:lnTo>
                  <a:lnTo>
                    <a:pt x="173085" y="72523"/>
                  </a:lnTo>
                  <a:lnTo>
                    <a:pt x="169046" y="78608"/>
                  </a:lnTo>
                  <a:lnTo>
                    <a:pt x="167639" y="80727"/>
                  </a:lnTo>
                  <a:lnTo>
                    <a:pt x="165717" y="83624"/>
                  </a:lnTo>
                  <a:lnTo>
                    <a:pt x="161165" y="90482"/>
                  </a:lnTo>
                  <a:lnTo>
                    <a:pt x="152267" y="103887"/>
                  </a:lnTo>
                  <a:lnTo>
                    <a:pt x="149635" y="107853"/>
                  </a:lnTo>
                  <a:lnTo>
                    <a:pt x="148389" y="109524"/>
                  </a:lnTo>
                  <a:lnTo>
                    <a:pt x="143373" y="106150"/>
                  </a:lnTo>
                  <a:lnTo>
                    <a:pt x="135926" y="101139"/>
                  </a:lnTo>
                  <a:lnTo>
                    <a:pt x="135564" y="100892"/>
                  </a:lnTo>
                  <a:lnTo>
                    <a:pt x="114925" y="86824"/>
                  </a:lnTo>
                  <a:lnTo>
                    <a:pt x="114056" y="86232"/>
                  </a:lnTo>
                  <a:lnTo>
                    <a:pt x="113142" y="85609"/>
                  </a:lnTo>
                  <a:lnTo>
                    <a:pt x="111954" y="84799"/>
                  </a:lnTo>
                  <a:lnTo>
                    <a:pt x="111782" y="84682"/>
                  </a:lnTo>
                  <a:lnTo>
                    <a:pt x="90737" y="70336"/>
                  </a:lnTo>
                  <a:lnTo>
                    <a:pt x="90475" y="70158"/>
                  </a:lnTo>
                  <a:lnTo>
                    <a:pt x="84744" y="66251"/>
                  </a:lnTo>
                  <a:lnTo>
                    <a:pt x="79047" y="62368"/>
                  </a:lnTo>
                  <a:lnTo>
                    <a:pt x="75396" y="59879"/>
                  </a:lnTo>
                  <a:lnTo>
                    <a:pt x="73491" y="58580"/>
                  </a:lnTo>
                  <a:lnTo>
                    <a:pt x="68939" y="55477"/>
                  </a:lnTo>
                  <a:lnTo>
                    <a:pt x="67602" y="54622"/>
                  </a:lnTo>
                  <a:lnTo>
                    <a:pt x="67358" y="54450"/>
                  </a:lnTo>
                  <a:lnTo>
                    <a:pt x="66931" y="54149"/>
                  </a:lnTo>
                  <a:lnTo>
                    <a:pt x="64311" y="52300"/>
                  </a:lnTo>
                  <a:lnTo>
                    <a:pt x="62460" y="50993"/>
                  </a:lnTo>
                  <a:lnTo>
                    <a:pt x="60521" y="49625"/>
                  </a:lnTo>
                  <a:lnTo>
                    <a:pt x="59047" y="48585"/>
                  </a:lnTo>
                  <a:lnTo>
                    <a:pt x="54006" y="45028"/>
                  </a:lnTo>
                  <a:lnTo>
                    <a:pt x="52533" y="43988"/>
                  </a:lnTo>
                  <a:lnTo>
                    <a:pt x="48481" y="41129"/>
                  </a:lnTo>
                  <a:lnTo>
                    <a:pt x="47175" y="40207"/>
                  </a:lnTo>
                  <a:lnTo>
                    <a:pt x="46775" y="39925"/>
                  </a:lnTo>
                  <a:lnTo>
                    <a:pt x="46429" y="39682"/>
                  </a:lnTo>
                  <a:lnTo>
                    <a:pt x="45860" y="39290"/>
                  </a:lnTo>
                  <a:lnTo>
                    <a:pt x="40409" y="35536"/>
                  </a:lnTo>
                  <a:lnTo>
                    <a:pt x="37984" y="33866"/>
                  </a:lnTo>
                  <a:lnTo>
                    <a:pt x="25753" y="25443"/>
                  </a:lnTo>
                  <a:lnTo>
                    <a:pt x="24724" y="24734"/>
                  </a:lnTo>
                  <a:lnTo>
                    <a:pt x="24112" y="24313"/>
                  </a:lnTo>
                  <a:lnTo>
                    <a:pt x="22991" y="23541"/>
                  </a:lnTo>
                  <a:lnTo>
                    <a:pt x="22206" y="23000"/>
                  </a:lnTo>
                  <a:lnTo>
                    <a:pt x="21632" y="22605"/>
                  </a:lnTo>
                  <a:lnTo>
                    <a:pt x="21446" y="22477"/>
                  </a:lnTo>
                  <a:lnTo>
                    <a:pt x="21297" y="22377"/>
                  </a:lnTo>
                  <a:lnTo>
                    <a:pt x="20583" y="21899"/>
                  </a:lnTo>
                  <a:lnTo>
                    <a:pt x="20408" y="21783"/>
                  </a:lnTo>
                  <a:lnTo>
                    <a:pt x="11077" y="15540"/>
                  </a:lnTo>
                  <a:lnTo>
                    <a:pt x="8625" y="13899"/>
                  </a:lnTo>
                  <a:lnTo>
                    <a:pt x="6117" y="12222"/>
                  </a:lnTo>
                  <a:lnTo>
                    <a:pt x="2659" y="9908"/>
                  </a:lnTo>
                  <a:lnTo>
                    <a:pt x="2368" y="9713"/>
                  </a:lnTo>
                  <a:lnTo>
                    <a:pt x="0" y="7997"/>
                  </a:lnTo>
                  <a:lnTo>
                    <a:pt x="552" y="7202"/>
                  </a:lnTo>
                  <a:lnTo>
                    <a:pt x="5548" y="0"/>
                  </a:lnTo>
                  <a:lnTo>
                    <a:pt x="8327" y="279"/>
                  </a:lnTo>
                  <a:lnTo>
                    <a:pt x="14729" y="615"/>
                  </a:lnTo>
                  <a:lnTo>
                    <a:pt x="21531" y="971"/>
                  </a:lnTo>
                  <a:lnTo>
                    <a:pt x="21768" y="983"/>
                  </a:lnTo>
                  <a:lnTo>
                    <a:pt x="21975" y="1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961135" y="3506383"/>
              <a:ext cx="137061" cy="108670"/>
            </a:xfrm>
            <a:custGeom>
              <a:avLst/>
              <a:pathLst>
                <a:path w="137061" h="108670">
                  <a:moveTo>
                    <a:pt x="85880" y="4331"/>
                  </a:moveTo>
                  <a:lnTo>
                    <a:pt x="85060" y="5853"/>
                  </a:lnTo>
                  <a:lnTo>
                    <a:pt x="84741" y="6446"/>
                  </a:lnTo>
                  <a:lnTo>
                    <a:pt x="86754" y="7781"/>
                  </a:lnTo>
                  <a:lnTo>
                    <a:pt x="88563" y="8982"/>
                  </a:lnTo>
                  <a:lnTo>
                    <a:pt x="90299" y="10134"/>
                  </a:lnTo>
                  <a:lnTo>
                    <a:pt x="91266" y="10775"/>
                  </a:lnTo>
                  <a:lnTo>
                    <a:pt x="92075" y="11312"/>
                  </a:lnTo>
                  <a:lnTo>
                    <a:pt x="92790" y="11786"/>
                  </a:lnTo>
                  <a:lnTo>
                    <a:pt x="92956" y="11896"/>
                  </a:lnTo>
                  <a:lnTo>
                    <a:pt x="96259" y="14095"/>
                  </a:lnTo>
                  <a:lnTo>
                    <a:pt x="98274" y="15361"/>
                  </a:lnTo>
                  <a:lnTo>
                    <a:pt x="98849" y="14503"/>
                  </a:lnTo>
                  <a:lnTo>
                    <a:pt x="103655" y="17798"/>
                  </a:lnTo>
                  <a:lnTo>
                    <a:pt x="104655" y="18483"/>
                  </a:lnTo>
                  <a:lnTo>
                    <a:pt x="105508" y="19067"/>
                  </a:lnTo>
                  <a:lnTo>
                    <a:pt x="107050" y="20124"/>
                  </a:lnTo>
                  <a:lnTo>
                    <a:pt x="109578" y="21857"/>
                  </a:lnTo>
                  <a:lnTo>
                    <a:pt x="109812" y="22017"/>
                  </a:lnTo>
                  <a:lnTo>
                    <a:pt x="115625" y="26001"/>
                  </a:lnTo>
                  <a:lnTo>
                    <a:pt x="119281" y="28507"/>
                  </a:lnTo>
                  <a:lnTo>
                    <a:pt x="120240" y="29164"/>
                  </a:lnTo>
                  <a:lnTo>
                    <a:pt x="121159" y="29794"/>
                  </a:lnTo>
                  <a:lnTo>
                    <a:pt x="121828" y="30210"/>
                  </a:lnTo>
                  <a:lnTo>
                    <a:pt x="122380" y="30554"/>
                  </a:lnTo>
                  <a:lnTo>
                    <a:pt x="123489" y="31214"/>
                  </a:lnTo>
                  <a:lnTo>
                    <a:pt x="126148" y="32795"/>
                  </a:lnTo>
                  <a:lnTo>
                    <a:pt x="126294" y="32881"/>
                  </a:lnTo>
                  <a:lnTo>
                    <a:pt x="126441" y="32968"/>
                  </a:lnTo>
                  <a:lnTo>
                    <a:pt x="127599" y="37070"/>
                  </a:lnTo>
                  <a:lnTo>
                    <a:pt x="128055" y="38662"/>
                  </a:lnTo>
                  <a:lnTo>
                    <a:pt x="128409" y="39902"/>
                  </a:lnTo>
                  <a:lnTo>
                    <a:pt x="128565" y="40444"/>
                  </a:lnTo>
                  <a:lnTo>
                    <a:pt x="129591" y="44027"/>
                  </a:lnTo>
                  <a:lnTo>
                    <a:pt x="129765" y="44636"/>
                  </a:lnTo>
                  <a:lnTo>
                    <a:pt x="130165" y="46031"/>
                  </a:lnTo>
                  <a:lnTo>
                    <a:pt x="131576" y="50959"/>
                  </a:lnTo>
                  <a:lnTo>
                    <a:pt x="133404" y="57344"/>
                  </a:lnTo>
                  <a:lnTo>
                    <a:pt x="133669" y="58268"/>
                  </a:lnTo>
                  <a:lnTo>
                    <a:pt x="135831" y="65820"/>
                  </a:lnTo>
                  <a:lnTo>
                    <a:pt x="136042" y="66556"/>
                  </a:lnTo>
                  <a:lnTo>
                    <a:pt x="136393" y="67780"/>
                  </a:lnTo>
                  <a:lnTo>
                    <a:pt x="136662" y="68717"/>
                  </a:lnTo>
                  <a:lnTo>
                    <a:pt x="136789" y="69163"/>
                  </a:lnTo>
                  <a:lnTo>
                    <a:pt x="137061" y="70110"/>
                  </a:lnTo>
                  <a:lnTo>
                    <a:pt x="136476" y="70267"/>
                  </a:lnTo>
                  <a:lnTo>
                    <a:pt x="135637" y="70491"/>
                  </a:lnTo>
                  <a:lnTo>
                    <a:pt x="125637" y="73168"/>
                  </a:lnTo>
                  <a:lnTo>
                    <a:pt x="123454" y="73833"/>
                  </a:lnTo>
                  <a:lnTo>
                    <a:pt x="122253" y="74199"/>
                  </a:lnTo>
                  <a:lnTo>
                    <a:pt x="121521" y="74476"/>
                  </a:lnTo>
                  <a:lnTo>
                    <a:pt x="117919" y="75838"/>
                  </a:lnTo>
                  <a:lnTo>
                    <a:pt x="114001" y="77563"/>
                  </a:lnTo>
                  <a:lnTo>
                    <a:pt x="110202" y="79236"/>
                  </a:lnTo>
                  <a:lnTo>
                    <a:pt x="106791" y="80994"/>
                  </a:lnTo>
                  <a:lnTo>
                    <a:pt x="105265" y="81782"/>
                  </a:lnTo>
                  <a:lnTo>
                    <a:pt x="101807" y="84977"/>
                  </a:lnTo>
                  <a:lnTo>
                    <a:pt x="99440" y="87543"/>
                  </a:lnTo>
                  <a:lnTo>
                    <a:pt x="98056" y="89044"/>
                  </a:lnTo>
                  <a:lnTo>
                    <a:pt x="96345" y="90899"/>
                  </a:lnTo>
                  <a:lnTo>
                    <a:pt x="95911" y="91413"/>
                  </a:lnTo>
                  <a:lnTo>
                    <a:pt x="90361" y="97982"/>
                  </a:lnTo>
                  <a:lnTo>
                    <a:pt x="89166" y="99754"/>
                  </a:lnTo>
                  <a:lnTo>
                    <a:pt x="88244" y="101121"/>
                  </a:lnTo>
                  <a:lnTo>
                    <a:pt x="88149" y="101262"/>
                  </a:lnTo>
                  <a:lnTo>
                    <a:pt x="87887" y="101650"/>
                  </a:lnTo>
                  <a:lnTo>
                    <a:pt x="87643" y="102011"/>
                  </a:lnTo>
                  <a:lnTo>
                    <a:pt x="87529" y="102181"/>
                  </a:lnTo>
                  <a:lnTo>
                    <a:pt x="87241" y="102608"/>
                  </a:lnTo>
                  <a:lnTo>
                    <a:pt x="85929" y="104553"/>
                  </a:lnTo>
                  <a:lnTo>
                    <a:pt x="83955" y="107479"/>
                  </a:lnTo>
                  <a:lnTo>
                    <a:pt x="83678" y="107891"/>
                  </a:lnTo>
                  <a:lnTo>
                    <a:pt x="83297" y="108455"/>
                  </a:lnTo>
                  <a:lnTo>
                    <a:pt x="83148" y="108670"/>
                  </a:lnTo>
                  <a:lnTo>
                    <a:pt x="75786" y="103726"/>
                  </a:lnTo>
                  <a:lnTo>
                    <a:pt x="71624" y="100931"/>
                  </a:lnTo>
                  <a:lnTo>
                    <a:pt x="71098" y="100578"/>
                  </a:lnTo>
                  <a:lnTo>
                    <a:pt x="70950" y="100479"/>
                  </a:lnTo>
                  <a:lnTo>
                    <a:pt x="65751" y="96987"/>
                  </a:lnTo>
                  <a:lnTo>
                    <a:pt x="60978" y="93782"/>
                  </a:lnTo>
                  <a:lnTo>
                    <a:pt x="60769" y="93641"/>
                  </a:lnTo>
                  <a:lnTo>
                    <a:pt x="60561" y="93502"/>
                  </a:lnTo>
                  <a:lnTo>
                    <a:pt x="61005" y="92999"/>
                  </a:lnTo>
                  <a:lnTo>
                    <a:pt x="61174" y="92808"/>
                  </a:lnTo>
                  <a:lnTo>
                    <a:pt x="61535" y="92671"/>
                  </a:lnTo>
                  <a:lnTo>
                    <a:pt x="61828" y="92559"/>
                  </a:lnTo>
                  <a:lnTo>
                    <a:pt x="62195" y="92420"/>
                  </a:lnTo>
                  <a:lnTo>
                    <a:pt x="62798" y="92274"/>
                  </a:lnTo>
                  <a:lnTo>
                    <a:pt x="66151" y="91467"/>
                  </a:lnTo>
                  <a:lnTo>
                    <a:pt x="66327" y="91424"/>
                  </a:lnTo>
                  <a:lnTo>
                    <a:pt x="68399" y="90668"/>
                  </a:lnTo>
                  <a:lnTo>
                    <a:pt x="70109" y="90044"/>
                  </a:lnTo>
                  <a:lnTo>
                    <a:pt x="71257" y="89625"/>
                  </a:lnTo>
                  <a:lnTo>
                    <a:pt x="71514" y="89531"/>
                  </a:lnTo>
                  <a:lnTo>
                    <a:pt x="72358" y="89223"/>
                  </a:lnTo>
                  <a:lnTo>
                    <a:pt x="72060" y="88945"/>
                  </a:lnTo>
                  <a:lnTo>
                    <a:pt x="71398" y="88326"/>
                  </a:lnTo>
                  <a:lnTo>
                    <a:pt x="69725" y="86764"/>
                  </a:lnTo>
                  <a:lnTo>
                    <a:pt x="68770" y="85871"/>
                  </a:lnTo>
                  <a:lnTo>
                    <a:pt x="68177" y="85318"/>
                  </a:lnTo>
                  <a:lnTo>
                    <a:pt x="67766" y="85053"/>
                  </a:lnTo>
                  <a:lnTo>
                    <a:pt x="67603" y="84947"/>
                  </a:lnTo>
                  <a:lnTo>
                    <a:pt x="67109" y="84629"/>
                  </a:lnTo>
                  <a:lnTo>
                    <a:pt x="66599" y="84300"/>
                  </a:lnTo>
                  <a:lnTo>
                    <a:pt x="66472" y="84218"/>
                  </a:lnTo>
                  <a:lnTo>
                    <a:pt x="65759" y="83758"/>
                  </a:lnTo>
                  <a:lnTo>
                    <a:pt x="65347" y="83493"/>
                  </a:lnTo>
                  <a:lnTo>
                    <a:pt x="62870" y="83056"/>
                  </a:lnTo>
                  <a:lnTo>
                    <a:pt x="61062" y="82738"/>
                  </a:lnTo>
                  <a:lnTo>
                    <a:pt x="59417" y="86435"/>
                  </a:lnTo>
                  <a:lnTo>
                    <a:pt x="56330" y="86726"/>
                  </a:lnTo>
                  <a:lnTo>
                    <a:pt x="56282" y="87433"/>
                  </a:lnTo>
                  <a:lnTo>
                    <a:pt x="56264" y="87707"/>
                  </a:lnTo>
                  <a:lnTo>
                    <a:pt x="55344" y="87887"/>
                  </a:lnTo>
                  <a:lnTo>
                    <a:pt x="54164" y="88118"/>
                  </a:lnTo>
                  <a:lnTo>
                    <a:pt x="53554" y="88237"/>
                  </a:lnTo>
                  <a:lnTo>
                    <a:pt x="52280" y="88486"/>
                  </a:lnTo>
                  <a:lnTo>
                    <a:pt x="51567" y="88626"/>
                  </a:lnTo>
                  <a:lnTo>
                    <a:pt x="50780" y="88780"/>
                  </a:lnTo>
                  <a:lnTo>
                    <a:pt x="50553" y="88824"/>
                  </a:lnTo>
                  <a:lnTo>
                    <a:pt x="50037" y="88925"/>
                  </a:lnTo>
                  <a:lnTo>
                    <a:pt x="49644" y="89002"/>
                  </a:lnTo>
                  <a:lnTo>
                    <a:pt x="49294" y="89071"/>
                  </a:lnTo>
                  <a:lnTo>
                    <a:pt x="48926" y="89143"/>
                  </a:lnTo>
                  <a:lnTo>
                    <a:pt x="48627" y="89201"/>
                  </a:lnTo>
                  <a:lnTo>
                    <a:pt x="47934" y="89337"/>
                  </a:lnTo>
                  <a:lnTo>
                    <a:pt x="47559" y="89410"/>
                  </a:lnTo>
                  <a:lnTo>
                    <a:pt x="47430" y="89435"/>
                  </a:lnTo>
                  <a:lnTo>
                    <a:pt x="46851" y="89274"/>
                  </a:lnTo>
                  <a:lnTo>
                    <a:pt x="48150" y="88261"/>
                  </a:lnTo>
                  <a:lnTo>
                    <a:pt x="48390" y="88074"/>
                  </a:lnTo>
                  <a:lnTo>
                    <a:pt x="48731" y="87808"/>
                  </a:lnTo>
                  <a:lnTo>
                    <a:pt x="48588" y="87636"/>
                  </a:lnTo>
                  <a:lnTo>
                    <a:pt x="48013" y="86943"/>
                  </a:lnTo>
                  <a:lnTo>
                    <a:pt x="47043" y="85775"/>
                  </a:lnTo>
                  <a:lnTo>
                    <a:pt x="43946" y="82043"/>
                  </a:lnTo>
                  <a:lnTo>
                    <a:pt x="43670" y="81529"/>
                  </a:lnTo>
                  <a:lnTo>
                    <a:pt x="43591" y="81381"/>
                  </a:lnTo>
                  <a:lnTo>
                    <a:pt x="43471" y="81157"/>
                  </a:lnTo>
                  <a:lnTo>
                    <a:pt x="43325" y="80598"/>
                  </a:lnTo>
                  <a:lnTo>
                    <a:pt x="42416" y="77108"/>
                  </a:lnTo>
                  <a:lnTo>
                    <a:pt x="41952" y="75324"/>
                  </a:lnTo>
                  <a:lnTo>
                    <a:pt x="41710" y="74395"/>
                  </a:lnTo>
                  <a:lnTo>
                    <a:pt x="41529" y="73716"/>
                  </a:lnTo>
                  <a:lnTo>
                    <a:pt x="41459" y="73485"/>
                  </a:lnTo>
                  <a:lnTo>
                    <a:pt x="41324" y="73040"/>
                  </a:lnTo>
                  <a:lnTo>
                    <a:pt x="41128" y="72394"/>
                  </a:lnTo>
                  <a:lnTo>
                    <a:pt x="41025" y="72055"/>
                  </a:lnTo>
                  <a:lnTo>
                    <a:pt x="40682" y="71254"/>
                  </a:lnTo>
                  <a:lnTo>
                    <a:pt x="40573" y="70999"/>
                  </a:lnTo>
                  <a:lnTo>
                    <a:pt x="40362" y="70420"/>
                  </a:lnTo>
                  <a:lnTo>
                    <a:pt x="41236" y="69773"/>
                  </a:lnTo>
                  <a:lnTo>
                    <a:pt x="40556" y="68905"/>
                  </a:lnTo>
                  <a:lnTo>
                    <a:pt x="39242" y="67226"/>
                  </a:lnTo>
                  <a:lnTo>
                    <a:pt x="39527" y="67050"/>
                  </a:lnTo>
                  <a:lnTo>
                    <a:pt x="40259" y="66599"/>
                  </a:lnTo>
                  <a:lnTo>
                    <a:pt x="39674" y="65504"/>
                  </a:lnTo>
                  <a:lnTo>
                    <a:pt x="37807" y="62010"/>
                  </a:lnTo>
                  <a:lnTo>
                    <a:pt x="37540" y="61950"/>
                  </a:lnTo>
                  <a:lnTo>
                    <a:pt x="34402" y="61331"/>
                  </a:lnTo>
                  <a:lnTo>
                    <a:pt x="33449" y="61129"/>
                  </a:lnTo>
                  <a:lnTo>
                    <a:pt x="32830" y="60995"/>
                  </a:lnTo>
                  <a:lnTo>
                    <a:pt x="28782" y="60119"/>
                  </a:lnTo>
                  <a:lnTo>
                    <a:pt x="28390" y="60034"/>
                  </a:lnTo>
                  <a:lnTo>
                    <a:pt x="24317" y="59145"/>
                  </a:lnTo>
                  <a:lnTo>
                    <a:pt x="24054" y="59067"/>
                  </a:lnTo>
                  <a:lnTo>
                    <a:pt x="23658" y="59511"/>
                  </a:lnTo>
                  <a:lnTo>
                    <a:pt x="23441" y="59740"/>
                  </a:lnTo>
                  <a:lnTo>
                    <a:pt x="22735" y="60153"/>
                  </a:lnTo>
                  <a:lnTo>
                    <a:pt x="22000" y="60355"/>
                  </a:lnTo>
                  <a:lnTo>
                    <a:pt x="21693" y="60439"/>
                  </a:lnTo>
                  <a:lnTo>
                    <a:pt x="20769" y="60692"/>
                  </a:lnTo>
                  <a:lnTo>
                    <a:pt x="18702" y="64029"/>
                  </a:lnTo>
                  <a:lnTo>
                    <a:pt x="13741" y="61763"/>
                  </a:lnTo>
                  <a:lnTo>
                    <a:pt x="12677" y="61277"/>
                  </a:lnTo>
                  <a:lnTo>
                    <a:pt x="12971" y="60518"/>
                  </a:lnTo>
                  <a:lnTo>
                    <a:pt x="13746" y="58517"/>
                  </a:lnTo>
                  <a:lnTo>
                    <a:pt x="13019" y="58194"/>
                  </a:lnTo>
                  <a:lnTo>
                    <a:pt x="10646" y="57137"/>
                  </a:lnTo>
                  <a:lnTo>
                    <a:pt x="7639" y="55798"/>
                  </a:lnTo>
                  <a:lnTo>
                    <a:pt x="6374" y="55235"/>
                  </a:lnTo>
                  <a:lnTo>
                    <a:pt x="5433" y="54776"/>
                  </a:lnTo>
                  <a:lnTo>
                    <a:pt x="448" y="52342"/>
                  </a:lnTo>
                  <a:lnTo>
                    <a:pt x="0" y="52169"/>
                  </a:lnTo>
                  <a:lnTo>
                    <a:pt x="159" y="51320"/>
                  </a:lnTo>
                  <a:lnTo>
                    <a:pt x="209" y="51051"/>
                  </a:lnTo>
                  <a:lnTo>
                    <a:pt x="556" y="49206"/>
                  </a:lnTo>
                  <a:lnTo>
                    <a:pt x="2318" y="40794"/>
                  </a:lnTo>
                  <a:lnTo>
                    <a:pt x="2816" y="39295"/>
                  </a:lnTo>
                  <a:lnTo>
                    <a:pt x="6269" y="28910"/>
                  </a:lnTo>
                  <a:lnTo>
                    <a:pt x="14572" y="23202"/>
                  </a:lnTo>
                  <a:lnTo>
                    <a:pt x="18101" y="21844"/>
                  </a:lnTo>
                  <a:lnTo>
                    <a:pt x="23622" y="19721"/>
                  </a:lnTo>
                  <a:lnTo>
                    <a:pt x="26711" y="17359"/>
                  </a:lnTo>
                  <a:lnTo>
                    <a:pt x="27537" y="16826"/>
                  </a:lnTo>
                  <a:lnTo>
                    <a:pt x="31020" y="14575"/>
                  </a:lnTo>
                  <a:lnTo>
                    <a:pt x="33754" y="9702"/>
                  </a:lnTo>
                  <a:lnTo>
                    <a:pt x="36247" y="5940"/>
                  </a:lnTo>
                  <a:lnTo>
                    <a:pt x="39928" y="5454"/>
                  </a:lnTo>
                  <a:lnTo>
                    <a:pt x="43728" y="5090"/>
                  </a:lnTo>
                  <a:lnTo>
                    <a:pt x="47765" y="4484"/>
                  </a:lnTo>
                  <a:lnTo>
                    <a:pt x="51921" y="4484"/>
                  </a:lnTo>
                  <a:lnTo>
                    <a:pt x="59475" y="5669"/>
                  </a:lnTo>
                  <a:lnTo>
                    <a:pt x="59765" y="4491"/>
                  </a:lnTo>
                  <a:lnTo>
                    <a:pt x="60870" y="0"/>
                  </a:lnTo>
                  <a:lnTo>
                    <a:pt x="61203" y="109"/>
                  </a:lnTo>
                  <a:lnTo>
                    <a:pt x="63610" y="521"/>
                  </a:lnTo>
                  <a:lnTo>
                    <a:pt x="66417" y="1001"/>
                  </a:lnTo>
                  <a:lnTo>
                    <a:pt x="66736" y="1056"/>
                  </a:lnTo>
                  <a:lnTo>
                    <a:pt x="67514" y="1189"/>
                  </a:lnTo>
                  <a:lnTo>
                    <a:pt x="67695" y="1220"/>
                  </a:lnTo>
                  <a:lnTo>
                    <a:pt x="68878" y="1422"/>
                  </a:lnTo>
                  <a:lnTo>
                    <a:pt x="78223" y="3021"/>
                  </a:lnTo>
                  <a:lnTo>
                    <a:pt x="82682" y="3784"/>
                  </a:lnTo>
                  <a:lnTo>
                    <a:pt x="84949" y="4172"/>
                  </a:lnTo>
                  <a:lnTo>
                    <a:pt x="85684" y="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74669" y="3421416"/>
              <a:ext cx="191740" cy="155077"/>
            </a:xfrm>
            <a:custGeom>
              <a:avLst/>
              <a:pathLst>
                <a:path w="191740" h="155077">
                  <a:moveTo>
                    <a:pt x="30653" y="8530"/>
                  </a:moveTo>
                  <a:lnTo>
                    <a:pt x="31263" y="9004"/>
                  </a:lnTo>
                  <a:lnTo>
                    <a:pt x="32346" y="7606"/>
                  </a:lnTo>
                  <a:lnTo>
                    <a:pt x="42766" y="14803"/>
                  </a:lnTo>
                  <a:lnTo>
                    <a:pt x="38357" y="21662"/>
                  </a:lnTo>
                  <a:lnTo>
                    <a:pt x="45823" y="26265"/>
                  </a:lnTo>
                  <a:lnTo>
                    <a:pt x="48615" y="23497"/>
                  </a:lnTo>
                  <a:lnTo>
                    <a:pt x="54354" y="24105"/>
                  </a:lnTo>
                  <a:lnTo>
                    <a:pt x="54713" y="24293"/>
                  </a:lnTo>
                  <a:lnTo>
                    <a:pt x="61032" y="27595"/>
                  </a:lnTo>
                  <a:lnTo>
                    <a:pt x="62778" y="29011"/>
                  </a:lnTo>
                  <a:lnTo>
                    <a:pt x="63186" y="29341"/>
                  </a:lnTo>
                  <a:lnTo>
                    <a:pt x="63542" y="29630"/>
                  </a:lnTo>
                  <a:lnTo>
                    <a:pt x="64581" y="30536"/>
                  </a:lnTo>
                  <a:lnTo>
                    <a:pt x="64997" y="30790"/>
                  </a:lnTo>
                  <a:lnTo>
                    <a:pt x="65492" y="31091"/>
                  </a:lnTo>
                  <a:lnTo>
                    <a:pt x="72423" y="35307"/>
                  </a:lnTo>
                  <a:lnTo>
                    <a:pt x="72850" y="35586"/>
                  </a:lnTo>
                  <a:lnTo>
                    <a:pt x="73208" y="35820"/>
                  </a:lnTo>
                  <a:lnTo>
                    <a:pt x="73569" y="36056"/>
                  </a:lnTo>
                  <a:lnTo>
                    <a:pt x="75876" y="37564"/>
                  </a:lnTo>
                  <a:lnTo>
                    <a:pt x="82704" y="41786"/>
                  </a:lnTo>
                  <a:lnTo>
                    <a:pt x="83164" y="42070"/>
                  </a:lnTo>
                  <a:lnTo>
                    <a:pt x="83691" y="42434"/>
                  </a:lnTo>
                  <a:lnTo>
                    <a:pt x="85077" y="43391"/>
                  </a:lnTo>
                  <a:lnTo>
                    <a:pt x="85266" y="43511"/>
                  </a:lnTo>
                  <a:lnTo>
                    <a:pt x="89014" y="45894"/>
                  </a:lnTo>
                  <a:lnTo>
                    <a:pt x="89182" y="46001"/>
                  </a:lnTo>
                  <a:lnTo>
                    <a:pt x="90384" y="46766"/>
                  </a:lnTo>
                  <a:lnTo>
                    <a:pt x="90681" y="46954"/>
                  </a:lnTo>
                  <a:lnTo>
                    <a:pt x="91791" y="47690"/>
                  </a:lnTo>
                  <a:lnTo>
                    <a:pt x="92346" y="48058"/>
                  </a:lnTo>
                  <a:lnTo>
                    <a:pt x="93405" y="48759"/>
                  </a:lnTo>
                  <a:lnTo>
                    <a:pt x="97957" y="51774"/>
                  </a:lnTo>
                  <a:lnTo>
                    <a:pt x="98187" y="51925"/>
                  </a:lnTo>
                  <a:lnTo>
                    <a:pt x="98604" y="52198"/>
                  </a:lnTo>
                  <a:lnTo>
                    <a:pt x="103650" y="55503"/>
                  </a:lnTo>
                  <a:lnTo>
                    <a:pt x="104026" y="55749"/>
                  </a:lnTo>
                  <a:lnTo>
                    <a:pt x="105958" y="57015"/>
                  </a:lnTo>
                  <a:lnTo>
                    <a:pt x="110099" y="59727"/>
                  </a:lnTo>
                  <a:lnTo>
                    <a:pt x="112309" y="56324"/>
                  </a:lnTo>
                  <a:lnTo>
                    <a:pt x="112858" y="55477"/>
                  </a:lnTo>
                  <a:lnTo>
                    <a:pt x="114146" y="53494"/>
                  </a:lnTo>
                  <a:lnTo>
                    <a:pt x="114823" y="52675"/>
                  </a:lnTo>
                  <a:lnTo>
                    <a:pt x="115242" y="53004"/>
                  </a:lnTo>
                  <a:lnTo>
                    <a:pt x="118633" y="54935"/>
                  </a:lnTo>
                  <a:lnTo>
                    <a:pt x="119931" y="55673"/>
                  </a:lnTo>
                  <a:lnTo>
                    <a:pt x="120325" y="55897"/>
                  </a:lnTo>
                  <a:lnTo>
                    <a:pt x="123174" y="57519"/>
                  </a:lnTo>
                  <a:lnTo>
                    <a:pt x="125572" y="58660"/>
                  </a:lnTo>
                  <a:lnTo>
                    <a:pt x="125768" y="58723"/>
                  </a:lnTo>
                  <a:lnTo>
                    <a:pt x="126866" y="59077"/>
                  </a:lnTo>
                  <a:lnTo>
                    <a:pt x="127757" y="59364"/>
                  </a:lnTo>
                  <a:lnTo>
                    <a:pt x="129567" y="59658"/>
                  </a:lnTo>
                  <a:lnTo>
                    <a:pt x="129948" y="59628"/>
                  </a:lnTo>
                  <a:lnTo>
                    <a:pt x="130323" y="59347"/>
                  </a:lnTo>
                  <a:lnTo>
                    <a:pt x="130559" y="59170"/>
                  </a:lnTo>
                  <a:lnTo>
                    <a:pt x="131343" y="58126"/>
                  </a:lnTo>
                  <a:lnTo>
                    <a:pt x="132198" y="55917"/>
                  </a:lnTo>
                  <a:lnTo>
                    <a:pt x="132240" y="54155"/>
                  </a:lnTo>
                  <a:lnTo>
                    <a:pt x="132241" y="53840"/>
                  </a:lnTo>
                  <a:lnTo>
                    <a:pt x="131909" y="47291"/>
                  </a:lnTo>
                  <a:lnTo>
                    <a:pt x="131894" y="46998"/>
                  </a:lnTo>
                  <a:lnTo>
                    <a:pt x="131734" y="43835"/>
                  </a:lnTo>
                  <a:lnTo>
                    <a:pt x="131697" y="43101"/>
                  </a:lnTo>
                  <a:lnTo>
                    <a:pt x="131572" y="40644"/>
                  </a:lnTo>
                  <a:lnTo>
                    <a:pt x="131557" y="40340"/>
                  </a:lnTo>
                  <a:lnTo>
                    <a:pt x="131538" y="39970"/>
                  </a:lnTo>
                  <a:lnTo>
                    <a:pt x="137283" y="35874"/>
                  </a:lnTo>
                  <a:lnTo>
                    <a:pt x="138982" y="34662"/>
                  </a:lnTo>
                  <a:lnTo>
                    <a:pt x="143965" y="31110"/>
                  </a:lnTo>
                  <a:lnTo>
                    <a:pt x="145370" y="33516"/>
                  </a:lnTo>
                  <a:lnTo>
                    <a:pt x="146210" y="34955"/>
                  </a:lnTo>
                  <a:lnTo>
                    <a:pt x="146687" y="35772"/>
                  </a:lnTo>
                  <a:lnTo>
                    <a:pt x="146966" y="36249"/>
                  </a:lnTo>
                  <a:lnTo>
                    <a:pt x="149579" y="40722"/>
                  </a:lnTo>
                  <a:lnTo>
                    <a:pt x="149818" y="41246"/>
                  </a:lnTo>
                  <a:lnTo>
                    <a:pt x="150975" y="43780"/>
                  </a:lnTo>
                  <a:lnTo>
                    <a:pt x="151828" y="46260"/>
                  </a:lnTo>
                  <a:lnTo>
                    <a:pt x="151929" y="46551"/>
                  </a:lnTo>
                  <a:lnTo>
                    <a:pt x="152621" y="48569"/>
                  </a:lnTo>
                  <a:lnTo>
                    <a:pt x="153001" y="49796"/>
                  </a:lnTo>
                  <a:lnTo>
                    <a:pt x="154321" y="54062"/>
                  </a:lnTo>
                  <a:lnTo>
                    <a:pt x="154741" y="55419"/>
                  </a:lnTo>
                  <a:lnTo>
                    <a:pt x="154781" y="55549"/>
                  </a:lnTo>
                  <a:lnTo>
                    <a:pt x="154905" y="55949"/>
                  </a:lnTo>
                  <a:lnTo>
                    <a:pt x="155435" y="57441"/>
                  </a:lnTo>
                  <a:lnTo>
                    <a:pt x="156311" y="59910"/>
                  </a:lnTo>
                  <a:lnTo>
                    <a:pt x="156865" y="61893"/>
                  </a:lnTo>
                  <a:lnTo>
                    <a:pt x="156998" y="62369"/>
                  </a:lnTo>
                  <a:lnTo>
                    <a:pt x="157764" y="65108"/>
                  </a:lnTo>
                  <a:lnTo>
                    <a:pt x="158226" y="66761"/>
                  </a:lnTo>
                  <a:lnTo>
                    <a:pt x="158497" y="67730"/>
                  </a:lnTo>
                  <a:lnTo>
                    <a:pt x="159817" y="72455"/>
                  </a:lnTo>
                  <a:lnTo>
                    <a:pt x="160389" y="74498"/>
                  </a:lnTo>
                  <a:lnTo>
                    <a:pt x="160642" y="75406"/>
                  </a:lnTo>
                  <a:lnTo>
                    <a:pt x="162140" y="80643"/>
                  </a:lnTo>
                  <a:lnTo>
                    <a:pt x="163229" y="84452"/>
                  </a:lnTo>
                  <a:lnTo>
                    <a:pt x="163321" y="84776"/>
                  </a:lnTo>
                  <a:lnTo>
                    <a:pt x="163720" y="86336"/>
                  </a:lnTo>
                  <a:lnTo>
                    <a:pt x="163758" y="86489"/>
                  </a:lnTo>
                  <a:lnTo>
                    <a:pt x="165559" y="93540"/>
                  </a:lnTo>
                  <a:lnTo>
                    <a:pt x="165779" y="94403"/>
                  </a:lnTo>
                  <a:lnTo>
                    <a:pt x="165843" y="94655"/>
                  </a:lnTo>
                  <a:lnTo>
                    <a:pt x="166540" y="97383"/>
                  </a:lnTo>
                  <a:lnTo>
                    <a:pt x="167042" y="99351"/>
                  </a:lnTo>
                  <a:lnTo>
                    <a:pt x="168255" y="104103"/>
                  </a:lnTo>
                  <a:lnTo>
                    <a:pt x="168292" y="104246"/>
                  </a:lnTo>
                  <a:lnTo>
                    <a:pt x="168487" y="105012"/>
                  </a:lnTo>
                  <a:lnTo>
                    <a:pt x="168593" y="105428"/>
                  </a:lnTo>
                  <a:lnTo>
                    <a:pt x="168793" y="106192"/>
                  </a:lnTo>
                  <a:lnTo>
                    <a:pt x="168903" y="106610"/>
                  </a:lnTo>
                  <a:lnTo>
                    <a:pt x="169726" y="109756"/>
                  </a:lnTo>
                  <a:lnTo>
                    <a:pt x="170511" y="112758"/>
                  </a:lnTo>
                  <a:lnTo>
                    <a:pt x="170673" y="113380"/>
                  </a:lnTo>
                  <a:lnTo>
                    <a:pt x="171756" y="114370"/>
                  </a:lnTo>
                  <a:lnTo>
                    <a:pt x="172043" y="114568"/>
                  </a:lnTo>
                  <a:lnTo>
                    <a:pt x="172722" y="115038"/>
                  </a:lnTo>
                  <a:lnTo>
                    <a:pt x="174492" y="116263"/>
                  </a:lnTo>
                  <a:lnTo>
                    <a:pt x="178598" y="117855"/>
                  </a:lnTo>
                  <a:lnTo>
                    <a:pt x="179374" y="118578"/>
                  </a:lnTo>
                  <a:lnTo>
                    <a:pt x="185288" y="124087"/>
                  </a:lnTo>
                  <a:lnTo>
                    <a:pt x="185623" y="124399"/>
                  </a:lnTo>
                  <a:lnTo>
                    <a:pt x="186093" y="124836"/>
                  </a:lnTo>
                  <a:lnTo>
                    <a:pt x="186445" y="125165"/>
                  </a:lnTo>
                  <a:lnTo>
                    <a:pt x="189659" y="128158"/>
                  </a:lnTo>
                  <a:lnTo>
                    <a:pt x="191740" y="130096"/>
                  </a:lnTo>
                  <a:lnTo>
                    <a:pt x="185166" y="132055"/>
                  </a:lnTo>
                  <a:lnTo>
                    <a:pt x="183110" y="132668"/>
                  </a:lnTo>
                  <a:lnTo>
                    <a:pt x="173369" y="135570"/>
                  </a:lnTo>
                  <a:lnTo>
                    <a:pt x="166222" y="137700"/>
                  </a:lnTo>
                  <a:lnTo>
                    <a:pt x="162568" y="138788"/>
                  </a:lnTo>
                  <a:lnTo>
                    <a:pt x="160267" y="139474"/>
                  </a:lnTo>
                  <a:lnTo>
                    <a:pt x="156517" y="140591"/>
                  </a:lnTo>
                  <a:lnTo>
                    <a:pt x="150686" y="142329"/>
                  </a:lnTo>
                  <a:lnTo>
                    <a:pt x="142654" y="144722"/>
                  </a:lnTo>
                  <a:lnTo>
                    <a:pt x="142737" y="145008"/>
                  </a:lnTo>
                  <a:lnTo>
                    <a:pt x="143682" y="148265"/>
                  </a:lnTo>
                  <a:lnTo>
                    <a:pt x="143950" y="149230"/>
                  </a:lnTo>
                  <a:lnTo>
                    <a:pt x="142489" y="149639"/>
                  </a:lnTo>
                  <a:lnTo>
                    <a:pt x="142143" y="149739"/>
                  </a:lnTo>
                  <a:lnTo>
                    <a:pt x="141225" y="150006"/>
                  </a:lnTo>
                  <a:lnTo>
                    <a:pt x="140152" y="150317"/>
                  </a:lnTo>
                  <a:lnTo>
                    <a:pt x="138538" y="150784"/>
                  </a:lnTo>
                  <a:lnTo>
                    <a:pt x="126116" y="154385"/>
                  </a:lnTo>
                  <a:lnTo>
                    <a:pt x="123527" y="155077"/>
                  </a:lnTo>
                  <a:lnTo>
                    <a:pt x="123230" y="154041"/>
                  </a:lnTo>
                  <a:lnTo>
                    <a:pt x="123128" y="153684"/>
                  </a:lnTo>
                  <a:lnTo>
                    <a:pt x="122859" y="152747"/>
                  </a:lnTo>
                  <a:lnTo>
                    <a:pt x="122509" y="151523"/>
                  </a:lnTo>
                  <a:lnTo>
                    <a:pt x="122298" y="150787"/>
                  </a:lnTo>
                  <a:lnTo>
                    <a:pt x="120135" y="143235"/>
                  </a:lnTo>
                  <a:lnTo>
                    <a:pt x="119870" y="142311"/>
                  </a:lnTo>
                  <a:lnTo>
                    <a:pt x="118042" y="135926"/>
                  </a:lnTo>
                  <a:lnTo>
                    <a:pt x="116631" y="130999"/>
                  </a:lnTo>
                  <a:lnTo>
                    <a:pt x="116213" y="129540"/>
                  </a:lnTo>
                  <a:lnTo>
                    <a:pt x="116057" y="128994"/>
                  </a:lnTo>
                  <a:lnTo>
                    <a:pt x="115031" y="125411"/>
                  </a:lnTo>
                  <a:lnTo>
                    <a:pt x="114876" y="124869"/>
                  </a:lnTo>
                  <a:lnTo>
                    <a:pt x="114521" y="123630"/>
                  </a:lnTo>
                  <a:lnTo>
                    <a:pt x="114065" y="122037"/>
                  </a:lnTo>
                  <a:lnTo>
                    <a:pt x="112907" y="117936"/>
                  </a:lnTo>
                  <a:lnTo>
                    <a:pt x="112760" y="117848"/>
                  </a:lnTo>
                  <a:lnTo>
                    <a:pt x="112615" y="117762"/>
                  </a:lnTo>
                  <a:lnTo>
                    <a:pt x="109956" y="116181"/>
                  </a:lnTo>
                  <a:lnTo>
                    <a:pt x="108846" y="115521"/>
                  </a:lnTo>
                  <a:lnTo>
                    <a:pt x="108294" y="115178"/>
                  </a:lnTo>
                  <a:lnTo>
                    <a:pt x="107625" y="114761"/>
                  </a:lnTo>
                  <a:lnTo>
                    <a:pt x="106706" y="114131"/>
                  </a:lnTo>
                  <a:lnTo>
                    <a:pt x="105747" y="113474"/>
                  </a:lnTo>
                  <a:lnTo>
                    <a:pt x="102091" y="110968"/>
                  </a:lnTo>
                  <a:lnTo>
                    <a:pt x="96279" y="106985"/>
                  </a:lnTo>
                  <a:lnTo>
                    <a:pt x="96045" y="106824"/>
                  </a:lnTo>
                  <a:lnTo>
                    <a:pt x="93517" y="105092"/>
                  </a:lnTo>
                  <a:lnTo>
                    <a:pt x="91974" y="104034"/>
                  </a:lnTo>
                  <a:lnTo>
                    <a:pt x="91121" y="103450"/>
                  </a:lnTo>
                  <a:lnTo>
                    <a:pt x="90122" y="102765"/>
                  </a:lnTo>
                  <a:lnTo>
                    <a:pt x="85315" y="99471"/>
                  </a:lnTo>
                  <a:lnTo>
                    <a:pt x="84705" y="100381"/>
                  </a:lnTo>
                  <a:lnTo>
                    <a:pt x="82659" y="99019"/>
                  </a:lnTo>
                  <a:lnTo>
                    <a:pt x="79422" y="96863"/>
                  </a:lnTo>
                  <a:lnTo>
                    <a:pt x="79256" y="96753"/>
                  </a:lnTo>
                  <a:lnTo>
                    <a:pt x="78541" y="96279"/>
                  </a:lnTo>
                  <a:lnTo>
                    <a:pt x="77733" y="95743"/>
                  </a:lnTo>
                  <a:lnTo>
                    <a:pt x="76765" y="95101"/>
                  </a:lnTo>
                  <a:lnTo>
                    <a:pt x="75029" y="93949"/>
                  </a:lnTo>
                  <a:lnTo>
                    <a:pt x="73220" y="92749"/>
                  </a:lnTo>
                  <a:lnTo>
                    <a:pt x="71207" y="91413"/>
                  </a:lnTo>
                  <a:lnTo>
                    <a:pt x="71526" y="90820"/>
                  </a:lnTo>
                  <a:lnTo>
                    <a:pt x="72346" y="89299"/>
                  </a:lnTo>
                  <a:lnTo>
                    <a:pt x="72150" y="89265"/>
                  </a:lnTo>
                  <a:lnTo>
                    <a:pt x="71415" y="89139"/>
                  </a:lnTo>
                  <a:lnTo>
                    <a:pt x="69148" y="88751"/>
                  </a:lnTo>
                  <a:lnTo>
                    <a:pt x="64689" y="87988"/>
                  </a:lnTo>
                  <a:lnTo>
                    <a:pt x="55344" y="86389"/>
                  </a:lnTo>
                  <a:lnTo>
                    <a:pt x="54161" y="86187"/>
                  </a:lnTo>
                  <a:lnTo>
                    <a:pt x="53980" y="86156"/>
                  </a:lnTo>
                  <a:lnTo>
                    <a:pt x="53202" y="86023"/>
                  </a:lnTo>
                  <a:lnTo>
                    <a:pt x="52883" y="85968"/>
                  </a:lnTo>
                  <a:lnTo>
                    <a:pt x="50076" y="85488"/>
                  </a:lnTo>
                  <a:lnTo>
                    <a:pt x="47669" y="85076"/>
                  </a:lnTo>
                  <a:lnTo>
                    <a:pt x="47336" y="84967"/>
                  </a:lnTo>
                  <a:lnTo>
                    <a:pt x="46231" y="89458"/>
                  </a:lnTo>
                  <a:lnTo>
                    <a:pt x="45941" y="90637"/>
                  </a:lnTo>
                  <a:lnTo>
                    <a:pt x="38387" y="89451"/>
                  </a:lnTo>
                  <a:lnTo>
                    <a:pt x="34231" y="89451"/>
                  </a:lnTo>
                  <a:lnTo>
                    <a:pt x="30194" y="90058"/>
                  </a:lnTo>
                  <a:lnTo>
                    <a:pt x="26394" y="90422"/>
                  </a:lnTo>
                  <a:lnTo>
                    <a:pt x="22714" y="90907"/>
                  </a:lnTo>
                  <a:lnTo>
                    <a:pt x="23426" y="88723"/>
                  </a:lnTo>
                  <a:lnTo>
                    <a:pt x="21645" y="84111"/>
                  </a:lnTo>
                  <a:lnTo>
                    <a:pt x="19151" y="80591"/>
                  </a:lnTo>
                  <a:lnTo>
                    <a:pt x="18242" y="77241"/>
                  </a:lnTo>
                  <a:lnTo>
                    <a:pt x="18186" y="76715"/>
                  </a:lnTo>
                  <a:lnTo>
                    <a:pt x="17969" y="75099"/>
                  </a:lnTo>
                  <a:lnTo>
                    <a:pt x="17329" y="70327"/>
                  </a:lnTo>
                  <a:lnTo>
                    <a:pt x="17086" y="68838"/>
                  </a:lnTo>
                  <a:lnTo>
                    <a:pt x="16740" y="66711"/>
                  </a:lnTo>
                  <a:lnTo>
                    <a:pt x="16699" y="66365"/>
                  </a:lnTo>
                  <a:lnTo>
                    <a:pt x="16302" y="62993"/>
                  </a:lnTo>
                  <a:lnTo>
                    <a:pt x="15233" y="58381"/>
                  </a:lnTo>
                  <a:lnTo>
                    <a:pt x="14758" y="54861"/>
                  </a:lnTo>
                  <a:lnTo>
                    <a:pt x="13096" y="48671"/>
                  </a:lnTo>
                  <a:lnTo>
                    <a:pt x="11908" y="40540"/>
                  </a:lnTo>
                  <a:lnTo>
                    <a:pt x="12295" y="37252"/>
                  </a:lnTo>
                  <a:lnTo>
                    <a:pt x="7064" y="21498"/>
                  </a:lnTo>
                  <a:lnTo>
                    <a:pt x="6742" y="20526"/>
                  </a:lnTo>
                  <a:lnTo>
                    <a:pt x="8096" y="18719"/>
                  </a:lnTo>
                  <a:lnTo>
                    <a:pt x="783" y="11702"/>
                  </a:lnTo>
                  <a:lnTo>
                    <a:pt x="529" y="10098"/>
                  </a:lnTo>
                  <a:lnTo>
                    <a:pt x="0" y="6479"/>
                  </a:lnTo>
                  <a:lnTo>
                    <a:pt x="887" y="5635"/>
                  </a:lnTo>
                  <a:lnTo>
                    <a:pt x="2084" y="4427"/>
                  </a:lnTo>
                  <a:lnTo>
                    <a:pt x="3636" y="5456"/>
                  </a:lnTo>
                  <a:lnTo>
                    <a:pt x="6280" y="7209"/>
                  </a:lnTo>
                  <a:lnTo>
                    <a:pt x="7627" y="8101"/>
                  </a:lnTo>
                  <a:lnTo>
                    <a:pt x="8972" y="9178"/>
                  </a:lnTo>
                  <a:lnTo>
                    <a:pt x="13697" y="5841"/>
                  </a:lnTo>
                  <a:lnTo>
                    <a:pt x="17244" y="1052"/>
                  </a:lnTo>
                  <a:lnTo>
                    <a:pt x="178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117329" y="3408198"/>
              <a:ext cx="124315" cy="203769"/>
            </a:xfrm>
            <a:custGeom>
              <a:avLst/>
              <a:pathLst>
                <a:path w="124315" h="203769">
                  <a:moveTo>
                    <a:pt x="51354" y="28563"/>
                  </a:moveTo>
                  <a:lnTo>
                    <a:pt x="51925" y="33457"/>
                  </a:lnTo>
                  <a:lnTo>
                    <a:pt x="52385" y="36902"/>
                  </a:lnTo>
                  <a:lnTo>
                    <a:pt x="52525" y="37949"/>
                  </a:lnTo>
                  <a:lnTo>
                    <a:pt x="52666" y="39597"/>
                  </a:lnTo>
                  <a:lnTo>
                    <a:pt x="52923" y="42626"/>
                  </a:lnTo>
                  <a:lnTo>
                    <a:pt x="53011" y="46290"/>
                  </a:lnTo>
                  <a:lnTo>
                    <a:pt x="53714" y="50888"/>
                  </a:lnTo>
                  <a:lnTo>
                    <a:pt x="54131" y="52768"/>
                  </a:lnTo>
                  <a:lnTo>
                    <a:pt x="54434" y="54134"/>
                  </a:lnTo>
                  <a:lnTo>
                    <a:pt x="54929" y="55692"/>
                  </a:lnTo>
                  <a:lnTo>
                    <a:pt x="55137" y="58017"/>
                  </a:lnTo>
                  <a:lnTo>
                    <a:pt x="54943" y="61503"/>
                  </a:lnTo>
                  <a:lnTo>
                    <a:pt x="55937" y="64723"/>
                  </a:lnTo>
                  <a:lnTo>
                    <a:pt x="57713" y="71301"/>
                  </a:lnTo>
                  <a:lnTo>
                    <a:pt x="57350" y="72507"/>
                  </a:lnTo>
                  <a:lnTo>
                    <a:pt x="57150" y="72877"/>
                  </a:lnTo>
                  <a:lnTo>
                    <a:pt x="57566" y="75013"/>
                  </a:lnTo>
                  <a:lnTo>
                    <a:pt x="57411" y="75887"/>
                  </a:lnTo>
                  <a:lnTo>
                    <a:pt x="57080" y="77025"/>
                  </a:lnTo>
                  <a:lnTo>
                    <a:pt x="57455" y="79963"/>
                  </a:lnTo>
                  <a:lnTo>
                    <a:pt x="57737" y="81303"/>
                  </a:lnTo>
                  <a:lnTo>
                    <a:pt x="58551" y="85184"/>
                  </a:lnTo>
                  <a:lnTo>
                    <a:pt x="58342" y="85254"/>
                  </a:lnTo>
                  <a:lnTo>
                    <a:pt x="54303" y="86602"/>
                  </a:lnTo>
                  <a:lnTo>
                    <a:pt x="53131" y="86994"/>
                  </a:lnTo>
                  <a:lnTo>
                    <a:pt x="53529" y="88856"/>
                  </a:lnTo>
                  <a:lnTo>
                    <a:pt x="53787" y="89979"/>
                  </a:lnTo>
                  <a:lnTo>
                    <a:pt x="58210" y="92821"/>
                  </a:lnTo>
                  <a:lnTo>
                    <a:pt x="56567" y="95959"/>
                  </a:lnTo>
                  <a:lnTo>
                    <a:pt x="54981" y="98986"/>
                  </a:lnTo>
                  <a:lnTo>
                    <a:pt x="56091" y="98288"/>
                  </a:lnTo>
                  <a:lnTo>
                    <a:pt x="58219" y="96948"/>
                  </a:lnTo>
                  <a:lnTo>
                    <a:pt x="59130" y="96521"/>
                  </a:lnTo>
                  <a:lnTo>
                    <a:pt x="59985" y="96501"/>
                  </a:lnTo>
                  <a:lnTo>
                    <a:pt x="61340" y="97012"/>
                  </a:lnTo>
                  <a:lnTo>
                    <a:pt x="62176" y="95819"/>
                  </a:lnTo>
                  <a:lnTo>
                    <a:pt x="62779" y="95239"/>
                  </a:lnTo>
                  <a:lnTo>
                    <a:pt x="64993" y="97405"/>
                  </a:lnTo>
                  <a:lnTo>
                    <a:pt x="65382" y="97785"/>
                  </a:lnTo>
                  <a:lnTo>
                    <a:pt x="65236" y="97999"/>
                  </a:lnTo>
                  <a:lnTo>
                    <a:pt x="64234" y="99459"/>
                  </a:lnTo>
                  <a:lnTo>
                    <a:pt x="64798" y="99936"/>
                  </a:lnTo>
                  <a:lnTo>
                    <a:pt x="66616" y="101657"/>
                  </a:lnTo>
                  <a:lnTo>
                    <a:pt x="67090" y="102107"/>
                  </a:lnTo>
                  <a:lnTo>
                    <a:pt x="67749" y="101214"/>
                  </a:lnTo>
                  <a:lnTo>
                    <a:pt x="70081" y="100026"/>
                  </a:lnTo>
                  <a:lnTo>
                    <a:pt x="72114" y="99378"/>
                  </a:lnTo>
                  <a:lnTo>
                    <a:pt x="72576" y="99230"/>
                  </a:lnTo>
                  <a:lnTo>
                    <a:pt x="74686" y="98557"/>
                  </a:lnTo>
                  <a:lnTo>
                    <a:pt x="75586" y="98556"/>
                  </a:lnTo>
                  <a:lnTo>
                    <a:pt x="77937" y="98554"/>
                  </a:lnTo>
                  <a:lnTo>
                    <a:pt x="81173" y="100799"/>
                  </a:lnTo>
                  <a:lnTo>
                    <a:pt x="87624" y="105243"/>
                  </a:lnTo>
                  <a:lnTo>
                    <a:pt x="87893" y="104841"/>
                  </a:lnTo>
                  <a:lnTo>
                    <a:pt x="103553" y="81350"/>
                  </a:lnTo>
                  <a:lnTo>
                    <a:pt x="103907" y="81592"/>
                  </a:lnTo>
                  <a:lnTo>
                    <a:pt x="105356" y="82584"/>
                  </a:lnTo>
                  <a:lnTo>
                    <a:pt x="107655" y="84157"/>
                  </a:lnTo>
                  <a:lnTo>
                    <a:pt x="110888" y="86369"/>
                  </a:lnTo>
                  <a:lnTo>
                    <a:pt x="111685" y="86914"/>
                  </a:lnTo>
                  <a:lnTo>
                    <a:pt x="119011" y="91927"/>
                  </a:lnTo>
                  <a:lnTo>
                    <a:pt x="122621" y="94397"/>
                  </a:lnTo>
                  <a:lnTo>
                    <a:pt x="124315" y="95556"/>
                  </a:lnTo>
                  <a:lnTo>
                    <a:pt x="123885" y="96179"/>
                  </a:lnTo>
                  <a:lnTo>
                    <a:pt x="115872" y="107795"/>
                  </a:lnTo>
                  <a:lnTo>
                    <a:pt x="115519" y="108313"/>
                  </a:lnTo>
                  <a:lnTo>
                    <a:pt x="108685" y="118346"/>
                  </a:lnTo>
                  <a:lnTo>
                    <a:pt x="108490" y="118631"/>
                  </a:lnTo>
                  <a:lnTo>
                    <a:pt x="108137" y="119149"/>
                  </a:lnTo>
                  <a:lnTo>
                    <a:pt x="107973" y="119391"/>
                  </a:lnTo>
                  <a:lnTo>
                    <a:pt x="107744" y="119727"/>
                  </a:lnTo>
                  <a:lnTo>
                    <a:pt x="106865" y="121018"/>
                  </a:lnTo>
                  <a:lnTo>
                    <a:pt x="92459" y="142164"/>
                  </a:lnTo>
                  <a:lnTo>
                    <a:pt x="92321" y="142368"/>
                  </a:lnTo>
                  <a:lnTo>
                    <a:pt x="91863" y="143073"/>
                  </a:lnTo>
                  <a:lnTo>
                    <a:pt x="90821" y="144679"/>
                  </a:lnTo>
                  <a:lnTo>
                    <a:pt x="89311" y="147005"/>
                  </a:lnTo>
                  <a:lnTo>
                    <a:pt x="85271" y="153230"/>
                  </a:lnTo>
                  <a:lnTo>
                    <a:pt x="84191" y="154893"/>
                  </a:lnTo>
                  <a:lnTo>
                    <a:pt x="82405" y="158117"/>
                  </a:lnTo>
                  <a:lnTo>
                    <a:pt x="82020" y="158503"/>
                  </a:lnTo>
                  <a:lnTo>
                    <a:pt x="80445" y="160035"/>
                  </a:lnTo>
                  <a:lnTo>
                    <a:pt x="80304" y="160113"/>
                  </a:lnTo>
                  <a:lnTo>
                    <a:pt x="79884" y="160346"/>
                  </a:lnTo>
                  <a:lnTo>
                    <a:pt x="78657" y="161026"/>
                  </a:lnTo>
                  <a:lnTo>
                    <a:pt x="77786" y="161360"/>
                  </a:lnTo>
                  <a:lnTo>
                    <a:pt x="76050" y="161914"/>
                  </a:lnTo>
                  <a:lnTo>
                    <a:pt x="76209" y="162351"/>
                  </a:lnTo>
                  <a:lnTo>
                    <a:pt x="76442" y="162993"/>
                  </a:lnTo>
                  <a:lnTo>
                    <a:pt x="76550" y="163290"/>
                  </a:lnTo>
                  <a:lnTo>
                    <a:pt x="76904" y="164266"/>
                  </a:lnTo>
                  <a:lnTo>
                    <a:pt x="77043" y="164649"/>
                  </a:lnTo>
                  <a:lnTo>
                    <a:pt x="77352" y="165502"/>
                  </a:lnTo>
                  <a:lnTo>
                    <a:pt x="78198" y="167833"/>
                  </a:lnTo>
                  <a:lnTo>
                    <a:pt x="78351" y="168254"/>
                  </a:lnTo>
                  <a:lnTo>
                    <a:pt x="79624" y="170181"/>
                  </a:lnTo>
                  <a:lnTo>
                    <a:pt x="82982" y="173141"/>
                  </a:lnTo>
                  <a:lnTo>
                    <a:pt x="83161" y="173298"/>
                  </a:lnTo>
                  <a:lnTo>
                    <a:pt x="83918" y="173966"/>
                  </a:lnTo>
                  <a:lnTo>
                    <a:pt x="86976" y="176661"/>
                  </a:lnTo>
                  <a:lnTo>
                    <a:pt x="89878" y="179219"/>
                  </a:lnTo>
                  <a:lnTo>
                    <a:pt x="90031" y="179354"/>
                  </a:lnTo>
                  <a:lnTo>
                    <a:pt x="90208" y="179510"/>
                  </a:lnTo>
                  <a:lnTo>
                    <a:pt x="90750" y="179988"/>
                  </a:lnTo>
                  <a:lnTo>
                    <a:pt x="91186" y="180372"/>
                  </a:lnTo>
                  <a:lnTo>
                    <a:pt x="92397" y="181408"/>
                  </a:lnTo>
                  <a:lnTo>
                    <a:pt x="94402" y="183123"/>
                  </a:lnTo>
                  <a:lnTo>
                    <a:pt x="95966" y="184460"/>
                  </a:lnTo>
                  <a:lnTo>
                    <a:pt x="96577" y="184977"/>
                  </a:lnTo>
                  <a:lnTo>
                    <a:pt x="96797" y="185155"/>
                  </a:lnTo>
                  <a:lnTo>
                    <a:pt x="97408" y="185649"/>
                  </a:lnTo>
                  <a:lnTo>
                    <a:pt x="97737" y="185915"/>
                  </a:lnTo>
                  <a:lnTo>
                    <a:pt x="97255" y="186117"/>
                  </a:lnTo>
                  <a:lnTo>
                    <a:pt x="95989" y="186646"/>
                  </a:lnTo>
                  <a:lnTo>
                    <a:pt x="93450" y="187708"/>
                  </a:lnTo>
                  <a:lnTo>
                    <a:pt x="93293" y="187774"/>
                  </a:lnTo>
                  <a:lnTo>
                    <a:pt x="90521" y="188796"/>
                  </a:lnTo>
                  <a:lnTo>
                    <a:pt x="84601" y="190978"/>
                  </a:lnTo>
                  <a:lnTo>
                    <a:pt x="79275" y="192555"/>
                  </a:lnTo>
                  <a:lnTo>
                    <a:pt x="77373" y="193119"/>
                  </a:lnTo>
                  <a:lnTo>
                    <a:pt x="71985" y="194712"/>
                  </a:lnTo>
                  <a:lnTo>
                    <a:pt x="65437" y="196439"/>
                  </a:lnTo>
                  <a:lnTo>
                    <a:pt x="62019" y="197846"/>
                  </a:lnTo>
                  <a:lnTo>
                    <a:pt x="59951" y="198697"/>
                  </a:lnTo>
                  <a:lnTo>
                    <a:pt x="57369" y="200153"/>
                  </a:lnTo>
                  <a:lnTo>
                    <a:pt x="53753" y="202192"/>
                  </a:lnTo>
                  <a:lnTo>
                    <a:pt x="51767" y="203769"/>
                  </a:lnTo>
                  <a:lnTo>
                    <a:pt x="51128" y="203274"/>
                  </a:lnTo>
                  <a:lnTo>
                    <a:pt x="46703" y="199842"/>
                  </a:lnTo>
                  <a:lnTo>
                    <a:pt x="46053" y="199337"/>
                  </a:lnTo>
                  <a:lnTo>
                    <a:pt x="45749" y="199101"/>
                  </a:lnTo>
                  <a:lnTo>
                    <a:pt x="43896" y="193147"/>
                  </a:lnTo>
                  <a:lnTo>
                    <a:pt x="43807" y="192864"/>
                  </a:lnTo>
                  <a:lnTo>
                    <a:pt x="38903" y="194227"/>
                  </a:lnTo>
                  <a:lnTo>
                    <a:pt x="37961" y="190576"/>
                  </a:lnTo>
                  <a:lnTo>
                    <a:pt x="37206" y="187650"/>
                  </a:lnTo>
                  <a:lnTo>
                    <a:pt x="37130" y="187365"/>
                  </a:lnTo>
                  <a:lnTo>
                    <a:pt x="36967" y="186755"/>
                  </a:lnTo>
                  <a:lnTo>
                    <a:pt x="35302" y="180541"/>
                  </a:lnTo>
                  <a:lnTo>
                    <a:pt x="35192" y="180127"/>
                  </a:lnTo>
                  <a:lnTo>
                    <a:pt x="35062" y="179643"/>
                  </a:lnTo>
                  <a:lnTo>
                    <a:pt x="33346" y="173235"/>
                  </a:lnTo>
                  <a:lnTo>
                    <a:pt x="33193" y="172663"/>
                  </a:lnTo>
                  <a:lnTo>
                    <a:pt x="31822" y="167543"/>
                  </a:lnTo>
                  <a:lnTo>
                    <a:pt x="31515" y="166398"/>
                  </a:lnTo>
                  <a:lnTo>
                    <a:pt x="31480" y="166270"/>
                  </a:lnTo>
                  <a:lnTo>
                    <a:pt x="31289" y="165556"/>
                  </a:lnTo>
                  <a:lnTo>
                    <a:pt x="28421" y="154845"/>
                  </a:lnTo>
                  <a:lnTo>
                    <a:pt x="28183" y="154912"/>
                  </a:lnTo>
                  <a:lnTo>
                    <a:pt x="24109" y="156053"/>
                  </a:lnTo>
                  <a:lnTo>
                    <a:pt x="1294" y="162429"/>
                  </a:lnTo>
                  <a:lnTo>
                    <a:pt x="1021" y="161483"/>
                  </a:lnTo>
                  <a:lnTo>
                    <a:pt x="76" y="158225"/>
                  </a:lnTo>
                  <a:lnTo>
                    <a:pt x="0" y="157938"/>
                  </a:lnTo>
                  <a:lnTo>
                    <a:pt x="8025" y="155546"/>
                  </a:lnTo>
                  <a:lnTo>
                    <a:pt x="13857" y="153809"/>
                  </a:lnTo>
                  <a:lnTo>
                    <a:pt x="17607" y="152691"/>
                  </a:lnTo>
                  <a:lnTo>
                    <a:pt x="19907" y="152006"/>
                  </a:lnTo>
                  <a:lnTo>
                    <a:pt x="23561" y="150917"/>
                  </a:lnTo>
                  <a:lnTo>
                    <a:pt x="30709" y="148788"/>
                  </a:lnTo>
                  <a:lnTo>
                    <a:pt x="40449" y="145885"/>
                  </a:lnTo>
                  <a:lnTo>
                    <a:pt x="42505" y="145273"/>
                  </a:lnTo>
                  <a:lnTo>
                    <a:pt x="49079" y="143314"/>
                  </a:lnTo>
                  <a:lnTo>
                    <a:pt x="46998" y="141376"/>
                  </a:lnTo>
                  <a:lnTo>
                    <a:pt x="43784" y="138382"/>
                  </a:lnTo>
                  <a:lnTo>
                    <a:pt x="43201" y="137839"/>
                  </a:lnTo>
                  <a:lnTo>
                    <a:pt x="42962" y="137617"/>
                  </a:lnTo>
                  <a:lnTo>
                    <a:pt x="42627" y="137305"/>
                  </a:lnTo>
                  <a:lnTo>
                    <a:pt x="36602" y="131692"/>
                  </a:lnTo>
                  <a:lnTo>
                    <a:pt x="35937" y="131073"/>
                  </a:lnTo>
                  <a:lnTo>
                    <a:pt x="31831" y="129481"/>
                  </a:lnTo>
                  <a:lnTo>
                    <a:pt x="30061" y="128256"/>
                  </a:lnTo>
                  <a:lnTo>
                    <a:pt x="29382" y="127786"/>
                  </a:lnTo>
                  <a:lnTo>
                    <a:pt x="29096" y="127588"/>
                  </a:lnTo>
                  <a:lnTo>
                    <a:pt x="28013" y="126597"/>
                  </a:lnTo>
                  <a:lnTo>
                    <a:pt x="27850" y="125975"/>
                  </a:lnTo>
                  <a:lnTo>
                    <a:pt x="27065" y="122974"/>
                  </a:lnTo>
                  <a:lnTo>
                    <a:pt x="26242" y="119828"/>
                  </a:lnTo>
                  <a:lnTo>
                    <a:pt x="26132" y="119409"/>
                  </a:lnTo>
                  <a:lnTo>
                    <a:pt x="25932" y="118645"/>
                  </a:lnTo>
                  <a:lnTo>
                    <a:pt x="25826" y="118230"/>
                  </a:lnTo>
                  <a:lnTo>
                    <a:pt x="25631" y="117464"/>
                  </a:lnTo>
                  <a:lnTo>
                    <a:pt x="25594" y="117321"/>
                  </a:lnTo>
                  <a:lnTo>
                    <a:pt x="24381" y="112568"/>
                  </a:lnTo>
                  <a:lnTo>
                    <a:pt x="23879" y="110601"/>
                  </a:lnTo>
                  <a:lnTo>
                    <a:pt x="23182" y="107873"/>
                  </a:lnTo>
                  <a:lnTo>
                    <a:pt x="23118" y="107620"/>
                  </a:lnTo>
                  <a:lnTo>
                    <a:pt x="22898" y="106758"/>
                  </a:lnTo>
                  <a:lnTo>
                    <a:pt x="21098" y="99706"/>
                  </a:lnTo>
                  <a:lnTo>
                    <a:pt x="21059" y="99554"/>
                  </a:lnTo>
                  <a:lnTo>
                    <a:pt x="20660" y="97993"/>
                  </a:lnTo>
                  <a:lnTo>
                    <a:pt x="20568" y="97670"/>
                  </a:lnTo>
                  <a:lnTo>
                    <a:pt x="19453" y="93769"/>
                  </a:lnTo>
                  <a:lnTo>
                    <a:pt x="17982" y="88624"/>
                  </a:lnTo>
                  <a:lnTo>
                    <a:pt x="17708" y="87645"/>
                  </a:lnTo>
                  <a:lnTo>
                    <a:pt x="17157" y="85672"/>
                  </a:lnTo>
                  <a:lnTo>
                    <a:pt x="15836" y="80947"/>
                  </a:lnTo>
                  <a:lnTo>
                    <a:pt x="15565" y="79979"/>
                  </a:lnTo>
                  <a:lnTo>
                    <a:pt x="15103" y="78325"/>
                  </a:lnTo>
                  <a:lnTo>
                    <a:pt x="14338" y="75587"/>
                  </a:lnTo>
                  <a:lnTo>
                    <a:pt x="14204" y="75110"/>
                  </a:lnTo>
                  <a:lnTo>
                    <a:pt x="13650" y="73128"/>
                  </a:lnTo>
                  <a:lnTo>
                    <a:pt x="12774" y="70658"/>
                  </a:lnTo>
                  <a:lnTo>
                    <a:pt x="12244" y="69166"/>
                  </a:lnTo>
                  <a:lnTo>
                    <a:pt x="12121" y="68766"/>
                  </a:lnTo>
                  <a:lnTo>
                    <a:pt x="12080" y="68637"/>
                  </a:lnTo>
                  <a:lnTo>
                    <a:pt x="11660" y="67280"/>
                  </a:lnTo>
                  <a:lnTo>
                    <a:pt x="10340" y="63014"/>
                  </a:lnTo>
                  <a:lnTo>
                    <a:pt x="9938" y="61717"/>
                  </a:lnTo>
                  <a:lnTo>
                    <a:pt x="9268" y="59769"/>
                  </a:lnTo>
                  <a:lnTo>
                    <a:pt x="9168" y="59478"/>
                  </a:lnTo>
                  <a:lnTo>
                    <a:pt x="8314" y="56998"/>
                  </a:lnTo>
                  <a:lnTo>
                    <a:pt x="7149" y="54447"/>
                  </a:lnTo>
                  <a:lnTo>
                    <a:pt x="6918" y="53939"/>
                  </a:lnTo>
                  <a:lnTo>
                    <a:pt x="4306" y="49467"/>
                  </a:lnTo>
                  <a:lnTo>
                    <a:pt x="4027" y="48989"/>
                  </a:lnTo>
                  <a:lnTo>
                    <a:pt x="3549" y="48172"/>
                  </a:lnTo>
                  <a:lnTo>
                    <a:pt x="2709" y="46734"/>
                  </a:lnTo>
                  <a:lnTo>
                    <a:pt x="1304" y="44327"/>
                  </a:lnTo>
                  <a:lnTo>
                    <a:pt x="936" y="43789"/>
                  </a:lnTo>
                  <a:lnTo>
                    <a:pt x="3007" y="42439"/>
                  </a:lnTo>
                  <a:lnTo>
                    <a:pt x="3454" y="42147"/>
                  </a:lnTo>
                  <a:lnTo>
                    <a:pt x="6302" y="40291"/>
                  </a:lnTo>
                  <a:lnTo>
                    <a:pt x="6601" y="40130"/>
                  </a:lnTo>
                  <a:lnTo>
                    <a:pt x="9083" y="38792"/>
                  </a:lnTo>
                  <a:lnTo>
                    <a:pt x="11493" y="37493"/>
                  </a:lnTo>
                  <a:lnTo>
                    <a:pt x="16090" y="35079"/>
                  </a:lnTo>
                  <a:lnTo>
                    <a:pt x="19952" y="33052"/>
                  </a:lnTo>
                  <a:lnTo>
                    <a:pt x="22380" y="31777"/>
                  </a:lnTo>
                  <a:lnTo>
                    <a:pt x="21981" y="31228"/>
                  </a:lnTo>
                  <a:lnTo>
                    <a:pt x="21268" y="30646"/>
                  </a:lnTo>
                  <a:lnTo>
                    <a:pt x="20186" y="30253"/>
                  </a:lnTo>
                  <a:lnTo>
                    <a:pt x="19858" y="30160"/>
                  </a:lnTo>
                  <a:lnTo>
                    <a:pt x="19516" y="30063"/>
                  </a:lnTo>
                  <a:lnTo>
                    <a:pt x="14121" y="30793"/>
                  </a:lnTo>
                  <a:lnTo>
                    <a:pt x="14557" y="28198"/>
                  </a:lnTo>
                  <a:lnTo>
                    <a:pt x="14589" y="28006"/>
                  </a:lnTo>
                  <a:lnTo>
                    <a:pt x="14711" y="27279"/>
                  </a:lnTo>
                  <a:lnTo>
                    <a:pt x="14674" y="26666"/>
                  </a:lnTo>
                  <a:lnTo>
                    <a:pt x="14653" y="26305"/>
                  </a:lnTo>
                  <a:lnTo>
                    <a:pt x="14595" y="25348"/>
                  </a:lnTo>
                  <a:lnTo>
                    <a:pt x="14575" y="25025"/>
                  </a:lnTo>
                  <a:lnTo>
                    <a:pt x="14559" y="24762"/>
                  </a:lnTo>
                  <a:lnTo>
                    <a:pt x="14496" y="23829"/>
                  </a:lnTo>
                  <a:lnTo>
                    <a:pt x="30364" y="22530"/>
                  </a:lnTo>
                  <a:lnTo>
                    <a:pt x="27969" y="10977"/>
                  </a:lnTo>
                  <a:lnTo>
                    <a:pt x="27381" y="8144"/>
                  </a:lnTo>
                  <a:lnTo>
                    <a:pt x="26329" y="1330"/>
                  </a:lnTo>
                  <a:lnTo>
                    <a:pt x="36967" y="0"/>
                  </a:lnTo>
                  <a:lnTo>
                    <a:pt x="40428" y="11504"/>
                  </a:lnTo>
                  <a:lnTo>
                    <a:pt x="47495" y="23466"/>
                  </a:lnTo>
                  <a:lnTo>
                    <a:pt x="49963" y="26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53742" y="3664445"/>
              <a:ext cx="140516" cy="142005"/>
            </a:xfrm>
            <a:custGeom>
              <a:avLst/>
              <a:pathLst>
                <a:path w="140516" h="142005">
                  <a:moveTo>
                    <a:pt x="128203" y="75158"/>
                  </a:moveTo>
                  <a:lnTo>
                    <a:pt x="127742" y="75844"/>
                  </a:lnTo>
                  <a:lnTo>
                    <a:pt x="127597" y="75755"/>
                  </a:lnTo>
                  <a:lnTo>
                    <a:pt x="123511" y="81842"/>
                  </a:lnTo>
                  <a:lnTo>
                    <a:pt x="121616" y="84619"/>
                  </a:lnTo>
                  <a:lnTo>
                    <a:pt x="119522" y="87687"/>
                  </a:lnTo>
                  <a:lnTo>
                    <a:pt x="115820" y="93242"/>
                  </a:lnTo>
                  <a:lnTo>
                    <a:pt x="113372" y="96840"/>
                  </a:lnTo>
                  <a:lnTo>
                    <a:pt x="111788" y="99168"/>
                  </a:lnTo>
                  <a:lnTo>
                    <a:pt x="109706" y="102227"/>
                  </a:lnTo>
                  <a:lnTo>
                    <a:pt x="107587" y="105342"/>
                  </a:lnTo>
                  <a:lnTo>
                    <a:pt x="103659" y="111301"/>
                  </a:lnTo>
                  <a:lnTo>
                    <a:pt x="99910" y="116872"/>
                  </a:lnTo>
                  <a:lnTo>
                    <a:pt x="95813" y="122777"/>
                  </a:lnTo>
                  <a:lnTo>
                    <a:pt x="91861" y="128797"/>
                  </a:lnTo>
                  <a:lnTo>
                    <a:pt x="88081" y="134428"/>
                  </a:lnTo>
                  <a:lnTo>
                    <a:pt x="84734" y="139526"/>
                  </a:lnTo>
                  <a:lnTo>
                    <a:pt x="83393" y="141567"/>
                  </a:lnTo>
                  <a:lnTo>
                    <a:pt x="83106" y="142005"/>
                  </a:lnTo>
                  <a:lnTo>
                    <a:pt x="82668" y="141706"/>
                  </a:lnTo>
                  <a:lnTo>
                    <a:pt x="81588" y="140970"/>
                  </a:lnTo>
                  <a:lnTo>
                    <a:pt x="66793" y="130873"/>
                  </a:lnTo>
                  <a:lnTo>
                    <a:pt x="65529" y="130203"/>
                  </a:lnTo>
                  <a:lnTo>
                    <a:pt x="65197" y="129942"/>
                  </a:lnTo>
                  <a:lnTo>
                    <a:pt x="63015" y="128226"/>
                  </a:lnTo>
                  <a:lnTo>
                    <a:pt x="62717" y="127992"/>
                  </a:lnTo>
                  <a:lnTo>
                    <a:pt x="62439" y="127774"/>
                  </a:lnTo>
                  <a:lnTo>
                    <a:pt x="46931" y="117312"/>
                  </a:lnTo>
                  <a:lnTo>
                    <a:pt x="31104" y="106297"/>
                  </a:lnTo>
                  <a:lnTo>
                    <a:pt x="28459" y="104541"/>
                  </a:lnTo>
                  <a:lnTo>
                    <a:pt x="13443" y="94181"/>
                  </a:lnTo>
                  <a:lnTo>
                    <a:pt x="12463" y="93505"/>
                  </a:lnTo>
                  <a:lnTo>
                    <a:pt x="4504" y="88014"/>
                  </a:lnTo>
                  <a:lnTo>
                    <a:pt x="205" y="85048"/>
                  </a:lnTo>
                  <a:lnTo>
                    <a:pt x="0" y="84839"/>
                  </a:lnTo>
                  <a:lnTo>
                    <a:pt x="318" y="84372"/>
                  </a:lnTo>
                  <a:lnTo>
                    <a:pt x="799" y="83668"/>
                  </a:lnTo>
                  <a:lnTo>
                    <a:pt x="14182" y="64076"/>
                  </a:lnTo>
                  <a:lnTo>
                    <a:pt x="14469" y="63654"/>
                  </a:lnTo>
                  <a:lnTo>
                    <a:pt x="15448" y="62215"/>
                  </a:lnTo>
                  <a:lnTo>
                    <a:pt x="15552" y="62063"/>
                  </a:lnTo>
                  <a:lnTo>
                    <a:pt x="28377" y="43217"/>
                  </a:lnTo>
                  <a:lnTo>
                    <a:pt x="28751" y="42668"/>
                  </a:lnTo>
                  <a:lnTo>
                    <a:pt x="31651" y="38406"/>
                  </a:lnTo>
                  <a:lnTo>
                    <a:pt x="35963" y="32070"/>
                  </a:lnTo>
                  <a:lnTo>
                    <a:pt x="40612" y="25238"/>
                  </a:lnTo>
                  <a:lnTo>
                    <a:pt x="40778" y="24994"/>
                  </a:lnTo>
                  <a:lnTo>
                    <a:pt x="41035" y="24616"/>
                  </a:lnTo>
                  <a:lnTo>
                    <a:pt x="42637" y="22262"/>
                  </a:lnTo>
                  <a:lnTo>
                    <a:pt x="43168" y="21482"/>
                  </a:lnTo>
                  <a:lnTo>
                    <a:pt x="55790" y="2933"/>
                  </a:lnTo>
                  <a:lnTo>
                    <a:pt x="56579" y="1775"/>
                  </a:lnTo>
                  <a:lnTo>
                    <a:pt x="57647" y="205"/>
                  </a:lnTo>
                  <a:lnTo>
                    <a:pt x="57787" y="0"/>
                  </a:lnTo>
                  <a:lnTo>
                    <a:pt x="62090" y="2926"/>
                  </a:lnTo>
                  <a:lnTo>
                    <a:pt x="63986" y="4216"/>
                  </a:lnTo>
                  <a:lnTo>
                    <a:pt x="70211" y="8450"/>
                  </a:lnTo>
                  <a:lnTo>
                    <a:pt x="70489" y="8639"/>
                  </a:lnTo>
                  <a:lnTo>
                    <a:pt x="81695" y="16261"/>
                  </a:lnTo>
                  <a:lnTo>
                    <a:pt x="85703" y="18987"/>
                  </a:lnTo>
                  <a:lnTo>
                    <a:pt x="85840" y="19080"/>
                  </a:lnTo>
                  <a:lnTo>
                    <a:pt x="86169" y="19304"/>
                  </a:lnTo>
                  <a:lnTo>
                    <a:pt x="88199" y="20685"/>
                  </a:lnTo>
                  <a:lnTo>
                    <a:pt x="88349" y="20786"/>
                  </a:lnTo>
                  <a:lnTo>
                    <a:pt x="88793" y="21089"/>
                  </a:lnTo>
                  <a:lnTo>
                    <a:pt x="103909" y="31371"/>
                  </a:lnTo>
                  <a:lnTo>
                    <a:pt x="104713" y="31917"/>
                  </a:lnTo>
                  <a:lnTo>
                    <a:pt x="114116" y="38312"/>
                  </a:lnTo>
                  <a:lnTo>
                    <a:pt x="119597" y="42040"/>
                  </a:lnTo>
                  <a:lnTo>
                    <a:pt x="119912" y="42254"/>
                  </a:lnTo>
                  <a:lnTo>
                    <a:pt x="120171" y="42431"/>
                  </a:lnTo>
                  <a:lnTo>
                    <a:pt x="120516" y="42665"/>
                  </a:lnTo>
                  <a:lnTo>
                    <a:pt x="120764" y="42834"/>
                  </a:lnTo>
                  <a:lnTo>
                    <a:pt x="123054" y="44392"/>
                  </a:lnTo>
                  <a:lnTo>
                    <a:pt x="123488" y="44689"/>
                  </a:lnTo>
                  <a:lnTo>
                    <a:pt x="123646" y="44801"/>
                  </a:lnTo>
                  <a:lnTo>
                    <a:pt x="123866" y="44957"/>
                  </a:lnTo>
                  <a:lnTo>
                    <a:pt x="134098" y="52195"/>
                  </a:lnTo>
                  <a:lnTo>
                    <a:pt x="137796" y="54812"/>
                  </a:lnTo>
                  <a:lnTo>
                    <a:pt x="139999" y="56370"/>
                  </a:lnTo>
                  <a:lnTo>
                    <a:pt x="140401" y="56654"/>
                  </a:lnTo>
                  <a:lnTo>
                    <a:pt x="140516" y="56817"/>
                  </a:lnTo>
                  <a:lnTo>
                    <a:pt x="139743" y="57968"/>
                  </a:lnTo>
                  <a:lnTo>
                    <a:pt x="139239" y="58719"/>
                  </a:lnTo>
                  <a:lnTo>
                    <a:pt x="135548" y="64217"/>
                  </a:lnTo>
                  <a:lnTo>
                    <a:pt x="131636" y="70045"/>
                  </a:lnTo>
                  <a:lnTo>
                    <a:pt x="131502" y="70244"/>
                  </a:lnTo>
                  <a:lnTo>
                    <a:pt x="128370" y="749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036849" y="3740200"/>
              <a:ext cx="149538" cy="109362"/>
            </a:xfrm>
            <a:custGeom>
              <a:avLst/>
              <a:pathLst>
                <a:path w="149538" h="109362">
                  <a:moveTo>
                    <a:pt x="72487" y="19421"/>
                  </a:moveTo>
                  <a:lnTo>
                    <a:pt x="73597" y="20173"/>
                  </a:lnTo>
                  <a:lnTo>
                    <a:pt x="73767" y="19899"/>
                  </a:lnTo>
                  <a:lnTo>
                    <a:pt x="73770" y="20290"/>
                  </a:lnTo>
                  <a:lnTo>
                    <a:pt x="96439" y="35645"/>
                  </a:lnTo>
                  <a:lnTo>
                    <a:pt x="97752" y="36534"/>
                  </a:lnTo>
                  <a:lnTo>
                    <a:pt x="98342" y="36934"/>
                  </a:lnTo>
                  <a:lnTo>
                    <a:pt x="100844" y="38628"/>
                  </a:lnTo>
                  <a:lnTo>
                    <a:pt x="100993" y="38730"/>
                  </a:lnTo>
                  <a:lnTo>
                    <a:pt x="101262" y="38912"/>
                  </a:lnTo>
                  <a:lnTo>
                    <a:pt x="99263" y="41817"/>
                  </a:lnTo>
                  <a:lnTo>
                    <a:pt x="97336" y="44618"/>
                  </a:lnTo>
                  <a:lnTo>
                    <a:pt x="102551" y="48285"/>
                  </a:lnTo>
                  <a:lnTo>
                    <a:pt x="103402" y="48883"/>
                  </a:lnTo>
                  <a:lnTo>
                    <a:pt x="106951" y="51320"/>
                  </a:lnTo>
                  <a:lnTo>
                    <a:pt x="108584" y="52434"/>
                  </a:lnTo>
                  <a:lnTo>
                    <a:pt x="111963" y="54749"/>
                  </a:lnTo>
                  <a:lnTo>
                    <a:pt x="115306" y="57056"/>
                  </a:lnTo>
                  <a:lnTo>
                    <a:pt x="118867" y="59467"/>
                  </a:lnTo>
                  <a:lnTo>
                    <a:pt x="119712" y="60019"/>
                  </a:lnTo>
                  <a:lnTo>
                    <a:pt x="120329" y="60422"/>
                  </a:lnTo>
                  <a:lnTo>
                    <a:pt x="125003" y="63771"/>
                  </a:lnTo>
                  <a:lnTo>
                    <a:pt x="125501" y="64062"/>
                  </a:lnTo>
                  <a:lnTo>
                    <a:pt x="126375" y="64453"/>
                  </a:lnTo>
                  <a:lnTo>
                    <a:pt x="127514" y="64773"/>
                  </a:lnTo>
                  <a:lnTo>
                    <a:pt x="128569" y="65006"/>
                  </a:lnTo>
                  <a:lnTo>
                    <a:pt x="129367" y="65385"/>
                  </a:lnTo>
                  <a:lnTo>
                    <a:pt x="129480" y="66481"/>
                  </a:lnTo>
                  <a:lnTo>
                    <a:pt x="129828" y="69843"/>
                  </a:lnTo>
                  <a:lnTo>
                    <a:pt x="134228" y="70108"/>
                  </a:lnTo>
                  <a:lnTo>
                    <a:pt x="135528" y="70384"/>
                  </a:lnTo>
                  <a:lnTo>
                    <a:pt x="139239" y="71706"/>
                  </a:lnTo>
                  <a:lnTo>
                    <a:pt x="140705" y="72229"/>
                  </a:lnTo>
                  <a:lnTo>
                    <a:pt x="141648" y="72915"/>
                  </a:lnTo>
                  <a:lnTo>
                    <a:pt x="144929" y="75304"/>
                  </a:lnTo>
                  <a:lnTo>
                    <a:pt x="149126" y="78237"/>
                  </a:lnTo>
                  <a:lnTo>
                    <a:pt x="149538" y="78549"/>
                  </a:lnTo>
                  <a:lnTo>
                    <a:pt x="149404" y="78801"/>
                  </a:lnTo>
                  <a:lnTo>
                    <a:pt x="144364" y="88289"/>
                  </a:lnTo>
                  <a:lnTo>
                    <a:pt x="143555" y="90285"/>
                  </a:lnTo>
                  <a:lnTo>
                    <a:pt x="143588" y="90607"/>
                  </a:lnTo>
                  <a:lnTo>
                    <a:pt x="144331" y="97884"/>
                  </a:lnTo>
                  <a:lnTo>
                    <a:pt x="144263" y="98268"/>
                  </a:lnTo>
                  <a:lnTo>
                    <a:pt x="143231" y="104062"/>
                  </a:lnTo>
                  <a:lnTo>
                    <a:pt x="143202" y="104222"/>
                  </a:lnTo>
                  <a:lnTo>
                    <a:pt x="137301" y="100809"/>
                  </a:lnTo>
                  <a:lnTo>
                    <a:pt x="130458" y="97450"/>
                  </a:lnTo>
                  <a:lnTo>
                    <a:pt x="129971" y="98291"/>
                  </a:lnTo>
                  <a:lnTo>
                    <a:pt x="126697" y="103936"/>
                  </a:lnTo>
                  <a:lnTo>
                    <a:pt x="123965" y="109362"/>
                  </a:lnTo>
                  <a:lnTo>
                    <a:pt x="118758" y="107744"/>
                  </a:lnTo>
                  <a:lnTo>
                    <a:pt x="113201" y="106018"/>
                  </a:lnTo>
                  <a:lnTo>
                    <a:pt x="112113" y="106177"/>
                  </a:lnTo>
                  <a:lnTo>
                    <a:pt x="108583" y="105521"/>
                  </a:lnTo>
                  <a:lnTo>
                    <a:pt x="105340" y="105198"/>
                  </a:lnTo>
                  <a:lnTo>
                    <a:pt x="102722" y="104062"/>
                  </a:lnTo>
                  <a:lnTo>
                    <a:pt x="99266" y="103127"/>
                  </a:lnTo>
                  <a:lnTo>
                    <a:pt x="97696" y="102657"/>
                  </a:lnTo>
                  <a:lnTo>
                    <a:pt x="97632" y="101670"/>
                  </a:lnTo>
                  <a:lnTo>
                    <a:pt x="94345" y="100622"/>
                  </a:lnTo>
                  <a:lnTo>
                    <a:pt x="91041" y="99344"/>
                  </a:lnTo>
                  <a:lnTo>
                    <a:pt x="87191" y="99020"/>
                  </a:lnTo>
                  <a:lnTo>
                    <a:pt x="84276" y="99010"/>
                  </a:lnTo>
                  <a:lnTo>
                    <a:pt x="82890" y="98893"/>
                  </a:lnTo>
                  <a:lnTo>
                    <a:pt x="80899" y="98630"/>
                  </a:lnTo>
                  <a:lnTo>
                    <a:pt x="78770" y="98350"/>
                  </a:lnTo>
                  <a:lnTo>
                    <a:pt x="77675" y="98028"/>
                  </a:lnTo>
                  <a:lnTo>
                    <a:pt x="75940" y="97846"/>
                  </a:lnTo>
                  <a:lnTo>
                    <a:pt x="68193" y="97430"/>
                  </a:lnTo>
                  <a:lnTo>
                    <a:pt x="57435" y="96513"/>
                  </a:lnTo>
                  <a:lnTo>
                    <a:pt x="57025" y="95170"/>
                  </a:lnTo>
                  <a:lnTo>
                    <a:pt x="57071" y="91410"/>
                  </a:lnTo>
                  <a:lnTo>
                    <a:pt x="58872" y="88674"/>
                  </a:lnTo>
                  <a:lnTo>
                    <a:pt x="62518" y="82366"/>
                  </a:lnTo>
                  <a:lnTo>
                    <a:pt x="63057" y="81434"/>
                  </a:lnTo>
                  <a:lnTo>
                    <a:pt x="58364" y="78392"/>
                  </a:lnTo>
                  <a:lnTo>
                    <a:pt x="57406" y="77724"/>
                  </a:lnTo>
                  <a:lnTo>
                    <a:pt x="54163" y="75747"/>
                  </a:lnTo>
                  <a:lnTo>
                    <a:pt x="48259" y="71462"/>
                  </a:lnTo>
                  <a:lnTo>
                    <a:pt x="45822" y="75017"/>
                  </a:lnTo>
                  <a:lnTo>
                    <a:pt x="44355" y="77158"/>
                  </a:lnTo>
                  <a:lnTo>
                    <a:pt x="40391" y="82941"/>
                  </a:lnTo>
                  <a:lnTo>
                    <a:pt x="36881" y="88064"/>
                  </a:lnTo>
                  <a:lnTo>
                    <a:pt x="35314" y="90347"/>
                  </a:lnTo>
                  <a:lnTo>
                    <a:pt x="34827" y="90015"/>
                  </a:lnTo>
                  <a:lnTo>
                    <a:pt x="19263" y="79408"/>
                  </a:lnTo>
                  <a:lnTo>
                    <a:pt x="18963" y="79208"/>
                  </a:lnTo>
                  <a:lnTo>
                    <a:pt x="17495" y="78229"/>
                  </a:lnTo>
                  <a:lnTo>
                    <a:pt x="16816" y="77776"/>
                  </a:lnTo>
                  <a:lnTo>
                    <a:pt x="16152" y="77321"/>
                  </a:lnTo>
                  <a:lnTo>
                    <a:pt x="1484" y="67268"/>
                  </a:lnTo>
                  <a:lnTo>
                    <a:pt x="427" y="66543"/>
                  </a:lnTo>
                  <a:lnTo>
                    <a:pt x="0" y="66250"/>
                  </a:lnTo>
                  <a:lnTo>
                    <a:pt x="287" y="65812"/>
                  </a:lnTo>
                  <a:lnTo>
                    <a:pt x="1628" y="63771"/>
                  </a:lnTo>
                  <a:lnTo>
                    <a:pt x="4974" y="58673"/>
                  </a:lnTo>
                  <a:lnTo>
                    <a:pt x="8755" y="53042"/>
                  </a:lnTo>
                  <a:lnTo>
                    <a:pt x="12706" y="47022"/>
                  </a:lnTo>
                  <a:lnTo>
                    <a:pt x="16804" y="41117"/>
                  </a:lnTo>
                  <a:lnTo>
                    <a:pt x="20553" y="35546"/>
                  </a:lnTo>
                  <a:lnTo>
                    <a:pt x="24481" y="29587"/>
                  </a:lnTo>
                  <a:lnTo>
                    <a:pt x="26600" y="26472"/>
                  </a:lnTo>
                  <a:lnTo>
                    <a:pt x="28681" y="23413"/>
                  </a:lnTo>
                  <a:lnTo>
                    <a:pt x="30266" y="21085"/>
                  </a:lnTo>
                  <a:lnTo>
                    <a:pt x="32714" y="17487"/>
                  </a:lnTo>
                  <a:lnTo>
                    <a:pt x="36416" y="11932"/>
                  </a:lnTo>
                  <a:lnTo>
                    <a:pt x="38510" y="8864"/>
                  </a:lnTo>
                  <a:lnTo>
                    <a:pt x="40405" y="6087"/>
                  </a:lnTo>
                  <a:lnTo>
                    <a:pt x="44491" y="0"/>
                  </a:lnTo>
                  <a:lnTo>
                    <a:pt x="44636" y="89"/>
                  </a:lnTo>
                  <a:lnTo>
                    <a:pt x="45085" y="401"/>
                  </a:lnTo>
                  <a:lnTo>
                    <a:pt x="48855" y="3018"/>
                  </a:lnTo>
                  <a:lnTo>
                    <a:pt x="57258" y="8850"/>
                  </a:lnTo>
                  <a:lnTo>
                    <a:pt x="59107" y="10134"/>
                  </a:lnTo>
                  <a:lnTo>
                    <a:pt x="62811" y="12704"/>
                  </a:lnTo>
                  <a:lnTo>
                    <a:pt x="63220" y="1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92239" y="3806451"/>
              <a:ext cx="213373" cy="121174"/>
            </a:xfrm>
            <a:custGeom>
              <a:avLst/>
              <a:pathLst>
                <a:path w="213373" h="121174">
                  <a:moveTo>
                    <a:pt x="79925" y="24097"/>
                  </a:moveTo>
                  <a:lnTo>
                    <a:pt x="81490" y="21813"/>
                  </a:lnTo>
                  <a:lnTo>
                    <a:pt x="85001" y="16691"/>
                  </a:lnTo>
                  <a:lnTo>
                    <a:pt x="88964" y="10908"/>
                  </a:lnTo>
                  <a:lnTo>
                    <a:pt x="90431" y="8767"/>
                  </a:lnTo>
                  <a:lnTo>
                    <a:pt x="92869" y="5210"/>
                  </a:lnTo>
                  <a:lnTo>
                    <a:pt x="98773" y="9497"/>
                  </a:lnTo>
                  <a:lnTo>
                    <a:pt x="102016" y="11473"/>
                  </a:lnTo>
                  <a:lnTo>
                    <a:pt x="102973" y="12141"/>
                  </a:lnTo>
                  <a:lnTo>
                    <a:pt x="107666" y="15183"/>
                  </a:lnTo>
                  <a:lnTo>
                    <a:pt x="107127" y="16115"/>
                  </a:lnTo>
                  <a:lnTo>
                    <a:pt x="103482" y="22424"/>
                  </a:lnTo>
                  <a:lnTo>
                    <a:pt x="101680" y="25160"/>
                  </a:lnTo>
                  <a:lnTo>
                    <a:pt x="101635" y="28919"/>
                  </a:lnTo>
                  <a:lnTo>
                    <a:pt x="102044" y="30263"/>
                  </a:lnTo>
                  <a:lnTo>
                    <a:pt x="112805" y="31179"/>
                  </a:lnTo>
                  <a:lnTo>
                    <a:pt x="120552" y="31595"/>
                  </a:lnTo>
                  <a:lnTo>
                    <a:pt x="122284" y="31777"/>
                  </a:lnTo>
                  <a:lnTo>
                    <a:pt x="123379" y="32099"/>
                  </a:lnTo>
                  <a:lnTo>
                    <a:pt x="125508" y="32380"/>
                  </a:lnTo>
                  <a:lnTo>
                    <a:pt x="127502" y="32643"/>
                  </a:lnTo>
                  <a:lnTo>
                    <a:pt x="128889" y="32759"/>
                  </a:lnTo>
                  <a:lnTo>
                    <a:pt x="131803" y="32769"/>
                  </a:lnTo>
                  <a:lnTo>
                    <a:pt x="135650" y="33093"/>
                  </a:lnTo>
                  <a:lnTo>
                    <a:pt x="138957" y="34372"/>
                  </a:lnTo>
                  <a:lnTo>
                    <a:pt x="142241" y="35420"/>
                  </a:lnTo>
                  <a:lnTo>
                    <a:pt x="142305" y="36406"/>
                  </a:lnTo>
                  <a:lnTo>
                    <a:pt x="143878" y="36876"/>
                  </a:lnTo>
                  <a:lnTo>
                    <a:pt x="147331" y="37811"/>
                  </a:lnTo>
                  <a:lnTo>
                    <a:pt x="149950" y="38948"/>
                  </a:lnTo>
                  <a:lnTo>
                    <a:pt x="153193" y="39270"/>
                  </a:lnTo>
                  <a:lnTo>
                    <a:pt x="156722" y="39926"/>
                  </a:lnTo>
                  <a:lnTo>
                    <a:pt x="157811" y="39768"/>
                  </a:lnTo>
                  <a:lnTo>
                    <a:pt x="163367" y="41494"/>
                  </a:lnTo>
                  <a:lnTo>
                    <a:pt x="168574" y="43110"/>
                  </a:lnTo>
                  <a:lnTo>
                    <a:pt x="171306" y="37685"/>
                  </a:lnTo>
                  <a:lnTo>
                    <a:pt x="174580" y="32040"/>
                  </a:lnTo>
                  <a:lnTo>
                    <a:pt x="175071" y="31199"/>
                  </a:lnTo>
                  <a:lnTo>
                    <a:pt x="181910" y="34558"/>
                  </a:lnTo>
                  <a:lnTo>
                    <a:pt x="187811" y="37972"/>
                  </a:lnTo>
                  <a:lnTo>
                    <a:pt x="199369" y="44657"/>
                  </a:lnTo>
                  <a:lnTo>
                    <a:pt x="204633" y="48476"/>
                  </a:lnTo>
                  <a:lnTo>
                    <a:pt x="213373" y="56438"/>
                  </a:lnTo>
                  <a:lnTo>
                    <a:pt x="213373" y="62264"/>
                  </a:lnTo>
                  <a:lnTo>
                    <a:pt x="211172" y="69348"/>
                  </a:lnTo>
                  <a:lnTo>
                    <a:pt x="211763" y="77135"/>
                  </a:lnTo>
                  <a:lnTo>
                    <a:pt x="212122" y="81873"/>
                  </a:lnTo>
                  <a:lnTo>
                    <a:pt x="193117" y="84878"/>
                  </a:lnTo>
                  <a:lnTo>
                    <a:pt x="190818" y="90678"/>
                  </a:lnTo>
                  <a:lnTo>
                    <a:pt x="177140" y="92313"/>
                  </a:lnTo>
                  <a:lnTo>
                    <a:pt x="156166" y="85143"/>
                  </a:lnTo>
                  <a:lnTo>
                    <a:pt x="137243" y="81647"/>
                  </a:lnTo>
                  <a:lnTo>
                    <a:pt x="135818" y="80471"/>
                  </a:lnTo>
                  <a:lnTo>
                    <a:pt x="135265" y="80016"/>
                  </a:lnTo>
                  <a:lnTo>
                    <a:pt x="117101" y="65040"/>
                  </a:lnTo>
                  <a:lnTo>
                    <a:pt x="116462" y="65531"/>
                  </a:lnTo>
                  <a:lnTo>
                    <a:pt x="114005" y="67419"/>
                  </a:lnTo>
                  <a:lnTo>
                    <a:pt x="111724" y="70709"/>
                  </a:lnTo>
                  <a:lnTo>
                    <a:pt x="110480" y="72824"/>
                  </a:lnTo>
                  <a:lnTo>
                    <a:pt x="108304" y="76523"/>
                  </a:lnTo>
                  <a:lnTo>
                    <a:pt x="104792" y="82016"/>
                  </a:lnTo>
                  <a:lnTo>
                    <a:pt x="101384" y="87003"/>
                  </a:lnTo>
                  <a:lnTo>
                    <a:pt x="99340" y="87401"/>
                  </a:lnTo>
                  <a:lnTo>
                    <a:pt x="95592" y="86316"/>
                  </a:lnTo>
                  <a:lnTo>
                    <a:pt x="88556" y="84403"/>
                  </a:lnTo>
                  <a:lnTo>
                    <a:pt x="78322" y="80807"/>
                  </a:lnTo>
                  <a:lnTo>
                    <a:pt x="73121" y="79377"/>
                  </a:lnTo>
                  <a:lnTo>
                    <a:pt x="68136" y="76276"/>
                  </a:lnTo>
                  <a:lnTo>
                    <a:pt x="62868" y="73000"/>
                  </a:lnTo>
                  <a:lnTo>
                    <a:pt x="57918" y="69921"/>
                  </a:lnTo>
                  <a:lnTo>
                    <a:pt x="57052" y="71307"/>
                  </a:lnTo>
                  <a:lnTo>
                    <a:pt x="55163" y="74330"/>
                  </a:lnTo>
                  <a:lnTo>
                    <a:pt x="60406" y="77981"/>
                  </a:lnTo>
                  <a:lnTo>
                    <a:pt x="66353" y="80700"/>
                  </a:lnTo>
                  <a:lnTo>
                    <a:pt x="71862" y="82525"/>
                  </a:lnTo>
                  <a:lnTo>
                    <a:pt x="73705" y="82855"/>
                  </a:lnTo>
                  <a:lnTo>
                    <a:pt x="84382" y="87186"/>
                  </a:lnTo>
                  <a:lnTo>
                    <a:pt x="83907" y="93050"/>
                  </a:lnTo>
                  <a:lnTo>
                    <a:pt x="83508" y="94235"/>
                  </a:lnTo>
                  <a:lnTo>
                    <a:pt x="82231" y="96809"/>
                  </a:lnTo>
                  <a:lnTo>
                    <a:pt x="81073" y="99832"/>
                  </a:lnTo>
                  <a:lnTo>
                    <a:pt x="76247" y="100354"/>
                  </a:lnTo>
                  <a:lnTo>
                    <a:pt x="61225" y="102372"/>
                  </a:lnTo>
                  <a:lnTo>
                    <a:pt x="59440" y="105666"/>
                  </a:lnTo>
                  <a:lnTo>
                    <a:pt x="49014" y="121174"/>
                  </a:lnTo>
                  <a:lnTo>
                    <a:pt x="43555" y="117337"/>
                  </a:lnTo>
                  <a:lnTo>
                    <a:pt x="37686" y="113213"/>
                  </a:lnTo>
                  <a:lnTo>
                    <a:pt x="31735" y="109072"/>
                  </a:lnTo>
                  <a:lnTo>
                    <a:pt x="25299" y="104715"/>
                  </a:lnTo>
                  <a:lnTo>
                    <a:pt x="31089" y="96125"/>
                  </a:lnTo>
                  <a:lnTo>
                    <a:pt x="33077" y="93466"/>
                  </a:lnTo>
                  <a:lnTo>
                    <a:pt x="35420" y="90331"/>
                  </a:lnTo>
                  <a:lnTo>
                    <a:pt x="32633" y="88600"/>
                  </a:lnTo>
                  <a:lnTo>
                    <a:pt x="20550" y="80064"/>
                  </a:lnTo>
                  <a:lnTo>
                    <a:pt x="16142" y="77144"/>
                  </a:lnTo>
                  <a:lnTo>
                    <a:pt x="13232" y="75217"/>
                  </a:lnTo>
                  <a:lnTo>
                    <a:pt x="3659" y="68740"/>
                  </a:lnTo>
                  <a:lnTo>
                    <a:pt x="426" y="66203"/>
                  </a:lnTo>
                  <a:lnTo>
                    <a:pt x="0" y="65867"/>
                  </a:lnTo>
                  <a:lnTo>
                    <a:pt x="3799" y="60119"/>
                  </a:lnTo>
                  <a:lnTo>
                    <a:pt x="7865" y="54215"/>
                  </a:lnTo>
                  <a:lnTo>
                    <a:pt x="11980" y="47921"/>
                  </a:lnTo>
                  <a:lnTo>
                    <a:pt x="12476" y="47190"/>
                  </a:lnTo>
                  <a:lnTo>
                    <a:pt x="15938" y="42116"/>
                  </a:lnTo>
                  <a:lnTo>
                    <a:pt x="17590" y="39652"/>
                  </a:lnTo>
                  <a:lnTo>
                    <a:pt x="17832" y="39295"/>
                  </a:lnTo>
                  <a:lnTo>
                    <a:pt x="19873" y="36287"/>
                  </a:lnTo>
                  <a:lnTo>
                    <a:pt x="23597" y="30798"/>
                  </a:lnTo>
                  <a:lnTo>
                    <a:pt x="27783" y="24689"/>
                  </a:lnTo>
                  <a:lnTo>
                    <a:pt x="31576" y="19224"/>
                  </a:lnTo>
                  <a:lnTo>
                    <a:pt x="35505" y="13487"/>
                  </a:lnTo>
                  <a:lnTo>
                    <a:pt x="39555" y="7573"/>
                  </a:lnTo>
                  <a:lnTo>
                    <a:pt x="43576" y="1547"/>
                  </a:lnTo>
                  <a:lnTo>
                    <a:pt x="44307" y="452"/>
                  </a:lnTo>
                  <a:lnTo>
                    <a:pt x="44609" y="0"/>
                  </a:lnTo>
                  <a:lnTo>
                    <a:pt x="45037" y="293"/>
                  </a:lnTo>
                  <a:lnTo>
                    <a:pt x="46094" y="1017"/>
                  </a:lnTo>
                  <a:lnTo>
                    <a:pt x="60761" y="11070"/>
                  </a:lnTo>
                  <a:lnTo>
                    <a:pt x="61426" y="11526"/>
                  </a:lnTo>
                  <a:lnTo>
                    <a:pt x="62104" y="11978"/>
                  </a:lnTo>
                  <a:lnTo>
                    <a:pt x="63573" y="12957"/>
                  </a:lnTo>
                  <a:lnTo>
                    <a:pt x="63873" y="13157"/>
                  </a:lnTo>
                  <a:lnTo>
                    <a:pt x="79436" y="23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3007507" y="3912117"/>
              <a:ext cx="180924" cy="120452"/>
            </a:xfrm>
            <a:custGeom>
              <a:avLst/>
              <a:pathLst>
                <a:path w="180924" h="120452">
                  <a:moveTo>
                    <a:pt x="44172" y="0"/>
                  </a:moveTo>
                  <a:lnTo>
                    <a:pt x="50239" y="3494"/>
                  </a:lnTo>
                  <a:lnTo>
                    <a:pt x="51120" y="3432"/>
                  </a:lnTo>
                  <a:lnTo>
                    <a:pt x="56319" y="7101"/>
                  </a:lnTo>
                  <a:lnTo>
                    <a:pt x="56405" y="7409"/>
                  </a:lnTo>
                  <a:lnTo>
                    <a:pt x="61936" y="11270"/>
                  </a:lnTo>
                  <a:lnTo>
                    <a:pt x="67899" y="15200"/>
                  </a:lnTo>
                  <a:lnTo>
                    <a:pt x="74104" y="18870"/>
                  </a:lnTo>
                  <a:lnTo>
                    <a:pt x="79682" y="22754"/>
                  </a:lnTo>
                  <a:lnTo>
                    <a:pt x="85510" y="26720"/>
                  </a:lnTo>
                  <a:lnTo>
                    <a:pt x="91734" y="30956"/>
                  </a:lnTo>
                  <a:lnTo>
                    <a:pt x="92053" y="32106"/>
                  </a:lnTo>
                  <a:lnTo>
                    <a:pt x="95283" y="33525"/>
                  </a:lnTo>
                  <a:lnTo>
                    <a:pt x="93292" y="36668"/>
                  </a:lnTo>
                  <a:lnTo>
                    <a:pt x="99164" y="40438"/>
                  </a:lnTo>
                  <a:lnTo>
                    <a:pt x="111926" y="48734"/>
                  </a:lnTo>
                  <a:lnTo>
                    <a:pt x="115865" y="51219"/>
                  </a:lnTo>
                  <a:lnTo>
                    <a:pt x="119541" y="53224"/>
                  </a:lnTo>
                  <a:lnTo>
                    <a:pt x="120903" y="53764"/>
                  </a:lnTo>
                  <a:lnTo>
                    <a:pt x="122520" y="54405"/>
                  </a:lnTo>
                  <a:lnTo>
                    <a:pt x="125103" y="55290"/>
                  </a:lnTo>
                  <a:lnTo>
                    <a:pt x="132687" y="55632"/>
                  </a:lnTo>
                  <a:lnTo>
                    <a:pt x="139561" y="54824"/>
                  </a:lnTo>
                  <a:lnTo>
                    <a:pt x="140696" y="58214"/>
                  </a:lnTo>
                  <a:lnTo>
                    <a:pt x="149758" y="54285"/>
                  </a:lnTo>
                  <a:lnTo>
                    <a:pt x="160712" y="56838"/>
                  </a:lnTo>
                  <a:lnTo>
                    <a:pt x="171887" y="68106"/>
                  </a:lnTo>
                  <a:lnTo>
                    <a:pt x="180010" y="76296"/>
                  </a:lnTo>
                  <a:lnTo>
                    <a:pt x="180924" y="77218"/>
                  </a:lnTo>
                  <a:lnTo>
                    <a:pt x="180130" y="77871"/>
                  </a:lnTo>
                  <a:lnTo>
                    <a:pt x="177034" y="80415"/>
                  </a:lnTo>
                  <a:lnTo>
                    <a:pt x="175859" y="81468"/>
                  </a:lnTo>
                  <a:lnTo>
                    <a:pt x="173799" y="83315"/>
                  </a:lnTo>
                  <a:lnTo>
                    <a:pt x="173006" y="84095"/>
                  </a:lnTo>
                  <a:lnTo>
                    <a:pt x="166295" y="90701"/>
                  </a:lnTo>
                  <a:lnTo>
                    <a:pt x="167216" y="91633"/>
                  </a:lnTo>
                  <a:lnTo>
                    <a:pt x="170102" y="94554"/>
                  </a:lnTo>
                  <a:lnTo>
                    <a:pt x="171119" y="102417"/>
                  </a:lnTo>
                  <a:lnTo>
                    <a:pt x="170660" y="103537"/>
                  </a:lnTo>
                  <a:lnTo>
                    <a:pt x="165362" y="101960"/>
                  </a:lnTo>
                  <a:lnTo>
                    <a:pt x="164571" y="101725"/>
                  </a:lnTo>
                  <a:lnTo>
                    <a:pt x="163579" y="101534"/>
                  </a:lnTo>
                  <a:lnTo>
                    <a:pt x="163424" y="101504"/>
                  </a:lnTo>
                  <a:lnTo>
                    <a:pt x="162993" y="101421"/>
                  </a:lnTo>
                  <a:lnTo>
                    <a:pt x="162080" y="101245"/>
                  </a:lnTo>
                  <a:lnTo>
                    <a:pt x="160914" y="101021"/>
                  </a:lnTo>
                  <a:lnTo>
                    <a:pt x="156782" y="100414"/>
                  </a:lnTo>
                  <a:lnTo>
                    <a:pt x="156283" y="100428"/>
                  </a:lnTo>
                  <a:lnTo>
                    <a:pt x="156078" y="100434"/>
                  </a:lnTo>
                  <a:lnTo>
                    <a:pt x="154241" y="100487"/>
                  </a:lnTo>
                  <a:lnTo>
                    <a:pt x="153668" y="100414"/>
                  </a:lnTo>
                  <a:lnTo>
                    <a:pt x="153308" y="100369"/>
                  </a:lnTo>
                  <a:lnTo>
                    <a:pt x="151890" y="100189"/>
                  </a:lnTo>
                  <a:lnTo>
                    <a:pt x="151530" y="100143"/>
                  </a:lnTo>
                  <a:lnTo>
                    <a:pt x="150989" y="100111"/>
                  </a:lnTo>
                  <a:lnTo>
                    <a:pt x="148509" y="99961"/>
                  </a:lnTo>
                  <a:lnTo>
                    <a:pt x="147658" y="101461"/>
                  </a:lnTo>
                  <a:lnTo>
                    <a:pt x="146998" y="102623"/>
                  </a:lnTo>
                  <a:lnTo>
                    <a:pt x="146523" y="103303"/>
                  </a:lnTo>
                  <a:lnTo>
                    <a:pt x="145819" y="103516"/>
                  </a:lnTo>
                  <a:lnTo>
                    <a:pt x="145003" y="103764"/>
                  </a:lnTo>
                  <a:lnTo>
                    <a:pt x="143887" y="103521"/>
                  </a:lnTo>
                  <a:lnTo>
                    <a:pt x="142842" y="103230"/>
                  </a:lnTo>
                  <a:lnTo>
                    <a:pt x="142120" y="102862"/>
                  </a:lnTo>
                  <a:lnTo>
                    <a:pt x="136549" y="100026"/>
                  </a:lnTo>
                  <a:lnTo>
                    <a:pt x="129588" y="98776"/>
                  </a:lnTo>
                  <a:lnTo>
                    <a:pt x="129164" y="98706"/>
                  </a:lnTo>
                  <a:lnTo>
                    <a:pt x="128988" y="99803"/>
                  </a:lnTo>
                  <a:lnTo>
                    <a:pt x="127940" y="106326"/>
                  </a:lnTo>
                  <a:lnTo>
                    <a:pt x="125728" y="106079"/>
                  </a:lnTo>
                  <a:lnTo>
                    <a:pt x="125565" y="106453"/>
                  </a:lnTo>
                  <a:lnTo>
                    <a:pt x="124883" y="108020"/>
                  </a:lnTo>
                  <a:lnTo>
                    <a:pt x="124361" y="109221"/>
                  </a:lnTo>
                  <a:lnTo>
                    <a:pt x="123993" y="110022"/>
                  </a:lnTo>
                  <a:lnTo>
                    <a:pt x="123732" y="110378"/>
                  </a:lnTo>
                  <a:lnTo>
                    <a:pt x="122946" y="111453"/>
                  </a:lnTo>
                  <a:lnTo>
                    <a:pt x="122690" y="111627"/>
                  </a:lnTo>
                  <a:lnTo>
                    <a:pt x="122253" y="111806"/>
                  </a:lnTo>
                  <a:lnTo>
                    <a:pt x="121919" y="112008"/>
                  </a:lnTo>
                  <a:lnTo>
                    <a:pt x="121492" y="112656"/>
                  </a:lnTo>
                  <a:lnTo>
                    <a:pt x="120224" y="114583"/>
                  </a:lnTo>
                  <a:lnTo>
                    <a:pt x="118342" y="117446"/>
                  </a:lnTo>
                  <a:lnTo>
                    <a:pt x="116364" y="120452"/>
                  </a:lnTo>
                  <a:lnTo>
                    <a:pt x="115573" y="119934"/>
                  </a:lnTo>
                  <a:lnTo>
                    <a:pt x="113629" y="118660"/>
                  </a:lnTo>
                  <a:lnTo>
                    <a:pt x="111410" y="117205"/>
                  </a:lnTo>
                  <a:lnTo>
                    <a:pt x="110143" y="116375"/>
                  </a:lnTo>
                  <a:lnTo>
                    <a:pt x="109835" y="116173"/>
                  </a:lnTo>
                  <a:lnTo>
                    <a:pt x="104349" y="112578"/>
                  </a:lnTo>
                  <a:lnTo>
                    <a:pt x="98460" y="108720"/>
                  </a:lnTo>
                  <a:lnTo>
                    <a:pt x="96385" y="107360"/>
                  </a:lnTo>
                  <a:lnTo>
                    <a:pt x="93572" y="105093"/>
                  </a:lnTo>
                  <a:lnTo>
                    <a:pt x="93369" y="104860"/>
                  </a:lnTo>
                  <a:lnTo>
                    <a:pt x="93244" y="104622"/>
                  </a:lnTo>
                  <a:lnTo>
                    <a:pt x="92914" y="103993"/>
                  </a:lnTo>
                  <a:lnTo>
                    <a:pt x="92775" y="103729"/>
                  </a:lnTo>
                  <a:lnTo>
                    <a:pt x="92703" y="103591"/>
                  </a:lnTo>
                  <a:lnTo>
                    <a:pt x="92324" y="102869"/>
                  </a:lnTo>
                  <a:lnTo>
                    <a:pt x="88444" y="99876"/>
                  </a:lnTo>
                  <a:lnTo>
                    <a:pt x="87473" y="99127"/>
                  </a:lnTo>
                  <a:lnTo>
                    <a:pt x="87290" y="98985"/>
                  </a:lnTo>
                  <a:lnTo>
                    <a:pt x="87051" y="98822"/>
                  </a:lnTo>
                  <a:lnTo>
                    <a:pt x="78689" y="93099"/>
                  </a:lnTo>
                  <a:lnTo>
                    <a:pt x="77717" y="92434"/>
                  </a:lnTo>
                  <a:lnTo>
                    <a:pt x="78179" y="91745"/>
                  </a:lnTo>
                  <a:lnTo>
                    <a:pt x="78594" y="91072"/>
                  </a:lnTo>
                  <a:lnTo>
                    <a:pt x="72861" y="87128"/>
                  </a:lnTo>
                  <a:lnTo>
                    <a:pt x="72729" y="87037"/>
                  </a:lnTo>
                  <a:lnTo>
                    <a:pt x="71174" y="85967"/>
                  </a:lnTo>
                  <a:lnTo>
                    <a:pt x="66542" y="82781"/>
                  </a:lnTo>
                  <a:lnTo>
                    <a:pt x="67159" y="81866"/>
                  </a:lnTo>
                  <a:lnTo>
                    <a:pt x="69416" y="78814"/>
                  </a:lnTo>
                  <a:lnTo>
                    <a:pt x="69154" y="78649"/>
                  </a:lnTo>
                  <a:lnTo>
                    <a:pt x="64774" y="75893"/>
                  </a:lnTo>
                  <a:lnTo>
                    <a:pt x="63002" y="74778"/>
                  </a:lnTo>
                  <a:lnTo>
                    <a:pt x="62408" y="74404"/>
                  </a:lnTo>
                  <a:lnTo>
                    <a:pt x="62806" y="73852"/>
                  </a:lnTo>
                  <a:lnTo>
                    <a:pt x="62260" y="73459"/>
                  </a:lnTo>
                  <a:lnTo>
                    <a:pt x="56597" y="69384"/>
                  </a:lnTo>
                  <a:lnTo>
                    <a:pt x="56937" y="68908"/>
                  </a:lnTo>
                  <a:lnTo>
                    <a:pt x="51096" y="64811"/>
                  </a:lnTo>
                  <a:lnTo>
                    <a:pt x="51405" y="64338"/>
                  </a:lnTo>
                  <a:lnTo>
                    <a:pt x="51550" y="64114"/>
                  </a:lnTo>
                  <a:lnTo>
                    <a:pt x="46412" y="60604"/>
                  </a:lnTo>
                  <a:lnTo>
                    <a:pt x="45900" y="60254"/>
                  </a:lnTo>
                  <a:lnTo>
                    <a:pt x="45659" y="60089"/>
                  </a:lnTo>
                  <a:lnTo>
                    <a:pt x="45286" y="59835"/>
                  </a:lnTo>
                  <a:lnTo>
                    <a:pt x="44986" y="59634"/>
                  </a:lnTo>
                  <a:lnTo>
                    <a:pt x="40119" y="56220"/>
                  </a:lnTo>
                  <a:lnTo>
                    <a:pt x="39961" y="56109"/>
                  </a:lnTo>
                  <a:lnTo>
                    <a:pt x="37824" y="54610"/>
                  </a:lnTo>
                  <a:lnTo>
                    <a:pt x="35231" y="52791"/>
                  </a:lnTo>
                  <a:lnTo>
                    <a:pt x="34264" y="52115"/>
                  </a:lnTo>
                  <a:lnTo>
                    <a:pt x="28747" y="48253"/>
                  </a:lnTo>
                  <a:lnTo>
                    <a:pt x="23359" y="44483"/>
                  </a:lnTo>
                  <a:lnTo>
                    <a:pt x="22812" y="44117"/>
                  </a:lnTo>
                  <a:lnTo>
                    <a:pt x="22629" y="43995"/>
                  </a:lnTo>
                  <a:lnTo>
                    <a:pt x="17036" y="40258"/>
                  </a:lnTo>
                  <a:lnTo>
                    <a:pt x="11153" y="36328"/>
                  </a:lnTo>
                  <a:lnTo>
                    <a:pt x="5615" y="32648"/>
                  </a:lnTo>
                  <a:lnTo>
                    <a:pt x="994" y="29578"/>
                  </a:lnTo>
                  <a:lnTo>
                    <a:pt x="0" y="28712"/>
                  </a:lnTo>
                  <a:lnTo>
                    <a:pt x="177" y="28440"/>
                  </a:lnTo>
                  <a:lnTo>
                    <a:pt x="7295" y="17525"/>
                  </a:lnTo>
                  <a:lnTo>
                    <a:pt x="12448" y="9623"/>
                  </a:lnTo>
                  <a:lnTo>
                    <a:pt x="16482" y="3416"/>
                  </a:lnTo>
                  <a:lnTo>
                    <a:pt x="22419" y="7547"/>
                  </a:lnTo>
                  <a:lnTo>
                    <a:pt x="28287" y="11671"/>
                  </a:lnTo>
                  <a:lnTo>
                    <a:pt x="33748" y="1550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759099" y="3814273"/>
              <a:ext cx="185062" cy="163459"/>
            </a:xfrm>
            <a:custGeom>
              <a:avLst/>
              <a:pathLst>
                <a:path w="185062" h="163459">
                  <a:moveTo>
                    <a:pt x="92228" y="1552"/>
                  </a:moveTo>
                  <a:lnTo>
                    <a:pt x="100896" y="9087"/>
                  </a:lnTo>
                  <a:lnTo>
                    <a:pt x="104121" y="5569"/>
                  </a:lnTo>
                  <a:lnTo>
                    <a:pt x="104635" y="5996"/>
                  </a:lnTo>
                  <a:lnTo>
                    <a:pt x="109251" y="9833"/>
                  </a:lnTo>
                  <a:lnTo>
                    <a:pt x="116968" y="16137"/>
                  </a:lnTo>
                  <a:lnTo>
                    <a:pt x="118134" y="14841"/>
                  </a:lnTo>
                  <a:lnTo>
                    <a:pt x="121588" y="11003"/>
                  </a:lnTo>
                  <a:lnTo>
                    <a:pt x="122283" y="11592"/>
                  </a:lnTo>
                  <a:lnTo>
                    <a:pt x="122690" y="11938"/>
                  </a:lnTo>
                  <a:lnTo>
                    <a:pt x="127419" y="15616"/>
                  </a:lnTo>
                  <a:lnTo>
                    <a:pt x="128442" y="16551"/>
                  </a:lnTo>
                  <a:lnTo>
                    <a:pt x="128344" y="17190"/>
                  </a:lnTo>
                  <a:lnTo>
                    <a:pt x="128123" y="18639"/>
                  </a:lnTo>
                  <a:lnTo>
                    <a:pt x="128062" y="19036"/>
                  </a:lnTo>
                  <a:lnTo>
                    <a:pt x="128693" y="18964"/>
                  </a:lnTo>
                  <a:lnTo>
                    <a:pt x="130759" y="18726"/>
                  </a:lnTo>
                  <a:lnTo>
                    <a:pt x="131811" y="18440"/>
                  </a:lnTo>
                  <a:lnTo>
                    <a:pt x="134331" y="17755"/>
                  </a:lnTo>
                  <a:lnTo>
                    <a:pt x="140431" y="15591"/>
                  </a:lnTo>
                  <a:lnTo>
                    <a:pt x="141906" y="12511"/>
                  </a:lnTo>
                  <a:lnTo>
                    <a:pt x="142553" y="11161"/>
                  </a:lnTo>
                  <a:lnTo>
                    <a:pt x="142423" y="15139"/>
                  </a:lnTo>
                  <a:lnTo>
                    <a:pt x="142365" y="16891"/>
                  </a:lnTo>
                  <a:lnTo>
                    <a:pt x="142249" y="20451"/>
                  </a:lnTo>
                  <a:lnTo>
                    <a:pt x="142796" y="24552"/>
                  </a:lnTo>
                  <a:lnTo>
                    <a:pt x="144771" y="28840"/>
                  </a:lnTo>
                  <a:lnTo>
                    <a:pt x="145734" y="30933"/>
                  </a:lnTo>
                  <a:lnTo>
                    <a:pt x="150266" y="40774"/>
                  </a:lnTo>
                  <a:lnTo>
                    <a:pt x="151262" y="42938"/>
                  </a:lnTo>
                  <a:lnTo>
                    <a:pt x="151468" y="43385"/>
                  </a:lnTo>
                  <a:lnTo>
                    <a:pt x="151699" y="43886"/>
                  </a:lnTo>
                  <a:lnTo>
                    <a:pt x="159698" y="60561"/>
                  </a:lnTo>
                  <a:lnTo>
                    <a:pt x="171954" y="86112"/>
                  </a:lnTo>
                  <a:lnTo>
                    <a:pt x="182677" y="108169"/>
                  </a:lnTo>
                  <a:lnTo>
                    <a:pt x="183998" y="110885"/>
                  </a:lnTo>
                  <a:lnTo>
                    <a:pt x="184758" y="113643"/>
                  </a:lnTo>
                  <a:lnTo>
                    <a:pt x="185062" y="115235"/>
                  </a:lnTo>
                  <a:lnTo>
                    <a:pt x="185024" y="118342"/>
                  </a:lnTo>
                  <a:lnTo>
                    <a:pt x="184971" y="120941"/>
                  </a:lnTo>
                  <a:lnTo>
                    <a:pt x="183094" y="125572"/>
                  </a:lnTo>
                  <a:lnTo>
                    <a:pt x="171333" y="142816"/>
                  </a:lnTo>
                  <a:lnTo>
                    <a:pt x="170775" y="143619"/>
                  </a:lnTo>
                  <a:lnTo>
                    <a:pt x="157580" y="162601"/>
                  </a:lnTo>
                  <a:lnTo>
                    <a:pt x="156984" y="163459"/>
                  </a:lnTo>
                  <a:lnTo>
                    <a:pt x="154354" y="161905"/>
                  </a:lnTo>
                  <a:lnTo>
                    <a:pt x="150367" y="159550"/>
                  </a:lnTo>
                  <a:lnTo>
                    <a:pt x="143743" y="155637"/>
                  </a:lnTo>
                  <a:lnTo>
                    <a:pt x="137773" y="151597"/>
                  </a:lnTo>
                  <a:lnTo>
                    <a:pt x="131875" y="147605"/>
                  </a:lnTo>
                  <a:lnTo>
                    <a:pt x="126313" y="143841"/>
                  </a:lnTo>
                  <a:lnTo>
                    <a:pt x="124180" y="142397"/>
                  </a:lnTo>
                  <a:lnTo>
                    <a:pt x="120317" y="139783"/>
                  </a:lnTo>
                  <a:lnTo>
                    <a:pt x="115281" y="136375"/>
                  </a:lnTo>
                  <a:lnTo>
                    <a:pt x="110487" y="133131"/>
                  </a:lnTo>
                  <a:lnTo>
                    <a:pt x="108925" y="132074"/>
                  </a:lnTo>
                  <a:lnTo>
                    <a:pt x="102618" y="127806"/>
                  </a:lnTo>
                  <a:lnTo>
                    <a:pt x="101499" y="127048"/>
                  </a:lnTo>
                  <a:lnTo>
                    <a:pt x="101327" y="126932"/>
                  </a:lnTo>
                  <a:lnTo>
                    <a:pt x="101066" y="126890"/>
                  </a:lnTo>
                  <a:lnTo>
                    <a:pt x="100250" y="128259"/>
                  </a:lnTo>
                  <a:lnTo>
                    <a:pt x="93902" y="124718"/>
                  </a:lnTo>
                  <a:lnTo>
                    <a:pt x="88119" y="121492"/>
                  </a:lnTo>
                  <a:lnTo>
                    <a:pt x="81986" y="118071"/>
                  </a:lnTo>
                  <a:lnTo>
                    <a:pt x="76325" y="114913"/>
                  </a:lnTo>
                  <a:lnTo>
                    <a:pt x="70097" y="111439"/>
                  </a:lnTo>
                  <a:lnTo>
                    <a:pt x="63665" y="107851"/>
                  </a:lnTo>
                  <a:lnTo>
                    <a:pt x="57478" y="104400"/>
                  </a:lnTo>
                  <a:lnTo>
                    <a:pt x="56952" y="104107"/>
                  </a:lnTo>
                  <a:lnTo>
                    <a:pt x="54444" y="101963"/>
                  </a:lnTo>
                  <a:lnTo>
                    <a:pt x="54339" y="101678"/>
                  </a:lnTo>
                  <a:lnTo>
                    <a:pt x="54198" y="101300"/>
                  </a:lnTo>
                  <a:lnTo>
                    <a:pt x="53918" y="100549"/>
                  </a:lnTo>
                  <a:lnTo>
                    <a:pt x="53502" y="99430"/>
                  </a:lnTo>
                  <a:lnTo>
                    <a:pt x="53912" y="99357"/>
                  </a:lnTo>
                  <a:lnTo>
                    <a:pt x="55406" y="99094"/>
                  </a:lnTo>
                  <a:lnTo>
                    <a:pt x="56486" y="98824"/>
                  </a:lnTo>
                  <a:lnTo>
                    <a:pt x="57920" y="98005"/>
                  </a:lnTo>
                  <a:lnTo>
                    <a:pt x="59733" y="96889"/>
                  </a:lnTo>
                  <a:lnTo>
                    <a:pt x="61754" y="95491"/>
                  </a:lnTo>
                  <a:lnTo>
                    <a:pt x="63560" y="94054"/>
                  </a:lnTo>
                  <a:lnTo>
                    <a:pt x="64524" y="93209"/>
                  </a:lnTo>
                  <a:lnTo>
                    <a:pt x="64126" y="92870"/>
                  </a:lnTo>
                  <a:lnTo>
                    <a:pt x="62277" y="91295"/>
                  </a:lnTo>
                  <a:lnTo>
                    <a:pt x="57651" y="87352"/>
                  </a:lnTo>
                  <a:lnTo>
                    <a:pt x="57248" y="87008"/>
                  </a:lnTo>
                  <a:lnTo>
                    <a:pt x="55195" y="85259"/>
                  </a:lnTo>
                  <a:lnTo>
                    <a:pt x="51489" y="82100"/>
                  </a:lnTo>
                  <a:lnTo>
                    <a:pt x="50989" y="81674"/>
                  </a:lnTo>
                  <a:lnTo>
                    <a:pt x="49964" y="80800"/>
                  </a:lnTo>
                  <a:lnTo>
                    <a:pt x="48198" y="79295"/>
                  </a:lnTo>
                  <a:lnTo>
                    <a:pt x="47817" y="78971"/>
                  </a:lnTo>
                  <a:lnTo>
                    <a:pt x="44994" y="76565"/>
                  </a:lnTo>
                  <a:lnTo>
                    <a:pt x="42657" y="74573"/>
                  </a:lnTo>
                  <a:lnTo>
                    <a:pt x="39133" y="71570"/>
                  </a:lnTo>
                  <a:lnTo>
                    <a:pt x="38649" y="71157"/>
                  </a:lnTo>
                  <a:lnTo>
                    <a:pt x="36325" y="69177"/>
                  </a:lnTo>
                  <a:lnTo>
                    <a:pt x="33376" y="66663"/>
                  </a:lnTo>
                  <a:lnTo>
                    <a:pt x="31834" y="68448"/>
                  </a:lnTo>
                  <a:lnTo>
                    <a:pt x="30370" y="70143"/>
                  </a:lnTo>
                  <a:lnTo>
                    <a:pt x="29844" y="70696"/>
                  </a:lnTo>
                  <a:lnTo>
                    <a:pt x="25923" y="67327"/>
                  </a:lnTo>
                  <a:lnTo>
                    <a:pt x="23918" y="65605"/>
                  </a:lnTo>
                  <a:lnTo>
                    <a:pt x="20476" y="62648"/>
                  </a:lnTo>
                  <a:lnTo>
                    <a:pt x="15980" y="58786"/>
                  </a:lnTo>
                  <a:lnTo>
                    <a:pt x="15526" y="58396"/>
                  </a:lnTo>
                  <a:lnTo>
                    <a:pt x="15337" y="58234"/>
                  </a:lnTo>
                  <a:lnTo>
                    <a:pt x="10547" y="54119"/>
                  </a:lnTo>
                  <a:lnTo>
                    <a:pt x="10039" y="53682"/>
                  </a:lnTo>
                  <a:lnTo>
                    <a:pt x="2486" y="47194"/>
                  </a:lnTo>
                  <a:lnTo>
                    <a:pt x="2345" y="47072"/>
                  </a:lnTo>
                  <a:lnTo>
                    <a:pt x="0" y="44863"/>
                  </a:lnTo>
                  <a:lnTo>
                    <a:pt x="122" y="44703"/>
                  </a:lnTo>
                  <a:lnTo>
                    <a:pt x="2082" y="42156"/>
                  </a:lnTo>
                  <a:lnTo>
                    <a:pt x="4182" y="39667"/>
                  </a:lnTo>
                  <a:lnTo>
                    <a:pt x="4628" y="39138"/>
                  </a:lnTo>
                  <a:lnTo>
                    <a:pt x="4932" y="38777"/>
                  </a:lnTo>
                  <a:lnTo>
                    <a:pt x="11355" y="31325"/>
                  </a:lnTo>
                  <a:lnTo>
                    <a:pt x="11768" y="30845"/>
                  </a:lnTo>
                  <a:lnTo>
                    <a:pt x="16609" y="34553"/>
                  </a:lnTo>
                  <a:lnTo>
                    <a:pt x="22819" y="39225"/>
                  </a:lnTo>
                  <a:lnTo>
                    <a:pt x="25933" y="41567"/>
                  </a:lnTo>
                  <a:lnTo>
                    <a:pt x="33026" y="47393"/>
                  </a:lnTo>
                  <a:lnTo>
                    <a:pt x="36260" y="50049"/>
                  </a:lnTo>
                  <a:lnTo>
                    <a:pt x="42416" y="55775"/>
                  </a:lnTo>
                  <a:lnTo>
                    <a:pt x="46970" y="50313"/>
                  </a:lnTo>
                  <a:lnTo>
                    <a:pt x="54544" y="41229"/>
                  </a:lnTo>
                  <a:lnTo>
                    <a:pt x="58693" y="36460"/>
                  </a:lnTo>
                  <a:lnTo>
                    <a:pt x="63816" y="30449"/>
                  </a:lnTo>
                  <a:lnTo>
                    <a:pt x="64183" y="30018"/>
                  </a:lnTo>
                  <a:lnTo>
                    <a:pt x="68424" y="25041"/>
                  </a:lnTo>
                  <a:lnTo>
                    <a:pt x="71704" y="21192"/>
                  </a:lnTo>
                  <a:lnTo>
                    <a:pt x="79834" y="11651"/>
                  </a:lnTo>
                  <a:lnTo>
                    <a:pt x="81877" y="9434"/>
                  </a:lnTo>
                  <a:lnTo>
                    <a:pt x="82947" y="8272"/>
                  </a:lnTo>
                  <a:lnTo>
                    <a:pt x="85467" y="5536"/>
                  </a:lnTo>
                  <a:lnTo>
                    <a:pt x="86081" y="4870"/>
                  </a:lnTo>
                  <a:lnTo>
                    <a:pt x="87270" y="3542"/>
                  </a:lnTo>
                  <a:lnTo>
                    <a:pt x="90443" y="0"/>
                  </a:lnTo>
                  <a:lnTo>
                    <a:pt x="90636" y="1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93380" y="3456299"/>
              <a:ext cx="155681" cy="220689"/>
            </a:xfrm>
            <a:custGeom>
              <a:avLst/>
              <a:pathLst>
                <a:path w="155681" h="220689">
                  <a:moveTo>
                    <a:pt x="128652" y="194544"/>
                  </a:moveTo>
                  <a:lnTo>
                    <a:pt x="133331" y="198131"/>
                  </a:lnTo>
                  <a:lnTo>
                    <a:pt x="134125" y="198720"/>
                  </a:lnTo>
                  <a:lnTo>
                    <a:pt x="137411" y="204819"/>
                  </a:lnTo>
                  <a:lnTo>
                    <a:pt x="138944" y="207331"/>
                  </a:lnTo>
                  <a:lnTo>
                    <a:pt x="129201" y="208536"/>
                  </a:lnTo>
                  <a:lnTo>
                    <a:pt x="123850" y="209614"/>
                  </a:lnTo>
                  <a:lnTo>
                    <a:pt x="120458" y="210609"/>
                  </a:lnTo>
                  <a:lnTo>
                    <a:pt x="119467" y="210899"/>
                  </a:lnTo>
                  <a:lnTo>
                    <a:pt x="119590" y="212358"/>
                  </a:lnTo>
                  <a:lnTo>
                    <a:pt x="119635" y="212894"/>
                  </a:lnTo>
                  <a:lnTo>
                    <a:pt x="119239" y="213021"/>
                  </a:lnTo>
                  <a:lnTo>
                    <a:pt x="118910" y="213127"/>
                  </a:lnTo>
                  <a:lnTo>
                    <a:pt x="115277" y="214290"/>
                  </a:lnTo>
                  <a:lnTo>
                    <a:pt x="113552" y="214843"/>
                  </a:lnTo>
                  <a:lnTo>
                    <a:pt x="113087" y="214954"/>
                  </a:lnTo>
                  <a:lnTo>
                    <a:pt x="111286" y="215384"/>
                  </a:lnTo>
                  <a:lnTo>
                    <a:pt x="110318" y="215616"/>
                  </a:lnTo>
                  <a:lnTo>
                    <a:pt x="108819" y="215974"/>
                  </a:lnTo>
                  <a:lnTo>
                    <a:pt x="102883" y="217958"/>
                  </a:lnTo>
                  <a:lnTo>
                    <a:pt x="99661" y="219036"/>
                  </a:lnTo>
                  <a:lnTo>
                    <a:pt x="99308" y="219154"/>
                  </a:lnTo>
                  <a:lnTo>
                    <a:pt x="95344" y="220280"/>
                  </a:lnTo>
                  <a:lnTo>
                    <a:pt x="93005" y="220689"/>
                  </a:lnTo>
                  <a:lnTo>
                    <a:pt x="92499" y="219490"/>
                  </a:lnTo>
                  <a:lnTo>
                    <a:pt x="92341" y="219116"/>
                  </a:lnTo>
                  <a:lnTo>
                    <a:pt x="91760" y="217737"/>
                  </a:lnTo>
                  <a:lnTo>
                    <a:pt x="91586" y="217326"/>
                  </a:lnTo>
                  <a:lnTo>
                    <a:pt x="91330" y="216719"/>
                  </a:lnTo>
                  <a:lnTo>
                    <a:pt x="89881" y="213285"/>
                  </a:lnTo>
                  <a:lnTo>
                    <a:pt x="88876" y="210902"/>
                  </a:lnTo>
                  <a:lnTo>
                    <a:pt x="88433" y="209854"/>
                  </a:lnTo>
                  <a:lnTo>
                    <a:pt x="88189" y="209276"/>
                  </a:lnTo>
                  <a:lnTo>
                    <a:pt x="85815" y="207237"/>
                  </a:lnTo>
                  <a:lnTo>
                    <a:pt x="85314" y="207185"/>
                  </a:lnTo>
                  <a:lnTo>
                    <a:pt x="82447" y="206888"/>
                  </a:lnTo>
                  <a:lnTo>
                    <a:pt x="81922" y="206834"/>
                  </a:lnTo>
                  <a:lnTo>
                    <a:pt x="77835" y="206411"/>
                  </a:lnTo>
                  <a:lnTo>
                    <a:pt x="76351" y="205165"/>
                  </a:lnTo>
                  <a:lnTo>
                    <a:pt x="75985" y="204869"/>
                  </a:lnTo>
                  <a:lnTo>
                    <a:pt x="72848" y="202333"/>
                  </a:lnTo>
                  <a:lnTo>
                    <a:pt x="72617" y="202245"/>
                  </a:lnTo>
                  <a:lnTo>
                    <a:pt x="71855" y="201956"/>
                  </a:lnTo>
                  <a:lnTo>
                    <a:pt x="71376" y="201774"/>
                  </a:lnTo>
                  <a:lnTo>
                    <a:pt x="71166" y="201694"/>
                  </a:lnTo>
                  <a:lnTo>
                    <a:pt x="69241" y="200963"/>
                  </a:lnTo>
                  <a:lnTo>
                    <a:pt x="68059" y="200514"/>
                  </a:lnTo>
                  <a:lnTo>
                    <a:pt x="67481" y="200294"/>
                  </a:lnTo>
                  <a:lnTo>
                    <a:pt x="66141" y="199693"/>
                  </a:lnTo>
                  <a:lnTo>
                    <a:pt x="62131" y="197894"/>
                  </a:lnTo>
                  <a:lnTo>
                    <a:pt x="60364" y="197101"/>
                  </a:lnTo>
                  <a:lnTo>
                    <a:pt x="59743" y="196823"/>
                  </a:lnTo>
                  <a:lnTo>
                    <a:pt x="56889" y="197560"/>
                  </a:lnTo>
                  <a:lnTo>
                    <a:pt x="51962" y="200048"/>
                  </a:lnTo>
                  <a:lnTo>
                    <a:pt x="51089" y="200233"/>
                  </a:lnTo>
                  <a:lnTo>
                    <a:pt x="49390" y="200593"/>
                  </a:lnTo>
                  <a:lnTo>
                    <a:pt x="49062" y="200662"/>
                  </a:lnTo>
                  <a:lnTo>
                    <a:pt x="47232" y="201050"/>
                  </a:lnTo>
                  <a:lnTo>
                    <a:pt x="47093" y="201080"/>
                  </a:lnTo>
                  <a:lnTo>
                    <a:pt x="43888" y="201019"/>
                  </a:lnTo>
                  <a:lnTo>
                    <a:pt x="43697" y="201012"/>
                  </a:lnTo>
                  <a:lnTo>
                    <a:pt x="42040" y="200953"/>
                  </a:lnTo>
                  <a:lnTo>
                    <a:pt x="39885" y="200625"/>
                  </a:lnTo>
                  <a:lnTo>
                    <a:pt x="39673" y="200923"/>
                  </a:lnTo>
                  <a:lnTo>
                    <a:pt x="37804" y="203564"/>
                  </a:lnTo>
                  <a:lnTo>
                    <a:pt x="32873" y="201238"/>
                  </a:lnTo>
                  <a:lnTo>
                    <a:pt x="30327" y="200036"/>
                  </a:lnTo>
                  <a:lnTo>
                    <a:pt x="29031" y="199425"/>
                  </a:lnTo>
                  <a:lnTo>
                    <a:pt x="28585" y="199267"/>
                  </a:lnTo>
                  <a:lnTo>
                    <a:pt x="25337" y="198411"/>
                  </a:lnTo>
                  <a:lnTo>
                    <a:pt x="29204" y="192837"/>
                  </a:lnTo>
                  <a:lnTo>
                    <a:pt x="33451" y="186515"/>
                  </a:lnTo>
                  <a:lnTo>
                    <a:pt x="38641" y="178787"/>
                  </a:lnTo>
                  <a:lnTo>
                    <a:pt x="41560" y="174518"/>
                  </a:lnTo>
                  <a:lnTo>
                    <a:pt x="44068" y="170849"/>
                  </a:lnTo>
                  <a:lnTo>
                    <a:pt x="45873" y="168210"/>
                  </a:lnTo>
                  <a:lnTo>
                    <a:pt x="46202" y="167729"/>
                  </a:lnTo>
                  <a:lnTo>
                    <a:pt x="46845" y="166787"/>
                  </a:lnTo>
                  <a:lnTo>
                    <a:pt x="47104" y="165727"/>
                  </a:lnTo>
                  <a:lnTo>
                    <a:pt x="47554" y="163887"/>
                  </a:lnTo>
                  <a:lnTo>
                    <a:pt x="47468" y="163530"/>
                  </a:lnTo>
                  <a:lnTo>
                    <a:pt x="47127" y="162111"/>
                  </a:lnTo>
                  <a:lnTo>
                    <a:pt x="47092" y="161969"/>
                  </a:lnTo>
                  <a:lnTo>
                    <a:pt x="46979" y="161499"/>
                  </a:lnTo>
                  <a:lnTo>
                    <a:pt x="46937" y="161324"/>
                  </a:lnTo>
                  <a:lnTo>
                    <a:pt x="46885" y="160961"/>
                  </a:lnTo>
                  <a:lnTo>
                    <a:pt x="46752" y="160035"/>
                  </a:lnTo>
                  <a:lnTo>
                    <a:pt x="46725" y="159841"/>
                  </a:lnTo>
                  <a:lnTo>
                    <a:pt x="46197" y="158559"/>
                  </a:lnTo>
                  <a:lnTo>
                    <a:pt x="44453" y="157078"/>
                  </a:lnTo>
                  <a:lnTo>
                    <a:pt x="43791" y="156517"/>
                  </a:lnTo>
                  <a:lnTo>
                    <a:pt x="43554" y="156316"/>
                  </a:lnTo>
                  <a:lnTo>
                    <a:pt x="41357" y="154451"/>
                  </a:lnTo>
                  <a:lnTo>
                    <a:pt x="40415" y="153651"/>
                  </a:lnTo>
                  <a:lnTo>
                    <a:pt x="39698" y="153043"/>
                  </a:lnTo>
                  <a:lnTo>
                    <a:pt x="38578" y="152092"/>
                  </a:lnTo>
                  <a:lnTo>
                    <a:pt x="38332" y="151883"/>
                  </a:lnTo>
                  <a:lnTo>
                    <a:pt x="34919" y="148777"/>
                  </a:lnTo>
                  <a:lnTo>
                    <a:pt x="33688" y="147658"/>
                  </a:lnTo>
                  <a:lnTo>
                    <a:pt x="32972" y="147006"/>
                  </a:lnTo>
                  <a:lnTo>
                    <a:pt x="32299" y="146393"/>
                  </a:lnTo>
                  <a:lnTo>
                    <a:pt x="32124" y="146252"/>
                  </a:lnTo>
                  <a:lnTo>
                    <a:pt x="31569" y="145803"/>
                  </a:lnTo>
                  <a:lnTo>
                    <a:pt x="31182" y="145490"/>
                  </a:lnTo>
                  <a:lnTo>
                    <a:pt x="30452" y="144901"/>
                  </a:lnTo>
                  <a:lnTo>
                    <a:pt x="25492" y="140891"/>
                  </a:lnTo>
                  <a:lnTo>
                    <a:pt x="24449" y="140047"/>
                  </a:lnTo>
                  <a:lnTo>
                    <a:pt x="22144" y="138185"/>
                  </a:lnTo>
                  <a:lnTo>
                    <a:pt x="21686" y="137814"/>
                  </a:lnTo>
                  <a:lnTo>
                    <a:pt x="21244" y="137457"/>
                  </a:lnTo>
                  <a:lnTo>
                    <a:pt x="20746" y="137054"/>
                  </a:lnTo>
                  <a:lnTo>
                    <a:pt x="20402" y="136776"/>
                  </a:lnTo>
                  <a:lnTo>
                    <a:pt x="19915" y="136360"/>
                  </a:lnTo>
                  <a:lnTo>
                    <a:pt x="18351" y="135022"/>
                  </a:lnTo>
                  <a:lnTo>
                    <a:pt x="16347" y="133307"/>
                  </a:lnTo>
                  <a:lnTo>
                    <a:pt x="15135" y="132272"/>
                  </a:lnTo>
                  <a:lnTo>
                    <a:pt x="14699" y="131887"/>
                  </a:lnTo>
                  <a:lnTo>
                    <a:pt x="14157" y="131409"/>
                  </a:lnTo>
                  <a:lnTo>
                    <a:pt x="13981" y="131254"/>
                  </a:lnTo>
                  <a:lnTo>
                    <a:pt x="13827" y="131118"/>
                  </a:lnTo>
                  <a:lnTo>
                    <a:pt x="10925" y="128560"/>
                  </a:lnTo>
                  <a:lnTo>
                    <a:pt x="7801" y="125806"/>
                  </a:lnTo>
                  <a:lnTo>
                    <a:pt x="7110" y="125198"/>
                  </a:lnTo>
                  <a:lnTo>
                    <a:pt x="6932" y="125040"/>
                  </a:lnTo>
                  <a:lnTo>
                    <a:pt x="3573" y="122080"/>
                  </a:lnTo>
                  <a:lnTo>
                    <a:pt x="2300" y="120154"/>
                  </a:lnTo>
                  <a:lnTo>
                    <a:pt x="2147" y="119733"/>
                  </a:lnTo>
                  <a:lnTo>
                    <a:pt x="1301" y="117401"/>
                  </a:lnTo>
                  <a:lnTo>
                    <a:pt x="992" y="116549"/>
                  </a:lnTo>
                  <a:lnTo>
                    <a:pt x="853" y="116166"/>
                  </a:lnTo>
                  <a:lnTo>
                    <a:pt x="499" y="115189"/>
                  </a:lnTo>
                  <a:lnTo>
                    <a:pt x="391" y="114892"/>
                  </a:lnTo>
                  <a:lnTo>
                    <a:pt x="158" y="114250"/>
                  </a:lnTo>
                  <a:lnTo>
                    <a:pt x="0" y="113813"/>
                  </a:lnTo>
                  <a:lnTo>
                    <a:pt x="1795" y="113236"/>
                  </a:lnTo>
                  <a:lnTo>
                    <a:pt x="2649" y="112902"/>
                  </a:lnTo>
                  <a:lnTo>
                    <a:pt x="3833" y="112245"/>
                  </a:lnTo>
                  <a:lnTo>
                    <a:pt x="4253" y="112013"/>
                  </a:lnTo>
                  <a:lnTo>
                    <a:pt x="4394" y="111935"/>
                  </a:lnTo>
                  <a:lnTo>
                    <a:pt x="5969" y="110401"/>
                  </a:lnTo>
                  <a:lnTo>
                    <a:pt x="6416" y="109904"/>
                  </a:lnTo>
                  <a:lnTo>
                    <a:pt x="8140" y="106792"/>
                  </a:lnTo>
                  <a:lnTo>
                    <a:pt x="9220" y="105129"/>
                  </a:lnTo>
                  <a:lnTo>
                    <a:pt x="13260" y="98904"/>
                  </a:lnTo>
                  <a:lnTo>
                    <a:pt x="14770" y="96578"/>
                  </a:lnTo>
                  <a:lnTo>
                    <a:pt x="15893" y="94847"/>
                  </a:lnTo>
                  <a:lnTo>
                    <a:pt x="16270" y="94267"/>
                  </a:lnTo>
                  <a:lnTo>
                    <a:pt x="16409" y="94064"/>
                  </a:lnTo>
                  <a:lnTo>
                    <a:pt x="30814" y="72917"/>
                  </a:lnTo>
                  <a:lnTo>
                    <a:pt x="31693" y="71626"/>
                  </a:lnTo>
                  <a:lnTo>
                    <a:pt x="31922" y="71290"/>
                  </a:lnTo>
                  <a:lnTo>
                    <a:pt x="32087" y="71049"/>
                  </a:lnTo>
                  <a:lnTo>
                    <a:pt x="32439" y="70531"/>
                  </a:lnTo>
                  <a:lnTo>
                    <a:pt x="32634" y="70245"/>
                  </a:lnTo>
                  <a:lnTo>
                    <a:pt x="39469" y="60212"/>
                  </a:lnTo>
                  <a:lnTo>
                    <a:pt x="39821" y="59694"/>
                  </a:lnTo>
                  <a:lnTo>
                    <a:pt x="47835" y="48078"/>
                  </a:lnTo>
                  <a:lnTo>
                    <a:pt x="48266" y="47453"/>
                  </a:lnTo>
                  <a:lnTo>
                    <a:pt x="48984" y="46412"/>
                  </a:lnTo>
                  <a:lnTo>
                    <a:pt x="49510" y="45649"/>
                  </a:lnTo>
                  <a:lnTo>
                    <a:pt x="50896" y="43640"/>
                  </a:lnTo>
                  <a:lnTo>
                    <a:pt x="62270" y="27152"/>
                  </a:lnTo>
                  <a:lnTo>
                    <a:pt x="63715" y="25057"/>
                  </a:lnTo>
                  <a:lnTo>
                    <a:pt x="64651" y="23700"/>
                  </a:lnTo>
                  <a:lnTo>
                    <a:pt x="64875" y="23375"/>
                  </a:lnTo>
                  <a:lnTo>
                    <a:pt x="65411" y="22603"/>
                  </a:lnTo>
                  <a:lnTo>
                    <a:pt x="79658" y="2088"/>
                  </a:lnTo>
                  <a:lnTo>
                    <a:pt x="79961" y="1652"/>
                  </a:lnTo>
                  <a:lnTo>
                    <a:pt x="80396" y="1025"/>
                  </a:lnTo>
                  <a:lnTo>
                    <a:pt x="80597" y="731"/>
                  </a:lnTo>
                  <a:lnTo>
                    <a:pt x="80809" y="420"/>
                  </a:lnTo>
                  <a:lnTo>
                    <a:pt x="81237" y="0"/>
                  </a:lnTo>
                  <a:lnTo>
                    <a:pt x="92510" y="7833"/>
                  </a:lnTo>
                  <a:lnTo>
                    <a:pt x="92936" y="8131"/>
                  </a:lnTo>
                  <a:lnTo>
                    <a:pt x="99218" y="12530"/>
                  </a:lnTo>
                  <a:lnTo>
                    <a:pt x="100411" y="13365"/>
                  </a:lnTo>
                  <a:lnTo>
                    <a:pt x="100718" y="13580"/>
                  </a:lnTo>
                  <a:lnTo>
                    <a:pt x="108065" y="18725"/>
                  </a:lnTo>
                  <a:lnTo>
                    <a:pt x="108375" y="18942"/>
                  </a:lnTo>
                  <a:lnTo>
                    <a:pt x="116232" y="24444"/>
                  </a:lnTo>
                  <a:lnTo>
                    <a:pt x="116631" y="24722"/>
                  </a:lnTo>
                  <a:lnTo>
                    <a:pt x="131859" y="35351"/>
                  </a:lnTo>
                  <a:lnTo>
                    <a:pt x="139714" y="40834"/>
                  </a:lnTo>
                  <a:lnTo>
                    <a:pt x="147417" y="46211"/>
                  </a:lnTo>
                  <a:lnTo>
                    <a:pt x="147711" y="46423"/>
                  </a:lnTo>
                  <a:lnTo>
                    <a:pt x="148275" y="46829"/>
                  </a:lnTo>
                  <a:lnTo>
                    <a:pt x="148910" y="47287"/>
                  </a:lnTo>
                  <a:lnTo>
                    <a:pt x="150267" y="48266"/>
                  </a:lnTo>
                  <a:lnTo>
                    <a:pt x="150669" y="48542"/>
                  </a:lnTo>
                  <a:lnTo>
                    <a:pt x="154903" y="51445"/>
                  </a:lnTo>
                  <a:lnTo>
                    <a:pt x="155681" y="51978"/>
                  </a:lnTo>
                  <a:lnTo>
                    <a:pt x="155540" y="52188"/>
                  </a:lnTo>
                  <a:lnTo>
                    <a:pt x="146817" y="65107"/>
                  </a:lnTo>
                  <a:lnTo>
                    <a:pt x="144973" y="67838"/>
                  </a:lnTo>
                  <a:lnTo>
                    <a:pt x="144431" y="68641"/>
                  </a:lnTo>
                  <a:lnTo>
                    <a:pt x="139535" y="75893"/>
                  </a:lnTo>
                  <a:lnTo>
                    <a:pt x="136615" y="80218"/>
                  </a:lnTo>
                  <a:lnTo>
                    <a:pt x="135839" y="81368"/>
                  </a:lnTo>
                  <a:lnTo>
                    <a:pt x="135064" y="82531"/>
                  </a:lnTo>
                  <a:lnTo>
                    <a:pt x="134563" y="83283"/>
                  </a:lnTo>
                  <a:lnTo>
                    <a:pt x="133096" y="85484"/>
                  </a:lnTo>
                  <a:lnTo>
                    <a:pt x="131642" y="87667"/>
                  </a:lnTo>
                  <a:lnTo>
                    <a:pt x="128259" y="92745"/>
                  </a:lnTo>
                  <a:lnTo>
                    <a:pt x="126381" y="95564"/>
                  </a:lnTo>
                  <a:lnTo>
                    <a:pt x="125321" y="97155"/>
                  </a:lnTo>
                  <a:lnTo>
                    <a:pt x="124325" y="98650"/>
                  </a:lnTo>
                  <a:lnTo>
                    <a:pt x="124010" y="99108"/>
                  </a:lnTo>
                  <a:lnTo>
                    <a:pt x="123658" y="99620"/>
                  </a:lnTo>
                  <a:lnTo>
                    <a:pt x="121075" y="103379"/>
                  </a:lnTo>
                  <a:lnTo>
                    <a:pt x="119266" y="106012"/>
                  </a:lnTo>
                  <a:lnTo>
                    <a:pt x="112324" y="116113"/>
                  </a:lnTo>
                  <a:lnTo>
                    <a:pt x="111031" y="117994"/>
                  </a:lnTo>
                  <a:lnTo>
                    <a:pt x="110643" y="118721"/>
                  </a:lnTo>
                  <a:lnTo>
                    <a:pt x="108286" y="123135"/>
                  </a:lnTo>
                  <a:lnTo>
                    <a:pt x="107843" y="123787"/>
                  </a:lnTo>
                  <a:lnTo>
                    <a:pt x="107324" y="124550"/>
                  </a:lnTo>
                  <a:lnTo>
                    <a:pt x="103943" y="129524"/>
                  </a:lnTo>
                  <a:lnTo>
                    <a:pt x="103502" y="130237"/>
                  </a:lnTo>
                  <a:lnTo>
                    <a:pt x="103447" y="130448"/>
                  </a:lnTo>
                  <a:lnTo>
                    <a:pt x="103378" y="130712"/>
                  </a:lnTo>
                  <a:lnTo>
                    <a:pt x="103314" y="130957"/>
                  </a:lnTo>
                  <a:lnTo>
                    <a:pt x="103202" y="131388"/>
                  </a:lnTo>
                  <a:lnTo>
                    <a:pt x="102629" y="131860"/>
                  </a:lnTo>
                  <a:lnTo>
                    <a:pt x="102024" y="132359"/>
                  </a:lnTo>
                  <a:lnTo>
                    <a:pt x="100657" y="133708"/>
                  </a:lnTo>
                  <a:lnTo>
                    <a:pt x="99183" y="135895"/>
                  </a:lnTo>
                  <a:lnTo>
                    <a:pt x="99576" y="136297"/>
                  </a:lnTo>
                  <a:lnTo>
                    <a:pt x="100071" y="136803"/>
                  </a:lnTo>
                  <a:lnTo>
                    <a:pt x="100520" y="137261"/>
                  </a:lnTo>
                  <a:lnTo>
                    <a:pt x="101924" y="138697"/>
                  </a:lnTo>
                  <a:lnTo>
                    <a:pt x="102731" y="139522"/>
                  </a:lnTo>
                  <a:lnTo>
                    <a:pt x="102888" y="139709"/>
                  </a:lnTo>
                  <a:lnTo>
                    <a:pt x="103335" y="140243"/>
                  </a:lnTo>
                  <a:lnTo>
                    <a:pt x="104056" y="141103"/>
                  </a:lnTo>
                  <a:lnTo>
                    <a:pt x="104167" y="141235"/>
                  </a:lnTo>
                  <a:lnTo>
                    <a:pt x="104309" y="141404"/>
                  </a:lnTo>
                  <a:lnTo>
                    <a:pt x="99988" y="145248"/>
                  </a:lnTo>
                  <a:lnTo>
                    <a:pt x="97059" y="147693"/>
                  </a:lnTo>
                  <a:lnTo>
                    <a:pt x="96377" y="148263"/>
                  </a:lnTo>
                  <a:lnTo>
                    <a:pt x="96693" y="148601"/>
                  </a:lnTo>
                  <a:lnTo>
                    <a:pt x="97809" y="149621"/>
                  </a:lnTo>
                  <a:lnTo>
                    <a:pt x="98726" y="149870"/>
                  </a:lnTo>
                  <a:lnTo>
                    <a:pt x="98973" y="149936"/>
                  </a:lnTo>
                  <a:lnTo>
                    <a:pt x="99116" y="149975"/>
                  </a:lnTo>
                  <a:lnTo>
                    <a:pt x="100509" y="151049"/>
                  </a:lnTo>
                  <a:lnTo>
                    <a:pt x="100776" y="153127"/>
                  </a:lnTo>
                  <a:lnTo>
                    <a:pt x="101688" y="154686"/>
                  </a:lnTo>
                  <a:lnTo>
                    <a:pt x="102252" y="155718"/>
                  </a:lnTo>
                  <a:lnTo>
                    <a:pt x="103681" y="157324"/>
                  </a:lnTo>
                  <a:lnTo>
                    <a:pt x="104554" y="158249"/>
                  </a:lnTo>
                  <a:lnTo>
                    <a:pt x="105833" y="160196"/>
                  </a:lnTo>
                  <a:lnTo>
                    <a:pt x="106025" y="160396"/>
                  </a:lnTo>
                  <a:lnTo>
                    <a:pt x="106271" y="160583"/>
                  </a:lnTo>
                  <a:lnTo>
                    <a:pt x="107442" y="161648"/>
                  </a:lnTo>
                  <a:lnTo>
                    <a:pt x="107645" y="161833"/>
                  </a:lnTo>
                  <a:lnTo>
                    <a:pt x="108662" y="162758"/>
                  </a:lnTo>
                  <a:lnTo>
                    <a:pt x="109920" y="163902"/>
                  </a:lnTo>
                  <a:lnTo>
                    <a:pt x="111069" y="164767"/>
                  </a:lnTo>
                  <a:lnTo>
                    <a:pt x="111813" y="165328"/>
                  </a:lnTo>
                  <a:lnTo>
                    <a:pt x="112086" y="165533"/>
                  </a:lnTo>
                  <a:lnTo>
                    <a:pt x="113319" y="166373"/>
                  </a:lnTo>
                  <a:lnTo>
                    <a:pt x="113903" y="166962"/>
                  </a:lnTo>
                  <a:lnTo>
                    <a:pt x="114547" y="167986"/>
                  </a:lnTo>
                  <a:lnTo>
                    <a:pt x="116591" y="172903"/>
                  </a:lnTo>
                  <a:lnTo>
                    <a:pt x="117653" y="174452"/>
                  </a:lnTo>
                  <a:lnTo>
                    <a:pt x="118206" y="175258"/>
                  </a:lnTo>
                  <a:lnTo>
                    <a:pt x="120567" y="177495"/>
                  </a:lnTo>
                  <a:lnTo>
                    <a:pt x="120827" y="177741"/>
                  </a:lnTo>
                  <a:lnTo>
                    <a:pt x="120977" y="177883"/>
                  </a:lnTo>
                  <a:lnTo>
                    <a:pt x="123485" y="180291"/>
                  </a:lnTo>
                  <a:lnTo>
                    <a:pt x="125361" y="182368"/>
                  </a:lnTo>
                  <a:lnTo>
                    <a:pt x="126050" y="184711"/>
                  </a:lnTo>
                  <a:lnTo>
                    <a:pt x="126258" y="185418"/>
                  </a:lnTo>
                  <a:lnTo>
                    <a:pt x="126156" y="186632"/>
                  </a:lnTo>
                  <a:lnTo>
                    <a:pt x="125840" y="190389"/>
                  </a:lnTo>
                  <a:lnTo>
                    <a:pt x="125969" y="190975"/>
                  </a:lnTo>
                  <a:lnTo>
                    <a:pt x="126258" y="192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52025" y="3594114"/>
              <a:ext cx="134457" cy="132860"/>
            </a:xfrm>
            <a:custGeom>
              <a:avLst/>
              <a:pathLst>
                <a:path w="134457" h="132860">
                  <a:moveTo>
                    <a:pt x="74228" y="63423"/>
                  </a:moveTo>
                  <a:lnTo>
                    <a:pt x="79159" y="65749"/>
                  </a:lnTo>
                  <a:lnTo>
                    <a:pt x="81028" y="63108"/>
                  </a:lnTo>
                  <a:lnTo>
                    <a:pt x="81240" y="62810"/>
                  </a:lnTo>
                  <a:lnTo>
                    <a:pt x="83396" y="63138"/>
                  </a:lnTo>
                  <a:lnTo>
                    <a:pt x="85052" y="63197"/>
                  </a:lnTo>
                  <a:lnTo>
                    <a:pt x="85243" y="63204"/>
                  </a:lnTo>
                  <a:lnTo>
                    <a:pt x="88449" y="63265"/>
                  </a:lnTo>
                  <a:lnTo>
                    <a:pt x="88587" y="63235"/>
                  </a:lnTo>
                  <a:lnTo>
                    <a:pt x="90417" y="62847"/>
                  </a:lnTo>
                  <a:lnTo>
                    <a:pt x="90745" y="62778"/>
                  </a:lnTo>
                  <a:lnTo>
                    <a:pt x="92444" y="62418"/>
                  </a:lnTo>
                  <a:lnTo>
                    <a:pt x="93317" y="62233"/>
                  </a:lnTo>
                  <a:lnTo>
                    <a:pt x="98244" y="59745"/>
                  </a:lnTo>
                  <a:lnTo>
                    <a:pt x="101098" y="59008"/>
                  </a:lnTo>
                  <a:lnTo>
                    <a:pt x="101719" y="59286"/>
                  </a:lnTo>
                  <a:lnTo>
                    <a:pt x="103487" y="60079"/>
                  </a:lnTo>
                  <a:lnTo>
                    <a:pt x="107496" y="61878"/>
                  </a:lnTo>
                  <a:lnTo>
                    <a:pt x="108837" y="62479"/>
                  </a:lnTo>
                  <a:lnTo>
                    <a:pt x="109414" y="62699"/>
                  </a:lnTo>
                  <a:lnTo>
                    <a:pt x="110635" y="63163"/>
                  </a:lnTo>
                  <a:lnTo>
                    <a:pt x="112521" y="63879"/>
                  </a:lnTo>
                  <a:lnTo>
                    <a:pt x="112731" y="63959"/>
                  </a:lnTo>
                  <a:lnTo>
                    <a:pt x="113211" y="64141"/>
                  </a:lnTo>
                  <a:lnTo>
                    <a:pt x="113972" y="64430"/>
                  </a:lnTo>
                  <a:lnTo>
                    <a:pt x="114203" y="64518"/>
                  </a:lnTo>
                  <a:lnTo>
                    <a:pt x="117340" y="67054"/>
                  </a:lnTo>
                  <a:lnTo>
                    <a:pt x="117706" y="67350"/>
                  </a:lnTo>
                  <a:lnTo>
                    <a:pt x="119190" y="68596"/>
                  </a:lnTo>
                  <a:lnTo>
                    <a:pt x="123277" y="69019"/>
                  </a:lnTo>
                  <a:lnTo>
                    <a:pt x="123802" y="69073"/>
                  </a:lnTo>
                  <a:lnTo>
                    <a:pt x="126669" y="69370"/>
                  </a:lnTo>
                  <a:lnTo>
                    <a:pt x="127170" y="69422"/>
                  </a:lnTo>
                  <a:lnTo>
                    <a:pt x="129544" y="71461"/>
                  </a:lnTo>
                  <a:lnTo>
                    <a:pt x="129788" y="72039"/>
                  </a:lnTo>
                  <a:lnTo>
                    <a:pt x="130231" y="73087"/>
                  </a:lnTo>
                  <a:lnTo>
                    <a:pt x="131236" y="75470"/>
                  </a:lnTo>
                  <a:lnTo>
                    <a:pt x="132699" y="78936"/>
                  </a:lnTo>
                  <a:lnTo>
                    <a:pt x="132941" y="79511"/>
                  </a:lnTo>
                  <a:lnTo>
                    <a:pt x="133168" y="80049"/>
                  </a:lnTo>
                  <a:lnTo>
                    <a:pt x="133697" y="81301"/>
                  </a:lnTo>
                  <a:lnTo>
                    <a:pt x="133854" y="81675"/>
                  </a:lnTo>
                  <a:lnTo>
                    <a:pt x="134457" y="83102"/>
                  </a:lnTo>
                  <a:lnTo>
                    <a:pt x="126943" y="85237"/>
                  </a:lnTo>
                  <a:lnTo>
                    <a:pt x="125899" y="85533"/>
                  </a:lnTo>
                  <a:lnTo>
                    <a:pt x="126073" y="86082"/>
                  </a:lnTo>
                  <a:lnTo>
                    <a:pt x="127592" y="90865"/>
                  </a:lnTo>
                  <a:lnTo>
                    <a:pt x="127674" y="91122"/>
                  </a:lnTo>
                  <a:lnTo>
                    <a:pt x="128437" y="93535"/>
                  </a:lnTo>
                  <a:lnTo>
                    <a:pt x="129504" y="96910"/>
                  </a:lnTo>
                  <a:lnTo>
                    <a:pt x="130070" y="97579"/>
                  </a:lnTo>
                  <a:lnTo>
                    <a:pt x="130632" y="97909"/>
                  </a:lnTo>
                  <a:lnTo>
                    <a:pt x="131609" y="98482"/>
                  </a:lnTo>
                  <a:lnTo>
                    <a:pt x="132044" y="98668"/>
                  </a:lnTo>
                  <a:lnTo>
                    <a:pt x="133297" y="99205"/>
                  </a:lnTo>
                  <a:lnTo>
                    <a:pt x="133733" y="99391"/>
                  </a:lnTo>
                  <a:lnTo>
                    <a:pt x="132348" y="102424"/>
                  </a:lnTo>
                  <a:lnTo>
                    <a:pt x="132275" y="102584"/>
                  </a:lnTo>
                  <a:lnTo>
                    <a:pt x="132115" y="102529"/>
                  </a:lnTo>
                  <a:lnTo>
                    <a:pt x="131902" y="102456"/>
                  </a:lnTo>
                  <a:lnTo>
                    <a:pt x="130307" y="102057"/>
                  </a:lnTo>
                  <a:lnTo>
                    <a:pt x="130017" y="101984"/>
                  </a:lnTo>
                  <a:lnTo>
                    <a:pt x="128397" y="101580"/>
                  </a:lnTo>
                  <a:lnTo>
                    <a:pt x="127819" y="101358"/>
                  </a:lnTo>
                  <a:lnTo>
                    <a:pt x="126243" y="100753"/>
                  </a:lnTo>
                  <a:lnTo>
                    <a:pt x="125939" y="100501"/>
                  </a:lnTo>
                  <a:lnTo>
                    <a:pt x="125711" y="100313"/>
                  </a:lnTo>
                  <a:lnTo>
                    <a:pt x="123341" y="98356"/>
                  </a:lnTo>
                  <a:lnTo>
                    <a:pt x="123197" y="98237"/>
                  </a:lnTo>
                  <a:lnTo>
                    <a:pt x="123006" y="98079"/>
                  </a:lnTo>
                  <a:lnTo>
                    <a:pt x="122374" y="97557"/>
                  </a:lnTo>
                  <a:lnTo>
                    <a:pt x="121582" y="96903"/>
                  </a:lnTo>
                  <a:lnTo>
                    <a:pt x="121446" y="96791"/>
                  </a:lnTo>
                  <a:lnTo>
                    <a:pt x="120931" y="97427"/>
                  </a:lnTo>
                  <a:lnTo>
                    <a:pt x="117493" y="101673"/>
                  </a:lnTo>
                  <a:lnTo>
                    <a:pt x="117330" y="101875"/>
                  </a:lnTo>
                  <a:lnTo>
                    <a:pt x="116941" y="102355"/>
                  </a:lnTo>
                  <a:lnTo>
                    <a:pt x="116524" y="103019"/>
                  </a:lnTo>
                  <a:lnTo>
                    <a:pt x="115191" y="105141"/>
                  </a:lnTo>
                  <a:lnTo>
                    <a:pt x="114619" y="105663"/>
                  </a:lnTo>
                  <a:lnTo>
                    <a:pt x="113567" y="106626"/>
                  </a:lnTo>
                  <a:lnTo>
                    <a:pt x="113021" y="107896"/>
                  </a:lnTo>
                  <a:lnTo>
                    <a:pt x="112688" y="108604"/>
                  </a:lnTo>
                  <a:lnTo>
                    <a:pt x="112128" y="109796"/>
                  </a:lnTo>
                  <a:lnTo>
                    <a:pt x="111280" y="111230"/>
                  </a:lnTo>
                  <a:lnTo>
                    <a:pt x="110684" y="112238"/>
                  </a:lnTo>
                  <a:lnTo>
                    <a:pt x="110000" y="113397"/>
                  </a:lnTo>
                  <a:lnTo>
                    <a:pt x="109767" y="113790"/>
                  </a:lnTo>
                  <a:lnTo>
                    <a:pt x="108820" y="114666"/>
                  </a:lnTo>
                  <a:lnTo>
                    <a:pt x="107158" y="117918"/>
                  </a:lnTo>
                  <a:lnTo>
                    <a:pt x="106982" y="119127"/>
                  </a:lnTo>
                  <a:lnTo>
                    <a:pt x="106676" y="121262"/>
                  </a:lnTo>
                  <a:lnTo>
                    <a:pt x="107096" y="123843"/>
                  </a:lnTo>
                  <a:lnTo>
                    <a:pt x="107283" y="124997"/>
                  </a:lnTo>
                  <a:lnTo>
                    <a:pt x="107550" y="126640"/>
                  </a:lnTo>
                  <a:lnTo>
                    <a:pt x="107670" y="127334"/>
                  </a:lnTo>
                  <a:lnTo>
                    <a:pt x="107721" y="127630"/>
                  </a:lnTo>
                  <a:lnTo>
                    <a:pt x="107747" y="128251"/>
                  </a:lnTo>
                  <a:lnTo>
                    <a:pt x="107816" y="128702"/>
                  </a:lnTo>
                  <a:lnTo>
                    <a:pt x="107550" y="129494"/>
                  </a:lnTo>
                  <a:lnTo>
                    <a:pt x="107407" y="129769"/>
                  </a:lnTo>
                  <a:lnTo>
                    <a:pt x="107094" y="130368"/>
                  </a:lnTo>
                  <a:lnTo>
                    <a:pt x="106524" y="131154"/>
                  </a:lnTo>
                  <a:lnTo>
                    <a:pt x="105585" y="132860"/>
                  </a:lnTo>
                  <a:lnTo>
                    <a:pt x="103666" y="131639"/>
                  </a:lnTo>
                  <a:lnTo>
                    <a:pt x="103362" y="131446"/>
                  </a:lnTo>
                  <a:lnTo>
                    <a:pt x="103075" y="131265"/>
                  </a:lnTo>
                  <a:lnTo>
                    <a:pt x="101228" y="130100"/>
                  </a:lnTo>
                  <a:lnTo>
                    <a:pt x="100821" y="129843"/>
                  </a:lnTo>
                  <a:lnTo>
                    <a:pt x="96950" y="131955"/>
                  </a:lnTo>
                  <a:lnTo>
                    <a:pt x="96161" y="130860"/>
                  </a:lnTo>
                  <a:lnTo>
                    <a:pt x="93890" y="127706"/>
                  </a:lnTo>
                  <a:lnTo>
                    <a:pt x="91335" y="126973"/>
                  </a:lnTo>
                  <a:lnTo>
                    <a:pt x="87696" y="122976"/>
                  </a:lnTo>
                  <a:lnTo>
                    <a:pt x="86251" y="120948"/>
                  </a:lnTo>
                  <a:lnTo>
                    <a:pt x="85274" y="119577"/>
                  </a:lnTo>
                  <a:lnTo>
                    <a:pt x="84066" y="117388"/>
                  </a:lnTo>
                  <a:lnTo>
                    <a:pt x="83557" y="116472"/>
                  </a:lnTo>
                  <a:lnTo>
                    <a:pt x="83324" y="116217"/>
                  </a:lnTo>
                  <a:lnTo>
                    <a:pt x="83059" y="115927"/>
                  </a:lnTo>
                  <a:lnTo>
                    <a:pt x="80461" y="113083"/>
                  </a:lnTo>
                  <a:lnTo>
                    <a:pt x="76896" y="109179"/>
                  </a:lnTo>
                  <a:lnTo>
                    <a:pt x="76553" y="108785"/>
                  </a:lnTo>
                  <a:lnTo>
                    <a:pt x="76353" y="108506"/>
                  </a:lnTo>
                  <a:lnTo>
                    <a:pt x="75723" y="107628"/>
                  </a:lnTo>
                  <a:lnTo>
                    <a:pt x="74832" y="106388"/>
                  </a:lnTo>
                  <a:lnTo>
                    <a:pt x="74566" y="106017"/>
                  </a:lnTo>
                  <a:lnTo>
                    <a:pt x="74077" y="105335"/>
                  </a:lnTo>
                  <a:lnTo>
                    <a:pt x="73578" y="104640"/>
                  </a:lnTo>
                  <a:lnTo>
                    <a:pt x="73105" y="104096"/>
                  </a:lnTo>
                  <a:lnTo>
                    <a:pt x="72379" y="103261"/>
                  </a:lnTo>
                  <a:lnTo>
                    <a:pt x="71453" y="101950"/>
                  </a:lnTo>
                  <a:lnTo>
                    <a:pt x="70615" y="100155"/>
                  </a:lnTo>
                  <a:lnTo>
                    <a:pt x="70465" y="99292"/>
                  </a:lnTo>
                  <a:lnTo>
                    <a:pt x="70225" y="97906"/>
                  </a:lnTo>
                  <a:lnTo>
                    <a:pt x="69817" y="95552"/>
                  </a:lnTo>
                  <a:lnTo>
                    <a:pt x="70495" y="94279"/>
                  </a:lnTo>
                  <a:lnTo>
                    <a:pt x="70907" y="93507"/>
                  </a:lnTo>
                  <a:lnTo>
                    <a:pt x="69631" y="94438"/>
                  </a:lnTo>
                  <a:lnTo>
                    <a:pt x="68766" y="95069"/>
                  </a:lnTo>
                  <a:lnTo>
                    <a:pt x="67372" y="97039"/>
                  </a:lnTo>
                  <a:lnTo>
                    <a:pt x="66375" y="99369"/>
                  </a:lnTo>
                  <a:lnTo>
                    <a:pt x="66085" y="101168"/>
                  </a:lnTo>
                  <a:lnTo>
                    <a:pt x="65465" y="101638"/>
                  </a:lnTo>
                  <a:lnTo>
                    <a:pt x="64467" y="102394"/>
                  </a:lnTo>
                  <a:lnTo>
                    <a:pt x="63871" y="102846"/>
                  </a:lnTo>
                  <a:lnTo>
                    <a:pt x="61597" y="104672"/>
                  </a:lnTo>
                  <a:lnTo>
                    <a:pt x="60859" y="105265"/>
                  </a:lnTo>
                  <a:lnTo>
                    <a:pt x="58813" y="103363"/>
                  </a:lnTo>
                  <a:lnTo>
                    <a:pt x="58287" y="102873"/>
                  </a:lnTo>
                  <a:lnTo>
                    <a:pt x="55131" y="100030"/>
                  </a:lnTo>
                  <a:lnTo>
                    <a:pt x="54523" y="99482"/>
                  </a:lnTo>
                  <a:lnTo>
                    <a:pt x="54681" y="99287"/>
                  </a:lnTo>
                  <a:lnTo>
                    <a:pt x="54965" y="98968"/>
                  </a:lnTo>
                  <a:lnTo>
                    <a:pt x="55143" y="98768"/>
                  </a:lnTo>
                  <a:lnTo>
                    <a:pt x="59059" y="94371"/>
                  </a:lnTo>
                  <a:lnTo>
                    <a:pt x="58877" y="94237"/>
                  </a:lnTo>
                  <a:lnTo>
                    <a:pt x="55097" y="91458"/>
                  </a:lnTo>
                  <a:lnTo>
                    <a:pt x="53796" y="90501"/>
                  </a:lnTo>
                  <a:lnTo>
                    <a:pt x="50095" y="87779"/>
                  </a:lnTo>
                  <a:lnTo>
                    <a:pt x="48109" y="86319"/>
                  </a:lnTo>
                  <a:lnTo>
                    <a:pt x="47682" y="86005"/>
                  </a:lnTo>
                  <a:lnTo>
                    <a:pt x="47401" y="85796"/>
                  </a:lnTo>
                  <a:lnTo>
                    <a:pt x="46645" y="85204"/>
                  </a:lnTo>
                  <a:lnTo>
                    <a:pt x="45946" y="84657"/>
                  </a:lnTo>
                  <a:lnTo>
                    <a:pt x="45150" y="84034"/>
                  </a:lnTo>
                  <a:lnTo>
                    <a:pt x="44478" y="83508"/>
                  </a:lnTo>
                  <a:lnTo>
                    <a:pt x="43397" y="82663"/>
                  </a:lnTo>
                  <a:lnTo>
                    <a:pt x="43122" y="82447"/>
                  </a:lnTo>
                  <a:lnTo>
                    <a:pt x="45052" y="80029"/>
                  </a:lnTo>
                  <a:lnTo>
                    <a:pt x="48625" y="75553"/>
                  </a:lnTo>
                  <a:lnTo>
                    <a:pt x="48434" y="75417"/>
                  </a:lnTo>
                  <a:lnTo>
                    <a:pt x="43265" y="71745"/>
                  </a:lnTo>
                  <a:lnTo>
                    <a:pt x="41997" y="70845"/>
                  </a:lnTo>
                  <a:lnTo>
                    <a:pt x="41869" y="70754"/>
                  </a:lnTo>
                  <a:lnTo>
                    <a:pt x="40798" y="69993"/>
                  </a:lnTo>
                  <a:lnTo>
                    <a:pt x="40251" y="69605"/>
                  </a:lnTo>
                  <a:lnTo>
                    <a:pt x="35888" y="66505"/>
                  </a:lnTo>
                  <a:lnTo>
                    <a:pt x="34921" y="65818"/>
                  </a:lnTo>
                  <a:lnTo>
                    <a:pt x="32016" y="63755"/>
                  </a:lnTo>
                  <a:lnTo>
                    <a:pt x="29988" y="62314"/>
                  </a:lnTo>
                  <a:lnTo>
                    <a:pt x="23856" y="57958"/>
                  </a:lnTo>
                  <a:lnTo>
                    <a:pt x="23549" y="57740"/>
                  </a:lnTo>
                  <a:lnTo>
                    <a:pt x="21148" y="56035"/>
                  </a:lnTo>
                  <a:lnTo>
                    <a:pt x="17594" y="53510"/>
                  </a:lnTo>
                  <a:lnTo>
                    <a:pt x="7938" y="46651"/>
                  </a:lnTo>
                  <a:lnTo>
                    <a:pt x="7269" y="46176"/>
                  </a:lnTo>
                  <a:lnTo>
                    <a:pt x="5349" y="44890"/>
                  </a:lnTo>
                  <a:lnTo>
                    <a:pt x="218" y="41452"/>
                  </a:lnTo>
                  <a:lnTo>
                    <a:pt x="0" y="41306"/>
                  </a:lnTo>
                  <a:lnTo>
                    <a:pt x="420" y="40681"/>
                  </a:lnTo>
                  <a:lnTo>
                    <a:pt x="549" y="40488"/>
                  </a:lnTo>
                  <a:lnTo>
                    <a:pt x="1168" y="39567"/>
                  </a:lnTo>
                  <a:lnTo>
                    <a:pt x="2945" y="36922"/>
                  </a:lnTo>
                  <a:lnTo>
                    <a:pt x="4238" y="34997"/>
                  </a:lnTo>
                  <a:lnTo>
                    <a:pt x="7907" y="29536"/>
                  </a:lnTo>
                  <a:lnTo>
                    <a:pt x="11253" y="24557"/>
                  </a:lnTo>
                  <a:lnTo>
                    <a:pt x="11603" y="24036"/>
                  </a:lnTo>
                  <a:lnTo>
                    <a:pt x="12267" y="23182"/>
                  </a:lnTo>
                  <a:lnTo>
                    <a:pt x="13945" y="21023"/>
                  </a:lnTo>
                  <a:lnTo>
                    <a:pt x="15344" y="19225"/>
                  </a:lnTo>
                  <a:lnTo>
                    <a:pt x="16825" y="18049"/>
                  </a:lnTo>
                  <a:lnTo>
                    <a:pt x="17071" y="17854"/>
                  </a:lnTo>
                  <a:lnTo>
                    <a:pt x="19058" y="16276"/>
                  </a:lnTo>
                  <a:lnTo>
                    <a:pt x="22673" y="14237"/>
                  </a:lnTo>
                  <a:lnTo>
                    <a:pt x="25256" y="12781"/>
                  </a:lnTo>
                  <a:lnTo>
                    <a:pt x="27323" y="11930"/>
                  </a:lnTo>
                  <a:lnTo>
                    <a:pt x="30741" y="10524"/>
                  </a:lnTo>
                  <a:lnTo>
                    <a:pt x="37367" y="8776"/>
                  </a:lnTo>
                  <a:lnTo>
                    <a:pt x="42677" y="7203"/>
                  </a:lnTo>
                  <a:lnTo>
                    <a:pt x="44592" y="6636"/>
                  </a:lnTo>
                  <a:lnTo>
                    <a:pt x="49977" y="5036"/>
                  </a:lnTo>
                  <a:lnTo>
                    <a:pt x="55825" y="2880"/>
                  </a:lnTo>
                  <a:lnTo>
                    <a:pt x="58597" y="1858"/>
                  </a:lnTo>
                  <a:lnTo>
                    <a:pt x="58754" y="1792"/>
                  </a:lnTo>
                  <a:lnTo>
                    <a:pt x="61294" y="730"/>
                  </a:lnTo>
                  <a:lnTo>
                    <a:pt x="62559" y="201"/>
                  </a:lnTo>
                  <a:lnTo>
                    <a:pt x="63042" y="0"/>
                  </a:lnTo>
                  <a:lnTo>
                    <a:pt x="63500" y="370"/>
                  </a:lnTo>
                  <a:lnTo>
                    <a:pt x="65804" y="2232"/>
                  </a:lnTo>
                  <a:lnTo>
                    <a:pt x="66847" y="3076"/>
                  </a:lnTo>
                  <a:lnTo>
                    <a:pt x="71808" y="7086"/>
                  </a:lnTo>
                  <a:lnTo>
                    <a:pt x="72537" y="7675"/>
                  </a:lnTo>
                  <a:lnTo>
                    <a:pt x="72924" y="7988"/>
                  </a:lnTo>
                  <a:lnTo>
                    <a:pt x="73479" y="8437"/>
                  </a:lnTo>
                  <a:lnTo>
                    <a:pt x="73654" y="8578"/>
                  </a:lnTo>
                  <a:lnTo>
                    <a:pt x="74327" y="9191"/>
                  </a:lnTo>
                  <a:lnTo>
                    <a:pt x="75043" y="9843"/>
                  </a:lnTo>
                  <a:lnTo>
                    <a:pt x="76274" y="10962"/>
                  </a:lnTo>
                  <a:lnTo>
                    <a:pt x="79687" y="14068"/>
                  </a:lnTo>
                  <a:lnTo>
                    <a:pt x="79933" y="14277"/>
                  </a:lnTo>
                  <a:lnTo>
                    <a:pt x="81054" y="15228"/>
                  </a:lnTo>
                  <a:lnTo>
                    <a:pt x="81770" y="15836"/>
                  </a:lnTo>
                  <a:lnTo>
                    <a:pt x="82712" y="16636"/>
                  </a:lnTo>
                  <a:lnTo>
                    <a:pt x="84909" y="18501"/>
                  </a:lnTo>
                  <a:lnTo>
                    <a:pt x="85146" y="18702"/>
                  </a:lnTo>
                  <a:lnTo>
                    <a:pt x="85808" y="19263"/>
                  </a:lnTo>
                  <a:lnTo>
                    <a:pt x="87552" y="20744"/>
                  </a:lnTo>
                  <a:lnTo>
                    <a:pt x="88080" y="22026"/>
                  </a:lnTo>
                  <a:lnTo>
                    <a:pt x="88107" y="22220"/>
                  </a:lnTo>
                  <a:lnTo>
                    <a:pt x="88240" y="23146"/>
                  </a:lnTo>
                  <a:lnTo>
                    <a:pt x="88292" y="23509"/>
                  </a:lnTo>
                  <a:lnTo>
                    <a:pt x="88334" y="23684"/>
                  </a:lnTo>
                  <a:lnTo>
                    <a:pt x="88447" y="24154"/>
                  </a:lnTo>
                  <a:lnTo>
                    <a:pt x="88507" y="24402"/>
                  </a:lnTo>
                  <a:lnTo>
                    <a:pt x="88823" y="25715"/>
                  </a:lnTo>
                  <a:lnTo>
                    <a:pt x="88909" y="26072"/>
                  </a:lnTo>
                  <a:lnTo>
                    <a:pt x="88460" y="27912"/>
                  </a:lnTo>
                  <a:lnTo>
                    <a:pt x="88200" y="28972"/>
                  </a:lnTo>
                  <a:lnTo>
                    <a:pt x="87557" y="29914"/>
                  </a:lnTo>
                  <a:lnTo>
                    <a:pt x="87228" y="30395"/>
                  </a:lnTo>
                  <a:lnTo>
                    <a:pt x="85423" y="33034"/>
                  </a:lnTo>
                  <a:lnTo>
                    <a:pt x="82915" y="36703"/>
                  </a:lnTo>
                  <a:lnTo>
                    <a:pt x="79996" y="40972"/>
                  </a:lnTo>
                  <a:lnTo>
                    <a:pt x="74806" y="48700"/>
                  </a:lnTo>
                  <a:lnTo>
                    <a:pt x="70559" y="55022"/>
                  </a:lnTo>
                  <a:lnTo>
                    <a:pt x="66692" y="60596"/>
                  </a:lnTo>
                  <a:lnTo>
                    <a:pt x="69940" y="61452"/>
                  </a:lnTo>
                  <a:lnTo>
                    <a:pt x="70386" y="61610"/>
                  </a:lnTo>
                  <a:lnTo>
                    <a:pt x="71682" y="62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3043949" y="3563044"/>
              <a:ext cx="199411" cy="164776"/>
            </a:xfrm>
            <a:custGeom>
              <a:avLst/>
              <a:pathLst>
                <a:path w="199411" h="164776">
                  <a:moveTo>
                    <a:pt x="111342" y="35731"/>
                  </a:moveTo>
                  <a:lnTo>
                    <a:pt x="112336" y="39367"/>
                  </a:lnTo>
                  <a:lnTo>
                    <a:pt x="117188" y="38018"/>
                  </a:lnTo>
                  <a:lnTo>
                    <a:pt x="117276" y="38302"/>
                  </a:lnTo>
                  <a:lnTo>
                    <a:pt x="119129" y="44256"/>
                  </a:lnTo>
                  <a:lnTo>
                    <a:pt x="119434" y="44492"/>
                  </a:lnTo>
                  <a:lnTo>
                    <a:pt x="120084" y="44996"/>
                  </a:lnTo>
                  <a:lnTo>
                    <a:pt x="124508" y="48428"/>
                  </a:lnTo>
                  <a:lnTo>
                    <a:pt x="125147" y="48924"/>
                  </a:lnTo>
                  <a:lnTo>
                    <a:pt x="124901" y="49119"/>
                  </a:lnTo>
                  <a:lnTo>
                    <a:pt x="123420" y="50295"/>
                  </a:lnTo>
                  <a:lnTo>
                    <a:pt x="122021" y="52094"/>
                  </a:lnTo>
                  <a:lnTo>
                    <a:pt x="120343" y="54252"/>
                  </a:lnTo>
                  <a:lnTo>
                    <a:pt x="119679" y="55106"/>
                  </a:lnTo>
                  <a:lnTo>
                    <a:pt x="119329" y="55627"/>
                  </a:lnTo>
                  <a:lnTo>
                    <a:pt x="115983" y="60607"/>
                  </a:lnTo>
                  <a:lnTo>
                    <a:pt x="112314" y="66068"/>
                  </a:lnTo>
                  <a:lnTo>
                    <a:pt x="111021" y="67993"/>
                  </a:lnTo>
                  <a:lnTo>
                    <a:pt x="109244" y="70637"/>
                  </a:lnTo>
                  <a:lnTo>
                    <a:pt x="108590" y="71611"/>
                  </a:lnTo>
                  <a:lnTo>
                    <a:pt x="108496" y="71751"/>
                  </a:lnTo>
                  <a:lnTo>
                    <a:pt x="108076" y="72376"/>
                  </a:lnTo>
                  <a:lnTo>
                    <a:pt x="108294" y="72523"/>
                  </a:lnTo>
                  <a:lnTo>
                    <a:pt x="113425" y="75960"/>
                  </a:lnTo>
                  <a:lnTo>
                    <a:pt x="115345" y="77246"/>
                  </a:lnTo>
                  <a:lnTo>
                    <a:pt x="116024" y="77728"/>
                  </a:lnTo>
                  <a:lnTo>
                    <a:pt x="125670" y="84580"/>
                  </a:lnTo>
                  <a:lnTo>
                    <a:pt x="129225" y="87105"/>
                  </a:lnTo>
                  <a:lnTo>
                    <a:pt x="131625" y="88810"/>
                  </a:lnTo>
                  <a:lnTo>
                    <a:pt x="131932" y="89029"/>
                  </a:lnTo>
                  <a:lnTo>
                    <a:pt x="138064" y="93385"/>
                  </a:lnTo>
                  <a:lnTo>
                    <a:pt x="140092" y="94825"/>
                  </a:lnTo>
                  <a:lnTo>
                    <a:pt x="142997" y="96889"/>
                  </a:lnTo>
                  <a:lnTo>
                    <a:pt x="143964" y="97575"/>
                  </a:lnTo>
                  <a:lnTo>
                    <a:pt x="148327" y="100675"/>
                  </a:lnTo>
                  <a:lnTo>
                    <a:pt x="148874" y="101063"/>
                  </a:lnTo>
                  <a:lnTo>
                    <a:pt x="149945" y="101824"/>
                  </a:lnTo>
                  <a:lnTo>
                    <a:pt x="150073" y="101915"/>
                  </a:lnTo>
                  <a:lnTo>
                    <a:pt x="151341" y="102816"/>
                  </a:lnTo>
                  <a:lnTo>
                    <a:pt x="156510" y="106488"/>
                  </a:lnTo>
                  <a:lnTo>
                    <a:pt x="156635" y="106707"/>
                  </a:lnTo>
                  <a:lnTo>
                    <a:pt x="153128" y="111099"/>
                  </a:lnTo>
                  <a:lnTo>
                    <a:pt x="151311" y="113606"/>
                  </a:lnTo>
                  <a:lnTo>
                    <a:pt x="151527" y="113775"/>
                  </a:lnTo>
                  <a:lnTo>
                    <a:pt x="152554" y="114578"/>
                  </a:lnTo>
                  <a:lnTo>
                    <a:pt x="153226" y="115105"/>
                  </a:lnTo>
                  <a:lnTo>
                    <a:pt x="154023" y="115728"/>
                  </a:lnTo>
                  <a:lnTo>
                    <a:pt x="154746" y="116294"/>
                  </a:lnTo>
                  <a:lnTo>
                    <a:pt x="155542" y="116916"/>
                  </a:lnTo>
                  <a:lnTo>
                    <a:pt x="155758" y="117075"/>
                  </a:lnTo>
                  <a:lnTo>
                    <a:pt x="156185" y="117389"/>
                  </a:lnTo>
                  <a:lnTo>
                    <a:pt x="158171" y="118849"/>
                  </a:lnTo>
                  <a:lnTo>
                    <a:pt x="161872" y="121571"/>
                  </a:lnTo>
                  <a:lnTo>
                    <a:pt x="163174" y="122528"/>
                  </a:lnTo>
                  <a:lnTo>
                    <a:pt x="166964" y="125315"/>
                  </a:lnTo>
                  <a:lnTo>
                    <a:pt x="167089" y="125493"/>
                  </a:lnTo>
                  <a:lnTo>
                    <a:pt x="163219" y="129839"/>
                  </a:lnTo>
                  <a:lnTo>
                    <a:pt x="163041" y="130038"/>
                  </a:lnTo>
                  <a:lnTo>
                    <a:pt x="162757" y="130357"/>
                  </a:lnTo>
                  <a:lnTo>
                    <a:pt x="162599" y="130552"/>
                  </a:lnTo>
                  <a:lnTo>
                    <a:pt x="163207" y="131100"/>
                  </a:lnTo>
                  <a:lnTo>
                    <a:pt x="166363" y="133943"/>
                  </a:lnTo>
                  <a:lnTo>
                    <a:pt x="166890" y="134433"/>
                  </a:lnTo>
                  <a:lnTo>
                    <a:pt x="168935" y="136335"/>
                  </a:lnTo>
                  <a:lnTo>
                    <a:pt x="169673" y="135743"/>
                  </a:lnTo>
                  <a:lnTo>
                    <a:pt x="171947" y="133916"/>
                  </a:lnTo>
                  <a:lnTo>
                    <a:pt x="172543" y="133464"/>
                  </a:lnTo>
                  <a:lnTo>
                    <a:pt x="173541" y="132708"/>
                  </a:lnTo>
                  <a:lnTo>
                    <a:pt x="174176" y="132212"/>
                  </a:lnTo>
                  <a:lnTo>
                    <a:pt x="174497" y="130332"/>
                  </a:lnTo>
                  <a:lnTo>
                    <a:pt x="175449" y="128109"/>
                  </a:lnTo>
                  <a:lnTo>
                    <a:pt x="176842" y="126139"/>
                  </a:lnTo>
                  <a:lnTo>
                    <a:pt x="177707" y="125508"/>
                  </a:lnTo>
                  <a:lnTo>
                    <a:pt x="178983" y="124577"/>
                  </a:lnTo>
                  <a:lnTo>
                    <a:pt x="178572" y="125349"/>
                  </a:lnTo>
                  <a:lnTo>
                    <a:pt x="177893" y="126623"/>
                  </a:lnTo>
                  <a:lnTo>
                    <a:pt x="178301" y="128976"/>
                  </a:lnTo>
                  <a:lnTo>
                    <a:pt x="178541" y="130362"/>
                  </a:lnTo>
                  <a:lnTo>
                    <a:pt x="178691" y="131225"/>
                  </a:lnTo>
                  <a:lnTo>
                    <a:pt x="179529" y="133020"/>
                  </a:lnTo>
                  <a:lnTo>
                    <a:pt x="180455" y="134331"/>
                  </a:lnTo>
                  <a:lnTo>
                    <a:pt x="181181" y="135166"/>
                  </a:lnTo>
                  <a:lnTo>
                    <a:pt x="181655" y="135711"/>
                  </a:lnTo>
                  <a:lnTo>
                    <a:pt x="182153" y="136405"/>
                  </a:lnTo>
                  <a:lnTo>
                    <a:pt x="182642" y="137087"/>
                  </a:lnTo>
                  <a:lnTo>
                    <a:pt x="182909" y="137458"/>
                  </a:lnTo>
                  <a:lnTo>
                    <a:pt x="183799" y="138699"/>
                  </a:lnTo>
                  <a:lnTo>
                    <a:pt x="184429" y="139576"/>
                  </a:lnTo>
                  <a:lnTo>
                    <a:pt x="184692" y="139944"/>
                  </a:lnTo>
                  <a:lnTo>
                    <a:pt x="184972" y="140250"/>
                  </a:lnTo>
                  <a:lnTo>
                    <a:pt x="188537" y="144153"/>
                  </a:lnTo>
                  <a:lnTo>
                    <a:pt x="191136" y="146998"/>
                  </a:lnTo>
                  <a:lnTo>
                    <a:pt x="191401" y="147288"/>
                  </a:lnTo>
                  <a:lnTo>
                    <a:pt x="191642" y="147552"/>
                  </a:lnTo>
                  <a:lnTo>
                    <a:pt x="192142" y="148458"/>
                  </a:lnTo>
                  <a:lnTo>
                    <a:pt x="193350" y="150647"/>
                  </a:lnTo>
                  <a:lnTo>
                    <a:pt x="194327" y="152018"/>
                  </a:lnTo>
                  <a:lnTo>
                    <a:pt x="195858" y="154139"/>
                  </a:lnTo>
                  <a:lnTo>
                    <a:pt x="199411" y="158043"/>
                  </a:lnTo>
                  <a:lnTo>
                    <a:pt x="196586" y="160837"/>
                  </a:lnTo>
                  <a:lnTo>
                    <a:pt x="195618" y="161795"/>
                  </a:lnTo>
                  <a:lnTo>
                    <a:pt x="194270" y="163101"/>
                  </a:lnTo>
                  <a:lnTo>
                    <a:pt x="191887" y="164776"/>
                  </a:lnTo>
                  <a:lnTo>
                    <a:pt x="189618" y="163453"/>
                  </a:lnTo>
                  <a:lnTo>
                    <a:pt x="188593" y="162998"/>
                  </a:lnTo>
                  <a:lnTo>
                    <a:pt x="187225" y="162940"/>
                  </a:lnTo>
                  <a:lnTo>
                    <a:pt x="185801" y="163784"/>
                  </a:lnTo>
                  <a:lnTo>
                    <a:pt x="184860" y="164746"/>
                  </a:lnTo>
                  <a:lnTo>
                    <a:pt x="183227" y="164716"/>
                  </a:lnTo>
                  <a:lnTo>
                    <a:pt x="180677" y="162362"/>
                  </a:lnTo>
                  <a:lnTo>
                    <a:pt x="179548" y="161066"/>
                  </a:lnTo>
                  <a:lnTo>
                    <a:pt x="179324" y="160809"/>
                  </a:lnTo>
                  <a:lnTo>
                    <a:pt x="178208" y="159377"/>
                  </a:lnTo>
                  <a:lnTo>
                    <a:pt x="177876" y="158731"/>
                  </a:lnTo>
                  <a:lnTo>
                    <a:pt x="178005" y="157499"/>
                  </a:lnTo>
                  <a:lnTo>
                    <a:pt x="177586" y="157494"/>
                  </a:lnTo>
                  <a:lnTo>
                    <a:pt x="176375" y="157479"/>
                  </a:lnTo>
                  <a:lnTo>
                    <a:pt x="175516" y="157376"/>
                  </a:lnTo>
                  <a:lnTo>
                    <a:pt x="173884" y="157179"/>
                  </a:lnTo>
                  <a:lnTo>
                    <a:pt x="171452" y="156885"/>
                  </a:lnTo>
                  <a:lnTo>
                    <a:pt x="170704" y="156795"/>
                  </a:lnTo>
                  <a:lnTo>
                    <a:pt x="169009" y="156693"/>
                  </a:lnTo>
                  <a:lnTo>
                    <a:pt x="168469" y="156533"/>
                  </a:lnTo>
                  <a:lnTo>
                    <a:pt x="165853" y="155759"/>
                  </a:lnTo>
                  <a:lnTo>
                    <a:pt x="163694" y="155370"/>
                  </a:lnTo>
                  <a:lnTo>
                    <a:pt x="160578" y="154678"/>
                  </a:lnTo>
                  <a:lnTo>
                    <a:pt x="159588" y="154458"/>
                  </a:lnTo>
                  <a:lnTo>
                    <a:pt x="156619" y="154118"/>
                  </a:lnTo>
                  <a:lnTo>
                    <a:pt x="155535" y="154168"/>
                  </a:lnTo>
                  <a:lnTo>
                    <a:pt x="153480" y="154264"/>
                  </a:lnTo>
                  <a:lnTo>
                    <a:pt x="148543" y="154494"/>
                  </a:lnTo>
                  <a:lnTo>
                    <a:pt x="146890" y="154028"/>
                  </a:lnTo>
                  <a:lnTo>
                    <a:pt x="146854" y="152836"/>
                  </a:lnTo>
                  <a:lnTo>
                    <a:pt x="146455" y="150855"/>
                  </a:lnTo>
                  <a:lnTo>
                    <a:pt x="143528" y="145359"/>
                  </a:lnTo>
                  <a:lnTo>
                    <a:pt x="142548" y="145286"/>
                  </a:lnTo>
                  <a:lnTo>
                    <a:pt x="140595" y="145140"/>
                  </a:lnTo>
                  <a:lnTo>
                    <a:pt x="139366" y="145049"/>
                  </a:lnTo>
                  <a:lnTo>
                    <a:pt x="137319" y="144540"/>
                  </a:lnTo>
                  <a:lnTo>
                    <a:pt x="133722" y="143151"/>
                  </a:lnTo>
                  <a:lnTo>
                    <a:pt x="133590" y="142300"/>
                  </a:lnTo>
                  <a:lnTo>
                    <a:pt x="133124" y="140068"/>
                  </a:lnTo>
                  <a:lnTo>
                    <a:pt x="132747" y="138866"/>
                  </a:lnTo>
                  <a:lnTo>
                    <a:pt x="132611" y="138433"/>
                  </a:lnTo>
                  <a:lnTo>
                    <a:pt x="134019" y="136331"/>
                  </a:lnTo>
                  <a:lnTo>
                    <a:pt x="132102" y="132533"/>
                  </a:lnTo>
                  <a:lnTo>
                    <a:pt x="132003" y="132336"/>
                  </a:lnTo>
                  <a:lnTo>
                    <a:pt x="131141" y="130628"/>
                  </a:lnTo>
                  <a:lnTo>
                    <a:pt x="128123" y="131254"/>
                  </a:lnTo>
                  <a:lnTo>
                    <a:pt x="127778" y="131326"/>
                  </a:lnTo>
                  <a:lnTo>
                    <a:pt x="127923" y="132467"/>
                  </a:lnTo>
                  <a:lnTo>
                    <a:pt x="127978" y="132899"/>
                  </a:lnTo>
                  <a:lnTo>
                    <a:pt x="125682" y="133307"/>
                  </a:lnTo>
                  <a:lnTo>
                    <a:pt x="125633" y="133079"/>
                  </a:lnTo>
                  <a:lnTo>
                    <a:pt x="125430" y="132130"/>
                  </a:lnTo>
                  <a:lnTo>
                    <a:pt x="124837" y="129362"/>
                  </a:lnTo>
                  <a:lnTo>
                    <a:pt x="123685" y="123986"/>
                  </a:lnTo>
                  <a:lnTo>
                    <a:pt x="122867" y="124072"/>
                  </a:lnTo>
                  <a:lnTo>
                    <a:pt x="122369" y="124125"/>
                  </a:lnTo>
                  <a:lnTo>
                    <a:pt x="117264" y="124808"/>
                  </a:lnTo>
                  <a:lnTo>
                    <a:pt x="114378" y="125195"/>
                  </a:lnTo>
                  <a:lnTo>
                    <a:pt x="114193" y="125220"/>
                  </a:lnTo>
                  <a:lnTo>
                    <a:pt x="112298" y="125473"/>
                  </a:lnTo>
                  <a:lnTo>
                    <a:pt x="111824" y="126171"/>
                  </a:lnTo>
                  <a:lnTo>
                    <a:pt x="111452" y="126719"/>
                  </a:lnTo>
                  <a:lnTo>
                    <a:pt x="111039" y="127328"/>
                  </a:lnTo>
                  <a:lnTo>
                    <a:pt x="110479" y="128153"/>
                  </a:lnTo>
                  <a:lnTo>
                    <a:pt x="99947" y="120946"/>
                  </a:lnTo>
                  <a:lnTo>
                    <a:pt x="97322" y="119150"/>
                  </a:lnTo>
                  <a:lnTo>
                    <a:pt x="90431" y="114435"/>
                  </a:lnTo>
                  <a:lnTo>
                    <a:pt x="83300" y="109556"/>
                  </a:lnTo>
                  <a:lnTo>
                    <a:pt x="75339" y="104108"/>
                  </a:lnTo>
                  <a:lnTo>
                    <a:pt x="69336" y="100001"/>
                  </a:lnTo>
                  <a:lnTo>
                    <a:pt x="65723" y="97528"/>
                  </a:lnTo>
                  <a:lnTo>
                    <a:pt x="62741" y="95488"/>
                  </a:lnTo>
                  <a:lnTo>
                    <a:pt x="51123" y="87538"/>
                  </a:lnTo>
                  <a:lnTo>
                    <a:pt x="47200" y="84854"/>
                  </a:lnTo>
                  <a:lnTo>
                    <a:pt x="46648" y="84476"/>
                  </a:lnTo>
                  <a:lnTo>
                    <a:pt x="30916" y="73711"/>
                  </a:lnTo>
                  <a:lnTo>
                    <a:pt x="29746" y="72911"/>
                  </a:lnTo>
                  <a:lnTo>
                    <a:pt x="28840" y="72291"/>
                  </a:lnTo>
                  <a:lnTo>
                    <a:pt x="10709" y="59885"/>
                  </a:lnTo>
                  <a:lnTo>
                    <a:pt x="313" y="52771"/>
                  </a:lnTo>
                  <a:lnTo>
                    <a:pt x="0" y="52557"/>
                  </a:lnTo>
                  <a:lnTo>
                    <a:pt x="343" y="52016"/>
                  </a:lnTo>
                  <a:lnTo>
                    <a:pt x="483" y="51794"/>
                  </a:lnTo>
                  <a:lnTo>
                    <a:pt x="863" y="51230"/>
                  </a:lnTo>
                  <a:lnTo>
                    <a:pt x="1141" y="50819"/>
                  </a:lnTo>
                  <a:lnTo>
                    <a:pt x="3196" y="47772"/>
                  </a:lnTo>
                  <a:lnTo>
                    <a:pt x="4426" y="45948"/>
                  </a:lnTo>
                  <a:lnTo>
                    <a:pt x="4715" y="45520"/>
                  </a:lnTo>
                  <a:lnTo>
                    <a:pt x="4829" y="45350"/>
                  </a:lnTo>
                  <a:lnTo>
                    <a:pt x="5073" y="44990"/>
                  </a:lnTo>
                  <a:lnTo>
                    <a:pt x="5335" y="44601"/>
                  </a:lnTo>
                  <a:lnTo>
                    <a:pt x="5430" y="44460"/>
                  </a:lnTo>
                  <a:lnTo>
                    <a:pt x="6352" y="43093"/>
                  </a:lnTo>
                  <a:lnTo>
                    <a:pt x="7547" y="41321"/>
                  </a:lnTo>
                  <a:lnTo>
                    <a:pt x="13096" y="34753"/>
                  </a:lnTo>
                  <a:lnTo>
                    <a:pt x="13600" y="34163"/>
                  </a:lnTo>
                  <a:lnTo>
                    <a:pt x="15241" y="32384"/>
                  </a:lnTo>
                  <a:lnTo>
                    <a:pt x="16626" y="30883"/>
                  </a:lnTo>
                  <a:lnTo>
                    <a:pt x="18993" y="28316"/>
                  </a:lnTo>
                  <a:lnTo>
                    <a:pt x="22451" y="25121"/>
                  </a:lnTo>
                  <a:lnTo>
                    <a:pt x="23977" y="24334"/>
                  </a:lnTo>
                  <a:lnTo>
                    <a:pt x="27387" y="22575"/>
                  </a:lnTo>
                  <a:lnTo>
                    <a:pt x="31187" y="20902"/>
                  </a:lnTo>
                  <a:lnTo>
                    <a:pt x="35105" y="19177"/>
                  </a:lnTo>
                  <a:lnTo>
                    <a:pt x="38707" y="17815"/>
                  </a:lnTo>
                  <a:lnTo>
                    <a:pt x="39439" y="17539"/>
                  </a:lnTo>
                  <a:lnTo>
                    <a:pt x="40639" y="17173"/>
                  </a:lnTo>
                  <a:lnTo>
                    <a:pt x="42823" y="16507"/>
                  </a:lnTo>
                  <a:lnTo>
                    <a:pt x="52823" y="13831"/>
                  </a:lnTo>
                  <a:lnTo>
                    <a:pt x="53662" y="13606"/>
                  </a:lnTo>
                  <a:lnTo>
                    <a:pt x="54247" y="13450"/>
                  </a:lnTo>
                  <a:lnTo>
                    <a:pt x="56835" y="12757"/>
                  </a:lnTo>
                  <a:lnTo>
                    <a:pt x="69258" y="9156"/>
                  </a:lnTo>
                  <a:lnTo>
                    <a:pt x="70872" y="8689"/>
                  </a:lnTo>
                  <a:lnTo>
                    <a:pt x="71944" y="8378"/>
                  </a:lnTo>
                  <a:lnTo>
                    <a:pt x="72863" y="8112"/>
                  </a:lnTo>
                  <a:lnTo>
                    <a:pt x="73209" y="8011"/>
                  </a:lnTo>
                  <a:lnTo>
                    <a:pt x="74679" y="7599"/>
                  </a:lnTo>
                  <a:lnTo>
                    <a:pt x="97490" y="1208"/>
                  </a:lnTo>
                  <a:lnTo>
                    <a:pt x="101564" y="66"/>
                  </a:lnTo>
                  <a:lnTo>
                    <a:pt x="101801" y="0"/>
                  </a:lnTo>
                  <a:lnTo>
                    <a:pt x="104672" y="10720"/>
                  </a:lnTo>
                  <a:lnTo>
                    <a:pt x="104861" y="11424"/>
                  </a:lnTo>
                  <a:lnTo>
                    <a:pt x="104895" y="11552"/>
                  </a:lnTo>
                  <a:lnTo>
                    <a:pt x="105202" y="12698"/>
                  </a:lnTo>
                  <a:lnTo>
                    <a:pt x="106573" y="17818"/>
                  </a:lnTo>
                  <a:lnTo>
                    <a:pt x="106726" y="18389"/>
                  </a:lnTo>
                  <a:lnTo>
                    <a:pt x="108442" y="24797"/>
                  </a:lnTo>
                  <a:lnTo>
                    <a:pt x="108572" y="25282"/>
                  </a:lnTo>
                  <a:lnTo>
                    <a:pt x="108683" y="25695"/>
                  </a:lnTo>
                  <a:lnTo>
                    <a:pt x="110347" y="31910"/>
                  </a:lnTo>
                  <a:lnTo>
                    <a:pt x="110510" y="32520"/>
                  </a:lnTo>
                  <a:lnTo>
                    <a:pt x="110587" y="3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81485" y="3717764"/>
              <a:ext cx="203621" cy="154988"/>
            </a:xfrm>
            <a:custGeom>
              <a:avLst/>
              <a:pathLst>
                <a:path w="203621" h="154988">
                  <a:moveTo>
                    <a:pt x="199893" y="79917"/>
                  </a:moveTo>
                  <a:lnTo>
                    <a:pt x="199834" y="84101"/>
                  </a:lnTo>
                  <a:lnTo>
                    <a:pt x="200689" y="88179"/>
                  </a:lnTo>
                  <a:lnTo>
                    <a:pt x="201829" y="91237"/>
                  </a:lnTo>
                  <a:lnTo>
                    <a:pt x="202541" y="94150"/>
                  </a:lnTo>
                  <a:lnTo>
                    <a:pt x="202481" y="101934"/>
                  </a:lnTo>
                  <a:lnTo>
                    <a:pt x="201626" y="104750"/>
                  </a:lnTo>
                  <a:lnTo>
                    <a:pt x="200458" y="108661"/>
                  </a:lnTo>
                  <a:lnTo>
                    <a:pt x="201068" y="109021"/>
                  </a:lnTo>
                  <a:lnTo>
                    <a:pt x="203621" y="110527"/>
                  </a:lnTo>
                  <a:lnTo>
                    <a:pt x="203296" y="111357"/>
                  </a:lnTo>
                  <a:lnTo>
                    <a:pt x="200390" y="118756"/>
                  </a:lnTo>
                  <a:lnTo>
                    <a:pt x="196603" y="117656"/>
                  </a:lnTo>
                  <a:lnTo>
                    <a:pt x="196200" y="118595"/>
                  </a:lnTo>
                  <a:lnTo>
                    <a:pt x="195290" y="120544"/>
                  </a:lnTo>
                  <a:lnTo>
                    <a:pt x="194915" y="121347"/>
                  </a:lnTo>
                  <a:lnTo>
                    <a:pt x="198623" y="123241"/>
                  </a:lnTo>
                  <a:lnTo>
                    <a:pt x="198110" y="124290"/>
                  </a:lnTo>
                  <a:lnTo>
                    <a:pt x="194259" y="122752"/>
                  </a:lnTo>
                  <a:lnTo>
                    <a:pt x="193208" y="125003"/>
                  </a:lnTo>
                  <a:lnTo>
                    <a:pt x="192817" y="126171"/>
                  </a:lnTo>
                  <a:lnTo>
                    <a:pt x="193690" y="131171"/>
                  </a:lnTo>
                  <a:lnTo>
                    <a:pt x="197198" y="132912"/>
                  </a:lnTo>
                  <a:lnTo>
                    <a:pt x="196685" y="134718"/>
                  </a:lnTo>
                  <a:lnTo>
                    <a:pt x="190412" y="133347"/>
                  </a:lnTo>
                  <a:lnTo>
                    <a:pt x="189646" y="135635"/>
                  </a:lnTo>
                  <a:lnTo>
                    <a:pt x="186746" y="138752"/>
                  </a:lnTo>
                  <a:lnTo>
                    <a:pt x="189121" y="146034"/>
                  </a:lnTo>
                  <a:lnTo>
                    <a:pt x="182696" y="146274"/>
                  </a:lnTo>
                  <a:lnTo>
                    <a:pt x="184273" y="154988"/>
                  </a:lnTo>
                  <a:lnTo>
                    <a:pt x="174104" y="154913"/>
                  </a:lnTo>
                  <a:lnTo>
                    <a:pt x="171775" y="147522"/>
                  </a:lnTo>
                  <a:lnTo>
                    <a:pt x="170378" y="144358"/>
                  </a:lnTo>
                  <a:lnTo>
                    <a:pt x="158893" y="142989"/>
                  </a:lnTo>
                  <a:lnTo>
                    <a:pt x="146165" y="143765"/>
                  </a:lnTo>
                  <a:lnTo>
                    <a:pt x="134006" y="145707"/>
                  </a:lnTo>
                  <a:lnTo>
                    <a:pt x="128876" y="148426"/>
                  </a:lnTo>
                  <a:lnTo>
                    <a:pt x="124127" y="150950"/>
                  </a:lnTo>
                  <a:lnTo>
                    <a:pt x="124127" y="145125"/>
                  </a:lnTo>
                  <a:lnTo>
                    <a:pt x="115388" y="137163"/>
                  </a:lnTo>
                  <a:lnTo>
                    <a:pt x="110123" y="133344"/>
                  </a:lnTo>
                  <a:lnTo>
                    <a:pt x="98566" y="126658"/>
                  </a:lnTo>
                  <a:lnTo>
                    <a:pt x="98594" y="126498"/>
                  </a:lnTo>
                  <a:lnTo>
                    <a:pt x="99626" y="120704"/>
                  </a:lnTo>
                  <a:lnTo>
                    <a:pt x="99695" y="120320"/>
                  </a:lnTo>
                  <a:lnTo>
                    <a:pt x="98952" y="113042"/>
                  </a:lnTo>
                  <a:lnTo>
                    <a:pt x="98919" y="112721"/>
                  </a:lnTo>
                  <a:lnTo>
                    <a:pt x="99728" y="110725"/>
                  </a:lnTo>
                  <a:lnTo>
                    <a:pt x="104767" y="101237"/>
                  </a:lnTo>
                  <a:lnTo>
                    <a:pt x="104901" y="100984"/>
                  </a:lnTo>
                  <a:lnTo>
                    <a:pt x="104490" y="100673"/>
                  </a:lnTo>
                  <a:lnTo>
                    <a:pt x="100293" y="97739"/>
                  </a:lnTo>
                  <a:lnTo>
                    <a:pt x="97012" y="95351"/>
                  </a:lnTo>
                  <a:lnTo>
                    <a:pt x="96069" y="94664"/>
                  </a:lnTo>
                  <a:lnTo>
                    <a:pt x="94602" y="94142"/>
                  </a:lnTo>
                  <a:lnTo>
                    <a:pt x="90892" y="92820"/>
                  </a:lnTo>
                  <a:lnTo>
                    <a:pt x="89592" y="92543"/>
                  </a:lnTo>
                  <a:lnTo>
                    <a:pt x="85192" y="92279"/>
                  </a:lnTo>
                  <a:lnTo>
                    <a:pt x="84838" y="88864"/>
                  </a:lnTo>
                  <a:lnTo>
                    <a:pt x="84730" y="87821"/>
                  </a:lnTo>
                  <a:lnTo>
                    <a:pt x="83932" y="87442"/>
                  </a:lnTo>
                  <a:lnTo>
                    <a:pt x="82878" y="87209"/>
                  </a:lnTo>
                  <a:lnTo>
                    <a:pt x="81738" y="86889"/>
                  </a:lnTo>
                  <a:lnTo>
                    <a:pt x="80865" y="86498"/>
                  </a:lnTo>
                  <a:lnTo>
                    <a:pt x="80366" y="86207"/>
                  </a:lnTo>
                  <a:lnTo>
                    <a:pt x="75693" y="82858"/>
                  </a:lnTo>
                  <a:lnTo>
                    <a:pt x="74995" y="82402"/>
                  </a:lnTo>
                  <a:lnTo>
                    <a:pt x="74231" y="81903"/>
                  </a:lnTo>
                  <a:lnTo>
                    <a:pt x="70670" y="79492"/>
                  </a:lnTo>
                  <a:lnTo>
                    <a:pt x="67327" y="77184"/>
                  </a:lnTo>
                  <a:lnTo>
                    <a:pt x="63947" y="74869"/>
                  </a:lnTo>
                  <a:lnTo>
                    <a:pt x="62315" y="73755"/>
                  </a:lnTo>
                  <a:lnTo>
                    <a:pt x="58766" y="71319"/>
                  </a:lnTo>
                  <a:lnTo>
                    <a:pt x="57915" y="70721"/>
                  </a:lnTo>
                  <a:lnTo>
                    <a:pt x="52700" y="67054"/>
                  </a:lnTo>
                  <a:lnTo>
                    <a:pt x="54627" y="64253"/>
                  </a:lnTo>
                  <a:lnTo>
                    <a:pt x="56626" y="61348"/>
                  </a:lnTo>
                  <a:lnTo>
                    <a:pt x="56357" y="61164"/>
                  </a:lnTo>
                  <a:lnTo>
                    <a:pt x="56207" y="61064"/>
                  </a:lnTo>
                  <a:lnTo>
                    <a:pt x="53705" y="59369"/>
                  </a:lnTo>
                  <a:lnTo>
                    <a:pt x="53116" y="58970"/>
                  </a:lnTo>
                  <a:lnTo>
                    <a:pt x="51800" y="58079"/>
                  </a:lnTo>
                  <a:lnTo>
                    <a:pt x="29133" y="42658"/>
                  </a:lnTo>
                  <a:lnTo>
                    <a:pt x="29127" y="42340"/>
                  </a:lnTo>
                  <a:lnTo>
                    <a:pt x="28961" y="42608"/>
                  </a:lnTo>
                  <a:lnTo>
                    <a:pt x="27851" y="41857"/>
                  </a:lnTo>
                  <a:lnTo>
                    <a:pt x="18584" y="35424"/>
                  </a:lnTo>
                  <a:lnTo>
                    <a:pt x="18174" y="35140"/>
                  </a:lnTo>
                  <a:lnTo>
                    <a:pt x="14471" y="32570"/>
                  </a:lnTo>
                  <a:lnTo>
                    <a:pt x="12622" y="31286"/>
                  </a:lnTo>
                  <a:lnTo>
                    <a:pt x="4218" y="25453"/>
                  </a:lnTo>
                  <a:lnTo>
                    <a:pt x="449" y="22837"/>
                  </a:lnTo>
                  <a:lnTo>
                    <a:pt x="0" y="22525"/>
                  </a:lnTo>
                  <a:lnTo>
                    <a:pt x="460" y="21839"/>
                  </a:lnTo>
                  <a:lnTo>
                    <a:pt x="627" y="21590"/>
                  </a:lnTo>
                  <a:lnTo>
                    <a:pt x="3759" y="16924"/>
                  </a:lnTo>
                  <a:lnTo>
                    <a:pt x="3893" y="16725"/>
                  </a:lnTo>
                  <a:lnTo>
                    <a:pt x="7844" y="10841"/>
                  </a:lnTo>
                  <a:lnTo>
                    <a:pt x="11497" y="5399"/>
                  </a:lnTo>
                  <a:lnTo>
                    <a:pt x="12000" y="4649"/>
                  </a:lnTo>
                  <a:lnTo>
                    <a:pt x="12873" y="3486"/>
                  </a:lnTo>
                  <a:lnTo>
                    <a:pt x="15169" y="5069"/>
                  </a:lnTo>
                  <a:lnTo>
                    <a:pt x="27029" y="13249"/>
                  </a:lnTo>
                  <a:lnTo>
                    <a:pt x="29187" y="14737"/>
                  </a:lnTo>
                  <a:lnTo>
                    <a:pt x="37826" y="20694"/>
                  </a:lnTo>
                  <a:lnTo>
                    <a:pt x="40153" y="22299"/>
                  </a:lnTo>
                  <a:lnTo>
                    <a:pt x="40966" y="22860"/>
                  </a:lnTo>
                  <a:lnTo>
                    <a:pt x="43432" y="19236"/>
                  </a:lnTo>
                  <a:lnTo>
                    <a:pt x="45874" y="15649"/>
                  </a:lnTo>
                  <a:lnTo>
                    <a:pt x="49864" y="9787"/>
                  </a:lnTo>
                  <a:lnTo>
                    <a:pt x="53817" y="3979"/>
                  </a:lnTo>
                  <a:lnTo>
                    <a:pt x="56636" y="0"/>
                  </a:lnTo>
                  <a:lnTo>
                    <a:pt x="57542" y="657"/>
                  </a:lnTo>
                  <a:lnTo>
                    <a:pt x="61620" y="3620"/>
                  </a:lnTo>
                  <a:lnTo>
                    <a:pt x="62238" y="4069"/>
                  </a:lnTo>
                  <a:lnTo>
                    <a:pt x="62780" y="9103"/>
                  </a:lnTo>
                  <a:lnTo>
                    <a:pt x="63647" y="15102"/>
                  </a:lnTo>
                  <a:lnTo>
                    <a:pt x="64138" y="18501"/>
                  </a:lnTo>
                  <a:lnTo>
                    <a:pt x="64277" y="19465"/>
                  </a:lnTo>
                  <a:lnTo>
                    <a:pt x="67804" y="21900"/>
                  </a:lnTo>
                  <a:lnTo>
                    <a:pt x="73404" y="25768"/>
                  </a:lnTo>
                  <a:lnTo>
                    <a:pt x="78782" y="29482"/>
                  </a:lnTo>
                  <a:lnTo>
                    <a:pt x="83450" y="32706"/>
                  </a:lnTo>
                  <a:lnTo>
                    <a:pt x="83850" y="32968"/>
                  </a:lnTo>
                  <a:lnTo>
                    <a:pt x="84190" y="33190"/>
                  </a:lnTo>
                  <a:lnTo>
                    <a:pt x="84485" y="33383"/>
                  </a:lnTo>
                  <a:lnTo>
                    <a:pt x="89190" y="36462"/>
                  </a:lnTo>
                  <a:lnTo>
                    <a:pt x="89893" y="36904"/>
                  </a:lnTo>
                  <a:lnTo>
                    <a:pt x="90832" y="37492"/>
                  </a:lnTo>
                  <a:lnTo>
                    <a:pt x="94253" y="39637"/>
                  </a:lnTo>
                  <a:lnTo>
                    <a:pt x="94851" y="40035"/>
                  </a:lnTo>
                  <a:lnTo>
                    <a:pt x="95351" y="40397"/>
                  </a:lnTo>
                  <a:lnTo>
                    <a:pt x="95553" y="40544"/>
                  </a:lnTo>
                  <a:lnTo>
                    <a:pt x="96617" y="41316"/>
                  </a:lnTo>
                  <a:lnTo>
                    <a:pt x="97006" y="41599"/>
                  </a:lnTo>
                  <a:lnTo>
                    <a:pt x="98969" y="44736"/>
                  </a:lnTo>
                  <a:lnTo>
                    <a:pt x="99647" y="46066"/>
                  </a:lnTo>
                  <a:lnTo>
                    <a:pt x="99981" y="45763"/>
                  </a:lnTo>
                  <a:lnTo>
                    <a:pt x="100767" y="45050"/>
                  </a:lnTo>
                  <a:lnTo>
                    <a:pt x="104605" y="41511"/>
                  </a:lnTo>
                  <a:lnTo>
                    <a:pt x="105112" y="41581"/>
                  </a:lnTo>
                  <a:lnTo>
                    <a:pt x="107989" y="41975"/>
                  </a:lnTo>
                  <a:lnTo>
                    <a:pt x="109731" y="42213"/>
                  </a:lnTo>
                  <a:lnTo>
                    <a:pt x="112731" y="42624"/>
                  </a:lnTo>
                  <a:lnTo>
                    <a:pt x="113005" y="46010"/>
                  </a:lnTo>
                  <a:lnTo>
                    <a:pt x="113328" y="49993"/>
                  </a:lnTo>
                  <a:lnTo>
                    <a:pt x="112874" y="50790"/>
                  </a:lnTo>
                  <a:lnTo>
                    <a:pt x="112995" y="51091"/>
                  </a:lnTo>
                  <a:lnTo>
                    <a:pt x="113439" y="52196"/>
                  </a:lnTo>
                  <a:lnTo>
                    <a:pt x="114132" y="53936"/>
                  </a:lnTo>
                  <a:lnTo>
                    <a:pt x="115572" y="58041"/>
                  </a:lnTo>
                  <a:lnTo>
                    <a:pt x="115799" y="57897"/>
                  </a:lnTo>
                  <a:lnTo>
                    <a:pt x="116318" y="57536"/>
                  </a:lnTo>
                  <a:lnTo>
                    <a:pt x="116621" y="57325"/>
                  </a:lnTo>
                  <a:lnTo>
                    <a:pt x="117199" y="56923"/>
                  </a:lnTo>
                  <a:lnTo>
                    <a:pt x="119000" y="56711"/>
                  </a:lnTo>
                  <a:lnTo>
                    <a:pt x="123516" y="56179"/>
                  </a:lnTo>
                  <a:lnTo>
                    <a:pt x="125227" y="55565"/>
                  </a:lnTo>
                  <a:lnTo>
                    <a:pt x="127084" y="54897"/>
                  </a:lnTo>
                  <a:lnTo>
                    <a:pt x="129270" y="54074"/>
                  </a:lnTo>
                  <a:lnTo>
                    <a:pt x="133173" y="55184"/>
                  </a:lnTo>
                  <a:lnTo>
                    <a:pt x="133000" y="56717"/>
                  </a:lnTo>
                  <a:lnTo>
                    <a:pt x="132843" y="58255"/>
                  </a:lnTo>
                  <a:lnTo>
                    <a:pt x="132794" y="60853"/>
                  </a:lnTo>
                  <a:lnTo>
                    <a:pt x="136448" y="61136"/>
                  </a:lnTo>
                  <a:lnTo>
                    <a:pt x="139937" y="61601"/>
                  </a:lnTo>
                  <a:lnTo>
                    <a:pt x="139933" y="62389"/>
                  </a:lnTo>
                  <a:lnTo>
                    <a:pt x="141634" y="62352"/>
                  </a:lnTo>
                  <a:lnTo>
                    <a:pt x="142449" y="62334"/>
                  </a:lnTo>
                  <a:lnTo>
                    <a:pt x="148245" y="62208"/>
                  </a:lnTo>
                  <a:lnTo>
                    <a:pt x="148390" y="62205"/>
                  </a:lnTo>
                  <a:lnTo>
                    <a:pt x="149642" y="62166"/>
                  </a:lnTo>
                  <a:lnTo>
                    <a:pt x="151108" y="62120"/>
                  </a:lnTo>
                  <a:lnTo>
                    <a:pt x="152015" y="62105"/>
                  </a:lnTo>
                  <a:lnTo>
                    <a:pt x="154900" y="62014"/>
                  </a:lnTo>
                  <a:lnTo>
                    <a:pt x="158656" y="61897"/>
                  </a:lnTo>
                  <a:lnTo>
                    <a:pt x="160205" y="61848"/>
                  </a:lnTo>
                  <a:lnTo>
                    <a:pt x="162039" y="61791"/>
                  </a:lnTo>
                  <a:lnTo>
                    <a:pt x="161302" y="60806"/>
                  </a:lnTo>
                  <a:lnTo>
                    <a:pt x="160662" y="59639"/>
                  </a:lnTo>
                  <a:lnTo>
                    <a:pt x="160299" y="58672"/>
                  </a:lnTo>
                  <a:lnTo>
                    <a:pt x="159934" y="57689"/>
                  </a:lnTo>
                  <a:lnTo>
                    <a:pt x="159564" y="55258"/>
                  </a:lnTo>
                  <a:lnTo>
                    <a:pt x="161017" y="54310"/>
                  </a:lnTo>
                  <a:lnTo>
                    <a:pt x="161505" y="53507"/>
                  </a:lnTo>
                  <a:lnTo>
                    <a:pt x="162186" y="52388"/>
                  </a:lnTo>
                  <a:lnTo>
                    <a:pt x="162449" y="50237"/>
                  </a:lnTo>
                  <a:lnTo>
                    <a:pt x="162671" y="49439"/>
                  </a:lnTo>
                  <a:lnTo>
                    <a:pt x="162862" y="48752"/>
                  </a:lnTo>
                  <a:lnTo>
                    <a:pt x="165238" y="46596"/>
                  </a:lnTo>
                  <a:lnTo>
                    <a:pt x="167678" y="44924"/>
                  </a:lnTo>
                  <a:lnTo>
                    <a:pt x="168581" y="44305"/>
                  </a:lnTo>
                  <a:lnTo>
                    <a:pt x="173832" y="41603"/>
                  </a:lnTo>
                  <a:lnTo>
                    <a:pt x="174039" y="41916"/>
                  </a:lnTo>
                  <a:lnTo>
                    <a:pt x="177354" y="49272"/>
                  </a:lnTo>
                  <a:lnTo>
                    <a:pt x="176343" y="49926"/>
                  </a:lnTo>
                  <a:lnTo>
                    <a:pt x="175488" y="50848"/>
                  </a:lnTo>
                  <a:lnTo>
                    <a:pt x="175488" y="52062"/>
                  </a:lnTo>
                  <a:lnTo>
                    <a:pt x="175963" y="53955"/>
                  </a:lnTo>
                  <a:lnTo>
                    <a:pt x="176945" y="56327"/>
                  </a:lnTo>
                  <a:lnTo>
                    <a:pt x="177625" y="58664"/>
                  </a:lnTo>
                  <a:lnTo>
                    <a:pt x="177958" y="60121"/>
                  </a:lnTo>
                  <a:lnTo>
                    <a:pt x="179003" y="61237"/>
                  </a:lnTo>
                  <a:lnTo>
                    <a:pt x="180285" y="62014"/>
                  </a:lnTo>
                  <a:lnTo>
                    <a:pt x="182168" y="63407"/>
                  </a:lnTo>
                  <a:lnTo>
                    <a:pt x="182660" y="64732"/>
                  </a:lnTo>
                  <a:lnTo>
                    <a:pt x="182707" y="67354"/>
                  </a:lnTo>
                  <a:lnTo>
                    <a:pt x="182802" y="68665"/>
                  </a:lnTo>
                  <a:lnTo>
                    <a:pt x="183087" y="69781"/>
                  </a:lnTo>
                  <a:lnTo>
                    <a:pt x="184275" y="70170"/>
                  </a:lnTo>
                  <a:lnTo>
                    <a:pt x="185849" y="70170"/>
                  </a:lnTo>
                  <a:lnTo>
                    <a:pt x="186982" y="70170"/>
                  </a:lnTo>
                  <a:lnTo>
                    <a:pt x="189499" y="70364"/>
                  </a:lnTo>
                  <a:lnTo>
                    <a:pt x="195151" y="72937"/>
                  </a:lnTo>
                  <a:lnTo>
                    <a:pt x="196386" y="74199"/>
                  </a:lnTo>
                  <a:lnTo>
                    <a:pt x="199188" y="7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3011561" y="3615669"/>
              <a:ext cx="142867" cy="124955"/>
            </a:xfrm>
            <a:custGeom>
              <a:avLst/>
              <a:pathLst>
                <a:path w="142867" h="124955">
                  <a:moveTo>
                    <a:pt x="113356" y="121332"/>
                  </a:moveTo>
                  <a:lnTo>
                    <a:pt x="110890" y="124955"/>
                  </a:lnTo>
                  <a:lnTo>
                    <a:pt x="110077" y="124394"/>
                  </a:lnTo>
                  <a:lnTo>
                    <a:pt x="107750" y="122790"/>
                  </a:lnTo>
                  <a:lnTo>
                    <a:pt x="99112" y="116832"/>
                  </a:lnTo>
                  <a:lnTo>
                    <a:pt x="96954" y="115344"/>
                  </a:lnTo>
                  <a:lnTo>
                    <a:pt x="85093" y="107165"/>
                  </a:lnTo>
                  <a:lnTo>
                    <a:pt x="82735" y="105538"/>
                  </a:lnTo>
                  <a:lnTo>
                    <a:pt x="82582" y="105430"/>
                  </a:lnTo>
                  <a:lnTo>
                    <a:pt x="82181" y="105146"/>
                  </a:lnTo>
                  <a:lnTo>
                    <a:pt x="79978" y="103588"/>
                  </a:lnTo>
                  <a:lnTo>
                    <a:pt x="76280" y="100971"/>
                  </a:lnTo>
                  <a:lnTo>
                    <a:pt x="66032" y="93721"/>
                  </a:lnTo>
                  <a:lnTo>
                    <a:pt x="65828" y="93577"/>
                  </a:lnTo>
                  <a:lnTo>
                    <a:pt x="65595" y="93412"/>
                  </a:lnTo>
                  <a:lnTo>
                    <a:pt x="65236" y="93168"/>
                  </a:lnTo>
                  <a:lnTo>
                    <a:pt x="62946" y="91611"/>
                  </a:lnTo>
                  <a:lnTo>
                    <a:pt x="62698" y="91441"/>
                  </a:lnTo>
                  <a:lnTo>
                    <a:pt x="62353" y="91207"/>
                  </a:lnTo>
                  <a:lnTo>
                    <a:pt x="62093" y="91030"/>
                  </a:lnTo>
                  <a:lnTo>
                    <a:pt x="61779" y="90816"/>
                  </a:lnTo>
                  <a:lnTo>
                    <a:pt x="56297" y="87088"/>
                  </a:lnTo>
                  <a:lnTo>
                    <a:pt x="46809" y="80635"/>
                  </a:lnTo>
                  <a:lnTo>
                    <a:pt x="46047" y="80117"/>
                  </a:lnTo>
                  <a:lnTo>
                    <a:pt x="30975" y="69865"/>
                  </a:lnTo>
                  <a:lnTo>
                    <a:pt x="30530" y="69563"/>
                  </a:lnTo>
                  <a:lnTo>
                    <a:pt x="30353" y="69442"/>
                  </a:lnTo>
                  <a:lnTo>
                    <a:pt x="28350" y="68080"/>
                  </a:lnTo>
                  <a:lnTo>
                    <a:pt x="28022" y="67856"/>
                  </a:lnTo>
                  <a:lnTo>
                    <a:pt x="27826" y="67723"/>
                  </a:lnTo>
                  <a:lnTo>
                    <a:pt x="23877" y="65037"/>
                  </a:lnTo>
                  <a:lnTo>
                    <a:pt x="12671" y="57415"/>
                  </a:lnTo>
                  <a:lnTo>
                    <a:pt x="12293" y="57159"/>
                  </a:lnTo>
                  <a:lnTo>
                    <a:pt x="6168" y="52992"/>
                  </a:lnTo>
                  <a:lnTo>
                    <a:pt x="4271" y="51702"/>
                  </a:lnTo>
                  <a:lnTo>
                    <a:pt x="0" y="48729"/>
                  </a:lnTo>
                  <a:lnTo>
                    <a:pt x="1120" y="47040"/>
                  </a:lnTo>
                  <a:lnTo>
                    <a:pt x="3752" y="43075"/>
                  </a:lnTo>
                  <a:lnTo>
                    <a:pt x="12650" y="29669"/>
                  </a:lnTo>
                  <a:lnTo>
                    <a:pt x="17202" y="22811"/>
                  </a:lnTo>
                  <a:lnTo>
                    <a:pt x="19124" y="19915"/>
                  </a:lnTo>
                  <a:lnTo>
                    <a:pt x="20531" y="17795"/>
                  </a:lnTo>
                  <a:lnTo>
                    <a:pt x="24570" y="11711"/>
                  </a:lnTo>
                  <a:lnTo>
                    <a:pt x="31881" y="695"/>
                  </a:lnTo>
                  <a:lnTo>
                    <a:pt x="32487" y="0"/>
                  </a:lnTo>
                  <a:lnTo>
                    <a:pt x="32701" y="146"/>
                  </a:lnTo>
                  <a:lnTo>
                    <a:pt x="43097" y="7260"/>
                  </a:lnTo>
                  <a:lnTo>
                    <a:pt x="61229" y="19666"/>
                  </a:lnTo>
                  <a:lnTo>
                    <a:pt x="62134" y="20286"/>
                  </a:lnTo>
                  <a:lnTo>
                    <a:pt x="63304" y="21086"/>
                  </a:lnTo>
                  <a:lnTo>
                    <a:pt x="79036" y="31851"/>
                  </a:lnTo>
                  <a:lnTo>
                    <a:pt x="79589" y="32229"/>
                  </a:lnTo>
                  <a:lnTo>
                    <a:pt x="83511" y="34913"/>
                  </a:lnTo>
                  <a:lnTo>
                    <a:pt x="95130" y="42863"/>
                  </a:lnTo>
                  <a:lnTo>
                    <a:pt x="98112" y="44904"/>
                  </a:lnTo>
                  <a:lnTo>
                    <a:pt x="101724" y="47376"/>
                  </a:lnTo>
                  <a:lnTo>
                    <a:pt x="107727" y="51483"/>
                  </a:lnTo>
                  <a:lnTo>
                    <a:pt x="115689" y="56931"/>
                  </a:lnTo>
                  <a:lnTo>
                    <a:pt x="122820" y="61810"/>
                  </a:lnTo>
                  <a:lnTo>
                    <a:pt x="129710" y="66525"/>
                  </a:lnTo>
                  <a:lnTo>
                    <a:pt x="132336" y="68321"/>
                  </a:lnTo>
                  <a:lnTo>
                    <a:pt x="142867" y="75528"/>
                  </a:lnTo>
                  <a:lnTo>
                    <a:pt x="142113" y="76416"/>
                  </a:lnTo>
                  <a:lnTo>
                    <a:pt x="141797" y="76788"/>
                  </a:lnTo>
                  <a:lnTo>
                    <a:pt x="138542" y="80624"/>
                  </a:lnTo>
                  <a:lnTo>
                    <a:pt x="138210" y="81150"/>
                  </a:lnTo>
                  <a:lnTo>
                    <a:pt x="138072" y="81369"/>
                  </a:lnTo>
                  <a:lnTo>
                    <a:pt x="136884" y="83251"/>
                  </a:lnTo>
                  <a:lnTo>
                    <a:pt x="136005" y="84644"/>
                  </a:lnTo>
                  <a:lnTo>
                    <a:pt x="134330" y="87797"/>
                  </a:lnTo>
                  <a:lnTo>
                    <a:pt x="133669" y="89042"/>
                  </a:lnTo>
                  <a:lnTo>
                    <a:pt x="132503" y="91362"/>
                  </a:lnTo>
                  <a:lnTo>
                    <a:pt x="132086" y="92192"/>
                  </a:lnTo>
                  <a:lnTo>
                    <a:pt x="131545" y="93386"/>
                  </a:lnTo>
                  <a:lnTo>
                    <a:pt x="131369" y="93847"/>
                  </a:lnTo>
                  <a:lnTo>
                    <a:pt x="130915" y="95038"/>
                  </a:lnTo>
                  <a:lnTo>
                    <a:pt x="130234" y="96823"/>
                  </a:lnTo>
                  <a:lnTo>
                    <a:pt x="127733" y="100388"/>
                  </a:lnTo>
                  <a:lnTo>
                    <a:pt x="126543" y="102082"/>
                  </a:lnTo>
                  <a:lnTo>
                    <a:pt x="123726" y="106096"/>
                  </a:lnTo>
                  <a:lnTo>
                    <a:pt x="119788" y="111883"/>
                  </a:lnTo>
                  <a:lnTo>
                    <a:pt x="115798" y="117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881946" y="3609440"/>
              <a:ext cx="129584" cy="139376"/>
            </a:xfrm>
            <a:custGeom>
              <a:avLst/>
              <a:pathLst>
                <a:path w="129584" h="139376">
                  <a:moveTo>
                    <a:pt x="72596" y="138672"/>
                  </a:moveTo>
                  <a:lnTo>
                    <a:pt x="72115" y="139376"/>
                  </a:lnTo>
                  <a:lnTo>
                    <a:pt x="65363" y="134776"/>
                  </a:lnTo>
                  <a:lnTo>
                    <a:pt x="64141" y="133943"/>
                  </a:lnTo>
                  <a:lnTo>
                    <a:pt x="59689" y="130885"/>
                  </a:lnTo>
                  <a:lnTo>
                    <a:pt x="58452" y="130036"/>
                  </a:lnTo>
                  <a:lnTo>
                    <a:pt x="38102" y="116159"/>
                  </a:lnTo>
                  <a:lnTo>
                    <a:pt x="38286" y="115879"/>
                  </a:lnTo>
                  <a:lnTo>
                    <a:pt x="38548" y="115481"/>
                  </a:lnTo>
                  <a:lnTo>
                    <a:pt x="42735" y="109122"/>
                  </a:lnTo>
                  <a:lnTo>
                    <a:pt x="42059" y="108663"/>
                  </a:lnTo>
                  <a:lnTo>
                    <a:pt x="41025" y="107961"/>
                  </a:lnTo>
                  <a:lnTo>
                    <a:pt x="40733" y="107763"/>
                  </a:lnTo>
                  <a:lnTo>
                    <a:pt x="40541" y="107632"/>
                  </a:lnTo>
                  <a:lnTo>
                    <a:pt x="39275" y="106764"/>
                  </a:lnTo>
                  <a:lnTo>
                    <a:pt x="30957" y="101062"/>
                  </a:lnTo>
                  <a:lnTo>
                    <a:pt x="19752" y="93380"/>
                  </a:lnTo>
                  <a:lnTo>
                    <a:pt x="19416" y="93150"/>
                  </a:lnTo>
                  <a:lnTo>
                    <a:pt x="0" y="79839"/>
                  </a:lnTo>
                  <a:lnTo>
                    <a:pt x="8242" y="66986"/>
                  </a:lnTo>
                  <a:lnTo>
                    <a:pt x="9702" y="64710"/>
                  </a:lnTo>
                  <a:lnTo>
                    <a:pt x="11179" y="62408"/>
                  </a:lnTo>
                  <a:lnTo>
                    <a:pt x="11307" y="62229"/>
                  </a:lnTo>
                  <a:lnTo>
                    <a:pt x="11633" y="61775"/>
                  </a:lnTo>
                  <a:lnTo>
                    <a:pt x="11955" y="61325"/>
                  </a:lnTo>
                  <a:lnTo>
                    <a:pt x="15259" y="56721"/>
                  </a:lnTo>
                  <a:lnTo>
                    <a:pt x="15757" y="56080"/>
                  </a:lnTo>
                  <a:lnTo>
                    <a:pt x="15859" y="55881"/>
                  </a:lnTo>
                  <a:lnTo>
                    <a:pt x="15928" y="55745"/>
                  </a:lnTo>
                  <a:lnTo>
                    <a:pt x="16783" y="54624"/>
                  </a:lnTo>
                  <a:lnTo>
                    <a:pt x="17644" y="53804"/>
                  </a:lnTo>
                  <a:lnTo>
                    <a:pt x="18010" y="53294"/>
                  </a:lnTo>
                  <a:lnTo>
                    <a:pt x="18361" y="52807"/>
                  </a:lnTo>
                  <a:lnTo>
                    <a:pt x="18658" y="52625"/>
                  </a:lnTo>
                  <a:lnTo>
                    <a:pt x="21193" y="51487"/>
                  </a:lnTo>
                  <a:lnTo>
                    <a:pt x="21966" y="50753"/>
                  </a:lnTo>
                  <a:lnTo>
                    <a:pt x="22591" y="50165"/>
                  </a:lnTo>
                  <a:lnTo>
                    <a:pt x="22931" y="49891"/>
                  </a:lnTo>
                  <a:lnTo>
                    <a:pt x="23395" y="49313"/>
                  </a:lnTo>
                  <a:lnTo>
                    <a:pt x="23691" y="48944"/>
                  </a:lnTo>
                  <a:lnTo>
                    <a:pt x="24479" y="47811"/>
                  </a:lnTo>
                  <a:lnTo>
                    <a:pt x="25467" y="46390"/>
                  </a:lnTo>
                  <a:lnTo>
                    <a:pt x="25615" y="46177"/>
                  </a:lnTo>
                  <a:lnTo>
                    <a:pt x="27239" y="43369"/>
                  </a:lnTo>
                  <a:lnTo>
                    <a:pt x="29044" y="40670"/>
                  </a:lnTo>
                  <a:lnTo>
                    <a:pt x="29247" y="40341"/>
                  </a:lnTo>
                  <a:lnTo>
                    <a:pt x="29995" y="39132"/>
                  </a:lnTo>
                  <a:lnTo>
                    <a:pt x="30811" y="37815"/>
                  </a:lnTo>
                  <a:lnTo>
                    <a:pt x="31153" y="37326"/>
                  </a:lnTo>
                  <a:lnTo>
                    <a:pt x="33089" y="34559"/>
                  </a:lnTo>
                  <a:lnTo>
                    <a:pt x="26973" y="30170"/>
                  </a:lnTo>
                  <a:lnTo>
                    <a:pt x="31298" y="24302"/>
                  </a:lnTo>
                  <a:lnTo>
                    <a:pt x="31894" y="24199"/>
                  </a:lnTo>
                  <a:lnTo>
                    <a:pt x="32177" y="24151"/>
                  </a:lnTo>
                  <a:lnTo>
                    <a:pt x="35691" y="19022"/>
                  </a:lnTo>
                  <a:lnTo>
                    <a:pt x="35838" y="18808"/>
                  </a:lnTo>
                  <a:lnTo>
                    <a:pt x="36122" y="18393"/>
                  </a:lnTo>
                  <a:lnTo>
                    <a:pt x="39788" y="13045"/>
                  </a:lnTo>
                  <a:lnTo>
                    <a:pt x="43783" y="7215"/>
                  </a:lnTo>
                  <a:lnTo>
                    <a:pt x="47118" y="2350"/>
                  </a:lnTo>
                  <a:lnTo>
                    <a:pt x="48728" y="0"/>
                  </a:lnTo>
                  <a:lnTo>
                    <a:pt x="50158" y="974"/>
                  </a:lnTo>
                  <a:lnTo>
                    <a:pt x="54591" y="3996"/>
                  </a:lnTo>
                  <a:lnTo>
                    <a:pt x="56573" y="5347"/>
                  </a:lnTo>
                  <a:lnTo>
                    <a:pt x="60148" y="7784"/>
                  </a:lnTo>
                  <a:lnTo>
                    <a:pt x="65844" y="11667"/>
                  </a:lnTo>
                  <a:lnTo>
                    <a:pt x="71576" y="15574"/>
                  </a:lnTo>
                  <a:lnTo>
                    <a:pt x="71853" y="15762"/>
                  </a:lnTo>
                  <a:lnTo>
                    <a:pt x="92882" y="30097"/>
                  </a:lnTo>
                  <a:lnTo>
                    <a:pt x="93054" y="30215"/>
                  </a:lnTo>
                  <a:lnTo>
                    <a:pt x="94337" y="31089"/>
                  </a:lnTo>
                  <a:lnTo>
                    <a:pt x="95157" y="31648"/>
                  </a:lnTo>
                  <a:lnTo>
                    <a:pt x="96025" y="32240"/>
                  </a:lnTo>
                  <a:lnTo>
                    <a:pt x="116664" y="46308"/>
                  </a:lnTo>
                  <a:lnTo>
                    <a:pt x="117159" y="46646"/>
                  </a:lnTo>
                  <a:lnTo>
                    <a:pt x="124473" y="51566"/>
                  </a:lnTo>
                  <a:lnTo>
                    <a:pt x="129584" y="55004"/>
                  </a:lnTo>
                  <a:lnTo>
                    <a:pt x="129444" y="55210"/>
                  </a:lnTo>
                  <a:lnTo>
                    <a:pt x="128376" y="56779"/>
                  </a:lnTo>
                  <a:lnTo>
                    <a:pt x="127587" y="57938"/>
                  </a:lnTo>
                  <a:lnTo>
                    <a:pt x="114965" y="76486"/>
                  </a:lnTo>
                  <a:lnTo>
                    <a:pt x="114434" y="77266"/>
                  </a:lnTo>
                  <a:lnTo>
                    <a:pt x="112832" y="79620"/>
                  </a:lnTo>
                  <a:lnTo>
                    <a:pt x="112574" y="79999"/>
                  </a:lnTo>
                  <a:lnTo>
                    <a:pt x="112409" y="80243"/>
                  </a:lnTo>
                  <a:lnTo>
                    <a:pt x="107759" y="87074"/>
                  </a:lnTo>
                  <a:lnTo>
                    <a:pt x="103448" y="93410"/>
                  </a:lnTo>
                  <a:lnTo>
                    <a:pt x="100541" y="97682"/>
                  </a:lnTo>
                  <a:lnTo>
                    <a:pt x="100174" y="98221"/>
                  </a:lnTo>
                  <a:lnTo>
                    <a:pt x="87349" y="117068"/>
                  </a:lnTo>
                  <a:lnTo>
                    <a:pt x="87245" y="117220"/>
                  </a:lnTo>
                  <a:lnTo>
                    <a:pt x="86266" y="118658"/>
                  </a:lnTo>
                  <a:lnTo>
                    <a:pt x="85979" y="119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805467" y="3562943"/>
              <a:ext cx="125181" cy="131883"/>
            </a:xfrm>
            <a:custGeom>
              <a:avLst/>
              <a:pathLst>
                <a:path w="125181" h="131883">
                  <a:moveTo>
                    <a:pt x="84721" y="113483"/>
                  </a:moveTo>
                  <a:lnTo>
                    <a:pt x="76478" y="126336"/>
                  </a:lnTo>
                  <a:lnTo>
                    <a:pt x="76215" y="126199"/>
                  </a:lnTo>
                  <a:lnTo>
                    <a:pt x="75314" y="125730"/>
                  </a:lnTo>
                  <a:lnTo>
                    <a:pt x="75032" y="125547"/>
                  </a:lnTo>
                  <a:lnTo>
                    <a:pt x="74099" y="124941"/>
                  </a:lnTo>
                  <a:lnTo>
                    <a:pt x="73272" y="124304"/>
                  </a:lnTo>
                  <a:lnTo>
                    <a:pt x="72655" y="125300"/>
                  </a:lnTo>
                  <a:lnTo>
                    <a:pt x="69986" y="129612"/>
                  </a:lnTo>
                  <a:lnTo>
                    <a:pt x="68581" y="131883"/>
                  </a:lnTo>
                  <a:lnTo>
                    <a:pt x="67788" y="131415"/>
                  </a:lnTo>
                  <a:lnTo>
                    <a:pt x="67402" y="131187"/>
                  </a:lnTo>
                  <a:lnTo>
                    <a:pt x="67272" y="131098"/>
                  </a:lnTo>
                  <a:lnTo>
                    <a:pt x="65794" y="130090"/>
                  </a:lnTo>
                  <a:lnTo>
                    <a:pt x="58075" y="124826"/>
                  </a:lnTo>
                  <a:lnTo>
                    <a:pt x="54100" y="122115"/>
                  </a:lnTo>
                  <a:lnTo>
                    <a:pt x="52740" y="121188"/>
                  </a:lnTo>
                  <a:lnTo>
                    <a:pt x="52597" y="121090"/>
                  </a:lnTo>
                  <a:lnTo>
                    <a:pt x="46797" y="117134"/>
                  </a:lnTo>
                  <a:lnTo>
                    <a:pt x="46629" y="117019"/>
                  </a:lnTo>
                  <a:lnTo>
                    <a:pt x="45984" y="116579"/>
                  </a:lnTo>
                  <a:lnTo>
                    <a:pt x="45270" y="116087"/>
                  </a:lnTo>
                  <a:lnTo>
                    <a:pt x="41792" y="113691"/>
                  </a:lnTo>
                  <a:lnTo>
                    <a:pt x="41490" y="113483"/>
                  </a:lnTo>
                  <a:lnTo>
                    <a:pt x="32756" y="107464"/>
                  </a:lnTo>
                  <a:lnTo>
                    <a:pt x="31964" y="106919"/>
                  </a:lnTo>
                  <a:lnTo>
                    <a:pt x="31732" y="106759"/>
                  </a:lnTo>
                  <a:lnTo>
                    <a:pt x="25942" y="102769"/>
                  </a:lnTo>
                  <a:lnTo>
                    <a:pt x="25368" y="102374"/>
                  </a:lnTo>
                  <a:lnTo>
                    <a:pt x="24855" y="102068"/>
                  </a:lnTo>
                  <a:lnTo>
                    <a:pt x="24408" y="101801"/>
                  </a:lnTo>
                  <a:lnTo>
                    <a:pt x="24104" y="101620"/>
                  </a:lnTo>
                  <a:lnTo>
                    <a:pt x="23424" y="101214"/>
                  </a:lnTo>
                  <a:lnTo>
                    <a:pt x="21090" y="99630"/>
                  </a:lnTo>
                  <a:lnTo>
                    <a:pt x="20403" y="99164"/>
                  </a:lnTo>
                  <a:lnTo>
                    <a:pt x="19543" y="98579"/>
                  </a:lnTo>
                  <a:lnTo>
                    <a:pt x="17346" y="97088"/>
                  </a:lnTo>
                  <a:lnTo>
                    <a:pt x="11293" y="92979"/>
                  </a:lnTo>
                  <a:lnTo>
                    <a:pt x="11077" y="92833"/>
                  </a:lnTo>
                  <a:lnTo>
                    <a:pt x="5984" y="89375"/>
                  </a:lnTo>
                  <a:lnTo>
                    <a:pt x="1651" y="86434"/>
                  </a:lnTo>
                  <a:lnTo>
                    <a:pt x="1434" y="86286"/>
                  </a:lnTo>
                  <a:lnTo>
                    <a:pt x="0" y="85106"/>
                  </a:lnTo>
                  <a:lnTo>
                    <a:pt x="652" y="84148"/>
                  </a:lnTo>
                  <a:lnTo>
                    <a:pt x="2035" y="82117"/>
                  </a:lnTo>
                  <a:lnTo>
                    <a:pt x="2234" y="81826"/>
                  </a:lnTo>
                  <a:lnTo>
                    <a:pt x="3658" y="79735"/>
                  </a:lnTo>
                  <a:lnTo>
                    <a:pt x="5065" y="77670"/>
                  </a:lnTo>
                  <a:lnTo>
                    <a:pt x="5625" y="76874"/>
                  </a:lnTo>
                  <a:lnTo>
                    <a:pt x="7366" y="74398"/>
                  </a:lnTo>
                  <a:lnTo>
                    <a:pt x="7924" y="73606"/>
                  </a:lnTo>
                  <a:lnTo>
                    <a:pt x="9219" y="71765"/>
                  </a:lnTo>
                  <a:lnTo>
                    <a:pt x="10625" y="69766"/>
                  </a:lnTo>
                  <a:lnTo>
                    <a:pt x="13320" y="65934"/>
                  </a:lnTo>
                  <a:lnTo>
                    <a:pt x="13771" y="65242"/>
                  </a:lnTo>
                  <a:lnTo>
                    <a:pt x="15506" y="62577"/>
                  </a:lnTo>
                  <a:lnTo>
                    <a:pt x="16865" y="60490"/>
                  </a:lnTo>
                  <a:lnTo>
                    <a:pt x="17056" y="60198"/>
                  </a:lnTo>
                  <a:lnTo>
                    <a:pt x="17666" y="59285"/>
                  </a:lnTo>
                  <a:lnTo>
                    <a:pt x="17981" y="58814"/>
                  </a:lnTo>
                  <a:lnTo>
                    <a:pt x="18090" y="58650"/>
                  </a:lnTo>
                  <a:lnTo>
                    <a:pt x="21182" y="54025"/>
                  </a:lnTo>
                  <a:lnTo>
                    <a:pt x="24957" y="48379"/>
                  </a:lnTo>
                  <a:lnTo>
                    <a:pt x="27701" y="44421"/>
                  </a:lnTo>
                  <a:lnTo>
                    <a:pt x="27988" y="44006"/>
                  </a:lnTo>
                  <a:lnTo>
                    <a:pt x="28408" y="43401"/>
                  </a:lnTo>
                  <a:lnTo>
                    <a:pt x="28752" y="42904"/>
                  </a:lnTo>
                  <a:lnTo>
                    <a:pt x="28975" y="42583"/>
                  </a:lnTo>
                  <a:lnTo>
                    <a:pt x="29100" y="42392"/>
                  </a:lnTo>
                  <a:lnTo>
                    <a:pt x="29994" y="41027"/>
                  </a:lnTo>
                  <a:lnTo>
                    <a:pt x="30505" y="40248"/>
                  </a:lnTo>
                  <a:lnTo>
                    <a:pt x="31366" y="38935"/>
                  </a:lnTo>
                  <a:lnTo>
                    <a:pt x="32442" y="37294"/>
                  </a:lnTo>
                  <a:lnTo>
                    <a:pt x="32850" y="36670"/>
                  </a:lnTo>
                  <a:lnTo>
                    <a:pt x="33328" y="35970"/>
                  </a:lnTo>
                  <a:lnTo>
                    <a:pt x="34360" y="34455"/>
                  </a:lnTo>
                  <a:lnTo>
                    <a:pt x="35452" y="32853"/>
                  </a:lnTo>
                  <a:lnTo>
                    <a:pt x="36451" y="31386"/>
                  </a:lnTo>
                  <a:lnTo>
                    <a:pt x="36960" y="30639"/>
                  </a:lnTo>
                  <a:lnTo>
                    <a:pt x="43446" y="20496"/>
                  </a:lnTo>
                  <a:lnTo>
                    <a:pt x="43927" y="19743"/>
                  </a:lnTo>
                  <a:lnTo>
                    <a:pt x="44677" y="18571"/>
                  </a:lnTo>
                  <a:lnTo>
                    <a:pt x="45548" y="17208"/>
                  </a:lnTo>
                  <a:lnTo>
                    <a:pt x="45900" y="16657"/>
                  </a:lnTo>
                  <a:lnTo>
                    <a:pt x="46123" y="16309"/>
                  </a:lnTo>
                  <a:lnTo>
                    <a:pt x="46323" y="16023"/>
                  </a:lnTo>
                  <a:lnTo>
                    <a:pt x="46502" y="15766"/>
                  </a:lnTo>
                  <a:lnTo>
                    <a:pt x="48402" y="13046"/>
                  </a:lnTo>
                  <a:lnTo>
                    <a:pt x="49855" y="10967"/>
                  </a:lnTo>
                  <a:lnTo>
                    <a:pt x="51276" y="8933"/>
                  </a:lnTo>
                  <a:lnTo>
                    <a:pt x="52122" y="7721"/>
                  </a:lnTo>
                  <a:lnTo>
                    <a:pt x="53412" y="5875"/>
                  </a:lnTo>
                  <a:lnTo>
                    <a:pt x="55482" y="2911"/>
                  </a:lnTo>
                  <a:lnTo>
                    <a:pt x="55977" y="2203"/>
                  </a:lnTo>
                  <a:lnTo>
                    <a:pt x="57322" y="278"/>
                  </a:lnTo>
                  <a:lnTo>
                    <a:pt x="57516" y="0"/>
                  </a:lnTo>
                  <a:lnTo>
                    <a:pt x="59947" y="1626"/>
                  </a:lnTo>
                  <a:lnTo>
                    <a:pt x="60238" y="1821"/>
                  </a:lnTo>
                  <a:lnTo>
                    <a:pt x="63697" y="4134"/>
                  </a:lnTo>
                  <a:lnTo>
                    <a:pt x="66204" y="5812"/>
                  </a:lnTo>
                  <a:lnTo>
                    <a:pt x="68656" y="7452"/>
                  </a:lnTo>
                  <a:lnTo>
                    <a:pt x="77988" y="13695"/>
                  </a:lnTo>
                  <a:lnTo>
                    <a:pt x="78162" y="13812"/>
                  </a:lnTo>
                  <a:lnTo>
                    <a:pt x="78876" y="14289"/>
                  </a:lnTo>
                  <a:lnTo>
                    <a:pt x="79025" y="14389"/>
                  </a:lnTo>
                  <a:lnTo>
                    <a:pt x="79211" y="14517"/>
                  </a:lnTo>
                  <a:lnTo>
                    <a:pt x="79785" y="14913"/>
                  </a:lnTo>
                  <a:lnTo>
                    <a:pt x="80570" y="15453"/>
                  </a:lnTo>
                  <a:lnTo>
                    <a:pt x="81691" y="16225"/>
                  </a:lnTo>
                  <a:lnTo>
                    <a:pt x="82303" y="16647"/>
                  </a:lnTo>
                  <a:lnTo>
                    <a:pt x="83333" y="17356"/>
                  </a:lnTo>
                  <a:lnTo>
                    <a:pt x="95563" y="25779"/>
                  </a:lnTo>
                  <a:lnTo>
                    <a:pt x="97988" y="27449"/>
                  </a:lnTo>
                  <a:lnTo>
                    <a:pt x="103439" y="31203"/>
                  </a:lnTo>
                  <a:lnTo>
                    <a:pt x="104068" y="31636"/>
                  </a:lnTo>
                  <a:lnTo>
                    <a:pt x="104354" y="31837"/>
                  </a:lnTo>
                  <a:lnTo>
                    <a:pt x="104754" y="32120"/>
                  </a:lnTo>
                  <a:lnTo>
                    <a:pt x="106060" y="33041"/>
                  </a:lnTo>
                  <a:lnTo>
                    <a:pt x="110112" y="35901"/>
                  </a:lnTo>
                  <a:lnTo>
                    <a:pt x="111585" y="36940"/>
                  </a:lnTo>
                  <a:lnTo>
                    <a:pt x="116626" y="40498"/>
                  </a:lnTo>
                  <a:lnTo>
                    <a:pt x="118100" y="41538"/>
                  </a:lnTo>
                  <a:lnTo>
                    <a:pt x="120039" y="42906"/>
                  </a:lnTo>
                  <a:lnTo>
                    <a:pt x="121890" y="44212"/>
                  </a:lnTo>
                  <a:lnTo>
                    <a:pt x="124510" y="46061"/>
                  </a:lnTo>
                  <a:lnTo>
                    <a:pt x="124937" y="46363"/>
                  </a:lnTo>
                  <a:lnTo>
                    <a:pt x="125181" y="46535"/>
                  </a:lnTo>
                  <a:lnTo>
                    <a:pt x="123597" y="48846"/>
                  </a:lnTo>
                  <a:lnTo>
                    <a:pt x="120262" y="53712"/>
                  </a:lnTo>
                  <a:lnTo>
                    <a:pt x="116267" y="59542"/>
                  </a:lnTo>
                  <a:lnTo>
                    <a:pt x="112601" y="64890"/>
                  </a:lnTo>
                  <a:lnTo>
                    <a:pt x="112317" y="65305"/>
                  </a:lnTo>
                  <a:lnTo>
                    <a:pt x="112170" y="65519"/>
                  </a:lnTo>
                  <a:lnTo>
                    <a:pt x="108655" y="70647"/>
                  </a:lnTo>
                  <a:lnTo>
                    <a:pt x="108373" y="70696"/>
                  </a:lnTo>
                  <a:lnTo>
                    <a:pt x="107693" y="70912"/>
                  </a:lnTo>
                  <a:lnTo>
                    <a:pt x="103395" y="76743"/>
                  </a:lnTo>
                  <a:lnTo>
                    <a:pt x="109567" y="81056"/>
                  </a:lnTo>
                  <a:lnTo>
                    <a:pt x="107632" y="83823"/>
                  </a:lnTo>
                  <a:lnTo>
                    <a:pt x="107289" y="84312"/>
                  </a:lnTo>
                  <a:lnTo>
                    <a:pt x="106474" y="85629"/>
                  </a:lnTo>
                  <a:lnTo>
                    <a:pt x="105726" y="86838"/>
                  </a:lnTo>
                  <a:lnTo>
                    <a:pt x="105523" y="87166"/>
                  </a:lnTo>
                  <a:lnTo>
                    <a:pt x="103677" y="89936"/>
                  </a:lnTo>
                  <a:lnTo>
                    <a:pt x="102093" y="92674"/>
                  </a:lnTo>
                  <a:lnTo>
                    <a:pt x="101946" y="92887"/>
                  </a:lnTo>
                  <a:lnTo>
                    <a:pt x="100958" y="94308"/>
                  </a:lnTo>
                  <a:lnTo>
                    <a:pt x="100170" y="95441"/>
                  </a:lnTo>
                  <a:lnTo>
                    <a:pt x="99874" y="95810"/>
                  </a:lnTo>
                  <a:lnTo>
                    <a:pt x="99410" y="96388"/>
                  </a:lnTo>
                  <a:lnTo>
                    <a:pt x="99026" y="96697"/>
                  </a:lnTo>
                  <a:lnTo>
                    <a:pt x="98353" y="97337"/>
                  </a:lnTo>
                  <a:lnTo>
                    <a:pt x="97672" y="97984"/>
                  </a:lnTo>
                  <a:lnTo>
                    <a:pt x="95131" y="99125"/>
                  </a:lnTo>
                  <a:lnTo>
                    <a:pt x="94840" y="99304"/>
                  </a:lnTo>
                  <a:lnTo>
                    <a:pt x="94489" y="99791"/>
                  </a:lnTo>
                  <a:lnTo>
                    <a:pt x="94123" y="100300"/>
                  </a:lnTo>
                  <a:lnTo>
                    <a:pt x="93262" y="101121"/>
                  </a:lnTo>
                  <a:lnTo>
                    <a:pt x="92407" y="102242"/>
                  </a:lnTo>
                  <a:lnTo>
                    <a:pt x="92338" y="102378"/>
                  </a:lnTo>
                  <a:lnTo>
                    <a:pt x="92236" y="102577"/>
                  </a:lnTo>
                  <a:lnTo>
                    <a:pt x="91737" y="103218"/>
                  </a:lnTo>
                  <a:lnTo>
                    <a:pt x="88434" y="107822"/>
                  </a:lnTo>
                  <a:lnTo>
                    <a:pt x="88112" y="108272"/>
                  </a:lnTo>
                  <a:lnTo>
                    <a:pt x="87785" y="108726"/>
                  </a:lnTo>
                  <a:lnTo>
                    <a:pt x="87658" y="108904"/>
                  </a:lnTo>
                  <a:lnTo>
                    <a:pt x="86181" y="11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703798" y="3450635"/>
              <a:ext cx="168587" cy="148978"/>
            </a:xfrm>
            <a:custGeom>
              <a:avLst/>
              <a:pathLst>
                <a:path w="168587" h="148978">
                  <a:moveTo>
                    <a:pt x="72990" y="20218"/>
                  </a:moveTo>
                  <a:lnTo>
                    <a:pt x="79877" y="20655"/>
                  </a:lnTo>
                  <a:lnTo>
                    <a:pt x="81709" y="19155"/>
                  </a:lnTo>
                  <a:lnTo>
                    <a:pt x="86723" y="19359"/>
                  </a:lnTo>
                  <a:lnTo>
                    <a:pt x="100520" y="20832"/>
                  </a:lnTo>
                  <a:lnTo>
                    <a:pt x="99346" y="25970"/>
                  </a:lnTo>
                  <a:lnTo>
                    <a:pt x="102810" y="26746"/>
                  </a:lnTo>
                  <a:lnTo>
                    <a:pt x="103454" y="26925"/>
                  </a:lnTo>
                  <a:lnTo>
                    <a:pt x="109713" y="28666"/>
                  </a:lnTo>
                  <a:lnTo>
                    <a:pt x="110135" y="28784"/>
                  </a:lnTo>
                  <a:lnTo>
                    <a:pt x="115045" y="30949"/>
                  </a:lnTo>
                  <a:lnTo>
                    <a:pt x="115072" y="33446"/>
                  </a:lnTo>
                  <a:lnTo>
                    <a:pt x="121701" y="34050"/>
                  </a:lnTo>
                  <a:lnTo>
                    <a:pt x="121983" y="34564"/>
                  </a:lnTo>
                  <a:lnTo>
                    <a:pt x="122126" y="35778"/>
                  </a:lnTo>
                  <a:lnTo>
                    <a:pt x="123550" y="38303"/>
                  </a:lnTo>
                  <a:lnTo>
                    <a:pt x="125746" y="40829"/>
                  </a:lnTo>
                  <a:lnTo>
                    <a:pt x="125984" y="41471"/>
                  </a:lnTo>
                  <a:lnTo>
                    <a:pt x="126078" y="41726"/>
                  </a:lnTo>
                  <a:lnTo>
                    <a:pt x="127765" y="46293"/>
                  </a:lnTo>
                  <a:lnTo>
                    <a:pt x="130095" y="48110"/>
                  </a:lnTo>
                  <a:lnTo>
                    <a:pt x="131952" y="49965"/>
                  </a:lnTo>
                  <a:lnTo>
                    <a:pt x="133464" y="50954"/>
                  </a:lnTo>
                  <a:lnTo>
                    <a:pt x="134047" y="52110"/>
                  </a:lnTo>
                  <a:lnTo>
                    <a:pt x="135466" y="54924"/>
                  </a:lnTo>
                  <a:lnTo>
                    <a:pt x="135518" y="56914"/>
                  </a:lnTo>
                  <a:lnTo>
                    <a:pt x="135533" y="57495"/>
                  </a:lnTo>
                  <a:lnTo>
                    <a:pt x="135110" y="59110"/>
                  </a:lnTo>
                  <a:lnTo>
                    <a:pt x="134719" y="60607"/>
                  </a:lnTo>
                  <a:lnTo>
                    <a:pt x="134623" y="60973"/>
                  </a:lnTo>
                  <a:lnTo>
                    <a:pt x="136175" y="62417"/>
                  </a:lnTo>
                  <a:lnTo>
                    <a:pt x="136708" y="62913"/>
                  </a:lnTo>
                  <a:lnTo>
                    <a:pt x="137095" y="63273"/>
                  </a:lnTo>
                  <a:lnTo>
                    <a:pt x="137530" y="63678"/>
                  </a:lnTo>
                  <a:lnTo>
                    <a:pt x="138001" y="64116"/>
                  </a:lnTo>
                  <a:lnTo>
                    <a:pt x="138312" y="64405"/>
                  </a:lnTo>
                  <a:lnTo>
                    <a:pt x="138469" y="64551"/>
                  </a:lnTo>
                  <a:lnTo>
                    <a:pt x="138939" y="65670"/>
                  </a:lnTo>
                  <a:lnTo>
                    <a:pt x="139161" y="66196"/>
                  </a:lnTo>
                  <a:lnTo>
                    <a:pt x="139217" y="66329"/>
                  </a:lnTo>
                  <a:lnTo>
                    <a:pt x="139828" y="67779"/>
                  </a:lnTo>
                  <a:lnTo>
                    <a:pt x="140207" y="68679"/>
                  </a:lnTo>
                  <a:lnTo>
                    <a:pt x="140569" y="69559"/>
                  </a:lnTo>
                  <a:lnTo>
                    <a:pt x="140955" y="70698"/>
                  </a:lnTo>
                  <a:lnTo>
                    <a:pt x="141046" y="70967"/>
                  </a:lnTo>
                  <a:lnTo>
                    <a:pt x="141412" y="72050"/>
                  </a:lnTo>
                  <a:lnTo>
                    <a:pt x="141545" y="72443"/>
                  </a:lnTo>
                  <a:lnTo>
                    <a:pt x="141705" y="72913"/>
                  </a:lnTo>
                  <a:lnTo>
                    <a:pt x="141865" y="73387"/>
                  </a:lnTo>
                  <a:lnTo>
                    <a:pt x="142129" y="74167"/>
                  </a:lnTo>
                  <a:lnTo>
                    <a:pt x="150874" y="73735"/>
                  </a:lnTo>
                  <a:lnTo>
                    <a:pt x="150926" y="74560"/>
                  </a:lnTo>
                  <a:lnTo>
                    <a:pt x="154426" y="74695"/>
                  </a:lnTo>
                  <a:lnTo>
                    <a:pt x="153726" y="68448"/>
                  </a:lnTo>
                  <a:lnTo>
                    <a:pt x="153684" y="68076"/>
                  </a:lnTo>
                  <a:lnTo>
                    <a:pt x="153607" y="67500"/>
                  </a:lnTo>
                  <a:lnTo>
                    <a:pt x="153542" y="67013"/>
                  </a:lnTo>
                  <a:lnTo>
                    <a:pt x="153326" y="65400"/>
                  </a:lnTo>
                  <a:lnTo>
                    <a:pt x="160890" y="65792"/>
                  </a:lnTo>
                  <a:lnTo>
                    <a:pt x="160878" y="65958"/>
                  </a:lnTo>
                  <a:lnTo>
                    <a:pt x="160825" y="66723"/>
                  </a:lnTo>
                  <a:lnTo>
                    <a:pt x="160805" y="67013"/>
                  </a:lnTo>
                  <a:lnTo>
                    <a:pt x="160633" y="69521"/>
                  </a:lnTo>
                  <a:lnTo>
                    <a:pt x="160598" y="70020"/>
                  </a:lnTo>
                  <a:lnTo>
                    <a:pt x="160570" y="70429"/>
                  </a:lnTo>
                  <a:lnTo>
                    <a:pt x="160511" y="71280"/>
                  </a:lnTo>
                  <a:lnTo>
                    <a:pt x="160486" y="71645"/>
                  </a:lnTo>
                  <a:lnTo>
                    <a:pt x="160476" y="71797"/>
                  </a:lnTo>
                  <a:lnTo>
                    <a:pt x="160430" y="72460"/>
                  </a:lnTo>
                  <a:lnTo>
                    <a:pt x="160318" y="74082"/>
                  </a:lnTo>
                  <a:lnTo>
                    <a:pt x="160250" y="75066"/>
                  </a:lnTo>
                  <a:lnTo>
                    <a:pt x="160235" y="75286"/>
                  </a:lnTo>
                  <a:lnTo>
                    <a:pt x="160202" y="75774"/>
                  </a:lnTo>
                  <a:lnTo>
                    <a:pt x="168587" y="76336"/>
                  </a:lnTo>
                  <a:lnTo>
                    <a:pt x="168442" y="79041"/>
                  </a:lnTo>
                  <a:lnTo>
                    <a:pt x="168331" y="81131"/>
                  </a:lnTo>
                  <a:lnTo>
                    <a:pt x="168291" y="81870"/>
                  </a:lnTo>
                  <a:lnTo>
                    <a:pt x="168270" y="82263"/>
                  </a:lnTo>
                  <a:lnTo>
                    <a:pt x="168259" y="82469"/>
                  </a:lnTo>
                  <a:lnTo>
                    <a:pt x="168156" y="84393"/>
                  </a:lnTo>
                  <a:lnTo>
                    <a:pt x="168147" y="84566"/>
                  </a:lnTo>
                  <a:lnTo>
                    <a:pt x="168018" y="86979"/>
                  </a:lnTo>
                  <a:lnTo>
                    <a:pt x="167986" y="87476"/>
                  </a:lnTo>
                  <a:lnTo>
                    <a:pt x="167975" y="87653"/>
                  </a:lnTo>
                  <a:lnTo>
                    <a:pt x="167945" y="88119"/>
                  </a:lnTo>
                  <a:lnTo>
                    <a:pt x="167934" y="88294"/>
                  </a:lnTo>
                  <a:lnTo>
                    <a:pt x="167881" y="89123"/>
                  </a:lnTo>
                  <a:lnTo>
                    <a:pt x="167836" y="89819"/>
                  </a:lnTo>
                  <a:lnTo>
                    <a:pt x="167813" y="90174"/>
                  </a:lnTo>
                  <a:lnTo>
                    <a:pt x="167293" y="98185"/>
                  </a:lnTo>
                  <a:lnTo>
                    <a:pt x="167232" y="98526"/>
                  </a:lnTo>
                  <a:lnTo>
                    <a:pt x="167162" y="98919"/>
                  </a:lnTo>
                  <a:lnTo>
                    <a:pt x="167100" y="99267"/>
                  </a:lnTo>
                  <a:lnTo>
                    <a:pt x="166943" y="100146"/>
                  </a:lnTo>
                  <a:lnTo>
                    <a:pt x="166866" y="100327"/>
                  </a:lnTo>
                  <a:lnTo>
                    <a:pt x="166446" y="101330"/>
                  </a:lnTo>
                  <a:lnTo>
                    <a:pt x="166328" y="101613"/>
                  </a:lnTo>
                  <a:lnTo>
                    <a:pt x="166163" y="102005"/>
                  </a:lnTo>
                  <a:lnTo>
                    <a:pt x="166082" y="102198"/>
                  </a:lnTo>
                  <a:lnTo>
                    <a:pt x="165898" y="102638"/>
                  </a:lnTo>
                  <a:lnTo>
                    <a:pt x="165588" y="103084"/>
                  </a:lnTo>
                  <a:lnTo>
                    <a:pt x="164997" y="103932"/>
                  </a:lnTo>
                  <a:lnTo>
                    <a:pt x="164796" y="104221"/>
                  </a:lnTo>
                  <a:lnTo>
                    <a:pt x="159800" y="111423"/>
                  </a:lnTo>
                  <a:lnTo>
                    <a:pt x="159185" y="112308"/>
                  </a:lnTo>
                  <a:lnTo>
                    <a:pt x="158991" y="112587"/>
                  </a:lnTo>
                  <a:lnTo>
                    <a:pt x="157646" y="114512"/>
                  </a:lnTo>
                  <a:lnTo>
                    <a:pt x="157152" y="115220"/>
                  </a:lnTo>
                  <a:lnTo>
                    <a:pt x="155081" y="118184"/>
                  </a:lnTo>
                  <a:lnTo>
                    <a:pt x="153791" y="120030"/>
                  </a:lnTo>
                  <a:lnTo>
                    <a:pt x="152945" y="121242"/>
                  </a:lnTo>
                  <a:lnTo>
                    <a:pt x="151524" y="123276"/>
                  </a:lnTo>
                  <a:lnTo>
                    <a:pt x="150072" y="125355"/>
                  </a:lnTo>
                  <a:lnTo>
                    <a:pt x="148172" y="128075"/>
                  </a:lnTo>
                  <a:lnTo>
                    <a:pt x="147992" y="128331"/>
                  </a:lnTo>
                  <a:lnTo>
                    <a:pt x="147792" y="128618"/>
                  </a:lnTo>
                  <a:lnTo>
                    <a:pt x="147569" y="128966"/>
                  </a:lnTo>
                  <a:lnTo>
                    <a:pt x="147217" y="129517"/>
                  </a:lnTo>
                  <a:lnTo>
                    <a:pt x="146346" y="130880"/>
                  </a:lnTo>
                  <a:lnTo>
                    <a:pt x="145572" y="132091"/>
                  </a:lnTo>
                  <a:lnTo>
                    <a:pt x="145115" y="132805"/>
                  </a:lnTo>
                  <a:lnTo>
                    <a:pt x="138630" y="142948"/>
                  </a:lnTo>
                  <a:lnTo>
                    <a:pt x="138121" y="143695"/>
                  </a:lnTo>
                  <a:lnTo>
                    <a:pt x="137121" y="145162"/>
                  </a:lnTo>
                  <a:lnTo>
                    <a:pt x="136029" y="146764"/>
                  </a:lnTo>
                  <a:lnTo>
                    <a:pt x="134997" y="148278"/>
                  </a:lnTo>
                  <a:lnTo>
                    <a:pt x="134520" y="148978"/>
                  </a:lnTo>
                  <a:lnTo>
                    <a:pt x="133972" y="148586"/>
                  </a:lnTo>
                  <a:lnTo>
                    <a:pt x="133659" y="148362"/>
                  </a:lnTo>
                  <a:lnTo>
                    <a:pt x="129387" y="145301"/>
                  </a:lnTo>
                  <a:lnTo>
                    <a:pt x="127313" y="143815"/>
                  </a:lnTo>
                  <a:lnTo>
                    <a:pt x="126855" y="143486"/>
                  </a:lnTo>
                  <a:lnTo>
                    <a:pt x="124248" y="141812"/>
                  </a:lnTo>
                  <a:lnTo>
                    <a:pt x="122446" y="140654"/>
                  </a:lnTo>
                  <a:lnTo>
                    <a:pt x="121674" y="140158"/>
                  </a:lnTo>
                  <a:lnTo>
                    <a:pt x="120637" y="141812"/>
                  </a:lnTo>
                  <a:lnTo>
                    <a:pt x="120133" y="142615"/>
                  </a:lnTo>
                  <a:lnTo>
                    <a:pt x="118690" y="144917"/>
                  </a:lnTo>
                  <a:lnTo>
                    <a:pt x="118385" y="145403"/>
                  </a:lnTo>
                  <a:lnTo>
                    <a:pt x="117790" y="146351"/>
                  </a:lnTo>
                  <a:lnTo>
                    <a:pt x="113340" y="143358"/>
                  </a:lnTo>
                  <a:lnTo>
                    <a:pt x="109855" y="141014"/>
                  </a:lnTo>
                  <a:lnTo>
                    <a:pt x="107783" y="139621"/>
                  </a:lnTo>
                  <a:lnTo>
                    <a:pt x="106059" y="138462"/>
                  </a:lnTo>
                  <a:lnTo>
                    <a:pt x="101794" y="135083"/>
                  </a:lnTo>
                  <a:lnTo>
                    <a:pt x="100293" y="134041"/>
                  </a:lnTo>
                  <a:lnTo>
                    <a:pt x="99912" y="133776"/>
                  </a:lnTo>
                  <a:lnTo>
                    <a:pt x="97025" y="131772"/>
                  </a:lnTo>
                  <a:lnTo>
                    <a:pt x="94689" y="129830"/>
                  </a:lnTo>
                  <a:lnTo>
                    <a:pt x="93698" y="129724"/>
                  </a:lnTo>
                  <a:lnTo>
                    <a:pt x="93106" y="129552"/>
                  </a:lnTo>
                  <a:lnTo>
                    <a:pt x="92172" y="129282"/>
                  </a:lnTo>
                  <a:lnTo>
                    <a:pt x="89614" y="132450"/>
                  </a:lnTo>
                  <a:lnTo>
                    <a:pt x="88214" y="134184"/>
                  </a:lnTo>
                  <a:lnTo>
                    <a:pt x="87677" y="134849"/>
                  </a:lnTo>
                  <a:lnTo>
                    <a:pt x="87528" y="135036"/>
                  </a:lnTo>
                  <a:lnTo>
                    <a:pt x="87204" y="135382"/>
                  </a:lnTo>
                  <a:lnTo>
                    <a:pt x="86578" y="136049"/>
                  </a:lnTo>
                  <a:lnTo>
                    <a:pt x="85780" y="136049"/>
                  </a:lnTo>
                  <a:lnTo>
                    <a:pt x="85645" y="136010"/>
                  </a:lnTo>
                  <a:lnTo>
                    <a:pt x="85201" y="135881"/>
                  </a:lnTo>
                  <a:lnTo>
                    <a:pt x="84961" y="135811"/>
                  </a:lnTo>
                  <a:lnTo>
                    <a:pt x="84375" y="135641"/>
                  </a:lnTo>
                  <a:lnTo>
                    <a:pt x="80029" y="132680"/>
                  </a:lnTo>
                  <a:lnTo>
                    <a:pt x="74514" y="128883"/>
                  </a:lnTo>
                  <a:lnTo>
                    <a:pt x="74907" y="127963"/>
                  </a:lnTo>
                  <a:lnTo>
                    <a:pt x="75362" y="126896"/>
                  </a:lnTo>
                  <a:lnTo>
                    <a:pt x="75362" y="126219"/>
                  </a:lnTo>
                  <a:lnTo>
                    <a:pt x="75347" y="124727"/>
                  </a:lnTo>
                  <a:lnTo>
                    <a:pt x="74868" y="122521"/>
                  </a:lnTo>
                  <a:lnTo>
                    <a:pt x="73344" y="121075"/>
                  </a:lnTo>
                  <a:lnTo>
                    <a:pt x="73083" y="120843"/>
                  </a:lnTo>
                  <a:lnTo>
                    <a:pt x="72902" y="120682"/>
                  </a:lnTo>
                  <a:lnTo>
                    <a:pt x="71221" y="119182"/>
                  </a:lnTo>
                  <a:lnTo>
                    <a:pt x="71098" y="118584"/>
                  </a:lnTo>
                  <a:lnTo>
                    <a:pt x="70929" y="118469"/>
                  </a:lnTo>
                  <a:lnTo>
                    <a:pt x="70063" y="117875"/>
                  </a:lnTo>
                  <a:lnTo>
                    <a:pt x="69688" y="117619"/>
                  </a:lnTo>
                  <a:lnTo>
                    <a:pt x="66892" y="115706"/>
                  </a:lnTo>
                  <a:lnTo>
                    <a:pt x="65489" y="114745"/>
                  </a:lnTo>
                  <a:lnTo>
                    <a:pt x="63906" y="113662"/>
                  </a:lnTo>
                  <a:lnTo>
                    <a:pt x="62442" y="115706"/>
                  </a:lnTo>
                  <a:lnTo>
                    <a:pt x="61361" y="117216"/>
                  </a:lnTo>
                  <a:lnTo>
                    <a:pt x="60730" y="116729"/>
                  </a:lnTo>
                  <a:lnTo>
                    <a:pt x="59403" y="115706"/>
                  </a:lnTo>
                  <a:lnTo>
                    <a:pt x="58678" y="115147"/>
                  </a:lnTo>
                  <a:lnTo>
                    <a:pt x="60583" y="111879"/>
                  </a:lnTo>
                  <a:lnTo>
                    <a:pt x="55180" y="109001"/>
                  </a:lnTo>
                  <a:lnTo>
                    <a:pt x="56415" y="106634"/>
                  </a:lnTo>
                  <a:lnTo>
                    <a:pt x="55441" y="105906"/>
                  </a:lnTo>
                  <a:lnTo>
                    <a:pt x="55792" y="105182"/>
                  </a:lnTo>
                  <a:lnTo>
                    <a:pt x="56313" y="104108"/>
                  </a:lnTo>
                  <a:lnTo>
                    <a:pt x="56587" y="103541"/>
                  </a:lnTo>
                  <a:lnTo>
                    <a:pt x="56688" y="103333"/>
                  </a:lnTo>
                  <a:lnTo>
                    <a:pt x="56420" y="103140"/>
                  </a:lnTo>
                  <a:lnTo>
                    <a:pt x="55524" y="102496"/>
                  </a:lnTo>
                  <a:lnTo>
                    <a:pt x="56213" y="101367"/>
                  </a:lnTo>
                  <a:lnTo>
                    <a:pt x="55524" y="100882"/>
                  </a:lnTo>
                  <a:lnTo>
                    <a:pt x="56652" y="99389"/>
                  </a:lnTo>
                  <a:lnTo>
                    <a:pt x="56201" y="99085"/>
                  </a:lnTo>
                  <a:lnTo>
                    <a:pt x="55643" y="99680"/>
                  </a:lnTo>
                  <a:lnTo>
                    <a:pt x="53470" y="97908"/>
                  </a:lnTo>
                  <a:lnTo>
                    <a:pt x="52829" y="98818"/>
                  </a:lnTo>
                  <a:lnTo>
                    <a:pt x="51043" y="98516"/>
                  </a:lnTo>
                  <a:lnTo>
                    <a:pt x="50893" y="98491"/>
                  </a:lnTo>
                  <a:lnTo>
                    <a:pt x="50666" y="96915"/>
                  </a:lnTo>
                  <a:lnTo>
                    <a:pt x="50607" y="96506"/>
                  </a:lnTo>
                  <a:lnTo>
                    <a:pt x="50362" y="96584"/>
                  </a:lnTo>
                  <a:lnTo>
                    <a:pt x="49897" y="96731"/>
                  </a:lnTo>
                  <a:lnTo>
                    <a:pt x="49423" y="95562"/>
                  </a:lnTo>
                  <a:lnTo>
                    <a:pt x="49245" y="94995"/>
                  </a:lnTo>
                  <a:lnTo>
                    <a:pt x="50307" y="92345"/>
                  </a:lnTo>
                  <a:lnTo>
                    <a:pt x="51420" y="89570"/>
                  </a:lnTo>
                  <a:lnTo>
                    <a:pt x="43840" y="90574"/>
                  </a:lnTo>
                  <a:lnTo>
                    <a:pt x="43324" y="83255"/>
                  </a:lnTo>
                  <a:lnTo>
                    <a:pt x="40735" y="83462"/>
                  </a:lnTo>
                  <a:lnTo>
                    <a:pt x="40667" y="82782"/>
                  </a:lnTo>
                  <a:lnTo>
                    <a:pt x="40626" y="82377"/>
                  </a:lnTo>
                  <a:lnTo>
                    <a:pt x="40608" y="81974"/>
                  </a:lnTo>
                  <a:lnTo>
                    <a:pt x="40567" y="81037"/>
                  </a:lnTo>
                  <a:lnTo>
                    <a:pt x="40558" y="80825"/>
                  </a:lnTo>
                  <a:lnTo>
                    <a:pt x="40455" y="78503"/>
                  </a:lnTo>
                  <a:lnTo>
                    <a:pt x="40419" y="77677"/>
                  </a:lnTo>
                  <a:lnTo>
                    <a:pt x="40354" y="77128"/>
                  </a:lnTo>
                  <a:lnTo>
                    <a:pt x="40317" y="76812"/>
                  </a:lnTo>
                  <a:lnTo>
                    <a:pt x="40299" y="76661"/>
                  </a:lnTo>
                  <a:lnTo>
                    <a:pt x="40138" y="75299"/>
                  </a:lnTo>
                  <a:lnTo>
                    <a:pt x="40117" y="75126"/>
                  </a:lnTo>
                  <a:lnTo>
                    <a:pt x="40055" y="74693"/>
                  </a:lnTo>
                  <a:lnTo>
                    <a:pt x="39999" y="74298"/>
                  </a:lnTo>
                  <a:lnTo>
                    <a:pt x="39838" y="73173"/>
                  </a:lnTo>
                  <a:lnTo>
                    <a:pt x="39505" y="70844"/>
                  </a:lnTo>
                  <a:lnTo>
                    <a:pt x="39252" y="69076"/>
                  </a:lnTo>
                  <a:lnTo>
                    <a:pt x="37766" y="68650"/>
                  </a:lnTo>
                  <a:lnTo>
                    <a:pt x="35927" y="68121"/>
                  </a:lnTo>
                  <a:lnTo>
                    <a:pt x="35554" y="68014"/>
                  </a:lnTo>
                  <a:lnTo>
                    <a:pt x="35809" y="67012"/>
                  </a:lnTo>
                  <a:lnTo>
                    <a:pt x="35992" y="66296"/>
                  </a:lnTo>
                  <a:lnTo>
                    <a:pt x="36684" y="63921"/>
                  </a:lnTo>
                  <a:lnTo>
                    <a:pt x="37797" y="64101"/>
                  </a:lnTo>
                  <a:lnTo>
                    <a:pt x="41217" y="64656"/>
                  </a:lnTo>
                  <a:lnTo>
                    <a:pt x="41643" y="64756"/>
                  </a:lnTo>
                  <a:lnTo>
                    <a:pt x="44124" y="65336"/>
                  </a:lnTo>
                  <a:lnTo>
                    <a:pt x="47555" y="65923"/>
                  </a:lnTo>
                  <a:lnTo>
                    <a:pt x="48074" y="66012"/>
                  </a:lnTo>
                  <a:lnTo>
                    <a:pt x="48851" y="66088"/>
                  </a:lnTo>
                  <a:lnTo>
                    <a:pt x="49835" y="66184"/>
                  </a:lnTo>
                  <a:lnTo>
                    <a:pt x="50210" y="66220"/>
                  </a:lnTo>
                  <a:lnTo>
                    <a:pt x="50623" y="66261"/>
                  </a:lnTo>
                  <a:lnTo>
                    <a:pt x="52726" y="66954"/>
                  </a:lnTo>
                  <a:lnTo>
                    <a:pt x="52928" y="67021"/>
                  </a:lnTo>
                  <a:lnTo>
                    <a:pt x="54007" y="67377"/>
                  </a:lnTo>
                  <a:lnTo>
                    <a:pt x="54213" y="67445"/>
                  </a:lnTo>
                  <a:lnTo>
                    <a:pt x="54771" y="67629"/>
                  </a:lnTo>
                  <a:lnTo>
                    <a:pt x="57897" y="68761"/>
                  </a:lnTo>
                  <a:lnTo>
                    <a:pt x="58894" y="69121"/>
                  </a:lnTo>
                  <a:lnTo>
                    <a:pt x="59179" y="69225"/>
                  </a:lnTo>
                  <a:lnTo>
                    <a:pt x="59480" y="69333"/>
                  </a:lnTo>
                  <a:lnTo>
                    <a:pt x="59767" y="69475"/>
                  </a:lnTo>
                  <a:lnTo>
                    <a:pt x="60074" y="69626"/>
                  </a:lnTo>
                  <a:lnTo>
                    <a:pt x="61281" y="70219"/>
                  </a:lnTo>
                  <a:lnTo>
                    <a:pt x="61514" y="70334"/>
                  </a:lnTo>
                  <a:lnTo>
                    <a:pt x="64031" y="71086"/>
                  </a:lnTo>
                  <a:lnTo>
                    <a:pt x="65085" y="71402"/>
                  </a:lnTo>
                  <a:lnTo>
                    <a:pt x="65791" y="71613"/>
                  </a:lnTo>
                  <a:lnTo>
                    <a:pt x="66871" y="71936"/>
                  </a:lnTo>
                  <a:lnTo>
                    <a:pt x="67016" y="71955"/>
                  </a:lnTo>
                  <a:lnTo>
                    <a:pt x="68709" y="72175"/>
                  </a:lnTo>
                  <a:lnTo>
                    <a:pt x="68856" y="72194"/>
                  </a:lnTo>
                  <a:lnTo>
                    <a:pt x="69032" y="72217"/>
                  </a:lnTo>
                  <a:lnTo>
                    <a:pt x="69778" y="72314"/>
                  </a:lnTo>
                  <a:lnTo>
                    <a:pt x="71253" y="72454"/>
                  </a:lnTo>
                  <a:lnTo>
                    <a:pt x="71633" y="72490"/>
                  </a:lnTo>
                  <a:lnTo>
                    <a:pt x="76218" y="72924"/>
                  </a:lnTo>
                  <a:lnTo>
                    <a:pt x="77287" y="71498"/>
                  </a:lnTo>
                  <a:lnTo>
                    <a:pt x="77549" y="70879"/>
                  </a:lnTo>
                  <a:lnTo>
                    <a:pt x="77715" y="70486"/>
                  </a:lnTo>
                  <a:lnTo>
                    <a:pt x="79635" y="67025"/>
                  </a:lnTo>
                  <a:lnTo>
                    <a:pt x="80232" y="65947"/>
                  </a:lnTo>
                  <a:lnTo>
                    <a:pt x="82632" y="64801"/>
                  </a:lnTo>
                  <a:lnTo>
                    <a:pt x="84835" y="66548"/>
                  </a:lnTo>
                  <a:lnTo>
                    <a:pt x="85238" y="65946"/>
                  </a:lnTo>
                  <a:lnTo>
                    <a:pt x="86929" y="63440"/>
                  </a:lnTo>
                  <a:lnTo>
                    <a:pt x="88845" y="61619"/>
                  </a:lnTo>
                  <a:lnTo>
                    <a:pt x="89702" y="60804"/>
                  </a:lnTo>
                  <a:lnTo>
                    <a:pt x="92208" y="58422"/>
                  </a:lnTo>
                  <a:lnTo>
                    <a:pt x="92015" y="58253"/>
                  </a:lnTo>
                  <a:lnTo>
                    <a:pt x="91161" y="57430"/>
                  </a:lnTo>
                  <a:lnTo>
                    <a:pt x="90666" y="56952"/>
                  </a:lnTo>
                  <a:lnTo>
                    <a:pt x="89586" y="56544"/>
                  </a:lnTo>
                  <a:lnTo>
                    <a:pt x="88845" y="56264"/>
                  </a:lnTo>
                  <a:lnTo>
                    <a:pt x="88208" y="56023"/>
                  </a:lnTo>
                  <a:lnTo>
                    <a:pt x="87944" y="55923"/>
                  </a:lnTo>
                  <a:lnTo>
                    <a:pt x="85812" y="55233"/>
                  </a:lnTo>
                  <a:lnTo>
                    <a:pt x="83424" y="54461"/>
                  </a:lnTo>
                  <a:lnTo>
                    <a:pt x="82335" y="54108"/>
                  </a:lnTo>
                  <a:lnTo>
                    <a:pt x="78677" y="53022"/>
                  </a:lnTo>
                  <a:lnTo>
                    <a:pt x="78225" y="52844"/>
                  </a:lnTo>
                  <a:lnTo>
                    <a:pt x="76244" y="52063"/>
                  </a:lnTo>
                  <a:lnTo>
                    <a:pt x="75257" y="51675"/>
                  </a:lnTo>
                  <a:lnTo>
                    <a:pt x="74774" y="52606"/>
                  </a:lnTo>
                  <a:lnTo>
                    <a:pt x="73029" y="51966"/>
                  </a:lnTo>
                  <a:lnTo>
                    <a:pt x="69451" y="50654"/>
                  </a:lnTo>
                  <a:lnTo>
                    <a:pt x="68306" y="50234"/>
                  </a:lnTo>
                  <a:lnTo>
                    <a:pt x="64821" y="48956"/>
                  </a:lnTo>
                  <a:lnTo>
                    <a:pt x="63647" y="48525"/>
                  </a:lnTo>
                  <a:lnTo>
                    <a:pt x="61023" y="47563"/>
                  </a:lnTo>
                  <a:lnTo>
                    <a:pt x="60216" y="48600"/>
                  </a:lnTo>
                  <a:lnTo>
                    <a:pt x="59169" y="48195"/>
                  </a:lnTo>
                  <a:lnTo>
                    <a:pt x="58660" y="47999"/>
                  </a:lnTo>
                  <a:lnTo>
                    <a:pt x="57558" y="47586"/>
                  </a:lnTo>
                  <a:lnTo>
                    <a:pt x="56449" y="47171"/>
                  </a:lnTo>
                  <a:lnTo>
                    <a:pt x="56167" y="47065"/>
                  </a:lnTo>
                  <a:lnTo>
                    <a:pt x="55676" y="47052"/>
                  </a:lnTo>
                  <a:lnTo>
                    <a:pt x="54334" y="47037"/>
                  </a:lnTo>
                  <a:lnTo>
                    <a:pt x="53259" y="47497"/>
                  </a:lnTo>
                  <a:lnTo>
                    <a:pt x="52716" y="47729"/>
                  </a:lnTo>
                  <a:lnTo>
                    <a:pt x="51636" y="48237"/>
                  </a:lnTo>
                  <a:lnTo>
                    <a:pt x="51284" y="48403"/>
                  </a:lnTo>
                  <a:lnTo>
                    <a:pt x="49734" y="49132"/>
                  </a:lnTo>
                  <a:lnTo>
                    <a:pt x="48386" y="50076"/>
                  </a:lnTo>
                  <a:lnTo>
                    <a:pt x="47972" y="50365"/>
                  </a:lnTo>
                  <a:lnTo>
                    <a:pt x="47708" y="50550"/>
                  </a:lnTo>
                  <a:lnTo>
                    <a:pt x="47307" y="50125"/>
                  </a:lnTo>
                  <a:lnTo>
                    <a:pt x="47020" y="49821"/>
                  </a:lnTo>
                  <a:lnTo>
                    <a:pt x="47318" y="47756"/>
                  </a:lnTo>
                  <a:lnTo>
                    <a:pt x="47611" y="45720"/>
                  </a:lnTo>
                  <a:lnTo>
                    <a:pt x="45884" y="45393"/>
                  </a:lnTo>
                  <a:lnTo>
                    <a:pt x="45002" y="45226"/>
                  </a:lnTo>
                  <a:lnTo>
                    <a:pt x="43628" y="44966"/>
                  </a:lnTo>
                  <a:lnTo>
                    <a:pt x="43441" y="44930"/>
                  </a:lnTo>
                  <a:lnTo>
                    <a:pt x="39769" y="44235"/>
                  </a:lnTo>
                  <a:lnTo>
                    <a:pt x="39330" y="44152"/>
                  </a:lnTo>
                  <a:lnTo>
                    <a:pt x="38494" y="43993"/>
                  </a:lnTo>
                  <a:lnTo>
                    <a:pt x="33090" y="42970"/>
                  </a:lnTo>
                  <a:lnTo>
                    <a:pt x="32801" y="42915"/>
                  </a:lnTo>
                  <a:lnTo>
                    <a:pt x="32266" y="42814"/>
                  </a:lnTo>
                  <a:lnTo>
                    <a:pt x="31897" y="42744"/>
                  </a:lnTo>
                  <a:lnTo>
                    <a:pt x="26271" y="41678"/>
                  </a:lnTo>
                  <a:lnTo>
                    <a:pt x="22804" y="41021"/>
                  </a:lnTo>
                  <a:lnTo>
                    <a:pt x="22658" y="40994"/>
                  </a:lnTo>
                  <a:lnTo>
                    <a:pt x="22439" y="40952"/>
                  </a:lnTo>
                  <a:lnTo>
                    <a:pt x="20263" y="40540"/>
                  </a:lnTo>
                  <a:lnTo>
                    <a:pt x="17755" y="40065"/>
                  </a:lnTo>
                  <a:lnTo>
                    <a:pt x="15716" y="39679"/>
                  </a:lnTo>
                  <a:lnTo>
                    <a:pt x="14984" y="39540"/>
                  </a:lnTo>
                  <a:lnTo>
                    <a:pt x="14570" y="38808"/>
                  </a:lnTo>
                  <a:lnTo>
                    <a:pt x="14420" y="38795"/>
                  </a:lnTo>
                  <a:lnTo>
                    <a:pt x="14035" y="38760"/>
                  </a:lnTo>
                  <a:lnTo>
                    <a:pt x="7641" y="38188"/>
                  </a:lnTo>
                  <a:lnTo>
                    <a:pt x="7308" y="38137"/>
                  </a:lnTo>
                  <a:lnTo>
                    <a:pt x="5894" y="37924"/>
                  </a:lnTo>
                  <a:lnTo>
                    <a:pt x="4445" y="37705"/>
                  </a:lnTo>
                  <a:lnTo>
                    <a:pt x="3768" y="36911"/>
                  </a:lnTo>
                  <a:lnTo>
                    <a:pt x="3167" y="36207"/>
                  </a:lnTo>
                  <a:lnTo>
                    <a:pt x="2507" y="35433"/>
                  </a:lnTo>
                  <a:lnTo>
                    <a:pt x="2251" y="34662"/>
                  </a:lnTo>
                  <a:lnTo>
                    <a:pt x="2177" y="34441"/>
                  </a:lnTo>
                  <a:lnTo>
                    <a:pt x="2013" y="33946"/>
                  </a:lnTo>
                  <a:lnTo>
                    <a:pt x="997" y="30889"/>
                  </a:lnTo>
                  <a:lnTo>
                    <a:pt x="511" y="28900"/>
                  </a:lnTo>
                  <a:lnTo>
                    <a:pt x="75" y="27120"/>
                  </a:lnTo>
                  <a:lnTo>
                    <a:pt x="0" y="26811"/>
                  </a:lnTo>
                  <a:lnTo>
                    <a:pt x="589" y="25659"/>
                  </a:lnTo>
                  <a:lnTo>
                    <a:pt x="10085" y="26055"/>
                  </a:lnTo>
                  <a:lnTo>
                    <a:pt x="9344" y="21336"/>
                  </a:lnTo>
                  <a:lnTo>
                    <a:pt x="6380" y="14113"/>
                  </a:lnTo>
                  <a:lnTo>
                    <a:pt x="3733" y="10618"/>
                  </a:lnTo>
                  <a:lnTo>
                    <a:pt x="6829" y="6674"/>
                  </a:lnTo>
                  <a:lnTo>
                    <a:pt x="19518" y="0"/>
                  </a:lnTo>
                  <a:lnTo>
                    <a:pt x="48530" y="3130"/>
                  </a:lnTo>
                  <a:lnTo>
                    <a:pt x="48573" y="3709"/>
                  </a:lnTo>
                  <a:lnTo>
                    <a:pt x="49005" y="9490"/>
                  </a:lnTo>
                  <a:lnTo>
                    <a:pt x="65533" y="16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426430" y="4088561"/>
              <a:ext cx="142815" cy="161989"/>
            </a:xfrm>
            <a:custGeom>
              <a:avLst/>
              <a:pathLst>
                <a:path w="142815" h="161989">
                  <a:moveTo>
                    <a:pt x="98911" y="145496"/>
                  </a:moveTo>
                  <a:lnTo>
                    <a:pt x="97686" y="147572"/>
                  </a:lnTo>
                  <a:lnTo>
                    <a:pt x="96982" y="148677"/>
                  </a:lnTo>
                  <a:lnTo>
                    <a:pt x="96081" y="150091"/>
                  </a:lnTo>
                  <a:lnTo>
                    <a:pt x="95864" y="150431"/>
                  </a:lnTo>
                  <a:lnTo>
                    <a:pt x="95752" y="150607"/>
                  </a:lnTo>
                  <a:lnTo>
                    <a:pt x="95596" y="150853"/>
                  </a:lnTo>
                  <a:lnTo>
                    <a:pt x="95246" y="151432"/>
                  </a:lnTo>
                  <a:lnTo>
                    <a:pt x="94823" y="152133"/>
                  </a:lnTo>
                  <a:lnTo>
                    <a:pt x="94257" y="153069"/>
                  </a:lnTo>
                  <a:lnTo>
                    <a:pt x="93819" y="153796"/>
                  </a:lnTo>
                  <a:lnTo>
                    <a:pt x="93321" y="154620"/>
                  </a:lnTo>
                  <a:lnTo>
                    <a:pt x="93151" y="154902"/>
                  </a:lnTo>
                  <a:lnTo>
                    <a:pt x="91358" y="157872"/>
                  </a:lnTo>
                  <a:lnTo>
                    <a:pt x="91225" y="158093"/>
                  </a:lnTo>
                  <a:lnTo>
                    <a:pt x="89522" y="160914"/>
                  </a:lnTo>
                  <a:lnTo>
                    <a:pt x="89330" y="161232"/>
                  </a:lnTo>
                  <a:lnTo>
                    <a:pt x="88873" y="161989"/>
                  </a:lnTo>
                  <a:lnTo>
                    <a:pt x="87898" y="161320"/>
                  </a:lnTo>
                  <a:lnTo>
                    <a:pt x="80953" y="156559"/>
                  </a:lnTo>
                  <a:lnTo>
                    <a:pt x="68883" y="148741"/>
                  </a:lnTo>
                  <a:lnTo>
                    <a:pt x="68642" y="148583"/>
                  </a:lnTo>
                  <a:lnTo>
                    <a:pt x="63929" y="145512"/>
                  </a:lnTo>
                  <a:lnTo>
                    <a:pt x="62306" y="144449"/>
                  </a:lnTo>
                  <a:lnTo>
                    <a:pt x="61601" y="143987"/>
                  </a:lnTo>
                  <a:lnTo>
                    <a:pt x="61445" y="143884"/>
                  </a:lnTo>
                  <a:lnTo>
                    <a:pt x="60820" y="143462"/>
                  </a:lnTo>
                  <a:lnTo>
                    <a:pt x="59157" y="142338"/>
                  </a:lnTo>
                  <a:lnTo>
                    <a:pt x="58249" y="141725"/>
                  </a:lnTo>
                  <a:lnTo>
                    <a:pt x="56003" y="140208"/>
                  </a:lnTo>
                  <a:lnTo>
                    <a:pt x="52824" y="137498"/>
                  </a:lnTo>
                  <a:lnTo>
                    <a:pt x="51134" y="136057"/>
                  </a:lnTo>
                  <a:lnTo>
                    <a:pt x="50010" y="135099"/>
                  </a:lnTo>
                  <a:lnTo>
                    <a:pt x="49339" y="134527"/>
                  </a:lnTo>
                  <a:lnTo>
                    <a:pt x="48967" y="134210"/>
                  </a:lnTo>
                  <a:lnTo>
                    <a:pt x="47570" y="133019"/>
                  </a:lnTo>
                  <a:lnTo>
                    <a:pt x="45549" y="131295"/>
                  </a:lnTo>
                  <a:lnTo>
                    <a:pt x="43868" y="129863"/>
                  </a:lnTo>
                  <a:lnTo>
                    <a:pt x="43425" y="129485"/>
                  </a:lnTo>
                  <a:lnTo>
                    <a:pt x="41679" y="127996"/>
                  </a:lnTo>
                  <a:lnTo>
                    <a:pt x="41192" y="127581"/>
                  </a:lnTo>
                  <a:lnTo>
                    <a:pt x="36917" y="123938"/>
                  </a:lnTo>
                  <a:lnTo>
                    <a:pt x="34571" y="121937"/>
                  </a:lnTo>
                  <a:lnTo>
                    <a:pt x="32710" y="120326"/>
                  </a:lnTo>
                  <a:lnTo>
                    <a:pt x="33190" y="119612"/>
                  </a:lnTo>
                  <a:lnTo>
                    <a:pt x="35885" y="115613"/>
                  </a:lnTo>
                  <a:lnTo>
                    <a:pt x="36784" y="114280"/>
                  </a:lnTo>
                  <a:lnTo>
                    <a:pt x="36244" y="113890"/>
                  </a:lnTo>
                  <a:lnTo>
                    <a:pt x="35566" y="113401"/>
                  </a:lnTo>
                  <a:lnTo>
                    <a:pt x="34894" y="112916"/>
                  </a:lnTo>
                  <a:lnTo>
                    <a:pt x="34083" y="112330"/>
                  </a:lnTo>
                  <a:lnTo>
                    <a:pt x="32982" y="111536"/>
                  </a:lnTo>
                  <a:lnTo>
                    <a:pt x="32201" y="110972"/>
                  </a:lnTo>
                  <a:lnTo>
                    <a:pt x="29371" y="108930"/>
                  </a:lnTo>
                  <a:lnTo>
                    <a:pt x="28892" y="108584"/>
                  </a:lnTo>
                  <a:lnTo>
                    <a:pt x="27755" y="107951"/>
                  </a:lnTo>
                  <a:lnTo>
                    <a:pt x="25856" y="106893"/>
                  </a:lnTo>
                  <a:lnTo>
                    <a:pt x="25272" y="106567"/>
                  </a:lnTo>
                  <a:lnTo>
                    <a:pt x="24592" y="106189"/>
                  </a:lnTo>
                  <a:lnTo>
                    <a:pt x="23269" y="105452"/>
                  </a:lnTo>
                  <a:lnTo>
                    <a:pt x="22065" y="104682"/>
                  </a:lnTo>
                  <a:lnTo>
                    <a:pt x="21655" y="104419"/>
                  </a:lnTo>
                  <a:lnTo>
                    <a:pt x="20825" y="103889"/>
                  </a:lnTo>
                  <a:lnTo>
                    <a:pt x="18498" y="102401"/>
                  </a:lnTo>
                  <a:lnTo>
                    <a:pt x="17811" y="101961"/>
                  </a:lnTo>
                  <a:lnTo>
                    <a:pt x="17137" y="101530"/>
                  </a:lnTo>
                  <a:lnTo>
                    <a:pt x="16072" y="100849"/>
                  </a:lnTo>
                  <a:lnTo>
                    <a:pt x="14280" y="99703"/>
                  </a:lnTo>
                  <a:lnTo>
                    <a:pt x="14123" y="99603"/>
                  </a:lnTo>
                  <a:lnTo>
                    <a:pt x="10894" y="97539"/>
                  </a:lnTo>
                  <a:lnTo>
                    <a:pt x="5342" y="93988"/>
                  </a:lnTo>
                  <a:lnTo>
                    <a:pt x="3351" y="92715"/>
                  </a:lnTo>
                  <a:lnTo>
                    <a:pt x="2296" y="92040"/>
                  </a:lnTo>
                  <a:lnTo>
                    <a:pt x="1227" y="91356"/>
                  </a:lnTo>
                  <a:lnTo>
                    <a:pt x="0" y="90571"/>
                  </a:lnTo>
                  <a:lnTo>
                    <a:pt x="357" y="89962"/>
                  </a:lnTo>
                  <a:lnTo>
                    <a:pt x="1709" y="87655"/>
                  </a:lnTo>
                  <a:lnTo>
                    <a:pt x="1879" y="87365"/>
                  </a:lnTo>
                  <a:lnTo>
                    <a:pt x="2911" y="85604"/>
                  </a:lnTo>
                  <a:lnTo>
                    <a:pt x="5860" y="80932"/>
                  </a:lnTo>
                  <a:lnTo>
                    <a:pt x="6124" y="80515"/>
                  </a:lnTo>
                  <a:lnTo>
                    <a:pt x="9992" y="74387"/>
                  </a:lnTo>
                  <a:lnTo>
                    <a:pt x="13139" y="69402"/>
                  </a:lnTo>
                  <a:lnTo>
                    <a:pt x="13602" y="68669"/>
                  </a:lnTo>
                  <a:lnTo>
                    <a:pt x="19835" y="58797"/>
                  </a:lnTo>
                  <a:lnTo>
                    <a:pt x="19973" y="58569"/>
                  </a:lnTo>
                  <a:lnTo>
                    <a:pt x="21600" y="55892"/>
                  </a:lnTo>
                  <a:lnTo>
                    <a:pt x="21945" y="55324"/>
                  </a:lnTo>
                  <a:lnTo>
                    <a:pt x="23297" y="53505"/>
                  </a:lnTo>
                  <a:lnTo>
                    <a:pt x="23695" y="52970"/>
                  </a:lnTo>
                  <a:lnTo>
                    <a:pt x="23997" y="52563"/>
                  </a:lnTo>
                  <a:lnTo>
                    <a:pt x="24361" y="52009"/>
                  </a:lnTo>
                  <a:lnTo>
                    <a:pt x="24968" y="51083"/>
                  </a:lnTo>
                  <a:lnTo>
                    <a:pt x="25313" y="50558"/>
                  </a:lnTo>
                  <a:lnTo>
                    <a:pt x="25907" y="49652"/>
                  </a:lnTo>
                  <a:lnTo>
                    <a:pt x="28051" y="46385"/>
                  </a:lnTo>
                  <a:lnTo>
                    <a:pt x="29160" y="44489"/>
                  </a:lnTo>
                  <a:lnTo>
                    <a:pt x="29447" y="43999"/>
                  </a:lnTo>
                  <a:lnTo>
                    <a:pt x="33043" y="38034"/>
                  </a:lnTo>
                  <a:lnTo>
                    <a:pt x="34683" y="35314"/>
                  </a:lnTo>
                  <a:lnTo>
                    <a:pt x="34834" y="35068"/>
                  </a:lnTo>
                  <a:lnTo>
                    <a:pt x="35018" y="34768"/>
                  </a:lnTo>
                  <a:lnTo>
                    <a:pt x="39668" y="27195"/>
                  </a:lnTo>
                  <a:lnTo>
                    <a:pt x="40794" y="25361"/>
                  </a:lnTo>
                  <a:lnTo>
                    <a:pt x="42879" y="21964"/>
                  </a:lnTo>
                  <a:lnTo>
                    <a:pt x="43687" y="20649"/>
                  </a:lnTo>
                  <a:lnTo>
                    <a:pt x="44342" y="19583"/>
                  </a:lnTo>
                  <a:lnTo>
                    <a:pt x="44823" y="18799"/>
                  </a:lnTo>
                  <a:lnTo>
                    <a:pt x="45625" y="17492"/>
                  </a:lnTo>
                  <a:lnTo>
                    <a:pt x="48382" y="13003"/>
                  </a:lnTo>
                  <a:lnTo>
                    <a:pt x="49314" y="11484"/>
                  </a:lnTo>
                  <a:lnTo>
                    <a:pt x="49497" y="11167"/>
                  </a:lnTo>
                  <a:lnTo>
                    <a:pt x="50024" y="10255"/>
                  </a:lnTo>
                  <a:lnTo>
                    <a:pt x="50348" y="9693"/>
                  </a:lnTo>
                  <a:lnTo>
                    <a:pt x="52501" y="6110"/>
                  </a:lnTo>
                  <a:lnTo>
                    <a:pt x="53024" y="5239"/>
                  </a:lnTo>
                  <a:lnTo>
                    <a:pt x="53893" y="3793"/>
                  </a:lnTo>
                  <a:lnTo>
                    <a:pt x="54218" y="3252"/>
                  </a:lnTo>
                  <a:lnTo>
                    <a:pt x="56172" y="0"/>
                  </a:lnTo>
                  <a:lnTo>
                    <a:pt x="56391" y="140"/>
                  </a:lnTo>
                  <a:lnTo>
                    <a:pt x="56844" y="430"/>
                  </a:lnTo>
                  <a:lnTo>
                    <a:pt x="58597" y="1555"/>
                  </a:lnTo>
                  <a:lnTo>
                    <a:pt x="59263" y="1969"/>
                  </a:lnTo>
                  <a:lnTo>
                    <a:pt x="60245" y="2580"/>
                  </a:lnTo>
                  <a:lnTo>
                    <a:pt x="62751" y="4138"/>
                  </a:lnTo>
                  <a:lnTo>
                    <a:pt x="64299" y="5101"/>
                  </a:lnTo>
                  <a:lnTo>
                    <a:pt x="64717" y="5406"/>
                  </a:lnTo>
                  <a:lnTo>
                    <a:pt x="65196" y="5756"/>
                  </a:lnTo>
                  <a:lnTo>
                    <a:pt x="65527" y="5998"/>
                  </a:lnTo>
                  <a:lnTo>
                    <a:pt x="66069" y="6394"/>
                  </a:lnTo>
                  <a:lnTo>
                    <a:pt x="67804" y="7429"/>
                  </a:lnTo>
                  <a:lnTo>
                    <a:pt x="70166" y="8945"/>
                  </a:lnTo>
                  <a:lnTo>
                    <a:pt x="69981" y="9285"/>
                  </a:lnTo>
                  <a:lnTo>
                    <a:pt x="69609" y="9965"/>
                  </a:lnTo>
                  <a:lnTo>
                    <a:pt x="71122" y="10838"/>
                  </a:lnTo>
                  <a:lnTo>
                    <a:pt x="72140" y="11427"/>
                  </a:lnTo>
                  <a:lnTo>
                    <a:pt x="74438" y="12753"/>
                  </a:lnTo>
                  <a:lnTo>
                    <a:pt x="74707" y="12909"/>
                  </a:lnTo>
                  <a:lnTo>
                    <a:pt x="75967" y="13636"/>
                  </a:lnTo>
                  <a:lnTo>
                    <a:pt x="76994" y="14229"/>
                  </a:lnTo>
                  <a:lnTo>
                    <a:pt x="77552" y="14551"/>
                  </a:lnTo>
                  <a:lnTo>
                    <a:pt x="79166" y="15586"/>
                  </a:lnTo>
                  <a:lnTo>
                    <a:pt x="80423" y="16392"/>
                  </a:lnTo>
                  <a:lnTo>
                    <a:pt x="80676" y="16554"/>
                  </a:lnTo>
                  <a:lnTo>
                    <a:pt x="83838" y="18581"/>
                  </a:lnTo>
                  <a:lnTo>
                    <a:pt x="84485" y="18996"/>
                  </a:lnTo>
                  <a:lnTo>
                    <a:pt x="86773" y="20462"/>
                  </a:lnTo>
                  <a:lnTo>
                    <a:pt x="87531" y="21013"/>
                  </a:lnTo>
                  <a:lnTo>
                    <a:pt x="85858" y="23749"/>
                  </a:lnTo>
                  <a:lnTo>
                    <a:pt x="85082" y="25019"/>
                  </a:lnTo>
                  <a:lnTo>
                    <a:pt x="85719" y="25419"/>
                  </a:lnTo>
                  <a:lnTo>
                    <a:pt x="86695" y="26031"/>
                  </a:lnTo>
                  <a:lnTo>
                    <a:pt x="92462" y="29652"/>
                  </a:lnTo>
                  <a:lnTo>
                    <a:pt x="92710" y="29807"/>
                  </a:lnTo>
                  <a:lnTo>
                    <a:pt x="92586" y="29987"/>
                  </a:lnTo>
                  <a:lnTo>
                    <a:pt x="89804" y="34047"/>
                  </a:lnTo>
                  <a:lnTo>
                    <a:pt x="88365" y="36425"/>
                  </a:lnTo>
                  <a:lnTo>
                    <a:pt x="88060" y="36930"/>
                  </a:lnTo>
                  <a:lnTo>
                    <a:pt x="84584" y="42677"/>
                  </a:lnTo>
                  <a:lnTo>
                    <a:pt x="84067" y="43532"/>
                  </a:lnTo>
                  <a:lnTo>
                    <a:pt x="83958" y="43667"/>
                  </a:lnTo>
                  <a:lnTo>
                    <a:pt x="83432" y="44316"/>
                  </a:lnTo>
                  <a:lnTo>
                    <a:pt x="84043" y="44664"/>
                  </a:lnTo>
                  <a:lnTo>
                    <a:pt x="84708" y="45042"/>
                  </a:lnTo>
                  <a:lnTo>
                    <a:pt x="85412" y="45442"/>
                  </a:lnTo>
                  <a:lnTo>
                    <a:pt x="100348" y="55000"/>
                  </a:lnTo>
                  <a:lnTo>
                    <a:pt x="102503" y="56379"/>
                  </a:lnTo>
                  <a:lnTo>
                    <a:pt x="106064" y="58658"/>
                  </a:lnTo>
                  <a:lnTo>
                    <a:pt x="109067" y="60579"/>
                  </a:lnTo>
                  <a:lnTo>
                    <a:pt x="118118" y="66371"/>
                  </a:lnTo>
                  <a:lnTo>
                    <a:pt x="118361" y="66527"/>
                  </a:lnTo>
                  <a:lnTo>
                    <a:pt x="127211" y="72190"/>
                  </a:lnTo>
                  <a:lnTo>
                    <a:pt x="130449" y="74263"/>
                  </a:lnTo>
                  <a:lnTo>
                    <a:pt x="130646" y="74389"/>
                  </a:lnTo>
                  <a:lnTo>
                    <a:pt x="131879" y="75159"/>
                  </a:lnTo>
                  <a:lnTo>
                    <a:pt x="132226" y="75376"/>
                  </a:lnTo>
                  <a:lnTo>
                    <a:pt x="136060" y="77771"/>
                  </a:lnTo>
                  <a:lnTo>
                    <a:pt x="136491" y="78041"/>
                  </a:lnTo>
                  <a:lnTo>
                    <a:pt x="138846" y="79512"/>
                  </a:lnTo>
                  <a:lnTo>
                    <a:pt x="139202" y="79735"/>
                  </a:lnTo>
                  <a:lnTo>
                    <a:pt x="140957" y="80060"/>
                  </a:lnTo>
                  <a:lnTo>
                    <a:pt x="141669" y="80192"/>
                  </a:lnTo>
                  <a:lnTo>
                    <a:pt x="142815" y="80420"/>
                  </a:lnTo>
                  <a:lnTo>
                    <a:pt x="140916" y="82559"/>
                  </a:lnTo>
                  <a:lnTo>
                    <a:pt x="140779" y="82713"/>
                  </a:lnTo>
                  <a:lnTo>
                    <a:pt x="139845" y="83766"/>
                  </a:lnTo>
                  <a:lnTo>
                    <a:pt x="138649" y="85112"/>
                  </a:lnTo>
                  <a:lnTo>
                    <a:pt x="138061" y="85922"/>
                  </a:lnTo>
                  <a:lnTo>
                    <a:pt x="136913" y="87500"/>
                  </a:lnTo>
                  <a:lnTo>
                    <a:pt x="136192" y="88491"/>
                  </a:lnTo>
                  <a:lnTo>
                    <a:pt x="132884" y="93040"/>
                  </a:lnTo>
                  <a:lnTo>
                    <a:pt x="132391" y="93741"/>
                  </a:lnTo>
                  <a:lnTo>
                    <a:pt x="129341" y="98079"/>
                  </a:lnTo>
                  <a:lnTo>
                    <a:pt x="128234" y="99654"/>
                  </a:lnTo>
                  <a:lnTo>
                    <a:pt x="127297" y="100987"/>
                  </a:lnTo>
                  <a:lnTo>
                    <a:pt x="124744" y="104618"/>
                  </a:lnTo>
                  <a:lnTo>
                    <a:pt x="124417" y="105084"/>
                  </a:lnTo>
                  <a:lnTo>
                    <a:pt x="121762" y="108860"/>
                  </a:lnTo>
                  <a:lnTo>
                    <a:pt x="121376" y="109460"/>
                  </a:lnTo>
                  <a:lnTo>
                    <a:pt x="119487" y="112391"/>
                  </a:lnTo>
                  <a:lnTo>
                    <a:pt x="117605" y="115311"/>
                  </a:lnTo>
                  <a:lnTo>
                    <a:pt x="116141" y="117582"/>
                  </a:lnTo>
                  <a:lnTo>
                    <a:pt x="115592" y="118434"/>
                  </a:lnTo>
                  <a:lnTo>
                    <a:pt x="113618" y="121496"/>
                  </a:lnTo>
                  <a:lnTo>
                    <a:pt x="112542" y="123166"/>
                  </a:lnTo>
                  <a:lnTo>
                    <a:pt x="112406" y="123377"/>
                  </a:lnTo>
                  <a:lnTo>
                    <a:pt x="110808" y="125857"/>
                  </a:lnTo>
                  <a:lnTo>
                    <a:pt x="109880" y="127296"/>
                  </a:lnTo>
                  <a:lnTo>
                    <a:pt x="108769" y="129021"/>
                  </a:lnTo>
                  <a:lnTo>
                    <a:pt x="108471" y="129483"/>
                  </a:lnTo>
                  <a:lnTo>
                    <a:pt x="108284" y="129773"/>
                  </a:lnTo>
                  <a:lnTo>
                    <a:pt x="107844" y="130455"/>
                  </a:lnTo>
                  <a:lnTo>
                    <a:pt x="107098" y="131613"/>
                  </a:lnTo>
                  <a:lnTo>
                    <a:pt x="105617" y="134124"/>
                  </a:lnTo>
                  <a:lnTo>
                    <a:pt x="102445" y="139502"/>
                  </a:lnTo>
                  <a:lnTo>
                    <a:pt x="99452" y="14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722335" y="4120817"/>
              <a:ext cx="178039" cy="265856"/>
            </a:xfrm>
            <a:custGeom>
              <a:avLst/>
              <a:pathLst>
                <a:path w="178039" h="265856">
                  <a:moveTo>
                    <a:pt x="147286" y="103855"/>
                  </a:moveTo>
                  <a:lnTo>
                    <a:pt x="146964" y="104323"/>
                  </a:lnTo>
                  <a:lnTo>
                    <a:pt x="145292" y="106761"/>
                  </a:lnTo>
                  <a:lnTo>
                    <a:pt x="144788" y="107487"/>
                  </a:lnTo>
                  <a:lnTo>
                    <a:pt x="144275" y="108226"/>
                  </a:lnTo>
                  <a:lnTo>
                    <a:pt x="144092" y="108484"/>
                  </a:lnTo>
                  <a:lnTo>
                    <a:pt x="141587" y="112023"/>
                  </a:lnTo>
                  <a:lnTo>
                    <a:pt x="140574" y="113513"/>
                  </a:lnTo>
                  <a:lnTo>
                    <a:pt x="140151" y="114136"/>
                  </a:lnTo>
                  <a:lnTo>
                    <a:pt x="138781" y="116153"/>
                  </a:lnTo>
                  <a:lnTo>
                    <a:pt x="136230" y="119587"/>
                  </a:lnTo>
                  <a:lnTo>
                    <a:pt x="135955" y="119955"/>
                  </a:lnTo>
                  <a:lnTo>
                    <a:pt x="131348" y="125700"/>
                  </a:lnTo>
                  <a:lnTo>
                    <a:pt x="131787" y="126063"/>
                  </a:lnTo>
                  <a:lnTo>
                    <a:pt x="132001" y="126240"/>
                  </a:lnTo>
                  <a:lnTo>
                    <a:pt x="137970" y="130219"/>
                  </a:lnTo>
                  <a:lnTo>
                    <a:pt x="139869" y="131485"/>
                  </a:lnTo>
                  <a:lnTo>
                    <a:pt x="140159" y="131657"/>
                  </a:lnTo>
                  <a:lnTo>
                    <a:pt x="140444" y="131825"/>
                  </a:lnTo>
                  <a:lnTo>
                    <a:pt x="142424" y="132994"/>
                  </a:lnTo>
                  <a:lnTo>
                    <a:pt x="143581" y="133677"/>
                  </a:lnTo>
                  <a:lnTo>
                    <a:pt x="144600" y="134279"/>
                  </a:lnTo>
                  <a:lnTo>
                    <a:pt x="145017" y="134495"/>
                  </a:lnTo>
                  <a:lnTo>
                    <a:pt x="146030" y="135021"/>
                  </a:lnTo>
                  <a:lnTo>
                    <a:pt x="147552" y="135565"/>
                  </a:lnTo>
                  <a:lnTo>
                    <a:pt x="147807" y="135657"/>
                  </a:lnTo>
                  <a:lnTo>
                    <a:pt x="149059" y="136104"/>
                  </a:lnTo>
                  <a:lnTo>
                    <a:pt x="149321" y="136198"/>
                  </a:lnTo>
                  <a:lnTo>
                    <a:pt x="151662" y="136456"/>
                  </a:lnTo>
                  <a:lnTo>
                    <a:pt x="151911" y="136469"/>
                  </a:lnTo>
                  <a:lnTo>
                    <a:pt x="153408" y="136546"/>
                  </a:lnTo>
                  <a:lnTo>
                    <a:pt x="153852" y="136569"/>
                  </a:lnTo>
                  <a:lnTo>
                    <a:pt x="154533" y="136606"/>
                  </a:lnTo>
                  <a:lnTo>
                    <a:pt x="154348" y="139056"/>
                  </a:lnTo>
                  <a:lnTo>
                    <a:pt x="153903" y="144943"/>
                  </a:lnTo>
                  <a:lnTo>
                    <a:pt x="153653" y="148246"/>
                  </a:lnTo>
                  <a:lnTo>
                    <a:pt x="153268" y="156416"/>
                  </a:lnTo>
                  <a:lnTo>
                    <a:pt x="152467" y="163867"/>
                  </a:lnTo>
                  <a:lnTo>
                    <a:pt x="152271" y="165695"/>
                  </a:lnTo>
                  <a:lnTo>
                    <a:pt x="152248" y="166334"/>
                  </a:lnTo>
                  <a:lnTo>
                    <a:pt x="152227" y="166943"/>
                  </a:lnTo>
                  <a:lnTo>
                    <a:pt x="152203" y="167601"/>
                  </a:lnTo>
                  <a:lnTo>
                    <a:pt x="152153" y="169021"/>
                  </a:lnTo>
                  <a:lnTo>
                    <a:pt x="152122" y="169900"/>
                  </a:lnTo>
                  <a:lnTo>
                    <a:pt x="152101" y="170498"/>
                  </a:lnTo>
                  <a:lnTo>
                    <a:pt x="152048" y="171994"/>
                  </a:lnTo>
                  <a:lnTo>
                    <a:pt x="152016" y="172898"/>
                  </a:lnTo>
                  <a:lnTo>
                    <a:pt x="151980" y="173429"/>
                  </a:lnTo>
                  <a:lnTo>
                    <a:pt x="151829" y="175615"/>
                  </a:lnTo>
                  <a:lnTo>
                    <a:pt x="151532" y="176551"/>
                  </a:lnTo>
                  <a:lnTo>
                    <a:pt x="150503" y="176425"/>
                  </a:lnTo>
                  <a:lnTo>
                    <a:pt x="149431" y="176294"/>
                  </a:lnTo>
                  <a:lnTo>
                    <a:pt x="148394" y="176170"/>
                  </a:lnTo>
                  <a:lnTo>
                    <a:pt x="143274" y="175560"/>
                  </a:lnTo>
                  <a:lnTo>
                    <a:pt x="142657" y="175487"/>
                  </a:lnTo>
                  <a:lnTo>
                    <a:pt x="141868" y="175495"/>
                  </a:lnTo>
                  <a:lnTo>
                    <a:pt x="140602" y="175507"/>
                  </a:lnTo>
                  <a:lnTo>
                    <a:pt x="135342" y="174693"/>
                  </a:lnTo>
                  <a:lnTo>
                    <a:pt x="132955" y="173717"/>
                  </a:lnTo>
                  <a:lnTo>
                    <a:pt x="130920" y="172886"/>
                  </a:lnTo>
                  <a:lnTo>
                    <a:pt x="128663" y="171372"/>
                  </a:lnTo>
                  <a:lnTo>
                    <a:pt x="127624" y="170675"/>
                  </a:lnTo>
                  <a:lnTo>
                    <a:pt x="123723" y="168058"/>
                  </a:lnTo>
                  <a:lnTo>
                    <a:pt x="122771" y="167441"/>
                  </a:lnTo>
                  <a:lnTo>
                    <a:pt x="122555" y="167300"/>
                  </a:lnTo>
                  <a:lnTo>
                    <a:pt x="121963" y="166917"/>
                  </a:lnTo>
                  <a:lnTo>
                    <a:pt x="121667" y="166725"/>
                  </a:lnTo>
                  <a:lnTo>
                    <a:pt x="120927" y="166245"/>
                  </a:lnTo>
                  <a:lnTo>
                    <a:pt x="120052" y="165677"/>
                  </a:lnTo>
                  <a:lnTo>
                    <a:pt x="119893" y="165575"/>
                  </a:lnTo>
                  <a:lnTo>
                    <a:pt x="119628" y="166126"/>
                  </a:lnTo>
                  <a:lnTo>
                    <a:pt x="117490" y="170570"/>
                  </a:lnTo>
                  <a:lnTo>
                    <a:pt x="112141" y="180874"/>
                  </a:lnTo>
                  <a:lnTo>
                    <a:pt x="109836" y="185315"/>
                  </a:lnTo>
                  <a:lnTo>
                    <a:pt x="109022" y="186882"/>
                  </a:lnTo>
                  <a:lnTo>
                    <a:pt x="108843" y="187227"/>
                  </a:lnTo>
                  <a:lnTo>
                    <a:pt x="108477" y="187932"/>
                  </a:lnTo>
                  <a:lnTo>
                    <a:pt x="107823" y="189245"/>
                  </a:lnTo>
                  <a:lnTo>
                    <a:pt x="107639" y="189614"/>
                  </a:lnTo>
                  <a:lnTo>
                    <a:pt x="107498" y="189899"/>
                  </a:lnTo>
                  <a:lnTo>
                    <a:pt x="107354" y="190186"/>
                  </a:lnTo>
                  <a:lnTo>
                    <a:pt x="107278" y="190322"/>
                  </a:lnTo>
                  <a:lnTo>
                    <a:pt x="106954" y="190953"/>
                  </a:lnTo>
                  <a:lnTo>
                    <a:pt x="101107" y="190466"/>
                  </a:lnTo>
                  <a:lnTo>
                    <a:pt x="100959" y="190454"/>
                  </a:lnTo>
                  <a:lnTo>
                    <a:pt x="100703" y="190486"/>
                  </a:lnTo>
                  <a:lnTo>
                    <a:pt x="100010" y="198545"/>
                  </a:lnTo>
                  <a:lnTo>
                    <a:pt x="99871" y="200152"/>
                  </a:lnTo>
                  <a:lnTo>
                    <a:pt x="99780" y="201219"/>
                  </a:lnTo>
                  <a:lnTo>
                    <a:pt x="99638" y="202860"/>
                  </a:lnTo>
                  <a:lnTo>
                    <a:pt x="99515" y="204288"/>
                  </a:lnTo>
                  <a:lnTo>
                    <a:pt x="99138" y="208670"/>
                  </a:lnTo>
                  <a:lnTo>
                    <a:pt x="99091" y="209221"/>
                  </a:lnTo>
                  <a:lnTo>
                    <a:pt x="98329" y="218075"/>
                  </a:lnTo>
                  <a:lnTo>
                    <a:pt x="97818" y="224012"/>
                  </a:lnTo>
                  <a:lnTo>
                    <a:pt x="97786" y="224386"/>
                  </a:lnTo>
                  <a:lnTo>
                    <a:pt x="97402" y="228847"/>
                  </a:lnTo>
                  <a:lnTo>
                    <a:pt x="97308" y="229939"/>
                  </a:lnTo>
                  <a:lnTo>
                    <a:pt x="96859" y="235146"/>
                  </a:lnTo>
                  <a:lnTo>
                    <a:pt x="96839" y="235381"/>
                  </a:lnTo>
                  <a:lnTo>
                    <a:pt x="96798" y="235858"/>
                  </a:lnTo>
                  <a:lnTo>
                    <a:pt x="96750" y="236421"/>
                  </a:lnTo>
                  <a:lnTo>
                    <a:pt x="96682" y="237212"/>
                  </a:lnTo>
                  <a:lnTo>
                    <a:pt x="96595" y="238224"/>
                  </a:lnTo>
                  <a:lnTo>
                    <a:pt x="96485" y="239500"/>
                  </a:lnTo>
                  <a:lnTo>
                    <a:pt x="96421" y="240239"/>
                  </a:lnTo>
                  <a:lnTo>
                    <a:pt x="95943" y="245788"/>
                  </a:lnTo>
                  <a:lnTo>
                    <a:pt x="95907" y="246216"/>
                  </a:lnTo>
                  <a:lnTo>
                    <a:pt x="95840" y="246988"/>
                  </a:lnTo>
                  <a:lnTo>
                    <a:pt x="94977" y="257018"/>
                  </a:lnTo>
                  <a:lnTo>
                    <a:pt x="94893" y="257997"/>
                  </a:lnTo>
                  <a:lnTo>
                    <a:pt x="94512" y="262420"/>
                  </a:lnTo>
                  <a:lnTo>
                    <a:pt x="94380" y="263958"/>
                  </a:lnTo>
                  <a:lnTo>
                    <a:pt x="94314" y="264721"/>
                  </a:lnTo>
                  <a:lnTo>
                    <a:pt x="94291" y="264983"/>
                  </a:lnTo>
                  <a:lnTo>
                    <a:pt x="94287" y="265602"/>
                  </a:lnTo>
                  <a:lnTo>
                    <a:pt x="94257" y="265856"/>
                  </a:lnTo>
                  <a:lnTo>
                    <a:pt x="93930" y="265837"/>
                  </a:lnTo>
                  <a:lnTo>
                    <a:pt x="93086" y="265790"/>
                  </a:lnTo>
                  <a:lnTo>
                    <a:pt x="92707" y="265752"/>
                  </a:lnTo>
                  <a:lnTo>
                    <a:pt x="92331" y="265715"/>
                  </a:lnTo>
                  <a:lnTo>
                    <a:pt x="91866" y="265669"/>
                  </a:lnTo>
                  <a:lnTo>
                    <a:pt x="90758" y="265559"/>
                  </a:lnTo>
                  <a:lnTo>
                    <a:pt x="89431" y="265427"/>
                  </a:lnTo>
                  <a:lnTo>
                    <a:pt x="86856" y="264736"/>
                  </a:lnTo>
                  <a:lnTo>
                    <a:pt x="85591" y="264397"/>
                  </a:lnTo>
                  <a:lnTo>
                    <a:pt x="83797" y="263916"/>
                  </a:lnTo>
                  <a:lnTo>
                    <a:pt x="78491" y="261721"/>
                  </a:lnTo>
                  <a:lnTo>
                    <a:pt x="76546" y="260476"/>
                  </a:lnTo>
                  <a:lnTo>
                    <a:pt x="75254" y="259649"/>
                  </a:lnTo>
                  <a:lnTo>
                    <a:pt x="72556" y="257557"/>
                  </a:lnTo>
                  <a:lnTo>
                    <a:pt x="70842" y="256228"/>
                  </a:lnTo>
                  <a:lnTo>
                    <a:pt x="69988" y="255566"/>
                  </a:lnTo>
                  <a:lnTo>
                    <a:pt x="69303" y="254797"/>
                  </a:lnTo>
                  <a:lnTo>
                    <a:pt x="69119" y="254591"/>
                  </a:lnTo>
                  <a:lnTo>
                    <a:pt x="67055" y="252275"/>
                  </a:lnTo>
                  <a:lnTo>
                    <a:pt x="65884" y="250961"/>
                  </a:lnTo>
                  <a:lnTo>
                    <a:pt x="65740" y="250733"/>
                  </a:lnTo>
                  <a:lnTo>
                    <a:pt x="65499" y="250350"/>
                  </a:lnTo>
                  <a:lnTo>
                    <a:pt x="64481" y="248735"/>
                  </a:lnTo>
                  <a:lnTo>
                    <a:pt x="63700" y="247496"/>
                  </a:lnTo>
                  <a:lnTo>
                    <a:pt x="61478" y="242967"/>
                  </a:lnTo>
                  <a:lnTo>
                    <a:pt x="60983" y="241958"/>
                  </a:lnTo>
                  <a:lnTo>
                    <a:pt x="60363" y="240537"/>
                  </a:lnTo>
                  <a:lnTo>
                    <a:pt x="59056" y="237541"/>
                  </a:lnTo>
                  <a:lnTo>
                    <a:pt x="54942" y="227641"/>
                  </a:lnTo>
                  <a:lnTo>
                    <a:pt x="54672" y="226992"/>
                  </a:lnTo>
                  <a:lnTo>
                    <a:pt x="49153" y="213711"/>
                  </a:lnTo>
                  <a:lnTo>
                    <a:pt x="48939" y="213197"/>
                  </a:lnTo>
                  <a:lnTo>
                    <a:pt x="48343" y="212220"/>
                  </a:lnTo>
                  <a:lnTo>
                    <a:pt x="47939" y="211161"/>
                  </a:lnTo>
                  <a:lnTo>
                    <a:pt x="47832" y="210882"/>
                  </a:lnTo>
                  <a:lnTo>
                    <a:pt x="47067" y="208880"/>
                  </a:lnTo>
                  <a:lnTo>
                    <a:pt x="46590" y="207632"/>
                  </a:lnTo>
                  <a:lnTo>
                    <a:pt x="45694" y="205293"/>
                  </a:lnTo>
                  <a:lnTo>
                    <a:pt x="45328" y="204449"/>
                  </a:lnTo>
                  <a:lnTo>
                    <a:pt x="45254" y="204280"/>
                  </a:lnTo>
                  <a:lnTo>
                    <a:pt x="45071" y="203858"/>
                  </a:lnTo>
                  <a:lnTo>
                    <a:pt x="43193" y="199539"/>
                  </a:lnTo>
                  <a:lnTo>
                    <a:pt x="40872" y="194198"/>
                  </a:lnTo>
                  <a:lnTo>
                    <a:pt x="40271" y="192763"/>
                  </a:lnTo>
                  <a:lnTo>
                    <a:pt x="39525" y="190979"/>
                  </a:lnTo>
                  <a:lnTo>
                    <a:pt x="34847" y="179805"/>
                  </a:lnTo>
                  <a:lnTo>
                    <a:pt x="33257" y="176069"/>
                  </a:lnTo>
                  <a:lnTo>
                    <a:pt x="32663" y="174673"/>
                  </a:lnTo>
                  <a:lnTo>
                    <a:pt x="31230" y="171307"/>
                  </a:lnTo>
                  <a:lnTo>
                    <a:pt x="31017" y="170908"/>
                  </a:lnTo>
                  <a:lnTo>
                    <a:pt x="30496" y="169935"/>
                  </a:lnTo>
                  <a:lnTo>
                    <a:pt x="29612" y="168284"/>
                  </a:lnTo>
                  <a:lnTo>
                    <a:pt x="29147" y="167415"/>
                  </a:lnTo>
                  <a:lnTo>
                    <a:pt x="28997" y="167141"/>
                  </a:lnTo>
                  <a:lnTo>
                    <a:pt x="28786" y="166754"/>
                  </a:lnTo>
                  <a:lnTo>
                    <a:pt x="28615" y="166442"/>
                  </a:lnTo>
                  <a:lnTo>
                    <a:pt x="26324" y="162251"/>
                  </a:lnTo>
                  <a:lnTo>
                    <a:pt x="25879" y="161435"/>
                  </a:lnTo>
                  <a:lnTo>
                    <a:pt x="23632" y="157784"/>
                  </a:lnTo>
                  <a:lnTo>
                    <a:pt x="23396" y="157400"/>
                  </a:lnTo>
                  <a:lnTo>
                    <a:pt x="22630" y="156157"/>
                  </a:lnTo>
                  <a:lnTo>
                    <a:pt x="17555" y="149560"/>
                  </a:lnTo>
                  <a:lnTo>
                    <a:pt x="14521" y="145616"/>
                  </a:lnTo>
                  <a:lnTo>
                    <a:pt x="13832" y="144720"/>
                  </a:lnTo>
                  <a:lnTo>
                    <a:pt x="10988" y="141023"/>
                  </a:lnTo>
                  <a:lnTo>
                    <a:pt x="9111" y="138583"/>
                  </a:lnTo>
                  <a:lnTo>
                    <a:pt x="8657" y="138053"/>
                  </a:lnTo>
                  <a:lnTo>
                    <a:pt x="7092" y="136226"/>
                  </a:lnTo>
                  <a:lnTo>
                    <a:pt x="6204" y="135188"/>
                  </a:lnTo>
                  <a:lnTo>
                    <a:pt x="4780" y="133525"/>
                  </a:lnTo>
                  <a:lnTo>
                    <a:pt x="3103" y="131700"/>
                  </a:lnTo>
                  <a:lnTo>
                    <a:pt x="1790" y="130270"/>
                  </a:lnTo>
                  <a:lnTo>
                    <a:pt x="1087" y="129505"/>
                  </a:lnTo>
                  <a:lnTo>
                    <a:pt x="785" y="129211"/>
                  </a:lnTo>
                  <a:lnTo>
                    <a:pt x="336" y="128774"/>
                  </a:lnTo>
                  <a:lnTo>
                    <a:pt x="0" y="128445"/>
                  </a:lnTo>
                  <a:lnTo>
                    <a:pt x="546" y="127874"/>
                  </a:lnTo>
                  <a:lnTo>
                    <a:pt x="3379" y="124910"/>
                  </a:lnTo>
                  <a:lnTo>
                    <a:pt x="3852" y="124280"/>
                  </a:lnTo>
                  <a:lnTo>
                    <a:pt x="8490" y="118916"/>
                  </a:lnTo>
                  <a:lnTo>
                    <a:pt x="11648" y="115264"/>
                  </a:lnTo>
                  <a:lnTo>
                    <a:pt x="13401" y="113031"/>
                  </a:lnTo>
                  <a:lnTo>
                    <a:pt x="13911" y="113502"/>
                  </a:lnTo>
                  <a:lnTo>
                    <a:pt x="14086" y="113663"/>
                  </a:lnTo>
                  <a:lnTo>
                    <a:pt x="14683" y="114214"/>
                  </a:lnTo>
                  <a:lnTo>
                    <a:pt x="15567" y="115029"/>
                  </a:lnTo>
                  <a:lnTo>
                    <a:pt x="21453" y="120458"/>
                  </a:lnTo>
                  <a:lnTo>
                    <a:pt x="27805" y="127376"/>
                  </a:lnTo>
                  <a:lnTo>
                    <a:pt x="31902" y="132110"/>
                  </a:lnTo>
                  <a:lnTo>
                    <a:pt x="35582" y="137511"/>
                  </a:lnTo>
                  <a:lnTo>
                    <a:pt x="38332" y="142038"/>
                  </a:lnTo>
                  <a:lnTo>
                    <a:pt x="42573" y="139169"/>
                  </a:lnTo>
                  <a:lnTo>
                    <a:pt x="52268" y="132612"/>
                  </a:lnTo>
                  <a:lnTo>
                    <a:pt x="55346" y="130618"/>
                  </a:lnTo>
                  <a:lnTo>
                    <a:pt x="57213" y="129494"/>
                  </a:lnTo>
                  <a:lnTo>
                    <a:pt x="58828" y="128522"/>
                  </a:lnTo>
                  <a:lnTo>
                    <a:pt x="64616" y="125504"/>
                  </a:lnTo>
                  <a:lnTo>
                    <a:pt x="65945" y="124846"/>
                  </a:lnTo>
                  <a:lnTo>
                    <a:pt x="66867" y="124390"/>
                  </a:lnTo>
                  <a:lnTo>
                    <a:pt x="68004" y="123943"/>
                  </a:lnTo>
                  <a:lnTo>
                    <a:pt x="87327" y="116346"/>
                  </a:lnTo>
                  <a:lnTo>
                    <a:pt x="87805" y="116158"/>
                  </a:lnTo>
                  <a:lnTo>
                    <a:pt x="87711" y="115879"/>
                  </a:lnTo>
                  <a:lnTo>
                    <a:pt x="86960" y="113633"/>
                  </a:lnTo>
                  <a:lnTo>
                    <a:pt x="85051" y="109574"/>
                  </a:lnTo>
                  <a:lnTo>
                    <a:pt x="83617" y="106526"/>
                  </a:lnTo>
                  <a:lnTo>
                    <a:pt x="84074" y="106327"/>
                  </a:lnTo>
                  <a:lnTo>
                    <a:pt x="90135" y="103809"/>
                  </a:lnTo>
                  <a:lnTo>
                    <a:pt x="100082" y="99676"/>
                  </a:lnTo>
                  <a:lnTo>
                    <a:pt x="101983" y="98609"/>
                  </a:lnTo>
                  <a:lnTo>
                    <a:pt x="102729" y="98190"/>
                  </a:lnTo>
                  <a:lnTo>
                    <a:pt x="103232" y="97908"/>
                  </a:lnTo>
                  <a:lnTo>
                    <a:pt x="104491" y="97177"/>
                  </a:lnTo>
                  <a:lnTo>
                    <a:pt x="105582" y="96019"/>
                  </a:lnTo>
                  <a:lnTo>
                    <a:pt x="106032" y="95541"/>
                  </a:lnTo>
                  <a:lnTo>
                    <a:pt x="109643" y="90564"/>
                  </a:lnTo>
                  <a:lnTo>
                    <a:pt x="109933" y="90165"/>
                  </a:lnTo>
                  <a:lnTo>
                    <a:pt x="110447" y="89456"/>
                  </a:lnTo>
                  <a:lnTo>
                    <a:pt x="113481" y="85275"/>
                  </a:lnTo>
                  <a:lnTo>
                    <a:pt x="118369" y="78539"/>
                  </a:lnTo>
                  <a:lnTo>
                    <a:pt x="121928" y="73634"/>
                  </a:lnTo>
                  <a:lnTo>
                    <a:pt x="122337" y="73071"/>
                  </a:lnTo>
                  <a:lnTo>
                    <a:pt x="127275" y="66266"/>
                  </a:lnTo>
                  <a:lnTo>
                    <a:pt x="128781" y="64190"/>
                  </a:lnTo>
                  <a:lnTo>
                    <a:pt x="119988" y="57742"/>
                  </a:lnTo>
                  <a:lnTo>
                    <a:pt x="115750" y="54633"/>
                  </a:lnTo>
                  <a:lnTo>
                    <a:pt x="111777" y="51720"/>
                  </a:lnTo>
                  <a:lnTo>
                    <a:pt x="110828" y="51023"/>
                  </a:lnTo>
                  <a:lnTo>
                    <a:pt x="105471" y="47095"/>
                  </a:lnTo>
                  <a:lnTo>
                    <a:pt x="105153" y="46861"/>
                  </a:lnTo>
                  <a:lnTo>
                    <a:pt x="103421" y="45591"/>
                  </a:lnTo>
                  <a:lnTo>
                    <a:pt x="94084" y="38743"/>
                  </a:lnTo>
                  <a:lnTo>
                    <a:pt x="93846" y="38569"/>
                  </a:lnTo>
                  <a:lnTo>
                    <a:pt x="87918" y="34221"/>
                  </a:lnTo>
                  <a:lnTo>
                    <a:pt x="80597" y="28852"/>
                  </a:lnTo>
                  <a:lnTo>
                    <a:pt x="78782" y="27594"/>
                  </a:lnTo>
                  <a:lnTo>
                    <a:pt x="76046" y="25698"/>
                  </a:lnTo>
                  <a:lnTo>
                    <a:pt x="78000" y="23003"/>
                  </a:lnTo>
                  <a:lnTo>
                    <a:pt x="80170" y="20009"/>
                  </a:lnTo>
                  <a:lnTo>
                    <a:pt x="94679" y="0"/>
                  </a:lnTo>
                  <a:lnTo>
                    <a:pt x="97083" y="1747"/>
                  </a:lnTo>
                  <a:lnTo>
                    <a:pt x="97701" y="2196"/>
                  </a:lnTo>
                  <a:lnTo>
                    <a:pt x="98068" y="2463"/>
                  </a:lnTo>
                  <a:lnTo>
                    <a:pt x="106207" y="8377"/>
                  </a:lnTo>
                  <a:lnTo>
                    <a:pt x="106465" y="8565"/>
                  </a:lnTo>
                  <a:lnTo>
                    <a:pt x="106688" y="8727"/>
                  </a:lnTo>
                  <a:lnTo>
                    <a:pt x="112754" y="13136"/>
                  </a:lnTo>
                  <a:lnTo>
                    <a:pt x="113061" y="13358"/>
                  </a:lnTo>
                  <a:lnTo>
                    <a:pt x="121706" y="19641"/>
                  </a:lnTo>
                  <a:lnTo>
                    <a:pt x="121869" y="19759"/>
                  </a:lnTo>
                  <a:lnTo>
                    <a:pt x="130232" y="25837"/>
                  </a:lnTo>
                  <a:lnTo>
                    <a:pt x="138492" y="31838"/>
                  </a:lnTo>
                  <a:lnTo>
                    <a:pt x="147663" y="38298"/>
                  </a:lnTo>
                  <a:lnTo>
                    <a:pt x="147946" y="38498"/>
                  </a:lnTo>
                  <a:lnTo>
                    <a:pt x="147431" y="39188"/>
                  </a:lnTo>
                  <a:lnTo>
                    <a:pt x="150153" y="41300"/>
                  </a:lnTo>
                  <a:lnTo>
                    <a:pt x="157076" y="47096"/>
                  </a:lnTo>
                  <a:lnTo>
                    <a:pt x="157297" y="47281"/>
                  </a:lnTo>
                  <a:lnTo>
                    <a:pt x="166802" y="55105"/>
                  </a:lnTo>
                  <a:lnTo>
                    <a:pt x="168999" y="56913"/>
                  </a:lnTo>
                  <a:lnTo>
                    <a:pt x="171586" y="59129"/>
                  </a:lnTo>
                  <a:lnTo>
                    <a:pt x="177639" y="64316"/>
                  </a:lnTo>
                  <a:lnTo>
                    <a:pt x="178039" y="64658"/>
                  </a:lnTo>
                  <a:lnTo>
                    <a:pt x="177558" y="65213"/>
                  </a:lnTo>
                  <a:lnTo>
                    <a:pt x="176941" y="65924"/>
                  </a:lnTo>
                  <a:lnTo>
                    <a:pt x="174514" y="68721"/>
                  </a:lnTo>
                  <a:lnTo>
                    <a:pt x="173751" y="69601"/>
                  </a:lnTo>
                  <a:lnTo>
                    <a:pt x="172567" y="70965"/>
                  </a:lnTo>
                  <a:lnTo>
                    <a:pt x="171392" y="72383"/>
                  </a:lnTo>
                  <a:lnTo>
                    <a:pt x="170299" y="73702"/>
                  </a:lnTo>
                  <a:lnTo>
                    <a:pt x="170062" y="73988"/>
                  </a:lnTo>
                  <a:lnTo>
                    <a:pt x="167708" y="76710"/>
                  </a:lnTo>
                  <a:lnTo>
                    <a:pt x="166213" y="78441"/>
                  </a:lnTo>
                  <a:lnTo>
                    <a:pt x="163231" y="82022"/>
                  </a:lnTo>
                  <a:lnTo>
                    <a:pt x="158960" y="87153"/>
                  </a:lnTo>
                  <a:lnTo>
                    <a:pt x="158485" y="87735"/>
                  </a:lnTo>
                  <a:lnTo>
                    <a:pt x="156805" y="89796"/>
                  </a:lnTo>
                  <a:lnTo>
                    <a:pt x="156700" y="89924"/>
                  </a:lnTo>
                  <a:lnTo>
                    <a:pt x="156207" y="90529"/>
                  </a:lnTo>
                  <a:lnTo>
                    <a:pt x="152834" y="94970"/>
                  </a:lnTo>
                  <a:lnTo>
                    <a:pt x="152378" y="95668"/>
                  </a:lnTo>
                  <a:lnTo>
                    <a:pt x="151644" y="96792"/>
                  </a:lnTo>
                  <a:lnTo>
                    <a:pt x="151407" y="97155"/>
                  </a:lnTo>
                  <a:lnTo>
                    <a:pt x="151038" y="97798"/>
                  </a:lnTo>
                  <a:lnTo>
                    <a:pt x="150817" y="98184"/>
                  </a:lnTo>
                  <a:lnTo>
                    <a:pt x="150662" y="98455"/>
                  </a:lnTo>
                  <a:lnTo>
                    <a:pt x="150337" y="99022"/>
                  </a:lnTo>
                  <a:lnTo>
                    <a:pt x="149744" y="100058"/>
                  </a:lnTo>
                  <a:lnTo>
                    <a:pt x="149618" y="100278"/>
                  </a:lnTo>
                  <a:lnTo>
                    <a:pt x="147638" y="10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14497" y="4088728"/>
              <a:ext cx="156702" cy="139733"/>
            </a:xfrm>
            <a:custGeom>
              <a:avLst/>
              <a:pathLst>
                <a:path w="156702" h="139733">
                  <a:moveTo>
                    <a:pt x="131768" y="58630"/>
                  </a:moveTo>
                  <a:lnTo>
                    <a:pt x="125536" y="68502"/>
                  </a:lnTo>
                  <a:lnTo>
                    <a:pt x="125073" y="69235"/>
                  </a:lnTo>
                  <a:lnTo>
                    <a:pt x="121926" y="74220"/>
                  </a:lnTo>
                  <a:lnTo>
                    <a:pt x="118057" y="80348"/>
                  </a:lnTo>
                  <a:lnTo>
                    <a:pt x="117794" y="80765"/>
                  </a:lnTo>
                  <a:lnTo>
                    <a:pt x="114844" y="85437"/>
                  </a:lnTo>
                  <a:lnTo>
                    <a:pt x="113812" y="87198"/>
                  </a:lnTo>
                  <a:lnTo>
                    <a:pt x="113635" y="87501"/>
                  </a:lnTo>
                  <a:lnTo>
                    <a:pt x="112290" y="89795"/>
                  </a:lnTo>
                  <a:lnTo>
                    <a:pt x="111933" y="90404"/>
                  </a:lnTo>
                  <a:lnTo>
                    <a:pt x="110808" y="92263"/>
                  </a:lnTo>
                  <a:lnTo>
                    <a:pt x="107212" y="98208"/>
                  </a:lnTo>
                  <a:lnTo>
                    <a:pt x="102406" y="95384"/>
                  </a:lnTo>
                  <a:lnTo>
                    <a:pt x="99683" y="93788"/>
                  </a:lnTo>
                  <a:lnTo>
                    <a:pt x="99395" y="93619"/>
                  </a:lnTo>
                  <a:lnTo>
                    <a:pt x="95664" y="92958"/>
                  </a:lnTo>
                  <a:lnTo>
                    <a:pt x="91379" y="92717"/>
                  </a:lnTo>
                  <a:lnTo>
                    <a:pt x="89293" y="92600"/>
                  </a:lnTo>
                  <a:lnTo>
                    <a:pt x="89755" y="95734"/>
                  </a:lnTo>
                  <a:lnTo>
                    <a:pt x="89492" y="96204"/>
                  </a:lnTo>
                  <a:lnTo>
                    <a:pt x="88475" y="97736"/>
                  </a:lnTo>
                  <a:lnTo>
                    <a:pt x="87539" y="99145"/>
                  </a:lnTo>
                  <a:lnTo>
                    <a:pt x="86947" y="100035"/>
                  </a:lnTo>
                  <a:lnTo>
                    <a:pt x="84421" y="103990"/>
                  </a:lnTo>
                  <a:lnTo>
                    <a:pt x="84013" y="104309"/>
                  </a:lnTo>
                  <a:lnTo>
                    <a:pt x="82516" y="105484"/>
                  </a:lnTo>
                  <a:lnTo>
                    <a:pt x="82362" y="105605"/>
                  </a:lnTo>
                  <a:lnTo>
                    <a:pt x="80271" y="107246"/>
                  </a:lnTo>
                  <a:lnTo>
                    <a:pt x="79927" y="107513"/>
                  </a:lnTo>
                  <a:lnTo>
                    <a:pt x="78495" y="108601"/>
                  </a:lnTo>
                  <a:lnTo>
                    <a:pt x="78067" y="108926"/>
                  </a:lnTo>
                  <a:lnTo>
                    <a:pt x="77773" y="109149"/>
                  </a:lnTo>
                  <a:lnTo>
                    <a:pt x="76182" y="107388"/>
                  </a:lnTo>
                  <a:lnTo>
                    <a:pt x="75964" y="107147"/>
                  </a:lnTo>
                  <a:lnTo>
                    <a:pt x="74627" y="109637"/>
                  </a:lnTo>
                  <a:lnTo>
                    <a:pt x="72768" y="113380"/>
                  </a:lnTo>
                  <a:lnTo>
                    <a:pt x="74054" y="114017"/>
                  </a:lnTo>
                  <a:lnTo>
                    <a:pt x="75276" y="114622"/>
                  </a:lnTo>
                  <a:lnTo>
                    <a:pt x="74327" y="114806"/>
                  </a:lnTo>
                  <a:lnTo>
                    <a:pt x="75025" y="116822"/>
                  </a:lnTo>
                  <a:lnTo>
                    <a:pt x="75039" y="122563"/>
                  </a:lnTo>
                  <a:lnTo>
                    <a:pt x="74971" y="123383"/>
                  </a:lnTo>
                  <a:lnTo>
                    <a:pt x="79568" y="123603"/>
                  </a:lnTo>
                  <a:lnTo>
                    <a:pt x="79661" y="126291"/>
                  </a:lnTo>
                  <a:lnTo>
                    <a:pt x="78793" y="127143"/>
                  </a:lnTo>
                  <a:lnTo>
                    <a:pt x="78192" y="126362"/>
                  </a:lnTo>
                  <a:lnTo>
                    <a:pt x="76777" y="128904"/>
                  </a:lnTo>
                  <a:lnTo>
                    <a:pt x="76691" y="129124"/>
                  </a:lnTo>
                  <a:lnTo>
                    <a:pt x="76270" y="130190"/>
                  </a:lnTo>
                  <a:lnTo>
                    <a:pt x="75582" y="131936"/>
                  </a:lnTo>
                  <a:lnTo>
                    <a:pt x="75042" y="133304"/>
                  </a:lnTo>
                  <a:lnTo>
                    <a:pt x="70520" y="139733"/>
                  </a:lnTo>
                  <a:lnTo>
                    <a:pt x="70387" y="139639"/>
                  </a:lnTo>
                  <a:lnTo>
                    <a:pt x="68696" y="138350"/>
                  </a:lnTo>
                  <a:lnTo>
                    <a:pt x="67128" y="137155"/>
                  </a:lnTo>
                  <a:lnTo>
                    <a:pt x="65382" y="135824"/>
                  </a:lnTo>
                  <a:lnTo>
                    <a:pt x="64908" y="135495"/>
                  </a:lnTo>
                  <a:lnTo>
                    <a:pt x="64275" y="135198"/>
                  </a:lnTo>
                  <a:lnTo>
                    <a:pt x="62052" y="134154"/>
                  </a:lnTo>
                  <a:lnTo>
                    <a:pt x="61733" y="134151"/>
                  </a:lnTo>
                  <a:lnTo>
                    <a:pt x="59440" y="134129"/>
                  </a:lnTo>
                  <a:lnTo>
                    <a:pt x="56519" y="133959"/>
                  </a:lnTo>
                  <a:lnTo>
                    <a:pt x="55317" y="133586"/>
                  </a:lnTo>
                  <a:lnTo>
                    <a:pt x="55081" y="133049"/>
                  </a:lnTo>
                  <a:lnTo>
                    <a:pt x="54842" y="132798"/>
                  </a:lnTo>
                  <a:lnTo>
                    <a:pt x="53478" y="131366"/>
                  </a:lnTo>
                  <a:lnTo>
                    <a:pt x="52364" y="130196"/>
                  </a:lnTo>
                  <a:lnTo>
                    <a:pt x="49199" y="126872"/>
                  </a:lnTo>
                  <a:lnTo>
                    <a:pt x="47446" y="125031"/>
                  </a:lnTo>
                  <a:lnTo>
                    <a:pt x="46285" y="123810"/>
                  </a:lnTo>
                  <a:lnTo>
                    <a:pt x="45620" y="123301"/>
                  </a:lnTo>
                  <a:lnTo>
                    <a:pt x="44836" y="122985"/>
                  </a:lnTo>
                  <a:lnTo>
                    <a:pt x="43198" y="122427"/>
                  </a:lnTo>
                  <a:lnTo>
                    <a:pt x="38082" y="120860"/>
                  </a:lnTo>
                  <a:lnTo>
                    <a:pt x="37638" y="123103"/>
                  </a:lnTo>
                  <a:lnTo>
                    <a:pt x="31349" y="121926"/>
                  </a:lnTo>
                  <a:lnTo>
                    <a:pt x="25545" y="119594"/>
                  </a:lnTo>
                  <a:lnTo>
                    <a:pt x="21902" y="117659"/>
                  </a:lnTo>
                  <a:lnTo>
                    <a:pt x="17318" y="114965"/>
                  </a:lnTo>
                  <a:lnTo>
                    <a:pt x="14991" y="112901"/>
                  </a:lnTo>
                  <a:lnTo>
                    <a:pt x="13851" y="112367"/>
                  </a:lnTo>
                  <a:lnTo>
                    <a:pt x="11310" y="111615"/>
                  </a:lnTo>
                  <a:lnTo>
                    <a:pt x="9482" y="111299"/>
                  </a:lnTo>
                  <a:lnTo>
                    <a:pt x="6414" y="111509"/>
                  </a:lnTo>
                  <a:lnTo>
                    <a:pt x="4747" y="112974"/>
                  </a:lnTo>
                  <a:lnTo>
                    <a:pt x="2908" y="113157"/>
                  </a:lnTo>
                  <a:lnTo>
                    <a:pt x="2426" y="113205"/>
                  </a:lnTo>
                  <a:lnTo>
                    <a:pt x="832" y="113252"/>
                  </a:lnTo>
                  <a:lnTo>
                    <a:pt x="0" y="113277"/>
                  </a:lnTo>
                  <a:lnTo>
                    <a:pt x="0" y="111685"/>
                  </a:lnTo>
                  <a:lnTo>
                    <a:pt x="683" y="110015"/>
                  </a:lnTo>
                  <a:lnTo>
                    <a:pt x="7946" y="109743"/>
                  </a:lnTo>
                  <a:lnTo>
                    <a:pt x="8554" y="107413"/>
                  </a:lnTo>
                  <a:lnTo>
                    <a:pt x="14026" y="107724"/>
                  </a:lnTo>
                  <a:lnTo>
                    <a:pt x="22993" y="111841"/>
                  </a:lnTo>
                  <a:lnTo>
                    <a:pt x="32264" y="113550"/>
                  </a:lnTo>
                  <a:lnTo>
                    <a:pt x="32872" y="108734"/>
                  </a:lnTo>
                  <a:lnTo>
                    <a:pt x="28540" y="105860"/>
                  </a:lnTo>
                  <a:lnTo>
                    <a:pt x="27628" y="106636"/>
                  </a:lnTo>
                  <a:lnTo>
                    <a:pt x="19193" y="105704"/>
                  </a:lnTo>
                  <a:lnTo>
                    <a:pt x="12354" y="103063"/>
                  </a:lnTo>
                  <a:lnTo>
                    <a:pt x="18281" y="91956"/>
                  </a:lnTo>
                  <a:lnTo>
                    <a:pt x="15318" y="87062"/>
                  </a:lnTo>
                  <a:lnTo>
                    <a:pt x="16154" y="83800"/>
                  </a:lnTo>
                  <a:lnTo>
                    <a:pt x="12780" y="81789"/>
                  </a:lnTo>
                  <a:lnTo>
                    <a:pt x="13014" y="81204"/>
                  </a:lnTo>
                  <a:lnTo>
                    <a:pt x="17170" y="74815"/>
                  </a:lnTo>
                  <a:lnTo>
                    <a:pt x="24289" y="78523"/>
                  </a:lnTo>
                  <a:lnTo>
                    <a:pt x="26971" y="79921"/>
                  </a:lnTo>
                  <a:lnTo>
                    <a:pt x="28238" y="80136"/>
                  </a:lnTo>
                  <a:lnTo>
                    <a:pt x="32881" y="79381"/>
                  </a:lnTo>
                  <a:lnTo>
                    <a:pt x="32885" y="78725"/>
                  </a:lnTo>
                  <a:lnTo>
                    <a:pt x="34773" y="78303"/>
                  </a:lnTo>
                  <a:lnTo>
                    <a:pt x="35545" y="78131"/>
                  </a:lnTo>
                  <a:lnTo>
                    <a:pt x="36562" y="77870"/>
                  </a:lnTo>
                  <a:lnTo>
                    <a:pt x="36806" y="77808"/>
                  </a:lnTo>
                  <a:lnTo>
                    <a:pt x="37860" y="77538"/>
                  </a:lnTo>
                  <a:lnTo>
                    <a:pt x="38098" y="77477"/>
                  </a:lnTo>
                  <a:lnTo>
                    <a:pt x="41879" y="76509"/>
                  </a:lnTo>
                  <a:lnTo>
                    <a:pt x="41897" y="76674"/>
                  </a:lnTo>
                  <a:lnTo>
                    <a:pt x="43150" y="77870"/>
                  </a:lnTo>
                  <a:lnTo>
                    <a:pt x="43804" y="78495"/>
                  </a:lnTo>
                  <a:lnTo>
                    <a:pt x="44058" y="78737"/>
                  </a:lnTo>
                  <a:lnTo>
                    <a:pt x="44993" y="79221"/>
                  </a:lnTo>
                  <a:lnTo>
                    <a:pt x="48276" y="80910"/>
                  </a:lnTo>
                  <a:lnTo>
                    <a:pt x="50620" y="78214"/>
                  </a:lnTo>
                  <a:lnTo>
                    <a:pt x="55386" y="77900"/>
                  </a:lnTo>
                  <a:lnTo>
                    <a:pt x="59757" y="77723"/>
                  </a:lnTo>
                  <a:lnTo>
                    <a:pt x="59871" y="79333"/>
                  </a:lnTo>
                  <a:lnTo>
                    <a:pt x="71840" y="72748"/>
                  </a:lnTo>
                  <a:lnTo>
                    <a:pt x="72061" y="72627"/>
                  </a:lnTo>
                  <a:lnTo>
                    <a:pt x="77201" y="69799"/>
                  </a:lnTo>
                  <a:lnTo>
                    <a:pt x="78241" y="69228"/>
                  </a:lnTo>
                  <a:lnTo>
                    <a:pt x="79136" y="68241"/>
                  </a:lnTo>
                  <a:lnTo>
                    <a:pt x="78977" y="68147"/>
                  </a:lnTo>
                  <a:lnTo>
                    <a:pt x="78324" y="67761"/>
                  </a:lnTo>
                  <a:lnTo>
                    <a:pt x="78653" y="67246"/>
                  </a:lnTo>
                  <a:lnTo>
                    <a:pt x="82262" y="61770"/>
                  </a:lnTo>
                  <a:lnTo>
                    <a:pt x="83728" y="62678"/>
                  </a:lnTo>
                  <a:lnTo>
                    <a:pt x="86328" y="64290"/>
                  </a:lnTo>
                  <a:lnTo>
                    <a:pt x="86594" y="63871"/>
                  </a:lnTo>
                  <a:lnTo>
                    <a:pt x="88301" y="61186"/>
                  </a:lnTo>
                  <a:lnTo>
                    <a:pt x="91031" y="56890"/>
                  </a:lnTo>
                  <a:lnTo>
                    <a:pt x="94172" y="51947"/>
                  </a:lnTo>
                  <a:lnTo>
                    <a:pt x="94546" y="51358"/>
                  </a:lnTo>
                  <a:lnTo>
                    <a:pt x="95652" y="49617"/>
                  </a:lnTo>
                  <a:lnTo>
                    <a:pt x="95988" y="49088"/>
                  </a:lnTo>
                  <a:lnTo>
                    <a:pt x="96301" y="48596"/>
                  </a:lnTo>
                  <a:lnTo>
                    <a:pt x="98187" y="45629"/>
                  </a:lnTo>
                  <a:lnTo>
                    <a:pt x="98693" y="44831"/>
                  </a:lnTo>
                  <a:lnTo>
                    <a:pt x="99072" y="44236"/>
                  </a:lnTo>
                  <a:lnTo>
                    <a:pt x="101620" y="40226"/>
                  </a:lnTo>
                  <a:lnTo>
                    <a:pt x="101969" y="39676"/>
                  </a:lnTo>
                  <a:lnTo>
                    <a:pt x="102143" y="39404"/>
                  </a:lnTo>
                  <a:lnTo>
                    <a:pt x="102277" y="39192"/>
                  </a:lnTo>
                  <a:lnTo>
                    <a:pt x="102434" y="38945"/>
                  </a:lnTo>
                  <a:lnTo>
                    <a:pt x="105825" y="33609"/>
                  </a:lnTo>
                  <a:lnTo>
                    <a:pt x="106109" y="33163"/>
                  </a:lnTo>
                  <a:lnTo>
                    <a:pt x="106371" y="32750"/>
                  </a:lnTo>
                  <a:lnTo>
                    <a:pt x="108507" y="29363"/>
                  </a:lnTo>
                  <a:lnTo>
                    <a:pt x="108588" y="29234"/>
                  </a:lnTo>
                  <a:lnTo>
                    <a:pt x="111355" y="24848"/>
                  </a:lnTo>
                  <a:lnTo>
                    <a:pt x="112343" y="23282"/>
                  </a:lnTo>
                  <a:lnTo>
                    <a:pt x="112436" y="23134"/>
                  </a:lnTo>
                  <a:lnTo>
                    <a:pt x="112705" y="22708"/>
                  </a:lnTo>
                  <a:lnTo>
                    <a:pt x="114017" y="20628"/>
                  </a:lnTo>
                  <a:lnTo>
                    <a:pt x="114306" y="20169"/>
                  </a:lnTo>
                  <a:lnTo>
                    <a:pt x="114893" y="19239"/>
                  </a:lnTo>
                  <a:lnTo>
                    <a:pt x="115960" y="17547"/>
                  </a:lnTo>
                  <a:lnTo>
                    <a:pt x="116257" y="17077"/>
                  </a:lnTo>
                  <a:lnTo>
                    <a:pt x="116929" y="16011"/>
                  </a:lnTo>
                  <a:lnTo>
                    <a:pt x="125018" y="3185"/>
                  </a:lnTo>
                  <a:lnTo>
                    <a:pt x="127028" y="0"/>
                  </a:lnTo>
                  <a:lnTo>
                    <a:pt x="128351" y="908"/>
                  </a:lnTo>
                  <a:lnTo>
                    <a:pt x="130422" y="2201"/>
                  </a:lnTo>
                  <a:lnTo>
                    <a:pt x="135433" y="5327"/>
                  </a:lnTo>
                  <a:lnTo>
                    <a:pt x="137010" y="6311"/>
                  </a:lnTo>
                  <a:lnTo>
                    <a:pt x="141415" y="9060"/>
                  </a:lnTo>
                  <a:lnTo>
                    <a:pt x="142771" y="9906"/>
                  </a:lnTo>
                  <a:lnTo>
                    <a:pt x="148391" y="13413"/>
                  </a:lnTo>
                  <a:lnTo>
                    <a:pt x="149500" y="14105"/>
                  </a:lnTo>
                  <a:lnTo>
                    <a:pt x="156205" y="18289"/>
                  </a:lnTo>
                  <a:lnTo>
                    <a:pt x="156702" y="18720"/>
                  </a:lnTo>
                  <a:lnTo>
                    <a:pt x="156275" y="19416"/>
                  </a:lnTo>
                  <a:lnTo>
                    <a:pt x="155620" y="20482"/>
                  </a:lnTo>
                  <a:lnTo>
                    <a:pt x="154813" y="21797"/>
                  </a:lnTo>
                  <a:lnTo>
                    <a:pt x="152727" y="25194"/>
                  </a:lnTo>
                  <a:lnTo>
                    <a:pt x="151601" y="27028"/>
                  </a:lnTo>
                  <a:lnTo>
                    <a:pt x="146937" y="34624"/>
                  </a:lnTo>
                  <a:lnTo>
                    <a:pt x="146767" y="34901"/>
                  </a:lnTo>
                  <a:lnTo>
                    <a:pt x="146616" y="35147"/>
                  </a:lnTo>
                  <a:lnTo>
                    <a:pt x="144976" y="37867"/>
                  </a:lnTo>
                  <a:lnTo>
                    <a:pt x="141380" y="43832"/>
                  </a:lnTo>
                  <a:lnTo>
                    <a:pt x="141093" y="44322"/>
                  </a:lnTo>
                  <a:lnTo>
                    <a:pt x="139984" y="46218"/>
                  </a:lnTo>
                  <a:lnTo>
                    <a:pt x="137841" y="49485"/>
                  </a:lnTo>
                  <a:lnTo>
                    <a:pt x="137246" y="50391"/>
                  </a:lnTo>
                  <a:lnTo>
                    <a:pt x="136902" y="50916"/>
                  </a:lnTo>
                  <a:lnTo>
                    <a:pt x="136294" y="51842"/>
                  </a:lnTo>
                  <a:lnTo>
                    <a:pt x="135931" y="52396"/>
                  </a:lnTo>
                  <a:lnTo>
                    <a:pt x="135628" y="52803"/>
                  </a:lnTo>
                  <a:lnTo>
                    <a:pt x="135230" y="53338"/>
                  </a:lnTo>
                  <a:lnTo>
                    <a:pt x="133879" y="55157"/>
                  </a:lnTo>
                  <a:lnTo>
                    <a:pt x="133533" y="55725"/>
                  </a:lnTo>
                  <a:lnTo>
                    <a:pt x="131906" y="5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27953" y="3998275"/>
              <a:ext cx="292588" cy="171369"/>
            </a:xfrm>
            <a:custGeom>
              <a:avLst/>
              <a:pathLst>
                <a:path w="292588" h="171369">
                  <a:moveTo>
                    <a:pt x="38328" y="0"/>
                  </a:moveTo>
                  <a:lnTo>
                    <a:pt x="41273" y="2573"/>
                  </a:lnTo>
                  <a:lnTo>
                    <a:pt x="40228" y="8495"/>
                  </a:lnTo>
                  <a:lnTo>
                    <a:pt x="48710" y="24967"/>
                  </a:lnTo>
                  <a:lnTo>
                    <a:pt x="51774" y="27225"/>
                  </a:lnTo>
                  <a:lnTo>
                    <a:pt x="53555" y="33560"/>
                  </a:lnTo>
                  <a:lnTo>
                    <a:pt x="52344" y="35890"/>
                  </a:lnTo>
                  <a:lnTo>
                    <a:pt x="54625" y="40389"/>
                  </a:lnTo>
                  <a:lnTo>
                    <a:pt x="83710" y="50907"/>
                  </a:lnTo>
                  <a:lnTo>
                    <a:pt x="95869" y="51528"/>
                  </a:lnTo>
                  <a:lnTo>
                    <a:pt x="108787" y="54946"/>
                  </a:lnTo>
                  <a:lnTo>
                    <a:pt x="110763" y="51839"/>
                  </a:lnTo>
                  <a:lnTo>
                    <a:pt x="106052" y="42829"/>
                  </a:lnTo>
                  <a:lnTo>
                    <a:pt x="108906" y="25950"/>
                  </a:lnTo>
                  <a:lnTo>
                    <a:pt x="111446" y="24254"/>
                  </a:lnTo>
                  <a:lnTo>
                    <a:pt x="114277" y="25317"/>
                  </a:lnTo>
                  <a:lnTo>
                    <a:pt x="116690" y="31177"/>
                  </a:lnTo>
                  <a:lnTo>
                    <a:pt x="116082" y="40965"/>
                  </a:lnTo>
                  <a:lnTo>
                    <a:pt x="123530" y="49043"/>
                  </a:lnTo>
                  <a:lnTo>
                    <a:pt x="133257" y="48887"/>
                  </a:lnTo>
                  <a:lnTo>
                    <a:pt x="141616" y="54014"/>
                  </a:lnTo>
                  <a:lnTo>
                    <a:pt x="164717" y="46557"/>
                  </a:lnTo>
                  <a:lnTo>
                    <a:pt x="169915" y="35322"/>
                  </a:lnTo>
                  <a:lnTo>
                    <a:pt x="179360" y="38756"/>
                  </a:lnTo>
                  <a:lnTo>
                    <a:pt x="174596" y="47800"/>
                  </a:lnTo>
                  <a:lnTo>
                    <a:pt x="180524" y="48732"/>
                  </a:lnTo>
                  <a:lnTo>
                    <a:pt x="181588" y="43450"/>
                  </a:lnTo>
                  <a:lnTo>
                    <a:pt x="192531" y="38324"/>
                  </a:lnTo>
                  <a:lnTo>
                    <a:pt x="195114" y="39877"/>
                  </a:lnTo>
                  <a:lnTo>
                    <a:pt x="198526" y="35138"/>
                  </a:lnTo>
                  <a:lnTo>
                    <a:pt x="200908" y="35415"/>
                  </a:lnTo>
                  <a:lnTo>
                    <a:pt x="203608" y="35881"/>
                  </a:lnTo>
                  <a:lnTo>
                    <a:pt x="202865" y="38634"/>
                  </a:lnTo>
                  <a:lnTo>
                    <a:pt x="205905" y="41120"/>
                  </a:lnTo>
                  <a:lnTo>
                    <a:pt x="209705" y="40343"/>
                  </a:lnTo>
                  <a:lnTo>
                    <a:pt x="210674" y="40107"/>
                  </a:lnTo>
                  <a:lnTo>
                    <a:pt x="212972" y="43603"/>
                  </a:lnTo>
                  <a:lnTo>
                    <a:pt x="212592" y="44848"/>
                  </a:lnTo>
                  <a:lnTo>
                    <a:pt x="210769" y="47800"/>
                  </a:lnTo>
                  <a:lnTo>
                    <a:pt x="213504" y="61626"/>
                  </a:lnTo>
                  <a:lnTo>
                    <a:pt x="216240" y="63956"/>
                  </a:lnTo>
                  <a:lnTo>
                    <a:pt x="223687" y="54791"/>
                  </a:lnTo>
                  <a:lnTo>
                    <a:pt x="226423" y="47645"/>
                  </a:lnTo>
                  <a:lnTo>
                    <a:pt x="236492" y="50538"/>
                  </a:lnTo>
                  <a:lnTo>
                    <a:pt x="231749" y="58397"/>
                  </a:lnTo>
                  <a:lnTo>
                    <a:pt x="222278" y="69366"/>
                  </a:lnTo>
                  <a:lnTo>
                    <a:pt x="219520" y="75208"/>
                  </a:lnTo>
                  <a:lnTo>
                    <a:pt x="218439" y="76385"/>
                  </a:lnTo>
                  <a:lnTo>
                    <a:pt x="217822" y="78291"/>
                  </a:lnTo>
                  <a:lnTo>
                    <a:pt x="216951" y="79812"/>
                  </a:lnTo>
                  <a:lnTo>
                    <a:pt x="216688" y="80272"/>
                  </a:lnTo>
                  <a:lnTo>
                    <a:pt x="219518" y="80213"/>
                  </a:lnTo>
                  <a:lnTo>
                    <a:pt x="220939" y="79815"/>
                  </a:lnTo>
                  <a:lnTo>
                    <a:pt x="221168" y="79751"/>
                  </a:lnTo>
                  <a:lnTo>
                    <a:pt x="221681" y="79607"/>
                  </a:lnTo>
                  <a:lnTo>
                    <a:pt x="223830" y="79917"/>
                  </a:lnTo>
                  <a:lnTo>
                    <a:pt x="226634" y="79034"/>
                  </a:lnTo>
                  <a:lnTo>
                    <a:pt x="226826" y="79022"/>
                  </a:lnTo>
                  <a:lnTo>
                    <a:pt x="227306" y="78991"/>
                  </a:lnTo>
                  <a:lnTo>
                    <a:pt x="229413" y="78859"/>
                  </a:lnTo>
                  <a:lnTo>
                    <a:pt x="231393" y="78771"/>
                  </a:lnTo>
                  <a:lnTo>
                    <a:pt x="231851" y="78556"/>
                  </a:lnTo>
                  <a:lnTo>
                    <a:pt x="233255" y="77895"/>
                  </a:lnTo>
                  <a:lnTo>
                    <a:pt x="233765" y="77655"/>
                  </a:lnTo>
                  <a:lnTo>
                    <a:pt x="236323" y="76990"/>
                  </a:lnTo>
                  <a:lnTo>
                    <a:pt x="236513" y="76941"/>
                  </a:lnTo>
                  <a:lnTo>
                    <a:pt x="238652" y="76937"/>
                  </a:lnTo>
                  <a:lnTo>
                    <a:pt x="239157" y="76936"/>
                  </a:lnTo>
                  <a:lnTo>
                    <a:pt x="240005" y="77103"/>
                  </a:lnTo>
                  <a:lnTo>
                    <a:pt x="241580" y="77569"/>
                  </a:lnTo>
                  <a:lnTo>
                    <a:pt x="241896" y="77866"/>
                  </a:lnTo>
                  <a:lnTo>
                    <a:pt x="243052" y="72302"/>
                  </a:lnTo>
                  <a:lnTo>
                    <a:pt x="244477" y="71800"/>
                  </a:lnTo>
                  <a:lnTo>
                    <a:pt x="245523" y="70885"/>
                  </a:lnTo>
                  <a:lnTo>
                    <a:pt x="246752" y="71509"/>
                  </a:lnTo>
                  <a:lnTo>
                    <a:pt x="247490" y="71893"/>
                  </a:lnTo>
                  <a:lnTo>
                    <a:pt x="248199" y="72310"/>
                  </a:lnTo>
                  <a:lnTo>
                    <a:pt x="248481" y="72496"/>
                  </a:lnTo>
                  <a:lnTo>
                    <a:pt x="248445" y="72633"/>
                  </a:lnTo>
                  <a:lnTo>
                    <a:pt x="247814" y="73432"/>
                  </a:lnTo>
                  <a:lnTo>
                    <a:pt x="246927" y="74557"/>
                  </a:lnTo>
                  <a:lnTo>
                    <a:pt x="247287" y="77345"/>
                  </a:lnTo>
                  <a:lnTo>
                    <a:pt x="247378" y="78045"/>
                  </a:lnTo>
                  <a:lnTo>
                    <a:pt x="247436" y="78203"/>
                  </a:lnTo>
                  <a:lnTo>
                    <a:pt x="249096" y="77773"/>
                  </a:lnTo>
                  <a:lnTo>
                    <a:pt x="249337" y="77790"/>
                  </a:lnTo>
                  <a:lnTo>
                    <a:pt x="249540" y="77805"/>
                  </a:lnTo>
                  <a:lnTo>
                    <a:pt x="251594" y="78386"/>
                  </a:lnTo>
                  <a:lnTo>
                    <a:pt x="252166" y="78705"/>
                  </a:lnTo>
                  <a:lnTo>
                    <a:pt x="252876" y="79100"/>
                  </a:lnTo>
                  <a:lnTo>
                    <a:pt x="253517" y="80250"/>
                  </a:lnTo>
                  <a:lnTo>
                    <a:pt x="251498" y="84297"/>
                  </a:lnTo>
                  <a:lnTo>
                    <a:pt x="250816" y="85807"/>
                  </a:lnTo>
                  <a:lnTo>
                    <a:pt x="250624" y="86280"/>
                  </a:lnTo>
                  <a:lnTo>
                    <a:pt x="249298" y="89533"/>
                  </a:lnTo>
                  <a:lnTo>
                    <a:pt x="249095" y="90029"/>
                  </a:lnTo>
                  <a:lnTo>
                    <a:pt x="246676" y="89579"/>
                  </a:lnTo>
                  <a:lnTo>
                    <a:pt x="245014" y="89474"/>
                  </a:lnTo>
                  <a:lnTo>
                    <a:pt x="244368" y="89433"/>
                  </a:lnTo>
                  <a:lnTo>
                    <a:pt x="244168" y="89447"/>
                  </a:lnTo>
                  <a:lnTo>
                    <a:pt x="243897" y="93815"/>
                  </a:lnTo>
                  <a:lnTo>
                    <a:pt x="243884" y="94036"/>
                  </a:lnTo>
                  <a:lnTo>
                    <a:pt x="246878" y="94497"/>
                  </a:lnTo>
                  <a:lnTo>
                    <a:pt x="247114" y="94534"/>
                  </a:lnTo>
                  <a:lnTo>
                    <a:pt x="247301" y="94645"/>
                  </a:lnTo>
                  <a:lnTo>
                    <a:pt x="248030" y="94937"/>
                  </a:lnTo>
                  <a:lnTo>
                    <a:pt x="248364" y="95144"/>
                  </a:lnTo>
                  <a:lnTo>
                    <a:pt x="248678" y="95339"/>
                  </a:lnTo>
                  <a:lnTo>
                    <a:pt x="250596" y="96528"/>
                  </a:lnTo>
                  <a:lnTo>
                    <a:pt x="254384" y="98878"/>
                  </a:lnTo>
                  <a:lnTo>
                    <a:pt x="254834" y="99157"/>
                  </a:lnTo>
                  <a:lnTo>
                    <a:pt x="260631" y="102753"/>
                  </a:lnTo>
                  <a:lnTo>
                    <a:pt x="260934" y="102942"/>
                  </a:lnTo>
                  <a:lnTo>
                    <a:pt x="263749" y="104706"/>
                  </a:lnTo>
                  <a:lnTo>
                    <a:pt x="267162" y="106844"/>
                  </a:lnTo>
                  <a:lnTo>
                    <a:pt x="267590" y="107112"/>
                  </a:lnTo>
                  <a:lnTo>
                    <a:pt x="269615" y="108381"/>
                  </a:lnTo>
                  <a:lnTo>
                    <a:pt x="270938" y="109210"/>
                  </a:lnTo>
                  <a:lnTo>
                    <a:pt x="272995" y="110578"/>
                  </a:lnTo>
                  <a:lnTo>
                    <a:pt x="275884" y="112500"/>
                  </a:lnTo>
                  <a:lnTo>
                    <a:pt x="276262" y="112751"/>
                  </a:lnTo>
                  <a:lnTo>
                    <a:pt x="277943" y="113870"/>
                  </a:lnTo>
                  <a:lnTo>
                    <a:pt x="278901" y="114576"/>
                  </a:lnTo>
                  <a:lnTo>
                    <a:pt x="279887" y="115301"/>
                  </a:lnTo>
                  <a:lnTo>
                    <a:pt x="282466" y="117201"/>
                  </a:lnTo>
                  <a:lnTo>
                    <a:pt x="282648" y="117335"/>
                  </a:lnTo>
                  <a:lnTo>
                    <a:pt x="285913" y="119741"/>
                  </a:lnTo>
                  <a:lnTo>
                    <a:pt x="286041" y="119816"/>
                  </a:lnTo>
                  <a:lnTo>
                    <a:pt x="292192" y="123482"/>
                  </a:lnTo>
                  <a:lnTo>
                    <a:pt x="292588" y="123718"/>
                  </a:lnTo>
                  <a:lnTo>
                    <a:pt x="292369" y="124062"/>
                  </a:lnTo>
                  <a:lnTo>
                    <a:pt x="288970" y="129411"/>
                  </a:lnTo>
                  <a:lnTo>
                    <a:pt x="288821" y="129645"/>
                  </a:lnTo>
                  <a:lnTo>
                    <a:pt x="288687" y="129857"/>
                  </a:lnTo>
                  <a:lnTo>
                    <a:pt x="288513" y="130130"/>
                  </a:lnTo>
                  <a:lnTo>
                    <a:pt x="288164" y="130680"/>
                  </a:lnTo>
                  <a:lnTo>
                    <a:pt x="285616" y="134689"/>
                  </a:lnTo>
                  <a:lnTo>
                    <a:pt x="285238" y="135285"/>
                  </a:lnTo>
                  <a:lnTo>
                    <a:pt x="284731" y="136082"/>
                  </a:lnTo>
                  <a:lnTo>
                    <a:pt x="282845" y="139050"/>
                  </a:lnTo>
                  <a:lnTo>
                    <a:pt x="282532" y="139541"/>
                  </a:lnTo>
                  <a:lnTo>
                    <a:pt x="282197" y="140070"/>
                  </a:lnTo>
                  <a:lnTo>
                    <a:pt x="281090" y="141811"/>
                  </a:lnTo>
                  <a:lnTo>
                    <a:pt x="280716" y="142400"/>
                  </a:lnTo>
                  <a:lnTo>
                    <a:pt x="277575" y="147343"/>
                  </a:lnTo>
                  <a:lnTo>
                    <a:pt x="274845" y="151639"/>
                  </a:lnTo>
                  <a:lnTo>
                    <a:pt x="273138" y="154324"/>
                  </a:lnTo>
                  <a:lnTo>
                    <a:pt x="272872" y="154743"/>
                  </a:lnTo>
                  <a:lnTo>
                    <a:pt x="270172" y="153070"/>
                  </a:lnTo>
                  <a:lnTo>
                    <a:pt x="268729" y="152176"/>
                  </a:lnTo>
                  <a:lnTo>
                    <a:pt x="265197" y="157700"/>
                  </a:lnTo>
                  <a:lnTo>
                    <a:pt x="264868" y="158214"/>
                  </a:lnTo>
                  <a:lnTo>
                    <a:pt x="265521" y="158601"/>
                  </a:lnTo>
                  <a:lnTo>
                    <a:pt x="265680" y="158695"/>
                  </a:lnTo>
                  <a:lnTo>
                    <a:pt x="264785" y="159681"/>
                  </a:lnTo>
                  <a:lnTo>
                    <a:pt x="263745" y="160252"/>
                  </a:lnTo>
                  <a:lnTo>
                    <a:pt x="258605" y="163080"/>
                  </a:lnTo>
                  <a:lnTo>
                    <a:pt x="258384" y="163202"/>
                  </a:lnTo>
                  <a:lnTo>
                    <a:pt x="246415" y="169786"/>
                  </a:lnTo>
                  <a:lnTo>
                    <a:pt x="246301" y="168176"/>
                  </a:lnTo>
                  <a:lnTo>
                    <a:pt x="241930" y="168353"/>
                  </a:lnTo>
                  <a:lnTo>
                    <a:pt x="237164" y="168667"/>
                  </a:lnTo>
                  <a:lnTo>
                    <a:pt x="234815" y="171369"/>
                  </a:lnTo>
                  <a:lnTo>
                    <a:pt x="231537" y="169674"/>
                  </a:lnTo>
                  <a:lnTo>
                    <a:pt x="230602" y="169191"/>
                  </a:lnTo>
                  <a:lnTo>
                    <a:pt x="230348" y="168948"/>
                  </a:lnTo>
                  <a:lnTo>
                    <a:pt x="229694" y="168323"/>
                  </a:lnTo>
                  <a:lnTo>
                    <a:pt x="228441" y="167127"/>
                  </a:lnTo>
                  <a:lnTo>
                    <a:pt x="228423" y="166962"/>
                  </a:lnTo>
                  <a:lnTo>
                    <a:pt x="224642" y="167930"/>
                  </a:lnTo>
                  <a:lnTo>
                    <a:pt x="224405" y="167991"/>
                  </a:lnTo>
                  <a:lnTo>
                    <a:pt x="223350" y="168261"/>
                  </a:lnTo>
                  <a:lnTo>
                    <a:pt x="223106" y="168323"/>
                  </a:lnTo>
                  <a:lnTo>
                    <a:pt x="222089" y="168584"/>
                  </a:lnTo>
                  <a:lnTo>
                    <a:pt x="221317" y="168756"/>
                  </a:lnTo>
                  <a:lnTo>
                    <a:pt x="219306" y="169206"/>
                  </a:lnTo>
                  <a:lnTo>
                    <a:pt x="219425" y="169834"/>
                  </a:lnTo>
                  <a:lnTo>
                    <a:pt x="214782" y="170589"/>
                  </a:lnTo>
                  <a:lnTo>
                    <a:pt x="213516" y="170374"/>
                  </a:lnTo>
                  <a:lnTo>
                    <a:pt x="210833" y="168976"/>
                  </a:lnTo>
                  <a:lnTo>
                    <a:pt x="203169" y="148778"/>
                  </a:lnTo>
                  <a:lnTo>
                    <a:pt x="206665" y="142874"/>
                  </a:lnTo>
                  <a:lnTo>
                    <a:pt x="203017" y="136971"/>
                  </a:lnTo>
                  <a:lnTo>
                    <a:pt x="196026" y="143496"/>
                  </a:lnTo>
                  <a:lnTo>
                    <a:pt x="193594" y="150020"/>
                  </a:lnTo>
                  <a:lnTo>
                    <a:pt x="187819" y="150487"/>
                  </a:lnTo>
                  <a:lnTo>
                    <a:pt x="184828" y="151594"/>
                  </a:lnTo>
                  <a:lnTo>
                    <a:pt x="180327" y="148336"/>
                  </a:lnTo>
                  <a:lnTo>
                    <a:pt x="178852" y="139146"/>
                  </a:lnTo>
                  <a:lnTo>
                    <a:pt x="186603" y="129514"/>
                  </a:lnTo>
                  <a:lnTo>
                    <a:pt x="181892" y="125630"/>
                  </a:lnTo>
                  <a:lnTo>
                    <a:pt x="183563" y="123145"/>
                  </a:lnTo>
                  <a:lnTo>
                    <a:pt x="168517" y="119106"/>
                  </a:lnTo>
                  <a:lnTo>
                    <a:pt x="161526" y="110406"/>
                  </a:lnTo>
                  <a:lnTo>
                    <a:pt x="169733" y="105124"/>
                  </a:lnTo>
                  <a:lnTo>
                    <a:pt x="164109" y="99687"/>
                  </a:lnTo>
                  <a:lnTo>
                    <a:pt x="159398" y="103260"/>
                  </a:lnTo>
                  <a:lnTo>
                    <a:pt x="151495" y="99376"/>
                  </a:lnTo>
                  <a:lnTo>
                    <a:pt x="146935" y="109163"/>
                  </a:lnTo>
                  <a:lnTo>
                    <a:pt x="141008" y="109785"/>
                  </a:lnTo>
                  <a:lnTo>
                    <a:pt x="141008" y="100930"/>
                  </a:lnTo>
                  <a:lnTo>
                    <a:pt x="136904" y="102328"/>
                  </a:lnTo>
                  <a:lnTo>
                    <a:pt x="130065" y="104192"/>
                  </a:lnTo>
                  <a:lnTo>
                    <a:pt x="127174" y="110103"/>
                  </a:lnTo>
                  <a:lnTo>
                    <a:pt x="118774" y="104061"/>
                  </a:lnTo>
                  <a:lnTo>
                    <a:pt x="117678" y="102642"/>
                  </a:lnTo>
                  <a:lnTo>
                    <a:pt x="120490" y="97201"/>
                  </a:lnTo>
                  <a:lnTo>
                    <a:pt x="118362" y="93318"/>
                  </a:lnTo>
                  <a:lnTo>
                    <a:pt x="124594" y="88502"/>
                  </a:lnTo>
                  <a:lnTo>
                    <a:pt x="113803" y="82443"/>
                  </a:lnTo>
                  <a:lnTo>
                    <a:pt x="120034" y="73277"/>
                  </a:lnTo>
                  <a:lnTo>
                    <a:pt x="118818" y="70015"/>
                  </a:lnTo>
                  <a:lnTo>
                    <a:pt x="112435" y="70015"/>
                  </a:lnTo>
                  <a:lnTo>
                    <a:pt x="104988" y="69704"/>
                  </a:lnTo>
                  <a:lnTo>
                    <a:pt x="97996" y="66442"/>
                  </a:lnTo>
                  <a:lnTo>
                    <a:pt x="92467" y="70007"/>
                  </a:lnTo>
                  <a:lnTo>
                    <a:pt x="91322" y="68524"/>
                  </a:lnTo>
                  <a:lnTo>
                    <a:pt x="53212" y="59985"/>
                  </a:lnTo>
                  <a:lnTo>
                    <a:pt x="50743" y="57295"/>
                  </a:lnTo>
                  <a:lnTo>
                    <a:pt x="49375" y="55401"/>
                  </a:lnTo>
                  <a:lnTo>
                    <a:pt x="48378" y="51877"/>
                  </a:lnTo>
                  <a:lnTo>
                    <a:pt x="47067" y="51411"/>
                  </a:lnTo>
                  <a:lnTo>
                    <a:pt x="46896" y="50479"/>
                  </a:lnTo>
                  <a:lnTo>
                    <a:pt x="47153" y="47187"/>
                  </a:lnTo>
                  <a:lnTo>
                    <a:pt x="40883" y="45672"/>
                  </a:lnTo>
                  <a:lnTo>
                    <a:pt x="34756" y="44828"/>
                  </a:lnTo>
                  <a:lnTo>
                    <a:pt x="29028" y="45585"/>
                  </a:lnTo>
                  <a:lnTo>
                    <a:pt x="23984" y="47071"/>
                  </a:lnTo>
                  <a:lnTo>
                    <a:pt x="23358" y="47944"/>
                  </a:lnTo>
                  <a:lnTo>
                    <a:pt x="23728" y="49954"/>
                  </a:lnTo>
                  <a:lnTo>
                    <a:pt x="23529" y="50595"/>
                  </a:lnTo>
                  <a:lnTo>
                    <a:pt x="23130" y="50857"/>
                  </a:lnTo>
                  <a:lnTo>
                    <a:pt x="21591" y="51673"/>
                  </a:lnTo>
                  <a:lnTo>
                    <a:pt x="20907" y="52547"/>
                  </a:lnTo>
                  <a:lnTo>
                    <a:pt x="20565" y="53770"/>
                  </a:lnTo>
                  <a:lnTo>
                    <a:pt x="19852" y="54566"/>
                  </a:lnTo>
                  <a:lnTo>
                    <a:pt x="18048" y="55149"/>
                  </a:lnTo>
                  <a:lnTo>
                    <a:pt x="17288" y="58013"/>
                  </a:lnTo>
                  <a:lnTo>
                    <a:pt x="13916" y="58256"/>
                  </a:lnTo>
                  <a:lnTo>
                    <a:pt x="11398" y="57479"/>
                  </a:lnTo>
                  <a:lnTo>
                    <a:pt x="9499" y="56071"/>
                  </a:lnTo>
                  <a:lnTo>
                    <a:pt x="7361" y="56508"/>
                  </a:lnTo>
                  <a:lnTo>
                    <a:pt x="5936" y="57770"/>
                  </a:lnTo>
                  <a:lnTo>
                    <a:pt x="4084" y="61169"/>
                  </a:lnTo>
                  <a:lnTo>
                    <a:pt x="854" y="60974"/>
                  </a:lnTo>
                  <a:lnTo>
                    <a:pt x="1424" y="56168"/>
                  </a:lnTo>
                  <a:lnTo>
                    <a:pt x="0" y="53741"/>
                  </a:lnTo>
                  <a:lnTo>
                    <a:pt x="379" y="50294"/>
                  </a:lnTo>
                  <a:lnTo>
                    <a:pt x="2327" y="46410"/>
                  </a:lnTo>
                  <a:lnTo>
                    <a:pt x="5746" y="44080"/>
                  </a:lnTo>
                  <a:lnTo>
                    <a:pt x="10876" y="42866"/>
                  </a:lnTo>
                  <a:lnTo>
                    <a:pt x="16148" y="41556"/>
                  </a:lnTo>
                  <a:lnTo>
                    <a:pt x="20375" y="37284"/>
                  </a:lnTo>
                  <a:lnTo>
                    <a:pt x="26739" y="35439"/>
                  </a:lnTo>
                  <a:lnTo>
                    <a:pt x="31394" y="38497"/>
                  </a:lnTo>
                  <a:lnTo>
                    <a:pt x="34243" y="38934"/>
                  </a:lnTo>
                  <a:lnTo>
                    <a:pt x="39278" y="40585"/>
                  </a:lnTo>
                  <a:lnTo>
                    <a:pt x="47969" y="42527"/>
                  </a:lnTo>
                  <a:lnTo>
                    <a:pt x="49361" y="42052"/>
                  </a:lnTo>
                  <a:lnTo>
                    <a:pt x="45595" y="36216"/>
                  </a:lnTo>
                  <a:lnTo>
                    <a:pt x="42888" y="36944"/>
                  </a:lnTo>
                  <a:lnTo>
                    <a:pt x="41178" y="36458"/>
                  </a:lnTo>
                  <a:lnTo>
                    <a:pt x="38328" y="31118"/>
                  </a:lnTo>
                  <a:lnTo>
                    <a:pt x="34528" y="21846"/>
                  </a:lnTo>
                  <a:lnTo>
                    <a:pt x="28687" y="12622"/>
                  </a:lnTo>
                  <a:lnTo>
                    <a:pt x="23367" y="3446"/>
                  </a:lnTo>
                  <a:lnTo>
                    <a:pt x="25599" y="1602"/>
                  </a:lnTo>
                  <a:lnTo>
                    <a:pt x="29541" y="1310"/>
                  </a:lnTo>
                  <a:lnTo>
                    <a:pt x="31109" y="631"/>
                  </a:lnTo>
                  <a:lnTo>
                    <a:pt x="32819" y="582"/>
                  </a:lnTo>
                  <a:lnTo>
                    <a:pt x="35051" y="1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39663" y="4509252"/>
              <a:ext cx="246091" cy="134220"/>
            </a:xfrm>
            <a:custGeom>
              <a:avLst/>
              <a:pathLst>
                <a:path w="246091" h="134220">
                  <a:moveTo>
                    <a:pt x="178872" y="30497"/>
                  </a:moveTo>
                  <a:lnTo>
                    <a:pt x="179307" y="29420"/>
                  </a:lnTo>
                  <a:lnTo>
                    <a:pt x="179662" y="29533"/>
                  </a:lnTo>
                  <a:lnTo>
                    <a:pt x="181276" y="30043"/>
                  </a:lnTo>
                  <a:lnTo>
                    <a:pt x="181535" y="30125"/>
                  </a:lnTo>
                  <a:lnTo>
                    <a:pt x="182843" y="30538"/>
                  </a:lnTo>
                  <a:lnTo>
                    <a:pt x="184544" y="31076"/>
                  </a:lnTo>
                  <a:lnTo>
                    <a:pt x="185899" y="31505"/>
                  </a:lnTo>
                  <a:lnTo>
                    <a:pt x="188155" y="31699"/>
                  </a:lnTo>
                  <a:lnTo>
                    <a:pt x="189912" y="31359"/>
                  </a:lnTo>
                  <a:lnTo>
                    <a:pt x="191337" y="30728"/>
                  </a:lnTo>
                  <a:lnTo>
                    <a:pt x="192474" y="30050"/>
                  </a:lnTo>
                  <a:lnTo>
                    <a:pt x="194018" y="29130"/>
                  </a:lnTo>
                  <a:lnTo>
                    <a:pt x="194745" y="28696"/>
                  </a:lnTo>
                  <a:lnTo>
                    <a:pt x="197036" y="27330"/>
                  </a:lnTo>
                  <a:lnTo>
                    <a:pt x="197200" y="27283"/>
                  </a:lnTo>
                  <a:lnTo>
                    <a:pt x="197634" y="27158"/>
                  </a:lnTo>
                  <a:lnTo>
                    <a:pt x="198230" y="26986"/>
                  </a:lnTo>
                  <a:lnTo>
                    <a:pt x="198697" y="26851"/>
                  </a:lnTo>
                  <a:lnTo>
                    <a:pt x="198889" y="26796"/>
                  </a:lnTo>
                  <a:lnTo>
                    <a:pt x="199490" y="26796"/>
                  </a:lnTo>
                  <a:lnTo>
                    <a:pt x="199794" y="26796"/>
                  </a:lnTo>
                  <a:lnTo>
                    <a:pt x="200583" y="26840"/>
                  </a:lnTo>
                  <a:lnTo>
                    <a:pt x="200717" y="26897"/>
                  </a:lnTo>
                  <a:lnTo>
                    <a:pt x="201387" y="27182"/>
                  </a:lnTo>
                  <a:lnTo>
                    <a:pt x="202190" y="27524"/>
                  </a:lnTo>
                  <a:lnTo>
                    <a:pt x="204561" y="28673"/>
                  </a:lnTo>
                  <a:lnTo>
                    <a:pt x="206015" y="29436"/>
                  </a:lnTo>
                  <a:lnTo>
                    <a:pt x="206236" y="29551"/>
                  </a:lnTo>
                  <a:lnTo>
                    <a:pt x="214179" y="33705"/>
                  </a:lnTo>
                  <a:lnTo>
                    <a:pt x="216553" y="33675"/>
                  </a:lnTo>
                  <a:lnTo>
                    <a:pt x="220483" y="33626"/>
                  </a:lnTo>
                  <a:lnTo>
                    <a:pt x="222407" y="33602"/>
                  </a:lnTo>
                  <a:lnTo>
                    <a:pt x="224942" y="32322"/>
                  </a:lnTo>
                  <a:lnTo>
                    <a:pt x="229409" y="30191"/>
                  </a:lnTo>
                  <a:lnTo>
                    <a:pt x="228515" y="33239"/>
                  </a:lnTo>
                  <a:lnTo>
                    <a:pt x="228377" y="35354"/>
                  </a:lnTo>
                  <a:lnTo>
                    <a:pt x="228914" y="38366"/>
                  </a:lnTo>
                  <a:lnTo>
                    <a:pt x="229558" y="41983"/>
                  </a:lnTo>
                  <a:lnTo>
                    <a:pt x="229754" y="43082"/>
                  </a:lnTo>
                  <a:lnTo>
                    <a:pt x="230066" y="44831"/>
                  </a:lnTo>
                  <a:lnTo>
                    <a:pt x="230307" y="46184"/>
                  </a:lnTo>
                  <a:lnTo>
                    <a:pt x="236556" y="57088"/>
                  </a:lnTo>
                  <a:lnTo>
                    <a:pt x="236696" y="57331"/>
                  </a:lnTo>
                  <a:lnTo>
                    <a:pt x="236830" y="57566"/>
                  </a:lnTo>
                  <a:lnTo>
                    <a:pt x="237424" y="58602"/>
                  </a:lnTo>
                  <a:lnTo>
                    <a:pt x="246091" y="73941"/>
                  </a:lnTo>
                  <a:lnTo>
                    <a:pt x="245590" y="74207"/>
                  </a:lnTo>
                  <a:lnTo>
                    <a:pt x="244750" y="74652"/>
                  </a:lnTo>
                  <a:lnTo>
                    <a:pt x="237019" y="78745"/>
                  </a:lnTo>
                  <a:lnTo>
                    <a:pt x="235897" y="79339"/>
                  </a:lnTo>
                  <a:lnTo>
                    <a:pt x="228205" y="84265"/>
                  </a:lnTo>
                  <a:lnTo>
                    <a:pt x="221709" y="89685"/>
                  </a:lnTo>
                  <a:lnTo>
                    <a:pt x="218883" y="88534"/>
                  </a:lnTo>
                  <a:lnTo>
                    <a:pt x="202015" y="81663"/>
                  </a:lnTo>
                  <a:lnTo>
                    <a:pt x="201700" y="81535"/>
                  </a:lnTo>
                  <a:lnTo>
                    <a:pt x="199512" y="87324"/>
                  </a:lnTo>
                  <a:lnTo>
                    <a:pt x="198634" y="89646"/>
                  </a:lnTo>
                  <a:lnTo>
                    <a:pt x="198462" y="90101"/>
                  </a:lnTo>
                  <a:lnTo>
                    <a:pt x="198382" y="90313"/>
                  </a:lnTo>
                  <a:lnTo>
                    <a:pt x="198293" y="90547"/>
                  </a:lnTo>
                  <a:lnTo>
                    <a:pt x="197423" y="92850"/>
                  </a:lnTo>
                  <a:lnTo>
                    <a:pt x="195229" y="98653"/>
                  </a:lnTo>
                  <a:lnTo>
                    <a:pt x="195136" y="98900"/>
                  </a:lnTo>
                  <a:lnTo>
                    <a:pt x="194991" y="99283"/>
                  </a:lnTo>
                  <a:lnTo>
                    <a:pt x="194940" y="99419"/>
                  </a:lnTo>
                  <a:lnTo>
                    <a:pt x="191939" y="107355"/>
                  </a:lnTo>
                  <a:lnTo>
                    <a:pt x="191682" y="108036"/>
                  </a:lnTo>
                  <a:lnTo>
                    <a:pt x="191435" y="108690"/>
                  </a:lnTo>
                  <a:lnTo>
                    <a:pt x="189567" y="113631"/>
                  </a:lnTo>
                  <a:lnTo>
                    <a:pt x="188189" y="117276"/>
                  </a:lnTo>
                  <a:lnTo>
                    <a:pt x="179521" y="113629"/>
                  </a:lnTo>
                  <a:lnTo>
                    <a:pt x="179263" y="114330"/>
                  </a:lnTo>
                  <a:lnTo>
                    <a:pt x="176764" y="121126"/>
                  </a:lnTo>
                  <a:lnTo>
                    <a:pt x="176399" y="122120"/>
                  </a:lnTo>
                  <a:lnTo>
                    <a:pt x="176196" y="122670"/>
                  </a:lnTo>
                  <a:lnTo>
                    <a:pt x="175368" y="124924"/>
                  </a:lnTo>
                  <a:lnTo>
                    <a:pt x="172443" y="132877"/>
                  </a:lnTo>
                  <a:lnTo>
                    <a:pt x="171833" y="134220"/>
                  </a:lnTo>
                  <a:lnTo>
                    <a:pt x="166850" y="132190"/>
                  </a:lnTo>
                  <a:lnTo>
                    <a:pt x="163128" y="130675"/>
                  </a:lnTo>
                  <a:lnTo>
                    <a:pt x="162015" y="130222"/>
                  </a:lnTo>
                  <a:lnTo>
                    <a:pt x="157649" y="128444"/>
                  </a:lnTo>
                  <a:lnTo>
                    <a:pt x="157003" y="128180"/>
                  </a:lnTo>
                  <a:lnTo>
                    <a:pt x="150903" y="125696"/>
                  </a:lnTo>
                  <a:lnTo>
                    <a:pt x="149972" y="125317"/>
                  </a:lnTo>
                  <a:lnTo>
                    <a:pt x="147678" y="124383"/>
                  </a:lnTo>
                  <a:lnTo>
                    <a:pt x="144439" y="123064"/>
                  </a:lnTo>
                  <a:lnTo>
                    <a:pt x="143908" y="122848"/>
                  </a:lnTo>
                  <a:lnTo>
                    <a:pt x="143197" y="122558"/>
                  </a:lnTo>
                  <a:lnTo>
                    <a:pt x="142986" y="122472"/>
                  </a:lnTo>
                  <a:lnTo>
                    <a:pt x="124969" y="115082"/>
                  </a:lnTo>
                  <a:lnTo>
                    <a:pt x="116530" y="111620"/>
                  </a:lnTo>
                  <a:lnTo>
                    <a:pt x="114476" y="110778"/>
                  </a:lnTo>
                  <a:lnTo>
                    <a:pt x="113672" y="110448"/>
                  </a:lnTo>
                  <a:lnTo>
                    <a:pt x="113176" y="110245"/>
                  </a:lnTo>
                  <a:lnTo>
                    <a:pt x="110904" y="109313"/>
                  </a:lnTo>
                  <a:lnTo>
                    <a:pt x="104723" y="106777"/>
                  </a:lnTo>
                  <a:lnTo>
                    <a:pt x="102452" y="105846"/>
                  </a:lnTo>
                  <a:lnTo>
                    <a:pt x="99715" y="104835"/>
                  </a:lnTo>
                  <a:lnTo>
                    <a:pt x="96929" y="103807"/>
                  </a:lnTo>
                  <a:lnTo>
                    <a:pt x="94118" y="103092"/>
                  </a:lnTo>
                  <a:lnTo>
                    <a:pt x="91320" y="102380"/>
                  </a:lnTo>
                  <a:lnTo>
                    <a:pt x="89517" y="102221"/>
                  </a:lnTo>
                  <a:lnTo>
                    <a:pt x="85876" y="101900"/>
                  </a:lnTo>
                  <a:lnTo>
                    <a:pt x="79246" y="101960"/>
                  </a:lnTo>
                  <a:lnTo>
                    <a:pt x="74409" y="102004"/>
                  </a:lnTo>
                  <a:lnTo>
                    <a:pt x="66050" y="102081"/>
                  </a:lnTo>
                  <a:lnTo>
                    <a:pt x="64845" y="102092"/>
                  </a:lnTo>
                  <a:lnTo>
                    <a:pt x="64207" y="102157"/>
                  </a:lnTo>
                  <a:lnTo>
                    <a:pt x="60540" y="102534"/>
                  </a:lnTo>
                  <a:lnTo>
                    <a:pt x="60159" y="102573"/>
                  </a:lnTo>
                  <a:lnTo>
                    <a:pt x="56150" y="102984"/>
                  </a:lnTo>
                  <a:lnTo>
                    <a:pt x="54837" y="103119"/>
                  </a:lnTo>
                  <a:lnTo>
                    <a:pt x="53946" y="103317"/>
                  </a:lnTo>
                  <a:lnTo>
                    <a:pt x="51901" y="103773"/>
                  </a:lnTo>
                  <a:lnTo>
                    <a:pt x="49825" y="104235"/>
                  </a:lnTo>
                  <a:lnTo>
                    <a:pt x="47384" y="104779"/>
                  </a:lnTo>
                  <a:lnTo>
                    <a:pt x="46273" y="105027"/>
                  </a:lnTo>
                  <a:lnTo>
                    <a:pt x="45900" y="105110"/>
                  </a:lnTo>
                  <a:lnTo>
                    <a:pt x="45477" y="105204"/>
                  </a:lnTo>
                  <a:lnTo>
                    <a:pt x="45160" y="105275"/>
                  </a:lnTo>
                  <a:lnTo>
                    <a:pt x="44176" y="105486"/>
                  </a:lnTo>
                  <a:lnTo>
                    <a:pt x="43775" y="105572"/>
                  </a:lnTo>
                  <a:lnTo>
                    <a:pt x="43225" y="105691"/>
                  </a:lnTo>
                  <a:lnTo>
                    <a:pt x="39466" y="106498"/>
                  </a:lnTo>
                  <a:lnTo>
                    <a:pt x="38973" y="106604"/>
                  </a:lnTo>
                  <a:lnTo>
                    <a:pt x="37171" y="106979"/>
                  </a:lnTo>
                  <a:lnTo>
                    <a:pt x="36657" y="107022"/>
                  </a:lnTo>
                  <a:lnTo>
                    <a:pt x="36080" y="107070"/>
                  </a:lnTo>
                  <a:lnTo>
                    <a:pt x="30750" y="107516"/>
                  </a:lnTo>
                  <a:lnTo>
                    <a:pt x="29432" y="107626"/>
                  </a:lnTo>
                  <a:lnTo>
                    <a:pt x="21839" y="107210"/>
                  </a:lnTo>
                  <a:lnTo>
                    <a:pt x="21453" y="107189"/>
                  </a:lnTo>
                  <a:lnTo>
                    <a:pt x="13921" y="106105"/>
                  </a:lnTo>
                  <a:lnTo>
                    <a:pt x="13591" y="106034"/>
                  </a:lnTo>
                  <a:lnTo>
                    <a:pt x="13026" y="105910"/>
                  </a:lnTo>
                  <a:lnTo>
                    <a:pt x="12589" y="105769"/>
                  </a:lnTo>
                  <a:lnTo>
                    <a:pt x="5237" y="103390"/>
                  </a:lnTo>
                  <a:lnTo>
                    <a:pt x="3678" y="102886"/>
                  </a:lnTo>
                  <a:lnTo>
                    <a:pt x="3242" y="102745"/>
                  </a:lnTo>
                  <a:lnTo>
                    <a:pt x="0" y="101695"/>
                  </a:lnTo>
                  <a:lnTo>
                    <a:pt x="735" y="99906"/>
                  </a:lnTo>
                  <a:lnTo>
                    <a:pt x="1528" y="97980"/>
                  </a:lnTo>
                  <a:lnTo>
                    <a:pt x="3095" y="94922"/>
                  </a:lnTo>
                  <a:lnTo>
                    <a:pt x="3703" y="93998"/>
                  </a:lnTo>
                  <a:lnTo>
                    <a:pt x="5093" y="91888"/>
                  </a:lnTo>
                  <a:lnTo>
                    <a:pt x="6205" y="89856"/>
                  </a:lnTo>
                  <a:lnTo>
                    <a:pt x="6356" y="89580"/>
                  </a:lnTo>
                  <a:lnTo>
                    <a:pt x="6653" y="89038"/>
                  </a:lnTo>
                  <a:lnTo>
                    <a:pt x="7471" y="87544"/>
                  </a:lnTo>
                  <a:lnTo>
                    <a:pt x="12415" y="80039"/>
                  </a:lnTo>
                  <a:lnTo>
                    <a:pt x="18263" y="74461"/>
                  </a:lnTo>
                  <a:lnTo>
                    <a:pt x="18638" y="74102"/>
                  </a:lnTo>
                  <a:lnTo>
                    <a:pt x="21881" y="71009"/>
                  </a:lnTo>
                  <a:lnTo>
                    <a:pt x="22470" y="70447"/>
                  </a:lnTo>
                  <a:lnTo>
                    <a:pt x="22905" y="70034"/>
                  </a:lnTo>
                  <a:lnTo>
                    <a:pt x="29227" y="64429"/>
                  </a:lnTo>
                  <a:lnTo>
                    <a:pt x="29721" y="63990"/>
                  </a:lnTo>
                  <a:lnTo>
                    <a:pt x="30549" y="63256"/>
                  </a:lnTo>
                  <a:lnTo>
                    <a:pt x="38125" y="56540"/>
                  </a:lnTo>
                  <a:lnTo>
                    <a:pt x="38570" y="56145"/>
                  </a:lnTo>
                  <a:lnTo>
                    <a:pt x="39339" y="55463"/>
                  </a:lnTo>
                  <a:lnTo>
                    <a:pt x="43053" y="52171"/>
                  </a:lnTo>
                  <a:lnTo>
                    <a:pt x="44719" y="50693"/>
                  </a:lnTo>
                  <a:lnTo>
                    <a:pt x="52366" y="43913"/>
                  </a:lnTo>
                  <a:lnTo>
                    <a:pt x="53199" y="43175"/>
                  </a:lnTo>
                  <a:lnTo>
                    <a:pt x="57342" y="39502"/>
                  </a:lnTo>
                  <a:lnTo>
                    <a:pt x="62040" y="34534"/>
                  </a:lnTo>
                  <a:lnTo>
                    <a:pt x="63859" y="32364"/>
                  </a:lnTo>
                  <a:lnTo>
                    <a:pt x="64620" y="31457"/>
                  </a:lnTo>
                  <a:lnTo>
                    <a:pt x="65120" y="30861"/>
                  </a:lnTo>
                  <a:lnTo>
                    <a:pt x="66671" y="29012"/>
                  </a:lnTo>
                  <a:lnTo>
                    <a:pt x="70194" y="23819"/>
                  </a:lnTo>
                  <a:lnTo>
                    <a:pt x="71776" y="21487"/>
                  </a:lnTo>
                  <a:lnTo>
                    <a:pt x="74598" y="16130"/>
                  </a:lnTo>
                  <a:lnTo>
                    <a:pt x="75788" y="13187"/>
                  </a:lnTo>
                  <a:lnTo>
                    <a:pt x="76056" y="12525"/>
                  </a:lnTo>
                  <a:lnTo>
                    <a:pt x="78284" y="5018"/>
                  </a:lnTo>
                  <a:lnTo>
                    <a:pt x="79883" y="0"/>
                  </a:lnTo>
                  <a:lnTo>
                    <a:pt x="82220" y="593"/>
                  </a:lnTo>
                  <a:lnTo>
                    <a:pt x="83251" y="855"/>
                  </a:lnTo>
                  <a:lnTo>
                    <a:pt x="89711" y="2495"/>
                  </a:lnTo>
                  <a:lnTo>
                    <a:pt x="92766" y="3271"/>
                  </a:lnTo>
                  <a:lnTo>
                    <a:pt x="93868" y="3550"/>
                  </a:lnTo>
                  <a:lnTo>
                    <a:pt x="96517" y="4223"/>
                  </a:lnTo>
                  <a:lnTo>
                    <a:pt x="98823" y="4859"/>
                  </a:lnTo>
                  <a:lnTo>
                    <a:pt x="99220" y="4968"/>
                  </a:lnTo>
                  <a:lnTo>
                    <a:pt x="100793" y="5402"/>
                  </a:lnTo>
                  <a:lnTo>
                    <a:pt x="101181" y="5508"/>
                  </a:lnTo>
                  <a:lnTo>
                    <a:pt x="101690" y="5649"/>
                  </a:lnTo>
                  <a:lnTo>
                    <a:pt x="102662" y="5889"/>
                  </a:lnTo>
                  <a:lnTo>
                    <a:pt x="106366" y="6806"/>
                  </a:lnTo>
                  <a:lnTo>
                    <a:pt x="118380" y="9779"/>
                  </a:lnTo>
                  <a:lnTo>
                    <a:pt x="128872" y="12376"/>
                  </a:lnTo>
                  <a:lnTo>
                    <a:pt x="139416" y="14992"/>
                  </a:lnTo>
                  <a:lnTo>
                    <a:pt x="140165" y="15257"/>
                  </a:lnTo>
                  <a:lnTo>
                    <a:pt x="140726" y="15455"/>
                  </a:lnTo>
                  <a:lnTo>
                    <a:pt x="141153" y="15606"/>
                  </a:lnTo>
                  <a:lnTo>
                    <a:pt x="143598" y="16470"/>
                  </a:lnTo>
                  <a:lnTo>
                    <a:pt x="144261" y="16705"/>
                  </a:lnTo>
                  <a:lnTo>
                    <a:pt x="144993" y="16963"/>
                  </a:lnTo>
                  <a:lnTo>
                    <a:pt x="147385" y="17809"/>
                  </a:lnTo>
                  <a:lnTo>
                    <a:pt x="148135" y="18074"/>
                  </a:lnTo>
                  <a:lnTo>
                    <a:pt x="150125" y="18777"/>
                  </a:lnTo>
                  <a:lnTo>
                    <a:pt x="150753" y="18999"/>
                  </a:lnTo>
                  <a:lnTo>
                    <a:pt x="151527" y="19316"/>
                  </a:lnTo>
                  <a:lnTo>
                    <a:pt x="151736" y="19401"/>
                  </a:lnTo>
                  <a:lnTo>
                    <a:pt x="153212" y="20005"/>
                  </a:lnTo>
                  <a:lnTo>
                    <a:pt x="156445" y="21327"/>
                  </a:lnTo>
                  <a:lnTo>
                    <a:pt x="160567" y="23012"/>
                  </a:lnTo>
                  <a:lnTo>
                    <a:pt x="170901" y="27237"/>
                  </a:lnTo>
                  <a:lnTo>
                    <a:pt x="173096" y="28135"/>
                  </a:lnTo>
                  <a:lnTo>
                    <a:pt x="174264" y="28613"/>
                  </a:lnTo>
                  <a:lnTo>
                    <a:pt x="174626" y="28761"/>
                  </a:lnTo>
                  <a:lnTo>
                    <a:pt x="176514" y="29533"/>
                  </a:lnTo>
                  <a:lnTo>
                    <a:pt x="177289" y="29849"/>
                  </a:lnTo>
                  <a:lnTo>
                    <a:pt x="177748" y="30037"/>
                  </a:lnTo>
                  <a:lnTo>
                    <a:pt x="177963" y="30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4641" y="4021954"/>
              <a:ext cx="135640" cy="100040"/>
            </a:xfrm>
            <a:custGeom>
              <a:avLst/>
              <a:pathLst>
                <a:path w="135640" h="100040">
                  <a:moveTo>
                    <a:pt x="92704" y="44540"/>
                  </a:moveTo>
                  <a:lnTo>
                    <a:pt x="93969" y="43991"/>
                  </a:lnTo>
                  <a:lnTo>
                    <a:pt x="97182" y="42596"/>
                  </a:lnTo>
                  <a:lnTo>
                    <a:pt x="99717" y="41619"/>
                  </a:lnTo>
                  <a:lnTo>
                    <a:pt x="100553" y="43689"/>
                  </a:lnTo>
                  <a:lnTo>
                    <a:pt x="102970" y="49668"/>
                  </a:lnTo>
                  <a:lnTo>
                    <a:pt x="103075" y="49928"/>
                  </a:lnTo>
                  <a:lnTo>
                    <a:pt x="103155" y="50128"/>
                  </a:lnTo>
                  <a:lnTo>
                    <a:pt x="104409" y="50866"/>
                  </a:lnTo>
                  <a:lnTo>
                    <a:pt x="104930" y="51347"/>
                  </a:lnTo>
                  <a:lnTo>
                    <a:pt x="106043" y="52375"/>
                  </a:lnTo>
                  <a:lnTo>
                    <a:pt x="106216" y="52536"/>
                  </a:lnTo>
                  <a:lnTo>
                    <a:pt x="109645" y="54317"/>
                  </a:lnTo>
                  <a:lnTo>
                    <a:pt x="109953" y="54509"/>
                  </a:lnTo>
                  <a:lnTo>
                    <a:pt x="111015" y="55169"/>
                  </a:lnTo>
                  <a:lnTo>
                    <a:pt x="112628" y="56171"/>
                  </a:lnTo>
                  <a:lnTo>
                    <a:pt x="113575" y="56759"/>
                  </a:lnTo>
                  <a:lnTo>
                    <a:pt x="114141" y="57111"/>
                  </a:lnTo>
                  <a:lnTo>
                    <a:pt x="114757" y="57494"/>
                  </a:lnTo>
                  <a:lnTo>
                    <a:pt x="117565" y="59238"/>
                  </a:lnTo>
                  <a:lnTo>
                    <a:pt x="117863" y="59424"/>
                  </a:lnTo>
                  <a:lnTo>
                    <a:pt x="118392" y="59752"/>
                  </a:lnTo>
                  <a:lnTo>
                    <a:pt x="124358" y="63459"/>
                  </a:lnTo>
                  <a:lnTo>
                    <a:pt x="126861" y="65015"/>
                  </a:lnTo>
                  <a:lnTo>
                    <a:pt x="127273" y="65271"/>
                  </a:lnTo>
                  <a:lnTo>
                    <a:pt x="127709" y="65541"/>
                  </a:lnTo>
                  <a:lnTo>
                    <a:pt x="129068" y="66386"/>
                  </a:lnTo>
                  <a:lnTo>
                    <a:pt x="131132" y="67668"/>
                  </a:lnTo>
                  <a:lnTo>
                    <a:pt x="131678" y="68008"/>
                  </a:lnTo>
                  <a:lnTo>
                    <a:pt x="132334" y="68415"/>
                  </a:lnTo>
                  <a:lnTo>
                    <a:pt x="132964" y="68807"/>
                  </a:lnTo>
                  <a:lnTo>
                    <a:pt x="134100" y="69512"/>
                  </a:lnTo>
                  <a:lnTo>
                    <a:pt x="134235" y="69596"/>
                  </a:lnTo>
                  <a:lnTo>
                    <a:pt x="134599" y="69823"/>
                  </a:lnTo>
                  <a:lnTo>
                    <a:pt x="134866" y="69989"/>
                  </a:lnTo>
                  <a:lnTo>
                    <a:pt x="135449" y="70351"/>
                  </a:lnTo>
                  <a:lnTo>
                    <a:pt x="135640" y="70470"/>
                  </a:lnTo>
                  <a:lnTo>
                    <a:pt x="134813" y="71846"/>
                  </a:lnTo>
                  <a:lnTo>
                    <a:pt x="134289" y="72718"/>
                  </a:lnTo>
                  <a:lnTo>
                    <a:pt x="132137" y="76300"/>
                  </a:lnTo>
                  <a:lnTo>
                    <a:pt x="131812" y="76863"/>
                  </a:lnTo>
                  <a:lnTo>
                    <a:pt x="131286" y="77775"/>
                  </a:lnTo>
                  <a:lnTo>
                    <a:pt x="131103" y="78091"/>
                  </a:lnTo>
                  <a:lnTo>
                    <a:pt x="130170" y="79611"/>
                  </a:lnTo>
                  <a:lnTo>
                    <a:pt x="127414" y="84100"/>
                  </a:lnTo>
                  <a:lnTo>
                    <a:pt x="126611" y="85407"/>
                  </a:lnTo>
                  <a:lnTo>
                    <a:pt x="126060" y="85063"/>
                  </a:lnTo>
                  <a:lnTo>
                    <a:pt x="119356" y="80880"/>
                  </a:lnTo>
                  <a:lnTo>
                    <a:pt x="118246" y="80187"/>
                  </a:lnTo>
                  <a:lnTo>
                    <a:pt x="112627" y="76681"/>
                  </a:lnTo>
                  <a:lnTo>
                    <a:pt x="111270" y="75834"/>
                  </a:lnTo>
                  <a:lnTo>
                    <a:pt x="106865" y="73086"/>
                  </a:lnTo>
                  <a:lnTo>
                    <a:pt x="105288" y="72102"/>
                  </a:lnTo>
                  <a:lnTo>
                    <a:pt x="100278" y="68975"/>
                  </a:lnTo>
                  <a:lnTo>
                    <a:pt x="98207" y="67683"/>
                  </a:lnTo>
                  <a:lnTo>
                    <a:pt x="96883" y="66774"/>
                  </a:lnTo>
                  <a:lnTo>
                    <a:pt x="94874" y="69960"/>
                  </a:lnTo>
                  <a:lnTo>
                    <a:pt x="86784" y="82786"/>
                  </a:lnTo>
                  <a:lnTo>
                    <a:pt x="86112" y="83852"/>
                  </a:lnTo>
                  <a:lnTo>
                    <a:pt x="85815" y="84322"/>
                  </a:lnTo>
                  <a:lnTo>
                    <a:pt x="84748" y="86013"/>
                  </a:lnTo>
                  <a:lnTo>
                    <a:pt x="84162" y="86943"/>
                  </a:lnTo>
                  <a:lnTo>
                    <a:pt x="83872" y="87402"/>
                  </a:lnTo>
                  <a:lnTo>
                    <a:pt x="82560" y="89482"/>
                  </a:lnTo>
                  <a:lnTo>
                    <a:pt x="82291" y="89909"/>
                  </a:lnTo>
                  <a:lnTo>
                    <a:pt x="82198" y="90057"/>
                  </a:lnTo>
                  <a:lnTo>
                    <a:pt x="81210" y="91623"/>
                  </a:lnTo>
                  <a:lnTo>
                    <a:pt x="78444" y="96009"/>
                  </a:lnTo>
                  <a:lnTo>
                    <a:pt x="78363" y="96138"/>
                  </a:lnTo>
                  <a:lnTo>
                    <a:pt x="76226" y="99525"/>
                  </a:lnTo>
                  <a:lnTo>
                    <a:pt x="75899" y="100040"/>
                  </a:lnTo>
                  <a:lnTo>
                    <a:pt x="75503" y="99804"/>
                  </a:lnTo>
                  <a:lnTo>
                    <a:pt x="69352" y="96138"/>
                  </a:lnTo>
                  <a:lnTo>
                    <a:pt x="69225" y="96062"/>
                  </a:lnTo>
                  <a:lnTo>
                    <a:pt x="65959" y="93657"/>
                  </a:lnTo>
                  <a:lnTo>
                    <a:pt x="65777" y="93523"/>
                  </a:lnTo>
                  <a:lnTo>
                    <a:pt x="63198" y="91623"/>
                  </a:lnTo>
                  <a:lnTo>
                    <a:pt x="62213" y="90897"/>
                  </a:lnTo>
                  <a:lnTo>
                    <a:pt x="61254" y="90191"/>
                  </a:lnTo>
                  <a:lnTo>
                    <a:pt x="59573" y="89073"/>
                  </a:lnTo>
                  <a:lnTo>
                    <a:pt x="59196" y="88822"/>
                  </a:lnTo>
                  <a:lnTo>
                    <a:pt x="56306" y="86900"/>
                  </a:lnTo>
                  <a:lnTo>
                    <a:pt x="54249" y="85531"/>
                  </a:lnTo>
                  <a:lnTo>
                    <a:pt x="52926" y="84702"/>
                  </a:lnTo>
                  <a:lnTo>
                    <a:pt x="50901" y="83434"/>
                  </a:lnTo>
                  <a:lnTo>
                    <a:pt x="50473" y="83165"/>
                  </a:lnTo>
                  <a:lnTo>
                    <a:pt x="47061" y="81028"/>
                  </a:lnTo>
                  <a:lnTo>
                    <a:pt x="44245" y="79264"/>
                  </a:lnTo>
                  <a:lnTo>
                    <a:pt x="43942" y="79074"/>
                  </a:lnTo>
                  <a:lnTo>
                    <a:pt x="38145" y="75478"/>
                  </a:lnTo>
                  <a:lnTo>
                    <a:pt x="37695" y="75199"/>
                  </a:lnTo>
                  <a:lnTo>
                    <a:pt x="33907" y="72850"/>
                  </a:lnTo>
                  <a:lnTo>
                    <a:pt x="31990" y="71660"/>
                  </a:lnTo>
                  <a:lnTo>
                    <a:pt x="31675" y="71465"/>
                  </a:lnTo>
                  <a:lnTo>
                    <a:pt x="31341" y="71258"/>
                  </a:lnTo>
                  <a:lnTo>
                    <a:pt x="30613" y="70966"/>
                  </a:lnTo>
                  <a:lnTo>
                    <a:pt x="30425" y="70855"/>
                  </a:lnTo>
                  <a:lnTo>
                    <a:pt x="30189" y="70819"/>
                  </a:lnTo>
                  <a:lnTo>
                    <a:pt x="27195" y="70357"/>
                  </a:lnTo>
                  <a:lnTo>
                    <a:pt x="27209" y="70137"/>
                  </a:lnTo>
                  <a:lnTo>
                    <a:pt x="27480" y="65755"/>
                  </a:lnTo>
                  <a:lnTo>
                    <a:pt x="27679" y="65755"/>
                  </a:lnTo>
                  <a:lnTo>
                    <a:pt x="28325" y="65796"/>
                  </a:lnTo>
                  <a:lnTo>
                    <a:pt x="29988" y="65900"/>
                  </a:lnTo>
                  <a:lnTo>
                    <a:pt x="32407" y="66350"/>
                  </a:lnTo>
                  <a:lnTo>
                    <a:pt x="32609" y="65854"/>
                  </a:lnTo>
                  <a:lnTo>
                    <a:pt x="33935" y="62601"/>
                  </a:lnTo>
                  <a:lnTo>
                    <a:pt x="34178" y="62004"/>
                  </a:lnTo>
                  <a:lnTo>
                    <a:pt x="34810" y="60618"/>
                  </a:lnTo>
                  <a:lnTo>
                    <a:pt x="36835" y="56560"/>
                  </a:lnTo>
                  <a:lnTo>
                    <a:pt x="36187" y="55421"/>
                  </a:lnTo>
                  <a:lnTo>
                    <a:pt x="35478" y="55026"/>
                  </a:lnTo>
                  <a:lnTo>
                    <a:pt x="34905" y="54708"/>
                  </a:lnTo>
                  <a:lnTo>
                    <a:pt x="32851" y="54126"/>
                  </a:lnTo>
                  <a:lnTo>
                    <a:pt x="32648" y="54112"/>
                  </a:lnTo>
                  <a:lnTo>
                    <a:pt x="32407" y="54095"/>
                  </a:lnTo>
                  <a:lnTo>
                    <a:pt x="30708" y="54512"/>
                  </a:lnTo>
                  <a:lnTo>
                    <a:pt x="30689" y="54366"/>
                  </a:lnTo>
                  <a:lnTo>
                    <a:pt x="30599" y="53667"/>
                  </a:lnTo>
                  <a:lnTo>
                    <a:pt x="30238" y="50878"/>
                  </a:lnTo>
                  <a:lnTo>
                    <a:pt x="31126" y="49753"/>
                  </a:lnTo>
                  <a:lnTo>
                    <a:pt x="31756" y="48954"/>
                  </a:lnTo>
                  <a:lnTo>
                    <a:pt x="31793" y="48818"/>
                  </a:lnTo>
                  <a:lnTo>
                    <a:pt x="31510" y="48631"/>
                  </a:lnTo>
                  <a:lnTo>
                    <a:pt x="30801" y="48215"/>
                  </a:lnTo>
                  <a:lnTo>
                    <a:pt x="30063" y="47830"/>
                  </a:lnTo>
                  <a:lnTo>
                    <a:pt x="28835" y="47207"/>
                  </a:lnTo>
                  <a:lnTo>
                    <a:pt x="27789" y="48121"/>
                  </a:lnTo>
                  <a:lnTo>
                    <a:pt x="26364" y="48623"/>
                  </a:lnTo>
                  <a:lnTo>
                    <a:pt x="25207" y="54188"/>
                  </a:lnTo>
                  <a:lnTo>
                    <a:pt x="24891" y="53891"/>
                  </a:lnTo>
                  <a:lnTo>
                    <a:pt x="23316" y="53425"/>
                  </a:lnTo>
                  <a:lnTo>
                    <a:pt x="22469" y="53257"/>
                  </a:lnTo>
                  <a:lnTo>
                    <a:pt x="21860" y="53258"/>
                  </a:lnTo>
                  <a:lnTo>
                    <a:pt x="19814" y="53265"/>
                  </a:lnTo>
                  <a:lnTo>
                    <a:pt x="19634" y="53312"/>
                  </a:lnTo>
                  <a:lnTo>
                    <a:pt x="17076" y="53977"/>
                  </a:lnTo>
                  <a:lnTo>
                    <a:pt x="16567" y="54216"/>
                  </a:lnTo>
                  <a:lnTo>
                    <a:pt x="15162" y="54878"/>
                  </a:lnTo>
                  <a:lnTo>
                    <a:pt x="14705" y="55093"/>
                  </a:lnTo>
                  <a:lnTo>
                    <a:pt x="12724" y="55180"/>
                  </a:lnTo>
                  <a:lnTo>
                    <a:pt x="10617" y="55313"/>
                  </a:lnTo>
                  <a:lnTo>
                    <a:pt x="10137" y="55343"/>
                  </a:lnTo>
                  <a:lnTo>
                    <a:pt x="9946" y="55355"/>
                  </a:lnTo>
                  <a:lnTo>
                    <a:pt x="7142" y="56238"/>
                  </a:lnTo>
                  <a:lnTo>
                    <a:pt x="4992" y="55929"/>
                  </a:lnTo>
                  <a:lnTo>
                    <a:pt x="4479" y="56072"/>
                  </a:lnTo>
                  <a:lnTo>
                    <a:pt x="4250" y="56136"/>
                  </a:lnTo>
                  <a:lnTo>
                    <a:pt x="2829" y="56534"/>
                  </a:lnTo>
                  <a:lnTo>
                    <a:pt x="0" y="56594"/>
                  </a:lnTo>
                  <a:lnTo>
                    <a:pt x="263" y="56134"/>
                  </a:lnTo>
                  <a:lnTo>
                    <a:pt x="1133" y="54612"/>
                  </a:lnTo>
                  <a:lnTo>
                    <a:pt x="1751" y="52706"/>
                  </a:lnTo>
                  <a:lnTo>
                    <a:pt x="2831" y="51529"/>
                  </a:lnTo>
                  <a:lnTo>
                    <a:pt x="5589" y="45688"/>
                  </a:lnTo>
                  <a:lnTo>
                    <a:pt x="15060" y="34719"/>
                  </a:lnTo>
                  <a:lnTo>
                    <a:pt x="19804" y="26859"/>
                  </a:lnTo>
                  <a:lnTo>
                    <a:pt x="21627" y="18196"/>
                  </a:lnTo>
                  <a:lnTo>
                    <a:pt x="36018" y="10477"/>
                  </a:lnTo>
                  <a:lnTo>
                    <a:pt x="52546" y="573"/>
                  </a:lnTo>
                  <a:lnTo>
                    <a:pt x="59478" y="0"/>
                  </a:lnTo>
                  <a:lnTo>
                    <a:pt x="66617" y="4051"/>
                  </a:lnTo>
                  <a:lnTo>
                    <a:pt x="66851" y="4738"/>
                  </a:lnTo>
                  <a:lnTo>
                    <a:pt x="66946" y="5018"/>
                  </a:lnTo>
                  <a:lnTo>
                    <a:pt x="67098" y="5492"/>
                  </a:lnTo>
                  <a:lnTo>
                    <a:pt x="67465" y="6639"/>
                  </a:lnTo>
                  <a:lnTo>
                    <a:pt x="67800" y="7683"/>
                  </a:lnTo>
                  <a:lnTo>
                    <a:pt x="67965" y="8306"/>
                  </a:lnTo>
                  <a:lnTo>
                    <a:pt x="68631" y="10818"/>
                  </a:lnTo>
                  <a:lnTo>
                    <a:pt x="69318" y="12074"/>
                  </a:lnTo>
                  <a:lnTo>
                    <a:pt x="69430" y="12279"/>
                  </a:lnTo>
                  <a:lnTo>
                    <a:pt x="69816" y="12985"/>
                  </a:lnTo>
                  <a:lnTo>
                    <a:pt x="71659" y="15131"/>
                  </a:lnTo>
                  <a:lnTo>
                    <a:pt x="73080" y="16987"/>
                  </a:lnTo>
                  <a:lnTo>
                    <a:pt x="73871" y="17961"/>
                  </a:lnTo>
                  <a:lnTo>
                    <a:pt x="74269" y="18451"/>
                  </a:lnTo>
                  <a:lnTo>
                    <a:pt x="74611" y="18872"/>
                  </a:lnTo>
                  <a:lnTo>
                    <a:pt x="76027" y="20617"/>
                  </a:lnTo>
                  <a:lnTo>
                    <a:pt x="77930" y="23196"/>
                  </a:lnTo>
                  <a:lnTo>
                    <a:pt x="78683" y="24162"/>
                  </a:lnTo>
                  <a:lnTo>
                    <a:pt x="78949" y="24507"/>
                  </a:lnTo>
                  <a:lnTo>
                    <a:pt x="79112" y="24717"/>
                  </a:lnTo>
                  <a:lnTo>
                    <a:pt x="79891" y="25954"/>
                  </a:lnTo>
                  <a:lnTo>
                    <a:pt x="80258" y="26537"/>
                  </a:lnTo>
                  <a:lnTo>
                    <a:pt x="80824" y="27436"/>
                  </a:lnTo>
                  <a:lnTo>
                    <a:pt x="81341" y="28256"/>
                  </a:lnTo>
                  <a:lnTo>
                    <a:pt x="81607" y="28678"/>
                  </a:lnTo>
                  <a:lnTo>
                    <a:pt x="82318" y="29608"/>
                  </a:lnTo>
                  <a:lnTo>
                    <a:pt x="82713" y="31833"/>
                  </a:lnTo>
                  <a:lnTo>
                    <a:pt x="85380" y="35360"/>
                  </a:lnTo>
                  <a:lnTo>
                    <a:pt x="85573" y="35534"/>
                  </a:lnTo>
                  <a:lnTo>
                    <a:pt x="85772" y="35715"/>
                  </a:lnTo>
                  <a:lnTo>
                    <a:pt x="86038" y="36051"/>
                  </a:lnTo>
                  <a:lnTo>
                    <a:pt x="87048" y="37352"/>
                  </a:lnTo>
                  <a:lnTo>
                    <a:pt x="88210" y="38848"/>
                  </a:lnTo>
                  <a:lnTo>
                    <a:pt x="88612" y="39357"/>
                  </a:lnTo>
                  <a:lnTo>
                    <a:pt x="90066" y="41198"/>
                  </a:lnTo>
                  <a:lnTo>
                    <a:pt x="90566" y="41832"/>
                  </a:lnTo>
                  <a:lnTo>
                    <a:pt x="92105" y="43782"/>
                  </a:lnTo>
                  <a:lnTo>
                    <a:pt x="92428" y="44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117855" y="4529793"/>
              <a:ext cx="231967" cy="108230"/>
            </a:xfrm>
            <a:custGeom>
              <a:avLst/>
              <a:pathLst>
                <a:path w="231967" h="108230">
                  <a:moveTo>
                    <a:pt x="64480" y="0"/>
                  </a:moveTo>
                  <a:lnTo>
                    <a:pt x="66876" y="3037"/>
                  </a:lnTo>
                  <a:lnTo>
                    <a:pt x="68875" y="1785"/>
                  </a:lnTo>
                  <a:lnTo>
                    <a:pt x="71629" y="6251"/>
                  </a:lnTo>
                  <a:lnTo>
                    <a:pt x="74642" y="4919"/>
                  </a:lnTo>
                  <a:lnTo>
                    <a:pt x="78662" y="10780"/>
                  </a:lnTo>
                  <a:lnTo>
                    <a:pt x="80157" y="15173"/>
                  </a:lnTo>
                  <a:lnTo>
                    <a:pt x="80029" y="17733"/>
                  </a:lnTo>
                  <a:lnTo>
                    <a:pt x="80013" y="18060"/>
                  </a:lnTo>
                  <a:lnTo>
                    <a:pt x="79933" y="22309"/>
                  </a:lnTo>
                  <a:lnTo>
                    <a:pt x="76180" y="22888"/>
                  </a:lnTo>
                  <a:lnTo>
                    <a:pt x="74584" y="23645"/>
                  </a:lnTo>
                  <a:lnTo>
                    <a:pt x="73142" y="25080"/>
                  </a:lnTo>
                  <a:lnTo>
                    <a:pt x="72437" y="25781"/>
                  </a:lnTo>
                  <a:lnTo>
                    <a:pt x="72246" y="26028"/>
                  </a:lnTo>
                  <a:lnTo>
                    <a:pt x="71430" y="27082"/>
                  </a:lnTo>
                  <a:lnTo>
                    <a:pt x="70323" y="28806"/>
                  </a:lnTo>
                  <a:lnTo>
                    <a:pt x="68581" y="31518"/>
                  </a:lnTo>
                  <a:lnTo>
                    <a:pt x="68891" y="34302"/>
                  </a:lnTo>
                  <a:lnTo>
                    <a:pt x="69183" y="34503"/>
                  </a:lnTo>
                  <a:lnTo>
                    <a:pt x="69343" y="34613"/>
                  </a:lnTo>
                  <a:lnTo>
                    <a:pt x="70487" y="34559"/>
                  </a:lnTo>
                  <a:lnTo>
                    <a:pt x="74920" y="34351"/>
                  </a:lnTo>
                  <a:lnTo>
                    <a:pt x="74188" y="28323"/>
                  </a:lnTo>
                  <a:lnTo>
                    <a:pt x="74411" y="28312"/>
                  </a:lnTo>
                  <a:lnTo>
                    <a:pt x="79082" y="28091"/>
                  </a:lnTo>
                  <a:lnTo>
                    <a:pt x="80664" y="28016"/>
                  </a:lnTo>
                  <a:lnTo>
                    <a:pt x="82648" y="27922"/>
                  </a:lnTo>
                  <a:lnTo>
                    <a:pt x="87723" y="27682"/>
                  </a:lnTo>
                  <a:lnTo>
                    <a:pt x="90130" y="27568"/>
                  </a:lnTo>
                  <a:lnTo>
                    <a:pt x="93942" y="27387"/>
                  </a:lnTo>
                  <a:lnTo>
                    <a:pt x="94352" y="27368"/>
                  </a:lnTo>
                  <a:lnTo>
                    <a:pt x="95986" y="27291"/>
                  </a:lnTo>
                  <a:lnTo>
                    <a:pt x="97551" y="26914"/>
                  </a:lnTo>
                  <a:lnTo>
                    <a:pt x="105530" y="24991"/>
                  </a:lnTo>
                  <a:lnTo>
                    <a:pt x="108750" y="23830"/>
                  </a:lnTo>
                  <a:lnTo>
                    <a:pt x="110058" y="23358"/>
                  </a:lnTo>
                  <a:lnTo>
                    <a:pt x="112796" y="22370"/>
                  </a:lnTo>
                  <a:lnTo>
                    <a:pt x="116291" y="21609"/>
                  </a:lnTo>
                  <a:lnTo>
                    <a:pt x="116940" y="21578"/>
                  </a:lnTo>
                  <a:lnTo>
                    <a:pt x="118610" y="21500"/>
                  </a:lnTo>
                  <a:lnTo>
                    <a:pt x="121425" y="21367"/>
                  </a:lnTo>
                  <a:lnTo>
                    <a:pt x="124774" y="21209"/>
                  </a:lnTo>
                  <a:lnTo>
                    <a:pt x="125529" y="21174"/>
                  </a:lnTo>
                  <a:lnTo>
                    <a:pt x="133465" y="20800"/>
                  </a:lnTo>
                  <a:lnTo>
                    <a:pt x="136876" y="20640"/>
                  </a:lnTo>
                  <a:lnTo>
                    <a:pt x="144454" y="20283"/>
                  </a:lnTo>
                  <a:lnTo>
                    <a:pt x="145290" y="23010"/>
                  </a:lnTo>
                  <a:lnTo>
                    <a:pt x="145716" y="23047"/>
                  </a:lnTo>
                  <a:lnTo>
                    <a:pt x="146124" y="23083"/>
                  </a:lnTo>
                  <a:lnTo>
                    <a:pt x="148146" y="23260"/>
                  </a:lnTo>
                  <a:lnTo>
                    <a:pt x="148938" y="23330"/>
                  </a:lnTo>
                  <a:lnTo>
                    <a:pt x="152083" y="23547"/>
                  </a:lnTo>
                  <a:lnTo>
                    <a:pt x="167184" y="24592"/>
                  </a:lnTo>
                  <a:lnTo>
                    <a:pt x="167684" y="24626"/>
                  </a:lnTo>
                  <a:lnTo>
                    <a:pt x="168663" y="24694"/>
                  </a:lnTo>
                  <a:lnTo>
                    <a:pt x="168968" y="24717"/>
                  </a:lnTo>
                  <a:lnTo>
                    <a:pt x="178618" y="25461"/>
                  </a:lnTo>
                  <a:lnTo>
                    <a:pt x="190836" y="26403"/>
                  </a:lnTo>
                  <a:lnTo>
                    <a:pt x="191127" y="26425"/>
                  </a:lnTo>
                  <a:lnTo>
                    <a:pt x="191643" y="20834"/>
                  </a:lnTo>
                  <a:lnTo>
                    <a:pt x="193187" y="16587"/>
                  </a:lnTo>
                  <a:lnTo>
                    <a:pt x="193554" y="16082"/>
                  </a:lnTo>
                  <a:lnTo>
                    <a:pt x="194909" y="14220"/>
                  </a:lnTo>
                  <a:lnTo>
                    <a:pt x="196631" y="12762"/>
                  </a:lnTo>
                  <a:lnTo>
                    <a:pt x="199191" y="10609"/>
                  </a:lnTo>
                  <a:lnTo>
                    <a:pt x="200104" y="20293"/>
                  </a:lnTo>
                  <a:lnTo>
                    <a:pt x="200274" y="22097"/>
                  </a:lnTo>
                  <a:lnTo>
                    <a:pt x="200997" y="29747"/>
                  </a:lnTo>
                  <a:lnTo>
                    <a:pt x="210546" y="28786"/>
                  </a:lnTo>
                  <a:lnTo>
                    <a:pt x="211043" y="28736"/>
                  </a:lnTo>
                  <a:lnTo>
                    <a:pt x="220678" y="27767"/>
                  </a:lnTo>
                  <a:lnTo>
                    <a:pt x="222981" y="27535"/>
                  </a:lnTo>
                  <a:lnTo>
                    <a:pt x="224042" y="27429"/>
                  </a:lnTo>
                  <a:lnTo>
                    <a:pt x="226516" y="48633"/>
                  </a:lnTo>
                  <a:lnTo>
                    <a:pt x="227291" y="55281"/>
                  </a:lnTo>
                  <a:lnTo>
                    <a:pt x="228487" y="65531"/>
                  </a:lnTo>
                  <a:lnTo>
                    <a:pt x="228733" y="67637"/>
                  </a:lnTo>
                  <a:lnTo>
                    <a:pt x="229214" y="71451"/>
                  </a:lnTo>
                  <a:lnTo>
                    <a:pt x="229909" y="76968"/>
                  </a:lnTo>
                  <a:lnTo>
                    <a:pt x="230486" y="81547"/>
                  </a:lnTo>
                  <a:lnTo>
                    <a:pt x="231096" y="86388"/>
                  </a:lnTo>
                  <a:lnTo>
                    <a:pt x="231343" y="88052"/>
                  </a:lnTo>
                  <a:lnTo>
                    <a:pt x="231919" y="91930"/>
                  </a:lnTo>
                  <a:lnTo>
                    <a:pt x="231967" y="92505"/>
                  </a:lnTo>
                  <a:lnTo>
                    <a:pt x="230857" y="92697"/>
                  </a:lnTo>
                  <a:lnTo>
                    <a:pt x="230263" y="92799"/>
                  </a:lnTo>
                  <a:lnTo>
                    <a:pt x="229171" y="92988"/>
                  </a:lnTo>
                  <a:lnTo>
                    <a:pt x="228817" y="93049"/>
                  </a:lnTo>
                  <a:lnTo>
                    <a:pt x="228152" y="93164"/>
                  </a:lnTo>
                  <a:lnTo>
                    <a:pt x="218850" y="94771"/>
                  </a:lnTo>
                  <a:lnTo>
                    <a:pt x="218036" y="94912"/>
                  </a:lnTo>
                  <a:lnTo>
                    <a:pt x="209262" y="96660"/>
                  </a:lnTo>
                  <a:lnTo>
                    <a:pt x="208538" y="96804"/>
                  </a:lnTo>
                  <a:lnTo>
                    <a:pt x="207305" y="97050"/>
                  </a:lnTo>
                  <a:lnTo>
                    <a:pt x="206827" y="97145"/>
                  </a:lnTo>
                  <a:lnTo>
                    <a:pt x="200643" y="101107"/>
                  </a:lnTo>
                  <a:lnTo>
                    <a:pt x="200361" y="101367"/>
                  </a:lnTo>
                  <a:lnTo>
                    <a:pt x="199617" y="102049"/>
                  </a:lnTo>
                  <a:lnTo>
                    <a:pt x="195372" y="105945"/>
                  </a:lnTo>
                  <a:lnTo>
                    <a:pt x="194599" y="106653"/>
                  </a:lnTo>
                  <a:lnTo>
                    <a:pt x="193249" y="107893"/>
                  </a:lnTo>
                  <a:lnTo>
                    <a:pt x="192881" y="108230"/>
                  </a:lnTo>
                  <a:lnTo>
                    <a:pt x="192421" y="108066"/>
                  </a:lnTo>
                  <a:lnTo>
                    <a:pt x="191837" y="107858"/>
                  </a:lnTo>
                  <a:lnTo>
                    <a:pt x="191493" y="107735"/>
                  </a:lnTo>
                  <a:lnTo>
                    <a:pt x="190935" y="107536"/>
                  </a:lnTo>
                  <a:lnTo>
                    <a:pt x="190197" y="107413"/>
                  </a:lnTo>
                  <a:lnTo>
                    <a:pt x="183655" y="106327"/>
                  </a:lnTo>
                  <a:lnTo>
                    <a:pt x="182435" y="106124"/>
                  </a:lnTo>
                  <a:lnTo>
                    <a:pt x="182544" y="105084"/>
                  </a:lnTo>
                  <a:lnTo>
                    <a:pt x="177852" y="104526"/>
                  </a:lnTo>
                  <a:lnTo>
                    <a:pt x="175535" y="104250"/>
                  </a:lnTo>
                  <a:lnTo>
                    <a:pt x="175133" y="104417"/>
                  </a:lnTo>
                  <a:lnTo>
                    <a:pt x="174961" y="104488"/>
                  </a:lnTo>
                  <a:lnTo>
                    <a:pt x="174782" y="104562"/>
                  </a:lnTo>
                  <a:lnTo>
                    <a:pt x="174493" y="104682"/>
                  </a:lnTo>
                  <a:lnTo>
                    <a:pt x="174276" y="104661"/>
                  </a:lnTo>
                  <a:lnTo>
                    <a:pt x="168475" y="104107"/>
                  </a:lnTo>
                  <a:lnTo>
                    <a:pt x="167207" y="104356"/>
                  </a:lnTo>
                  <a:lnTo>
                    <a:pt x="166958" y="104405"/>
                  </a:lnTo>
                  <a:lnTo>
                    <a:pt x="165938" y="104605"/>
                  </a:lnTo>
                  <a:lnTo>
                    <a:pt x="164484" y="104890"/>
                  </a:lnTo>
                  <a:lnTo>
                    <a:pt x="164065" y="104973"/>
                  </a:lnTo>
                  <a:lnTo>
                    <a:pt x="163803" y="104546"/>
                  </a:lnTo>
                  <a:lnTo>
                    <a:pt x="163433" y="103944"/>
                  </a:lnTo>
                  <a:lnTo>
                    <a:pt x="163071" y="103356"/>
                  </a:lnTo>
                  <a:lnTo>
                    <a:pt x="162775" y="102876"/>
                  </a:lnTo>
                  <a:lnTo>
                    <a:pt x="162686" y="102732"/>
                  </a:lnTo>
                  <a:lnTo>
                    <a:pt x="162147" y="102785"/>
                  </a:lnTo>
                  <a:lnTo>
                    <a:pt x="161677" y="102832"/>
                  </a:lnTo>
                  <a:lnTo>
                    <a:pt x="160805" y="102918"/>
                  </a:lnTo>
                  <a:lnTo>
                    <a:pt x="160336" y="102965"/>
                  </a:lnTo>
                  <a:lnTo>
                    <a:pt x="160062" y="102992"/>
                  </a:lnTo>
                  <a:lnTo>
                    <a:pt x="159433" y="103161"/>
                  </a:lnTo>
                  <a:lnTo>
                    <a:pt x="157664" y="103635"/>
                  </a:lnTo>
                  <a:lnTo>
                    <a:pt x="156699" y="103679"/>
                  </a:lnTo>
                  <a:lnTo>
                    <a:pt x="155404" y="103873"/>
                  </a:lnTo>
                  <a:lnTo>
                    <a:pt x="153980" y="104086"/>
                  </a:lnTo>
                  <a:lnTo>
                    <a:pt x="153157" y="104175"/>
                  </a:lnTo>
                  <a:lnTo>
                    <a:pt x="150581" y="104453"/>
                  </a:lnTo>
                  <a:lnTo>
                    <a:pt x="150654" y="102508"/>
                  </a:lnTo>
                  <a:lnTo>
                    <a:pt x="149338" y="102575"/>
                  </a:lnTo>
                  <a:lnTo>
                    <a:pt x="147464" y="102670"/>
                  </a:lnTo>
                  <a:lnTo>
                    <a:pt x="145645" y="102763"/>
                  </a:lnTo>
                  <a:lnTo>
                    <a:pt x="141328" y="102983"/>
                  </a:lnTo>
                  <a:lnTo>
                    <a:pt x="140967" y="103001"/>
                  </a:lnTo>
                  <a:lnTo>
                    <a:pt x="136567" y="103225"/>
                  </a:lnTo>
                  <a:lnTo>
                    <a:pt x="132021" y="103173"/>
                  </a:lnTo>
                  <a:lnTo>
                    <a:pt x="129498" y="103850"/>
                  </a:lnTo>
                  <a:lnTo>
                    <a:pt x="129201" y="103930"/>
                  </a:lnTo>
                  <a:lnTo>
                    <a:pt x="127292" y="103440"/>
                  </a:lnTo>
                  <a:lnTo>
                    <a:pt x="126418" y="102999"/>
                  </a:lnTo>
                  <a:lnTo>
                    <a:pt x="125779" y="102677"/>
                  </a:lnTo>
                  <a:lnTo>
                    <a:pt x="125364" y="102503"/>
                  </a:lnTo>
                  <a:lnTo>
                    <a:pt x="124207" y="102017"/>
                  </a:lnTo>
                  <a:lnTo>
                    <a:pt x="121917" y="101057"/>
                  </a:lnTo>
                  <a:lnTo>
                    <a:pt x="121487" y="101058"/>
                  </a:lnTo>
                  <a:lnTo>
                    <a:pt x="117649" y="101064"/>
                  </a:lnTo>
                  <a:lnTo>
                    <a:pt x="116643" y="101042"/>
                  </a:lnTo>
                  <a:lnTo>
                    <a:pt x="116150" y="101031"/>
                  </a:lnTo>
                  <a:lnTo>
                    <a:pt x="112348" y="100742"/>
                  </a:lnTo>
                  <a:lnTo>
                    <a:pt x="112107" y="100739"/>
                  </a:lnTo>
                  <a:lnTo>
                    <a:pt x="106779" y="100673"/>
                  </a:lnTo>
                  <a:lnTo>
                    <a:pt x="104659" y="100771"/>
                  </a:lnTo>
                  <a:lnTo>
                    <a:pt x="103046" y="100422"/>
                  </a:lnTo>
                  <a:lnTo>
                    <a:pt x="103045" y="96074"/>
                  </a:lnTo>
                  <a:lnTo>
                    <a:pt x="98029" y="92754"/>
                  </a:lnTo>
                  <a:lnTo>
                    <a:pt x="97801" y="85297"/>
                  </a:lnTo>
                  <a:lnTo>
                    <a:pt x="95638" y="85199"/>
                  </a:lnTo>
                  <a:lnTo>
                    <a:pt x="77226" y="84365"/>
                  </a:lnTo>
                  <a:lnTo>
                    <a:pt x="76656" y="73063"/>
                  </a:lnTo>
                  <a:lnTo>
                    <a:pt x="81672" y="72189"/>
                  </a:lnTo>
                  <a:lnTo>
                    <a:pt x="81330" y="69917"/>
                  </a:lnTo>
                  <a:lnTo>
                    <a:pt x="74223" y="70563"/>
                  </a:lnTo>
                  <a:lnTo>
                    <a:pt x="73636" y="70616"/>
                  </a:lnTo>
                  <a:lnTo>
                    <a:pt x="57676" y="67549"/>
                  </a:lnTo>
                  <a:lnTo>
                    <a:pt x="49608" y="63120"/>
                  </a:lnTo>
                  <a:lnTo>
                    <a:pt x="53926" y="54332"/>
                  </a:lnTo>
                  <a:lnTo>
                    <a:pt x="51123" y="53314"/>
                  </a:lnTo>
                  <a:lnTo>
                    <a:pt x="44455" y="51275"/>
                  </a:lnTo>
                  <a:lnTo>
                    <a:pt x="39097" y="51974"/>
                  </a:lnTo>
                  <a:lnTo>
                    <a:pt x="32657" y="49411"/>
                  </a:lnTo>
                  <a:lnTo>
                    <a:pt x="29978" y="44226"/>
                  </a:lnTo>
                  <a:lnTo>
                    <a:pt x="30092" y="39449"/>
                  </a:lnTo>
                  <a:lnTo>
                    <a:pt x="36932" y="37294"/>
                  </a:lnTo>
                  <a:lnTo>
                    <a:pt x="38015" y="33332"/>
                  </a:lnTo>
                  <a:lnTo>
                    <a:pt x="37787" y="32458"/>
                  </a:lnTo>
                  <a:lnTo>
                    <a:pt x="21372" y="38400"/>
                  </a:lnTo>
                  <a:lnTo>
                    <a:pt x="19491" y="37585"/>
                  </a:lnTo>
                  <a:lnTo>
                    <a:pt x="13108" y="45974"/>
                  </a:lnTo>
                  <a:lnTo>
                    <a:pt x="5813" y="41313"/>
                  </a:lnTo>
                  <a:lnTo>
                    <a:pt x="7751" y="32109"/>
                  </a:lnTo>
                  <a:lnTo>
                    <a:pt x="14248" y="25875"/>
                  </a:lnTo>
                  <a:lnTo>
                    <a:pt x="23146" y="23783"/>
                  </a:lnTo>
                  <a:lnTo>
                    <a:pt x="22804" y="22929"/>
                  </a:lnTo>
                  <a:lnTo>
                    <a:pt x="16345" y="20443"/>
                  </a:lnTo>
                  <a:lnTo>
                    <a:pt x="15632" y="20042"/>
                  </a:lnTo>
                  <a:lnTo>
                    <a:pt x="1052" y="11790"/>
                  </a:lnTo>
                  <a:lnTo>
                    <a:pt x="0" y="11195"/>
                  </a:lnTo>
                  <a:lnTo>
                    <a:pt x="4787" y="3913"/>
                  </a:lnTo>
                  <a:lnTo>
                    <a:pt x="11271" y="7471"/>
                  </a:lnTo>
                  <a:lnTo>
                    <a:pt x="21415" y="13037"/>
                  </a:lnTo>
                  <a:lnTo>
                    <a:pt x="25593" y="15330"/>
                  </a:lnTo>
                  <a:lnTo>
                    <a:pt x="23853" y="7346"/>
                  </a:lnTo>
                  <a:lnTo>
                    <a:pt x="28317" y="6472"/>
                  </a:lnTo>
                  <a:lnTo>
                    <a:pt x="30785" y="16456"/>
                  </a:lnTo>
                  <a:lnTo>
                    <a:pt x="34196" y="17195"/>
                  </a:lnTo>
                  <a:lnTo>
                    <a:pt x="35765" y="16935"/>
                  </a:lnTo>
                  <a:lnTo>
                    <a:pt x="35500" y="11277"/>
                  </a:lnTo>
                  <a:lnTo>
                    <a:pt x="35450" y="10204"/>
                  </a:lnTo>
                  <a:lnTo>
                    <a:pt x="43600" y="10146"/>
                  </a:lnTo>
                  <a:lnTo>
                    <a:pt x="50268" y="10496"/>
                  </a:lnTo>
                  <a:lnTo>
                    <a:pt x="50553" y="10903"/>
                  </a:lnTo>
                  <a:lnTo>
                    <a:pt x="53745" y="11020"/>
                  </a:lnTo>
                  <a:lnTo>
                    <a:pt x="54030" y="13117"/>
                  </a:lnTo>
                  <a:lnTo>
                    <a:pt x="57147" y="13140"/>
                  </a:lnTo>
                  <a:lnTo>
                    <a:pt x="57204" y="6644"/>
                  </a:lnTo>
                  <a:lnTo>
                    <a:pt x="61638" y="3306"/>
                  </a:lnTo>
                  <a:lnTo>
                    <a:pt x="60984" y="2246"/>
                  </a:lnTo>
                  <a:lnTo>
                    <a:pt x="61210" y="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597313" y="4509624"/>
              <a:ext cx="253326" cy="223618"/>
            </a:xfrm>
            <a:custGeom>
              <a:avLst/>
              <a:pathLst>
                <a:path w="253326" h="223618">
                  <a:moveTo>
                    <a:pt x="179787" y="59508"/>
                  </a:moveTo>
                  <a:lnTo>
                    <a:pt x="180312" y="59496"/>
                  </a:lnTo>
                  <a:lnTo>
                    <a:pt x="180888" y="59483"/>
                  </a:lnTo>
                  <a:lnTo>
                    <a:pt x="181619" y="59466"/>
                  </a:lnTo>
                  <a:lnTo>
                    <a:pt x="182302" y="59450"/>
                  </a:lnTo>
                  <a:lnTo>
                    <a:pt x="183243" y="59429"/>
                  </a:lnTo>
                  <a:lnTo>
                    <a:pt x="183704" y="59418"/>
                  </a:lnTo>
                  <a:lnTo>
                    <a:pt x="184832" y="59392"/>
                  </a:lnTo>
                  <a:lnTo>
                    <a:pt x="186081" y="59364"/>
                  </a:lnTo>
                  <a:lnTo>
                    <a:pt x="186456" y="59355"/>
                  </a:lnTo>
                  <a:lnTo>
                    <a:pt x="187414" y="59333"/>
                  </a:lnTo>
                  <a:lnTo>
                    <a:pt x="188834" y="59301"/>
                  </a:lnTo>
                  <a:lnTo>
                    <a:pt x="189054" y="59296"/>
                  </a:lnTo>
                  <a:lnTo>
                    <a:pt x="189301" y="59290"/>
                  </a:lnTo>
                  <a:lnTo>
                    <a:pt x="190404" y="59265"/>
                  </a:lnTo>
                  <a:lnTo>
                    <a:pt x="191111" y="59249"/>
                  </a:lnTo>
                  <a:lnTo>
                    <a:pt x="191504" y="59240"/>
                  </a:lnTo>
                  <a:lnTo>
                    <a:pt x="192949" y="59207"/>
                  </a:lnTo>
                  <a:lnTo>
                    <a:pt x="193189" y="59201"/>
                  </a:lnTo>
                  <a:lnTo>
                    <a:pt x="194157" y="59179"/>
                  </a:lnTo>
                  <a:lnTo>
                    <a:pt x="195186" y="59156"/>
                  </a:lnTo>
                  <a:lnTo>
                    <a:pt x="196075" y="59135"/>
                  </a:lnTo>
                  <a:lnTo>
                    <a:pt x="197245" y="59109"/>
                  </a:lnTo>
                  <a:lnTo>
                    <a:pt x="197854" y="58530"/>
                  </a:lnTo>
                  <a:lnTo>
                    <a:pt x="197926" y="54521"/>
                  </a:lnTo>
                  <a:lnTo>
                    <a:pt x="203276" y="54427"/>
                  </a:lnTo>
                  <a:lnTo>
                    <a:pt x="208346" y="57787"/>
                  </a:lnTo>
                  <a:lnTo>
                    <a:pt x="208346" y="61748"/>
                  </a:lnTo>
                  <a:lnTo>
                    <a:pt x="203635" y="64311"/>
                  </a:lnTo>
                  <a:lnTo>
                    <a:pt x="204300" y="72409"/>
                  </a:lnTo>
                  <a:lnTo>
                    <a:pt x="204395" y="73555"/>
                  </a:lnTo>
                  <a:lnTo>
                    <a:pt x="200215" y="74254"/>
                  </a:lnTo>
                  <a:lnTo>
                    <a:pt x="193954" y="74952"/>
                  </a:lnTo>
                  <a:lnTo>
                    <a:pt x="180001" y="76506"/>
                  </a:lnTo>
                  <a:lnTo>
                    <a:pt x="168982" y="77438"/>
                  </a:lnTo>
                  <a:lnTo>
                    <a:pt x="167766" y="81245"/>
                  </a:lnTo>
                  <a:lnTo>
                    <a:pt x="183421" y="96236"/>
                  </a:lnTo>
                  <a:lnTo>
                    <a:pt x="187367" y="97238"/>
                  </a:lnTo>
                  <a:lnTo>
                    <a:pt x="192502" y="98543"/>
                  </a:lnTo>
                  <a:lnTo>
                    <a:pt x="203866" y="101430"/>
                  </a:lnTo>
                  <a:lnTo>
                    <a:pt x="207662" y="99654"/>
                  </a:lnTo>
                  <a:lnTo>
                    <a:pt x="209463" y="99957"/>
                  </a:lnTo>
                  <a:lnTo>
                    <a:pt x="211292" y="100266"/>
                  </a:lnTo>
                  <a:lnTo>
                    <a:pt x="217620" y="107876"/>
                  </a:lnTo>
                  <a:lnTo>
                    <a:pt x="253326" y="116432"/>
                  </a:lnTo>
                  <a:lnTo>
                    <a:pt x="252183" y="123728"/>
                  </a:lnTo>
                  <a:lnTo>
                    <a:pt x="251427" y="129131"/>
                  </a:lnTo>
                  <a:lnTo>
                    <a:pt x="209822" y="122723"/>
                  </a:lnTo>
                  <a:lnTo>
                    <a:pt x="205056" y="123122"/>
                  </a:lnTo>
                  <a:lnTo>
                    <a:pt x="206592" y="129325"/>
                  </a:lnTo>
                  <a:lnTo>
                    <a:pt x="224070" y="131267"/>
                  </a:lnTo>
                  <a:lnTo>
                    <a:pt x="234519" y="144666"/>
                  </a:lnTo>
                  <a:lnTo>
                    <a:pt x="245846" y="144148"/>
                  </a:lnTo>
                  <a:lnTo>
                    <a:pt x="247127" y="161461"/>
                  </a:lnTo>
                  <a:lnTo>
                    <a:pt x="237406" y="162558"/>
                  </a:lnTo>
                  <a:lnTo>
                    <a:pt x="231716" y="166608"/>
                  </a:lnTo>
                  <a:lnTo>
                    <a:pt x="224938" y="169425"/>
                  </a:lnTo>
                  <a:lnTo>
                    <a:pt x="217838" y="173335"/>
                  </a:lnTo>
                  <a:lnTo>
                    <a:pt x="215821" y="173317"/>
                  </a:lnTo>
                  <a:lnTo>
                    <a:pt x="212860" y="173290"/>
                  </a:lnTo>
                  <a:lnTo>
                    <a:pt x="211550" y="176561"/>
                  </a:lnTo>
                  <a:lnTo>
                    <a:pt x="209888" y="180202"/>
                  </a:lnTo>
                  <a:lnTo>
                    <a:pt x="199892" y="188325"/>
                  </a:lnTo>
                  <a:lnTo>
                    <a:pt x="198034" y="193609"/>
                  </a:lnTo>
                  <a:lnTo>
                    <a:pt x="208104" y="196729"/>
                  </a:lnTo>
                  <a:lnTo>
                    <a:pt x="216915" y="199460"/>
                  </a:lnTo>
                  <a:lnTo>
                    <a:pt x="223563" y="202858"/>
                  </a:lnTo>
                  <a:lnTo>
                    <a:pt x="223710" y="223618"/>
                  </a:lnTo>
                  <a:lnTo>
                    <a:pt x="215653" y="219746"/>
                  </a:lnTo>
                  <a:lnTo>
                    <a:pt x="210239" y="215668"/>
                  </a:lnTo>
                  <a:lnTo>
                    <a:pt x="204635" y="208580"/>
                  </a:lnTo>
                  <a:lnTo>
                    <a:pt x="200835" y="205959"/>
                  </a:lnTo>
                  <a:lnTo>
                    <a:pt x="194756" y="202561"/>
                  </a:lnTo>
                  <a:lnTo>
                    <a:pt x="188296" y="196638"/>
                  </a:lnTo>
                  <a:lnTo>
                    <a:pt x="183357" y="192074"/>
                  </a:lnTo>
                  <a:lnTo>
                    <a:pt x="178037" y="188676"/>
                  </a:lnTo>
                  <a:lnTo>
                    <a:pt x="175882" y="189869"/>
                  </a:lnTo>
                  <a:lnTo>
                    <a:pt x="173675" y="191090"/>
                  </a:lnTo>
                  <a:lnTo>
                    <a:pt x="173158" y="191036"/>
                  </a:lnTo>
                  <a:lnTo>
                    <a:pt x="169699" y="190673"/>
                  </a:lnTo>
                  <a:lnTo>
                    <a:pt x="168660" y="190551"/>
                  </a:lnTo>
                  <a:lnTo>
                    <a:pt x="168222" y="189236"/>
                  </a:lnTo>
                  <a:lnTo>
                    <a:pt x="168070" y="188780"/>
                  </a:lnTo>
                  <a:lnTo>
                    <a:pt x="167946" y="188334"/>
                  </a:lnTo>
                  <a:lnTo>
                    <a:pt x="166184" y="182011"/>
                  </a:lnTo>
                  <a:lnTo>
                    <a:pt x="163976" y="175870"/>
                  </a:lnTo>
                  <a:lnTo>
                    <a:pt x="163703" y="175122"/>
                  </a:lnTo>
                  <a:lnTo>
                    <a:pt x="161530" y="169163"/>
                  </a:lnTo>
                  <a:lnTo>
                    <a:pt x="161153" y="168021"/>
                  </a:lnTo>
                  <a:lnTo>
                    <a:pt x="160307" y="165459"/>
                  </a:lnTo>
                  <a:lnTo>
                    <a:pt x="158512" y="166765"/>
                  </a:lnTo>
                  <a:lnTo>
                    <a:pt x="153796" y="170196"/>
                  </a:lnTo>
                  <a:lnTo>
                    <a:pt x="153246" y="172031"/>
                  </a:lnTo>
                  <a:lnTo>
                    <a:pt x="152675" y="173938"/>
                  </a:lnTo>
                  <a:lnTo>
                    <a:pt x="152504" y="174507"/>
                  </a:lnTo>
                  <a:lnTo>
                    <a:pt x="149046" y="178236"/>
                  </a:lnTo>
                  <a:lnTo>
                    <a:pt x="148776" y="178269"/>
                  </a:lnTo>
                  <a:lnTo>
                    <a:pt x="140244" y="179332"/>
                  </a:lnTo>
                  <a:lnTo>
                    <a:pt x="139904" y="179374"/>
                  </a:lnTo>
                  <a:lnTo>
                    <a:pt x="138714" y="179522"/>
                  </a:lnTo>
                  <a:lnTo>
                    <a:pt x="135576" y="182752"/>
                  </a:lnTo>
                  <a:lnTo>
                    <a:pt x="132333" y="184667"/>
                  </a:lnTo>
                  <a:lnTo>
                    <a:pt x="129107" y="186572"/>
                  </a:lnTo>
                  <a:lnTo>
                    <a:pt x="127767" y="187228"/>
                  </a:lnTo>
                  <a:lnTo>
                    <a:pt x="126954" y="187626"/>
                  </a:lnTo>
                  <a:lnTo>
                    <a:pt x="124669" y="188745"/>
                  </a:lnTo>
                  <a:lnTo>
                    <a:pt x="123937" y="189104"/>
                  </a:lnTo>
                  <a:lnTo>
                    <a:pt x="123394" y="189361"/>
                  </a:lnTo>
                  <a:lnTo>
                    <a:pt x="117286" y="188396"/>
                  </a:lnTo>
                  <a:lnTo>
                    <a:pt x="115297" y="188082"/>
                  </a:lnTo>
                  <a:lnTo>
                    <a:pt x="112544" y="187649"/>
                  </a:lnTo>
                  <a:lnTo>
                    <a:pt x="109614" y="187354"/>
                  </a:lnTo>
                  <a:lnTo>
                    <a:pt x="109132" y="187306"/>
                  </a:lnTo>
                  <a:lnTo>
                    <a:pt x="107003" y="187092"/>
                  </a:lnTo>
                  <a:lnTo>
                    <a:pt x="106272" y="187019"/>
                  </a:lnTo>
                  <a:lnTo>
                    <a:pt x="100888" y="186478"/>
                  </a:lnTo>
                  <a:lnTo>
                    <a:pt x="100902" y="183580"/>
                  </a:lnTo>
                  <a:lnTo>
                    <a:pt x="97190" y="179820"/>
                  </a:lnTo>
                  <a:lnTo>
                    <a:pt x="95963" y="173525"/>
                  </a:lnTo>
                  <a:lnTo>
                    <a:pt x="95061" y="168897"/>
                  </a:lnTo>
                  <a:lnTo>
                    <a:pt x="93367" y="160207"/>
                  </a:lnTo>
                  <a:lnTo>
                    <a:pt x="89232" y="160581"/>
                  </a:lnTo>
                  <a:lnTo>
                    <a:pt x="89193" y="159393"/>
                  </a:lnTo>
                  <a:lnTo>
                    <a:pt x="89153" y="158159"/>
                  </a:lnTo>
                  <a:lnTo>
                    <a:pt x="89131" y="157485"/>
                  </a:lnTo>
                  <a:lnTo>
                    <a:pt x="89114" y="156976"/>
                  </a:lnTo>
                  <a:lnTo>
                    <a:pt x="86973" y="156238"/>
                  </a:lnTo>
                  <a:lnTo>
                    <a:pt x="86043" y="155918"/>
                  </a:lnTo>
                  <a:lnTo>
                    <a:pt x="84744" y="155471"/>
                  </a:lnTo>
                  <a:lnTo>
                    <a:pt x="84763" y="155082"/>
                  </a:lnTo>
                  <a:lnTo>
                    <a:pt x="84851" y="153292"/>
                  </a:lnTo>
                  <a:lnTo>
                    <a:pt x="84901" y="152255"/>
                  </a:lnTo>
                  <a:lnTo>
                    <a:pt x="79586" y="150626"/>
                  </a:lnTo>
                  <a:lnTo>
                    <a:pt x="79442" y="151947"/>
                  </a:lnTo>
                  <a:lnTo>
                    <a:pt x="79393" y="152398"/>
                  </a:lnTo>
                  <a:lnTo>
                    <a:pt x="79346" y="152827"/>
                  </a:lnTo>
                  <a:lnTo>
                    <a:pt x="79236" y="153831"/>
                  </a:lnTo>
                  <a:lnTo>
                    <a:pt x="79118" y="154913"/>
                  </a:lnTo>
                  <a:lnTo>
                    <a:pt x="78455" y="158137"/>
                  </a:lnTo>
                  <a:lnTo>
                    <a:pt x="78255" y="159113"/>
                  </a:lnTo>
                  <a:lnTo>
                    <a:pt x="78002" y="160728"/>
                  </a:lnTo>
                  <a:lnTo>
                    <a:pt x="77905" y="161351"/>
                  </a:lnTo>
                  <a:lnTo>
                    <a:pt x="77821" y="161888"/>
                  </a:lnTo>
                  <a:lnTo>
                    <a:pt x="77715" y="162566"/>
                  </a:lnTo>
                  <a:lnTo>
                    <a:pt x="77637" y="163071"/>
                  </a:lnTo>
                  <a:lnTo>
                    <a:pt x="76929" y="167599"/>
                  </a:lnTo>
                  <a:lnTo>
                    <a:pt x="76764" y="168657"/>
                  </a:lnTo>
                  <a:lnTo>
                    <a:pt x="76528" y="170168"/>
                  </a:lnTo>
                  <a:lnTo>
                    <a:pt x="76305" y="171599"/>
                  </a:lnTo>
                  <a:lnTo>
                    <a:pt x="76231" y="172070"/>
                  </a:lnTo>
                  <a:lnTo>
                    <a:pt x="76200" y="172271"/>
                  </a:lnTo>
                  <a:lnTo>
                    <a:pt x="75674" y="172157"/>
                  </a:lnTo>
                  <a:lnTo>
                    <a:pt x="74661" y="171972"/>
                  </a:lnTo>
                  <a:lnTo>
                    <a:pt x="72864" y="171645"/>
                  </a:lnTo>
                  <a:lnTo>
                    <a:pt x="72121" y="171509"/>
                  </a:lnTo>
                  <a:lnTo>
                    <a:pt x="71534" y="171402"/>
                  </a:lnTo>
                  <a:lnTo>
                    <a:pt x="69201" y="170977"/>
                  </a:lnTo>
                  <a:lnTo>
                    <a:pt x="66062" y="170627"/>
                  </a:lnTo>
                  <a:lnTo>
                    <a:pt x="65223" y="170654"/>
                  </a:lnTo>
                  <a:lnTo>
                    <a:pt x="64345" y="170682"/>
                  </a:lnTo>
                  <a:lnTo>
                    <a:pt x="63994" y="170694"/>
                  </a:lnTo>
                  <a:lnTo>
                    <a:pt x="63863" y="170698"/>
                  </a:lnTo>
                  <a:lnTo>
                    <a:pt x="63222" y="169848"/>
                  </a:lnTo>
                  <a:lnTo>
                    <a:pt x="62670" y="168362"/>
                  </a:lnTo>
                  <a:lnTo>
                    <a:pt x="62556" y="168055"/>
                  </a:lnTo>
                  <a:lnTo>
                    <a:pt x="62265" y="167271"/>
                  </a:lnTo>
                  <a:lnTo>
                    <a:pt x="58167" y="166895"/>
                  </a:lnTo>
                  <a:lnTo>
                    <a:pt x="58125" y="167376"/>
                  </a:lnTo>
                  <a:lnTo>
                    <a:pt x="58046" y="168266"/>
                  </a:lnTo>
                  <a:lnTo>
                    <a:pt x="58018" y="168582"/>
                  </a:lnTo>
                  <a:lnTo>
                    <a:pt x="57909" y="169806"/>
                  </a:lnTo>
                  <a:lnTo>
                    <a:pt x="57869" y="170264"/>
                  </a:lnTo>
                  <a:lnTo>
                    <a:pt x="57817" y="170847"/>
                  </a:lnTo>
                  <a:lnTo>
                    <a:pt x="43225" y="167984"/>
                  </a:lnTo>
                  <a:lnTo>
                    <a:pt x="42132" y="167770"/>
                  </a:lnTo>
                  <a:lnTo>
                    <a:pt x="42097" y="168961"/>
                  </a:lnTo>
                  <a:lnTo>
                    <a:pt x="42110" y="169325"/>
                  </a:lnTo>
                  <a:lnTo>
                    <a:pt x="42128" y="169835"/>
                  </a:lnTo>
                  <a:lnTo>
                    <a:pt x="41469" y="169850"/>
                  </a:lnTo>
                  <a:lnTo>
                    <a:pt x="31380" y="170081"/>
                  </a:lnTo>
                  <a:lnTo>
                    <a:pt x="30976" y="170090"/>
                  </a:lnTo>
                  <a:lnTo>
                    <a:pt x="30719" y="170096"/>
                  </a:lnTo>
                  <a:lnTo>
                    <a:pt x="24034" y="170249"/>
                  </a:lnTo>
                  <a:lnTo>
                    <a:pt x="19899" y="170344"/>
                  </a:lnTo>
                  <a:lnTo>
                    <a:pt x="11365" y="170539"/>
                  </a:lnTo>
                  <a:lnTo>
                    <a:pt x="10972" y="170548"/>
                  </a:lnTo>
                  <a:lnTo>
                    <a:pt x="10472" y="170560"/>
                  </a:lnTo>
                  <a:lnTo>
                    <a:pt x="10255" y="170565"/>
                  </a:lnTo>
                  <a:lnTo>
                    <a:pt x="1877" y="170757"/>
                  </a:lnTo>
                  <a:lnTo>
                    <a:pt x="1396" y="170768"/>
                  </a:lnTo>
                  <a:lnTo>
                    <a:pt x="649" y="147931"/>
                  </a:lnTo>
                  <a:lnTo>
                    <a:pt x="46" y="129493"/>
                  </a:lnTo>
                  <a:lnTo>
                    <a:pt x="0" y="128072"/>
                  </a:lnTo>
                  <a:lnTo>
                    <a:pt x="4365" y="129850"/>
                  </a:lnTo>
                  <a:lnTo>
                    <a:pt x="5478" y="130303"/>
                  </a:lnTo>
                  <a:lnTo>
                    <a:pt x="9200" y="131818"/>
                  </a:lnTo>
                  <a:lnTo>
                    <a:pt x="14296" y="133856"/>
                  </a:lnTo>
                  <a:lnTo>
                    <a:pt x="14793" y="132505"/>
                  </a:lnTo>
                  <a:lnTo>
                    <a:pt x="17718" y="124552"/>
                  </a:lnTo>
                  <a:lnTo>
                    <a:pt x="18547" y="122298"/>
                  </a:lnTo>
                  <a:lnTo>
                    <a:pt x="18749" y="121748"/>
                  </a:lnTo>
                  <a:lnTo>
                    <a:pt x="19114" y="120755"/>
                  </a:lnTo>
                  <a:lnTo>
                    <a:pt x="21613" y="113958"/>
                  </a:lnTo>
                  <a:lnTo>
                    <a:pt x="21871" y="113257"/>
                  </a:lnTo>
                  <a:lnTo>
                    <a:pt x="30549" y="116876"/>
                  </a:lnTo>
                  <a:lnTo>
                    <a:pt x="31917" y="113259"/>
                  </a:lnTo>
                  <a:lnTo>
                    <a:pt x="33785" y="108318"/>
                  </a:lnTo>
                  <a:lnTo>
                    <a:pt x="34033" y="107664"/>
                  </a:lnTo>
                  <a:lnTo>
                    <a:pt x="34290" y="106983"/>
                  </a:lnTo>
                  <a:lnTo>
                    <a:pt x="37290" y="99047"/>
                  </a:lnTo>
                  <a:lnTo>
                    <a:pt x="37341" y="98911"/>
                  </a:lnTo>
                  <a:lnTo>
                    <a:pt x="37486" y="98528"/>
                  </a:lnTo>
                  <a:lnTo>
                    <a:pt x="37626" y="98157"/>
                  </a:lnTo>
                  <a:lnTo>
                    <a:pt x="39773" y="92478"/>
                  </a:lnTo>
                  <a:lnTo>
                    <a:pt x="40644" y="90175"/>
                  </a:lnTo>
                  <a:lnTo>
                    <a:pt x="40732" y="89942"/>
                  </a:lnTo>
                  <a:lnTo>
                    <a:pt x="40812" y="89729"/>
                  </a:lnTo>
                  <a:lnTo>
                    <a:pt x="40984" y="89274"/>
                  </a:lnTo>
                  <a:lnTo>
                    <a:pt x="41862" y="86952"/>
                  </a:lnTo>
                  <a:lnTo>
                    <a:pt x="44114" y="81189"/>
                  </a:lnTo>
                  <a:lnTo>
                    <a:pt x="44365" y="81291"/>
                  </a:lnTo>
                  <a:lnTo>
                    <a:pt x="61233" y="88162"/>
                  </a:lnTo>
                  <a:lnTo>
                    <a:pt x="64160" y="89248"/>
                  </a:lnTo>
                  <a:lnTo>
                    <a:pt x="70556" y="83893"/>
                  </a:lnTo>
                  <a:lnTo>
                    <a:pt x="78247" y="78967"/>
                  </a:lnTo>
                  <a:lnTo>
                    <a:pt x="79399" y="78357"/>
                  </a:lnTo>
                  <a:lnTo>
                    <a:pt x="87100" y="74280"/>
                  </a:lnTo>
                  <a:lnTo>
                    <a:pt x="87940" y="73835"/>
                  </a:lnTo>
                  <a:lnTo>
                    <a:pt x="88483" y="73547"/>
                  </a:lnTo>
                  <a:lnTo>
                    <a:pt x="79774" y="58230"/>
                  </a:lnTo>
                  <a:lnTo>
                    <a:pt x="79180" y="57194"/>
                  </a:lnTo>
                  <a:lnTo>
                    <a:pt x="79046" y="56959"/>
                  </a:lnTo>
                  <a:lnTo>
                    <a:pt x="78907" y="56717"/>
                  </a:lnTo>
                  <a:lnTo>
                    <a:pt x="72657" y="45812"/>
                  </a:lnTo>
                  <a:lnTo>
                    <a:pt x="72416" y="44459"/>
                  </a:lnTo>
                  <a:lnTo>
                    <a:pt x="72104" y="42711"/>
                  </a:lnTo>
                  <a:lnTo>
                    <a:pt x="71909" y="41611"/>
                  </a:lnTo>
                  <a:lnTo>
                    <a:pt x="71264" y="37994"/>
                  </a:lnTo>
                  <a:lnTo>
                    <a:pt x="70723" y="34955"/>
                  </a:lnTo>
                  <a:lnTo>
                    <a:pt x="70865" y="32867"/>
                  </a:lnTo>
                  <a:lnTo>
                    <a:pt x="71802" y="29672"/>
                  </a:lnTo>
                  <a:lnTo>
                    <a:pt x="79506" y="24383"/>
                  </a:lnTo>
                  <a:lnTo>
                    <a:pt x="80580" y="23645"/>
                  </a:lnTo>
                  <a:lnTo>
                    <a:pt x="81043" y="23327"/>
                  </a:lnTo>
                  <a:lnTo>
                    <a:pt x="88361" y="18303"/>
                  </a:lnTo>
                  <a:lnTo>
                    <a:pt x="89106" y="17791"/>
                  </a:lnTo>
                  <a:lnTo>
                    <a:pt x="92619" y="15379"/>
                  </a:lnTo>
                  <a:lnTo>
                    <a:pt x="101460" y="9308"/>
                  </a:lnTo>
                  <a:lnTo>
                    <a:pt x="115124" y="0"/>
                  </a:lnTo>
                  <a:lnTo>
                    <a:pt x="121032" y="6508"/>
                  </a:lnTo>
                  <a:lnTo>
                    <a:pt x="131050" y="17484"/>
                  </a:lnTo>
                  <a:lnTo>
                    <a:pt x="131333" y="17627"/>
                  </a:lnTo>
                  <a:lnTo>
                    <a:pt x="144509" y="24282"/>
                  </a:lnTo>
                  <a:lnTo>
                    <a:pt x="146243" y="25158"/>
                  </a:lnTo>
                  <a:lnTo>
                    <a:pt x="146422" y="25248"/>
                  </a:lnTo>
                  <a:lnTo>
                    <a:pt x="147220" y="25652"/>
                  </a:lnTo>
                  <a:lnTo>
                    <a:pt x="147407" y="25887"/>
                  </a:lnTo>
                  <a:lnTo>
                    <a:pt x="145731" y="28446"/>
                  </a:lnTo>
                  <a:lnTo>
                    <a:pt x="145279" y="29136"/>
                  </a:lnTo>
                  <a:lnTo>
                    <a:pt x="145122" y="29376"/>
                  </a:lnTo>
                  <a:lnTo>
                    <a:pt x="144898" y="29718"/>
                  </a:lnTo>
                  <a:lnTo>
                    <a:pt x="144687" y="30181"/>
                  </a:lnTo>
                  <a:lnTo>
                    <a:pt x="144559" y="30462"/>
                  </a:lnTo>
                  <a:lnTo>
                    <a:pt x="144432" y="30741"/>
                  </a:lnTo>
                  <a:lnTo>
                    <a:pt x="144190" y="31507"/>
                  </a:lnTo>
                  <a:lnTo>
                    <a:pt x="144821" y="31945"/>
                  </a:lnTo>
                  <a:lnTo>
                    <a:pt x="150021" y="35561"/>
                  </a:lnTo>
                  <a:lnTo>
                    <a:pt x="153466" y="37957"/>
                  </a:lnTo>
                  <a:lnTo>
                    <a:pt x="153798" y="38188"/>
                  </a:lnTo>
                  <a:lnTo>
                    <a:pt x="155225" y="39157"/>
                  </a:lnTo>
                  <a:lnTo>
                    <a:pt x="155505" y="39348"/>
                  </a:lnTo>
                  <a:lnTo>
                    <a:pt x="155737" y="39506"/>
                  </a:lnTo>
                  <a:lnTo>
                    <a:pt x="155974" y="39667"/>
                  </a:lnTo>
                  <a:lnTo>
                    <a:pt x="156130" y="39773"/>
                  </a:lnTo>
                  <a:lnTo>
                    <a:pt x="156563" y="40067"/>
                  </a:lnTo>
                  <a:lnTo>
                    <a:pt x="157195" y="40497"/>
                  </a:lnTo>
                  <a:lnTo>
                    <a:pt x="157494" y="40700"/>
                  </a:lnTo>
                  <a:lnTo>
                    <a:pt x="157775" y="40891"/>
                  </a:lnTo>
                  <a:lnTo>
                    <a:pt x="157929" y="40996"/>
                  </a:lnTo>
                  <a:lnTo>
                    <a:pt x="158434" y="41340"/>
                  </a:lnTo>
                  <a:lnTo>
                    <a:pt x="158711" y="41528"/>
                  </a:lnTo>
                  <a:lnTo>
                    <a:pt x="158936" y="41681"/>
                  </a:lnTo>
                  <a:lnTo>
                    <a:pt x="159327" y="41946"/>
                  </a:lnTo>
                  <a:lnTo>
                    <a:pt x="159514" y="42074"/>
                  </a:lnTo>
                  <a:lnTo>
                    <a:pt x="160040" y="42431"/>
                  </a:lnTo>
                  <a:lnTo>
                    <a:pt x="160356" y="42646"/>
                  </a:lnTo>
                  <a:lnTo>
                    <a:pt x="161043" y="43114"/>
                  </a:lnTo>
                  <a:lnTo>
                    <a:pt x="161652" y="43528"/>
                  </a:lnTo>
                  <a:lnTo>
                    <a:pt x="161933" y="43724"/>
                  </a:lnTo>
                  <a:lnTo>
                    <a:pt x="162263" y="43954"/>
                  </a:lnTo>
                  <a:lnTo>
                    <a:pt x="162396" y="44046"/>
                  </a:lnTo>
                  <a:lnTo>
                    <a:pt x="163901" y="45092"/>
                  </a:lnTo>
                  <a:lnTo>
                    <a:pt x="164235" y="45325"/>
                  </a:lnTo>
                  <a:lnTo>
                    <a:pt x="167061" y="47289"/>
                  </a:lnTo>
                  <a:lnTo>
                    <a:pt x="170398" y="49609"/>
                  </a:lnTo>
                  <a:lnTo>
                    <a:pt x="171655" y="50955"/>
                  </a:lnTo>
                  <a:lnTo>
                    <a:pt x="177135" y="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639407" y="4660250"/>
              <a:ext cx="139215" cy="90828"/>
            </a:xfrm>
            <a:custGeom>
              <a:avLst/>
              <a:pathLst>
                <a:path w="139215" h="90828">
                  <a:moveTo>
                    <a:pt x="47100" y="8766"/>
                  </a:moveTo>
                  <a:lnTo>
                    <a:pt x="47139" y="9954"/>
                  </a:lnTo>
                  <a:lnTo>
                    <a:pt x="51273" y="9580"/>
                  </a:lnTo>
                  <a:lnTo>
                    <a:pt x="52967" y="18270"/>
                  </a:lnTo>
                  <a:lnTo>
                    <a:pt x="53869" y="22898"/>
                  </a:lnTo>
                  <a:lnTo>
                    <a:pt x="55096" y="29193"/>
                  </a:lnTo>
                  <a:lnTo>
                    <a:pt x="58809" y="32953"/>
                  </a:lnTo>
                  <a:lnTo>
                    <a:pt x="58795" y="35851"/>
                  </a:lnTo>
                  <a:lnTo>
                    <a:pt x="64179" y="36392"/>
                  </a:lnTo>
                  <a:lnTo>
                    <a:pt x="64909" y="36465"/>
                  </a:lnTo>
                  <a:lnTo>
                    <a:pt x="67038" y="36679"/>
                  </a:lnTo>
                  <a:lnTo>
                    <a:pt x="67521" y="36728"/>
                  </a:lnTo>
                  <a:lnTo>
                    <a:pt x="70480" y="37025"/>
                  </a:lnTo>
                  <a:lnTo>
                    <a:pt x="73203" y="37455"/>
                  </a:lnTo>
                  <a:lnTo>
                    <a:pt x="75192" y="37769"/>
                  </a:lnTo>
                  <a:lnTo>
                    <a:pt x="81315" y="38736"/>
                  </a:lnTo>
                  <a:lnTo>
                    <a:pt x="81843" y="38477"/>
                  </a:lnTo>
                  <a:lnTo>
                    <a:pt x="82619" y="38097"/>
                  </a:lnTo>
                  <a:lnTo>
                    <a:pt x="84860" y="36999"/>
                  </a:lnTo>
                  <a:lnTo>
                    <a:pt x="85673" y="36601"/>
                  </a:lnTo>
                  <a:lnTo>
                    <a:pt x="87013" y="35945"/>
                  </a:lnTo>
                  <a:lnTo>
                    <a:pt x="90239" y="34040"/>
                  </a:lnTo>
                  <a:lnTo>
                    <a:pt x="93483" y="32125"/>
                  </a:lnTo>
                  <a:lnTo>
                    <a:pt x="96621" y="28895"/>
                  </a:lnTo>
                  <a:lnTo>
                    <a:pt x="97810" y="28747"/>
                  </a:lnTo>
                  <a:lnTo>
                    <a:pt x="98356" y="28679"/>
                  </a:lnTo>
                  <a:lnTo>
                    <a:pt x="106683" y="27643"/>
                  </a:lnTo>
                  <a:lnTo>
                    <a:pt x="106953" y="27609"/>
                  </a:lnTo>
                  <a:lnTo>
                    <a:pt x="110411" y="23881"/>
                  </a:lnTo>
                  <a:lnTo>
                    <a:pt x="110581" y="23312"/>
                  </a:lnTo>
                  <a:lnTo>
                    <a:pt x="111153" y="21404"/>
                  </a:lnTo>
                  <a:lnTo>
                    <a:pt x="111702" y="19570"/>
                  </a:lnTo>
                  <a:lnTo>
                    <a:pt x="116419" y="16138"/>
                  </a:lnTo>
                  <a:lnTo>
                    <a:pt x="118213" y="14832"/>
                  </a:lnTo>
                  <a:lnTo>
                    <a:pt x="119059" y="17395"/>
                  </a:lnTo>
                  <a:lnTo>
                    <a:pt x="119436" y="18536"/>
                  </a:lnTo>
                  <a:lnTo>
                    <a:pt x="121610" y="24496"/>
                  </a:lnTo>
                  <a:lnTo>
                    <a:pt x="121882" y="25243"/>
                  </a:lnTo>
                  <a:lnTo>
                    <a:pt x="124091" y="31384"/>
                  </a:lnTo>
                  <a:lnTo>
                    <a:pt x="125852" y="37708"/>
                  </a:lnTo>
                  <a:lnTo>
                    <a:pt x="125976" y="38153"/>
                  </a:lnTo>
                  <a:lnTo>
                    <a:pt x="126129" y="38610"/>
                  </a:lnTo>
                  <a:lnTo>
                    <a:pt x="126571" y="39938"/>
                  </a:lnTo>
                  <a:lnTo>
                    <a:pt x="127606" y="40047"/>
                  </a:lnTo>
                  <a:lnTo>
                    <a:pt x="131178" y="40421"/>
                  </a:lnTo>
                  <a:lnTo>
                    <a:pt x="131582" y="40464"/>
                  </a:lnTo>
                  <a:lnTo>
                    <a:pt x="131768" y="40940"/>
                  </a:lnTo>
                  <a:lnTo>
                    <a:pt x="131983" y="41487"/>
                  </a:lnTo>
                  <a:lnTo>
                    <a:pt x="132194" y="42027"/>
                  </a:lnTo>
                  <a:lnTo>
                    <a:pt x="132824" y="43634"/>
                  </a:lnTo>
                  <a:lnTo>
                    <a:pt x="132888" y="43798"/>
                  </a:lnTo>
                  <a:lnTo>
                    <a:pt x="133314" y="44885"/>
                  </a:lnTo>
                  <a:lnTo>
                    <a:pt x="124613" y="48101"/>
                  </a:lnTo>
                  <a:lnTo>
                    <a:pt x="115707" y="51014"/>
                  </a:lnTo>
                  <a:lnTo>
                    <a:pt x="111148" y="52834"/>
                  </a:lnTo>
                  <a:lnTo>
                    <a:pt x="105846" y="58847"/>
                  </a:lnTo>
                  <a:lnTo>
                    <a:pt x="115055" y="65749"/>
                  </a:lnTo>
                  <a:lnTo>
                    <a:pt x="114850" y="72862"/>
                  </a:lnTo>
                  <a:lnTo>
                    <a:pt x="128617" y="75396"/>
                  </a:lnTo>
                  <a:lnTo>
                    <a:pt x="130346" y="71414"/>
                  </a:lnTo>
                  <a:lnTo>
                    <a:pt x="130902" y="70135"/>
                  </a:lnTo>
                  <a:lnTo>
                    <a:pt x="136287" y="71325"/>
                  </a:lnTo>
                  <a:lnTo>
                    <a:pt x="137195" y="73326"/>
                  </a:lnTo>
                  <a:lnTo>
                    <a:pt x="139215" y="77775"/>
                  </a:lnTo>
                  <a:lnTo>
                    <a:pt x="139000" y="77757"/>
                  </a:lnTo>
                  <a:lnTo>
                    <a:pt x="138712" y="77733"/>
                  </a:lnTo>
                  <a:lnTo>
                    <a:pt x="137870" y="77634"/>
                  </a:lnTo>
                  <a:lnTo>
                    <a:pt x="134546" y="77245"/>
                  </a:lnTo>
                  <a:lnTo>
                    <a:pt x="134260" y="77212"/>
                  </a:lnTo>
                  <a:lnTo>
                    <a:pt x="134164" y="77453"/>
                  </a:lnTo>
                  <a:lnTo>
                    <a:pt x="133416" y="79345"/>
                  </a:lnTo>
                  <a:lnTo>
                    <a:pt x="133088" y="80171"/>
                  </a:lnTo>
                  <a:lnTo>
                    <a:pt x="132612" y="81376"/>
                  </a:lnTo>
                  <a:lnTo>
                    <a:pt x="132329" y="82090"/>
                  </a:lnTo>
                  <a:lnTo>
                    <a:pt x="132758" y="82126"/>
                  </a:lnTo>
                  <a:lnTo>
                    <a:pt x="133115" y="82156"/>
                  </a:lnTo>
                  <a:lnTo>
                    <a:pt x="135487" y="82127"/>
                  </a:lnTo>
                  <a:lnTo>
                    <a:pt x="135698" y="83348"/>
                  </a:lnTo>
                  <a:lnTo>
                    <a:pt x="135741" y="83591"/>
                  </a:lnTo>
                  <a:lnTo>
                    <a:pt x="135887" y="84437"/>
                  </a:lnTo>
                  <a:lnTo>
                    <a:pt x="135916" y="84607"/>
                  </a:lnTo>
                  <a:lnTo>
                    <a:pt x="135050" y="84676"/>
                  </a:lnTo>
                  <a:lnTo>
                    <a:pt x="134524" y="84814"/>
                  </a:lnTo>
                  <a:lnTo>
                    <a:pt x="133693" y="85031"/>
                  </a:lnTo>
                  <a:lnTo>
                    <a:pt x="133252" y="85146"/>
                  </a:lnTo>
                  <a:lnTo>
                    <a:pt x="132417" y="85364"/>
                  </a:lnTo>
                  <a:lnTo>
                    <a:pt x="127620" y="86946"/>
                  </a:lnTo>
                  <a:lnTo>
                    <a:pt x="127198" y="86047"/>
                  </a:lnTo>
                  <a:lnTo>
                    <a:pt x="126727" y="85044"/>
                  </a:lnTo>
                  <a:lnTo>
                    <a:pt x="125037" y="84345"/>
                  </a:lnTo>
                  <a:lnTo>
                    <a:pt x="117684" y="83587"/>
                  </a:lnTo>
                  <a:lnTo>
                    <a:pt x="113182" y="83879"/>
                  </a:lnTo>
                  <a:lnTo>
                    <a:pt x="108959" y="85418"/>
                  </a:lnTo>
                  <a:lnTo>
                    <a:pt x="107714" y="82043"/>
                  </a:lnTo>
                  <a:lnTo>
                    <a:pt x="107347" y="81048"/>
                  </a:lnTo>
                  <a:lnTo>
                    <a:pt x="107175" y="80582"/>
                  </a:lnTo>
                  <a:lnTo>
                    <a:pt x="106828" y="79643"/>
                  </a:lnTo>
                  <a:lnTo>
                    <a:pt x="106165" y="79974"/>
                  </a:lnTo>
                  <a:lnTo>
                    <a:pt x="105273" y="80419"/>
                  </a:lnTo>
                  <a:lnTo>
                    <a:pt x="99140" y="83481"/>
                  </a:lnTo>
                  <a:lnTo>
                    <a:pt x="98772" y="83665"/>
                  </a:lnTo>
                  <a:lnTo>
                    <a:pt x="96592" y="84753"/>
                  </a:lnTo>
                  <a:lnTo>
                    <a:pt x="95905" y="85097"/>
                  </a:lnTo>
                  <a:lnTo>
                    <a:pt x="95551" y="85273"/>
                  </a:lnTo>
                  <a:lnTo>
                    <a:pt x="94841" y="85585"/>
                  </a:lnTo>
                  <a:lnTo>
                    <a:pt x="91344" y="87120"/>
                  </a:lnTo>
                  <a:lnTo>
                    <a:pt x="89434" y="87959"/>
                  </a:lnTo>
                  <a:lnTo>
                    <a:pt x="88708" y="88277"/>
                  </a:lnTo>
                  <a:lnTo>
                    <a:pt x="84785" y="89999"/>
                  </a:lnTo>
                  <a:lnTo>
                    <a:pt x="82942" y="90809"/>
                  </a:lnTo>
                  <a:lnTo>
                    <a:pt x="82776" y="90442"/>
                  </a:lnTo>
                  <a:lnTo>
                    <a:pt x="82091" y="88821"/>
                  </a:lnTo>
                  <a:lnTo>
                    <a:pt x="81397" y="87181"/>
                  </a:lnTo>
                  <a:lnTo>
                    <a:pt x="79577" y="82878"/>
                  </a:lnTo>
                  <a:lnTo>
                    <a:pt x="78000" y="79149"/>
                  </a:lnTo>
                  <a:lnTo>
                    <a:pt x="77859" y="78816"/>
                  </a:lnTo>
                  <a:lnTo>
                    <a:pt x="77633" y="78282"/>
                  </a:lnTo>
                  <a:lnTo>
                    <a:pt x="77000" y="76784"/>
                  </a:lnTo>
                  <a:lnTo>
                    <a:pt x="76075" y="74598"/>
                  </a:lnTo>
                  <a:lnTo>
                    <a:pt x="75949" y="74300"/>
                  </a:lnTo>
                  <a:lnTo>
                    <a:pt x="74394" y="70781"/>
                  </a:lnTo>
                  <a:lnTo>
                    <a:pt x="73838" y="69524"/>
                  </a:lnTo>
                  <a:lnTo>
                    <a:pt x="71640" y="64552"/>
                  </a:lnTo>
                  <a:lnTo>
                    <a:pt x="61182" y="67226"/>
                  </a:lnTo>
                  <a:lnTo>
                    <a:pt x="57357" y="68203"/>
                  </a:lnTo>
                  <a:lnTo>
                    <a:pt x="56575" y="68403"/>
                  </a:lnTo>
                  <a:lnTo>
                    <a:pt x="56264" y="68483"/>
                  </a:lnTo>
                  <a:lnTo>
                    <a:pt x="56740" y="69272"/>
                  </a:lnTo>
                  <a:lnTo>
                    <a:pt x="57398" y="70363"/>
                  </a:lnTo>
                  <a:lnTo>
                    <a:pt x="59524" y="73890"/>
                  </a:lnTo>
                  <a:lnTo>
                    <a:pt x="59697" y="74393"/>
                  </a:lnTo>
                  <a:lnTo>
                    <a:pt x="58775" y="74935"/>
                  </a:lnTo>
                  <a:lnTo>
                    <a:pt x="51670" y="79106"/>
                  </a:lnTo>
                  <a:lnTo>
                    <a:pt x="43490" y="83910"/>
                  </a:lnTo>
                  <a:lnTo>
                    <a:pt x="42961" y="84220"/>
                  </a:lnTo>
                  <a:lnTo>
                    <a:pt x="40950" y="85401"/>
                  </a:lnTo>
                  <a:lnTo>
                    <a:pt x="37902" y="87191"/>
                  </a:lnTo>
                  <a:lnTo>
                    <a:pt x="36260" y="88194"/>
                  </a:lnTo>
                  <a:lnTo>
                    <a:pt x="35286" y="88790"/>
                  </a:lnTo>
                  <a:lnTo>
                    <a:pt x="34526" y="89250"/>
                  </a:lnTo>
                  <a:lnTo>
                    <a:pt x="33903" y="89584"/>
                  </a:lnTo>
                  <a:lnTo>
                    <a:pt x="32966" y="89883"/>
                  </a:lnTo>
                  <a:lnTo>
                    <a:pt x="32381" y="89985"/>
                  </a:lnTo>
                  <a:lnTo>
                    <a:pt x="32233" y="90011"/>
                  </a:lnTo>
                  <a:lnTo>
                    <a:pt x="30756" y="90071"/>
                  </a:lnTo>
                  <a:lnTo>
                    <a:pt x="28320" y="90170"/>
                  </a:lnTo>
                  <a:lnTo>
                    <a:pt x="25361" y="90240"/>
                  </a:lnTo>
                  <a:lnTo>
                    <a:pt x="21432" y="90333"/>
                  </a:lnTo>
                  <a:lnTo>
                    <a:pt x="15948" y="90463"/>
                  </a:lnTo>
                  <a:lnTo>
                    <a:pt x="14655" y="90494"/>
                  </a:lnTo>
                  <a:lnTo>
                    <a:pt x="7554" y="90663"/>
                  </a:lnTo>
                  <a:lnTo>
                    <a:pt x="6678" y="90684"/>
                  </a:lnTo>
                  <a:lnTo>
                    <a:pt x="6117" y="90711"/>
                  </a:lnTo>
                  <a:lnTo>
                    <a:pt x="5194" y="90756"/>
                  </a:lnTo>
                  <a:lnTo>
                    <a:pt x="4758" y="90778"/>
                  </a:lnTo>
                  <a:lnTo>
                    <a:pt x="2622" y="90828"/>
                  </a:lnTo>
                  <a:lnTo>
                    <a:pt x="2597" y="90293"/>
                  </a:lnTo>
                  <a:lnTo>
                    <a:pt x="2574" y="89793"/>
                  </a:lnTo>
                  <a:lnTo>
                    <a:pt x="2542" y="88911"/>
                  </a:lnTo>
                  <a:lnTo>
                    <a:pt x="2273" y="81417"/>
                  </a:lnTo>
                  <a:lnTo>
                    <a:pt x="2166" y="78458"/>
                  </a:lnTo>
                  <a:lnTo>
                    <a:pt x="2152" y="78062"/>
                  </a:lnTo>
                  <a:lnTo>
                    <a:pt x="2139" y="77708"/>
                  </a:lnTo>
                  <a:lnTo>
                    <a:pt x="2048" y="75178"/>
                  </a:lnTo>
                  <a:lnTo>
                    <a:pt x="2019" y="74378"/>
                  </a:lnTo>
                  <a:lnTo>
                    <a:pt x="2008" y="74052"/>
                  </a:lnTo>
                  <a:lnTo>
                    <a:pt x="1974" y="73114"/>
                  </a:lnTo>
                  <a:lnTo>
                    <a:pt x="1845" y="69524"/>
                  </a:lnTo>
                  <a:lnTo>
                    <a:pt x="1839" y="69356"/>
                  </a:lnTo>
                  <a:lnTo>
                    <a:pt x="1783" y="67798"/>
                  </a:lnTo>
                  <a:lnTo>
                    <a:pt x="1741" y="66644"/>
                  </a:lnTo>
                  <a:lnTo>
                    <a:pt x="1732" y="66387"/>
                  </a:lnTo>
                  <a:lnTo>
                    <a:pt x="1671" y="64695"/>
                  </a:lnTo>
                  <a:lnTo>
                    <a:pt x="1650" y="64107"/>
                  </a:lnTo>
                  <a:lnTo>
                    <a:pt x="1624" y="63379"/>
                  </a:lnTo>
                  <a:lnTo>
                    <a:pt x="1557" y="61536"/>
                  </a:lnTo>
                  <a:lnTo>
                    <a:pt x="1548" y="61286"/>
                  </a:lnTo>
                  <a:lnTo>
                    <a:pt x="1466" y="59010"/>
                  </a:lnTo>
                  <a:lnTo>
                    <a:pt x="1455" y="58707"/>
                  </a:lnTo>
                  <a:lnTo>
                    <a:pt x="1402" y="57218"/>
                  </a:lnTo>
                  <a:lnTo>
                    <a:pt x="1389" y="56862"/>
                  </a:lnTo>
                  <a:lnTo>
                    <a:pt x="1383" y="56702"/>
                  </a:lnTo>
                  <a:lnTo>
                    <a:pt x="1368" y="56281"/>
                  </a:lnTo>
                  <a:lnTo>
                    <a:pt x="1351" y="55806"/>
                  </a:lnTo>
                  <a:lnTo>
                    <a:pt x="1303" y="54471"/>
                  </a:lnTo>
                  <a:lnTo>
                    <a:pt x="1258" y="53229"/>
                  </a:lnTo>
                  <a:lnTo>
                    <a:pt x="993" y="45839"/>
                  </a:lnTo>
                  <a:lnTo>
                    <a:pt x="974" y="45327"/>
                  </a:lnTo>
                  <a:lnTo>
                    <a:pt x="931" y="44132"/>
                  </a:lnTo>
                  <a:lnTo>
                    <a:pt x="870" y="42432"/>
                  </a:lnTo>
                  <a:lnTo>
                    <a:pt x="850" y="41876"/>
                  </a:lnTo>
                  <a:lnTo>
                    <a:pt x="806" y="40656"/>
                  </a:lnTo>
                  <a:lnTo>
                    <a:pt x="705" y="37838"/>
                  </a:lnTo>
                  <a:lnTo>
                    <a:pt x="677" y="37069"/>
                  </a:lnTo>
                  <a:lnTo>
                    <a:pt x="661" y="36626"/>
                  </a:lnTo>
                  <a:lnTo>
                    <a:pt x="598" y="34881"/>
                  </a:lnTo>
                  <a:lnTo>
                    <a:pt x="530" y="32975"/>
                  </a:lnTo>
                  <a:lnTo>
                    <a:pt x="430" y="30200"/>
                  </a:lnTo>
                  <a:lnTo>
                    <a:pt x="420" y="29927"/>
                  </a:lnTo>
                  <a:lnTo>
                    <a:pt x="374" y="28649"/>
                  </a:lnTo>
                  <a:lnTo>
                    <a:pt x="346" y="27867"/>
                  </a:lnTo>
                  <a:lnTo>
                    <a:pt x="280" y="26044"/>
                  </a:lnTo>
                  <a:lnTo>
                    <a:pt x="213" y="24169"/>
                  </a:lnTo>
                  <a:lnTo>
                    <a:pt x="180" y="23264"/>
                  </a:lnTo>
                  <a:lnTo>
                    <a:pt x="83" y="20560"/>
                  </a:lnTo>
                  <a:lnTo>
                    <a:pt x="78" y="20421"/>
                  </a:lnTo>
                  <a:lnTo>
                    <a:pt x="34" y="19208"/>
                  </a:lnTo>
                  <a:lnTo>
                    <a:pt x="16" y="18698"/>
                  </a:lnTo>
                  <a:lnTo>
                    <a:pt x="0" y="18237"/>
                  </a:lnTo>
                  <a:lnTo>
                    <a:pt x="38" y="17143"/>
                  </a:lnTo>
                  <a:lnTo>
                    <a:pt x="1131" y="17357"/>
                  </a:lnTo>
                  <a:lnTo>
                    <a:pt x="15723" y="20221"/>
                  </a:lnTo>
                  <a:lnTo>
                    <a:pt x="15780" y="19578"/>
                  </a:lnTo>
                  <a:lnTo>
                    <a:pt x="15816" y="19179"/>
                  </a:lnTo>
                  <a:lnTo>
                    <a:pt x="15924" y="17956"/>
                  </a:lnTo>
                  <a:lnTo>
                    <a:pt x="15952" y="17639"/>
                  </a:lnTo>
                  <a:lnTo>
                    <a:pt x="16031" y="16749"/>
                  </a:lnTo>
                  <a:lnTo>
                    <a:pt x="16074" y="16268"/>
                  </a:lnTo>
                  <a:lnTo>
                    <a:pt x="20171" y="16644"/>
                  </a:lnTo>
                  <a:lnTo>
                    <a:pt x="20463" y="17429"/>
                  </a:lnTo>
                  <a:lnTo>
                    <a:pt x="20577" y="17735"/>
                  </a:lnTo>
                  <a:lnTo>
                    <a:pt x="21128" y="19222"/>
                  </a:lnTo>
                  <a:lnTo>
                    <a:pt x="21770" y="20071"/>
                  </a:lnTo>
                  <a:lnTo>
                    <a:pt x="21901" y="20067"/>
                  </a:lnTo>
                  <a:lnTo>
                    <a:pt x="22252" y="20056"/>
                  </a:lnTo>
                  <a:lnTo>
                    <a:pt x="23130" y="20027"/>
                  </a:lnTo>
                  <a:lnTo>
                    <a:pt x="23969" y="20000"/>
                  </a:lnTo>
                  <a:lnTo>
                    <a:pt x="27205" y="20368"/>
                  </a:lnTo>
                  <a:lnTo>
                    <a:pt x="29440" y="20775"/>
                  </a:lnTo>
                  <a:lnTo>
                    <a:pt x="30028" y="20882"/>
                  </a:lnTo>
                  <a:lnTo>
                    <a:pt x="30770" y="21018"/>
                  </a:lnTo>
                  <a:lnTo>
                    <a:pt x="32568" y="21346"/>
                  </a:lnTo>
                  <a:lnTo>
                    <a:pt x="33581" y="21530"/>
                  </a:lnTo>
                  <a:lnTo>
                    <a:pt x="34106" y="21645"/>
                  </a:lnTo>
                  <a:lnTo>
                    <a:pt x="34137" y="21443"/>
                  </a:lnTo>
                  <a:lnTo>
                    <a:pt x="34211" y="20972"/>
                  </a:lnTo>
                  <a:lnTo>
                    <a:pt x="34446" y="19469"/>
                  </a:lnTo>
                  <a:lnTo>
                    <a:pt x="34670" y="18031"/>
                  </a:lnTo>
                  <a:lnTo>
                    <a:pt x="34836" y="16973"/>
                  </a:lnTo>
                  <a:lnTo>
                    <a:pt x="35543" y="12444"/>
                  </a:lnTo>
                  <a:lnTo>
                    <a:pt x="35622" y="11939"/>
                  </a:lnTo>
                  <a:lnTo>
                    <a:pt x="35728" y="11261"/>
                  </a:lnTo>
                  <a:lnTo>
                    <a:pt x="35811" y="10724"/>
                  </a:lnTo>
                  <a:lnTo>
                    <a:pt x="35909" y="10101"/>
                  </a:lnTo>
                  <a:lnTo>
                    <a:pt x="36161" y="8486"/>
                  </a:lnTo>
                  <a:lnTo>
                    <a:pt x="36361" y="7511"/>
                  </a:lnTo>
                  <a:lnTo>
                    <a:pt x="37024" y="4286"/>
                  </a:lnTo>
                  <a:lnTo>
                    <a:pt x="37142" y="3205"/>
                  </a:lnTo>
                  <a:lnTo>
                    <a:pt x="37252" y="2201"/>
                  </a:lnTo>
                  <a:lnTo>
                    <a:pt x="37299" y="1771"/>
                  </a:lnTo>
                  <a:lnTo>
                    <a:pt x="37348" y="1321"/>
                  </a:lnTo>
                  <a:lnTo>
                    <a:pt x="37493" y="0"/>
                  </a:lnTo>
                  <a:lnTo>
                    <a:pt x="42808" y="1628"/>
                  </a:lnTo>
                  <a:lnTo>
                    <a:pt x="42757" y="2665"/>
                  </a:lnTo>
                  <a:lnTo>
                    <a:pt x="42670" y="4455"/>
                  </a:lnTo>
                  <a:lnTo>
                    <a:pt x="42651" y="4844"/>
                  </a:lnTo>
                  <a:lnTo>
                    <a:pt x="43950" y="5291"/>
                  </a:lnTo>
                  <a:lnTo>
                    <a:pt x="44880" y="5612"/>
                  </a:lnTo>
                  <a:lnTo>
                    <a:pt x="47020" y="6349"/>
                  </a:lnTo>
                  <a:lnTo>
                    <a:pt x="47037" y="6859"/>
                  </a:lnTo>
                  <a:lnTo>
                    <a:pt x="47059" y="75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447906" y="4611152"/>
              <a:ext cx="193668" cy="150354"/>
            </a:xfrm>
            <a:custGeom>
              <a:avLst/>
              <a:pathLst>
                <a:path w="193668" h="150354">
                  <a:moveTo>
                    <a:pt x="150056" y="46402"/>
                  </a:moveTo>
                  <a:lnTo>
                    <a:pt x="150803" y="69239"/>
                  </a:lnTo>
                  <a:lnTo>
                    <a:pt x="151284" y="69228"/>
                  </a:lnTo>
                  <a:lnTo>
                    <a:pt x="159662" y="69036"/>
                  </a:lnTo>
                  <a:lnTo>
                    <a:pt x="159879" y="69031"/>
                  </a:lnTo>
                  <a:lnTo>
                    <a:pt x="160379" y="69019"/>
                  </a:lnTo>
                  <a:lnTo>
                    <a:pt x="160772" y="69010"/>
                  </a:lnTo>
                  <a:lnTo>
                    <a:pt x="169306" y="68815"/>
                  </a:lnTo>
                  <a:lnTo>
                    <a:pt x="173441" y="68720"/>
                  </a:lnTo>
                  <a:lnTo>
                    <a:pt x="180126" y="68567"/>
                  </a:lnTo>
                  <a:lnTo>
                    <a:pt x="180383" y="68561"/>
                  </a:lnTo>
                  <a:lnTo>
                    <a:pt x="180787" y="68552"/>
                  </a:lnTo>
                  <a:lnTo>
                    <a:pt x="190877" y="68321"/>
                  </a:lnTo>
                  <a:lnTo>
                    <a:pt x="191535" y="68306"/>
                  </a:lnTo>
                  <a:lnTo>
                    <a:pt x="191579" y="69519"/>
                  </a:lnTo>
                  <a:lnTo>
                    <a:pt x="191584" y="69657"/>
                  </a:lnTo>
                  <a:lnTo>
                    <a:pt x="191681" y="72362"/>
                  </a:lnTo>
                  <a:lnTo>
                    <a:pt x="191714" y="73267"/>
                  </a:lnTo>
                  <a:lnTo>
                    <a:pt x="191781" y="75142"/>
                  </a:lnTo>
                  <a:lnTo>
                    <a:pt x="191847" y="76964"/>
                  </a:lnTo>
                  <a:lnTo>
                    <a:pt x="191875" y="77747"/>
                  </a:lnTo>
                  <a:lnTo>
                    <a:pt x="191921" y="79024"/>
                  </a:lnTo>
                  <a:lnTo>
                    <a:pt x="191931" y="79298"/>
                  </a:lnTo>
                  <a:lnTo>
                    <a:pt x="192030" y="82073"/>
                  </a:lnTo>
                  <a:lnTo>
                    <a:pt x="192099" y="83979"/>
                  </a:lnTo>
                  <a:lnTo>
                    <a:pt x="192162" y="85724"/>
                  </a:lnTo>
                  <a:lnTo>
                    <a:pt x="192178" y="86167"/>
                  </a:lnTo>
                  <a:lnTo>
                    <a:pt x="192205" y="86935"/>
                  </a:lnTo>
                  <a:lnTo>
                    <a:pt x="192307" y="89753"/>
                  </a:lnTo>
                  <a:lnTo>
                    <a:pt x="192351" y="90974"/>
                  </a:lnTo>
                  <a:lnTo>
                    <a:pt x="192371" y="91530"/>
                  </a:lnTo>
                  <a:lnTo>
                    <a:pt x="192432" y="93229"/>
                  </a:lnTo>
                  <a:lnTo>
                    <a:pt x="192475" y="94424"/>
                  </a:lnTo>
                  <a:lnTo>
                    <a:pt x="192493" y="94937"/>
                  </a:lnTo>
                  <a:lnTo>
                    <a:pt x="192759" y="102327"/>
                  </a:lnTo>
                  <a:lnTo>
                    <a:pt x="192804" y="103569"/>
                  </a:lnTo>
                  <a:lnTo>
                    <a:pt x="192852" y="104904"/>
                  </a:lnTo>
                  <a:lnTo>
                    <a:pt x="192871" y="105442"/>
                  </a:lnTo>
                  <a:lnTo>
                    <a:pt x="192884" y="105800"/>
                  </a:lnTo>
                  <a:lnTo>
                    <a:pt x="192890" y="105960"/>
                  </a:lnTo>
                  <a:lnTo>
                    <a:pt x="192903" y="106316"/>
                  </a:lnTo>
                  <a:lnTo>
                    <a:pt x="192956" y="107804"/>
                  </a:lnTo>
                  <a:lnTo>
                    <a:pt x="192967" y="108108"/>
                  </a:lnTo>
                  <a:lnTo>
                    <a:pt x="193049" y="110383"/>
                  </a:lnTo>
                  <a:lnTo>
                    <a:pt x="193062" y="110756"/>
                  </a:lnTo>
                  <a:lnTo>
                    <a:pt x="193124" y="112477"/>
                  </a:lnTo>
                  <a:lnTo>
                    <a:pt x="193150" y="113205"/>
                  </a:lnTo>
                  <a:lnTo>
                    <a:pt x="193172" y="113792"/>
                  </a:lnTo>
                  <a:lnTo>
                    <a:pt x="193232" y="115485"/>
                  </a:lnTo>
                  <a:lnTo>
                    <a:pt x="193242" y="115742"/>
                  </a:lnTo>
                  <a:lnTo>
                    <a:pt x="193283" y="116896"/>
                  </a:lnTo>
                  <a:lnTo>
                    <a:pt x="193339" y="118454"/>
                  </a:lnTo>
                  <a:lnTo>
                    <a:pt x="193345" y="118622"/>
                  </a:lnTo>
                  <a:lnTo>
                    <a:pt x="193474" y="122212"/>
                  </a:lnTo>
                  <a:lnTo>
                    <a:pt x="193508" y="123149"/>
                  </a:lnTo>
                  <a:lnTo>
                    <a:pt x="193520" y="123476"/>
                  </a:lnTo>
                  <a:lnTo>
                    <a:pt x="193549" y="124276"/>
                  </a:lnTo>
                  <a:lnTo>
                    <a:pt x="193640" y="126805"/>
                  </a:lnTo>
                  <a:lnTo>
                    <a:pt x="193652" y="127160"/>
                  </a:lnTo>
                  <a:lnTo>
                    <a:pt x="193668" y="127590"/>
                  </a:lnTo>
                  <a:lnTo>
                    <a:pt x="192305" y="127642"/>
                  </a:lnTo>
                  <a:lnTo>
                    <a:pt x="191584" y="127669"/>
                  </a:lnTo>
                  <a:lnTo>
                    <a:pt x="190441" y="127712"/>
                  </a:lnTo>
                  <a:lnTo>
                    <a:pt x="189803" y="127736"/>
                  </a:lnTo>
                  <a:lnTo>
                    <a:pt x="181932" y="128034"/>
                  </a:lnTo>
                  <a:lnTo>
                    <a:pt x="164970" y="128676"/>
                  </a:lnTo>
                  <a:lnTo>
                    <a:pt x="164755" y="128684"/>
                  </a:lnTo>
                  <a:lnTo>
                    <a:pt x="163640" y="128726"/>
                  </a:lnTo>
                  <a:lnTo>
                    <a:pt x="158089" y="128936"/>
                  </a:lnTo>
                  <a:lnTo>
                    <a:pt x="157681" y="128952"/>
                  </a:lnTo>
                  <a:lnTo>
                    <a:pt x="154086" y="129088"/>
                  </a:lnTo>
                  <a:lnTo>
                    <a:pt x="153870" y="129096"/>
                  </a:lnTo>
                  <a:lnTo>
                    <a:pt x="153134" y="129124"/>
                  </a:lnTo>
                  <a:lnTo>
                    <a:pt x="152940" y="129131"/>
                  </a:lnTo>
                  <a:lnTo>
                    <a:pt x="150869" y="129209"/>
                  </a:lnTo>
                  <a:lnTo>
                    <a:pt x="133367" y="129871"/>
                  </a:lnTo>
                  <a:lnTo>
                    <a:pt x="131886" y="129927"/>
                  </a:lnTo>
                  <a:lnTo>
                    <a:pt x="123250" y="130254"/>
                  </a:lnTo>
                  <a:lnTo>
                    <a:pt x="114145" y="130599"/>
                  </a:lnTo>
                  <a:lnTo>
                    <a:pt x="113572" y="130620"/>
                  </a:lnTo>
                  <a:lnTo>
                    <a:pt x="113415" y="130626"/>
                  </a:lnTo>
                  <a:lnTo>
                    <a:pt x="106903" y="130873"/>
                  </a:lnTo>
                  <a:lnTo>
                    <a:pt x="104963" y="130946"/>
                  </a:lnTo>
                  <a:lnTo>
                    <a:pt x="102745" y="131030"/>
                  </a:lnTo>
                  <a:lnTo>
                    <a:pt x="102554" y="131037"/>
                  </a:lnTo>
                  <a:lnTo>
                    <a:pt x="102339" y="131071"/>
                  </a:lnTo>
                  <a:lnTo>
                    <a:pt x="101065" y="131268"/>
                  </a:lnTo>
                  <a:lnTo>
                    <a:pt x="100506" y="131355"/>
                  </a:lnTo>
                  <a:lnTo>
                    <a:pt x="90879" y="132850"/>
                  </a:lnTo>
                  <a:lnTo>
                    <a:pt x="83820" y="133945"/>
                  </a:lnTo>
                  <a:lnTo>
                    <a:pt x="83358" y="134017"/>
                  </a:lnTo>
                  <a:lnTo>
                    <a:pt x="82540" y="134178"/>
                  </a:lnTo>
                  <a:lnTo>
                    <a:pt x="82112" y="134261"/>
                  </a:lnTo>
                  <a:lnTo>
                    <a:pt x="76568" y="135349"/>
                  </a:lnTo>
                  <a:lnTo>
                    <a:pt x="75998" y="135461"/>
                  </a:lnTo>
                  <a:lnTo>
                    <a:pt x="75054" y="135646"/>
                  </a:lnTo>
                  <a:lnTo>
                    <a:pt x="73223" y="136005"/>
                  </a:lnTo>
                  <a:lnTo>
                    <a:pt x="66743" y="137277"/>
                  </a:lnTo>
                  <a:lnTo>
                    <a:pt x="66421" y="137340"/>
                  </a:lnTo>
                  <a:lnTo>
                    <a:pt x="66134" y="137396"/>
                  </a:lnTo>
                  <a:lnTo>
                    <a:pt x="57105" y="139167"/>
                  </a:lnTo>
                  <a:lnTo>
                    <a:pt x="56807" y="139226"/>
                  </a:lnTo>
                  <a:lnTo>
                    <a:pt x="55007" y="139667"/>
                  </a:lnTo>
                  <a:lnTo>
                    <a:pt x="48677" y="141219"/>
                  </a:lnTo>
                  <a:lnTo>
                    <a:pt x="47784" y="141438"/>
                  </a:lnTo>
                  <a:lnTo>
                    <a:pt x="44665" y="142203"/>
                  </a:lnTo>
                  <a:lnTo>
                    <a:pt x="39627" y="143438"/>
                  </a:lnTo>
                  <a:lnTo>
                    <a:pt x="38650" y="143678"/>
                  </a:lnTo>
                  <a:lnTo>
                    <a:pt x="30249" y="145738"/>
                  </a:lnTo>
                  <a:lnTo>
                    <a:pt x="29586" y="145900"/>
                  </a:lnTo>
                  <a:lnTo>
                    <a:pt x="29445" y="145935"/>
                  </a:lnTo>
                  <a:lnTo>
                    <a:pt x="29134" y="146024"/>
                  </a:lnTo>
                  <a:lnTo>
                    <a:pt x="27780" y="146411"/>
                  </a:lnTo>
                  <a:lnTo>
                    <a:pt x="25605" y="147033"/>
                  </a:lnTo>
                  <a:lnTo>
                    <a:pt x="23797" y="147550"/>
                  </a:lnTo>
                  <a:lnTo>
                    <a:pt x="19009" y="148920"/>
                  </a:lnTo>
                  <a:lnTo>
                    <a:pt x="13807" y="150354"/>
                  </a:lnTo>
                  <a:lnTo>
                    <a:pt x="13683" y="149892"/>
                  </a:lnTo>
                  <a:lnTo>
                    <a:pt x="13607" y="149605"/>
                  </a:lnTo>
                  <a:lnTo>
                    <a:pt x="13391" y="148861"/>
                  </a:lnTo>
                  <a:lnTo>
                    <a:pt x="13076" y="147780"/>
                  </a:lnTo>
                  <a:lnTo>
                    <a:pt x="10503" y="138931"/>
                  </a:lnTo>
                  <a:lnTo>
                    <a:pt x="10420" y="138645"/>
                  </a:lnTo>
                  <a:lnTo>
                    <a:pt x="10330" y="138335"/>
                  </a:lnTo>
                  <a:lnTo>
                    <a:pt x="10260" y="138095"/>
                  </a:lnTo>
                  <a:lnTo>
                    <a:pt x="8653" y="132567"/>
                  </a:lnTo>
                  <a:lnTo>
                    <a:pt x="7590" y="128911"/>
                  </a:lnTo>
                  <a:lnTo>
                    <a:pt x="6224" y="124214"/>
                  </a:lnTo>
                  <a:lnTo>
                    <a:pt x="5074" y="120260"/>
                  </a:lnTo>
                  <a:lnTo>
                    <a:pt x="4969" y="119898"/>
                  </a:lnTo>
                  <a:lnTo>
                    <a:pt x="4928" y="119757"/>
                  </a:lnTo>
                  <a:lnTo>
                    <a:pt x="3392" y="114475"/>
                  </a:lnTo>
                  <a:lnTo>
                    <a:pt x="3036" y="113249"/>
                  </a:lnTo>
                  <a:lnTo>
                    <a:pt x="2942" y="112927"/>
                  </a:lnTo>
                  <a:lnTo>
                    <a:pt x="2879" y="112711"/>
                  </a:lnTo>
                  <a:lnTo>
                    <a:pt x="2788" y="112396"/>
                  </a:lnTo>
                  <a:lnTo>
                    <a:pt x="2477" y="111328"/>
                  </a:lnTo>
                  <a:lnTo>
                    <a:pt x="763" y="105434"/>
                  </a:lnTo>
                  <a:lnTo>
                    <a:pt x="0" y="102807"/>
                  </a:lnTo>
                  <a:lnTo>
                    <a:pt x="2563" y="102072"/>
                  </a:lnTo>
                  <a:lnTo>
                    <a:pt x="3595" y="101775"/>
                  </a:lnTo>
                  <a:lnTo>
                    <a:pt x="3921" y="101682"/>
                  </a:lnTo>
                  <a:lnTo>
                    <a:pt x="15843" y="98261"/>
                  </a:lnTo>
                  <a:lnTo>
                    <a:pt x="16211" y="98120"/>
                  </a:lnTo>
                  <a:lnTo>
                    <a:pt x="19728" y="96773"/>
                  </a:lnTo>
                  <a:lnTo>
                    <a:pt x="32649" y="89780"/>
                  </a:lnTo>
                  <a:lnTo>
                    <a:pt x="32866" y="89663"/>
                  </a:lnTo>
                  <a:lnTo>
                    <a:pt x="42181" y="84621"/>
                  </a:lnTo>
                  <a:lnTo>
                    <a:pt x="42447" y="84477"/>
                  </a:lnTo>
                  <a:lnTo>
                    <a:pt x="43031" y="84161"/>
                  </a:lnTo>
                  <a:lnTo>
                    <a:pt x="47015" y="82005"/>
                  </a:lnTo>
                  <a:lnTo>
                    <a:pt x="47399" y="81798"/>
                  </a:lnTo>
                  <a:lnTo>
                    <a:pt x="64291" y="72655"/>
                  </a:lnTo>
                  <a:lnTo>
                    <a:pt x="65424" y="72042"/>
                  </a:lnTo>
                  <a:lnTo>
                    <a:pt x="65673" y="71908"/>
                  </a:lnTo>
                  <a:lnTo>
                    <a:pt x="66483" y="71469"/>
                  </a:lnTo>
                  <a:lnTo>
                    <a:pt x="67722" y="70798"/>
                  </a:lnTo>
                  <a:lnTo>
                    <a:pt x="68219" y="70523"/>
                  </a:lnTo>
                  <a:lnTo>
                    <a:pt x="67390" y="69213"/>
                  </a:lnTo>
                  <a:lnTo>
                    <a:pt x="64162" y="63408"/>
                  </a:lnTo>
                  <a:lnTo>
                    <a:pt x="62964" y="61254"/>
                  </a:lnTo>
                  <a:lnTo>
                    <a:pt x="61582" y="58770"/>
                  </a:lnTo>
                  <a:lnTo>
                    <a:pt x="59627" y="55254"/>
                  </a:lnTo>
                  <a:lnTo>
                    <a:pt x="56571" y="49668"/>
                  </a:lnTo>
                  <a:lnTo>
                    <a:pt x="56291" y="49156"/>
                  </a:lnTo>
                  <a:lnTo>
                    <a:pt x="55874" y="48393"/>
                  </a:lnTo>
                  <a:lnTo>
                    <a:pt x="53892" y="44768"/>
                  </a:lnTo>
                  <a:lnTo>
                    <a:pt x="52820" y="42810"/>
                  </a:lnTo>
                  <a:lnTo>
                    <a:pt x="51785" y="40917"/>
                  </a:lnTo>
                  <a:lnTo>
                    <a:pt x="50864" y="39233"/>
                  </a:lnTo>
                  <a:lnTo>
                    <a:pt x="50393" y="38328"/>
                  </a:lnTo>
                  <a:lnTo>
                    <a:pt x="49578" y="36762"/>
                  </a:lnTo>
                  <a:lnTo>
                    <a:pt x="47501" y="32770"/>
                  </a:lnTo>
                  <a:lnTo>
                    <a:pt x="46860" y="31537"/>
                  </a:lnTo>
                  <a:lnTo>
                    <a:pt x="46594" y="31026"/>
                  </a:lnTo>
                  <a:lnTo>
                    <a:pt x="44279" y="26578"/>
                  </a:lnTo>
                  <a:lnTo>
                    <a:pt x="44120" y="26271"/>
                  </a:lnTo>
                  <a:lnTo>
                    <a:pt x="43702" y="25506"/>
                  </a:lnTo>
                  <a:lnTo>
                    <a:pt x="43117" y="24434"/>
                  </a:lnTo>
                  <a:lnTo>
                    <a:pt x="42876" y="23992"/>
                  </a:lnTo>
                  <a:lnTo>
                    <a:pt x="42108" y="22586"/>
                  </a:lnTo>
                  <a:lnTo>
                    <a:pt x="40585" y="19794"/>
                  </a:lnTo>
                  <a:lnTo>
                    <a:pt x="39635" y="17370"/>
                  </a:lnTo>
                  <a:lnTo>
                    <a:pt x="39174" y="16194"/>
                  </a:lnTo>
                  <a:lnTo>
                    <a:pt x="39135" y="15971"/>
                  </a:lnTo>
                  <a:lnTo>
                    <a:pt x="39046" y="15460"/>
                  </a:lnTo>
                  <a:lnTo>
                    <a:pt x="38817" y="14147"/>
                  </a:lnTo>
                  <a:lnTo>
                    <a:pt x="38526" y="12484"/>
                  </a:lnTo>
                  <a:lnTo>
                    <a:pt x="38153" y="10344"/>
                  </a:lnTo>
                  <a:lnTo>
                    <a:pt x="37234" y="3303"/>
                  </a:lnTo>
                  <a:lnTo>
                    <a:pt x="37657" y="3209"/>
                  </a:lnTo>
                  <a:lnTo>
                    <a:pt x="38030" y="3126"/>
                  </a:lnTo>
                  <a:lnTo>
                    <a:pt x="39141" y="2879"/>
                  </a:lnTo>
                  <a:lnTo>
                    <a:pt x="41623" y="2326"/>
                  </a:lnTo>
                  <a:lnTo>
                    <a:pt x="43658" y="1872"/>
                  </a:lnTo>
                  <a:lnTo>
                    <a:pt x="45703" y="1417"/>
                  </a:lnTo>
                  <a:lnTo>
                    <a:pt x="46595" y="1218"/>
                  </a:lnTo>
                  <a:lnTo>
                    <a:pt x="47908" y="1084"/>
                  </a:lnTo>
                  <a:lnTo>
                    <a:pt x="51916" y="672"/>
                  </a:lnTo>
                  <a:lnTo>
                    <a:pt x="52298" y="633"/>
                  </a:lnTo>
                  <a:lnTo>
                    <a:pt x="55964" y="257"/>
                  </a:lnTo>
                  <a:lnTo>
                    <a:pt x="56603" y="191"/>
                  </a:lnTo>
                  <a:lnTo>
                    <a:pt x="57807" y="180"/>
                  </a:lnTo>
                  <a:lnTo>
                    <a:pt x="66166" y="104"/>
                  </a:lnTo>
                  <a:lnTo>
                    <a:pt x="71004" y="60"/>
                  </a:lnTo>
                  <a:lnTo>
                    <a:pt x="77640" y="0"/>
                  </a:lnTo>
                  <a:lnTo>
                    <a:pt x="81274" y="320"/>
                  </a:lnTo>
                  <a:lnTo>
                    <a:pt x="83077" y="480"/>
                  </a:lnTo>
                  <a:lnTo>
                    <a:pt x="85875" y="1191"/>
                  </a:lnTo>
                  <a:lnTo>
                    <a:pt x="88686" y="1906"/>
                  </a:lnTo>
                  <a:lnTo>
                    <a:pt x="91472" y="2935"/>
                  </a:lnTo>
                  <a:lnTo>
                    <a:pt x="94209" y="3945"/>
                  </a:lnTo>
                  <a:lnTo>
                    <a:pt x="96480" y="4877"/>
                  </a:lnTo>
                  <a:lnTo>
                    <a:pt x="102662" y="7412"/>
                  </a:lnTo>
                  <a:lnTo>
                    <a:pt x="104934" y="8344"/>
                  </a:lnTo>
                  <a:lnTo>
                    <a:pt x="105429" y="8547"/>
                  </a:lnTo>
                  <a:lnTo>
                    <a:pt x="106234" y="8877"/>
                  </a:lnTo>
                  <a:lnTo>
                    <a:pt x="108287" y="9720"/>
                  </a:lnTo>
                  <a:lnTo>
                    <a:pt x="116726" y="13181"/>
                  </a:lnTo>
                  <a:lnTo>
                    <a:pt x="134743" y="20571"/>
                  </a:lnTo>
                  <a:lnTo>
                    <a:pt x="134954" y="20658"/>
                  </a:lnTo>
                  <a:lnTo>
                    <a:pt x="135665" y="20947"/>
                  </a:lnTo>
                  <a:lnTo>
                    <a:pt x="136197" y="21164"/>
                  </a:lnTo>
                  <a:lnTo>
                    <a:pt x="139435" y="22482"/>
                  </a:lnTo>
                  <a:lnTo>
                    <a:pt x="141729" y="23417"/>
                  </a:lnTo>
                  <a:lnTo>
                    <a:pt x="142660" y="23796"/>
                  </a:lnTo>
                  <a:lnTo>
                    <a:pt x="148760" y="26280"/>
                  </a:lnTo>
                  <a:lnTo>
                    <a:pt x="149407" y="26543"/>
                  </a:lnTo>
                  <a:lnTo>
                    <a:pt x="149453" y="27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348952" y="4536559"/>
              <a:ext cx="167173" cy="194539"/>
            </a:xfrm>
            <a:custGeom>
              <a:avLst/>
              <a:pathLst>
                <a:path w="167173" h="194539">
                  <a:moveTo>
                    <a:pt x="133764" y="24864"/>
                  </a:moveTo>
                  <a:lnTo>
                    <a:pt x="130050" y="28156"/>
                  </a:lnTo>
                  <a:lnTo>
                    <a:pt x="129281" y="28838"/>
                  </a:lnTo>
                  <a:lnTo>
                    <a:pt x="128836" y="29233"/>
                  </a:lnTo>
                  <a:lnTo>
                    <a:pt x="121260" y="35950"/>
                  </a:lnTo>
                  <a:lnTo>
                    <a:pt x="120433" y="36684"/>
                  </a:lnTo>
                  <a:lnTo>
                    <a:pt x="119938" y="37122"/>
                  </a:lnTo>
                  <a:lnTo>
                    <a:pt x="113595" y="42746"/>
                  </a:lnTo>
                  <a:lnTo>
                    <a:pt x="113181" y="43140"/>
                  </a:lnTo>
                  <a:lnTo>
                    <a:pt x="112592" y="43702"/>
                  </a:lnTo>
                  <a:lnTo>
                    <a:pt x="109350" y="46795"/>
                  </a:lnTo>
                  <a:lnTo>
                    <a:pt x="108974" y="47154"/>
                  </a:lnTo>
                  <a:lnTo>
                    <a:pt x="103127" y="52732"/>
                  </a:lnTo>
                  <a:lnTo>
                    <a:pt x="98182" y="60238"/>
                  </a:lnTo>
                  <a:lnTo>
                    <a:pt x="97365" y="61731"/>
                  </a:lnTo>
                  <a:lnTo>
                    <a:pt x="97068" y="62273"/>
                  </a:lnTo>
                  <a:lnTo>
                    <a:pt x="96916" y="62550"/>
                  </a:lnTo>
                  <a:lnTo>
                    <a:pt x="95804" y="64581"/>
                  </a:lnTo>
                  <a:lnTo>
                    <a:pt x="94414" y="66691"/>
                  </a:lnTo>
                  <a:lnTo>
                    <a:pt x="93806" y="67615"/>
                  </a:lnTo>
                  <a:lnTo>
                    <a:pt x="92239" y="70673"/>
                  </a:lnTo>
                  <a:lnTo>
                    <a:pt x="91447" y="72599"/>
                  </a:lnTo>
                  <a:lnTo>
                    <a:pt x="90788" y="74413"/>
                  </a:lnTo>
                  <a:lnTo>
                    <a:pt x="93953" y="75438"/>
                  </a:lnTo>
                  <a:lnTo>
                    <a:pt x="94389" y="75579"/>
                  </a:lnTo>
                  <a:lnTo>
                    <a:pt x="95948" y="76083"/>
                  </a:lnTo>
                  <a:lnTo>
                    <a:pt x="103300" y="78462"/>
                  </a:lnTo>
                  <a:lnTo>
                    <a:pt x="103737" y="78603"/>
                  </a:lnTo>
                  <a:lnTo>
                    <a:pt x="104303" y="78727"/>
                  </a:lnTo>
                  <a:lnTo>
                    <a:pt x="104632" y="78798"/>
                  </a:lnTo>
                  <a:lnTo>
                    <a:pt x="112164" y="79882"/>
                  </a:lnTo>
                  <a:lnTo>
                    <a:pt x="112551" y="79903"/>
                  </a:lnTo>
                  <a:lnTo>
                    <a:pt x="120171" y="80317"/>
                  </a:lnTo>
                  <a:lnTo>
                    <a:pt x="121461" y="80209"/>
                  </a:lnTo>
                  <a:lnTo>
                    <a:pt x="126791" y="79763"/>
                  </a:lnTo>
                  <a:lnTo>
                    <a:pt x="127368" y="79715"/>
                  </a:lnTo>
                  <a:lnTo>
                    <a:pt x="127980" y="79664"/>
                  </a:lnTo>
                  <a:lnTo>
                    <a:pt x="129685" y="79297"/>
                  </a:lnTo>
                  <a:lnTo>
                    <a:pt x="130177" y="79192"/>
                  </a:lnTo>
                  <a:lnTo>
                    <a:pt x="133936" y="78384"/>
                  </a:lnTo>
                  <a:lnTo>
                    <a:pt x="134486" y="78265"/>
                  </a:lnTo>
                  <a:lnTo>
                    <a:pt x="134887" y="78179"/>
                  </a:lnTo>
                  <a:lnTo>
                    <a:pt x="135929" y="77955"/>
                  </a:lnTo>
                  <a:lnTo>
                    <a:pt x="136188" y="77897"/>
                  </a:lnTo>
                  <a:lnTo>
                    <a:pt x="137107" y="84938"/>
                  </a:lnTo>
                  <a:lnTo>
                    <a:pt x="137480" y="87078"/>
                  </a:lnTo>
                  <a:lnTo>
                    <a:pt x="137771" y="88741"/>
                  </a:lnTo>
                  <a:lnTo>
                    <a:pt x="138000" y="90054"/>
                  </a:lnTo>
                  <a:lnTo>
                    <a:pt x="138089" y="90564"/>
                  </a:lnTo>
                  <a:lnTo>
                    <a:pt x="138128" y="90788"/>
                  </a:lnTo>
                  <a:lnTo>
                    <a:pt x="138589" y="91964"/>
                  </a:lnTo>
                  <a:lnTo>
                    <a:pt x="139539" y="94388"/>
                  </a:lnTo>
                  <a:lnTo>
                    <a:pt x="141062" y="97180"/>
                  </a:lnTo>
                  <a:lnTo>
                    <a:pt x="141830" y="98586"/>
                  </a:lnTo>
                  <a:lnTo>
                    <a:pt x="142071" y="99027"/>
                  </a:lnTo>
                  <a:lnTo>
                    <a:pt x="142656" y="100099"/>
                  </a:lnTo>
                  <a:lnTo>
                    <a:pt x="143074" y="100865"/>
                  </a:lnTo>
                  <a:lnTo>
                    <a:pt x="143233" y="101172"/>
                  </a:lnTo>
                  <a:lnTo>
                    <a:pt x="145548" y="105620"/>
                  </a:lnTo>
                  <a:lnTo>
                    <a:pt x="145814" y="106131"/>
                  </a:lnTo>
                  <a:lnTo>
                    <a:pt x="146455" y="107363"/>
                  </a:lnTo>
                  <a:lnTo>
                    <a:pt x="148532" y="111355"/>
                  </a:lnTo>
                  <a:lnTo>
                    <a:pt x="149347" y="112922"/>
                  </a:lnTo>
                  <a:lnTo>
                    <a:pt x="149818" y="113827"/>
                  </a:lnTo>
                  <a:lnTo>
                    <a:pt x="150739" y="115511"/>
                  </a:lnTo>
                  <a:lnTo>
                    <a:pt x="151774" y="117404"/>
                  </a:lnTo>
                  <a:lnTo>
                    <a:pt x="152846" y="119362"/>
                  </a:lnTo>
                  <a:lnTo>
                    <a:pt x="154828" y="122987"/>
                  </a:lnTo>
                  <a:lnTo>
                    <a:pt x="155245" y="123749"/>
                  </a:lnTo>
                  <a:lnTo>
                    <a:pt x="155525" y="124261"/>
                  </a:lnTo>
                  <a:lnTo>
                    <a:pt x="158581" y="129847"/>
                  </a:lnTo>
                  <a:lnTo>
                    <a:pt x="160536" y="133364"/>
                  </a:lnTo>
                  <a:lnTo>
                    <a:pt x="161918" y="135848"/>
                  </a:lnTo>
                  <a:lnTo>
                    <a:pt x="163116" y="138002"/>
                  </a:lnTo>
                  <a:lnTo>
                    <a:pt x="166344" y="143806"/>
                  </a:lnTo>
                  <a:lnTo>
                    <a:pt x="167173" y="145116"/>
                  </a:lnTo>
                  <a:lnTo>
                    <a:pt x="166646" y="145409"/>
                  </a:lnTo>
                  <a:lnTo>
                    <a:pt x="165437" y="146063"/>
                  </a:lnTo>
                  <a:lnTo>
                    <a:pt x="164627" y="146501"/>
                  </a:lnTo>
                  <a:lnTo>
                    <a:pt x="164378" y="146636"/>
                  </a:lnTo>
                  <a:lnTo>
                    <a:pt x="163245" y="147249"/>
                  </a:lnTo>
                  <a:lnTo>
                    <a:pt x="146353" y="156391"/>
                  </a:lnTo>
                  <a:lnTo>
                    <a:pt x="145969" y="156599"/>
                  </a:lnTo>
                  <a:lnTo>
                    <a:pt x="141985" y="158755"/>
                  </a:lnTo>
                  <a:lnTo>
                    <a:pt x="141401" y="159071"/>
                  </a:lnTo>
                  <a:lnTo>
                    <a:pt x="141135" y="159215"/>
                  </a:lnTo>
                  <a:lnTo>
                    <a:pt x="131820" y="164256"/>
                  </a:lnTo>
                  <a:lnTo>
                    <a:pt x="131603" y="164374"/>
                  </a:lnTo>
                  <a:lnTo>
                    <a:pt x="118682" y="171367"/>
                  </a:lnTo>
                  <a:lnTo>
                    <a:pt x="115075" y="172748"/>
                  </a:lnTo>
                  <a:lnTo>
                    <a:pt x="114797" y="172855"/>
                  </a:lnTo>
                  <a:lnTo>
                    <a:pt x="102875" y="176276"/>
                  </a:lnTo>
                  <a:lnTo>
                    <a:pt x="102549" y="176369"/>
                  </a:lnTo>
                  <a:lnTo>
                    <a:pt x="101517" y="176665"/>
                  </a:lnTo>
                  <a:lnTo>
                    <a:pt x="98953" y="177401"/>
                  </a:lnTo>
                  <a:lnTo>
                    <a:pt x="98713" y="176574"/>
                  </a:lnTo>
                  <a:lnTo>
                    <a:pt x="95873" y="166856"/>
                  </a:lnTo>
                  <a:lnTo>
                    <a:pt x="95017" y="163928"/>
                  </a:lnTo>
                  <a:lnTo>
                    <a:pt x="90720" y="149289"/>
                  </a:lnTo>
                  <a:lnTo>
                    <a:pt x="88217" y="150670"/>
                  </a:lnTo>
                  <a:lnTo>
                    <a:pt x="87562" y="151032"/>
                  </a:lnTo>
                  <a:lnTo>
                    <a:pt x="86954" y="151367"/>
                  </a:lnTo>
                  <a:lnTo>
                    <a:pt x="86701" y="151507"/>
                  </a:lnTo>
                  <a:lnTo>
                    <a:pt x="85889" y="151900"/>
                  </a:lnTo>
                  <a:lnTo>
                    <a:pt x="84403" y="152620"/>
                  </a:lnTo>
                  <a:lnTo>
                    <a:pt x="83146" y="153230"/>
                  </a:lnTo>
                  <a:lnTo>
                    <a:pt x="77881" y="155782"/>
                  </a:lnTo>
                  <a:lnTo>
                    <a:pt x="75735" y="156822"/>
                  </a:lnTo>
                  <a:lnTo>
                    <a:pt x="74649" y="157348"/>
                  </a:lnTo>
                  <a:lnTo>
                    <a:pt x="70013" y="159597"/>
                  </a:lnTo>
                  <a:lnTo>
                    <a:pt x="69360" y="159939"/>
                  </a:lnTo>
                  <a:lnTo>
                    <a:pt x="67700" y="160807"/>
                  </a:lnTo>
                  <a:lnTo>
                    <a:pt x="66970" y="161190"/>
                  </a:lnTo>
                  <a:lnTo>
                    <a:pt x="63180" y="163173"/>
                  </a:lnTo>
                  <a:lnTo>
                    <a:pt x="61819" y="163885"/>
                  </a:lnTo>
                  <a:lnTo>
                    <a:pt x="57752" y="166014"/>
                  </a:lnTo>
                  <a:lnTo>
                    <a:pt x="56658" y="166587"/>
                  </a:lnTo>
                  <a:lnTo>
                    <a:pt x="55700" y="167088"/>
                  </a:lnTo>
                  <a:lnTo>
                    <a:pt x="54744" y="167680"/>
                  </a:lnTo>
                  <a:lnTo>
                    <a:pt x="52843" y="168859"/>
                  </a:lnTo>
                  <a:lnTo>
                    <a:pt x="49829" y="170727"/>
                  </a:lnTo>
                  <a:lnTo>
                    <a:pt x="49597" y="170871"/>
                  </a:lnTo>
                  <a:lnTo>
                    <a:pt x="46336" y="172892"/>
                  </a:lnTo>
                  <a:lnTo>
                    <a:pt x="42033" y="175559"/>
                  </a:lnTo>
                  <a:lnTo>
                    <a:pt x="41649" y="175797"/>
                  </a:lnTo>
                  <a:lnTo>
                    <a:pt x="41412" y="175944"/>
                  </a:lnTo>
                  <a:lnTo>
                    <a:pt x="38292" y="177877"/>
                  </a:lnTo>
                  <a:lnTo>
                    <a:pt x="33839" y="180637"/>
                  </a:lnTo>
                  <a:lnTo>
                    <a:pt x="33661" y="180748"/>
                  </a:lnTo>
                  <a:lnTo>
                    <a:pt x="32251" y="181621"/>
                  </a:lnTo>
                  <a:lnTo>
                    <a:pt x="27209" y="184747"/>
                  </a:lnTo>
                  <a:lnTo>
                    <a:pt x="26169" y="185391"/>
                  </a:lnTo>
                  <a:lnTo>
                    <a:pt x="25605" y="185740"/>
                  </a:lnTo>
                  <a:lnTo>
                    <a:pt x="25308" y="185925"/>
                  </a:lnTo>
                  <a:lnTo>
                    <a:pt x="20406" y="188963"/>
                  </a:lnTo>
                  <a:lnTo>
                    <a:pt x="20110" y="189146"/>
                  </a:lnTo>
                  <a:lnTo>
                    <a:pt x="19440" y="189561"/>
                  </a:lnTo>
                  <a:lnTo>
                    <a:pt x="13758" y="193083"/>
                  </a:lnTo>
                  <a:lnTo>
                    <a:pt x="10256" y="194539"/>
                  </a:lnTo>
                  <a:lnTo>
                    <a:pt x="8759" y="194524"/>
                  </a:lnTo>
                  <a:lnTo>
                    <a:pt x="7141" y="194508"/>
                  </a:lnTo>
                  <a:lnTo>
                    <a:pt x="6435" y="194278"/>
                  </a:lnTo>
                  <a:lnTo>
                    <a:pt x="6081" y="194163"/>
                  </a:lnTo>
                  <a:lnTo>
                    <a:pt x="4899" y="193779"/>
                  </a:lnTo>
                  <a:lnTo>
                    <a:pt x="4440" y="193763"/>
                  </a:lnTo>
                  <a:lnTo>
                    <a:pt x="4038" y="193748"/>
                  </a:lnTo>
                  <a:lnTo>
                    <a:pt x="2702" y="167623"/>
                  </a:lnTo>
                  <a:lnTo>
                    <a:pt x="2189" y="157597"/>
                  </a:lnTo>
                  <a:lnTo>
                    <a:pt x="2144" y="156717"/>
                  </a:lnTo>
                  <a:lnTo>
                    <a:pt x="1286" y="137963"/>
                  </a:lnTo>
                  <a:lnTo>
                    <a:pt x="1571" y="133012"/>
                  </a:lnTo>
                  <a:lnTo>
                    <a:pt x="1719" y="132454"/>
                  </a:lnTo>
                  <a:lnTo>
                    <a:pt x="1894" y="131800"/>
                  </a:lnTo>
                  <a:lnTo>
                    <a:pt x="2029" y="131293"/>
                  </a:lnTo>
                  <a:lnTo>
                    <a:pt x="4241" y="122985"/>
                  </a:lnTo>
                  <a:lnTo>
                    <a:pt x="4381" y="122461"/>
                  </a:lnTo>
                  <a:lnTo>
                    <a:pt x="4433" y="122140"/>
                  </a:lnTo>
                  <a:lnTo>
                    <a:pt x="4473" y="121895"/>
                  </a:lnTo>
                  <a:lnTo>
                    <a:pt x="4976" y="118809"/>
                  </a:lnTo>
                  <a:lnTo>
                    <a:pt x="5066" y="118262"/>
                  </a:lnTo>
                  <a:lnTo>
                    <a:pt x="5124" y="117907"/>
                  </a:lnTo>
                  <a:lnTo>
                    <a:pt x="5272" y="117000"/>
                  </a:lnTo>
                  <a:lnTo>
                    <a:pt x="5212" y="114147"/>
                  </a:lnTo>
                  <a:lnTo>
                    <a:pt x="1830" y="91814"/>
                  </a:lnTo>
                  <a:lnTo>
                    <a:pt x="1727" y="91135"/>
                  </a:lnTo>
                  <a:lnTo>
                    <a:pt x="1245" y="87952"/>
                  </a:lnTo>
                  <a:lnTo>
                    <a:pt x="909" y="85732"/>
                  </a:lnTo>
                  <a:lnTo>
                    <a:pt x="819" y="85140"/>
                  </a:lnTo>
                  <a:lnTo>
                    <a:pt x="247" y="81286"/>
                  </a:lnTo>
                  <a:lnTo>
                    <a:pt x="0" y="79622"/>
                  </a:lnTo>
                  <a:lnTo>
                    <a:pt x="2736" y="79118"/>
                  </a:lnTo>
                  <a:lnTo>
                    <a:pt x="11786" y="77452"/>
                  </a:lnTo>
                  <a:lnTo>
                    <a:pt x="26321" y="74775"/>
                  </a:lnTo>
                  <a:lnTo>
                    <a:pt x="36996" y="72810"/>
                  </a:lnTo>
                  <a:lnTo>
                    <a:pt x="46325" y="71092"/>
                  </a:lnTo>
                  <a:lnTo>
                    <a:pt x="55151" y="69467"/>
                  </a:lnTo>
                  <a:lnTo>
                    <a:pt x="62853" y="68049"/>
                  </a:lnTo>
                  <a:lnTo>
                    <a:pt x="63857" y="67864"/>
                  </a:lnTo>
                  <a:lnTo>
                    <a:pt x="65144" y="67627"/>
                  </a:lnTo>
                  <a:lnTo>
                    <a:pt x="65122" y="66515"/>
                  </a:lnTo>
                  <a:lnTo>
                    <a:pt x="65046" y="62652"/>
                  </a:lnTo>
                  <a:lnTo>
                    <a:pt x="64849" y="52591"/>
                  </a:lnTo>
                  <a:lnTo>
                    <a:pt x="64694" y="44737"/>
                  </a:lnTo>
                  <a:lnTo>
                    <a:pt x="64872" y="41779"/>
                  </a:lnTo>
                  <a:lnTo>
                    <a:pt x="64913" y="41096"/>
                  </a:lnTo>
                  <a:lnTo>
                    <a:pt x="64967" y="40194"/>
                  </a:lnTo>
                  <a:lnTo>
                    <a:pt x="65212" y="38245"/>
                  </a:lnTo>
                  <a:lnTo>
                    <a:pt x="66059" y="31507"/>
                  </a:lnTo>
                  <a:lnTo>
                    <a:pt x="67019" y="26714"/>
                  </a:lnTo>
                  <a:lnTo>
                    <a:pt x="67764" y="26886"/>
                  </a:lnTo>
                  <a:lnTo>
                    <a:pt x="67912" y="26920"/>
                  </a:lnTo>
                  <a:lnTo>
                    <a:pt x="73631" y="28238"/>
                  </a:lnTo>
                  <a:lnTo>
                    <a:pt x="73879" y="28295"/>
                  </a:lnTo>
                  <a:lnTo>
                    <a:pt x="74704" y="28485"/>
                  </a:lnTo>
                  <a:lnTo>
                    <a:pt x="76427" y="28883"/>
                  </a:lnTo>
                  <a:lnTo>
                    <a:pt x="79279" y="29540"/>
                  </a:lnTo>
                  <a:lnTo>
                    <a:pt x="79684" y="27540"/>
                  </a:lnTo>
                  <a:lnTo>
                    <a:pt x="81569" y="18234"/>
                  </a:lnTo>
                  <a:lnTo>
                    <a:pt x="81716" y="17510"/>
                  </a:lnTo>
                  <a:lnTo>
                    <a:pt x="82773" y="17532"/>
                  </a:lnTo>
                  <a:lnTo>
                    <a:pt x="83887" y="17556"/>
                  </a:lnTo>
                  <a:lnTo>
                    <a:pt x="85893" y="17599"/>
                  </a:lnTo>
                  <a:lnTo>
                    <a:pt x="87130" y="17625"/>
                  </a:lnTo>
                  <a:lnTo>
                    <a:pt x="87490" y="17633"/>
                  </a:lnTo>
                  <a:lnTo>
                    <a:pt x="90222" y="17691"/>
                  </a:lnTo>
                  <a:lnTo>
                    <a:pt x="93017" y="17601"/>
                  </a:lnTo>
                  <a:lnTo>
                    <a:pt x="94576" y="17551"/>
                  </a:lnTo>
                  <a:lnTo>
                    <a:pt x="96504" y="17489"/>
                  </a:lnTo>
                  <a:lnTo>
                    <a:pt x="97545" y="17455"/>
                  </a:lnTo>
                  <a:lnTo>
                    <a:pt x="97859" y="17445"/>
                  </a:lnTo>
                  <a:lnTo>
                    <a:pt x="101088" y="17341"/>
                  </a:lnTo>
                  <a:lnTo>
                    <a:pt x="102796" y="17286"/>
                  </a:lnTo>
                  <a:lnTo>
                    <a:pt x="104719" y="17225"/>
                  </a:lnTo>
                  <a:lnTo>
                    <a:pt x="108158" y="17114"/>
                  </a:lnTo>
                  <a:lnTo>
                    <a:pt x="108248" y="26838"/>
                  </a:lnTo>
                  <a:lnTo>
                    <a:pt x="117731" y="18052"/>
                  </a:lnTo>
                  <a:lnTo>
                    <a:pt x="137217" y="0"/>
                  </a:lnTo>
                  <a:lnTo>
                    <a:pt x="142740" y="6216"/>
                  </a:lnTo>
                  <a:lnTo>
                    <a:pt x="143503" y="7075"/>
                  </a:lnTo>
                  <a:lnTo>
                    <a:pt x="145632" y="9470"/>
                  </a:lnTo>
                  <a:lnTo>
                    <a:pt x="145775" y="9632"/>
                  </a:lnTo>
                  <a:lnTo>
                    <a:pt x="146373" y="10305"/>
                  </a:lnTo>
                  <a:lnTo>
                    <a:pt x="148053" y="12195"/>
                  </a:lnTo>
                  <a:lnTo>
                    <a:pt x="143910" y="15868"/>
                  </a:lnTo>
                  <a:lnTo>
                    <a:pt x="143077" y="16606"/>
                  </a:lnTo>
                  <a:lnTo>
                    <a:pt x="135430" y="23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196476" y="4622292"/>
              <a:ext cx="157748" cy="108015"/>
            </a:xfrm>
            <a:custGeom>
              <a:avLst/>
              <a:pathLst>
                <a:path w="157748" h="108015">
                  <a:moveTo>
                    <a:pt x="154306" y="6081"/>
                  </a:moveTo>
                  <a:lnTo>
                    <a:pt x="157689" y="28418"/>
                  </a:lnTo>
                  <a:lnTo>
                    <a:pt x="157748" y="31267"/>
                  </a:lnTo>
                  <a:lnTo>
                    <a:pt x="157600" y="32175"/>
                  </a:lnTo>
                  <a:lnTo>
                    <a:pt x="157542" y="32529"/>
                  </a:lnTo>
                  <a:lnTo>
                    <a:pt x="157453" y="33077"/>
                  </a:lnTo>
                  <a:lnTo>
                    <a:pt x="156950" y="36162"/>
                  </a:lnTo>
                  <a:lnTo>
                    <a:pt x="156910" y="36407"/>
                  </a:lnTo>
                  <a:lnTo>
                    <a:pt x="156857" y="36728"/>
                  </a:lnTo>
                  <a:lnTo>
                    <a:pt x="156718" y="37252"/>
                  </a:lnTo>
                  <a:lnTo>
                    <a:pt x="154505" y="45560"/>
                  </a:lnTo>
                  <a:lnTo>
                    <a:pt x="154370" y="46067"/>
                  </a:lnTo>
                  <a:lnTo>
                    <a:pt x="154196" y="46721"/>
                  </a:lnTo>
                  <a:lnTo>
                    <a:pt x="154047" y="47283"/>
                  </a:lnTo>
                  <a:lnTo>
                    <a:pt x="153762" y="52234"/>
                  </a:lnTo>
                  <a:lnTo>
                    <a:pt x="154621" y="70988"/>
                  </a:lnTo>
                  <a:lnTo>
                    <a:pt x="154666" y="71864"/>
                  </a:lnTo>
                  <a:lnTo>
                    <a:pt x="155178" y="81894"/>
                  </a:lnTo>
                  <a:lnTo>
                    <a:pt x="156514" y="108015"/>
                  </a:lnTo>
                  <a:lnTo>
                    <a:pt x="156011" y="107997"/>
                  </a:lnTo>
                  <a:lnTo>
                    <a:pt x="155142" y="107965"/>
                  </a:lnTo>
                  <a:lnTo>
                    <a:pt x="154795" y="107953"/>
                  </a:lnTo>
                  <a:lnTo>
                    <a:pt x="154652" y="107948"/>
                  </a:lnTo>
                  <a:lnTo>
                    <a:pt x="152815" y="107881"/>
                  </a:lnTo>
                  <a:lnTo>
                    <a:pt x="152575" y="107872"/>
                  </a:lnTo>
                  <a:lnTo>
                    <a:pt x="151454" y="107831"/>
                  </a:lnTo>
                  <a:lnTo>
                    <a:pt x="151377" y="106878"/>
                  </a:lnTo>
                  <a:lnTo>
                    <a:pt x="150851" y="100404"/>
                  </a:lnTo>
                  <a:lnTo>
                    <a:pt x="150719" y="98782"/>
                  </a:lnTo>
                  <a:lnTo>
                    <a:pt x="150702" y="98564"/>
                  </a:lnTo>
                  <a:lnTo>
                    <a:pt x="150386" y="94653"/>
                  </a:lnTo>
                  <a:lnTo>
                    <a:pt x="149694" y="82237"/>
                  </a:lnTo>
                  <a:lnTo>
                    <a:pt x="149549" y="79638"/>
                  </a:lnTo>
                  <a:lnTo>
                    <a:pt x="149523" y="79115"/>
                  </a:lnTo>
                  <a:lnTo>
                    <a:pt x="149122" y="72261"/>
                  </a:lnTo>
                  <a:lnTo>
                    <a:pt x="136338" y="73045"/>
                  </a:lnTo>
                  <a:lnTo>
                    <a:pt x="126138" y="73670"/>
                  </a:lnTo>
                  <a:lnTo>
                    <a:pt x="109200" y="74423"/>
                  </a:lnTo>
                  <a:lnTo>
                    <a:pt x="106957" y="73164"/>
                  </a:lnTo>
                  <a:lnTo>
                    <a:pt x="106593" y="72959"/>
                  </a:lnTo>
                  <a:lnTo>
                    <a:pt x="105455" y="72321"/>
                  </a:lnTo>
                  <a:lnTo>
                    <a:pt x="104624" y="71854"/>
                  </a:lnTo>
                  <a:lnTo>
                    <a:pt x="100460" y="69516"/>
                  </a:lnTo>
                  <a:lnTo>
                    <a:pt x="100311" y="69432"/>
                  </a:lnTo>
                  <a:lnTo>
                    <a:pt x="99904" y="69203"/>
                  </a:lnTo>
                  <a:lnTo>
                    <a:pt x="93718" y="65730"/>
                  </a:lnTo>
                  <a:lnTo>
                    <a:pt x="87563" y="62274"/>
                  </a:lnTo>
                  <a:lnTo>
                    <a:pt x="87341" y="62149"/>
                  </a:lnTo>
                  <a:lnTo>
                    <a:pt x="83675" y="60091"/>
                  </a:lnTo>
                  <a:lnTo>
                    <a:pt x="82155" y="59703"/>
                  </a:lnTo>
                  <a:lnTo>
                    <a:pt x="74961" y="60027"/>
                  </a:lnTo>
                  <a:lnTo>
                    <a:pt x="75367" y="64112"/>
                  </a:lnTo>
                  <a:lnTo>
                    <a:pt x="75232" y="64121"/>
                  </a:lnTo>
                  <a:lnTo>
                    <a:pt x="67291" y="64663"/>
                  </a:lnTo>
                  <a:lnTo>
                    <a:pt x="60329" y="65137"/>
                  </a:lnTo>
                  <a:lnTo>
                    <a:pt x="59844" y="65236"/>
                  </a:lnTo>
                  <a:lnTo>
                    <a:pt x="58732" y="66431"/>
                  </a:lnTo>
                  <a:lnTo>
                    <a:pt x="57828" y="67403"/>
                  </a:lnTo>
                  <a:lnTo>
                    <a:pt x="56443" y="68893"/>
                  </a:lnTo>
                  <a:lnTo>
                    <a:pt x="56254" y="69096"/>
                  </a:lnTo>
                  <a:lnTo>
                    <a:pt x="55192" y="70238"/>
                  </a:lnTo>
                  <a:lnTo>
                    <a:pt x="54914" y="70536"/>
                  </a:lnTo>
                  <a:lnTo>
                    <a:pt x="54635" y="70836"/>
                  </a:lnTo>
                  <a:lnTo>
                    <a:pt x="54359" y="71133"/>
                  </a:lnTo>
                  <a:lnTo>
                    <a:pt x="54006" y="71242"/>
                  </a:lnTo>
                  <a:lnTo>
                    <a:pt x="53517" y="71391"/>
                  </a:lnTo>
                  <a:lnTo>
                    <a:pt x="50895" y="72196"/>
                  </a:lnTo>
                  <a:lnTo>
                    <a:pt x="48555" y="72914"/>
                  </a:lnTo>
                  <a:lnTo>
                    <a:pt x="47179" y="73136"/>
                  </a:lnTo>
                  <a:lnTo>
                    <a:pt x="46651" y="73222"/>
                  </a:lnTo>
                  <a:lnTo>
                    <a:pt x="43144" y="73788"/>
                  </a:lnTo>
                  <a:lnTo>
                    <a:pt x="41914" y="73987"/>
                  </a:lnTo>
                  <a:lnTo>
                    <a:pt x="41381" y="74073"/>
                  </a:lnTo>
                  <a:lnTo>
                    <a:pt x="38869" y="74479"/>
                  </a:lnTo>
                  <a:lnTo>
                    <a:pt x="38353" y="74563"/>
                  </a:lnTo>
                  <a:lnTo>
                    <a:pt x="35852" y="74967"/>
                  </a:lnTo>
                  <a:lnTo>
                    <a:pt x="34622" y="75166"/>
                  </a:lnTo>
                  <a:lnTo>
                    <a:pt x="34265" y="75166"/>
                  </a:lnTo>
                  <a:lnTo>
                    <a:pt x="33910" y="74642"/>
                  </a:lnTo>
                  <a:lnTo>
                    <a:pt x="33334" y="73792"/>
                  </a:lnTo>
                  <a:lnTo>
                    <a:pt x="32432" y="72462"/>
                  </a:lnTo>
                  <a:lnTo>
                    <a:pt x="32187" y="72100"/>
                  </a:lnTo>
                  <a:lnTo>
                    <a:pt x="31935" y="72308"/>
                  </a:lnTo>
                  <a:lnTo>
                    <a:pt x="31791" y="72428"/>
                  </a:lnTo>
                  <a:lnTo>
                    <a:pt x="30764" y="73280"/>
                  </a:lnTo>
                  <a:lnTo>
                    <a:pt x="30289" y="73569"/>
                  </a:lnTo>
                  <a:lnTo>
                    <a:pt x="29533" y="72775"/>
                  </a:lnTo>
                  <a:lnTo>
                    <a:pt x="29194" y="72419"/>
                  </a:lnTo>
                  <a:lnTo>
                    <a:pt x="28926" y="72138"/>
                  </a:lnTo>
                  <a:lnTo>
                    <a:pt x="27895" y="71055"/>
                  </a:lnTo>
                  <a:lnTo>
                    <a:pt x="26404" y="69778"/>
                  </a:lnTo>
                  <a:lnTo>
                    <a:pt x="25838" y="69294"/>
                  </a:lnTo>
                  <a:lnTo>
                    <a:pt x="24909" y="68719"/>
                  </a:lnTo>
                  <a:lnTo>
                    <a:pt x="24590" y="68617"/>
                  </a:lnTo>
                  <a:lnTo>
                    <a:pt x="23954" y="68414"/>
                  </a:lnTo>
                  <a:lnTo>
                    <a:pt x="22424" y="67926"/>
                  </a:lnTo>
                  <a:lnTo>
                    <a:pt x="21932" y="67769"/>
                  </a:lnTo>
                  <a:lnTo>
                    <a:pt x="21699" y="67695"/>
                  </a:lnTo>
                  <a:lnTo>
                    <a:pt x="21319" y="67781"/>
                  </a:lnTo>
                  <a:lnTo>
                    <a:pt x="21041" y="67843"/>
                  </a:lnTo>
                  <a:lnTo>
                    <a:pt x="20901" y="67874"/>
                  </a:lnTo>
                  <a:lnTo>
                    <a:pt x="20865" y="64008"/>
                  </a:lnTo>
                  <a:lnTo>
                    <a:pt x="23050" y="59736"/>
                  </a:lnTo>
                  <a:lnTo>
                    <a:pt x="19013" y="56240"/>
                  </a:lnTo>
                  <a:lnTo>
                    <a:pt x="22053" y="51143"/>
                  </a:lnTo>
                  <a:lnTo>
                    <a:pt x="19346" y="48619"/>
                  </a:lnTo>
                  <a:lnTo>
                    <a:pt x="16828" y="44298"/>
                  </a:lnTo>
                  <a:lnTo>
                    <a:pt x="11319" y="45512"/>
                  </a:lnTo>
                  <a:lnTo>
                    <a:pt x="4052" y="38618"/>
                  </a:lnTo>
                  <a:lnTo>
                    <a:pt x="5810" y="36288"/>
                  </a:lnTo>
                  <a:lnTo>
                    <a:pt x="0" y="30757"/>
                  </a:lnTo>
                  <a:lnTo>
                    <a:pt x="857" y="26966"/>
                  </a:lnTo>
                  <a:lnTo>
                    <a:pt x="5359" y="21560"/>
                  </a:lnTo>
                  <a:lnTo>
                    <a:pt x="2965" y="9859"/>
                  </a:lnTo>
                  <a:lnTo>
                    <a:pt x="5174" y="9402"/>
                  </a:lnTo>
                  <a:lnTo>
                    <a:pt x="6483" y="9166"/>
                  </a:lnTo>
                  <a:lnTo>
                    <a:pt x="8442" y="8792"/>
                  </a:lnTo>
                  <a:lnTo>
                    <a:pt x="8621" y="8758"/>
                  </a:lnTo>
                  <a:lnTo>
                    <a:pt x="13264" y="7872"/>
                  </a:lnTo>
                  <a:lnTo>
                    <a:pt x="18698" y="6834"/>
                  </a:lnTo>
                  <a:lnTo>
                    <a:pt x="20411" y="7078"/>
                  </a:lnTo>
                  <a:lnTo>
                    <a:pt x="24425" y="7923"/>
                  </a:lnTo>
                  <a:lnTo>
                    <a:pt x="26039" y="8272"/>
                  </a:lnTo>
                  <a:lnTo>
                    <a:pt x="28159" y="8174"/>
                  </a:lnTo>
                  <a:lnTo>
                    <a:pt x="33487" y="8241"/>
                  </a:lnTo>
                  <a:lnTo>
                    <a:pt x="33728" y="8244"/>
                  </a:lnTo>
                  <a:lnTo>
                    <a:pt x="37530" y="8532"/>
                  </a:lnTo>
                  <a:lnTo>
                    <a:pt x="38023" y="8543"/>
                  </a:lnTo>
                  <a:lnTo>
                    <a:pt x="39028" y="8565"/>
                  </a:lnTo>
                  <a:lnTo>
                    <a:pt x="42867" y="8559"/>
                  </a:lnTo>
                  <a:lnTo>
                    <a:pt x="43296" y="8559"/>
                  </a:lnTo>
                  <a:lnTo>
                    <a:pt x="45586" y="9519"/>
                  </a:lnTo>
                  <a:lnTo>
                    <a:pt x="46744" y="10004"/>
                  </a:lnTo>
                  <a:lnTo>
                    <a:pt x="47159" y="10178"/>
                  </a:lnTo>
                  <a:lnTo>
                    <a:pt x="47798" y="10500"/>
                  </a:lnTo>
                  <a:lnTo>
                    <a:pt x="48671" y="10941"/>
                  </a:lnTo>
                  <a:lnTo>
                    <a:pt x="50581" y="11432"/>
                  </a:lnTo>
                  <a:lnTo>
                    <a:pt x="50878" y="11352"/>
                  </a:lnTo>
                  <a:lnTo>
                    <a:pt x="53401" y="10674"/>
                  </a:lnTo>
                  <a:lnTo>
                    <a:pt x="57946" y="10727"/>
                  </a:lnTo>
                  <a:lnTo>
                    <a:pt x="62347" y="10502"/>
                  </a:lnTo>
                  <a:lnTo>
                    <a:pt x="62708" y="10484"/>
                  </a:lnTo>
                  <a:lnTo>
                    <a:pt x="67024" y="10264"/>
                  </a:lnTo>
                  <a:lnTo>
                    <a:pt x="68844" y="10172"/>
                  </a:lnTo>
                  <a:lnTo>
                    <a:pt x="70718" y="10076"/>
                  </a:lnTo>
                  <a:lnTo>
                    <a:pt x="72034" y="10009"/>
                  </a:lnTo>
                  <a:lnTo>
                    <a:pt x="71960" y="11955"/>
                  </a:lnTo>
                  <a:lnTo>
                    <a:pt x="74537" y="11676"/>
                  </a:lnTo>
                  <a:lnTo>
                    <a:pt x="75360" y="11587"/>
                  </a:lnTo>
                  <a:lnTo>
                    <a:pt x="76784" y="11374"/>
                  </a:lnTo>
                  <a:lnTo>
                    <a:pt x="78079" y="11180"/>
                  </a:lnTo>
                  <a:lnTo>
                    <a:pt x="79044" y="11136"/>
                  </a:lnTo>
                  <a:lnTo>
                    <a:pt x="80812" y="10662"/>
                  </a:lnTo>
                  <a:lnTo>
                    <a:pt x="81442" y="10493"/>
                  </a:lnTo>
                  <a:lnTo>
                    <a:pt x="81715" y="10466"/>
                  </a:lnTo>
                  <a:lnTo>
                    <a:pt x="82184" y="10420"/>
                  </a:lnTo>
                  <a:lnTo>
                    <a:pt x="83057" y="10333"/>
                  </a:lnTo>
                  <a:lnTo>
                    <a:pt x="83527" y="10286"/>
                  </a:lnTo>
                  <a:lnTo>
                    <a:pt x="84066" y="10233"/>
                  </a:lnTo>
                  <a:lnTo>
                    <a:pt x="84155" y="10378"/>
                  </a:lnTo>
                  <a:lnTo>
                    <a:pt x="84495" y="10931"/>
                  </a:lnTo>
                  <a:lnTo>
                    <a:pt x="84812" y="11446"/>
                  </a:lnTo>
                  <a:lnTo>
                    <a:pt x="85183" y="12048"/>
                  </a:lnTo>
                  <a:lnTo>
                    <a:pt x="85445" y="12474"/>
                  </a:lnTo>
                  <a:lnTo>
                    <a:pt x="85864" y="12392"/>
                  </a:lnTo>
                  <a:lnTo>
                    <a:pt x="87318" y="12106"/>
                  </a:lnTo>
                  <a:lnTo>
                    <a:pt x="88337" y="11906"/>
                  </a:lnTo>
                  <a:lnTo>
                    <a:pt x="88586" y="11857"/>
                  </a:lnTo>
                  <a:lnTo>
                    <a:pt x="89854" y="11608"/>
                  </a:lnTo>
                  <a:lnTo>
                    <a:pt x="95656" y="12162"/>
                  </a:lnTo>
                  <a:lnTo>
                    <a:pt x="95996" y="12132"/>
                  </a:lnTo>
                  <a:lnTo>
                    <a:pt x="96161" y="12064"/>
                  </a:lnTo>
                  <a:lnTo>
                    <a:pt x="96340" y="11989"/>
                  </a:lnTo>
                  <a:lnTo>
                    <a:pt x="96513" y="11918"/>
                  </a:lnTo>
                  <a:lnTo>
                    <a:pt x="96915" y="11751"/>
                  </a:lnTo>
                  <a:lnTo>
                    <a:pt x="99232" y="12027"/>
                  </a:lnTo>
                  <a:lnTo>
                    <a:pt x="103924" y="12589"/>
                  </a:lnTo>
                  <a:lnTo>
                    <a:pt x="103815" y="13626"/>
                  </a:lnTo>
                  <a:lnTo>
                    <a:pt x="105153" y="13848"/>
                  </a:lnTo>
                  <a:lnTo>
                    <a:pt x="111576" y="14915"/>
                  </a:lnTo>
                  <a:lnTo>
                    <a:pt x="112314" y="15037"/>
                  </a:lnTo>
                  <a:lnTo>
                    <a:pt x="112874" y="15237"/>
                  </a:lnTo>
                  <a:lnTo>
                    <a:pt x="113216" y="15359"/>
                  </a:lnTo>
                  <a:lnTo>
                    <a:pt x="113801" y="15567"/>
                  </a:lnTo>
                  <a:lnTo>
                    <a:pt x="114304" y="15691"/>
                  </a:lnTo>
                  <a:lnTo>
                    <a:pt x="114628" y="15394"/>
                  </a:lnTo>
                  <a:lnTo>
                    <a:pt x="115979" y="14155"/>
                  </a:lnTo>
                  <a:lnTo>
                    <a:pt x="116751" y="13446"/>
                  </a:lnTo>
                  <a:lnTo>
                    <a:pt x="120997" y="9551"/>
                  </a:lnTo>
                  <a:lnTo>
                    <a:pt x="121741" y="8868"/>
                  </a:lnTo>
                  <a:lnTo>
                    <a:pt x="122023" y="8609"/>
                  </a:lnTo>
                  <a:lnTo>
                    <a:pt x="128206" y="4646"/>
                  </a:lnTo>
                  <a:lnTo>
                    <a:pt x="128684" y="4551"/>
                  </a:lnTo>
                  <a:lnTo>
                    <a:pt x="129918" y="4305"/>
                  </a:lnTo>
                  <a:lnTo>
                    <a:pt x="130642" y="4161"/>
                  </a:lnTo>
                  <a:lnTo>
                    <a:pt x="139415" y="2413"/>
                  </a:lnTo>
                  <a:lnTo>
                    <a:pt x="140230" y="2272"/>
                  </a:lnTo>
                  <a:lnTo>
                    <a:pt x="149532" y="665"/>
                  </a:lnTo>
                  <a:lnTo>
                    <a:pt x="150196" y="550"/>
                  </a:lnTo>
                  <a:lnTo>
                    <a:pt x="150551" y="489"/>
                  </a:lnTo>
                  <a:lnTo>
                    <a:pt x="151644" y="300"/>
                  </a:lnTo>
                  <a:lnTo>
                    <a:pt x="152237" y="198"/>
                  </a:lnTo>
                  <a:lnTo>
                    <a:pt x="153385" y="0"/>
                  </a:lnTo>
                  <a:lnTo>
                    <a:pt x="153721" y="2220"/>
                  </a:lnTo>
                  <a:lnTo>
                    <a:pt x="154203" y="5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20310" y="4720184"/>
              <a:ext cx="154169" cy="117191"/>
            </a:xfrm>
            <a:custGeom>
              <a:avLst/>
              <a:pathLst>
                <a:path w="154169" h="117191">
                  <a:moveTo>
                    <a:pt x="53930" y="5250"/>
                  </a:moveTo>
                  <a:lnTo>
                    <a:pt x="56546" y="6303"/>
                  </a:lnTo>
                  <a:lnTo>
                    <a:pt x="57692" y="6765"/>
                  </a:lnTo>
                  <a:lnTo>
                    <a:pt x="58974" y="9785"/>
                  </a:lnTo>
                  <a:lnTo>
                    <a:pt x="59062" y="10098"/>
                  </a:lnTo>
                  <a:lnTo>
                    <a:pt x="59027" y="10510"/>
                  </a:lnTo>
                  <a:lnTo>
                    <a:pt x="58871" y="12329"/>
                  </a:lnTo>
                  <a:lnTo>
                    <a:pt x="58965" y="13098"/>
                  </a:lnTo>
                  <a:lnTo>
                    <a:pt x="59145" y="14560"/>
                  </a:lnTo>
                  <a:lnTo>
                    <a:pt x="59183" y="14867"/>
                  </a:lnTo>
                  <a:lnTo>
                    <a:pt x="59205" y="15050"/>
                  </a:lnTo>
                  <a:lnTo>
                    <a:pt x="59176" y="15251"/>
                  </a:lnTo>
                  <a:lnTo>
                    <a:pt x="58577" y="15468"/>
                  </a:lnTo>
                  <a:lnTo>
                    <a:pt x="57741" y="15769"/>
                  </a:lnTo>
                  <a:lnTo>
                    <a:pt x="57743" y="16438"/>
                  </a:lnTo>
                  <a:lnTo>
                    <a:pt x="57744" y="16733"/>
                  </a:lnTo>
                  <a:lnTo>
                    <a:pt x="57747" y="18091"/>
                  </a:lnTo>
                  <a:lnTo>
                    <a:pt x="57749" y="19214"/>
                  </a:lnTo>
                  <a:lnTo>
                    <a:pt x="57751" y="20070"/>
                  </a:lnTo>
                  <a:lnTo>
                    <a:pt x="57753" y="20963"/>
                  </a:lnTo>
                  <a:lnTo>
                    <a:pt x="57754" y="21155"/>
                  </a:lnTo>
                  <a:lnTo>
                    <a:pt x="57755" y="21717"/>
                  </a:lnTo>
                  <a:lnTo>
                    <a:pt x="53943" y="21764"/>
                  </a:lnTo>
                  <a:lnTo>
                    <a:pt x="53578" y="21769"/>
                  </a:lnTo>
                  <a:lnTo>
                    <a:pt x="53574" y="22052"/>
                  </a:lnTo>
                  <a:lnTo>
                    <a:pt x="53566" y="22582"/>
                  </a:lnTo>
                  <a:lnTo>
                    <a:pt x="53562" y="22861"/>
                  </a:lnTo>
                  <a:lnTo>
                    <a:pt x="53678" y="24784"/>
                  </a:lnTo>
                  <a:lnTo>
                    <a:pt x="53818" y="27102"/>
                  </a:lnTo>
                  <a:lnTo>
                    <a:pt x="54002" y="30156"/>
                  </a:lnTo>
                  <a:lnTo>
                    <a:pt x="59984" y="29793"/>
                  </a:lnTo>
                  <a:lnTo>
                    <a:pt x="62663" y="29630"/>
                  </a:lnTo>
                  <a:lnTo>
                    <a:pt x="78297" y="28184"/>
                  </a:lnTo>
                  <a:lnTo>
                    <a:pt x="78333" y="28626"/>
                  </a:lnTo>
                  <a:lnTo>
                    <a:pt x="78444" y="29955"/>
                  </a:lnTo>
                  <a:lnTo>
                    <a:pt x="78529" y="30985"/>
                  </a:lnTo>
                  <a:lnTo>
                    <a:pt x="78613" y="32002"/>
                  </a:lnTo>
                  <a:lnTo>
                    <a:pt x="79102" y="32769"/>
                  </a:lnTo>
                  <a:lnTo>
                    <a:pt x="79319" y="33457"/>
                  </a:lnTo>
                  <a:lnTo>
                    <a:pt x="79173" y="33814"/>
                  </a:lnTo>
                  <a:lnTo>
                    <a:pt x="79331" y="34062"/>
                  </a:lnTo>
                  <a:lnTo>
                    <a:pt x="79621" y="34264"/>
                  </a:lnTo>
                  <a:lnTo>
                    <a:pt x="81163" y="35337"/>
                  </a:lnTo>
                  <a:lnTo>
                    <a:pt x="83533" y="36332"/>
                  </a:lnTo>
                  <a:lnTo>
                    <a:pt x="88796" y="38541"/>
                  </a:lnTo>
                  <a:lnTo>
                    <a:pt x="90264" y="39157"/>
                  </a:lnTo>
                  <a:lnTo>
                    <a:pt x="90673" y="39329"/>
                  </a:lnTo>
                  <a:lnTo>
                    <a:pt x="91296" y="39590"/>
                  </a:lnTo>
                  <a:lnTo>
                    <a:pt x="97521" y="42203"/>
                  </a:lnTo>
                  <a:lnTo>
                    <a:pt x="97886" y="42356"/>
                  </a:lnTo>
                  <a:lnTo>
                    <a:pt x="100263" y="43353"/>
                  </a:lnTo>
                  <a:lnTo>
                    <a:pt x="104180" y="44997"/>
                  </a:lnTo>
                  <a:lnTo>
                    <a:pt x="111320" y="47994"/>
                  </a:lnTo>
                  <a:lnTo>
                    <a:pt x="111630" y="48124"/>
                  </a:lnTo>
                  <a:lnTo>
                    <a:pt x="112632" y="48544"/>
                  </a:lnTo>
                  <a:lnTo>
                    <a:pt x="113139" y="48757"/>
                  </a:lnTo>
                  <a:lnTo>
                    <a:pt x="113355" y="48243"/>
                  </a:lnTo>
                  <a:lnTo>
                    <a:pt x="113516" y="47858"/>
                  </a:lnTo>
                  <a:lnTo>
                    <a:pt x="113708" y="47402"/>
                  </a:lnTo>
                  <a:lnTo>
                    <a:pt x="114110" y="46443"/>
                  </a:lnTo>
                  <a:lnTo>
                    <a:pt x="114661" y="45130"/>
                  </a:lnTo>
                  <a:lnTo>
                    <a:pt x="115920" y="42130"/>
                  </a:lnTo>
                  <a:lnTo>
                    <a:pt x="116170" y="41534"/>
                  </a:lnTo>
                  <a:lnTo>
                    <a:pt x="116814" y="39998"/>
                  </a:lnTo>
                  <a:lnTo>
                    <a:pt x="117629" y="38057"/>
                  </a:lnTo>
                  <a:lnTo>
                    <a:pt x="117703" y="37881"/>
                  </a:lnTo>
                  <a:lnTo>
                    <a:pt x="118566" y="35825"/>
                  </a:lnTo>
                  <a:lnTo>
                    <a:pt x="119888" y="32674"/>
                  </a:lnTo>
                  <a:lnTo>
                    <a:pt x="120828" y="30433"/>
                  </a:lnTo>
                  <a:lnTo>
                    <a:pt x="121106" y="29771"/>
                  </a:lnTo>
                  <a:lnTo>
                    <a:pt x="121245" y="29440"/>
                  </a:lnTo>
                  <a:lnTo>
                    <a:pt x="122423" y="30343"/>
                  </a:lnTo>
                  <a:lnTo>
                    <a:pt x="124918" y="32257"/>
                  </a:lnTo>
                  <a:lnTo>
                    <a:pt x="126706" y="33628"/>
                  </a:lnTo>
                  <a:lnTo>
                    <a:pt x="129818" y="39295"/>
                  </a:lnTo>
                  <a:lnTo>
                    <a:pt x="131076" y="41587"/>
                  </a:lnTo>
                  <a:lnTo>
                    <a:pt x="131335" y="42057"/>
                  </a:lnTo>
                  <a:lnTo>
                    <a:pt x="136102" y="50741"/>
                  </a:lnTo>
                  <a:lnTo>
                    <a:pt x="136346" y="51184"/>
                  </a:lnTo>
                  <a:lnTo>
                    <a:pt x="138531" y="55163"/>
                  </a:lnTo>
                  <a:lnTo>
                    <a:pt x="140923" y="59520"/>
                  </a:lnTo>
                  <a:lnTo>
                    <a:pt x="145760" y="69170"/>
                  </a:lnTo>
                  <a:lnTo>
                    <a:pt x="146652" y="70951"/>
                  </a:lnTo>
                  <a:lnTo>
                    <a:pt x="146862" y="71370"/>
                  </a:lnTo>
                  <a:lnTo>
                    <a:pt x="147122" y="72009"/>
                  </a:lnTo>
                  <a:lnTo>
                    <a:pt x="147208" y="72219"/>
                  </a:lnTo>
                  <a:lnTo>
                    <a:pt x="147556" y="73074"/>
                  </a:lnTo>
                  <a:lnTo>
                    <a:pt x="147876" y="73858"/>
                  </a:lnTo>
                  <a:lnTo>
                    <a:pt x="150392" y="80034"/>
                  </a:lnTo>
                  <a:lnTo>
                    <a:pt x="150666" y="80707"/>
                  </a:lnTo>
                  <a:lnTo>
                    <a:pt x="150895" y="81269"/>
                  </a:lnTo>
                  <a:lnTo>
                    <a:pt x="152820" y="85995"/>
                  </a:lnTo>
                  <a:lnTo>
                    <a:pt x="153463" y="87573"/>
                  </a:lnTo>
                  <a:lnTo>
                    <a:pt x="154169" y="89306"/>
                  </a:lnTo>
                  <a:lnTo>
                    <a:pt x="153171" y="89737"/>
                  </a:lnTo>
                  <a:lnTo>
                    <a:pt x="151818" y="90322"/>
                  </a:lnTo>
                  <a:lnTo>
                    <a:pt x="148360" y="91818"/>
                  </a:lnTo>
                  <a:lnTo>
                    <a:pt x="145926" y="92870"/>
                  </a:lnTo>
                  <a:lnTo>
                    <a:pt x="145722" y="92958"/>
                  </a:lnTo>
                  <a:lnTo>
                    <a:pt x="144681" y="93408"/>
                  </a:lnTo>
                  <a:lnTo>
                    <a:pt x="142291" y="94441"/>
                  </a:lnTo>
                  <a:lnTo>
                    <a:pt x="141450" y="94805"/>
                  </a:lnTo>
                  <a:lnTo>
                    <a:pt x="140060" y="95406"/>
                  </a:lnTo>
                  <a:lnTo>
                    <a:pt x="134532" y="97796"/>
                  </a:lnTo>
                  <a:lnTo>
                    <a:pt x="131606" y="99068"/>
                  </a:lnTo>
                  <a:lnTo>
                    <a:pt x="131331" y="99223"/>
                  </a:lnTo>
                  <a:lnTo>
                    <a:pt x="128899" y="100596"/>
                  </a:lnTo>
                  <a:lnTo>
                    <a:pt x="128600" y="100765"/>
                  </a:lnTo>
                  <a:lnTo>
                    <a:pt x="125793" y="102894"/>
                  </a:lnTo>
                  <a:lnTo>
                    <a:pt x="125002" y="103493"/>
                  </a:lnTo>
                  <a:lnTo>
                    <a:pt x="124497" y="104084"/>
                  </a:lnTo>
                  <a:lnTo>
                    <a:pt x="124195" y="104185"/>
                  </a:lnTo>
                  <a:lnTo>
                    <a:pt x="123255" y="104503"/>
                  </a:lnTo>
                  <a:lnTo>
                    <a:pt x="123102" y="104467"/>
                  </a:lnTo>
                  <a:lnTo>
                    <a:pt x="119230" y="103555"/>
                  </a:lnTo>
                  <a:lnTo>
                    <a:pt x="118801" y="103454"/>
                  </a:lnTo>
                  <a:lnTo>
                    <a:pt x="113568" y="102222"/>
                  </a:lnTo>
                  <a:lnTo>
                    <a:pt x="113414" y="102186"/>
                  </a:lnTo>
                  <a:lnTo>
                    <a:pt x="113221" y="102862"/>
                  </a:lnTo>
                  <a:lnTo>
                    <a:pt x="112778" y="104420"/>
                  </a:lnTo>
                  <a:lnTo>
                    <a:pt x="112019" y="107091"/>
                  </a:lnTo>
                  <a:lnTo>
                    <a:pt x="110802" y="111372"/>
                  </a:lnTo>
                  <a:lnTo>
                    <a:pt x="110747" y="111567"/>
                  </a:lnTo>
                  <a:lnTo>
                    <a:pt x="110195" y="113509"/>
                  </a:lnTo>
                  <a:lnTo>
                    <a:pt x="109579" y="115673"/>
                  </a:lnTo>
                  <a:lnTo>
                    <a:pt x="100893" y="115769"/>
                  </a:lnTo>
                  <a:lnTo>
                    <a:pt x="94088" y="115844"/>
                  </a:lnTo>
                  <a:lnTo>
                    <a:pt x="92166" y="115865"/>
                  </a:lnTo>
                  <a:lnTo>
                    <a:pt x="91283" y="115875"/>
                  </a:lnTo>
                  <a:lnTo>
                    <a:pt x="90419" y="115884"/>
                  </a:lnTo>
                  <a:lnTo>
                    <a:pt x="87721" y="115914"/>
                  </a:lnTo>
                  <a:lnTo>
                    <a:pt x="87268" y="115919"/>
                  </a:lnTo>
                  <a:lnTo>
                    <a:pt x="81604" y="115981"/>
                  </a:lnTo>
                  <a:lnTo>
                    <a:pt x="80845" y="115990"/>
                  </a:lnTo>
                  <a:lnTo>
                    <a:pt x="80298" y="116004"/>
                  </a:lnTo>
                  <a:lnTo>
                    <a:pt x="73472" y="116177"/>
                  </a:lnTo>
                  <a:lnTo>
                    <a:pt x="72696" y="116197"/>
                  </a:lnTo>
                  <a:lnTo>
                    <a:pt x="69003" y="116291"/>
                  </a:lnTo>
                  <a:lnTo>
                    <a:pt x="68586" y="116311"/>
                  </a:lnTo>
                  <a:lnTo>
                    <a:pt x="68217" y="116330"/>
                  </a:lnTo>
                  <a:lnTo>
                    <a:pt x="67611" y="116360"/>
                  </a:lnTo>
                  <a:lnTo>
                    <a:pt x="66796" y="116400"/>
                  </a:lnTo>
                  <a:lnTo>
                    <a:pt x="58005" y="117179"/>
                  </a:lnTo>
                  <a:lnTo>
                    <a:pt x="57778" y="117191"/>
                  </a:lnTo>
                  <a:lnTo>
                    <a:pt x="57729" y="116460"/>
                  </a:lnTo>
                  <a:lnTo>
                    <a:pt x="57535" y="113536"/>
                  </a:lnTo>
                  <a:lnTo>
                    <a:pt x="57328" y="110409"/>
                  </a:lnTo>
                  <a:lnTo>
                    <a:pt x="57270" y="109537"/>
                  </a:lnTo>
                  <a:lnTo>
                    <a:pt x="57280" y="108707"/>
                  </a:lnTo>
                  <a:lnTo>
                    <a:pt x="57315" y="105934"/>
                  </a:lnTo>
                  <a:lnTo>
                    <a:pt x="57318" y="105714"/>
                  </a:lnTo>
                  <a:lnTo>
                    <a:pt x="56828" y="103991"/>
                  </a:lnTo>
                  <a:lnTo>
                    <a:pt x="55948" y="102755"/>
                  </a:lnTo>
                  <a:lnTo>
                    <a:pt x="51642" y="97550"/>
                  </a:lnTo>
                  <a:lnTo>
                    <a:pt x="51046" y="96830"/>
                  </a:lnTo>
                  <a:lnTo>
                    <a:pt x="50664" y="96368"/>
                  </a:lnTo>
                  <a:lnTo>
                    <a:pt x="50215" y="95942"/>
                  </a:lnTo>
                  <a:lnTo>
                    <a:pt x="49827" y="96257"/>
                  </a:lnTo>
                  <a:lnTo>
                    <a:pt x="49084" y="96862"/>
                  </a:lnTo>
                  <a:lnTo>
                    <a:pt x="48210" y="97573"/>
                  </a:lnTo>
                  <a:lnTo>
                    <a:pt x="48080" y="97452"/>
                  </a:lnTo>
                  <a:lnTo>
                    <a:pt x="45960" y="95600"/>
                  </a:lnTo>
                  <a:lnTo>
                    <a:pt x="45385" y="95162"/>
                  </a:lnTo>
                  <a:lnTo>
                    <a:pt x="44524" y="94614"/>
                  </a:lnTo>
                  <a:lnTo>
                    <a:pt x="43940" y="94341"/>
                  </a:lnTo>
                  <a:lnTo>
                    <a:pt x="43683" y="94317"/>
                  </a:lnTo>
                  <a:lnTo>
                    <a:pt x="43283" y="94279"/>
                  </a:lnTo>
                  <a:lnTo>
                    <a:pt x="42484" y="94252"/>
                  </a:lnTo>
                  <a:lnTo>
                    <a:pt x="41938" y="94342"/>
                  </a:lnTo>
                  <a:lnTo>
                    <a:pt x="40986" y="94508"/>
                  </a:lnTo>
                  <a:lnTo>
                    <a:pt x="39375" y="94953"/>
                  </a:lnTo>
                  <a:lnTo>
                    <a:pt x="38371" y="95701"/>
                  </a:lnTo>
                  <a:lnTo>
                    <a:pt x="38173" y="95848"/>
                  </a:lnTo>
                  <a:lnTo>
                    <a:pt x="37874" y="96358"/>
                  </a:lnTo>
                  <a:lnTo>
                    <a:pt x="39176" y="97877"/>
                  </a:lnTo>
                  <a:lnTo>
                    <a:pt x="39943" y="98772"/>
                  </a:lnTo>
                  <a:lnTo>
                    <a:pt x="40428" y="99356"/>
                  </a:lnTo>
                  <a:lnTo>
                    <a:pt x="41079" y="100494"/>
                  </a:lnTo>
                  <a:lnTo>
                    <a:pt x="40733" y="101116"/>
                  </a:lnTo>
                  <a:lnTo>
                    <a:pt x="38756" y="102421"/>
                  </a:lnTo>
                  <a:lnTo>
                    <a:pt x="39491" y="103858"/>
                  </a:lnTo>
                  <a:lnTo>
                    <a:pt x="39307" y="104030"/>
                  </a:lnTo>
                  <a:lnTo>
                    <a:pt x="39677" y="104889"/>
                  </a:lnTo>
                  <a:lnTo>
                    <a:pt x="39549" y="105981"/>
                  </a:lnTo>
                  <a:lnTo>
                    <a:pt x="38936" y="106207"/>
                  </a:lnTo>
                  <a:lnTo>
                    <a:pt x="37467" y="106749"/>
                  </a:lnTo>
                  <a:lnTo>
                    <a:pt x="21522" y="99066"/>
                  </a:lnTo>
                  <a:lnTo>
                    <a:pt x="24527" y="93426"/>
                  </a:lnTo>
                  <a:lnTo>
                    <a:pt x="24702" y="93099"/>
                  </a:lnTo>
                  <a:lnTo>
                    <a:pt x="18569" y="88694"/>
                  </a:lnTo>
                  <a:lnTo>
                    <a:pt x="18653" y="88529"/>
                  </a:lnTo>
                  <a:lnTo>
                    <a:pt x="18744" y="88352"/>
                  </a:lnTo>
                  <a:lnTo>
                    <a:pt x="22848" y="83498"/>
                  </a:lnTo>
                  <a:lnTo>
                    <a:pt x="20720" y="75225"/>
                  </a:lnTo>
                  <a:lnTo>
                    <a:pt x="9777" y="67497"/>
                  </a:lnTo>
                  <a:lnTo>
                    <a:pt x="7004" y="60428"/>
                  </a:lnTo>
                  <a:lnTo>
                    <a:pt x="1967" y="63127"/>
                  </a:lnTo>
                  <a:lnTo>
                    <a:pt x="316" y="59651"/>
                  </a:lnTo>
                  <a:lnTo>
                    <a:pt x="1465" y="58717"/>
                  </a:lnTo>
                  <a:lnTo>
                    <a:pt x="2178" y="58137"/>
                  </a:lnTo>
                  <a:lnTo>
                    <a:pt x="0" y="53198"/>
                  </a:lnTo>
                  <a:lnTo>
                    <a:pt x="3090" y="51146"/>
                  </a:lnTo>
                  <a:lnTo>
                    <a:pt x="1988" y="49088"/>
                  </a:lnTo>
                  <a:lnTo>
                    <a:pt x="15553" y="39922"/>
                  </a:lnTo>
                  <a:lnTo>
                    <a:pt x="17225" y="42718"/>
                  </a:lnTo>
                  <a:lnTo>
                    <a:pt x="18858" y="40077"/>
                  </a:lnTo>
                  <a:lnTo>
                    <a:pt x="28319" y="34640"/>
                  </a:lnTo>
                  <a:lnTo>
                    <a:pt x="28395" y="31921"/>
                  </a:lnTo>
                  <a:lnTo>
                    <a:pt x="20036" y="32154"/>
                  </a:lnTo>
                  <a:lnTo>
                    <a:pt x="20986" y="27649"/>
                  </a:lnTo>
                  <a:lnTo>
                    <a:pt x="30143" y="27455"/>
                  </a:lnTo>
                  <a:lnTo>
                    <a:pt x="30295" y="23571"/>
                  </a:lnTo>
                  <a:lnTo>
                    <a:pt x="24824" y="21901"/>
                  </a:lnTo>
                  <a:lnTo>
                    <a:pt x="25432" y="17629"/>
                  </a:lnTo>
                  <a:lnTo>
                    <a:pt x="32727" y="18212"/>
                  </a:lnTo>
                  <a:lnTo>
                    <a:pt x="32727" y="15338"/>
                  </a:lnTo>
                  <a:lnTo>
                    <a:pt x="18212" y="17785"/>
                  </a:lnTo>
                  <a:lnTo>
                    <a:pt x="18347" y="12740"/>
                  </a:lnTo>
                  <a:lnTo>
                    <a:pt x="19557" y="11932"/>
                  </a:lnTo>
                  <a:lnTo>
                    <a:pt x="20773" y="11119"/>
                  </a:lnTo>
                  <a:lnTo>
                    <a:pt x="22112" y="10224"/>
                  </a:lnTo>
                  <a:lnTo>
                    <a:pt x="22998" y="9632"/>
                  </a:lnTo>
                  <a:lnTo>
                    <a:pt x="26364" y="8560"/>
                  </a:lnTo>
                  <a:lnTo>
                    <a:pt x="27479" y="8206"/>
                  </a:lnTo>
                  <a:lnTo>
                    <a:pt x="27786" y="8108"/>
                  </a:lnTo>
                  <a:lnTo>
                    <a:pt x="27986" y="8023"/>
                  </a:lnTo>
                  <a:lnTo>
                    <a:pt x="28528" y="7791"/>
                  </a:lnTo>
                  <a:lnTo>
                    <a:pt x="31394" y="6567"/>
                  </a:lnTo>
                  <a:lnTo>
                    <a:pt x="32600" y="6052"/>
                  </a:lnTo>
                  <a:lnTo>
                    <a:pt x="32857" y="3442"/>
                  </a:lnTo>
                  <a:lnTo>
                    <a:pt x="33173" y="3562"/>
                  </a:lnTo>
                  <a:lnTo>
                    <a:pt x="33364" y="3573"/>
                  </a:lnTo>
                  <a:lnTo>
                    <a:pt x="36637" y="3764"/>
                  </a:lnTo>
                  <a:lnTo>
                    <a:pt x="38271" y="3803"/>
                  </a:lnTo>
                  <a:lnTo>
                    <a:pt x="40005" y="4219"/>
                  </a:lnTo>
                  <a:lnTo>
                    <a:pt x="41528" y="4585"/>
                  </a:lnTo>
                  <a:lnTo>
                    <a:pt x="42034" y="4719"/>
                  </a:lnTo>
                  <a:lnTo>
                    <a:pt x="42878" y="4943"/>
                  </a:lnTo>
                  <a:lnTo>
                    <a:pt x="43304" y="5056"/>
                  </a:lnTo>
                  <a:lnTo>
                    <a:pt x="43739" y="5171"/>
                  </a:lnTo>
                  <a:lnTo>
                    <a:pt x="43932" y="5222"/>
                  </a:lnTo>
                  <a:lnTo>
                    <a:pt x="44302" y="5320"/>
                  </a:lnTo>
                  <a:lnTo>
                    <a:pt x="45114" y="5535"/>
                  </a:lnTo>
                  <a:lnTo>
                    <a:pt x="45616" y="2698"/>
                  </a:lnTo>
                  <a:lnTo>
                    <a:pt x="45748" y="1955"/>
                  </a:lnTo>
                  <a:lnTo>
                    <a:pt x="46061" y="189"/>
                  </a:lnTo>
                  <a:lnTo>
                    <a:pt x="46091" y="19"/>
                  </a:lnTo>
                  <a:lnTo>
                    <a:pt x="46436" y="0"/>
                  </a:lnTo>
                  <a:lnTo>
                    <a:pt x="47181" y="159"/>
                  </a:lnTo>
                  <a:lnTo>
                    <a:pt x="47345" y="195"/>
                  </a:lnTo>
                  <a:lnTo>
                    <a:pt x="47651" y="260"/>
                  </a:lnTo>
                  <a:lnTo>
                    <a:pt x="47792" y="291"/>
                  </a:lnTo>
                  <a:lnTo>
                    <a:pt x="48713" y="488"/>
                  </a:lnTo>
                  <a:lnTo>
                    <a:pt x="51972" y="1188"/>
                  </a:lnTo>
                  <a:lnTo>
                    <a:pt x="52440" y="1288"/>
                  </a:lnTo>
                  <a:lnTo>
                    <a:pt x="52706" y="1412"/>
                  </a:lnTo>
                  <a:lnTo>
                    <a:pt x="55193" y="2569"/>
                  </a:lnTo>
                  <a:lnTo>
                    <a:pt x="55127" y="2697"/>
                  </a:lnTo>
                  <a:lnTo>
                    <a:pt x="54642" y="3633"/>
                  </a:lnTo>
                  <a:lnTo>
                    <a:pt x="54238" y="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130238" y="4681995"/>
              <a:ext cx="219052" cy="86917"/>
            </a:xfrm>
            <a:custGeom>
              <a:avLst/>
              <a:pathLst>
                <a:path w="219052" h="86917">
                  <a:moveTo>
                    <a:pt x="173195" y="13461"/>
                  </a:moveTo>
                  <a:lnTo>
                    <a:pt x="175438" y="14720"/>
                  </a:lnTo>
                  <a:lnTo>
                    <a:pt x="192421" y="13964"/>
                  </a:lnTo>
                  <a:lnTo>
                    <a:pt x="202576" y="13341"/>
                  </a:lnTo>
                  <a:lnTo>
                    <a:pt x="215426" y="12558"/>
                  </a:lnTo>
                  <a:lnTo>
                    <a:pt x="215761" y="19416"/>
                  </a:lnTo>
                  <a:lnTo>
                    <a:pt x="215789" y="19975"/>
                  </a:lnTo>
                  <a:lnTo>
                    <a:pt x="215932" y="22538"/>
                  </a:lnTo>
                  <a:lnTo>
                    <a:pt x="216627" y="35011"/>
                  </a:lnTo>
                  <a:lnTo>
                    <a:pt x="216940" y="38861"/>
                  </a:lnTo>
                  <a:lnTo>
                    <a:pt x="216957" y="39079"/>
                  </a:lnTo>
                  <a:lnTo>
                    <a:pt x="217089" y="40701"/>
                  </a:lnTo>
                  <a:lnTo>
                    <a:pt x="217621" y="47254"/>
                  </a:lnTo>
                  <a:lnTo>
                    <a:pt x="217692" y="48128"/>
                  </a:lnTo>
                  <a:lnTo>
                    <a:pt x="218813" y="48169"/>
                  </a:lnTo>
                  <a:lnTo>
                    <a:pt x="219052" y="48181"/>
                  </a:lnTo>
                  <a:lnTo>
                    <a:pt x="218862" y="48658"/>
                  </a:lnTo>
                  <a:lnTo>
                    <a:pt x="218423" y="49761"/>
                  </a:lnTo>
                  <a:lnTo>
                    <a:pt x="217668" y="51660"/>
                  </a:lnTo>
                  <a:lnTo>
                    <a:pt x="216162" y="55448"/>
                  </a:lnTo>
                  <a:lnTo>
                    <a:pt x="215839" y="56259"/>
                  </a:lnTo>
                  <a:lnTo>
                    <a:pt x="215154" y="57981"/>
                  </a:lnTo>
                  <a:lnTo>
                    <a:pt x="214473" y="59694"/>
                  </a:lnTo>
                  <a:lnTo>
                    <a:pt x="214302" y="60125"/>
                  </a:lnTo>
                  <a:lnTo>
                    <a:pt x="214239" y="60283"/>
                  </a:lnTo>
                  <a:lnTo>
                    <a:pt x="213989" y="60912"/>
                  </a:lnTo>
                  <a:lnTo>
                    <a:pt x="213913" y="61103"/>
                  </a:lnTo>
                  <a:lnTo>
                    <a:pt x="211259" y="67769"/>
                  </a:lnTo>
                  <a:lnTo>
                    <a:pt x="211179" y="67960"/>
                  </a:lnTo>
                  <a:lnTo>
                    <a:pt x="210901" y="68622"/>
                  </a:lnTo>
                  <a:lnTo>
                    <a:pt x="209961" y="70863"/>
                  </a:lnTo>
                  <a:lnTo>
                    <a:pt x="208638" y="74014"/>
                  </a:lnTo>
                  <a:lnTo>
                    <a:pt x="207775" y="76070"/>
                  </a:lnTo>
                  <a:lnTo>
                    <a:pt x="207701" y="76246"/>
                  </a:lnTo>
                  <a:lnTo>
                    <a:pt x="206887" y="78187"/>
                  </a:lnTo>
                  <a:lnTo>
                    <a:pt x="206242" y="79723"/>
                  </a:lnTo>
                  <a:lnTo>
                    <a:pt x="205993" y="80319"/>
                  </a:lnTo>
                  <a:lnTo>
                    <a:pt x="204734" y="83319"/>
                  </a:lnTo>
                  <a:lnTo>
                    <a:pt x="204183" y="84632"/>
                  </a:lnTo>
                  <a:lnTo>
                    <a:pt x="203780" y="85591"/>
                  </a:lnTo>
                  <a:lnTo>
                    <a:pt x="203589" y="86047"/>
                  </a:lnTo>
                  <a:lnTo>
                    <a:pt x="203427" y="86432"/>
                  </a:lnTo>
                  <a:lnTo>
                    <a:pt x="203142" y="86917"/>
                  </a:lnTo>
                  <a:lnTo>
                    <a:pt x="202705" y="86733"/>
                  </a:lnTo>
                  <a:lnTo>
                    <a:pt x="201703" y="86313"/>
                  </a:lnTo>
                  <a:lnTo>
                    <a:pt x="201313" y="86150"/>
                  </a:lnTo>
                  <a:lnTo>
                    <a:pt x="194252" y="83186"/>
                  </a:lnTo>
                  <a:lnTo>
                    <a:pt x="190335" y="81542"/>
                  </a:lnTo>
                  <a:lnTo>
                    <a:pt x="187958" y="80545"/>
                  </a:lnTo>
                  <a:lnTo>
                    <a:pt x="187545" y="80371"/>
                  </a:lnTo>
                  <a:lnTo>
                    <a:pt x="181368" y="77779"/>
                  </a:lnTo>
                  <a:lnTo>
                    <a:pt x="180746" y="77518"/>
                  </a:lnTo>
                  <a:lnTo>
                    <a:pt x="180337" y="77346"/>
                  </a:lnTo>
                  <a:lnTo>
                    <a:pt x="178869" y="76730"/>
                  </a:lnTo>
                  <a:lnTo>
                    <a:pt x="173605" y="74521"/>
                  </a:lnTo>
                  <a:lnTo>
                    <a:pt x="171236" y="73526"/>
                  </a:lnTo>
                  <a:lnTo>
                    <a:pt x="169694" y="72453"/>
                  </a:lnTo>
                  <a:lnTo>
                    <a:pt x="169404" y="72251"/>
                  </a:lnTo>
                  <a:lnTo>
                    <a:pt x="169246" y="72003"/>
                  </a:lnTo>
                  <a:lnTo>
                    <a:pt x="169427" y="71558"/>
                  </a:lnTo>
                  <a:lnTo>
                    <a:pt x="169174" y="70958"/>
                  </a:lnTo>
                  <a:lnTo>
                    <a:pt x="168686" y="70191"/>
                  </a:lnTo>
                  <a:lnTo>
                    <a:pt x="168602" y="69174"/>
                  </a:lnTo>
                  <a:lnTo>
                    <a:pt x="168516" y="68144"/>
                  </a:lnTo>
                  <a:lnTo>
                    <a:pt x="168406" y="66815"/>
                  </a:lnTo>
                  <a:lnTo>
                    <a:pt x="168369" y="66373"/>
                  </a:lnTo>
                  <a:lnTo>
                    <a:pt x="152736" y="67819"/>
                  </a:lnTo>
                  <a:lnTo>
                    <a:pt x="150056" y="67982"/>
                  </a:lnTo>
                  <a:lnTo>
                    <a:pt x="144075" y="68345"/>
                  </a:lnTo>
                  <a:lnTo>
                    <a:pt x="143891" y="65291"/>
                  </a:lnTo>
                  <a:lnTo>
                    <a:pt x="143751" y="62973"/>
                  </a:lnTo>
                  <a:lnTo>
                    <a:pt x="143635" y="61050"/>
                  </a:lnTo>
                  <a:lnTo>
                    <a:pt x="143639" y="60771"/>
                  </a:lnTo>
                  <a:lnTo>
                    <a:pt x="143647" y="60241"/>
                  </a:lnTo>
                  <a:lnTo>
                    <a:pt x="143658" y="59958"/>
                  </a:lnTo>
                  <a:lnTo>
                    <a:pt x="144016" y="59953"/>
                  </a:lnTo>
                  <a:lnTo>
                    <a:pt x="147827" y="59906"/>
                  </a:lnTo>
                  <a:lnTo>
                    <a:pt x="147826" y="59344"/>
                  </a:lnTo>
                  <a:lnTo>
                    <a:pt x="147826" y="59152"/>
                  </a:lnTo>
                  <a:lnTo>
                    <a:pt x="147824" y="58259"/>
                  </a:lnTo>
                  <a:lnTo>
                    <a:pt x="147822" y="57403"/>
                  </a:lnTo>
                  <a:lnTo>
                    <a:pt x="147819" y="56280"/>
                  </a:lnTo>
                  <a:lnTo>
                    <a:pt x="147816" y="54922"/>
                  </a:lnTo>
                  <a:lnTo>
                    <a:pt x="147815" y="54581"/>
                  </a:lnTo>
                  <a:lnTo>
                    <a:pt x="147814" y="53958"/>
                  </a:lnTo>
                  <a:lnTo>
                    <a:pt x="148649" y="53657"/>
                  </a:lnTo>
                  <a:lnTo>
                    <a:pt x="149300" y="53422"/>
                  </a:lnTo>
                  <a:lnTo>
                    <a:pt x="149278" y="53239"/>
                  </a:lnTo>
                  <a:lnTo>
                    <a:pt x="149255" y="53056"/>
                  </a:lnTo>
                  <a:lnTo>
                    <a:pt x="149218" y="52749"/>
                  </a:lnTo>
                  <a:lnTo>
                    <a:pt x="149038" y="51287"/>
                  </a:lnTo>
                  <a:lnTo>
                    <a:pt x="148946" y="50485"/>
                  </a:lnTo>
                  <a:lnTo>
                    <a:pt x="149099" y="48699"/>
                  </a:lnTo>
                  <a:lnTo>
                    <a:pt x="149142" y="48200"/>
                  </a:lnTo>
                  <a:lnTo>
                    <a:pt x="149046" y="47974"/>
                  </a:lnTo>
                  <a:lnTo>
                    <a:pt x="147765" y="44954"/>
                  </a:lnTo>
                  <a:lnTo>
                    <a:pt x="146618" y="44492"/>
                  </a:lnTo>
                  <a:lnTo>
                    <a:pt x="143900" y="43398"/>
                  </a:lnTo>
                  <a:lnTo>
                    <a:pt x="144311" y="42604"/>
                  </a:lnTo>
                  <a:lnTo>
                    <a:pt x="144715" y="41822"/>
                  </a:lnTo>
                  <a:lnTo>
                    <a:pt x="145199" y="40886"/>
                  </a:lnTo>
                  <a:lnTo>
                    <a:pt x="145236" y="40745"/>
                  </a:lnTo>
                  <a:lnTo>
                    <a:pt x="142779" y="39601"/>
                  </a:lnTo>
                  <a:lnTo>
                    <a:pt x="142512" y="39477"/>
                  </a:lnTo>
                  <a:lnTo>
                    <a:pt x="142045" y="39377"/>
                  </a:lnTo>
                  <a:lnTo>
                    <a:pt x="138786" y="38677"/>
                  </a:lnTo>
                  <a:lnTo>
                    <a:pt x="137865" y="38480"/>
                  </a:lnTo>
                  <a:lnTo>
                    <a:pt x="137724" y="38449"/>
                  </a:lnTo>
                  <a:lnTo>
                    <a:pt x="137417" y="38384"/>
                  </a:lnTo>
                  <a:lnTo>
                    <a:pt x="137253" y="38348"/>
                  </a:lnTo>
                  <a:lnTo>
                    <a:pt x="136509" y="38189"/>
                  </a:lnTo>
                  <a:lnTo>
                    <a:pt x="136164" y="38208"/>
                  </a:lnTo>
                  <a:lnTo>
                    <a:pt x="136114" y="38489"/>
                  </a:lnTo>
                  <a:lnTo>
                    <a:pt x="135821" y="40144"/>
                  </a:lnTo>
                  <a:lnTo>
                    <a:pt x="135689" y="40887"/>
                  </a:lnTo>
                  <a:lnTo>
                    <a:pt x="135186" y="43724"/>
                  </a:lnTo>
                  <a:lnTo>
                    <a:pt x="134375" y="43509"/>
                  </a:lnTo>
                  <a:lnTo>
                    <a:pt x="134004" y="43411"/>
                  </a:lnTo>
                  <a:lnTo>
                    <a:pt x="133811" y="43360"/>
                  </a:lnTo>
                  <a:lnTo>
                    <a:pt x="133377" y="43245"/>
                  </a:lnTo>
                  <a:lnTo>
                    <a:pt x="132951" y="43132"/>
                  </a:lnTo>
                  <a:lnTo>
                    <a:pt x="132106" y="42908"/>
                  </a:lnTo>
                  <a:lnTo>
                    <a:pt x="131601" y="42774"/>
                  </a:lnTo>
                  <a:lnTo>
                    <a:pt x="130077" y="42408"/>
                  </a:lnTo>
                  <a:lnTo>
                    <a:pt x="128343" y="41992"/>
                  </a:lnTo>
                  <a:lnTo>
                    <a:pt x="126710" y="41953"/>
                  </a:lnTo>
                  <a:lnTo>
                    <a:pt x="123437" y="41762"/>
                  </a:lnTo>
                  <a:lnTo>
                    <a:pt x="123214" y="41749"/>
                  </a:lnTo>
                  <a:lnTo>
                    <a:pt x="122930" y="41631"/>
                  </a:lnTo>
                  <a:lnTo>
                    <a:pt x="122673" y="44241"/>
                  </a:lnTo>
                  <a:lnTo>
                    <a:pt x="121258" y="44845"/>
                  </a:lnTo>
                  <a:lnTo>
                    <a:pt x="118412" y="46061"/>
                  </a:lnTo>
                  <a:lnTo>
                    <a:pt x="118060" y="46233"/>
                  </a:lnTo>
                  <a:lnTo>
                    <a:pt x="117858" y="46297"/>
                  </a:lnTo>
                  <a:lnTo>
                    <a:pt x="117551" y="46395"/>
                  </a:lnTo>
                  <a:lnTo>
                    <a:pt x="116436" y="46749"/>
                  </a:lnTo>
                  <a:lnTo>
                    <a:pt x="113070" y="47821"/>
                  </a:lnTo>
                  <a:lnTo>
                    <a:pt x="112184" y="48413"/>
                  </a:lnTo>
                  <a:lnTo>
                    <a:pt x="110845" y="49308"/>
                  </a:lnTo>
                  <a:lnTo>
                    <a:pt x="109619" y="50128"/>
                  </a:lnTo>
                  <a:lnTo>
                    <a:pt x="108420" y="50929"/>
                  </a:lnTo>
                  <a:lnTo>
                    <a:pt x="106488" y="52221"/>
                  </a:lnTo>
                  <a:lnTo>
                    <a:pt x="106289" y="52354"/>
                  </a:lnTo>
                  <a:lnTo>
                    <a:pt x="106011" y="52540"/>
                  </a:lnTo>
                  <a:lnTo>
                    <a:pt x="105033" y="53193"/>
                  </a:lnTo>
                  <a:lnTo>
                    <a:pt x="104728" y="53397"/>
                  </a:lnTo>
                  <a:lnTo>
                    <a:pt x="104476" y="53399"/>
                  </a:lnTo>
                  <a:lnTo>
                    <a:pt x="103443" y="53407"/>
                  </a:lnTo>
                  <a:lnTo>
                    <a:pt x="101544" y="51624"/>
                  </a:lnTo>
                  <a:lnTo>
                    <a:pt x="95370" y="47837"/>
                  </a:lnTo>
                  <a:lnTo>
                    <a:pt x="92710" y="51915"/>
                  </a:lnTo>
                  <a:lnTo>
                    <a:pt x="82071" y="47546"/>
                  </a:lnTo>
                  <a:lnTo>
                    <a:pt x="48064" y="52303"/>
                  </a:lnTo>
                  <a:lnTo>
                    <a:pt x="44740" y="42594"/>
                  </a:lnTo>
                  <a:lnTo>
                    <a:pt x="51389" y="41623"/>
                  </a:lnTo>
                  <a:lnTo>
                    <a:pt x="51104" y="37448"/>
                  </a:lnTo>
                  <a:lnTo>
                    <a:pt x="43410" y="37933"/>
                  </a:lnTo>
                  <a:lnTo>
                    <a:pt x="21182" y="31331"/>
                  </a:lnTo>
                  <a:lnTo>
                    <a:pt x="22227" y="25505"/>
                  </a:lnTo>
                  <a:lnTo>
                    <a:pt x="0" y="18612"/>
                  </a:lnTo>
                  <a:lnTo>
                    <a:pt x="4195" y="7931"/>
                  </a:lnTo>
                  <a:lnTo>
                    <a:pt x="20897" y="11233"/>
                  </a:lnTo>
                  <a:lnTo>
                    <a:pt x="23462" y="15893"/>
                  </a:lnTo>
                  <a:lnTo>
                    <a:pt x="39135" y="16573"/>
                  </a:lnTo>
                  <a:lnTo>
                    <a:pt x="41510" y="21622"/>
                  </a:lnTo>
                  <a:lnTo>
                    <a:pt x="48349" y="23758"/>
                  </a:lnTo>
                  <a:lnTo>
                    <a:pt x="49679" y="22884"/>
                  </a:lnTo>
                  <a:lnTo>
                    <a:pt x="48634" y="20457"/>
                  </a:lnTo>
                  <a:lnTo>
                    <a:pt x="79601" y="11136"/>
                  </a:lnTo>
                  <a:lnTo>
                    <a:pt x="80741" y="12786"/>
                  </a:lnTo>
                  <a:lnTo>
                    <a:pt x="86820" y="10456"/>
                  </a:lnTo>
                  <a:lnTo>
                    <a:pt x="87139" y="8171"/>
                  </a:lnTo>
                  <a:lnTo>
                    <a:pt x="87279" y="8140"/>
                  </a:lnTo>
                  <a:lnTo>
                    <a:pt x="87560" y="8077"/>
                  </a:lnTo>
                  <a:lnTo>
                    <a:pt x="87937" y="7992"/>
                  </a:lnTo>
                  <a:lnTo>
                    <a:pt x="88170" y="8066"/>
                  </a:lnTo>
                  <a:lnTo>
                    <a:pt x="88662" y="8223"/>
                  </a:lnTo>
                  <a:lnTo>
                    <a:pt x="90192" y="8711"/>
                  </a:lnTo>
                  <a:lnTo>
                    <a:pt x="90828" y="8914"/>
                  </a:lnTo>
                  <a:lnTo>
                    <a:pt x="91147" y="9015"/>
                  </a:lnTo>
                  <a:lnTo>
                    <a:pt x="92076" y="9590"/>
                  </a:lnTo>
                  <a:lnTo>
                    <a:pt x="92642" y="10075"/>
                  </a:lnTo>
                  <a:lnTo>
                    <a:pt x="94233" y="11457"/>
                  </a:lnTo>
                  <a:lnTo>
                    <a:pt x="95164" y="12435"/>
                  </a:lnTo>
                  <a:lnTo>
                    <a:pt x="95440" y="12725"/>
                  </a:lnTo>
                  <a:lnTo>
                    <a:pt x="95771" y="13072"/>
                  </a:lnTo>
                  <a:lnTo>
                    <a:pt x="96583" y="13925"/>
                  </a:lnTo>
                  <a:lnTo>
                    <a:pt x="97065" y="13524"/>
                  </a:lnTo>
                  <a:lnTo>
                    <a:pt x="98029" y="12725"/>
                  </a:lnTo>
                  <a:lnTo>
                    <a:pt x="98267" y="12527"/>
                  </a:lnTo>
                  <a:lnTo>
                    <a:pt x="98425" y="12397"/>
                  </a:lnTo>
                  <a:lnTo>
                    <a:pt x="98670" y="12759"/>
                  </a:lnTo>
                  <a:lnTo>
                    <a:pt x="99636" y="14184"/>
                  </a:lnTo>
                  <a:lnTo>
                    <a:pt x="100148" y="14939"/>
                  </a:lnTo>
                  <a:lnTo>
                    <a:pt x="100538" y="15515"/>
                  </a:lnTo>
                  <a:lnTo>
                    <a:pt x="100860" y="15463"/>
                  </a:lnTo>
                  <a:lnTo>
                    <a:pt x="102090" y="15264"/>
                  </a:lnTo>
                  <a:lnTo>
                    <a:pt x="104591" y="14860"/>
                  </a:lnTo>
                  <a:lnTo>
                    <a:pt x="105107" y="14776"/>
                  </a:lnTo>
                  <a:lnTo>
                    <a:pt x="107618" y="14370"/>
                  </a:lnTo>
                  <a:lnTo>
                    <a:pt x="108152" y="14284"/>
                  </a:lnTo>
                  <a:lnTo>
                    <a:pt x="109382" y="14085"/>
                  </a:lnTo>
                  <a:lnTo>
                    <a:pt x="112889" y="13518"/>
                  </a:lnTo>
                  <a:lnTo>
                    <a:pt x="113417" y="13433"/>
                  </a:lnTo>
                  <a:lnTo>
                    <a:pt x="114793" y="13211"/>
                  </a:lnTo>
                  <a:lnTo>
                    <a:pt x="117133" y="12493"/>
                  </a:lnTo>
                  <a:lnTo>
                    <a:pt x="119755" y="11688"/>
                  </a:lnTo>
                  <a:lnTo>
                    <a:pt x="120244" y="11538"/>
                  </a:lnTo>
                  <a:lnTo>
                    <a:pt x="120597" y="11430"/>
                  </a:lnTo>
                  <a:lnTo>
                    <a:pt x="120873" y="11133"/>
                  </a:lnTo>
                  <a:lnTo>
                    <a:pt x="121152" y="10833"/>
                  </a:lnTo>
                  <a:lnTo>
                    <a:pt x="121430" y="10534"/>
                  </a:lnTo>
                  <a:lnTo>
                    <a:pt x="122492" y="9392"/>
                  </a:lnTo>
                  <a:lnTo>
                    <a:pt x="122681" y="9189"/>
                  </a:lnTo>
                  <a:lnTo>
                    <a:pt x="124066" y="7700"/>
                  </a:lnTo>
                  <a:lnTo>
                    <a:pt x="124970" y="6728"/>
                  </a:lnTo>
                  <a:lnTo>
                    <a:pt x="126082" y="5532"/>
                  </a:lnTo>
                  <a:lnTo>
                    <a:pt x="126594" y="5432"/>
                  </a:lnTo>
                  <a:lnTo>
                    <a:pt x="133529" y="4959"/>
                  </a:lnTo>
                  <a:lnTo>
                    <a:pt x="141469" y="4418"/>
                  </a:lnTo>
                  <a:lnTo>
                    <a:pt x="141625" y="4408"/>
                  </a:lnTo>
                  <a:lnTo>
                    <a:pt x="141242" y="318"/>
                  </a:lnTo>
                  <a:lnTo>
                    <a:pt x="148393" y="0"/>
                  </a:lnTo>
                  <a:lnTo>
                    <a:pt x="149913" y="388"/>
                  </a:lnTo>
                  <a:lnTo>
                    <a:pt x="153578" y="2446"/>
                  </a:lnTo>
                  <a:lnTo>
                    <a:pt x="153801" y="2571"/>
                  </a:lnTo>
                  <a:lnTo>
                    <a:pt x="160102" y="6109"/>
                  </a:lnTo>
                  <a:lnTo>
                    <a:pt x="166267" y="9571"/>
                  </a:lnTo>
                  <a:lnTo>
                    <a:pt x="166549" y="9729"/>
                  </a:lnTo>
                  <a:lnTo>
                    <a:pt x="166698" y="9813"/>
                  </a:lnTo>
                  <a:lnTo>
                    <a:pt x="170862" y="12151"/>
                  </a:lnTo>
                  <a:lnTo>
                    <a:pt x="171693" y="12617"/>
                  </a:lnTo>
                  <a:lnTo>
                    <a:pt x="172934" y="1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207276" y="4808878"/>
              <a:ext cx="203973" cy="126871"/>
            </a:xfrm>
            <a:custGeom>
              <a:avLst/>
              <a:pathLst>
                <a:path w="203973" h="126871">
                  <a:moveTo>
                    <a:pt x="34557" y="10372"/>
                  </a:moveTo>
                  <a:lnTo>
                    <a:pt x="50501" y="18054"/>
                  </a:lnTo>
                  <a:lnTo>
                    <a:pt x="51971" y="17513"/>
                  </a:lnTo>
                  <a:lnTo>
                    <a:pt x="52584" y="17287"/>
                  </a:lnTo>
                  <a:lnTo>
                    <a:pt x="52712" y="16195"/>
                  </a:lnTo>
                  <a:lnTo>
                    <a:pt x="52341" y="15335"/>
                  </a:lnTo>
                  <a:lnTo>
                    <a:pt x="52526" y="15164"/>
                  </a:lnTo>
                  <a:lnTo>
                    <a:pt x="51791" y="13727"/>
                  </a:lnTo>
                  <a:lnTo>
                    <a:pt x="53768" y="12421"/>
                  </a:lnTo>
                  <a:lnTo>
                    <a:pt x="54114" y="11800"/>
                  </a:lnTo>
                  <a:lnTo>
                    <a:pt x="53430" y="10605"/>
                  </a:lnTo>
                  <a:lnTo>
                    <a:pt x="52978" y="10077"/>
                  </a:lnTo>
                  <a:lnTo>
                    <a:pt x="52211" y="9183"/>
                  </a:lnTo>
                  <a:lnTo>
                    <a:pt x="50937" y="7615"/>
                  </a:lnTo>
                  <a:lnTo>
                    <a:pt x="51208" y="7154"/>
                  </a:lnTo>
                  <a:lnTo>
                    <a:pt x="51411" y="7002"/>
                  </a:lnTo>
                  <a:lnTo>
                    <a:pt x="52410" y="6259"/>
                  </a:lnTo>
                  <a:lnTo>
                    <a:pt x="54098" y="5793"/>
                  </a:lnTo>
                  <a:lnTo>
                    <a:pt x="54973" y="5648"/>
                  </a:lnTo>
                  <a:lnTo>
                    <a:pt x="55519" y="5557"/>
                  </a:lnTo>
                  <a:lnTo>
                    <a:pt x="56318" y="5585"/>
                  </a:lnTo>
                  <a:lnTo>
                    <a:pt x="56731" y="5624"/>
                  </a:lnTo>
                  <a:lnTo>
                    <a:pt x="56974" y="5646"/>
                  </a:lnTo>
                  <a:lnTo>
                    <a:pt x="57558" y="5919"/>
                  </a:lnTo>
                  <a:lnTo>
                    <a:pt x="58419" y="6468"/>
                  </a:lnTo>
                  <a:lnTo>
                    <a:pt x="58995" y="6906"/>
                  </a:lnTo>
                  <a:lnTo>
                    <a:pt x="61115" y="8758"/>
                  </a:lnTo>
                  <a:lnTo>
                    <a:pt x="61248" y="8876"/>
                  </a:lnTo>
                  <a:lnTo>
                    <a:pt x="62119" y="8168"/>
                  </a:lnTo>
                  <a:lnTo>
                    <a:pt x="62862" y="7563"/>
                  </a:lnTo>
                  <a:lnTo>
                    <a:pt x="63305" y="7202"/>
                  </a:lnTo>
                  <a:lnTo>
                    <a:pt x="63699" y="7673"/>
                  </a:lnTo>
                  <a:lnTo>
                    <a:pt x="64081" y="8135"/>
                  </a:lnTo>
                  <a:lnTo>
                    <a:pt x="64677" y="8855"/>
                  </a:lnTo>
                  <a:lnTo>
                    <a:pt x="68983" y="14060"/>
                  </a:lnTo>
                  <a:lnTo>
                    <a:pt x="69863" y="15296"/>
                  </a:lnTo>
                  <a:lnTo>
                    <a:pt x="70353" y="17020"/>
                  </a:lnTo>
                  <a:lnTo>
                    <a:pt x="70350" y="17240"/>
                  </a:lnTo>
                  <a:lnTo>
                    <a:pt x="70315" y="20013"/>
                  </a:lnTo>
                  <a:lnTo>
                    <a:pt x="70305" y="20843"/>
                  </a:lnTo>
                  <a:lnTo>
                    <a:pt x="70362" y="21714"/>
                  </a:lnTo>
                  <a:lnTo>
                    <a:pt x="70570" y="24842"/>
                  </a:lnTo>
                  <a:lnTo>
                    <a:pt x="70764" y="27766"/>
                  </a:lnTo>
                  <a:lnTo>
                    <a:pt x="70813" y="28497"/>
                  </a:lnTo>
                  <a:lnTo>
                    <a:pt x="71040" y="28485"/>
                  </a:lnTo>
                  <a:lnTo>
                    <a:pt x="79830" y="27706"/>
                  </a:lnTo>
                  <a:lnTo>
                    <a:pt x="80646" y="27666"/>
                  </a:lnTo>
                  <a:lnTo>
                    <a:pt x="81303" y="27633"/>
                  </a:lnTo>
                  <a:lnTo>
                    <a:pt x="81621" y="27617"/>
                  </a:lnTo>
                  <a:lnTo>
                    <a:pt x="82038" y="27596"/>
                  </a:lnTo>
                  <a:lnTo>
                    <a:pt x="85731" y="27502"/>
                  </a:lnTo>
                  <a:lnTo>
                    <a:pt x="86507" y="27483"/>
                  </a:lnTo>
                  <a:lnTo>
                    <a:pt x="93333" y="27309"/>
                  </a:lnTo>
                  <a:lnTo>
                    <a:pt x="93879" y="27295"/>
                  </a:lnTo>
                  <a:lnTo>
                    <a:pt x="94639" y="27287"/>
                  </a:lnTo>
                  <a:lnTo>
                    <a:pt x="100303" y="27225"/>
                  </a:lnTo>
                  <a:lnTo>
                    <a:pt x="100756" y="27220"/>
                  </a:lnTo>
                  <a:lnTo>
                    <a:pt x="103454" y="27190"/>
                  </a:lnTo>
                  <a:lnTo>
                    <a:pt x="104317" y="27180"/>
                  </a:lnTo>
                  <a:lnTo>
                    <a:pt x="105201" y="27171"/>
                  </a:lnTo>
                  <a:lnTo>
                    <a:pt x="107123" y="27149"/>
                  </a:lnTo>
                  <a:lnTo>
                    <a:pt x="113927" y="27074"/>
                  </a:lnTo>
                  <a:lnTo>
                    <a:pt x="122614" y="26979"/>
                  </a:lnTo>
                  <a:lnTo>
                    <a:pt x="123230" y="24814"/>
                  </a:lnTo>
                  <a:lnTo>
                    <a:pt x="123781" y="22873"/>
                  </a:lnTo>
                  <a:lnTo>
                    <a:pt x="123837" y="22678"/>
                  </a:lnTo>
                  <a:lnTo>
                    <a:pt x="125054" y="18397"/>
                  </a:lnTo>
                  <a:lnTo>
                    <a:pt x="125813" y="15726"/>
                  </a:lnTo>
                  <a:lnTo>
                    <a:pt x="126256" y="14168"/>
                  </a:lnTo>
                  <a:lnTo>
                    <a:pt x="126449" y="13491"/>
                  </a:lnTo>
                  <a:lnTo>
                    <a:pt x="126603" y="13528"/>
                  </a:lnTo>
                  <a:lnTo>
                    <a:pt x="131836" y="14760"/>
                  </a:lnTo>
                  <a:lnTo>
                    <a:pt x="132265" y="14861"/>
                  </a:lnTo>
                  <a:lnTo>
                    <a:pt x="136137" y="15773"/>
                  </a:lnTo>
                  <a:lnTo>
                    <a:pt x="136290" y="15809"/>
                  </a:lnTo>
                  <a:lnTo>
                    <a:pt x="137230" y="15491"/>
                  </a:lnTo>
                  <a:lnTo>
                    <a:pt x="137532" y="15389"/>
                  </a:lnTo>
                  <a:lnTo>
                    <a:pt x="138037" y="14799"/>
                  </a:lnTo>
                  <a:lnTo>
                    <a:pt x="138828" y="14200"/>
                  </a:lnTo>
                  <a:lnTo>
                    <a:pt x="141635" y="12071"/>
                  </a:lnTo>
                  <a:lnTo>
                    <a:pt x="141934" y="11902"/>
                  </a:lnTo>
                  <a:lnTo>
                    <a:pt x="144366" y="10529"/>
                  </a:lnTo>
                  <a:lnTo>
                    <a:pt x="144690" y="10346"/>
                  </a:lnTo>
                  <a:lnTo>
                    <a:pt x="147567" y="9102"/>
                  </a:lnTo>
                  <a:lnTo>
                    <a:pt x="153095" y="6712"/>
                  </a:lnTo>
                  <a:lnTo>
                    <a:pt x="154484" y="6111"/>
                  </a:lnTo>
                  <a:lnTo>
                    <a:pt x="155326" y="5747"/>
                  </a:lnTo>
                  <a:lnTo>
                    <a:pt x="157716" y="4714"/>
                  </a:lnTo>
                  <a:lnTo>
                    <a:pt x="158756" y="4264"/>
                  </a:lnTo>
                  <a:lnTo>
                    <a:pt x="158961" y="4176"/>
                  </a:lnTo>
                  <a:lnTo>
                    <a:pt x="161395" y="3123"/>
                  </a:lnTo>
                  <a:lnTo>
                    <a:pt x="164948" y="1587"/>
                  </a:lnTo>
                  <a:lnTo>
                    <a:pt x="166206" y="1043"/>
                  </a:lnTo>
                  <a:lnTo>
                    <a:pt x="167204" y="612"/>
                  </a:lnTo>
                  <a:lnTo>
                    <a:pt x="167438" y="1187"/>
                  </a:lnTo>
                  <a:lnTo>
                    <a:pt x="168336" y="3390"/>
                  </a:lnTo>
                  <a:lnTo>
                    <a:pt x="168611" y="4065"/>
                  </a:lnTo>
                  <a:lnTo>
                    <a:pt x="171208" y="10439"/>
                  </a:lnTo>
                  <a:lnTo>
                    <a:pt x="171386" y="10877"/>
                  </a:lnTo>
                  <a:lnTo>
                    <a:pt x="173763" y="16710"/>
                  </a:lnTo>
                  <a:lnTo>
                    <a:pt x="174148" y="17657"/>
                  </a:lnTo>
                  <a:lnTo>
                    <a:pt x="177932" y="26943"/>
                  </a:lnTo>
                  <a:lnTo>
                    <a:pt x="178310" y="27872"/>
                  </a:lnTo>
                  <a:lnTo>
                    <a:pt x="178584" y="28544"/>
                  </a:lnTo>
                  <a:lnTo>
                    <a:pt x="180867" y="34150"/>
                  </a:lnTo>
                  <a:lnTo>
                    <a:pt x="181267" y="35130"/>
                  </a:lnTo>
                  <a:lnTo>
                    <a:pt x="181883" y="36642"/>
                  </a:lnTo>
                  <a:lnTo>
                    <a:pt x="182058" y="37072"/>
                  </a:lnTo>
                  <a:lnTo>
                    <a:pt x="182277" y="37610"/>
                  </a:lnTo>
                  <a:lnTo>
                    <a:pt x="185443" y="45381"/>
                  </a:lnTo>
                  <a:lnTo>
                    <a:pt x="185706" y="46027"/>
                  </a:lnTo>
                  <a:lnTo>
                    <a:pt x="188246" y="52261"/>
                  </a:lnTo>
                  <a:lnTo>
                    <a:pt x="188436" y="52729"/>
                  </a:lnTo>
                  <a:lnTo>
                    <a:pt x="190897" y="58768"/>
                  </a:lnTo>
                  <a:lnTo>
                    <a:pt x="191070" y="59192"/>
                  </a:lnTo>
                  <a:lnTo>
                    <a:pt x="191414" y="60037"/>
                  </a:lnTo>
                  <a:lnTo>
                    <a:pt x="192193" y="61949"/>
                  </a:lnTo>
                  <a:lnTo>
                    <a:pt x="192467" y="62573"/>
                  </a:lnTo>
                  <a:lnTo>
                    <a:pt x="192881" y="63513"/>
                  </a:lnTo>
                  <a:lnTo>
                    <a:pt x="193071" y="63944"/>
                  </a:lnTo>
                  <a:lnTo>
                    <a:pt x="194091" y="66263"/>
                  </a:lnTo>
                  <a:lnTo>
                    <a:pt x="194319" y="66782"/>
                  </a:lnTo>
                  <a:lnTo>
                    <a:pt x="195291" y="68992"/>
                  </a:lnTo>
                  <a:lnTo>
                    <a:pt x="197221" y="73378"/>
                  </a:lnTo>
                  <a:lnTo>
                    <a:pt x="197362" y="73699"/>
                  </a:lnTo>
                  <a:lnTo>
                    <a:pt x="200085" y="79887"/>
                  </a:lnTo>
                  <a:lnTo>
                    <a:pt x="200208" y="80166"/>
                  </a:lnTo>
                  <a:lnTo>
                    <a:pt x="202834" y="86134"/>
                  </a:lnTo>
                  <a:lnTo>
                    <a:pt x="203143" y="86837"/>
                  </a:lnTo>
                  <a:lnTo>
                    <a:pt x="203453" y="87540"/>
                  </a:lnTo>
                  <a:lnTo>
                    <a:pt x="203616" y="88144"/>
                  </a:lnTo>
                  <a:lnTo>
                    <a:pt x="203973" y="89466"/>
                  </a:lnTo>
                  <a:lnTo>
                    <a:pt x="200058" y="90783"/>
                  </a:lnTo>
                  <a:lnTo>
                    <a:pt x="192429" y="93348"/>
                  </a:lnTo>
                  <a:lnTo>
                    <a:pt x="174596" y="99346"/>
                  </a:lnTo>
                  <a:lnTo>
                    <a:pt x="165585" y="102377"/>
                  </a:lnTo>
                  <a:lnTo>
                    <a:pt x="165383" y="102611"/>
                  </a:lnTo>
                  <a:lnTo>
                    <a:pt x="163808" y="104441"/>
                  </a:lnTo>
                  <a:lnTo>
                    <a:pt x="160868" y="107803"/>
                  </a:lnTo>
                  <a:lnTo>
                    <a:pt x="159787" y="107998"/>
                  </a:lnTo>
                  <a:lnTo>
                    <a:pt x="155161" y="108829"/>
                  </a:lnTo>
                  <a:lnTo>
                    <a:pt x="153665" y="110441"/>
                  </a:lnTo>
                  <a:lnTo>
                    <a:pt x="152546" y="111181"/>
                  </a:lnTo>
                  <a:lnTo>
                    <a:pt x="150768" y="111582"/>
                  </a:lnTo>
                  <a:lnTo>
                    <a:pt x="148965" y="111181"/>
                  </a:lnTo>
                  <a:lnTo>
                    <a:pt x="148369" y="111048"/>
                  </a:lnTo>
                  <a:lnTo>
                    <a:pt x="147413" y="111021"/>
                  </a:lnTo>
                  <a:lnTo>
                    <a:pt x="147221" y="111016"/>
                  </a:lnTo>
                  <a:lnTo>
                    <a:pt x="147380" y="110049"/>
                  </a:lnTo>
                  <a:lnTo>
                    <a:pt x="147403" y="109180"/>
                  </a:lnTo>
                  <a:lnTo>
                    <a:pt x="147421" y="108516"/>
                  </a:lnTo>
                  <a:lnTo>
                    <a:pt x="147388" y="108278"/>
                  </a:lnTo>
                  <a:lnTo>
                    <a:pt x="146982" y="107306"/>
                  </a:lnTo>
                  <a:lnTo>
                    <a:pt x="146813" y="106903"/>
                  </a:lnTo>
                  <a:lnTo>
                    <a:pt x="146625" y="106663"/>
                  </a:lnTo>
                  <a:lnTo>
                    <a:pt x="146302" y="106252"/>
                  </a:lnTo>
                  <a:lnTo>
                    <a:pt x="146182" y="106099"/>
                  </a:lnTo>
                  <a:lnTo>
                    <a:pt x="145582" y="105563"/>
                  </a:lnTo>
                  <a:lnTo>
                    <a:pt x="145042" y="105080"/>
                  </a:lnTo>
                  <a:lnTo>
                    <a:pt x="141429" y="102289"/>
                  </a:lnTo>
                  <a:lnTo>
                    <a:pt x="134371" y="96836"/>
                  </a:lnTo>
                  <a:lnTo>
                    <a:pt x="127490" y="105399"/>
                  </a:lnTo>
                  <a:lnTo>
                    <a:pt x="127071" y="105921"/>
                  </a:lnTo>
                  <a:lnTo>
                    <a:pt x="123721" y="110090"/>
                  </a:lnTo>
                  <a:lnTo>
                    <a:pt x="116210" y="119438"/>
                  </a:lnTo>
                  <a:lnTo>
                    <a:pt x="116027" y="119666"/>
                  </a:lnTo>
                  <a:lnTo>
                    <a:pt x="110363" y="126720"/>
                  </a:lnTo>
                  <a:lnTo>
                    <a:pt x="110247" y="126871"/>
                  </a:lnTo>
                  <a:lnTo>
                    <a:pt x="103101" y="121168"/>
                  </a:lnTo>
                  <a:lnTo>
                    <a:pt x="92374" y="112608"/>
                  </a:lnTo>
                  <a:lnTo>
                    <a:pt x="92200" y="112462"/>
                  </a:lnTo>
                  <a:lnTo>
                    <a:pt x="91945" y="112718"/>
                  </a:lnTo>
                  <a:lnTo>
                    <a:pt x="86738" y="117948"/>
                  </a:lnTo>
                  <a:lnTo>
                    <a:pt x="85501" y="118523"/>
                  </a:lnTo>
                  <a:lnTo>
                    <a:pt x="84512" y="118983"/>
                  </a:lnTo>
                  <a:lnTo>
                    <a:pt x="84287" y="119043"/>
                  </a:lnTo>
                  <a:lnTo>
                    <a:pt x="82920" y="119405"/>
                  </a:lnTo>
                  <a:lnTo>
                    <a:pt x="82580" y="119495"/>
                  </a:lnTo>
                  <a:lnTo>
                    <a:pt x="74288" y="121692"/>
                  </a:lnTo>
                  <a:lnTo>
                    <a:pt x="74206" y="121379"/>
                  </a:lnTo>
                  <a:lnTo>
                    <a:pt x="74097" y="120960"/>
                  </a:lnTo>
                  <a:lnTo>
                    <a:pt x="73407" y="118324"/>
                  </a:lnTo>
                  <a:lnTo>
                    <a:pt x="72716" y="115683"/>
                  </a:lnTo>
                  <a:lnTo>
                    <a:pt x="72377" y="114387"/>
                  </a:lnTo>
                  <a:lnTo>
                    <a:pt x="71136" y="109645"/>
                  </a:lnTo>
                  <a:lnTo>
                    <a:pt x="70699" y="107974"/>
                  </a:lnTo>
                  <a:lnTo>
                    <a:pt x="69861" y="104770"/>
                  </a:lnTo>
                  <a:lnTo>
                    <a:pt x="69507" y="103418"/>
                  </a:lnTo>
                  <a:lnTo>
                    <a:pt x="68974" y="102972"/>
                  </a:lnTo>
                  <a:lnTo>
                    <a:pt x="60064" y="95531"/>
                  </a:lnTo>
                  <a:lnTo>
                    <a:pt x="59895" y="95390"/>
                  </a:lnTo>
                  <a:lnTo>
                    <a:pt x="53574" y="101423"/>
                  </a:lnTo>
                  <a:lnTo>
                    <a:pt x="53427" y="101556"/>
                  </a:lnTo>
                  <a:lnTo>
                    <a:pt x="60537" y="105706"/>
                  </a:lnTo>
                  <a:lnTo>
                    <a:pt x="58584" y="106273"/>
                  </a:lnTo>
                  <a:lnTo>
                    <a:pt x="52369" y="108443"/>
                  </a:lnTo>
                  <a:lnTo>
                    <a:pt x="47391" y="110544"/>
                  </a:lnTo>
                  <a:lnTo>
                    <a:pt x="44812" y="109048"/>
                  </a:lnTo>
                  <a:lnTo>
                    <a:pt x="37975" y="110165"/>
                  </a:lnTo>
                  <a:lnTo>
                    <a:pt x="32162" y="106921"/>
                  </a:lnTo>
                  <a:lnTo>
                    <a:pt x="31158" y="102758"/>
                  </a:lnTo>
                  <a:lnTo>
                    <a:pt x="26043" y="102038"/>
                  </a:lnTo>
                  <a:lnTo>
                    <a:pt x="27036" y="97523"/>
                  </a:lnTo>
                  <a:lnTo>
                    <a:pt x="21037" y="97395"/>
                  </a:lnTo>
                  <a:lnTo>
                    <a:pt x="21060" y="95671"/>
                  </a:lnTo>
                  <a:lnTo>
                    <a:pt x="19669" y="95718"/>
                  </a:lnTo>
                  <a:lnTo>
                    <a:pt x="19403" y="90896"/>
                  </a:lnTo>
                  <a:lnTo>
                    <a:pt x="27753" y="90518"/>
                  </a:lnTo>
                  <a:lnTo>
                    <a:pt x="27805" y="89725"/>
                  </a:lnTo>
                  <a:lnTo>
                    <a:pt x="28129" y="84841"/>
                  </a:lnTo>
                  <a:lnTo>
                    <a:pt x="33139" y="84721"/>
                  </a:lnTo>
                  <a:lnTo>
                    <a:pt x="33281" y="81167"/>
                  </a:lnTo>
                  <a:lnTo>
                    <a:pt x="39451" y="81268"/>
                  </a:lnTo>
                  <a:lnTo>
                    <a:pt x="37830" y="78461"/>
                  </a:lnTo>
                  <a:lnTo>
                    <a:pt x="38172" y="75393"/>
                  </a:lnTo>
                  <a:lnTo>
                    <a:pt x="39994" y="74028"/>
                  </a:lnTo>
                  <a:lnTo>
                    <a:pt x="39469" y="68529"/>
                  </a:lnTo>
                  <a:lnTo>
                    <a:pt x="37189" y="68588"/>
                  </a:lnTo>
                  <a:lnTo>
                    <a:pt x="36733" y="63053"/>
                  </a:lnTo>
                  <a:lnTo>
                    <a:pt x="35194" y="61364"/>
                  </a:lnTo>
                  <a:lnTo>
                    <a:pt x="34909" y="55713"/>
                  </a:lnTo>
                  <a:lnTo>
                    <a:pt x="35593" y="53616"/>
                  </a:lnTo>
                  <a:lnTo>
                    <a:pt x="35080" y="52567"/>
                  </a:lnTo>
                  <a:lnTo>
                    <a:pt x="33537" y="53372"/>
                  </a:lnTo>
                  <a:lnTo>
                    <a:pt x="33385" y="53024"/>
                  </a:lnTo>
                  <a:lnTo>
                    <a:pt x="30529" y="52613"/>
                  </a:lnTo>
                  <a:lnTo>
                    <a:pt x="28483" y="52828"/>
                  </a:lnTo>
                  <a:lnTo>
                    <a:pt x="20950" y="53207"/>
                  </a:lnTo>
                  <a:lnTo>
                    <a:pt x="20439" y="53621"/>
                  </a:lnTo>
                  <a:lnTo>
                    <a:pt x="14510" y="58427"/>
                  </a:lnTo>
                  <a:lnTo>
                    <a:pt x="15611" y="59865"/>
                  </a:lnTo>
                  <a:lnTo>
                    <a:pt x="10748" y="62195"/>
                  </a:lnTo>
                  <a:lnTo>
                    <a:pt x="9038" y="60098"/>
                  </a:lnTo>
                  <a:lnTo>
                    <a:pt x="7594" y="60836"/>
                  </a:lnTo>
                  <a:lnTo>
                    <a:pt x="3528" y="58700"/>
                  </a:lnTo>
                  <a:lnTo>
                    <a:pt x="1266" y="59351"/>
                  </a:lnTo>
                  <a:lnTo>
                    <a:pt x="0" y="59716"/>
                  </a:lnTo>
                  <a:lnTo>
                    <a:pt x="43" y="57697"/>
                  </a:lnTo>
                  <a:lnTo>
                    <a:pt x="60" y="56889"/>
                  </a:lnTo>
                  <a:lnTo>
                    <a:pt x="1459" y="55284"/>
                  </a:lnTo>
                  <a:lnTo>
                    <a:pt x="2796" y="53751"/>
                  </a:lnTo>
                  <a:lnTo>
                    <a:pt x="9380" y="49612"/>
                  </a:lnTo>
                  <a:lnTo>
                    <a:pt x="12609" y="48757"/>
                  </a:lnTo>
                  <a:lnTo>
                    <a:pt x="15877" y="46155"/>
                  </a:lnTo>
                  <a:lnTo>
                    <a:pt x="5390" y="39125"/>
                  </a:lnTo>
                  <a:lnTo>
                    <a:pt x="7518" y="36329"/>
                  </a:lnTo>
                  <a:lnTo>
                    <a:pt x="8002" y="36620"/>
                  </a:lnTo>
                  <a:lnTo>
                    <a:pt x="8272" y="36783"/>
                  </a:lnTo>
                  <a:lnTo>
                    <a:pt x="8902" y="37162"/>
                  </a:lnTo>
                  <a:lnTo>
                    <a:pt x="14813" y="40718"/>
                  </a:lnTo>
                  <a:lnTo>
                    <a:pt x="15007" y="40599"/>
                  </a:lnTo>
                  <a:lnTo>
                    <a:pt x="15763" y="40135"/>
                  </a:lnTo>
                  <a:lnTo>
                    <a:pt x="15535" y="38737"/>
                  </a:lnTo>
                  <a:lnTo>
                    <a:pt x="23064" y="25837"/>
                  </a:lnTo>
                  <a:lnTo>
                    <a:pt x="23496" y="25097"/>
                  </a:lnTo>
                  <a:lnTo>
                    <a:pt x="24522" y="15193"/>
                  </a:lnTo>
                  <a:lnTo>
                    <a:pt x="31718" y="8417"/>
                  </a:lnTo>
                  <a:lnTo>
                    <a:pt x="28618" y="5764"/>
                  </a:lnTo>
                  <a:lnTo>
                    <a:pt x="31604" y="0"/>
                  </a:lnTo>
                  <a:lnTo>
                    <a:pt x="37737" y="4405"/>
                  </a:lnTo>
                  <a:lnTo>
                    <a:pt x="37562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341556" y="4685839"/>
              <a:ext cx="154382" cy="229893"/>
            </a:xfrm>
            <a:custGeom>
              <a:avLst/>
              <a:pathLst>
                <a:path w="154382" h="229893">
                  <a:moveTo>
                    <a:pt x="111319" y="45211"/>
                  </a:moveTo>
                  <a:lnTo>
                    <a:pt x="111425" y="45573"/>
                  </a:lnTo>
                  <a:lnTo>
                    <a:pt x="112574" y="49527"/>
                  </a:lnTo>
                  <a:lnTo>
                    <a:pt x="113940" y="54224"/>
                  </a:lnTo>
                  <a:lnTo>
                    <a:pt x="115003" y="57880"/>
                  </a:lnTo>
                  <a:lnTo>
                    <a:pt x="116618" y="63435"/>
                  </a:lnTo>
                  <a:lnTo>
                    <a:pt x="116680" y="63648"/>
                  </a:lnTo>
                  <a:lnTo>
                    <a:pt x="116770" y="63958"/>
                  </a:lnTo>
                  <a:lnTo>
                    <a:pt x="116854" y="64244"/>
                  </a:lnTo>
                  <a:lnTo>
                    <a:pt x="119427" y="73093"/>
                  </a:lnTo>
                  <a:lnTo>
                    <a:pt x="119741" y="74174"/>
                  </a:lnTo>
                  <a:lnTo>
                    <a:pt x="119957" y="74918"/>
                  </a:lnTo>
                  <a:lnTo>
                    <a:pt x="120034" y="75205"/>
                  </a:lnTo>
                  <a:lnTo>
                    <a:pt x="120171" y="75718"/>
                  </a:lnTo>
                  <a:lnTo>
                    <a:pt x="120274" y="76107"/>
                  </a:lnTo>
                  <a:lnTo>
                    <a:pt x="120475" y="76861"/>
                  </a:lnTo>
                  <a:lnTo>
                    <a:pt x="120630" y="77443"/>
                  </a:lnTo>
                  <a:lnTo>
                    <a:pt x="120800" y="78078"/>
                  </a:lnTo>
                  <a:lnTo>
                    <a:pt x="121168" y="79461"/>
                  </a:lnTo>
                  <a:lnTo>
                    <a:pt x="121608" y="81111"/>
                  </a:lnTo>
                  <a:lnTo>
                    <a:pt x="121954" y="82410"/>
                  </a:lnTo>
                  <a:lnTo>
                    <a:pt x="122352" y="83904"/>
                  </a:lnTo>
                  <a:lnTo>
                    <a:pt x="122430" y="84194"/>
                  </a:lnTo>
                  <a:lnTo>
                    <a:pt x="122772" y="85478"/>
                  </a:lnTo>
                  <a:lnTo>
                    <a:pt x="123133" y="86832"/>
                  </a:lnTo>
                  <a:lnTo>
                    <a:pt x="123273" y="87355"/>
                  </a:lnTo>
                  <a:lnTo>
                    <a:pt x="123445" y="88004"/>
                  </a:lnTo>
                  <a:lnTo>
                    <a:pt x="123670" y="88847"/>
                  </a:lnTo>
                  <a:lnTo>
                    <a:pt x="124926" y="93558"/>
                  </a:lnTo>
                  <a:lnTo>
                    <a:pt x="126087" y="97916"/>
                  </a:lnTo>
                  <a:lnTo>
                    <a:pt x="126842" y="100747"/>
                  </a:lnTo>
                  <a:lnTo>
                    <a:pt x="128175" y="105749"/>
                  </a:lnTo>
                  <a:lnTo>
                    <a:pt x="128298" y="106209"/>
                  </a:lnTo>
                  <a:lnTo>
                    <a:pt x="129123" y="109305"/>
                  </a:lnTo>
                  <a:lnTo>
                    <a:pt x="130517" y="114533"/>
                  </a:lnTo>
                  <a:lnTo>
                    <a:pt x="131700" y="118974"/>
                  </a:lnTo>
                  <a:lnTo>
                    <a:pt x="131996" y="120082"/>
                  </a:lnTo>
                  <a:lnTo>
                    <a:pt x="133470" y="125612"/>
                  </a:lnTo>
                  <a:lnTo>
                    <a:pt x="133977" y="127516"/>
                  </a:lnTo>
                  <a:lnTo>
                    <a:pt x="134058" y="127818"/>
                  </a:lnTo>
                  <a:lnTo>
                    <a:pt x="134139" y="128122"/>
                  </a:lnTo>
                  <a:lnTo>
                    <a:pt x="134360" y="128950"/>
                  </a:lnTo>
                  <a:lnTo>
                    <a:pt x="134500" y="129477"/>
                  </a:lnTo>
                  <a:lnTo>
                    <a:pt x="135821" y="134432"/>
                  </a:lnTo>
                  <a:lnTo>
                    <a:pt x="136078" y="135397"/>
                  </a:lnTo>
                  <a:lnTo>
                    <a:pt x="136162" y="135711"/>
                  </a:lnTo>
                  <a:lnTo>
                    <a:pt x="136717" y="137792"/>
                  </a:lnTo>
                  <a:lnTo>
                    <a:pt x="138317" y="143796"/>
                  </a:lnTo>
                  <a:lnTo>
                    <a:pt x="138602" y="144865"/>
                  </a:lnTo>
                  <a:lnTo>
                    <a:pt x="139884" y="149677"/>
                  </a:lnTo>
                  <a:lnTo>
                    <a:pt x="141103" y="154249"/>
                  </a:lnTo>
                  <a:lnTo>
                    <a:pt x="141330" y="155100"/>
                  </a:lnTo>
                  <a:lnTo>
                    <a:pt x="142679" y="160163"/>
                  </a:lnTo>
                  <a:lnTo>
                    <a:pt x="142950" y="161179"/>
                  </a:lnTo>
                  <a:lnTo>
                    <a:pt x="143395" y="162847"/>
                  </a:lnTo>
                  <a:lnTo>
                    <a:pt x="143544" y="163415"/>
                  </a:lnTo>
                  <a:lnTo>
                    <a:pt x="143608" y="163661"/>
                  </a:lnTo>
                  <a:lnTo>
                    <a:pt x="144083" y="165474"/>
                  </a:lnTo>
                  <a:lnTo>
                    <a:pt x="144180" y="165843"/>
                  </a:lnTo>
                  <a:lnTo>
                    <a:pt x="145978" y="172701"/>
                  </a:lnTo>
                  <a:lnTo>
                    <a:pt x="146155" y="173378"/>
                  </a:lnTo>
                  <a:lnTo>
                    <a:pt x="146226" y="173649"/>
                  </a:lnTo>
                  <a:lnTo>
                    <a:pt x="146825" y="175934"/>
                  </a:lnTo>
                  <a:lnTo>
                    <a:pt x="147217" y="177170"/>
                  </a:lnTo>
                  <a:lnTo>
                    <a:pt x="148428" y="180989"/>
                  </a:lnTo>
                  <a:lnTo>
                    <a:pt x="148506" y="181235"/>
                  </a:lnTo>
                  <a:lnTo>
                    <a:pt x="149561" y="183944"/>
                  </a:lnTo>
                  <a:lnTo>
                    <a:pt x="151743" y="188292"/>
                  </a:lnTo>
                  <a:lnTo>
                    <a:pt x="152175" y="189152"/>
                  </a:lnTo>
                  <a:lnTo>
                    <a:pt x="153932" y="192652"/>
                  </a:lnTo>
                  <a:lnTo>
                    <a:pt x="154382" y="193549"/>
                  </a:lnTo>
                  <a:lnTo>
                    <a:pt x="147090" y="197824"/>
                  </a:lnTo>
                  <a:lnTo>
                    <a:pt x="141391" y="201165"/>
                  </a:lnTo>
                  <a:lnTo>
                    <a:pt x="141238" y="201255"/>
                  </a:lnTo>
                  <a:lnTo>
                    <a:pt x="136018" y="204316"/>
                  </a:lnTo>
                  <a:lnTo>
                    <a:pt x="125141" y="210693"/>
                  </a:lnTo>
                  <a:lnTo>
                    <a:pt x="123380" y="211725"/>
                  </a:lnTo>
                  <a:lnTo>
                    <a:pt x="118325" y="214689"/>
                  </a:lnTo>
                  <a:lnTo>
                    <a:pt x="116607" y="215696"/>
                  </a:lnTo>
                  <a:lnTo>
                    <a:pt x="115819" y="216158"/>
                  </a:lnTo>
                  <a:lnTo>
                    <a:pt x="107404" y="218948"/>
                  </a:lnTo>
                  <a:lnTo>
                    <a:pt x="97003" y="222396"/>
                  </a:lnTo>
                  <a:lnTo>
                    <a:pt x="86692" y="225814"/>
                  </a:lnTo>
                  <a:lnTo>
                    <a:pt x="86457" y="225892"/>
                  </a:lnTo>
                  <a:lnTo>
                    <a:pt x="75490" y="229527"/>
                  </a:lnTo>
                  <a:lnTo>
                    <a:pt x="74389" y="229893"/>
                  </a:lnTo>
                  <a:lnTo>
                    <a:pt x="74227" y="229292"/>
                  </a:lnTo>
                  <a:lnTo>
                    <a:pt x="72624" y="223360"/>
                  </a:lnTo>
                  <a:lnTo>
                    <a:pt x="70255" y="214586"/>
                  </a:lnTo>
                  <a:lnTo>
                    <a:pt x="69693" y="212504"/>
                  </a:lnTo>
                  <a:lnTo>
                    <a:pt x="69336" y="211183"/>
                  </a:lnTo>
                  <a:lnTo>
                    <a:pt x="69173" y="210579"/>
                  </a:lnTo>
                  <a:lnTo>
                    <a:pt x="68863" y="209876"/>
                  </a:lnTo>
                  <a:lnTo>
                    <a:pt x="68554" y="209173"/>
                  </a:lnTo>
                  <a:lnTo>
                    <a:pt x="65928" y="203204"/>
                  </a:lnTo>
                  <a:lnTo>
                    <a:pt x="65805" y="202926"/>
                  </a:lnTo>
                  <a:lnTo>
                    <a:pt x="63082" y="196737"/>
                  </a:lnTo>
                  <a:lnTo>
                    <a:pt x="62941" y="196416"/>
                  </a:lnTo>
                  <a:lnTo>
                    <a:pt x="61011" y="192030"/>
                  </a:lnTo>
                  <a:lnTo>
                    <a:pt x="60039" y="189821"/>
                  </a:lnTo>
                  <a:lnTo>
                    <a:pt x="59810" y="189302"/>
                  </a:lnTo>
                  <a:lnTo>
                    <a:pt x="58790" y="186983"/>
                  </a:lnTo>
                  <a:lnTo>
                    <a:pt x="58600" y="186552"/>
                  </a:lnTo>
                  <a:lnTo>
                    <a:pt x="58187" y="185612"/>
                  </a:lnTo>
                  <a:lnTo>
                    <a:pt x="57913" y="184988"/>
                  </a:lnTo>
                  <a:lnTo>
                    <a:pt x="57134" y="183076"/>
                  </a:lnTo>
                  <a:lnTo>
                    <a:pt x="56789" y="182231"/>
                  </a:lnTo>
                  <a:lnTo>
                    <a:pt x="56617" y="181807"/>
                  </a:lnTo>
                  <a:lnTo>
                    <a:pt x="54156" y="175767"/>
                  </a:lnTo>
                  <a:lnTo>
                    <a:pt x="53966" y="175300"/>
                  </a:lnTo>
                  <a:lnTo>
                    <a:pt x="51426" y="169065"/>
                  </a:lnTo>
                  <a:lnTo>
                    <a:pt x="51163" y="168420"/>
                  </a:lnTo>
                  <a:lnTo>
                    <a:pt x="47997" y="160648"/>
                  </a:lnTo>
                  <a:lnTo>
                    <a:pt x="47777" y="160110"/>
                  </a:lnTo>
                  <a:lnTo>
                    <a:pt x="47602" y="159680"/>
                  </a:lnTo>
                  <a:lnTo>
                    <a:pt x="46986" y="158168"/>
                  </a:lnTo>
                  <a:lnTo>
                    <a:pt x="46587" y="157188"/>
                  </a:lnTo>
                  <a:lnTo>
                    <a:pt x="44303" y="151583"/>
                  </a:lnTo>
                  <a:lnTo>
                    <a:pt x="44029" y="150911"/>
                  </a:lnTo>
                  <a:lnTo>
                    <a:pt x="43651" y="149982"/>
                  </a:lnTo>
                  <a:lnTo>
                    <a:pt x="39868" y="140696"/>
                  </a:lnTo>
                  <a:lnTo>
                    <a:pt x="39482" y="139749"/>
                  </a:lnTo>
                  <a:lnTo>
                    <a:pt x="37106" y="133915"/>
                  </a:lnTo>
                  <a:lnTo>
                    <a:pt x="36927" y="133478"/>
                  </a:lnTo>
                  <a:lnTo>
                    <a:pt x="34331" y="127104"/>
                  </a:lnTo>
                  <a:lnTo>
                    <a:pt x="34056" y="126429"/>
                  </a:lnTo>
                  <a:lnTo>
                    <a:pt x="33158" y="124225"/>
                  </a:lnTo>
                  <a:lnTo>
                    <a:pt x="32924" y="123650"/>
                  </a:lnTo>
                  <a:lnTo>
                    <a:pt x="32218" y="121917"/>
                  </a:lnTo>
                  <a:lnTo>
                    <a:pt x="31575" y="120339"/>
                  </a:lnTo>
                  <a:lnTo>
                    <a:pt x="29650" y="115614"/>
                  </a:lnTo>
                  <a:lnTo>
                    <a:pt x="29420" y="115051"/>
                  </a:lnTo>
                  <a:lnTo>
                    <a:pt x="29146" y="114378"/>
                  </a:lnTo>
                  <a:lnTo>
                    <a:pt x="26630" y="108203"/>
                  </a:lnTo>
                  <a:lnTo>
                    <a:pt x="26311" y="107418"/>
                  </a:lnTo>
                  <a:lnTo>
                    <a:pt x="25963" y="106563"/>
                  </a:lnTo>
                  <a:lnTo>
                    <a:pt x="25877" y="106353"/>
                  </a:lnTo>
                  <a:lnTo>
                    <a:pt x="25617" y="105714"/>
                  </a:lnTo>
                  <a:lnTo>
                    <a:pt x="25407" y="105296"/>
                  </a:lnTo>
                  <a:lnTo>
                    <a:pt x="24514" y="103515"/>
                  </a:lnTo>
                  <a:lnTo>
                    <a:pt x="19677" y="93864"/>
                  </a:lnTo>
                  <a:lnTo>
                    <a:pt x="17285" y="89508"/>
                  </a:lnTo>
                  <a:lnTo>
                    <a:pt x="15101" y="85529"/>
                  </a:lnTo>
                  <a:lnTo>
                    <a:pt x="14857" y="85085"/>
                  </a:lnTo>
                  <a:lnTo>
                    <a:pt x="10089" y="76402"/>
                  </a:lnTo>
                  <a:lnTo>
                    <a:pt x="9831" y="75931"/>
                  </a:lnTo>
                  <a:lnTo>
                    <a:pt x="8573" y="73639"/>
                  </a:lnTo>
                  <a:lnTo>
                    <a:pt x="5461" y="67972"/>
                  </a:lnTo>
                  <a:lnTo>
                    <a:pt x="3673" y="66601"/>
                  </a:lnTo>
                  <a:lnTo>
                    <a:pt x="1177" y="64688"/>
                  </a:lnTo>
                  <a:lnTo>
                    <a:pt x="0" y="63785"/>
                  </a:lnTo>
                  <a:lnTo>
                    <a:pt x="2595" y="57259"/>
                  </a:lnTo>
                  <a:lnTo>
                    <a:pt x="2671" y="57068"/>
                  </a:lnTo>
                  <a:lnTo>
                    <a:pt x="2921" y="56438"/>
                  </a:lnTo>
                  <a:lnTo>
                    <a:pt x="2984" y="56281"/>
                  </a:lnTo>
                  <a:lnTo>
                    <a:pt x="3155" y="55849"/>
                  </a:lnTo>
                  <a:lnTo>
                    <a:pt x="3836" y="54137"/>
                  </a:lnTo>
                  <a:lnTo>
                    <a:pt x="4521" y="52414"/>
                  </a:lnTo>
                  <a:lnTo>
                    <a:pt x="4844" y="51603"/>
                  </a:lnTo>
                  <a:lnTo>
                    <a:pt x="6350" y="47816"/>
                  </a:lnTo>
                  <a:lnTo>
                    <a:pt x="7105" y="45917"/>
                  </a:lnTo>
                  <a:lnTo>
                    <a:pt x="7544" y="44813"/>
                  </a:lnTo>
                  <a:lnTo>
                    <a:pt x="7735" y="44333"/>
                  </a:lnTo>
                  <a:lnTo>
                    <a:pt x="9572" y="44400"/>
                  </a:lnTo>
                  <a:lnTo>
                    <a:pt x="9715" y="44405"/>
                  </a:lnTo>
                  <a:lnTo>
                    <a:pt x="10062" y="44418"/>
                  </a:lnTo>
                  <a:lnTo>
                    <a:pt x="10931" y="44449"/>
                  </a:lnTo>
                  <a:lnTo>
                    <a:pt x="11434" y="44467"/>
                  </a:lnTo>
                  <a:lnTo>
                    <a:pt x="11900" y="44484"/>
                  </a:lnTo>
                  <a:lnTo>
                    <a:pt x="12295" y="44499"/>
                  </a:lnTo>
                  <a:lnTo>
                    <a:pt x="13477" y="44882"/>
                  </a:lnTo>
                  <a:lnTo>
                    <a:pt x="13832" y="44998"/>
                  </a:lnTo>
                  <a:lnTo>
                    <a:pt x="14537" y="45227"/>
                  </a:lnTo>
                  <a:lnTo>
                    <a:pt x="16209" y="45244"/>
                  </a:lnTo>
                  <a:lnTo>
                    <a:pt x="17652" y="45259"/>
                  </a:lnTo>
                  <a:lnTo>
                    <a:pt x="21155" y="43802"/>
                  </a:lnTo>
                  <a:lnTo>
                    <a:pt x="26836" y="40281"/>
                  </a:lnTo>
                  <a:lnTo>
                    <a:pt x="27506" y="39865"/>
                  </a:lnTo>
                  <a:lnTo>
                    <a:pt x="27803" y="39682"/>
                  </a:lnTo>
                  <a:lnTo>
                    <a:pt x="32823" y="36570"/>
                  </a:lnTo>
                  <a:lnTo>
                    <a:pt x="33002" y="36460"/>
                  </a:lnTo>
                  <a:lnTo>
                    <a:pt x="33565" y="36111"/>
                  </a:lnTo>
                  <a:lnTo>
                    <a:pt x="34605" y="35466"/>
                  </a:lnTo>
                  <a:lnTo>
                    <a:pt x="39648" y="32341"/>
                  </a:lnTo>
                  <a:lnTo>
                    <a:pt x="41057" y="31467"/>
                  </a:lnTo>
                  <a:lnTo>
                    <a:pt x="41235" y="31356"/>
                  </a:lnTo>
                  <a:lnTo>
                    <a:pt x="45750" y="28558"/>
                  </a:lnTo>
                  <a:lnTo>
                    <a:pt x="48808" y="26663"/>
                  </a:lnTo>
                  <a:lnTo>
                    <a:pt x="49045" y="26516"/>
                  </a:lnTo>
                  <a:lnTo>
                    <a:pt x="49429" y="26278"/>
                  </a:lnTo>
                  <a:lnTo>
                    <a:pt x="53732" y="23611"/>
                  </a:lnTo>
                  <a:lnTo>
                    <a:pt x="56993" y="21590"/>
                  </a:lnTo>
                  <a:lnTo>
                    <a:pt x="57225" y="21446"/>
                  </a:lnTo>
                  <a:lnTo>
                    <a:pt x="60240" y="19578"/>
                  </a:lnTo>
                  <a:lnTo>
                    <a:pt x="62141" y="18400"/>
                  </a:lnTo>
                  <a:lnTo>
                    <a:pt x="63096" y="17808"/>
                  </a:lnTo>
                  <a:lnTo>
                    <a:pt x="64054" y="17306"/>
                  </a:lnTo>
                  <a:lnTo>
                    <a:pt x="65149" y="16733"/>
                  </a:lnTo>
                  <a:lnTo>
                    <a:pt x="69216" y="14605"/>
                  </a:lnTo>
                  <a:lnTo>
                    <a:pt x="70606" y="13877"/>
                  </a:lnTo>
                  <a:lnTo>
                    <a:pt x="74366" y="11909"/>
                  </a:lnTo>
                  <a:lnTo>
                    <a:pt x="75096" y="11527"/>
                  </a:lnTo>
                  <a:lnTo>
                    <a:pt x="76756" y="10658"/>
                  </a:lnTo>
                  <a:lnTo>
                    <a:pt x="77450" y="10295"/>
                  </a:lnTo>
                  <a:lnTo>
                    <a:pt x="82160" y="8012"/>
                  </a:lnTo>
                  <a:lnTo>
                    <a:pt x="83132" y="7541"/>
                  </a:lnTo>
                  <a:lnTo>
                    <a:pt x="85278" y="6501"/>
                  </a:lnTo>
                  <a:lnTo>
                    <a:pt x="90543" y="3949"/>
                  </a:lnTo>
                  <a:lnTo>
                    <a:pt x="91800" y="3340"/>
                  </a:lnTo>
                  <a:lnTo>
                    <a:pt x="93286" y="2620"/>
                  </a:lnTo>
                  <a:lnTo>
                    <a:pt x="94098" y="2226"/>
                  </a:lnTo>
                  <a:lnTo>
                    <a:pt x="94350" y="2087"/>
                  </a:lnTo>
                  <a:lnTo>
                    <a:pt x="94958" y="1751"/>
                  </a:lnTo>
                  <a:lnTo>
                    <a:pt x="95613" y="1390"/>
                  </a:lnTo>
                  <a:lnTo>
                    <a:pt x="98132" y="0"/>
                  </a:lnTo>
                  <a:lnTo>
                    <a:pt x="102413" y="14647"/>
                  </a:lnTo>
                  <a:lnTo>
                    <a:pt x="103269" y="17575"/>
                  </a:lnTo>
                  <a:lnTo>
                    <a:pt x="106109" y="27293"/>
                  </a:lnTo>
                  <a:lnTo>
                    <a:pt x="106350" y="28120"/>
                  </a:lnTo>
                  <a:lnTo>
                    <a:pt x="107114" y="30747"/>
                  </a:lnTo>
                  <a:lnTo>
                    <a:pt x="108827" y="36641"/>
                  </a:lnTo>
                  <a:lnTo>
                    <a:pt x="109138" y="37709"/>
                  </a:lnTo>
                  <a:lnTo>
                    <a:pt x="109229" y="38024"/>
                  </a:lnTo>
                  <a:lnTo>
                    <a:pt x="109292" y="38240"/>
                  </a:lnTo>
                  <a:lnTo>
                    <a:pt x="109386" y="38562"/>
                  </a:lnTo>
                  <a:lnTo>
                    <a:pt x="109742" y="39788"/>
                  </a:lnTo>
                  <a:lnTo>
                    <a:pt x="111278" y="45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461745" y="4738743"/>
              <a:ext cx="191544" cy="120474"/>
            </a:xfrm>
            <a:custGeom>
              <a:avLst/>
              <a:pathLst>
                <a:path w="191544" h="120474">
                  <a:moveTo>
                    <a:pt x="159411" y="92074"/>
                  </a:moveTo>
                  <a:lnTo>
                    <a:pt x="154792" y="93807"/>
                  </a:lnTo>
                  <a:lnTo>
                    <a:pt x="152747" y="94574"/>
                  </a:lnTo>
                  <a:lnTo>
                    <a:pt x="146816" y="98222"/>
                  </a:lnTo>
                  <a:lnTo>
                    <a:pt x="142665" y="100774"/>
                  </a:lnTo>
                  <a:lnTo>
                    <a:pt x="141615" y="101420"/>
                  </a:lnTo>
                  <a:lnTo>
                    <a:pt x="141487" y="101498"/>
                  </a:lnTo>
                  <a:lnTo>
                    <a:pt x="135260" y="105328"/>
                  </a:lnTo>
                  <a:lnTo>
                    <a:pt x="127384" y="110171"/>
                  </a:lnTo>
                  <a:lnTo>
                    <a:pt x="127072" y="110363"/>
                  </a:lnTo>
                  <a:lnTo>
                    <a:pt x="118232" y="115928"/>
                  </a:lnTo>
                  <a:lnTo>
                    <a:pt x="117611" y="114973"/>
                  </a:lnTo>
                  <a:lnTo>
                    <a:pt x="112819" y="107598"/>
                  </a:lnTo>
                  <a:lnTo>
                    <a:pt x="112712" y="107425"/>
                  </a:lnTo>
                  <a:lnTo>
                    <a:pt x="112539" y="107144"/>
                  </a:lnTo>
                  <a:lnTo>
                    <a:pt x="111162" y="104912"/>
                  </a:lnTo>
                  <a:lnTo>
                    <a:pt x="110725" y="104202"/>
                  </a:lnTo>
                  <a:lnTo>
                    <a:pt x="109264" y="101833"/>
                  </a:lnTo>
                  <a:lnTo>
                    <a:pt x="109115" y="101592"/>
                  </a:lnTo>
                  <a:lnTo>
                    <a:pt x="108808" y="101095"/>
                  </a:lnTo>
                  <a:lnTo>
                    <a:pt x="108257" y="100202"/>
                  </a:lnTo>
                  <a:lnTo>
                    <a:pt x="107878" y="99587"/>
                  </a:lnTo>
                  <a:lnTo>
                    <a:pt x="107774" y="99419"/>
                  </a:lnTo>
                  <a:lnTo>
                    <a:pt x="107518" y="98998"/>
                  </a:lnTo>
                  <a:lnTo>
                    <a:pt x="107206" y="98486"/>
                  </a:lnTo>
                  <a:lnTo>
                    <a:pt x="106926" y="98027"/>
                  </a:lnTo>
                  <a:lnTo>
                    <a:pt x="106164" y="96778"/>
                  </a:lnTo>
                  <a:lnTo>
                    <a:pt x="105932" y="96398"/>
                  </a:lnTo>
                  <a:lnTo>
                    <a:pt x="105120" y="95065"/>
                  </a:lnTo>
                  <a:lnTo>
                    <a:pt x="103666" y="92680"/>
                  </a:lnTo>
                  <a:lnTo>
                    <a:pt x="103183" y="92971"/>
                  </a:lnTo>
                  <a:lnTo>
                    <a:pt x="102820" y="93189"/>
                  </a:lnTo>
                  <a:lnTo>
                    <a:pt x="94168" y="98399"/>
                  </a:lnTo>
                  <a:lnTo>
                    <a:pt x="93455" y="98838"/>
                  </a:lnTo>
                  <a:lnTo>
                    <a:pt x="82380" y="105660"/>
                  </a:lnTo>
                  <a:lnTo>
                    <a:pt x="81846" y="105799"/>
                  </a:lnTo>
                  <a:lnTo>
                    <a:pt x="79189" y="106492"/>
                  </a:lnTo>
                  <a:lnTo>
                    <a:pt x="68438" y="109293"/>
                  </a:lnTo>
                  <a:lnTo>
                    <a:pt x="67176" y="109621"/>
                  </a:lnTo>
                  <a:lnTo>
                    <a:pt x="64545" y="110328"/>
                  </a:lnTo>
                  <a:lnTo>
                    <a:pt x="60916" y="111304"/>
                  </a:lnTo>
                  <a:lnTo>
                    <a:pt x="59693" y="111632"/>
                  </a:lnTo>
                  <a:lnTo>
                    <a:pt x="52175" y="113653"/>
                  </a:lnTo>
                  <a:lnTo>
                    <a:pt x="44909" y="115770"/>
                  </a:lnTo>
                  <a:lnTo>
                    <a:pt x="41939" y="116636"/>
                  </a:lnTo>
                  <a:lnTo>
                    <a:pt x="41461" y="116775"/>
                  </a:lnTo>
                  <a:lnTo>
                    <a:pt x="31191" y="119227"/>
                  </a:lnTo>
                  <a:lnTo>
                    <a:pt x="30620" y="119363"/>
                  </a:lnTo>
                  <a:lnTo>
                    <a:pt x="29044" y="119740"/>
                  </a:lnTo>
                  <a:lnTo>
                    <a:pt x="26528" y="120340"/>
                  </a:lnTo>
                  <a:lnTo>
                    <a:pt x="25966" y="120474"/>
                  </a:lnTo>
                  <a:lnTo>
                    <a:pt x="25772" y="119735"/>
                  </a:lnTo>
                  <a:lnTo>
                    <a:pt x="23991" y="112939"/>
                  </a:lnTo>
                  <a:lnTo>
                    <a:pt x="23895" y="112570"/>
                  </a:lnTo>
                  <a:lnTo>
                    <a:pt x="23395" y="110663"/>
                  </a:lnTo>
                  <a:lnTo>
                    <a:pt x="23355" y="110511"/>
                  </a:lnTo>
                  <a:lnTo>
                    <a:pt x="23198" y="109912"/>
                  </a:lnTo>
                  <a:lnTo>
                    <a:pt x="22762" y="108275"/>
                  </a:lnTo>
                  <a:lnTo>
                    <a:pt x="22491" y="107259"/>
                  </a:lnTo>
                  <a:lnTo>
                    <a:pt x="21141" y="102196"/>
                  </a:lnTo>
                  <a:lnTo>
                    <a:pt x="20915" y="101346"/>
                  </a:lnTo>
                  <a:lnTo>
                    <a:pt x="19696" y="96773"/>
                  </a:lnTo>
                  <a:lnTo>
                    <a:pt x="18398" y="91904"/>
                  </a:lnTo>
                  <a:lnTo>
                    <a:pt x="18128" y="90893"/>
                  </a:lnTo>
                  <a:lnTo>
                    <a:pt x="16528" y="84889"/>
                  </a:lnTo>
                  <a:lnTo>
                    <a:pt x="15967" y="82785"/>
                  </a:lnTo>
                  <a:lnTo>
                    <a:pt x="15889" y="82494"/>
                  </a:lnTo>
                  <a:lnTo>
                    <a:pt x="15632" y="81529"/>
                  </a:lnTo>
                  <a:lnTo>
                    <a:pt x="14311" y="76573"/>
                  </a:lnTo>
                  <a:lnTo>
                    <a:pt x="14171" y="76047"/>
                  </a:lnTo>
                  <a:lnTo>
                    <a:pt x="13931" y="75148"/>
                  </a:lnTo>
                  <a:lnTo>
                    <a:pt x="13869" y="74914"/>
                  </a:lnTo>
                  <a:lnTo>
                    <a:pt x="13775" y="74560"/>
                  </a:lnTo>
                  <a:lnTo>
                    <a:pt x="13281" y="72709"/>
                  </a:lnTo>
                  <a:lnTo>
                    <a:pt x="11807" y="67179"/>
                  </a:lnTo>
                  <a:lnTo>
                    <a:pt x="11512" y="66070"/>
                  </a:lnTo>
                  <a:lnTo>
                    <a:pt x="10328" y="61629"/>
                  </a:lnTo>
                  <a:lnTo>
                    <a:pt x="8934" y="56401"/>
                  </a:lnTo>
                  <a:lnTo>
                    <a:pt x="8109" y="53305"/>
                  </a:lnTo>
                  <a:lnTo>
                    <a:pt x="7987" y="52845"/>
                  </a:lnTo>
                  <a:lnTo>
                    <a:pt x="6653" y="47844"/>
                  </a:lnTo>
                  <a:lnTo>
                    <a:pt x="5899" y="45012"/>
                  </a:lnTo>
                  <a:lnTo>
                    <a:pt x="4737" y="40655"/>
                  </a:lnTo>
                  <a:lnTo>
                    <a:pt x="3481" y="35943"/>
                  </a:lnTo>
                  <a:lnTo>
                    <a:pt x="3257" y="35100"/>
                  </a:lnTo>
                  <a:lnTo>
                    <a:pt x="3084" y="34452"/>
                  </a:lnTo>
                  <a:lnTo>
                    <a:pt x="2933" y="33885"/>
                  </a:lnTo>
                  <a:lnTo>
                    <a:pt x="2581" y="32565"/>
                  </a:lnTo>
                  <a:lnTo>
                    <a:pt x="2241" y="31291"/>
                  </a:lnTo>
                  <a:lnTo>
                    <a:pt x="2164" y="31000"/>
                  </a:lnTo>
                  <a:lnTo>
                    <a:pt x="1766" y="29506"/>
                  </a:lnTo>
                  <a:lnTo>
                    <a:pt x="1419" y="28207"/>
                  </a:lnTo>
                  <a:lnTo>
                    <a:pt x="979" y="26557"/>
                  </a:lnTo>
                  <a:lnTo>
                    <a:pt x="611" y="25175"/>
                  </a:lnTo>
                  <a:lnTo>
                    <a:pt x="441" y="24539"/>
                  </a:lnTo>
                  <a:lnTo>
                    <a:pt x="286" y="23957"/>
                  </a:lnTo>
                  <a:lnTo>
                    <a:pt x="85" y="23204"/>
                  </a:lnTo>
                  <a:lnTo>
                    <a:pt x="0" y="22809"/>
                  </a:lnTo>
                  <a:lnTo>
                    <a:pt x="5171" y="21330"/>
                  </a:lnTo>
                  <a:lnTo>
                    <a:pt x="9959" y="19960"/>
                  </a:lnTo>
                  <a:lnTo>
                    <a:pt x="11766" y="19443"/>
                  </a:lnTo>
                  <a:lnTo>
                    <a:pt x="13941" y="18821"/>
                  </a:lnTo>
                  <a:lnTo>
                    <a:pt x="15295" y="18433"/>
                  </a:lnTo>
                  <a:lnTo>
                    <a:pt x="15607" y="18344"/>
                  </a:lnTo>
                  <a:lnTo>
                    <a:pt x="15748" y="18310"/>
                  </a:lnTo>
                  <a:lnTo>
                    <a:pt x="16410" y="18147"/>
                  </a:lnTo>
                  <a:lnTo>
                    <a:pt x="24811" y="16087"/>
                  </a:lnTo>
                  <a:lnTo>
                    <a:pt x="25789" y="15848"/>
                  </a:lnTo>
                  <a:lnTo>
                    <a:pt x="30826" y="14612"/>
                  </a:lnTo>
                  <a:lnTo>
                    <a:pt x="33945" y="13848"/>
                  </a:lnTo>
                  <a:lnTo>
                    <a:pt x="34839" y="13628"/>
                  </a:lnTo>
                  <a:lnTo>
                    <a:pt x="41169" y="12076"/>
                  </a:lnTo>
                  <a:lnTo>
                    <a:pt x="42968" y="11635"/>
                  </a:lnTo>
                  <a:lnTo>
                    <a:pt x="43267" y="11576"/>
                  </a:lnTo>
                  <a:lnTo>
                    <a:pt x="52295" y="9805"/>
                  </a:lnTo>
                  <a:lnTo>
                    <a:pt x="52582" y="9749"/>
                  </a:lnTo>
                  <a:lnTo>
                    <a:pt x="52904" y="9686"/>
                  </a:lnTo>
                  <a:lnTo>
                    <a:pt x="59385" y="8415"/>
                  </a:lnTo>
                  <a:lnTo>
                    <a:pt x="61215" y="8056"/>
                  </a:lnTo>
                  <a:lnTo>
                    <a:pt x="62159" y="7870"/>
                  </a:lnTo>
                  <a:lnTo>
                    <a:pt x="62730" y="7758"/>
                  </a:lnTo>
                  <a:lnTo>
                    <a:pt x="68273" y="6671"/>
                  </a:lnTo>
                  <a:lnTo>
                    <a:pt x="68701" y="6587"/>
                  </a:lnTo>
                  <a:lnTo>
                    <a:pt x="69519" y="6426"/>
                  </a:lnTo>
                  <a:lnTo>
                    <a:pt x="69981" y="6355"/>
                  </a:lnTo>
                  <a:lnTo>
                    <a:pt x="77040" y="5259"/>
                  </a:lnTo>
                  <a:lnTo>
                    <a:pt x="86668" y="3764"/>
                  </a:lnTo>
                  <a:lnTo>
                    <a:pt x="87226" y="3678"/>
                  </a:lnTo>
                  <a:lnTo>
                    <a:pt x="88500" y="3480"/>
                  </a:lnTo>
                  <a:lnTo>
                    <a:pt x="88716" y="3446"/>
                  </a:lnTo>
                  <a:lnTo>
                    <a:pt x="88906" y="3439"/>
                  </a:lnTo>
                  <a:lnTo>
                    <a:pt x="91124" y="3355"/>
                  </a:lnTo>
                  <a:lnTo>
                    <a:pt x="93064" y="3282"/>
                  </a:lnTo>
                  <a:lnTo>
                    <a:pt x="99576" y="3036"/>
                  </a:lnTo>
                  <a:lnTo>
                    <a:pt x="99734" y="3030"/>
                  </a:lnTo>
                  <a:lnTo>
                    <a:pt x="100306" y="3008"/>
                  </a:lnTo>
                  <a:lnTo>
                    <a:pt x="109411" y="2664"/>
                  </a:lnTo>
                  <a:lnTo>
                    <a:pt x="118048" y="2337"/>
                  </a:lnTo>
                  <a:lnTo>
                    <a:pt x="119529" y="2281"/>
                  </a:lnTo>
                  <a:lnTo>
                    <a:pt x="137031" y="1619"/>
                  </a:lnTo>
                  <a:lnTo>
                    <a:pt x="139102" y="1540"/>
                  </a:lnTo>
                  <a:lnTo>
                    <a:pt x="139296" y="1533"/>
                  </a:lnTo>
                  <a:lnTo>
                    <a:pt x="140032" y="1505"/>
                  </a:lnTo>
                  <a:lnTo>
                    <a:pt x="140248" y="1497"/>
                  </a:lnTo>
                  <a:lnTo>
                    <a:pt x="143843" y="1361"/>
                  </a:lnTo>
                  <a:lnTo>
                    <a:pt x="144250" y="1346"/>
                  </a:lnTo>
                  <a:lnTo>
                    <a:pt x="149801" y="1136"/>
                  </a:lnTo>
                  <a:lnTo>
                    <a:pt x="150916" y="1093"/>
                  </a:lnTo>
                  <a:lnTo>
                    <a:pt x="151131" y="1085"/>
                  </a:lnTo>
                  <a:lnTo>
                    <a:pt x="168093" y="443"/>
                  </a:lnTo>
                  <a:lnTo>
                    <a:pt x="175964" y="146"/>
                  </a:lnTo>
                  <a:lnTo>
                    <a:pt x="176603" y="122"/>
                  </a:lnTo>
                  <a:lnTo>
                    <a:pt x="177767" y="78"/>
                  </a:lnTo>
                  <a:lnTo>
                    <a:pt x="178466" y="51"/>
                  </a:lnTo>
                  <a:lnTo>
                    <a:pt x="179829" y="0"/>
                  </a:lnTo>
                  <a:lnTo>
                    <a:pt x="179935" y="2929"/>
                  </a:lnTo>
                  <a:lnTo>
                    <a:pt x="180204" y="10418"/>
                  </a:lnTo>
                  <a:lnTo>
                    <a:pt x="180236" y="11300"/>
                  </a:lnTo>
                  <a:lnTo>
                    <a:pt x="180259" y="11801"/>
                  </a:lnTo>
                  <a:lnTo>
                    <a:pt x="180287" y="12389"/>
                  </a:lnTo>
                  <a:lnTo>
                    <a:pt x="180363" y="14020"/>
                  </a:lnTo>
                  <a:lnTo>
                    <a:pt x="181600" y="40441"/>
                  </a:lnTo>
                  <a:lnTo>
                    <a:pt x="181635" y="41194"/>
                  </a:lnTo>
                  <a:lnTo>
                    <a:pt x="181787" y="44452"/>
                  </a:lnTo>
                  <a:lnTo>
                    <a:pt x="181805" y="44819"/>
                  </a:lnTo>
                  <a:lnTo>
                    <a:pt x="182059" y="50265"/>
                  </a:lnTo>
                  <a:lnTo>
                    <a:pt x="182080" y="50714"/>
                  </a:lnTo>
                  <a:lnTo>
                    <a:pt x="182146" y="52112"/>
                  </a:lnTo>
                  <a:lnTo>
                    <a:pt x="182953" y="55607"/>
                  </a:lnTo>
                  <a:lnTo>
                    <a:pt x="184046" y="58957"/>
                  </a:lnTo>
                  <a:lnTo>
                    <a:pt x="186797" y="66410"/>
                  </a:lnTo>
                  <a:lnTo>
                    <a:pt x="187629" y="68661"/>
                  </a:lnTo>
                  <a:lnTo>
                    <a:pt x="188019" y="69717"/>
                  </a:lnTo>
                  <a:lnTo>
                    <a:pt x="188109" y="69961"/>
                  </a:lnTo>
                  <a:lnTo>
                    <a:pt x="188185" y="70168"/>
                  </a:lnTo>
                  <a:lnTo>
                    <a:pt x="188376" y="70728"/>
                  </a:lnTo>
                  <a:lnTo>
                    <a:pt x="188481" y="71035"/>
                  </a:lnTo>
                  <a:lnTo>
                    <a:pt x="189268" y="73346"/>
                  </a:lnTo>
                  <a:lnTo>
                    <a:pt x="189745" y="74745"/>
                  </a:lnTo>
                  <a:lnTo>
                    <a:pt x="189915" y="75243"/>
                  </a:lnTo>
                  <a:lnTo>
                    <a:pt x="190133" y="75885"/>
                  </a:lnTo>
                  <a:lnTo>
                    <a:pt x="190440" y="76785"/>
                  </a:lnTo>
                  <a:lnTo>
                    <a:pt x="190787" y="77803"/>
                  </a:lnTo>
                  <a:lnTo>
                    <a:pt x="191145" y="78852"/>
                  </a:lnTo>
                  <a:lnTo>
                    <a:pt x="191276" y="79237"/>
                  </a:lnTo>
                  <a:lnTo>
                    <a:pt x="191339" y="79421"/>
                  </a:lnTo>
                  <a:lnTo>
                    <a:pt x="191544" y="80022"/>
                  </a:lnTo>
                  <a:lnTo>
                    <a:pt x="191413" y="80069"/>
                  </a:lnTo>
                  <a:lnTo>
                    <a:pt x="191046" y="80201"/>
                  </a:lnTo>
                  <a:lnTo>
                    <a:pt x="181006" y="83969"/>
                  </a:lnTo>
                  <a:lnTo>
                    <a:pt x="180524" y="84150"/>
                  </a:lnTo>
                  <a:lnTo>
                    <a:pt x="180367" y="84209"/>
                  </a:lnTo>
                  <a:lnTo>
                    <a:pt x="171534" y="87524"/>
                  </a:lnTo>
                  <a:lnTo>
                    <a:pt x="162827" y="90791"/>
                  </a:lnTo>
                  <a:lnTo>
                    <a:pt x="162359" y="90967"/>
                  </a:lnTo>
                  <a:lnTo>
                    <a:pt x="160159" y="91793"/>
                  </a:lnTo>
                  <a:lnTo>
                    <a:pt x="159551" y="92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642032" y="4724803"/>
              <a:ext cx="176933" cy="130644"/>
            </a:xfrm>
            <a:custGeom>
              <a:avLst/>
              <a:pathLst>
                <a:path w="176933" h="130644">
                  <a:moveTo>
                    <a:pt x="80151" y="25889"/>
                  </a:moveTo>
                  <a:lnTo>
                    <a:pt x="80317" y="26256"/>
                  </a:lnTo>
                  <a:lnTo>
                    <a:pt x="82160" y="25447"/>
                  </a:lnTo>
                  <a:lnTo>
                    <a:pt x="86082" y="23725"/>
                  </a:lnTo>
                  <a:lnTo>
                    <a:pt x="86885" y="23373"/>
                  </a:lnTo>
                  <a:lnTo>
                    <a:pt x="88719" y="22567"/>
                  </a:lnTo>
                  <a:lnTo>
                    <a:pt x="92216" y="21032"/>
                  </a:lnTo>
                  <a:lnTo>
                    <a:pt x="92926" y="20721"/>
                  </a:lnTo>
                  <a:lnTo>
                    <a:pt x="93279" y="20544"/>
                  </a:lnTo>
                  <a:lnTo>
                    <a:pt x="93967" y="20201"/>
                  </a:lnTo>
                  <a:lnTo>
                    <a:pt x="96146" y="19113"/>
                  </a:lnTo>
                  <a:lnTo>
                    <a:pt x="96515" y="18929"/>
                  </a:lnTo>
                  <a:lnTo>
                    <a:pt x="102660" y="15861"/>
                  </a:lnTo>
                  <a:lnTo>
                    <a:pt x="103605" y="15389"/>
                  </a:lnTo>
                  <a:lnTo>
                    <a:pt x="104203" y="15090"/>
                  </a:lnTo>
                  <a:lnTo>
                    <a:pt x="104550" y="16029"/>
                  </a:lnTo>
                  <a:lnTo>
                    <a:pt x="104722" y="16496"/>
                  </a:lnTo>
                  <a:lnTo>
                    <a:pt x="105089" y="17490"/>
                  </a:lnTo>
                  <a:lnTo>
                    <a:pt x="106357" y="20928"/>
                  </a:lnTo>
                  <a:lnTo>
                    <a:pt x="110557" y="19326"/>
                  </a:lnTo>
                  <a:lnTo>
                    <a:pt x="115059" y="19035"/>
                  </a:lnTo>
                  <a:lnTo>
                    <a:pt x="122411" y="19792"/>
                  </a:lnTo>
                  <a:lnTo>
                    <a:pt x="124102" y="20491"/>
                  </a:lnTo>
                  <a:lnTo>
                    <a:pt x="124573" y="21495"/>
                  </a:lnTo>
                  <a:lnTo>
                    <a:pt x="124995" y="22393"/>
                  </a:lnTo>
                  <a:lnTo>
                    <a:pt x="129879" y="20789"/>
                  </a:lnTo>
                  <a:lnTo>
                    <a:pt x="130626" y="20594"/>
                  </a:lnTo>
                  <a:lnTo>
                    <a:pt x="131067" y="20478"/>
                  </a:lnTo>
                  <a:lnTo>
                    <a:pt x="131899" y="20261"/>
                  </a:lnTo>
                  <a:lnTo>
                    <a:pt x="132424" y="20124"/>
                  </a:lnTo>
                  <a:lnTo>
                    <a:pt x="133291" y="20054"/>
                  </a:lnTo>
                  <a:lnTo>
                    <a:pt x="133262" y="19885"/>
                  </a:lnTo>
                  <a:lnTo>
                    <a:pt x="133115" y="19039"/>
                  </a:lnTo>
                  <a:lnTo>
                    <a:pt x="133073" y="18795"/>
                  </a:lnTo>
                  <a:lnTo>
                    <a:pt x="132862" y="17575"/>
                  </a:lnTo>
                  <a:lnTo>
                    <a:pt x="130489" y="17603"/>
                  </a:lnTo>
                  <a:lnTo>
                    <a:pt x="130133" y="17574"/>
                  </a:lnTo>
                  <a:lnTo>
                    <a:pt x="129704" y="17538"/>
                  </a:lnTo>
                  <a:lnTo>
                    <a:pt x="129986" y="16824"/>
                  </a:lnTo>
                  <a:lnTo>
                    <a:pt x="130463" y="15619"/>
                  </a:lnTo>
                  <a:lnTo>
                    <a:pt x="130790" y="14793"/>
                  </a:lnTo>
                  <a:lnTo>
                    <a:pt x="131539" y="12901"/>
                  </a:lnTo>
                  <a:lnTo>
                    <a:pt x="131635" y="12659"/>
                  </a:lnTo>
                  <a:lnTo>
                    <a:pt x="131921" y="12693"/>
                  </a:lnTo>
                  <a:lnTo>
                    <a:pt x="135245" y="13082"/>
                  </a:lnTo>
                  <a:lnTo>
                    <a:pt x="136086" y="13180"/>
                  </a:lnTo>
                  <a:lnTo>
                    <a:pt x="136375" y="13205"/>
                  </a:lnTo>
                  <a:lnTo>
                    <a:pt x="136590" y="13223"/>
                  </a:lnTo>
                  <a:lnTo>
                    <a:pt x="142300" y="13703"/>
                  </a:lnTo>
                  <a:lnTo>
                    <a:pt x="142283" y="14160"/>
                  </a:lnTo>
                  <a:lnTo>
                    <a:pt x="142087" y="19364"/>
                  </a:lnTo>
                  <a:lnTo>
                    <a:pt x="142050" y="20368"/>
                  </a:lnTo>
                  <a:lnTo>
                    <a:pt x="145150" y="20415"/>
                  </a:lnTo>
                  <a:lnTo>
                    <a:pt x="146773" y="21398"/>
                  </a:lnTo>
                  <a:lnTo>
                    <a:pt x="148018" y="22153"/>
                  </a:lnTo>
                  <a:lnTo>
                    <a:pt x="151032" y="23980"/>
                  </a:lnTo>
                  <a:lnTo>
                    <a:pt x="152083" y="24833"/>
                  </a:lnTo>
                  <a:lnTo>
                    <a:pt x="152349" y="25048"/>
                  </a:lnTo>
                  <a:lnTo>
                    <a:pt x="153715" y="23671"/>
                  </a:lnTo>
                  <a:lnTo>
                    <a:pt x="152418" y="20321"/>
                  </a:lnTo>
                  <a:lnTo>
                    <a:pt x="154783" y="19826"/>
                  </a:lnTo>
                  <a:lnTo>
                    <a:pt x="152951" y="17370"/>
                  </a:lnTo>
                  <a:lnTo>
                    <a:pt x="157225" y="15943"/>
                  </a:lnTo>
                  <a:lnTo>
                    <a:pt x="163380" y="22763"/>
                  </a:lnTo>
                  <a:lnTo>
                    <a:pt x="167047" y="27541"/>
                  </a:lnTo>
                  <a:lnTo>
                    <a:pt x="164730" y="30395"/>
                  </a:lnTo>
                  <a:lnTo>
                    <a:pt x="168092" y="30512"/>
                  </a:lnTo>
                  <a:lnTo>
                    <a:pt x="171382" y="28386"/>
                  </a:lnTo>
                  <a:lnTo>
                    <a:pt x="172573" y="29832"/>
                  </a:lnTo>
                  <a:lnTo>
                    <a:pt x="170885" y="31570"/>
                  </a:lnTo>
                  <a:lnTo>
                    <a:pt x="170723" y="31737"/>
                  </a:lnTo>
                  <a:lnTo>
                    <a:pt x="168322" y="32822"/>
                  </a:lnTo>
                  <a:lnTo>
                    <a:pt x="168336" y="33157"/>
                  </a:lnTo>
                  <a:lnTo>
                    <a:pt x="176933" y="33182"/>
                  </a:lnTo>
                  <a:lnTo>
                    <a:pt x="175140" y="36471"/>
                  </a:lnTo>
                  <a:lnTo>
                    <a:pt x="171530" y="35354"/>
                  </a:lnTo>
                  <a:lnTo>
                    <a:pt x="167660" y="40779"/>
                  </a:lnTo>
                  <a:lnTo>
                    <a:pt x="163896" y="44541"/>
                  </a:lnTo>
                  <a:lnTo>
                    <a:pt x="161606" y="46797"/>
                  </a:lnTo>
                  <a:lnTo>
                    <a:pt x="161260" y="47139"/>
                  </a:lnTo>
                  <a:lnTo>
                    <a:pt x="160933" y="47520"/>
                  </a:lnTo>
                  <a:lnTo>
                    <a:pt x="158716" y="50115"/>
                  </a:lnTo>
                  <a:lnTo>
                    <a:pt x="157006" y="53348"/>
                  </a:lnTo>
                  <a:lnTo>
                    <a:pt x="141798" y="44580"/>
                  </a:lnTo>
                  <a:lnTo>
                    <a:pt x="138873" y="39337"/>
                  </a:lnTo>
                  <a:lnTo>
                    <a:pt x="134655" y="41318"/>
                  </a:lnTo>
                  <a:lnTo>
                    <a:pt x="133173" y="40968"/>
                  </a:lnTo>
                  <a:lnTo>
                    <a:pt x="131957" y="47027"/>
                  </a:lnTo>
                  <a:lnTo>
                    <a:pt x="129616" y="48712"/>
                  </a:lnTo>
                  <a:lnTo>
                    <a:pt x="130875" y="50751"/>
                  </a:lnTo>
                  <a:lnTo>
                    <a:pt x="124795" y="54853"/>
                  </a:lnTo>
                  <a:lnTo>
                    <a:pt x="125414" y="62752"/>
                  </a:lnTo>
                  <a:lnTo>
                    <a:pt x="126695" y="62693"/>
                  </a:lnTo>
                  <a:lnTo>
                    <a:pt x="126553" y="60533"/>
                  </a:lnTo>
                  <a:lnTo>
                    <a:pt x="128405" y="60023"/>
                  </a:lnTo>
                  <a:lnTo>
                    <a:pt x="130685" y="61649"/>
                  </a:lnTo>
                  <a:lnTo>
                    <a:pt x="130831" y="66002"/>
                  </a:lnTo>
                  <a:lnTo>
                    <a:pt x="130868" y="66242"/>
                  </a:lnTo>
                  <a:lnTo>
                    <a:pt x="123893" y="66990"/>
                  </a:lnTo>
                  <a:lnTo>
                    <a:pt x="126410" y="69902"/>
                  </a:lnTo>
                  <a:lnTo>
                    <a:pt x="128036" y="69485"/>
                  </a:lnTo>
                  <a:lnTo>
                    <a:pt x="128951" y="70194"/>
                  </a:lnTo>
                  <a:lnTo>
                    <a:pt x="132513" y="68883"/>
                  </a:lnTo>
                  <a:lnTo>
                    <a:pt x="134104" y="71699"/>
                  </a:lnTo>
                  <a:lnTo>
                    <a:pt x="131441" y="72471"/>
                  </a:lnTo>
                  <a:lnTo>
                    <a:pt x="128927" y="73155"/>
                  </a:lnTo>
                  <a:lnTo>
                    <a:pt x="128832" y="75704"/>
                  </a:lnTo>
                  <a:lnTo>
                    <a:pt x="131581" y="75307"/>
                  </a:lnTo>
                  <a:lnTo>
                    <a:pt x="132442" y="75194"/>
                  </a:lnTo>
                  <a:lnTo>
                    <a:pt x="132679" y="78350"/>
                  </a:lnTo>
                  <a:lnTo>
                    <a:pt x="130614" y="79037"/>
                  </a:lnTo>
                  <a:lnTo>
                    <a:pt x="129436" y="79429"/>
                  </a:lnTo>
                  <a:lnTo>
                    <a:pt x="129086" y="79545"/>
                  </a:lnTo>
                  <a:lnTo>
                    <a:pt x="128944" y="79593"/>
                  </a:lnTo>
                  <a:lnTo>
                    <a:pt x="128595" y="79709"/>
                  </a:lnTo>
                  <a:lnTo>
                    <a:pt x="127163" y="79762"/>
                  </a:lnTo>
                  <a:lnTo>
                    <a:pt x="126668" y="79780"/>
                  </a:lnTo>
                  <a:lnTo>
                    <a:pt x="125630" y="79819"/>
                  </a:lnTo>
                  <a:lnTo>
                    <a:pt x="124362" y="79866"/>
                  </a:lnTo>
                  <a:lnTo>
                    <a:pt x="122227" y="79945"/>
                  </a:lnTo>
                  <a:lnTo>
                    <a:pt x="122041" y="79952"/>
                  </a:lnTo>
                  <a:lnTo>
                    <a:pt x="121905" y="79917"/>
                  </a:lnTo>
                  <a:lnTo>
                    <a:pt x="118961" y="79660"/>
                  </a:lnTo>
                  <a:lnTo>
                    <a:pt x="116745" y="79536"/>
                  </a:lnTo>
                  <a:lnTo>
                    <a:pt x="115655" y="79635"/>
                  </a:lnTo>
                  <a:lnTo>
                    <a:pt x="115331" y="79425"/>
                  </a:lnTo>
                  <a:lnTo>
                    <a:pt x="115059" y="79249"/>
                  </a:lnTo>
                  <a:lnTo>
                    <a:pt x="114054" y="79355"/>
                  </a:lnTo>
                  <a:lnTo>
                    <a:pt x="113831" y="79378"/>
                  </a:lnTo>
                  <a:lnTo>
                    <a:pt x="113164" y="79315"/>
                  </a:lnTo>
                  <a:lnTo>
                    <a:pt x="112623" y="79263"/>
                  </a:lnTo>
                  <a:lnTo>
                    <a:pt x="111583" y="79163"/>
                  </a:lnTo>
                  <a:lnTo>
                    <a:pt x="111324" y="79139"/>
                  </a:lnTo>
                  <a:lnTo>
                    <a:pt x="111096" y="79104"/>
                  </a:lnTo>
                  <a:lnTo>
                    <a:pt x="109956" y="78929"/>
                  </a:lnTo>
                  <a:lnTo>
                    <a:pt x="109710" y="78892"/>
                  </a:lnTo>
                  <a:lnTo>
                    <a:pt x="108741" y="78743"/>
                  </a:lnTo>
                  <a:lnTo>
                    <a:pt x="108328" y="78680"/>
                  </a:lnTo>
                  <a:lnTo>
                    <a:pt x="107689" y="78582"/>
                  </a:lnTo>
                  <a:lnTo>
                    <a:pt x="107149" y="78507"/>
                  </a:lnTo>
                  <a:lnTo>
                    <a:pt x="106286" y="78488"/>
                  </a:lnTo>
                  <a:lnTo>
                    <a:pt x="106068" y="78484"/>
                  </a:lnTo>
                  <a:lnTo>
                    <a:pt x="105899" y="78480"/>
                  </a:lnTo>
                  <a:lnTo>
                    <a:pt x="105624" y="78496"/>
                  </a:lnTo>
                  <a:lnTo>
                    <a:pt x="105363" y="78511"/>
                  </a:lnTo>
                  <a:lnTo>
                    <a:pt x="105122" y="78525"/>
                  </a:lnTo>
                  <a:lnTo>
                    <a:pt x="104729" y="78547"/>
                  </a:lnTo>
                  <a:lnTo>
                    <a:pt x="104415" y="78565"/>
                  </a:lnTo>
                  <a:lnTo>
                    <a:pt x="103435" y="78803"/>
                  </a:lnTo>
                  <a:lnTo>
                    <a:pt x="103176" y="78869"/>
                  </a:lnTo>
                  <a:lnTo>
                    <a:pt x="102698" y="79065"/>
                  </a:lnTo>
                  <a:lnTo>
                    <a:pt x="102479" y="79155"/>
                  </a:lnTo>
                  <a:lnTo>
                    <a:pt x="101875" y="79403"/>
                  </a:lnTo>
                  <a:lnTo>
                    <a:pt x="101592" y="79064"/>
                  </a:lnTo>
                  <a:lnTo>
                    <a:pt x="101470" y="78919"/>
                  </a:lnTo>
                  <a:lnTo>
                    <a:pt x="100309" y="77532"/>
                  </a:lnTo>
                  <a:lnTo>
                    <a:pt x="99419" y="78416"/>
                  </a:lnTo>
                  <a:lnTo>
                    <a:pt x="99093" y="78696"/>
                  </a:lnTo>
                  <a:lnTo>
                    <a:pt x="98875" y="78883"/>
                  </a:lnTo>
                  <a:lnTo>
                    <a:pt x="98673" y="79056"/>
                  </a:lnTo>
                  <a:lnTo>
                    <a:pt x="98012" y="79623"/>
                  </a:lnTo>
                  <a:lnTo>
                    <a:pt x="97690" y="79899"/>
                  </a:lnTo>
                  <a:lnTo>
                    <a:pt x="96668" y="80776"/>
                  </a:lnTo>
                  <a:lnTo>
                    <a:pt x="96156" y="81216"/>
                  </a:lnTo>
                  <a:lnTo>
                    <a:pt x="95822" y="81502"/>
                  </a:lnTo>
                  <a:lnTo>
                    <a:pt x="95513" y="81767"/>
                  </a:lnTo>
                  <a:lnTo>
                    <a:pt x="96263" y="82898"/>
                  </a:lnTo>
                  <a:lnTo>
                    <a:pt x="96461" y="84167"/>
                  </a:lnTo>
                  <a:lnTo>
                    <a:pt x="96598" y="85048"/>
                  </a:lnTo>
                  <a:lnTo>
                    <a:pt x="96753" y="85374"/>
                  </a:lnTo>
                  <a:lnTo>
                    <a:pt x="97244" y="86407"/>
                  </a:lnTo>
                  <a:lnTo>
                    <a:pt x="97373" y="86617"/>
                  </a:lnTo>
                  <a:lnTo>
                    <a:pt x="97735" y="87204"/>
                  </a:lnTo>
                  <a:lnTo>
                    <a:pt x="97986" y="87612"/>
                  </a:lnTo>
                  <a:lnTo>
                    <a:pt x="98118" y="87825"/>
                  </a:lnTo>
                  <a:lnTo>
                    <a:pt x="98625" y="88465"/>
                  </a:lnTo>
                  <a:lnTo>
                    <a:pt x="99034" y="88982"/>
                  </a:lnTo>
                  <a:lnTo>
                    <a:pt x="99180" y="89166"/>
                  </a:lnTo>
                  <a:lnTo>
                    <a:pt x="99426" y="89477"/>
                  </a:lnTo>
                  <a:lnTo>
                    <a:pt x="99733" y="89864"/>
                  </a:lnTo>
                  <a:lnTo>
                    <a:pt x="100212" y="89774"/>
                  </a:lnTo>
                  <a:lnTo>
                    <a:pt x="99712" y="90215"/>
                  </a:lnTo>
                  <a:lnTo>
                    <a:pt x="96239" y="93274"/>
                  </a:lnTo>
                  <a:lnTo>
                    <a:pt x="96098" y="93399"/>
                  </a:lnTo>
                  <a:lnTo>
                    <a:pt x="95854" y="93614"/>
                  </a:lnTo>
                  <a:lnTo>
                    <a:pt x="96820" y="94872"/>
                  </a:lnTo>
                  <a:lnTo>
                    <a:pt x="97257" y="95425"/>
                  </a:lnTo>
                  <a:lnTo>
                    <a:pt x="97782" y="96032"/>
                  </a:lnTo>
                  <a:lnTo>
                    <a:pt x="98029" y="96318"/>
                  </a:lnTo>
                  <a:lnTo>
                    <a:pt x="99282" y="97769"/>
                  </a:lnTo>
                  <a:lnTo>
                    <a:pt x="99965" y="98559"/>
                  </a:lnTo>
                  <a:lnTo>
                    <a:pt x="100273" y="98916"/>
                  </a:lnTo>
                  <a:lnTo>
                    <a:pt x="101236" y="100030"/>
                  </a:lnTo>
                  <a:lnTo>
                    <a:pt x="102349" y="101319"/>
                  </a:lnTo>
                  <a:lnTo>
                    <a:pt x="102845" y="101893"/>
                  </a:lnTo>
                  <a:lnTo>
                    <a:pt x="103241" y="102351"/>
                  </a:lnTo>
                  <a:lnTo>
                    <a:pt x="104470" y="103774"/>
                  </a:lnTo>
                  <a:lnTo>
                    <a:pt x="105627" y="105113"/>
                  </a:lnTo>
                  <a:lnTo>
                    <a:pt x="100873" y="106293"/>
                  </a:lnTo>
                  <a:lnTo>
                    <a:pt x="99589" y="106612"/>
                  </a:lnTo>
                  <a:lnTo>
                    <a:pt x="98777" y="107094"/>
                  </a:lnTo>
                  <a:lnTo>
                    <a:pt x="96323" y="108552"/>
                  </a:lnTo>
                  <a:lnTo>
                    <a:pt x="95504" y="109039"/>
                  </a:lnTo>
                  <a:lnTo>
                    <a:pt x="91522" y="113313"/>
                  </a:lnTo>
                  <a:lnTo>
                    <a:pt x="91208" y="113650"/>
                  </a:lnTo>
                  <a:lnTo>
                    <a:pt x="89805" y="115156"/>
                  </a:lnTo>
                  <a:lnTo>
                    <a:pt x="89322" y="115362"/>
                  </a:lnTo>
                  <a:lnTo>
                    <a:pt x="88776" y="115740"/>
                  </a:lnTo>
                  <a:lnTo>
                    <a:pt x="87490" y="116338"/>
                  </a:lnTo>
                  <a:lnTo>
                    <a:pt x="86980" y="116575"/>
                  </a:lnTo>
                  <a:lnTo>
                    <a:pt x="82517" y="118651"/>
                  </a:lnTo>
                  <a:lnTo>
                    <a:pt x="82256" y="118772"/>
                  </a:lnTo>
                  <a:lnTo>
                    <a:pt x="81304" y="119215"/>
                  </a:lnTo>
                  <a:lnTo>
                    <a:pt x="80919" y="119394"/>
                  </a:lnTo>
                  <a:lnTo>
                    <a:pt x="79298" y="120099"/>
                  </a:lnTo>
                  <a:lnTo>
                    <a:pt x="78197" y="120578"/>
                  </a:lnTo>
                  <a:lnTo>
                    <a:pt x="78330" y="120930"/>
                  </a:lnTo>
                  <a:lnTo>
                    <a:pt x="78423" y="121180"/>
                  </a:lnTo>
                  <a:lnTo>
                    <a:pt x="79084" y="123626"/>
                  </a:lnTo>
                  <a:lnTo>
                    <a:pt x="78892" y="124320"/>
                  </a:lnTo>
                  <a:lnTo>
                    <a:pt x="78810" y="124614"/>
                  </a:lnTo>
                  <a:lnTo>
                    <a:pt x="78741" y="124864"/>
                  </a:lnTo>
                  <a:lnTo>
                    <a:pt x="78222" y="126741"/>
                  </a:lnTo>
                  <a:lnTo>
                    <a:pt x="77925" y="127812"/>
                  </a:lnTo>
                  <a:lnTo>
                    <a:pt x="77886" y="127955"/>
                  </a:lnTo>
                  <a:lnTo>
                    <a:pt x="76598" y="128478"/>
                  </a:lnTo>
                  <a:lnTo>
                    <a:pt x="75271" y="129017"/>
                  </a:lnTo>
                  <a:lnTo>
                    <a:pt x="71262" y="130644"/>
                  </a:lnTo>
                  <a:lnTo>
                    <a:pt x="70864" y="129708"/>
                  </a:lnTo>
                  <a:lnTo>
                    <a:pt x="69178" y="125512"/>
                  </a:lnTo>
                  <a:lnTo>
                    <a:pt x="67623" y="121640"/>
                  </a:lnTo>
                  <a:lnTo>
                    <a:pt x="67361" y="120987"/>
                  </a:lnTo>
                  <a:lnTo>
                    <a:pt x="59060" y="100323"/>
                  </a:lnTo>
                  <a:lnTo>
                    <a:pt x="54244" y="88333"/>
                  </a:lnTo>
                  <a:lnTo>
                    <a:pt x="54168" y="88144"/>
                  </a:lnTo>
                  <a:lnTo>
                    <a:pt x="50072" y="80873"/>
                  </a:lnTo>
                  <a:lnTo>
                    <a:pt x="49666" y="80151"/>
                  </a:lnTo>
                  <a:lnTo>
                    <a:pt x="49284" y="80288"/>
                  </a:lnTo>
                  <a:lnTo>
                    <a:pt x="41846" y="82963"/>
                  </a:lnTo>
                  <a:lnTo>
                    <a:pt x="31429" y="86709"/>
                  </a:lnTo>
                  <a:lnTo>
                    <a:pt x="22812" y="89807"/>
                  </a:lnTo>
                  <a:lnTo>
                    <a:pt x="13118" y="93293"/>
                  </a:lnTo>
                  <a:lnTo>
                    <a:pt x="11256" y="93963"/>
                  </a:lnTo>
                  <a:lnTo>
                    <a:pt x="11051" y="93362"/>
                  </a:lnTo>
                  <a:lnTo>
                    <a:pt x="10989" y="93178"/>
                  </a:lnTo>
                  <a:lnTo>
                    <a:pt x="10857" y="92792"/>
                  </a:lnTo>
                  <a:lnTo>
                    <a:pt x="10498" y="91737"/>
                  </a:lnTo>
                  <a:lnTo>
                    <a:pt x="10153" y="90725"/>
                  </a:lnTo>
                  <a:lnTo>
                    <a:pt x="9846" y="89825"/>
                  </a:lnTo>
                  <a:lnTo>
                    <a:pt x="9627" y="89183"/>
                  </a:lnTo>
                  <a:lnTo>
                    <a:pt x="9458" y="88685"/>
                  </a:lnTo>
                  <a:lnTo>
                    <a:pt x="8981" y="87287"/>
                  </a:lnTo>
                  <a:lnTo>
                    <a:pt x="8193" y="84976"/>
                  </a:lnTo>
                  <a:lnTo>
                    <a:pt x="8079" y="84641"/>
                  </a:lnTo>
                  <a:lnTo>
                    <a:pt x="7898" y="84108"/>
                  </a:lnTo>
                  <a:lnTo>
                    <a:pt x="7821" y="83901"/>
                  </a:lnTo>
                  <a:lnTo>
                    <a:pt x="7731" y="83658"/>
                  </a:lnTo>
                  <a:lnTo>
                    <a:pt x="7341" y="82602"/>
                  </a:lnTo>
                  <a:lnTo>
                    <a:pt x="6510" y="80350"/>
                  </a:lnTo>
                  <a:lnTo>
                    <a:pt x="3758" y="72897"/>
                  </a:lnTo>
                  <a:lnTo>
                    <a:pt x="2666" y="69548"/>
                  </a:lnTo>
                  <a:lnTo>
                    <a:pt x="1859" y="66052"/>
                  </a:lnTo>
                  <a:lnTo>
                    <a:pt x="1793" y="64655"/>
                  </a:lnTo>
                  <a:lnTo>
                    <a:pt x="1772" y="64205"/>
                  </a:lnTo>
                  <a:lnTo>
                    <a:pt x="1517" y="58760"/>
                  </a:lnTo>
                  <a:lnTo>
                    <a:pt x="1500" y="58393"/>
                  </a:lnTo>
                  <a:lnTo>
                    <a:pt x="1348" y="55134"/>
                  </a:lnTo>
                  <a:lnTo>
                    <a:pt x="1312" y="54382"/>
                  </a:lnTo>
                  <a:lnTo>
                    <a:pt x="76" y="27960"/>
                  </a:lnTo>
                  <a:lnTo>
                    <a:pt x="0" y="26329"/>
                  </a:lnTo>
                  <a:lnTo>
                    <a:pt x="2133" y="26225"/>
                  </a:lnTo>
                  <a:lnTo>
                    <a:pt x="2569" y="26204"/>
                  </a:lnTo>
                  <a:lnTo>
                    <a:pt x="3492" y="26159"/>
                  </a:lnTo>
                  <a:lnTo>
                    <a:pt x="4052" y="26131"/>
                  </a:lnTo>
                  <a:lnTo>
                    <a:pt x="4929" y="26110"/>
                  </a:lnTo>
                  <a:lnTo>
                    <a:pt x="12030" y="25942"/>
                  </a:lnTo>
                  <a:lnTo>
                    <a:pt x="13322" y="25911"/>
                  </a:lnTo>
                  <a:lnTo>
                    <a:pt x="18828" y="25780"/>
                  </a:lnTo>
                  <a:lnTo>
                    <a:pt x="22736" y="25688"/>
                  </a:lnTo>
                  <a:lnTo>
                    <a:pt x="25694" y="25617"/>
                  </a:lnTo>
                  <a:lnTo>
                    <a:pt x="28131" y="25518"/>
                  </a:lnTo>
                  <a:lnTo>
                    <a:pt x="29608" y="25458"/>
                  </a:lnTo>
                  <a:lnTo>
                    <a:pt x="29755" y="25432"/>
                  </a:lnTo>
                  <a:lnTo>
                    <a:pt x="30341" y="25330"/>
                  </a:lnTo>
                  <a:lnTo>
                    <a:pt x="31278" y="25032"/>
                  </a:lnTo>
                  <a:lnTo>
                    <a:pt x="31946" y="24674"/>
                  </a:lnTo>
                  <a:lnTo>
                    <a:pt x="32685" y="24222"/>
                  </a:lnTo>
                  <a:lnTo>
                    <a:pt x="33634" y="23642"/>
                  </a:lnTo>
                  <a:lnTo>
                    <a:pt x="35276" y="22639"/>
                  </a:lnTo>
                  <a:lnTo>
                    <a:pt x="38325" y="20849"/>
                  </a:lnTo>
                  <a:lnTo>
                    <a:pt x="40335" y="19668"/>
                  </a:lnTo>
                  <a:lnTo>
                    <a:pt x="40865" y="19357"/>
                  </a:lnTo>
                  <a:lnTo>
                    <a:pt x="49045" y="14554"/>
                  </a:lnTo>
                  <a:lnTo>
                    <a:pt x="56149" y="10382"/>
                  </a:lnTo>
                  <a:lnTo>
                    <a:pt x="57168" y="9784"/>
                  </a:lnTo>
                  <a:lnTo>
                    <a:pt x="56899" y="9338"/>
                  </a:lnTo>
                  <a:lnTo>
                    <a:pt x="54773" y="5811"/>
                  </a:lnTo>
                  <a:lnTo>
                    <a:pt x="54115" y="4719"/>
                  </a:lnTo>
                  <a:lnTo>
                    <a:pt x="53639" y="3930"/>
                  </a:lnTo>
                  <a:lnTo>
                    <a:pt x="53950" y="3851"/>
                  </a:lnTo>
                  <a:lnTo>
                    <a:pt x="54732" y="3651"/>
                  </a:lnTo>
                  <a:lnTo>
                    <a:pt x="58557" y="2673"/>
                  </a:lnTo>
                  <a:lnTo>
                    <a:pt x="69015" y="0"/>
                  </a:lnTo>
                  <a:lnTo>
                    <a:pt x="71213" y="4971"/>
                  </a:lnTo>
                  <a:lnTo>
                    <a:pt x="71768" y="6229"/>
                  </a:lnTo>
                  <a:lnTo>
                    <a:pt x="73324" y="9747"/>
                  </a:lnTo>
                  <a:lnTo>
                    <a:pt x="73450" y="10046"/>
                  </a:lnTo>
                  <a:lnTo>
                    <a:pt x="74374" y="12231"/>
                  </a:lnTo>
                  <a:lnTo>
                    <a:pt x="75008" y="13730"/>
                  </a:lnTo>
                  <a:lnTo>
                    <a:pt x="75288" y="14392"/>
                  </a:lnTo>
                  <a:lnTo>
                    <a:pt x="75375" y="14596"/>
                  </a:lnTo>
                  <a:lnTo>
                    <a:pt x="76952" y="18325"/>
                  </a:lnTo>
                  <a:lnTo>
                    <a:pt x="78772" y="22628"/>
                  </a:lnTo>
                  <a:lnTo>
                    <a:pt x="79466" y="24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243758" y="4216178"/>
              <a:ext cx="98718" cy="77466"/>
            </a:xfrm>
            <a:custGeom>
              <a:avLst/>
              <a:pathLst>
                <a:path w="98718" h="77466">
                  <a:moveTo>
                    <a:pt x="79324" y="271"/>
                  </a:moveTo>
                  <a:lnTo>
                    <a:pt x="81317" y="2552"/>
                  </a:lnTo>
                  <a:lnTo>
                    <a:pt x="85138" y="2019"/>
                  </a:lnTo>
                  <a:lnTo>
                    <a:pt x="90381" y="3495"/>
                  </a:lnTo>
                  <a:lnTo>
                    <a:pt x="94580" y="669"/>
                  </a:lnTo>
                  <a:lnTo>
                    <a:pt x="98474" y="4146"/>
                  </a:lnTo>
                  <a:lnTo>
                    <a:pt x="98718" y="5544"/>
                  </a:lnTo>
                  <a:lnTo>
                    <a:pt x="97341" y="16559"/>
                  </a:lnTo>
                  <a:lnTo>
                    <a:pt x="96301" y="17229"/>
                  </a:lnTo>
                  <a:lnTo>
                    <a:pt x="92682" y="19559"/>
                  </a:lnTo>
                  <a:lnTo>
                    <a:pt x="91462" y="20183"/>
                  </a:lnTo>
                  <a:lnTo>
                    <a:pt x="89804" y="21030"/>
                  </a:lnTo>
                  <a:lnTo>
                    <a:pt x="87510" y="20433"/>
                  </a:lnTo>
                  <a:lnTo>
                    <a:pt x="86573" y="20096"/>
                  </a:lnTo>
                  <a:lnTo>
                    <a:pt x="85971" y="19880"/>
                  </a:lnTo>
                  <a:lnTo>
                    <a:pt x="81500" y="19734"/>
                  </a:lnTo>
                  <a:lnTo>
                    <a:pt x="76252" y="19614"/>
                  </a:lnTo>
                  <a:lnTo>
                    <a:pt x="73353" y="19548"/>
                  </a:lnTo>
                  <a:lnTo>
                    <a:pt x="71309" y="19501"/>
                  </a:lnTo>
                  <a:lnTo>
                    <a:pt x="71062" y="19485"/>
                  </a:lnTo>
                  <a:lnTo>
                    <a:pt x="65957" y="19143"/>
                  </a:lnTo>
                  <a:lnTo>
                    <a:pt x="61520" y="18846"/>
                  </a:lnTo>
                  <a:lnTo>
                    <a:pt x="60016" y="18886"/>
                  </a:lnTo>
                  <a:lnTo>
                    <a:pt x="59691" y="18895"/>
                  </a:lnTo>
                  <a:lnTo>
                    <a:pt x="59391" y="18844"/>
                  </a:lnTo>
                  <a:lnTo>
                    <a:pt x="59210" y="18814"/>
                  </a:lnTo>
                  <a:lnTo>
                    <a:pt x="56699" y="18389"/>
                  </a:lnTo>
                  <a:lnTo>
                    <a:pt x="56196" y="18336"/>
                  </a:lnTo>
                  <a:lnTo>
                    <a:pt x="55463" y="18258"/>
                  </a:lnTo>
                  <a:lnTo>
                    <a:pt x="48222" y="17491"/>
                  </a:lnTo>
                  <a:lnTo>
                    <a:pt x="48958" y="13183"/>
                  </a:lnTo>
                  <a:lnTo>
                    <a:pt x="49504" y="9991"/>
                  </a:lnTo>
                  <a:lnTo>
                    <a:pt x="47509" y="9651"/>
                  </a:lnTo>
                  <a:lnTo>
                    <a:pt x="46892" y="12693"/>
                  </a:lnTo>
                  <a:lnTo>
                    <a:pt x="45989" y="17139"/>
                  </a:lnTo>
                  <a:lnTo>
                    <a:pt x="40022" y="16794"/>
                  </a:lnTo>
                  <a:lnTo>
                    <a:pt x="29258" y="16172"/>
                  </a:lnTo>
                  <a:lnTo>
                    <a:pt x="28072" y="16762"/>
                  </a:lnTo>
                  <a:lnTo>
                    <a:pt x="27638" y="16587"/>
                  </a:lnTo>
                  <a:lnTo>
                    <a:pt x="18215" y="12784"/>
                  </a:lnTo>
                  <a:lnTo>
                    <a:pt x="13884" y="11026"/>
                  </a:lnTo>
                  <a:lnTo>
                    <a:pt x="13609" y="11408"/>
                  </a:lnTo>
                  <a:lnTo>
                    <a:pt x="11469" y="14383"/>
                  </a:lnTo>
                  <a:lnTo>
                    <a:pt x="11160" y="14819"/>
                  </a:lnTo>
                  <a:lnTo>
                    <a:pt x="11001" y="15042"/>
                  </a:lnTo>
                  <a:lnTo>
                    <a:pt x="11006" y="17423"/>
                  </a:lnTo>
                  <a:lnTo>
                    <a:pt x="11006" y="17678"/>
                  </a:lnTo>
                  <a:lnTo>
                    <a:pt x="11008" y="18355"/>
                  </a:lnTo>
                  <a:lnTo>
                    <a:pt x="12155" y="18826"/>
                  </a:lnTo>
                  <a:lnTo>
                    <a:pt x="19214" y="21725"/>
                  </a:lnTo>
                  <a:lnTo>
                    <a:pt x="25838" y="24445"/>
                  </a:lnTo>
                  <a:lnTo>
                    <a:pt x="26144" y="24464"/>
                  </a:lnTo>
                  <a:lnTo>
                    <a:pt x="27504" y="24550"/>
                  </a:lnTo>
                  <a:lnTo>
                    <a:pt x="38906" y="25271"/>
                  </a:lnTo>
                  <a:lnTo>
                    <a:pt x="41216" y="26017"/>
                  </a:lnTo>
                  <a:lnTo>
                    <a:pt x="43100" y="27089"/>
                  </a:lnTo>
                  <a:lnTo>
                    <a:pt x="44015" y="27922"/>
                  </a:lnTo>
                  <a:lnTo>
                    <a:pt x="44753" y="27166"/>
                  </a:lnTo>
                  <a:lnTo>
                    <a:pt x="48443" y="29700"/>
                  </a:lnTo>
                  <a:lnTo>
                    <a:pt x="48640" y="29835"/>
                  </a:lnTo>
                  <a:lnTo>
                    <a:pt x="48297" y="30719"/>
                  </a:lnTo>
                  <a:lnTo>
                    <a:pt x="53122" y="33909"/>
                  </a:lnTo>
                  <a:lnTo>
                    <a:pt x="54252" y="32198"/>
                  </a:lnTo>
                  <a:lnTo>
                    <a:pt x="54499" y="31823"/>
                  </a:lnTo>
                  <a:lnTo>
                    <a:pt x="56760" y="32891"/>
                  </a:lnTo>
                  <a:lnTo>
                    <a:pt x="60059" y="35195"/>
                  </a:lnTo>
                  <a:lnTo>
                    <a:pt x="60219" y="35241"/>
                  </a:lnTo>
                  <a:lnTo>
                    <a:pt x="61572" y="35633"/>
                  </a:lnTo>
                  <a:lnTo>
                    <a:pt x="62267" y="35834"/>
                  </a:lnTo>
                  <a:lnTo>
                    <a:pt x="62743" y="35972"/>
                  </a:lnTo>
                  <a:lnTo>
                    <a:pt x="63132" y="36254"/>
                  </a:lnTo>
                  <a:lnTo>
                    <a:pt x="64123" y="36971"/>
                  </a:lnTo>
                  <a:lnTo>
                    <a:pt x="65356" y="38183"/>
                  </a:lnTo>
                  <a:lnTo>
                    <a:pt x="65605" y="38428"/>
                  </a:lnTo>
                  <a:lnTo>
                    <a:pt x="68675" y="39341"/>
                  </a:lnTo>
                  <a:lnTo>
                    <a:pt x="70550" y="39899"/>
                  </a:lnTo>
                  <a:lnTo>
                    <a:pt x="70792" y="39972"/>
                  </a:lnTo>
                  <a:lnTo>
                    <a:pt x="71467" y="40133"/>
                  </a:lnTo>
                  <a:lnTo>
                    <a:pt x="73289" y="40568"/>
                  </a:lnTo>
                  <a:lnTo>
                    <a:pt x="74414" y="40836"/>
                  </a:lnTo>
                  <a:lnTo>
                    <a:pt x="74696" y="40904"/>
                  </a:lnTo>
                  <a:lnTo>
                    <a:pt x="75344" y="41116"/>
                  </a:lnTo>
                  <a:lnTo>
                    <a:pt x="75833" y="41718"/>
                  </a:lnTo>
                  <a:lnTo>
                    <a:pt x="77781" y="44115"/>
                  </a:lnTo>
                  <a:lnTo>
                    <a:pt x="78494" y="44992"/>
                  </a:lnTo>
                  <a:lnTo>
                    <a:pt x="78857" y="45004"/>
                  </a:lnTo>
                  <a:lnTo>
                    <a:pt x="79841" y="45037"/>
                  </a:lnTo>
                  <a:lnTo>
                    <a:pt x="81179" y="45081"/>
                  </a:lnTo>
                  <a:lnTo>
                    <a:pt x="87144" y="45278"/>
                  </a:lnTo>
                  <a:lnTo>
                    <a:pt x="88067" y="45103"/>
                  </a:lnTo>
                  <a:lnTo>
                    <a:pt x="89504" y="45134"/>
                  </a:lnTo>
                  <a:lnTo>
                    <a:pt x="90468" y="45641"/>
                  </a:lnTo>
                  <a:lnTo>
                    <a:pt x="90641" y="45752"/>
                  </a:lnTo>
                  <a:lnTo>
                    <a:pt x="90849" y="45885"/>
                  </a:lnTo>
                  <a:lnTo>
                    <a:pt x="91019" y="46124"/>
                  </a:lnTo>
                  <a:lnTo>
                    <a:pt x="91609" y="46953"/>
                  </a:lnTo>
                  <a:lnTo>
                    <a:pt x="91455" y="47921"/>
                  </a:lnTo>
                  <a:lnTo>
                    <a:pt x="91151" y="48186"/>
                  </a:lnTo>
                  <a:lnTo>
                    <a:pt x="90770" y="48518"/>
                  </a:lnTo>
                  <a:lnTo>
                    <a:pt x="90098" y="49105"/>
                  </a:lnTo>
                  <a:lnTo>
                    <a:pt x="89862" y="49310"/>
                  </a:lnTo>
                  <a:lnTo>
                    <a:pt x="89431" y="49686"/>
                  </a:lnTo>
                  <a:lnTo>
                    <a:pt x="87390" y="49945"/>
                  </a:lnTo>
                  <a:lnTo>
                    <a:pt x="86207" y="49799"/>
                  </a:lnTo>
                  <a:lnTo>
                    <a:pt x="85369" y="49913"/>
                  </a:lnTo>
                  <a:lnTo>
                    <a:pt x="85232" y="49932"/>
                  </a:lnTo>
                  <a:lnTo>
                    <a:pt x="84711" y="50003"/>
                  </a:lnTo>
                  <a:lnTo>
                    <a:pt x="81936" y="51480"/>
                  </a:lnTo>
                  <a:lnTo>
                    <a:pt x="80764" y="52122"/>
                  </a:lnTo>
                  <a:lnTo>
                    <a:pt x="80236" y="52411"/>
                  </a:lnTo>
                  <a:lnTo>
                    <a:pt x="76206" y="54215"/>
                  </a:lnTo>
                  <a:lnTo>
                    <a:pt x="74972" y="54660"/>
                  </a:lnTo>
                  <a:lnTo>
                    <a:pt x="74027" y="55002"/>
                  </a:lnTo>
                  <a:lnTo>
                    <a:pt x="74166" y="55336"/>
                  </a:lnTo>
                  <a:lnTo>
                    <a:pt x="73692" y="56574"/>
                  </a:lnTo>
                  <a:lnTo>
                    <a:pt x="73208" y="56796"/>
                  </a:lnTo>
                  <a:lnTo>
                    <a:pt x="72593" y="57079"/>
                  </a:lnTo>
                  <a:lnTo>
                    <a:pt x="72158" y="57278"/>
                  </a:lnTo>
                  <a:lnTo>
                    <a:pt x="69200" y="58637"/>
                  </a:lnTo>
                  <a:lnTo>
                    <a:pt x="68594" y="58938"/>
                  </a:lnTo>
                  <a:lnTo>
                    <a:pt x="68371" y="59087"/>
                  </a:lnTo>
                  <a:lnTo>
                    <a:pt x="68178" y="59267"/>
                  </a:lnTo>
                  <a:lnTo>
                    <a:pt x="68014" y="59420"/>
                  </a:lnTo>
                  <a:lnTo>
                    <a:pt x="67190" y="60187"/>
                  </a:lnTo>
                  <a:lnTo>
                    <a:pt x="66586" y="60011"/>
                  </a:lnTo>
                  <a:lnTo>
                    <a:pt x="64402" y="59373"/>
                  </a:lnTo>
                  <a:lnTo>
                    <a:pt x="62979" y="59018"/>
                  </a:lnTo>
                  <a:lnTo>
                    <a:pt x="61573" y="58666"/>
                  </a:lnTo>
                  <a:lnTo>
                    <a:pt x="61038" y="58533"/>
                  </a:lnTo>
                  <a:lnTo>
                    <a:pt x="60632" y="58390"/>
                  </a:lnTo>
                  <a:lnTo>
                    <a:pt x="59035" y="57829"/>
                  </a:lnTo>
                  <a:lnTo>
                    <a:pt x="58103" y="57501"/>
                  </a:lnTo>
                  <a:lnTo>
                    <a:pt x="56121" y="56032"/>
                  </a:lnTo>
                  <a:lnTo>
                    <a:pt x="55613" y="55654"/>
                  </a:lnTo>
                  <a:lnTo>
                    <a:pt x="55440" y="55526"/>
                  </a:lnTo>
                  <a:lnTo>
                    <a:pt x="54674" y="56408"/>
                  </a:lnTo>
                  <a:lnTo>
                    <a:pt x="53503" y="57755"/>
                  </a:lnTo>
                  <a:lnTo>
                    <a:pt x="52955" y="58386"/>
                  </a:lnTo>
                  <a:lnTo>
                    <a:pt x="51361" y="60728"/>
                  </a:lnTo>
                  <a:lnTo>
                    <a:pt x="50178" y="62468"/>
                  </a:lnTo>
                  <a:lnTo>
                    <a:pt x="49815" y="63000"/>
                  </a:lnTo>
                  <a:lnTo>
                    <a:pt x="49695" y="63177"/>
                  </a:lnTo>
                  <a:lnTo>
                    <a:pt x="49389" y="63564"/>
                  </a:lnTo>
                  <a:lnTo>
                    <a:pt x="48681" y="63094"/>
                  </a:lnTo>
                  <a:lnTo>
                    <a:pt x="47236" y="62135"/>
                  </a:lnTo>
                  <a:lnTo>
                    <a:pt x="46319" y="61486"/>
                  </a:lnTo>
                  <a:lnTo>
                    <a:pt x="43152" y="59241"/>
                  </a:lnTo>
                  <a:lnTo>
                    <a:pt x="43057" y="59669"/>
                  </a:lnTo>
                  <a:lnTo>
                    <a:pt x="42891" y="60412"/>
                  </a:lnTo>
                  <a:lnTo>
                    <a:pt x="42736" y="61051"/>
                  </a:lnTo>
                  <a:lnTo>
                    <a:pt x="42729" y="61225"/>
                  </a:lnTo>
                  <a:lnTo>
                    <a:pt x="42623" y="64030"/>
                  </a:lnTo>
                  <a:lnTo>
                    <a:pt x="42612" y="64323"/>
                  </a:lnTo>
                  <a:lnTo>
                    <a:pt x="42565" y="65578"/>
                  </a:lnTo>
                  <a:lnTo>
                    <a:pt x="41429" y="67406"/>
                  </a:lnTo>
                  <a:lnTo>
                    <a:pt x="41179" y="67808"/>
                  </a:lnTo>
                  <a:lnTo>
                    <a:pt x="40391" y="69239"/>
                  </a:lnTo>
                  <a:lnTo>
                    <a:pt x="39952" y="70036"/>
                  </a:lnTo>
                  <a:lnTo>
                    <a:pt x="39096" y="71590"/>
                  </a:lnTo>
                  <a:lnTo>
                    <a:pt x="38669" y="72491"/>
                  </a:lnTo>
                  <a:lnTo>
                    <a:pt x="38008" y="73886"/>
                  </a:lnTo>
                  <a:lnTo>
                    <a:pt x="37853" y="74212"/>
                  </a:lnTo>
                  <a:lnTo>
                    <a:pt x="37635" y="74575"/>
                  </a:lnTo>
                  <a:lnTo>
                    <a:pt x="36816" y="75936"/>
                  </a:lnTo>
                  <a:lnTo>
                    <a:pt x="36018" y="76997"/>
                  </a:lnTo>
                  <a:lnTo>
                    <a:pt x="35585" y="77466"/>
                  </a:lnTo>
                  <a:lnTo>
                    <a:pt x="35402" y="77171"/>
                  </a:lnTo>
                  <a:lnTo>
                    <a:pt x="33060" y="73414"/>
                  </a:lnTo>
                  <a:lnTo>
                    <a:pt x="32693" y="72825"/>
                  </a:lnTo>
                  <a:lnTo>
                    <a:pt x="32157" y="72438"/>
                  </a:lnTo>
                  <a:lnTo>
                    <a:pt x="31717" y="72122"/>
                  </a:lnTo>
                  <a:lnTo>
                    <a:pt x="31518" y="71974"/>
                  </a:lnTo>
                  <a:lnTo>
                    <a:pt x="30412" y="73724"/>
                  </a:lnTo>
                  <a:lnTo>
                    <a:pt x="30070" y="74265"/>
                  </a:lnTo>
                  <a:lnTo>
                    <a:pt x="28786" y="75885"/>
                  </a:lnTo>
                  <a:lnTo>
                    <a:pt x="25041" y="73489"/>
                  </a:lnTo>
                  <a:lnTo>
                    <a:pt x="24901" y="73369"/>
                  </a:lnTo>
                  <a:lnTo>
                    <a:pt x="24438" y="72971"/>
                  </a:lnTo>
                  <a:lnTo>
                    <a:pt x="24192" y="72760"/>
                  </a:lnTo>
                  <a:lnTo>
                    <a:pt x="24043" y="72632"/>
                  </a:lnTo>
                  <a:lnTo>
                    <a:pt x="25967" y="70218"/>
                  </a:lnTo>
                  <a:lnTo>
                    <a:pt x="26256" y="69892"/>
                  </a:lnTo>
                  <a:lnTo>
                    <a:pt x="26476" y="69463"/>
                  </a:lnTo>
                  <a:lnTo>
                    <a:pt x="26648" y="69128"/>
                  </a:lnTo>
                  <a:lnTo>
                    <a:pt x="26828" y="68488"/>
                  </a:lnTo>
                  <a:lnTo>
                    <a:pt x="27525" y="66002"/>
                  </a:lnTo>
                  <a:lnTo>
                    <a:pt x="27611" y="65695"/>
                  </a:lnTo>
                  <a:lnTo>
                    <a:pt x="27159" y="65462"/>
                  </a:lnTo>
                  <a:lnTo>
                    <a:pt x="31432" y="56678"/>
                  </a:lnTo>
                  <a:lnTo>
                    <a:pt x="30866" y="56390"/>
                  </a:lnTo>
                  <a:lnTo>
                    <a:pt x="27761" y="54809"/>
                  </a:lnTo>
                  <a:lnTo>
                    <a:pt x="29348" y="51418"/>
                  </a:lnTo>
                  <a:lnTo>
                    <a:pt x="30680" y="48575"/>
                  </a:lnTo>
                  <a:lnTo>
                    <a:pt x="30268" y="47983"/>
                  </a:lnTo>
                  <a:lnTo>
                    <a:pt x="29204" y="46493"/>
                  </a:lnTo>
                  <a:lnTo>
                    <a:pt x="25993" y="43825"/>
                  </a:lnTo>
                  <a:lnTo>
                    <a:pt x="19021" y="38779"/>
                  </a:lnTo>
                  <a:lnTo>
                    <a:pt x="11471" y="33953"/>
                  </a:lnTo>
                  <a:lnTo>
                    <a:pt x="10258" y="30331"/>
                  </a:lnTo>
                  <a:lnTo>
                    <a:pt x="7706" y="23226"/>
                  </a:lnTo>
                  <a:lnTo>
                    <a:pt x="6413" y="18370"/>
                  </a:lnTo>
                  <a:lnTo>
                    <a:pt x="6675" y="15334"/>
                  </a:lnTo>
                  <a:lnTo>
                    <a:pt x="5309" y="11633"/>
                  </a:lnTo>
                  <a:lnTo>
                    <a:pt x="369" y="9221"/>
                  </a:lnTo>
                  <a:lnTo>
                    <a:pt x="0" y="8315"/>
                  </a:lnTo>
                  <a:lnTo>
                    <a:pt x="356" y="6276"/>
                  </a:lnTo>
                  <a:lnTo>
                    <a:pt x="1435" y="5287"/>
                  </a:lnTo>
                  <a:lnTo>
                    <a:pt x="2321" y="5462"/>
                  </a:lnTo>
                  <a:lnTo>
                    <a:pt x="5240" y="6038"/>
                  </a:lnTo>
                  <a:lnTo>
                    <a:pt x="5854" y="6160"/>
                  </a:lnTo>
                  <a:lnTo>
                    <a:pt x="7764" y="6537"/>
                  </a:lnTo>
                  <a:lnTo>
                    <a:pt x="8632" y="6708"/>
                  </a:lnTo>
                  <a:lnTo>
                    <a:pt x="14034" y="5281"/>
                  </a:lnTo>
                  <a:lnTo>
                    <a:pt x="25233" y="7673"/>
                  </a:lnTo>
                  <a:lnTo>
                    <a:pt x="28354" y="8340"/>
                  </a:lnTo>
                  <a:lnTo>
                    <a:pt x="50660" y="3940"/>
                  </a:lnTo>
                  <a:lnTo>
                    <a:pt x="54137" y="2037"/>
                  </a:lnTo>
                  <a:lnTo>
                    <a:pt x="54289" y="231"/>
                  </a:lnTo>
                  <a:lnTo>
                    <a:pt x="65950" y="0"/>
                  </a:lnTo>
                  <a:lnTo>
                    <a:pt x="70651" y="95"/>
                  </a:lnTo>
                  <a:lnTo>
                    <a:pt x="76793" y="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48065" y="3546293"/>
              <a:ext cx="105028" cy="102517"/>
            </a:xfrm>
            <a:custGeom>
              <a:avLst/>
              <a:pathLst>
                <a:path w="105028" h="102517">
                  <a:moveTo>
                    <a:pt x="26469" y="19174"/>
                  </a:moveTo>
                  <a:lnTo>
                    <a:pt x="27130" y="19682"/>
                  </a:lnTo>
                  <a:lnTo>
                    <a:pt x="27513" y="19129"/>
                  </a:lnTo>
                  <a:lnTo>
                    <a:pt x="27823" y="18721"/>
                  </a:lnTo>
                  <a:lnTo>
                    <a:pt x="29514" y="19848"/>
                  </a:lnTo>
                  <a:lnTo>
                    <a:pt x="30182" y="20292"/>
                  </a:lnTo>
                  <a:lnTo>
                    <a:pt x="32378" y="21754"/>
                  </a:lnTo>
                  <a:lnTo>
                    <a:pt x="35849" y="24065"/>
                  </a:lnTo>
                  <a:lnTo>
                    <a:pt x="36893" y="24760"/>
                  </a:lnTo>
                  <a:lnTo>
                    <a:pt x="40522" y="27176"/>
                  </a:lnTo>
                  <a:lnTo>
                    <a:pt x="40902" y="27429"/>
                  </a:lnTo>
                  <a:lnTo>
                    <a:pt x="42117" y="28896"/>
                  </a:lnTo>
                  <a:lnTo>
                    <a:pt x="43620" y="30710"/>
                  </a:lnTo>
                  <a:lnTo>
                    <a:pt x="45277" y="32402"/>
                  </a:lnTo>
                  <a:lnTo>
                    <a:pt x="47884" y="35839"/>
                  </a:lnTo>
                  <a:lnTo>
                    <a:pt x="52184" y="41509"/>
                  </a:lnTo>
                  <a:lnTo>
                    <a:pt x="54059" y="43982"/>
                  </a:lnTo>
                  <a:lnTo>
                    <a:pt x="54442" y="44219"/>
                  </a:lnTo>
                  <a:lnTo>
                    <a:pt x="58284" y="46600"/>
                  </a:lnTo>
                  <a:lnTo>
                    <a:pt x="58635" y="46818"/>
                  </a:lnTo>
                  <a:lnTo>
                    <a:pt x="59131" y="47140"/>
                  </a:lnTo>
                  <a:lnTo>
                    <a:pt x="59400" y="47345"/>
                  </a:lnTo>
                  <a:lnTo>
                    <a:pt x="60378" y="48090"/>
                  </a:lnTo>
                  <a:lnTo>
                    <a:pt x="63608" y="50551"/>
                  </a:lnTo>
                  <a:lnTo>
                    <a:pt x="65421" y="51932"/>
                  </a:lnTo>
                  <a:lnTo>
                    <a:pt x="68965" y="54633"/>
                  </a:lnTo>
                  <a:lnTo>
                    <a:pt x="69429" y="54986"/>
                  </a:lnTo>
                  <a:lnTo>
                    <a:pt x="74358" y="58741"/>
                  </a:lnTo>
                  <a:lnTo>
                    <a:pt x="75936" y="59702"/>
                  </a:lnTo>
                  <a:lnTo>
                    <a:pt x="80300" y="62358"/>
                  </a:lnTo>
                  <a:lnTo>
                    <a:pt x="84483" y="64904"/>
                  </a:lnTo>
                  <a:lnTo>
                    <a:pt x="88936" y="67614"/>
                  </a:lnTo>
                  <a:lnTo>
                    <a:pt x="90969" y="69132"/>
                  </a:lnTo>
                  <a:lnTo>
                    <a:pt x="92426" y="70220"/>
                  </a:lnTo>
                  <a:lnTo>
                    <a:pt x="97607" y="74089"/>
                  </a:lnTo>
                  <a:lnTo>
                    <a:pt x="105028" y="79630"/>
                  </a:lnTo>
                  <a:lnTo>
                    <a:pt x="100811" y="89729"/>
                  </a:lnTo>
                  <a:lnTo>
                    <a:pt x="96891" y="95386"/>
                  </a:lnTo>
                  <a:lnTo>
                    <a:pt x="90815" y="102517"/>
                  </a:lnTo>
                  <a:lnTo>
                    <a:pt x="78402" y="101201"/>
                  </a:lnTo>
                  <a:lnTo>
                    <a:pt x="75033" y="100553"/>
                  </a:lnTo>
                  <a:lnTo>
                    <a:pt x="73357" y="100454"/>
                  </a:lnTo>
                  <a:lnTo>
                    <a:pt x="74467" y="93550"/>
                  </a:lnTo>
                  <a:lnTo>
                    <a:pt x="69984" y="93627"/>
                  </a:lnTo>
                  <a:lnTo>
                    <a:pt x="66412" y="92229"/>
                  </a:lnTo>
                  <a:lnTo>
                    <a:pt x="61473" y="89278"/>
                  </a:lnTo>
                  <a:lnTo>
                    <a:pt x="55815" y="82510"/>
                  </a:lnTo>
                  <a:lnTo>
                    <a:pt x="62461" y="74131"/>
                  </a:lnTo>
                  <a:lnTo>
                    <a:pt x="60409" y="72267"/>
                  </a:lnTo>
                  <a:lnTo>
                    <a:pt x="58509" y="73976"/>
                  </a:lnTo>
                  <a:lnTo>
                    <a:pt x="56814" y="73014"/>
                  </a:lnTo>
                  <a:lnTo>
                    <a:pt x="42352" y="64274"/>
                  </a:lnTo>
                  <a:lnTo>
                    <a:pt x="37475" y="63614"/>
                  </a:lnTo>
                  <a:lnTo>
                    <a:pt x="36143" y="63072"/>
                  </a:lnTo>
                  <a:lnTo>
                    <a:pt x="32849" y="61731"/>
                  </a:lnTo>
                  <a:lnTo>
                    <a:pt x="17956" y="50883"/>
                  </a:lnTo>
                  <a:lnTo>
                    <a:pt x="18241" y="48954"/>
                  </a:lnTo>
                  <a:lnTo>
                    <a:pt x="18564" y="46766"/>
                  </a:lnTo>
                  <a:lnTo>
                    <a:pt x="10249" y="42057"/>
                  </a:lnTo>
                  <a:lnTo>
                    <a:pt x="2780" y="37777"/>
                  </a:lnTo>
                  <a:lnTo>
                    <a:pt x="1087" y="28069"/>
                  </a:lnTo>
                  <a:lnTo>
                    <a:pt x="0" y="21830"/>
                  </a:lnTo>
                  <a:lnTo>
                    <a:pt x="1230" y="21157"/>
                  </a:lnTo>
                  <a:lnTo>
                    <a:pt x="3183" y="9707"/>
                  </a:lnTo>
                  <a:lnTo>
                    <a:pt x="3542" y="8950"/>
                  </a:lnTo>
                  <a:lnTo>
                    <a:pt x="3916" y="8163"/>
                  </a:lnTo>
                  <a:lnTo>
                    <a:pt x="4138" y="7697"/>
                  </a:lnTo>
                  <a:lnTo>
                    <a:pt x="5628" y="4561"/>
                  </a:lnTo>
                  <a:lnTo>
                    <a:pt x="9435" y="0"/>
                  </a:lnTo>
                  <a:lnTo>
                    <a:pt x="11666" y="2270"/>
                  </a:lnTo>
                  <a:lnTo>
                    <a:pt x="12185" y="2798"/>
                  </a:lnTo>
                  <a:lnTo>
                    <a:pt x="12310" y="2925"/>
                  </a:lnTo>
                  <a:lnTo>
                    <a:pt x="12451" y="3129"/>
                  </a:lnTo>
                  <a:lnTo>
                    <a:pt x="12706" y="3501"/>
                  </a:lnTo>
                  <a:lnTo>
                    <a:pt x="13856" y="5174"/>
                  </a:lnTo>
                  <a:lnTo>
                    <a:pt x="15660" y="7800"/>
                  </a:lnTo>
                  <a:lnTo>
                    <a:pt x="15996" y="8180"/>
                  </a:lnTo>
                  <a:lnTo>
                    <a:pt x="16534" y="8790"/>
                  </a:lnTo>
                  <a:lnTo>
                    <a:pt x="20600" y="13397"/>
                  </a:lnTo>
                  <a:lnTo>
                    <a:pt x="21094" y="14195"/>
                  </a:lnTo>
                  <a:lnTo>
                    <a:pt x="21504" y="14859"/>
                  </a:lnTo>
                  <a:lnTo>
                    <a:pt x="21715" y="15200"/>
                  </a:lnTo>
                  <a:lnTo>
                    <a:pt x="22010" y="15678"/>
                  </a:lnTo>
                  <a:lnTo>
                    <a:pt x="22101" y="15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7408" y="3719323"/>
              <a:ext cx="101851" cy="75369"/>
            </a:xfrm>
            <a:custGeom>
              <a:avLst/>
              <a:pathLst>
                <a:path w="101851" h="75369">
                  <a:moveTo>
                    <a:pt x="29292" y="1138"/>
                  </a:moveTo>
                  <a:lnTo>
                    <a:pt x="33078" y="1690"/>
                  </a:lnTo>
                  <a:lnTo>
                    <a:pt x="34085" y="1850"/>
                  </a:lnTo>
                  <a:lnTo>
                    <a:pt x="34840" y="1971"/>
                  </a:lnTo>
                  <a:lnTo>
                    <a:pt x="36025" y="1825"/>
                  </a:lnTo>
                  <a:lnTo>
                    <a:pt x="45741" y="625"/>
                  </a:lnTo>
                  <a:lnTo>
                    <a:pt x="46043" y="845"/>
                  </a:lnTo>
                  <a:lnTo>
                    <a:pt x="46747" y="1357"/>
                  </a:lnTo>
                  <a:lnTo>
                    <a:pt x="47812" y="2131"/>
                  </a:lnTo>
                  <a:lnTo>
                    <a:pt x="49035" y="2445"/>
                  </a:lnTo>
                  <a:lnTo>
                    <a:pt x="50532" y="2830"/>
                  </a:lnTo>
                  <a:lnTo>
                    <a:pt x="51891" y="4738"/>
                  </a:lnTo>
                  <a:lnTo>
                    <a:pt x="52037" y="4943"/>
                  </a:lnTo>
                  <a:lnTo>
                    <a:pt x="54320" y="6587"/>
                  </a:lnTo>
                  <a:lnTo>
                    <a:pt x="54546" y="6750"/>
                  </a:lnTo>
                  <a:lnTo>
                    <a:pt x="54997" y="7075"/>
                  </a:lnTo>
                  <a:lnTo>
                    <a:pt x="56820" y="8760"/>
                  </a:lnTo>
                  <a:lnTo>
                    <a:pt x="57373" y="9271"/>
                  </a:lnTo>
                  <a:lnTo>
                    <a:pt x="59244" y="11000"/>
                  </a:lnTo>
                  <a:lnTo>
                    <a:pt x="63283" y="14734"/>
                  </a:lnTo>
                  <a:lnTo>
                    <a:pt x="71529" y="20248"/>
                  </a:lnTo>
                  <a:lnTo>
                    <a:pt x="77242" y="22262"/>
                  </a:lnTo>
                  <a:lnTo>
                    <a:pt x="83654" y="25758"/>
                  </a:lnTo>
                  <a:lnTo>
                    <a:pt x="90832" y="27912"/>
                  </a:lnTo>
                  <a:lnTo>
                    <a:pt x="95771" y="29854"/>
                  </a:lnTo>
                  <a:lnTo>
                    <a:pt x="99001" y="32281"/>
                  </a:lnTo>
                  <a:lnTo>
                    <a:pt x="101851" y="39078"/>
                  </a:lnTo>
                  <a:lnTo>
                    <a:pt x="100171" y="49639"/>
                  </a:lnTo>
                  <a:lnTo>
                    <a:pt x="96847" y="55222"/>
                  </a:lnTo>
                  <a:lnTo>
                    <a:pt x="91860" y="61048"/>
                  </a:lnTo>
                  <a:lnTo>
                    <a:pt x="90435" y="65903"/>
                  </a:lnTo>
                  <a:lnTo>
                    <a:pt x="89010" y="72456"/>
                  </a:lnTo>
                  <a:lnTo>
                    <a:pt x="82123" y="75369"/>
                  </a:lnTo>
                  <a:lnTo>
                    <a:pt x="76186" y="74641"/>
                  </a:lnTo>
                  <a:lnTo>
                    <a:pt x="68350" y="69058"/>
                  </a:lnTo>
                  <a:lnTo>
                    <a:pt x="62888" y="66388"/>
                  </a:lnTo>
                  <a:lnTo>
                    <a:pt x="52914" y="69301"/>
                  </a:lnTo>
                  <a:lnTo>
                    <a:pt x="41990" y="69301"/>
                  </a:lnTo>
                  <a:lnTo>
                    <a:pt x="34628" y="66145"/>
                  </a:lnTo>
                  <a:lnTo>
                    <a:pt x="25604" y="59106"/>
                  </a:lnTo>
                  <a:lnTo>
                    <a:pt x="19667" y="56921"/>
                  </a:lnTo>
                  <a:lnTo>
                    <a:pt x="14918" y="53038"/>
                  </a:lnTo>
                  <a:lnTo>
                    <a:pt x="7793" y="45270"/>
                  </a:lnTo>
                  <a:lnTo>
                    <a:pt x="3756" y="36046"/>
                  </a:lnTo>
                  <a:lnTo>
                    <a:pt x="0" y="28704"/>
                  </a:lnTo>
                  <a:lnTo>
                    <a:pt x="9736" y="30160"/>
                  </a:lnTo>
                  <a:lnTo>
                    <a:pt x="9499" y="25063"/>
                  </a:lnTo>
                  <a:lnTo>
                    <a:pt x="10448" y="19480"/>
                  </a:lnTo>
                  <a:lnTo>
                    <a:pt x="11359" y="14895"/>
                  </a:lnTo>
                  <a:lnTo>
                    <a:pt x="11143" y="14738"/>
                  </a:lnTo>
                  <a:lnTo>
                    <a:pt x="11369" y="14048"/>
                  </a:lnTo>
                  <a:lnTo>
                    <a:pt x="11994" y="12141"/>
                  </a:lnTo>
                  <a:lnTo>
                    <a:pt x="12828" y="9869"/>
                  </a:lnTo>
                  <a:lnTo>
                    <a:pt x="13243" y="8738"/>
                  </a:lnTo>
                  <a:lnTo>
                    <a:pt x="13346" y="8263"/>
                  </a:lnTo>
                  <a:lnTo>
                    <a:pt x="13775" y="6291"/>
                  </a:lnTo>
                  <a:lnTo>
                    <a:pt x="14327" y="5369"/>
                  </a:lnTo>
                  <a:lnTo>
                    <a:pt x="14449" y="5166"/>
                  </a:lnTo>
                  <a:lnTo>
                    <a:pt x="14924" y="4373"/>
                  </a:lnTo>
                  <a:lnTo>
                    <a:pt x="15022" y="4208"/>
                  </a:lnTo>
                  <a:lnTo>
                    <a:pt x="16418" y="1878"/>
                  </a:lnTo>
                  <a:lnTo>
                    <a:pt x="16732" y="1413"/>
                  </a:lnTo>
                  <a:lnTo>
                    <a:pt x="17341" y="512"/>
                  </a:lnTo>
                  <a:lnTo>
                    <a:pt x="17493" y="434"/>
                  </a:lnTo>
                  <a:lnTo>
                    <a:pt x="19496" y="1410"/>
                  </a:lnTo>
                  <a:lnTo>
                    <a:pt x="19795" y="1386"/>
                  </a:lnTo>
                  <a:lnTo>
                    <a:pt x="23850" y="1070"/>
                  </a:lnTo>
                  <a:lnTo>
                    <a:pt x="24654" y="994"/>
                  </a:lnTo>
                  <a:lnTo>
                    <a:pt x="25621" y="190"/>
                  </a:lnTo>
                  <a:lnTo>
                    <a:pt x="25756" y="0"/>
                  </a:lnTo>
                  <a:lnTo>
                    <a:pt x="29045" y="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531" y="4229521"/>
              <a:ext cx="125990" cy="113866"/>
            </a:xfrm>
            <a:custGeom>
              <a:avLst/>
              <a:pathLst>
                <a:path w="125990" h="113866">
                  <a:moveTo>
                    <a:pt x="83833" y="16051"/>
                  </a:moveTo>
                  <a:lnTo>
                    <a:pt x="85752" y="16192"/>
                  </a:lnTo>
                  <a:lnTo>
                    <a:pt x="89002" y="3560"/>
                  </a:lnTo>
                  <a:lnTo>
                    <a:pt x="93657" y="3851"/>
                  </a:lnTo>
                  <a:lnTo>
                    <a:pt x="105626" y="6958"/>
                  </a:lnTo>
                  <a:lnTo>
                    <a:pt x="113035" y="11715"/>
                  </a:lnTo>
                  <a:lnTo>
                    <a:pt x="108461" y="19570"/>
                  </a:lnTo>
                  <a:lnTo>
                    <a:pt x="108708" y="19717"/>
                  </a:lnTo>
                  <a:lnTo>
                    <a:pt x="112465" y="21971"/>
                  </a:lnTo>
                  <a:lnTo>
                    <a:pt x="120170" y="25116"/>
                  </a:lnTo>
                  <a:lnTo>
                    <a:pt x="120888" y="35013"/>
                  </a:lnTo>
                  <a:lnTo>
                    <a:pt x="122901" y="39143"/>
                  </a:lnTo>
                  <a:lnTo>
                    <a:pt x="125990" y="46294"/>
                  </a:lnTo>
                  <a:lnTo>
                    <a:pt x="122238" y="52939"/>
                  </a:lnTo>
                  <a:lnTo>
                    <a:pt x="116357" y="50342"/>
                  </a:lnTo>
                  <a:lnTo>
                    <a:pt x="115566" y="49992"/>
                  </a:lnTo>
                  <a:lnTo>
                    <a:pt x="111515" y="55699"/>
                  </a:lnTo>
                  <a:lnTo>
                    <a:pt x="108689" y="53395"/>
                  </a:lnTo>
                  <a:lnTo>
                    <a:pt x="101947" y="49160"/>
                  </a:lnTo>
                  <a:lnTo>
                    <a:pt x="83280" y="37435"/>
                  </a:lnTo>
                  <a:lnTo>
                    <a:pt x="76096" y="36221"/>
                  </a:lnTo>
                  <a:lnTo>
                    <a:pt x="72387" y="35673"/>
                  </a:lnTo>
                  <a:lnTo>
                    <a:pt x="72171" y="38804"/>
                  </a:lnTo>
                  <a:lnTo>
                    <a:pt x="62014" y="37595"/>
                  </a:lnTo>
                  <a:lnTo>
                    <a:pt x="59036" y="37221"/>
                  </a:lnTo>
                  <a:lnTo>
                    <a:pt x="49954" y="36023"/>
                  </a:lnTo>
                  <a:lnTo>
                    <a:pt x="47492" y="35698"/>
                  </a:lnTo>
                  <a:lnTo>
                    <a:pt x="47786" y="32479"/>
                  </a:lnTo>
                  <a:lnTo>
                    <a:pt x="48107" y="28973"/>
                  </a:lnTo>
                  <a:lnTo>
                    <a:pt x="45086" y="28682"/>
                  </a:lnTo>
                  <a:lnTo>
                    <a:pt x="40755" y="28624"/>
                  </a:lnTo>
                  <a:lnTo>
                    <a:pt x="36081" y="29032"/>
                  </a:lnTo>
                  <a:lnTo>
                    <a:pt x="31351" y="29032"/>
                  </a:lnTo>
                  <a:lnTo>
                    <a:pt x="31391" y="35775"/>
                  </a:lnTo>
                  <a:lnTo>
                    <a:pt x="29470" y="35556"/>
                  </a:lnTo>
                  <a:lnTo>
                    <a:pt x="26563" y="34974"/>
                  </a:lnTo>
                  <a:lnTo>
                    <a:pt x="25708" y="41673"/>
                  </a:lnTo>
                  <a:lnTo>
                    <a:pt x="24683" y="48081"/>
                  </a:lnTo>
                  <a:lnTo>
                    <a:pt x="19724" y="56063"/>
                  </a:lnTo>
                  <a:lnTo>
                    <a:pt x="18764" y="56860"/>
                  </a:lnTo>
                  <a:lnTo>
                    <a:pt x="12486" y="55946"/>
                  </a:lnTo>
                  <a:lnTo>
                    <a:pt x="8923" y="68549"/>
                  </a:lnTo>
                  <a:lnTo>
                    <a:pt x="8989" y="71436"/>
                  </a:lnTo>
                  <a:lnTo>
                    <a:pt x="21433" y="92700"/>
                  </a:lnTo>
                  <a:lnTo>
                    <a:pt x="23523" y="101535"/>
                  </a:lnTo>
                  <a:lnTo>
                    <a:pt x="24473" y="104157"/>
                  </a:lnTo>
                  <a:lnTo>
                    <a:pt x="33592" y="108623"/>
                  </a:lnTo>
                  <a:lnTo>
                    <a:pt x="27037" y="113866"/>
                  </a:lnTo>
                  <a:lnTo>
                    <a:pt x="18203" y="106293"/>
                  </a:lnTo>
                  <a:lnTo>
                    <a:pt x="3100" y="71533"/>
                  </a:lnTo>
                  <a:lnTo>
                    <a:pt x="3739" y="66969"/>
                  </a:lnTo>
                  <a:lnTo>
                    <a:pt x="5276" y="61423"/>
                  </a:lnTo>
                  <a:lnTo>
                    <a:pt x="7387" y="53803"/>
                  </a:lnTo>
                  <a:lnTo>
                    <a:pt x="8983" y="49317"/>
                  </a:lnTo>
                  <a:lnTo>
                    <a:pt x="8869" y="40929"/>
                  </a:lnTo>
                  <a:lnTo>
                    <a:pt x="8983" y="38657"/>
                  </a:lnTo>
                  <a:lnTo>
                    <a:pt x="9244" y="35419"/>
                  </a:lnTo>
                  <a:lnTo>
                    <a:pt x="2910" y="34152"/>
                  </a:lnTo>
                  <a:lnTo>
                    <a:pt x="3100" y="23472"/>
                  </a:lnTo>
                  <a:lnTo>
                    <a:pt x="11079" y="25705"/>
                  </a:lnTo>
                  <a:lnTo>
                    <a:pt x="11769" y="22674"/>
                  </a:lnTo>
                  <a:lnTo>
                    <a:pt x="8663" y="20150"/>
                  </a:lnTo>
                  <a:lnTo>
                    <a:pt x="3689" y="15797"/>
                  </a:lnTo>
                  <a:lnTo>
                    <a:pt x="4975" y="14250"/>
                  </a:lnTo>
                  <a:lnTo>
                    <a:pt x="0" y="9543"/>
                  </a:lnTo>
                  <a:lnTo>
                    <a:pt x="3348" y="5756"/>
                  </a:lnTo>
                  <a:lnTo>
                    <a:pt x="8827" y="9618"/>
                  </a:lnTo>
                  <a:lnTo>
                    <a:pt x="16826" y="0"/>
                  </a:lnTo>
                  <a:lnTo>
                    <a:pt x="27207" y="6888"/>
                  </a:lnTo>
                  <a:lnTo>
                    <a:pt x="29091" y="8138"/>
                  </a:lnTo>
                  <a:lnTo>
                    <a:pt x="29675" y="8525"/>
                  </a:lnTo>
                  <a:lnTo>
                    <a:pt x="29934" y="3543"/>
                  </a:lnTo>
                  <a:lnTo>
                    <a:pt x="34542" y="3689"/>
                  </a:lnTo>
                  <a:lnTo>
                    <a:pt x="34413" y="9732"/>
                  </a:lnTo>
                  <a:lnTo>
                    <a:pt x="34972" y="9874"/>
                  </a:lnTo>
                  <a:lnTo>
                    <a:pt x="41189" y="10417"/>
                  </a:lnTo>
                  <a:lnTo>
                    <a:pt x="55039" y="11640"/>
                  </a:lnTo>
                  <a:lnTo>
                    <a:pt x="64158" y="12747"/>
                  </a:lnTo>
                  <a:lnTo>
                    <a:pt x="64622" y="10282"/>
                  </a:lnTo>
                  <a:lnTo>
                    <a:pt x="78636" y="14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95390" y="3899350"/>
              <a:ext cx="91622" cy="65513"/>
            </a:xfrm>
            <a:custGeom>
              <a:avLst/>
              <a:pathLst>
                <a:path w="91622" h="65513">
                  <a:moveTo>
                    <a:pt x="70534" y="6523"/>
                  </a:moveTo>
                  <a:lnTo>
                    <a:pt x="72915" y="9148"/>
                  </a:lnTo>
                  <a:lnTo>
                    <a:pt x="72714" y="13067"/>
                  </a:lnTo>
                  <a:lnTo>
                    <a:pt x="60106" y="20527"/>
                  </a:lnTo>
                  <a:lnTo>
                    <a:pt x="62451" y="22223"/>
                  </a:lnTo>
                  <a:lnTo>
                    <a:pt x="67168" y="25634"/>
                  </a:lnTo>
                  <a:lnTo>
                    <a:pt x="67968" y="22984"/>
                  </a:lnTo>
                  <a:lnTo>
                    <a:pt x="68132" y="22440"/>
                  </a:lnTo>
                  <a:lnTo>
                    <a:pt x="73089" y="27061"/>
                  </a:lnTo>
                  <a:lnTo>
                    <a:pt x="72891" y="27691"/>
                  </a:lnTo>
                  <a:lnTo>
                    <a:pt x="72327" y="29480"/>
                  </a:lnTo>
                  <a:lnTo>
                    <a:pt x="77102" y="35345"/>
                  </a:lnTo>
                  <a:lnTo>
                    <a:pt x="75895" y="37837"/>
                  </a:lnTo>
                  <a:lnTo>
                    <a:pt x="81751" y="40671"/>
                  </a:lnTo>
                  <a:lnTo>
                    <a:pt x="84679" y="42088"/>
                  </a:lnTo>
                  <a:lnTo>
                    <a:pt x="81532" y="49249"/>
                  </a:lnTo>
                  <a:lnTo>
                    <a:pt x="85269" y="51218"/>
                  </a:lnTo>
                  <a:lnTo>
                    <a:pt x="90109" y="53768"/>
                  </a:lnTo>
                  <a:lnTo>
                    <a:pt x="90000" y="54109"/>
                  </a:lnTo>
                  <a:lnTo>
                    <a:pt x="89241" y="56483"/>
                  </a:lnTo>
                  <a:lnTo>
                    <a:pt x="91328" y="57160"/>
                  </a:lnTo>
                  <a:lnTo>
                    <a:pt x="91622" y="57256"/>
                  </a:lnTo>
                  <a:lnTo>
                    <a:pt x="89302" y="62418"/>
                  </a:lnTo>
                  <a:lnTo>
                    <a:pt x="86106" y="61475"/>
                  </a:lnTo>
                  <a:lnTo>
                    <a:pt x="82557" y="60428"/>
                  </a:lnTo>
                  <a:lnTo>
                    <a:pt x="81672" y="60276"/>
                  </a:lnTo>
                  <a:lnTo>
                    <a:pt x="77584" y="59575"/>
                  </a:lnTo>
                  <a:lnTo>
                    <a:pt x="79022" y="64834"/>
                  </a:lnTo>
                  <a:lnTo>
                    <a:pt x="73465" y="65513"/>
                  </a:lnTo>
                  <a:lnTo>
                    <a:pt x="71423" y="63669"/>
                  </a:lnTo>
                  <a:lnTo>
                    <a:pt x="65438" y="61581"/>
                  </a:lnTo>
                  <a:lnTo>
                    <a:pt x="62286" y="60755"/>
                  </a:lnTo>
                  <a:lnTo>
                    <a:pt x="61734" y="60610"/>
                  </a:lnTo>
                  <a:lnTo>
                    <a:pt x="59976" y="60804"/>
                  </a:lnTo>
                  <a:lnTo>
                    <a:pt x="59478" y="62277"/>
                  </a:lnTo>
                  <a:lnTo>
                    <a:pt x="59121" y="63329"/>
                  </a:lnTo>
                  <a:lnTo>
                    <a:pt x="55464" y="63183"/>
                  </a:lnTo>
                  <a:lnTo>
                    <a:pt x="55286" y="61494"/>
                  </a:lnTo>
                  <a:lnTo>
                    <a:pt x="55084" y="59591"/>
                  </a:lnTo>
                  <a:lnTo>
                    <a:pt x="52567" y="58765"/>
                  </a:lnTo>
                  <a:lnTo>
                    <a:pt x="50483" y="59558"/>
                  </a:lnTo>
                  <a:lnTo>
                    <a:pt x="48862" y="60173"/>
                  </a:lnTo>
                  <a:lnTo>
                    <a:pt x="46155" y="57066"/>
                  </a:lnTo>
                  <a:lnTo>
                    <a:pt x="45110" y="55561"/>
                  </a:lnTo>
                  <a:lnTo>
                    <a:pt x="47438" y="55173"/>
                  </a:lnTo>
                  <a:lnTo>
                    <a:pt x="45918" y="50270"/>
                  </a:lnTo>
                  <a:lnTo>
                    <a:pt x="43904" y="40929"/>
                  </a:lnTo>
                  <a:lnTo>
                    <a:pt x="38432" y="40347"/>
                  </a:lnTo>
                  <a:lnTo>
                    <a:pt x="35925" y="39881"/>
                  </a:lnTo>
                  <a:lnTo>
                    <a:pt x="33303" y="40463"/>
                  </a:lnTo>
                  <a:lnTo>
                    <a:pt x="31593" y="38250"/>
                  </a:lnTo>
                  <a:lnTo>
                    <a:pt x="28743" y="39065"/>
                  </a:lnTo>
                  <a:lnTo>
                    <a:pt x="32049" y="47221"/>
                  </a:lnTo>
                  <a:lnTo>
                    <a:pt x="32277" y="52814"/>
                  </a:lnTo>
                  <a:lnTo>
                    <a:pt x="29477" y="58538"/>
                  </a:lnTo>
                  <a:lnTo>
                    <a:pt x="27119" y="59979"/>
                  </a:lnTo>
                  <a:lnTo>
                    <a:pt x="19140" y="57503"/>
                  </a:lnTo>
                  <a:lnTo>
                    <a:pt x="3894" y="51969"/>
                  </a:lnTo>
                  <a:lnTo>
                    <a:pt x="0" y="48134"/>
                  </a:lnTo>
                  <a:lnTo>
                    <a:pt x="2684" y="44088"/>
                  </a:lnTo>
                  <a:lnTo>
                    <a:pt x="5068" y="45568"/>
                  </a:lnTo>
                  <a:lnTo>
                    <a:pt x="7015" y="46005"/>
                  </a:lnTo>
                  <a:lnTo>
                    <a:pt x="7870" y="40422"/>
                  </a:lnTo>
                  <a:lnTo>
                    <a:pt x="3326" y="39163"/>
                  </a:lnTo>
                  <a:lnTo>
                    <a:pt x="2781" y="39012"/>
                  </a:lnTo>
                  <a:lnTo>
                    <a:pt x="5791" y="31075"/>
                  </a:lnTo>
                  <a:lnTo>
                    <a:pt x="9058" y="31538"/>
                  </a:lnTo>
                  <a:lnTo>
                    <a:pt x="10008" y="28820"/>
                  </a:lnTo>
                  <a:lnTo>
                    <a:pt x="6968" y="27460"/>
                  </a:lnTo>
                  <a:lnTo>
                    <a:pt x="8952" y="21194"/>
                  </a:lnTo>
                  <a:lnTo>
                    <a:pt x="9497" y="21427"/>
                  </a:lnTo>
                  <a:lnTo>
                    <a:pt x="9979" y="21632"/>
                  </a:lnTo>
                  <a:lnTo>
                    <a:pt x="18747" y="25373"/>
                  </a:lnTo>
                  <a:lnTo>
                    <a:pt x="21530" y="27330"/>
                  </a:lnTo>
                  <a:lnTo>
                    <a:pt x="23535" y="26754"/>
                  </a:lnTo>
                  <a:lnTo>
                    <a:pt x="28549" y="25313"/>
                  </a:lnTo>
                  <a:lnTo>
                    <a:pt x="30133" y="24858"/>
                  </a:lnTo>
                  <a:lnTo>
                    <a:pt x="37057" y="24234"/>
                  </a:lnTo>
                  <a:lnTo>
                    <a:pt x="37749" y="24285"/>
                  </a:lnTo>
                  <a:lnTo>
                    <a:pt x="42813" y="24661"/>
                  </a:lnTo>
                  <a:lnTo>
                    <a:pt x="45530" y="27853"/>
                  </a:lnTo>
                  <a:lnTo>
                    <a:pt x="49098" y="26257"/>
                  </a:lnTo>
                  <a:lnTo>
                    <a:pt x="48312" y="25313"/>
                  </a:lnTo>
                  <a:lnTo>
                    <a:pt x="47080" y="23472"/>
                  </a:lnTo>
                  <a:lnTo>
                    <a:pt x="45152" y="20592"/>
                  </a:lnTo>
                  <a:lnTo>
                    <a:pt x="44835" y="20118"/>
                  </a:lnTo>
                  <a:lnTo>
                    <a:pt x="44719" y="19945"/>
                  </a:lnTo>
                  <a:lnTo>
                    <a:pt x="44158" y="18433"/>
                  </a:lnTo>
                  <a:lnTo>
                    <a:pt x="43871" y="17660"/>
                  </a:lnTo>
                  <a:lnTo>
                    <a:pt x="43408" y="13701"/>
                  </a:lnTo>
                  <a:lnTo>
                    <a:pt x="42683" y="10947"/>
                  </a:lnTo>
                  <a:lnTo>
                    <a:pt x="43314" y="10592"/>
                  </a:lnTo>
                  <a:lnTo>
                    <a:pt x="46186" y="9026"/>
                  </a:lnTo>
                  <a:lnTo>
                    <a:pt x="46114" y="8739"/>
                  </a:lnTo>
                  <a:lnTo>
                    <a:pt x="45407" y="5954"/>
                  </a:lnTo>
                  <a:lnTo>
                    <a:pt x="45179" y="4865"/>
                  </a:lnTo>
                  <a:lnTo>
                    <a:pt x="47198" y="4647"/>
                  </a:lnTo>
                  <a:lnTo>
                    <a:pt x="49862" y="4360"/>
                  </a:lnTo>
                  <a:lnTo>
                    <a:pt x="50975" y="4240"/>
                  </a:lnTo>
                  <a:lnTo>
                    <a:pt x="51644" y="4218"/>
                  </a:lnTo>
                  <a:lnTo>
                    <a:pt x="52126" y="7406"/>
                  </a:lnTo>
                  <a:lnTo>
                    <a:pt x="52245" y="8190"/>
                  </a:lnTo>
                  <a:lnTo>
                    <a:pt x="53846" y="9047"/>
                  </a:lnTo>
                  <a:lnTo>
                    <a:pt x="55435" y="9898"/>
                  </a:lnTo>
                  <a:lnTo>
                    <a:pt x="55702" y="10041"/>
                  </a:lnTo>
                  <a:lnTo>
                    <a:pt x="58263" y="9670"/>
                  </a:lnTo>
                  <a:lnTo>
                    <a:pt x="59710" y="8465"/>
                  </a:lnTo>
                  <a:lnTo>
                    <a:pt x="60522" y="8944"/>
                  </a:lnTo>
                  <a:lnTo>
                    <a:pt x="62659" y="8854"/>
                  </a:lnTo>
                  <a:lnTo>
                    <a:pt x="62911" y="8683"/>
                  </a:lnTo>
                  <a:lnTo>
                    <a:pt x="62791" y="6550"/>
                  </a:lnTo>
                  <a:lnTo>
                    <a:pt x="62569" y="4587"/>
                  </a:lnTo>
                  <a:lnTo>
                    <a:pt x="62432" y="4073"/>
                  </a:lnTo>
                  <a:lnTo>
                    <a:pt x="62271" y="3472"/>
                  </a:lnTo>
                  <a:lnTo>
                    <a:pt x="63684" y="1817"/>
                  </a:lnTo>
                  <a:lnTo>
                    <a:pt x="65235" y="0"/>
                  </a:lnTo>
                  <a:lnTo>
                    <a:pt x="66126" y="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64181" y="3785670"/>
              <a:ext cx="123495" cy="88958"/>
            </a:xfrm>
            <a:custGeom>
              <a:avLst/>
              <a:pathLst>
                <a:path w="123495" h="88958">
                  <a:moveTo>
                    <a:pt x="116525" y="25154"/>
                  </a:moveTo>
                  <a:lnTo>
                    <a:pt x="119047" y="43627"/>
                  </a:lnTo>
                  <a:lnTo>
                    <a:pt x="117755" y="51627"/>
                  </a:lnTo>
                  <a:lnTo>
                    <a:pt x="118845" y="56371"/>
                  </a:lnTo>
                  <a:lnTo>
                    <a:pt x="123495" y="63340"/>
                  </a:lnTo>
                  <a:lnTo>
                    <a:pt x="116766" y="63528"/>
                  </a:lnTo>
                  <a:lnTo>
                    <a:pt x="112587" y="63140"/>
                  </a:lnTo>
                  <a:lnTo>
                    <a:pt x="107249" y="60510"/>
                  </a:lnTo>
                  <a:lnTo>
                    <a:pt x="104870" y="60479"/>
                  </a:lnTo>
                  <a:lnTo>
                    <a:pt x="101321" y="60432"/>
                  </a:lnTo>
                  <a:lnTo>
                    <a:pt x="101313" y="63181"/>
                  </a:lnTo>
                  <a:lnTo>
                    <a:pt x="101302" y="66699"/>
                  </a:lnTo>
                  <a:lnTo>
                    <a:pt x="101292" y="69714"/>
                  </a:lnTo>
                  <a:lnTo>
                    <a:pt x="96347" y="70238"/>
                  </a:lnTo>
                  <a:lnTo>
                    <a:pt x="94528" y="70431"/>
                  </a:lnTo>
                  <a:lnTo>
                    <a:pt x="94364" y="71037"/>
                  </a:lnTo>
                  <a:lnTo>
                    <a:pt x="94326" y="71176"/>
                  </a:lnTo>
                  <a:lnTo>
                    <a:pt x="94128" y="71908"/>
                  </a:lnTo>
                  <a:lnTo>
                    <a:pt x="93878" y="72833"/>
                  </a:lnTo>
                  <a:lnTo>
                    <a:pt x="93620" y="73786"/>
                  </a:lnTo>
                  <a:lnTo>
                    <a:pt x="93585" y="73916"/>
                  </a:lnTo>
                  <a:lnTo>
                    <a:pt x="93549" y="74047"/>
                  </a:lnTo>
                  <a:lnTo>
                    <a:pt x="93322" y="74887"/>
                  </a:lnTo>
                  <a:lnTo>
                    <a:pt x="93286" y="75020"/>
                  </a:lnTo>
                  <a:lnTo>
                    <a:pt x="93091" y="75741"/>
                  </a:lnTo>
                  <a:lnTo>
                    <a:pt x="92855" y="76613"/>
                  </a:lnTo>
                  <a:lnTo>
                    <a:pt x="92643" y="77393"/>
                  </a:lnTo>
                  <a:lnTo>
                    <a:pt x="92370" y="78404"/>
                  </a:lnTo>
                  <a:lnTo>
                    <a:pt x="92163" y="79167"/>
                  </a:lnTo>
                  <a:lnTo>
                    <a:pt x="92043" y="79612"/>
                  </a:lnTo>
                  <a:lnTo>
                    <a:pt x="91982" y="79790"/>
                  </a:lnTo>
                  <a:lnTo>
                    <a:pt x="91908" y="80006"/>
                  </a:lnTo>
                  <a:lnTo>
                    <a:pt x="91104" y="82358"/>
                  </a:lnTo>
                  <a:lnTo>
                    <a:pt x="89523" y="86980"/>
                  </a:lnTo>
                  <a:lnTo>
                    <a:pt x="85926" y="86370"/>
                  </a:lnTo>
                  <a:lnTo>
                    <a:pt x="85783" y="86301"/>
                  </a:lnTo>
                  <a:lnTo>
                    <a:pt x="85631" y="86228"/>
                  </a:lnTo>
                  <a:lnTo>
                    <a:pt x="85419" y="86127"/>
                  </a:lnTo>
                  <a:lnTo>
                    <a:pt x="78820" y="82962"/>
                  </a:lnTo>
                  <a:lnTo>
                    <a:pt x="68307" y="85670"/>
                  </a:lnTo>
                  <a:lnTo>
                    <a:pt x="60099" y="87412"/>
                  </a:lnTo>
                  <a:lnTo>
                    <a:pt x="53777" y="88754"/>
                  </a:lnTo>
                  <a:lnTo>
                    <a:pt x="52817" y="88958"/>
                  </a:lnTo>
                  <a:lnTo>
                    <a:pt x="50658" y="84127"/>
                  </a:lnTo>
                  <a:lnTo>
                    <a:pt x="50305" y="84163"/>
                  </a:lnTo>
                  <a:lnTo>
                    <a:pt x="45804" y="84622"/>
                  </a:lnTo>
                  <a:lnTo>
                    <a:pt x="43735" y="85118"/>
                  </a:lnTo>
                  <a:lnTo>
                    <a:pt x="42809" y="85340"/>
                  </a:lnTo>
                  <a:lnTo>
                    <a:pt x="33914" y="87471"/>
                  </a:lnTo>
                  <a:lnTo>
                    <a:pt x="33608" y="87544"/>
                  </a:lnTo>
                  <a:lnTo>
                    <a:pt x="33613" y="87342"/>
                  </a:lnTo>
                  <a:lnTo>
                    <a:pt x="33617" y="87195"/>
                  </a:lnTo>
                  <a:lnTo>
                    <a:pt x="33697" y="84193"/>
                  </a:lnTo>
                  <a:lnTo>
                    <a:pt x="33850" y="78410"/>
                  </a:lnTo>
                  <a:lnTo>
                    <a:pt x="26312" y="78088"/>
                  </a:lnTo>
                  <a:lnTo>
                    <a:pt x="26557" y="87238"/>
                  </a:lnTo>
                  <a:lnTo>
                    <a:pt x="20515" y="87257"/>
                  </a:lnTo>
                  <a:lnTo>
                    <a:pt x="20358" y="87257"/>
                  </a:lnTo>
                  <a:lnTo>
                    <a:pt x="19258" y="87260"/>
                  </a:lnTo>
                  <a:lnTo>
                    <a:pt x="17081" y="87267"/>
                  </a:lnTo>
                  <a:lnTo>
                    <a:pt x="13959" y="87276"/>
                  </a:lnTo>
                  <a:lnTo>
                    <a:pt x="13695" y="87277"/>
                  </a:lnTo>
                  <a:lnTo>
                    <a:pt x="7312" y="87128"/>
                  </a:lnTo>
                  <a:lnTo>
                    <a:pt x="7026" y="87122"/>
                  </a:lnTo>
                  <a:lnTo>
                    <a:pt x="1607" y="87051"/>
                  </a:lnTo>
                  <a:lnTo>
                    <a:pt x="0" y="78368"/>
                  </a:lnTo>
                  <a:lnTo>
                    <a:pt x="6424" y="78128"/>
                  </a:lnTo>
                  <a:lnTo>
                    <a:pt x="4050" y="70846"/>
                  </a:lnTo>
                  <a:lnTo>
                    <a:pt x="6949" y="67729"/>
                  </a:lnTo>
                  <a:lnTo>
                    <a:pt x="7716" y="65441"/>
                  </a:lnTo>
                  <a:lnTo>
                    <a:pt x="13989" y="66812"/>
                  </a:lnTo>
                  <a:lnTo>
                    <a:pt x="14502" y="65006"/>
                  </a:lnTo>
                  <a:lnTo>
                    <a:pt x="10994" y="63265"/>
                  </a:lnTo>
                  <a:lnTo>
                    <a:pt x="10120" y="58265"/>
                  </a:lnTo>
                  <a:lnTo>
                    <a:pt x="10511" y="57097"/>
                  </a:lnTo>
                  <a:lnTo>
                    <a:pt x="11563" y="54846"/>
                  </a:lnTo>
                  <a:lnTo>
                    <a:pt x="15414" y="56384"/>
                  </a:lnTo>
                  <a:lnTo>
                    <a:pt x="15926" y="55335"/>
                  </a:lnTo>
                  <a:lnTo>
                    <a:pt x="12219" y="53440"/>
                  </a:lnTo>
                  <a:lnTo>
                    <a:pt x="12593" y="52638"/>
                  </a:lnTo>
                  <a:lnTo>
                    <a:pt x="13504" y="50689"/>
                  </a:lnTo>
                  <a:lnTo>
                    <a:pt x="13906" y="49750"/>
                  </a:lnTo>
                  <a:lnTo>
                    <a:pt x="17693" y="50850"/>
                  </a:lnTo>
                  <a:lnTo>
                    <a:pt x="20600" y="43451"/>
                  </a:lnTo>
                  <a:lnTo>
                    <a:pt x="20924" y="42621"/>
                  </a:lnTo>
                  <a:lnTo>
                    <a:pt x="18371" y="41115"/>
                  </a:lnTo>
                  <a:lnTo>
                    <a:pt x="17761" y="40755"/>
                  </a:lnTo>
                  <a:lnTo>
                    <a:pt x="18930" y="36844"/>
                  </a:lnTo>
                  <a:lnTo>
                    <a:pt x="19784" y="34028"/>
                  </a:lnTo>
                  <a:lnTo>
                    <a:pt x="21779" y="31212"/>
                  </a:lnTo>
                  <a:lnTo>
                    <a:pt x="25674" y="28833"/>
                  </a:lnTo>
                  <a:lnTo>
                    <a:pt x="31186" y="25635"/>
                  </a:lnTo>
                  <a:lnTo>
                    <a:pt x="33637" y="25084"/>
                  </a:lnTo>
                  <a:lnTo>
                    <a:pt x="34113" y="24623"/>
                  </a:lnTo>
                  <a:lnTo>
                    <a:pt x="36773" y="22049"/>
                  </a:lnTo>
                  <a:lnTo>
                    <a:pt x="36969" y="21859"/>
                  </a:lnTo>
                  <a:lnTo>
                    <a:pt x="37519" y="21327"/>
                  </a:lnTo>
                  <a:lnTo>
                    <a:pt x="37640" y="20911"/>
                  </a:lnTo>
                  <a:lnTo>
                    <a:pt x="37831" y="20256"/>
                  </a:lnTo>
                  <a:lnTo>
                    <a:pt x="38367" y="18419"/>
                  </a:lnTo>
                  <a:lnTo>
                    <a:pt x="38868" y="16242"/>
                  </a:lnTo>
                  <a:lnTo>
                    <a:pt x="38963" y="15828"/>
                  </a:lnTo>
                  <a:lnTo>
                    <a:pt x="39361" y="15913"/>
                  </a:lnTo>
                  <a:lnTo>
                    <a:pt x="40848" y="16232"/>
                  </a:lnTo>
                  <a:lnTo>
                    <a:pt x="43156" y="16505"/>
                  </a:lnTo>
                  <a:lnTo>
                    <a:pt x="44526" y="16667"/>
                  </a:lnTo>
                  <a:lnTo>
                    <a:pt x="47581" y="16667"/>
                  </a:lnTo>
                  <a:lnTo>
                    <a:pt x="50149" y="16667"/>
                  </a:lnTo>
                  <a:lnTo>
                    <a:pt x="51493" y="16728"/>
                  </a:lnTo>
                  <a:lnTo>
                    <a:pt x="53871" y="16836"/>
                  </a:lnTo>
                  <a:lnTo>
                    <a:pt x="54344" y="17003"/>
                  </a:lnTo>
                  <a:lnTo>
                    <a:pt x="56341" y="17709"/>
                  </a:lnTo>
                  <a:lnTo>
                    <a:pt x="57960" y="18877"/>
                  </a:lnTo>
                  <a:lnTo>
                    <a:pt x="58128" y="18999"/>
                  </a:lnTo>
                  <a:lnTo>
                    <a:pt x="59967" y="20273"/>
                  </a:lnTo>
                  <a:lnTo>
                    <a:pt x="62399" y="22666"/>
                  </a:lnTo>
                  <a:lnTo>
                    <a:pt x="62804" y="23074"/>
                  </a:lnTo>
                  <a:lnTo>
                    <a:pt x="68267" y="26763"/>
                  </a:lnTo>
                  <a:lnTo>
                    <a:pt x="70237" y="21935"/>
                  </a:lnTo>
                  <a:lnTo>
                    <a:pt x="71978" y="17667"/>
                  </a:lnTo>
                  <a:lnTo>
                    <a:pt x="77288" y="5986"/>
                  </a:lnTo>
                  <a:lnTo>
                    <a:pt x="80100" y="1388"/>
                  </a:lnTo>
                  <a:lnTo>
                    <a:pt x="86482" y="0"/>
                  </a:lnTo>
                  <a:lnTo>
                    <a:pt x="89446" y="3106"/>
                  </a:lnTo>
                  <a:lnTo>
                    <a:pt x="96347" y="5828"/>
                  </a:lnTo>
                  <a:lnTo>
                    <a:pt x="103428" y="8621"/>
                  </a:lnTo>
                  <a:lnTo>
                    <a:pt x="106468" y="13204"/>
                  </a:lnTo>
                  <a:lnTo>
                    <a:pt x="109888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562506" y="3434749"/>
              <a:ext cx="207246" cy="164164"/>
            </a:xfrm>
            <a:custGeom>
              <a:avLst/>
              <a:pathLst>
                <a:path w="207246" h="164164">
                  <a:moveTo>
                    <a:pt x="46764" y="2019"/>
                  </a:moveTo>
                  <a:lnTo>
                    <a:pt x="42313" y="11742"/>
                  </a:lnTo>
                  <a:lnTo>
                    <a:pt x="42188" y="12088"/>
                  </a:lnTo>
                  <a:lnTo>
                    <a:pt x="40641" y="19015"/>
                  </a:lnTo>
                  <a:lnTo>
                    <a:pt x="39349" y="23404"/>
                  </a:lnTo>
                  <a:lnTo>
                    <a:pt x="39122" y="28111"/>
                  </a:lnTo>
                  <a:lnTo>
                    <a:pt x="38969" y="31288"/>
                  </a:lnTo>
                  <a:lnTo>
                    <a:pt x="38171" y="34046"/>
                  </a:lnTo>
                  <a:lnTo>
                    <a:pt x="35515" y="41497"/>
                  </a:lnTo>
                  <a:lnTo>
                    <a:pt x="36332" y="42380"/>
                  </a:lnTo>
                  <a:lnTo>
                    <a:pt x="42245" y="36561"/>
                  </a:lnTo>
                  <a:lnTo>
                    <a:pt x="44857" y="40384"/>
                  </a:lnTo>
                  <a:lnTo>
                    <a:pt x="47678" y="39549"/>
                  </a:lnTo>
                  <a:lnTo>
                    <a:pt x="48428" y="40787"/>
                  </a:lnTo>
                  <a:lnTo>
                    <a:pt x="51882" y="42219"/>
                  </a:lnTo>
                  <a:lnTo>
                    <a:pt x="53663" y="45787"/>
                  </a:lnTo>
                  <a:lnTo>
                    <a:pt x="51335" y="46977"/>
                  </a:lnTo>
                  <a:lnTo>
                    <a:pt x="51096" y="47113"/>
                  </a:lnTo>
                  <a:lnTo>
                    <a:pt x="52691" y="52723"/>
                  </a:lnTo>
                  <a:lnTo>
                    <a:pt x="52446" y="52922"/>
                  </a:lnTo>
                  <a:lnTo>
                    <a:pt x="49520" y="55166"/>
                  </a:lnTo>
                  <a:lnTo>
                    <a:pt x="48009" y="56327"/>
                  </a:lnTo>
                  <a:lnTo>
                    <a:pt x="46652" y="57368"/>
                  </a:lnTo>
                  <a:lnTo>
                    <a:pt x="45872" y="57976"/>
                  </a:lnTo>
                  <a:lnTo>
                    <a:pt x="43302" y="59980"/>
                  </a:lnTo>
                  <a:lnTo>
                    <a:pt x="42647" y="60491"/>
                  </a:lnTo>
                  <a:lnTo>
                    <a:pt x="42326" y="60741"/>
                  </a:lnTo>
                  <a:lnTo>
                    <a:pt x="41187" y="61629"/>
                  </a:lnTo>
                  <a:lnTo>
                    <a:pt x="40579" y="62103"/>
                  </a:lnTo>
                  <a:lnTo>
                    <a:pt x="38594" y="64173"/>
                  </a:lnTo>
                  <a:lnTo>
                    <a:pt x="38762" y="64619"/>
                  </a:lnTo>
                  <a:lnTo>
                    <a:pt x="39900" y="64523"/>
                  </a:lnTo>
                  <a:lnTo>
                    <a:pt x="40377" y="64483"/>
                  </a:lnTo>
                  <a:lnTo>
                    <a:pt x="41242" y="64832"/>
                  </a:lnTo>
                  <a:lnTo>
                    <a:pt x="41438" y="64912"/>
                  </a:lnTo>
                  <a:lnTo>
                    <a:pt x="41657" y="64997"/>
                  </a:lnTo>
                  <a:lnTo>
                    <a:pt x="44011" y="66396"/>
                  </a:lnTo>
                  <a:lnTo>
                    <a:pt x="44175" y="66528"/>
                  </a:lnTo>
                  <a:lnTo>
                    <a:pt x="44646" y="66941"/>
                  </a:lnTo>
                  <a:lnTo>
                    <a:pt x="44717" y="67116"/>
                  </a:lnTo>
                  <a:lnTo>
                    <a:pt x="44852" y="67446"/>
                  </a:lnTo>
                  <a:lnTo>
                    <a:pt x="44974" y="67747"/>
                  </a:lnTo>
                  <a:lnTo>
                    <a:pt x="45094" y="68042"/>
                  </a:lnTo>
                  <a:lnTo>
                    <a:pt x="45557" y="69192"/>
                  </a:lnTo>
                  <a:lnTo>
                    <a:pt x="45620" y="69348"/>
                  </a:lnTo>
                  <a:lnTo>
                    <a:pt x="45727" y="69615"/>
                  </a:lnTo>
                  <a:lnTo>
                    <a:pt x="46148" y="70660"/>
                  </a:lnTo>
                  <a:lnTo>
                    <a:pt x="46327" y="71105"/>
                  </a:lnTo>
                  <a:lnTo>
                    <a:pt x="46543" y="71559"/>
                  </a:lnTo>
                  <a:lnTo>
                    <a:pt x="47402" y="73030"/>
                  </a:lnTo>
                  <a:lnTo>
                    <a:pt x="49227" y="75453"/>
                  </a:lnTo>
                  <a:lnTo>
                    <a:pt x="49370" y="75642"/>
                  </a:lnTo>
                  <a:lnTo>
                    <a:pt x="50946" y="77733"/>
                  </a:lnTo>
                  <a:lnTo>
                    <a:pt x="52172" y="79361"/>
                  </a:lnTo>
                  <a:lnTo>
                    <a:pt x="52678" y="80000"/>
                  </a:lnTo>
                  <a:lnTo>
                    <a:pt x="52914" y="80168"/>
                  </a:lnTo>
                  <a:lnTo>
                    <a:pt x="53845" y="80337"/>
                  </a:lnTo>
                  <a:lnTo>
                    <a:pt x="54065" y="80377"/>
                  </a:lnTo>
                  <a:lnTo>
                    <a:pt x="54203" y="80402"/>
                  </a:lnTo>
                  <a:lnTo>
                    <a:pt x="54647" y="80483"/>
                  </a:lnTo>
                  <a:lnTo>
                    <a:pt x="55729" y="80421"/>
                  </a:lnTo>
                  <a:lnTo>
                    <a:pt x="57072" y="80345"/>
                  </a:lnTo>
                  <a:lnTo>
                    <a:pt x="58043" y="80289"/>
                  </a:lnTo>
                  <a:lnTo>
                    <a:pt x="59196" y="80309"/>
                  </a:lnTo>
                  <a:lnTo>
                    <a:pt x="60541" y="80332"/>
                  </a:lnTo>
                  <a:lnTo>
                    <a:pt x="60869" y="80338"/>
                  </a:lnTo>
                  <a:lnTo>
                    <a:pt x="64027" y="81211"/>
                  </a:lnTo>
                  <a:lnTo>
                    <a:pt x="64454" y="81580"/>
                  </a:lnTo>
                  <a:lnTo>
                    <a:pt x="64645" y="81745"/>
                  </a:lnTo>
                  <a:lnTo>
                    <a:pt x="65278" y="82111"/>
                  </a:lnTo>
                  <a:lnTo>
                    <a:pt x="65737" y="82377"/>
                  </a:lnTo>
                  <a:lnTo>
                    <a:pt x="66250" y="82564"/>
                  </a:lnTo>
                  <a:lnTo>
                    <a:pt x="68680" y="83449"/>
                  </a:lnTo>
                  <a:lnTo>
                    <a:pt x="69237" y="83653"/>
                  </a:lnTo>
                  <a:lnTo>
                    <a:pt x="70689" y="84272"/>
                  </a:lnTo>
                  <a:lnTo>
                    <a:pt x="71460" y="84610"/>
                  </a:lnTo>
                  <a:lnTo>
                    <a:pt x="73119" y="86114"/>
                  </a:lnTo>
                  <a:lnTo>
                    <a:pt x="74197" y="86715"/>
                  </a:lnTo>
                  <a:lnTo>
                    <a:pt x="74383" y="86429"/>
                  </a:lnTo>
                  <a:lnTo>
                    <a:pt x="74616" y="86073"/>
                  </a:lnTo>
                  <a:lnTo>
                    <a:pt x="75341" y="84961"/>
                  </a:lnTo>
                  <a:lnTo>
                    <a:pt x="75803" y="84253"/>
                  </a:lnTo>
                  <a:lnTo>
                    <a:pt x="79910" y="84927"/>
                  </a:lnTo>
                  <a:lnTo>
                    <a:pt x="87880" y="86235"/>
                  </a:lnTo>
                  <a:lnTo>
                    <a:pt x="94470" y="87206"/>
                  </a:lnTo>
                  <a:lnTo>
                    <a:pt x="95705" y="88394"/>
                  </a:lnTo>
                  <a:lnTo>
                    <a:pt x="96488" y="89148"/>
                  </a:lnTo>
                  <a:lnTo>
                    <a:pt x="97283" y="89217"/>
                  </a:lnTo>
                  <a:lnTo>
                    <a:pt x="98723" y="89343"/>
                  </a:lnTo>
                  <a:lnTo>
                    <a:pt x="101723" y="89596"/>
                  </a:lnTo>
                  <a:lnTo>
                    <a:pt x="101898" y="89576"/>
                  </a:lnTo>
                  <a:lnTo>
                    <a:pt x="101980" y="87780"/>
                  </a:lnTo>
                  <a:lnTo>
                    <a:pt x="102112" y="84867"/>
                  </a:lnTo>
                  <a:lnTo>
                    <a:pt x="102114" y="84627"/>
                  </a:lnTo>
                  <a:lnTo>
                    <a:pt x="102140" y="81170"/>
                  </a:lnTo>
                  <a:lnTo>
                    <a:pt x="102187" y="74918"/>
                  </a:lnTo>
                  <a:lnTo>
                    <a:pt x="102199" y="73362"/>
                  </a:lnTo>
                  <a:lnTo>
                    <a:pt x="102214" y="71655"/>
                  </a:lnTo>
                  <a:lnTo>
                    <a:pt x="105502" y="71315"/>
                  </a:lnTo>
                  <a:lnTo>
                    <a:pt x="106133" y="73590"/>
                  </a:lnTo>
                  <a:lnTo>
                    <a:pt x="107316" y="77853"/>
                  </a:lnTo>
                  <a:lnTo>
                    <a:pt x="107466" y="82652"/>
                  </a:lnTo>
                  <a:lnTo>
                    <a:pt x="108638" y="83589"/>
                  </a:lnTo>
                  <a:lnTo>
                    <a:pt x="109817" y="83243"/>
                  </a:lnTo>
                  <a:lnTo>
                    <a:pt x="117810" y="80897"/>
                  </a:lnTo>
                  <a:lnTo>
                    <a:pt x="116600" y="79178"/>
                  </a:lnTo>
                  <a:lnTo>
                    <a:pt x="116170" y="78567"/>
                  </a:lnTo>
                  <a:lnTo>
                    <a:pt x="113895" y="73732"/>
                  </a:lnTo>
                  <a:lnTo>
                    <a:pt x="112328" y="69508"/>
                  </a:lnTo>
                  <a:lnTo>
                    <a:pt x="113703" y="68842"/>
                  </a:lnTo>
                  <a:lnTo>
                    <a:pt x="114294" y="67994"/>
                  </a:lnTo>
                  <a:lnTo>
                    <a:pt x="115122" y="66840"/>
                  </a:lnTo>
                  <a:lnTo>
                    <a:pt x="113786" y="64348"/>
                  </a:lnTo>
                  <a:lnTo>
                    <a:pt x="110261" y="57172"/>
                  </a:lnTo>
                  <a:lnTo>
                    <a:pt x="107744" y="56978"/>
                  </a:lnTo>
                  <a:lnTo>
                    <a:pt x="107459" y="60327"/>
                  </a:lnTo>
                  <a:lnTo>
                    <a:pt x="98467" y="59728"/>
                  </a:lnTo>
                  <a:lnTo>
                    <a:pt x="98277" y="62350"/>
                  </a:lnTo>
                  <a:lnTo>
                    <a:pt x="93242" y="62447"/>
                  </a:lnTo>
                  <a:lnTo>
                    <a:pt x="90764" y="59344"/>
                  </a:lnTo>
                  <a:lnTo>
                    <a:pt x="89414" y="57655"/>
                  </a:lnTo>
                  <a:lnTo>
                    <a:pt x="88588" y="56621"/>
                  </a:lnTo>
                  <a:lnTo>
                    <a:pt x="90678" y="46135"/>
                  </a:lnTo>
                  <a:lnTo>
                    <a:pt x="85168" y="40989"/>
                  </a:lnTo>
                  <a:lnTo>
                    <a:pt x="100842" y="22347"/>
                  </a:lnTo>
                  <a:lnTo>
                    <a:pt x="105116" y="20891"/>
                  </a:lnTo>
                  <a:lnTo>
                    <a:pt x="120220" y="22153"/>
                  </a:lnTo>
                  <a:lnTo>
                    <a:pt x="133138" y="22638"/>
                  </a:lnTo>
                  <a:lnTo>
                    <a:pt x="132378" y="18172"/>
                  </a:lnTo>
                  <a:lnTo>
                    <a:pt x="135323" y="16813"/>
                  </a:lnTo>
                  <a:lnTo>
                    <a:pt x="140322" y="27571"/>
                  </a:lnTo>
                  <a:lnTo>
                    <a:pt x="145025" y="26504"/>
                  </a:lnTo>
                  <a:lnTo>
                    <a:pt x="147672" y="29998"/>
                  </a:lnTo>
                  <a:lnTo>
                    <a:pt x="150635" y="37222"/>
                  </a:lnTo>
                  <a:lnTo>
                    <a:pt x="151376" y="41941"/>
                  </a:lnTo>
                  <a:lnTo>
                    <a:pt x="141881" y="41545"/>
                  </a:lnTo>
                  <a:lnTo>
                    <a:pt x="141291" y="42696"/>
                  </a:lnTo>
                  <a:lnTo>
                    <a:pt x="141367" y="43006"/>
                  </a:lnTo>
                  <a:lnTo>
                    <a:pt x="141802" y="44786"/>
                  </a:lnTo>
                  <a:lnTo>
                    <a:pt x="142289" y="46774"/>
                  </a:lnTo>
                  <a:lnTo>
                    <a:pt x="143305" y="49832"/>
                  </a:lnTo>
                  <a:lnTo>
                    <a:pt x="143469" y="50326"/>
                  </a:lnTo>
                  <a:lnTo>
                    <a:pt x="143543" y="50548"/>
                  </a:lnTo>
                  <a:lnTo>
                    <a:pt x="143799" y="51318"/>
                  </a:lnTo>
                  <a:lnTo>
                    <a:pt x="144459" y="52092"/>
                  </a:lnTo>
                  <a:lnTo>
                    <a:pt x="145060" y="52797"/>
                  </a:lnTo>
                  <a:lnTo>
                    <a:pt x="145737" y="53590"/>
                  </a:lnTo>
                  <a:lnTo>
                    <a:pt x="147185" y="53809"/>
                  </a:lnTo>
                  <a:lnTo>
                    <a:pt x="148599" y="54023"/>
                  </a:lnTo>
                  <a:lnTo>
                    <a:pt x="148933" y="54073"/>
                  </a:lnTo>
                  <a:lnTo>
                    <a:pt x="148893" y="57452"/>
                  </a:lnTo>
                  <a:lnTo>
                    <a:pt x="148864" y="59856"/>
                  </a:lnTo>
                  <a:lnTo>
                    <a:pt x="148773" y="60189"/>
                  </a:lnTo>
                  <a:lnTo>
                    <a:pt x="148033" y="62896"/>
                  </a:lnTo>
                  <a:lnTo>
                    <a:pt x="147111" y="66268"/>
                  </a:lnTo>
                  <a:lnTo>
                    <a:pt x="147873" y="66854"/>
                  </a:lnTo>
                  <a:lnTo>
                    <a:pt x="151921" y="69970"/>
                  </a:lnTo>
                  <a:lnTo>
                    <a:pt x="152512" y="71479"/>
                  </a:lnTo>
                  <a:lnTo>
                    <a:pt x="155482" y="72414"/>
                  </a:lnTo>
                  <a:lnTo>
                    <a:pt x="155440" y="72574"/>
                  </a:lnTo>
                  <a:lnTo>
                    <a:pt x="154746" y="75239"/>
                  </a:lnTo>
                  <a:lnTo>
                    <a:pt x="155660" y="75375"/>
                  </a:lnTo>
                  <a:lnTo>
                    <a:pt x="155990" y="75424"/>
                  </a:lnTo>
                  <a:lnTo>
                    <a:pt x="158610" y="75933"/>
                  </a:lnTo>
                  <a:lnTo>
                    <a:pt x="158631" y="77316"/>
                  </a:lnTo>
                  <a:lnTo>
                    <a:pt x="158655" y="78994"/>
                  </a:lnTo>
                  <a:lnTo>
                    <a:pt x="158677" y="80521"/>
                  </a:lnTo>
                  <a:lnTo>
                    <a:pt x="158713" y="83010"/>
                  </a:lnTo>
                  <a:lnTo>
                    <a:pt x="160678" y="82974"/>
                  </a:lnTo>
                  <a:lnTo>
                    <a:pt x="161958" y="82950"/>
                  </a:lnTo>
                  <a:lnTo>
                    <a:pt x="162234" y="82945"/>
                  </a:lnTo>
                  <a:lnTo>
                    <a:pt x="162314" y="82250"/>
                  </a:lnTo>
                  <a:lnTo>
                    <a:pt x="163309" y="82265"/>
                  </a:lnTo>
                  <a:lnTo>
                    <a:pt x="165790" y="82304"/>
                  </a:lnTo>
                  <a:lnTo>
                    <a:pt x="167009" y="82323"/>
                  </a:lnTo>
                  <a:lnTo>
                    <a:pt x="167390" y="82329"/>
                  </a:lnTo>
                  <a:lnTo>
                    <a:pt x="167469" y="83681"/>
                  </a:lnTo>
                  <a:lnTo>
                    <a:pt x="167596" y="85213"/>
                  </a:lnTo>
                  <a:lnTo>
                    <a:pt x="168023" y="85264"/>
                  </a:lnTo>
                  <a:lnTo>
                    <a:pt x="170245" y="85528"/>
                  </a:lnTo>
                  <a:lnTo>
                    <a:pt x="173750" y="85945"/>
                  </a:lnTo>
                  <a:lnTo>
                    <a:pt x="173794" y="82816"/>
                  </a:lnTo>
                  <a:lnTo>
                    <a:pt x="174037" y="82908"/>
                  </a:lnTo>
                  <a:lnTo>
                    <a:pt x="174187" y="82961"/>
                  </a:lnTo>
                  <a:lnTo>
                    <a:pt x="176442" y="83757"/>
                  </a:lnTo>
                  <a:lnTo>
                    <a:pt x="176845" y="83900"/>
                  </a:lnTo>
                  <a:lnTo>
                    <a:pt x="177218" y="84007"/>
                  </a:lnTo>
                  <a:lnTo>
                    <a:pt x="179057" y="84535"/>
                  </a:lnTo>
                  <a:lnTo>
                    <a:pt x="180544" y="84962"/>
                  </a:lnTo>
                  <a:lnTo>
                    <a:pt x="180797" y="86730"/>
                  </a:lnTo>
                  <a:lnTo>
                    <a:pt x="181130" y="89058"/>
                  </a:lnTo>
                  <a:lnTo>
                    <a:pt x="181291" y="90184"/>
                  </a:lnTo>
                  <a:lnTo>
                    <a:pt x="181347" y="90578"/>
                  </a:lnTo>
                  <a:lnTo>
                    <a:pt x="181412" y="91032"/>
                  </a:lnTo>
                  <a:lnTo>
                    <a:pt x="181430" y="91184"/>
                  </a:lnTo>
                  <a:lnTo>
                    <a:pt x="181590" y="92546"/>
                  </a:lnTo>
                  <a:lnTo>
                    <a:pt x="181608" y="92697"/>
                  </a:lnTo>
                  <a:lnTo>
                    <a:pt x="181646" y="93013"/>
                  </a:lnTo>
                  <a:lnTo>
                    <a:pt x="181711" y="93563"/>
                  </a:lnTo>
                  <a:lnTo>
                    <a:pt x="181747" y="94388"/>
                  </a:lnTo>
                  <a:lnTo>
                    <a:pt x="181849" y="96710"/>
                  </a:lnTo>
                  <a:lnTo>
                    <a:pt x="181859" y="96923"/>
                  </a:lnTo>
                  <a:lnTo>
                    <a:pt x="181900" y="97859"/>
                  </a:lnTo>
                  <a:lnTo>
                    <a:pt x="181918" y="98262"/>
                  </a:lnTo>
                  <a:lnTo>
                    <a:pt x="181958" y="98667"/>
                  </a:lnTo>
                  <a:lnTo>
                    <a:pt x="182026" y="99347"/>
                  </a:lnTo>
                  <a:lnTo>
                    <a:pt x="184616" y="99141"/>
                  </a:lnTo>
                  <a:lnTo>
                    <a:pt x="185132" y="106460"/>
                  </a:lnTo>
                  <a:lnTo>
                    <a:pt x="192712" y="105455"/>
                  </a:lnTo>
                  <a:lnTo>
                    <a:pt x="191599" y="108231"/>
                  </a:lnTo>
                  <a:lnTo>
                    <a:pt x="190561" y="111069"/>
                  </a:lnTo>
                  <a:lnTo>
                    <a:pt x="190715" y="111448"/>
                  </a:lnTo>
                  <a:lnTo>
                    <a:pt x="191189" y="112617"/>
                  </a:lnTo>
                  <a:lnTo>
                    <a:pt x="191653" y="112469"/>
                  </a:lnTo>
                  <a:lnTo>
                    <a:pt x="191899" y="112391"/>
                  </a:lnTo>
                  <a:lnTo>
                    <a:pt x="191958" y="112801"/>
                  </a:lnTo>
                  <a:lnTo>
                    <a:pt x="192185" y="114376"/>
                  </a:lnTo>
                  <a:lnTo>
                    <a:pt x="192335" y="114401"/>
                  </a:lnTo>
                  <a:lnTo>
                    <a:pt x="194121" y="114704"/>
                  </a:lnTo>
                  <a:lnTo>
                    <a:pt x="194762" y="113793"/>
                  </a:lnTo>
                  <a:lnTo>
                    <a:pt x="196935" y="115565"/>
                  </a:lnTo>
                  <a:lnTo>
                    <a:pt x="197493" y="114971"/>
                  </a:lnTo>
                  <a:lnTo>
                    <a:pt x="197944" y="115274"/>
                  </a:lnTo>
                  <a:lnTo>
                    <a:pt x="196816" y="116767"/>
                  </a:lnTo>
                  <a:lnTo>
                    <a:pt x="197505" y="117252"/>
                  </a:lnTo>
                  <a:lnTo>
                    <a:pt x="196816" y="118381"/>
                  </a:lnTo>
                  <a:lnTo>
                    <a:pt x="197711" y="119026"/>
                  </a:lnTo>
                  <a:lnTo>
                    <a:pt x="197980" y="119219"/>
                  </a:lnTo>
                  <a:lnTo>
                    <a:pt x="197879" y="119426"/>
                  </a:lnTo>
                  <a:lnTo>
                    <a:pt x="197604" y="119993"/>
                  </a:lnTo>
                  <a:lnTo>
                    <a:pt x="197083" y="121068"/>
                  </a:lnTo>
                  <a:lnTo>
                    <a:pt x="196733" y="121792"/>
                  </a:lnTo>
                  <a:lnTo>
                    <a:pt x="197706" y="122520"/>
                  </a:lnTo>
                  <a:lnTo>
                    <a:pt x="196473" y="124887"/>
                  </a:lnTo>
                  <a:lnTo>
                    <a:pt x="201874" y="127764"/>
                  </a:lnTo>
                  <a:lnTo>
                    <a:pt x="199970" y="131032"/>
                  </a:lnTo>
                  <a:lnTo>
                    <a:pt x="199541" y="130790"/>
                  </a:lnTo>
                  <a:lnTo>
                    <a:pt x="198452" y="130175"/>
                  </a:lnTo>
                  <a:lnTo>
                    <a:pt x="196903" y="129300"/>
                  </a:lnTo>
                  <a:lnTo>
                    <a:pt x="195976" y="128776"/>
                  </a:lnTo>
                  <a:lnTo>
                    <a:pt x="195532" y="129263"/>
                  </a:lnTo>
                  <a:lnTo>
                    <a:pt x="195029" y="129815"/>
                  </a:lnTo>
                  <a:lnTo>
                    <a:pt x="193699" y="131417"/>
                  </a:lnTo>
                  <a:lnTo>
                    <a:pt x="192521" y="134019"/>
                  </a:lnTo>
                  <a:lnTo>
                    <a:pt x="194363" y="135877"/>
                  </a:lnTo>
                  <a:lnTo>
                    <a:pt x="194624" y="135765"/>
                  </a:lnTo>
                  <a:lnTo>
                    <a:pt x="194843" y="135591"/>
                  </a:lnTo>
                  <a:lnTo>
                    <a:pt x="195146" y="135352"/>
                  </a:lnTo>
                  <a:lnTo>
                    <a:pt x="196384" y="136415"/>
                  </a:lnTo>
                  <a:lnTo>
                    <a:pt x="196784" y="136760"/>
                  </a:lnTo>
                  <a:lnTo>
                    <a:pt x="198382" y="137382"/>
                  </a:lnTo>
                  <a:lnTo>
                    <a:pt x="198684" y="137500"/>
                  </a:lnTo>
                  <a:lnTo>
                    <a:pt x="200441" y="139369"/>
                  </a:lnTo>
                  <a:lnTo>
                    <a:pt x="200314" y="139528"/>
                  </a:lnTo>
                  <a:lnTo>
                    <a:pt x="199866" y="140087"/>
                  </a:lnTo>
                  <a:lnTo>
                    <a:pt x="199377" y="140697"/>
                  </a:lnTo>
                  <a:lnTo>
                    <a:pt x="197938" y="142183"/>
                  </a:lnTo>
                  <a:lnTo>
                    <a:pt x="197674" y="142575"/>
                  </a:lnTo>
                  <a:lnTo>
                    <a:pt x="197264" y="143185"/>
                  </a:lnTo>
                  <a:lnTo>
                    <a:pt x="197031" y="144011"/>
                  </a:lnTo>
                  <a:lnTo>
                    <a:pt x="198845" y="145184"/>
                  </a:lnTo>
                  <a:lnTo>
                    <a:pt x="199002" y="145285"/>
                  </a:lnTo>
                  <a:lnTo>
                    <a:pt x="199423" y="145135"/>
                  </a:lnTo>
                  <a:lnTo>
                    <a:pt x="199649" y="145055"/>
                  </a:lnTo>
                  <a:lnTo>
                    <a:pt x="200096" y="145390"/>
                  </a:lnTo>
                  <a:lnTo>
                    <a:pt x="200434" y="145645"/>
                  </a:lnTo>
                  <a:lnTo>
                    <a:pt x="201058" y="146115"/>
                  </a:lnTo>
                  <a:lnTo>
                    <a:pt x="201463" y="146419"/>
                  </a:lnTo>
                  <a:lnTo>
                    <a:pt x="203107" y="147657"/>
                  </a:lnTo>
                  <a:lnTo>
                    <a:pt x="203263" y="147648"/>
                  </a:lnTo>
                  <a:lnTo>
                    <a:pt x="203829" y="147618"/>
                  </a:lnTo>
                  <a:lnTo>
                    <a:pt x="205707" y="148928"/>
                  </a:lnTo>
                  <a:lnTo>
                    <a:pt x="206279" y="149327"/>
                  </a:lnTo>
                  <a:lnTo>
                    <a:pt x="207246" y="149504"/>
                  </a:lnTo>
                  <a:lnTo>
                    <a:pt x="206768" y="150159"/>
                  </a:lnTo>
                  <a:lnTo>
                    <a:pt x="206502" y="150523"/>
                  </a:lnTo>
                  <a:lnTo>
                    <a:pt x="205368" y="152077"/>
                  </a:lnTo>
                  <a:lnTo>
                    <a:pt x="205001" y="152580"/>
                  </a:lnTo>
                  <a:lnTo>
                    <a:pt x="204334" y="153494"/>
                  </a:lnTo>
                  <a:lnTo>
                    <a:pt x="204113" y="153797"/>
                  </a:lnTo>
                  <a:lnTo>
                    <a:pt x="201780" y="153469"/>
                  </a:lnTo>
                  <a:lnTo>
                    <a:pt x="201180" y="153385"/>
                  </a:lnTo>
                  <a:lnTo>
                    <a:pt x="197534" y="153021"/>
                  </a:lnTo>
                  <a:lnTo>
                    <a:pt x="196226" y="152580"/>
                  </a:lnTo>
                  <a:lnTo>
                    <a:pt x="189392" y="150280"/>
                  </a:lnTo>
                  <a:lnTo>
                    <a:pt x="189245" y="150230"/>
                  </a:lnTo>
                  <a:lnTo>
                    <a:pt x="188589" y="155870"/>
                  </a:lnTo>
                  <a:lnTo>
                    <a:pt x="188555" y="156166"/>
                  </a:lnTo>
                  <a:lnTo>
                    <a:pt x="204095" y="157360"/>
                  </a:lnTo>
                  <a:lnTo>
                    <a:pt x="205062" y="157811"/>
                  </a:lnTo>
                  <a:lnTo>
                    <a:pt x="207097" y="158761"/>
                  </a:lnTo>
                  <a:lnTo>
                    <a:pt x="207089" y="159062"/>
                  </a:lnTo>
                  <a:lnTo>
                    <a:pt x="207029" y="161132"/>
                  </a:lnTo>
                  <a:lnTo>
                    <a:pt x="206964" y="163383"/>
                  </a:lnTo>
                  <a:lnTo>
                    <a:pt x="206949" y="163898"/>
                  </a:lnTo>
                  <a:lnTo>
                    <a:pt x="206941" y="164164"/>
                  </a:lnTo>
                  <a:lnTo>
                    <a:pt x="206336" y="164117"/>
                  </a:lnTo>
                  <a:lnTo>
                    <a:pt x="200074" y="163616"/>
                  </a:lnTo>
                  <a:lnTo>
                    <a:pt x="198376" y="163484"/>
                  </a:lnTo>
                  <a:lnTo>
                    <a:pt x="194915" y="163207"/>
                  </a:lnTo>
                  <a:lnTo>
                    <a:pt x="192469" y="163011"/>
                  </a:lnTo>
                  <a:lnTo>
                    <a:pt x="187425" y="162607"/>
                  </a:lnTo>
                  <a:lnTo>
                    <a:pt x="184792" y="162424"/>
                  </a:lnTo>
                  <a:lnTo>
                    <a:pt x="182714" y="162261"/>
                  </a:lnTo>
                  <a:lnTo>
                    <a:pt x="182399" y="162234"/>
                  </a:lnTo>
                  <a:lnTo>
                    <a:pt x="166528" y="160856"/>
                  </a:lnTo>
                  <a:lnTo>
                    <a:pt x="166181" y="160827"/>
                  </a:lnTo>
                  <a:lnTo>
                    <a:pt x="165114" y="160742"/>
                  </a:lnTo>
                  <a:lnTo>
                    <a:pt x="163825" y="160638"/>
                  </a:lnTo>
                  <a:lnTo>
                    <a:pt x="162839" y="160558"/>
                  </a:lnTo>
                  <a:lnTo>
                    <a:pt x="152464" y="159802"/>
                  </a:lnTo>
                  <a:lnTo>
                    <a:pt x="145188" y="159272"/>
                  </a:lnTo>
                  <a:lnTo>
                    <a:pt x="144112" y="159193"/>
                  </a:lnTo>
                  <a:lnTo>
                    <a:pt x="139917" y="158887"/>
                  </a:lnTo>
                  <a:lnTo>
                    <a:pt x="139252" y="158839"/>
                  </a:lnTo>
                  <a:lnTo>
                    <a:pt x="139011" y="158821"/>
                  </a:lnTo>
                  <a:lnTo>
                    <a:pt x="138229" y="158762"/>
                  </a:lnTo>
                  <a:lnTo>
                    <a:pt x="131757" y="158271"/>
                  </a:lnTo>
                  <a:lnTo>
                    <a:pt x="127305" y="157933"/>
                  </a:lnTo>
                  <a:lnTo>
                    <a:pt x="121132" y="157464"/>
                  </a:lnTo>
                  <a:lnTo>
                    <a:pt x="115035" y="157002"/>
                  </a:lnTo>
                  <a:lnTo>
                    <a:pt x="115110" y="156055"/>
                  </a:lnTo>
                  <a:lnTo>
                    <a:pt x="115128" y="155848"/>
                  </a:lnTo>
                  <a:lnTo>
                    <a:pt x="115143" y="155672"/>
                  </a:lnTo>
                  <a:lnTo>
                    <a:pt x="115155" y="155534"/>
                  </a:lnTo>
                  <a:lnTo>
                    <a:pt x="115178" y="155269"/>
                  </a:lnTo>
                  <a:lnTo>
                    <a:pt x="115201" y="155005"/>
                  </a:lnTo>
                  <a:lnTo>
                    <a:pt x="115225" y="154726"/>
                  </a:lnTo>
                  <a:lnTo>
                    <a:pt x="115259" y="154342"/>
                  </a:lnTo>
                  <a:lnTo>
                    <a:pt x="115292" y="153963"/>
                  </a:lnTo>
                  <a:lnTo>
                    <a:pt x="115303" y="153825"/>
                  </a:lnTo>
                  <a:lnTo>
                    <a:pt x="115361" y="153157"/>
                  </a:lnTo>
                  <a:lnTo>
                    <a:pt x="115375" y="153004"/>
                  </a:lnTo>
                  <a:lnTo>
                    <a:pt x="115388" y="152855"/>
                  </a:lnTo>
                  <a:lnTo>
                    <a:pt x="115508" y="151466"/>
                  </a:lnTo>
                  <a:lnTo>
                    <a:pt x="115544" y="151055"/>
                  </a:lnTo>
                  <a:lnTo>
                    <a:pt x="115644" y="149909"/>
                  </a:lnTo>
                  <a:lnTo>
                    <a:pt x="115729" y="148975"/>
                  </a:lnTo>
                  <a:lnTo>
                    <a:pt x="116263" y="143155"/>
                  </a:lnTo>
                  <a:lnTo>
                    <a:pt x="116288" y="142886"/>
                  </a:lnTo>
                  <a:lnTo>
                    <a:pt x="116430" y="141336"/>
                  </a:lnTo>
                  <a:lnTo>
                    <a:pt x="116526" y="140299"/>
                  </a:lnTo>
                  <a:lnTo>
                    <a:pt x="116542" y="140125"/>
                  </a:lnTo>
                  <a:lnTo>
                    <a:pt x="116377" y="140113"/>
                  </a:lnTo>
                  <a:lnTo>
                    <a:pt x="109543" y="139609"/>
                  </a:lnTo>
                  <a:lnTo>
                    <a:pt x="108561" y="139537"/>
                  </a:lnTo>
                  <a:lnTo>
                    <a:pt x="108083" y="139112"/>
                  </a:lnTo>
                  <a:lnTo>
                    <a:pt x="103163" y="134745"/>
                  </a:lnTo>
                  <a:lnTo>
                    <a:pt x="101080" y="132897"/>
                  </a:lnTo>
                  <a:lnTo>
                    <a:pt x="100812" y="132659"/>
                  </a:lnTo>
                  <a:lnTo>
                    <a:pt x="99767" y="133093"/>
                  </a:lnTo>
                  <a:lnTo>
                    <a:pt x="97817" y="133510"/>
                  </a:lnTo>
                  <a:lnTo>
                    <a:pt x="90807" y="135012"/>
                  </a:lnTo>
                  <a:lnTo>
                    <a:pt x="90610" y="135054"/>
                  </a:lnTo>
                  <a:lnTo>
                    <a:pt x="87777" y="135425"/>
                  </a:lnTo>
                  <a:lnTo>
                    <a:pt x="86356" y="132614"/>
                  </a:lnTo>
                  <a:lnTo>
                    <a:pt x="86119" y="132144"/>
                  </a:lnTo>
                  <a:lnTo>
                    <a:pt x="85389" y="130701"/>
                  </a:lnTo>
                  <a:lnTo>
                    <a:pt x="85255" y="130435"/>
                  </a:lnTo>
                  <a:lnTo>
                    <a:pt x="85141" y="130209"/>
                  </a:lnTo>
                  <a:lnTo>
                    <a:pt x="85068" y="128959"/>
                  </a:lnTo>
                  <a:lnTo>
                    <a:pt x="85040" y="128476"/>
                  </a:lnTo>
                  <a:lnTo>
                    <a:pt x="83141" y="124687"/>
                  </a:lnTo>
                  <a:lnTo>
                    <a:pt x="83057" y="124463"/>
                  </a:lnTo>
                  <a:lnTo>
                    <a:pt x="82716" y="123561"/>
                  </a:lnTo>
                  <a:lnTo>
                    <a:pt x="81792" y="121114"/>
                  </a:lnTo>
                  <a:lnTo>
                    <a:pt x="82131" y="120528"/>
                  </a:lnTo>
                  <a:lnTo>
                    <a:pt x="80897" y="116715"/>
                  </a:lnTo>
                  <a:lnTo>
                    <a:pt x="80188" y="114523"/>
                  </a:lnTo>
                  <a:lnTo>
                    <a:pt x="79765" y="113217"/>
                  </a:lnTo>
                  <a:lnTo>
                    <a:pt x="78284" y="111120"/>
                  </a:lnTo>
                  <a:lnTo>
                    <a:pt x="76481" y="110526"/>
                  </a:lnTo>
                  <a:lnTo>
                    <a:pt x="76091" y="110398"/>
                  </a:lnTo>
                  <a:lnTo>
                    <a:pt x="75800" y="110526"/>
                  </a:lnTo>
                  <a:lnTo>
                    <a:pt x="74048" y="111291"/>
                  </a:lnTo>
                  <a:lnTo>
                    <a:pt x="72957" y="110526"/>
                  </a:lnTo>
                  <a:lnTo>
                    <a:pt x="70342" y="108692"/>
                  </a:lnTo>
                  <a:lnTo>
                    <a:pt x="69037" y="107995"/>
                  </a:lnTo>
                  <a:lnTo>
                    <a:pt x="68867" y="107905"/>
                  </a:lnTo>
                  <a:lnTo>
                    <a:pt x="68188" y="107649"/>
                  </a:lnTo>
                  <a:lnTo>
                    <a:pt x="67022" y="108203"/>
                  </a:lnTo>
                  <a:lnTo>
                    <a:pt x="63752" y="103196"/>
                  </a:lnTo>
                  <a:lnTo>
                    <a:pt x="63644" y="102780"/>
                  </a:lnTo>
                  <a:lnTo>
                    <a:pt x="62900" y="99919"/>
                  </a:lnTo>
                  <a:lnTo>
                    <a:pt x="62561" y="98616"/>
                  </a:lnTo>
                  <a:lnTo>
                    <a:pt x="61923" y="97944"/>
                  </a:lnTo>
                  <a:lnTo>
                    <a:pt x="58840" y="94698"/>
                  </a:lnTo>
                  <a:lnTo>
                    <a:pt x="55351" y="98465"/>
                  </a:lnTo>
                  <a:lnTo>
                    <a:pt x="55225" y="98601"/>
                  </a:lnTo>
                  <a:lnTo>
                    <a:pt x="53368" y="97037"/>
                  </a:lnTo>
                  <a:lnTo>
                    <a:pt x="51868" y="95774"/>
                  </a:lnTo>
                  <a:lnTo>
                    <a:pt x="50632" y="95104"/>
                  </a:lnTo>
                  <a:lnTo>
                    <a:pt x="48873" y="93948"/>
                  </a:lnTo>
                  <a:lnTo>
                    <a:pt x="48654" y="93805"/>
                  </a:lnTo>
                  <a:lnTo>
                    <a:pt x="47125" y="92800"/>
                  </a:lnTo>
                  <a:lnTo>
                    <a:pt x="45251" y="91569"/>
                  </a:lnTo>
                  <a:lnTo>
                    <a:pt x="44738" y="91231"/>
                  </a:lnTo>
                  <a:lnTo>
                    <a:pt x="41724" y="89791"/>
                  </a:lnTo>
                  <a:lnTo>
                    <a:pt x="39961" y="88948"/>
                  </a:lnTo>
                  <a:lnTo>
                    <a:pt x="38860" y="88421"/>
                  </a:lnTo>
                  <a:lnTo>
                    <a:pt x="37861" y="87944"/>
                  </a:lnTo>
                  <a:lnTo>
                    <a:pt x="35983" y="85391"/>
                  </a:lnTo>
                  <a:lnTo>
                    <a:pt x="34208" y="84144"/>
                  </a:lnTo>
                  <a:lnTo>
                    <a:pt x="31612" y="82321"/>
                  </a:lnTo>
                  <a:lnTo>
                    <a:pt x="30565" y="81127"/>
                  </a:lnTo>
                  <a:lnTo>
                    <a:pt x="29389" y="79787"/>
                  </a:lnTo>
                  <a:lnTo>
                    <a:pt x="29056" y="79425"/>
                  </a:lnTo>
                  <a:lnTo>
                    <a:pt x="26538" y="76692"/>
                  </a:lnTo>
                  <a:lnTo>
                    <a:pt x="22464" y="71818"/>
                  </a:lnTo>
                  <a:lnTo>
                    <a:pt x="21553" y="70728"/>
                  </a:lnTo>
                  <a:lnTo>
                    <a:pt x="20755" y="71106"/>
                  </a:lnTo>
                  <a:lnTo>
                    <a:pt x="20602" y="70834"/>
                  </a:lnTo>
                  <a:lnTo>
                    <a:pt x="19477" y="68828"/>
                  </a:lnTo>
                  <a:lnTo>
                    <a:pt x="19253" y="68429"/>
                  </a:lnTo>
                  <a:lnTo>
                    <a:pt x="16573" y="63651"/>
                  </a:lnTo>
                  <a:lnTo>
                    <a:pt x="14936" y="61849"/>
                  </a:lnTo>
                  <a:lnTo>
                    <a:pt x="12325" y="58973"/>
                  </a:lnTo>
                  <a:lnTo>
                    <a:pt x="11608" y="58184"/>
                  </a:lnTo>
                  <a:lnTo>
                    <a:pt x="10011" y="56426"/>
                  </a:lnTo>
                  <a:lnTo>
                    <a:pt x="6506" y="52115"/>
                  </a:lnTo>
                  <a:lnTo>
                    <a:pt x="5469" y="50983"/>
                  </a:lnTo>
                  <a:lnTo>
                    <a:pt x="0" y="45010"/>
                  </a:lnTo>
                  <a:lnTo>
                    <a:pt x="2715" y="41678"/>
                  </a:lnTo>
                  <a:lnTo>
                    <a:pt x="4966" y="39988"/>
                  </a:lnTo>
                  <a:lnTo>
                    <a:pt x="3258" y="38265"/>
                  </a:lnTo>
                  <a:lnTo>
                    <a:pt x="577" y="35561"/>
                  </a:lnTo>
                  <a:lnTo>
                    <a:pt x="993" y="35167"/>
                  </a:lnTo>
                  <a:lnTo>
                    <a:pt x="5251" y="31133"/>
                  </a:lnTo>
                  <a:lnTo>
                    <a:pt x="9086" y="34709"/>
                  </a:lnTo>
                  <a:lnTo>
                    <a:pt x="14710" y="39321"/>
                  </a:lnTo>
                  <a:lnTo>
                    <a:pt x="15765" y="38538"/>
                  </a:lnTo>
                  <a:lnTo>
                    <a:pt x="17473" y="35851"/>
                  </a:lnTo>
                  <a:lnTo>
                    <a:pt x="27286" y="37457"/>
                  </a:lnTo>
                  <a:lnTo>
                    <a:pt x="30420" y="29946"/>
                  </a:lnTo>
                  <a:lnTo>
                    <a:pt x="18587" y="24754"/>
                  </a:lnTo>
                  <a:lnTo>
                    <a:pt x="18631" y="24392"/>
                  </a:lnTo>
                  <a:lnTo>
                    <a:pt x="19181" y="18693"/>
                  </a:lnTo>
                  <a:lnTo>
                    <a:pt x="15481" y="15899"/>
                  </a:lnTo>
                  <a:lnTo>
                    <a:pt x="15971" y="15135"/>
                  </a:lnTo>
                  <a:lnTo>
                    <a:pt x="16312" y="14571"/>
                  </a:lnTo>
                  <a:lnTo>
                    <a:pt x="18416" y="11093"/>
                  </a:lnTo>
                  <a:lnTo>
                    <a:pt x="20931" y="11638"/>
                  </a:lnTo>
                  <a:lnTo>
                    <a:pt x="23515" y="12198"/>
                  </a:lnTo>
                  <a:lnTo>
                    <a:pt x="30720" y="13759"/>
                  </a:lnTo>
                  <a:lnTo>
                    <a:pt x="31404" y="13907"/>
                  </a:lnTo>
                  <a:lnTo>
                    <a:pt x="33803" y="12632"/>
                  </a:lnTo>
                  <a:lnTo>
                    <a:pt x="31923" y="9527"/>
                  </a:lnTo>
                  <a:lnTo>
                    <a:pt x="31208" y="8347"/>
                  </a:lnTo>
                  <a:lnTo>
                    <a:pt x="31128" y="8215"/>
                  </a:lnTo>
                  <a:lnTo>
                    <a:pt x="30282" y="7190"/>
                  </a:lnTo>
                  <a:lnTo>
                    <a:pt x="30087" y="6954"/>
                  </a:lnTo>
                  <a:lnTo>
                    <a:pt x="30489" y="6973"/>
                  </a:lnTo>
                  <a:lnTo>
                    <a:pt x="30683" y="6985"/>
                  </a:lnTo>
                  <a:lnTo>
                    <a:pt x="32263" y="7083"/>
                  </a:lnTo>
                  <a:lnTo>
                    <a:pt x="32596" y="7103"/>
                  </a:lnTo>
                  <a:lnTo>
                    <a:pt x="33042" y="7004"/>
                  </a:lnTo>
                  <a:lnTo>
                    <a:pt x="34054" y="6781"/>
                  </a:lnTo>
                  <a:lnTo>
                    <a:pt x="34876" y="6598"/>
                  </a:lnTo>
                  <a:lnTo>
                    <a:pt x="35828" y="6235"/>
                  </a:lnTo>
                  <a:lnTo>
                    <a:pt x="37726" y="5511"/>
                  </a:lnTo>
                  <a:lnTo>
                    <a:pt x="37932" y="5366"/>
                  </a:lnTo>
                  <a:lnTo>
                    <a:pt x="39056" y="4579"/>
                  </a:lnTo>
                  <a:lnTo>
                    <a:pt x="40587" y="3347"/>
                  </a:lnTo>
                  <a:lnTo>
                    <a:pt x="41140" y="2677"/>
                  </a:lnTo>
                  <a:lnTo>
                    <a:pt x="41300" y="2483"/>
                  </a:lnTo>
                  <a:lnTo>
                    <a:pt x="41555" y="2184"/>
                  </a:lnTo>
                  <a:lnTo>
                    <a:pt x="42969" y="967"/>
                  </a:lnTo>
                  <a:lnTo>
                    <a:pt x="44033" y="346"/>
                  </a:lnTo>
                  <a:lnTo>
                    <a:pt x="44636" y="161"/>
                  </a:lnTo>
                  <a:lnTo>
                    <a:pt x="45280" y="0"/>
                  </a:lnTo>
                  <a:lnTo>
                    <a:pt x="45984" y="23"/>
                  </a:lnTo>
                  <a:lnTo>
                    <a:pt x="46351" y="35"/>
                  </a:lnTo>
                  <a:lnTo>
                    <a:pt x="47035" y="268"/>
                  </a:lnTo>
                  <a:lnTo>
                    <a:pt x="46996" y="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622882" y="3327016"/>
              <a:ext cx="236135" cy="143004"/>
            </a:xfrm>
            <a:custGeom>
              <a:avLst/>
              <a:pathLst>
                <a:path w="236135" h="143004">
                  <a:moveTo>
                    <a:pt x="41572" y="4893"/>
                  </a:moveTo>
                  <a:lnTo>
                    <a:pt x="40774" y="12525"/>
                  </a:lnTo>
                  <a:lnTo>
                    <a:pt x="42075" y="15805"/>
                  </a:lnTo>
                  <a:lnTo>
                    <a:pt x="42243" y="16230"/>
                  </a:lnTo>
                  <a:lnTo>
                    <a:pt x="43339" y="18991"/>
                  </a:lnTo>
                  <a:lnTo>
                    <a:pt x="45284" y="20642"/>
                  </a:lnTo>
                  <a:lnTo>
                    <a:pt x="46359" y="21554"/>
                  </a:lnTo>
                  <a:lnTo>
                    <a:pt x="46907" y="21652"/>
                  </a:lnTo>
                  <a:lnTo>
                    <a:pt x="52230" y="22603"/>
                  </a:lnTo>
                  <a:lnTo>
                    <a:pt x="51429" y="28250"/>
                  </a:lnTo>
                  <a:lnTo>
                    <a:pt x="53312" y="29011"/>
                  </a:lnTo>
                  <a:lnTo>
                    <a:pt x="54427" y="28047"/>
                  </a:lnTo>
                  <a:lnTo>
                    <a:pt x="58204" y="31536"/>
                  </a:lnTo>
                  <a:lnTo>
                    <a:pt x="57522" y="34825"/>
                  </a:lnTo>
                  <a:lnTo>
                    <a:pt x="59216" y="36348"/>
                  </a:lnTo>
                  <a:lnTo>
                    <a:pt x="67651" y="35953"/>
                  </a:lnTo>
                  <a:lnTo>
                    <a:pt x="69698" y="35915"/>
                  </a:lnTo>
                  <a:lnTo>
                    <a:pt x="69521" y="39027"/>
                  </a:lnTo>
                  <a:lnTo>
                    <a:pt x="69793" y="42438"/>
                  </a:lnTo>
                  <a:lnTo>
                    <a:pt x="69898" y="43750"/>
                  </a:lnTo>
                  <a:lnTo>
                    <a:pt x="84830" y="41187"/>
                  </a:lnTo>
                  <a:lnTo>
                    <a:pt x="84568" y="34219"/>
                  </a:lnTo>
                  <a:lnTo>
                    <a:pt x="84515" y="33534"/>
                  </a:lnTo>
                  <a:lnTo>
                    <a:pt x="95572" y="31126"/>
                  </a:lnTo>
                  <a:lnTo>
                    <a:pt x="96315" y="35856"/>
                  </a:lnTo>
                  <a:lnTo>
                    <a:pt x="98252" y="36089"/>
                  </a:lnTo>
                  <a:lnTo>
                    <a:pt x="99506" y="45061"/>
                  </a:lnTo>
                  <a:lnTo>
                    <a:pt x="107269" y="44575"/>
                  </a:lnTo>
                  <a:lnTo>
                    <a:pt x="108863" y="45650"/>
                  </a:lnTo>
                  <a:lnTo>
                    <a:pt x="113365" y="48688"/>
                  </a:lnTo>
                  <a:lnTo>
                    <a:pt x="121795" y="55193"/>
                  </a:lnTo>
                  <a:lnTo>
                    <a:pt x="119895" y="58616"/>
                  </a:lnTo>
                  <a:lnTo>
                    <a:pt x="120397" y="58769"/>
                  </a:lnTo>
                  <a:lnTo>
                    <a:pt x="127672" y="61000"/>
                  </a:lnTo>
                  <a:lnTo>
                    <a:pt x="127895" y="61068"/>
                  </a:lnTo>
                  <a:lnTo>
                    <a:pt x="128175" y="58697"/>
                  </a:lnTo>
                  <a:lnTo>
                    <a:pt x="128360" y="57125"/>
                  </a:lnTo>
                  <a:lnTo>
                    <a:pt x="134421" y="55281"/>
                  </a:lnTo>
                  <a:lnTo>
                    <a:pt x="135124" y="55067"/>
                  </a:lnTo>
                  <a:lnTo>
                    <a:pt x="135553" y="54937"/>
                  </a:lnTo>
                  <a:lnTo>
                    <a:pt x="136033" y="51674"/>
                  </a:lnTo>
                  <a:lnTo>
                    <a:pt x="139369" y="48939"/>
                  </a:lnTo>
                  <a:lnTo>
                    <a:pt x="140700" y="47848"/>
                  </a:lnTo>
                  <a:lnTo>
                    <a:pt x="140844" y="44909"/>
                  </a:lnTo>
                  <a:lnTo>
                    <a:pt x="141115" y="45029"/>
                  </a:lnTo>
                  <a:lnTo>
                    <a:pt x="144077" y="46346"/>
                  </a:lnTo>
                  <a:lnTo>
                    <a:pt x="153101" y="48381"/>
                  </a:lnTo>
                  <a:lnTo>
                    <a:pt x="157222" y="49310"/>
                  </a:lnTo>
                  <a:lnTo>
                    <a:pt x="162140" y="47567"/>
                  </a:lnTo>
                  <a:lnTo>
                    <a:pt x="162295" y="47871"/>
                  </a:lnTo>
                  <a:lnTo>
                    <a:pt x="162360" y="48000"/>
                  </a:lnTo>
                  <a:lnTo>
                    <a:pt x="162499" y="48273"/>
                  </a:lnTo>
                  <a:lnTo>
                    <a:pt x="163782" y="50800"/>
                  </a:lnTo>
                  <a:lnTo>
                    <a:pt x="165103" y="53404"/>
                  </a:lnTo>
                  <a:lnTo>
                    <a:pt x="166906" y="53975"/>
                  </a:lnTo>
                  <a:lnTo>
                    <a:pt x="170454" y="55873"/>
                  </a:lnTo>
                  <a:lnTo>
                    <a:pt x="177643" y="59718"/>
                  </a:lnTo>
                  <a:lnTo>
                    <a:pt x="178763" y="60317"/>
                  </a:lnTo>
                  <a:lnTo>
                    <a:pt x="178979" y="60067"/>
                  </a:lnTo>
                  <a:lnTo>
                    <a:pt x="179397" y="59583"/>
                  </a:lnTo>
                  <a:lnTo>
                    <a:pt x="179568" y="59397"/>
                  </a:lnTo>
                  <a:lnTo>
                    <a:pt x="180393" y="58642"/>
                  </a:lnTo>
                  <a:lnTo>
                    <a:pt x="180900" y="58204"/>
                  </a:lnTo>
                  <a:lnTo>
                    <a:pt x="183692" y="60198"/>
                  </a:lnTo>
                  <a:lnTo>
                    <a:pt x="186149" y="61953"/>
                  </a:lnTo>
                  <a:lnTo>
                    <a:pt x="186114" y="66063"/>
                  </a:lnTo>
                  <a:lnTo>
                    <a:pt x="186107" y="70966"/>
                  </a:lnTo>
                  <a:lnTo>
                    <a:pt x="186104" y="72759"/>
                  </a:lnTo>
                  <a:lnTo>
                    <a:pt x="186965" y="76266"/>
                  </a:lnTo>
                  <a:lnTo>
                    <a:pt x="189827" y="79769"/>
                  </a:lnTo>
                  <a:lnTo>
                    <a:pt x="190195" y="80189"/>
                  </a:lnTo>
                  <a:lnTo>
                    <a:pt x="190500" y="79900"/>
                  </a:lnTo>
                  <a:lnTo>
                    <a:pt x="195524" y="75133"/>
                  </a:lnTo>
                  <a:lnTo>
                    <a:pt x="200560" y="70354"/>
                  </a:lnTo>
                  <a:lnTo>
                    <a:pt x="205495" y="65672"/>
                  </a:lnTo>
                  <a:lnTo>
                    <a:pt x="206405" y="64887"/>
                  </a:lnTo>
                  <a:lnTo>
                    <a:pt x="206783" y="65310"/>
                  </a:lnTo>
                  <a:lnTo>
                    <a:pt x="206955" y="65503"/>
                  </a:lnTo>
                  <a:lnTo>
                    <a:pt x="211985" y="71134"/>
                  </a:lnTo>
                  <a:lnTo>
                    <a:pt x="220543" y="80715"/>
                  </a:lnTo>
                  <a:lnTo>
                    <a:pt x="224787" y="85438"/>
                  </a:lnTo>
                  <a:lnTo>
                    <a:pt x="224982" y="87337"/>
                  </a:lnTo>
                  <a:lnTo>
                    <a:pt x="225128" y="88754"/>
                  </a:lnTo>
                  <a:lnTo>
                    <a:pt x="225753" y="94838"/>
                  </a:lnTo>
                  <a:lnTo>
                    <a:pt x="225851" y="95451"/>
                  </a:lnTo>
                  <a:lnTo>
                    <a:pt x="226149" y="96003"/>
                  </a:lnTo>
                  <a:lnTo>
                    <a:pt x="226991" y="97563"/>
                  </a:lnTo>
                  <a:lnTo>
                    <a:pt x="229029" y="99252"/>
                  </a:lnTo>
                  <a:lnTo>
                    <a:pt x="232045" y="101287"/>
                  </a:lnTo>
                  <a:lnTo>
                    <a:pt x="235863" y="101540"/>
                  </a:lnTo>
                  <a:lnTo>
                    <a:pt x="236135" y="101570"/>
                  </a:lnTo>
                  <a:lnTo>
                    <a:pt x="235749" y="102172"/>
                  </a:lnTo>
                  <a:lnTo>
                    <a:pt x="235616" y="102379"/>
                  </a:lnTo>
                  <a:lnTo>
                    <a:pt x="235087" y="103203"/>
                  </a:lnTo>
                  <a:lnTo>
                    <a:pt x="232221" y="107671"/>
                  </a:lnTo>
                  <a:lnTo>
                    <a:pt x="231897" y="108175"/>
                  </a:lnTo>
                  <a:lnTo>
                    <a:pt x="230154" y="110892"/>
                  </a:lnTo>
                  <a:lnTo>
                    <a:pt x="229011" y="112673"/>
                  </a:lnTo>
                  <a:lnTo>
                    <a:pt x="227834" y="114508"/>
                  </a:lnTo>
                  <a:lnTo>
                    <a:pt x="227414" y="115163"/>
                  </a:lnTo>
                  <a:lnTo>
                    <a:pt x="223586" y="121128"/>
                  </a:lnTo>
                  <a:lnTo>
                    <a:pt x="223195" y="121749"/>
                  </a:lnTo>
                  <a:lnTo>
                    <a:pt x="223121" y="121884"/>
                  </a:lnTo>
                  <a:lnTo>
                    <a:pt x="222148" y="123650"/>
                  </a:lnTo>
                  <a:lnTo>
                    <a:pt x="221439" y="124940"/>
                  </a:lnTo>
                  <a:lnTo>
                    <a:pt x="220879" y="125956"/>
                  </a:lnTo>
                  <a:lnTo>
                    <a:pt x="219453" y="128546"/>
                  </a:lnTo>
                  <a:lnTo>
                    <a:pt x="219244" y="128896"/>
                  </a:lnTo>
                  <a:lnTo>
                    <a:pt x="216916" y="132758"/>
                  </a:lnTo>
                  <a:lnTo>
                    <a:pt x="216275" y="132308"/>
                  </a:lnTo>
                  <a:lnTo>
                    <a:pt x="208041" y="126532"/>
                  </a:lnTo>
                  <a:lnTo>
                    <a:pt x="207732" y="126981"/>
                  </a:lnTo>
                  <a:lnTo>
                    <a:pt x="205939" y="129527"/>
                  </a:lnTo>
                  <a:lnTo>
                    <a:pt x="206033" y="129692"/>
                  </a:lnTo>
                  <a:lnTo>
                    <a:pt x="207168" y="130636"/>
                  </a:lnTo>
                  <a:lnTo>
                    <a:pt x="209759" y="132788"/>
                  </a:lnTo>
                  <a:lnTo>
                    <a:pt x="212218" y="134831"/>
                  </a:lnTo>
                  <a:lnTo>
                    <a:pt x="211416" y="136599"/>
                  </a:lnTo>
                  <a:lnTo>
                    <a:pt x="210727" y="137189"/>
                  </a:lnTo>
                  <a:lnTo>
                    <a:pt x="210255" y="137593"/>
                  </a:lnTo>
                  <a:lnTo>
                    <a:pt x="210062" y="137759"/>
                  </a:lnTo>
                  <a:lnTo>
                    <a:pt x="209108" y="136970"/>
                  </a:lnTo>
                  <a:lnTo>
                    <a:pt x="207578" y="135617"/>
                  </a:lnTo>
                  <a:lnTo>
                    <a:pt x="204023" y="132471"/>
                  </a:lnTo>
                  <a:lnTo>
                    <a:pt x="203756" y="132261"/>
                  </a:lnTo>
                  <a:lnTo>
                    <a:pt x="200334" y="129591"/>
                  </a:lnTo>
                  <a:lnTo>
                    <a:pt x="199012" y="130910"/>
                  </a:lnTo>
                  <a:lnTo>
                    <a:pt x="199176" y="131329"/>
                  </a:lnTo>
                  <a:lnTo>
                    <a:pt x="199763" y="132832"/>
                  </a:lnTo>
                  <a:lnTo>
                    <a:pt x="193971" y="139779"/>
                  </a:lnTo>
                  <a:lnTo>
                    <a:pt x="193818" y="139962"/>
                  </a:lnTo>
                  <a:lnTo>
                    <a:pt x="192368" y="141702"/>
                  </a:lnTo>
                  <a:lnTo>
                    <a:pt x="191377" y="143004"/>
                  </a:lnTo>
                  <a:lnTo>
                    <a:pt x="189421" y="141826"/>
                  </a:lnTo>
                  <a:lnTo>
                    <a:pt x="186634" y="140148"/>
                  </a:lnTo>
                  <a:lnTo>
                    <a:pt x="183352" y="137348"/>
                  </a:lnTo>
                  <a:lnTo>
                    <a:pt x="179428" y="131816"/>
                  </a:lnTo>
                  <a:lnTo>
                    <a:pt x="178698" y="127669"/>
                  </a:lnTo>
                  <a:lnTo>
                    <a:pt x="179248" y="127500"/>
                  </a:lnTo>
                  <a:lnTo>
                    <a:pt x="181650" y="126674"/>
                  </a:lnTo>
                  <a:lnTo>
                    <a:pt x="184294" y="129482"/>
                  </a:lnTo>
                  <a:lnTo>
                    <a:pt x="185807" y="128227"/>
                  </a:lnTo>
                  <a:lnTo>
                    <a:pt x="190796" y="123366"/>
                  </a:lnTo>
                  <a:lnTo>
                    <a:pt x="191155" y="123059"/>
                  </a:lnTo>
                  <a:lnTo>
                    <a:pt x="192711" y="121726"/>
                  </a:lnTo>
                  <a:lnTo>
                    <a:pt x="193669" y="120905"/>
                  </a:lnTo>
                  <a:lnTo>
                    <a:pt x="192546" y="116930"/>
                  </a:lnTo>
                  <a:lnTo>
                    <a:pt x="190542" y="118457"/>
                  </a:lnTo>
                  <a:lnTo>
                    <a:pt x="187134" y="115044"/>
                  </a:lnTo>
                  <a:lnTo>
                    <a:pt x="186696" y="115404"/>
                  </a:lnTo>
                  <a:lnTo>
                    <a:pt x="183125" y="118342"/>
                  </a:lnTo>
                  <a:lnTo>
                    <a:pt x="180970" y="120116"/>
                  </a:lnTo>
                  <a:lnTo>
                    <a:pt x="179265" y="118588"/>
                  </a:lnTo>
                  <a:lnTo>
                    <a:pt x="177365" y="116884"/>
                  </a:lnTo>
                  <a:lnTo>
                    <a:pt x="172283" y="115282"/>
                  </a:lnTo>
                  <a:lnTo>
                    <a:pt x="171502" y="117045"/>
                  </a:lnTo>
                  <a:lnTo>
                    <a:pt x="169324" y="116471"/>
                  </a:lnTo>
                  <a:lnTo>
                    <a:pt x="167968" y="116113"/>
                  </a:lnTo>
                  <a:lnTo>
                    <a:pt x="167041" y="117387"/>
                  </a:lnTo>
                  <a:lnTo>
                    <a:pt x="156588" y="108337"/>
                  </a:lnTo>
                  <a:lnTo>
                    <a:pt x="158148" y="104229"/>
                  </a:lnTo>
                  <a:lnTo>
                    <a:pt x="154280" y="103055"/>
                  </a:lnTo>
                  <a:lnTo>
                    <a:pt x="155767" y="98475"/>
                  </a:lnTo>
                  <a:lnTo>
                    <a:pt x="150961" y="95812"/>
                  </a:lnTo>
                  <a:lnTo>
                    <a:pt x="150383" y="95428"/>
                  </a:lnTo>
                  <a:lnTo>
                    <a:pt x="150306" y="94797"/>
                  </a:lnTo>
                  <a:lnTo>
                    <a:pt x="150912" y="93454"/>
                  </a:lnTo>
                  <a:lnTo>
                    <a:pt x="148797" y="92413"/>
                  </a:lnTo>
                  <a:lnTo>
                    <a:pt x="147598" y="93881"/>
                  </a:lnTo>
                  <a:lnTo>
                    <a:pt x="146790" y="94961"/>
                  </a:lnTo>
                  <a:lnTo>
                    <a:pt x="144841" y="101498"/>
                  </a:lnTo>
                  <a:lnTo>
                    <a:pt x="134318" y="97882"/>
                  </a:lnTo>
                  <a:lnTo>
                    <a:pt x="120784" y="93950"/>
                  </a:lnTo>
                  <a:lnTo>
                    <a:pt x="120576" y="93890"/>
                  </a:lnTo>
                  <a:lnTo>
                    <a:pt x="119931" y="93922"/>
                  </a:lnTo>
                  <a:lnTo>
                    <a:pt x="119033" y="95535"/>
                  </a:lnTo>
                  <a:lnTo>
                    <a:pt x="115755" y="94132"/>
                  </a:lnTo>
                  <a:lnTo>
                    <a:pt x="111961" y="91262"/>
                  </a:lnTo>
                  <a:lnTo>
                    <a:pt x="105181" y="88264"/>
                  </a:lnTo>
                  <a:lnTo>
                    <a:pt x="104575" y="87996"/>
                  </a:lnTo>
                  <a:lnTo>
                    <a:pt x="104364" y="87801"/>
                  </a:lnTo>
                  <a:lnTo>
                    <a:pt x="102182" y="85782"/>
                  </a:lnTo>
                  <a:lnTo>
                    <a:pt x="97380" y="82695"/>
                  </a:lnTo>
                  <a:lnTo>
                    <a:pt x="96154" y="82105"/>
                  </a:lnTo>
                  <a:lnTo>
                    <a:pt x="90873" y="79563"/>
                  </a:lnTo>
                  <a:lnTo>
                    <a:pt x="81914" y="76407"/>
                  </a:lnTo>
                  <a:lnTo>
                    <a:pt x="75315" y="76866"/>
                  </a:lnTo>
                  <a:lnTo>
                    <a:pt x="68161" y="77487"/>
                  </a:lnTo>
                  <a:lnTo>
                    <a:pt x="67592" y="77536"/>
                  </a:lnTo>
                  <a:lnTo>
                    <a:pt x="57734" y="78500"/>
                  </a:lnTo>
                  <a:lnTo>
                    <a:pt x="56024" y="80539"/>
                  </a:lnTo>
                  <a:lnTo>
                    <a:pt x="54594" y="80297"/>
                  </a:lnTo>
                  <a:lnTo>
                    <a:pt x="48990" y="79350"/>
                  </a:lnTo>
                  <a:lnTo>
                    <a:pt x="44599" y="78608"/>
                  </a:lnTo>
                  <a:lnTo>
                    <a:pt x="43961" y="78500"/>
                  </a:lnTo>
                  <a:lnTo>
                    <a:pt x="35412" y="81316"/>
                  </a:lnTo>
                  <a:lnTo>
                    <a:pt x="31327" y="88112"/>
                  </a:lnTo>
                  <a:lnTo>
                    <a:pt x="26958" y="90443"/>
                  </a:lnTo>
                  <a:lnTo>
                    <a:pt x="17510" y="97000"/>
                  </a:lnTo>
                  <a:lnTo>
                    <a:pt x="14619" y="97610"/>
                  </a:lnTo>
                  <a:lnTo>
                    <a:pt x="9940" y="91876"/>
                  </a:lnTo>
                  <a:lnTo>
                    <a:pt x="9696" y="89201"/>
                  </a:lnTo>
                  <a:lnTo>
                    <a:pt x="11284" y="87141"/>
                  </a:lnTo>
                  <a:lnTo>
                    <a:pt x="8644" y="77656"/>
                  </a:lnTo>
                  <a:lnTo>
                    <a:pt x="0" y="69963"/>
                  </a:lnTo>
                  <a:lnTo>
                    <a:pt x="5104" y="62837"/>
                  </a:lnTo>
                  <a:lnTo>
                    <a:pt x="10100" y="60220"/>
                  </a:lnTo>
                  <a:lnTo>
                    <a:pt x="12256" y="57705"/>
                  </a:lnTo>
                  <a:lnTo>
                    <a:pt x="31815" y="65783"/>
                  </a:lnTo>
                  <a:lnTo>
                    <a:pt x="32733" y="61950"/>
                  </a:lnTo>
                  <a:lnTo>
                    <a:pt x="33949" y="56571"/>
                  </a:lnTo>
                  <a:lnTo>
                    <a:pt x="35293" y="52348"/>
                  </a:lnTo>
                  <a:lnTo>
                    <a:pt x="45489" y="54416"/>
                  </a:lnTo>
                  <a:lnTo>
                    <a:pt x="46551" y="49728"/>
                  </a:lnTo>
                  <a:lnTo>
                    <a:pt x="44467" y="49002"/>
                  </a:lnTo>
                  <a:lnTo>
                    <a:pt x="45608" y="43801"/>
                  </a:lnTo>
                  <a:lnTo>
                    <a:pt x="44592" y="37400"/>
                  </a:lnTo>
                  <a:lnTo>
                    <a:pt x="42689" y="36525"/>
                  </a:lnTo>
                  <a:lnTo>
                    <a:pt x="41190" y="37487"/>
                  </a:lnTo>
                  <a:lnTo>
                    <a:pt x="36784" y="40313"/>
                  </a:lnTo>
                  <a:lnTo>
                    <a:pt x="31977" y="37780"/>
                  </a:lnTo>
                  <a:lnTo>
                    <a:pt x="30099" y="36791"/>
                  </a:lnTo>
                  <a:lnTo>
                    <a:pt x="29375" y="36410"/>
                  </a:lnTo>
                  <a:lnTo>
                    <a:pt x="28121" y="28079"/>
                  </a:lnTo>
                  <a:lnTo>
                    <a:pt x="25442" y="22836"/>
                  </a:lnTo>
                  <a:lnTo>
                    <a:pt x="23961" y="19515"/>
                  </a:lnTo>
                  <a:lnTo>
                    <a:pt x="24327" y="19010"/>
                  </a:lnTo>
                  <a:lnTo>
                    <a:pt x="25100" y="17942"/>
                  </a:lnTo>
                  <a:lnTo>
                    <a:pt x="18786" y="14764"/>
                  </a:lnTo>
                  <a:lnTo>
                    <a:pt x="13873" y="12292"/>
                  </a:lnTo>
                  <a:lnTo>
                    <a:pt x="15823" y="6173"/>
                  </a:lnTo>
                  <a:lnTo>
                    <a:pt x="28559" y="9405"/>
                  </a:lnTo>
                  <a:lnTo>
                    <a:pt x="32125" y="4986"/>
                  </a:lnTo>
                  <a:lnTo>
                    <a:pt x="37405" y="4473"/>
                  </a:lnTo>
                  <a:lnTo>
                    <a:pt x="38494" y="0"/>
                  </a:lnTo>
                  <a:lnTo>
                    <a:pt x="43745" y="277"/>
                  </a:lnTo>
                  <a:lnTo>
                    <a:pt x="47328" y="466"/>
                  </a:lnTo>
                  <a:lnTo>
                    <a:pt x="46530" y="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969770" y="3275558"/>
              <a:ext cx="178407" cy="205585"/>
            </a:xfrm>
            <a:custGeom>
              <a:avLst/>
              <a:pathLst>
                <a:path w="178407" h="205585">
                  <a:moveTo>
                    <a:pt x="53592" y="169363"/>
                  </a:moveTo>
                  <a:lnTo>
                    <a:pt x="56323" y="166203"/>
                  </a:lnTo>
                  <a:lnTo>
                    <a:pt x="59410" y="151969"/>
                  </a:lnTo>
                  <a:lnTo>
                    <a:pt x="50624" y="149785"/>
                  </a:lnTo>
                  <a:lnTo>
                    <a:pt x="45906" y="150157"/>
                  </a:lnTo>
                  <a:lnTo>
                    <a:pt x="42510" y="146613"/>
                  </a:lnTo>
                  <a:lnTo>
                    <a:pt x="36763" y="147588"/>
                  </a:lnTo>
                  <a:lnTo>
                    <a:pt x="31284" y="137605"/>
                  </a:lnTo>
                  <a:lnTo>
                    <a:pt x="37936" y="137058"/>
                  </a:lnTo>
                  <a:lnTo>
                    <a:pt x="45031" y="126779"/>
                  </a:lnTo>
                  <a:lnTo>
                    <a:pt x="44955" y="119944"/>
                  </a:lnTo>
                  <a:lnTo>
                    <a:pt x="44176" y="111104"/>
                  </a:lnTo>
                  <a:lnTo>
                    <a:pt x="37166" y="111084"/>
                  </a:lnTo>
                  <a:lnTo>
                    <a:pt x="22213" y="111042"/>
                  </a:lnTo>
                  <a:lnTo>
                    <a:pt x="21830" y="111041"/>
                  </a:lnTo>
                  <a:lnTo>
                    <a:pt x="19807" y="100973"/>
                  </a:lnTo>
                  <a:lnTo>
                    <a:pt x="19538" y="96343"/>
                  </a:lnTo>
                  <a:lnTo>
                    <a:pt x="19300" y="95614"/>
                  </a:lnTo>
                  <a:lnTo>
                    <a:pt x="19063" y="93308"/>
                  </a:lnTo>
                  <a:lnTo>
                    <a:pt x="19775" y="91852"/>
                  </a:lnTo>
                  <a:lnTo>
                    <a:pt x="21556" y="91002"/>
                  </a:lnTo>
                  <a:lnTo>
                    <a:pt x="21319" y="88332"/>
                  </a:lnTo>
                  <a:lnTo>
                    <a:pt x="18350" y="83599"/>
                  </a:lnTo>
                  <a:lnTo>
                    <a:pt x="17282" y="82749"/>
                  </a:lnTo>
                  <a:lnTo>
                    <a:pt x="14788" y="78016"/>
                  </a:lnTo>
                  <a:lnTo>
                    <a:pt x="13957" y="74375"/>
                  </a:lnTo>
                  <a:lnTo>
                    <a:pt x="13482" y="70370"/>
                  </a:lnTo>
                  <a:lnTo>
                    <a:pt x="11345" y="63331"/>
                  </a:lnTo>
                  <a:lnTo>
                    <a:pt x="10276" y="58597"/>
                  </a:lnTo>
                  <a:lnTo>
                    <a:pt x="9207" y="54956"/>
                  </a:lnTo>
                  <a:lnTo>
                    <a:pt x="6951" y="50830"/>
                  </a:lnTo>
                  <a:lnTo>
                    <a:pt x="4220" y="50223"/>
                  </a:lnTo>
                  <a:lnTo>
                    <a:pt x="3033" y="46703"/>
                  </a:lnTo>
                  <a:lnTo>
                    <a:pt x="1964" y="42334"/>
                  </a:lnTo>
                  <a:lnTo>
                    <a:pt x="0" y="35092"/>
                  </a:lnTo>
                  <a:lnTo>
                    <a:pt x="442" y="33370"/>
                  </a:lnTo>
                  <a:lnTo>
                    <a:pt x="1155" y="28307"/>
                  </a:lnTo>
                  <a:lnTo>
                    <a:pt x="1214" y="22083"/>
                  </a:lnTo>
                  <a:lnTo>
                    <a:pt x="721" y="19956"/>
                  </a:lnTo>
                  <a:lnTo>
                    <a:pt x="144" y="18135"/>
                  </a:lnTo>
                  <a:lnTo>
                    <a:pt x="1650" y="17306"/>
                  </a:lnTo>
                  <a:lnTo>
                    <a:pt x="4171" y="15918"/>
                  </a:lnTo>
                  <a:lnTo>
                    <a:pt x="18680" y="6296"/>
                  </a:lnTo>
                  <a:lnTo>
                    <a:pt x="22736" y="3605"/>
                  </a:lnTo>
                  <a:lnTo>
                    <a:pt x="28174" y="0"/>
                  </a:lnTo>
                  <a:lnTo>
                    <a:pt x="28956" y="980"/>
                  </a:lnTo>
                  <a:lnTo>
                    <a:pt x="29763" y="1990"/>
                  </a:lnTo>
                  <a:lnTo>
                    <a:pt x="31159" y="3823"/>
                  </a:lnTo>
                  <a:lnTo>
                    <a:pt x="31723" y="4563"/>
                  </a:lnTo>
                  <a:lnTo>
                    <a:pt x="31963" y="4878"/>
                  </a:lnTo>
                  <a:lnTo>
                    <a:pt x="32580" y="5742"/>
                  </a:lnTo>
                  <a:lnTo>
                    <a:pt x="32779" y="6021"/>
                  </a:lnTo>
                  <a:lnTo>
                    <a:pt x="37730" y="12962"/>
                  </a:lnTo>
                  <a:lnTo>
                    <a:pt x="39248" y="15041"/>
                  </a:lnTo>
                  <a:lnTo>
                    <a:pt x="41153" y="17649"/>
                  </a:lnTo>
                  <a:lnTo>
                    <a:pt x="45899" y="24147"/>
                  </a:lnTo>
                  <a:lnTo>
                    <a:pt x="46398" y="24613"/>
                  </a:lnTo>
                  <a:lnTo>
                    <a:pt x="46773" y="24963"/>
                  </a:lnTo>
                  <a:lnTo>
                    <a:pt x="47332" y="25238"/>
                  </a:lnTo>
                  <a:lnTo>
                    <a:pt x="52148" y="27609"/>
                  </a:lnTo>
                  <a:lnTo>
                    <a:pt x="53004" y="28031"/>
                  </a:lnTo>
                  <a:lnTo>
                    <a:pt x="55467" y="32252"/>
                  </a:lnTo>
                  <a:lnTo>
                    <a:pt x="56288" y="33658"/>
                  </a:lnTo>
                  <a:lnTo>
                    <a:pt x="59118" y="38508"/>
                  </a:lnTo>
                  <a:lnTo>
                    <a:pt x="59938" y="39914"/>
                  </a:lnTo>
                  <a:lnTo>
                    <a:pt x="60824" y="41169"/>
                  </a:lnTo>
                  <a:lnTo>
                    <a:pt x="61407" y="41996"/>
                  </a:lnTo>
                  <a:lnTo>
                    <a:pt x="63461" y="44908"/>
                  </a:lnTo>
                  <a:lnTo>
                    <a:pt x="64737" y="46719"/>
                  </a:lnTo>
                  <a:lnTo>
                    <a:pt x="65112" y="47073"/>
                  </a:lnTo>
                  <a:lnTo>
                    <a:pt x="66051" y="47960"/>
                  </a:lnTo>
                  <a:lnTo>
                    <a:pt x="71808" y="53405"/>
                  </a:lnTo>
                  <a:lnTo>
                    <a:pt x="73390" y="55184"/>
                  </a:lnTo>
                  <a:lnTo>
                    <a:pt x="74621" y="56568"/>
                  </a:lnTo>
                  <a:lnTo>
                    <a:pt x="75117" y="57126"/>
                  </a:lnTo>
                  <a:lnTo>
                    <a:pt x="75304" y="57336"/>
                  </a:lnTo>
                  <a:lnTo>
                    <a:pt x="77688" y="60017"/>
                  </a:lnTo>
                  <a:lnTo>
                    <a:pt x="77799" y="60158"/>
                  </a:lnTo>
                  <a:lnTo>
                    <a:pt x="78406" y="59655"/>
                  </a:lnTo>
                  <a:lnTo>
                    <a:pt x="79320" y="58898"/>
                  </a:lnTo>
                  <a:lnTo>
                    <a:pt x="84359" y="54725"/>
                  </a:lnTo>
                  <a:lnTo>
                    <a:pt x="85448" y="53823"/>
                  </a:lnTo>
                  <a:lnTo>
                    <a:pt x="86522" y="52933"/>
                  </a:lnTo>
                  <a:lnTo>
                    <a:pt x="91805" y="48557"/>
                  </a:lnTo>
                  <a:lnTo>
                    <a:pt x="92826" y="47712"/>
                  </a:lnTo>
                  <a:lnTo>
                    <a:pt x="93767" y="46933"/>
                  </a:lnTo>
                  <a:lnTo>
                    <a:pt x="94911" y="45986"/>
                  </a:lnTo>
                  <a:lnTo>
                    <a:pt x="95954" y="45164"/>
                  </a:lnTo>
                  <a:lnTo>
                    <a:pt x="97139" y="44229"/>
                  </a:lnTo>
                  <a:lnTo>
                    <a:pt x="99342" y="42493"/>
                  </a:lnTo>
                  <a:lnTo>
                    <a:pt x="101425" y="40851"/>
                  </a:lnTo>
                  <a:lnTo>
                    <a:pt x="102803" y="39766"/>
                  </a:lnTo>
                  <a:lnTo>
                    <a:pt x="103569" y="39161"/>
                  </a:lnTo>
                  <a:lnTo>
                    <a:pt x="104030" y="38783"/>
                  </a:lnTo>
                  <a:lnTo>
                    <a:pt x="104715" y="38220"/>
                  </a:lnTo>
                  <a:lnTo>
                    <a:pt x="105546" y="37537"/>
                  </a:lnTo>
                  <a:lnTo>
                    <a:pt x="105694" y="37416"/>
                  </a:lnTo>
                  <a:lnTo>
                    <a:pt x="110792" y="33227"/>
                  </a:lnTo>
                  <a:lnTo>
                    <a:pt x="111321" y="32792"/>
                  </a:lnTo>
                  <a:lnTo>
                    <a:pt x="111896" y="32282"/>
                  </a:lnTo>
                  <a:lnTo>
                    <a:pt x="112943" y="31355"/>
                  </a:lnTo>
                  <a:lnTo>
                    <a:pt x="116826" y="27915"/>
                  </a:lnTo>
                  <a:lnTo>
                    <a:pt x="117268" y="27523"/>
                  </a:lnTo>
                  <a:lnTo>
                    <a:pt x="118160" y="26733"/>
                  </a:lnTo>
                  <a:lnTo>
                    <a:pt x="118383" y="26638"/>
                  </a:lnTo>
                  <a:lnTo>
                    <a:pt x="118977" y="26384"/>
                  </a:lnTo>
                  <a:lnTo>
                    <a:pt x="120231" y="27141"/>
                  </a:lnTo>
                  <a:lnTo>
                    <a:pt x="119946" y="29588"/>
                  </a:lnTo>
                  <a:lnTo>
                    <a:pt x="119192" y="31355"/>
                  </a:lnTo>
                  <a:lnTo>
                    <a:pt x="117609" y="35064"/>
                  </a:lnTo>
                  <a:lnTo>
                    <a:pt x="117219" y="35915"/>
                  </a:lnTo>
                  <a:lnTo>
                    <a:pt x="116530" y="37416"/>
                  </a:lnTo>
                  <a:lnTo>
                    <a:pt x="115044" y="40657"/>
                  </a:lnTo>
                  <a:lnTo>
                    <a:pt x="114709" y="42493"/>
                  </a:lnTo>
                  <a:lnTo>
                    <a:pt x="114385" y="44270"/>
                  </a:lnTo>
                  <a:lnTo>
                    <a:pt x="114056" y="46074"/>
                  </a:lnTo>
                  <a:lnTo>
                    <a:pt x="113567" y="48227"/>
                  </a:lnTo>
                  <a:lnTo>
                    <a:pt x="113519" y="48436"/>
                  </a:lnTo>
                  <a:lnTo>
                    <a:pt x="113375" y="49067"/>
                  </a:lnTo>
                  <a:lnTo>
                    <a:pt x="111714" y="56368"/>
                  </a:lnTo>
                  <a:lnTo>
                    <a:pt x="111682" y="56512"/>
                  </a:lnTo>
                  <a:lnTo>
                    <a:pt x="111740" y="56672"/>
                  </a:lnTo>
                  <a:lnTo>
                    <a:pt x="112251" y="58066"/>
                  </a:lnTo>
                  <a:lnTo>
                    <a:pt x="114484" y="60202"/>
                  </a:lnTo>
                  <a:lnTo>
                    <a:pt x="118568" y="61804"/>
                  </a:lnTo>
                  <a:lnTo>
                    <a:pt x="122946" y="61804"/>
                  </a:lnTo>
                  <a:lnTo>
                    <a:pt x="124338" y="61804"/>
                  </a:lnTo>
                  <a:lnTo>
                    <a:pt x="125336" y="61804"/>
                  </a:lnTo>
                  <a:lnTo>
                    <a:pt x="126453" y="61804"/>
                  </a:lnTo>
                  <a:lnTo>
                    <a:pt x="128189" y="61831"/>
                  </a:lnTo>
                  <a:lnTo>
                    <a:pt x="131890" y="61888"/>
                  </a:lnTo>
                  <a:lnTo>
                    <a:pt x="136808" y="61965"/>
                  </a:lnTo>
                  <a:lnTo>
                    <a:pt x="141176" y="62033"/>
                  </a:lnTo>
                  <a:lnTo>
                    <a:pt x="145166" y="62095"/>
                  </a:lnTo>
                  <a:lnTo>
                    <a:pt x="144805" y="66955"/>
                  </a:lnTo>
                  <a:lnTo>
                    <a:pt x="144643" y="69134"/>
                  </a:lnTo>
                  <a:lnTo>
                    <a:pt x="142730" y="71329"/>
                  </a:lnTo>
                  <a:lnTo>
                    <a:pt x="140151" y="71760"/>
                  </a:lnTo>
                  <a:lnTo>
                    <a:pt x="125455" y="74216"/>
                  </a:lnTo>
                  <a:lnTo>
                    <a:pt x="122327" y="74739"/>
                  </a:lnTo>
                  <a:lnTo>
                    <a:pt x="119322" y="77007"/>
                  </a:lnTo>
                  <a:lnTo>
                    <a:pt x="120157" y="78517"/>
                  </a:lnTo>
                  <a:lnTo>
                    <a:pt x="123626" y="84793"/>
                  </a:lnTo>
                  <a:lnTo>
                    <a:pt x="127270" y="90954"/>
                  </a:lnTo>
                  <a:lnTo>
                    <a:pt x="141753" y="86377"/>
                  </a:lnTo>
                  <a:lnTo>
                    <a:pt x="141895" y="86811"/>
                  </a:lnTo>
                  <a:lnTo>
                    <a:pt x="142589" y="88940"/>
                  </a:lnTo>
                  <a:lnTo>
                    <a:pt x="147618" y="88552"/>
                  </a:lnTo>
                  <a:lnTo>
                    <a:pt x="150585" y="88323"/>
                  </a:lnTo>
                  <a:lnTo>
                    <a:pt x="150990" y="90199"/>
                  </a:lnTo>
                  <a:lnTo>
                    <a:pt x="151543" y="92762"/>
                  </a:lnTo>
                  <a:lnTo>
                    <a:pt x="153193" y="92862"/>
                  </a:lnTo>
                  <a:lnTo>
                    <a:pt x="156957" y="93092"/>
                  </a:lnTo>
                  <a:lnTo>
                    <a:pt x="160430" y="92727"/>
                  </a:lnTo>
                  <a:lnTo>
                    <a:pt x="160912" y="92308"/>
                  </a:lnTo>
                  <a:lnTo>
                    <a:pt x="164290" y="89371"/>
                  </a:lnTo>
                  <a:lnTo>
                    <a:pt x="166118" y="87781"/>
                  </a:lnTo>
                  <a:lnTo>
                    <a:pt x="170210" y="84250"/>
                  </a:lnTo>
                  <a:lnTo>
                    <a:pt x="174702" y="80374"/>
                  </a:lnTo>
                  <a:lnTo>
                    <a:pt x="178407" y="84403"/>
                  </a:lnTo>
                  <a:lnTo>
                    <a:pt x="172160" y="90184"/>
                  </a:lnTo>
                  <a:lnTo>
                    <a:pt x="172480" y="101804"/>
                  </a:lnTo>
                  <a:lnTo>
                    <a:pt x="172802" y="113541"/>
                  </a:lnTo>
                  <a:lnTo>
                    <a:pt x="172881" y="115828"/>
                  </a:lnTo>
                  <a:lnTo>
                    <a:pt x="172937" y="117482"/>
                  </a:lnTo>
                  <a:lnTo>
                    <a:pt x="173227" y="125965"/>
                  </a:lnTo>
                  <a:lnTo>
                    <a:pt x="173341" y="129283"/>
                  </a:lnTo>
                  <a:lnTo>
                    <a:pt x="173373" y="130221"/>
                  </a:lnTo>
                  <a:lnTo>
                    <a:pt x="173373" y="130734"/>
                  </a:lnTo>
                  <a:lnTo>
                    <a:pt x="173773" y="133297"/>
                  </a:lnTo>
                  <a:lnTo>
                    <a:pt x="173879" y="133977"/>
                  </a:lnTo>
                  <a:lnTo>
                    <a:pt x="174940" y="140784"/>
                  </a:lnTo>
                  <a:lnTo>
                    <a:pt x="175528" y="143617"/>
                  </a:lnTo>
                  <a:lnTo>
                    <a:pt x="177923" y="155170"/>
                  </a:lnTo>
                  <a:lnTo>
                    <a:pt x="162055" y="156469"/>
                  </a:lnTo>
                  <a:lnTo>
                    <a:pt x="162118" y="157402"/>
                  </a:lnTo>
                  <a:lnTo>
                    <a:pt x="162134" y="157665"/>
                  </a:lnTo>
                  <a:lnTo>
                    <a:pt x="162154" y="157988"/>
                  </a:lnTo>
                  <a:lnTo>
                    <a:pt x="162212" y="158945"/>
                  </a:lnTo>
                  <a:lnTo>
                    <a:pt x="162239" y="159399"/>
                  </a:lnTo>
                  <a:lnTo>
                    <a:pt x="162270" y="159919"/>
                  </a:lnTo>
                  <a:lnTo>
                    <a:pt x="162141" y="160689"/>
                  </a:lnTo>
                  <a:lnTo>
                    <a:pt x="162109" y="160881"/>
                  </a:lnTo>
                  <a:lnTo>
                    <a:pt x="161680" y="163432"/>
                  </a:lnTo>
                  <a:lnTo>
                    <a:pt x="167075" y="162703"/>
                  </a:lnTo>
                  <a:lnTo>
                    <a:pt x="167417" y="162800"/>
                  </a:lnTo>
                  <a:lnTo>
                    <a:pt x="167744" y="162893"/>
                  </a:lnTo>
                  <a:lnTo>
                    <a:pt x="168827" y="163286"/>
                  </a:lnTo>
                  <a:lnTo>
                    <a:pt x="169540" y="163868"/>
                  </a:lnTo>
                  <a:lnTo>
                    <a:pt x="169939" y="164417"/>
                  </a:lnTo>
                  <a:lnTo>
                    <a:pt x="167511" y="165691"/>
                  </a:lnTo>
                  <a:lnTo>
                    <a:pt x="163649" y="167719"/>
                  </a:lnTo>
                  <a:lnTo>
                    <a:pt x="159052" y="170133"/>
                  </a:lnTo>
                  <a:lnTo>
                    <a:pt x="156642" y="171432"/>
                  </a:lnTo>
                  <a:lnTo>
                    <a:pt x="154160" y="172770"/>
                  </a:lnTo>
                  <a:lnTo>
                    <a:pt x="153861" y="172931"/>
                  </a:lnTo>
                  <a:lnTo>
                    <a:pt x="151013" y="174787"/>
                  </a:lnTo>
                  <a:lnTo>
                    <a:pt x="150566" y="175079"/>
                  </a:lnTo>
                  <a:lnTo>
                    <a:pt x="148495" y="176429"/>
                  </a:lnTo>
                  <a:lnTo>
                    <a:pt x="148863" y="176967"/>
                  </a:lnTo>
                  <a:lnTo>
                    <a:pt x="143880" y="180520"/>
                  </a:lnTo>
                  <a:lnTo>
                    <a:pt x="142181" y="181731"/>
                  </a:lnTo>
                  <a:lnTo>
                    <a:pt x="136436" y="185827"/>
                  </a:lnTo>
                  <a:lnTo>
                    <a:pt x="136455" y="186198"/>
                  </a:lnTo>
                  <a:lnTo>
                    <a:pt x="136470" y="186502"/>
                  </a:lnTo>
                  <a:lnTo>
                    <a:pt x="136595" y="188958"/>
                  </a:lnTo>
                  <a:lnTo>
                    <a:pt x="136632" y="189692"/>
                  </a:lnTo>
                  <a:lnTo>
                    <a:pt x="136792" y="192856"/>
                  </a:lnTo>
                  <a:lnTo>
                    <a:pt x="136807" y="193149"/>
                  </a:lnTo>
                  <a:lnTo>
                    <a:pt x="137143" y="199784"/>
                  </a:lnTo>
                  <a:lnTo>
                    <a:pt x="137138" y="200013"/>
                  </a:lnTo>
                  <a:lnTo>
                    <a:pt x="137096" y="201775"/>
                  </a:lnTo>
                  <a:lnTo>
                    <a:pt x="136241" y="203984"/>
                  </a:lnTo>
                  <a:lnTo>
                    <a:pt x="135457" y="205027"/>
                  </a:lnTo>
                  <a:lnTo>
                    <a:pt x="135221" y="205204"/>
                  </a:lnTo>
                  <a:lnTo>
                    <a:pt x="134745" y="205561"/>
                  </a:lnTo>
                  <a:lnTo>
                    <a:pt x="134465" y="205516"/>
                  </a:lnTo>
                  <a:lnTo>
                    <a:pt x="132655" y="205221"/>
                  </a:lnTo>
                  <a:lnTo>
                    <a:pt x="131764" y="204934"/>
                  </a:lnTo>
                  <a:lnTo>
                    <a:pt x="130666" y="204581"/>
                  </a:lnTo>
                  <a:lnTo>
                    <a:pt x="130470" y="204518"/>
                  </a:lnTo>
                  <a:lnTo>
                    <a:pt x="128072" y="203377"/>
                  </a:lnTo>
                  <a:lnTo>
                    <a:pt x="125223" y="201755"/>
                  </a:lnTo>
                  <a:lnTo>
                    <a:pt x="124829" y="201531"/>
                  </a:lnTo>
                  <a:lnTo>
                    <a:pt x="123531" y="200792"/>
                  </a:lnTo>
                  <a:lnTo>
                    <a:pt x="120140" y="198862"/>
                  </a:lnTo>
                  <a:lnTo>
                    <a:pt x="119721" y="198532"/>
                  </a:lnTo>
                  <a:lnTo>
                    <a:pt x="119044" y="199352"/>
                  </a:lnTo>
                  <a:lnTo>
                    <a:pt x="117756" y="201335"/>
                  </a:lnTo>
                  <a:lnTo>
                    <a:pt x="117207" y="202181"/>
                  </a:lnTo>
                  <a:lnTo>
                    <a:pt x="114997" y="205585"/>
                  </a:lnTo>
                  <a:lnTo>
                    <a:pt x="110856" y="202873"/>
                  </a:lnTo>
                  <a:lnTo>
                    <a:pt x="108924" y="201607"/>
                  </a:lnTo>
                  <a:lnTo>
                    <a:pt x="108548" y="201361"/>
                  </a:lnTo>
                  <a:lnTo>
                    <a:pt x="103502" y="198056"/>
                  </a:lnTo>
                  <a:lnTo>
                    <a:pt x="103086" y="197783"/>
                  </a:lnTo>
                  <a:lnTo>
                    <a:pt x="102855" y="197631"/>
                  </a:lnTo>
                  <a:lnTo>
                    <a:pt x="98303" y="194617"/>
                  </a:lnTo>
                  <a:lnTo>
                    <a:pt x="97245" y="193915"/>
                  </a:lnTo>
                  <a:lnTo>
                    <a:pt x="96689" y="193547"/>
                  </a:lnTo>
                  <a:lnTo>
                    <a:pt x="95579" y="192812"/>
                  </a:lnTo>
                  <a:lnTo>
                    <a:pt x="95282" y="192623"/>
                  </a:lnTo>
                  <a:lnTo>
                    <a:pt x="94080" y="191859"/>
                  </a:lnTo>
                  <a:lnTo>
                    <a:pt x="93912" y="191752"/>
                  </a:lnTo>
                  <a:lnTo>
                    <a:pt x="90164" y="189369"/>
                  </a:lnTo>
                  <a:lnTo>
                    <a:pt x="89975" y="189248"/>
                  </a:lnTo>
                  <a:lnTo>
                    <a:pt x="88589" y="188292"/>
                  </a:lnTo>
                  <a:lnTo>
                    <a:pt x="88062" y="187928"/>
                  </a:lnTo>
                  <a:lnTo>
                    <a:pt x="87602" y="187643"/>
                  </a:lnTo>
                  <a:lnTo>
                    <a:pt x="80769" y="183418"/>
                  </a:lnTo>
                  <a:lnTo>
                    <a:pt x="78467" y="181914"/>
                  </a:lnTo>
                  <a:lnTo>
                    <a:pt x="78106" y="181677"/>
                  </a:lnTo>
                  <a:lnTo>
                    <a:pt x="77748" y="181444"/>
                  </a:lnTo>
                  <a:lnTo>
                    <a:pt x="77321" y="181164"/>
                  </a:lnTo>
                  <a:lnTo>
                    <a:pt x="70391" y="176949"/>
                  </a:lnTo>
                  <a:lnTo>
                    <a:pt x="69895" y="176647"/>
                  </a:lnTo>
                  <a:lnTo>
                    <a:pt x="69479" y="176394"/>
                  </a:lnTo>
                  <a:lnTo>
                    <a:pt x="68440" y="175487"/>
                  </a:lnTo>
                  <a:lnTo>
                    <a:pt x="68083" y="175198"/>
                  </a:lnTo>
                  <a:lnTo>
                    <a:pt x="67677" y="174868"/>
                  </a:lnTo>
                  <a:lnTo>
                    <a:pt x="65931" y="173453"/>
                  </a:lnTo>
                  <a:lnTo>
                    <a:pt x="59611" y="170150"/>
                  </a:lnTo>
                  <a:lnTo>
                    <a:pt x="59252" y="169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28468" y="3508278"/>
              <a:ext cx="142003" cy="134863"/>
            </a:xfrm>
            <a:custGeom>
              <a:avLst/>
              <a:pathLst>
                <a:path w="142003" h="134863">
                  <a:moveTo>
                    <a:pt x="123153" y="89724"/>
                  </a:moveTo>
                  <a:lnTo>
                    <a:pt x="142003" y="124198"/>
                  </a:lnTo>
                  <a:lnTo>
                    <a:pt x="140380" y="134863"/>
                  </a:lnTo>
                  <a:lnTo>
                    <a:pt x="134569" y="134710"/>
                  </a:lnTo>
                  <a:lnTo>
                    <a:pt x="127868" y="134533"/>
                  </a:lnTo>
                  <a:lnTo>
                    <a:pt x="125221" y="134464"/>
                  </a:lnTo>
                  <a:lnTo>
                    <a:pt x="118247" y="134280"/>
                  </a:lnTo>
                  <a:lnTo>
                    <a:pt x="102384" y="128746"/>
                  </a:lnTo>
                  <a:lnTo>
                    <a:pt x="98353" y="127985"/>
                  </a:lnTo>
                  <a:lnTo>
                    <a:pt x="91799" y="129199"/>
                  </a:lnTo>
                  <a:lnTo>
                    <a:pt x="88712" y="127257"/>
                  </a:lnTo>
                  <a:lnTo>
                    <a:pt x="82490" y="122684"/>
                  </a:lnTo>
                  <a:lnTo>
                    <a:pt x="78978" y="120386"/>
                  </a:lnTo>
                  <a:lnTo>
                    <a:pt x="79524" y="118208"/>
                  </a:lnTo>
                  <a:lnTo>
                    <a:pt x="79147" y="118064"/>
                  </a:lnTo>
                  <a:lnTo>
                    <a:pt x="78484" y="117809"/>
                  </a:lnTo>
                  <a:lnTo>
                    <a:pt x="74713" y="116362"/>
                  </a:lnTo>
                  <a:lnTo>
                    <a:pt x="72007" y="115323"/>
                  </a:lnTo>
                  <a:lnTo>
                    <a:pt x="71808" y="115247"/>
                  </a:lnTo>
                  <a:lnTo>
                    <a:pt x="70669" y="114809"/>
                  </a:lnTo>
                  <a:lnTo>
                    <a:pt x="70101" y="114688"/>
                  </a:lnTo>
                  <a:lnTo>
                    <a:pt x="65975" y="113810"/>
                  </a:lnTo>
                  <a:lnTo>
                    <a:pt x="65187" y="113686"/>
                  </a:lnTo>
                  <a:lnTo>
                    <a:pt x="64420" y="113565"/>
                  </a:lnTo>
                  <a:lnTo>
                    <a:pt x="61547" y="113112"/>
                  </a:lnTo>
                  <a:lnTo>
                    <a:pt x="59953" y="112861"/>
                  </a:lnTo>
                  <a:lnTo>
                    <a:pt x="58014" y="113020"/>
                  </a:lnTo>
                  <a:lnTo>
                    <a:pt x="57160" y="106660"/>
                  </a:lnTo>
                  <a:lnTo>
                    <a:pt x="53431" y="106011"/>
                  </a:lnTo>
                  <a:lnTo>
                    <a:pt x="50777" y="105704"/>
                  </a:lnTo>
                  <a:lnTo>
                    <a:pt x="40783" y="104375"/>
                  </a:lnTo>
                  <a:lnTo>
                    <a:pt x="40791" y="103396"/>
                  </a:lnTo>
                  <a:lnTo>
                    <a:pt x="37924" y="101015"/>
                  </a:lnTo>
                  <a:lnTo>
                    <a:pt x="37383" y="100439"/>
                  </a:lnTo>
                  <a:lnTo>
                    <a:pt x="35823" y="98778"/>
                  </a:lnTo>
                  <a:lnTo>
                    <a:pt x="35241" y="98158"/>
                  </a:lnTo>
                  <a:lnTo>
                    <a:pt x="34404" y="97526"/>
                  </a:lnTo>
                  <a:lnTo>
                    <a:pt x="32220" y="95849"/>
                  </a:lnTo>
                  <a:lnTo>
                    <a:pt x="31474" y="94883"/>
                  </a:lnTo>
                  <a:lnTo>
                    <a:pt x="29405" y="92205"/>
                  </a:lnTo>
                  <a:lnTo>
                    <a:pt x="28101" y="90518"/>
                  </a:lnTo>
                  <a:lnTo>
                    <a:pt x="26540" y="88223"/>
                  </a:lnTo>
                  <a:lnTo>
                    <a:pt x="26704" y="88076"/>
                  </a:lnTo>
                  <a:lnTo>
                    <a:pt x="29405" y="85661"/>
                  </a:lnTo>
                  <a:lnTo>
                    <a:pt x="29699" y="85397"/>
                  </a:lnTo>
                  <a:lnTo>
                    <a:pt x="31865" y="83460"/>
                  </a:lnTo>
                  <a:lnTo>
                    <a:pt x="32113" y="83141"/>
                  </a:lnTo>
                  <a:lnTo>
                    <a:pt x="31182" y="81723"/>
                  </a:lnTo>
                  <a:lnTo>
                    <a:pt x="30904" y="81300"/>
                  </a:lnTo>
                  <a:lnTo>
                    <a:pt x="30102" y="80079"/>
                  </a:lnTo>
                  <a:lnTo>
                    <a:pt x="29405" y="79393"/>
                  </a:lnTo>
                  <a:lnTo>
                    <a:pt x="28499" y="78501"/>
                  </a:lnTo>
                  <a:lnTo>
                    <a:pt x="28180" y="77702"/>
                  </a:lnTo>
                  <a:lnTo>
                    <a:pt x="27953" y="77131"/>
                  </a:lnTo>
                  <a:lnTo>
                    <a:pt x="27193" y="75224"/>
                  </a:lnTo>
                  <a:lnTo>
                    <a:pt x="22957" y="73134"/>
                  </a:lnTo>
                  <a:lnTo>
                    <a:pt x="22047" y="71594"/>
                  </a:lnTo>
                  <a:lnTo>
                    <a:pt x="19957" y="68057"/>
                  </a:lnTo>
                  <a:lnTo>
                    <a:pt x="19189" y="66540"/>
                  </a:lnTo>
                  <a:lnTo>
                    <a:pt x="18868" y="65905"/>
                  </a:lnTo>
                  <a:lnTo>
                    <a:pt x="17353" y="62911"/>
                  </a:lnTo>
                  <a:lnTo>
                    <a:pt x="16521" y="61527"/>
                  </a:lnTo>
                  <a:lnTo>
                    <a:pt x="13563" y="56606"/>
                  </a:lnTo>
                  <a:lnTo>
                    <a:pt x="13470" y="56450"/>
                  </a:lnTo>
                  <a:lnTo>
                    <a:pt x="10342" y="51082"/>
                  </a:lnTo>
                  <a:lnTo>
                    <a:pt x="10077" y="50625"/>
                  </a:lnTo>
                  <a:lnTo>
                    <a:pt x="6738" y="44896"/>
                  </a:lnTo>
                  <a:lnTo>
                    <a:pt x="5335" y="42487"/>
                  </a:lnTo>
                  <a:lnTo>
                    <a:pt x="4720" y="41432"/>
                  </a:lnTo>
                  <a:lnTo>
                    <a:pt x="4576" y="41183"/>
                  </a:lnTo>
                  <a:lnTo>
                    <a:pt x="3766" y="39546"/>
                  </a:lnTo>
                  <a:lnTo>
                    <a:pt x="3316" y="38638"/>
                  </a:lnTo>
                  <a:lnTo>
                    <a:pt x="2052" y="36083"/>
                  </a:lnTo>
                  <a:lnTo>
                    <a:pt x="1963" y="35904"/>
                  </a:lnTo>
                  <a:lnTo>
                    <a:pt x="1581" y="34874"/>
                  </a:lnTo>
                  <a:lnTo>
                    <a:pt x="746" y="32625"/>
                  </a:lnTo>
                  <a:lnTo>
                    <a:pt x="357" y="31576"/>
                  </a:lnTo>
                  <a:lnTo>
                    <a:pt x="0" y="30517"/>
                  </a:lnTo>
                  <a:lnTo>
                    <a:pt x="751" y="29389"/>
                  </a:lnTo>
                  <a:lnTo>
                    <a:pt x="1527" y="28239"/>
                  </a:lnTo>
                  <a:lnTo>
                    <a:pt x="4447" y="23914"/>
                  </a:lnTo>
                  <a:lnTo>
                    <a:pt x="9344" y="16662"/>
                  </a:lnTo>
                  <a:lnTo>
                    <a:pt x="9886" y="15859"/>
                  </a:lnTo>
                  <a:lnTo>
                    <a:pt x="11729" y="13128"/>
                  </a:lnTo>
                  <a:lnTo>
                    <a:pt x="20499" y="139"/>
                  </a:lnTo>
                  <a:lnTo>
                    <a:pt x="20593" y="0"/>
                  </a:lnTo>
                  <a:lnTo>
                    <a:pt x="23698" y="2202"/>
                  </a:lnTo>
                  <a:lnTo>
                    <a:pt x="29134" y="6058"/>
                  </a:lnTo>
                  <a:lnTo>
                    <a:pt x="29280" y="6157"/>
                  </a:lnTo>
                  <a:lnTo>
                    <a:pt x="33015" y="8718"/>
                  </a:lnTo>
                  <a:lnTo>
                    <a:pt x="33367" y="8959"/>
                  </a:lnTo>
                  <a:lnTo>
                    <a:pt x="38215" y="12282"/>
                  </a:lnTo>
                  <a:lnTo>
                    <a:pt x="38768" y="12662"/>
                  </a:lnTo>
                  <a:lnTo>
                    <a:pt x="43934" y="16203"/>
                  </a:lnTo>
                  <a:lnTo>
                    <a:pt x="44509" y="16596"/>
                  </a:lnTo>
                  <a:lnTo>
                    <a:pt x="44724" y="16744"/>
                  </a:lnTo>
                  <a:lnTo>
                    <a:pt x="54389" y="23369"/>
                  </a:lnTo>
                  <a:lnTo>
                    <a:pt x="54706" y="23587"/>
                  </a:lnTo>
                  <a:lnTo>
                    <a:pt x="56434" y="24771"/>
                  </a:lnTo>
                  <a:lnTo>
                    <a:pt x="57554" y="25618"/>
                  </a:lnTo>
                  <a:lnTo>
                    <a:pt x="58306" y="26187"/>
                  </a:lnTo>
                  <a:lnTo>
                    <a:pt x="61168" y="28353"/>
                  </a:lnTo>
                  <a:lnTo>
                    <a:pt x="63481" y="30380"/>
                  </a:lnTo>
                  <a:lnTo>
                    <a:pt x="64282" y="30819"/>
                  </a:lnTo>
                  <a:lnTo>
                    <a:pt x="66112" y="31821"/>
                  </a:lnTo>
                  <a:lnTo>
                    <a:pt x="67205" y="32419"/>
                  </a:lnTo>
                  <a:lnTo>
                    <a:pt x="71336" y="35104"/>
                  </a:lnTo>
                  <a:lnTo>
                    <a:pt x="72434" y="35971"/>
                  </a:lnTo>
                  <a:lnTo>
                    <a:pt x="78435" y="39160"/>
                  </a:lnTo>
                  <a:lnTo>
                    <a:pt x="79223" y="39579"/>
                  </a:lnTo>
                  <a:lnTo>
                    <a:pt x="79168" y="42921"/>
                  </a:lnTo>
                  <a:lnTo>
                    <a:pt x="79603" y="42933"/>
                  </a:lnTo>
                  <a:lnTo>
                    <a:pt x="79977" y="42944"/>
                  </a:lnTo>
                  <a:lnTo>
                    <a:pt x="84632" y="43652"/>
                  </a:lnTo>
                  <a:lnTo>
                    <a:pt x="84670" y="44008"/>
                  </a:lnTo>
                  <a:lnTo>
                    <a:pt x="84791" y="45130"/>
                  </a:lnTo>
                  <a:lnTo>
                    <a:pt x="87093" y="45948"/>
                  </a:lnTo>
                  <a:lnTo>
                    <a:pt x="88303" y="46379"/>
                  </a:lnTo>
                  <a:lnTo>
                    <a:pt x="89049" y="46644"/>
                  </a:lnTo>
                  <a:lnTo>
                    <a:pt x="93452" y="48295"/>
                  </a:lnTo>
                  <a:lnTo>
                    <a:pt x="93984" y="50062"/>
                  </a:lnTo>
                  <a:lnTo>
                    <a:pt x="94525" y="52393"/>
                  </a:lnTo>
                  <a:lnTo>
                    <a:pt x="106782" y="53489"/>
                  </a:lnTo>
                  <a:lnTo>
                    <a:pt x="108692" y="53660"/>
                  </a:lnTo>
                  <a:lnTo>
                    <a:pt x="108667" y="65450"/>
                  </a:lnTo>
                  <a:lnTo>
                    <a:pt x="104155" y="69334"/>
                  </a:lnTo>
                  <a:lnTo>
                    <a:pt x="103562" y="72975"/>
                  </a:lnTo>
                  <a:lnTo>
                    <a:pt x="104630" y="76495"/>
                  </a:lnTo>
                  <a:lnTo>
                    <a:pt x="110092" y="79165"/>
                  </a:lnTo>
                  <a:lnTo>
                    <a:pt x="112586" y="8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138104" y="3687030"/>
              <a:ext cx="165040" cy="132668"/>
            </a:xfrm>
            <a:custGeom>
              <a:avLst/>
              <a:pathLst>
                <a:path w="165040" h="132668">
                  <a:moveTo>
                    <a:pt x="31478" y="9093"/>
                  </a:moveTo>
                  <a:lnTo>
                    <a:pt x="31527" y="9321"/>
                  </a:lnTo>
                  <a:lnTo>
                    <a:pt x="33822" y="8913"/>
                  </a:lnTo>
                  <a:lnTo>
                    <a:pt x="33767" y="8481"/>
                  </a:lnTo>
                  <a:lnTo>
                    <a:pt x="33623" y="7340"/>
                  </a:lnTo>
                  <a:lnTo>
                    <a:pt x="33968" y="7268"/>
                  </a:lnTo>
                  <a:lnTo>
                    <a:pt x="36986" y="6642"/>
                  </a:lnTo>
                  <a:lnTo>
                    <a:pt x="37847" y="8350"/>
                  </a:lnTo>
                  <a:lnTo>
                    <a:pt x="37947" y="8546"/>
                  </a:lnTo>
                  <a:lnTo>
                    <a:pt x="39863" y="12344"/>
                  </a:lnTo>
                  <a:lnTo>
                    <a:pt x="38456" y="14447"/>
                  </a:lnTo>
                  <a:lnTo>
                    <a:pt x="38591" y="14880"/>
                  </a:lnTo>
                  <a:lnTo>
                    <a:pt x="38968" y="16082"/>
                  </a:lnTo>
                  <a:lnTo>
                    <a:pt x="39434" y="18314"/>
                  </a:lnTo>
                  <a:lnTo>
                    <a:pt x="39566" y="19165"/>
                  </a:lnTo>
                  <a:lnTo>
                    <a:pt x="43163" y="20554"/>
                  </a:lnTo>
                  <a:lnTo>
                    <a:pt x="45211" y="21063"/>
                  </a:lnTo>
                  <a:lnTo>
                    <a:pt x="46439" y="21154"/>
                  </a:lnTo>
                  <a:lnTo>
                    <a:pt x="48392" y="21300"/>
                  </a:lnTo>
                  <a:lnTo>
                    <a:pt x="49372" y="21373"/>
                  </a:lnTo>
                  <a:lnTo>
                    <a:pt x="52299" y="26869"/>
                  </a:lnTo>
                  <a:lnTo>
                    <a:pt x="52698" y="28850"/>
                  </a:lnTo>
                  <a:lnTo>
                    <a:pt x="52735" y="30042"/>
                  </a:lnTo>
                  <a:lnTo>
                    <a:pt x="54387" y="30508"/>
                  </a:lnTo>
                  <a:lnTo>
                    <a:pt x="59325" y="30278"/>
                  </a:lnTo>
                  <a:lnTo>
                    <a:pt x="61379" y="30182"/>
                  </a:lnTo>
                  <a:lnTo>
                    <a:pt x="62464" y="30132"/>
                  </a:lnTo>
                  <a:lnTo>
                    <a:pt x="65432" y="30472"/>
                  </a:lnTo>
                  <a:lnTo>
                    <a:pt x="66423" y="30692"/>
                  </a:lnTo>
                  <a:lnTo>
                    <a:pt x="69539" y="31384"/>
                  </a:lnTo>
                  <a:lnTo>
                    <a:pt x="71698" y="31773"/>
                  </a:lnTo>
                  <a:lnTo>
                    <a:pt x="74347" y="32557"/>
                  </a:lnTo>
                  <a:lnTo>
                    <a:pt x="74853" y="32707"/>
                  </a:lnTo>
                  <a:lnTo>
                    <a:pt x="76549" y="32809"/>
                  </a:lnTo>
                  <a:lnTo>
                    <a:pt x="77297" y="32899"/>
                  </a:lnTo>
                  <a:lnTo>
                    <a:pt x="79728" y="33193"/>
                  </a:lnTo>
                  <a:lnTo>
                    <a:pt x="81360" y="33389"/>
                  </a:lnTo>
                  <a:lnTo>
                    <a:pt x="82220" y="33493"/>
                  </a:lnTo>
                  <a:lnTo>
                    <a:pt x="83431" y="33508"/>
                  </a:lnTo>
                  <a:lnTo>
                    <a:pt x="83850" y="33513"/>
                  </a:lnTo>
                  <a:lnTo>
                    <a:pt x="83720" y="34745"/>
                  </a:lnTo>
                  <a:lnTo>
                    <a:pt x="84052" y="35390"/>
                  </a:lnTo>
                  <a:lnTo>
                    <a:pt x="85168" y="36823"/>
                  </a:lnTo>
                  <a:lnTo>
                    <a:pt x="85392" y="37080"/>
                  </a:lnTo>
                  <a:lnTo>
                    <a:pt x="86522" y="38376"/>
                  </a:lnTo>
                  <a:lnTo>
                    <a:pt x="89071" y="40730"/>
                  </a:lnTo>
                  <a:lnTo>
                    <a:pt x="90705" y="40759"/>
                  </a:lnTo>
                  <a:lnTo>
                    <a:pt x="91645" y="39798"/>
                  </a:lnTo>
                  <a:lnTo>
                    <a:pt x="93070" y="38953"/>
                  </a:lnTo>
                  <a:lnTo>
                    <a:pt x="94438" y="39012"/>
                  </a:lnTo>
                  <a:lnTo>
                    <a:pt x="95462" y="39467"/>
                  </a:lnTo>
                  <a:lnTo>
                    <a:pt x="97731" y="40790"/>
                  </a:lnTo>
                  <a:lnTo>
                    <a:pt x="100115" y="39115"/>
                  </a:lnTo>
                  <a:lnTo>
                    <a:pt x="101462" y="37809"/>
                  </a:lnTo>
                  <a:lnTo>
                    <a:pt x="102431" y="36851"/>
                  </a:lnTo>
                  <a:lnTo>
                    <a:pt x="105255" y="34057"/>
                  </a:lnTo>
                  <a:lnTo>
                    <a:pt x="107811" y="34790"/>
                  </a:lnTo>
                  <a:lnTo>
                    <a:pt x="110082" y="37944"/>
                  </a:lnTo>
                  <a:lnTo>
                    <a:pt x="110871" y="39039"/>
                  </a:lnTo>
                  <a:lnTo>
                    <a:pt x="114741" y="36928"/>
                  </a:lnTo>
                  <a:lnTo>
                    <a:pt x="115149" y="37184"/>
                  </a:lnTo>
                  <a:lnTo>
                    <a:pt x="116996" y="38349"/>
                  </a:lnTo>
                  <a:lnTo>
                    <a:pt x="117282" y="38530"/>
                  </a:lnTo>
                  <a:lnTo>
                    <a:pt x="117587" y="38723"/>
                  </a:lnTo>
                  <a:lnTo>
                    <a:pt x="119506" y="39944"/>
                  </a:lnTo>
                  <a:lnTo>
                    <a:pt x="119974" y="40253"/>
                  </a:lnTo>
                  <a:lnTo>
                    <a:pt x="120464" y="40790"/>
                  </a:lnTo>
                  <a:lnTo>
                    <a:pt x="122638" y="43165"/>
                  </a:lnTo>
                  <a:lnTo>
                    <a:pt x="124134" y="44801"/>
                  </a:lnTo>
                  <a:lnTo>
                    <a:pt x="124975" y="45720"/>
                  </a:lnTo>
                  <a:lnTo>
                    <a:pt x="127683" y="48681"/>
                  </a:lnTo>
                  <a:lnTo>
                    <a:pt x="129741" y="50931"/>
                  </a:lnTo>
                  <a:lnTo>
                    <a:pt x="136280" y="56883"/>
                  </a:lnTo>
                  <a:lnTo>
                    <a:pt x="137595" y="58080"/>
                  </a:lnTo>
                  <a:lnTo>
                    <a:pt x="148509" y="67474"/>
                  </a:lnTo>
                  <a:lnTo>
                    <a:pt x="147869" y="67864"/>
                  </a:lnTo>
                  <a:lnTo>
                    <a:pt x="147721" y="67954"/>
                  </a:lnTo>
                  <a:lnTo>
                    <a:pt x="145982" y="69309"/>
                  </a:lnTo>
                  <a:lnTo>
                    <a:pt x="145331" y="70355"/>
                  </a:lnTo>
                  <a:lnTo>
                    <a:pt x="144883" y="71250"/>
                  </a:lnTo>
                  <a:lnTo>
                    <a:pt x="144760" y="71497"/>
                  </a:lnTo>
                  <a:lnTo>
                    <a:pt x="144421" y="72174"/>
                  </a:lnTo>
                  <a:lnTo>
                    <a:pt x="143497" y="73249"/>
                  </a:lnTo>
                  <a:lnTo>
                    <a:pt x="141954" y="74334"/>
                  </a:lnTo>
                  <a:lnTo>
                    <a:pt x="139913" y="75536"/>
                  </a:lnTo>
                  <a:lnTo>
                    <a:pt x="139634" y="75747"/>
                  </a:lnTo>
                  <a:lnTo>
                    <a:pt x="138753" y="79451"/>
                  </a:lnTo>
                  <a:lnTo>
                    <a:pt x="138256" y="81541"/>
                  </a:lnTo>
                  <a:lnTo>
                    <a:pt x="136774" y="86631"/>
                  </a:lnTo>
                  <a:lnTo>
                    <a:pt x="137059" y="87262"/>
                  </a:lnTo>
                  <a:lnTo>
                    <a:pt x="139274" y="89013"/>
                  </a:lnTo>
                  <a:lnTo>
                    <a:pt x="141963" y="91227"/>
                  </a:lnTo>
                  <a:lnTo>
                    <a:pt x="144653" y="93804"/>
                  </a:lnTo>
                  <a:lnTo>
                    <a:pt x="148068" y="97454"/>
                  </a:lnTo>
                  <a:lnTo>
                    <a:pt x="151596" y="101142"/>
                  </a:lnTo>
                  <a:lnTo>
                    <a:pt x="154154" y="103894"/>
                  </a:lnTo>
                  <a:lnTo>
                    <a:pt x="155361" y="105191"/>
                  </a:lnTo>
                  <a:lnTo>
                    <a:pt x="156514" y="106428"/>
                  </a:lnTo>
                  <a:lnTo>
                    <a:pt x="157854" y="107653"/>
                  </a:lnTo>
                  <a:lnTo>
                    <a:pt x="159589" y="109007"/>
                  </a:lnTo>
                  <a:lnTo>
                    <a:pt x="161440" y="110408"/>
                  </a:lnTo>
                  <a:lnTo>
                    <a:pt x="163092" y="111841"/>
                  </a:lnTo>
                  <a:lnTo>
                    <a:pt x="164018" y="113006"/>
                  </a:lnTo>
                  <a:lnTo>
                    <a:pt x="164506" y="113994"/>
                  </a:lnTo>
                  <a:lnTo>
                    <a:pt x="165040" y="114468"/>
                  </a:lnTo>
                  <a:lnTo>
                    <a:pt x="164945" y="114882"/>
                  </a:lnTo>
                  <a:lnTo>
                    <a:pt x="164427" y="117116"/>
                  </a:lnTo>
                  <a:lnTo>
                    <a:pt x="163908" y="118896"/>
                  </a:lnTo>
                  <a:lnTo>
                    <a:pt x="163717" y="119551"/>
                  </a:lnTo>
                  <a:lnTo>
                    <a:pt x="163596" y="119967"/>
                  </a:lnTo>
                  <a:lnTo>
                    <a:pt x="163046" y="120500"/>
                  </a:lnTo>
                  <a:lnTo>
                    <a:pt x="162850" y="120689"/>
                  </a:lnTo>
                  <a:lnTo>
                    <a:pt x="160190" y="123263"/>
                  </a:lnTo>
                  <a:lnTo>
                    <a:pt x="159640" y="123765"/>
                  </a:lnTo>
                  <a:lnTo>
                    <a:pt x="157263" y="124275"/>
                  </a:lnTo>
                  <a:lnTo>
                    <a:pt x="151751" y="127474"/>
                  </a:lnTo>
                  <a:lnTo>
                    <a:pt x="147856" y="129852"/>
                  </a:lnTo>
                  <a:lnTo>
                    <a:pt x="145861" y="132668"/>
                  </a:lnTo>
                  <a:lnTo>
                    <a:pt x="145922" y="124884"/>
                  </a:lnTo>
                  <a:lnTo>
                    <a:pt x="145209" y="121972"/>
                  </a:lnTo>
                  <a:lnTo>
                    <a:pt x="144069" y="118913"/>
                  </a:lnTo>
                  <a:lnTo>
                    <a:pt x="143214" y="114835"/>
                  </a:lnTo>
                  <a:lnTo>
                    <a:pt x="143273" y="110651"/>
                  </a:lnTo>
                  <a:lnTo>
                    <a:pt x="142568" y="109254"/>
                  </a:lnTo>
                  <a:lnTo>
                    <a:pt x="139766" y="104933"/>
                  </a:lnTo>
                  <a:lnTo>
                    <a:pt x="138531" y="103671"/>
                  </a:lnTo>
                  <a:lnTo>
                    <a:pt x="132879" y="101098"/>
                  </a:lnTo>
                  <a:lnTo>
                    <a:pt x="130362" y="100904"/>
                  </a:lnTo>
                  <a:lnTo>
                    <a:pt x="129230" y="100904"/>
                  </a:lnTo>
                  <a:lnTo>
                    <a:pt x="127655" y="100904"/>
                  </a:lnTo>
                  <a:lnTo>
                    <a:pt x="126468" y="100516"/>
                  </a:lnTo>
                  <a:lnTo>
                    <a:pt x="126183" y="99399"/>
                  </a:lnTo>
                  <a:lnTo>
                    <a:pt x="126088" y="98088"/>
                  </a:lnTo>
                  <a:lnTo>
                    <a:pt x="126040" y="95467"/>
                  </a:lnTo>
                  <a:lnTo>
                    <a:pt x="125518" y="94059"/>
                  </a:lnTo>
                  <a:lnTo>
                    <a:pt x="123665" y="92748"/>
                  </a:lnTo>
                  <a:lnTo>
                    <a:pt x="122383" y="91971"/>
                  </a:lnTo>
                  <a:lnTo>
                    <a:pt x="121338" y="90855"/>
                  </a:lnTo>
                  <a:lnTo>
                    <a:pt x="121006" y="89398"/>
                  </a:lnTo>
                  <a:lnTo>
                    <a:pt x="120325" y="87061"/>
                  </a:lnTo>
                  <a:lnTo>
                    <a:pt x="119343" y="84689"/>
                  </a:lnTo>
                  <a:lnTo>
                    <a:pt x="118868" y="82796"/>
                  </a:lnTo>
                  <a:lnTo>
                    <a:pt x="118868" y="81582"/>
                  </a:lnTo>
                  <a:lnTo>
                    <a:pt x="119723" y="80660"/>
                  </a:lnTo>
                  <a:lnTo>
                    <a:pt x="120731" y="79998"/>
                  </a:lnTo>
                  <a:lnTo>
                    <a:pt x="117420" y="72650"/>
                  </a:lnTo>
                  <a:lnTo>
                    <a:pt x="117212" y="72337"/>
                  </a:lnTo>
                  <a:lnTo>
                    <a:pt x="111962" y="75039"/>
                  </a:lnTo>
                  <a:lnTo>
                    <a:pt x="111053" y="75662"/>
                  </a:lnTo>
                  <a:lnTo>
                    <a:pt x="108618" y="77331"/>
                  </a:lnTo>
                  <a:lnTo>
                    <a:pt x="106242" y="79486"/>
                  </a:lnTo>
                  <a:lnTo>
                    <a:pt x="106051" y="80173"/>
                  </a:lnTo>
                  <a:lnTo>
                    <a:pt x="105829" y="80971"/>
                  </a:lnTo>
                  <a:lnTo>
                    <a:pt x="105566" y="83122"/>
                  </a:lnTo>
                  <a:lnTo>
                    <a:pt x="104886" y="84241"/>
                  </a:lnTo>
                  <a:lnTo>
                    <a:pt x="104398" y="85044"/>
                  </a:lnTo>
                  <a:lnTo>
                    <a:pt x="102944" y="85992"/>
                  </a:lnTo>
                  <a:lnTo>
                    <a:pt x="103315" y="88423"/>
                  </a:lnTo>
                  <a:lnTo>
                    <a:pt x="103679" y="89406"/>
                  </a:lnTo>
                  <a:lnTo>
                    <a:pt x="104043" y="90373"/>
                  </a:lnTo>
                  <a:lnTo>
                    <a:pt x="104683" y="91540"/>
                  </a:lnTo>
                  <a:lnTo>
                    <a:pt x="105420" y="92525"/>
                  </a:lnTo>
                  <a:lnTo>
                    <a:pt x="103585" y="92583"/>
                  </a:lnTo>
                  <a:lnTo>
                    <a:pt x="102036" y="92631"/>
                  </a:lnTo>
                  <a:lnTo>
                    <a:pt x="98281" y="92749"/>
                  </a:lnTo>
                  <a:lnTo>
                    <a:pt x="95395" y="92839"/>
                  </a:lnTo>
                  <a:lnTo>
                    <a:pt x="94488" y="92854"/>
                  </a:lnTo>
                  <a:lnTo>
                    <a:pt x="93022" y="92900"/>
                  </a:lnTo>
                  <a:lnTo>
                    <a:pt x="91770" y="92939"/>
                  </a:lnTo>
                  <a:lnTo>
                    <a:pt x="91626" y="92943"/>
                  </a:lnTo>
                  <a:lnTo>
                    <a:pt x="85829" y="93069"/>
                  </a:lnTo>
                  <a:lnTo>
                    <a:pt x="85015" y="93086"/>
                  </a:lnTo>
                  <a:lnTo>
                    <a:pt x="83313" y="93123"/>
                  </a:lnTo>
                  <a:lnTo>
                    <a:pt x="83316" y="92141"/>
                  </a:lnTo>
                  <a:lnTo>
                    <a:pt x="79828" y="91870"/>
                  </a:lnTo>
                  <a:lnTo>
                    <a:pt x="76174" y="91587"/>
                  </a:lnTo>
                  <a:lnTo>
                    <a:pt x="76207" y="88990"/>
                  </a:lnTo>
                  <a:lnTo>
                    <a:pt x="76381" y="87452"/>
                  </a:lnTo>
                  <a:lnTo>
                    <a:pt x="76554" y="85918"/>
                  </a:lnTo>
                  <a:lnTo>
                    <a:pt x="72651" y="84808"/>
                  </a:lnTo>
                  <a:lnTo>
                    <a:pt x="70465" y="85631"/>
                  </a:lnTo>
                  <a:lnTo>
                    <a:pt x="68607" y="86299"/>
                  </a:lnTo>
                  <a:lnTo>
                    <a:pt x="66897" y="86913"/>
                  </a:lnTo>
                  <a:lnTo>
                    <a:pt x="62380" y="87445"/>
                  </a:lnTo>
                  <a:lnTo>
                    <a:pt x="60579" y="87658"/>
                  </a:lnTo>
                  <a:lnTo>
                    <a:pt x="60001" y="88059"/>
                  </a:lnTo>
                  <a:lnTo>
                    <a:pt x="59698" y="88270"/>
                  </a:lnTo>
                  <a:lnTo>
                    <a:pt x="59180" y="88631"/>
                  </a:lnTo>
                  <a:lnTo>
                    <a:pt x="58953" y="88775"/>
                  </a:lnTo>
                  <a:lnTo>
                    <a:pt x="57469" y="84548"/>
                  </a:lnTo>
                  <a:lnTo>
                    <a:pt x="56819" y="82930"/>
                  </a:lnTo>
                  <a:lnTo>
                    <a:pt x="56375" y="81825"/>
                  </a:lnTo>
                  <a:lnTo>
                    <a:pt x="56254" y="81524"/>
                  </a:lnTo>
                  <a:lnTo>
                    <a:pt x="56708" y="80728"/>
                  </a:lnTo>
                  <a:lnTo>
                    <a:pt x="56386" y="76744"/>
                  </a:lnTo>
                  <a:lnTo>
                    <a:pt x="56111" y="73359"/>
                  </a:lnTo>
                  <a:lnTo>
                    <a:pt x="53112" y="72948"/>
                  </a:lnTo>
                  <a:lnTo>
                    <a:pt x="51369" y="72709"/>
                  </a:lnTo>
                  <a:lnTo>
                    <a:pt x="48493" y="72315"/>
                  </a:lnTo>
                  <a:lnTo>
                    <a:pt x="47962" y="72242"/>
                  </a:lnTo>
                  <a:lnTo>
                    <a:pt x="44147" y="75784"/>
                  </a:lnTo>
                  <a:lnTo>
                    <a:pt x="43361" y="76497"/>
                  </a:lnTo>
                  <a:lnTo>
                    <a:pt x="43027" y="76800"/>
                  </a:lnTo>
                  <a:lnTo>
                    <a:pt x="42350" y="75470"/>
                  </a:lnTo>
                  <a:lnTo>
                    <a:pt x="40387" y="72333"/>
                  </a:lnTo>
                  <a:lnTo>
                    <a:pt x="39997" y="72050"/>
                  </a:lnTo>
                  <a:lnTo>
                    <a:pt x="38933" y="71278"/>
                  </a:lnTo>
                  <a:lnTo>
                    <a:pt x="38731" y="71132"/>
                  </a:lnTo>
                  <a:lnTo>
                    <a:pt x="38232" y="70769"/>
                  </a:lnTo>
                  <a:lnTo>
                    <a:pt x="37633" y="70371"/>
                  </a:lnTo>
                  <a:lnTo>
                    <a:pt x="34110" y="68162"/>
                  </a:lnTo>
                  <a:lnTo>
                    <a:pt x="33274" y="67638"/>
                  </a:lnTo>
                  <a:lnTo>
                    <a:pt x="32570" y="67197"/>
                  </a:lnTo>
                  <a:lnTo>
                    <a:pt x="27865" y="64117"/>
                  </a:lnTo>
                  <a:lnTo>
                    <a:pt x="27570" y="63924"/>
                  </a:lnTo>
                  <a:lnTo>
                    <a:pt x="27231" y="63702"/>
                  </a:lnTo>
                  <a:lnTo>
                    <a:pt x="26830" y="63440"/>
                  </a:lnTo>
                  <a:lnTo>
                    <a:pt x="22163" y="60216"/>
                  </a:lnTo>
                  <a:lnTo>
                    <a:pt x="16785" y="56503"/>
                  </a:lnTo>
                  <a:lnTo>
                    <a:pt x="11184" y="52634"/>
                  </a:lnTo>
                  <a:lnTo>
                    <a:pt x="7641" y="50090"/>
                  </a:lnTo>
                  <a:lnTo>
                    <a:pt x="7518" y="49235"/>
                  </a:lnTo>
                  <a:lnTo>
                    <a:pt x="7027" y="45836"/>
                  </a:lnTo>
                  <a:lnTo>
                    <a:pt x="6161" y="39837"/>
                  </a:lnTo>
                  <a:lnTo>
                    <a:pt x="5607" y="34795"/>
                  </a:lnTo>
                  <a:lnTo>
                    <a:pt x="5000" y="34355"/>
                  </a:lnTo>
                  <a:lnTo>
                    <a:pt x="922" y="31392"/>
                  </a:lnTo>
                  <a:lnTo>
                    <a:pt x="0" y="30721"/>
                  </a:lnTo>
                  <a:lnTo>
                    <a:pt x="1189" y="29026"/>
                  </a:lnTo>
                  <a:lnTo>
                    <a:pt x="3690" y="25462"/>
                  </a:lnTo>
                  <a:lnTo>
                    <a:pt x="4371" y="23676"/>
                  </a:lnTo>
                  <a:lnTo>
                    <a:pt x="4825" y="22486"/>
                  </a:lnTo>
                  <a:lnTo>
                    <a:pt x="5001" y="22025"/>
                  </a:lnTo>
                  <a:lnTo>
                    <a:pt x="5542" y="20831"/>
                  </a:lnTo>
                  <a:lnTo>
                    <a:pt x="5960" y="20000"/>
                  </a:lnTo>
                  <a:lnTo>
                    <a:pt x="7125" y="17681"/>
                  </a:lnTo>
                  <a:lnTo>
                    <a:pt x="7786" y="16436"/>
                  </a:lnTo>
                  <a:lnTo>
                    <a:pt x="9462" y="13282"/>
                  </a:lnTo>
                  <a:lnTo>
                    <a:pt x="10341" y="11889"/>
                  </a:lnTo>
                  <a:lnTo>
                    <a:pt x="11557" y="9962"/>
                  </a:lnTo>
                  <a:lnTo>
                    <a:pt x="11666" y="9788"/>
                  </a:lnTo>
                  <a:lnTo>
                    <a:pt x="11998" y="9263"/>
                  </a:lnTo>
                  <a:lnTo>
                    <a:pt x="15253" y="5427"/>
                  </a:lnTo>
                  <a:lnTo>
                    <a:pt x="15569" y="5055"/>
                  </a:lnTo>
                  <a:lnTo>
                    <a:pt x="16323" y="4166"/>
                  </a:lnTo>
                  <a:lnTo>
                    <a:pt x="16883" y="3342"/>
                  </a:lnTo>
                  <a:lnTo>
                    <a:pt x="17296" y="2733"/>
                  </a:lnTo>
                  <a:lnTo>
                    <a:pt x="17668" y="2185"/>
                  </a:lnTo>
                  <a:lnTo>
                    <a:pt x="18142" y="1487"/>
                  </a:lnTo>
                  <a:lnTo>
                    <a:pt x="20037" y="1233"/>
                  </a:lnTo>
                  <a:lnTo>
                    <a:pt x="20222" y="1209"/>
                  </a:lnTo>
                  <a:lnTo>
                    <a:pt x="23108" y="822"/>
                  </a:lnTo>
                  <a:lnTo>
                    <a:pt x="28214" y="139"/>
                  </a:lnTo>
                  <a:lnTo>
                    <a:pt x="28712" y="86"/>
                  </a:lnTo>
                  <a:lnTo>
                    <a:pt x="29529" y="0"/>
                  </a:lnTo>
                  <a:lnTo>
                    <a:pt x="30681" y="5375"/>
                  </a:lnTo>
                  <a:lnTo>
                    <a:pt x="31275" y="8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863287" y="3179395"/>
              <a:ext cx="281940" cy="166483"/>
            </a:xfrm>
            <a:custGeom>
              <a:avLst/>
              <a:pathLst>
                <a:path w="281940" h="166483">
                  <a:moveTo>
                    <a:pt x="151310" y="14667"/>
                  </a:moveTo>
                  <a:lnTo>
                    <a:pt x="151908" y="15821"/>
                  </a:lnTo>
                  <a:lnTo>
                    <a:pt x="156667" y="14783"/>
                  </a:lnTo>
                  <a:lnTo>
                    <a:pt x="163270" y="10565"/>
                  </a:lnTo>
                  <a:lnTo>
                    <a:pt x="170900" y="8091"/>
                  </a:lnTo>
                  <a:lnTo>
                    <a:pt x="186219" y="4407"/>
                  </a:lnTo>
                  <a:lnTo>
                    <a:pt x="192163" y="2977"/>
                  </a:lnTo>
                  <a:lnTo>
                    <a:pt x="193941" y="2550"/>
                  </a:lnTo>
                  <a:lnTo>
                    <a:pt x="203713" y="3659"/>
                  </a:lnTo>
                  <a:lnTo>
                    <a:pt x="208304" y="4181"/>
                  </a:lnTo>
                  <a:lnTo>
                    <a:pt x="218655" y="10752"/>
                  </a:lnTo>
                  <a:lnTo>
                    <a:pt x="219133" y="11055"/>
                  </a:lnTo>
                  <a:lnTo>
                    <a:pt x="218833" y="22963"/>
                  </a:lnTo>
                  <a:lnTo>
                    <a:pt x="212777" y="22939"/>
                  </a:lnTo>
                  <a:lnTo>
                    <a:pt x="211838" y="35523"/>
                  </a:lnTo>
                  <a:lnTo>
                    <a:pt x="229278" y="37270"/>
                  </a:lnTo>
                  <a:lnTo>
                    <a:pt x="229050" y="40067"/>
                  </a:lnTo>
                  <a:lnTo>
                    <a:pt x="241816" y="49155"/>
                  </a:lnTo>
                  <a:lnTo>
                    <a:pt x="242854" y="48152"/>
                  </a:lnTo>
                  <a:lnTo>
                    <a:pt x="243122" y="47894"/>
                  </a:lnTo>
                  <a:lnTo>
                    <a:pt x="248087" y="43097"/>
                  </a:lnTo>
                  <a:lnTo>
                    <a:pt x="249253" y="41969"/>
                  </a:lnTo>
                  <a:lnTo>
                    <a:pt x="262448" y="50087"/>
                  </a:lnTo>
                  <a:lnTo>
                    <a:pt x="258159" y="57332"/>
                  </a:lnTo>
                  <a:lnTo>
                    <a:pt x="265076" y="60384"/>
                  </a:lnTo>
                  <a:lnTo>
                    <a:pt x="273163" y="63952"/>
                  </a:lnTo>
                  <a:lnTo>
                    <a:pt x="272821" y="71642"/>
                  </a:lnTo>
                  <a:lnTo>
                    <a:pt x="276355" y="80031"/>
                  </a:lnTo>
                  <a:lnTo>
                    <a:pt x="278116" y="81381"/>
                  </a:lnTo>
                  <a:lnTo>
                    <a:pt x="280914" y="83526"/>
                  </a:lnTo>
                  <a:lnTo>
                    <a:pt x="281646" y="89676"/>
                  </a:lnTo>
                  <a:lnTo>
                    <a:pt x="281940" y="92148"/>
                  </a:lnTo>
                  <a:lnTo>
                    <a:pt x="276925" y="105780"/>
                  </a:lnTo>
                  <a:lnTo>
                    <a:pt x="275424" y="112909"/>
                  </a:lnTo>
                  <a:lnTo>
                    <a:pt x="273049" y="124189"/>
                  </a:lnTo>
                  <a:lnTo>
                    <a:pt x="271542" y="124863"/>
                  </a:lnTo>
                  <a:lnTo>
                    <a:pt x="267578" y="126636"/>
                  </a:lnTo>
                  <a:lnTo>
                    <a:pt x="266968" y="131441"/>
                  </a:lnTo>
                  <a:lnTo>
                    <a:pt x="268631" y="133869"/>
                  </a:lnTo>
                  <a:lnTo>
                    <a:pt x="269771" y="138311"/>
                  </a:lnTo>
                  <a:lnTo>
                    <a:pt x="270351" y="141875"/>
                  </a:lnTo>
                  <a:lnTo>
                    <a:pt x="272809" y="147634"/>
                  </a:lnTo>
                  <a:lnTo>
                    <a:pt x="272763" y="151346"/>
                  </a:lnTo>
                  <a:lnTo>
                    <a:pt x="271837" y="153094"/>
                  </a:lnTo>
                  <a:lnTo>
                    <a:pt x="271267" y="155205"/>
                  </a:lnTo>
                  <a:lnTo>
                    <a:pt x="270555" y="159210"/>
                  </a:lnTo>
                  <a:lnTo>
                    <a:pt x="270270" y="160812"/>
                  </a:lnTo>
                  <a:lnTo>
                    <a:pt x="266554" y="162889"/>
                  </a:lnTo>
                  <a:lnTo>
                    <a:pt x="255837" y="166483"/>
                  </a:lnTo>
                  <a:lnTo>
                    <a:pt x="251126" y="165298"/>
                  </a:lnTo>
                  <a:lnTo>
                    <a:pt x="251288" y="163118"/>
                  </a:lnTo>
                  <a:lnTo>
                    <a:pt x="251631" y="158258"/>
                  </a:lnTo>
                  <a:lnTo>
                    <a:pt x="247659" y="158197"/>
                  </a:lnTo>
                  <a:lnTo>
                    <a:pt x="243291" y="158129"/>
                  </a:lnTo>
                  <a:lnTo>
                    <a:pt x="238373" y="158052"/>
                  </a:lnTo>
                  <a:lnTo>
                    <a:pt x="234673" y="157994"/>
                  </a:lnTo>
                  <a:lnTo>
                    <a:pt x="232936" y="157967"/>
                  </a:lnTo>
                  <a:lnTo>
                    <a:pt x="231819" y="157967"/>
                  </a:lnTo>
                  <a:lnTo>
                    <a:pt x="230821" y="157967"/>
                  </a:lnTo>
                  <a:lnTo>
                    <a:pt x="229429" y="157967"/>
                  </a:lnTo>
                  <a:lnTo>
                    <a:pt x="225051" y="157967"/>
                  </a:lnTo>
                  <a:lnTo>
                    <a:pt x="220967" y="156365"/>
                  </a:lnTo>
                  <a:lnTo>
                    <a:pt x="218735" y="154229"/>
                  </a:lnTo>
                  <a:lnTo>
                    <a:pt x="218223" y="152836"/>
                  </a:lnTo>
                  <a:lnTo>
                    <a:pt x="218165" y="152676"/>
                  </a:lnTo>
                  <a:lnTo>
                    <a:pt x="218197" y="152532"/>
                  </a:lnTo>
                  <a:lnTo>
                    <a:pt x="219859" y="145231"/>
                  </a:lnTo>
                  <a:lnTo>
                    <a:pt x="220002" y="144599"/>
                  </a:lnTo>
                  <a:lnTo>
                    <a:pt x="220050" y="144390"/>
                  </a:lnTo>
                  <a:lnTo>
                    <a:pt x="220539" y="142238"/>
                  </a:lnTo>
                  <a:lnTo>
                    <a:pt x="220869" y="140433"/>
                  </a:lnTo>
                  <a:lnTo>
                    <a:pt x="221192" y="138657"/>
                  </a:lnTo>
                  <a:lnTo>
                    <a:pt x="221527" y="136820"/>
                  </a:lnTo>
                  <a:lnTo>
                    <a:pt x="223013" y="133580"/>
                  </a:lnTo>
                  <a:lnTo>
                    <a:pt x="223702" y="132079"/>
                  </a:lnTo>
                  <a:lnTo>
                    <a:pt x="224092" y="131228"/>
                  </a:lnTo>
                  <a:lnTo>
                    <a:pt x="225675" y="127518"/>
                  </a:lnTo>
                  <a:lnTo>
                    <a:pt x="226429" y="125752"/>
                  </a:lnTo>
                  <a:lnTo>
                    <a:pt x="226688" y="123289"/>
                  </a:lnTo>
                  <a:lnTo>
                    <a:pt x="225460" y="122547"/>
                  </a:lnTo>
                  <a:lnTo>
                    <a:pt x="224866" y="122802"/>
                  </a:lnTo>
                  <a:lnTo>
                    <a:pt x="224643" y="122897"/>
                  </a:lnTo>
                  <a:lnTo>
                    <a:pt x="223752" y="123687"/>
                  </a:lnTo>
                  <a:lnTo>
                    <a:pt x="223310" y="124078"/>
                  </a:lnTo>
                  <a:lnTo>
                    <a:pt x="219426" y="127518"/>
                  </a:lnTo>
                  <a:lnTo>
                    <a:pt x="218379" y="128446"/>
                  </a:lnTo>
                  <a:lnTo>
                    <a:pt x="217804" y="128956"/>
                  </a:lnTo>
                  <a:lnTo>
                    <a:pt x="217275" y="129390"/>
                  </a:lnTo>
                  <a:lnTo>
                    <a:pt x="212177" y="133580"/>
                  </a:lnTo>
                  <a:lnTo>
                    <a:pt x="212029" y="133701"/>
                  </a:lnTo>
                  <a:lnTo>
                    <a:pt x="211198" y="134383"/>
                  </a:lnTo>
                  <a:lnTo>
                    <a:pt x="210513" y="134946"/>
                  </a:lnTo>
                  <a:lnTo>
                    <a:pt x="210053" y="135325"/>
                  </a:lnTo>
                  <a:lnTo>
                    <a:pt x="209286" y="135929"/>
                  </a:lnTo>
                  <a:lnTo>
                    <a:pt x="207908" y="137015"/>
                  </a:lnTo>
                  <a:lnTo>
                    <a:pt x="205825" y="138657"/>
                  </a:lnTo>
                  <a:lnTo>
                    <a:pt x="203622" y="140393"/>
                  </a:lnTo>
                  <a:lnTo>
                    <a:pt x="202437" y="141327"/>
                  </a:lnTo>
                  <a:lnTo>
                    <a:pt x="201394" y="142149"/>
                  </a:lnTo>
                  <a:lnTo>
                    <a:pt x="200250" y="143096"/>
                  </a:lnTo>
                  <a:lnTo>
                    <a:pt x="199309" y="143876"/>
                  </a:lnTo>
                  <a:lnTo>
                    <a:pt x="198288" y="144721"/>
                  </a:lnTo>
                  <a:lnTo>
                    <a:pt x="193005" y="149097"/>
                  </a:lnTo>
                  <a:lnTo>
                    <a:pt x="191931" y="149986"/>
                  </a:lnTo>
                  <a:lnTo>
                    <a:pt x="190842" y="150888"/>
                  </a:lnTo>
                  <a:lnTo>
                    <a:pt x="185803" y="155062"/>
                  </a:lnTo>
                  <a:lnTo>
                    <a:pt x="184889" y="155819"/>
                  </a:lnTo>
                  <a:lnTo>
                    <a:pt x="184282" y="156321"/>
                  </a:lnTo>
                  <a:lnTo>
                    <a:pt x="184172" y="156181"/>
                  </a:lnTo>
                  <a:lnTo>
                    <a:pt x="181787" y="153500"/>
                  </a:lnTo>
                  <a:lnTo>
                    <a:pt x="181600" y="153289"/>
                  </a:lnTo>
                  <a:lnTo>
                    <a:pt x="181104" y="152731"/>
                  </a:lnTo>
                  <a:lnTo>
                    <a:pt x="179873" y="151347"/>
                  </a:lnTo>
                  <a:lnTo>
                    <a:pt x="178292" y="149569"/>
                  </a:lnTo>
                  <a:lnTo>
                    <a:pt x="172534" y="144124"/>
                  </a:lnTo>
                  <a:lnTo>
                    <a:pt x="171595" y="143236"/>
                  </a:lnTo>
                  <a:lnTo>
                    <a:pt x="171221" y="142882"/>
                  </a:lnTo>
                  <a:lnTo>
                    <a:pt x="169944" y="141072"/>
                  </a:lnTo>
                  <a:lnTo>
                    <a:pt x="167890" y="138160"/>
                  </a:lnTo>
                  <a:lnTo>
                    <a:pt x="167307" y="137333"/>
                  </a:lnTo>
                  <a:lnTo>
                    <a:pt x="166422" y="136078"/>
                  </a:lnTo>
                  <a:lnTo>
                    <a:pt x="165601" y="134672"/>
                  </a:lnTo>
                  <a:lnTo>
                    <a:pt x="162771" y="129821"/>
                  </a:lnTo>
                  <a:lnTo>
                    <a:pt x="161951" y="128416"/>
                  </a:lnTo>
                  <a:lnTo>
                    <a:pt x="159487" y="124194"/>
                  </a:lnTo>
                  <a:lnTo>
                    <a:pt x="158632" y="123773"/>
                  </a:lnTo>
                  <a:lnTo>
                    <a:pt x="153815" y="121402"/>
                  </a:lnTo>
                  <a:lnTo>
                    <a:pt x="153256" y="121126"/>
                  </a:lnTo>
                  <a:lnTo>
                    <a:pt x="152881" y="120776"/>
                  </a:lnTo>
                  <a:lnTo>
                    <a:pt x="152382" y="120311"/>
                  </a:lnTo>
                  <a:lnTo>
                    <a:pt x="147636" y="113813"/>
                  </a:lnTo>
                  <a:lnTo>
                    <a:pt x="145732" y="111205"/>
                  </a:lnTo>
                  <a:lnTo>
                    <a:pt x="144213" y="109125"/>
                  </a:lnTo>
                  <a:lnTo>
                    <a:pt x="139262" y="102185"/>
                  </a:lnTo>
                  <a:lnTo>
                    <a:pt x="139063" y="101906"/>
                  </a:lnTo>
                  <a:lnTo>
                    <a:pt x="138446" y="101042"/>
                  </a:lnTo>
                  <a:lnTo>
                    <a:pt x="138207" y="100727"/>
                  </a:lnTo>
                  <a:lnTo>
                    <a:pt x="137643" y="99987"/>
                  </a:lnTo>
                  <a:lnTo>
                    <a:pt x="136246" y="98154"/>
                  </a:lnTo>
                  <a:lnTo>
                    <a:pt x="135439" y="97144"/>
                  </a:lnTo>
                  <a:lnTo>
                    <a:pt x="134657" y="96163"/>
                  </a:lnTo>
                  <a:lnTo>
                    <a:pt x="129220" y="99769"/>
                  </a:lnTo>
                  <a:lnTo>
                    <a:pt x="125163" y="102459"/>
                  </a:lnTo>
                  <a:lnTo>
                    <a:pt x="110654" y="112081"/>
                  </a:lnTo>
                  <a:lnTo>
                    <a:pt x="108133" y="113470"/>
                  </a:lnTo>
                  <a:lnTo>
                    <a:pt x="106619" y="114304"/>
                  </a:lnTo>
                  <a:lnTo>
                    <a:pt x="105856" y="111935"/>
                  </a:lnTo>
                  <a:lnTo>
                    <a:pt x="104343" y="108900"/>
                  </a:lnTo>
                  <a:lnTo>
                    <a:pt x="103066" y="107930"/>
                  </a:lnTo>
                  <a:lnTo>
                    <a:pt x="101047" y="106959"/>
                  </a:lnTo>
                  <a:lnTo>
                    <a:pt x="100098" y="106049"/>
                  </a:lnTo>
                  <a:lnTo>
                    <a:pt x="97307" y="102226"/>
                  </a:lnTo>
                  <a:lnTo>
                    <a:pt x="94680" y="100328"/>
                  </a:lnTo>
                  <a:lnTo>
                    <a:pt x="91845" y="98281"/>
                  </a:lnTo>
                  <a:lnTo>
                    <a:pt x="91123" y="97933"/>
                  </a:lnTo>
                  <a:lnTo>
                    <a:pt x="87571" y="96218"/>
                  </a:lnTo>
                  <a:lnTo>
                    <a:pt x="80166" y="94609"/>
                  </a:lnTo>
                  <a:lnTo>
                    <a:pt x="79594" y="94447"/>
                  </a:lnTo>
                  <a:lnTo>
                    <a:pt x="77132" y="93747"/>
                  </a:lnTo>
                  <a:lnTo>
                    <a:pt x="73441" y="92699"/>
                  </a:lnTo>
                  <a:lnTo>
                    <a:pt x="67920" y="91667"/>
                  </a:lnTo>
                  <a:lnTo>
                    <a:pt x="63820" y="91667"/>
                  </a:lnTo>
                  <a:lnTo>
                    <a:pt x="62120" y="91715"/>
                  </a:lnTo>
                  <a:lnTo>
                    <a:pt x="59549" y="91788"/>
                  </a:lnTo>
                  <a:lnTo>
                    <a:pt x="57768" y="91667"/>
                  </a:lnTo>
                  <a:lnTo>
                    <a:pt x="55630" y="90757"/>
                  </a:lnTo>
                  <a:lnTo>
                    <a:pt x="53931" y="88347"/>
                  </a:lnTo>
                  <a:lnTo>
                    <a:pt x="52188" y="85188"/>
                  </a:lnTo>
                  <a:lnTo>
                    <a:pt x="50721" y="82476"/>
                  </a:lnTo>
                  <a:lnTo>
                    <a:pt x="50511" y="81908"/>
                  </a:lnTo>
                  <a:lnTo>
                    <a:pt x="50194" y="81052"/>
                  </a:lnTo>
                  <a:lnTo>
                    <a:pt x="49956" y="80400"/>
                  </a:lnTo>
                  <a:lnTo>
                    <a:pt x="48862" y="77406"/>
                  </a:lnTo>
                  <a:lnTo>
                    <a:pt x="48072" y="76047"/>
                  </a:lnTo>
                  <a:lnTo>
                    <a:pt x="44438" y="55948"/>
                  </a:lnTo>
                  <a:lnTo>
                    <a:pt x="43932" y="53655"/>
                  </a:lnTo>
                  <a:lnTo>
                    <a:pt x="43077" y="50645"/>
                  </a:lnTo>
                  <a:lnTo>
                    <a:pt x="42793" y="50062"/>
                  </a:lnTo>
                  <a:lnTo>
                    <a:pt x="41843" y="49674"/>
                  </a:lnTo>
                  <a:lnTo>
                    <a:pt x="41130" y="49577"/>
                  </a:lnTo>
                  <a:lnTo>
                    <a:pt x="40130" y="49832"/>
                  </a:lnTo>
                  <a:lnTo>
                    <a:pt x="38850" y="50159"/>
                  </a:lnTo>
                  <a:lnTo>
                    <a:pt x="32866" y="53072"/>
                  </a:lnTo>
                  <a:lnTo>
                    <a:pt x="30749" y="54256"/>
                  </a:lnTo>
                  <a:lnTo>
                    <a:pt x="25114" y="57406"/>
                  </a:lnTo>
                  <a:lnTo>
                    <a:pt x="21563" y="58512"/>
                  </a:lnTo>
                  <a:lnTo>
                    <a:pt x="13242" y="61102"/>
                  </a:lnTo>
                  <a:lnTo>
                    <a:pt x="3099" y="63194"/>
                  </a:lnTo>
                  <a:lnTo>
                    <a:pt x="237" y="62490"/>
                  </a:lnTo>
                  <a:lnTo>
                    <a:pt x="214" y="62323"/>
                  </a:lnTo>
                  <a:lnTo>
                    <a:pt x="105" y="61518"/>
                  </a:lnTo>
                  <a:lnTo>
                    <a:pt x="0" y="60743"/>
                  </a:lnTo>
                  <a:lnTo>
                    <a:pt x="379" y="59480"/>
                  </a:lnTo>
                  <a:lnTo>
                    <a:pt x="2067" y="58764"/>
                  </a:lnTo>
                  <a:lnTo>
                    <a:pt x="5414" y="57344"/>
                  </a:lnTo>
                  <a:lnTo>
                    <a:pt x="7694" y="56325"/>
                  </a:lnTo>
                  <a:lnTo>
                    <a:pt x="9277" y="55234"/>
                  </a:lnTo>
                  <a:lnTo>
                    <a:pt x="10971" y="52975"/>
                  </a:lnTo>
                  <a:lnTo>
                    <a:pt x="13393" y="49771"/>
                  </a:lnTo>
                  <a:lnTo>
                    <a:pt x="14820" y="46411"/>
                  </a:lnTo>
                  <a:lnTo>
                    <a:pt x="15208" y="45776"/>
                  </a:lnTo>
                  <a:lnTo>
                    <a:pt x="14973" y="44480"/>
                  </a:lnTo>
                  <a:lnTo>
                    <a:pt x="13527" y="36498"/>
                  </a:lnTo>
                  <a:lnTo>
                    <a:pt x="13498" y="36338"/>
                  </a:lnTo>
                  <a:lnTo>
                    <a:pt x="25454" y="20737"/>
                  </a:lnTo>
                  <a:lnTo>
                    <a:pt x="29571" y="15366"/>
                  </a:lnTo>
                  <a:lnTo>
                    <a:pt x="51456" y="16648"/>
                  </a:lnTo>
                  <a:lnTo>
                    <a:pt x="64740" y="24110"/>
                  </a:lnTo>
                  <a:lnTo>
                    <a:pt x="66389" y="25037"/>
                  </a:lnTo>
                  <a:lnTo>
                    <a:pt x="69011" y="29697"/>
                  </a:lnTo>
                  <a:lnTo>
                    <a:pt x="70933" y="29881"/>
                  </a:lnTo>
                  <a:lnTo>
                    <a:pt x="73000" y="29231"/>
                  </a:lnTo>
                  <a:lnTo>
                    <a:pt x="75422" y="26459"/>
                  </a:lnTo>
                  <a:lnTo>
                    <a:pt x="79953" y="24687"/>
                  </a:lnTo>
                  <a:lnTo>
                    <a:pt x="82511" y="18452"/>
                  </a:lnTo>
                  <a:lnTo>
                    <a:pt x="85720" y="16190"/>
                  </a:lnTo>
                  <a:lnTo>
                    <a:pt x="89600" y="14427"/>
                  </a:lnTo>
                  <a:lnTo>
                    <a:pt x="93156" y="14267"/>
                  </a:lnTo>
                  <a:lnTo>
                    <a:pt x="104917" y="17347"/>
                  </a:lnTo>
                  <a:lnTo>
                    <a:pt x="112554" y="18978"/>
                  </a:lnTo>
                  <a:lnTo>
                    <a:pt x="117683" y="18162"/>
                  </a:lnTo>
                  <a:lnTo>
                    <a:pt x="136833" y="7094"/>
                  </a:lnTo>
                  <a:lnTo>
                    <a:pt x="140187" y="2091"/>
                  </a:lnTo>
                  <a:lnTo>
                    <a:pt x="142229" y="528"/>
                  </a:lnTo>
                  <a:lnTo>
                    <a:pt x="144505" y="0"/>
                  </a:lnTo>
                  <a:lnTo>
                    <a:pt x="146763" y="515"/>
                  </a:lnTo>
                  <a:lnTo>
                    <a:pt x="147804" y="753"/>
                  </a:lnTo>
                  <a:lnTo>
                    <a:pt x="149486" y="3948"/>
                  </a:lnTo>
                  <a:lnTo>
                    <a:pt x="150604" y="10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731596" y="3665318"/>
              <a:ext cx="169759" cy="99333"/>
            </a:xfrm>
            <a:custGeom>
              <a:avLst/>
              <a:pathLst>
                <a:path w="169759" h="99333">
                  <a:moveTo>
                    <a:pt x="106627" y="5090"/>
                  </a:moveTo>
                  <a:lnTo>
                    <a:pt x="115361" y="11109"/>
                  </a:lnTo>
                  <a:lnTo>
                    <a:pt x="115663" y="11317"/>
                  </a:lnTo>
                  <a:lnTo>
                    <a:pt x="119140" y="13713"/>
                  </a:lnTo>
                  <a:lnTo>
                    <a:pt x="119855" y="14205"/>
                  </a:lnTo>
                  <a:lnTo>
                    <a:pt x="120500" y="14645"/>
                  </a:lnTo>
                  <a:lnTo>
                    <a:pt x="120667" y="14759"/>
                  </a:lnTo>
                  <a:lnTo>
                    <a:pt x="126468" y="18715"/>
                  </a:lnTo>
                  <a:lnTo>
                    <a:pt x="126611" y="18813"/>
                  </a:lnTo>
                  <a:lnTo>
                    <a:pt x="127971" y="19740"/>
                  </a:lnTo>
                  <a:lnTo>
                    <a:pt x="131945" y="22451"/>
                  </a:lnTo>
                  <a:lnTo>
                    <a:pt x="139664" y="27716"/>
                  </a:lnTo>
                  <a:lnTo>
                    <a:pt x="141143" y="28724"/>
                  </a:lnTo>
                  <a:lnTo>
                    <a:pt x="141273" y="28813"/>
                  </a:lnTo>
                  <a:lnTo>
                    <a:pt x="141659" y="29041"/>
                  </a:lnTo>
                  <a:lnTo>
                    <a:pt x="142452" y="29508"/>
                  </a:lnTo>
                  <a:lnTo>
                    <a:pt x="143857" y="27238"/>
                  </a:lnTo>
                  <a:lnTo>
                    <a:pt x="146525" y="22926"/>
                  </a:lnTo>
                  <a:lnTo>
                    <a:pt x="147142" y="21929"/>
                  </a:lnTo>
                  <a:lnTo>
                    <a:pt x="147970" y="22567"/>
                  </a:lnTo>
                  <a:lnTo>
                    <a:pt x="148903" y="23173"/>
                  </a:lnTo>
                  <a:lnTo>
                    <a:pt x="149185" y="23356"/>
                  </a:lnTo>
                  <a:lnTo>
                    <a:pt x="150086" y="23825"/>
                  </a:lnTo>
                  <a:lnTo>
                    <a:pt x="150349" y="23962"/>
                  </a:lnTo>
                  <a:lnTo>
                    <a:pt x="169759" y="37283"/>
                  </a:lnTo>
                  <a:lnTo>
                    <a:pt x="169645" y="37453"/>
                  </a:lnTo>
                  <a:lnTo>
                    <a:pt x="165092" y="44207"/>
                  </a:lnTo>
                  <a:lnTo>
                    <a:pt x="164887" y="44523"/>
                  </a:lnTo>
                  <a:lnTo>
                    <a:pt x="164727" y="44767"/>
                  </a:lnTo>
                  <a:lnTo>
                    <a:pt x="161876" y="49139"/>
                  </a:lnTo>
                  <a:lnTo>
                    <a:pt x="160998" y="50486"/>
                  </a:lnTo>
                  <a:lnTo>
                    <a:pt x="160160" y="51770"/>
                  </a:lnTo>
                  <a:lnTo>
                    <a:pt x="159872" y="52212"/>
                  </a:lnTo>
                  <a:lnTo>
                    <a:pt x="158079" y="54885"/>
                  </a:lnTo>
                  <a:lnTo>
                    <a:pt x="155978" y="58018"/>
                  </a:lnTo>
                  <a:lnTo>
                    <a:pt x="155489" y="58756"/>
                  </a:lnTo>
                  <a:lnTo>
                    <a:pt x="154665" y="60001"/>
                  </a:lnTo>
                  <a:lnTo>
                    <a:pt x="154564" y="60154"/>
                  </a:lnTo>
                  <a:lnTo>
                    <a:pt x="152729" y="62926"/>
                  </a:lnTo>
                  <a:lnTo>
                    <a:pt x="152121" y="63844"/>
                  </a:lnTo>
                  <a:lnTo>
                    <a:pt x="148207" y="69631"/>
                  </a:lnTo>
                  <a:lnTo>
                    <a:pt x="147971" y="69980"/>
                  </a:lnTo>
                  <a:lnTo>
                    <a:pt x="144351" y="75321"/>
                  </a:lnTo>
                  <a:lnTo>
                    <a:pt x="140907" y="80272"/>
                  </a:lnTo>
                  <a:lnTo>
                    <a:pt x="140380" y="81030"/>
                  </a:lnTo>
                  <a:lnTo>
                    <a:pt x="140146" y="81412"/>
                  </a:lnTo>
                  <a:lnTo>
                    <a:pt x="140034" y="81568"/>
                  </a:lnTo>
                  <a:lnTo>
                    <a:pt x="139442" y="82385"/>
                  </a:lnTo>
                  <a:lnTo>
                    <a:pt x="138577" y="83580"/>
                  </a:lnTo>
                  <a:lnTo>
                    <a:pt x="138355" y="83886"/>
                  </a:lnTo>
                  <a:lnTo>
                    <a:pt x="136053" y="87066"/>
                  </a:lnTo>
                  <a:lnTo>
                    <a:pt x="134177" y="89821"/>
                  </a:lnTo>
                  <a:lnTo>
                    <a:pt x="132918" y="91669"/>
                  </a:lnTo>
                  <a:lnTo>
                    <a:pt x="132321" y="92545"/>
                  </a:lnTo>
                  <a:lnTo>
                    <a:pt x="131925" y="93126"/>
                  </a:lnTo>
                  <a:lnTo>
                    <a:pt x="128524" y="98421"/>
                  </a:lnTo>
                  <a:lnTo>
                    <a:pt x="128240" y="98863"/>
                  </a:lnTo>
                  <a:lnTo>
                    <a:pt x="127939" y="99333"/>
                  </a:lnTo>
                  <a:lnTo>
                    <a:pt x="110871" y="87510"/>
                  </a:lnTo>
                  <a:lnTo>
                    <a:pt x="108219" y="85673"/>
                  </a:lnTo>
                  <a:lnTo>
                    <a:pt x="108017" y="85533"/>
                  </a:lnTo>
                  <a:lnTo>
                    <a:pt x="105881" y="88407"/>
                  </a:lnTo>
                  <a:lnTo>
                    <a:pt x="105697" y="88654"/>
                  </a:lnTo>
                  <a:lnTo>
                    <a:pt x="103480" y="90939"/>
                  </a:lnTo>
                  <a:lnTo>
                    <a:pt x="103241" y="91177"/>
                  </a:lnTo>
                  <a:lnTo>
                    <a:pt x="102952" y="91463"/>
                  </a:lnTo>
                  <a:lnTo>
                    <a:pt x="100425" y="93968"/>
                  </a:lnTo>
                  <a:lnTo>
                    <a:pt x="98582" y="96118"/>
                  </a:lnTo>
                  <a:lnTo>
                    <a:pt x="98434" y="96291"/>
                  </a:lnTo>
                  <a:lnTo>
                    <a:pt x="97573" y="97373"/>
                  </a:lnTo>
                  <a:lnTo>
                    <a:pt x="97060" y="98017"/>
                  </a:lnTo>
                  <a:lnTo>
                    <a:pt x="96728" y="98609"/>
                  </a:lnTo>
                  <a:lnTo>
                    <a:pt x="94760" y="97153"/>
                  </a:lnTo>
                  <a:lnTo>
                    <a:pt x="92775" y="95686"/>
                  </a:lnTo>
                  <a:lnTo>
                    <a:pt x="90669" y="94160"/>
                  </a:lnTo>
                  <a:lnTo>
                    <a:pt x="88943" y="92909"/>
                  </a:lnTo>
                  <a:lnTo>
                    <a:pt x="88632" y="92684"/>
                  </a:lnTo>
                  <a:lnTo>
                    <a:pt x="88001" y="93452"/>
                  </a:lnTo>
                  <a:lnTo>
                    <a:pt x="87739" y="93600"/>
                  </a:lnTo>
                  <a:lnTo>
                    <a:pt x="85934" y="95226"/>
                  </a:lnTo>
                  <a:lnTo>
                    <a:pt x="85265" y="94560"/>
                  </a:lnTo>
                  <a:lnTo>
                    <a:pt x="82829" y="91720"/>
                  </a:lnTo>
                  <a:lnTo>
                    <a:pt x="84011" y="88559"/>
                  </a:lnTo>
                  <a:lnTo>
                    <a:pt x="81993" y="90816"/>
                  </a:lnTo>
                  <a:lnTo>
                    <a:pt x="79274" y="93857"/>
                  </a:lnTo>
                  <a:lnTo>
                    <a:pt x="77091" y="91703"/>
                  </a:lnTo>
                  <a:lnTo>
                    <a:pt x="77005" y="91944"/>
                  </a:lnTo>
                  <a:lnTo>
                    <a:pt x="76577" y="93138"/>
                  </a:lnTo>
                  <a:lnTo>
                    <a:pt x="75780" y="94944"/>
                  </a:lnTo>
                  <a:lnTo>
                    <a:pt x="75305" y="94798"/>
                  </a:lnTo>
                  <a:lnTo>
                    <a:pt x="73037" y="93215"/>
                  </a:lnTo>
                  <a:lnTo>
                    <a:pt x="69751" y="91526"/>
                  </a:lnTo>
                  <a:lnTo>
                    <a:pt x="67836" y="92862"/>
                  </a:lnTo>
                  <a:lnTo>
                    <a:pt x="66281" y="94750"/>
                  </a:lnTo>
                  <a:lnTo>
                    <a:pt x="62840" y="92687"/>
                  </a:lnTo>
                  <a:lnTo>
                    <a:pt x="58793" y="88687"/>
                  </a:lnTo>
                  <a:lnTo>
                    <a:pt x="65111" y="83188"/>
                  </a:lnTo>
                  <a:lnTo>
                    <a:pt x="63061" y="81551"/>
                  </a:lnTo>
                  <a:lnTo>
                    <a:pt x="61969" y="80680"/>
                  </a:lnTo>
                  <a:lnTo>
                    <a:pt x="58595" y="80974"/>
                  </a:lnTo>
                  <a:lnTo>
                    <a:pt x="56882" y="81644"/>
                  </a:lnTo>
                  <a:lnTo>
                    <a:pt x="55941" y="82012"/>
                  </a:lnTo>
                  <a:lnTo>
                    <a:pt x="54920" y="82411"/>
                  </a:lnTo>
                  <a:lnTo>
                    <a:pt x="53700" y="83113"/>
                  </a:lnTo>
                  <a:lnTo>
                    <a:pt x="52857" y="83597"/>
                  </a:lnTo>
                  <a:lnTo>
                    <a:pt x="52505" y="83799"/>
                  </a:lnTo>
                  <a:lnTo>
                    <a:pt x="50912" y="83766"/>
                  </a:lnTo>
                  <a:lnTo>
                    <a:pt x="50114" y="83750"/>
                  </a:lnTo>
                  <a:lnTo>
                    <a:pt x="48902" y="83725"/>
                  </a:lnTo>
                  <a:lnTo>
                    <a:pt x="47687" y="83113"/>
                  </a:lnTo>
                  <a:lnTo>
                    <a:pt x="45888" y="82206"/>
                  </a:lnTo>
                  <a:lnTo>
                    <a:pt x="43839" y="85422"/>
                  </a:lnTo>
                  <a:lnTo>
                    <a:pt x="28787" y="73704"/>
                  </a:lnTo>
                  <a:lnTo>
                    <a:pt x="20523" y="65257"/>
                  </a:lnTo>
                  <a:lnTo>
                    <a:pt x="11119" y="58266"/>
                  </a:lnTo>
                  <a:lnTo>
                    <a:pt x="5899" y="56655"/>
                  </a:lnTo>
                  <a:lnTo>
                    <a:pt x="7201" y="54649"/>
                  </a:lnTo>
                  <a:lnTo>
                    <a:pt x="6055" y="51488"/>
                  </a:lnTo>
                  <a:lnTo>
                    <a:pt x="0" y="43418"/>
                  </a:lnTo>
                  <a:lnTo>
                    <a:pt x="4452" y="38484"/>
                  </a:lnTo>
                  <a:lnTo>
                    <a:pt x="6953" y="37540"/>
                  </a:lnTo>
                  <a:lnTo>
                    <a:pt x="7877" y="37256"/>
                  </a:lnTo>
                  <a:lnTo>
                    <a:pt x="8615" y="37030"/>
                  </a:lnTo>
                  <a:lnTo>
                    <a:pt x="8499" y="36635"/>
                  </a:lnTo>
                  <a:lnTo>
                    <a:pt x="8401" y="36302"/>
                  </a:lnTo>
                  <a:lnTo>
                    <a:pt x="9038" y="36180"/>
                  </a:lnTo>
                  <a:lnTo>
                    <a:pt x="9322" y="36125"/>
                  </a:lnTo>
                  <a:lnTo>
                    <a:pt x="9706" y="34347"/>
                  </a:lnTo>
                  <a:lnTo>
                    <a:pt x="9881" y="33540"/>
                  </a:lnTo>
                  <a:lnTo>
                    <a:pt x="9857" y="33171"/>
                  </a:lnTo>
                  <a:lnTo>
                    <a:pt x="10163" y="32049"/>
                  </a:lnTo>
                  <a:lnTo>
                    <a:pt x="10087" y="29715"/>
                  </a:lnTo>
                  <a:lnTo>
                    <a:pt x="10978" y="29794"/>
                  </a:lnTo>
                  <a:lnTo>
                    <a:pt x="11754" y="29863"/>
                  </a:lnTo>
                  <a:lnTo>
                    <a:pt x="12609" y="29939"/>
                  </a:lnTo>
                  <a:lnTo>
                    <a:pt x="16086" y="30754"/>
                  </a:lnTo>
                  <a:lnTo>
                    <a:pt x="16146" y="30345"/>
                  </a:lnTo>
                  <a:lnTo>
                    <a:pt x="16427" y="28440"/>
                  </a:lnTo>
                  <a:lnTo>
                    <a:pt x="16732" y="26375"/>
                  </a:lnTo>
                  <a:lnTo>
                    <a:pt x="16740" y="25819"/>
                  </a:lnTo>
                  <a:lnTo>
                    <a:pt x="16781" y="23173"/>
                  </a:lnTo>
                  <a:lnTo>
                    <a:pt x="16788" y="22699"/>
                  </a:lnTo>
                  <a:lnTo>
                    <a:pt x="18500" y="22682"/>
                  </a:lnTo>
                  <a:lnTo>
                    <a:pt x="20629" y="22660"/>
                  </a:lnTo>
                  <a:lnTo>
                    <a:pt x="21070" y="22656"/>
                  </a:lnTo>
                  <a:lnTo>
                    <a:pt x="21134" y="21426"/>
                  </a:lnTo>
                  <a:lnTo>
                    <a:pt x="22744" y="21391"/>
                  </a:lnTo>
                  <a:lnTo>
                    <a:pt x="26549" y="21310"/>
                  </a:lnTo>
                  <a:lnTo>
                    <a:pt x="28107" y="21018"/>
                  </a:lnTo>
                  <a:lnTo>
                    <a:pt x="28069" y="20789"/>
                  </a:lnTo>
                  <a:lnTo>
                    <a:pt x="28031" y="20558"/>
                  </a:lnTo>
                  <a:lnTo>
                    <a:pt x="27513" y="17425"/>
                  </a:lnTo>
                  <a:lnTo>
                    <a:pt x="27353" y="16449"/>
                  </a:lnTo>
                  <a:lnTo>
                    <a:pt x="27329" y="15693"/>
                  </a:lnTo>
                  <a:lnTo>
                    <a:pt x="27265" y="13740"/>
                  </a:lnTo>
                  <a:lnTo>
                    <a:pt x="27229" y="12614"/>
                  </a:lnTo>
                  <a:lnTo>
                    <a:pt x="27215" y="12184"/>
                  </a:lnTo>
                  <a:lnTo>
                    <a:pt x="32536" y="11981"/>
                  </a:lnTo>
                  <a:lnTo>
                    <a:pt x="32481" y="11569"/>
                  </a:lnTo>
                  <a:lnTo>
                    <a:pt x="32223" y="9626"/>
                  </a:lnTo>
                  <a:lnTo>
                    <a:pt x="31934" y="7457"/>
                  </a:lnTo>
                  <a:lnTo>
                    <a:pt x="32156" y="7472"/>
                  </a:lnTo>
                  <a:lnTo>
                    <a:pt x="34590" y="7640"/>
                  </a:lnTo>
                  <a:lnTo>
                    <a:pt x="35822" y="7724"/>
                  </a:lnTo>
                  <a:lnTo>
                    <a:pt x="36911" y="7631"/>
                  </a:lnTo>
                  <a:lnTo>
                    <a:pt x="41909" y="7204"/>
                  </a:lnTo>
                  <a:lnTo>
                    <a:pt x="42171" y="7276"/>
                  </a:lnTo>
                  <a:lnTo>
                    <a:pt x="42707" y="7423"/>
                  </a:lnTo>
                  <a:lnTo>
                    <a:pt x="44089" y="7350"/>
                  </a:lnTo>
                  <a:lnTo>
                    <a:pt x="44283" y="7325"/>
                  </a:lnTo>
                  <a:lnTo>
                    <a:pt x="45251" y="7202"/>
                  </a:lnTo>
                  <a:lnTo>
                    <a:pt x="49182" y="6701"/>
                  </a:lnTo>
                  <a:lnTo>
                    <a:pt x="50411" y="6618"/>
                  </a:lnTo>
                  <a:lnTo>
                    <a:pt x="52997" y="6443"/>
                  </a:lnTo>
                  <a:lnTo>
                    <a:pt x="54020" y="6374"/>
                  </a:lnTo>
                  <a:lnTo>
                    <a:pt x="54238" y="6135"/>
                  </a:lnTo>
                  <a:lnTo>
                    <a:pt x="55520" y="4728"/>
                  </a:lnTo>
                  <a:lnTo>
                    <a:pt x="55917" y="4292"/>
                  </a:lnTo>
                  <a:lnTo>
                    <a:pt x="56522" y="3650"/>
                  </a:lnTo>
                  <a:lnTo>
                    <a:pt x="57554" y="4684"/>
                  </a:lnTo>
                  <a:lnTo>
                    <a:pt x="58208" y="5779"/>
                  </a:lnTo>
                  <a:lnTo>
                    <a:pt x="58338" y="5998"/>
                  </a:lnTo>
                  <a:lnTo>
                    <a:pt x="60223" y="9155"/>
                  </a:lnTo>
                  <a:lnTo>
                    <a:pt x="62960" y="8366"/>
                  </a:lnTo>
                  <a:lnTo>
                    <a:pt x="65359" y="7675"/>
                  </a:lnTo>
                  <a:lnTo>
                    <a:pt x="66130" y="7452"/>
                  </a:lnTo>
                  <a:lnTo>
                    <a:pt x="66345" y="7876"/>
                  </a:lnTo>
                  <a:lnTo>
                    <a:pt x="66741" y="8654"/>
                  </a:lnTo>
                  <a:lnTo>
                    <a:pt x="66885" y="8938"/>
                  </a:lnTo>
                  <a:lnTo>
                    <a:pt x="66970" y="9073"/>
                  </a:lnTo>
                  <a:lnTo>
                    <a:pt x="67564" y="10021"/>
                  </a:lnTo>
                  <a:lnTo>
                    <a:pt x="68258" y="11126"/>
                  </a:lnTo>
                  <a:lnTo>
                    <a:pt x="68382" y="11324"/>
                  </a:lnTo>
                  <a:lnTo>
                    <a:pt x="68893" y="12138"/>
                  </a:lnTo>
                  <a:lnTo>
                    <a:pt x="69005" y="12326"/>
                  </a:lnTo>
                  <a:lnTo>
                    <a:pt x="70872" y="15427"/>
                  </a:lnTo>
                  <a:lnTo>
                    <a:pt x="71628" y="16544"/>
                  </a:lnTo>
                  <a:lnTo>
                    <a:pt x="71934" y="16123"/>
                  </a:lnTo>
                  <a:lnTo>
                    <a:pt x="72628" y="15171"/>
                  </a:lnTo>
                  <a:lnTo>
                    <a:pt x="73158" y="14435"/>
                  </a:lnTo>
                  <a:lnTo>
                    <a:pt x="73853" y="13445"/>
                  </a:lnTo>
                  <a:lnTo>
                    <a:pt x="74326" y="12770"/>
                  </a:lnTo>
                  <a:lnTo>
                    <a:pt x="75449" y="11170"/>
                  </a:lnTo>
                  <a:lnTo>
                    <a:pt x="75856" y="10590"/>
                  </a:lnTo>
                  <a:lnTo>
                    <a:pt x="76014" y="10365"/>
                  </a:lnTo>
                  <a:lnTo>
                    <a:pt x="76450" y="9744"/>
                  </a:lnTo>
                  <a:lnTo>
                    <a:pt x="76582" y="9555"/>
                  </a:lnTo>
                  <a:lnTo>
                    <a:pt x="77052" y="8885"/>
                  </a:lnTo>
                  <a:lnTo>
                    <a:pt x="77253" y="8600"/>
                  </a:lnTo>
                  <a:lnTo>
                    <a:pt x="77561" y="8160"/>
                  </a:lnTo>
                  <a:lnTo>
                    <a:pt x="77940" y="7620"/>
                  </a:lnTo>
                  <a:lnTo>
                    <a:pt x="78599" y="6681"/>
                  </a:lnTo>
                  <a:lnTo>
                    <a:pt x="79091" y="5979"/>
                  </a:lnTo>
                  <a:lnTo>
                    <a:pt x="79214" y="5804"/>
                  </a:lnTo>
                  <a:lnTo>
                    <a:pt x="79438" y="5484"/>
                  </a:lnTo>
                  <a:lnTo>
                    <a:pt x="80294" y="4265"/>
                  </a:lnTo>
                  <a:lnTo>
                    <a:pt x="80605" y="3822"/>
                  </a:lnTo>
                  <a:lnTo>
                    <a:pt x="81292" y="2843"/>
                  </a:lnTo>
                  <a:lnTo>
                    <a:pt x="81681" y="2288"/>
                  </a:lnTo>
                  <a:lnTo>
                    <a:pt x="81880" y="2005"/>
                  </a:lnTo>
                  <a:lnTo>
                    <a:pt x="83081" y="293"/>
                  </a:lnTo>
                  <a:lnTo>
                    <a:pt x="83328" y="458"/>
                  </a:lnTo>
                  <a:lnTo>
                    <a:pt x="92013" y="6245"/>
                  </a:lnTo>
                  <a:lnTo>
                    <a:pt x="92170" y="6349"/>
                  </a:lnTo>
                  <a:lnTo>
                    <a:pt x="93191" y="7029"/>
                  </a:lnTo>
                  <a:lnTo>
                    <a:pt x="94085" y="7625"/>
                  </a:lnTo>
                  <a:lnTo>
                    <a:pt x="99239" y="0"/>
                  </a:lnTo>
                  <a:lnTo>
                    <a:pt x="99813" y="395"/>
                  </a:lnTo>
                  <a:lnTo>
                    <a:pt x="105676" y="4435"/>
                  </a:lnTo>
                  <a:lnTo>
                    <a:pt x="105835" y="4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702254" y="3718924"/>
              <a:ext cx="73181" cy="165445"/>
            </a:xfrm>
            <a:custGeom>
              <a:avLst/>
              <a:pathLst>
                <a:path w="73181" h="165445">
                  <a:moveTo>
                    <a:pt x="58129" y="20098"/>
                  </a:moveTo>
                  <a:lnTo>
                    <a:pt x="73181" y="31816"/>
                  </a:lnTo>
                  <a:lnTo>
                    <a:pt x="64186" y="29896"/>
                  </a:lnTo>
                  <a:lnTo>
                    <a:pt x="62734" y="29168"/>
                  </a:lnTo>
                  <a:lnTo>
                    <a:pt x="58373" y="26983"/>
                  </a:lnTo>
                  <a:lnTo>
                    <a:pt x="54924" y="26072"/>
                  </a:lnTo>
                  <a:lnTo>
                    <a:pt x="49098" y="24533"/>
                  </a:lnTo>
                  <a:lnTo>
                    <a:pt x="44712" y="32793"/>
                  </a:lnTo>
                  <a:lnTo>
                    <a:pt x="46290" y="36828"/>
                  </a:lnTo>
                  <a:lnTo>
                    <a:pt x="49620" y="35871"/>
                  </a:lnTo>
                  <a:lnTo>
                    <a:pt x="51761" y="35255"/>
                  </a:lnTo>
                  <a:lnTo>
                    <a:pt x="51727" y="35905"/>
                  </a:lnTo>
                  <a:lnTo>
                    <a:pt x="51591" y="38518"/>
                  </a:lnTo>
                  <a:lnTo>
                    <a:pt x="50907" y="43586"/>
                  </a:lnTo>
                  <a:lnTo>
                    <a:pt x="51975" y="43963"/>
                  </a:lnTo>
                  <a:lnTo>
                    <a:pt x="52559" y="44168"/>
                  </a:lnTo>
                  <a:lnTo>
                    <a:pt x="52087" y="46810"/>
                  </a:lnTo>
                  <a:lnTo>
                    <a:pt x="51477" y="50227"/>
                  </a:lnTo>
                  <a:lnTo>
                    <a:pt x="52228" y="50372"/>
                  </a:lnTo>
                  <a:lnTo>
                    <a:pt x="55090" y="50925"/>
                  </a:lnTo>
                  <a:lnTo>
                    <a:pt x="53931" y="53698"/>
                  </a:lnTo>
                  <a:lnTo>
                    <a:pt x="55285" y="58245"/>
                  </a:lnTo>
                  <a:lnTo>
                    <a:pt x="55383" y="59837"/>
                  </a:lnTo>
                  <a:lnTo>
                    <a:pt x="55570" y="62873"/>
                  </a:lnTo>
                  <a:lnTo>
                    <a:pt x="55675" y="64575"/>
                  </a:lnTo>
                  <a:lnTo>
                    <a:pt x="56967" y="70265"/>
                  </a:lnTo>
                  <a:lnTo>
                    <a:pt x="57129" y="70815"/>
                  </a:lnTo>
                  <a:lnTo>
                    <a:pt x="57305" y="71041"/>
                  </a:lnTo>
                  <a:lnTo>
                    <a:pt x="58683" y="72809"/>
                  </a:lnTo>
                  <a:lnTo>
                    <a:pt x="58558" y="72961"/>
                  </a:lnTo>
                  <a:lnTo>
                    <a:pt x="56498" y="75329"/>
                  </a:lnTo>
                  <a:lnTo>
                    <a:pt x="56430" y="76719"/>
                  </a:lnTo>
                  <a:lnTo>
                    <a:pt x="57190" y="80238"/>
                  </a:lnTo>
                  <a:lnTo>
                    <a:pt x="58062" y="82977"/>
                  </a:lnTo>
                  <a:lnTo>
                    <a:pt x="60161" y="85295"/>
                  </a:lnTo>
                  <a:lnTo>
                    <a:pt x="60428" y="85696"/>
                  </a:lnTo>
                  <a:lnTo>
                    <a:pt x="59880" y="86318"/>
                  </a:lnTo>
                  <a:lnTo>
                    <a:pt x="59536" y="86709"/>
                  </a:lnTo>
                  <a:lnTo>
                    <a:pt x="61398" y="88695"/>
                  </a:lnTo>
                  <a:lnTo>
                    <a:pt x="64617" y="92128"/>
                  </a:lnTo>
                  <a:lnTo>
                    <a:pt x="64141" y="92676"/>
                  </a:lnTo>
                  <a:lnTo>
                    <a:pt x="63732" y="93147"/>
                  </a:lnTo>
                  <a:lnTo>
                    <a:pt x="61245" y="96012"/>
                  </a:lnTo>
                  <a:lnTo>
                    <a:pt x="58845" y="98464"/>
                  </a:lnTo>
                  <a:lnTo>
                    <a:pt x="57445" y="99896"/>
                  </a:lnTo>
                  <a:lnTo>
                    <a:pt x="55694" y="101829"/>
                  </a:lnTo>
                  <a:lnTo>
                    <a:pt x="52096" y="105801"/>
                  </a:lnTo>
                  <a:lnTo>
                    <a:pt x="49133" y="109071"/>
                  </a:lnTo>
                  <a:lnTo>
                    <a:pt x="53564" y="113515"/>
                  </a:lnTo>
                  <a:lnTo>
                    <a:pt x="55819" y="115551"/>
                  </a:lnTo>
                  <a:lnTo>
                    <a:pt x="61963" y="121101"/>
                  </a:lnTo>
                  <a:lnTo>
                    <a:pt x="62299" y="121359"/>
                  </a:lnTo>
                  <a:lnTo>
                    <a:pt x="68611" y="126197"/>
                  </a:lnTo>
                  <a:lnTo>
                    <a:pt x="68200" y="126674"/>
                  </a:lnTo>
                  <a:lnTo>
                    <a:pt x="61777" y="134126"/>
                  </a:lnTo>
                  <a:lnTo>
                    <a:pt x="61473" y="134487"/>
                  </a:lnTo>
                  <a:lnTo>
                    <a:pt x="61026" y="135016"/>
                  </a:lnTo>
                  <a:lnTo>
                    <a:pt x="58927" y="137505"/>
                  </a:lnTo>
                  <a:lnTo>
                    <a:pt x="56967" y="140052"/>
                  </a:lnTo>
                  <a:lnTo>
                    <a:pt x="56754" y="140329"/>
                  </a:lnTo>
                  <a:lnTo>
                    <a:pt x="56364" y="140678"/>
                  </a:lnTo>
                  <a:lnTo>
                    <a:pt x="54492" y="142355"/>
                  </a:lnTo>
                  <a:lnTo>
                    <a:pt x="54161" y="142763"/>
                  </a:lnTo>
                  <a:lnTo>
                    <a:pt x="51952" y="145486"/>
                  </a:lnTo>
                  <a:lnTo>
                    <a:pt x="51624" y="145890"/>
                  </a:lnTo>
                  <a:lnTo>
                    <a:pt x="51500" y="146044"/>
                  </a:lnTo>
                  <a:lnTo>
                    <a:pt x="51272" y="146325"/>
                  </a:lnTo>
                  <a:lnTo>
                    <a:pt x="49412" y="146642"/>
                  </a:lnTo>
                  <a:lnTo>
                    <a:pt x="35985" y="147705"/>
                  </a:lnTo>
                  <a:lnTo>
                    <a:pt x="36370" y="149091"/>
                  </a:lnTo>
                  <a:lnTo>
                    <a:pt x="37053" y="151547"/>
                  </a:lnTo>
                  <a:lnTo>
                    <a:pt x="37097" y="151706"/>
                  </a:lnTo>
                  <a:lnTo>
                    <a:pt x="37165" y="151951"/>
                  </a:lnTo>
                  <a:lnTo>
                    <a:pt x="37214" y="152127"/>
                  </a:lnTo>
                  <a:lnTo>
                    <a:pt x="37425" y="152889"/>
                  </a:lnTo>
                  <a:lnTo>
                    <a:pt x="37931" y="154428"/>
                  </a:lnTo>
                  <a:lnTo>
                    <a:pt x="38043" y="154769"/>
                  </a:lnTo>
                  <a:lnTo>
                    <a:pt x="38749" y="156919"/>
                  </a:lnTo>
                  <a:lnTo>
                    <a:pt x="39068" y="157891"/>
                  </a:lnTo>
                  <a:lnTo>
                    <a:pt x="39140" y="158133"/>
                  </a:lnTo>
                  <a:lnTo>
                    <a:pt x="39590" y="159650"/>
                  </a:lnTo>
                  <a:lnTo>
                    <a:pt x="40377" y="162300"/>
                  </a:lnTo>
                  <a:lnTo>
                    <a:pt x="38504" y="162342"/>
                  </a:lnTo>
                  <a:lnTo>
                    <a:pt x="38467" y="162824"/>
                  </a:lnTo>
                  <a:lnTo>
                    <a:pt x="33138" y="163507"/>
                  </a:lnTo>
                  <a:lnTo>
                    <a:pt x="31108" y="164551"/>
                  </a:lnTo>
                  <a:lnTo>
                    <a:pt x="31329" y="165295"/>
                  </a:lnTo>
                  <a:lnTo>
                    <a:pt x="28942" y="165445"/>
                  </a:lnTo>
                  <a:lnTo>
                    <a:pt x="27572" y="165321"/>
                  </a:lnTo>
                  <a:lnTo>
                    <a:pt x="26484" y="165223"/>
                  </a:lnTo>
                  <a:lnTo>
                    <a:pt x="25889" y="165255"/>
                  </a:lnTo>
                  <a:lnTo>
                    <a:pt x="23777" y="165368"/>
                  </a:lnTo>
                  <a:lnTo>
                    <a:pt x="21046" y="164931"/>
                  </a:lnTo>
                  <a:lnTo>
                    <a:pt x="19041" y="163686"/>
                  </a:lnTo>
                  <a:lnTo>
                    <a:pt x="18888" y="163591"/>
                  </a:lnTo>
                  <a:lnTo>
                    <a:pt x="16629" y="162188"/>
                  </a:lnTo>
                  <a:lnTo>
                    <a:pt x="16724" y="161266"/>
                  </a:lnTo>
                  <a:lnTo>
                    <a:pt x="17317" y="160185"/>
                  </a:lnTo>
                  <a:lnTo>
                    <a:pt x="17602" y="159664"/>
                  </a:lnTo>
                  <a:lnTo>
                    <a:pt x="17595" y="159380"/>
                  </a:lnTo>
                  <a:lnTo>
                    <a:pt x="17579" y="158766"/>
                  </a:lnTo>
                  <a:lnTo>
                    <a:pt x="17674" y="157431"/>
                  </a:lnTo>
                  <a:lnTo>
                    <a:pt x="17637" y="156590"/>
                  </a:lnTo>
                  <a:lnTo>
                    <a:pt x="17602" y="155780"/>
                  </a:lnTo>
                  <a:lnTo>
                    <a:pt x="17579" y="154275"/>
                  </a:lnTo>
                  <a:lnTo>
                    <a:pt x="18244" y="153147"/>
                  </a:lnTo>
                  <a:lnTo>
                    <a:pt x="17412" y="149870"/>
                  </a:lnTo>
                  <a:lnTo>
                    <a:pt x="20946" y="148998"/>
                  </a:lnTo>
                  <a:lnTo>
                    <a:pt x="26378" y="143031"/>
                  </a:lnTo>
                  <a:lnTo>
                    <a:pt x="25312" y="142100"/>
                  </a:lnTo>
                  <a:lnTo>
                    <a:pt x="18099" y="135898"/>
                  </a:lnTo>
                  <a:lnTo>
                    <a:pt x="17791" y="135634"/>
                  </a:lnTo>
                  <a:lnTo>
                    <a:pt x="16283" y="134529"/>
                  </a:lnTo>
                  <a:lnTo>
                    <a:pt x="12682" y="131890"/>
                  </a:lnTo>
                  <a:lnTo>
                    <a:pt x="8080" y="128120"/>
                  </a:lnTo>
                  <a:lnTo>
                    <a:pt x="7653" y="127771"/>
                  </a:lnTo>
                  <a:lnTo>
                    <a:pt x="12868" y="121479"/>
                  </a:lnTo>
                  <a:lnTo>
                    <a:pt x="14333" y="119633"/>
                  </a:lnTo>
                  <a:lnTo>
                    <a:pt x="16288" y="117168"/>
                  </a:lnTo>
                  <a:lnTo>
                    <a:pt x="13609" y="114809"/>
                  </a:lnTo>
                  <a:lnTo>
                    <a:pt x="13220" y="114474"/>
                  </a:lnTo>
                  <a:lnTo>
                    <a:pt x="12688" y="114017"/>
                  </a:lnTo>
                  <a:lnTo>
                    <a:pt x="8105" y="110076"/>
                  </a:lnTo>
                  <a:lnTo>
                    <a:pt x="7326" y="109512"/>
                  </a:lnTo>
                  <a:lnTo>
                    <a:pt x="10866" y="104799"/>
                  </a:lnTo>
                  <a:lnTo>
                    <a:pt x="11410" y="104075"/>
                  </a:lnTo>
                  <a:lnTo>
                    <a:pt x="8162" y="101298"/>
                  </a:lnTo>
                  <a:lnTo>
                    <a:pt x="3830" y="102522"/>
                  </a:lnTo>
                  <a:lnTo>
                    <a:pt x="3481" y="102536"/>
                  </a:lnTo>
                  <a:lnTo>
                    <a:pt x="1248" y="102629"/>
                  </a:lnTo>
                  <a:lnTo>
                    <a:pt x="0" y="102536"/>
                  </a:lnTo>
                  <a:lnTo>
                    <a:pt x="186" y="101208"/>
                  </a:lnTo>
                  <a:lnTo>
                    <a:pt x="1732" y="95667"/>
                  </a:lnTo>
                  <a:lnTo>
                    <a:pt x="1112" y="95492"/>
                  </a:lnTo>
                  <a:lnTo>
                    <a:pt x="1233" y="91822"/>
                  </a:lnTo>
                  <a:lnTo>
                    <a:pt x="1248" y="90475"/>
                  </a:lnTo>
                  <a:lnTo>
                    <a:pt x="1440" y="88356"/>
                  </a:lnTo>
                  <a:lnTo>
                    <a:pt x="1390" y="84991"/>
                  </a:lnTo>
                  <a:lnTo>
                    <a:pt x="3504" y="85084"/>
                  </a:lnTo>
                  <a:lnTo>
                    <a:pt x="6762" y="84967"/>
                  </a:lnTo>
                  <a:lnTo>
                    <a:pt x="2896" y="79452"/>
                  </a:lnTo>
                  <a:lnTo>
                    <a:pt x="6040" y="78627"/>
                  </a:lnTo>
                  <a:lnTo>
                    <a:pt x="5835" y="76788"/>
                  </a:lnTo>
                  <a:lnTo>
                    <a:pt x="5717" y="75728"/>
                  </a:lnTo>
                  <a:lnTo>
                    <a:pt x="5253" y="74088"/>
                  </a:lnTo>
                  <a:lnTo>
                    <a:pt x="5052" y="73378"/>
                  </a:lnTo>
                  <a:lnTo>
                    <a:pt x="2668" y="68549"/>
                  </a:lnTo>
                  <a:lnTo>
                    <a:pt x="1741" y="63946"/>
                  </a:lnTo>
                  <a:lnTo>
                    <a:pt x="2094" y="63214"/>
                  </a:lnTo>
                  <a:lnTo>
                    <a:pt x="2332" y="62721"/>
                  </a:lnTo>
                  <a:lnTo>
                    <a:pt x="3384" y="60235"/>
                  </a:lnTo>
                  <a:lnTo>
                    <a:pt x="3417" y="59463"/>
                  </a:lnTo>
                  <a:lnTo>
                    <a:pt x="3539" y="56640"/>
                  </a:lnTo>
                  <a:lnTo>
                    <a:pt x="3156" y="54734"/>
                  </a:lnTo>
                  <a:lnTo>
                    <a:pt x="9993" y="54030"/>
                  </a:lnTo>
                  <a:lnTo>
                    <a:pt x="10174" y="53603"/>
                  </a:lnTo>
                  <a:lnTo>
                    <a:pt x="10554" y="53641"/>
                  </a:lnTo>
                  <a:lnTo>
                    <a:pt x="14722" y="54209"/>
                  </a:lnTo>
                  <a:lnTo>
                    <a:pt x="14838" y="54414"/>
                  </a:lnTo>
                  <a:lnTo>
                    <a:pt x="17484" y="59063"/>
                  </a:lnTo>
                  <a:lnTo>
                    <a:pt x="20003" y="63841"/>
                  </a:lnTo>
                  <a:lnTo>
                    <a:pt x="21206" y="64293"/>
                  </a:lnTo>
                  <a:lnTo>
                    <a:pt x="21852" y="60623"/>
                  </a:lnTo>
                  <a:lnTo>
                    <a:pt x="21852" y="58428"/>
                  </a:lnTo>
                  <a:lnTo>
                    <a:pt x="21985" y="56933"/>
                  </a:lnTo>
                  <a:lnTo>
                    <a:pt x="22038" y="56775"/>
                  </a:lnTo>
                  <a:lnTo>
                    <a:pt x="22158" y="56418"/>
                  </a:lnTo>
                  <a:lnTo>
                    <a:pt x="22295" y="56010"/>
                  </a:lnTo>
                  <a:lnTo>
                    <a:pt x="22897" y="54222"/>
                  </a:lnTo>
                  <a:lnTo>
                    <a:pt x="23227" y="53241"/>
                  </a:lnTo>
                  <a:lnTo>
                    <a:pt x="23148" y="52127"/>
                  </a:lnTo>
                  <a:lnTo>
                    <a:pt x="22652" y="51329"/>
                  </a:lnTo>
                  <a:lnTo>
                    <a:pt x="22273" y="51036"/>
                  </a:lnTo>
                  <a:lnTo>
                    <a:pt x="21916" y="49159"/>
                  </a:lnTo>
                  <a:lnTo>
                    <a:pt x="21748" y="47859"/>
                  </a:lnTo>
                  <a:lnTo>
                    <a:pt x="21298" y="46052"/>
                  </a:lnTo>
                  <a:lnTo>
                    <a:pt x="21228" y="44458"/>
                  </a:lnTo>
                  <a:lnTo>
                    <a:pt x="21193" y="43684"/>
                  </a:lnTo>
                  <a:lnTo>
                    <a:pt x="21041" y="41470"/>
                  </a:lnTo>
                  <a:lnTo>
                    <a:pt x="21278" y="40223"/>
                  </a:lnTo>
                  <a:lnTo>
                    <a:pt x="21362" y="39780"/>
                  </a:lnTo>
                  <a:lnTo>
                    <a:pt x="21601" y="38520"/>
                  </a:lnTo>
                  <a:lnTo>
                    <a:pt x="25552" y="37863"/>
                  </a:lnTo>
                  <a:lnTo>
                    <a:pt x="23442" y="35040"/>
                  </a:lnTo>
                  <a:lnTo>
                    <a:pt x="23328" y="34887"/>
                  </a:lnTo>
                  <a:lnTo>
                    <a:pt x="22621" y="33941"/>
                  </a:lnTo>
                  <a:lnTo>
                    <a:pt x="24234" y="31476"/>
                  </a:lnTo>
                  <a:lnTo>
                    <a:pt x="26158" y="28535"/>
                  </a:lnTo>
                  <a:lnTo>
                    <a:pt x="28816" y="24473"/>
                  </a:lnTo>
                  <a:lnTo>
                    <a:pt x="28246" y="23647"/>
                  </a:lnTo>
                  <a:lnTo>
                    <a:pt x="23339" y="16121"/>
                  </a:lnTo>
                  <a:lnTo>
                    <a:pt x="23370" y="15872"/>
                  </a:lnTo>
                  <a:lnTo>
                    <a:pt x="27047" y="12754"/>
                  </a:lnTo>
                  <a:lnTo>
                    <a:pt x="23598" y="6900"/>
                  </a:lnTo>
                  <a:lnTo>
                    <a:pt x="25358" y="0"/>
                  </a:lnTo>
                  <a:lnTo>
                    <a:pt x="35241" y="3049"/>
                  </a:lnTo>
                  <a:lnTo>
                    <a:pt x="40461" y="4660"/>
                  </a:lnTo>
                  <a:lnTo>
                    <a:pt x="49865" y="11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562267" y="3910782"/>
              <a:ext cx="131754" cy="94172"/>
            </a:xfrm>
            <a:custGeom>
              <a:avLst/>
              <a:pathLst>
                <a:path w="131754" h="94172">
                  <a:moveTo>
                    <a:pt x="79902" y="27132"/>
                  </a:moveTo>
                  <a:lnTo>
                    <a:pt x="80137" y="27289"/>
                  </a:lnTo>
                  <a:lnTo>
                    <a:pt x="81905" y="27060"/>
                  </a:lnTo>
                  <a:lnTo>
                    <a:pt x="85485" y="26596"/>
                  </a:lnTo>
                  <a:lnTo>
                    <a:pt x="96127" y="25217"/>
                  </a:lnTo>
                  <a:lnTo>
                    <a:pt x="96684" y="25145"/>
                  </a:lnTo>
                  <a:lnTo>
                    <a:pt x="97311" y="25064"/>
                  </a:lnTo>
                  <a:lnTo>
                    <a:pt x="97858" y="24993"/>
                  </a:lnTo>
                  <a:lnTo>
                    <a:pt x="98595" y="24897"/>
                  </a:lnTo>
                  <a:lnTo>
                    <a:pt x="103420" y="24272"/>
                  </a:lnTo>
                  <a:lnTo>
                    <a:pt x="105035" y="24071"/>
                  </a:lnTo>
                  <a:lnTo>
                    <a:pt x="107245" y="23795"/>
                  </a:lnTo>
                  <a:lnTo>
                    <a:pt x="116497" y="22641"/>
                  </a:lnTo>
                  <a:lnTo>
                    <a:pt x="123953" y="21711"/>
                  </a:lnTo>
                  <a:lnTo>
                    <a:pt x="124197" y="21684"/>
                  </a:lnTo>
                  <a:lnTo>
                    <a:pt x="124954" y="21602"/>
                  </a:lnTo>
                  <a:lnTo>
                    <a:pt x="126417" y="21444"/>
                  </a:lnTo>
                  <a:lnTo>
                    <a:pt x="126705" y="21413"/>
                  </a:lnTo>
                  <a:lnTo>
                    <a:pt x="129284" y="23071"/>
                  </a:lnTo>
                  <a:lnTo>
                    <a:pt x="130092" y="24139"/>
                  </a:lnTo>
                  <a:lnTo>
                    <a:pt x="130662" y="25062"/>
                  </a:lnTo>
                  <a:lnTo>
                    <a:pt x="131137" y="25984"/>
                  </a:lnTo>
                  <a:lnTo>
                    <a:pt x="131517" y="27198"/>
                  </a:lnTo>
                  <a:lnTo>
                    <a:pt x="131707" y="28072"/>
                  </a:lnTo>
                  <a:lnTo>
                    <a:pt x="131754" y="28800"/>
                  </a:lnTo>
                  <a:lnTo>
                    <a:pt x="131754" y="29078"/>
                  </a:lnTo>
                  <a:lnTo>
                    <a:pt x="130708" y="31581"/>
                  </a:lnTo>
                  <a:lnTo>
                    <a:pt x="129855" y="33622"/>
                  </a:lnTo>
                  <a:lnTo>
                    <a:pt x="128966" y="35656"/>
                  </a:lnTo>
                  <a:lnTo>
                    <a:pt x="127456" y="39111"/>
                  </a:lnTo>
                  <a:lnTo>
                    <a:pt x="126910" y="40362"/>
                  </a:lnTo>
                  <a:lnTo>
                    <a:pt x="124167" y="46638"/>
                  </a:lnTo>
                  <a:lnTo>
                    <a:pt x="123643" y="47837"/>
                  </a:lnTo>
                  <a:lnTo>
                    <a:pt x="123580" y="47983"/>
                  </a:lnTo>
                  <a:lnTo>
                    <a:pt x="123140" y="48997"/>
                  </a:lnTo>
                  <a:lnTo>
                    <a:pt x="122272" y="50996"/>
                  </a:lnTo>
                  <a:lnTo>
                    <a:pt x="121557" y="52643"/>
                  </a:lnTo>
                  <a:lnTo>
                    <a:pt x="120218" y="55728"/>
                  </a:lnTo>
                  <a:lnTo>
                    <a:pt x="114926" y="67917"/>
                  </a:lnTo>
                  <a:lnTo>
                    <a:pt x="109962" y="79352"/>
                  </a:lnTo>
                  <a:lnTo>
                    <a:pt x="109238" y="81020"/>
                  </a:lnTo>
                  <a:lnTo>
                    <a:pt x="108564" y="82572"/>
                  </a:lnTo>
                  <a:lnTo>
                    <a:pt x="107214" y="85680"/>
                  </a:lnTo>
                  <a:lnTo>
                    <a:pt x="105056" y="90652"/>
                  </a:lnTo>
                  <a:lnTo>
                    <a:pt x="104547" y="91748"/>
                  </a:lnTo>
                  <a:lnTo>
                    <a:pt x="104460" y="91934"/>
                  </a:lnTo>
                  <a:lnTo>
                    <a:pt x="103953" y="91602"/>
                  </a:lnTo>
                  <a:lnTo>
                    <a:pt x="99584" y="88746"/>
                  </a:lnTo>
                  <a:lnTo>
                    <a:pt x="90878" y="83056"/>
                  </a:lnTo>
                  <a:lnTo>
                    <a:pt x="90088" y="82537"/>
                  </a:lnTo>
                  <a:lnTo>
                    <a:pt x="89492" y="82147"/>
                  </a:lnTo>
                  <a:lnTo>
                    <a:pt x="89360" y="82061"/>
                  </a:lnTo>
                  <a:lnTo>
                    <a:pt x="89103" y="81888"/>
                  </a:lnTo>
                  <a:lnTo>
                    <a:pt x="87878" y="81061"/>
                  </a:lnTo>
                  <a:lnTo>
                    <a:pt x="87392" y="80733"/>
                  </a:lnTo>
                  <a:lnTo>
                    <a:pt x="76491" y="73379"/>
                  </a:lnTo>
                  <a:lnTo>
                    <a:pt x="76330" y="73627"/>
                  </a:lnTo>
                  <a:lnTo>
                    <a:pt x="73607" y="77824"/>
                  </a:lnTo>
                  <a:lnTo>
                    <a:pt x="72621" y="79345"/>
                  </a:lnTo>
                  <a:lnTo>
                    <a:pt x="68940" y="85018"/>
                  </a:lnTo>
                  <a:lnTo>
                    <a:pt x="68190" y="86110"/>
                  </a:lnTo>
                  <a:lnTo>
                    <a:pt x="67593" y="86978"/>
                  </a:lnTo>
                  <a:lnTo>
                    <a:pt x="62747" y="94031"/>
                  </a:lnTo>
                  <a:lnTo>
                    <a:pt x="62650" y="94172"/>
                  </a:lnTo>
                  <a:lnTo>
                    <a:pt x="61876" y="93681"/>
                  </a:lnTo>
                  <a:lnTo>
                    <a:pt x="49143" y="85613"/>
                  </a:lnTo>
                  <a:lnTo>
                    <a:pt x="49006" y="85526"/>
                  </a:lnTo>
                  <a:lnTo>
                    <a:pt x="44151" y="82450"/>
                  </a:lnTo>
                  <a:lnTo>
                    <a:pt x="43683" y="82153"/>
                  </a:lnTo>
                  <a:lnTo>
                    <a:pt x="43515" y="82047"/>
                  </a:lnTo>
                  <a:lnTo>
                    <a:pt x="41449" y="80738"/>
                  </a:lnTo>
                  <a:lnTo>
                    <a:pt x="34665" y="76438"/>
                  </a:lnTo>
                  <a:lnTo>
                    <a:pt x="29574" y="73212"/>
                  </a:lnTo>
                  <a:lnTo>
                    <a:pt x="29023" y="72863"/>
                  </a:lnTo>
                  <a:lnTo>
                    <a:pt x="24130" y="69763"/>
                  </a:lnTo>
                  <a:lnTo>
                    <a:pt x="23280" y="69224"/>
                  </a:lnTo>
                  <a:lnTo>
                    <a:pt x="22767" y="68899"/>
                  </a:lnTo>
                  <a:lnTo>
                    <a:pt x="17714" y="65697"/>
                  </a:lnTo>
                  <a:lnTo>
                    <a:pt x="17560" y="65600"/>
                  </a:lnTo>
                  <a:lnTo>
                    <a:pt x="12908" y="62678"/>
                  </a:lnTo>
                  <a:lnTo>
                    <a:pt x="11940" y="62070"/>
                  </a:lnTo>
                  <a:lnTo>
                    <a:pt x="6548" y="58683"/>
                  </a:lnTo>
                  <a:lnTo>
                    <a:pt x="1579" y="55562"/>
                  </a:lnTo>
                  <a:lnTo>
                    <a:pt x="394" y="54818"/>
                  </a:lnTo>
                  <a:lnTo>
                    <a:pt x="234" y="54717"/>
                  </a:lnTo>
                  <a:lnTo>
                    <a:pt x="0" y="54570"/>
                  </a:lnTo>
                  <a:lnTo>
                    <a:pt x="455" y="54271"/>
                  </a:lnTo>
                  <a:lnTo>
                    <a:pt x="2540" y="52903"/>
                  </a:lnTo>
                  <a:lnTo>
                    <a:pt x="3181" y="52482"/>
                  </a:lnTo>
                  <a:lnTo>
                    <a:pt x="3585" y="52218"/>
                  </a:lnTo>
                  <a:lnTo>
                    <a:pt x="5018" y="51313"/>
                  </a:lnTo>
                  <a:lnTo>
                    <a:pt x="6415" y="50431"/>
                  </a:lnTo>
                  <a:lnTo>
                    <a:pt x="8866" y="49130"/>
                  </a:lnTo>
                  <a:lnTo>
                    <a:pt x="10249" y="48414"/>
                  </a:lnTo>
                  <a:lnTo>
                    <a:pt x="14248" y="46344"/>
                  </a:lnTo>
                  <a:lnTo>
                    <a:pt x="14261" y="46008"/>
                  </a:lnTo>
                  <a:lnTo>
                    <a:pt x="14279" y="45559"/>
                  </a:lnTo>
                  <a:lnTo>
                    <a:pt x="14288" y="45332"/>
                  </a:lnTo>
                  <a:lnTo>
                    <a:pt x="14630" y="36611"/>
                  </a:lnTo>
                  <a:lnTo>
                    <a:pt x="14851" y="30950"/>
                  </a:lnTo>
                  <a:lnTo>
                    <a:pt x="14926" y="30225"/>
                  </a:lnTo>
                  <a:lnTo>
                    <a:pt x="15041" y="29105"/>
                  </a:lnTo>
                  <a:lnTo>
                    <a:pt x="17679" y="24727"/>
                  </a:lnTo>
                  <a:lnTo>
                    <a:pt x="19415" y="21955"/>
                  </a:lnTo>
                  <a:lnTo>
                    <a:pt x="21164" y="19163"/>
                  </a:lnTo>
                  <a:lnTo>
                    <a:pt x="22189" y="17526"/>
                  </a:lnTo>
                  <a:lnTo>
                    <a:pt x="24828" y="13341"/>
                  </a:lnTo>
                  <a:lnTo>
                    <a:pt x="26535" y="10633"/>
                  </a:lnTo>
                  <a:lnTo>
                    <a:pt x="28202" y="7827"/>
                  </a:lnTo>
                  <a:lnTo>
                    <a:pt x="28576" y="7198"/>
                  </a:lnTo>
                  <a:lnTo>
                    <a:pt x="31712" y="1923"/>
                  </a:lnTo>
                  <a:lnTo>
                    <a:pt x="32795" y="101"/>
                  </a:lnTo>
                  <a:lnTo>
                    <a:pt x="32929" y="0"/>
                  </a:lnTo>
                  <a:lnTo>
                    <a:pt x="35200" y="1538"/>
                  </a:lnTo>
                  <a:lnTo>
                    <a:pt x="39117" y="4088"/>
                  </a:lnTo>
                  <a:lnTo>
                    <a:pt x="41502" y="5641"/>
                  </a:lnTo>
                  <a:lnTo>
                    <a:pt x="46932" y="9176"/>
                  </a:lnTo>
                  <a:lnTo>
                    <a:pt x="49983" y="10941"/>
                  </a:lnTo>
                  <a:lnTo>
                    <a:pt x="52928" y="12645"/>
                  </a:lnTo>
                  <a:lnTo>
                    <a:pt x="60748" y="17170"/>
                  </a:lnTo>
                  <a:lnTo>
                    <a:pt x="61323" y="17503"/>
                  </a:lnTo>
                  <a:lnTo>
                    <a:pt x="67096" y="20843"/>
                  </a:lnTo>
                  <a:lnTo>
                    <a:pt x="72964" y="23708"/>
                  </a:lnTo>
                  <a:lnTo>
                    <a:pt x="74816" y="24612"/>
                  </a:lnTo>
                  <a:lnTo>
                    <a:pt x="77916" y="26077"/>
                  </a:lnTo>
                  <a:lnTo>
                    <a:pt x="78901" y="26542"/>
                  </a:lnTo>
                  <a:lnTo>
                    <a:pt x="79076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685910" y="3859253"/>
              <a:ext cx="137712" cy="116843"/>
            </a:xfrm>
            <a:custGeom>
              <a:avLst/>
              <a:pathLst>
                <a:path w="137712" h="116843">
                  <a:moveTo>
                    <a:pt x="97107" y="20624"/>
                  </a:moveTo>
                  <a:lnTo>
                    <a:pt x="99111" y="22347"/>
                  </a:lnTo>
                  <a:lnTo>
                    <a:pt x="103106" y="25686"/>
                  </a:lnTo>
                  <a:lnTo>
                    <a:pt x="103593" y="25123"/>
                  </a:lnTo>
                  <a:lnTo>
                    <a:pt x="105128" y="23345"/>
                  </a:lnTo>
                  <a:lnTo>
                    <a:pt x="106564" y="21682"/>
                  </a:lnTo>
                  <a:lnTo>
                    <a:pt x="109514" y="24196"/>
                  </a:lnTo>
                  <a:lnTo>
                    <a:pt x="111838" y="26176"/>
                  </a:lnTo>
                  <a:lnTo>
                    <a:pt x="112322" y="26589"/>
                  </a:lnTo>
                  <a:lnTo>
                    <a:pt x="115982" y="29708"/>
                  </a:lnTo>
                  <a:lnTo>
                    <a:pt x="118183" y="31584"/>
                  </a:lnTo>
                  <a:lnTo>
                    <a:pt x="121006" y="33990"/>
                  </a:lnTo>
                  <a:lnTo>
                    <a:pt x="121387" y="34315"/>
                  </a:lnTo>
                  <a:lnTo>
                    <a:pt x="123152" y="35820"/>
                  </a:lnTo>
                  <a:lnTo>
                    <a:pt x="124178" y="36694"/>
                  </a:lnTo>
                  <a:lnTo>
                    <a:pt x="124677" y="37120"/>
                  </a:lnTo>
                  <a:lnTo>
                    <a:pt x="128383" y="40278"/>
                  </a:lnTo>
                  <a:lnTo>
                    <a:pt x="130436" y="42028"/>
                  </a:lnTo>
                  <a:lnTo>
                    <a:pt x="130840" y="42372"/>
                  </a:lnTo>
                  <a:lnTo>
                    <a:pt x="135466" y="46314"/>
                  </a:lnTo>
                  <a:lnTo>
                    <a:pt x="137314" y="47890"/>
                  </a:lnTo>
                  <a:lnTo>
                    <a:pt x="137712" y="48229"/>
                  </a:lnTo>
                  <a:lnTo>
                    <a:pt x="136749" y="49074"/>
                  </a:lnTo>
                  <a:lnTo>
                    <a:pt x="134942" y="50510"/>
                  </a:lnTo>
                  <a:lnTo>
                    <a:pt x="132876" y="51940"/>
                  </a:lnTo>
                  <a:lnTo>
                    <a:pt x="131109" y="53024"/>
                  </a:lnTo>
                  <a:lnTo>
                    <a:pt x="129675" y="53843"/>
                  </a:lnTo>
                  <a:lnTo>
                    <a:pt x="128595" y="54113"/>
                  </a:lnTo>
                  <a:lnTo>
                    <a:pt x="127101" y="54377"/>
                  </a:lnTo>
                  <a:lnTo>
                    <a:pt x="126690" y="54449"/>
                  </a:lnTo>
                  <a:lnTo>
                    <a:pt x="126166" y="54541"/>
                  </a:lnTo>
                  <a:lnTo>
                    <a:pt x="119470" y="55722"/>
                  </a:lnTo>
                  <a:lnTo>
                    <a:pt x="116101" y="56316"/>
                  </a:lnTo>
                  <a:lnTo>
                    <a:pt x="114930" y="56467"/>
                  </a:lnTo>
                  <a:lnTo>
                    <a:pt x="104898" y="57757"/>
                  </a:lnTo>
                  <a:lnTo>
                    <a:pt x="101620" y="58179"/>
                  </a:lnTo>
                  <a:lnTo>
                    <a:pt x="100593" y="58301"/>
                  </a:lnTo>
                  <a:lnTo>
                    <a:pt x="100698" y="59083"/>
                  </a:lnTo>
                  <a:lnTo>
                    <a:pt x="100830" y="60060"/>
                  </a:lnTo>
                  <a:lnTo>
                    <a:pt x="100867" y="60335"/>
                  </a:lnTo>
                  <a:lnTo>
                    <a:pt x="101062" y="61787"/>
                  </a:lnTo>
                  <a:lnTo>
                    <a:pt x="102390" y="71645"/>
                  </a:lnTo>
                  <a:lnTo>
                    <a:pt x="102768" y="74448"/>
                  </a:lnTo>
                  <a:lnTo>
                    <a:pt x="103511" y="79966"/>
                  </a:lnTo>
                  <a:lnTo>
                    <a:pt x="103552" y="80273"/>
                  </a:lnTo>
                  <a:lnTo>
                    <a:pt x="103655" y="81033"/>
                  </a:lnTo>
                  <a:lnTo>
                    <a:pt x="105032" y="91257"/>
                  </a:lnTo>
                  <a:lnTo>
                    <a:pt x="105106" y="91806"/>
                  </a:lnTo>
                  <a:lnTo>
                    <a:pt x="106338" y="100955"/>
                  </a:lnTo>
                  <a:lnTo>
                    <a:pt x="106396" y="101383"/>
                  </a:lnTo>
                  <a:lnTo>
                    <a:pt x="107374" y="108646"/>
                  </a:lnTo>
                  <a:lnTo>
                    <a:pt x="107500" y="109585"/>
                  </a:lnTo>
                  <a:lnTo>
                    <a:pt x="106119" y="109822"/>
                  </a:lnTo>
                  <a:lnTo>
                    <a:pt x="104267" y="110101"/>
                  </a:lnTo>
                  <a:lnTo>
                    <a:pt x="103088" y="110278"/>
                  </a:lnTo>
                  <a:lnTo>
                    <a:pt x="100382" y="110637"/>
                  </a:lnTo>
                  <a:lnTo>
                    <a:pt x="96463" y="111157"/>
                  </a:lnTo>
                  <a:lnTo>
                    <a:pt x="93307" y="111576"/>
                  </a:lnTo>
                  <a:lnTo>
                    <a:pt x="90109" y="112000"/>
                  </a:lnTo>
                  <a:lnTo>
                    <a:pt x="89935" y="112022"/>
                  </a:lnTo>
                  <a:lnTo>
                    <a:pt x="86011" y="112528"/>
                  </a:lnTo>
                  <a:lnTo>
                    <a:pt x="83174" y="112894"/>
                  </a:lnTo>
                  <a:lnTo>
                    <a:pt x="82791" y="112943"/>
                  </a:lnTo>
                  <a:lnTo>
                    <a:pt x="81260" y="113141"/>
                  </a:lnTo>
                  <a:lnTo>
                    <a:pt x="79656" y="113347"/>
                  </a:lnTo>
                  <a:lnTo>
                    <a:pt x="73091" y="114194"/>
                  </a:lnTo>
                  <a:lnTo>
                    <a:pt x="67309" y="114939"/>
                  </a:lnTo>
                  <a:lnTo>
                    <a:pt x="66820" y="115002"/>
                  </a:lnTo>
                  <a:lnTo>
                    <a:pt x="66523" y="115039"/>
                  </a:lnTo>
                  <a:lnTo>
                    <a:pt x="66374" y="115057"/>
                  </a:lnTo>
                  <a:lnTo>
                    <a:pt x="59305" y="115931"/>
                  </a:lnTo>
                  <a:lnTo>
                    <a:pt x="59107" y="115955"/>
                  </a:lnTo>
                  <a:lnTo>
                    <a:pt x="58949" y="115975"/>
                  </a:lnTo>
                  <a:lnTo>
                    <a:pt x="52398" y="116625"/>
                  </a:lnTo>
                  <a:lnTo>
                    <a:pt x="51785" y="116648"/>
                  </a:lnTo>
                  <a:lnTo>
                    <a:pt x="46394" y="116843"/>
                  </a:lnTo>
                  <a:lnTo>
                    <a:pt x="46035" y="116808"/>
                  </a:lnTo>
                  <a:lnTo>
                    <a:pt x="45288" y="116736"/>
                  </a:lnTo>
                  <a:lnTo>
                    <a:pt x="41080" y="116329"/>
                  </a:lnTo>
                  <a:lnTo>
                    <a:pt x="40280" y="116252"/>
                  </a:lnTo>
                  <a:lnTo>
                    <a:pt x="40115" y="116210"/>
                  </a:lnTo>
                  <a:lnTo>
                    <a:pt x="39411" y="116031"/>
                  </a:lnTo>
                  <a:lnTo>
                    <a:pt x="38428" y="115781"/>
                  </a:lnTo>
                  <a:lnTo>
                    <a:pt x="37613" y="115574"/>
                  </a:lnTo>
                  <a:lnTo>
                    <a:pt x="33442" y="114323"/>
                  </a:lnTo>
                  <a:lnTo>
                    <a:pt x="33102" y="114221"/>
                  </a:lnTo>
                  <a:lnTo>
                    <a:pt x="31404" y="113463"/>
                  </a:lnTo>
                  <a:lnTo>
                    <a:pt x="30236" y="112941"/>
                  </a:lnTo>
                  <a:lnTo>
                    <a:pt x="27418" y="111683"/>
                  </a:lnTo>
                  <a:lnTo>
                    <a:pt x="24285" y="110284"/>
                  </a:lnTo>
                  <a:lnTo>
                    <a:pt x="23915" y="110118"/>
                  </a:lnTo>
                  <a:lnTo>
                    <a:pt x="21290" y="108946"/>
                  </a:lnTo>
                  <a:lnTo>
                    <a:pt x="15350" y="106294"/>
                  </a:lnTo>
                  <a:lnTo>
                    <a:pt x="14235" y="105796"/>
                  </a:lnTo>
                  <a:lnTo>
                    <a:pt x="12162" y="104870"/>
                  </a:lnTo>
                  <a:lnTo>
                    <a:pt x="9482" y="103673"/>
                  </a:lnTo>
                  <a:lnTo>
                    <a:pt x="9284" y="103585"/>
                  </a:lnTo>
                  <a:lnTo>
                    <a:pt x="2605" y="100550"/>
                  </a:lnTo>
                  <a:lnTo>
                    <a:pt x="1363" y="99985"/>
                  </a:lnTo>
                  <a:lnTo>
                    <a:pt x="0" y="99366"/>
                  </a:lnTo>
                  <a:lnTo>
                    <a:pt x="574" y="98052"/>
                  </a:lnTo>
                  <a:lnTo>
                    <a:pt x="3266" y="91890"/>
                  </a:lnTo>
                  <a:lnTo>
                    <a:pt x="3812" y="90640"/>
                  </a:lnTo>
                  <a:lnTo>
                    <a:pt x="5322" y="87185"/>
                  </a:lnTo>
                  <a:lnTo>
                    <a:pt x="6214" y="85144"/>
                  </a:lnTo>
                  <a:lnTo>
                    <a:pt x="7064" y="83110"/>
                  </a:lnTo>
                  <a:lnTo>
                    <a:pt x="8110" y="80606"/>
                  </a:lnTo>
                  <a:lnTo>
                    <a:pt x="8110" y="80328"/>
                  </a:lnTo>
                  <a:lnTo>
                    <a:pt x="8063" y="79600"/>
                  </a:lnTo>
                  <a:lnTo>
                    <a:pt x="7873" y="78726"/>
                  </a:lnTo>
                  <a:lnTo>
                    <a:pt x="7493" y="77513"/>
                  </a:lnTo>
                  <a:lnTo>
                    <a:pt x="7018" y="76590"/>
                  </a:lnTo>
                  <a:lnTo>
                    <a:pt x="6448" y="75668"/>
                  </a:lnTo>
                  <a:lnTo>
                    <a:pt x="5641" y="74600"/>
                  </a:lnTo>
                  <a:lnTo>
                    <a:pt x="3061" y="72941"/>
                  </a:lnTo>
                  <a:lnTo>
                    <a:pt x="5189" y="72711"/>
                  </a:lnTo>
                  <a:lnTo>
                    <a:pt x="5680" y="72658"/>
                  </a:lnTo>
                  <a:lnTo>
                    <a:pt x="11805" y="71995"/>
                  </a:lnTo>
                  <a:lnTo>
                    <a:pt x="12741" y="71894"/>
                  </a:lnTo>
                  <a:lnTo>
                    <a:pt x="13424" y="71820"/>
                  </a:lnTo>
                  <a:lnTo>
                    <a:pt x="14807" y="71600"/>
                  </a:lnTo>
                  <a:lnTo>
                    <a:pt x="15758" y="71449"/>
                  </a:lnTo>
                  <a:lnTo>
                    <a:pt x="19071" y="70924"/>
                  </a:lnTo>
                  <a:lnTo>
                    <a:pt x="19434" y="70866"/>
                  </a:lnTo>
                  <a:lnTo>
                    <a:pt x="21501" y="70538"/>
                  </a:lnTo>
                  <a:lnTo>
                    <a:pt x="24253" y="70101"/>
                  </a:lnTo>
                  <a:lnTo>
                    <a:pt x="25795" y="69905"/>
                  </a:lnTo>
                  <a:lnTo>
                    <a:pt x="27889" y="69596"/>
                  </a:lnTo>
                  <a:lnTo>
                    <a:pt x="32865" y="68903"/>
                  </a:lnTo>
                  <a:lnTo>
                    <a:pt x="34733" y="68643"/>
                  </a:lnTo>
                  <a:lnTo>
                    <a:pt x="38701" y="68091"/>
                  </a:lnTo>
                  <a:lnTo>
                    <a:pt x="38911" y="68063"/>
                  </a:lnTo>
                  <a:lnTo>
                    <a:pt x="40039" y="67912"/>
                  </a:lnTo>
                  <a:lnTo>
                    <a:pt x="41126" y="67766"/>
                  </a:lnTo>
                  <a:lnTo>
                    <a:pt x="46872" y="66996"/>
                  </a:lnTo>
                  <a:lnTo>
                    <a:pt x="47722" y="66882"/>
                  </a:lnTo>
                  <a:lnTo>
                    <a:pt x="53331" y="66130"/>
                  </a:lnTo>
                  <a:lnTo>
                    <a:pt x="59751" y="65270"/>
                  </a:lnTo>
                  <a:lnTo>
                    <a:pt x="59923" y="65247"/>
                  </a:lnTo>
                  <a:lnTo>
                    <a:pt x="61642" y="64995"/>
                  </a:lnTo>
                  <a:lnTo>
                    <a:pt x="61921" y="64954"/>
                  </a:lnTo>
                  <a:lnTo>
                    <a:pt x="66845" y="64232"/>
                  </a:lnTo>
                  <a:lnTo>
                    <a:pt x="68489" y="63991"/>
                  </a:lnTo>
                  <a:lnTo>
                    <a:pt x="71032" y="63618"/>
                  </a:lnTo>
                  <a:lnTo>
                    <a:pt x="73932" y="63193"/>
                  </a:lnTo>
                  <a:lnTo>
                    <a:pt x="74820" y="63063"/>
                  </a:lnTo>
                  <a:lnTo>
                    <a:pt x="75291" y="62994"/>
                  </a:lnTo>
                  <a:lnTo>
                    <a:pt x="75183" y="62564"/>
                  </a:lnTo>
                  <a:lnTo>
                    <a:pt x="74981" y="61761"/>
                  </a:lnTo>
                  <a:lnTo>
                    <a:pt x="73616" y="53996"/>
                  </a:lnTo>
                  <a:lnTo>
                    <a:pt x="73820" y="52794"/>
                  </a:lnTo>
                  <a:lnTo>
                    <a:pt x="73155" y="50161"/>
                  </a:lnTo>
                  <a:lnTo>
                    <a:pt x="73060" y="49862"/>
                  </a:lnTo>
                  <a:lnTo>
                    <a:pt x="72894" y="49340"/>
                  </a:lnTo>
                  <a:lnTo>
                    <a:pt x="72633" y="48522"/>
                  </a:lnTo>
                  <a:lnTo>
                    <a:pt x="72539" y="47567"/>
                  </a:lnTo>
                  <a:lnTo>
                    <a:pt x="72556" y="46922"/>
                  </a:lnTo>
                  <a:lnTo>
                    <a:pt x="72565" y="46608"/>
                  </a:lnTo>
                  <a:lnTo>
                    <a:pt x="72603" y="46357"/>
                  </a:lnTo>
                  <a:lnTo>
                    <a:pt x="72710" y="45660"/>
                  </a:lnTo>
                  <a:lnTo>
                    <a:pt x="72985" y="44710"/>
                  </a:lnTo>
                  <a:lnTo>
                    <a:pt x="73221" y="44151"/>
                  </a:lnTo>
                  <a:lnTo>
                    <a:pt x="73315" y="43928"/>
                  </a:lnTo>
                  <a:lnTo>
                    <a:pt x="73747" y="43165"/>
                  </a:lnTo>
                  <a:lnTo>
                    <a:pt x="74197" y="42546"/>
                  </a:lnTo>
                  <a:lnTo>
                    <a:pt x="74662" y="41991"/>
                  </a:lnTo>
                  <a:lnTo>
                    <a:pt x="75163" y="41248"/>
                  </a:lnTo>
                  <a:lnTo>
                    <a:pt x="76698" y="38973"/>
                  </a:lnTo>
                  <a:lnTo>
                    <a:pt x="76694" y="38770"/>
                  </a:lnTo>
                  <a:lnTo>
                    <a:pt x="76679" y="38040"/>
                  </a:lnTo>
                  <a:lnTo>
                    <a:pt x="76669" y="37512"/>
                  </a:lnTo>
                  <a:lnTo>
                    <a:pt x="76660" y="37109"/>
                  </a:lnTo>
                  <a:lnTo>
                    <a:pt x="77299" y="35364"/>
                  </a:lnTo>
                  <a:lnTo>
                    <a:pt x="77952" y="33579"/>
                  </a:lnTo>
                  <a:lnTo>
                    <a:pt x="76570" y="29804"/>
                  </a:lnTo>
                  <a:lnTo>
                    <a:pt x="74695" y="29186"/>
                  </a:lnTo>
                  <a:lnTo>
                    <a:pt x="74115" y="28995"/>
                  </a:lnTo>
                  <a:lnTo>
                    <a:pt x="71168" y="27646"/>
                  </a:lnTo>
                  <a:lnTo>
                    <a:pt x="70856" y="27482"/>
                  </a:lnTo>
                  <a:lnTo>
                    <a:pt x="70568" y="27330"/>
                  </a:lnTo>
                  <a:lnTo>
                    <a:pt x="69490" y="26762"/>
                  </a:lnTo>
                  <a:lnTo>
                    <a:pt x="69205" y="26611"/>
                  </a:lnTo>
                  <a:lnTo>
                    <a:pt x="68289" y="26128"/>
                  </a:lnTo>
                  <a:lnTo>
                    <a:pt x="68036" y="25953"/>
                  </a:lnTo>
                  <a:lnTo>
                    <a:pt x="66963" y="25210"/>
                  </a:lnTo>
                  <a:lnTo>
                    <a:pt x="63230" y="24590"/>
                  </a:lnTo>
                  <a:lnTo>
                    <a:pt x="61982" y="24383"/>
                  </a:lnTo>
                  <a:lnTo>
                    <a:pt x="62010" y="21852"/>
                  </a:lnTo>
                  <a:lnTo>
                    <a:pt x="59332" y="21912"/>
                  </a:lnTo>
                  <a:lnTo>
                    <a:pt x="58274" y="21935"/>
                  </a:lnTo>
                  <a:lnTo>
                    <a:pt x="57778" y="21947"/>
                  </a:lnTo>
                  <a:lnTo>
                    <a:pt x="56720" y="21970"/>
                  </a:lnTo>
                  <a:lnTo>
                    <a:pt x="55934" y="19321"/>
                  </a:lnTo>
                  <a:lnTo>
                    <a:pt x="55484" y="17804"/>
                  </a:lnTo>
                  <a:lnTo>
                    <a:pt x="55412" y="17562"/>
                  </a:lnTo>
                  <a:lnTo>
                    <a:pt x="55093" y="16589"/>
                  </a:lnTo>
                  <a:lnTo>
                    <a:pt x="54387" y="14440"/>
                  </a:lnTo>
                  <a:lnTo>
                    <a:pt x="54274" y="14098"/>
                  </a:lnTo>
                  <a:lnTo>
                    <a:pt x="53769" y="12560"/>
                  </a:lnTo>
                  <a:lnTo>
                    <a:pt x="53557" y="11798"/>
                  </a:lnTo>
                  <a:lnTo>
                    <a:pt x="53492" y="11562"/>
                  </a:lnTo>
                  <a:lnTo>
                    <a:pt x="53440" y="11377"/>
                  </a:lnTo>
                  <a:lnTo>
                    <a:pt x="53396" y="11218"/>
                  </a:lnTo>
                  <a:lnTo>
                    <a:pt x="52714" y="8761"/>
                  </a:lnTo>
                  <a:lnTo>
                    <a:pt x="52434" y="7368"/>
                  </a:lnTo>
                  <a:lnTo>
                    <a:pt x="65756" y="6312"/>
                  </a:lnTo>
                  <a:lnTo>
                    <a:pt x="67615" y="5995"/>
                  </a:lnTo>
                  <a:lnTo>
                    <a:pt x="67843" y="5714"/>
                  </a:lnTo>
                  <a:lnTo>
                    <a:pt x="67968" y="5561"/>
                  </a:lnTo>
                  <a:lnTo>
                    <a:pt x="68296" y="5157"/>
                  </a:lnTo>
                  <a:lnTo>
                    <a:pt x="70505" y="2433"/>
                  </a:lnTo>
                  <a:lnTo>
                    <a:pt x="70845" y="2014"/>
                  </a:lnTo>
                  <a:lnTo>
                    <a:pt x="72708" y="348"/>
                  </a:lnTo>
                  <a:lnTo>
                    <a:pt x="73098" y="0"/>
                  </a:lnTo>
                  <a:lnTo>
                    <a:pt x="75533" y="2092"/>
                  </a:lnTo>
                  <a:lnTo>
                    <a:pt x="75674" y="2213"/>
                  </a:lnTo>
                  <a:lnTo>
                    <a:pt x="83228" y="8702"/>
                  </a:lnTo>
                  <a:lnTo>
                    <a:pt x="83736" y="9138"/>
                  </a:lnTo>
                  <a:lnTo>
                    <a:pt x="88526" y="13253"/>
                  </a:lnTo>
                  <a:lnTo>
                    <a:pt x="88715" y="13415"/>
                  </a:lnTo>
                  <a:lnTo>
                    <a:pt x="89168" y="13805"/>
                  </a:lnTo>
                  <a:lnTo>
                    <a:pt x="93665" y="17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786504" y="3913703"/>
              <a:ext cx="129632" cy="125149"/>
            </a:xfrm>
            <a:custGeom>
              <a:avLst/>
              <a:pathLst>
                <a:path w="129632" h="125149">
                  <a:moveTo>
                    <a:pt x="66497" y="25288"/>
                  </a:moveTo>
                  <a:lnTo>
                    <a:pt x="72846" y="28829"/>
                  </a:lnTo>
                  <a:lnTo>
                    <a:pt x="73719" y="27364"/>
                  </a:lnTo>
                  <a:lnTo>
                    <a:pt x="73922" y="27502"/>
                  </a:lnTo>
                  <a:lnTo>
                    <a:pt x="74094" y="27618"/>
                  </a:lnTo>
                  <a:lnTo>
                    <a:pt x="75214" y="28376"/>
                  </a:lnTo>
                  <a:lnTo>
                    <a:pt x="81521" y="32644"/>
                  </a:lnTo>
                  <a:lnTo>
                    <a:pt x="83082" y="33701"/>
                  </a:lnTo>
                  <a:lnTo>
                    <a:pt x="87877" y="36945"/>
                  </a:lnTo>
                  <a:lnTo>
                    <a:pt x="92912" y="40353"/>
                  </a:lnTo>
                  <a:lnTo>
                    <a:pt x="96775" y="42967"/>
                  </a:lnTo>
                  <a:lnTo>
                    <a:pt x="98909" y="44411"/>
                  </a:lnTo>
                  <a:lnTo>
                    <a:pt x="104470" y="48175"/>
                  </a:lnTo>
                  <a:lnTo>
                    <a:pt x="110368" y="52167"/>
                  </a:lnTo>
                  <a:lnTo>
                    <a:pt x="116373" y="56227"/>
                  </a:lnTo>
                  <a:lnTo>
                    <a:pt x="122963" y="60120"/>
                  </a:lnTo>
                  <a:lnTo>
                    <a:pt x="126949" y="62475"/>
                  </a:lnTo>
                  <a:lnTo>
                    <a:pt x="129632" y="64062"/>
                  </a:lnTo>
                  <a:lnTo>
                    <a:pt x="129407" y="64390"/>
                  </a:lnTo>
                  <a:lnTo>
                    <a:pt x="112540" y="88987"/>
                  </a:lnTo>
                  <a:lnTo>
                    <a:pt x="100506" y="106536"/>
                  </a:lnTo>
                  <a:lnTo>
                    <a:pt x="100334" y="106786"/>
                  </a:lnTo>
                  <a:lnTo>
                    <a:pt x="88383" y="124215"/>
                  </a:lnTo>
                  <a:lnTo>
                    <a:pt x="88144" y="124563"/>
                  </a:lnTo>
                  <a:lnTo>
                    <a:pt x="87751" y="125149"/>
                  </a:lnTo>
                  <a:lnTo>
                    <a:pt x="87178" y="124762"/>
                  </a:lnTo>
                  <a:lnTo>
                    <a:pt x="86595" y="124369"/>
                  </a:lnTo>
                  <a:lnTo>
                    <a:pt x="85160" y="123401"/>
                  </a:lnTo>
                  <a:lnTo>
                    <a:pt x="84588" y="123014"/>
                  </a:lnTo>
                  <a:lnTo>
                    <a:pt x="75576" y="116934"/>
                  </a:lnTo>
                  <a:lnTo>
                    <a:pt x="75433" y="116837"/>
                  </a:lnTo>
                  <a:lnTo>
                    <a:pt x="75958" y="116060"/>
                  </a:lnTo>
                  <a:lnTo>
                    <a:pt x="72859" y="113936"/>
                  </a:lnTo>
                  <a:lnTo>
                    <a:pt x="69918" y="111921"/>
                  </a:lnTo>
                  <a:lnTo>
                    <a:pt x="69368" y="111536"/>
                  </a:lnTo>
                  <a:lnTo>
                    <a:pt x="64892" y="108410"/>
                  </a:lnTo>
                  <a:lnTo>
                    <a:pt x="64303" y="107999"/>
                  </a:lnTo>
                  <a:lnTo>
                    <a:pt x="63666" y="108903"/>
                  </a:lnTo>
                  <a:lnTo>
                    <a:pt x="63494" y="109146"/>
                  </a:lnTo>
                  <a:lnTo>
                    <a:pt x="63124" y="109693"/>
                  </a:lnTo>
                  <a:lnTo>
                    <a:pt x="62958" y="109939"/>
                  </a:lnTo>
                  <a:lnTo>
                    <a:pt x="57211" y="106073"/>
                  </a:lnTo>
                  <a:lnTo>
                    <a:pt x="51313" y="102106"/>
                  </a:lnTo>
                  <a:lnTo>
                    <a:pt x="51870" y="101318"/>
                  </a:lnTo>
                  <a:lnTo>
                    <a:pt x="51946" y="101148"/>
                  </a:lnTo>
                  <a:lnTo>
                    <a:pt x="47104" y="97858"/>
                  </a:lnTo>
                  <a:lnTo>
                    <a:pt x="46735" y="97608"/>
                  </a:lnTo>
                  <a:lnTo>
                    <a:pt x="46187" y="97235"/>
                  </a:lnTo>
                  <a:lnTo>
                    <a:pt x="46391" y="96935"/>
                  </a:lnTo>
                  <a:lnTo>
                    <a:pt x="46961" y="96052"/>
                  </a:lnTo>
                  <a:lnTo>
                    <a:pt x="44211" y="94289"/>
                  </a:lnTo>
                  <a:lnTo>
                    <a:pt x="42202" y="93002"/>
                  </a:lnTo>
                  <a:lnTo>
                    <a:pt x="40677" y="92024"/>
                  </a:lnTo>
                  <a:lnTo>
                    <a:pt x="39932" y="91547"/>
                  </a:lnTo>
                  <a:lnTo>
                    <a:pt x="39122" y="92739"/>
                  </a:lnTo>
                  <a:lnTo>
                    <a:pt x="38708" y="93386"/>
                  </a:lnTo>
                  <a:lnTo>
                    <a:pt x="36449" y="96913"/>
                  </a:lnTo>
                  <a:lnTo>
                    <a:pt x="34649" y="99680"/>
                  </a:lnTo>
                  <a:lnTo>
                    <a:pt x="34373" y="100111"/>
                  </a:lnTo>
                  <a:lnTo>
                    <a:pt x="34095" y="99954"/>
                  </a:lnTo>
                  <a:lnTo>
                    <a:pt x="27874" y="96431"/>
                  </a:lnTo>
                  <a:lnTo>
                    <a:pt x="23521" y="93965"/>
                  </a:lnTo>
                  <a:lnTo>
                    <a:pt x="21458" y="92568"/>
                  </a:lnTo>
                  <a:lnTo>
                    <a:pt x="20367" y="91829"/>
                  </a:lnTo>
                  <a:lnTo>
                    <a:pt x="18423" y="90419"/>
                  </a:lnTo>
                  <a:lnTo>
                    <a:pt x="16248" y="88841"/>
                  </a:lnTo>
                  <a:lnTo>
                    <a:pt x="15961" y="88632"/>
                  </a:lnTo>
                  <a:lnTo>
                    <a:pt x="15539" y="88326"/>
                  </a:lnTo>
                  <a:lnTo>
                    <a:pt x="14064" y="87256"/>
                  </a:lnTo>
                  <a:lnTo>
                    <a:pt x="12556" y="86351"/>
                  </a:lnTo>
                  <a:lnTo>
                    <a:pt x="10645" y="85203"/>
                  </a:lnTo>
                  <a:lnTo>
                    <a:pt x="10320" y="85010"/>
                  </a:lnTo>
                  <a:lnTo>
                    <a:pt x="4256" y="81514"/>
                  </a:lnTo>
                  <a:lnTo>
                    <a:pt x="6559" y="77455"/>
                  </a:lnTo>
                  <a:lnTo>
                    <a:pt x="7466" y="75856"/>
                  </a:lnTo>
                  <a:lnTo>
                    <a:pt x="10314" y="70838"/>
                  </a:lnTo>
                  <a:lnTo>
                    <a:pt x="10088" y="70867"/>
                  </a:lnTo>
                  <a:lnTo>
                    <a:pt x="4470" y="71585"/>
                  </a:lnTo>
                  <a:lnTo>
                    <a:pt x="2494" y="55829"/>
                  </a:lnTo>
                  <a:lnTo>
                    <a:pt x="3674" y="55651"/>
                  </a:lnTo>
                  <a:lnTo>
                    <a:pt x="5526" y="55373"/>
                  </a:lnTo>
                  <a:lnTo>
                    <a:pt x="6904" y="55110"/>
                  </a:lnTo>
                  <a:lnTo>
                    <a:pt x="6780" y="54197"/>
                  </a:lnTo>
                  <a:lnTo>
                    <a:pt x="5802" y="46934"/>
                  </a:lnTo>
                  <a:lnTo>
                    <a:pt x="5745" y="46506"/>
                  </a:lnTo>
                  <a:lnTo>
                    <a:pt x="4512" y="37357"/>
                  </a:lnTo>
                  <a:lnTo>
                    <a:pt x="4438" y="36807"/>
                  </a:lnTo>
                  <a:lnTo>
                    <a:pt x="3061" y="26583"/>
                  </a:lnTo>
                  <a:lnTo>
                    <a:pt x="2959" y="25823"/>
                  </a:lnTo>
                  <a:lnTo>
                    <a:pt x="2918" y="25517"/>
                  </a:lnTo>
                  <a:lnTo>
                    <a:pt x="2174" y="19998"/>
                  </a:lnTo>
                  <a:lnTo>
                    <a:pt x="1797" y="17196"/>
                  </a:lnTo>
                  <a:lnTo>
                    <a:pt x="469" y="7338"/>
                  </a:lnTo>
                  <a:lnTo>
                    <a:pt x="273" y="5885"/>
                  </a:lnTo>
                  <a:lnTo>
                    <a:pt x="236" y="5610"/>
                  </a:lnTo>
                  <a:lnTo>
                    <a:pt x="105" y="4634"/>
                  </a:lnTo>
                  <a:lnTo>
                    <a:pt x="0" y="3852"/>
                  </a:lnTo>
                  <a:lnTo>
                    <a:pt x="1027" y="3730"/>
                  </a:lnTo>
                  <a:lnTo>
                    <a:pt x="4305" y="3308"/>
                  </a:lnTo>
                  <a:lnTo>
                    <a:pt x="14336" y="2017"/>
                  </a:lnTo>
                  <a:lnTo>
                    <a:pt x="15508" y="1866"/>
                  </a:lnTo>
                  <a:lnTo>
                    <a:pt x="18876" y="1273"/>
                  </a:lnTo>
                  <a:lnTo>
                    <a:pt x="25573" y="92"/>
                  </a:lnTo>
                  <a:lnTo>
                    <a:pt x="26097" y="0"/>
                  </a:lnTo>
                  <a:lnTo>
                    <a:pt x="26514" y="1119"/>
                  </a:lnTo>
                  <a:lnTo>
                    <a:pt x="26793" y="1870"/>
                  </a:lnTo>
                  <a:lnTo>
                    <a:pt x="26934" y="2248"/>
                  </a:lnTo>
                  <a:lnTo>
                    <a:pt x="27040" y="2533"/>
                  </a:lnTo>
                  <a:lnTo>
                    <a:pt x="29547" y="4677"/>
                  </a:lnTo>
                  <a:lnTo>
                    <a:pt x="30073" y="4970"/>
                  </a:lnTo>
                  <a:lnTo>
                    <a:pt x="36260" y="8421"/>
                  </a:lnTo>
                  <a:lnTo>
                    <a:pt x="42692" y="12009"/>
                  </a:lnTo>
                  <a:lnTo>
                    <a:pt x="48921" y="15483"/>
                  </a:lnTo>
                  <a:lnTo>
                    <a:pt x="54581" y="18641"/>
                  </a:lnTo>
                  <a:lnTo>
                    <a:pt x="60714" y="22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86914" y="3936008"/>
              <a:ext cx="183398" cy="122338"/>
            </a:xfrm>
            <a:custGeom>
              <a:avLst/>
              <a:pathLst>
                <a:path w="183398" h="122338">
                  <a:moveTo>
                    <a:pt x="149340" y="24362"/>
                  </a:moveTo>
                  <a:lnTo>
                    <a:pt x="154858" y="28222"/>
                  </a:lnTo>
                  <a:lnTo>
                    <a:pt x="155824" y="28900"/>
                  </a:lnTo>
                  <a:lnTo>
                    <a:pt x="158416" y="30718"/>
                  </a:lnTo>
                  <a:lnTo>
                    <a:pt x="160554" y="32217"/>
                  </a:lnTo>
                  <a:lnTo>
                    <a:pt x="160711" y="32328"/>
                  </a:lnTo>
                  <a:lnTo>
                    <a:pt x="165578" y="35742"/>
                  </a:lnTo>
                  <a:lnTo>
                    <a:pt x="165976" y="36009"/>
                  </a:lnTo>
                  <a:lnTo>
                    <a:pt x="166252" y="36198"/>
                  </a:lnTo>
                  <a:lnTo>
                    <a:pt x="166492" y="36362"/>
                  </a:lnTo>
                  <a:lnTo>
                    <a:pt x="167005" y="36712"/>
                  </a:lnTo>
                  <a:lnTo>
                    <a:pt x="172143" y="40222"/>
                  </a:lnTo>
                  <a:lnTo>
                    <a:pt x="171976" y="40479"/>
                  </a:lnTo>
                  <a:lnTo>
                    <a:pt x="171689" y="40920"/>
                  </a:lnTo>
                  <a:lnTo>
                    <a:pt x="177530" y="45017"/>
                  </a:lnTo>
                  <a:lnTo>
                    <a:pt x="177190" y="45492"/>
                  </a:lnTo>
                  <a:lnTo>
                    <a:pt x="182853" y="49568"/>
                  </a:lnTo>
                  <a:lnTo>
                    <a:pt x="183398" y="49960"/>
                  </a:lnTo>
                  <a:lnTo>
                    <a:pt x="183000" y="50512"/>
                  </a:lnTo>
                  <a:lnTo>
                    <a:pt x="182317" y="51460"/>
                  </a:lnTo>
                  <a:lnTo>
                    <a:pt x="181926" y="52003"/>
                  </a:lnTo>
                  <a:lnTo>
                    <a:pt x="180841" y="53508"/>
                  </a:lnTo>
                  <a:lnTo>
                    <a:pt x="180226" y="54361"/>
                  </a:lnTo>
                  <a:lnTo>
                    <a:pt x="179745" y="55028"/>
                  </a:lnTo>
                  <a:lnTo>
                    <a:pt x="179630" y="55188"/>
                  </a:lnTo>
                  <a:lnTo>
                    <a:pt x="178476" y="56789"/>
                  </a:lnTo>
                  <a:lnTo>
                    <a:pt x="178167" y="57217"/>
                  </a:lnTo>
                  <a:lnTo>
                    <a:pt x="177645" y="57991"/>
                  </a:lnTo>
                  <a:lnTo>
                    <a:pt x="177471" y="58248"/>
                  </a:lnTo>
                  <a:lnTo>
                    <a:pt x="176885" y="59117"/>
                  </a:lnTo>
                  <a:lnTo>
                    <a:pt x="176587" y="59559"/>
                  </a:lnTo>
                  <a:lnTo>
                    <a:pt x="175839" y="60666"/>
                  </a:lnTo>
                  <a:lnTo>
                    <a:pt x="175713" y="60854"/>
                  </a:lnTo>
                  <a:lnTo>
                    <a:pt x="175313" y="61446"/>
                  </a:lnTo>
                  <a:lnTo>
                    <a:pt x="174747" y="62284"/>
                  </a:lnTo>
                  <a:lnTo>
                    <a:pt x="174633" y="62452"/>
                  </a:lnTo>
                  <a:lnTo>
                    <a:pt x="174021" y="63360"/>
                  </a:lnTo>
                  <a:lnTo>
                    <a:pt x="172055" y="66273"/>
                  </a:lnTo>
                  <a:lnTo>
                    <a:pt x="171853" y="66571"/>
                  </a:lnTo>
                  <a:lnTo>
                    <a:pt x="170644" y="68363"/>
                  </a:lnTo>
                  <a:lnTo>
                    <a:pt x="170346" y="68803"/>
                  </a:lnTo>
                  <a:lnTo>
                    <a:pt x="167809" y="72563"/>
                  </a:lnTo>
                  <a:lnTo>
                    <a:pt x="166776" y="74093"/>
                  </a:lnTo>
                  <a:lnTo>
                    <a:pt x="164346" y="77693"/>
                  </a:lnTo>
                  <a:lnTo>
                    <a:pt x="153141" y="94516"/>
                  </a:lnTo>
                  <a:lnTo>
                    <a:pt x="152641" y="95268"/>
                  </a:lnTo>
                  <a:lnTo>
                    <a:pt x="151776" y="96565"/>
                  </a:lnTo>
                  <a:lnTo>
                    <a:pt x="150400" y="98631"/>
                  </a:lnTo>
                  <a:lnTo>
                    <a:pt x="149540" y="99922"/>
                  </a:lnTo>
                  <a:lnTo>
                    <a:pt x="148762" y="101090"/>
                  </a:lnTo>
                  <a:lnTo>
                    <a:pt x="148158" y="101998"/>
                  </a:lnTo>
                  <a:lnTo>
                    <a:pt x="147756" y="102601"/>
                  </a:lnTo>
                  <a:lnTo>
                    <a:pt x="147212" y="103418"/>
                  </a:lnTo>
                  <a:lnTo>
                    <a:pt x="146522" y="104454"/>
                  </a:lnTo>
                  <a:lnTo>
                    <a:pt x="145924" y="105353"/>
                  </a:lnTo>
                  <a:lnTo>
                    <a:pt x="145652" y="105760"/>
                  </a:lnTo>
                  <a:lnTo>
                    <a:pt x="145410" y="106124"/>
                  </a:lnTo>
                  <a:lnTo>
                    <a:pt x="145185" y="106461"/>
                  </a:lnTo>
                  <a:lnTo>
                    <a:pt x="144712" y="107172"/>
                  </a:lnTo>
                  <a:lnTo>
                    <a:pt x="143857" y="108456"/>
                  </a:lnTo>
                  <a:lnTo>
                    <a:pt x="143712" y="108673"/>
                  </a:lnTo>
                  <a:lnTo>
                    <a:pt x="143546" y="108922"/>
                  </a:lnTo>
                  <a:lnTo>
                    <a:pt x="143224" y="109406"/>
                  </a:lnTo>
                  <a:lnTo>
                    <a:pt x="142654" y="110261"/>
                  </a:lnTo>
                  <a:lnTo>
                    <a:pt x="141960" y="111303"/>
                  </a:lnTo>
                  <a:lnTo>
                    <a:pt x="141484" y="112018"/>
                  </a:lnTo>
                  <a:lnTo>
                    <a:pt x="140875" y="112933"/>
                  </a:lnTo>
                  <a:lnTo>
                    <a:pt x="139255" y="115365"/>
                  </a:lnTo>
                  <a:lnTo>
                    <a:pt x="138914" y="115225"/>
                  </a:lnTo>
                  <a:lnTo>
                    <a:pt x="137751" y="114840"/>
                  </a:lnTo>
                  <a:lnTo>
                    <a:pt x="136268" y="114349"/>
                  </a:lnTo>
                  <a:lnTo>
                    <a:pt x="133475" y="113097"/>
                  </a:lnTo>
                  <a:lnTo>
                    <a:pt x="131794" y="111935"/>
                  </a:lnTo>
                  <a:lnTo>
                    <a:pt x="131614" y="111811"/>
                  </a:lnTo>
                  <a:lnTo>
                    <a:pt x="128581" y="109716"/>
                  </a:lnTo>
                  <a:lnTo>
                    <a:pt x="126409" y="108215"/>
                  </a:lnTo>
                  <a:lnTo>
                    <a:pt x="126234" y="108094"/>
                  </a:lnTo>
                  <a:lnTo>
                    <a:pt x="125928" y="107883"/>
                  </a:lnTo>
                  <a:lnTo>
                    <a:pt x="121123" y="104564"/>
                  </a:lnTo>
                  <a:lnTo>
                    <a:pt x="120351" y="104030"/>
                  </a:lnTo>
                  <a:lnTo>
                    <a:pt x="114617" y="100069"/>
                  </a:lnTo>
                  <a:lnTo>
                    <a:pt x="112705" y="98748"/>
                  </a:lnTo>
                  <a:lnTo>
                    <a:pt x="109071" y="96238"/>
                  </a:lnTo>
                  <a:lnTo>
                    <a:pt x="108699" y="95981"/>
                  </a:lnTo>
                  <a:lnTo>
                    <a:pt x="103057" y="92082"/>
                  </a:lnTo>
                  <a:lnTo>
                    <a:pt x="102709" y="91842"/>
                  </a:lnTo>
                  <a:lnTo>
                    <a:pt x="102370" y="91608"/>
                  </a:lnTo>
                  <a:lnTo>
                    <a:pt x="97711" y="88390"/>
                  </a:lnTo>
                  <a:lnTo>
                    <a:pt x="86851" y="80887"/>
                  </a:lnTo>
                  <a:lnTo>
                    <a:pt x="86368" y="80553"/>
                  </a:lnTo>
                  <a:lnTo>
                    <a:pt x="86079" y="80416"/>
                  </a:lnTo>
                  <a:lnTo>
                    <a:pt x="85327" y="80061"/>
                  </a:lnTo>
                  <a:lnTo>
                    <a:pt x="85098" y="80083"/>
                  </a:lnTo>
                  <a:lnTo>
                    <a:pt x="84689" y="80678"/>
                  </a:lnTo>
                  <a:lnTo>
                    <a:pt x="83094" y="83001"/>
                  </a:lnTo>
                  <a:lnTo>
                    <a:pt x="80890" y="86213"/>
                  </a:lnTo>
                  <a:lnTo>
                    <a:pt x="79772" y="87905"/>
                  </a:lnTo>
                  <a:lnTo>
                    <a:pt x="78100" y="90436"/>
                  </a:lnTo>
                  <a:lnTo>
                    <a:pt x="74359" y="95655"/>
                  </a:lnTo>
                  <a:lnTo>
                    <a:pt x="73149" y="97404"/>
                  </a:lnTo>
                  <a:lnTo>
                    <a:pt x="67715" y="105255"/>
                  </a:lnTo>
                  <a:lnTo>
                    <a:pt x="66408" y="107144"/>
                  </a:lnTo>
                  <a:lnTo>
                    <a:pt x="64540" y="109785"/>
                  </a:lnTo>
                  <a:lnTo>
                    <a:pt x="62589" y="112543"/>
                  </a:lnTo>
                  <a:lnTo>
                    <a:pt x="59000" y="117411"/>
                  </a:lnTo>
                  <a:lnTo>
                    <a:pt x="58710" y="117758"/>
                  </a:lnTo>
                  <a:lnTo>
                    <a:pt x="55362" y="121760"/>
                  </a:lnTo>
                  <a:lnTo>
                    <a:pt x="54996" y="122197"/>
                  </a:lnTo>
                  <a:lnTo>
                    <a:pt x="54878" y="122338"/>
                  </a:lnTo>
                  <a:lnTo>
                    <a:pt x="47461" y="117239"/>
                  </a:lnTo>
                  <a:lnTo>
                    <a:pt x="45364" y="115798"/>
                  </a:lnTo>
                  <a:lnTo>
                    <a:pt x="41852" y="113384"/>
                  </a:lnTo>
                  <a:lnTo>
                    <a:pt x="41715" y="113290"/>
                  </a:lnTo>
                  <a:lnTo>
                    <a:pt x="35966" y="109338"/>
                  </a:lnTo>
                  <a:lnTo>
                    <a:pt x="33166" y="107413"/>
                  </a:lnTo>
                  <a:lnTo>
                    <a:pt x="30712" y="105726"/>
                  </a:lnTo>
                  <a:lnTo>
                    <a:pt x="30390" y="105505"/>
                  </a:lnTo>
                  <a:lnTo>
                    <a:pt x="30232" y="105396"/>
                  </a:lnTo>
                  <a:lnTo>
                    <a:pt x="24643" y="101554"/>
                  </a:lnTo>
                  <a:lnTo>
                    <a:pt x="24462" y="101430"/>
                  </a:lnTo>
                  <a:lnTo>
                    <a:pt x="18529" y="97352"/>
                  </a:lnTo>
                  <a:lnTo>
                    <a:pt x="15170" y="95042"/>
                  </a:lnTo>
                  <a:lnTo>
                    <a:pt x="13202" y="93690"/>
                  </a:lnTo>
                  <a:lnTo>
                    <a:pt x="12639" y="93302"/>
                  </a:lnTo>
                  <a:lnTo>
                    <a:pt x="12492" y="93202"/>
                  </a:lnTo>
                  <a:lnTo>
                    <a:pt x="9685" y="91272"/>
                  </a:lnTo>
                  <a:lnTo>
                    <a:pt x="4708" y="87809"/>
                  </a:lnTo>
                  <a:lnTo>
                    <a:pt x="3947" y="87279"/>
                  </a:lnTo>
                  <a:lnTo>
                    <a:pt x="0" y="84370"/>
                  </a:lnTo>
                  <a:lnTo>
                    <a:pt x="96" y="84230"/>
                  </a:lnTo>
                  <a:lnTo>
                    <a:pt x="12142" y="66662"/>
                  </a:lnTo>
                  <a:lnTo>
                    <a:pt x="28997" y="42084"/>
                  </a:lnTo>
                  <a:lnTo>
                    <a:pt x="29221" y="41756"/>
                  </a:lnTo>
                  <a:lnTo>
                    <a:pt x="33464" y="44674"/>
                  </a:lnTo>
                  <a:lnTo>
                    <a:pt x="41767" y="50385"/>
                  </a:lnTo>
                  <a:lnTo>
                    <a:pt x="44400" y="52196"/>
                  </a:lnTo>
                  <a:lnTo>
                    <a:pt x="47909" y="54609"/>
                  </a:lnTo>
                  <a:lnTo>
                    <a:pt x="48057" y="54710"/>
                  </a:lnTo>
                  <a:lnTo>
                    <a:pt x="52054" y="57460"/>
                  </a:lnTo>
                  <a:lnTo>
                    <a:pt x="53498" y="58453"/>
                  </a:lnTo>
                  <a:lnTo>
                    <a:pt x="55716" y="59978"/>
                  </a:lnTo>
                  <a:lnTo>
                    <a:pt x="56144" y="60272"/>
                  </a:lnTo>
                  <a:lnTo>
                    <a:pt x="59196" y="62372"/>
                  </a:lnTo>
                  <a:lnTo>
                    <a:pt x="59358" y="62483"/>
                  </a:lnTo>
                  <a:lnTo>
                    <a:pt x="59859" y="62828"/>
                  </a:lnTo>
                  <a:lnTo>
                    <a:pt x="64900" y="66295"/>
                  </a:lnTo>
                  <a:lnTo>
                    <a:pt x="65097" y="66430"/>
                  </a:lnTo>
                  <a:lnTo>
                    <a:pt x="65439" y="66665"/>
                  </a:lnTo>
                  <a:lnTo>
                    <a:pt x="65720" y="66242"/>
                  </a:lnTo>
                  <a:lnTo>
                    <a:pt x="65974" y="65859"/>
                  </a:lnTo>
                  <a:lnTo>
                    <a:pt x="77732" y="48144"/>
                  </a:lnTo>
                  <a:lnTo>
                    <a:pt x="78021" y="47708"/>
                  </a:lnTo>
                  <a:lnTo>
                    <a:pt x="78608" y="46823"/>
                  </a:lnTo>
                  <a:lnTo>
                    <a:pt x="81370" y="45203"/>
                  </a:lnTo>
                  <a:lnTo>
                    <a:pt x="82307" y="44653"/>
                  </a:lnTo>
                  <a:lnTo>
                    <a:pt x="82673" y="44435"/>
                  </a:lnTo>
                  <a:lnTo>
                    <a:pt x="82816" y="44224"/>
                  </a:lnTo>
                  <a:lnTo>
                    <a:pt x="83210" y="43644"/>
                  </a:lnTo>
                  <a:lnTo>
                    <a:pt x="92755" y="29603"/>
                  </a:lnTo>
                  <a:lnTo>
                    <a:pt x="93200" y="28948"/>
                  </a:lnTo>
                  <a:lnTo>
                    <a:pt x="93498" y="28509"/>
                  </a:lnTo>
                  <a:lnTo>
                    <a:pt x="94000" y="27771"/>
                  </a:lnTo>
                  <a:lnTo>
                    <a:pt x="100077" y="18830"/>
                  </a:lnTo>
                  <a:lnTo>
                    <a:pt x="105300" y="11146"/>
                  </a:lnTo>
                  <a:lnTo>
                    <a:pt x="110892" y="2920"/>
                  </a:lnTo>
                  <a:lnTo>
                    <a:pt x="111009" y="2748"/>
                  </a:lnTo>
                  <a:lnTo>
                    <a:pt x="112525" y="518"/>
                  </a:lnTo>
                  <a:lnTo>
                    <a:pt x="112700" y="259"/>
                  </a:lnTo>
                  <a:lnTo>
                    <a:pt x="112868" y="0"/>
                  </a:lnTo>
                  <a:lnTo>
                    <a:pt x="113373" y="325"/>
                  </a:lnTo>
                  <a:lnTo>
                    <a:pt x="119787" y="4448"/>
                  </a:lnTo>
                  <a:lnTo>
                    <a:pt x="120256" y="4749"/>
                  </a:lnTo>
                  <a:lnTo>
                    <a:pt x="120636" y="5002"/>
                  </a:lnTo>
                  <a:lnTo>
                    <a:pt x="121587" y="5686"/>
                  </a:lnTo>
                  <a:lnTo>
                    <a:pt x="126208" y="8757"/>
                  </a:lnTo>
                  <a:lnTo>
                    <a:pt x="131745" y="12436"/>
                  </a:lnTo>
                  <a:lnTo>
                    <a:pt x="137634" y="16370"/>
                  </a:lnTo>
                  <a:lnTo>
                    <a:pt x="143222" y="20104"/>
                  </a:lnTo>
                  <a:lnTo>
                    <a:pt x="143405" y="20226"/>
                  </a:lnTo>
                  <a:lnTo>
                    <a:pt x="143952" y="205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901348" y="3820924"/>
              <a:ext cx="126310" cy="181749"/>
            </a:xfrm>
            <a:custGeom>
              <a:avLst/>
              <a:pathLst>
                <a:path w="126310" h="181749">
                  <a:moveTo>
                    <a:pt x="82908" y="54837"/>
                  </a:moveTo>
                  <a:lnTo>
                    <a:pt x="85640" y="56718"/>
                  </a:lnTo>
                  <a:lnTo>
                    <a:pt x="88332" y="55151"/>
                  </a:lnTo>
                  <a:lnTo>
                    <a:pt x="88714" y="54928"/>
                  </a:lnTo>
                  <a:lnTo>
                    <a:pt x="90892" y="51396"/>
                  </a:lnTo>
                  <a:lnTo>
                    <a:pt x="91333" y="51742"/>
                  </a:lnTo>
                  <a:lnTo>
                    <a:pt x="94551" y="54266"/>
                  </a:lnTo>
                  <a:lnTo>
                    <a:pt x="104125" y="60745"/>
                  </a:lnTo>
                  <a:lnTo>
                    <a:pt x="107033" y="62670"/>
                  </a:lnTo>
                  <a:lnTo>
                    <a:pt x="111441" y="65590"/>
                  </a:lnTo>
                  <a:lnTo>
                    <a:pt x="123526" y="74127"/>
                  </a:lnTo>
                  <a:lnTo>
                    <a:pt x="126310" y="75859"/>
                  </a:lnTo>
                  <a:lnTo>
                    <a:pt x="123968" y="78993"/>
                  </a:lnTo>
                  <a:lnTo>
                    <a:pt x="121980" y="81653"/>
                  </a:lnTo>
                  <a:lnTo>
                    <a:pt x="116192" y="90242"/>
                  </a:lnTo>
                  <a:lnTo>
                    <a:pt x="122640" y="94610"/>
                  </a:lnTo>
                  <a:lnTo>
                    <a:pt x="118606" y="100815"/>
                  </a:lnTo>
                  <a:lnTo>
                    <a:pt x="113392" y="108811"/>
                  </a:lnTo>
                  <a:lnTo>
                    <a:pt x="106336" y="119632"/>
                  </a:lnTo>
                  <a:lnTo>
                    <a:pt x="106092" y="120007"/>
                  </a:lnTo>
                  <a:lnTo>
                    <a:pt x="105822" y="119833"/>
                  </a:lnTo>
                  <a:lnTo>
                    <a:pt x="105353" y="119532"/>
                  </a:lnTo>
                  <a:lnTo>
                    <a:pt x="98939" y="115409"/>
                  </a:lnTo>
                  <a:lnTo>
                    <a:pt x="98433" y="115084"/>
                  </a:lnTo>
                  <a:lnTo>
                    <a:pt x="98266" y="115343"/>
                  </a:lnTo>
                  <a:lnTo>
                    <a:pt x="98084" y="115611"/>
                  </a:lnTo>
                  <a:lnTo>
                    <a:pt x="96575" y="117832"/>
                  </a:lnTo>
                  <a:lnTo>
                    <a:pt x="96342" y="118175"/>
                  </a:lnTo>
                  <a:lnTo>
                    <a:pt x="90866" y="126230"/>
                  </a:lnTo>
                  <a:lnTo>
                    <a:pt x="85643" y="133914"/>
                  </a:lnTo>
                  <a:lnTo>
                    <a:pt x="79566" y="142855"/>
                  </a:lnTo>
                  <a:lnTo>
                    <a:pt x="79064" y="143593"/>
                  </a:lnTo>
                  <a:lnTo>
                    <a:pt x="78686" y="144150"/>
                  </a:lnTo>
                  <a:lnTo>
                    <a:pt x="78321" y="144687"/>
                  </a:lnTo>
                  <a:lnTo>
                    <a:pt x="68776" y="158729"/>
                  </a:lnTo>
                  <a:lnTo>
                    <a:pt x="68382" y="159308"/>
                  </a:lnTo>
                  <a:lnTo>
                    <a:pt x="68234" y="159525"/>
                  </a:lnTo>
                  <a:lnTo>
                    <a:pt x="67873" y="159737"/>
                  </a:lnTo>
                  <a:lnTo>
                    <a:pt x="66935" y="160287"/>
                  </a:lnTo>
                  <a:lnTo>
                    <a:pt x="64174" y="161907"/>
                  </a:lnTo>
                  <a:lnTo>
                    <a:pt x="63587" y="162792"/>
                  </a:lnTo>
                  <a:lnTo>
                    <a:pt x="63297" y="163228"/>
                  </a:lnTo>
                  <a:lnTo>
                    <a:pt x="51540" y="180943"/>
                  </a:lnTo>
                  <a:lnTo>
                    <a:pt x="51207" y="181444"/>
                  </a:lnTo>
                  <a:lnTo>
                    <a:pt x="51005" y="181749"/>
                  </a:lnTo>
                  <a:lnTo>
                    <a:pt x="50663" y="181514"/>
                  </a:lnTo>
                  <a:lnTo>
                    <a:pt x="50466" y="181379"/>
                  </a:lnTo>
                  <a:lnTo>
                    <a:pt x="45425" y="177912"/>
                  </a:lnTo>
                  <a:lnTo>
                    <a:pt x="44924" y="177567"/>
                  </a:lnTo>
                  <a:lnTo>
                    <a:pt x="44762" y="177456"/>
                  </a:lnTo>
                  <a:lnTo>
                    <a:pt x="41710" y="175356"/>
                  </a:lnTo>
                  <a:lnTo>
                    <a:pt x="41282" y="175062"/>
                  </a:lnTo>
                  <a:lnTo>
                    <a:pt x="39011" y="173500"/>
                  </a:lnTo>
                  <a:lnTo>
                    <a:pt x="37620" y="172544"/>
                  </a:lnTo>
                  <a:lnTo>
                    <a:pt x="33622" y="169794"/>
                  </a:lnTo>
                  <a:lnTo>
                    <a:pt x="33469" y="169689"/>
                  </a:lnTo>
                  <a:lnTo>
                    <a:pt x="29966" y="167280"/>
                  </a:lnTo>
                  <a:lnTo>
                    <a:pt x="27324" y="165463"/>
                  </a:lnTo>
                  <a:lnTo>
                    <a:pt x="19030" y="159758"/>
                  </a:lnTo>
                  <a:lnTo>
                    <a:pt x="14735" y="156807"/>
                  </a:lnTo>
                  <a:lnTo>
                    <a:pt x="15331" y="155949"/>
                  </a:lnTo>
                  <a:lnTo>
                    <a:pt x="28526" y="136967"/>
                  </a:lnTo>
                  <a:lnTo>
                    <a:pt x="29084" y="136165"/>
                  </a:lnTo>
                  <a:lnTo>
                    <a:pt x="40845" y="118920"/>
                  </a:lnTo>
                  <a:lnTo>
                    <a:pt x="42722" y="114289"/>
                  </a:lnTo>
                  <a:lnTo>
                    <a:pt x="42775" y="111690"/>
                  </a:lnTo>
                  <a:lnTo>
                    <a:pt x="42813" y="108583"/>
                  </a:lnTo>
                  <a:lnTo>
                    <a:pt x="42509" y="106991"/>
                  </a:lnTo>
                  <a:lnTo>
                    <a:pt x="41749" y="104234"/>
                  </a:lnTo>
                  <a:lnTo>
                    <a:pt x="40428" y="101517"/>
                  </a:lnTo>
                  <a:lnTo>
                    <a:pt x="29705" y="79461"/>
                  </a:lnTo>
                  <a:lnTo>
                    <a:pt x="17449" y="53910"/>
                  </a:lnTo>
                  <a:lnTo>
                    <a:pt x="9450" y="37235"/>
                  </a:lnTo>
                  <a:lnTo>
                    <a:pt x="9219" y="36734"/>
                  </a:lnTo>
                  <a:lnTo>
                    <a:pt x="9013" y="36286"/>
                  </a:lnTo>
                  <a:lnTo>
                    <a:pt x="8017" y="34123"/>
                  </a:lnTo>
                  <a:lnTo>
                    <a:pt x="3485" y="24282"/>
                  </a:lnTo>
                  <a:lnTo>
                    <a:pt x="2521" y="22189"/>
                  </a:lnTo>
                  <a:lnTo>
                    <a:pt x="547" y="17900"/>
                  </a:lnTo>
                  <a:lnTo>
                    <a:pt x="0" y="13799"/>
                  </a:lnTo>
                  <a:lnTo>
                    <a:pt x="116" y="10239"/>
                  </a:lnTo>
                  <a:lnTo>
                    <a:pt x="173" y="8485"/>
                  </a:lnTo>
                  <a:lnTo>
                    <a:pt x="303" y="4509"/>
                  </a:lnTo>
                  <a:lnTo>
                    <a:pt x="3418" y="0"/>
                  </a:lnTo>
                  <a:lnTo>
                    <a:pt x="4548" y="818"/>
                  </a:lnTo>
                  <a:lnTo>
                    <a:pt x="5776" y="1710"/>
                  </a:lnTo>
                  <a:lnTo>
                    <a:pt x="7061" y="2641"/>
                  </a:lnTo>
                  <a:lnTo>
                    <a:pt x="16259" y="9312"/>
                  </a:lnTo>
                  <a:lnTo>
                    <a:pt x="23615" y="14407"/>
                  </a:lnTo>
                  <a:lnTo>
                    <a:pt x="32256" y="20140"/>
                  </a:lnTo>
                  <a:lnTo>
                    <a:pt x="34749" y="21706"/>
                  </a:lnTo>
                  <a:lnTo>
                    <a:pt x="50538" y="32853"/>
                  </a:lnTo>
                  <a:lnTo>
                    <a:pt x="58717" y="38311"/>
                  </a:lnTo>
                  <a:lnTo>
                    <a:pt x="64816" y="42536"/>
                  </a:lnTo>
                  <a:lnTo>
                    <a:pt x="65976" y="43340"/>
                  </a:lnTo>
                  <a:lnTo>
                    <a:pt x="69598" y="45670"/>
                  </a:lnTo>
                  <a:lnTo>
                    <a:pt x="70292" y="46147"/>
                  </a:lnTo>
                  <a:lnTo>
                    <a:pt x="70874" y="46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46967" y="3743457"/>
              <a:ext cx="126090" cy="126591"/>
            </a:xfrm>
            <a:custGeom>
              <a:avLst/>
              <a:pathLst>
                <a:path w="126090" h="126591">
                  <a:moveTo>
                    <a:pt x="28479" y="7285"/>
                  </a:moveTo>
                  <a:lnTo>
                    <a:pt x="30611" y="4114"/>
                  </a:lnTo>
                  <a:lnTo>
                    <a:pt x="32316" y="4973"/>
                  </a:lnTo>
                  <a:lnTo>
                    <a:pt x="33532" y="5586"/>
                  </a:lnTo>
                  <a:lnTo>
                    <a:pt x="34743" y="5611"/>
                  </a:lnTo>
                  <a:lnTo>
                    <a:pt x="35541" y="5627"/>
                  </a:lnTo>
                  <a:lnTo>
                    <a:pt x="37135" y="5660"/>
                  </a:lnTo>
                  <a:lnTo>
                    <a:pt x="37486" y="5457"/>
                  </a:lnTo>
                  <a:lnTo>
                    <a:pt x="38329" y="4973"/>
                  </a:lnTo>
                  <a:lnTo>
                    <a:pt x="39549" y="4272"/>
                  </a:lnTo>
                  <a:lnTo>
                    <a:pt x="40570" y="3872"/>
                  </a:lnTo>
                  <a:lnTo>
                    <a:pt x="41511" y="3505"/>
                  </a:lnTo>
                  <a:lnTo>
                    <a:pt x="43224" y="2834"/>
                  </a:lnTo>
                  <a:lnTo>
                    <a:pt x="46598" y="2540"/>
                  </a:lnTo>
                  <a:lnTo>
                    <a:pt x="47690" y="3412"/>
                  </a:lnTo>
                  <a:lnTo>
                    <a:pt x="49740" y="5048"/>
                  </a:lnTo>
                  <a:lnTo>
                    <a:pt x="43422" y="10547"/>
                  </a:lnTo>
                  <a:lnTo>
                    <a:pt x="47469" y="14547"/>
                  </a:lnTo>
                  <a:lnTo>
                    <a:pt x="50910" y="16610"/>
                  </a:lnTo>
                  <a:lnTo>
                    <a:pt x="52465" y="14722"/>
                  </a:lnTo>
                  <a:lnTo>
                    <a:pt x="54380" y="13386"/>
                  </a:lnTo>
                  <a:lnTo>
                    <a:pt x="57666" y="15076"/>
                  </a:lnTo>
                  <a:lnTo>
                    <a:pt x="59934" y="16659"/>
                  </a:lnTo>
                  <a:lnTo>
                    <a:pt x="60409" y="16804"/>
                  </a:lnTo>
                  <a:lnTo>
                    <a:pt x="61206" y="14999"/>
                  </a:lnTo>
                  <a:lnTo>
                    <a:pt x="61634" y="13805"/>
                  </a:lnTo>
                  <a:lnTo>
                    <a:pt x="61740" y="13559"/>
                  </a:lnTo>
                  <a:lnTo>
                    <a:pt x="63903" y="15717"/>
                  </a:lnTo>
                  <a:lnTo>
                    <a:pt x="66623" y="12676"/>
                  </a:lnTo>
                  <a:lnTo>
                    <a:pt x="68641" y="10420"/>
                  </a:lnTo>
                  <a:lnTo>
                    <a:pt x="67458" y="13580"/>
                  </a:lnTo>
                  <a:lnTo>
                    <a:pt x="69894" y="16420"/>
                  </a:lnTo>
                  <a:lnTo>
                    <a:pt x="70564" y="17086"/>
                  </a:lnTo>
                  <a:lnTo>
                    <a:pt x="72444" y="15540"/>
                  </a:lnTo>
                  <a:lnTo>
                    <a:pt x="72630" y="15312"/>
                  </a:lnTo>
                  <a:lnTo>
                    <a:pt x="73261" y="14545"/>
                  </a:lnTo>
                  <a:lnTo>
                    <a:pt x="73572" y="14770"/>
                  </a:lnTo>
                  <a:lnTo>
                    <a:pt x="75298" y="16020"/>
                  </a:lnTo>
                  <a:lnTo>
                    <a:pt x="77451" y="17580"/>
                  </a:lnTo>
                  <a:lnTo>
                    <a:pt x="79389" y="19014"/>
                  </a:lnTo>
                  <a:lnTo>
                    <a:pt x="81357" y="20469"/>
                  </a:lnTo>
                  <a:lnTo>
                    <a:pt x="81689" y="19878"/>
                  </a:lnTo>
                  <a:lnTo>
                    <a:pt x="82202" y="19234"/>
                  </a:lnTo>
                  <a:lnTo>
                    <a:pt x="83063" y="18151"/>
                  </a:lnTo>
                  <a:lnTo>
                    <a:pt x="83211" y="17979"/>
                  </a:lnTo>
                  <a:lnTo>
                    <a:pt x="85054" y="15829"/>
                  </a:lnTo>
                  <a:lnTo>
                    <a:pt x="87581" y="13323"/>
                  </a:lnTo>
                  <a:lnTo>
                    <a:pt x="87874" y="13033"/>
                  </a:lnTo>
                  <a:lnTo>
                    <a:pt x="88109" y="12799"/>
                  </a:lnTo>
                  <a:lnTo>
                    <a:pt x="90326" y="10515"/>
                  </a:lnTo>
                  <a:lnTo>
                    <a:pt x="90510" y="10268"/>
                  </a:lnTo>
                  <a:lnTo>
                    <a:pt x="92646" y="7393"/>
                  </a:lnTo>
                  <a:lnTo>
                    <a:pt x="92848" y="7533"/>
                  </a:lnTo>
                  <a:lnTo>
                    <a:pt x="95500" y="9370"/>
                  </a:lnTo>
                  <a:lnTo>
                    <a:pt x="112568" y="21193"/>
                  </a:lnTo>
                  <a:lnTo>
                    <a:pt x="124039" y="29140"/>
                  </a:lnTo>
                  <a:lnTo>
                    <a:pt x="120324" y="34402"/>
                  </a:lnTo>
                  <a:lnTo>
                    <a:pt x="120061" y="34790"/>
                  </a:lnTo>
                  <a:lnTo>
                    <a:pt x="119440" y="36041"/>
                  </a:lnTo>
                  <a:lnTo>
                    <a:pt x="119503" y="36409"/>
                  </a:lnTo>
                  <a:lnTo>
                    <a:pt x="119565" y="36768"/>
                  </a:lnTo>
                  <a:lnTo>
                    <a:pt x="119706" y="37595"/>
                  </a:lnTo>
                  <a:lnTo>
                    <a:pt x="120064" y="38414"/>
                  </a:lnTo>
                  <a:lnTo>
                    <a:pt x="120391" y="39164"/>
                  </a:lnTo>
                  <a:lnTo>
                    <a:pt x="122265" y="43459"/>
                  </a:lnTo>
                  <a:lnTo>
                    <a:pt x="122954" y="45038"/>
                  </a:lnTo>
                  <a:lnTo>
                    <a:pt x="123468" y="46216"/>
                  </a:lnTo>
                  <a:lnTo>
                    <a:pt x="126090" y="48993"/>
                  </a:lnTo>
                  <a:lnTo>
                    <a:pt x="123454" y="50386"/>
                  </a:lnTo>
                  <a:lnTo>
                    <a:pt x="123259" y="50489"/>
                  </a:lnTo>
                  <a:lnTo>
                    <a:pt x="121539" y="48660"/>
                  </a:lnTo>
                  <a:lnTo>
                    <a:pt x="120903" y="47984"/>
                  </a:lnTo>
                  <a:lnTo>
                    <a:pt x="120350" y="47296"/>
                  </a:lnTo>
                  <a:lnTo>
                    <a:pt x="119760" y="46564"/>
                  </a:lnTo>
                  <a:lnTo>
                    <a:pt x="115357" y="42214"/>
                  </a:lnTo>
                  <a:lnTo>
                    <a:pt x="114888" y="41751"/>
                  </a:lnTo>
                  <a:lnTo>
                    <a:pt x="114679" y="41808"/>
                  </a:lnTo>
                  <a:lnTo>
                    <a:pt x="113278" y="43254"/>
                  </a:lnTo>
                  <a:lnTo>
                    <a:pt x="112554" y="44000"/>
                  </a:lnTo>
                  <a:lnTo>
                    <a:pt x="111771" y="44808"/>
                  </a:lnTo>
                  <a:lnTo>
                    <a:pt x="110171" y="46459"/>
                  </a:lnTo>
                  <a:lnTo>
                    <a:pt x="109535" y="47115"/>
                  </a:lnTo>
                  <a:lnTo>
                    <a:pt x="107197" y="49453"/>
                  </a:lnTo>
                  <a:lnTo>
                    <a:pt x="106814" y="49284"/>
                  </a:lnTo>
                  <a:lnTo>
                    <a:pt x="104920" y="48450"/>
                  </a:lnTo>
                  <a:lnTo>
                    <a:pt x="104608" y="49358"/>
                  </a:lnTo>
                  <a:lnTo>
                    <a:pt x="103921" y="51363"/>
                  </a:lnTo>
                  <a:lnTo>
                    <a:pt x="103398" y="52888"/>
                  </a:lnTo>
                  <a:lnTo>
                    <a:pt x="103097" y="53766"/>
                  </a:lnTo>
                  <a:lnTo>
                    <a:pt x="101619" y="58078"/>
                  </a:lnTo>
                  <a:lnTo>
                    <a:pt x="101246" y="59165"/>
                  </a:lnTo>
                  <a:lnTo>
                    <a:pt x="100739" y="60642"/>
                  </a:lnTo>
                  <a:lnTo>
                    <a:pt x="100522" y="61276"/>
                  </a:lnTo>
                  <a:lnTo>
                    <a:pt x="100360" y="61748"/>
                  </a:lnTo>
                  <a:lnTo>
                    <a:pt x="100283" y="61884"/>
                  </a:lnTo>
                  <a:lnTo>
                    <a:pt x="99909" y="62547"/>
                  </a:lnTo>
                  <a:lnTo>
                    <a:pt x="99307" y="63759"/>
                  </a:lnTo>
                  <a:lnTo>
                    <a:pt x="98523" y="65334"/>
                  </a:lnTo>
                  <a:lnTo>
                    <a:pt x="98211" y="65962"/>
                  </a:lnTo>
                  <a:lnTo>
                    <a:pt x="98856" y="66677"/>
                  </a:lnTo>
                  <a:lnTo>
                    <a:pt x="102899" y="70349"/>
                  </a:lnTo>
                  <a:lnTo>
                    <a:pt x="102496" y="70811"/>
                  </a:lnTo>
                  <a:lnTo>
                    <a:pt x="99402" y="74357"/>
                  </a:lnTo>
                  <a:lnTo>
                    <a:pt x="98102" y="75805"/>
                  </a:lnTo>
                  <a:lnTo>
                    <a:pt x="97599" y="76351"/>
                  </a:lnTo>
                  <a:lnTo>
                    <a:pt x="95079" y="79087"/>
                  </a:lnTo>
                  <a:lnTo>
                    <a:pt x="94009" y="80249"/>
                  </a:lnTo>
                  <a:lnTo>
                    <a:pt x="91966" y="82466"/>
                  </a:lnTo>
                  <a:lnTo>
                    <a:pt x="83836" y="92007"/>
                  </a:lnTo>
                  <a:lnTo>
                    <a:pt x="80556" y="95857"/>
                  </a:lnTo>
                  <a:lnTo>
                    <a:pt x="76315" y="100833"/>
                  </a:lnTo>
                  <a:lnTo>
                    <a:pt x="75948" y="101264"/>
                  </a:lnTo>
                  <a:lnTo>
                    <a:pt x="70825" y="107276"/>
                  </a:lnTo>
                  <a:lnTo>
                    <a:pt x="66676" y="112045"/>
                  </a:lnTo>
                  <a:lnTo>
                    <a:pt x="59102" y="121128"/>
                  </a:lnTo>
                  <a:lnTo>
                    <a:pt x="54548" y="126591"/>
                  </a:lnTo>
                  <a:lnTo>
                    <a:pt x="48392" y="120865"/>
                  </a:lnTo>
                  <a:lnTo>
                    <a:pt x="45158" y="118208"/>
                  </a:lnTo>
                  <a:lnTo>
                    <a:pt x="38065" y="112382"/>
                  </a:lnTo>
                  <a:lnTo>
                    <a:pt x="34951" y="110040"/>
                  </a:lnTo>
                  <a:lnTo>
                    <a:pt x="28741" y="105368"/>
                  </a:lnTo>
                  <a:lnTo>
                    <a:pt x="23900" y="101661"/>
                  </a:lnTo>
                  <a:lnTo>
                    <a:pt x="17587" y="96825"/>
                  </a:lnTo>
                  <a:lnTo>
                    <a:pt x="17250" y="96567"/>
                  </a:lnTo>
                  <a:lnTo>
                    <a:pt x="11106" y="91018"/>
                  </a:lnTo>
                  <a:lnTo>
                    <a:pt x="8851" y="88981"/>
                  </a:lnTo>
                  <a:lnTo>
                    <a:pt x="4421" y="84538"/>
                  </a:lnTo>
                  <a:lnTo>
                    <a:pt x="7383" y="81268"/>
                  </a:lnTo>
                  <a:lnTo>
                    <a:pt x="10981" y="77295"/>
                  </a:lnTo>
                  <a:lnTo>
                    <a:pt x="12732" y="75362"/>
                  </a:lnTo>
                  <a:lnTo>
                    <a:pt x="14133" y="73931"/>
                  </a:lnTo>
                  <a:lnTo>
                    <a:pt x="16532" y="71478"/>
                  </a:lnTo>
                  <a:lnTo>
                    <a:pt x="19019" y="68614"/>
                  </a:lnTo>
                  <a:lnTo>
                    <a:pt x="19429" y="68142"/>
                  </a:lnTo>
                  <a:lnTo>
                    <a:pt x="19904" y="67595"/>
                  </a:lnTo>
                  <a:lnTo>
                    <a:pt x="16686" y="64162"/>
                  </a:lnTo>
                  <a:lnTo>
                    <a:pt x="14823" y="62175"/>
                  </a:lnTo>
                  <a:lnTo>
                    <a:pt x="15168" y="61784"/>
                  </a:lnTo>
                  <a:lnTo>
                    <a:pt x="15764" y="61111"/>
                  </a:lnTo>
                  <a:lnTo>
                    <a:pt x="15448" y="60762"/>
                  </a:lnTo>
                  <a:lnTo>
                    <a:pt x="13350" y="58444"/>
                  </a:lnTo>
                  <a:lnTo>
                    <a:pt x="12477" y="55705"/>
                  </a:lnTo>
                  <a:lnTo>
                    <a:pt x="11717" y="52186"/>
                  </a:lnTo>
                  <a:lnTo>
                    <a:pt x="11785" y="50796"/>
                  </a:lnTo>
                  <a:lnTo>
                    <a:pt x="13848" y="48424"/>
                  </a:lnTo>
                  <a:lnTo>
                    <a:pt x="13970" y="48275"/>
                  </a:lnTo>
                  <a:lnTo>
                    <a:pt x="12592" y="46508"/>
                  </a:lnTo>
                  <a:lnTo>
                    <a:pt x="12416" y="46281"/>
                  </a:lnTo>
                  <a:lnTo>
                    <a:pt x="12254" y="45732"/>
                  </a:lnTo>
                  <a:lnTo>
                    <a:pt x="10962" y="40042"/>
                  </a:lnTo>
                  <a:lnTo>
                    <a:pt x="10857" y="38340"/>
                  </a:lnTo>
                  <a:lnTo>
                    <a:pt x="10670" y="35304"/>
                  </a:lnTo>
                  <a:lnTo>
                    <a:pt x="10572" y="33711"/>
                  </a:lnTo>
                  <a:lnTo>
                    <a:pt x="9219" y="29165"/>
                  </a:lnTo>
                  <a:lnTo>
                    <a:pt x="10378" y="26392"/>
                  </a:lnTo>
                  <a:lnTo>
                    <a:pt x="7515" y="25839"/>
                  </a:lnTo>
                  <a:lnTo>
                    <a:pt x="6764" y="25694"/>
                  </a:lnTo>
                  <a:lnTo>
                    <a:pt x="7375" y="22277"/>
                  </a:lnTo>
                  <a:lnTo>
                    <a:pt x="7847" y="19635"/>
                  </a:lnTo>
                  <a:lnTo>
                    <a:pt x="7262" y="19429"/>
                  </a:lnTo>
                  <a:lnTo>
                    <a:pt x="6194" y="19052"/>
                  </a:lnTo>
                  <a:lnTo>
                    <a:pt x="6878" y="13984"/>
                  </a:lnTo>
                  <a:lnTo>
                    <a:pt x="7015" y="11371"/>
                  </a:lnTo>
                  <a:lnTo>
                    <a:pt x="7049" y="10722"/>
                  </a:lnTo>
                  <a:lnTo>
                    <a:pt x="4907" y="11337"/>
                  </a:lnTo>
                  <a:lnTo>
                    <a:pt x="1577" y="12295"/>
                  </a:lnTo>
                  <a:lnTo>
                    <a:pt x="0" y="8260"/>
                  </a:lnTo>
                  <a:lnTo>
                    <a:pt x="4386" y="0"/>
                  </a:lnTo>
                  <a:lnTo>
                    <a:pt x="10211" y="1538"/>
                  </a:lnTo>
                  <a:lnTo>
                    <a:pt x="13660" y="2449"/>
                  </a:lnTo>
                  <a:lnTo>
                    <a:pt x="18021" y="4634"/>
                  </a:lnTo>
                  <a:lnTo>
                    <a:pt x="19473" y="53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620263" y="3700993"/>
              <a:ext cx="110807" cy="128142"/>
            </a:xfrm>
            <a:custGeom>
              <a:avLst/>
              <a:pathLst>
                <a:path w="110807" h="128142">
                  <a:moveTo>
                    <a:pt x="105218" y="71172"/>
                  </a:moveTo>
                  <a:lnTo>
                    <a:pt x="104888" y="72153"/>
                  </a:lnTo>
                  <a:lnTo>
                    <a:pt x="104286" y="73941"/>
                  </a:lnTo>
                  <a:lnTo>
                    <a:pt x="104149" y="74349"/>
                  </a:lnTo>
                  <a:lnTo>
                    <a:pt x="104029" y="74706"/>
                  </a:lnTo>
                  <a:lnTo>
                    <a:pt x="103976" y="74864"/>
                  </a:lnTo>
                  <a:lnTo>
                    <a:pt x="103843" y="76359"/>
                  </a:lnTo>
                  <a:lnTo>
                    <a:pt x="103843" y="78553"/>
                  </a:lnTo>
                  <a:lnTo>
                    <a:pt x="103197" y="82224"/>
                  </a:lnTo>
                  <a:lnTo>
                    <a:pt x="101994" y="81772"/>
                  </a:lnTo>
                  <a:lnTo>
                    <a:pt x="99475" y="76993"/>
                  </a:lnTo>
                  <a:lnTo>
                    <a:pt x="96830" y="72345"/>
                  </a:lnTo>
                  <a:lnTo>
                    <a:pt x="96713" y="72140"/>
                  </a:lnTo>
                  <a:lnTo>
                    <a:pt x="92545" y="71572"/>
                  </a:lnTo>
                  <a:lnTo>
                    <a:pt x="92165" y="71534"/>
                  </a:lnTo>
                  <a:lnTo>
                    <a:pt x="91984" y="71961"/>
                  </a:lnTo>
                  <a:lnTo>
                    <a:pt x="85147" y="72665"/>
                  </a:lnTo>
                  <a:lnTo>
                    <a:pt x="85530" y="74571"/>
                  </a:lnTo>
                  <a:lnTo>
                    <a:pt x="85408" y="77394"/>
                  </a:lnTo>
                  <a:lnTo>
                    <a:pt x="85375" y="78166"/>
                  </a:lnTo>
                  <a:lnTo>
                    <a:pt x="84323" y="80652"/>
                  </a:lnTo>
                  <a:lnTo>
                    <a:pt x="84085" y="81145"/>
                  </a:lnTo>
                  <a:lnTo>
                    <a:pt x="83732" y="81877"/>
                  </a:lnTo>
                  <a:lnTo>
                    <a:pt x="84659" y="86480"/>
                  </a:lnTo>
                  <a:lnTo>
                    <a:pt x="87043" y="91309"/>
                  </a:lnTo>
                  <a:lnTo>
                    <a:pt x="87244" y="92018"/>
                  </a:lnTo>
                  <a:lnTo>
                    <a:pt x="87708" y="93659"/>
                  </a:lnTo>
                  <a:lnTo>
                    <a:pt x="87826" y="94718"/>
                  </a:lnTo>
                  <a:lnTo>
                    <a:pt x="88031" y="96558"/>
                  </a:lnTo>
                  <a:lnTo>
                    <a:pt x="84826" y="97402"/>
                  </a:lnTo>
                  <a:lnTo>
                    <a:pt x="88753" y="102898"/>
                  </a:lnTo>
                  <a:lnTo>
                    <a:pt x="85495" y="103015"/>
                  </a:lnTo>
                  <a:lnTo>
                    <a:pt x="83381" y="102922"/>
                  </a:lnTo>
                  <a:lnTo>
                    <a:pt x="83431" y="106287"/>
                  </a:lnTo>
                  <a:lnTo>
                    <a:pt x="83239" y="108406"/>
                  </a:lnTo>
                  <a:lnTo>
                    <a:pt x="83224" y="109753"/>
                  </a:lnTo>
                  <a:lnTo>
                    <a:pt x="83103" y="113423"/>
                  </a:lnTo>
                  <a:lnTo>
                    <a:pt x="83723" y="113598"/>
                  </a:lnTo>
                  <a:lnTo>
                    <a:pt x="82177" y="119139"/>
                  </a:lnTo>
                  <a:lnTo>
                    <a:pt x="81985" y="120508"/>
                  </a:lnTo>
                  <a:lnTo>
                    <a:pt x="83239" y="120559"/>
                  </a:lnTo>
                  <a:lnTo>
                    <a:pt x="85472" y="120467"/>
                  </a:lnTo>
                  <a:lnTo>
                    <a:pt x="85821" y="120453"/>
                  </a:lnTo>
                  <a:lnTo>
                    <a:pt x="90153" y="119229"/>
                  </a:lnTo>
                  <a:lnTo>
                    <a:pt x="93401" y="122006"/>
                  </a:lnTo>
                  <a:lnTo>
                    <a:pt x="92857" y="122730"/>
                  </a:lnTo>
                  <a:lnTo>
                    <a:pt x="89317" y="127443"/>
                  </a:lnTo>
                  <a:lnTo>
                    <a:pt x="88690" y="128142"/>
                  </a:lnTo>
                  <a:lnTo>
                    <a:pt x="86144" y="126201"/>
                  </a:lnTo>
                  <a:lnTo>
                    <a:pt x="84434" y="125599"/>
                  </a:lnTo>
                  <a:lnTo>
                    <a:pt x="79095" y="125520"/>
                  </a:lnTo>
                  <a:lnTo>
                    <a:pt x="77823" y="125501"/>
                  </a:lnTo>
                  <a:lnTo>
                    <a:pt x="74422" y="124239"/>
                  </a:lnTo>
                  <a:lnTo>
                    <a:pt x="70701" y="122567"/>
                  </a:lnTo>
                  <a:lnTo>
                    <a:pt x="69065" y="121831"/>
                  </a:lnTo>
                  <a:lnTo>
                    <a:pt x="62302" y="119559"/>
                  </a:lnTo>
                  <a:lnTo>
                    <a:pt x="58904" y="118949"/>
                  </a:lnTo>
                  <a:lnTo>
                    <a:pt x="58230" y="118648"/>
                  </a:lnTo>
                  <a:lnTo>
                    <a:pt x="57613" y="118774"/>
                  </a:lnTo>
                  <a:lnTo>
                    <a:pt x="56940" y="120957"/>
                  </a:lnTo>
                  <a:lnTo>
                    <a:pt x="52797" y="118570"/>
                  </a:lnTo>
                  <a:lnTo>
                    <a:pt x="50488" y="115278"/>
                  </a:lnTo>
                  <a:lnTo>
                    <a:pt x="49475" y="111213"/>
                  </a:lnTo>
                  <a:lnTo>
                    <a:pt x="48401" y="111849"/>
                  </a:lnTo>
                  <a:lnTo>
                    <a:pt x="46131" y="112937"/>
                  </a:lnTo>
                  <a:lnTo>
                    <a:pt x="44203" y="114053"/>
                  </a:lnTo>
                  <a:lnTo>
                    <a:pt x="43026" y="111276"/>
                  </a:lnTo>
                  <a:lnTo>
                    <a:pt x="42917" y="111019"/>
                  </a:lnTo>
                  <a:lnTo>
                    <a:pt x="41513" y="111845"/>
                  </a:lnTo>
                  <a:lnTo>
                    <a:pt x="37283" y="114330"/>
                  </a:lnTo>
                  <a:lnTo>
                    <a:pt x="36116" y="115016"/>
                  </a:lnTo>
                  <a:lnTo>
                    <a:pt x="35878" y="115155"/>
                  </a:lnTo>
                  <a:lnTo>
                    <a:pt x="33970" y="115958"/>
                  </a:lnTo>
                  <a:lnTo>
                    <a:pt x="32587" y="116539"/>
                  </a:lnTo>
                  <a:lnTo>
                    <a:pt x="31005" y="113743"/>
                  </a:lnTo>
                  <a:lnTo>
                    <a:pt x="30014" y="111950"/>
                  </a:lnTo>
                  <a:lnTo>
                    <a:pt x="29281" y="110626"/>
                  </a:lnTo>
                  <a:lnTo>
                    <a:pt x="28454" y="109571"/>
                  </a:lnTo>
                  <a:lnTo>
                    <a:pt x="27671" y="108572"/>
                  </a:lnTo>
                  <a:lnTo>
                    <a:pt x="26282" y="107135"/>
                  </a:lnTo>
                  <a:lnTo>
                    <a:pt x="25830" y="106666"/>
                  </a:lnTo>
                  <a:lnTo>
                    <a:pt x="25448" y="106271"/>
                  </a:lnTo>
                  <a:lnTo>
                    <a:pt x="23738" y="103802"/>
                  </a:lnTo>
                  <a:lnTo>
                    <a:pt x="22631" y="102205"/>
                  </a:lnTo>
                  <a:lnTo>
                    <a:pt x="22447" y="101940"/>
                  </a:lnTo>
                  <a:lnTo>
                    <a:pt x="21077" y="99962"/>
                  </a:lnTo>
                  <a:lnTo>
                    <a:pt x="20743" y="99351"/>
                  </a:lnTo>
                  <a:lnTo>
                    <a:pt x="20584" y="99060"/>
                  </a:lnTo>
                  <a:lnTo>
                    <a:pt x="19272" y="96660"/>
                  </a:lnTo>
                  <a:lnTo>
                    <a:pt x="12652" y="81646"/>
                  </a:lnTo>
                  <a:lnTo>
                    <a:pt x="13153" y="70643"/>
                  </a:lnTo>
                  <a:lnTo>
                    <a:pt x="19764" y="70410"/>
                  </a:lnTo>
                  <a:lnTo>
                    <a:pt x="19431" y="63201"/>
                  </a:lnTo>
                  <a:lnTo>
                    <a:pt x="14609" y="62180"/>
                  </a:lnTo>
                  <a:lnTo>
                    <a:pt x="13288" y="61901"/>
                  </a:lnTo>
                  <a:lnTo>
                    <a:pt x="8210" y="61334"/>
                  </a:lnTo>
                  <a:lnTo>
                    <a:pt x="8090" y="57377"/>
                  </a:lnTo>
                  <a:lnTo>
                    <a:pt x="7923" y="51881"/>
                  </a:lnTo>
                  <a:lnTo>
                    <a:pt x="7787" y="47407"/>
                  </a:lnTo>
                  <a:lnTo>
                    <a:pt x="7039" y="37155"/>
                  </a:lnTo>
                  <a:lnTo>
                    <a:pt x="5614" y="27834"/>
                  </a:lnTo>
                  <a:lnTo>
                    <a:pt x="3243" y="16722"/>
                  </a:lnTo>
                  <a:lnTo>
                    <a:pt x="2195" y="11813"/>
                  </a:lnTo>
                  <a:lnTo>
                    <a:pt x="0" y="0"/>
                  </a:lnTo>
                  <a:lnTo>
                    <a:pt x="8749" y="745"/>
                  </a:lnTo>
                  <a:lnTo>
                    <a:pt x="21573" y="1910"/>
                  </a:lnTo>
                  <a:lnTo>
                    <a:pt x="32687" y="3075"/>
                  </a:lnTo>
                  <a:lnTo>
                    <a:pt x="52350" y="8318"/>
                  </a:lnTo>
                  <a:lnTo>
                    <a:pt x="83981" y="14144"/>
                  </a:lnTo>
                  <a:lnTo>
                    <a:pt x="96840" y="16227"/>
                  </a:lnTo>
                  <a:lnTo>
                    <a:pt x="107349" y="17930"/>
                  </a:lnTo>
                  <a:lnTo>
                    <a:pt x="105589" y="24831"/>
                  </a:lnTo>
                  <a:lnTo>
                    <a:pt x="109038" y="30685"/>
                  </a:lnTo>
                  <a:lnTo>
                    <a:pt x="105361" y="33803"/>
                  </a:lnTo>
                  <a:lnTo>
                    <a:pt x="105330" y="34052"/>
                  </a:lnTo>
                  <a:lnTo>
                    <a:pt x="110237" y="41578"/>
                  </a:lnTo>
                  <a:lnTo>
                    <a:pt x="110807" y="42404"/>
                  </a:lnTo>
                  <a:lnTo>
                    <a:pt x="108149" y="46466"/>
                  </a:lnTo>
                  <a:lnTo>
                    <a:pt x="106225" y="49407"/>
                  </a:lnTo>
                  <a:lnTo>
                    <a:pt x="104612" y="51872"/>
                  </a:lnTo>
                  <a:lnTo>
                    <a:pt x="105319" y="52818"/>
                  </a:lnTo>
                  <a:lnTo>
                    <a:pt x="105433" y="52971"/>
                  </a:lnTo>
                  <a:lnTo>
                    <a:pt x="107543" y="55794"/>
                  </a:lnTo>
                  <a:lnTo>
                    <a:pt x="103592" y="56451"/>
                  </a:lnTo>
                  <a:lnTo>
                    <a:pt x="103353" y="57714"/>
                  </a:lnTo>
                  <a:lnTo>
                    <a:pt x="103269" y="58154"/>
                  </a:lnTo>
                  <a:lnTo>
                    <a:pt x="103032" y="59401"/>
                  </a:lnTo>
                  <a:lnTo>
                    <a:pt x="103184" y="61615"/>
                  </a:lnTo>
                  <a:lnTo>
                    <a:pt x="103219" y="62389"/>
                  </a:lnTo>
                  <a:lnTo>
                    <a:pt x="103289" y="63983"/>
                  </a:lnTo>
                  <a:lnTo>
                    <a:pt x="103739" y="65790"/>
                  </a:lnTo>
                  <a:lnTo>
                    <a:pt x="103907" y="67090"/>
                  </a:lnTo>
                  <a:lnTo>
                    <a:pt x="104264" y="68967"/>
                  </a:lnTo>
                  <a:lnTo>
                    <a:pt x="104643" y="69260"/>
                  </a:lnTo>
                  <a:lnTo>
                    <a:pt x="105139" y="7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652851" y="3812013"/>
              <a:ext cx="111012" cy="120378"/>
            </a:xfrm>
            <a:custGeom>
              <a:avLst/>
              <a:pathLst>
                <a:path w="111012" h="120378">
                  <a:moveTo>
                    <a:pt x="10439" y="256"/>
                  </a:moveTo>
                  <a:lnTo>
                    <a:pt x="11615" y="3034"/>
                  </a:lnTo>
                  <a:lnTo>
                    <a:pt x="13544" y="1917"/>
                  </a:lnTo>
                  <a:lnTo>
                    <a:pt x="15814" y="830"/>
                  </a:lnTo>
                  <a:lnTo>
                    <a:pt x="16887" y="194"/>
                  </a:lnTo>
                  <a:lnTo>
                    <a:pt x="17901" y="4259"/>
                  </a:lnTo>
                  <a:lnTo>
                    <a:pt x="20209" y="7550"/>
                  </a:lnTo>
                  <a:lnTo>
                    <a:pt x="24352" y="9937"/>
                  </a:lnTo>
                  <a:lnTo>
                    <a:pt x="25025" y="7754"/>
                  </a:lnTo>
                  <a:lnTo>
                    <a:pt x="25643" y="7628"/>
                  </a:lnTo>
                  <a:lnTo>
                    <a:pt x="26317" y="7929"/>
                  </a:lnTo>
                  <a:lnTo>
                    <a:pt x="29714" y="8540"/>
                  </a:lnTo>
                  <a:lnTo>
                    <a:pt x="36477" y="10812"/>
                  </a:lnTo>
                  <a:lnTo>
                    <a:pt x="38114" y="11547"/>
                  </a:lnTo>
                  <a:lnTo>
                    <a:pt x="41835" y="13219"/>
                  </a:lnTo>
                  <a:lnTo>
                    <a:pt x="45235" y="14482"/>
                  </a:lnTo>
                  <a:lnTo>
                    <a:pt x="46507" y="14500"/>
                  </a:lnTo>
                  <a:lnTo>
                    <a:pt x="51847" y="14579"/>
                  </a:lnTo>
                  <a:lnTo>
                    <a:pt x="53557" y="15181"/>
                  </a:lnTo>
                  <a:lnTo>
                    <a:pt x="56102" y="17123"/>
                  </a:lnTo>
                  <a:lnTo>
                    <a:pt x="56729" y="16424"/>
                  </a:lnTo>
                  <a:lnTo>
                    <a:pt x="57508" y="16987"/>
                  </a:lnTo>
                  <a:lnTo>
                    <a:pt x="62092" y="20928"/>
                  </a:lnTo>
                  <a:lnTo>
                    <a:pt x="62624" y="21386"/>
                  </a:lnTo>
                  <a:lnTo>
                    <a:pt x="63013" y="21720"/>
                  </a:lnTo>
                  <a:lnTo>
                    <a:pt x="65692" y="24079"/>
                  </a:lnTo>
                  <a:lnTo>
                    <a:pt x="63736" y="26544"/>
                  </a:lnTo>
                  <a:lnTo>
                    <a:pt x="62272" y="28390"/>
                  </a:lnTo>
                  <a:lnTo>
                    <a:pt x="57057" y="34682"/>
                  </a:lnTo>
                  <a:lnTo>
                    <a:pt x="57483" y="35031"/>
                  </a:lnTo>
                  <a:lnTo>
                    <a:pt x="62085" y="38802"/>
                  </a:lnTo>
                  <a:lnTo>
                    <a:pt x="65686" y="41440"/>
                  </a:lnTo>
                  <a:lnTo>
                    <a:pt x="67195" y="42545"/>
                  </a:lnTo>
                  <a:lnTo>
                    <a:pt x="67503" y="42809"/>
                  </a:lnTo>
                  <a:lnTo>
                    <a:pt x="74716" y="49011"/>
                  </a:lnTo>
                  <a:lnTo>
                    <a:pt x="75782" y="49943"/>
                  </a:lnTo>
                  <a:lnTo>
                    <a:pt x="70349" y="55910"/>
                  </a:lnTo>
                  <a:lnTo>
                    <a:pt x="66816" y="56781"/>
                  </a:lnTo>
                  <a:lnTo>
                    <a:pt x="67647" y="60058"/>
                  </a:lnTo>
                  <a:lnTo>
                    <a:pt x="66982" y="61186"/>
                  </a:lnTo>
                  <a:lnTo>
                    <a:pt x="67006" y="62691"/>
                  </a:lnTo>
                  <a:lnTo>
                    <a:pt x="67041" y="63501"/>
                  </a:lnTo>
                  <a:lnTo>
                    <a:pt x="67077" y="64342"/>
                  </a:lnTo>
                  <a:lnTo>
                    <a:pt x="66982" y="65677"/>
                  </a:lnTo>
                  <a:lnTo>
                    <a:pt x="66999" y="66291"/>
                  </a:lnTo>
                  <a:lnTo>
                    <a:pt x="67006" y="66575"/>
                  </a:lnTo>
                  <a:lnTo>
                    <a:pt x="66720" y="67097"/>
                  </a:lnTo>
                  <a:lnTo>
                    <a:pt x="66127" y="68177"/>
                  </a:lnTo>
                  <a:lnTo>
                    <a:pt x="66032" y="69100"/>
                  </a:lnTo>
                  <a:lnTo>
                    <a:pt x="68291" y="70502"/>
                  </a:lnTo>
                  <a:lnTo>
                    <a:pt x="68444" y="70597"/>
                  </a:lnTo>
                  <a:lnTo>
                    <a:pt x="70449" y="71843"/>
                  </a:lnTo>
                  <a:lnTo>
                    <a:pt x="73180" y="72279"/>
                  </a:lnTo>
                  <a:lnTo>
                    <a:pt x="75292" y="72166"/>
                  </a:lnTo>
                  <a:lnTo>
                    <a:pt x="75888" y="72134"/>
                  </a:lnTo>
                  <a:lnTo>
                    <a:pt x="76976" y="72232"/>
                  </a:lnTo>
                  <a:lnTo>
                    <a:pt x="78345" y="72356"/>
                  </a:lnTo>
                  <a:lnTo>
                    <a:pt x="80732" y="72207"/>
                  </a:lnTo>
                  <a:lnTo>
                    <a:pt x="80512" y="71462"/>
                  </a:lnTo>
                  <a:lnTo>
                    <a:pt x="82542" y="70418"/>
                  </a:lnTo>
                  <a:lnTo>
                    <a:pt x="87906" y="69731"/>
                  </a:lnTo>
                  <a:lnTo>
                    <a:pt x="87917" y="69253"/>
                  </a:lnTo>
                  <a:lnTo>
                    <a:pt x="89780" y="69211"/>
                  </a:lnTo>
                  <a:lnTo>
                    <a:pt x="90838" y="69187"/>
                  </a:lnTo>
                  <a:lnTo>
                    <a:pt x="91334" y="69176"/>
                  </a:lnTo>
                  <a:lnTo>
                    <a:pt x="92391" y="69152"/>
                  </a:lnTo>
                  <a:lnTo>
                    <a:pt x="95070" y="69092"/>
                  </a:lnTo>
                  <a:lnTo>
                    <a:pt x="95042" y="71624"/>
                  </a:lnTo>
                  <a:lnTo>
                    <a:pt x="96290" y="71831"/>
                  </a:lnTo>
                  <a:lnTo>
                    <a:pt x="100023" y="72450"/>
                  </a:lnTo>
                  <a:lnTo>
                    <a:pt x="101096" y="73194"/>
                  </a:lnTo>
                  <a:lnTo>
                    <a:pt x="101399" y="73395"/>
                  </a:lnTo>
                  <a:lnTo>
                    <a:pt x="102264" y="73852"/>
                  </a:lnTo>
                  <a:lnTo>
                    <a:pt x="102550" y="74002"/>
                  </a:lnTo>
                  <a:lnTo>
                    <a:pt x="103630" y="74572"/>
                  </a:lnTo>
                  <a:lnTo>
                    <a:pt x="103916" y="74722"/>
                  </a:lnTo>
                  <a:lnTo>
                    <a:pt x="104228" y="74887"/>
                  </a:lnTo>
                  <a:lnTo>
                    <a:pt x="107296" y="76275"/>
                  </a:lnTo>
                  <a:lnTo>
                    <a:pt x="107755" y="76427"/>
                  </a:lnTo>
                  <a:lnTo>
                    <a:pt x="109630" y="77045"/>
                  </a:lnTo>
                  <a:lnTo>
                    <a:pt x="111012" y="80819"/>
                  </a:lnTo>
                  <a:lnTo>
                    <a:pt x="110359" y="82605"/>
                  </a:lnTo>
                  <a:lnTo>
                    <a:pt x="109720" y="84349"/>
                  </a:lnTo>
                  <a:lnTo>
                    <a:pt x="109728" y="84752"/>
                  </a:lnTo>
                  <a:lnTo>
                    <a:pt x="109739" y="85280"/>
                  </a:lnTo>
                  <a:lnTo>
                    <a:pt x="109754" y="86011"/>
                  </a:lnTo>
                  <a:lnTo>
                    <a:pt x="109758" y="86213"/>
                  </a:lnTo>
                  <a:lnTo>
                    <a:pt x="108156" y="88588"/>
                  </a:lnTo>
                  <a:lnTo>
                    <a:pt x="107668" y="89311"/>
                  </a:lnTo>
                  <a:lnTo>
                    <a:pt x="107211" y="89839"/>
                  </a:lnTo>
                  <a:lnTo>
                    <a:pt x="106807" y="90405"/>
                  </a:lnTo>
                  <a:lnTo>
                    <a:pt x="106374" y="91169"/>
                  </a:lnTo>
                  <a:lnTo>
                    <a:pt x="106281" y="91392"/>
                  </a:lnTo>
                  <a:lnTo>
                    <a:pt x="106032" y="91981"/>
                  </a:lnTo>
                  <a:lnTo>
                    <a:pt x="105770" y="92901"/>
                  </a:lnTo>
                  <a:lnTo>
                    <a:pt x="105663" y="93597"/>
                  </a:lnTo>
                  <a:lnTo>
                    <a:pt x="105624" y="93850"/>
                  </a:lnTo>
                  <a:lnTo>
                    <a:pt x="105616" y="94162"/>
                  </a:lnTo>
                  <a:lnTo>
                    <a:pt x="105598" y="94809"/>
                  </a:lnTo>
                  <a:lnTo>
                    <a:pt x="105693" y="95763"/>
                  </a:lnTo>
                  <a:lnTo>
                    <a:pt x="105953" y="96581"/>
                  </a:lnTo>
                  <a:lnTo>
                    <a:pt x="106120" y="97103"/>
                  </a:lnTo>
                  <a:lnTo>
                    <a:pt x="106215" y="97401"/>
                  </a:lnTo>
                  <a:lnTo>
                    <a:pt x="106880" y="100035"/>
                  </a:lnTo>
                  <a:lnTo>
                    <a:pt x="106675" y="101237"/>
                  </a:lnTo>
                  <a:lnTo>
                    <a:pt x="108041" y="109001"/>
                  </a:lnTo>
                  <a:lnTo>
                    <a:pt x="108243" y="109805"/>
                  </a:lnTo>
                  <a:lnTo>
                    <a:pt x="108351" y="110235"/>
                  </a:lnTo>
                  <a:lnTo>
                    <a:pt x="107880" y="110304"/>
                  </a:lnTo>
                  <a:lnTo>
                    <a:pt x="106992" y="110434"/>
                  </a:lnTo>
                  <a:lnTo>
                    <a:pt x="104092" y="110859"/>
                  </a:lnTo>
                  <a:lnTo>
                    <a:pt x="101549" y="111232"/>
                  </a:lnTo>
                  <a:lnTo>
                    <a:pt x="99905" y="111473"/>
                  </a:lnTo>
                  <a:lnTo>
                    <a:pt x="94981" y="112194"/>
                  </a:lnTo>
                  <a:lnTo>
                    <a:pt x="94702" y="112235"/>
                  </a:lnTo>
                  <a:lnTo>
                    <a:pt x="92983" y="112487"/>
                  </a:lnTo>
                  <a:lnTo>
                    <a:pt x="92811" y="112510"/>
                  </a:lnTo>
                  <a:lnTo>
                    <a:pt x="86391" y="113371"/>
                  </a:lnTo>
                  <a:lnTo>
                    <a:pt x="80782" y="114123"/>
                  </a:lnTo>
                  <a:lnTo>
                    <a:pt x="79931" y="114237"/>
                  </a:lnTo>
                  <a:lnTo>
                    <a:pt x="74185" y="115007"/>
                  </a:lnTo>
                  <a:lnTo>
                    <a:pt x="73099" y="115153"/>
                  </a:lnTo>
                  <a:lnTo>
                    <a:pt x="71971" y="115304"/>
                  </a:lnTo>
                  <a:lnTo>
                    <a:pt x="71760" y="115332"/>
                  </a:lnTo>
                  <a:lnTo>
                    <a:pt x="67793" y="115884"/>
                  </a:lnTo>
                  <a:lnTo>
                    <a:pt x="65925" y="116144"/>
                  </a:lnTo>
                  <a:lnTo>
                    <a:pt x="60949" y="116836"/>
                  </a:lnTo>
                  <a:lnTo>
                    <a:pt x="58852" y="117128"/>
                  </a:lnTo>
                  <a:lnTo>
                    <a:pt x="57312" y="117342"/>
                  </a:lnTo>
                  <a:lnTo>
                    <a:pt x="54561" y="117779"/>
                  </a:lnTo>
                  <a:lnTo>
                    <a:pt x="52494" y="118107"/>
                  </a:lnTo>
                  <a:lnTo>
                    <a:pt x="52131" y="118164"/>
                  </a:lnTo>
                  <a:lnTo>
                    <a:pt x="48818" y="118690"/>
                  </a:lnTo>
                  <a:lnTo>
                    <a:pt x="47867" y="118841"/>
                  </a:lnTo>
                  <a:lnTo>
                    <a:pt x="46484" y="119061"/>
                  </a:lnTo>
                  <a:lnTo>
                    <a:pt x="45770" y="119138"/>
                  </a:lnTo>
                  <a:lnTo>
                    <a:pt x="44865" y="119236"/>
                  </a:lnTo>
                  <a:lnTo>
                    <a:pt x="38740" y="119899"/>
                  </a:lnTo>
                  <a:lnTo>
                    <a:pt x="38249" y="119952"/>
                  </a:lnTo>
                  <a:lnTo>
                    <a:pt x="36121" y="120182"/>
                  </a:lnTo>
                  <a:lnTo>
                    <a:pt x="35833" y="120213"/>
                  </a:lnTo>
                  <a:lnTo>
                    <a:pt x="34370" y="120371"/>
                  </a:lnTo>
                  <a:lnTo>
                    <a:pt x="33603" y="120378"/>
                  </a:lnTo>
                  <a:lnTo>
                    <a:pt x="33542" y="119937"/>
                  </a:lnTo>
                  <a:lnTo>
                    <a:pt x="33500" y="119632"/>
                  </a:lnTo>
                  <a:lnTo>
                    <a:pt x="33187" y="117358"/>
                  </a:lnTo>
                  <a:lnTo>
                    <a:pt x="32380" y="111491"/>
                  </a:lnTo>
                  <a:lnTo>
                    <a:pt x="30898" y="111530"/>
                  </a:lnTo>
                  <a:lnTo>
                    <a:pt x="30552" y="109377"/>
                  </a:lnTo>
                  <a:lnTo>
                    <a:pt x="30289" y="107736"/>
                  </a:lnTo>
                  <a:lnTo>
                    <a:pt x="29235" y="101816"/>
                  </a:lnTo>
                  <a:lnTo>
                    <a:pt x="29140" y="101279"/>
                  </a:lnTo>
                  <a:lnTo>
                    <a:pt x="28929" y="98619"/>
                  </a:lnTo>
                  <a:lnTo>
                    <a:pt x="28680" y="95474"/>
                  </a:lnTo>
                  <a:lnTo>
                    <a:pt x="28658" y="95201"/>
                  </a:lnTo>
                  <a:lnTo>
                    <a:pt x="28195" y="93562"/>
                  </a:lnTo>
                  <a:lnTo>
                    <a:pt x="27756" y="93089"/>
                  </a:lnTo>
                  <a:lnTo>
                    <a:pt x="26165" y="90941"/>
                  </a:lnTo>
                  <a:lnTo>
                    <a:pt x="24472" y="88075"/>
                  </a:lnTo>
                  <a:lnTo>
                    <a:pt x="23166" y="85356"/>
                  </a:lnTo>
                  <a:lnTo>
                    <a:pt x="22323" y="82979"/>
                  </a:lnTo>
                  <a:lnTo>
                    <a:pt x="21900" y="81797"/>
                  </a:lnTo>
                  <a:lnTo>
                    <a:pt x="20386" y="77567"/>
                  </a:lnTo>
                  <a:lnTo>
                    <a:pt x="19180" y="75002"/>
                  </a:lnTo>
                  <a:lnTo>
                    <a:pt x="20719" y="73604"/>
                  </a:lnTo>
                  <a:lnTo>
                    <a:pt x="20499" y="71584"/>
                  </a:lnTo>
                  <a:lnTo>
                    <a:pt x="22181" y="68516"/>
                  </a:lnTo>
                  <a:lnTo>
                    <a:pt x="21934" y="67545"/>
                  </a:lnTo>
                  <a:lnTo>
                    <a:pt x="22116" y="67268"/>
                  </a:lnTo>
                  <a:lnTo>
                    <a:pt x="22436" y="66781"/>
                  </a:lnTo>
                  <a:lnTo>
                    <a:pt x="22650" y="66455"/>
                  </a:lnTo>
                  <a:lnTo>
                    <a:pt x="22252" y="64523"/>
                  </a:lnTo>
                  <a:lnTo>
                    <a:pt x="23215" y="63047"/>
                  </a:lnTo>
                  <a:lnTo>
                    <a:pt x="23717" y="61619"/>
                  </a:lnTo>
                  <a:lnTo>
                    <a:pt x="23907" y="60085"/>
                  </a:lnTo>
                  <a:lnTo>
                    <a:pt x="23717" y="59590"/>
                  </a:lnTo>
                  <a:lnTo>
                    <a:pt x="21931" y="54939"/>
                  </a:lnTo>
                  <a:lnTo>
                    <a:pt x="21248" y="54135"/>
                  </a:lnTo>
                  <a:lnTo>
                    <a:pt x="14427" y="46104"/>
                  </a:lnTo>
                  <a:lnTo>
                    <a:pt x="11435" y="45521"/>
                  </a:lnTo>
                  <a:lnTo>
                    <a:pt x="11065" y="34258"/>
                  </a:lnTo>
                  <a:lnTo>
                    <a:pt x="12060" y="34485"/>
                  </a:lnTo>
                  <a:lnTo>
                    <a:pt x="18888" y="36041"/>
                  </a:lnTo>
                  <a:lnTo>
                    <a:pt x="19861" y="35127"/>
                  </a:lnTo>
                  <a:lnTo>
                    <a:pt x="20142" y="33847"/>
                  </a:lnTo>
                  <a:lnTo>
                    <a:pt x="18999" y="29751"/>
                  </a:lnTo>
                  <a:lnTo>
                    <a:pt x="19100" y="27007"/>
                  </a:lnTo>
                  <a:lnTo>
                    <a:pt x="19021" y="24255"/>
                  </a:lnTo>
                  <a:lnTo>
                    <a:pt x="18792" y="24095"/>
                  </a:lnTo>
                  <a:lnTo>
                    <a:pt x="14950" y="21413"/>
                  </a:lnTo>
                  <a:lnTo>
                    <a:pt x="13157" y="19487"/>
                  </a:lnTo>
                  <a:lnTo>
                    <a:pt x="10499" y="16632"/>
                  </a:lnTo>
                  <a:lnTo>
                    <a:pt x="10221" y="16307"/>
                  </a:lnTo>
                  <a:lnTo>
                    <a:pt x="4785" y="11353"/>
                  </a:lnTo>
                  <a:lnTo>
                    <a:pt x="3718" y="8462"/>
                  </a:lnTo>
                  <a:lnTo>
                    <a:pt x="0" y="5519"/>
                  </a:lnTo>
                  <a:lnTo>
                    <a:pt x="1382" y="4938"/>
                  </a:lnTo>
                  <a:lnTo>
                    <a:pt x="3291" y="4136"/>
                  </a:lnTo>
                  <a:lnTo>
                    <a:pt x="3529" y="3996"/>
                  </a:lnTo>
                  <a:lnTo>
                    <a:pt x="4695" y="3310"/>
                  </a:lnTo>
                  <a:lnTo>
                    <a:pt x="8925" y="825"/>
                  </a:lnTo>
                  <a:lnTo>
                    <a:pt x="103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517611" y="3469563"/>
              <a:ext cx="161437" cy="122187"/>
            </a:xfrm>
            <a:custGeom>
              <a:avLst/>
              <a:pathLst>
                <a:path w="161437" h="122187">
                  <a:moveTo>
                    <a:pt x="39466" y="2852"/>
                  </a:moveTo>
                  <a:lnTo>
                    <a:pt x="42435" y="11408"/>
                  </a:lnTo>
                  <a:lnTo>
                    <a:pt x="43555" y="10856"/>
                  </a:lnTo>
                  <a:lnTo>
                    <a:pt x="44895" y="10196"/>
                  </a:lnTo>
                  <a:lnTo>
                    <a:pt x="50364" y="16169"/>
                  </a:lnTo>
                  <a:lnTo>
                    <a:pt x="51401" y="17301"/>
                  </a:lnTo>
                  <a:lnTo>
                    <a:pt x="54906" y="21612"/>
                  </a:lnTo>
                  <a:lnTo>
                    <a:pt x="56503" y="23370"/>
                  </a:lnTo>
                  <a:lnTo>
                    <a:pt x="57220" y="24159"/>
                  </a:lnTo>
                  <a:lnTo>
                    <a:pt x="59831" y="27035"/>
                  </a:lnTo>
                  <a:lnTo>
                    <a:pt x="61468" y="28837"/>
                  </a:lnTo>
                  <a:lnTo>
                    <a:pt x="64148" y="33615"/>
                  </a:lnTo>
                  <a:lnTo>
                    <a:pt x="64372" y="34014"/>
                  </a:lnTo>
                  <a:lnTo>
                    <a:pt x="65497" y="36020"/>
                  </a:lnTo>
                  <a:lnTo>
                    <a:pt x="65650" y="36292"/>
                  </a:lnTo>
                  <a:lnTo>
                    <a:pt x="66448" y="35914"/>
                  </a:lnTo>
                  <a:lnTo>
                    <a:pt x="67359" y="37004"/>
                  </a:lnTo>
                  <a:lnTo>
                    <a:pt x="71514" y="41966"/>
                  </a:lnTo>
                  <a:lnTo>
                    <a:pt x="73951" y="44611"/>
                  </a:lnTo>
                  <a:lnTo>
                    <a:pt x="74304" y="44995"/>
                  </a:lnTo>
                  <a:lnTo>
                    <a:pt x="75460" y="46313"/>
                  </a:lnTo>
                  <a:lnTo>
                    <a:pt x="76507" y="47507"/>
                  </a:lnTo>
                  <a:lnTo>
                    <a:pt x="79103" y="49330"/>
                  </a:lnTo>
                  <a:lnTo>
                    <a:pt x="80878" y="50577"/>
                  </a:lnTo>
                  <a:lnTo>
                    <a:pt x="82756" y="53130"/>
                  </a:lnTo>
                  <a:lnTo>
                    <a:pt x="83755" y="53607"/>
                  </a:lnTo>
                  <a:lnTo>
                    <a:pt x="84857" y="54134"/>
                  </a:lnTo>
                  <a:lnTo>
                    <a:pt x="86619" y="54976"/>
                  </a:lnTo>
                  <a:lnTo>
                    <a:pt x="89633" y="56417"/>
                  </a:lnTo>
                  <a:lnTo>
                    <a:pt x="90146" y="56755"/>
                  </a:lnTo>
                  <a:lnTo>
                    <a:pt x="92020" y="57986"/>
                  </a:lnTo>
                  <a:lnTo>
                    <a:pt x="93549" y="58990"/>
                  </a:lnTo>
                  <a:lnTo>
                    <a:pt x="93768" y="59134"/>
                  </a:lnTo>
                  <a:lnTo>
                    <a:pt x="95618" y="60350"/>
                  </a:lnTo>
                  <a:lnTo>
                    <a:pt x="96763" y="60960"/>
                  </a:lnTo>
                  <a:lnTo>
                    <a:pt x="98263" y="62223"/>
                  </a:lnTo>
                  <a:lnTo>
                    <a:pt x="100120" y="63787"/>
                  </a:lnTo>
                  <a:lnTo>
                    <a:pt x="100246" y="63651"/>
                  </a:lnTo>
                  <a:lnTo>
                    <a:pt x="103735" y="59884"/>
                  </a:lnTo>
                  <a:lnTo>
                    <a:pt x="106818" y="63130"/>
                  </a:lnTo>
                  <a:lnTo>
                    <a:pt x="107456" y="63802"/>
                  </a:lnTo>
                  <a:lnTo>
                    <a:pt x="107795" y="65105"/>
                  </a:lnTo>
                  <a:lnTo>
                    <a:pt x="108539" y="67966"/>
                  </a:lnTo>
                  <a:lnTo>
                    <a:pt x="108647" y="68382"/>
                  </a:lnTo>
                  <a:lnTo>
                    <a:pt x="111917" y="73389"/>
                  </a:lnTo>
                  <a:lnTo>
                    <a:pt x="113083" y="72835"/>
                  </a:lnTo>
                  <a:lnTo>
                    <a:pt x="113763" y="73091"/>
                  </a:lnTo>
                  <a:lnTo>
                    <a:pt x="113932" y="73181"/>
                  </a:lnTo>
                  <a:lnTo>
                    <a:pt x="115237" y="73878"/>
                  </a:lnTo>
                  <a:lnTo>
                    <a:pt x="117852" y="75712"/>
                  </a:lnTo>
                  <a:lnTo>
                    <a:pt x="118953" y="76484"/>
                  </a:lnTo>
                  <a:lnTo>
                    <a:pt x="120695" y="75712"/>
                  </a:lnTo>
                  <a:lnTo>
                    <a:pt x="120986" y="75584"/>
                  </a:lnTo>
                  <a:lnTo>
                    <a:pt x="121376" y="75712"/>
                  </a:lnTo>
                  <a:lnTo>
                    <a:pt x="123179" y="76306"/>
                  </a:lnTo>
                  <a:lnTo>
                    <a:pt x="124660" y="78403"/>
                  </a:lnTo>
                  <a:lnTo>
                    <a:pt x="125083" y="79709"/>
                  </a:lnTo>
                  <a:lnTo>
                    <a:pt x="125792" y="81901"/>
                  </a:lnTo>
                  <a:lnTo>
                    <a:pt x="127026" y="85714"/>
                  </a:lnTo>
                  <a:lnTo>
                    <a:pt x="126687" y="86300"/>
                  </a:lnTo>
                  <a:lnTo>
                    <a:pt x="127611" y="88747"/>
                  </a:lnTo>
                  <a:lnTo>
                    <a:pt x="127952" y="89649"/>
                  </a:lnTo>
                  <a:lnTo>
                    <a:pt x="128036" y="89873"/>
                  </a:lnTo>
                  <a:lnTo>
                    <a:pt x="129935" y="93662"/>
                  </a:lnTo>
                  <a:lnTo>
                    <a:pt x="129963" y="94145"/>
                  </a:lnTo>
                  <a:lnTo>
                    <a:pt x="130036" y="95395"/>
                  </a:lnTo>
                  <a:lnTo>
                    <a:pt x="130150" y="95621"/>
                  </a:lnTo>
                  <a:lnTo>
                    <a:pt x="130284" y="95887"/>
                  </a:lnTo>
                  <a:lnTo>
                    <a:pt x="131014" y="97330"/>
                  </a:lnTo>
                  <a:lnTo>
                    <a:pt x="131251" y="97800"/>
                  </a:lnTo>
                  <a:lnTo>
                    <a:pt x="132672" y="100611"/>
                  </a:lnTo>
                  <a:lnTo>
                    <a:pt x="135505" y="100240"/>
                  </a:lnTo>
                  <a:lnTo>
                    <a:pt x="135702" y="100198"/>
                  </a:lnTo>
                  <a:lnTo>
                    <a:pt x="142712" y="98696"/>
                  </a:lnTo>
                  <a:lnTo>
                    <a:pt x="144662" y="98279"/>
                  </a:lnTo>
                  <a:lnTo>
                    <a:pt x="145707" y="97844"/>
                  </a:lnTo>
                  <a:lnTo>
                    <a:pt x="145975" y="98083"/>
                  </a:lnTo>
                  <a:lnTo>
                    <a:pt x="148058" y="99931"/>
                  </a:lnTo>
                  <a:lnTo>
                    <a:pt x="152978" y="104298"/>
                  </a:lnTo>
                  <a:lnTo>
                    <a:pt x="153456" y="104723"/>
                  </a:lnTo>
                  <a:lnTo>
                    <a:pt x="154438" y="104795"/>
                  </a:lnTo>
                  <a:lnTo>
                    <a:pt x="161272" y="105298"/>
                  </a:lnTo>
                  <a:lnTo>
                    <a:pt x="161437" y="105311"/>
                  </a:lnTo>
                  <a:lnTo>
                    <a:pt x="161421" y="105485"/>
                  </a:lnTo>
                  <a:lnTo>
                    <a:pt x="161325" y="106522"/>
                  </a:lnTo>
                  <a:lnTo>
                    <a:pt x="161183" y="108072"/>
                  </a:lnTo>
                  <a:lnTo>
                    <a:pt x="161158" y="108341"/>
                  </a:lnTo>
                  <a:lnTo>
                    <a:pt x="160624" y="114161"/>
                  </a:lnTo>
                  <a:lnTo>
                    <a:pt x="160539" y="115095"/>
                  </a:lnTo>
                  <a:lnTo>
                    <a:pt x="160437" y="116269"/>
                  </a:lnTo>
                  <a:lnTo>
                    <a:pt x="160403" y="116652"/>
                  </a:lnTo>
                  <a:lnTo>
                    <a:pt x="160283" y="118041"/>
                  </a:lnTo>
                  <a:lnTo>
                    <a:pt x="160270" y="118190"/>
                  </a:lnTo>
                  <a:lnTo>
                    <a:pt x="160256" y="118343"/>
                  </a:lnTo>
                  <a:lnTo>
                    <a:pt x="160198" y="119011"/>
                  </a:lnTo>
                  <a:lnTo>
                    <a:pt x="160187" y="119149"/>
                  </a:lnTo>
                  <a:lnTo>
                    <a:pt x="160154" y="119528"/>
                  </a:lnTo>
                  <a:lnTo>
                    <a:pt x="160108" y="120050"/>
                  </a:lnTo>
                  <a:lnTo>
                    <a:pt x="160086" y="120310"/>
                  </a:lnTo>
                  <a:lnTo>
                    <a:pt x="160063" y="120576"/>
                  </a:lnTo>
                  <a:lnTo>
                    <a:pt x="160050" y="120720"/>
                  </a:lnTo>
                  <a:lnTo>
                    <a:pt x="160038" y="120858"/>
                  </a:lnTo>
                  <a:lnTo>
                    <a:pt x="160019" y="121082"/>
                  </a:lnTo>
                  <a:lnTo>
                    <a:pt x="159970" y="121646"/>
                  </a:lnTo>
                  <a:lnTo>
                    <a:pt x="159921" y="122187"/>
                  </a:lnTo>
                  <a:lnTo>
                    <a:pt x="159475" y="122156"/>
                  </a:lnTo>
                  <a:lnTo>
                    <a:pt x="153882" y="121773"/>
                  </a:lnTo>
                  <a:lnTo>
                    <a:pt x="149576" y="121478"/>
                  </a:lnTo>
                  <a:lnTo>
                    <a:pt x="146858" y="121292"/>
                  </a:lnTo>
                  <a:lnTo>
                    <a:pt x="138385" y="120711"/>
                  </a:lnTo>
                  <a:lnTo>
                    <a:pt x="135370" y="120505"/>
                  </a:lnTo>
                  <a:lnTo>
                    <a:pt x="129222" y="120593"/>
                  </a:lnTo>
                  <a:lnTo>
                    <a:pt x="120076" y="120105"/>
                  </a:lnTo>
                  <a:lnTo>
                    <a:pt x="111995" y="119803"/>
                  </a:lnTo>
                  <a:lnTo>
                    <a:pt x="110405" y="119698"/>
                  </a:lnTo>
                  <a:lnTo>
                    <a:pt x="103932" y="119275"/>
                  </a:lnTo>
                  <a:lnTo>
                    <a:pt x="100233" y="118678"/>
                  </a:lnTo>
                  <a:lnTo>
                    <a:pt x="95911" y="118314"/>
                  </a:lnTo>
                  <a:lnTo>
                    <a:pt x="95090" y="118219"/>
                  </a:lnTo>
                  <a:lnTo>
                    <a:pt x="89400" y="117562"/>
                  </a:lnTo>
                  <a:lnTo>
                    <a:pt x="88119" y="117415"/>
                  </a:lnTo>
                  <a:lnTo>
                    <a:pt x="87549" y="117349"/>
                  </a:lnTo>
                  <a:lnTo>
                    <a:pt x="84896" y="116981"/>
                  </a:lnTo>
                  <a:lnTo>
                    <a:pt x="82713" y="116678"/>
                  </a:lnTo>
                  <a:lnTo>
                    <a:pt x="80782" y="116410"/>
                  </a:lnTo>
                  <a:lnTo>
                    <a:pt x="80332" y="116348"/>
                  </a:lnTo>
                  <a:lnTo>
                    <a:pt x="74014" y="115569"/>
                  </a:lnTo>
                  <a:lnTo>
                    <a:pt x="72448" y="115377"/>
                  </a:lnTo>
                  <a:lnTo>
                    <a:pt x="68558" y="114648"/>
                  </a:lnTo>
                  <a:lnTo>
                    <a:pt x="68173" y="114576"/>
                  </a:lnTo>
                  <a:lnTo>
                    <a:pt x="64611" y="114333"/>
                  </a:lnTo>
                  <a:lnTo>
                    <a:pt x="57154" y="114295"/>
                  </a:lnTo>
                  <a:lnTo>
                    <a:pt x="55957" y="114289"/>
                  </a:lnTo>
                  <a:lnTo>
                    <a:pt x="55136" y="114284"/>
                  </a:lnTo>
                  <a:lnTo>
                    <a:pt x="52353" y="114345"/>
                  </a:lnTo>
                  <a:lnTo>
                    <a:pt x="50719" y="114381"/>
                  </a:lnTo>
                  <a:lnTo>
                    <a:pt x="47750" y="112852"/>
                  </a:lnTo>
                  <a:lnTo>
                    <a:pt x="47513" y="112731"/>
                  </a:lnTo>
                  <a:lnTo>
                    <a:pt x="44922" y="110309"/>
                  </a:lnTo>
                  <a:lnTo>
                    <a:pt x="42686" y="107843"/>
                  </a:lnTo>
                  <a:lnTo>
                    <a:pt x="40152" y="105049"/>
                  </a:lnTo>
                  <a:lnTo>
                    <a:pt x="40009" y="104891"/>
                  </a:lnTo>
                  <a:lnTo>
                    <a:pt x="39804" y="104352"/>
                  </a:lnTo>
                  <a:lnTo>
                    <a:pt x="39463" y="103458"/>
                  </a:lnTo>
                  <a:lnTo>
                    <a:pt x="35259" y="98579"/>
                  </a:lnTo>
                  <a:lnTo>
                    <a:pt x="29869" y="97244"/>
                  </a:lnTo>
                  <a:lnTo>
                    <a:pt x="26880" y="96626"/>
                  </a:lnTo>
                  <a:lnTo>
                    <a:pt x="24274" y="96087"/>
                  </a:lnTo>
                  <a:lnTo>
                    <a:pt x="22713" y="95764"/>
                  </a:lnTo>
                  <a:lnTo>
                    <a:pt x="19895" y="95181"/>
                  </a:lnTo>
                  <a:lnTo>
                    <a:pt x="19736" y="95094"/>
                  </a:lnTo>
                  <a:lnTo>
                    <a:pt x="17628" y="93935"/>
                  </a:lnTo>
                  <a:lnTo>
                    <a:pt x="11907" y="90791"/>
                  </a:lnTo>
                  <a:lnTo>
                    <a:pt x="10135" y="89817"/>
                  </a:lnTo>
                  <a:lnTo>
                    <a:pt x="10148" y="88741"/>
                  </a:lnTo>
                  <a:lnTo>
                    <a:pt x="10157" y="87997"/>
                  </a:lnTo>
                  <a:lnTo>
                    <a:pt x="10706" y="86747"/>
                  </a:lnTo>
                  <a:lnTo>
                    <a:pt x="11111" y="85624"/>
                  </a:lnTo>
                  <a:lnTo>
                    <a:pt x="11308" y="83908"/>
                  </a:lnTo>
                  <a:lnTo>
                    <a:pt x="11521" y="83416"/>
                  </a:lnTo>
                  <a:lnTo>
                    <a:pt x="12115" y="82041"/>
                  </a:lnTo>
                  <a:lnTo>
                    <a:pt x="12516" y="81114"/>
                  </a:lnTo>
                  <a:lnTo>
                    <a:pt x="14109" y="77429"/>
                  </a:lnTo>
                  <a:lnTo>
                    <a:pt x="14431" y="75218"/>
                  </a:lnTo>
                  <a:lnTo>
                    <a:pt x="14623" y="71810"/>
                  </a:lnTo>
                  <a:lnTo>
                    <a:pt x="14698" y="70486"/>
                  </a:lnTo>
                  <a:lnTo>
                    <a:pt x="14453" y="68644"/>
                  </a:lnTo>
                  <a:lnTo>
                    <a:pt x="8349" y="69306"/>
                  </a:lnTo>
                  <a:lnTo>
                    <a:pt x="8238" y="69054"/>
                  </a:lnTo>
                  <a:lnTo>
                    <a:pt x="6719" y="65625"/>
                  </a:lnTo>
                  <a:lnTo>
                    <a:pt x="5552" y="62990"/>
                  </a:lnTo>
                  <a:lnTo>
                    <a:pt x="4564" y="61820"/>
                  </a:lnTo>
                  <a:lnTo>
                    <a:pt x="3667" y="59492"/>
                  </a:lnTo>
                  <a:lnTo>
                    <a:pt x="1415" y="53649"/>
                  </a:lnTo>
                  <a:lnTo>
                    <a:pt x="371" y="51291"/>
                  </a:lnTo>
                  <a:lnTo>
                    <a:pt x="0" y="50452"/>
                  </a:lnTo>
                  <a:lnTo>
                    <a:pt x="1680" y="50001"/>
                  </a:lnTo>
                  <a:lnTo>
                    <a:pt x="4673" y="48496"/>
                  </a:lnTo>
                  <a:lnTo>
                    <a:pt x="9411" y="47856"/>
                  </a:lnTo>
                  <a:lnTo>
                    <a:pt x="13127" y="47622"/>
                  </a:lnTo>
                  <a:lnTo>
                    <a:pt x="16451" y="46651"/>
                  </a:lnTo>
                  <a:lnTo>
                    <a:pt x="17551" y="45110"/>
                  </a:lnTo>
                  <a:lnTo>
                    <a:pt x="23254" y="44680"/>
                  </a:lnTo>
                  <a:lnTo>
                    <a:pt x="35698" y="41864"/>
                  </a:lnTo>
                  <a:lnTo>
                    <a:pt x="35565" y="41227"/>
                  </a:lnTo>
                  <a:lnTo>
                    <a:pt x="34534" y="36281"/>
                  </a:lnTo>
                  <a:lnTo>
                    <a:pt x="38690" y="35674"/>
                  </a:lnTo>
                  <a:lnTo>
                    <a:pt x="36909" y="29800"/>
                  </a:lnTo>
                  <a:lnTo>
                    <a:pt x="35199" y="25140"/>
                  </a:lnTo>
                  <a:lnTo>
                    <a:pt x="32634" y="19508"/>
                  </a:lnTo>
                  <a:lnTo>
                    <a:pt x="27600" y="12420"/>
                  </a:lnTo>
                  <a:lnTo>
                    <a:pt x="30164" y="4750"/>
                  </a:lnTo>
                  <a:lnTo>
                    <a:pt x="32608" y="1981"/>
                  </a:lnTo>
                  <a:lnTo>
                    <a:pt x="357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538392" y="3590069"/>
              <a:ext cx="185221" cy="127152"/>
            </a:xfrm>
            <a:custGeom>
              <a:avLst/>
              <a:pathLst>
                <a:path w="185221" h="127152">
                  <a:moveTo>
                    <a:pt x="114589" y="0"/>
                  </a:moveTo>
                  <a:lnTo>
                    <a:pt x="114456" y="1711"/>
                  </a:lnTo>
                  <a:lnTo>
                    <a:pt x="114388" y="2577"/>
                  </a:lnTo>
                  <a:lnTo>
                    <a:pt x="114157" y="5541"/>
                  </a:lnTo>
                  <a:lnTo>
                    <a:pt x="114104" y="6222"/>
                  </a:lnTo>
                  <a:lnTo>
                    <a:pt x="114051" y="6896"/>
                  </a:lnTo>
                  <a:lnTo>
                    <a:pt x="113918" y="8608"/>
                  </a:lnTo>
                  <a:lnTo>
                    <a:pt x="113783" y="10340"/>
                  </a:lnTo>
                  <a:lnTo>
                    <a:pt x="113768" y="10533"/>
                  </a:lnTo>
                  <a:lnTo>
                    <a:pt x="113745" y="10827"/>
                  </a:lnTo>
                  <a:lnTo>
                    <a:pt x="113543" y="13413"/>
                  </a:lnTo>
                  <a:lnTo>
                    <a:pt x="113533" y="13547"/>
                  </a:lnTo>
                  <a:lnTo>
                    <a:pt x="113513" y="13800"/>
                  </a:lnTo>
                  <a:lnTo>
                    <a:pt x="113371" y="15628"/>
                  </a:lnTo>
                  <a:lnTo>
                    <a:pt x="113304" y="16486"/>
                  </a:lnTo>
                  <a:lnTo>
                    <a:pt x="113227" y="17466"/>
                  </a:lnTo>
                  <a:lnTo>
                    <a:pt x="113163" y="18292"/>
                  </a:lnTo>
                  <a:lnTo>
                    <a:pt x="113110" y="18971"/>
                  </a:lnTo>
                  <a:lnTo>
                    <a:pt x="113026" y="20051"/>
                  </a:lnTo>
                  <a:lnTo>
                    <a:pt x="112978" y="20724"/>
                  </a:lnTo>
                  <a:lnTo>
                    <a:pt x="112953" y="21070"/>
                  </a:lnTo>
                  <a:lnTo>
                    <a:pt x="112920" y="21538"/>
                  </a:lnTo>
                  <a:lnTo>
                    <a:pt x="112877" y="22151"/>
                  </a:lnTo>
                  <a:lnTo>
                    <a:pt x="112762" y="23760"/>
                  </a:lnTo>
                  <a:lnTo>
                    <a:pt x="112684" y="24858"/>
                  </a:lnTo>
                  <a:lnTo>
                    <a:pt x="112625" y="25685"/>
                  </a:lnTo>
                  <a:lnTo>
                    <a:pt x="112562" y="26574"/>
                  </a:lnTo>
                  <a:lnTo>
                    <a:pt x="112518" y="27190"/>
                  </a:lnTo>
                  <a:lnTo>
                    <a:pt x="112499" y="27460"/>
                  </a:lnTo>
                  <a:lnTo>
                    <a:pt x="112474" y="27805"/>
                  </a:lnTo>
                  <a:lnTo>
                    <a:pt x="112447" y="28314"/>
                  </a:lnTo>
                  <a:lnTo>
                    <a:pt x="112350" y="30076"/>
                  </a:lnTo>
                  <a:lnTo>
                    <a:pt x="112308" y="30844"/>
                  </a:lnTo>
                  <a:lnTo>
                    <a:pt x="112300" y="30999"/>
                  </a:lnTo>
                  <a:lnTo>
                    <a:pt x="112254" y="31848"/>
                  </a:lnTo>
                  <a:lnTo>
                    <a:pt x="112198" y="32857"/>
                  </a:lnTo>
                  <a:lnTo>
                    <a:pt x="112145" y="33831"/>
                  </a:lnTo>
                  <a:lnTo>
                    <a:pt x="112135" y="34015"/>
                  </a:lnTo>
                  <a:lnTo>
                    <a:pt x="112093" y="34798"/>
                  </a:lnTo>
                  <a:lnTo>
                    <a:pt x="112050" y="35568"/>
                  </a:lnTo>
                  <a:lnTo>
                    <a:pt x="112034" y="35861"/>
                  </a:lnTo>
                  <a:lnTo>
                    <a:pt x="113426" y="35993"/>
                  </a:lnTo>
                  <a:lnTo>
                    <a:pt x="114263" y="36073"/>
                  </a:lnTo>
                  <a:lnTo>
                    <a:pt x="136485" y="38191"/>
                  </a:lnTo>
                  <a:lnTo>
                    <a:pt x="141605" y="38679"/>
                  </a:lnTo>
                  <a:lnTo>
                    <a:pt x="150983" y="39224"/>
                  </a:lnTo>
                  <a:lnTo>
                    <a:pt x="161562" y="39839"/>
                  </a:lnTo>
                  <a:lnTo>
                    <a:pt x="162023" y="39866"/>
                  </a:lnTo>
                  <a:lnTo>
                    <a:pt x="162347" y="39882"/>
                  </a:lnTo>
                  <a:lnTo>
                    <a:pt x="163540" y="39940"/>
                  </a:lnTo>
                  <a:lnTo>
                    <a:pt x="164516" y="39987"/>
                  </a:lnTo>
                  <a:lnTo>
                    <a:pt x="164703" y="40004"/>
                  </a:lnTo>
                  <a:lnTo>
                    <a:pt x="166631" y="40178"/>
                  </a:lnTo>
                  <a:lnTo>
                    <a:pt x="171715" y="40637"/>
                  </a:lnTo>
                  <a:lnTo>
                    <a:pt x="172591" y="40716"/>
                  </a:lnTo>
                  <a:lnTo>
                    <a:pt x="185221" y="41691"/>
                  </a:lnTo>
                  <a:lnTo>
                    <a:pt x="184583" y="47178"/>
                  </a:lnTo>
                  <a:lnTo>
                    <a:pt x="184542" y="47536"/>
                  </a:lnTo>
                  <a:lnTo>
                    <a:pt x="184241" y="50120"/>
                  </a:lnTo>
                  <a:lnTo>
                    <a:pt x="175569" y="49137"/>
                  </a:lnTo>
                  <a:lnTo>
                    <a:pt x="175484" y="50649"/>
                  </a:lnTo>
                  <a:lnTo>
                    <a:pt x="175351" y="53040"/>
                  </a:lnTo>
                  <a:lnTo>
                    <a:pt x="175316" y="53674"/>
                  </a:lnTo>
                  <a:lnTo>
                    <a:pt x="175247" y="54911"/>
                  </a:lnTo>
                  <a:lnTo>
                    <a:pt x="175199" y="56457"/>
                  </a:lnTo>
                  <a:lnTo>
                    <a:pt x="175116" y="59181"/>
                  </a:lnTo>
                  <a:lnTo>
                    <a:pt x="174874" y="67064"/>
                  </a:lnTo>
                  <a:lnTo>
                    <a:pt x="174797" y="69583"/>
                  </a:lnTo>
                  <a:lnTo>
                    <a:pt x="174734" y="71650"/>
                  </a:lnTo>
                  <a:lnTo>
                    <a:pt x="174640" y="74406"/>
                  </a:lnTo>
                  <a:lnTo>
                    <a:pt x="174575" y="76302"/>
                  </a:lnTo>
                  <a:lnTo>
                    <a:pt x="174515" y="78069"/>
                  </a:lnTo>
                  <a:lnTo>
                    <a:pt x="174481" y="79073"/>
                  </a:lnTo>
                  <a:lnTo>
                    <a:pt x="174411" y="81145"/>
                  </a:lnTo>
                  <a:lnTo>
                    <a:pt x="174274" y="82704"/>
                  </a:lnTo>
                  <a:lnTo>
                    <a:pt x="174193" y="83632"/>
                  </a:lnTo>
                  <a:lnTo>
                    <a:pt x="174014" y="85681"/>
                  </a:lnTo>
                  <a:lnTo>
                    <a:pt x="173917" y="86796"/>
                  </a:lnTo>
                  <a:lnTo>
                    <a:pt x="173876" y="87258"/>
                  </a:lnTo>
                  <a:lnTo>
                    <a:pt x="173584" y="90595"/>
                  </a:lnTo>
                  <a:lnTo>
                    <a:pt x="173560" y="90880"/>
                  </a:lnTo>
                  <a:lnTo>
                    <a:pt x="173404" y="92661"/>
                  </a:lnTo>
                  <a:lnTo>
                    <a:pt x="173358" y="92912"/>
                  </a:lnTo>
                  <a:lnTo>
                    <a:pt x="173289" y="93285"/>
                  </a:lnTo>
                  <a:lnTo>
                    <a:pt x="173223" y="93643"/>
                  </a:lnTo>
                  <a:lnTo>
                    <a:pt x="173157" y="94001"/>
                  </a:lnTo>
                  <a:lnTo>
                    <a:pt x="173231" y="94823"/>
                  </a:lnTo>
                  <a:lnTo>
                    <a:pt x="173310" y="95688"/>
                  </a:lnTo>
                  <a:lnTo>
                    <a:pt x="173347" y="96098"/>
                  </a:lnTo>
                  <a:lnTo>
                    <a:pt x="172416" y="96352"/>
                  </a:lnTo>
                  <a:lnTo>
                    <a:pt x="172207" y="96408"/>
                  </a:lnTo>
                  <a:lnTo>
                    <a:pt x="172226" y="97481"/>
                  </a:lnTo>
                  <a:lnTo>
                    <a:pt x="172263" y="99499"/>
                  </a:lnTo>
                  <a:lnTo>
                    <a:pt x="172278" y="100355"/>
                  </a:lnTo>
                  <a:lnTo>
                    <a:pt x="172460" y="100931"/>
                  </a:lnTo>
                  <a:lnTo>
                    <a:pt x="172673" y="101605"/>
                  </a:lnTo>
                  <a:lnTo>
                    <a:pt x="173033" y="102744"/>
                  </a:lnTo>
                  <a:lnTo>
                    <a:pt x="173240" y="103401"/>
                  </a:lnTo>
                  <a:lnTo>
                    <a:pt x="173518" y="104280"/>
                  </a:lnTo>
                  <a:lnTo>
                    <a:pt x="173662" y="104734"/>
                  </a:lnTo>
                  <a:lnTo>
                    <a:pt x="173758" y="105040"/>
                  </a:lnTo>
                  <a:lnTo>
                    <a:pt x="176700" y="113466"/>
                  </a:lnTo>
                  <a:lnTo>
                    <a:pt x="177242" y="116991"/>
                  </a:lnTo>
                  <a:lnTo>
                    <a:pt x="179180" y="118738"/>
                  </a:lnTo>
                  <a:lnTo>
                    <a:pt x="178676" y="123660"/>
                  </a:lnTo>
                  <a:lnTo>
                    <a:pt x="178711" y="127152"/>
                  </a:lnTo>
                  <a:lnTo>
                    <a:pt x="165852" y="125068"/>
                  </a:lnTo>
                  <a:lnTo>
                    <a:pt x="134220" y="119242"/>
                  </a:lnTo>
                  <a:lnTo>
                    <a:pt x="114558" y="113999"/>
                  </a:lnTo>
                  <a:lnTo>
                    <a:pt x="103444" y="112834"/>
                  </a:lnTo>
                  <a:lnTo>
                    <a:pt x="90620" y="111669"/>
                  </a:lnTo>
                  <a:lnTo>
                    <a:pt x="81870" y="110924"/>
                  </a:lnTo>
                  <a:lnTo>
                    <a:pt x="76941" y="110504"/>
                  </a:lnTo>
                  <a:lnTo>
                    <a:pt x="53859" y="106135"/>
                  </a:lnTo>
                  <a:lnTo>
                    <a:pt x="26502" y="95940"/>
                  </a:lnTo>
                  <a:lnTo>
                    <a:pt x="11683" y="89532"/>
                  </a:lnTo>
                  <a:lnTo>
                    <a:pt x="5699" y="83123"/>
                  </a:lnTo>
                  <a:lnTo>
                    <a:pt x="0" y="72928"/>
                  </a:lnTo>
                  <a:lnTo>
                    <a:pt x="3894" y="72443"/>
                  </a:lnTo>
                  <a:lnTo>
                    <a:pt x="5081" y="69287"/>
                  </a:lnTo>
                  <a:lnTo>
                    <a:pt x="9200" y="66632"/>
                  </a:lnTo>
                  <a:lnTo>
                    <a:pt x="11194" y="64205"/>
                  </a:lnTo>
                  <a:lnTo>
                    <a:pt x="10339" y="62651"/>
                  </a:lnTo>
                  <a:lnTo>
                    <a:pt x="16400" y="58450"/>
                  </a:lnTo>
                  <a:lnTo>
                    <a:pt x="19269" y="58915"/>
                  </a:lnTo>
                  <a:lnTo>
                    <a:pt x="19703" y="59282"/>
                  </a:lnTo>
                  <a:lnTo>
                    <a:pt x="20233" y="59186"/>
                  </a:lnTo>
                  <a:lnTo>
                    <a:pt x="20426" y="58814"/>
                  </a:lnTo>
                  <a:lnTo>
                    <a:pt x="22979" y="53890"/>
                  </a:lnTo>
                  <a:lnTo>
                    <a:pt x="26263" y="57040"/>
                  </a:lnTo>
                  <a:lnTo>
                    <a:pt x="29137" y="55398"/>
                  </a:lnTo>
                  <a:lnTo>
                    <a:pt x="29365" y="55268"/>
                  </a:lnTo>
                  <a:lnTo>
                    <a:pt x="29090" y="54807"/>
                  </a:lnTo>
                  <a:lnTo>
                    <a:pt x="22269" y="47683"/>
                  </a:lnTo>
                  <a:lnTo>
                    <a:pt x="24909" y="44717"/>
                  </a:lnTo>
                  <a:lnTo>
                    <a:pt x="25765" y="43792"/>
                  </a:lnTo>
                  <a:lnTo>
                    <a:pt x="26185" y="43337"/>
                  </a:lnTo>
                  <a:lnTo>
                    <a:pt x="26421" y="43082"/>
                  </a:lnTo>
                  <a:lnTo>
                    <a:pt x="26934" y="42443"/>
                  </a:lnTo>
                  <a:lnTo>
                    <a:pt x="27370" y="41900"/>
                  </a:lnTo>
                  <a:lnTo>
                    <a:pt x="27712" y="41473"/>
                  </a:lnTo>
                  <a:lnTo>
                    <a:pt x="29499" y="39247"/>
                  </a:lnTo>
                  <a:lnTo>
                    <a:pt x="30513" y="37984"/>
                  </a:lnTo>
                  <a:lnTo>
                    <a:pt x="31019" y="37353"/>
                  </a:lnTo>
                  <a:lnTo>
                    <a:pt x="32286" y="36514"/>
                  </a:lnTo>
                  <a:lnTo>
                    <a:pt x="32501" y="36372"/>
                  </a:lnTo>
                  <a:lnTo>
                    <a:pt x="30741" y="34327"/>
                  </a:lnTo>
                  <a:lnTo>
                    <a:pt x="33258" y="32186"/>
                  </a:lnTo>
                  <a:lnTo>
                    <a:pt x="33572" y="31919"/>
                  </a:lnTo>
                  <a:lnTo>
                    <a:pt x="33860" y="31761"/>
                  </a:lnTo>
                  <a:lnTo>
                    <a:pt x="35284" y="31530"/>
                  </a:lnTo>
                  <a:lnTo>
                    <a:pt x="35689" y="31862"/>
                  </a:lnTo>
                  <a:lnTo>
                    <a:pt x="37316" y="33196"/>
                  </a:lnTo>
                  <a:lnTo>
                    <a:pt x="37446" y="33112"/>
                  </a:lnTo>
                  <a:lnTo>
                    <a:pt x="38643" y="32343"/>
                  </a:lnTo>
                  <a:lnTo>
                    <a:pt x="39031" y="32093"/>
                  </a:lnTo>
                  <a:lnTo>
                    <a:pt x="39682" y="31674"/>
                  </a:lnTo>
                  <a:lnTo>
                    <a:pt x="40224" y="31326"/>
                  </a:lnTo>
                  <a:lnTo>
                    <a:pt x="40512" y="31141"/>
                  </a:lnTo>
                  <a:lnTo>
                    <a:pt x="40797" y="31275"/>
                  </a:lnTo>
                  <a:lnTo>
                    <a:pt x="41253" y="31490"/>
                  </a:lnTo>
                  <a:lnTo>
                    <a:pt x="41496" y="31435"/>
                  </a:lnTo>
                  <a:lnTo>
                    <a:pt x="41837" y="31357"/>
                  </a:lnTo>
                  <a:lnTo>
                    <a:pt x="42052" y="31309"/>
                  </a:lnTo>
                  <a:lnTo>
                    <a:pt x="42222" y="31270"/>
                  </a:lnTo>
                  <a:lnTo>
                    <a:pt x="42457" y="31217"/>
                  </a:lnTo>
                  <a:lnTo>
                    <a:pt x="42792" y="31141"/>
                  </a:lnTo>
                  <a:lnTo>
                    <a:pt x="42891" y="31274"/>
                  </a:lnTo>
                  <a:lnTo>
                    <a:pt x="43021" y="31451"/>
                  </a:lnTo>
                  <a:lnTo>
                    <a:pt x="43058" y="31145"/>
                  </a:lnTo>
                  <a:lnTo>
                    <a:pt x="43628" y="26467"/>
                  </a:lnTo>
                  <a:lnTo>
                    <a:pt x="44561" y="26113"/>
                  </a:lnTo>
                  <a:lnTo>
                    <a:pt x="44752" y="26041"/>
                  </a:lnTo>
                  <a:lnTo>
                    <a:pt x="46329" y="25443"/>
                  </a:lnTo>
                  <a:lnTo>
                    <a:pt x="47410" y="22386"/>
                  </a:lnTo>
                  <a:lnTo>
                    <a:pt x="47704" y="21554"/>
                  </a:lnTo>
                  <a:lnTo>
                    <a:pt x="45869" y="20818"/>
                  </a:lnTo>
                  <a:lnTo>
                    <a:pt x="50030" y="20115"/>
                  </a:lnTo>
                  <a:lnTo>
                    <a:pt x="50937" y="18914"/>
                  </a:lnTo>
                  <a:lnTo>
                    <a:pt x="51169" y="18470"/>
                  </a:lnTo>
                  <a:lnTo>
                    <a:pt x="51377" y="18071"/>
                  </a:lnTo>
                  <a:lnTo>
                    <a:pt x="52116" y="16658"/>
                  </a:lnTo>
                  <a:lnTo>
                    <a:pt x="52338" y="16233"/>
                  </a:lnTo>
                  <a:lnTo>
                    <a:pt x="52931" y="15905"/>
                  </a:lnTo>
                  <a:lnTo>
                    <a:pt x="54178" y="16826"/>
                  </a:lnTo>
                  <a:lnTo>
                    <a:pt x="55285" y="17314"/>
                  </a:lnTo>
                  <a:lnTo>
                    <a:pt x="59405" y="18682"/>
                  </a:lnTo>
                  <a:lnTo>
                    <a:pt x="59535" y="18725"/>
                  </a:lnTo>
                  <a:lnTo>
                    <a:pt x="59746" y="18791"/>
                  </a:lnTo>
                  <a:lnTo>
                    <a:pt x="61869" y="19451"/>
                  </a:lnTo>
                  <a:lnTo>
                    <a:pt x="61874" y="19680"/>
                  </a:lnTo>
                  <a:lnTo>
                    <a:pt x="61882" y="20047"/>
                  </a:lnTo>
                  <a:lnTo>
                    <a:pt x="61907" y="21208"/>
                  </a:lnTo>
                  <a:lnTo>
                    <a:pt x="61912" y="21467"/>
                  </a:lnTo>
                  <a:lnTo>
                    <a:pt x="62405" y="21374"/>
                  </a:lnTo>
                  <a:lnTo>
                    <a:pt x="62664" y="21325"/>
                  </a:lnTo>
                  <a:lnTo>
                    <a:pt x="62930" y="21274"/>
                  </a:lnTo>
                  <a:lnTo>
                    <a:pt x="63331" y="21198"/>
                  </a:lnTo>
                  <a:lnTo>
                    <a:pt x="63465" y="21173"/>
                  </a:lnTo>
                  <a:lnTo>
                    <a:pt x="63836" y="21103"/>
                  </a:lnTo>
                  <a:lnTo>
                    <a:pt x="66819" y="20661"/>
                  </a:lnTo>
                  <a:lnTo>
                    <a:pt x="67537" y="20555"/>
                  </a:lnTo>
                  <a:lnTo>
                    <a:pt x="67806" y="20515"/>
                  </a:lnTo>
                  <a:lnTo>
                    <a:pt x="68125" y="20467"/>
                  </a:lnTo>
                  <a:lnTo>
                    <a:pt x="68677" y="20386"/>
                  </a:lnTo>
                  <a:lnTo>
                    <a:pt x="68851" y="20360"/>
                  </a:lnTo>
                  <a:lnTo>
                    <a:pt x="72355" y="19619"/>
                  </a:lnTo>
                  <a:lnTo>
                    <a:pt x="72983" y="19486"/>
                  </a:lnTo>
                  <a:lnTo>
                    <a:pt x="73123" y="19352"/>
                  </a:lnTo>
                  <a:lnTo>
                    <a:pt x="73453" y="19035"/>
                  </a:lnTo>
                  <a:lnTo>
                    <a:pt x="74575" y="18973"/>
                  </a:lnTo>
                  <a:lnTo>
                    <a:pt x="75562" y="18918"/>
                  </a:lnTo>
                  <a:lnTo>
                    <a:pt x="75744" y="18886"/>
                  </a:lnTo>
                  <a:lnTo>
                    <a:pt x="76811" y="18698"/>
                  </a:lnTo>
                  <a:lnTo>
                    <a:pt x="77471" y="18581"/>
                  </a:lnTo>
                  <a:lnTo>
                    <a:pt x="78836" y="18340"/>
                  </a:lnTo>
                  <a:lnTo>
                    <a:pt x="80264" y="18088"/>
                  </a:lnTo>
                  <a:lnTo>
                    <a:pt x="82084" y="17801"/>
                  </a:lnTo>
                  <a:lnTo>
                    <a:pt x="82347" y="17760"/>
                  </a:lnTo>
                  <a:lnTo>
                    <a:pt x="82572" y="17724"/>
                  </a:lnTo>
                  <a:lnTo>
                    <a:pt x="83440" y="17554"/>
                  </a:lnTo>
                  <a:lnTo>
                    <a:pt x="84806" y="17287"/>
                  </a:lnTo>
                  <a:lnTo>
                    <a:pt x="85159" y="17217"/>
                  </a:lnTo>
                  <a:lnTo>
                    <a:pt x="85538" y="17028"/>
                  </a:lnTo>
                  <a:lnTo>
                    <a:pt x="85716" y="16939"/>
                  </a:lnTo>
                  <a:lnTo>
                    <a:pt x="86132" y="16730"/>
                  </a:lnTo>
                  <a:lnTo>
                    <a:pt x="86585" y="16503"/>
                  </a:lnTo>
                  <a:lnTo>
                    <a:pt x="88027" y="15781"/>
                  </a:lnTo>
                  <a:lnTo>
                    <a:pt x="91008" y="14288"/>
                  </a:lnTo>
                  <a:lnTo>
                    <a:pt x="91220" y="14182"/>
                  </a:lnTo>
                  <a:lnTo>
                    <a:pt x="91647" y="14008"/>
                  </a:lnTo>
                  <a:lnTo>
                    <a:pt x="91922" y="14422"/>
                  </a:lnTo>
                  <a:lnTo>
                    <a:pt x="92091" y="14678"/>
                  </a:lnTo>
                  <a:lnTo>
                    <a:pt x="92533" y="15345"/>
                  </a:lnTo>
                  <a:lnTo>
                    <a:pt x="92630" y="15490"/>
                  </a:lnTo>
                  <a:lnTo>
                    <a:pt x="93266" y="16450"/>
                  </a:lnTo>
                  <a:lnTo>
                    <a:pt x="93405" y="16661"/>
                  </a:lnTo>
                  <a:lnTo>
                    <a:pt x="93751" y="17182"/>
                  </a:lnTo>
                  <a:lnTo>
                    <a:pt x="94648" y="18537"/>
                  </a:lnTo>
                  <a:lnTo>
                    <a:pt x="95284" y="19308"/>
                  </a:lnTo>
                  <a:lnTo>
                    <a:pt x="96007" y="20185"/>
                  </a:lnTo>
                  <a:lnTo>
                    <a:pt x="96541" y="19871"/>
                  </a:lnTo>
                  <a:lnTo>
                    <a:pt x="99063" y="19724"/>
                  </a:lnTo>
                  <a:lnTo>
                    <a:pt x="100421" y="20030"/>
                  </a:lnTo>
                  <a:lnTo>
                    <a:pt x="102447" y="20488"/>
                  </a:lnTo>
                  <a:lnTo>
                    <a:pt x="106153" y="20610"/>
                  </a:lnTo>
                  <a:lnTo>
                    <a:pt x="106575" y="20623"/>
                  </a:lnTo>
                  <a:lnTo>
                    <a:pt x="106888" y="20633"/>
                  </a:lnTo>
                  <a:lnTo>
                    <a:pt x="106910" y="20347"/>
                  </a:lnTo>
                  <a:lnTo>
                    <a:pt x="107146" y="17218"/>
                  </a:lnTo>
                  <a:lnTo>
                    <a:pt x="107183" y="16730"/>
                  </a:lnTo>
                  <a:lnTo>
                    <a:pt x="107272" y="15547"/>
                  </a:lnTo>
                  <a:lnTo>
                    <a:pt x="107301" y="15169"/>
                  </a:lnTo>
                  <a:lnTo>
                    <a:pt x="107590" y="11341"/>
                  </a:lnTo>
                  <a:lnTo>
                    <a:pt x="107629" y="10827"/>
                  </a:lnTo>
                  <a:lnTo>
                    <a:pt x="107727" y="9526"/>
                  </a:lnTo>
                  <a:lnTo>
                    <a:pt x="107765" y="9031"/>
                  </a:lnTo>
                  <a:lnTo>
                    <a:pt x="107867" y="7681"/>
                  </a:lnTo>
                  <a:lnTo>
                    <a:pt x="107925" y="6908"/>
                  </a:lnTo>
                  <a:lnTo>
                    <a:pt x="108018" y="5684"/>
                  </a:lnTo>
                  <a:lnTo>
                    <a:pt x="108034" y="5473"/>
                  </a:lnTo>
                  <a:lnTo>
                    <a:pt x="108070" y="4989"/>
                  </a:lnTo>
                  <a:lnTo>
                    <a:pt x="108168" y="3697"/>
                  </a:lnTo>
                  <a:lnTo>
                    <a:pt x="108215" y="3077"/>
                  </a:lnTo>
                  <a:lnTo>
                    <a:pt x="108316" y="1739"/>
                  </a:lnTo>
                  <a:lnTo>
                    <a:pt x="108340" y="1429"/>
                  </a:lnTo>
                  <a:lnTo>
                    <a:pt x="108372" y="1004"/>
                  </a:lnTo>
                  <a:lnTo>
                    <a:pt x="108485" y="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539272" y="3717716"/>
              <a:ext cx="133721" cy="163338"/>
            </a:xfrm>
            <a:custGeom>
              <a:avLst/>
              <a:pathLst>
                <a:path w="133721" h="163338">
                  <a:moveTo>
                    <a:pt x="100423" y="46478"/>
                  </a:moveTo>
                  <a:lnTo>
                    <a:pt x="100756" y="53687"/>
                  </a:lnTo>
                  <a:lnTo>
                    <a:pt x="94144" y="53920"/>
                  </a:lnTo>
                  <a:lnTo>
                    <a:pt x="93643" y="64923"/>
                  </a:lnTo>
                  <a:lnTo>
                    <a:pt x="100263" y="79938"/>
                  </a:lnTo>
                  <a:lnTo>
                    <a:pt x="101575" y="82337"/>
                  </a:lnTo>
                  <a:lnTo>
                    <a:pt x="101734" y="82628"/>
                  </a:lnTo>
                  <a:lnTo>
                    <a:pt x="102068" y="83239"/>
                  </a:lnTo>
                  <a:lnTo>
                    <a:pt x="103438" y="85217"/>
                  </a:lnTo>
                  <a:lnTo>
                    <a:pt x="103622" y="85482"/>
                  </a:lnTo>
                  <a:lnTo>
                    <a:pt x="104729" y="87080"/>
                  </a:lnTo>
                  <a:lnTo>
                    <a:pt x="106440" y="89549"/>
                  </a:lnTo>
                  <a:lnTo>
                    <a:pt x="106821" y="89943"/>
                  </a:lnTo>
                  <a:lnTo>
                    <a:pt x="107274" y="90412"/>
                  </a:lnTo>
                  <a:lnTo>
                    <a:pt x="108662" y="91850"/>
                  </a:lnTo>
                  <a:lnTo>
                    <a:pt x="109445" y="92848"/>
                  </a:lnTo>
                  <a:lnTo>
                    <a:pt x="110273" y="93903"/>
                  </a:lnTo>
                  <a:lnTo>
                    <a:pt x="111005" y="95228"/>
                  </a:lnTo>
                  <a:lnTo>
                    <a:pt x="111997" y="97020"/>
                  </a:lnTo>
                  <a:lnTo>
                    <a:pt x="113578" y="99816"/>
                  </a:lnTo>
                  <a:lnTo>
                    <a:pt x="117296" y="102759"/>
                  </a:lnTo>
                  <a:lnTo>
                    <a:pt x="118364" y="105650"/>
                  </a:lnTo>
                  <a:lnTo>
                    <a:pt x="123800" y="110604"/>
                  </a:lnTo>
                  <a:lnTo>
                    <a:pt x="124077" y="110929"/>
                  </a:lnTo>
                  <a:lnTo>
                    <a:pt x="126736" y="113784"/>
                  </a:lnTo>
                  <a:lnTo>
                    <a:pt x="128529" y="115710"/>
                  </a:lnTo>
                  <a:lnTo>
                    <a:pt x="132370" y="118392"/>
                  </a:lnTo>
                  <a:lnTo>
                    <a:pt x="132599" y="118552"/>
                  </a:lnTo>
                  <a:lnTo>
                    <a:pt x="132679" y="121304"/>
                  </a:lnTo>
                  <a:lnTo>
                    <a:pt x="132578" y="124048"/>
                  </a:lnTo>
                  <a:lnTo>
                    <a:pt x="133721" y="128144"/>
                  </a:lnTo>
                  <a:lnTo>
                    <a:pt x="133440" y="129424"/>
                  </a:lnTo>
                  <a:lnTo>
                    <a:pt x="132466" y="130338"/>
                  </a:lnTo>
                  <a:lnTo>
                    <a:pt x="125639" y="128782"/>
                  </a:lnTo>
                  <a:lnTo>
                    <a:pt x="124644" y="128555"/>
                  </a:lnTo>
                  <a:lnTo>
                    <a:pt x="119172" y="129779"/>
                  </a:lnTo>
                  <a:lnTo>
                    <a:pt x="118720" y="129735"/>
                  </a:lnTo>
                  <a:lnTo>
                    <a:pt x="117976" y="129662"/>
                  </a:lnTo>
                  <a:lnTo>
                    <a:pt x="116286" y="129599"/>
                  </a:lnTo>
                  <a:lnTo>
                    <a:pt x="115905" y="129584"/>
                  </a:lnTo>
                  <a:lnTo>
                    <a:pt x="112758" y="130043"/>
                  </a:lnTo>
                  <a:lnTo>
                    <a:pt x="108099" y="129861"/>
                  </a:lnTo>
                  <a:lnTo>
                    <a:pt x="104974" y="130476"/>
                  </a:lnTo>
                  <a:lnTo>
                    <a:pt x="103065" y="131039"/>
                  </a:lnTo>
                  <a:lnTo>
                    <a:pt x="102266" y="131143"/>
                  </a:lnTo>
                  <a:lnTo>
                    <a:pt x="101954" y="131184"/>
                  </a:lnTo>
                  <a:lnTo>
                    <a:pt x="100158" y="131418"/>
                  </a:lnTo>
                  <a:lnTo>
                    <a:pt x="99902" y="131534"/>
                  </a:lnTo>
                  <a:lnTo>
                    <a:pt x="93623" y="131593"/>
                  </a:lnTo>
                  <a:lnTo>
                    <a:pt x="89348" y="131486"/>
                  </a:lnTo>
                  <a:lnTo>
                    <a:pt x="87578" y="131429"/>
                  </a:lnTo>
                  <a:lnTo>
                    <a:pt x="76939" y="131087"/>
                  </a:lnTo>
                  <a:lnTo>
                    <a:pt x="76698" y="133783"/>
                  </a:lnTo>
                  <a:lnTo>
                    <a:pt x="74945" y="136671"/>
                  </a:lnTo>
                  <a:lnTo>
                    <a:pt x="69409" y="145788"/>
                  </a:lnTo>
                  <a:lnTo>
                    <a:pt x="69316" y="145942"/>
                  </a:lnTo>
                  <a:lnTo>
                    <a:pt x="67457" y="148871"/>
                  </a:lnTo>
                  <a:lnTo>
                    <a:pt x="63929" y="154650"/>
                  </a:lnTo>
                  <a:lnTo>
                    <a:pt x="58623" y="163338"/>
                  </a:lnTo>
                  <a:lnTo>
                    <a:pt x="56433" y="161958"/>
                  </a:lnTo>
                  <a:lnTo>
                    <a:pt x="56097" y="161746"/>
                  </a:lnTo>
                  <a:lnTo>
                    <a:pt x="50498" y="158048"/>
                  </a:lnTo>
                  <a:lnTo>
                    <a:pt x="43482" y="153415"/>
                  </a:lnTo>
                  <a:lnTo>
                    <a:pt x="36628" y="149226"/>
                  </a:lnTo>
                  <a:lnTo>
                    <a:pt x="36206" y="148968"/>
                  </a:lnTo>
                  <a:lnTo>
                    <a:pt x="32646" y="146707"/>
                  </a:lnTo>
                  <a:lnTo>
                    <a:pt x="30593" y="145402"/>
                  </a:lnTo>
                  <a:lnTo>
                    <a:pt x="29434" y="144908"/>
                  </a:lnTo>
                  <a:lnTo>
                    <a:pt x="27357" y="143590"/>
                  </a:lnTo>
                  <a:lnTo>
                    <a:pt x="24970" y="142075"/>
                  </a:lnTo>
                  <a:lnTo>
                    <a:pt x="18605" y="138034"/>
                  </a:lnTo>
                  <a:lnTo>
                    <a:pt x="17287" y="137306"/>
                  </a:lnTo>
                  <a:lnTo>
                    <a:pt x="15442" y="136286"/>
                  </a:lnTo>
                  <a:lnTo>
                    <a:pt x="15284" y="136189"/>
                  </a:lnTo>
                  <a:lnTo>
                    <a:pt x="5015" y="129817"/>
                  </a:lnTo>
                  <a:lnTo>
                    <a:pt x="747" y="127169"/>
                  </a:lnTo>
                  <a:lnTo>
                    <a:pt x="0" y="126705"/>
                  </a:lnTo>
                  <a:lnTo>
                    <a:pt x="3295" y="120466"/>
                  </a:lnTo>
                  <a:lnTo>
                    <a:pt x="3416" y="120237"/>
                  </a:lnTo>
                  <a:lnTo>
                    <a:pt x="6769" y="114783"/>
                  </a:lnTo>
                  <a:lnTo>
                    <a:pt x="6886" y="114594"/>
                  </a:lnTo>
                  <a:lnTo>
                    <a:pt x="10540" y="109401"/>
                  </a:lnTo>
                  <a:lnTo>
                    <a:pt x="11270" y="108214"/>
                  </a:lnTo>
                  <a:lnTo>
                    <a:pt x="12675" y="105928"/>
                  </a:lnTo>
                  <a:lnTo>
                    <a:pt x="14102" y="103605"/>
                  </a:lnTo>
                  <a:lnTo>
                    <a:pt x="17608" y="98129"/>
                  </a:lnTo>
                  <a:lnTo>
                    <a:pt x="20401" y="93224"/>
                  </a:lnTo>
                  <a:lnTo>
                    <a:pt x="22263" y="92583"/>
                  </a:lnTo>
                  <a:lnTo>
                    <a:pt x="32218" y="98642"/>
                  </a:lnTo>
                  <a:lnTo>
                    <a:pt x="41484" y="83644"/>
                  </a:lnTo>
                  <a:lnTo>
                    <a:pt x="42981" y="81222"/>
                  </a:lnTo>
                  <a:lnTo>
                    <a:pt x="44624" y="78563"/>
                  </a:lnTo>
                  <a:lnTo>
                    <a:pt x="47942" y="72331"/>
                  </a:lnTo>
                  <a:lnTo>
                    <a:pt x="49085" y="70186"/>
                  </a:lnTo>
                  <a:lnTo>
                    <a:pt x="49158" y="70048"/>
                  </a:lnTo>
                  <a:lnTo>
                    <a:pt x="55003" y="63707"/>
                  </a:lnTo>
                  <a:lnTo>
                    <a:pt x="55428" y="63246"/>
                  </a:lnTo>
                  <a:lnTo>
                    <a:pt x="56338" y="62347"/>
                  </a:lnTo>
                  <a:lnTo>
                    <a:pt x="58363" y="60348"/>
                  </a:lnTo>
                  <a:lnTo>
                    <a:pt x="55670" y="57348"/>
                  </a:lnTo>
                  <a:lnTo>
                    <a:pt x="54201" y="55982"/>
                  </a:lnTo>
                  <a:lnTo>
                    <a:pt x="51685" y="53553"/>
                  </a:lnTo>
                  <a:lnTo>
                    <a:pt x="48921" y="50886"/>
                  </a:lnTo>
                  <a:lnTo>
                    <a:pt x="48779" y="50159"/>
                  </a:lnTo>
                  <a:lnTo>
                    <a:pt x="51133" y="48251"/>
                  </a:lnTo>
                  <a:lnTo>
                    <a:pt x="53310" y="46671"/>
                  </a:lnTo>
                  <a:lnTo>
                    <a:pt x="54299" y="46013"/>
                  </a:lnTo>
                  <a:lnTo>
                    <a:pt x="57117" y="49076"/>
                  </a:lnTo>
                  <a:lnTo>
                    <a:pt x="61107" y="42134"/>
                  </a:lnTo>
                  <a:lnTo>
                    <a:pt x="65476" y="38590"/>
                  </a:lnTo>
                  <a:lnTo>
                    <a:pt x="68374" y="34997"/>
                  </a:lnTo>
                  <a:lnTo>
                    <a:pt x="71603" y="30385"/>
                  </a:lnTo>
                  <a:lnTo>
                    <a:pt x="64384" y="29269"/>
                  </a:lnTo>
                  <a:lnTo>
                    <a:pt x="64479" y="25336"/>
                  </a:lnTo>
                  <a:lnTo>
                    <a:pt x="68991" y="24765"/>
                  </a:lnTo>
                  <a:lnTo>
                    <a:pt x="71217" y="18976"/>
                  </a:lnTo>
                  <a:lnTo>
                    <a:pt x="76917" y="14024"/>
                  </a:lnTo>
                  <a:lnTo>
                    <a:pt x="79196" y="8781"/>
                  </a:lnTo>
                  <a:lnTo>
                    <a:pt x="81476" y="1790"/>
                  </a:lnTo>
                  <a:lnTo>
                    <a:pt x="84234" y="0"/>
                  </a:lnTo>
                  <a:lnTo>
                    <a:pt x="86606" y="11111"/>
                  </a:lnTo>
                  <a:lnTo>
                    <a:pt x="88030" y="20432"/>
                  </a:lnTo>
                  <a:lnTo>
                    <a:pt x="88778" y="30684"/>
                  </a:lnTo>
                  <a:lnTo>
                    <a:pt x="88914" y="35158"/>
                  </a:lnTo>
                  <a:lnTo>
                    <a:pt x="89081" y="40654"/>
                  </a:lnTo>
                  <a:lnTo>
                    <a:pt x="89201" y="44611"/>
                  </a:lnTo>
                  <a:lnTo>
                    <a:pt x="94279" y="45178"/>
                  </a:lnTo>
                  <a:lnTo>
                    <a:pt x="95600" y="45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442917" y="3614354"/>
              <a:ext cx="180589" cy="202004"/>
            </a:xfrm>
            <a:custGeom>
              <a:avLst/>
              <a:pathLst>
                <a:path w="180589" h="202004">
                  <a:moveTo>
                    <a:pt x="76097" y="16020"/>
                  </a:moveTo>
                  <a:lnTo>
                    <a:pt x="80942" y="24176"/>
                  </a:lnTo>
                  <a:lnTo>
                    <a:pt x="81796" y="30293"/>
                  </a:lnTo>
                  <a:lnTo>
                    <a:pt x="92055" y="39031"/>
                  </a:lnTo>
                  <a:lnTo>
                    <a:pt x="95475" y="48644"/>
                  </a:lnTo>
                  <a:lnTo>
                    <a:pt x="101174" y="58838"/>
                  </a:lnTo>
                  <a:lnTo>
                    <a:pt x="107159" y="65247"/>
                  </a:lnTo>
                  <a:lnTo>
                    <a:pt x="121977" y="71655"/>
                  </a:lnTo>
                  <a:lnTo>
                    <a:pt x="149334" y="81850"/>
                  </a:lnTo>
                  <a:lnTo>
                    <a:pt x="172417" y="86219"/>
                  </a:lnTo>
                  <a:lnTo>
                    <a:pt x="177346" y="86639"/>
                  </a:lnTo>
                  <a:lnTo>
                    <a:pt x="179541" y="98453"/>
                  </a:lnTo>
                  <a:lnTo>
                    <a:pt x="180589" y="103362"/>
                  </a:lnTo>
                  <a:lnTo>
                    <a:pt x="177831" y="105152"/>
                  </a:lnTo>
                  <a:lnTo>
                    <a:pt x="175552" y="112143"/>
                  </a:lnTo>
                  <a:lnTo>
                    <a:pt x="173272" y="117386"/>
                  </a:lnTo>
                  <a:lnTo>
                    <a:pt x="167573" y="122338"/>
                  </a:lnTo>
                  <a:lnTo>
                    <a:pt x="165346" y="128127"/>
                  </a:lnTo>
                  <a:lnTo>
                    <a:pt x="160834" y="128698"/>
                  </a:lnTo>
                  <a:lnTo>
                    <a:pt x="160739" y="132631"/>
                  </a:lnTo>
                  <a:lnTo>
                    <a:pt x="167959" y="133747"/>
                  </a:lnTo>
                  <a:lnTo>
                    <a:pt x="164729" y="138359"/>
                  </a:lnTo>
                  <a:lnTo>
                    <a:pt x="161832" y="141952"/>
                  </a:lnTo>
                  <a:lnTo>
                    <a:pt x="157462" y="145496"/>
                  </a:lnTo>
                  <a:lnTo>
                    <a:pt x="153473" y="152438"/>
                  </a:lnTo>
                  <a:lnTo>
                    <a:pt x="150654" y="149375"/>
                  </a:lnTo>
                  <a:lnTo>
                    <a:pt x="149665" y="150033"/>
                  </a:lnTo>
                  <a:lnTo>
                    <a:pt x="147488" y="151613"/>
                  </a:lnTo>
                  <a:lnTo>
                    <a:pt x="145135" y="153521"/>
                  </a:lnTo>
                  <a:lnTo>
                    <a:pt x="145276" y="154248"/>
                  </a:lnTo>
                  <a:lnTo>
                    <a:pt x="148040" y="156915"/>
                  </a:lnTo>
                  <a:lnTo>
                    <a:pt x="150557" y="159344"/>
                  </a:lnTo>
                  <a:lnTo>
                    <a:pt x="152025" y="160710"/>
                  </a:lnTo>
                  <a:lnTo>
                    <a:pt x="154718" y="163710"/>
                  </a:lnTo>
                  <a:lnTo>
                    <a:pt x="152694" y="165709"/>
                  </a:lnTo>
                  <a:lnTo>
                    <a:pt x="151783" y="166608"/>
                  </a:lnTo>
                  <a:lnTo>
                    <a:pt x="151358" y="167069"/>
                  </a:lnTo>
                  <a:lnTo>
                    <a:pt x="145514" y="173410"/>
                  </a:lnTo>
                  <a:lnTo>
                    <a:pt x="145440" y="173548"/>
                  </a:lnTo>
                  <a:lnTo>
                    <a:pt x="144298" y="175693"/>
                  </a:lnTo>
                  <a:lnTo>
                    <a:pt x="140979" y="181925"/>
                  </a:lnTo>
                  <a:lnTo>
                    <a:pt x="139336" y="184584"/>
                  </a:lnTo>
                  <a:lnTo>
                    <a:pt x="137840" y="187006"/>
                  </a:lnTo>
                  <a:lnTo>
                    <a:pt x="128574" y="202004"/>
                  </a:lnTo>
                  <a:lnTo>
                    <a:pt x="118619" y="195945"/>
                  </a:lnTo>
                  <a:lnTo>
                    <a:pt x="116757" y="196586"/>
                  </a:lnTo>
                  <a:lnTo>
                    <a:pt x="114518" y="196289"/>
                  </a:lnTo>
                  <a:lnTo>
                    <a:pt x="110072" y="193740"/>
                  </a:lnTo>
                  <a:lnTo>
                    <a:pt x="105796" y="190924"/>
                  </a:lnTo>
                  <a:lnTo>
                    <a:pt x="109497" y="184837"/>
                  </a:lnTo>
                  <a:lnTo>
                    <a:pt x="103522" y="180966"/>
                  </a:lnTo>
                  <a:lnTo>
                    <a:pt x="98167" y="177631"/>
                  </a:lnTo>
                  <a:lnTo>
                    <a:pt x="83028" y="169181"/>
                  </a:lnTo>
                  <a:lnTo>
                    <a:pt x="85071" y="165419"/>
                  </a:lnTo>
                  <a:lnTo>
                    <a:pt x="86875" y="161778"/>
                  </a:lnTo>
                  <a:lnTo>
                    <a:pt x="86633" y="160420"/>
                  </a:lnTo>
                  <a:lnTo>
                    <a:pt x="86406" y="159145"/>
                  </a:lnTo>
                  <a:lnTo>
                    <a:pt x="85598" y="157810"/>
                  </a:lnTo>
                  <a:lnTo>
                    <a:pt x="83461" y="154121"/>
                  </a:lnTo>
                  <a:lnTo>
                    <a:pt x="82846" y="153192"/>
                  </a:lnTo>
                  <a:lnTo>
                    <a:pt x="79780" y="148562"/>
                  </a:lnTo>
                  <a:lnTo>
                    <a:pt x="77405" y="145528"/>
                  </a:lnTo>
                  <a:lnTo>
                    <a:pt x="76180" y="144584"/>
                  </a:lnTo>
                  <a:lnTo>
                    <a:pt x="75412" y="143984"/>
                  </a:lnTo>
                  <a:lnTo>
                    <a:pt x="74057" y="142251"/>
                  </a:lnTo>
                  <a:lnTo>
                    <a:pt x="71373" y="139168"/>
                  </a:lnTo>
                  <a:lnTo>
                    <a:pt x="69230" y="137393"/>
                  </a:lnTo>
                  <a:lnTo>
                    <a:pt x="67123" y="135649"/>
                  </a:lnTo>
                  <a:lnTo>
                    <a:pt x="66796" y="135288"/>
                  </a:lnTo>
                  <a:lnTo>
                    <a:pt x="66088" y="134508"/>
                  </a:lnTo>
                  <a:lnTo>
                    <a:pt x="64512" y="132769"/>
                  </a:lnTo>
                  <a:lnTo>
                    <a:pt x="63015" y="131118"/>
                  </a:lnTo>
                  <a:lnTo>
                    <a:pt x="60498" y="128788"/>
                  </a:lnTo>
                  <a:lnTo>
                    <a:pt x="57838" y="127380"/>
                  </a:lnTo>
                  <a:lnTo>
                    <a:pt x="55345" y="126273"/>
                  </a:lnTo>
                  <a:lnTo>
                    <a:pt x="50888" y="124217"/>
                  </a:lnTo>
                  <a:lnTo>
                    <a:pt x="49808" y="123719"/>
                  </a:lnTo>
                  <a:lnTo>
                    <a:pt x="49631" y="123637"/>
                  </a:lnTo>
                  <a:lnTo>
                    <a:pt x="49466" y="123553"/>
                  </a:lnTo>
                  <a:lnTo>
                    <a:pt x="48263" y="122938"/>
                  </a:lnTo>
                  <a:lnTo>
                    <a:pt x="45064" y="121952"/>
                  </a:lnTo>
                  <a:lnTo>
                    <a:pt x="43886" y="121408"/>
                  </a:lnTo>
                  <a:lnTo>
                    <a:pt x="41828" y="118305"/>
                  </a:lnTo>
                  <a:lnTo>
                    <a:pt x="36750" y="110646"/>
                  </a:lnTo>
                  <a:lnTo>
                    <a:pt x="34513" y="114025"/>
                  </a:lnTo>
                  <a:lnTo>
                    <a:pt x="32461" y="112816"/>
                  </a:lnTo>
                  <a:lnTo>
                    <a:pt x="27190" y="109889"/>
                  </a:lnTo>
                  <a:lnTo>
                    <a:pt x="25806" y="109463"/>
                  </a:lnTo>
                  <a:lnTo>
                    <a:pt x="22459" y="108432"/>
                  </a:lnTo>
                  <a:lnTo>
                    <a:pt x="21221" y="107801"/>
                  </a:lnTo>
                  <a:lnTo>
                    <a:pt x="19576" y="107334"/>
                  </a:lnTo>
                  <a:lnTo>
                    <a:pt x="11882" y="105016"/>
                  </a:lnTo>
                  <a:lnTo>
                    <a:pt x="9755" y="104229"/>
                  </a:lnTo>
                  <a:lnTo>
                    <a:pt x="7592" y="103428"/>
                  </a:lnTo>
                  <a:lnTo>
                    <a:pt x="5618" y="102747"/>
                  </a:lnTo>
                  <a:lnTo>
                    <a:pt x="5054" y="102552"/>
                  </a:lnTo>
                  <a:lnTo>
                    <a:pt x="3214" y="101702"/>
                  </a:lnTo>
                  <a:lnTo>
                    <a:pt x="0" y="100346"/>
                  </a:lnTo>
                  <a:lnTo>
                    <a:pt x="2740" y="97405"/>
                  </a:lnTo>
                  <a:lnTo>
                    <a:pt x="3545" y="95205"/>
                  </a:lnTo>
                  <a:lnTo>
                    <a:pt x="4266" y="93232"/>
                  </a:lnTo>
                  <a:lnTo>
                    <a:pt x="5780" y="89094"/>
                  </a:lnTo>
                  <a:lnTo>
                    <a:pt x="12087" y="92745"/>
                  </a:lnTo>
                  <a:lnTo>
                    <a:pt x="13075" y="91113"/>
                  </a:lnTo>
                  <a:lnTo>
                    <a:pt x="10871" y="86841"/>
                  </a:lnTo>
                  <a:lnTo>
                    <a:pt x="14063" y="82802"/>
                  </a:lnTo>
                  <a:lnTo>
                    <a:pt x="19990" y="78297"/>
                  </a:lnTo>
                  <a:lnTo>
                    <a:pt x="22194" y="74258"/>
                  </a:lnTo>
                  <a:lnTo>
                    <a:pt x="21358" y="72627"/>
                  </a:lnTo>
                  <a:lnTo>
                    <a:pt x="14975" y="68976"/>
                  </a:lnTo>
                  <a:lnTo>
                    <a:pt x="15811" y="61208"/>
                  </a:lnTo>
                  <a:lnTo>
                    <a:pt x="15279" y="60665"/>
                  </a:lnTo>
                  <a:lnTo>
                    <a:pt x="11935" y="62374"/>
                  </a:lnTo>
                  <a:lnTo>
                    <a:pt x="5248" y="62607"/>
                  </a:lnTo>
                  <a:lnTo>
                    <a:pt x="3424" y="57480"/>
                  </a:lnTo>
                  <a:lnTo>
                    <a:pt x="4184" y="54917"/>
                  </a:lnTo>
                  <a:lnTo>
                    <a:pt x="2284" y="51810"/>
                  </a:lnTo>
                  <a:lnTo>
                    <a:pt x="5628" y="48237"/>
                  </a:lnTo>
                  <a:lnTo>
                    <a:pt x="7241" y="47809"/>
                  </a:lnTo>
                  <a:lnTo>
                    <a:pt x="11783" y="46606"/>
                  </a:lnTo>
                  <a:lnTo>
                    <a:pt x="10227" y="34600"/>
                  </a:lnTo>
                  <a:lnTo>
                    <a:pt x="10112" y="33711"/>
                  </a:lnTo>
                  <a:lnTo>
                    <a:pt x="6996" y="33867"/>
                  </a:lnTo>
                  <a:lnTo>
                    <a:pt x="5096" y="26954"/>
                  </a:lnTo>
                  <a:lnTo>
                    <a:pt x="3113" y="25255"/>
                  </a:lnTo>
                  <a:lnTo>
                    <a:pt x="2499" y="19064"/>
                  </a:lnTo>
                  <a:lnTo>
                    <a:pt x="2715" y="18980"/>
                  </a:lnTo>
                  <a:lnTo>
                    <a:pt x="4613" y="18239"/>
                  </a:lnTo>
                  <a:lnTo>
                    <a:pt x="6911" y="17558"/>
                  </a:lnTo>
                  <a:lnTo>
                    <a:pt x="8276" y="17362"/>
                  </a:lnTo>
                  <a:lnTo>
                    <a:pt x="13917" y="16550"/>
                  </a:lnTo>
                  <a:lnTo>
                    <a:pt x="14366" y="16486"/>
                  </a:lnTo>
                  <a:lnTo>
                    <a:pt x="15103" y="16427"/>
                  </a:lnTo>
                  <a:lnTo>
                    <a:pt x="16457" y="16318"/>
                  </a:lnTo>
                  <a:lnTo>
                    <a:pt x="21721" y="15895"/>
                  </a:lnTo>
                  <a:lnTo>
                    <a:pt x="26660" y="17210"/>
                  </a:lnTo>
                  <a:lnTo>
                    <a:pt x="26823" y="17270"/>
                  </a:lnTo>
                  <a:lnTo>
                    <a:pt x="30460" y="18615"/>
                  </a:lnTo>
                  <a:lnTo>
                    <a:pt x="31124" y="18860"/>
                  </a:lnTo>
                  <a:lnTo>
                    <a:pt x="33849" y="21822"/>
                  </a:lnTo>
                  <a:lnTo>
                    <a:pt x="34110" y="22128"/>
                  </a:lnTo>
                  <a:lnTo>
                    <a:pt x="36672" y="23241"/>
                  </a:lnTo>
                  <a:lnTo>
                    <a:pt x="37247" y="22669"/>
                  </a:lnTo>
                  <a:lnTo>
                    <a:pt x="42709" y="13542"/>
                  </a:lnTo>
                  <a:lnTo>
                    <a:pt x="40572" y="3930"/>
                  </a:lnTo>
                  <a:lnTo>
                    <a:pt x="47885" y="0"/>
                  </a:lnTo>
                  <a:lnTo>
                    <a:pt x="57004" y="1456"/>
                  </a:lnTo>
                  <a:lnTo>
                    <a:pt x="63843" y="6699"/>
                  </a:lnTo>
                  <a:lnTo>
                    <a:pt x="68688" y="1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371682" y="3714700"/>
              <a:ext cx="187992" cy="123252"/>
            </a:xfrm>
            <a:custGeom>
              <a:avLst/>
              <a:pathLst>
                <a:path w="187992" h="123252">
                  <a:moveTo>
                    <a:pt x="103696" y="12469"/>
                  </a:moveTo>
                  <a:lnTo>
                    <a:pt x="105748" y="13678"/>
                  </a:lnTo>
                  <a:lnTo>
                    <a:pt x="107985" y="10299"/>
                  </a:lnTo>
                  <a:lnTo>
                    <a:pt x="113063" y="17958"/>
                  </a:lnTo>
                  <a:lnTo>
                    <a:pt x="115121" y="21061"/>
                  </a:lnTo>
                  <a:lnTo>
                    <a:pt x="116299" y="21605"/>
                  </a:lnTo>
                  <a:lnTo>
                    <a:pt x="119498" y="22591"/>
                  </a:lnTo>
                  <a:lnTo>
                    <a:pt x="120701" y="23206"/>
                  </a:lnTo>
                  <a:lnTo>
                    <a:pt x="120866" y="23290"/>
                  </a:lnTo>
                  <a:lnTo>
                    <a:pt x="121043" y="23372"/>
                  </a:lnTo>
                  <a:lnTo>
                    <a:pt x="122123" y="23870"/>
                  </a:lnTo>
                  <a:lnTo>
                    <a:pt x="126580" y="25926"/>
                  </a:lnTo>
                  <a:lnTo>
                    <a:pt x="129073" y="27033"/>
                  </a:lnTo>
                  <a:lnTo>
                    <a:pt x="131733" y="28441"/>
                  </a:lnTo>
                  <a:lnTo>
                    <a:pt x="134250" y="30771"/>
                  </a:lnTo>
                  <a:lnTo>
                    <a:pt x="135747" y="32422"/>
                  </a:lnTo>
                  <a:lnTo>
                    <a:pt x="137323" y="34161"/>
                  </a:lnTo>
                  <a:lnTo>
                    <a:pt x="138031" y="34941"/>
                  </a:lnTo>
                  <a:lnTo>
                    <a:pt x="138358" y="35302"/>
                  </a:lnTo>
                  <a:lnTo>
                    <a:pt x="140465" y="37047"/>
                  </a:lnTo>
                  <a:lnTo>
                    <a:pt x="142608" y="38821"/>
                  </a:lnTo>
                  <a:lnTo>
                    <a:pt x="145292" y="41904"/>
                  </a:lnTo>
                  <a:lnTo>
                    <a:pt x="146664" y="43659"/>
                  </a:lnTo>
                  <a:lnTo>
                    <a:pt x="147415" y="44238"/>
                  </a:lnTo>
                  <a:lnTo>
                    <a:pt x="148640" y="45181"/>
                  </a:lnTo>
                  <a:lnTo>
                    <a:pt x="151015" y="48215"/>
                  </a:lnTo>
                  <a:lnTo>
                    <a:pt x="154081" y="52845"/>
                  </a:lnTo>
                  <a:lnTo>
                    <a:pt x="154696" y="53774"/>
                  </a:lnTo>
                  <a:lnTo>
                    <a:pt x="156833" y="57463"/>
                  </a:lnTo>
                  <a:lnTo>
                    <a:pt x="157641" y="58799"/>
                  </a:lnTo>
                  <a:lnTo>
                    <a:pt x="157868" y="60073"/>
                  </a:lnTo>
                  <a:lnTo>
                    <a:pt x="158110" y="61431"/>
                  </a:lnTo>
                  <a:lnTo>
                    <a:pt x="156306" y="65072"/>
                  </a:lnTo>
                  <a:lnTo>
                    <a:pt x="154263" y="68834"/>
                  </a:lnTo>
                  <a:lnTo>
                    <a:pt x="169402" y="77284"/>
                  </a:lnTo>
                  <a:lnTo>
                    <a:pt x="174757" y="80620"/>
                  </a:lnTo>
                  <a:lnTo>
                    <a:pt x="180732" y="84490"/>
                  </a:lnTo>
                  <a:lnTo>
                    <a:pt x="177049" y="90588"/>
                  </a:lnTo>
                  <a:lnTo>
                    <a:pt x="181323" y="93404"/>
                  </a:lnTo>
                  <a:lnTo>
                    <a:pt x="185753" y="95942"/>
                  </a:lnTo>
                  <a:lnTo>
                    <a:pt x="187992" y="96239"/>
                  </a:lnTo>
                  <a:lnTo>
                    <a:pt x="185198" y="101144"/>
                  </a:lnTo>
                  <a:lnTo>
                    <a:pt x="181693" y="106620"/>
                  </a:lnTo>
                  <a:lnTo>
                    <a:pt x="180265" y="108943"/>
                  </a:lnTo>
                  <a:lnTo>
                    <a:pt x="178860" y="111229"/>
                  </a:lnTo>
                  <a:lnTo>
                    <a:pt x="178131" y="112416"/>
                  </a:lnTo>
                  <a:lnTo>
                    <a:pt x="174477" y="117609"/>
                  </a:lnTo>
                  <a:lnTo>
                    <a:pt x="174359" y="117798"/>
                  </a:lnTo>
                  <a:lnTo>
                    <a:pt x="171006" y="123252"/>
                  </a:lnTo>
                  <a:lnTo>
                    <a:pt x="164960" y="119710"/>
                  </a:lnTo>
                  <a:lnTo>
                    <a:pt x="160172" y="116905"/>
                  </a:lnTo>
                  <a:lnTo>
                    <a:pt x="154954" y="113849"/>
                  </a:lnTo>
                  <a:lnTo>
                    <a:pt x="149273" y="110285"/>
                  </a:lnTo>
                  <a:lnTo>
                    <a:pt x="147126" y="108938"/>
                  </a:lnTo>
                  <a:lnTo>
                    <a:pt x="145839" y="108131"/>
                  </a:lnTo>
                  <a:lnTo>
                    <a:pt x="141332" y="105261"/>
                  </a:lnTo>
                  <a:lnTo>
                    <a:pt x="138061" y="103356"/>
                  </a:lnTo>
                  <a:lnTo>
                    <a:pt x="133875" y="100916"/>
                  </a:lnTo>
                  <a:lnTo>
                    <a:pt x="132854" y="100455"/>
                  </a:lnTo>
                  <a:lnTo>
                    <a:pt x="131904" y="103659"/>
                  </a:lnTo>
                  <a:lnTo>
                    <a:pt x="130455" y="106742"/>
                  </a:lnTo>
                  <a:lnTo>
                    <a:pt x="126762" y="104635"/>
                  </a:lnTo>
                  <a:lnTo>
                    <a:pt x="125639" y="104160"/>
                  </a:lnTo>
                  <a:lnTo>
                    <a:pt x="125025" y="103900"/>
                  </a:lnTo>
                  <a:lnTo>
                    <a:pt x="124163" y="103608"/>
                  </a:lnTo>
                  <a:lnTo>
                    <a:pt x="123605" y="103419"/>
                  </a:lnTo>
                  <a:lnTo>
                    <a:pt x="121514" y="102212"/>
                  </a:lnTo>
                  <a:lnTo>
                    <a:pt x="120820" y="101811"/>
                  </a:lnTo>
                  <a:lnTo>
                    <a:pt x="116499" y="104882"/>
                  </a:lnTo>
                  <a:lnTo>
                    <a:pt x="113190" y="104636"/>
                  </a:lnTo>
                  <a:lnTo>
                    <a:pt x="107661" y="106034"/>
                  </a:lnTo>
                  <a:lnTo>
                    <a:pt x="102760" y="104170"/>
                  </a:lnTo>
                  <a:lnTo>
                    <a:pt x="98884" y="102422"/>
                  </a:lnTo>
                  <a:lnTo>
                    <a:pt x="97231" y="98227"/>
                  </a:lnTo>
                  <a:lnTo>
                    <a:pt x="93698" y="99684"/>
                  </a:lnTo>
                  <a:lnTo>
                    <a:pt x="90335" y="100441"/>
                  </a:lnTo>
                  <a:lnTo>
                    <a:pt x="90380" y="92759"/>
                  </a:lnTo>
                  <a:lnTo>
                    <a:pt x="88253" y="88331"/>
                  </a:lnTo>
                  <a:lnTo>
                    <a:pt x="87341" y="89574"/>
                  </a:lnTo>
                  <a:lnTo>
                    <a:pt x="65834" y="93153"/>
                  </a:lnTo>
                  <a:lnTo>
                    <a:pt x="64652" y="88780"/>
                  </a:lnTo>
                  <a:lnTo>
                    <a:pt x="64403" y="87858"/>
                  </a:lnTo>
                  <a:lnTo>
                    <a:pt x="68335" y="86867"/>
                  </a:lnTo>
                  <a:lnTo>
                    <a:pt x="68511" y="87527"/>
                  </a:lnTo>
                  <a:lnTo>
                    <a:pt x="68677" y="88149"/>
                  </a:lnTo>
                  <a:lnTo>
                    <a:pt x="84864" y="83838"/>
                  </a:lnTo>
                  <a:lnTo>
                    <a:pt x="87198" y="81890"/>
                  </a:lnTo>
                  <a:lnTo>
                    <a:pt x="87656" y="81508"/>
                  </a:lnTo>
                  <a:lnTo>
                    <a:pt x="92759" y="81995"/>
                  </a:lnTo>
                  <a:lnTo>
                    <a:pt x="96764" y="78001"/>
                  </a:lnTo>
                  <a:lnTo>
                    <a:pt x="94104" y="75437"/>
                  </a:lnTo>
                  <a:lnTo>
                    <a:pt x="98208" y="70621"/>
                  </a:lnTo>
                  <a:lnTo>
                    <a:pt x="98208" y="70155"/>
                  </a:lnTo>
                  <a:lnTo>
                    <a:pt x="95092" y="69379"/>
                  </a:lnTo>
                  <a:lnTo>
                    <a:pt x="96308" y="66116"/>
                  </a:lnTo>
                  <a:lnTo>
                    <a:pt x="98343" y="66559"/>
                  </a:lnTo>
                  <a:lnTo>
                    <a:pt x="97448" y="62077"/>
                  </a:lnTo>
                  <a:lnTo>
                    <a:pt x="95624" y="59902"/>
                  </a:lnTo>
                  <a:lnTo>
                    <a:pt x="92964" y="58659"/>
                  </a:lnTo>
                  <a:lnTo>
                    <a:pt x="90988" y="58116"/>
                  </a:lnTo>
                  <a:lnTo>
                    <a:pt x="85351" y="57677"/>
                  </a:lnTo>
                  <a:lnTo>
                    <a:pt x="75410" y="65339"/>
                  </a:lnTo>
                  <a:lnTo>
                    <a:pt x="71230" y="65495"/>
                  </a:lnTo>
                  <a:lnTo>
                    <a:pt x="70850" y="62699"/>
                  </a:lnTo>
                  <a:lnTo>
                    <a:pt x="69559" y="62854"/>
                  </a:lnTo>
                  <a:lnTo>
                    <a:pt x="68191" y="53455"/>
                  </a:lnTo>
                  <a:lnTo>
                    <a:pt x="62415" y="56407"/>
                  </a:lnTo>
                  <a:lnTo>
                    <a:pt x="65151" y="60757"/>
                  </a:lnTo>
                  <a:lnTo>
                    <a:pt x="59908" y="70466"/>
                  </a:lnTo>
                  <a:lnTo>
                    <a:pt x="56716" y="72020"/>
                  </a:lnTo>
                  <a:lnTo>
                    <a:pt x="52992" y="72097"/>
                  </a:lnTo>
                  <a:lnTo>
                    <a:pt x="50823" y="69598"/>
                  </a:lnTo>
                  <a:lnTo>
                    <a:pt x="49497" y="72020"/>
                  </a:lnTo>
                  <a:lnTo>
                    <a:pt x="48357" y="74894"/>
                  </a:lnTo>
                  <a:lnTo>
                    <a:pt x="44253" y="79399"/>
                  </a:lnTo>
                  <a:lnTo>
                    <a:pt x="34398" y="87432"/>
                  </a:lnTo>
                  <a:lnTo>
                    <a:pt x="14706" y="99356"/>
                  </a:lnTo>
                  <a:lnTo>
                    <a:pt x="12196" y="95839"/>
                  </a:lnTo>
                  <a:lnTo>
                    <a:pt x="17611" y="91120"/>
                  </a:lnTo>
                  <a:lnTo>
                    <a:pt x="14533" y="85761"/>
                  </a:lnTo>
                  <a:lnTo>
                    <a:pt x="17611" y="83838"/>
                  </a:lnTo>
                  <a:lnTo>
                    <a:pt x="21144" y="88091"/>
                  </a:lnTo>
                  <a:lnTo>
                    <a:pt x="22569" y="88440"/>
                  </a:lnTo>
                  <a:lnTo>
                    <a:pt x="27751" y="84694"/>
                  </a:lnTo>
                  <a:lnTo>
                    <a:pt x="24336" y="80401"/>
                  </a:lnTo>
                  <a:lnTo>
                    <a:pt x="30434" y="74284"/>
                  </a:lnTo>
                  <a:lnTo>
                    <a:pt x="30320" y="72129"/>
                  </a:lnTo>
                  <a:lnTo>
                    <a:pt x="32885" y="69507"/>
                  </a:lnTo>
                  <a:lnTo>
                    <a:pt x="34082" y="70381"/>
                  </a:lnTo>
                  <a:lnTo>
                    <a:pt x="35393" y="68866"/>
                  </a:lnTo>
                  <a:lnTo>
                    <a:pt x="32714" y="66420"/>
                  </a:lnTo>
                  <a:lnTo>
                    <a:pt x="27870" y="62050"/>
                  </a:lnTo>
                  <a:lnTo>
                    <a:pt x="26046" y="62924"/>
                  </a:lnTo>
                  <a:lnTo>
                    <a:pt x="27699" y="69973"/>
                  </a:lnTo>
                  <a:lnTo>
                    <a:pt x="4160" y="74109"/>
                  </a:lnTo>
                  <a:lnTo>
                    <a:pt x="1766" y="74459"/>
                  </a:lnTo>
                  <a:lnTo>
                    <a:pt x="0" y="61118"/>
                  </a:lnTo>
                  <a:lnTo>
                    <a:pt x="17839" y="57623"/>
                  </a:lnTo>
                  <a:lnTo>
                    <a:pt x="17668" y="51855"/>
                  </a:lnTo>
                  <a:lnTo>
                    <a:pt x="26331" y="49467"/>
                  </a:lnTo>
                  <a:lnTo>
                    <a:pt x="27186" y="54885"/>
                  </a:lnTo>
                  <a:lnTo>
                    <a:pt x="31460" y="48360"/>
                  </a:lnTo>
                  <a:lnTo>
                    <a:pt x="34481" y="42301"/>
                  </a:lnTo>
                  <a:lnTo>
                    <a:pt x="34880" y="36825"/>
                  </a:lnTo>
                  <a:lnTo>
                    <a:pt x="38698" y="36476"/>
                  </a:lnTo>
                  <a:lnTo>
                    <a:pt x="38356" y="35311"/>
                  </a:lnTo>
                  <a:lnTo>
                    <a:pt x="36989" y="33854"/>
                  </a:lnTo>
                  <a:lnTo>
                    <a:pt x="35279" y="33796"/>
                  </a:lnTo>
                  <a:lnTo>
                    <a:pt x="34481" y="29135"/>
                  </a:lnTo>
                  <a:lnTo>
                    <a:pt x="29750" y="25698"/>
                  </a:lnTo>
                  <a:lnTo>
                    <a:pt x="23253" y="21329"/>
                  </a:lnTo>
                  <a:lnTo>
                    <a:pt x="14989" y="17659"/>
                  </a:lnTo>
                  <a:lnTo>
                    <a:pt x="15482" y="16625"/>
                  </a:lnTo>
                  <a:lnTo>
                    <a:pt x="16520" y="14447"/>
                  </a:lnTo>
                  <a:lnTo>
                    <a:pt x="12797" y="10253"/>
                  </a:lnTo>
                  <a:lnTo>
                    <a:pt x="14564" y="7565"/>
                  </a:lnTo>
                  <a:lnTo>
                    <a:pt x="21308" y="11806"/>
                  </a:lnTo>
                  <a:lnTo>
                    <a:pt x="25639" y="12894"/>
                  </a:lnTo>
                  <a:lnTo>
                    <a:pt x="34530" y="13127"/>
                  </a:lnTo>
                  <a:lnTo>
                    <a:pt x="34682" y="17321"/>
                  </a:lnTo>
                  <a:lnTo>
                    <a:pt x="28603" y="18253"/>
                  </a:lnTo>
                  <a:lnTo>
                    <a:pt x="28603" y="19574"/>
                  </a:lnTo>
                  <a:lnTo>
                    <a:pt x="33846" y="21671"/>
                  </a:lnTo>
                  <a:lnTo>
                    <a:pt x="34986" y="23846"/>
                  </a:lnTo>
                  <a:lnTo>
                    <a:pt x="42357" y="20506"/>
                  </a:lnTo>
                  <a:lnTo>
                    <a:pt x="41142" y="18253"/>
                  </a:lnTo>
                  <a:lnTo>
                    <a:pt x="41674" y="16544"/>
                  </a:lnTo>
                  <a:lnTo>
                    <a:pt x="48133" y="14913"/>
                  </a:lnTo>
                  <a:lnTo>
                    <a:pt x="52464" y="12350"/>
                  </a:lnTo>
                  <a:lnTo>
                    <a:pt x="55352" y="7612"/>
                  </a:lnTo>
                  <a:lnTo>
                    <a:pt x="58696" y="7534"/>
                  </a:lnTo>
                  <a:lnTo>
                    <a:pt x="67739" y="1087"/>
                  </a:lnTo>
                  <a:lnTo>
                    <a:pt x="71234" y="0"/>
                  </a:lnTo>
                  <a:lnTo>
                    <a:pt x="74449" y="1355"/>
                  </a:lnTo>
                  <a:lnTo>
                    <a:pt x="76289" y="2205"/>
                  </a:lnTo>
                  <a:lnTo>
                    <a:pt x="76853" y="2400"/>
                  </a:lnTo>
                  <a:lnTo>
                    <a:pt x="78827" y="3081"/>
                  </a:lnTo>
                  <a:lnTo>
                    <a:pt x="80990" y="3882"/>
                  </a:lnTo>
                  <a:lnTo>
                    <a:pt x="83117" y="4669"/>
                  </a:lnTo>
                  <a:lnTo>
                    <a:pt x="90811" y="6987"/>
                  </a:lnTo>
                  <a:lnTo>
                    <a:pt x="92456" y="7454"/>
                  </a:lnTo>
                  <a:lnTo>
                    <a:pt x="93694" y="8085"/>
                  </a:lnTo>
                  <a:lnTo>
                    <a:pt x="97041" y="9116"/>
                  </a:lnTo>
                  <a:lnTo>
                    <a:pt x="98424" y="9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458661" y="3815156"/>
              <a:ext cx="136707" cy="88915"/>
            </a:xfrm>
            <a:custGeom>
              <a:avLst/>
              <a:pathLst>
                <a:path w="136707" h="88915">
                  <a:moveTo>
                    <a:pt x="54352" y="4806"/>
                  </a:moveTo>
                  <a:lnTo>
                    <a:pt x="58859" y="7675"/>
                  </a:lnTo>
                  <a:lnTo>
                    <a:pt x="60147" y="8483"/>
                  </a:lnTo>
                  <a:lnTo>
                    <a:pt x="62404" y="9899"/>
                  </a:lnTo>
                  <a:lnTo>
                    <a:pt x="67975" y="13394"/>
                  </a:lnTo>
                  <a:lnTo>
                    <a:pt x="73192" y="16450"/>
                  </a:lnTo>
                  <a:lnTo>
                    <a:pt x="77980" y="19254"/>
                  </a:lnTo>
                  <a:lnTo>
                    <a:pt x="84026" y="22796"/>
                  </a:lnTo>
                  <a:lnTo>
                    <a:pt x="83905" y="23025"/>
                  </a:lnTo>
                  <a:lnTo>
                    <a:pt x="80610" y="29265"/>
                  </a:lnTo>
                  <a:lnTo>
                    <a:pt x="81358" y="29729"/>
                  </a:lnTo>
                  <a:lnTo>
                    <a:pt x="85625" y="32377"/>
                  </a:lnTo>
                  <a:lnTo>
                    <a:pt x="95895" y="38748"/>
                  </a:lnTo>
                  <a:lnTo>
                    <a:pt x="96052" y="38846"/>
                  </a:lnTo>
                  <a:lnTo>
                    <a:pt x="97897" y="39865"/>
                  </a:lnTo>
                  <a:lnTo>
                    <a:pt x="99215" y="40594"/>
                  </a:lnTo>
                  <a:lnTo>
                    <a:pt x="105580" y="44634"/>
                  </a:lnTo>
                  <a:lnTo>
                    <a:pt x="107967" y="46149"/>
                  </a:lnTo>
                  <a:lnTo>
                    <a:pt x="110044" y="47468"/>
                  </a:lnTo>
                  <a:lnTo>
                    <a:pt x="111203" y="47962"/>
                  </a:lnTo>
                  <a:lnTo>
                    <a:pt x="113256" y="49266"/>
                  </a:lnTo>
                  <a:lnTo>
                    <a:pt x="116816" y="51528"/>
                  </a:lnTo>
                  <a:lnTo>
                    <a:pt x="117238" y="51786"/>
                  </a:lnTo>
                  <a:lnTo>
                    <a:pt x="124092" y="55975"/>
                  </a:lnTo>
                  <a:lnTo>
                    <a:pt x="131108" y="60608"/>
                  </a:lnTo>
                  <a:lnTo>
                    <a:pt x="136707" y="64305"/>
                  </a:lnTo>
                  <a:lnTo>
                    <a:pt x="130545" y="73690"/>
                  </a:lnTo>
                  <a:lnTo>
                    <a:pt x="126899" y="79244"/>
                  </a:lnTo>
                  <a:lnTo>
                    <a:pt x="122614" y="85976"/>
                  </a:lnTo>
                  <a:lnTo>
                    <a:pt x="125845" y="88051"/>
                  </a:lnTo>
                  <a:lnTo>
                    <a:pt x="124813" y="88419"/>
                  </a:lnTo>
                  <a:lnTo>
                    <a:pt x="123422" y="88915"/>
                  </a:lnTo>
                  <a:lnTo>
                    <a:pt x="118018" y="88214"/>
                  </a:lnTo>
                  <a:lnTo>
                    <a:pt x="108675" y="87004"/>
                  </a:lnTo>
                  <a:lnTo>
                    <a:pt x="105299" y="86385"/>
                  </a:lnTo>
                  <a:lnTo>
                    <a:pt x="104762" y="86304"/>
                  </a:lnTo>
                  <a:lnTo>
                    <a:pt x="96187" y="86263"/>
                  </a:lnTo>
                  <a:lnTo>
                    <a:pt x="98170" y="83461"/>
                  </a:lnTo>
                  <a:lnTo>
                    <a:pt x="92580" y="79854"/>
                  </a:lnTo>
                  <a:lnTo>
                    <a:pt x="94105" y="77460"/>
                  </a:lnTo>
                  <a:lnTo>
                    <a:pt x="93377" y="77004"/>
                  </a:lnTo>
                  <a:lnTo>
                    <a:pt x="81604" y="69634"/>
                  </a:lnTo>
                  <a:lnTo>
                    <a:pt x="74670" y="65615"/>
                  </a:lnTo>
                  <a:lnTo>
                    <a:pt x="72655" y="70808"/>
                  </a:lnTo>
                  <a:lnTo>
                    <a:pt x="72608" y="70948"/>
                  </a:lnTo>
                  <a:lnTo>
                    <a:pt x="72546" y="71127"/>
                  </a:lnTo>
                  <a:lnTo>
                    <a:pt x="72054" y="72568"/>
                  </a:lnTo>
                  <a:lnTo>
                    <a:pt x="71667" y="73702"/>
                  </a:lnTo>
                  <a:lnTo>
                    <a:pt x="70185" y="75585"/>
                  </a:lnTo>
                  <a:lnTo>
                    <a:pt x="66520" y="79577"/>
                  </a:lnTo>
                  <a:lnTo>
                    <a:pt x="62947" y="83469"/>
                  </a:lnTo>
                  <a:lnTo>
                    <a:pt x="59793" y="87450"/>
                  </a:lnTo>
                  <a:lnTo>
                    <a:pt x="57965" y="86032"/>
                  </a:lnTo>
                  <a:lnTo>
                    <a:pt x="52040" y="81438"/>
                  </a:lnTo>
                  <a:lnTo>
                    <a:pt x="49065" y="77822"/>
                  </a:lnTo>
                  <a:lnTo>
                    <a:pt x="48244" y="77010"/>
                  </a:lnTo>
                  <a:lnTo>
                    <a:pt x="48153" y="76657"/>
                  </a:lnTo>
                  <a:lnTo>
                    <a:pt x="48097" y="76442"/>
                  </a:lnTo>
                  <a:lnTo>
                    <a:pt x="48480" y="76401"/>
                  </a:lnTo>
                  <a:lnTo>
                    <a:pt x="50760" y="74847"/>
                  </a:lnTo>
                  <a:lnTo>
                    <a:pt x="52403" y="73080"/>
                  </a:lnTo>
                  <a:lnTo>
                    <a:pt x="52386" y="72826"/>
                  </a:lnTo>
                  <a:lnTo>
                    <a:pt x="49384" y="70962"/>
                  </a:lnTo>
                  <a:lnTo>
                    <a:pt x="47170" y="69641"/>
                  </a:lnTo>
                  <a:lnTo>
                    <a:pt x="44856" y="68583"/>
                  </a:lnTo>
                  <a:lnTo>
                    <a:pt x="43856" y="69123"/>
                  </a:lnTo>
                  <a:lnTo>
                    <a:pt x="43478" y="69071"/>
                  </a:lnTo>
                  <a:lnTo>
                    <a:pt x="42935" y="68943"/>
                  </a:lnTo>
                  <a:lnTo>
                    <a:pt x="41100" y="68741"/>
                  </a:lnTo>
                  <a:lnTo>
                    <a:pt x="38242" y="68426"/>
                  </a:lnTo>
                  <a:lnTo>
                    <a:pt x="37450" y="68338"/>
                  </a:lnTo>
                  <a:lnTo>
                    <a:pt x="35015" y="68029"/>
                  </a:lnTo>
                  <a:lnTo>
                    <a:pt x="31606" y="67877"/>
                  </a:lnTo>
                  <a:lnTo>
                    <a:pt x="29357" y="67996"/>
                  </a:lnTo>
                  <a:lnTo>
                    <a:pt x="25443" y="66979"/>
                  </a:lnTo>
                  <a:lnTo>
                    <a:pt x="25182" y="66911"/>
                  </a:lnTo>
                  <a:lnTo>
                    <a:pt x="19739" y="63991"/>
                  </a:lnTo>
                  <a:lnTo>
                    <a:pt x="19140" y="63387"/>
                  </a:lnTo>
                  <a:lnTo>
                    <a:pt x="16480" y="61882"/>
                  </a:lnTo>
                  <a:lnTo>
                    <a:pt x="14210" y="60598"/>
                  </a:lnTo>
                  <a:lnTo>
                    <a:pt x="14068" y="60562"/>
                  </a:lnTo>
                  <a:lnTo>
                    <a:pt x="11026" y="59804"/>
                  </a:lnTo>
                  <a:lnTo>
                    <a:pt x="4223" y="60394"/>
                  </a:lnTo>
                  <a:lnTo>
                    <a:pt x="883" y="60684"/>
                  </a:lnTo>
                  <a:lnTo>
                    <a:pt x="775" y="59712"/>
                  </a:lnTo>
                  <a:lnTo>
                    <a:pt x="710" y="59119"/>
                  </a:lnTo>
                  <a:lnTo>
                    <a:pt x="675" y="58813"/>
                  </a:lnTo>
                  <a:lnTo>
                    <a:pt x="547" y="57672"/>
                  </a:lnTo>
                  <a:lnTo>
                    <a:pt x="1170" y="57541"/>
                  </a:lnTo>
                  <a:lnTo>
                    <a:pt x="4688" y="56798"/>
                  </a:lnTo>
                  <a:lnTo>
                    <a:pt x="5011" y="50681"/>
                  </a:lnTo>
                  <a:lnTo>
                    <a:pt x="7324" y="50692"/>
                  </a:lnTo>
                  <a:lnTo>
                    <a:pt x="6931" y="47291"/>
                  </a:lnTo>
                  <a:lnTo>
                    <a:pt x="2659" y="48457"/>
                  </a:lnTo>
                  <a:lnTo>
                    <a:pt x="1947" y="47000"/>
                  </a:lnTo>
                  <a:lnTo>
                    <a:pt x="1139" y="44622"/>
                  </a:lnTo>
                  <a:lnTo>
                    <a:pt x="332" y="41126"/>
                  </a:lnTo>
                  <a:lnTo>
                    <a:pt x="0" y="37388"/>
                  </a:lnTo>
                  <a:lnTo>
                    <a:pt x="997" y="34087"/>
                  </a:lnTo>
                  <a:lnTo>
                    <a:pt x="3001" y="24505"/>
                  </a:lnTo>
                  <a:lnTo>
                    <a:pt x="4375" y="17798"/>
                  </a:lnTo>
                  <a:lnTo>
                    <a:pt x="994" y="14769"/>
                  </a:lnTo>
                  <a:lnTo>
                    <a:pt x="1147" y="14515"/>
                  </a:lnTo>
                  <a:lnTo>
                    <a:pt x="2370" y="12496"/>
                  </a:lnTo>
                  <a:lnTo>
                    <a:pt x="2969" y="11507"/>
                  </a:lnTo>
                  <a:lnTo>
                    <a:pt x="5477" y="9176"/>
                  </a:lnTo>
                  <a:lnTo>
                    <a:pt x="12582" y="16789"/>
                  </a:lnTo>
                  <a:lnTo>
                    <a:pt x="16344" y="19701"/>
                  </a:lnTo>
                  <a:lnTo>
                    <a:pt x="17294" y="14614"/>
                  </a:lnTo>
                  <a:lnTo>
                    <a:pt x="15622" y="13953"/>
                  </a:lnTo>
                  <a:lnTo>
                    <a:pt x="17028" y="7196"/>
                  </a:lnTo>
                  <a:lnTo>
                    <a:pt x="20686" y="7065"/>
                  </a:lnTo>
                  <a:lnTo>
                    <a:pt x="20681" y="5578"/>
                  </a:lnTo>
                  <a:lnTo>
                    <a:pt x="26210" y="4180"/>
                  </a:lnTo>
                  <a:lnTo>
                    <a:pt x="29519" y="4426"/>
                  </a:lnTo>
                  <a:lnTo>
                    <a:pt x="33840" y="1356"/>
                  </a:lnTo>
                  <a:lnTo>
                    <a:pt x="34534" y="1757"/>
                  </a:lnTo>
                  <a:lnTo>
                    <a:pt x="36625" y="2964"/>
                  </a:lnTo>
                  <a:lnTo>
                    <a:pt x="37183" y="3152"/>
                  </a:lnTo>
                  <a:lnTo>
                    <a:pt x="38045" y="3444"/>
                  </a:lnTo>
                  <a:lnTo>
                    <a:pt x="38659" y="3704"/>
                  </a:lnTo>
                  <a:lnTo>
                    <a:pt x="39782" y="4179"/>
                  </a:lnTo>
                  <a:lnTo>
                    <a:pt x="43475" y="6286"/>
                  </a:lnTo>
                  <a:lnTo>
                    <a:pt x="44924" y="3204"/>
                  </a:lnTo>
                  <a:lnTo>
                    <a:pt x="45874" y="0"/>
                  </a:lnTo>
                  <a:lnTo>
                    <a:pt x="46895" y="461"/>
                  </a:lnTo>
                  <a:lnTo>
                    <a:pt x="51082" y="2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292179" y="3874869"/>
              <a:ext cx="264653" cy="118614"/>
            </a:xfrm>
            <a:custGeom>
              <a:avLst/>
              <a:pathLst>
                <a:path w="264653" h="118614">
                  <a:moveTo>
                    <a:pt x="167258" y="0"/>
                  </a:moveTo>
                  <a:lnTo>
                    <a:pt x="167365" y="971"/>
                  </a:lnTo>
                  <a:lnTo>
                    <a:pt x="170705" y="681"/>
                  </a:lnTo>
                  <a:lnTo>
                    <a:pt x="177509" y="91"/>
                  </a:lnTo>
                  <a:lnTo>
                    <a:pt x="180551" y="849"/>
                  </a:lnTo>
                  <a:lnTo>
                    <a:pt x="180693" y="885"/>
                  </a:lnTo>
                  <a:lnTo>
                    <a:pt x="182963" y="2169"/>
                  </a:lnTo>
                  <a:lnTo>
                    <a:pt x="185623" y="3674"/>
                  </a:lnTo>
                  <a:lnTo>
                    <a:pt x="186222" y="4278"/>
                  </a:lnTo>
                  <a:lnTo>
                    <a:pt x="191664" y="7198"/>
                  </a:lnTo>
                  <a:lnTo>
                    <a:pt x="191926" y="7266"/>
                  </a:lnTo>
                  <a:lnTo>
                    <a:pt x="195839" y="8283"/>
                  </a:lnTo>
                  <a:lnTo>
                    <a:pt x="198176" y="8159"/>
                  </a:lnTo>
                  <a:lnTo>
                    <a:pt x="201566" y="8319"/>
                  </a:lnTo>
                  <a:lnTo>
                    <a:pt x="203932" y="8626"/>
                  </a:lnTo>
                  <a:lnTo>
                    <a:pt x="204725" y="8713"/>
                  </a:lnTo>
                  <a:lnTo>
                    <a:pt x="207583" y="9028"/>
                  </a:lnTo>
                  <a:lnTo>
                    <a:pt x="209418" y="9230"/>
                  </a:lnTo>
                  <a:lnTo>
                    <a:pt x="209961" y="9358"/>
                  </a:lnTo>
                  <a:lnTo>
                    <a:pt x="210339" y="9410"/>
                  </a:lnTo>
                  <a:lnTo>
                    <a:pt x="211415" y="8829"/>
                  </a:lnTo>
                  <a:lnTo>
                    <a:pt x="213652" y="9928"/>
                  </a:lnTo>
                  <a:lnTo>
                    <a:pt x="215867" y="11249"/>
                  </a:lnTo>
                  <a:lnTo>
                    <a:pt x="218869" y="13113"/>
                  </a:lnTo>
                  <a:lnTo>
                    <a:pt x="218886" y="13367"/>
                  </a:lnTo>
                  <a:lnTo>
                    <a:pt x="217243" y="15134"/>
                  </a:lnTo>
                  <a:lnTo>
                    <a:pt x="214882" y="16751"/>
                  </a:lnTo>
                  <a:lnTo>
                    <a:pt x="214580" y="16729"/>
                  </a:lnTo>
                  <a:lnTo>
                    <a:pt x="214636" y="16944"/>
                  </a:lnTo>
                  <a:lnTo>
                    <a:pt x="214727" y="17297"/>
                  </a:lnTo>
                  <a:lnTo>
                    <a:pt x="215548" y="18109"/>
                  </a:lnTo>
                  <a:lnTo>
                    <a:pt x="218523" y="21725"/>
                  </a:lnTo>
                  <a:lnTo>
                    <a:pt x="224448" y="26319"/>
                  </a:lnTo>
                  <a:lnTo>
                    <a:pt x="226276" y="27737"/>
                  </a:lnTo>
                  <a:lnTo>
                    <a:pt x="229430" y="23756"/>
                  </a:lnTo>
                  <a:lnTo>
                    <a:pt x="233003" y="19864"/>
                  </a:lnTo>
                  <a:lnTo>
                    <a:pt x="236668" y="15872"/>
                  </a:lnTo>
                  <a:lnTo>
                    <a:pt x="238150" y="13989"/>
                  </a:lnTo>
                  <a:lnTo>
                    <a:pt x="238537" y="12855"/>
                  </a:lnTo>
                  <a:lnTo>
                    <a:pt x="239029" y="11414"/>
                  </a:lnTo>
                  <a:lnTo>
                    <a:pt x="239090" y="11235"/>
                  </a:lnTo>
                  <a:lnTo>
                    <a:pt x="239138" y="11095"/>
                  </a:lnTo>
                  <a:lnTo>
                    <a:pt x="241153" y="5902"/>
                  </a:lnTo>
                  <a:lnTo>
                    <a:pt x="248087" y="9921"/>
                  </a:lnTo>
                  <a:lnTo>
                    <a:pt x="259860" y="17291"/>
                  </a:lnTo>
                  <a:lnTo>
                    <a:pt x="260588" y="17747"/>
                  </a:lnTo>
                  <a:lnTo>
                    <a:pt x="259063" y="20141"/>
                  </a:lnTo>
                  <a:lnTo>
                    <a:pt x="264653" y="23748"/>
                  </a:lnTo>
                  <a:lnTo>
                    <a:pt x="262669" y="26550"/>
                  </a:lnTo>
                  <a:lnTo>
                    <a:pt x="252779" y="28650"/>
                  </a:lnTo>
                  <a:lnTo>
                    <a:pt x="238226" y="33815"/>
                  </a:lnTo>
                  <a:lnTo>
                    <a:pt x="237834" y="33883"/>
                  </a:lnTo>
                  <a:lnTo>
                    <a:pt x="236763" y="34068"/>
                  </a:lnTo>
                  <a:lnTo>
                    <a:pt x="234692" y="33951"/>
                  </a:lnTo>
                  <a:lnTo>
                    <a:pt x="230665" y="34476"/>
                  </a:lnTo>
                  <a:lnTo>
                    <a:pt x="226029" y="34029"/>
                  </a:lnTo>
                  <a:lnTo>
                    <a:pt x="225213" y="40234"/>
                  </a:lnTo>
                  <a:lnTo>
                    <a:pt x="224677" y="42451"/>
                  </a:lnTo>
                  <a:lnTo>
                    <a:pt x="223973" y="45360"/>
                  </a:lnTo>
                  <a:lnTo>
                    <a:pt x="223460" y="47478"/>
                  </a:lnTo>
                  <a:lnTo>
                    <a:pt x="225783" y="48808"/>
                  </a:lnTo>
                  <a:lnTo>
                    <a:pt x="226196" y="49298"/>
                  </a:lnTo>
                  <a:lnTo>
                    <a:pt x="226034" y="49554"/>
                  </a:lnTo>
                  <a:lnTo>
                    <a:pt x="225295" y="50718"/>
                  </a:lnTo>
                  <a:lnTo>
                    <a:pt x="224969" y="51231"/>
                  </a:lnTo>
                  <a:lnTo>
                    <a:pt x="224800" y="51498"/>
                  </a:lnTo>
                  <a:lnTo>
                    <a:pt x="223389" y="53638"/>
                  </a:lnTo>
                  <a:lnTo>
                    <a:pt x="223019" y="54672"/>
                  </a:lnTo>
                  <a:lnTo>
                    <a:pt x="221997" y="56408"/>
                  </a:lnTo>
                  <a:lnTo>
                    <a:pt x="220940" y="58012"/>
                  </a:lnTo>
                  <a:lnTo>
                    <a:pt x="220599" y="58530"/>
                  </a:lnTo>
                  <a:lnTo>
                    <a:pt x="220358" y="58896"/>
                  </a:lnTo>
                  <a:lnTo>
                    <a:pt x="218600" y="61776"/>
                  </a:lnTo>
                  <a:lnTo>
                    <a:pt x="218423" y="62067"/>
                  </a:lnTo>
                  <a:lnTo>
                    <a:pt x="217889" y="62941"/>
                  </a:lnTo>
                  <a:lnTo>
                    <a:pt x="216764" y="64785"/>
                  </a:lnTo>
                  <a:lnTo>
                    <a:pt x="216677" y="64927"/>
                  </a:lnTo>
                  <a:lnTo>
                    <a:pt x="216172" y="65778"/>
                  </a:lnTo>
                  <a:lnTo>
                    <a:pt x="215454" y="66989"/>
                  </a:lnTo>
                  <a:lnTo>
                    <a:pt x="213186" y="70810"/>
                  </a:lnTo>
                  <a:lnTo>
                    <a:pt x="212029" y="72725"/>
                  </a:lnTo>
                  <a:lnTo>
                    <a:pt x="210325" y="75543"/>
                  </a:lnTo>
                  <a:lnTo>
                    <a:pt x="209567" y="76796"/>
                  </a:lnTo>
                  <a:lnTo>
                    <a:pt x="208971" y="77620"/>
                  </a:lnTo>
                  <a:lnTo>
                    <a:pt x="205692" y="82156"/>
                  </a:lnTo>
                  <a:lnTo>
                    <a:pt x="204965" y="81792"/>
                  </a:lnTo>
                  <a:lnTo>
                    <a:pt x="202623" y="85922"/>
                  </a:lnTo>
                  <a:lnTo>
                    <a:pt x="202491" y="86156"/>
                  </a:lnTo>
                  <a:lnTo>
                    <a:pt x="201849" y="87505"/>
                  </a:lnTo>
                  <a:lnTo>
                    <a:pt x="201548" y="88139"/>
                  </a:lnTo>
                  <a:lnTo>
                    <a:pt x="201237" y="89030"/>
                  </a:lnTo>
                  <a:lnTo>
                    <a:pt x="199935" y="91739"/>
                  </a:lnTo>
                  <a:lnTo>
                    <a:pt x="197504" y="90078"/>
                  </a:lnTo>
                  <a:lnTo>
                    <a:pt x="194505" y="87793"/>
                  </a:lnTo>
                  <a:lnTo>
                    <a:pt x="194128" y="87505"/>
                  </a:lnTo>
                  <a:lnTo>
                    <a:pt x="193656" y="87146"/>
                  </a:lnTo>
                  <a:lnTo>
                    <a:pt x="193455" y="87505"/>
                  </a:lnTo>
                  <a:lnTo>
                    <a:pt x="192032" y="90039"/>
                  </a:lnTo>
                  <a:lnTo>
                    <a:pt x="190071" y="92855"/>
                  </a:lnTo>
                  <a:lnTo>
                    <a:pt x="189591" y="93545"/>
                  </a:lnTo>
                  <a:lnTo>
                    <a:pt x="188409" y="95336"/>
                  </a:lnTo>
                  <a:lnTo>
                    <a:pt x="186542" y="98166"/>
                  </a:lnTo>
                  <a:lnTo>
                    <a:pt x="186221" y="98617"/>
                  </a:lnTo>
                  <a:lnTo>
                    <a:pt x="184862" y="100526"/>
                  </a:lnTo>
                  <a:lnTo>
                    <a:pt x="183894" y="101885"/>
                  </a:lnTo>
                  <a:lnTo>
                    <a:pt x="182898" y="103283"/>
                  </a:lnTo>
                  <a:lnTo>
                    <a:pt x="181602" y="104883"/>
                  </a:lnTo>
                  <a:lnTo>
                    <a:pt x="181240" y="105797"/>
                  </a:lnTo>
                  <a:lnTo>
                    <a:pt x="181080" y="106202"/>
                  </a:lnTo>
                  <a:lnTo>
                    <a:pt x="180836" y="106088"/>
                  </a:lnTo>
                  <a:lnTo>
                    <a:pt x="178754" y="105113"/>
                  </a:lnTo>
                  <a:lnTo>
                    <a:pt x="176216" y="103925"/>
                  </a:lnTo>
                  <a:lnTo>
                    <a:pt x="175189" y="106129"/>
                  </a:lnTo>
                  <a:lnTo>
                    <a:pt x="174684" y="106458"/>
                  </a:lnTo>
                  <a:lnTo>
                    <a:pt x="170991" y="108863"/>
                  </a:lnTo>
                  <a:lnTo>
                    <a:pt x="170374" y="111581"/>
                  </a:lnTo>
                  <a:lnTo>
                    <a:pt x="170038" y="116556"/>
                  </a:lnTo>
                  <a:lnTo>
                    <a:pt x="159469" y="115837"/>
                  </a:lnTo>
                  <a:lnTo>
                    <a:pt x="158442" y="116003"/>
                  </a:lnTo>
                  <a:lnTo>
                    <a:pt x="146829" y="117884"/>
                  </a:lnTo>
                  <a:lnTo>
                    <a:pt x="144118" y="118323"/>
                  </a:lnTo>
                  <a:lnTo>
                    <a:pt x="139379" y="118614"/>
                  </a:lnTo>
                  <a:lnTo>
                    <a:pt x="138267" y="115125"/>
                  </a:lnTo>
                  <a:lnTo>
                    <a:pt x="140091" y="106270"/>
                  </a:lnTo>
                  <a:lnTo>
                    <a:pt x="136329" y="100212"/>
                  </a:lnTo>
                  <a:lnTo>
                    <a:pt x="130516" y="99279"/>
                  </a:lnTo>
                  <a:lnTo>
                    <a:pt x="127894" y="106270"/>
                  </a:lnTo>
                  <a:lnTo>
                    <a:pt x="110568" y="98930"/>
                  </a:lnTo>
                  <a:lnTo>
                    <a:pt x="104755" y="99163"/>
                  </a:lnTo>
                  <a:lnTo>
                    <a:pt x="87314" y="94502"/>
                  </a:lnTo>
                  <a:lnTo>
                    <a:pt x="83781" y="95784"/>
                  </a:lnTo>
                  <a:lnTo>
                    <a:pt x="81354" y="95126"/>
                  </a:lnTo>
                  <a:lnTo>
                    <a:pt x="74320" y="93221"/>
                  </a:lnTo>
                  <a:lnTo>
                    <a:pt x="54258" y="95901"/>
                  </a:lnTo>
                  <a:lnTo>
                    <a:pt x="54219" y="97287"/>
                  </a:lnTo>
                  <a:lnTo>
                    <a:pt x="54144" y="99978"/>
                  </a:lnTo>
                  <a:lnTo>
                    <a:pt x="7409" y="89958"/>
                  </a:lnTo>
                  <a:lnTo>
                    <a:pt x="0" y="81569"/>
                  </a:lnTo>
                  <a:lnTo>
                    <a:pt x="3077" y="75045"/>
                  </a:lnTo>
                  <a:lnTo>
                    <a:pt x="15046" y="77958"/>
                  </a:lnTo>
                  <a:lnTo>
                    <a:pt x="25875" y="72598"/>
                  </a:lnTo>
                  <a:lnTo>
                    <a:pt x="28269" y="82036"/>
                  </a:lnTo>
                  <a:lnTo>
                    <a:pt x="40123" y="80870"/>
                  </a:lnTo>
                  <a:lnTo>
                    <a:pt x="41263" y="84599"/>
                  </a:lnTo>
                  <a:lnTo>
                    <a:pt x="79677" y="85880"/>
                  </a:lnTo>
                  <a:lnTo>
                    <a:pt x="87511" y="87614"/>
                  </a:lnTo>
                  <a:lnTo>
                    <a:pt x="87884" y="84249"/>
                  </a:lnTo>
                  <a:lnTo>
                    <a:pt x="83439" y="79938"/>
                  </a:lnTo>
                  <a:lnTo>
                    <a:pt x="80019" y="74462"/>
                  </a:lnTo>
                  <a:lnTo>
                    <a:pt x="78195" y="68404"/>
                  </a:lnTo>
                  <a:lnTo>
                    <a:pt x="79107" y="63860"/>
                  </a:lnTo>
                  <a:lnTo>
                    <a:pt x="88568" y="61063"/>
                  </a:lnTo>
                  <a:lnTo>
                    <a:pt x="100195" y="75977"/>
                  </a:lnTo>
                  <a:lnTo>
                    <a:pt x="106464" y="84482"/>
                  </a:lnTo>
                  <a:lnTo>
                    <a:pt x="124133" y="89259"/>
                  </a:lnTo>
                  <a:lnTo>
                    <a:pt x="122651" y="79822"/>
                  </a:lnTo>
                  <a:lnTo>
                    <a:pt x="123107" y="75860"/>
                  </a:lnTo>
                  <a:lnTo>
                    <a:pt x="123204" y="73670"/>
                  </a:lnTo>
                  <a:lnTo>
                    <a:pt x="119040" y="66335"/>
                  </a:lnTo>
                  <a:lnTo>
                    <a:pt x="124561" y="60084"/>
                  </a:lnTo>
                  <a:lnTo>
                    <a:pt x="131299" y="64061"/>
                  </a:lnTo>
                  <a:lnTo>
                    <a:pt x="131779" y="63529"/>
                  </a:lnTo>
                  <a:lnTo>
                    <a:pt x="132919" y="60811"/>
                  </a:lnTo>
                  <a:lnTo>
                    <a:pt x="129120" y="54403"/>
                  </a:lnTo>
                  <a:lnTo>
                    <a:pt x="129120" y="50810"/>
                  </a:lnTo>
                  <a:lnTo>
                    <a:pt x="130786" y="46984"/>
                  </a:lnTo>
                  <a:lnTo>
                    <a:pt x="131849" y="45392"/>
                  </a:lnTo>
                  <a:lnTo>
                    <a:pt x="137289" y="42363"/>
                  </a:lnTo>
                  <a:lnTo>
                    <a:pt x="148497" y="41877"/>
                  </a:lnTo>
                  <a:lnTo>
                    <a:pt x="146883" y="39936"/>
                  </a:lnTo>
                  <a:lnTo>
                    <a:pt x="152107" y="27508"/>
                  </a:lnTo>
                  <a:lnTo>
                    <a:pt x="161891" y="18478"/>
                  </a:lnTo>
                  <a:lnTo>
                    <a:pt x="167590" y="11875"/>
                  </a:lnTo>
                  <a:lnTo>
                    <a:pt x="167780" y="8477"/>
                  </a:lnTo>
                  <a:lnTo>
                    <a:pt x="166926" y="8477"/>
                  </a:lnTo>
                  <a:lnTo>
                    <a:pt x="165249" y="2323"/>
                  </a:lnTo>
                  <a:lnTo>
                    <a:pt x="164962" y="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473305" y="3901419"/>
              <a:ext cx="122183" cy="95821"/>
            </a:xfrm>
            <a:custGeom>
              <a:avLst/>
              <a:pathLst>
                <a:path w="122183" h="95821">
                  <a:moveTo>
                    <a:pt x="103375" y="1951"/>
                  </a:moveTo>
                  <a:lnTo>
                    <a:pt x="108778" y="2651"/>
                  </a:lnTo>
                  <a:lnTo>
                    <a:pt x="110169" y="2155"/>
                  </a:lnTo>
                  <a:lnTo>
                    <a:pt x="111216" y="1782"/>
                  </a:lnTo>
                  <a:lnTo>
                    <a:pt x="112385" y="2528"/>
                  </a:lnTo>
                  <a:lnTo>
                    <a:pt x="121902" y="8597"/>
                  </a:lnTo>
                  <a:lnTo>
                    <a:pt x="122183" y="8776"/>
                  </a:lnTo>
                  <a:lnTo>
                    <a:pt x="121838" y="9326"/>
                  </a:lnTo>
                  <a:lnTo>
                    <a:pt x="121756" y="9463"/>
                  </a:lnTo>
                  <a:lnTo>
                    <a:pt x="120673" y="11285"/>
                  </a:lnTo>
                  <a:lnTo>
                    <a:pt x="117538" y="16561"/>
                  </a:lnTo>
                  <a:lnTo>
                    <a:pt x="117164" y="17190"/>
                  </a:lnTo>
                  <a:lnTo>
                    <a:pt x="115497" y="19995"/>
                  </a:lnTo>
                  <a:lnTo>
                    <a:pt x="113790" y="22703"/>
                  </a:lnTo>
                  <a:lnTo>
                    <a:pt x="111151" y="26889"/>
                  </a:lnTo>
                  <a:lnTo>
                    <a:pt x="110126" y="28526"/>
                  </a:lnTo>
                  <a:lnTo>
                    <a:pt x="108377" y="31318"/>
                  </a:lnTo>
                  <a:lnTo>
                    <a:pt x="106641" y="34090"/>
                  </a:lnTo>
                  <a:lnTo>
                    <a:pt x="104003" y="38467"/>
                  </a:lnTo>
                  <a:lnTo>
                    <a:pt x="103888" y="39588"/>
                  </a:lnTo>
                  <a:lnTo>
                    <a:pt x="103813" y="40312"/>
                  </a:lnTo>
                  <a:lnTo>
                    <a:pt x="103591" y="45973"/>
                  </a:lnTo>
                  <a:lnTo>
                    <a:pt x="103250" y="54695"/>
                  </a:lnTo>
                  <a:lnTo>
                    <a:pt x="103241" y="54922"/>
                  </a:lnTo>
                  <a:lnTo>
                    <a:pt x="103223" y="55370"/>
                  </a:lnTo>
                  <a:lnTo>
                    <a:pt x="103210" y="55706"/>
                  </a:lnTo>
                  <a:lnTo>
                    <a:pt x="99211" y="57776"/>
                  </a:lnTo>
                  <a:lnTo>
                    <a:pt x="97828" y="58493"/>
                  </a:lnTo>
                  <a:lnTo>
                    <a:pt x="95377" y="59794"/>
                  </a:lnTo>
                  <a:lnTo>
                    <a:pt x="93979" y="60676"/>
                  </a:lnTo>
                  <a:lnTo>
                    <a:pt x="92546" y="61580"/>
                  </a:lnTo>
                  <a:lnTo>
                    <a:pt x="92143" y="61845"/>
                  </a:lnTo>
                  <a:lnTo>
                    <a:pt x="91501" y="62266"/>
                  </a:lnTo>
                  <a:lnTo>
                    <a:pt x="89417" y="63634"/>
                  </a:lnTo>
                  <a:lnTo>
                    <a:pt x="88961" y="63933"/>
                  </a:lnTo>
                  <a:lnTo>
                    <a:pt x="88736" y="64145"/>
                  </a:lnTo>
                  <a:lnTo>
                    <a:pt x="87082" y="65705"/>
                  </a:lnTo>
                  <a:lnTo>
                    <a:pt x="86089" y="66642"/>
                  </a:lnTo>
                  <a:lnTo>
                    <a:pt x="83424" y="69733"/>
                  </a:lnTo>
                  <a:lnTo>
                    <a:pt x="83220" y="70018"/>
                  </a:lnTo>
                  <a:lnTo>
                    <a:pt x="81768" y="72041"/>
                  </a:lnTo>
                  <a:lnTo>
                    <a:pt x="81002" y="73108"/>
                  </a:lnTo>
                  <a:lnTo>
                    <a:pt x="80123" y="74332"/>
                  </a:lnTo>
                  <a:lnTo>
                    <a:pt x="77555" y="78555"/>
                  </a:lnTo>
                  <a:lnTo>
                    <a:pt x="74269" y="83959"/>
                  </a:lnTo>
                  <a:lnTo>
                    <a:pt x="71402" y="88542"/>
                  </a:lnTo>
                  <a:lnTo>
                    <a:pt x="67095" y="95425"/>
                  </a:lnTo>
                  <a:lnTo>
                    <a:pt x="66784" y="95821"/>
                  </a:lnTo>
                  <a:lnTo>
                    <a:pt x="66351" y="95562"/>
                  </a:lnTo>
                  <a:lnTo>
                    <a:pt x="60372" y="91982"/>
                  </a:lnTo>
                  <a:lnTo>
                    <a:pt x="59189" y="91274"/>
                  </a:lnTo>
                  <a:lnTo>
                    <a:pt x="57598" y="90321"/>
                  </a:lnTo>
                  <a:lnTo>
                    <a:pt x="55192" y="88881"/>
                  </a:lnTo>
                  <a:lnTo>
                    <a:pt x="53263" y="87726"/>
                  </a:lnTo>
                  <a:lnTo>
                    <a:pt x="49982" y="85865"/>
                  </a:lnTo>
                  <a:lnTo>
                    <a:pt x="48729" y="85154"/>
                  </a:lnTo>
                  <a:lnTo>
                    <a:pt x="45309" y="83421"/>
                  </a:lnTo>
                  <a:lnTo>
                    <a:pt x="44862" y="84144"/>
                  </a:lnTo>
                  <a:lnTo>
                    <a:pt x="43459" y="83332"/>
                  </a:lnTo>
                  <a:lnTo>
                    <a:pt x="42585" y="82827"/>
                  </a:lnTo>
                  <a:lnTo>
                    <a:pt x="42216" y="82613"/>
                  </a:lnTo>
                  <a:lnTo>
                    <a:pt x="37655" y="79975"/>
                  </a:lnTo>
                  <a:lnTo>
                    <a:pt x="37390" y="79829"/>
                  </a:lnTo>
                  <a:lnTo>
                    <a:pt x="31927" y="76829"/>
                  </a:lnTo>
                  <a:lnTo>
                    <a:pt x="30151" y="78626"/>
                  </a:lnTo>
                  <a:lnTo>
                    <a:pt x="27923" y="79047"/>
                  </a:lnTo>
                  <a:lnTo>
                    <a:pt x="27024" y="79240"/>
                  </a:lnTo>
                  <a:lnTo>
                    <a:pt x="24183" y="79852"/>
                  </a:lnTo>
                  <a:lnTo>
                    <a:pt x="21437" y="80443"/>
                  </a:lnTo>
                  <a:lnTo>
                    <a:pt x="21207" y="80512"/>
                  </a:lnTo>
                  <a:lnTo>
                    <a:pt x="18192" y="81414"/>
                  </a:lnTo>
                  <a:lnTo>
                    <a:pt x="17328" y="82238"/>
                  </a:lnTo>
                  <a:lnTo>
                    <a:pt x="17070" y="82485"/>
                  </a:lnTo>
                  <a:lnTo>
                    <a:pt x="15493" y="83346"/>
                  </a:lnTo>
                  <a:lnTo>
                    <a:pt x="13849" y="84244"/>
                  </a:lnTo>
                  <a:lnTo>
                    <a:pt x="12726" y="84857"/>
                  </a:lnTo>
                  <a:lnTo>
                    <a:pt x="12566" y="84944"/>
                  </a:lnTo>
                  <a:lnTo>
                    <a:pt x="12612" y="83029"/>
                  </a:lnTo>
                  <a:lnTo>
                    <a:pt x="12618" y="82781"/>
                  </a:lnTo>
                  <a:lnTo>
                    <a:pt x="8109" y="81499"/>
                  </a:lnTo>
                  <a:lnTo>
                    <a:pt x="4281" y="81344"/>
                  </a:lnTo>
                  <a:lnTo>
                    <a:pt x="4126" y="81208"/>
                  </a:lnTo>
                  <a:lnTo>
                    <a:pt x="3928" y="81101"/>
                  </a:lnTo>
                  <a:lnTo>
                    <a:pt x="3413" y="80823"/>
                  </a:lnTo>
                  <a:lnTo>
                    <a:pt x="2880" y="80536"/>
                  </a:lnTo>
                  <a:lnTo>
                    <a:pt x="2751" y="80466"/>
                  </a:lnTo>
                  <a:lnTo>
                    <a:pt x="2529" y="80346"/>
                  </a:lnTo>
                  <a:lnTo>
                    <a:pt x="2195" y="80166"/>
                  </a:lnTo>
                  <a:lnTo>
                    <a:pt x="1735" y="79918"/>
                  </a:lnTo>
                  <a:lnTo>
                    <a:pt x="1113" y="79970"/>
                  </a:lnTo>
                  <a:lnTo>
                    <a:pt x="922" y="79986"/>
                  </a:lnTo>
                  <a:lnTo>
                    <a:pt x="527" y="79920"/>
                  </a:lnTo>
                  <a:lnTo>
                    <a:pt x="0" y="79536"/>
                  </a:lnTo>
                  <a:lnTo>
                    <a:pt x="114" y="79247"/>
                  </a:lnTo>
                  <a:lnTo>
                    <a:pt x="476" y="78333"/>
                  </a:lnTo>
                  <a:lnTo>
                    <a:pt x="1774" y="76730"/>
                  </a:lnTo>
                  <a:lnTo>
                    <a:pt x="2767" y="75335"/>
                  </a:lnTo>
                  <a:lnTo>
                    <a:pt x="3735" y="73975"/>
                  </a:lnTo>
                  <a:lnTo>
                    <a:pt x="5095" y="72067"/>
                  </a:lnTo>
                  <a:lnTo>
                    <a:pt x="5415" y="71616"/>
                  </a:lnTo>
                  <a:lnTo>
                    <a:pt x="7283" y="68786"/>
                  </a:lnTo>
                  <a:lnTo>
                    <a:pt x="8465" y="66994"/>
                  </a:lnTo>
                  <a:lnTo>
                    <a:pt x="8945" y="66305"/>
                  </a:lnTo>
                  <a:lnTo>
                    <a:pt x="10906" y="63489"/>
                  </a:lnTo>
                  <a:lnTo>
                    <a:pt x="12329" y="60955"/>
                  </a:lnTo>
                  <a:lnTo>
                    <a:pt x="12530" y="60596"/>
                  </a:lnTo>
                  <a:lnTo>
                    <a:pt x="13001" y="60955"/>
                  </a:lnTo>
                  <a:lnTo>
                    <a:pt x="13379" y="61243"/>
                  </a:lnTo>
                  <a:lnTo>
                    <a:pt x="16377" y="63528"/>
                  </a:lnTo>
                  <a:lnTo>
                    <a:pt x="18809" y="65188"/>
                  </a:lnTo>
                  <a:lnTo>
                    <a:pt x="20110" y="62480"/>
                  </a:lnTo>
                  <a:lnTo>
                    <a:pt x="20421" y="61589"/>
                  </a:lnTo>
                  <a:lnTo>
                    <a:pt x="20723" y="60955"/>
                  </a:lnTo>
                  <a:lnTo>
                    <a:pt x="21364" y="59606"/>
                  </a:lnTo>
                  <a:lnTo>
                    <a:pt x="21497" y="59372"/>
                  </a:lnTo>
                  <a:lnTo>
                    <a:pt x="23839" y="55242"/>
                  </a:lnTo>
                  <a:lnTo>
                    <a:pt x="24565" y="55606"/>
                  </a:lnTo>
                  <a:lnTo>
                    <a:pt x="27845" y="51070"/>
                  </a:lnTo>
                  <a:lnTo>
                    <a:pt x="28441" y="50246"/>
                  </a:lnTo>
                  <a:lnTo>
                    <a:pt x="29199" y="48993"/>
                  </a:lnTo>
                  <a:lnTo>
                    <a:pt x="30902" y="46175"/>
                  </a:lnTo>
                  <a:lnTo>
                    <a:pt x="32060" y="44260"/>
                  </a:lnTo>
                  <a:lnTo>
                    <a:pt x="34328" y="40438"/>
                  </a:lnTo>
                  <a:lnTo>
                    <a:pt x="35046" y="39228"/>
                  </a:lnTo>
                  <a:lnTo>
                    <a:pt x="35551" y="38376"/>
                  </a:lnTo>
                  <a:lnTo>
                    <a:pt x="35637" y="38235"/>
                  </a:lnTo>
                  <a:lnTo>
                    <a:pt x="36763" y="36391"/>
                  </a:lnTo>
                  <a:lnTo>
                    <a:pt x="37297" y="35516"/>
                  </a:lnTo>
                  <a:lnTo>
                    <a:pt x="37474" y="35226"/>
                  </a:lnTo>
                  <a:lnTo>
                    <a:pt x="39232" y="32346"/>
                  </a:lnTo>
                  <a:lnTo>
                    <a:pt x="39472" y="31980"/>
                  </a:lnTo>
                  <a:lnTo>
                    <a:pt x="39814" y="31462"/>
                  </a:lnTo>
                  <a:lnTo>
                    <a:pt x="40870" y="29857"/>
                  </a:lnTo>
                  <a:lnTo>
                    <a:pt x="41892" y="28122"/>
                  </a:lnTo>
                  <a:lnTo>
                    <a:pt x="42314" y="27011"/>
                  </a:lnTo>
                  <a:lnTo>
                    <a:pt x="43673" y="24947"/>
                  </a:lnTo>
                  <a:lnTo>
                    <a:pt x="43843" y="24681"/>
                  </a:lnTo>
                  <a:lnTo>
                    <a:pt x="44169" y="24167"/>
                  </a:lnTo>
                  <a:lnTo>
                    <a:pt x="44908" y="23004"/>
                  </a:lnTo>
                  <a:lnTo>
                    <a:pt x="45070" y="22748"/>
                  </a:lnTo>
                  <a:lnTo>
                    <a:pt x="44657" y="22257"/>
                  </a:lnTo>
                  <a:lnTo>
                    <a:pt x="42334" y="20928"/>
                  </a:lnTo>
                  <a:lnTo>
                    <a:pt x="42847" y="18809"/>
                  </a:lnTo>
                  <a:lnTo>
                    <a:pt x="43550" y="15901"/>
                  </a:lnTo>
                  <a:lnTo>
                    <a:pt x="44087" y="13684"/>
                  </a:lnTo>
                  <a:lnTo>
                    <a:pt x="44903" y="7479"/>
                  </a:lnTo>
                  <a:lnTo>
                    <a:pt x="49539" y="7925"/>
                  </a:lnTo>
                  <a:lnTo>
                    <a:pt x="53566" y="7401"/>
                  </a:lnTo>
                  <a:lnTo>
                    <a:pt x="55637" y="7518"/>
                  </a:lnTo>
                  <a:lnTo>
                    <a:pt x="56708" y="7333"/>
                  </a:lnTo>
                  <a:lnTo>
                    <a:pt x="57100" y="7265"/>
                  </a:lnTo>
                  <a:lnTo>
                    <a:pt x="71652" y="2100"/>
                  </a:lnTo>
                  <a:lnTo>
                    <a:pt x="81543" y="0"/>
                  </a:lnTo>
                  <a:lnTo>
                    <a:pt x="90213" y="41"/>
                  </a:lnTo>
                  <a:lnTo>
                    <a:pt x="90656" y="122"/>
                  </a:lnTo>
                  <a:lnTo>
                    <a:pt x="94032" y="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48798" y="3958620"/>
              <a:ext cx="103972" cy="149225"/>
            </a:xfrm>
            <a:custGeom>
              <a:avLst/>
              <a:pathLst>
                <a:path w="103972" h="149225">
                  <a:moveTo>
                    <a:pt x="38475" y="619"/>
                  </a:moveTo>
                  <a:lnTo>
                    <a:pt x="39717" y="1183"/>
                  </a:lnTo>
                  <a:lnTo>
                    <a:pt x="46397" y="4219"/>
                  </a:lnTo>
                  <a:lnTo>
                    <a:pt x="46594" y="4307"/>
                  </a:lnTo>
                  <a:lnTo>
                    <a:pt x="49275" y="5504"/>
                  </a:lnTo>
                  <a:lnTo>
                    <a:pt x="51348" y="6429"/>
                  </a:lnTo>
                  <a:lnTo>
                    <a:pt x="52463" y="6927"/>
                  </a:lnTo>
                  <a:lnTo>
                    <a:pt x="58403" y="9580"/>
                  </a:lnTo>
                  <a:lnTo>
                    <a:pt x="61028" y="10752"/>
                  </a:lnTo>
                  <a:lnTo>
                    <a:pt x="61398" y="10917"/>
                  </a:lnTo>
                  <a:lnTo>
                    <a:pt x="64531" y="12316"/>
                  </a:lnTo>
                  <a:lnTo>
                    <a:pt x="67349" y="13575"/>
                  </a:lnTo>
                  <a:lnTo>
                    <a:pt x="68517" y="14096"/>
                  </a:lnTo>
                  <a:lnTo>
                    <a:pt x="70214" y="14854"/>
                  </a:lnTo>
                  <a:lnTo>
                    <a:pt x="70555" y="14956"/>
                  </a:lnTo>
                  <a:lnTo>
                    <a:pt x="74726" y="16208"/>
                  </a:lnTo>
                  <a:lnTo>
                    <a:pt x="75541" y="16415"/>
                  </a:lnTo>
                  <a:lnTo>
                    <a:pt x="76524" y="16664"/>
                  </a:lnTo>
                  <a:lnTo>
                    <a:pt x="77228" y="16843"/>
                  </a:lnTo>
                  <a:lnTo>
                    <a:pt x="77393" y="16885"/>
                  </a:lnTo>
                  <a:lnTo>
                    <a:pt x="78192" y="16962"/>
                  </a:lnTo>
                  <a:lnTo>
                    <a:pt x="82401" y="17369"/>
                  </a:lnTo>
                  <a:lnTo>
                    <a:pt x="83148" y="17441"/>
                  </a:lnTo>
                  <a:lnTo>
                    <a:pt x="83172" y="17660"/>
                  </a:lnTo>
                  <a:lnTo>
                    <a:pt x="83266" y="18503"/>
                  </a:lnTo>
                  <a:lnTo>
                    <a:pt x="83783" y="23150"/>
                  </a:lnTo>
                  <a:lnTo>
                    <a:pt x="84803" y="32326"/>
                  </a:lnTo>
                  <a:lnTo>
                    <a:pt x="84829" y="32592"/>
                  </a:lnTo>
                  <a:lnTo>
                    <a:pt x="84913" y="34776"/>
                  </a:lnTo>
                  <a:lnTo>
                    <a:pt x="84959" y="35978"/>
                  </a:lnTo>
                  <a:lnTo>
                    <a:pt x="85054" y="36766"/>
                  </a:lnTo>
                  <a:lnTo>
                    <a:pt x="85372" y="39413"/>
                  </a:lnTo>
                  <a:lnTo>
                    <a:pt x="85405" y="39683"/>
                  </a:lnTo>
                  <a:lnTo>
                    <a:pt x="85950" y="41853"/>
                  </a:lnTo>
                  <a:lnTo>
                    <a:pt x="86087" y="43612"/>
                  </a:lnTo>
                  <a:lnTo>
                    <a:pt x="86272" y="45077"/>
                  </a:lnTo>
                  <a:lnTo>
                    <a:pt x="86924" y="46853"/>
                  </a:lnTo>
                  <a:lnTo>
                    <a:pt x="82409" y="48385"/>
                  </a:lnTo>
                  <a:lnTo>
                    <a:pt x="81753" y="48516"/>
                  </a:lnTo>
                  <a:lnTo>
                    <a:pt x="79067" y="49128"/>
                  </a:lnTo>
                  <a:lnTo>
                    <a:pt x="78696" y="49138"/>
                  </a:lnTo>
                  <a:lnTo>
                    <a:pt x="72910" y="49293"/>
                  </a:lnTo>
                  <a:lnTo>
                    <a:pt x="70938" y="49467"/>
                  </a:lnTo>
                  <a:lnTo>
                    <a:pt x="63090" y="48698"/>
                  </a:lnTo>
                  <a:lnTo>
                    <a:pt x="61801" y="49934"/>
                  </a:lnTo>
                  <a:lnTo>
                    <a:pt x="61416" y="50633"/>
                  </a:lnTo>
                  <a:lnTo>
                    <a:pt x="61231" y="52074"/>
                  </a:lnTo>
                  <a:lnTo>
                    <a:pt x="61777" y="54202"/>
                  </a:lnTo>
                  <a:lnTo>
                    <a:pt x="63208" y="53722"/>
                  </a:lnTo>
                  <a:lnTo>
                    <a:pt x="63909" y="53487"/>
                  </a:lnTo>
                  <a:lnTo>
                    <a:pt x="64850" y="53254"/>
                  </a:lnTo>
                  <a:lnTo>
                    <a:pt x="66462" y="53191"/>
                  </a:lnTo>
                  <a:lnTo>
                    <a:pt x="66754" y="53224"/>
                  </a:lnTo>
                  <a:lnTo>
                    <a:pt x="68027" y="53371"/>
                  </a:lnTo>
                  <a:lnTo>
                    <a:pt x="69452" y="53618"/>
                  </a:lnTo>
                  <a:lnTo>
                    <a:pt x="70164" y="53866"/>
                  </a:lnTo>
                  <a:lnTo>
                    <a:pt x="70941" y="54201"/>
                  </a:lnTo>
                  <a:lnTo>
                    <a:pt x="70938" y="54997"/>
                  </a:lnTo>
                  <a:lnTo>
                    <a:pt x="70935" y="55914"/>
                  </a:lnTo>
                  <a:lnTo>
                    <a:pt x="74266" y="55862"/>
                  </a:lnTo>
                  <a:lnTo>
                    <a:pt x="81999" y="55386"/>
                  </a:lnTo>
                  <a:lnTo>
                    <a:pt x="82027" y="56144"/>
                  </a:lnTo>
                  <a:lnTo>
                    <a:pt x="82084" y="57639"/>
                  </a:lnTo>
                  <a:lnTo>
                    <a:pt x="82598" y="63068"/>
                  </a:lnTo>
                  <a:lnTo>
                    <a:pt x="82919" y="64898"/>
                  </a:lnTo>
                  <a:lnTo>
                    <a:pt x="79786" y="65549"/>
                  </a:lnTo>
                  <a:lnTo>
                    <a:pt x="76309" y="65986"/>
                  </a:lnTo>
                  <a:lnTo>
                    <a:pt x="75654" y="66000"/>
                  </a:lnTo>
                  <a:lnTo>
                    <a:pt x="75299" y="65948"/>
                  </a:lnTo>
                  <a:lnTo>
                    <a:pt x="76528" y="68647"/>
                  </a:lnTo>
                  <a:lnTo>
                    <a:pt x="77193" y="70107"/>
                  </a:lnTo>
                  <a:lnTo>
                    <a:pt x="77541" y="70399"/>
                  </a:lnTo>
                  <a:lnTo>
                    <a:pt x="77934" y="70729"/>
                  </a:lnTo>
                  <a:lnTo>
                    <a:pt x="80532" y="77885"/>
                  </a:lnTo>
                  <a:lnTo>
                    <a:pt x="82248" y="80584"/>
                  </a:lnTo>
                  <a:lnTo>
                    <a:pt x="86921" y="103913"/>
                  </a:lnTo>
                  <a:lnTo>
                    <a:pt x="87534" y="105508"/>
                  </a:lnTo>
                  <a:lnTo>
                    <a:pt x="87750" y="109081"/>
                  </a:lnTo>
                  <a:lnTo>
                    <a:pt x="87876" y="111178"/>
                  </a:lnTo>
                  <a:lnTo>
                    <a:pt x="88221" y="117852"/>
                  </a:lnTo>
                  <a:lnTo>
                    <a:pt x="88417" y="117989"/>
                  </a:lnTo>
                  <a:lnTo>
                    <a:pt x="90466" y="119418"/>
                  </a:lnTo>
                  <a:lnTo>
                    <a:pt x="90361" y="119545"/>
                  </a:lnTo>
                  <a:lnTo>
                    <a:pt x="89689" y="120364"/>
                  </a:lnTo>
                  <a:lnTo>
                    <a:pt x="90212" y="120710"/>
                  </a:lnTo>
                  <a:lnTo>
                    <a:pt x="88117" y="123708"/>
                  </a:lnTo>
                  <a:lnTo>
                    <a:pt x="86763" y="126046"/>
                  </a:lnTo>
                  <a:lnTo>
                    <a:pt x="103327" y="137470"/>
                  </a:lnTo>
                  <a:lnTo>
                    <a:pt x="103972" y="137914"/>
                  </a:lnTo>
                  <a:lnTo>
                    <a:pt x="103225" y="138927"/>
                  </a:lnTo>
                  <a:lnTo>
                    <a:pt x="100164" y="143071"/>
                  </a:lnTo>
                  <a:lnTo>
                    <a:pt x="97579" y="146572"/>
                  </a:lnTo>
                  <a:lnTo>
                    <a:pt x="96496" y="148039"/>
                  </a:lnTo>
                  <a:lnTo>
                    <a:pt x="95679" y="149225"/>
                  </a:lnTo>
                  <a:lnTo>
                    <a:pt x="91561" y="146646"/>
                  </a:lnTo>
                  <a:lnTo>
                    <a:pt x="85807" y="142743"/>
                  </a:lnTo>
                  <a:lnTo>
                    <a:pt x="85496" y="142532"/>
                  </a:lnTo>
                  <a:lnTo>
                    <a:pt x="78536" y="137722"/>
                  </a:lnTo>
                  <a:lnTo>
                    <a:pt x="77481" y="136993"/>
                  </a:lnTo>
                  <a:lnTo>
                    <a:pt x="77110" y="136737"/>
                  </a:lnTo>
                  <a:lnTo>
                    <a:pt x="72646" y="133809"/>
                  </a:lnTo>
                  <a:lnTo>
                    <a:pt x="69899" y="132008"/>
                  </a:lnTo>
                  <a:lnTo>
                    <a:pt x="69085" y="131474"/>
                  </a:lnTo>
                  <a:lnTo>
                    <a:pt x="66868" y="130020"/>
                  </a:lnTo>
                  <a:lnTo>
                    <a:pt x="61093" y="126062"/>
                  </a:lnTo>
                  <a:lnTo>
                    <a:pt x="60964" y="125973"/>
                  </a:lnTo>
                  <a:lnTo>
                    <a:pt x="51957" y="119801"/>
                  </a:lnTo>
                  <a:lnTo>
                    <a:pt x="44793" y="114891"/>
                  </a:lnTo>
                  <a:lnTo>
                    <a:pt x="42196" y="113111"/>
                  </a:lnTo>
                  <a:lnTo>
                    <a:pt x="34582" y="107892"/>
                  </a:lnTo>
                  <a:lnTo>
                    <a:pt x="29197" y="104132"/>
                  </a:lnTo>
                  <a:lnTo>
                    <a:pt x="28677" y="103769"/>
                  </a:lnTo>
                  <a:lnTo>
                    <a:pt x="26943" y="102600"/>
                  </a:lnTo>
                  <a:lnTo>
                    <a:pt x="23674" y="100397"/>
                  </a:lnTo>
                  <a:lnTo>
                    <a:pt x="18430" y="96863"/>
                  </a:lnTo>
                  <a:lnTo>
                    <a:pt x="18293" y="96771"/>
                  </a:lnTo>
                  <a:lnTo>
                    <a:pt x="12826" y="93086"/>
                  </a:lnTo>
                  <a:lnTo>
                    <a:pt x="9850" y="91081"/>
                  </a:lnTo>
                  <a:lnTo>
                    <a:pt x="7197" y="89293"/>
                  </a:lnTo>
                  <a:lnTo>
                    <a:pt x="0" y="84442"/>
                  </a:lnTo>
                  <a:lnTo>
                    <a:pt x="188" y="84029"/>
                  </a:lnTo>
                  <a:lnTo>
                    <a:pt x="1132" y="81959"/>
                  </a:lnTo>
                  <a:lnTo>
                    <a:pt x="3016" y="77829"/>
                  </a:lnTo>
                  <a:lnTo>
                    <a:pt x="3301" y="77205"/>
                  </a:lnTo>
                  <a:lnTo>
                    <a:pt x="3361" y="77073"/>
                  </a:lnTo>
                  <a:lnTo>
                    <a:pt x="5076" y="72719"/>
                  </a:lnTo>
                  <a:lnTo>
                    <a:pt x="5405" y="71916"/>
                  </a:lnTo>
                  <a:lnTo>
                    <a:pt x="5485" y="71721"/>
                  </a:lnTo>
                  <a:lnTo>
                    <a:pt x="6086" y="70249"/>
                  </a:lnTo>
                  <a:lnTo>
                    <a:pt x="7044" y="68052"/>
                  </a:lnTo>
                  <a:lnTo>
                    <a:pt x="7589" y="66803"/>
                  </a:lnTo>
                  <a:lnTo>
                    <a:pt x="7971" y="65927"/>
                  </a:lnTo>
                  <a:lnTo>
                    <a:pt x="8052" y="65740"/>
                  </a:lnTo>
                  <a:lnTo>
                    <a:pt x="8180" y="65447"/>
                  </a:lnTo>
                  <a:lnTo>
                    <a:pt x="10736" y="59584"/>
                  </a:lnTo>
                  <a:lnTo>
                    <a:pt x="10828" y="59385"/>
                  </a:lnTo>
                  <a:lnTo>
                    <a:pt x="11077" y="58849"/>
                  </a:lnTo>
                  <a:lnTo>
                    <a:pt x="15215" y="49941"/>
                  </a:lnTo>
                  <a:lnTo>
                    <a:pt x="17929" y="44096"/>
                  </a:lnTo>
                  <a:lnTo>
                    <a:pt x="18016" y="43910"/>
                  </a:lnTo>
                  <a:lnTo>
                    <a:pt x="18525" y="42814"/>
                  </a:lnTo>
                  <a:lnTo>
                    <a:pt x="20683" y="37842"/>
                  </a:lnTo>
                  <a:lnTo>
                    <a:pt x="22032" y="34735"/>
                  </a:lnTo>
                  <a:lnTo>
                    <a:pt x="22707" y="33182"/>
                  </a:lnTo>
                  <a:lnTo>
                    <a:pt x="23430" y="31514"/>
                  </a:lnTo>
                  <a:lnTo>
                    <a:pt x="28395" y="20079"/>
                  </a:lnTo>
                  <a:lnTo>
                    <a:pt x="33687" y="7890"/>
                  </a:lnTo>
                  <a:lnTo>
                    <a:pt x="35026" y="4805"/>
                  </a:lnTo>
                  <a:lnTo>
                    <a:pt x="35741" y="3158"/>
                  </a:lnTo>
                  <a:lnTo>
                    <a:pt x="36638" y="1092"/>
                  </a:lnTo>
                  <a:lnTo>
                    <a:pt x="37049" y="145"/>
                  </a:lnTo>
                  <a:lnTo>
                    <a:pt x="371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37349" y="4005250"/>
              <a:ext cx="236906" cy="174428"/>
            </a:xfrm>
            <a:custGeom>
              <a:avLst/>
              <a:pathLst>
                <a:path w="236906" h="174428">
                  <a:moveTo>
                    <a:pt x="196258" y="6311"/>
                  </a:moveTo>
                  <a:lnTo>
                    <a:pt x="201130" y="9621"/>
                  </a:lnTo>
                  <a:lnTo>
                    <a:pt x="201025" y="9770"/>
                  </a:lnTo>
                  <a:lnTo>
                    <a:pt x="200468" y="10559"/>
                  </a:lnTo>
                  <a:lnTo>
                    <a:pt x="206365" y="14526"/>
                  </a:lnTo>
                  <a:lnTo>
                    <a:pt x="212112" y="18392"/>
                  </a:lnTo>
                  <a:lnTo>
                    <a:pt x="212279" y="18145"/>
                  </a:lnTo>
                  <a:lnTo>
                    <a:pt x="212648" y="17599"/>
                  </a:lnTo>
                  <a:lnTo>
                    <a:pt x="212820" y="17355"/>
                  </a:lnTo>
                  <a:lnTo>
                    <a:pt x="213458" y="16451"/>
                  </a:lnTo>
                  <a:lnTo>
                    <a:pt x="214046" y="16863"/>
                  </a:lnTo>
                  <a:lnTo>
                    <a:pt x="218522" y="19989"/>
                  </a:lnTo>
                  <a:lnTo>
                    <a:pt x="219192" y="20455"/>
                  </a:lnTo>
                  <a:lnTo>
                    <a:pt x="222013" y="22389"/>
                  </a:lnTo>
                  <a:lnTo>
                    <a:pt x="225113" y="24512"/>
                  </a:lnTo>
                  <a:lnTo>
                    <a:pt x="224587" y="25290"/>
                  </a:lnTo>
                  <a:lnTo>
                    <a:pt x="224731" y="25387"/>
                  </a:lnTo>
                  <a:lnTo>
                    <a:pt x="233742" y="31467"/>
                  </a:lnTo>
                  <a:lnTo>
                    <a:pt x="234315" y="31853"/>
                  </a:lnTo>
                  <a:lnTo>
                    <a:pt x="235749" y="32821"/>
                  </a:lnTo>
                  <a:lnTo>
                    <a:pt x="236332" y="33215"/>
                  </a:lnTo>
                  <a:lnTo>
                    <a:pt x="236906" y="33602"/>
                  </a:lnTo>
                  <a:lnTo>
                    <a:pt x="234381" y="37363"/>
                  </a:lnTo>
                  <a:lnTo>
                    <a:pt x="233549" y="38602"/>
                  </a:lnTo>
                  <a:lnTo>
                    <a:pt x="232824" y="39682"/>
                  </a:lnTo>
                  <a:lnTo>
                    <a:pt x="224146" y="52612"/>
                  </a:lnTo>
                  <a:lnTo>
                    <a:pt x="223667" y="53325"/>
                  </a:lnTo>
                  <a:lnTo>
                    <a:pt x="222139" y="55602"/>
                  </a:lnTo>
                  <a:lnTo>
                    <a:pt x="222016" y="55784"/>
                  </a:lnTo>
                  <a:lnTo>
                    <a:pt x="221829" y="56063"/>
                  </a:lnTo>
                  <a:lnTo>
                    <a:pt x="221731" y="56210"/>
                  </a:lnTo>
                  <a:lnTo>
                    <a:pt x="220114" y="58619"/>
                  </a:lnTo>
                  <a:lnTo>
                    <a:pt x="218852" y="60499"/>
                  </a:lnTo>
                  <a:lnTo>
                    <a:pt x="216856" y="63472"/>
                  </a:lnTo>
                  <a:lnTo>
                    <a:pt x="215490" y="65508"/>
                  </a:lnTo>
                  <a:lnTo>
                    <a:pt x="215116" y="66065"/>
                  </a:lnTo>
                  <a:lnTo>
                    <a:pt x="212321" y="69977"/>
                  </a:lnTo>
                  <a:lnTo>
                    <a:pt x="209583" y="73810"/>
                  </a:lnTo>
                  <a:lnTo>
                    <a:pt x="208861" y="74821"/>
                  </a:lnTo>
                  <a:lnTo>
                    <a:pt x="208585" y="75207"/>
                  </a:lnTo>
                  <a:lnTo>
                    <a:pt x="202811" y="83289"/>
                  </a:lnTo>
                  <a:lnTo>
                    <a:pt x="202157" y="84205"/>
                  </a:lnTo>
                  <a:lnTo>
                    <a:pt x="198492" y="89335"/>
                  </a:lnTo>
                  <a:lnTo>
                    <a:pt x="197758" y="90363"/>
                  </a:lnTo>
                  <a:lnTo>
                    <a:pt x="197306" y="90995"/>
                  </a:lnTo>
                  <a:lnTo>
                    <a:pt x="196884" y="91586"/>
                  </a:lnTo>
                  <a:lnTo>
                    <a:pt x="196320" y="92376"/>
                  </a:lnTo>
                  <a:lnTo>
                    <a:pt x="193639" y="96129"/>
                  </a:lnTo>
                  <a:lnTo>
                    <a:pt x="188281" y="103629"/>
                  </a:lnTo>
                  <a:lnTo>
                    <a:pt x="187099" y="105283"/>
                  </a:lnTo>
                  <a:lnTo>
                    <a:pt x="186811" y="105686"/>
                  </a:lnTo>
                  <a:lnTo>
                    <a:pt x="181554" y="113046"/>
                  </a:lnTo>
                  <a:lnTo>
                    <a:pt x="181385" y="113271"/>
                  </a:lnTo>
                  <a:lnTo>
                    <a:pt x="181273" y="113420"/>
                  </a:lnTo>
                  <a:lnTo>
                    <a:pt x="180942" y="113862"/>
                  </a:lnTo>
                  <a:lnTo>
                    <a:pt x="179665" y="115567"/>
                  </a:lnTo>
                  <a:lnTo>
                    <a:pt x="165156" y="135577"/>
                  </a:lnTo>
                  <a:lnTo>
                    <a:pt x="162986" y="138570"/>
                  </a:lnTo>
                  <a:lnTo>
                    <a:pt x="161032" y="141265"/>
                  </a:lnTo>
                  <a:lnTo>
                    <a:pt x="155946" y="148280"/>
                  </a:lnTo>
                  <a:lnTo>
                    <a:pt x="153469" y="151696"/>
                  </a:lnTo>
                  <a:lnTo>
                    <a:pt x="149906" y="156611"/>
                  </a:lnTo>
                  <a:lnTo>
                    <a:pt x="144149" y="164551"/>
                  </a:lnTo>
                  <a:lnTo>
                    <a:pt x="143619" y="165280"/>
                  </a:lnTo>
                  <a:lnTo>
                    <a:pt x="138598" y="172205"/>
                  </a:lnTo>
                  <a:lnTo>
                    <a:pt x="136987" y="174428"/>
                  </a:lnTo>
                  <a:lnTo>
                    <a:pt x="135577" y="173228"/>
                  </a:lnTo>
                  <a:lnTo>
                    <a:pt x="134811" y="172576"/>
                  </a:lnTo>
                  <a:lnTo>
                    <a:pt x="134057" y="171935"/>
                  </a:lnTo>
                  <a:lnTo>
                    <a:pt x="133613" y="171558"/>
                  </a:lnTo>
                  <a:lnTo>
                    <a:pt x="126723" y="165695"/>
                  </a:lnTo>
                  <a:lnTo>
                    <a:pt x="126481" y="165489"/>
                  </a:lnTo>
                  <a:lnTo>
                    <a:pt x="125561" y="164707"/>
                  </a:lnTo>
                  <a:lnTo>
                    <a:pt x="122707" y="162279"/>
                  </a:lnTo>
                  <a:lnTo>
                    <a:pt x="114382" y="155195"/>
                  </a:lnTo>
                  <a:lnTo>
                    <a:pt x="114177" y="155011"/>
                  </a:lnTo>
                  <a:lnTo>
                    <a:pt x="112851" y="153817"/>
                  </a:lnTo>
                  <a:lnTo>
                    <a:pt x="109811" y="151081"/>
                  </a:lnTo>
                  <a:lnTo>
                    <a:pt x="96542" y="139141"/>
                  </a:lnTo>
                  <a:lnTo>
                    <a:pt x="96404" y="139017"/>
                  </a:lnTo>
                  <a:lnTo>
                    <a:pt x="96185" y="138821"/>
                  </a:lnTo>
                  <a:lnTo>
                    <a:pt x="89209" y="132559"/>
                  </a:lnTo>
                  <a:lnTo>
                    <a:pt x="88395" y="131828"/>
                  </a:lnTo>
                  <a:lnTo>
                    <a:pt x="87911" y="131394"/>
                  </a:lnTo>
                  <a:lnTo>
                    <a:pt x="87393" y="130995"/>
                  </a:lnTo>
                  <a:lnTo>
                    <a:pt x="87122" y="130786"/>
                  </a:lnTo>
                  <a:lnTo>
                    <a:pt x="86697" y="130429"/>
                  </a:lnTo>
                  <a:lnTo>
                    <a:pt x="86127" y="129952"/>
                  </a:lnTo>
                  <a:lnTo>
                    <a:pt x="79012" y="123918"/>
                  </a:lnTo>
                  <a:lnTo>
                    <a:pt x="71408" y="117470"/>
                  </a:lnTo>
                  <a:lnTo>
                    <a:pt x="70881" y="117023"/>
                  </a:lnTo>
                  <a:lnTo>
                    <a:pt x="63826" y="110686"/>
                  </a:lnTo>
                  <a:lnTo>
                    <a:pt x="58312" y="105734"/>
                  </a:lnTo>
                  <a:lnTo>
                    <a:pt x="55118" y="102865"/>
                  </a:lnTo>
                  <a:lnTo>
                    <a:pt x="54125" y="101973"/>
                  </a:lnTo>
                  <a:lnTo>
                    <a:pt x="50399" y="98549"/>
                  </a:lnTo>
                  <a:lnTo>
                    <a:pt x="41988" y="90815"/>
                  </a:lnTo>
                  <a:lnTo>
                    <a:pt x="41263" y="90149"/>
                  </a:lnTo>
                  <a:lnTo>
                    <a:pt x="31835" y="81481"/>
                  </a:lnTo>
                  <a:lnTo>
                    <a:pt x="30758" y="80491"/>
                  </a:lnTo>
                  <a:lnTo>
                    <a:pt x="25188" y="75462"/>
                  </a:lnTo>
                  <a:lnTo>
                    <a:pt x="21467" y="72103"/>
                  </a:lnTo>
                  <a:lnTo>
                    <a:pt x="17490" y="68545"/>
                  </a:lnTo>
                  <a:lnTo>
                    <a:pt x="12710" y="65501"/>
                  </a:lnTo>
                  <a:lnTo>
                    <a:pt x="8941" y="63101"/>
                  </a:lnTo>
                  <a:lnTo>
                    <a:pt x="4280" y="60132"/>
                  </a:lnTo>
                  <a:lnTo>
                    <a:pt x="1467" y="58341"/>
                  </a:lnTo>
                  <a:lnTo>
                    <a:pt x="360" y="57636"/>
                  </a:lnTo>
                  <a:lnTo>
                    <a:pt x="0" y="57406"/>
                  </a:lnTo>
                  <a:lnTo>
                    <a:pt x="70" y="56560"/>
                  </a:lnTo>
                  <a:lnTo>
                    <a:pt x="122" y="55928"/>
                  </a:lnTo>
                  <a:lnTo>
                    <a:pt x="376" y="55523"/>
                  </a:lnTo>
                  <a:lnTo>
                    <a:pt x="1241" y="54147"/>
                  </a:lnTo>
                  <a:lnTo>
                    <a:pt x="2430" y="52253"/>
                  </a:lnTo>
                  <a:lnTo>
                    <a:pt x="3658" y="50297"/>
                  </a:lnTo>
                  <a:lnTo>
                    <a:pt x="3783" y="50098"/>
                  </a:lnTo>
                  <a:lnTo>
                    <a:pt x="3973" y="49796"/>
                  </a:lnTo>
                  <a:lnTo>
                    <a:pt x="9630" y="40788"/>
                  </a:lnTo>
                  <a:lnTo>
                    <a:pt x="9951" y="40277"/>
                  </a:lnTo>
                  <a:lnTo>
                    <a:pt x="10064" y="40096"/>
                  </a:lnTo>
                  <a:lnTo>
                    <a:pt x="10217" y="39853"/>
                  </a:lnTo>
                  <a:lnTo>
                    <a:pt x="10582" y="39271"/>
                  </a:lnTo>
                  <a:lnTo>
                    <a:pt x="11300" y="38129"/>
                  </a:lnTo>
                  <a:lnTo>
                    <a:pt x="11448" y="37812"/>
                  </a:lnTo>
                  <a:lnTo>
                    <a:pt x="18645" y="42663"/>
                  </a:lnTo>
                  <a:lnTo>
                    <a:pt x="21298" y="44450"/>
                  </a:lnTo>
                  <a:lnTo>
                    <a:pt x="24274" y="46456"/>
                  </a:lnTo>
                  <a:lnTo>
                    <a:pt x="29742" y="50141"/>
                  </a:lnTo>
                  <a:lnTo>
                    <a:pt x="29879" y="50233"/>
                  </a:lnTo>
                  <a:lnTo>
                    <a:pt x="35123" y="53767"/>
                  </a:lnTo>
                  <a:lnTo>
                    <a:pt x="38392" y="55970"/>
                  </a:lnTo>
                  <a:lnTo>
                    <a:pt x="40125" y="57139"/>
                  </a:lnTo>
                  <a:lnTo>
                    <a:pt x="40646" y="57502"/>
                  </a:lnTo>
                  <a:lnTo>
                    <a:pt x="46030" y="61262"/>
                  </a:lnTo>
                  <a:lnTo>
                    <a:pt x="53644" y="66481"/>
                  </a:lnTo>
                  <a:lnTo>
                    <a:pt x="56241" y="68260"/>
                  </a:lnTo>
                  <a:lnTo>
                    <a:pt x="63405" y="73170"/>
                  </a:lnTo>
                  <a:lnTo>
                    <a:pt x="72412" y="79343"/>
                  </a:lnTo>
                  <a:lnTo>
                    <a:pt x="72541" y="79432"/>
                  </a:lnTo>
                  <a:lnTo>
                    <a:pt x="78319" y="83391"/>
                  </a:lnTo>
                  <a:lnTo>
                    <a:pt x="80534" y="84844"/>
                  </a:lnTo>
                  <a:lnTo>
                    <a:pt x="81347" y="85377"/>
                  </a:lnTo>
                  <a:lnTo>
                    <a:pt x="84095" y="87179"/>
                  </a:lnTo>
                  <a:lnTo>
                    <a:pt x="88559" y="90106"/>
                  </a:lnTo>
                  <a:lnTo>
                    <a:pt x="88930" y="90363"/>
                  </a:lnTo>
                  <a:lnTo>
                    <a:pt x="89985" y="91092"/>
                  </a:lnTo>
                  <a:lnTo>
                    <a:pt x="96944" y="95902"/>
                  </a:lnTo>
                  <a:lnTo>
                    <a:pt x="97264" y="96119"/>
                  </a:lnTo>
                  <a:lnTo>
                    <a:pt x="103010" y="100016"/>
                  </a:lnTo>
                  <a:lnTo>
                    <a:pt x="107127" y="102595"/>
                  </a:lnTo>
                  <a:lnTo>
                    <a:pt x="107945" y="101409"/>
                  </a:lnTo>
                  <a:lnTo>
                    <a:pt x="109028" y="99941"/>
                  </a:lnTo>
                  <a:lnTo>
                    <a:pt x="111613" y="96441"/>
                  </a:lnTo>
                  <a:lnTo>
                    <a:pt x="114673" y="92296"/>
                  </a:lnTo>
                  <a:lnTo>
                    <a:pt x="115420" y="91284"/>
                  </a:lnTo>
                  <a:lnTo>
                    <a:pt x="119470" y="85801"/>
                  </a:lnTo>
                  <a:lnTo>
                    <a:pt x="120051" y="85013"/>
                  </a:lnTo>
                  <a:lnTo>
                    <a:pt x="120366" y="84636"/>
                  </a:lnTo>
                  <a:lnTo>
                    <a:pt x="123732" y="80596"/>
                  </a:lnTo>
                  <a:lnTo>
                    <a:pt x="124500" y="79675"/>
                  </a:lnTo>
                  <a:lnTo>
                    <a:pt x="128025" y="75446"/>
                  </a:lnTo>
                  <a:lnTo>
                    <a:pt x="132954" y="69759"/>
                  </a:lnTo>
                  <a:lnTo>
                    <a:pt x="137486" y="64704"/>
                  </a:lnTo>
                  <a:lnTo>
                    <a:pt x="140341" y="61520"/>
                  </a:lnTo>
                  <a:lnTo>
                    <a:pt x="141939" y="59577"/>
                  </a:lnTo>
                  <a:lnTo>
                    <a:pt x="145965" y="54683"/>
                  </a:lnTo>
                  <a:lnTo>
                    <a:pt x="146482" y="54055"/>
                  </a:lnTo>
                  <a:lnTo>
                    <a:pt x="148204" y="55334"/>
                  </a:lnTo>
                  <a:lnTo>
                    <a:pt x="148651" y="54772"/>
                  </a:lnTo>
                  <a:lnTo>
                    <a:pt x="153993" y="48056"/>
                  </a:lnTo>
                  <a:lnTo>
                    <a:pt x="154131" y="47882"/>
                  </a:lnTo>
                  <a:lnTo>
                    <a:pt x="156731" y="44612"/>
                  </a:lnTo>
                  <a:lnTo>
                    <a:pt x="159934" y="40585"/>
                  </a:lnTo>
                  <a:lnTo>
                    <a:pt x="160242" y="40197"/>
                  </a:lnTo>
                  <a:lnTo>
                    <a:pt x="160982" y="39266"/>
                  </a:lnTo>
                  <a:lnTo>
                    <a:pt x="161572" y="38524"/>
                  </a:lnTo>
                  <a:lnTo>
                    <a:pt x="166388" y="32468"/>
                  </a:lnTo>
                  <a:lnTo>
                    <a:pt x="171150" y="26480"/>
                  </a:lnTo>
                  <a:lnTo>
                    <a:pt x="174062" y="22818"/>
                  </a:lnTo>
                  <a:lnTo>
                    <a:pt x="175593" y="20763"/>
                  </a:lnTo>
                  <a:lnTo>
                    <a:pt x="176201" y="19947"/>
                  </a:lnTo>
                  <a:lnTo>
                    <a:pt x="176517" y="19461"/>
                  </a:lnTo>
                  <a:lnTo>
                    <a:pt x="178742" y="16039"/>
                  </a:lnTo>
                  <a:lnTo>
                    <a:pt x="180111" y="13900"/>
                  </a:lnTo>
                  <a:lnTo>
                    <a:pt x="183527" y="8564"/>
                  </a:lnTo>
                  <a:lnTo>
                    <a:pt x="183806" y="8135"/>
                  </a:lnTo>
                  <a:lnTo>
                    <a:pt x="185603" y="5366"/>
                  </a:lnTo>
                  <a:lnTo>
                    <a:pt x="187863" y="1839"/>
                  </a:lnTo>
                  <a:lnTo>
                    <a:pt x="188276" y="1192"/>
                  </a:lnTo>
                  <a:lnTo>
                    <a:pt x="189087" y="0"/>
                  </a:lnTo>
                  <a:lnTo>
                    <a:pt x="189831" y="476"/>
                  </a:lnTo>
                  <a:lnTo>
                    <a:pt x="191357" y="1454"/>
                  </a:lnTo>
                  <a:lnTo>
                    <a:pt x="193366" y="2742"/>
                  </a:lnTo>
                  <a:lnTo>
                    <a:pt x="196116" y="4505"/>
                  </a:lnTo>
                  <a:lnTo>
                    <a:pt x="195546" y="5388"/>
                  </a:lnTo>
                  <a:lnTo>
                    <a:pt x="195341" y="5688"/>
                  </a:lnTo>
                  <a:lnTo>
                    <a:pt x="19589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569016" y="3984161"/>
              <a:ext cx="97711" cy="111251"/>
            </a:xfrm>
            <a:custGeom>
              <a:avLst/>
              <a:pathLst>
                <a:path w="97711" h="111251">
                  <a:moveTo>
                    <a:pt x="97711" y="18555"/>
                  </a:moveTo>
                  <a:lnTo>
                    <a:pt x="94997" y="24399"/>
                  </a:lnTo>
                  <a:lnTo>
                    <a:pt x="90859" y="33308"/>
                  </a:lnTo>
                  <a:lnTo>
                    <a:pt x="90610" y="33844"/>
                  </a:lnTo>
                  <a:lnTo>
                    <a:pt x="90517" y="34043"/>
                  </a:lnTo>
                  <a:lnTo>
                    <a:pt x="87962" y="39906"/>
                  </a:lnTo>
                  <a:lnTo>
                    <a:pt x="87834" y="40199"/>
                  </a:lnTo>
                  <a:lnTo>
                    <a:pt x="87707" y="40489"/>
                  </a:lnTo>
                  <a:lnTo>
                    <a:pt x="87371" y="41261"/>
                  </a:lnTo>
                  <a:lnTo>
                    <a:pt x="86803" y="42562"/>
                  </a:lnTo>
                  <a:lnTo>
                    <a:pt x="85868" y="44707"/>
                  </a:lnTo>
                  <a:lnTo>
                    <a:pt x="85266" y="46179"/>
                  </a:lnTo>
                  <a:lnTo>
                    <a:pt x="85186" y="46375"/>
                  </a:lnTo>
                  <a:lnTo>
                    <a:pt x="84858" y="47177"/>
                  </a:lnTo>
                  <a:lnTo>
                    <a:pt x="83142" y="51532"/>
                  </a:lnTo>
                  <a:lnTo>
                    <a:pt x="83083" y="51663"/>
                  </a:lnTo>
                  <a:lnTo>
                    <a:pt x="82798" y="52288"/>
                  </a:lnTo>
                  <a:lnTo>
                    <a:pt x="80914" y="56417"/>
                  </a:lnTo>
                  <a:lnTo>
                    <a:pt x="79970" y="58488"/>
                  </a:lnTo>
                  <a:lnTo>
                    <a:pt x="79781" y="58901"/>
                  </a:lnTo>
                  <a:lnTo>
                    <a:pt x="79593" y="59280"/>
                  </a:lnTo>
                  <a:lnTo>
                    <a:pt x="78902" y="60381"/>
                  </a:lnTo>
                  <a:lnTo>
                    <a:pt x="78550" y="60941"/>
                  </a:lnTo>
                  <a:lnTo>
                    <a:pt x="78397" y="61185"/>
                  </a:lnTo>
                  <a:lnTo>
                    <a:pt x="78284" y="61365"/>
                  </a:lnTo>
                  <a:lnTo>
                    <a:pt x="77963" y="61876"/>
                  </a:lnTo>
                  <a:lnTo>
                    <a:pt x="72306" y="70885"/>
                  </a:lnTo>
                  <a:lnTo>
                    <a:pt x="72116" y="71187"/>
                  </a:lnTo>
                  <a:lnTo>
                    <a:pt x="71971" y="71418"/>
                  </a:lnTo>
                  <a:lnTo>
                    <a:pt x="70763" y="73342"/>
                  </a:lnTo>
                  <a:lnTo>
                    <a:pt x="69574" y="75235"/>
                  </a:lnTo>
                  <a:lnTo>
                    <a:pt x="68709" y="76612"/>
                  </a:lnTo>
                  <a:lnTo>
                    <a:pt x="68455" y="77016"/>
                  </a:lnTo>
                  <a:lnTo>
                    <a:pt x="68403" y="77648"/>
                  </a:lnTo>
                  <a:lnTo>
                    <a:pt x="68333" y="78495"/>
                  </a:lnTo>
                  <a:lnTo>
                    <a:pt x="67212" y="80250"/>
                  </a:lnTo>
                  <a:lnTo>
                    <a:pt x="63979" y="85315"/>
                  </a:lnTo>
                  <a:lnTo>
                    <a:pt x="50449" y="106512"/>
                  </a:lnTo>
                  <a:lnTo>
                    <a:pt x="49732" y="107732"/>
                  </a:lnTo>
                  <a:lnTo>
                    <a:pt x="47500" y="111251"/>
                  </a:lnTo>
                  <a:lnTo>
                    <a:pt x="47289" y="111119"/>
                  </a:lnTo>
                  <a:lnTo>
                    <a:pt x="47128" y="111018"/>
                  </a:lnTo>
                  <a:lnTo>
                    <a:pt x="37662" y="105096"/>
                  </a:lnTo>
                  <a:lnTo>
                    <a:pt x="37113" y="104753"/>
                  </a:lnTo>
                  <a:lnTo>
                    <a:pt x="25315" y="97372"/>
                  </a:lnTo>
                  <a:lnTo>
                    <a:pt x="25176" y="97286"/>
                  </a:lnTo>
                  <a:lnTo>
                    <a:pt x="19424" y="93687"/>
                  </a:lnTo>
                  <a:lnTo>
                    <a:pt x="19284" y="93599"/>
                  </a:lnTo>
                  <a:lnTo>
                    <a:pt x="15996" y="91542"/>
                  </a:lnTo>
                  <a:lnTo>
                    <a:pt x="13045" y="89696"/>
                  </a:lnTo>
                  <a:lnTo>
                    <a:pt x="13767" y="88412"/>
                  </a:lnTo>
                  <a:lnTo>
                    <a:pt x="14074" y="87865"/>
                  </a:lnTo>
                  <a:lnTo>
                    <a:pt x="14269" y="87517"/>
                  </a:lnTo>
                  <a:lnTo>
                    <a:pt x="16961" y="83235"/>
                  </a:lnTo>
                  <a:lnTo>
                    <a:pt x="18204" y="81258"/>
                  </a:lnTo>
                  <a:lnTo>
                    <a:pt x="18706" y="80459"/>
                  </a:lnTo>
                  <a:lnTo>
                    <a:pt x="18898" y="80163"/>
                  </a:lnTo>
                  <a:lnTo>
                    <a:pt x="20718" y="77365"/>
                  </a:lnTo>
                  <a:lnTo>
                    <a:pt x="21553" y="75967"/>
                  </a:lnTo>
                  <a:lnTo>
                    <a:pt x="22369" y="74601"/>
                  </a:lnTo>
                  <a:lnTo>
                    <a:pt x="24116" y="71546"/>
                  </a:lnTo>
                  <a:lnTo>
                    <a:pt x="24193" y="71412"/>
                  </a:lnTo>
                  <a:lnTo>
                    <a:pt x="17573" y="67230"/>
                  </a:lnTo>
                  <a:lnTo>
                    <a:pt x="15962" y="66213"/>
                  </a:lnTo>
                  <a:lnTo>
                    <a:pt x="16549" y="65258"/>
                  </a:lnTo>
                  <a:lnTo>
                    <a:pt x="6570" y="59166"/>
                  </a:lnTo>
                  <a:lnTo>
                    <a:pt x="6201" y="58941"/>
                  </a:lnTo>
                  <a:lnTo>
                    <a:pt x="8228" y="55302"/>
                  </a:lnTo>
                  <a:lnTo>
                    <a:pt x="5010" y="53308"/>
                  </a:lnTo>
                  <a:lnTo>
                    <a:pt x="5847" y="52028"/>
                  </a:lnTo>
                  <a:lnTo>
                    <a:pt x="1255" y="49271"/>
                  </a:lnTo>
                  <a:lnTo>
                    <a:pt x="0" y="48518"/>
                  </a:lnTo>
                  <a:lnTo>
                    <a:pt x="148" y="48269"/>
                  </a:lnTo>
                  <a:lnTo>
                    <a:pt x="471" y="47773"/>
                  </a:lnTo>
                  <a:lnTo>
                    <a:pt x="663" y="47478"/>
                  </a:lnTo>
                  <a:lnTo>
                    <a:pt x="2866" y="44092"/>
                  </a:lnTo>
                  <a:lnTo>
                    <a:pt x="4050" y="42145"/>
                  </a:lnTo>
                  <a:lnTo>
                    <a:pt x="4349" y="41653"/>
                  </a:lnTo>
                  <a:lnTo>
                    <a:pt x="4892" y="40760"/>
                  </a:lnTo>
                  <a:lnTo>
                    <a:pt x="6575" y="37992"/>
                  </a:lnTo>
                  <a:lnTo>
                    <a:pt x="6678" y="37824"/>
                  </a:lnTo>
                  <a:lnTo>
                    <a:pt x="6994" y="37304"/>
                  </a:lnTo>
                  <a:lnTo>
                    <a:pt x="7375" y="36677"/>
                  </a:lnTo>
                  <a:lnTo>
                    <a:pt x="8203" y="35315"/>
                  </a:lnTo>
                  <a:lnTo>
                    <a:pt x="8360" y="35057"/>
                  </a:lnTo>
                  <a:lnTo>
                    <a:pt x="9591" y="33033"/>
                  </a:lnTo>
                  <a:lnTo>
                    <a:pt x="11097" y="30556"/>
                  </a:lnTo>
                  <a:lnTo>
                    <a:pt x="11315" y="30199"/>
                  </a:lnTo>
                  <a:lnTo>
                    <a:pt x="11630" y="29681"/>
                  </a:lnTo>
                  <a:lnTo>
                    <a:pt x="12710" y="27905"/>
                  </a:lnTo>
                  <a:lnTo>
                    <a:pt x="13708" y="26263"/>
                  </a:lnTo>
                  <a:lnTo>
                    <a:pt x="17856" y="19442"/>
                  </a:lnTo>
                  <a:lnTo>
                    <a:pt x="18210" y="18860"/>
                  </a:lnTo>
                  <a:lnTo>
                    <a:pt x="19686" y="16434"/>
                  </a:lnTo>
                  <a:lnTo>
                    <a:pt x="19799" y="16248"/>
                  </a:lnTo>
                  <a:lnTo>
                    <a:pt x="20165" y="15645"/>
                  </a:lnTo>
                  <a:lnTo>
                    <a:pt x="21990" y="12646"/>
                  </a:lnTo>
                  <a:lnTo>
                    <a:pt x="23642" y="9930"/>
                  </a:lnTo>
                  <a:lnTo>
                    <a:pt x="25809" y="6446"/>
                  </a:lnTo>
                  <a:lnTo>
                    <a:pt x="26346" y="5582"/>
                  </a:lnTo>
                  <a:lnTo>
                    <a:pt x="27546" y="3652"/>
                  </a:lnTo>
                  <a:lnTo>
                    <a:pt x="27685" y="3429"/>
                  </a:lnTo>
                  <a:lnTo>
                    <a:pt x="27915" y="3059"/>
                  </a:lnTo>
                  <a:lnTo>
                    <a:pt x="34700" y="7358"/>
                  </a:lnTo>
                  <a:lnTo>
                    <a:pt x="36766" y="8667"/>
                  </a:lnTo>
                  <a:lnTo>
                    <a:pt x="36933" y="8773"/>
                  </a:lnTo>
                  <a:lnTo>
                    <a:pt x="37402" y="9070"/>
                  </a:lnTo>
                  <a:lnTo>
                    <a:pt x="42257" y="12147"/>
                  </a:lnTo>
                  <a:lnTo>
                    <a:pt x="42394" y="12233"/>
                  </a:lnTo>
                  <a:lnTo>
                    <a:pt x="55127" y="20302"/>
                  </a:lnTo>
                  <a:lnTo>
                    <a:pt x="55901" y="20792"/>
                  </a:lnTo>
                  <a:lnTo>
                    <a:pt x="55998" y="20651"/>
                  </a:lnTo>
                  <a:lnTo>
                    <a:pt x="60844" y="13599"/>
                  </a:lnTo>
                  <a:lnTo>
                    <a:pt x="61441" y="12730"/>
                  </a:lnTo>
                  <a:lnTo>
                    <a:pt x="62257" y="11537"/>
                  </a:lnTo>
                  <a:lnTo>
                    <a:pt x="65871" y="5965"/>
                  </a:lnTo>
                  <a:lnTo>
                    <a:pt x="66858" y="4445"/>
                  </a:lnTo>
                  <a:lnTo>
                    <a:pt x="69581" y="248"/>
                  </a:lnTo>
                  <a:lnTo>
                    <a:pt x="69742" y="0"/>
                  </a:lnTo>
                  <a:lnTo>
                    <a:pt x="80649" y="7358"/>
                  </a:lnTo>
                  <a:lnTo>
                    <a:pt x="81129" y="7682"/>
                  </a:lnTo>
                  <a:lnTo>
                    <a:pt x="82354" y="8508"/>
                  </a:lnTo>
                  <a:lnTo>
                    <a:pt x="82610" y="8681"/>
                  </a:lnTo>
                  <a:lnTo>
                    <a:pt x="82743" y="8768"/>
                  </a:lnTo>
                  <a:lnTo>
                    <a:pt x="83338" y="9158"/>
                  </a:lnTo>
                  <a:lnTo>
                    <a:pt x="84242" y="9748"/>
                  </a:lnTo>
                  <a:lnTo>
                    <a:pt x="92946" y="15439"/>
                  </a:lnTo>
                  <a:lnTo>
                    <a:pt x="97203" y="18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10029" y="3969646"/>
              <a:ext cx="110848" cy="126888"/>
            </a:xfrm>
            <a:custGeom>
              <a:avLst/>
              <a:pathLst>
                <a:path w="110848" h="126888">
                  <a:moveTo>
                    <a:pt x="78984" y="0"/>
                  </a:moveTo>
                  <a:lnTo>
                    <a:pt x="80945" y="15641"/>
                  </a:lnTo>
                  <a:lnTo>
                    <a:pt x="86563" y="14924"/>
                  </a:lnTo>
                  <a:lnTo>
                    <a:pt x="86789" y="14895"/>
                  </a:lnTo>
                  <a:lnTo>
                    <a:pt x="83941" y="19912"/>
                  </a:lnTo>
                  <a:lnTo>
                    <a:pt x="83033" y="21512"/>
                  </a:lnTo>
                  <a:lnTo>
                    <a:pt x="80730" y="25570"/>
                  </a:lnTo>
                  <a:lnTo>
                    <a:pt x="86868" y="29109"/>
                  </a:lnTo>
                  <a:lnTo>
                    <a:pt x="87120" y="29260"/>
                  </a:lnTo>
                  <a:lnTo>
                    <a:pt x="89030" y="30407"/>
                  </a:lnTo>
                  <a:lnTo>
                    <a:pt x="90539" y="31313"/>
                  </a:lnTo>
                  <a:lnTo>
                    <a:pt x="92014" y="32383"/>
                  </a:lnTo>
                  <a:lnTo>
                    <a:pt x="92435" y="32689"/>
                  </a:lnTo>
                  <a:lnTo>
                    <a:pt x="92723" y="32897"/>
                  </a:lnTo>
                  <a:lnTo>
                    <a:pt x="94898" y="34475"/>
                  </a:lnTo>
                  <a:lnTo>
                    <a:pt x="96842" y="35886"/>
                  </a:lnTo>
                  <a:lnTo>
                    <a:pt x="97933" y="36625"/>
                  </a:lnTo>
                  <a:lnTo>
                    <a:pt x="99996" y="38022"/>
                  </a:lnTo>
                  <a:lnTo>
                    <a:pt x="104349" y="40487"/>
                  </a:lnTo>
                  <a:lnTo>
                    <a:pt x="110631" y="44045"/>
                  </a:lnTo>
                  <a:lnTo>
                    <a:pt x="110848" y="44168"/>
                  </a:lnTo>
                  <a:lnTo>
                    <a:pt x="107432" y="49504"/>
                  </a:lnTo>
                  <a:lnTo>
                    <a:pt x="106062" y="51643"/>
                  </a:lnTo>
                  <a:lnTo>
                    <a:pt x="103837" y="55065"/>
                  </a:lnTo>
                  <a:lnTo>
                    <a:pt x="103499" y="55581"/>
                  </a:lnTo>
                  <a:lnTo>
                    <a:pt x="102914" y="56367"/>
                  </a:lnTo>
                  <a:lnTo>
                    <a:pt x="101383" y="58422"/>
                  </a:lnTo>
                  <a:lnTo>
                    <a:pt x="98470" y="62084"/>
                  </a:lnTo>
                  <a:lnTo>
                    <a:pt x="93709" y="68072"/>
                  </a:lnTo>
                  <a:lnTo>
                    <a:pt x="88892" y="74128"/>
                  </a:lnTo>
                  <a:lnTo>
                    <a:pt x="88302" y="74870"/>
                  </a:lnTo>
                  <a:lnTo>
                    <a:pt x="87562" y="75801"/>
                  </a:lnTo>
                  <a:lnTo>
                    <a:pt x="87254" y="76188"/>
                  </a:lnTo>
                  <a:lnTo>
                    <a:pt x="84052" y="80216"/>
                  </a:lnTo>
                  <a:lnTo>
                    <a:pt x="81451" y="83486"/>
                  </a:lnTo>
                  <a:lnTo>
                    <a:pt x="81313" y="83659"/>
                  </a:lnTo>
                  <a:lnTo>
                    <a:pt x="75971" y="90376"/>
                  </a:lnTo>
                  <a:lnTo>
                    <a:pt x="75525" y="90938"/>
                  </a:lnTo>
                  <a:lnTo>
                    <a:pt x="73803" y="89659"/>
                  </a:lnTo>
                  <a:lnTo>
                    <a:pt x="73286" y="90287"/>
                  </a:lnTo>
                  <a:lnTo>
                    <a:pt x="69260" y="95180"/>
                  </a:lnTo>
                  <a:lnTo>
                    <a:pt x="67661" y="97123"/>
                  </a:lnTo>
                  <a:lnTo>
                    <a:pt x="64807" y="100307"/>
                  </a:lnTo>
                  <a:lnTo>
                    <a:pt x="60171" y="105482"/>
                  </a:lnTo>
                  <a:lnTo>
                    <a:pt x="55345" y="111050"/>
                  </a:lnTo>
                  <a:lnTo>
                    <a:pt x="51821" y="115279"/>
                  </a:lnTo>
                  <a:lnTo>
                    <a:pt x="51053" y="116200"/>
                  </a:lnTo>
                  <a:lnTo>
                    <a:pt x="47686" y="120239"/>
                  </a:lnTo>
                  <a:lnTo>
                    <a:pt x="47371" y="120617"/>
                  </a:lnTo>
                  <a:lnTo>
                    <a:pt x="46790" y="121404"/>
                  </a:lnTo>
                  <a:lnTo>
                    <a:pt x="42741" y="126888"/>
                  </a:lnTo>
                  <a:lnTo>
                    <a:pt x="42096" y="126443"/>
                  </a:lnTo>
                  <a:lnTo>
                    <a:pt x="25343" y="114889"/>
                  </a:lnTo>
                  <a:lnTo>
                    <a:pt x="26886" y="112682"/>
                  </a:lnTo>
                  <a:lnTo>
                    <a:pt x="28981" y="109684"/>
                  </a:lnTo>
                  <a:lnTo>
                    <a:pt x="28458" y="109337"/>
                  </a:lnTo>
                  <a:lnTo>
                    <a:pt x="29130" y="108519"/>
                  </a:lnTo>
                  <a:lnTo>
                    <a:pt x="29235" y="108392"/>
                  </a:lnTo>
                  <a:lnTo>
                    <a:pt x="27186" y="106962"/>
                  </a:lnTo>
                  <a:lnTo>
                    <a:pt x="26990" y="106825"/>
                  </a:lnTo>
                  <a:lnTo>
                    <a:pt x="26645" y="100152"/>
                  </a:lnTo>
                  <a:lnTo>
                    <a:pt x="26519" y="98055"/>
                  </a:lnTo>
                  <a:lnTo>
                    <a:pt x="26303" y="94482"/>
                  </a:lnTo>
                  <a:lnTo>
                    <a:pt x="25690" y="92886"/>
                  </a:lnTo>
                  <a:lnTo>
                    <a:pt x="21017" y="69558"/>
                  </a:lnTo>
                  <a:lnTo>
                    <a:pt x="19301" y="66859"/>
                  </a:lnTo>
                  <a:lnTo>
                    <a:pt x="16703" y="59702"/>
                  </a:lnTo>
                  <a:lnTo>
                    <a:pt x="16310" y="59373"/>
                  </a:lnTo>
                  <a:lnTo>
                    <a:pt x="15962" y="59081"/>
                  </a:lnTo>
                  <a:lnTo>
                    <a:pt x="15297" y="57621"/>
                  </a:lnTo>
                  <a:lnTo>
                    <a:pt x="14068" y="54921"/>
                  </a:lnTo>
                  <a:lnTo>
                    <a:pt x="14423" y="54974"/>
                  </a:lnTo>
                  <a:lnTo>
                    <a:pt x="15078" y="54959"/>
                  </a:lnTo>
                  <a:lnTo>
                    <a:pt x="18555" y="54522"/>
                  </a:lnTo>
                  <a:lnTo>
                    <a:pt x="21688" y="53872"/>
                  </a:lnTo>
                  <a:lnTo>
                    <a:pt x="21367" y="52042"/>
                  </a:lnTo>
                  <a:lnTo>
                    <a:pt x="20853" y="46612"/>
                  </a:lnTo>
                  <a:lnTo>
                    <a:pt x="20796" y="45118"/>
                  </a:lnTo>
                  <a:lnTo>
                    <a:pt x="20767" y="44360"/>
                  </a:lnTo>
                  <a:lnTo>
                    <a:pt x="13035" y="44836"/>
                  </a:lnTo>
                  <a:lnTo>
                    <a:pt x="9704" y="44888"/>
                  </a:lnTo>
                  <a:lnTo>
                    <a:pt x="9707" y="43971"/>
                  </a:lnTo>
                  <a:lnTo>
                    <a:pt x="9710" y="43175"/>
                  </a:lnTo>
                  <a:lnTo>
                    <a:pt x="8933" y="42839"/>
                  </a:lnTo>
                  <a:lnTo>
                    <a:pt x="8221" y="42592"/>
                  </a:lnTo>
                  <a:lnTo>
                    <a:pt x="6796" y="42344"/>
                  </a:lnTo>
                  <a:lnTo>
                    <a:pt x="5523" y="42198"/>
                  </a:lnTo>
                  <a:lnTo>
                    <a:pt x="5231" y="42164"/>
                  </a:lnTo>
                  <a:lnTo>
                    <a:pt x="3619" y="42228"/>
                  </a:lnTo>
                  <a:lnTo>
                    <a:pt x="2678" y="42461"/>
                  </a:lnTo>
                  <a:lnTo>
                    <a:pt x="1977" y="42696"/>
                  </a:lnTo>
                  <a:lnTo>
                    <a:pt x="546" y="43175"/>
                  </a:lnTo>
                  <a:lnTo>
                    <a:pt x="0" y="41048"/>
                  </a:lnTo>
                  <a:lnTo>
                    <a:pt x="185" y="39606"/>
                  </a:lnTo>
                  <a:lnTo>
                    <a:pt x="569" y="38907"/>
                  </a:lnTo>
                  <a:lnTo>
                    <a:pt x="1862" y="37661"/>
                  </a:lnTo>
                  <a:lnTo>
                    <a:pt x="9792" y="38433"/>
                  </a:lnTo>
                  <a:lnTo>
                    <a:pt x="11679" y="38267"/>
                  </a:lnTo>
                  <a:lnTo>
                    <a:pt x="17465" y="38111"/>
                  </a:lnTo>
                  <a:lnTo>
                    <a:pt x="17836" y="38101"/>
                  </a:lnTo>
                  <a:lnTo>
                    <a:pt x="20522" y="37490"/>
                  </a:lnTo>
                  <a:lnTo>
                    <a:pt x="21178" y="37359"/>
                  </a:lnTo>
                  <a:lnTo>
                    <a:pt x="25693" y="35827"/>
                  </a:lnTo>
                  <a:lnTo>
                    <a:pt x="25041" y="34050"/>
                  </a:lnTo>
                  <a:lnTo>
                    <a:pt x="24856" y="32586"/>
                  </a:lnTo>
                  <a:lnTo>
                    <a:pt x="24713" y="30753"/>
                  </a:lnTo>
                  <a:lnTo>
                    <a:pt x="24174" y="28657"/>
                  </a:lnTo>
                  <a:lnTo>
                    <a:pt x="24141" y="28387"/>
                  </a:lnTo>
                  <a:lnTo>
                    <a:pt x="23823" y="25739"/>
                  </a:lnTo>
                  <a:lnTo>
                    <a:pt x="23728" y="24952"/>
                  </a:lnTo>
                  <a:lnTo>
                    <a:pt x="23682" y="23749"/>
                  </a:lnTo>
                  <a:lnTo>
                    <a:pt x="23596" y="21515"/>
                  </a:lnTo>
                  <a:lnTo>
                    <a:pt x="23572" y="21299"/>
                  </a:lnTo>
                  <a:lnTo>
                    <a:pt x="22552" y="12124"/>
                  </a:lnTo>
                  <a:lnTo>
                    <a:pt x="22035" y="7476"/>
                  </a:lnTo>
                  <a:lnTo>
                    <a:pt x="21931" y="6546"/>
                  </a:lnTo>
                  <a:lnTo>
                    <a:pt x="21917" y="6415"/>
                  </a:lnTo>
                  <a:lnTo>
                    <a:pt x="22276" y="6450"/>
                  </a:lnTo>
                  <a:lnTo>
                    <a:pt x="27666" y="6255"/>
                  </a:lnTo>
                  <a:lnTo>
                    <a:pt x="28280" y="6232"/>
                  </a:lnTo>
                  <a:lnTo>
                    <a:pt x="34830" y="5582"/>
                  </a:lnTo>
                  <a:lnTo>
                    <a:pt x="34988" y="5562"/>
                  </a:lnTo>
                  <a:lnTo>
                    <a:pt x="35186" y="5538"/>
                  </a:lnTo>
                  <a:lnTo>
                    <a:pt x="42255" y="4665"/>
                  </a:lnTo>
                  <a:lnTo>
                    <a:pt x="42405" y="4646"/>
                  </a:lnTo>
                  <a:lnTo>
                    <a:pt x="42702" y="4609"/>
                  </a:lnTo>
                  <a:lnTo>
                    <a:pt x="43191" y="4546"/>
                  </a:lnTo>
                  <a:lnTo>
                    <a:pt x="48973" y="3801"/>
                  </a:lnTo>
                  <a:lnTo>
                    <a:pt x="55538" y="2955"/>
                  </a:lnTo>
                  <a:lnTo>
                    <a:pt x="57141" y="2748"/>
                  </a:lnTo>
                  <a:lnTo>
                    <a:pt x="58672" y="2550"/>
                  </a:lnTo>
                  <a:lnTo>
                    <a:pt x="59056" y="2501"/>
                  </a:lnTo>
                  <a:lnTo>
                    <a:pt x="61927" y="2131"/>
                  </a:lnTo>
                  <a:lnTo>
                    <a:pt x="65816" y="1629"/>
                  </a:lnTo>
                  <a:lnTo>
                    <a:pt x="65991" y="1607"/>
                  </a:lnTo>
                  <a:lnTo>
                    <a:pt x="69188" y="1183"/>
                  </a:lnTo>
                  <a:lnTo>
                    <a:pt x="72344" y="764"/>
                  </a:lnTo>
                  <a:lnTo>
                    <a:pt x="76263" y="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047403" y="3860753"/>
              <a:ext cx="217198" cy="109577"/>
            </a:xfrm>
            <a:custGeom>
              <a:avLst/>
              <a:pathLst>
                <a:path w="217198" h="109577">
                  <a:moveTo>
                    <a:pt x="208557" y="30520"/>
                  </a:moveTo>
                  <a:lnTo>
                    <a:pt x="208711" y="38241"/>
                  </a:lnTo>
                  <a:lnTo>
                    <a:pt x="211352" y="50747"/>
                  </a:lnTo>
                  <a:lnTo>
                    <a:pt x="212994" y="55896"/>
                  </a:lnTo>
                  <a:lnTo>
                    <a:pt x="214040" y="59173"/>
                  </a:lnTo>
                  <a:lnTo>
                    <a:pt x="217198" y="66309"/>
                  </a:lnTo>
                  <a:lnTo>
                    <a:pt x="215897" y="70298"/>
                  </a:lnTo>
                  <a:lnTo>
                    <a:pt x="170047" y="84255"/>
                  </a:lnTo>
                  <a:lnTo>
                    <a:pt x="159408" y="100101"/>
                  </a:lnTo>
                  <a:lnTo>
                    <a:pt x="109438" y="102047"/>
                  </a:lnTo>
                  <a:lnTo>
                    <a:pt x="109862" y="105649"/>
                  </a:lnTo>
                  <a:lnTo>
                    <a:pt x="100800" y="109577"/>
                  </a:lnTo>
                  <a:lnTo>
                    <a:pt x="99665" y="106187"/>
                  </a:lnTo>
                  <a:lnTo>
                    <a:pt x="92791" y="106996"/>
                  </a:lnTo>
                  <a:lnTo>
                    <a:pt x="85207" y="106654"/>
                  </a:lnTo>
                  <a:lnTo>
                    <a:pt x="82624" y="105768"/>
                  </a:lnTo>
                  <a:lnTo>
                    <a:pt x="81006" y="105127"/>
                  </a:lnTo>
                  <a:lnTo>
                    <a:pt x="79645" y="104588"/>
                  </a:lnTo>
                  <a:lnTo>
                    <a:pt x="75969" y="102583"/>
                  </a:lnTo>
                  <a:lnTo>
                    <a:pt x="72030" y="100098"/>
                  </a:lnTo>
                  <a:lnTo>
                    <a:pt x="59268" y="91801"/>
                  </a:lnTo>
                  <a:lnTo>
                    <a:pt x="53396" y="88032"/>
                  </a:lnTo>
                  <a:lnTo>
                    <a:pt x="55387" y="84889"/>
                  </a:lnTo>
                  <a:lnTo>
                    <a:pt x="52157" y="83470"/>
                  </a:lnTo>
                  <a:lnTo>
                    <a:pt x="51838" y="82320"/>
                  </a:lnTo>
                  <a:lnTo>
                    <a:pt x="45614" y="78084"/>
                  </a:lnTo>
                  <a:lnTo>
                    <a:pt x="39786" y="74118"/>
                  </a:lnTo>
                  <a:lnTo>
                    <a:pt x="34208" y="70234"/>
                  </a:lnTo>
                  <a:lnTo>
                    <a:pt x="28003" y="66564"/>
                  </a:lnTo>
                  <a:lnTo>
                    <a:pt x="22040" y="62633"/>
                  </a:lnTo>
                  <a:lnTo>
                    <a:pt x="16509" y="58773"/>
                  </a:lnTo>
                  <a:lnTo>
                    <a:pt x="16423" y="58465"/>
                  </a:lnTo>
                  <a:lnTo>
                    <a:pt x="11224" y="54796"/>
                  </a:lnTo>
                  <a:lnTo>
                    <a:pt x="10343" y="54858"/>
                  </a:lnTo>
                  <a:lnTo>
                    <a:pt x="4276" y="51363"/>
                  </a:lnTo>
                  <a:lnTo>
                    <a:pt x="6062" y="48070"/>
                  </a:lnTo>
                  <a:lnTo>
                    <a:pt x="21083" y="46051"/>
                  </a:lnTo>
                  <a:lnTo>
                    <a:pt x="25910" y="45529"/>
                  </a:lnTo>
                  <a:lnTo>
                    <a:pt x="27068" y="42507"/>
                  </a:lnTo>
                  <a:lnTo>
                    <a:pt x="28345" y="39932"/>
                  </a:lnTo>
                  <a:lnTo>
                    <a:pt x="28743" y="38747"/>
                  </a:lnTo>
                  <a:lnTo>
                    <a:pt x="29218" y="32883"/>
                  </a:lnTo>
                  <a:lnTo>
                    <a:pt x="18542" y="28553"/>
                  </a:lnTo>
                  <a:lnTo>
                    <a:pt x="16699" y="28222"/>
                  </a:lnTo>
                  <a:lnTo>
                    <a:pt x="11189" y="26397"/>
                  </a:lnTo>
                  <a:lnTo>
                    <a:pt x="5243" y="23678"/>
                  </a:lnTo>
                  <a:lnTo>
                    <a:pt x="0" y="20028"/>
                  </a:lnTo>
                  <a:lnTo>
                    <a:pt x="1889" y="17004"/>
                  </a:lnTo>
                  <a:lnTo>
                    <a:pt x="2755" y="15618"/>
                  </a:lnTo>
                  <a:lnTo>
                    <a:pt x="7705" y="18697"/>
                  </a:lnTo>
                  <a:lnTo>
                    <a:pt x="12972" y="21974"/>
                  </a:lnTo>
                  <a:lnTo>
                    <a:pt x="17958" y="25075"/>
                  </a:lnTo>
                  <a:lnTo>
                    <a:pt x="23158" y="26504"/>
                  </a:lnTo>
                  <a:lnTo>
                    <a:pt x="33392" y="30101"/>
                  </a:lnTo>
                  <a:lnTo>
                    <a:pt x="40432" y="32013"/>
                  </a:lnTo>
                  <a:lnTo>
                    <a:pt x="44177" y="33099"/>
                  </a:lnTo>
                  <a:lnTo>
                    <a:pt x="46221" y="32700"/>
                  </a:lnTo>
                  <a:lnTo>
                    <a:pt x="49629" y="27713"/>
                  </a:lnTo>
                  <a:lnTo>
                    <a:pt x="53141" y="22220"/>
                  </a:lnTo>
                  <a:lnTo>
                    <a:pt x="55316" y="18521"/>
                  </a:lnTo>
                  <a:lnTo>
                    <a:pt x="56560" y="16406"/>
                  </a:lnTo>
                  <a:lnTo>
                    <a:pt x="58841" y="13116"/>
                  </a:lnTo>
                  <a:lnTo>
                    <a:pt x="61299" y="11228"/>
                  </a:lnTo>
                  <a:lnTo>
                    <a:pt x="61938" y="10737"/>
                  </a:lnTo>
                  <a:lnTo>
                    <a:pt x="80102" y="25714"/>
                  </a:lnTo>
                  <a:lnTo>
                    <a:pt x="80654" y="26169"/>
                  </a:lnTo>
                  <a:lnTo>
                    <a:pt x="82080" y="27345"/>
                  </a:lnTo>
                  <a:lnTo>
                    <a:pt x="101002" y="30840"/>
                  </a:lnTo>
                  <a:lnTo>
                    <a:pt x="121977" y="38011"/>
                  </a:lnTo>
                  <a:lnTo>
                    <a:pt x="135655" y="36376"/>
                  </a:lnTo>
                  <a:lnTo>
                    <a:pt x="137953" y="30575"/>
                  </a:lnTo>
                  <a:lnTo>
                    <a:pt x="156959" y="27571"/>
                  </a:lnTo>
                  <a:lnTo>
                    <a:pt x="156599" y="22832"/>
                  </a:lnTo>
                  <a:lnTo>
                    <a:pt x="156009" y="15046"/>
                  </a:lnTo>
                  <a:lnTo>
                    <a:pt x="158209" y="7961"/>
                  </a:lnTo>
                  <a:lnTo>
                    <a:pt x="162959" y="5437"/>
                  </a:lnTo>
                  <a:lnTo>
                    <a:pt x="168088" y="2718"/>
                  </a:lnTo>
                  <a:lnTo>
                    <a:pt x="180247" y="776"/>
                  </a:lnTo>
                  <a:lnTo>
                    <a:pt x="192975" y="0"/>
                  </a:lnTo>
                  <a:lnTo>
                    <a:pt x="204460" y="1369"/>
                  </a:lnTo>
                  <a:lnTo>
                    <a:pt x="205857" y="4533"/>
                  </a:lnTo>
                  <a:lnTo>
                    <a:pt x="208186" y="11924"/>
                  </a:lnTo>
                  <a:lnTo>
                    <a:pt x="208254" y="15347"/>
                  </a:lnTo>
                  <a:lnTo>
                    <a:pt x="208354" y="20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55589" y="3745114"/>
              <a:ext cx="339783" cy="192987"/>
            </a:xfrm>
            <a:custGeom>
              <a:avLst/>
              <a:pathLst>
                <a:path w="339783" h="192987">
                  <a:moveTo>
                    <a:pt x="135575" y="10255"/>
                  </a:moveTo>
                  <a:lnTo>
                    <a:pt x="139612" y="19479"/>
                  </a:lnTo>
                  <a:lnTo>
                    <a:pt x="146736" y="27246"/>
                  </a:lnTo>
                  <a:lnTo>
                    <a:pt x="151485" y="31130"/>
                  </a:lnTo>
                  <a:lnTo>
                    <a:pt x="157422" y="33314"/>
                  </a:lnTo>
                  <a:lnTo>
                    <a:pt x="166446" y="40354"/>
                  </a:lnTo>
                  <a:lnTo>
                    <a:pt x="173808" y="43509"/>
                  </a:lnTo>
                  <a:lnTo>
                    <a:pt x="184732" y="43509"/>
                  </a:lnTo>
                  <a:lnTo>
                    <a:pt x="194706" y="40596"/>
                  </a:lnTo>
                  <a:lnTo>
                    <a:pt x="200168" y="43267"/>
                  </a:lnTo>
                  <a:lnTo>
                    <a:pt x="208005" y="48849"/>
                  </a:lnTo>
                  <a:lnTo>
                    <a:pt x="213941" y="49578"/>
                  </a:lnTo>
                  <a:lnTo>
                    <a:pt x="220828" y="46665"/>
                  </a:lnTo>
                  <a:lnTo>
                    <a:pt x="222253" y="40111"/>
                  </a:lnTo>
                  <a:lnTo>
                    <a:pt x="223678" y="35256"/>
                  </a:lnTo>
                  <a:lnTo>
                    <a:pt x="228665" y="29431"/>
                  </a:lnTo>
                  <a:lnTo>
                    <a:pt x="231990" y="23848"/>
                  </a:lnTo>
                  <a:lnTo>
                    <a:pt x="233669" y="13286"/>
                  </a:lnTo>
                  <a:lnTo>
                    <a:pt x="234998" y="15048"/>
                  </a:lnTo>
                  <a:lnTo>
                    <a:pt x="237184" y="17947"/>
                  </a:lnTo>
                  <a:lnTo>
                    <a:pt x="240223" y="20083"/>
                  </a:lnTo>
                  <a:lnTo>
                    <a:pt x="242883" y="23481"/>
                  </a:lnTo>
                  <a:lnTo>
                    <a:pt x="243585" y="24842"/>
                  </a:lnTo>
                  <a:lnTo>
                    <a:pt x="245638" y="28821"/>
                  </a:lnTo>
                  <a:lnTo>
                    <a:pt x="246449" y="34473"/>
                  </a:lnTo>
                  <a:lnTo>
                    <a:pt x="246683" y="36103"/>
                  </a:lnTo>
                  <a:lnTo>
                    <a:pt x="247633" y="41832"/>
                  </a:lnTo>
                  <a:lnTo>
                    <a:pt x="249342" y="47075"/>
                  </a:lnTo>
                  <a:lnTo>
                    <a:pt x="250197" y="50764"/>
                  </a:lnTo>
                  <a:lnTo>
                    <a:pt x="250957" y="52803"/>
                  </a:lnTo>
                  <a:lnTo>
                    <a:pt x="247488" y="59348"/>
                  </a:lnTo>
                  <a:lnTo>
                    <a:pt x="255025" y="59503"/>
                  </a:lnTo>
                  <a:lnTo>
                    <a:pt x="255904" y="59521"/>
                  </a:lnTo>
                  <a:lnTo>
                    <a:pt x="292570" y="66318"/>
                  </a:lnTo>
                  <a:lnTo>
                    <a:pt x="294584" y="66997"/>
                  </a:lnTo>
                  <a:lnTo>
                    <a:pt x="297869" y="68104"/>
                  </a:lnTo>
                  <a:lnTo>
                    <a:pt x="299368" y="68609"/>
                  </a:lnTo>
                  <a:lnTo>
                    <a:pt x="302108" y="69533"/>
                  </a:lnTo>
                  <a:lnTo>
                    <a:pt x="304212" y="70325"/>
                  </a:lnTo>
                  <a:lnTo>
                    <a:pt x="304815" y="70553"/>
                  </a:lnTo>
                  <a:lnTo>
                    <a:pt x="306478" y="70747"/>
                  </a:lnTo>
                  <a:lnTo>
                    <a:pt x="312272" y="70601"/>
                  </a:lnTo>
                  <a:lnTo>
                    <a:pt x="316119" y="70650"/>
                  </a:lnTo>
                  <a:lnTo>
                    <a:pt x="319016" y="71475"/>
                  </a:lnTo>
                  <a:lnTo>
                    <a:pt x="322027" y="72378"/>
                  </a:lnTo>
                  <a:lnTo>
                    <a:pt x="326549" y="74572"/>
                  </a:lnTo>
                  <a:lnTo>
                    <a:pt x="329095" y="75679"/>
                  </a:lnTo>
                  <a:lnTo>
                    <a:pt x="332265" y="76375"/>
                  </a:lnTo>
                  <a:lnTo>
                    <a:pt x="333229" y="76587"/>
                  </a:lnTo>
                  <a:lnTo>
                    <a:pt x="335022" y="76980"/>
                  </a:lnTo>
                  <a:lnTo>
                    <a:pt x="336992" y="77498"/>
                  </a:lnTo>
                  <a:lnTo>
                    <a:pt x="337682" y="77679"/>
                  </a:lnTo>
                  <a:lnTo>
                    <a:pt x="338316" y="77947"/>
                  </a:lnTo>
                  <a:lnTo>
                    <a:pt x="339202" y="78320"/>
                  </a:lnTo>
                  <a:lnTo>
                    <a:pt x="339783" y="78428"/>
                  </a:lnTo>
                  <a:lnTo>
                    <a:pt x="339676" y="78574"/>
                  </a:lnTo>
                  <a:lnTo>
                    <a:pt x="339291" y="79097"/>
                  </a:lnTo>
                  <a:lnTo>
                    <a:pt x="326318" y="96716"/>
                  </a:lnTo>
                  <a:lnTo>
                    <a:pt x="302373" y="106936"/>
                  </a:lnTo>
                  <a:lnTo>
                    <a:pt x="297817" y="126321"/>
                  </a:lnTo>
                  <a:lnTo>
                    <a:pt x="287851" y="132022"/>
                  </a:lnTo>
                  <a:lnTo>
                    <a:pt x="252290" y="127228"/>
                  </a:lnTo>
                  <a:lnTo>
                    <a:pt x="235825" y="112597"/>
                  </a:lnTo>
                  <a:lnTo>
                    <a:pt x="209760" y="121057"/>
                  </a:lnTo>
                  <a:lnTo>
                    <a:pt x="176544" y="131016"/>
                  </a:lnTo>
                  <a:lnTo>
                    <a:pt x="189965" y="145006"/>
                  </a:lnTo>
                  <a:lnTo>
                    <a:pt x="231352" y="148143"/>
                  </a:lnTo>
                  <a:lnTo>
                    <a:pt x="240851" y="155183"/>
                  </a:lnTo>
                  <a:lnTo>
                    <a:pt x="238666" y="162659"/>
                  </a:lnTo>
                  <a:lnTo>
                    <a:pt x="199293" y="155911"/>
                  </a:lnTo>
                  <a:lnTo>
                    <a:pt x="198533" y="164941"/>
                  </a:lnTo>
                  <a:lnTo>
                    <a:pt x="186754" y="170863"/>
                  </a:lnTo>
                  <a:lnTo>
                    <a:pt x="181910" y="154746"/>
                  </a:lnTo>
                  <a:lnTo>
                    <a:pt x="164907" y="149066"/>
                  </a:lnTo>
                  <a:lnTo>
                    <a:pt x="147238" y="148143"/>
                  </a:lnTo>
                  <a:lnTo>
                    <a:pt x="139952" y="144551"/>
                  </a:lnTo>
                  <a:lnTo>
                    <a:pt x="126280" y="147494"/>
                  </a:lnTo>
                  <a:lnTo>
                    <a:pt x="125336" y="158146"/>
                  </a:lnTo>
                  <a:lnTo>
                    <a:pt x="110333" y="160756"/>
                  </a:lnTo>
                  <a:lnTo>
                    <a:pt x="105927" y="154361"/>
                  </a:lnTo>
                  <a:lnTo>
                    <a:pt x="105034" y="154238"/>
                  </a:lnTo>
                  <a:lnTo>
                    <a:pt x="103485" y="156053"/>
                  </a:lnTo>
                  <a:lnTo>
                    <a:pt x="102073" y="157707"/>
                  </a:lnTo>
                  <a:lnTo>
                    <a:pt x="102233" y="158308"/>
                  </a:lnTo>
                  <a:lnTo>
                    <a:pt x="102371" y="158822"/>
                  </a:lnTo>
                  <a:lnTo>
                    <a:pt x="102592" y="160786"/>
                  </a:lnTo>
                  <a:lnTo>
                    <a:pt x="102712" y="162918"/>
                  </a:lnTo>
                  <a:lnTo>
                    <a:pt x="102460" y="163090"/>
                  </a:lnTo>
                  <a:lnTo>
                    <a:pt x="100305" y="163180"/>
                  </a:lnTo>
                  <a:lnTo>
                    <a:pt x="99500" y="162694"/>
                  </a:lnTo>
                  <a:lnTo>
                    <a:pt x="98064" y="163906"/>
                  </a:lnTo>
                  <a:lnTo>
                    <a:pt x="95503" y="164276"/>
                  </a:lnTo>
                  <a:lnTo>
                    <a:pt x="95236" y="164134"/>
                  </a:lnTo>
                  <a:lnTo>
                    <a:pt x="93647" y="163283"/>
                  </a:lnTo>
                  <a:lnTo>
                    <a:pt x="92046" y="162426"/>
                  </a:lnTo>
                  <a:lnTo>
                    <a:pt x="91927" y="161641"/>
                  </a:lnTo>
                  <a:lnTo>
                    <a:pt x="91331" y="158457"/>
                  </a:lnTo>
                  <a:lnTo>
                    <a:pt x="90776" y="158476"/>
                  </a:lnTo>
                  <a:lnTo>
                    <a:pt x="89663" y="158596"/>
                  </a:lnTo>
                  <a:lnTo>
                    <a:pt x="87000" y="158883"/>
                  </a:lnTo>
                  <a:lnTo>
                    <a:pt x="85010" y="159244"/>
                  </a:lnTo>
                  <a:lnTo>
                    <a:pt x="85218" y="160228"/>
                  </a:lnTo>
                  <a:lnTo>
                    <a:pt x="85915" y="162974"/>
                  </a:lnTo>
                  <a:lnTo>
                    <a:pt x="85933" y="163291"/>
                  </a:lnTo>
                  <a:lnTo>
                    <a:pt x="83115" y="164828"/>
                  </a:lnTo>
                  <a:lnTo>
                    <a:pt x="82484" y="165182"/>
                  </a:lnTo>
                  <a:lnTo>
                    <a:pt x="83209" y="167937"/>
                  </a:lnTo>
                  <a:lnTo>
                    <a:pt x="83672" y="171895"/>
                  </a:lnTo>
                  <a:lnTo>
                    <a:pt x="83959" y="172669"/>
                  </a:lnTo>
                  <a:lnTo>
                    <a:pt x="84520" y="174181"/>
                  </a:lnTo>
                  <a:lnTo>
                    <a:pt x="84636" y="174354"/>
                  </a:lnTo>
                  <a:lnTo>
                    <a:pt x="84953" y="174827"/>
                  </a:lnTo>
                  <a:lnTo>
                    <a:pt x="86881" y="177708"/>
                  </a:lnTo>
                  <a:lnTo>
                    <a:pt x="88113" y="179548"/>
                  </a:lnTo>
                  <a:lnTo>
                    <a:pt x="88899" y="180493"/>
                  </a:lnTo>
                  <a:lnTo>
                    <a:pt x="85326" y="182083"/>
                  </a:lnTo>
                  <a:lnTo>
                    <a:pt x="82613" y="178896"/>
                  </a:lnTo>
                  <a:lnTo>
                    <a:pt x="77550" y="178521"/>
                  </a:lnTo>
                  <a:lnTo>
                    <a:pt x="76839" y="178469"/>
                  </a:lnTo>
                  <a:lnTo>
                    <a:pt x="69934" y="179093"/>
                  </a:lnTo>
                  <a:lnTo>
                    <a:pt x="68350" y="179548"/>
                  </a:lnTo>
                  <a:lnTo>
                    <a:pt x="63336" y="180990"/>
                  </a:lnTo>
                  <a:lnTo>
                    <a:pt x="61331" y="181566"/>
                  </a:lnTo>
                  <a:lnTo>
                    <a:pt x="56563" y="173152"/>
                  </a:lnTo>
                  <a:lnTo>
                    <a:pt x="55005" y="173462"/>
                  </a:lnTo>
                  <a:lnTo>
                    <a:pt x="49191" y="173385"/>
                  </a:lnTo>
                  <a:lnTo>
                    <a:pt x="47520" y="172375"/>
                  </a:lnTo>
                  <a:lnTo>
                    <a:pt x="45012" y="178472"/>
                  </a:lnTo>
                  <a:lnTo>
                    <a:pt x="45853" y="182096"/>
                  </a:lnTo>
                  <a:lnTo>
                    <a:pt x="45449" y="183674"/>
                  </a:lnTo>
                  <a:lnTo>
                    <a:pt x="34639" y="186357"/>
                  </a:lnTo>
                  <a:lnTo>
                    <a:pt x="34791" y="188531"/>
                  </a:lnTo>
                  <a:lnTo>
                    <a:pt x="31903" y="190706"/>
                  </a:lnTo>
                  <a:lnTo>
                    <a:pt x="32000" y="192335"/>
                  </a:lnTo>
                  <a:lnTo>
                    <a:pt x="30797" y="192987"/>
                  </a:lnTo>
                  <a:lnTo>
                    <a:pt x="28595" y="192895"/>
                  </a:lnTo>
                  <a:lnTo>
                    <a:pt x="27838" y="191561"/>
                  </a:lnTo>
                  <a:lnTo>
                    <a:pt x="25558" y="192104"/>
                  </a:lnTo>
                  <a:lnTo>
                    <a:pt x="22214" y="190512"/>
                  </a:lnTo>
                  <a:lnTo>
                    <a:pt x="17997" y="191794"/>
                  </a:lnTo>
                  <a:lnTo>
                    <a:pt x="15831" y="190978"/>
                  </a:lnTo>
                  <a:lnTo>
                    <a:pt x="13621" y="192076"/>
                  </a:lnTo>
                  <a:lnTo>
                    <a:pt x="8008" y="189244"/>
                  </a:lnTo>
                  <a:lnTo>
                    <a:pt x="6826" y="188648"/>
                  </a:lnTo>
                  <a:lnTo>
                    <a:pt x="7710" y="185937"/>
                  </a:lnTo>
                  <a:lnTo>
                    <a:pt x="9011" y="181948"/>
                  </a:lnTo>
                  <a:lnTo>
                    <a:pt x="5853" y="174812"/>
                  </a:lnTo>
                  <a:lnTo>
                    <a:pt x="4808" y="171535"/>
                  </a:lnTo>
                  <a:lnTo>
                    <a:pt x="3166" y="166386"/>
                  </a:lnTo>
                  <a:lnTo>
                    <a:pt x="524" y="153880"/>
                  </a:lnTo>
                  <a:lnTo>
                    <a:pt x="370" y="146159"/>
                  </a:lnTo>
                  <a:lnTo>
                    <a:pt x="167" y="135961"/>
                  </a:lnTo>
                  <a:lnTo>
                    <a:pt x="68" y="130986"/>
                  </a:lnTo>
                  <a:lnTo>
                    <a:pt x="0" y="127563"/>
                  </a:lnTo>
                  <a:lnTo>
                    <a:pt x="10204" y="127638"/>
                  </a:lnTo>
                  <a:lnTo>
                    <a:pt x="15619" y="127678"/>
                  </a:lnTo>
                  <a:lnTo>
                    <a:pt x="15904" y="127684"/>
                  </a:lnTo>
                  <a:lnTo>
                    <a:pt x="22287" y="127833"/>
                  </a:lnTo>
                  <a:lnTo>
                    <a:pt x="22551" y="127832"/>
                  </a:lnTo>
                  <a:lnTo>
                    <a:pt x="25707" y="127823"/>
                  </a:lnTo>
                  <a:lnTo>
                    <a:pt x="27890" y="127816"/>
                  </a:lnTo>
                  <a:lnTo>
                    <a:pt x="28950" y="127813"/>
                  </a:lnTo>
                  <a:lnTo>
                    <a:pt x="29107" y="127813"/>
                  </a:lnTo>
                  <a:lnTo>
                    <a:pt x="35149" y="127794"/>
                  </a:lnTo>
                  <a:lnTo>
                    <a:pt x="34905" y="118644"/>
                  </a:lnTo>
                  <a:lnTo>
                    <a:pt x="42442" y="118966"/>
                  </a:lnTo>
                  <a:lnTo>
                    <a:pt x="42289" y="124749"/>
                  </a:lnTo>
                  <a:lnTo>
                    <a:pt x="42209" y="127751"/>
                  </a:lnTo>
                  <a:lnTo>
                    <a:pt x="42205" y="127898"/>
                  </a:lnTo>
                  <a:lnTo>
                    <a:pt x="42200" y="128101"/>
                  </a:lnTo>
                  <a:lnTo>
                    <a:pt x="42506" y="128027"/>
                  </a:lnTo>
                  <a:lnTo>
                    <a:pt x="51401" y="125896"/>
                  </a:lnTo>
                  <a:lnTo>
                    <a:pt x="52328" y="125674"/>
                  </a:lnTo>
                  <a:lnTo>
                    <a:pt x="54396" y="125178"/>
                  </a:lnTo>
                  <a:lnTo>
                    <a:pt x="58898" y="124719"/>
                  </a:lnTo>
                  <a:lnTo>
                    <a:pt x="59250" y="124683"/>
                  </a:lnTo>
                  <a:lnTo>
                    <a:pt x="61409" y="129514"/>
                  </a:lnTo>
                  <a:lnTo>
                    <a:pt x="62370" y="129310"/>
                  </a:lnTo>
                  <a:lnTo>
                    <a:pt x="68691" y="127968"/>
                  </a:lnTo>
                  <a:lnTo>
                    <a:pt x="76899" y="126226"/>
                  </a:lnTo>
                  <a:lnTo>
                    <a:pt x="87412" y="123518"/>
                  </a:lnTo>
                  <a:lnTo>
                    <a:pt x="94011" y="126683"/>
                  </a:lnTo>
                  <a:lnTo>
                    <a:pt x="94223" y="126784"/>
                  </a:lnTo>
                  <a:lnTo>
                    <a:pt x="94375" y="126857"/>
                  </a:lnTo>
                  <a:lnTo>
                    <a:pt x="94518" y="126926"/>
                  </a:lnTo>
                  <a:lnTo>
                    <a:pt x="98115" y="127536"/>
                  </a:lnTo>
                  <a:lnTo>
                    <a:pt x="99715" y="122859"/>
                  </a:lnTo>
                  <a:lnTo>
                    <a:pt x="100500" y="120562"/>
                  </a:lnTo>
                  <a:lnTo>
                    <a:pt x="100574" y="120346"/>
                  </a:lnTo>
                  <a:lnTo>
                    <a:pt x="100638" y="120158"/>
                  </a:lnTo>
                  <a:lnTo>
                    <a:pt x="100782" y="119627"/>
                  </a:lnTo>
                  <a:lnTo>
                    <a:pt x="100996" y="118834"/>
                  </a:lnTo>
                  <a:lnTo>
                    <a:pt x="101241" y="117929"/>
                  </a:lnTo>
                  <a:lnTo>
                    <a:pt x="101480" y="117046"/>
                  </a:lnTo>
                  <a:lnTo>
                    <a:pt x="101694" y="116254"/>
                  </a:lnTo>
                  <a:lnTo>
                    <a:pt x="101878" y="115576"/>
                  </a:lnTo>
                  <a:lnTo>
                    <a:pt x="101965" y="115253"/>
                  </a:lnTo>
                  <a:lnTo>
                    <a:pt x="102141" y="114603"/>
                  </a:lnTo>
                  <a:lnTo>
                    <a:pt x="102177" y="114472"/>
                  </a:lnTo>
                  <a:lnTo>
                    <a:pt x="102236" y="114255"/>
                  </a:lnTo>
                  <a:lnTo>
                    <a:pt x="102474" y="113372"/>
                  </a:lnTo>
                  <a:lnTo>
                    <a:pt x="102778" y="112252"/>
                  </a:lnTo>
                  <a:lnTo>
                    <a:pt x="102918" y="111732"/>
                  </a:lnTo>
                  <a:lnTo>
                    <a:pt x="102983" y="111493"/>
                  </a:lnTo>
                  <a:lnTo>
                    <a:pt x="103120" y="110987"/>
                  </a:lnTo>
                  <a:lnTo>
                    <a:pt x="105064" y="110781"/>
                  </a:lnTo>
                  <a:lnTo>
                    <a:pt x="109884" y="110270"/>
                  </a:lnTo>
                  <a:lnTo>
                    <a:pt x="109894" y="107255"/>
                  </a:lnTo>
                  <a:lnTo>
                    <a:pt x="109905" y="103737"/>
                  </a:lnTo>
                  <a:lnTo>
                    <a:pt x="109914" y="100988"/>
                  </a:lnTo>
                  <a:lnTo>
                    <a:pt x="113462" y="101035"/>
                  </a:lnTo>
                  <a:lnTo>
                    <a:pt x="115841" y="101066"/>
                  </a:lnTo>
                  <a:lnTo>
                    <a:pt x="121179" y="103696"/>
                  </a:lnTo>
                  <a:lnTo>
                    <a:pt x="125358" y="104084"/>
                  </a:lnTo>
                  <a:lnTo>
                    <a:pt x="132087" y="103896"/>
                  </a:lnTo>
                  <a:lnTo>
                    <a:pt x="127437" y="96927"/>
                  </a:lnTo>
                  <a:lnTo>
                    <a:pt x="126347" y="92183"/>
                  </a:lnTo>
                  <a:lnTo>
                    <a:pt x="127639" y="84183"/>
                  </a:lnTo>
                  <a:lnTo>
                    <a:pt x="125117" y="65710"/>
                  </a:lnTo>
                  <a:lnTo>
                    <a:pt x="118480" y="59819"/>
                  </a:lnTo>
                  <a:lnTo>
                    <a:pt x="115060" y="53760"/>
                  </a:lnTo>
                  <a:lnTo>
                    <a:pt x="112021" y="49177"/>
                  </a:lnTo>
                  <a:lnTo>
                    <a:pt x="104939" y="46384"/>
                  </a:lnTo>
                  <a:lnTo>
                    <a:pt x="98038" y="43663"/>
                  </a:lnTo>
                  <a:lnTo>
                    <a:pt x="95074" y="40556"/>
                  </a:lnTo>
                  <a:lnTo>
                    <a:pt x="95910" y="37526"/>
                  </a:lnTo>
                  <a:lnTo>
                    <a:pt x="98494" y="34419"/>
                  </a:lnTo>
                  <a:lnTo>
                    <a:pt x="100470" y="31545"/>
                  </a:lnTo>
                  <a:lnTo>
                    <a:pt x="101534" y="28904"/>
                  </a:lnTo>
                  <a:lnTo>
                    <a:pt x="101838" y="26574"/>
                  </a:lnTo>
                  <a:lnTo>
                    <a:pt x="101990" y="24166"/>
                  </a:lnTo>
                  <a:lnTo>
                    <a:pt x="102142" y="21836"/>
                  </a:lnTo>
                  <a:lnTo>
                    <a:pt x="102218" y="19972"/>
                  </a:lnTo>
                  <a:lnTo>
                    <a:pt x="102148" y="17548"/>
                  </a:lnTo>
                  <a:lnTo>
                    <a:pt x="102142" y="17334"/>
                  </a:lnTo>
                  <a:lnTo>
                    <a:pt x="104720" y="17360"/>
                  </a:lnTo>
                  <a:lnTo>
                    <a:pt x="119664" y="4186"/>
                  </a:lnTo>
                  <a:lnTo>
                    <a:pt x="124931" y="0"/>
                  </a:lnTo>
                  <a:lnTo>
                    <a:pt x="131818" y="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026169" y="3986521"/>
              <a:ext cx="151604" cy="120019"/>
            </a:xfrm>
            <a:custGeom>
              <a:avLst/>
              <a:pathLst>
                <a:path w="151604" h="120019">
                  <a:moveTo>
                    <a:pt x="96910" y="45529"/>
                  </a:moveTo>
                  <a:lnTo>
                    <a:pt x="97733" y="46000"/>
                  </a:lnTo>
                  <a:lnTo>
                    <a:pt x="99679" y="43041"/>
                  </a:lnTo>
                  <a:lnTo>
                    <a:pt x="101645" y="40053"/>
                  </a:lnTo>
                  <a:lnTo>
                    <a:pt x="102829" y="38252"/>
                  </a:lnTo>
                  <a:lnTo>
                    <a:pt x="103315" y="37514"/>
                  </a:lnTo>
                  <a:lnTo>
                    <a:pt x="103590" y="37401"/>
                  </a:lnTo>
                  <a:lnTo>
                    <a:pt x="104027" y="37223"/>
                  </a:lnTo>
                  <a:lnTo>
                    <a:pt x="104283" y="37048"/>
                  </a:lnTo>
                  <a:lnTo>
                    <a:pt x="105069" y="35974"/>
                  </a:lnTo>
                  <a:lnTo>
                    <a:pt x="105381" y="35548"/>
                  </a:lnTo>
                  <a:lnTo>
                    <a:pt x="105699" y="34816"/>
                  </a:lnTo>
                  <a:lnTo>
                    <a:pt x="106221" y="33616"/>
                  </a:lnTo>
                  <a:lnTo>
                    <a:pt x="106948" y="31943"/>
                  </a:lnTo>
                  <a:lnTo>
                    <a:pt x="107090" y="31616"/>
                  </a:lnTo>
                  <a:lnTo>
                    <a:pt x="109278" y="31921"/>
                  </a:lnTo>
                  <a:lnTo>
                    <a:pt x="110325" y="25398"/>
                  </a:lnTo>
                  <a:lnTo>
                    <a:pt x="110502" y="24301"/>
                  </a:lnTo>
                  <a:lnTo>
                    <a:pt x="110894" y="24371"/>
                  </a:lnTo>
                  <a:lnTo>
                    <a:pt x="117886" y="25621"/>
                  </a:lnTo>
                  <a:lnTo>
                    <a:pt x="123457" y="28460"/>
                  </a:lnTo>
                  <a:lnTo>
                    <a:pt x="124179" y="28825"/>
                  </a:lnTo>
                  <a:lnTo>
                    <a:pt x="125224" y="29117"/>
                  </a:lnTo>
                  <a:lnTo>
                    <a:pt x="126340" y="29359"/>
                  </a:lnTo>
                  <a:lnTo>
                    <a:pt x="127156" y="29112"/>
                  </a:lnTo>
                  <a:lnTo>
                    <a:pt x="127860" y="28898"/>
                  </a:lnTo>
                  <a:lnTo>
                    <a:pt x="128360" y="28176"/>
                  </a:lnTo>
                  <a:lnTo>
                    <a:pt x="128996" y="27055"/>
                  </a:lnTo>
                  <a:lnTo>
                    <a:pt x="129846" y="25556"/>
                  </a:lnTo>
                  <a:lnTo>
                    <a:pt x="132327" y="25706"/>
                  </a:lnTo>
                  <a:lnTo>
                    <a:pt x="132867" y="25739"/>
                  </a:lnTo>
                  <a:lnTo>
                    <a:pt x="133227" y="25784"/>
                  </a:lnTo>
                  <a:lnTo>
                    <a:pt x="134645" y="25964"/>
                  </a:lnTo>
                  <a:lnTo>
                    <a:pt x="135005" y="26010"/>
                  </a:lnTo>
                  <a:lnTo>
                    <a:pt x="135578" y="26082"/>
                  </a:lnTo>
                  <a:lnTo>
                    <a:pt x="137415" y="26030"/>
                  </a:lnTo>
                  <a:lnTo>
                    <a:pt x="137665" y="26023"/>
                  </a:lnTo>
                  <a:lnTo>
                    <a:pt x="138119" y="26010"/>
                  </a:lnTo>
                  <a:lnTo>
                    <a:pt x="142251" y="26616"/>
                  </a:lnTo>
                  <a:lnTo>
                    <a:pt x="143417" y="26841"/>
                  </a:lnTo>
                  <a:lnTo>
                    <a:pt x="144330" y="27017"/>
                  </a:lnTo>
                  <a:lnTo>
                    <a:pt x="144762" y="27100"/>
                  </a:lnTo>
                  <a:lnTo>
                    <a:pt x="144916" y="27129"/>
                  </a:lnTo>
                  <a:lnTo>
                    <a:pt x="144762" y="27850"/>
                  </a:lnTo>
                  <a:lnTo>
                    <a:pt x="143327" y="34533"/>
                  </a:lnTo>
                  <a:lnTo>
                    <a:pt x="142747" y="37232"/>
                  </a:lnTo>
                  <a:lnTo>
                    <a:pt x="142717" y="37373"/>
                  </a:lnTo>
                  <a:lnTo>
                    <a:pt x="143175" y="37393"/>
                  </a:lnTo>
                  <a:lnTo>
                    <a:pt x="143078" y="37649"/>
                  </a:lnTo>
                  <a:lnTo>
                    <a:pt x="142292" y="39733"/>
                  </a:lnTo>
                  <a:lnTo>
                    <a:pt x="141941" y="40665"/>
                  </a:lnTo>
                  <a:lnTo>
                    <a:pt x="141710" y="41275"/>
                  </a:lnTo>
                  <a:lnTo>
                    <a:pt x="141885" y="41342"/>
                  </a:lnTo>
                  <a:lnTo>
                    <a:pt x="142770" y="41683"/>
                  </a:lnTo>
                  <a:lnTo>
                    <a:pt x="143405" y="42259"/>
                  </a:lnTo>
                  <a:lnTo>
                    <a:pt x="145560" y="44212"/>
                  </a:lnTo>
                  <a:lnTo>
                    <a:pt x="146091" y="44499"/>
                  </a:lnTo>
                  <a:lnTo>
                    <a:pt x="146528" y="44735"/>
                  </a:lnTo>
                  <a:lnTo>
                    <a:pt x="151472" y="47381"/>
                  </a:lnTo>
                  <a:lnTo>
                    <a:pt x="151604" y="47533"/>
                  </a:lnTo>
                  <a:lnTo>
                    <a:pt x="151435" y="47783"/>
                  </a:lnTo>
                  <a:lnTo>
                    <a:pt x="151284" y="48005"/>
                  </a:lnTo>
                  <a:lnTo>
                    <a:pt x="147408" y="53723"/>
                  </a:lnTo>
                  <a:lnTo>
                    <a:pt x="146997" y="54330"/>
                  </a:lnTo>
                  <a:lnTo>
                    <a:pt x="146889" y="54676"/>
                  </a:lnTo>
                  <a:lnTo>
                    <a:pt x="148119" y="55709"/>
                  </a:lnTo>
                  <a:lnTo>
                    <a:pt x="145059" y="57277"/>
                  </a:lnTo>
                  <a:lnTo>
                    <a:pt x="140461" y="59633"/>
                  </a:lnTo>
                  <a:lnTo>
                    <a:pt x="140054" y="59851"/>
                  </a:lnTo>
                  <a:lnTo>
                    <a:pt x="138855" y="60493"/>
                  </a:lnTo>
                  <a:lnTo>
                    <a:pt x="137320" y="61317"/>
                  </a:lnTo>
                  <a:lnTo>
                    <a:pt x="137120" y="61424"/>
                  </a:lnTo>
                  <a:lnTo>
                    <a:pt x="136950" y="61501"/>
                  </a:lnTo>
                  <a:lnTo>
                    <a:pt x="133876" y="62904"/>
                  </a:lnTo>
                  <a:lnTo>
                    <a:pt x="132911" y="63332"/>
                  </a:lnTo>
                  <a:lnTo>
                    <a:pt x="127051" y="65363"/>
                  </a:lnTo>
                  <a:lnTo>
                    <a:pt x="126589" y="65530"/>
                  </a:lnTo>
                  <a:lnTo>
                    <a:pt x="125835" y="65803"/>
                  </a:lnTo>
                  <a:lnTo>
                    <a:pt x="120819" y="67622"/>
                  </a:lnTo>
                  <a:lnTo>
                    <a:pt x="120302" y="67809"/>
                  </a:lnTo>
                  <a:lnTo>
                    <a:pt x="120056" y="67898"/>
                  </a:lnTo>
                  <a:lnTo>
                    <a:pt x="119474" y="67829"/>
                  </a:lnTo>
                  <a:lnTo>
                    <a:pt x="119288" y="67470"/>
                  </a:lnTo>
                  <a:lnTo>
                    <a:pt x="114377" y="69828"/>
                  </a:lnTo>
                  <a:lnTo>
                    <a:pt x="112985" y="70051"/>
                  </a:lnTo>
                  <a:lnTo>
                    <a:pt x="114080" y="72173"/>
                  </a:lnTo>
                  <a:lnTo>
                    <a:pt x="114455" y="72024"/>
                  </a:lnTo>
                  <a:lnTo>
                    <a:pt x="120302" y="69693"/>
                  </a:lnTo>
                  <a:lnTo>
                    <a:pt x="120667" y="69548"/>
                  </a:lnTo>
                  <a:lnTo>
                    <a:pt x="121978" y="69927"/>
                  </a:lnTo>
                  <a:lnTo>
                    <a:pt x="123559" y="69979"/>
                  </a:lnTo>
                  <a:lnTo>
                    <a:pt x="134203" y="70334"/>
                  </a:lnTo>
                  <a:lnTo>
                    <a:pt x="134712" y="70351"/>
                  </a:lnTo>
                  <a:lnTo>
                    <a:pt x="136371" y="71500"/>
                  </a:lnTo>
                  <a:lnTo>
                    <a:pt x="136391" y="71743"/>
                  </a:lnTo>
                  <a:lnTo>
                    <a:pt x="136666" y="75089"/>
                  </a:lnTo>
                  <a:lnTo>
                    <a:pt x="136683" y="75298"/>
                  </a:lnTo>
                  <a:lnTo>
                    <a:pt x="136814" y="76885"/>
                  </a:lnTo>
                  <a:lnTo>
                    <a:pt x="133953" y="76687"/>
                  </a:lnTo>
                  <a:lnTo>
                    <a:pt x="129282" y="76368"/>
                  </a:lnTo>
                  <a:lnTo>
                    <a:pt x="125482" y="82534"/>
                  </a:lnTo>
                  <a:lnTo>
                    <a:pt x="125121" y="82688"/>
                  </a:lnTo>
                  <a:lnTo>
                    <a:pt x="120319" y="84737"/>
                  </a:lnTo>
                  <a:lnTo>
                    <a:pt x="119576" y="85055"/>
                  </a:lnTo>
                  <a:lnTo>
                    <a:pt x="118510" y="85590"/>
                  </a:lnTo>
                  <a:lnTo>
                    <a:pt x="118374" y="85790"/>
                  </a:lnTo>
                  <a:lnTo>
                    <a:pt x="117862" y="86547"/>
                  </a:lnTo>
                  <a:lnTo>
                    <a:pt x="116351" y="88368"/>
                  </a:lnTo>
                  <a:lnTo>
                    <a:pt x="111378" y="93748"/>
                  </a:lnTo>
                  <a:lnTo>
                    <a:pt x="110267" y="94951"/>
                  </a:lnTo>
                  <a:lnTo>
                    <a:pt x="110037" y="95200"/>
                  </a:lnTo>
                  <a:lnTo>
                    <a:pt x="109660" y="95032"/>
                  </a:lnTo>
                  <a:lnTo>
                    <a:pt x="107098" y="92741"/>
                  </a:lnTo>
                  <a:lnTo>
                    <a:pt x="107159" y="91236"/>
                  </a:lnTo>
                  <a:lnTo>
                    <a:pt x="106969" y="91392"/>
                  </a:lnTo>
                  <a:lnTo>
                    <a:pt x="106228" y="93237"/>
                  </a:lnTo>
                  <a:lnTo>
                    <a:pt x="103929" y="96033"/>
                  </a:lnTo>
                  <a:lnTo>
                    <a:pt x="102352" y="94694"/>
                  </a:lnTo>
                  <a:lnTo>
                    <a:pt x="100300" y="95470"/>
                  </a:lnTo>
                  <a:lnTo>
                    <a:pt x="99616" y="95729"/>
                  </a:lnTo>
                  <a:lnTo>
                    <a:pt x="99501" y="95496"/>
                  </a:lnTo>
                  <a:lnTo>
                    <a:pt x="99266" y="94794"/>
                  </a:lnTo>
                  <a:lnTo>
                    <a:pt x="99098" y="95031"/>
                  </a:lnTo>
                  <a:lnTo>
                    <a:pt x="98935" y="95263"/>
                  </a:lnTo>
                  <a:lnTo>
                    <a:pt x="97977" y="96620"/>
                  </a:lnTo>
                  <a:lnTo>
                    <a:pt x="95254" y="100478"/>
                  </a:lnTo>
                  <a:lnTo>
                    <a:pt x="94913" y="100961"/>
                  </a:lnTo>
                  <a:lnTo>
                    <a:pt x="87561" y="111379"/>
                  </a:lnTo>
                  <a:lnTo>
                    <a:pt x="87359" y="111665"/>
                  </a:lnTo>
                  <a:lnTo>
                    <a:pt x="87240" y="111833"/>
                  </a:lnTo>
                  <a:lnTo>
                    <a:pt x="82154" y="119039"/>
                  </a:lnTo>
                  <a:lnTo>
                    <a:pt x="81587" y="119842"/>
                  </a:lnTo>
                  <a:lnTo>
                    <a:pt x="81463" y="120019"/>
                  </a:lnTo>
                  <a:lnTo>
                    <a:pt x="74810" y="115460"/>
                  </a:lnTo>
                  <a:lnTo>
                    <a:pt x="74249" y="115061"/>
                  </a:lnTo>
                  <a:lnTo>
                    <a:pt x="74007" y="114910"/>
                  </a:lnTo>
                  <a:lnTo>
                    <a:pt x="69868" y="112074"/>
                  </a:lnTo>
                  <a:lnTo>
                    <a:pt x="69271" y="111665"/>
                  </a:lnTo>
                  <a:lnTo>
                    <a:pt x="64410" y="108334"/>
                  </a:lnTo>
                  <a:lnTo>
                    <a:pt x="63318" y="107587"/>
                  </a:lnTo>
                  <a:lnTo>
                    <a:pt x="59550" y="105004"/>
                  </a:lnTo>
                  <a:lnTo>
                    <a:pt x="59299" y="104832"/>
                  </a:lnTo>
                  <a:lnTo>
                    <a:pt x="57691" y="103730"/>
                  </a:lnTo>
                  <a:lnTo>
                    <a:pt x="55677" y="102351"/>
                  </a:lnTo>
                  <a:lnTo>
                    <a:pt x="54237" y="101364"/>
                  </a:lnTo>
                  <a:lnTo>
                    <a:pt x="52667" y="100288"/>
                  </a:lnTo>
                  <a:lnTo>
                    <a:pt x="49169" y="97892"/>
                  </a:lnTo>
                  <a:lnTo>
                    <a:pt x="46565" y="96108"/>
                  </a:lnTo>
                  <a:lnTo>
                    <a:pt x="30910" y="85381"/>
                  </a:lnTo>
                  <a:lnTo>
                    <a:pt x="30647" y="85201"/>
                  </a:lnTo>
                  <a:lnTo>
                    <a:pt x="21440" y="78893"/>
                  </a:lnTo>
                  <a:lnTo>
                    <a:pt x="18145" y="76635"/>
                  </a:lnTo>
                  <a:lnTo>
                    <a:pt x="16228" y="75321"/>
                  </a:lnTo>
                  <a:lnTo>
                    <a:pt x="11705" y="72222"/>
                  </a:lnTo>
                  <a:lnTo>
                    <a:pt x="7551" y="69376"/>
                  </a:lnTo>
                  <a:lnTo>
                    <a:pt x="7187" y="69126"/>
                  </a:lnTo>
                  <a:lnTo>
                    <a:pt x="3546" y="66632"/>
                  </a:lnTo>
                  <a:lnTo>
                    <a:pt x="3021" y="66272"/>
                  </a:lnTo>
                  <a:lnTo>
                    <a:pt x="2712" y="66060"/>
                  </a:lnTo>
                  <a:lnTo>
                    <a:pt x="1953" y="65722"/>
                  </a:lnTo>
                  <a:lnTo>
                    <a:pt x="1277" y="65421"/>
                  </a:lnTo>
                  <a:lnTo>
                    <a:pt x="1098" y="65341"/>
                  </a:lnTo>
                  <a:lnTo>
                    <a:pt x="0" y="64852"/>
                  </a:lnTo>
                  <a:lnTo>
                    <a:pt x="1620" y="62420"/>
                  </a:lnTo>
                  <a:lnTo>
                    <a:pt x="2229" y="61505"/>
                  </a:lnTo>
                  <a:lnTo>
                    <a:pt x="2705" y="60791"/>
                  </a:lnTo>
                  <a:lnTo>
                    <a:pt x="3399" y="59748"/>
                  </a:lnTo>
                  <a:lnTo>
                    <a:pt x="3969" y="58893"/>
                  </a:lnTo>
                  <a:lnTo>
                    <a:pt x="4291" y="58409"/>
                  </a:lnTo>
                  <a:lnTo>
                    <a:pt x="4457" y="58160"/>
                  </a:lnTo>
                  <a:lnTo>
                    <a:pt x="4601" y="57943"/>
                  </a:lnTo>
                  <a:lnTo>
                    <a:pt x="5457" y="56659"/>
                  </a:lnTo>
                  <a:lnTo>
                    <a:pt x="5948" y="55921"/>
                  </a:lnTo>
                  <a:lnTo>
                    <a:pt x="6154" y="55611"/>
                  </a:lnTo>
                  <a:lnTo>
                    <a:pt x="6397" y="55247"/>
                  </a:lnTo>
                  <a:lnTo>
                    <a:pt x="6668" y="54840"/>
                  </a:lnTo>
                  <a:lnTo>
                    <a:pt x="7267" y="53941"/>
                  </a:lnTo>
                  <a:lnTo>
                    <a:pt x="8030" y="52795"/>
                  </a:lnTo>
                  <a:lnTo>
                    <a:pt x="8501" y="52088"/>
                  </a:lnTo>
                  <a:lnTo>
                    <a:pt x="8903" y="51485"/>
                  </a:lnTo>
                  <a:lnTo>
                    <a:pt x="9507" y="50578"/>
                  </a:lnTo>
                  <a:lnTo>
                    <a:pt x="10285" y="49410"/>
                  </a:lnTo>
                  <a:lnTo>
                    <a:pt x="11281" y="47913"/>
                  </a:lnTo>
                  <a:lnTo>
                    <a:pt x="12521" y="46052"/>
                  </a:lnTo>
                  <a:lnTo>
                    <a:pt x="13385" y="44755"/>
                  </a:lnTo>
                  <a:lnTo>
                    <a:pt x="13886" y="44003"/>
                  </a:lnTo>
                  <a:lnTo>
                    <a:pt x="25090" y="27180"/>
                  </a:lnTo>
                  <a:lnTo>
                    <a:pt x="27521" y="23580"/>
                  </a:lnTo>
                  <a:lnTo>
                    <a:pt x="28553" y="22050"/>
                  </a:lnTo>
                  <a:lnTo>
                    <a:pt x="31091" y="18291"/>
                  </a:lnTo>
                  <a:lnTo>
                    <a:pt x="31388" y="17850"/>
                  </a:lnTo>
                  <a:lnTo>
                    <a:pt x="32643" y="15992"/>
                  </a:lnTo>
                  <a:lnTo>
                    <a:pt x="32799" y="15760"/>
                  </a:lnTo>
                  <a:lnTo>
                    <a:pt x="34765" y="12848"/>
                  </a:lnTo>
                  <a:lnTo>
                    <a:pt x="35378" y="11940"/>
                  </a:lnTo>
                  <a:lnTo>
                    <a:pt x="35492" y="11772"/>
                  </a:lnTo>
                  <a:lnTo>
                    <a:pt x="36058" y="10933"/>
                  </a:lnTo>
                  <a:lnTo>
                    <a:pt x="36457" y="10341"/>
                  </a:lnTo>
                  <a:lnTo>
                    <a:pt x="36584" y="10153"/>
                  </a:lnTo>
                  <a:lnTo>
                    <a:pt x="37332" y="9046"/>
                  </a:lnTo>
                  <a:lnTo>
                    <a:pt x="37630" y="8604"/>
                  </a:lnTo>
                  <a:lnTo>
                    <a:pt x="38216" y="7735"/>
                  </a:lnTo>
                  <a:lnTo>
                    <a:pt x="38390" y="7478"/>
                  </a:lnTo>
                  <a:lnTo>
                    <a:pt x="38912" y="6705"/>
                  </a:lnTo>
                  <a:lnTo>
                    <a:pt x="39345" y="6104"/>
                  </a:lnTo>
                  <a:lnTo>
                    <a:pt x="40375" y="4675"/>
                  </a:lnTo>
                  <a:lnTo>
                    <a:pt x="40490" y="4515"/>
                  </a:lnTo>
                  <a:lnTo>
                    <a:pt x="40971" y="3848"/>
                  </a:lnTo>
                  <a:lnTo>
                    <a:pt x="41586" y="2995"/>
                  </a:lnTo>
                  <a:lnTo>
                    <a:pt x="42670" y="1490"/>
                  </a:lnTo>
                  <a:lnTo>
                    <a:pt x="43062" y="948"/>
                  </a:lnTo>
                  <a:lnTo>
                    <a:pt x="43745" y="0"/>
                  </a:lnTo>
                  <a:lnTo>
                    <a:pt x="44339" y="373"/>
                  </a:lnTo>
                  <a:lnTo>
                    <a:pt x="46112" y="1489"/>
                  </a:lnTo>
                  <a:lnTo>
                    <a:pt x="50492" y="4245"/>
                  </a:lnTo>
                  <a:lnTo>
                    <a:pt x="50712" y="4465"/>
                  </a:lnTo>
                  <a:lnTo>
                    <a:pt x="48496" y="7462"/>
                  </a:lnTo>
                  <a:lnTo>
                    <a:pt x="47906" y="8394"/>
                  </a:lnTo>
                  <a:lnTo>
                    <a:pt x="52512" y="11563"/>
                  </a:lnTo>
                  <a:lnTo>
                    <a:pt x="54067" y="12633"/>
                  </a:lnTo>
                  <a:lnTo>
                    <a:pt x="54304" y="12796"/>
                  </a:lnTo>
                  <a:lnTo>
                    <a:pt x="59931" y="16667"/>
                  </a:lnTo>
                  <a:lnTo>
                    <a:pt x="59464" y="17419"/>
                  </a:lnTo>
                  <a:lnTo>
                    <a:pt x="59054" y="18029"/>
                  </a:lnTo>
                  <a:lnTo>
                    <a:pt x="60027" y="18695"/>
                  </a:lnTo>
                  <a:lnTo>
                    <a:pt x="68389" y="24418"/>
                  </a:lnTo>
                  <a:lnTo>
                    <a:pt x="68627" y="24581"/>
                  </a:lnTo>
                  <a:lnTo>
                    <a:pt x="68811" y="24723"/>
                  </a:lnTo>
                  <a:lnTo>
                    <a:pt x="69781" y="25471"/>
                  </a:lnTo>
                  <a:lnTo>
                    <a:pt x="73661" y="28465"/>
                  </a:lnTo>
                  <a:lnTo>
                    <a:pt x="74041" y="29187"/>
                  </a:lnTo>
                  <a:lnTo>
                    <a:pt x="74113" y="29324"/>
                  </a:lnTo>
                  <a:lnTo>
                    <a:pt x="74252" y="29589"/>
                  </a:lnTo>
                  <a:lnTo>
                    <a:pt x="74582" y="30218"/>
                  </a:lnTo>
                  <a:lnTo>
                    <a:pt x="74706" y="30455"/>
                  </a:lnTo>
                  <a:lnTo>
                    <a:pt x="74921" y="30702"/>
                  </a:lnTo>
                  <a:lnTo>
                    <a:pt x="77722" y="32955"/>
                  </a:lnTo>
                  <a:lnTo>
                    <a:pt x="79798" y="34315"/>
                  </a:lnTo>
                  <a:lnTo>
                    <a:pt x="85686" y="38174"/>
                  </a:lnTo>
                  <a:lnTo>
                    <a:pt x="91172" y="41769"/>
                  </a:lnTo>
                  <a:lnTo>
                    <a:pt x="91480" y="41971"/>
                  </a:lnTo>
                  <a:lnTo>
                    <a:pt x="92747" y="42801"/>
                  </a:lnTo>
                  <a:lnTo>
                    <a:pt x="94967" y="44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139154" y="4013651"/>
              <a:ext cx="119251" cy="72843"/>
            </a:xfrm>
            <a:custGeom>
              <a:avLst/>
              <a:pathLst>
                <a:path w="119251" h="72843">
                  <a:moveTo>
                    <a:pt x="33714" y="426"/>
                  </a:moveTo>
                  <a:lnTo>
                    <a:pt x="39012" y="2003"/>
                  </a:lnTo>
                  <a:lnTo>
                    <a:pt x="39472" y="883"/>
                  </a:lnTo>
                  <a:lnTo>
                    <a:pt x="46201" y="2992"/>
                  </a:lnTo>
                  <a:lnTo>
                    <a:pt x="63902" y="12059"/>
                  </a:lnTo>
                  <a:lnTo>
                    <a:pt x="64591" y="12412"/>
                  </a:lnTo>
                  <a:lnTo>
                    <a:pt x="66050" y="13296"/>
                  </a:lnTo>
                  <a:lnTo>
                    <a:pt x="66406" y="13511"/>
                  </a:lnTo>
                  <a:lnTo>
                    <a:pt x="66688" y="13853"/>
                  </a:lnTo>
                  <a:lnTo>
                    <a:pt x="67345" y="14650"/>
                  </a:lnTo>
                  <a:lnTo>
                    <a:pt x="70368" y="18319"/>
                  </a:lnTo>
                  <a:lnTo>
                    <a:pt x="70705" y="18855"/>
                  </a:lnTo>
                  <a:lnTo>
                    <a:pt x="70775" y="18996"/>
                  </a:lnTo>
                  <a:lnTo>
                    <a:pt x="71003" y="19459"/>
                  </a:lnTo>
                  <a:lnTo>
                    <a:pt x="71230" y="20072"/>
                  </a:lnTo>
                  <a:lnTo>
                    <a:pt x="71393" y="20706"/>
                  </a:lnTo>
                  <a:lnTo>
                    <a:pt x="71491" y="21354"/>
                  </a:lnTo>
                  <a:lnTo>
                    <a:pt x="71523" y="22008"/>
                  </a:lnTo>
                  <a:lnTo>
                    <a:pt x="71488" y="22663"/>
                  </a:lnTo>
                  <a:lnTo>
                    <a:pt x="71386" y="23311"/>
                  </a:lnTo>
                  <a:lnTo>
                    <a:pt x="71206" y="23985"/>
                  </a:lnTo>
                  <a:lnTo>
                    <a:pt x="71455" y="23811"/>
                  </a:lnTo>
                  <a:lnTo>
                    <a:pt x="74827" y="21448"/>
                  </a:lnTo>
                  <a:lnTo>
                    <a:pt x="76613" y="17700"/>
                  </a:lnTo>
                  <a:lnTo>
                    <a:pt x="77352" y="16056"/>
                  </a:lnTo>
                  <a:lnTo>
                    <a:pt x="80555" y="16313"/>
                  </a:lnTo>
                  <a:lnTo>
                    <a:pt x="86492" y="16798"/>
                  </a:lnTo>
                  <a:lnTo>
                    <a:pt x="89579" y="16313"/>
                  </a:lnTo>
                  <a:lnTo>
                    <a:pt x="95431" y="16228"/>
                  </a:lnTo>
                  <a:lnTo>
                    <a:pt x="95197" y="19377"/>
                  </a:lnTo>
                  <a:lnTo>
                    <a:pt x="96178" y="19225"/>
                  </a:lnTo>
                  <a:lnTo>
                    <a:pt x="97558" y="22164"/>
                  </a:lnTo>
                  <a:lnTo>
                    <a:pt x="98482" y="24273"/>
                  </a:lnTo>
                  <a:lnTo>
                    <a:pt x="98954" y="26132"/>
                  </a:lnTo>
                  <a:lnTo>
                    <a:pt x="100112" y="25802"/>
                  </a:lnTo>
                  <a:lnTo>
                    <a:pt x="102012" y="27899"/>
                  </a:lnTo>
                  <a:lnTo>
                    <a:pt x="101951" y="28849"/>
                  </a:lnTo>
                  <a:lnTo>
                    <a:pt x="101497" y="29850"/>
                  </a:lnTo>
                  <a:lnTo>
                    <a:pt x="104007" y="31803"/>
                  </a:lnTo>
                  <a:lnTo>
                    <a:pt x="103853" y="34824"/>
                  </a:lnTo>
                  <a:lnTo>
                    <a:pt x="107733" y="35601"/>
                  </a:lnTo>
                  <a:lnTo>
                    <a:pt x="108846" y="36838"/>
                  </a:lnTo>
                  <a:lnTo>
                    <a:pt x="110297" y="38451"/>
                  </a:lnTo>
                  <a:lnTo>
                    <a:pt x="112292" y="40669"/>
                  </a:lnTo>
                  <a:lnTo>
                    <a:pt x="112543" y="41310"/>
                  </a:lnTo>
                  <a:lnTo>
                    <a:pt x="113669" y="44188"/>
                  </a:lnTo>
                  <a:lnTo>
                    <a:pt x="112723" y="44930"/>
                  </a:lnTo>
                  <a:lnTo>
                    <a:pt x="114826" y="49098"/>
                  </a:lnTo>
                  <a:lnTo>
                    <a:pt x="115347" y="50132"/>
                  </a:lnTo>
                  <a:lnTo>
                    <a:pt x="115576" y="50585"/>
                  </a:lnTo>
                  <a:lnTo>
                    <a:pt x="114226" y="51575"/>
                  </a:lnTo>
                  <a:lnTo>
                    <a:pt x="114377" y="51881"/>
                  </a:lnTo>
                  <a:lnTo>
                    <a:pt x="114986" y="53117"/>
                  </a:lnTo>
                  <a:lnTo>
                    <a:pt x="116796" y="56799"/>
                  </a:lnTo>
                  <a:lnTo>
                    <a:pt x="117431" y="58133"/>
                  </a:lnTo>
                  <a:lnTo>
                    <a:pt x="119251" y="61958"/>
                  </a:lnTo>
                  <a:lnTo>
                    <a:pt x="113125" y="64333"/>
                  </a:lnTo>
                  <a:lnTo>
                    <a:pt x="110307" y="64440"/>
                  </a:lnTo>
                  <a:lnTo>
                    <a:pt x="110034" y="64450"/>
                  </a:lnTo>
                  <a:lnTo>
                    <a:pt x="110065" y="65953"/>
                  </a:lnTo>
                  <a:lnTo>
                    <a:pt x="110196" y="66151"/>
                  </a:lnTo>
                  <a:lnTo>
                    <a:pt x="110373" y="66418"/>
                  </a:lnTo>
                  <a:lnTo>
                    <a:pt x="110780" y="67106"/>
                  </a:lnTo>
                  <a:lnTo>
                    <a:pt x="111062" y="67583"/>
                  </a:lnTo>
                  <a:lnTo>
                    <a:pt x="111264" y="67777"/>
                  </a:lnTo>
                  <a:lnTo>
                    <a:pt x="111053" y="68077"/>
                  </a:lnTo>
                  <a:lnTo>
                    <a:pt x="110575" y="68760"/>
                  </a:lnTo>
                  <a:lnTo>
                    <a:pt x="110990" y="70496"/>
                  </a:lnTo>
                  <a:lnTo>
                    <a:pt x="111089" y="72843"/>
                  </a:lnTo>
                  <a:lnTo>
                    <a:pt x="110638" y="72630"/>
                  </a:lnTo>
                  <a:lnTo>
                    <a:pt x="109845" y="72256"/>
                  </a:lnTo>
                  <a:lnTo>
                    <a:pt x="109607" y="72144"/>
                  </a:lnTo>
                  <a:lnTo>
                    <a:pt x="108795" y="71044"/>
                  </a:lnTo>
                  <a:lnTo>
                    <a:pt x="108342" y="70917"/>
                  </a:lnTo>
                  <a:lnTo>
                    <a:pt x="102263" y="69208"/>
                  </a:lnTo>
                  <a:lnTo>
                    <a:pt x="98748" y="68800"/>
                  </a:lnTo>
                  <a:lnTo>
                    <a:pt x="98134" y="68860"/>
                  </a:lnTo>
                  <a:lnTo>
                    <a:pt x="97760" y="68897"/>
                  </a:lnTo>
                  <a:lnTo>
                    <a:pt x="95404" y="70489"/>
                  </a:lnTo>
                  <a:lnTo>
                    <a:pt x="94435" y="71033"/>
                  </a:lnTo>
                  <a:lnTo>
                    <a:pt x="93391" y="71130"/>
                  </a:lnTo>
                  <a:lnTo>
                    <a:pt x="93012" y="70995"/>
                  </a:lnTo>
                  <a:lnTo>
                    <a:pt x="91928" y="70606"/>
                  </a:lnTo>
                  <a:lnTo>
                    <a:pt x="91768" y="70675"/>
                  </a:lnTo>
                  <a:lnTo>
                    <a:pt x="82724" y="65862"/>
                  </a:lnTo>
                  <a:lnTo>
                    <a:pt x="82697" y="66940"/>
                  </a:lnTo>
                  <a:lnTo>
                    <a:pt x="82425" y="66834"/>
                  </a:lnTo>
                  <a:lnTo>
                    <a:pt x="81898" y="66630"/>
                  </a:lnTo>
                  <a:lnTo>
                    <a:pt x="81889" y="66930"/>
                  </a:lnTo>
                  <a:lnTo>
                    <a:pt x="81762" y="71489"/>
                  </a:lnTo>
                  <a:lnTo>
                    <a:pt x="81210" y="71363"/>
                  </a:lnTo>
                  <a:lnTo>
                    <a:pt x="77965" y="70621"/>
                  </a:lnTo>
                  <a:lnTo>
                    <a:pt x="73278" y="68582"/>
                  </a:lnTo>
                  <a:lnTo>
                    <a:pt x="73036" y="68477"/>
                  </a:lnTo>
                  <a:lnTo>
                    <a:pt x="73036" y="67648"/>
                  </a:lnTo>
                  <a:lnTo>
                    <a:pt x="69329" y="66705"/>
                  </a:lnTo>
                  <a:lnTo>
                    <a:pt x="62914" y="65072"/>
                  </a:lnTo>
                  <a:lnTo>
                    <a:pt x="61979" y="65287"/>
                  </a:lnTo>
                  <a:lnTo>
                    <a:pt x="58910" y="65918"/>
                  </a:lnTo>
                  <a:lnTo>
                    <a:pt x="56394" y="66226"/>
                  </a:lnTo>
                  <a:lnTo>
                    <a:pt x="55609" y="66321"/>
                  </a:lnTo>
                  <a:lnTo>
                    <a:pt x="54472" y="65554"/>
                  </a:lnTo>
                  <a:lnTo>
                    <a:pt x="53815" y="65111"/>
                  </a:lnTo>
                  <a:lnTo>
                    <a:pt x="52344" y="64119"/>
                  </a:lnTo>
                  <a:lnTo>
                    <a:pt x="49910" y="62476"/>
                  </a:lnTo>
                  <a:lnTo>
                    <a:pt x="49018" y="61734"/>
                  </a:lnTo>
                  <a:lnTo>
                    <a:pt x="48405" y="61223"/>
                  </a:lnTo>
                  <a:lnTo>
                    <a:pt x="47440" y="60420"/>
                  </a:lnTo>
                  <a:lnTo>
                    <a:pt x="46483" y="59624"/>
                  </a:lnTo>
                  <a:lnTo>
                    <a:pt x="43375" y="57435"/>
                  </a:lnTo>
                  <a:lnTo>
                    <a:pt x="42134" y="56562"/>
                  </a:lnTo>
                  <a:lnTo>
                    <a:pt x="41743" y="56325"/>
                  </a:lnTo>
                  <a:lnTo>
                    <a:pt x="38245" y="54204"/>
                  </a:lnTo>
                  <a:lnTo>
                    <a:pt x="37894" y="53977"/>
                  </a:lnTo>
                  <a:lnTo>
                    <a:pt x="37740" y="53876"/>
                  </a:lnTo>
                  <a:lnTo>
                    <a:pt x="36533" y="53094"/>
                  </a:lnTo>
                  <a:lnTo>
                    <a:pt x="33710" y="51263"/>
                  </a:lnTo>
                  <a:lnTo>
                    <a:pt x="32621" y="50557"/>
                  </a:lnTo>
                  <a:lnTo>
                    <a:pt x="31957" y="50126"/>
                  </a:lnTo>
                  <a:lnTo>
                    <a:pt x="31796" y="50019"/>
                  </a:lnTo>
                  <a:lnTo>
                    <a:pt x="26721" y="46651"/>
                  </a:lnTo>
                  <a:lnTo>
                    <a:pt x="26497" y="46502"/>
                  </a:lnTo>
                  <a:lnTo>
                    <a:pt x="25725" y="45990"/>
                  </a:lnTo>
                  <a:lnTo>
                    <a:pt x="23386" y="44370"/>
                  </a:lnTo>
                  <a:lnTo>
                    <a:pt x="21727" y="43221"/>
                  </a:lnTo>
                  <a:lnTo>
                    <a:pt x="21218" y="43204"/>
                  </a:lnTo>
                  <a:lnTo>
                    <a:pt x="10574" y="42849"/>
                  </a:lnTo>
                  <a:lnTo>
                    <a:pt x="8993" y="42797"/>
                  </a:lnTo>
                  <a:lnTo>
                    <a:pt x="7682" y="42418"/>
                  </a:lnTo>
                  <a:lnTo>
                    <a:pt x="7317" y="42563"/>
                  </a:lnTo>
                  <a:lnTo>
                    <a:pt x="1470" y="44894"/>
                  </a:lnTo>
                  <a:lnTo>
                    <a:pt x="1094" y="45043"/>
                  </a:lnTo>
                  <a:lnTo>
                    <a:pt x="0" y="42921"/>
                  </a:lnTo>
                  <a:lnTo>
                    <a:pt x="1392" y="42698"/>
                  </a:lnTo>
                  <a:lnTo>
                    <a:pt x="6303" y="40340"/>
                  </a:lnTo>
                  <a:lnTo>
                    <a:pt x="6489" y="40699"/>
                  </a:lnTo>
                  <a:lnTo>
                    <a:pt x="7071" y="40768"/>
                  </a:lnTo>
                  <a:lnTo>
                    <a:pt x="7317" y="40679"/>
                  </a:lnTo>
                  <a:lnTo>
                    <a:pt x="7834" y="40492"/>
                  </a:lnTo>
                  <a:lnTo>
                    <a:pt x="12850" y="38674"/>
                  </a:lnTo>
                  <a:lnTo>
                    <a:pt x="13603" y="38401"/>
                  </a:lnTo>
                  <a:lnTo>
                    <a:pt x="14065" y="38233"/>
                  </a:lnTo>
                  <a:lnTo>
                    <a:pt x="20034" y="36165"/>
                  </a:lnTo>
                  <a:lnTo>
                    <a:pt x="20890" y="35774"/>
                  </a:lnTo>
                  <a:lnTo>
                    <a:pt x="23965" y="34371"/>
                  </a:lnTo>
                  <a:lnTo>
                    <a:pt x="24135" y="34294"/>
                  </a:lnTo>
                  <a:lnTo>
                    <a:pt x="24335" y="34187"/>
                  </a:lnTo>
                  <a:lnTo>
                    <a:pt x="25870" y="33363"/>
                  </a:lnTo>
                  <a:lnTo>
                    <a:pt x="27069" y="32721"/>
                  </a:lnTo>
                  <a:lnTo>
                    <a:pt x="27530" y="32474"/>
                  </a:lnTo>
                  <a:lnTo>
                    <a:pt x="32073" y="30147"/>
                  </a:lnTo>
                  <a:lnTo>
                    <a:pt x="35134" y="28579"/>
                  </a:lnTo>
                  <a:lnTo>
                    <a:pt x="33823" y="27478"/>
                  </a:lnTo>
                  <a:lnTo>
                    <a:pt x="34012" y="27200"/>
                  </a:lnTo>
                  <a:lnTo>
                    <a:pt x="34423" y="26593"/>
                  </a:lnTo>
                  <a:lnTo>
                    <a:pt x="38337" y="20819"/>
                  </a:lnTo>
                  <a:lnTo>
                    <a:pt x="38450" y="20653"/>
                  </a:lnTo>
                  <a:lnTo>
                    <a:pt x="38658" y="20345"/>
                  </a:lnTo>
                  <a:lnTo>
                    <a:pt x="38438" y="20225"/>
                  </a:lnTo>
                  <a:lnTo>
                    <a:pt x="33543" y="17605"/>
                  </a:lnTo>
                  <a:lnTo>
                    <a:pt x="33106" y="17369"/>
                  </a:lnTo>
                  <a:lnTo>
                    <a:pt x="32302" y="16835"/>
                  </a:lnTo>
                  <a:lnTo>
                    <a:pt x="30420" y="15129"/>
                  </a:lnTo>
                  <a:lnTo>
                    <a:pt x="29785" y="14553"/>
                  </a:lnTo>
                  <a:lnTo>
                    <a:pt x="28900" y="14212"/>
                  </a:lnTo>
                  <a:lnTo>
                    <a:pt x="28757" y="14062"/>
                  </a:lnTo>
                  <a:lnTo>
                    <a:pt x="28955" y="13535"/>
                  </a:lnTo>
                  <a:lnTo>
                    <a:pt x="29307" y="12603"/>
                  </a:lnTo>
                  <a:lnTo>
                    <a:pt x="30093" y="10519"/>
                  </a:lnTo>
                  <a:lnTo>
                    <a:pt x="30190" y="10263"/>
                  </a:lnTo>
                  <a:lnTo>
                    <a:pt x="29732" y="10243"/>
                  </a:lnTo>
                  <a:lnTo>
                    <a:pt x="29762" y="10102"/>
                  </a:lnTo>
                  <a:lnTo>
                    <a:pt x="30342" y="7403"/>
                  </a:lnTo>
                  <a:lnTo>
                    <a:pt x="31777" y="720"/>
                  </a:lnTo>
                  <a:lnTo>
                    <a:pt x="31931" y="0"/>
                  </a:lnTo>
                  <a:lnTo>
                    <a:pt x="32923" y="1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73802" y="3974536"/>
              <a:ext cx="86981" cy="75954"/>
            </a:xfrm>
            <a:custGeom>
              <a:avLst/>
              <a:pathLst>
                <a:path w="86981" h="75954">
                  <a:moveTo>
                    <a:pt x="34916" y="1331"/>
                  </a:moveTo>
                  <a:lnTo>
                    <a:pt x="38376" y="3301"/>
                  </a:lnTo>
                  <a:lnTo>
                    <a:pt x="43069" y="2381"/>
                  </a:lnTo>
                  <a:lnTo>
                    <a:pt x="45126" y="2291"/>
                  </a:lnTo>
                  <a:lnTo>
                    <a:pt x="47916" y="5284"/>
                  </a:lnTo>
                  <a:lnTo>
                    <a:pt x="46811" y="6913"/>
                  </a:lnTo>
                  <a:lnTo>
                    <a:pt x="50231" y="12350"/>
                  </a:lnTo>
                  <a:lnTo>
                    <a:pt x="51494" y="10504"/>
                  </a:lnTo>
                  <a:lnTo>
                    <a:pt x="52606" y="10908"/>
                  </a:lnTo>
                  <a:lnTo>
                    <a:pt x="56406" y="14003"/>
                  </a:lnTo>
                  <a:lnTo>
                    <a:pt x="57490" y="17065"/>
                  </a:lnTo>
                  <a:lnTo>
                    <a:pt x="58662" y="20375"/>
                  </a:lnTo>
                  <a:lnTo>
                    <a:pt x="58046" y="23856"/>
                  </a:lnTo>
                  <a:lnTo>
                    <a:pt x="50193" y="33433"/>
                  </a:lnTo>
                  <a:lnTo>
                    <a:pt x="53460" y="37007"/>
                  </a:lnTo>
                  <a:lnTo>
                    <a:pt x="56044" y="39259"/>
                  </a:lnTo>
                  <a:lnTo>
                    <a:pt x="56915" y="34419"/>
                  </a:lnTo>
                  <a:lnTo>
                    <a:pt x="58899" y="33665"/>
                  </a:lnTo>
                  <a:lnTo>
                    <a:pt x="62461" y="33847"/>
                  </a:lnTo>
                  <a:lnTo>
                    <a:pt x="66083" y="33847"/>
                  </a:lnTo>
                  <a:lnTo>
                    <a:pt x="68101" y="30084"/>
                  </a:lnTo>
                  <a:lnTo>
                    <a:pt x="73504" y="30509"/>
                  </a:lnTo>
                  <a:lnTo>
                    <a:pt x="75938" y="32390"/>
                  </a:lnTo>
                  <a:lnTo>
                    <a:pt x="78550" y="32937"/>
                  </a:lnTo>
                  <a:lnTo>
                    <a:pt x="82944" y="33361"/>
                  </a:lnTo>
                  <a:lnTo>
                    <a:pt x="86268" y="35546"/>
                  </a:lnTo>
                  <a:lnTo>
                    <a:pt x="86640" y="35731"/>
                  </a:lnTo>
                  <a:lnTo>
                    <a:pt x="86981" y="42100"/>
                  </a:lnTo>
                  <a:lnTo>
                    <a:pt x="84998" y="48144"/>
                  </a:lnTo>
                  <a:lnTo>
                    <a:pt x="82310" y="48051"/>
                  </a:lnTo>
                  <a:lnTo>
                    <a:pt x="80212" y="51900"/>
                  </a:lnTo>
                  <a:lnTo>
                    <a:pt x="76270" y="50571"/>
                  </a:lnTo>
                  <a:lnTo>
                    <a:pt x="71758" y="50086"/>
                  </a:lnTo>
                  <a:lnTo>
                    <a:pt x="70880" y="49552"/>
                  </a:lnTo>
                  <a:lnTo>
                    <a:pt x="70828" y="51621"/>
                  </a:lnTo>
                  <a:lnTo>
                    <a:pt x="71740" y="53718"/>
                  </a:lnTo>
                  <a:lnTo>
                    <a:pt x="73165" y="55233"/>
                  </a:lnTo>
                  <a:lnTo>
                    <a:pt x="74476" y="57913"/>
                  </a:lnTo>
                  <a:lnTo>
                    <a:pt x="75274" y="58845"/>
                  </a:lnTo>
                  <a:lnTo>
                    <a:pt x="75901" y="59544"/>
                  </a:lnTo>
                  <a:lnTo>
                    <a:pt x="77839" y="60010"/>
                  </a:lnTo>
                  <a:lnTo>
                    <a:pt x="77725" y="63389"/>
                  </a:lnTo>
                  <a:lnTo>
                    <a:pt x="77725" y="64088"/>
                  </a:lnTo>
                  <a:lnTo>
                    <a:pt x="81144" y="62981"/>
                  </a:lnTo>
                  <a:lnTo>
                    <a:pt x="84051" y="70671"/>
                  </a:lnTo>
                  <a:lnTo>
                    <a:pt x="78294" y="72419"/>
                  </a:lnTo>
                  <a:lnTo>
                    <a:pt x="77041" y="73875"/>
                  </a:lnTo>
                  <a:lnTo>
                    <a:pt x="74198" y="75954"/>
                  </a:lnTo>
                  <a:lnTo>
                    <a:pt x="73085" y="74716"/>
                  </a:lnTo>
                  <a:lnTo>
                    <a:pt x="69120" y="73922"/>
                  </a:lnTo>
                  <a:lnTo>
                    <a:pt x="69359" y="70918"/>
                  </a:lnTo>
                  <a:lnTo>
                    <a:pt x="66849" y="68965"/>
                  </a:lnTo>
                  <a:lnTo>
                    <a:pt x="67304" y="67964"/>
                  </a:lnTo>
                  <a:lnTo>
                    <a:pt x="67365" y="67014"/>
                  </a:lnTo>
                  <a:lnTo>
                    <a:pt x="65465" y="64917"/>
                  </a:lnTo>
                  <a:lnTo>
                    <a:pt x="64306" y="65247"/>
                  </a:lnTo>
                  <a:lnTo>
                    <a:pt x="63809" y="63330"/>
                  </a:lnTo>
                  <a:lnTo>
                    <a:pt x="62911" y="61280"/>
                  </a:lnTo>
                  <a:lnTo>
                    <a:pt x="61530" y="58341"/>
                  </a:lnTo>
                  <a:lnTo>
                    <a:pt x="60549" y="58492"/>
                  </a:lnTo>
                  <a:lnTo>
                    <a:pt x="60783" y="55343"/>
                  </a:lnTo>
                  <a:lnTo>
                    <a:pt x="54932" y="55428"/>
                  </a:lnTo>
                  <a:lnTo>
                    <a:pt x="51845" y="55914"/>
                  </a:lnTo>
                  <a:lnTo>
                    <a:pt x="45908" y="55428"/>
                  </a:lnTo>
                  <a:lnTo>
                    <a:pt x="42704" y="55172"/>
                  </a:lnTo>
                  <a:lnTo>
                    <a:pt x="41966" y="56815"/>
                  </a:lnTo>
                  <a:lnTo>
                    <a:pt x="40180" y="60563"/>
                  </a:lnTo>
                  <a:lnTo>
                    <a:pt x="36807" y="62926"/>
                  </a:lnTo>
                  <a:lnTo>
                    <a:pt x="36572" y="63058"/>
                  </a:lnTo>
                  <a:lnTo>
                    <a:pt x="36739" y="62425"/>
                  </a:lnTo>
                  <a:lnTo>
                    <a:pt x="36840" y="61777"/>
                  </a:lnTo>
                  <a:lnTo>
                    <a:pt x="36875" y="61122"/>
                  </a:lnTo>
                  <a:lnTo>
                    <a:pt x="36844" y="60468"/>
                  </a:lnTo>
                  <a:lnTo>
                    <a:pt x="36746" y="59820"/>
                  </a:lnTo>
                  <a:lnTo>
                    <a:pt x="36582" y="59186"/>
                  </a:lnTo>
                  <a:lnTo>
                    <a:pt x="36355" y="58572"/>
                  </a:lnTo>
                  <a:lnTo>
                    <a:pt x="36128" y="58111"/>
                  </a:lnTo>
                  <a:lnTo>
                    <a:pt x="36058" y="57970"/>
                  </a:lnTo>
                  <a:lnTo>
                    <a:pt x="35721" y="57434"/>
                  </a:lnTo>
                  <a:lnTo>
                    <a:pt x="32697" y="53766"/>
                  </a:lnTo>
                  <a:lnTo>
                    <a:pt x="32040" y="52968"/>
                  </a:lnTo>
                  <a:lnTo>
                    <a:pt x="31758" y="52626"/>
                  </a:lnTo>
                  <a:lnTo>
                    <a:pt x="31402" y="52411"/>
                  </a:lnTo>
                  <a:lnTo>
                    <a:pt x="29943" y="51527"/>
                  </a:lnTo>
                  <a:lnTo>
                    <a:pt x="29255" y="51175"/>
                  </a:lnTo>
                  <a:lnTo>
                    <a:pt x="11553" y="42107"/>
                  </a:lnTo>
                  <a:lnTo>
                    <a:pt x="4824" y="39998"/>
                  </a:lnTo>
                  <a:lnTo>
                    <a:pt x="3806" y="32135"/>
                  </a:lnTo>
                  <a:lnTo>
                    <a:pt x="921" y="29214"/>
                  </a:lnTo>
                  <a:lnTo>
                    <a:pt x="0" y="28282"/>
                  </a:lnTo>
                  <a:lnTo>
                    <a:pt x="6711" y="21675"/>
                  </a:lnTo>
                  <a:lnTo>
                    <a:pt x="7503" y="20895"/>
                  </a:lnTo>
                  <a:lnTo>
                    <a:pt x="9564" y="19049"/>
                  </a:lnTo>
                  <a:lnTo>
                    <a:pt x="10739" y="17995"/>
                  </a:lnTo>
                  <a:lnTo>
                    <a:pt x="13835" y="15451"/>
                  </a:lnTo>
                  <a:lnTo>
                    <a:pt x="14629" y="14799"/>
                  </a:lnTo>
                  <a:lnTo>
                    <a:pt x="15526" y="14062"/>
                  </a:lnTo>
                  <a:lnTo>
                    <a:pt x="18211" y="11855"/>
                  </a:lnTo>
                  <a:lnTo>
                    <a:pt x="18735" y="11424"/>
                  </a:lnTo>
                  <a:lnTo>
                    <a:pt x="18531" y="5600"/>
                  </a:lnTo>
                  <a:lnTo>
                    <a:pt x="18542" y="4466"/>
                  </a:lnTo>
                  <a:lnTo>
                    <a:pt x="25212" y="4726"/>
                  </a:lnTo>
                  <a:lnTo>
                    <a:pt x="26065" y="4815"/>
                  </a:lnTo>
                  <a:lnTo>
                    <a:pt x="28155" y="0"/>
                  </a:lnTo>
                  <a:lnTo>
                    <a:pt x="29150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125785" y="3959406"/>
              <a:ext cx="319017" cy="215881"/>
            </a:xfrm>
            <a:custGeom>
              <a:avLst/>
              <a:pathLst>
                <a:path w="319017" h="215881">
                  <a:moveTo>
                    <a:pt x="299456" y="74785"/>
                  </a:moveTo>
                  <a:lnTo>
                    <a:pt x="294706" y="78831"/>
                  </a:lnTo>
                  <a:lnTo>
                    <a:pt x="288251" y="81576"/>
                  </a:lnTo>
                  <a:lnTo>
                    <a:pt x="280576" y="78103"/>
                  </a:lnTo>
                  <a:lnTo>
                    <a:pt x="273096" y="76890"/>
                  </a:lnTo>
                  <a:lnTo>
                    <a:pt x="264072" y="79438"/>
                  </a:lnTo>
                  <a:lnTo>
                    <a:pt x="252554" y="82230"/>
                  </a:lnTo>
                  <a:lnTo>
                    <a:pt x="242699" y="85749"/>
                  </a:lnTo>
                  <a:lnTo>
                    <a:pt x="237831" y="91818"/>
                  </a:lnTo>
                  <a:lnTo>
                    <a:pt x="232131" y="96672"/>
                  </a:lnTo>
                  <a:lnTo>
                    <a:pt x="224413" y="101770"/>
                  </a:lnTo>
                  <a:lnTo>
                    <a:pt x="219307" y="107838"/>
                  </a:lnTo>
                  <a:lnTo>
                    <a:pt x="220614" y="113664"/>
                  </a:lnTo>
                  <a:lnTo>
                    <a:pt x="223329" y="119202"/>
                  </a:lnTo>
                  <a:lnTo>
                    <a:pt x="218870" y="124426"/>
                  </a:lnTo>
                  <a:lnTo>
                    <a:pt x="212173" y="130251"/>
                  </a:lnTo>
                  <a:lnTo>
                    <a:pt x="211888" y="136514"/>
                  </a:lnTo>
                  <a:lnTo>
                    <a:pt x="217302" y="140737"/>
                  </a:lnTo>
                  <a:lnTo>
                    <a:pt x="220579" y="145835"/>
                  </a:lnTo>
                  <a:lnTo>
                    <a:pt x="226368" y="152794"/>
                  </a:lnTo>
                  <a:lnTo>
                    <a:pt x="230268" y="147583"/>
                  </a:lnTo>
                  <a:lnTo>
                    <a:pt x="231836" y="139427"/>
                  </a:lnTo>
                  <a:lnTo>
                    <a:pt x="233688" y="132582"/>
                  </a:lnTo>
                  <a:lnTo>
                    <a:pt x="236942" y="124806"/>
                  </a:lnTo>
                  <a:lnTo>
                    <a:pt x="238604" y="125518"/>
                  </a:lnTo>
                  <a:lnTo>
                    <a:pt x="244731" y="123115"/>
                  </a:lnTo>
                  <a:lnTo>
                    <a:pt x="250572" y="123916"/>
                  </a:lnTo>
                  <a:lnTo>
                    <a:pt x="257845" y="128922"/>
                  </a:lnTo>
                  <a:lnTo>
                    <a:pt x="261691" y="127825"/>
                  </a:lnTo>
                  <a:lnTo>
                    <a:pt x="261971" y="125591"/>
                  </a:lnTo>
                  <a:lnTo>
                    <a:pt x="268739" y="126392"/>
                  </a:lnTo>
                  <a:lnTo>
                    <a:pt x="269127" y="121472"/>
                  </a:lnTo>
                  <a:lnTo>
                    <a:pt x="271874" y="121950"/>
                  </a:lnTo>
                  <a:lnTo>
                    <a:pt x="272444" y="118163"/>
                  </a:lnTo>
                  <a:lnTo>
                    <a:pt x="284656" y="120374"/>
                  </a:lnTo>
                  <a:lnTo>
                    <a:pt x="284883" y="121613"/>
                  </a:lnTo>
                  <a:lnTo>
                    <a:pt x="283340" y="136662"/>
                  </a:lnTo>
                  <a:lnTo>
                    <a:pt x="278946" y="152561"/>
                  </a:lnTo>
                  <a:lnTo>
                    <a:pt x="274268" y="161009"/>
                  </a:lnTo>
                  <a:lnTo>
                    <a:pt x="274438" y="164829"/>
                  </a:lnTo>
                  <a:lnTo>
                    <a:pt x="274506" y="166349"/>
                  </a:lnTo>
                  <a:lnTo>
                    <a:pt x="274031" y="173971"/>
                  </a:lnTo>
                  <a:lnTo>
                    <a:pt x="273401" y="174880"/>
                  </a:lnTo>
                  <a:lnTo>
                    <a:pt x="271039" y="178291"/>
                  </a:lnTo>
                  <a:lnTo>
                    <a:pt x="271039" y="178922"/>
                  </a:lnTo>
                  <a:lnTo>
                    <a:pt x="271023" y="179730"/>
                  </a:lnTo>
                  <a:lnTo>
                    <a:pt x="269686" y="181279"/>
                  </a:lnTo>
                  <a:lnTo>
                    <a:pt x="269512" y="181495"/>
                  </a:lnTo>
                  <a:lnTo>
                    <a:pt x="268829" y="182342"/>
                  </a:lnTo>
                  <a:lnTo>
                    <a:pt x="268188" y="183137"/>
                  </a:lnTo>
                  <a:lnTo>
                    <a:pt x="267985" y="183389"/>
                  </a:lnTo>
                  <a:lnTo>
                    <a:pt x="266680" y="185007"/>
                  </a:lnTo>
                  <a:lnTo>
                    <a:pt x="265255" y="187046"/>
                  </a:lnTo>
                  <a:lnTo>
                    <a:pt x="264652" y="187938"/>
                  </a:lnTo>
                  <a:lnTo>
                    <a:pt x="262580" y="191402"/>
                  </a:lnTo>
                  <a:lnTo>
                    <a:pt x="262287" y="191893"/>
                  </a:lnTo>
                  <a:lnTo>
                    <a:pt x="261860" y="192607"/>
                  </a:lnTo>
                  <a:lnTo>
                    <a:pt x="259131" y="193535"/>
                  </a:lnTo>
                  <a:lnTo>
                    <a:pt x="257622" y="194049"/>
                  </a:lnTo>
                  <a:lnTo>
                    <a:pt x="253261" y="204367"/>
                  </a:lnTo>
                  <a:lnTo>
                    <a:pt x="253035" y="204911"/>
                  </a:lnTo>
                  <a:lnTo>
                    <a:pt x="253484" y="205023"/>
                  </a:lnTo>
                  <a:lnTo>
                    <a:pt x="256861" y="206264"/>
                  </a:lnTo>
                  <a:lnTo>
                    <a:pt x="257843" y="206579"/>
                  </a:lnTo>
                  <a:lnTo>
                    <a:pt x="262932" y="208111"/>
                  </a:lnTo>
                  <a:lnTo>
                    <a:pt x="261503" y="210690"/>
                  </a:lnTo>
                  <a:lnTo>
                    <a:pt x="259132" y="212119"/>
                  </a:lnTo>
                  <a:lnTo>
                    <a:pt x="254360" y="213238"/>
                  </a:lnTo>
                  <a:lnTo>
                    <a:pt x="252232" y="213486"/>
                  </a:lnTo>
                  <a:lnTo>
                    <a:pt x="250467" y="212678"/>
                  </a:lnTo>
                  <a:lnTo>
                    <a:pt x="248897" y="212459"/>
                  </a:lnTo>
                  <a:lnTo>
                    <a:pt x="248371" y="212484"/>
                  </a:lnTo>
                  <a:lnTo>
                    <a:pt x="247658" y="212739"/>
                  </a:lnTo>
                  <a:lnTo>
                    <a:pt x="246720" y="213309"/>
                  </a:lnTo>
                  <a:lnTo>
                    <a:pt x="244642" y="214426"/>
                  </a:lnTo>
                  <a:lnTo>
                    <a:pt x="244076" y="214730"/>
                  </a:lnTo>
                  <a:lnTo>
                    <a:pt x="243896" y="214801"/>
                  </a:lnTo>
                  <a:lnTo>
                    <a:pt x="241131" y="215881"/>
                  </a:lnTo>
                  <a:lnTo>
                    <a:pt x="241077" y="215533"/>
                  </a:lnTo>
                  <a:lnTo>
                    <a:pt x="241022" y="215176"/>
                  </a:lnTo>
                  <a:lnTo>
                    <a:pt x="240925" y="214554"/>
                  </a:lnTo>
                  <a:lnTo>
                    <a:pt x="240841" y="214018"/>
                  </a:lnTo>
                  <a:lnTo>
                    <a:pt x="239715" y="210581"/>
                  </a:lnTo>
                  <a:lnTo>
                    <a:pt x="239698" y="210393"/>
                  </a:lnTo>
                  <a:lnTo>
                    <a:pt x="239630" y="209663"/>
                  </a:lnTo>
                  <a:lnTo>
                    <a:pt x="239770" y="209114"/>
                  </a:lnTo>
                  <a:lnTo>
                    <a:pt x="239818" y="208914"/>
                  </a:lnTo>
                  <a:lnTo>
                    <a:pt x="239491" y="208696"/>
                  </a:lnTo>
                  <a:lnTo>
                    <a:pt x="239060" y="208456"/>
                  </a:lnTo>
                  <a:lnTo>
                    <a:pt x="237200" y="207420"/>
                  </a:lnTo>
                  <a:lnTo>
                    <a:pt x="235341" y="206384"/>
                  </a:lnTo>
                  <a:lnTo>
                    <a:pt x="234246" y="205774"/>
                  </a:lnTo>
                  <a:lnTo>
                    <a:pt x="235242" y="203940"/>
                  </a:lnTo>
                  <a:lnTo>
                    <a:pt x="228578" y="199874"/>
                  </a:lnTo>
                  <a:lnTo>
                    <a:pt x="229539" y="196919"/>
                  </a:lnTo>
                  <a:lnTo>
                    <a:pt x="228761" y="196847"/>
                  </a:lnTo>
                  <a:lnTo>
                    <a:pt x="225285" y="196527"/>
                  </a:lnTo>
                  <a:lnTo>
                    <a:pt x="222011" y="195255"/>
                  </a:lnTo>
                  <a:lnTo>
                    <a:pt x="221837" y="195187"/>
                  </a:lnTo>
                  <a:lnTo>
                    <a:pt x="221666" y="195110"/>
                  </a:lnTo>
                  <a:lnTo>
                    <a:pt x="220507" y="200330"/>
                  </a:lnTo>
                  <a:lnTo>
                    <a:pt x="220334" y="201108"/>
                  </a:lnTo>
                  <a:lnTo>
                    <a:pt x="210879" y="198128"/>
                  </a:lnTo>
                  <a:lnTo>
                    <a:pt x="205283" y="197358"/>
                  </a:lnTo>
                  <a:lnTo>
                    <a:pt x="204951" y="197313"/>
                  </a:lnTo>
                  <a:lnTo>
                    <a:pt x="198811" y="196469"/>
                  </a:lnTo>
                  <a:lnTo>
                    <a:pt x="193999" y="195321"/>
                  </a:lnTo>
                  <a:lnTo>
                    <a:pt x="193365" y="194567"/>
                  </a:lnTo>
                  <a:lnTo>
                    <a:pt x="188922" y="192686"/>
                  </a:lnTo>
                  <a:lnTo>
                    <a:pt x="188449" y="192486"/>
                  </a:lnTo>
                  <a:lnTo>
                    <a:pt x="187371" y="192030"/>
                  </a:lnTo>
                  <a:lnTo>
                    <a:pt x="186452" y="191641"/>
                  </a:lnTo>
                  <a:lnTo>
                    <a:pt x="184570" y="190844"/>
                  </a:lnTo>
                  <a:lnTo>
                    <a:pt x="182430" y="189937"/>
                  </a:lnTo>
                  <a:lnTo>
                    <a:pt x="182054" y="189778"/>
                  </a:lnTo>
                  <a:lnTo>
                    <a:pt x="181838" y="189687"/>
                  </a:lnTo>
                  <a:lnTo>
                    <a:pt x="181210" y="188818"/>
                  </a:lnTo>
                  <a:lnTo>
                    <a:pt x="179144" y="187993"/>
                  </a:lnTo>
                  <a:lnTo>
                    <a:pt x="176009" y="186974"/>
                  </a:lnTo>
                  <a:lnTo>
                    <a:pt x="172970" y="186051"/>
                  </a:lnTo>
                  <a:lnTo>
                    <a:pt x="172147" y="185928"/>
                  </a:lnTo>
                  <a:lnTo>
                    <a:pt x="170407" y="186145"/>
                  </a:lnTo>
                  <a:lnTo>
                    <a:pt x="169105" y="185980"/>
                  </a:lnTo>
                  <a:lnTo>
                    <a:pt x="167640" y="186153"/>
                  </a:lnTo>
                  <a:lnTo>
                    <a:pt x="165511" y="185021"/>
                  </a:lnTo>
                  <a:lnTo>
                    <a:pt x="164631" y="184553"/>
                  </a:lnTo>
                  <a:lnTo>
                    <a:pt x="164154" y="185267"/>
                  </a:lnTo>
                  <a:lnTo>
                    <a:pt x="162921" y="187116"/>
                  </a:lnTo>
                  <a:lnTo>
                    <a:pt x="160806" y="186637"/>
                  </a:lnTo>
                  <a:lnTo>
                    <a:pt x="158057" y="186310"/>
                  </a:lnTo>
                  <a:lnTo>
                    <a:pt x="157873" y="186313"/>
                  </a:lnTo>
                  <a:lnTo>
                    <a:pt x="155611" y="186347"/>
                  </a:lnTo>
                  <a:lnTo>
                    <a:pt x="153332" y="186189"/>
                  </a:lnTo>
                  <a:lnTo>
                    <a:pt x="151337" y="185898"/>
                  </a:lnTo>
                  <a:lnTo>
                    <a:pt x="147443" y="185029"/>
                  </a:lnTo>
                  <a:lnTo>
                    <a:pt x="147407" y="184548"/>
                  </a:lnTo>
                  <a:lnTo>
                    <a:pt x="147069" y="180063"/>
                  </a:lnTo>
                  <a:lnTo>
                    <a:pt x="143553" y="180770"/>
                  </a:lnTo>
                  <a:lnTo>
                    <a:pt x="142574" y="180967"/>
                  </a:lnTo>
                  <a:lnTo>
                    <a:pt x="137262" y="182036"/>
                  </a:lnTo>
                  <a:lnTo>
                    <a:pt x="136435" y="182222"/>
                  </a:lnTo>
                  <a:lnTo>
                    <a:pt x="136229" y="182408"/>
                  </a:lnTo>
                  <a:lnTo>
                    <a:pt x="135670" y="182915"/>
                  </a:lnTo>
                  <a:lnTo>
                    <a:pt x="134574" y="183282"/>
                  </a:lnTo>
                  <a:lnTo>
                    <a:pt x="133065" y="183604"/>
                  </a:lnTo>
                  <a:lnTo>
                    <a:pt x="130519" y="184148"/>
                  </a:lnTo>
                  <a:lnTo>
                    <a:pt x="129448" y="184376"/>
                  </a:lnTo>
                  <a:lnTo>
                    <a:pt x="128659" y="177449"/>
                  </a:lnTo>
                  <a:lnTo>
                    <a:pt x="130227" y="176939"/>
                  </a:lnTo>
                  <a:lnTo>
                    <a:pt x="129657" y="174536"/>
                  </a:lnTo>
                  <a:lnTo>
                    <a:pt x="129261" y="174126"/>
                  </a:lnTo>
                  <a:lnTo>
                    <a:pt x="128042" y="172861"/>
                  </a:lnTo>
                  <a:lnTo>
                    <a:pt x="125147" y="169701"/>
                  </a:lnTo>
                  <a:lnTo>
                    <a:pt x="122511" y="166562"/>
                  </a:lnTo>
                  <a:lnTo>
                    <a:pt x="122770" y="165506"/>
                  </a:lnTo>
                  <a:lnTo>
                    <a:pt x="120300" y="162982"/>
                  </a:lnTo>
                  <a:lnTo>
                    <a:pt x="121516" y="161254"/>
                  </a:lnTo>
                  <a:lnTo>
                    <a:pt x="121890" y="160724"/>
                  </a:lnTo>
                  <a:lnTo>
                    <a:pt x="121363" y="158977"/>
                  </a:lnTo>
                  <a:lnTo>
                    <a:pt x="120574" y="157605"/>
                  </a:lnTo>
                  <a:lnTo>
                    <a:pt x="120401" y="157285"/>
                  </a:lnTo>
                  <a:lnTo>
                    <a:pt x="120313" y="157122"/>
                  </a:lnTo>
                  <a:lnTo>
                    <a:pt x="119871" y="156304"/>
                  </a:lnTo>
                  <a:lnTo>
                    <a:pt x="122507" y="154912"/>
                  </a:lnTo>
                  <a:lnTo>
                    <a:pt x="123038" y="154632"/>
                  </a:lnTo>
                  <a:lnTo>
                    <a:pt x="123057" y="154399"/>
                  </a:lnTo>
                  <a:lnTo>
                    <a:pt x="119920" y="148881"/>
                  </a:lnTo>
                  <a:lnTo>
                    <a:pt x="115010" y="150140"/>
                  </a:lnTo>
                  <a:lnTo>
                    <a:pt x="112045" y="150900"/>
                  </a:lnTo>
                  <a:lnTo>
                    <a:pt x="110122" y="151993"/>
                  </a:lnTo>
                  <a:lnTo>
                    <a:pt x="109922" y="152286"/>
                  </a:lnTo>
                  <a:lnTo>
                    <a:pt x="106641" y="157122"/>
                  </a:lnTo>
                  <a:lnTo>
                    <a:pt x="106060" y="157978"/>
                  </a:lnTo>
                  <a:lnTo>
                    <a:pt x="106554" y="157269"/>
                  </a:lnTo>
                  <a:lnTo>
                    <a:pt x="104709" y="159998"/>
                  </a:lnTo>
                  <a:lnTo>
                    <a:pt x="99609" y="167391"/>
                  </a:lnTo>
                  <a:lnTo>
                    <a:pt x="98722" y="166769"/>
                  </a:lnTo>
                  <a:lnTo>
                    <a:pt x="96493" y="165204"/>
                  </a:lnTo>
                  <a:lnTo>
                    <a:pt x="95511" y="164516"/>
                  </a:lnTo>
                  <a:lnTo>
                    <a:pt x="95108" y="164233"/>
                  </a:lnTo>
                  <a:lnTo>
                    <a:pt x="93996" y="163453"/>
                  </a:lnTo>
                  <a:lnTo>
                    <a:pt x="93496" y="163102"/>
                  </a:lnTo>
                  <a:lnTo>
                    <a:pt x="90775" y="161335"/>
                  </a:lnTo>
                  <a:lnTo>
                    <a:pt x="88937" y="160141"/>
                  </a:lnTo>
                  <a:lnTo>
                    <a:pt x="88388" y="159895"/>
                  </a:lnTo>
                  <a:lnTo>
                    <a:pt x="87501" y="159496"/>
                  </a:lnTo>
                  <a:lnTo>
                    <a:pt x="87370" y="159437"/>
                  </a:lnTo>
                  <a:lnTo>
                    <a:pt x="86325" y="159174"/>
                  </a:lnTo>
                  <a:lnTo>
                    <a:pt x="85636" y="159000"/>
                  </a:lnTo>
                  <a:lnTo>
                    <a:pt x="82649" y="158753"/>
                  </a:lnTo>
                  <a:lnTo>
                    <a:pt x="80934" y="158612"/>
                  </a:lnTo>
                  <a:lnTo>
                    <a:pt x="69785" y="157954"/>
                  </a:lnTo>
                  <a:lnTo>
                    <a:pt x="68838" y="157898"/>
                  </a:lnTo>
                  <a:lnTo>
                    <a:pt x="67425" y="157815"/>
                  </a:lnTo>
                  <a:lnTo>
                    <a:pt x="66947" y="157786"/>
                  </a:lnTo>
                  <a:lnTo>
                    <a:pt x="65995" y="157685"/>
                  </a:lnTo>
                  <a:lnTo>
                    <a:pt x="65119" y="157591"/>
                  </a:lnTo>
                  <a:lnTo>
                    <a:pt x="62899" y="157355"/>
                  </a:lnTo>
                  <a:lnTo>
                    <a:pt x="62625" y="157325"/>
                  </a:lnTo>
                  <a:lnTo>
                    <a:pt x="61485" y="157080"/>
                  </a:lnTo>
                  <a:lnTo>
                    <a:pt x="61133" y="157004"/>
                  </a:lnTo>
                  <a:lnTo>
                    <a:pt x="60845" y="156942"/>
                  </a:lnTo>
                  <a:lnTo>
                    <a:pt x="59917" y="156743"/>
                  </a:lnTo>
                  <a:lnTo>
                    <a:pt x="58041" y="156136"/>
                  </a:lnTo>
                  <a:lnTo>
                    <a:pt x="57738" y="155969"/>
                  </a:lnTo>
                  <a:lnTo>
                    <a:pt x="55975" y="154995"/>
                  </a:lnTo>
                  <a:lnTo>
                    <a:pt x="51013" y="151666"/>
                  </a:lnTo>
                  <a:lnTo>
                    <a:pt x="50585" y="151378"/>
                  </a:lnTo>
                  <a:lnTo>
                    <a:pt x="50418" y="151286"/>
                  </a:lnTo>
                  <a:lnTo>
                    <a:pt x="50017" y="151063"/>
                  </a:lnTo>
                  <a:lnTo>
                    <a:pt x="48748" y="150358"/>
                  </a:lnTo>
                  <a:lnTo>
                    <a:pt x="45727" y="148680"/>
                  </a:lnTo>
                  <a:lnTo>
                    <a:pt x="44627" y="148224"/>
                  </a:lnTo>
                  <a:lnTo>
                    <a:pt x="44498" y="147832"/>
                  </a:lnTo>
                  <a:lnTo>
                    <a:pt x="44370" y="147444"/>
                  </a:lnTo>
                  <a:lnTo>
                    <a:pt x="44058" y="146495"/>
                  </a:lnTo>
                  <a:lnTo>
                    <a:pt x="43981" y="146358"/>
                  </a:lnTo>
                  <a:lnTo>
                    <a:pt x="43773" y="145987"/>
                  </a:lnTo>
                  <a:lnTo>
                    <a:pt x="43583" y="145646"/>
                  </a:lnTo>
                  <a:lnTo>
                    <a:pt x="42875" y="144607"/>
                  </a:lnTo>
                  <a:lnTo>
                    <a:pt x="37062" y="140393"/>
                  </a:lnTo>
                  <a:lnTo>
                    <a:pt x="36436" y="140161"/>
                  </a:lnTo>
                  <a:lnTo>
                    <a:pt x="35124" y="139677"/>
                  </a:lnTo>
                  <a:lnTo>
                    <a:pt x="34319" y="139473"/>
                  </a:lnTo>
                  <a:lnTo>
                    <a:pt x="26726" y="137558"/>
                  </a:lnTo>
                  <a:lnTo>
                    <a:pt x="20369" y="135954"/>
                  </a:lnTo>
                  <a:lnTo>
                    <a:pt x="18230" y="135414"/>
                  </a:lnTo>
                  <a:lnTo>
                    <a:pt x="17720" y="135286"/>
                  </a:lnTo>
                  <a:lnTo>
                    <a:pt x="17485" y="135226"/>
                  </a:lnTo>
                  <a:lnTo>
                    <a:pt x="15980" y="134847"/>
                  </a:lnTo>
                  <a:lnTo>
                    <a:pt x="4462" y="131934"/>
                  </a:lnTo>
                  <a:lnTo>
                    <a:pt x="340" y="123539"/>
                  </a:lnTo>
                  <a:lnTo>
                    <a:pt x="0" y="122844"/>
                  </a:lnTo>
                  <a:lnTo>
                    <a:pt x="684" y="122585"/>
                  </a:lnTo>
                  <a:lnTo>
                    <a:pt x="2736" y="121808"/>
                  </a:lnTo>
                  <a:lnTo>
                    <a:pt x="4313" y="123148"/>
                  </a:lnTo>
                  <a:lnTo>
                    <a:pt x="6611" y="120352"/>
                  </a:lnTo>
                  <a:lnTo>
                    <a:pt x="7352" y="118507"/>
                  </a:lnTo>
                  <a:lnTo>
                    <a:pt x="7543" y="118351"/>
                  </a:lnTo>
                  <a:lnTo>
                    <a:pt x="7482" y="119855"/>
                  </a:lnTo>
                  <a:lnTo>
                    <a:pt x="10044" y="122147"/>
                  </a:lnTo>
                  <a:lnTo>
                    <a:pt x="10421" y="122315"/>
                  </a:lnTo>
                  <a:lnTo>
                    <a:pt x="10651" y="122066"/>
                  </a:lnTo>
                  <a:lnTo>
                    <a:pt x="11762" y="120863"/>
                  </a:lnTo>
                  <a:lnTo>
                    <a:pt x="16735" y="115483"/>
                  </a:lnTo>
                  <a:lnTo>
                    <a:pt x="18245" y="113662"/>
                  </a:lnTo>
                  <a:lnTo>
                    <a:pt x="18758" y="112905"/>
                  </a:lnTo>
                  <a:lnTo>
                    <a:pt x="18894" y="112705"/>
                  </a:lnTo>
                  <a:lnTo>
                    <a:pt x="19960" y="112169"/>
                  </a:lnTo>
                  <a:lnTo>
                    <a:pt x="20775" y="111822"/>
                  </a:lnTo>
                  <a:lnTo>
                    <a:pt x="25505" y="109803"/>
                  </a:lnTo>
                  <a:lnTo>
                    <a:pt x="25925" y="109561"/>
                  </a:lnTo>
                  <a:lnTo>
                    <a:pt x="29667" y="103480"/>
                  </a:lnTo>
                  <a:lnTo>
                    <a:pt x="34337" y="103802"/>
                  </a:lnTo>
                  <a:lnTo>
                    <a:pt x="37198" y="104000"/>
                  </a:lnTo>
                  <a:lnTo>
                    <a:pt x="37067" y="102413"/>
                  </a:lnTo>
                  <a:lnTo>
                    <a:pt x="37050" y="102204"/>
                  </a:lnTo>
                  <a:lnTo>
                    <a:pt x="36775" y="98858"/>
                  </a:lnTo>
                  <a:lnTo>
                    <a:pt x="36755" y="98615"/>
                  </a:lnTo>
                  <a:lnTo>
                    <a:pt x="39094" y="100235"/>
                  </a:lnTo>
                  <a:lnTo>
                    <a:pt x="39866" y="100747"/>
                  </a:lnTo>
                  <a:lnTo>
                    <a:pt x="40090" y="100896"/>
                  </a:lnTo>
                  <a:lnTo>
                    <a:pt x="45165" y="104264"/>
                  </a:lnTo>
                  <a:lnTo>
                    <a:pt x="45326" y="104371"/>
                  </a:lnTo>
                  <a:lnTo>
                    <a:pt x="45990" y="104802"/>
                  </a:lnTo>
                  <a:lnTo>
                    <a:pt x="47079" y="105508"/>
                  </a:lnTo>
                  <a:lnTo>
                    <a:pt x="49902" y="107339"/>
                  </a:lnTo>
                  <a:lnTo>
                    <a:pt x="51109" y="108121"/>
                  </a:lnTo>
                  <a:lnTo>
                    <a:pt x="51263" y="108221"/>
                  </a:lnTo>
                  <a:lnTo>
                    <a:pt x="51614" y="108449"/>
                  </a:lnTo>
                  <a:lnTo>
                    <a:pt x="55112" y="110569"/>
                  </a:lnTo>
                  <a:lnTo>
                    <a:pt x="55503" y="110807"/>
                  </a:lnTo>
                  <a:lnTo>
                    <a:pt x="56840" y="111748"/>
                  </a:lnTo>
                  <a:lnTo>
                    <a:pt x="59852" y="113868"/>
                  </a:lnTo>
                  <a:lnTo>
                    <a:pt x="60808" y="114665"/>
                  </a:lnTo>
                  <a:lnTo>
                    <a:pt x="61774" y="115468"/>
                  </a:lnTo>
                  <a:lnTo>
                    <a:pt x="62387" y="115979"/>
                  </a:lnTo>
                  <a:lnTo>
                    <a:pt x="63279" y="116721"/>
                  </a:lnTo>
                  <a:lnTo>
                    <a:pt x="65713" y="118364"/>
                  </a:lnTo>
                  <a:lnTo>
                    <a:pt x="67184" y="119356"/>
                  </a:lnTo>
                  <a:lnTo>
                    <a:pt x="67850" y="119805"/>
                  </a:lnTo>
                  <a:lnTo>
                    <a:pt x="68978" y="120566"/>
                  </a:lnTo>
                  <a:lnTo>
                    <a:pt x="69763" y="120470"/>
                  </a:lnTo>
                  <a:lnTo>
                    <a:pt x="72269" y="120241"/>
                  </a:lnTo>
                  <a:lnTo>
                    <a:pt x="75348" y="119532"/>
                  </a:lnTo>
                  <a:lnTo>
                    <a:pt x="76283" y="119316"/>
                  </a:lnTo>
                  <a:lnTo>
                    <a:pt x="82698" y="120950"/>
                  </a:lnTo>
                  <a:lnTo>
                    <a:pt x="86405" y="121893"/>
                  </a:lnTo>
                  <a:lnTo>
                    <a:pt x="86405" y="122722"/>
                  </a:lnTo>
                  <a:lnTo>
                    <a:pt x="86647" y="122827"/>
                  </a:lnTo>
                  <a:lnTo>
                    <a:pt x="91334" y="124866"/>
                  </a:lnTo>
                  <a:lnTo>
                    <a:pt x="94579" y="125607"/>
                  </a:lnTo>
                  <a:lnTo>
                    <a:pt x="95131" y="125734"/>
                  </a:lnTo>
                  <a:lnTo>
                    <a:pt x="95258" y="121175"/>
                  </a:lnTo>
                  <a:lnTo>
                    <a:pt x="95267" y="120875"/>
                  </a:lnTo>
                  <a:lnTo>
                    <a:pt x="95794" y="121079"/>
                  </a:lnTo>
                  <a:lnTo>
                    <a:pt x="96066" y="121185"/>
                  </a:lnTo>
                  <a:lnTo>
                    <a:pt x="96165" y="120146"/>
                  </a:lnTo>
                  <a:lnTo>
                    <a:pt x="105107" y="124782"/>
                  </a:lnTo>
                  <a:lnTo>
                    <a:pt x="105297" y="124851"/>
                  </a:lnTo>
                  <a:lnTo>
                    <a:pt x="106381" y="125239"/>
                  </a:lnTo>
                  <a:lnTo>
                    <a:pt x="106759" y="125375"/>
                  </a:lnTo>
                  <a:lnTo>
                    <a:pt x="107804" y="125278"/>
                  </a:lnTo>
                  <a:lnTo>
                    <a:pt x="108773" y="124734"/>
                  </a:lnTo>
                  <a:lnTo>
                    <a:pt x="111129" y="123142"/>
                  </a:lnTo>
                  <a:lnTo>
                    <a:pt x="111503" y="123105"/>
                  </a:lnTo>
                  <a:lnTo>
                    <a:pt x="112117" y="123045"/>
                  </a:lnTo>
                  <a:lnTo>
                    <a:pt x="115632" y="123452"/>
                  </a:lnTo>
                  <a:lnTo>
                    <a:pt x="121711" y="125161"/>
                  </a:lnTo>
                  <a:lnTo>
                    <a:pt x="122164" y="125289"/>
                  </a:lnTo>
                  <a:lnTo>
                    <a:pt x="122976" y="126389"/>
                  </a:lnTo>
                  <a:lnTo>
                    <a:pt x="123214" y="126501"/>
                  </a:lnTo>
                  <a:lnTo>
                    <a:pt x="124007" y="126875"/>
                  </a:lnTo>
                  <a:lnTo>
                    <a:pt x="124464" y="127087"/>
                  </a:lnTo>
                  <a:lnTo>
                    <a:pt x="124359" y="124741"/>
                  </a:lnTo>
                  <a:lnTo>
                    <a:pt x="123944" y="123005"/>
                  </a:lnTo>
                  <a:lnTo>
                    <a:pt x="124422" y="122322"/>
                  </a:lnTo>
                  <a:lnTo>
                    <a:pt x="124632" y="122022"/>
                  </a:lnTo>
                  <a:lnTo>
                    <a:pt x="124431" y="121828"/>
                  </a:lnTo>
                  <a:lnTo>
                    <a:pt x="124149" y="121351"/>
                  </a:lnTo>
                  <a:lnTo>
                    <a:pt x="123742" y="120663"/>
                  </a:lnTo>
                  <a:lnTo>
                    <a:pt x="123565" y="120396"/>
                  </a:lnTo>
                  <a:lnTo>
                    <a:pt x="123434" y="120198"/>
                  </a:lnTo>
                  <a:lnTo>
                    <a:pt x="123438" y="118693"/>
                  </a:lnTo>
                  <a:lnTo>
                    <a:pt x="123676" y="118684"/>
                  </a:lnTo>
                  <a:lnTo>
                    <a:pt x="126494" y="118578"/>
                  </a:lnTo>
                  <a:lnTo>
                    <a:pt x="132620" y="116203"/>
                  </a:lnTo>
                  <a:lnTo>
                    <a:pt x="130800" y="112378"/>
                  </a:lnTo>
                  <a:lnTo>
                    <a:pt x="130140" y="110990"/>
                  </a:lnTo>
                  <a:lnTo>
                    <a:pt x="128354" y="107362"/>
                  </a:lnTo>
                  <a:lnTo>
                    <a:pt x="127746" y="106125"/>
                  </a:lnTo>
                  <a:lnTo>
                    <a:pt x="127595" y="105820"/>
                  </a:lnTo>
                  <a:lnTo>
                    <a:pt x="128945" y="104830"/>
                  </a:lnTo>
                  <a:lnTo>
                    <a:pt x="128716" y="104377"/>
                  </a:lnTo>
                  <a:lnTo>
                    <a:pt x="128195" y="103343"/>
                  </a:lnTo>
                  <a:lnTo>
                    <a:pt x="126092" y="99174"/>
                  </a:lnTo>
                  <a:lnTo>
                    <a:pt x="127038" y="98432"/>
                  </a:lnTo>
                  <a:lnTo>
                    <a:pt x="125912" y="95555"/>
                  </a:lnTo>
                  <a:lnTo>
                    <a:pt x="126909" y="94764"/>
                  </a:lnTo>
                  <a:lnTo>
                    <a:pt x="127778" y="94076"/>
                  </a:lnTo>
                  <a:lnTo>
                    <a:pt x="127689" y="92596"/>
                  </a:lnTo>
                  <a:lnTo>
                    <a:pt x="137468" y="89841"/>
                  </a:lnTo>
                  <a:lnTo>
                    <a:pt x="144592" y="87414"/>
                  </a:lnTo>
                  <a:lnTo>
                    <a:pt x="144830" y="78068"/>
                  </a:lnTo>
                  <a:lnTo>
                    <a:pt x="149342" y="72667"/>
                  </a:lnTo>
                  <a:lnTo>
                    <a:pt x="154804" y="72485"/>
                  </a:lnTo>
                  <a:lnTo>
                    <a:pt x="157297" y="72364"/>
                  </a:lnTo>
                  <a:lnTo>
                    <a:pt x="156406" y="80920"/>
                  </a:lnTo>
                  <a:lnTo>
                    <a:pt x="159316" y="79343"/>
                  </a:lnTo>
                  <a:lnTo>
                    <a:pt x="163649" y="76673"/>
                  </a:lnTo>
                  <a:lnTo>
                    <a:pt x="168245" y="75205"/>
                  </a:lnTo>
                  <a:lnTo>
                    <a:pt x="173794" y="76345"/>
                  </a:lnTo>
                  <a:lnTo>
                    <a:pt x="175404" y="81042"/>
                  </a:lnTo>
                  <a:lnTo>
                    <a:pt x="176414" y="86018"/>
                  </a:lnTo>
                  <a:lnTo>
                    <a:pt x="181188" y="84432"/>
                  </a:lnTo>
                  <a:lnTo>
                    <a:pt x="188133" y="87671"/>
                  </a:lnTo>
                  <a:lnTo>
                    <a:pt x="192598" y="87574"/>
                  </a:lnTo>
                  <a:lnTo>
                    <a:pt x="198772" y="86797"/>
                  </a:lnTo>
                  <a:lnTo>
                    <a:pt x="202382" y="89710"/>
                  </a:lnTo>
                  <a:lnTo>
                    <a:pt x="209791" y="89321"/>
                  </a:lnTo>
                  <a:lnTo>
                    <a:pt x="214350" y="85243"/>
                  </a:lnTo>
                  <a:lnTo>
                    <a:pt x="215680" y="77185"/>
                  </a:lnTo>
                  <a:lnTo>
                    <a:pt x="216019" y="69132"/>
                  </a:lnTo>
                  <a:lnTo>
                    <a:pt x="223482" y="57575"/>
                  </a:lnTo>
                  <a:lnTo>
                    <a:pt x="237148" y="51649"/>
                  </a:lnTo>
                  <a:lnTo>
                    <a:pt x="246552" y="46697"/>
                  </a:lnTo>
                  <a:lnTo>
                    <a:pt x="249687" y="40386"/>
                  </a:lnTo>
                  <a:lnTo>
                    <a:pt x="250637" y="31842"/>
                  </a:lnTo>
                  <a:lnTo>
                    <a:pt x="250048" y="30002"/>
                  </a:lnTo>
                  <a:lnTo>
                    <a:pt x="251667" y="26151"/>
                  </a:lnTo>
                  <a:lnTo>
                    <a:pt x="255187" y="24661"/>
                  </a:lnTo>
                  <a:lnTo>
                    <a:pt x="260594" y="22372"/>
                  </a:lnTo>
                  <a:lnTo>
                    <a:pt x="271433" y="17784"/>
                  </a:lnTo>
                  <a:lnTo>
                    <a:pt x="280943" y="14249"/>
                  </a:lnTo>
                  <a:lnTo>
                    <a:pt x="286125" y="12323"/>
                  </a:lnTo>
                  <a:lnTo>
                    <a:pt x="288413" y="11472"/>
                  </a:lnTo>
                  <a:lnTo>
                    <a:pt x="306549" y="4587"/>
                  </a:lnTo>
                  <a:lnTo>
                    <a:pt x="311452" y="1117"/>
                  </a:lnTo>
                  <a:lnTo>
                    <a:pt x="312352" y="941"/>
                  </a:lnTo>
                  <a:lnTo>
                    <a:pt x="317163" y="0"/>
                  </a:lnTo>
                  <a:lnTo>
                    <a:pt x="318797" y="7740"/>
                  </a:lnTo>
                  <a:lnTo>
                    <a:pt x="319017" y="8785"/>
                  </a:lnTo>
                  <a:lnTo>
                    <a:pt x="314772" y="10016"/>
                  </a:lnTo>
                  <a:lnTo>
                    <a:pt x="309429" y="10744"/>
                  </a:lnTo>
                  <a:lnTo>
                    <a:pt x="304205" y="13414"/>
                  </a:lnTo>
                  <a:lnTo>
                    <a:pt x="297674" y="18512"/>
                  </a:lnTo>
                  <a:lnTo>
                    <a:pt x="289722" y="25557"/>
                  </a:lnTo>
                  <a:lnTo>
                    <a:pt x="289480" y="25693"/>
                  </a:lnTo>
                  <a:lnTo>
                    <a:pt x="283218" y="29220"/>
                  </a:lnTo>
                  <a:lnTo>
                    <a:pt x="276094" y="38930"/>
                  </a:lnTo>
                  <a:lnTo>
                    <a:pt x="277044" y="46697"/>
                  </a:lnTo>
                  <a:lnTo>
                    <a:pt x="279656" y="50824"/>
                  </a:lnTo>
                  <a:lnTo>
                    <a:pt x="283693" y="53736"/>
                  </a:lnTo>
                  <a:lnTo>
                    <a:pt x="289155" y="54707"/>
                  </a:lnTo>
                  <a:lnTo>
                    <a:pt x="294943" y="670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17" y="4091203"/>
              <a:ext cx="159140" cy="98295"/>
            </a:xfrm>
            <a:custGeom>
              <a:avLst/>
              <a:pathLst>
                <a:path w="159140" h="98295">
                  <a:moveTo>
                    <a:pt x="85346" y="14242"/>
                  </a:moveTo>
                  <a:lnTo>
                    <a:pt x="86434" y="19297"/>
                  </a:lnTo>
                  <a:lnTo>
                    <a:pt x="98783" y="23666"/>
                  </a:lnTo>
                  <a:lnTo>
                    <a:pt x="98317" y="27813"/>
                  </a:lnTo>
                  <a:lnTo>
                    <a:pt x="86196" y="31919"/>
                  </a:lnTo>
                  <a:lnTo>
                    <a:pt x="79022" y="39139"/>
                  </a:lnTo>
                  <a:lnTo>
                    <a:pt x="89454" y="50290"/>
                  </a:lnTo>
                  <a:lnTo>
                    <a:pt x="89003" y="51787"/>
                  </a:lnTo>
                  <a:lnTo>
                    <a:pt x="58721" y="57515"/>
                  </a:lnTo>
                  <a:lnTo>
                    <a:pt x="58645" y="59316"/>
                  </a:lnTo>
                  <a:lnTo>
                    <a:pt x="62488" y="60589"/>
                  </a:lnTo>
                  <a:lnTo>
                    <a:pt x="66097" y="61900"/>
                  </a:lnTo>
                  <a:lnTo>
                    <a:pt x="68521" y="63117"/>
                  </a:lnTo>
                  <a:lnTo>
                    <a:pt x="75311" y="59327"/>
                  </a:lnTo>
                  <a:lnTo>
                    <a:pt x="79164" y="72508"/>
                  </a:lnTo>
                  <a:lnTo>
                    <a:pt x="81296" y="72483"/>
                  </a:lnTo>
                  <a:lnTo>
                    <a:pt x="84248" y="61942"/>
                  </a:lnTo>
                  <a:lnTo>
                    <a:pt x="86163" y="59690"/>
                  </a:lnTo>
                  <a:lnTo>
                    <a:pt x="88420" y="58065"/>
                  </a:lnTo>
                  <a:lnTo>
                    <a:pt x="90200" y="58719"/>
                  </a:lnTo>
                  <a:lnTo>
                    <a:pt x="92979" y="59084"/>
                  </a:lnTo>
                  <a:lnTo>
                    <a:pt x="97159" y="58405"/>
                  </a:lnTo>
                  <a:lnTo>
                    <a:pt x="100816" y="58065"/>
                  </a:lnTo>
                  <a:lnTo>
                    <a:pt x="105091" y="58114"/>
                  </a:lnTo>
                  <a:lnTo>
                    <a:pt x="107513" y="58259"/>
                  </a:lnTo>
                  <a:lnTo>
                    <a:pt x="109793" y="58502"/>
                  </a:lnTo>
                  <a:lnTo>
                    <a:pt x="111550" y="58405"/>
                  </a:lnTo>
                  <a:lnTo>
                    <a:pt x="112975" y="57677"/>
                  </a:lnTo>
                  <a:lnTo>
                    <a:pt x="114732" y="56803"/>
                  </a:lnTo>
                  <a:lnTo>
                    <a:pt x="116679" y="56220"/>
                  </a:lnTo>
                  <a:lnTo>
                    <a:pt x="119054" y="56026"/>
                  </a:lnTo>
                  <a:lnTo>
                    <a:pt x="121429" y="56123"/>
                  </a:lnTo>
                  <a:lnTo>
                    <a:pt x="123471" y="57919"/>
                  </a:lnTo>
                  <a:lnTo>
                    <a:pt x="125704" y="60881"/>
                  </a:lnTo>
                  <a:lnTo>
                    <a:pt x="127888" y="63260"/>
                  </a:lnTo>
                  <a:lnTo>
                    <a:pt x="130596" y="65687"/>
                  </a:lnTo>
                  <a:lnTo>
                    <a:pt x="135250" y="67969"/>
                  </a:lnTo>
                  <a:lnTo>
                    <a:pt x="138432" y="69376"/>
                  </a:lnTo>
                  <a:lnTo>
                    <a:pt x="139905" y="69182"/>
                  </a:lnTo>
                  <a:lnTo>
                    <a:pt x="142802" y="68163"/>
                  </a:lnTo>
                  <a:lnTo>
                    <a:pt x="146269" y="67920"/>
                  </a:lnTo>
                  <a:lnTo>
                    <a:pt x="149641" y="68211"/>
                  </a:lnTo>
                  <a:lnTo>
                    <a:pt x="152111" y="68842"/>
                  </a:lnTo>
                  <a:lnTo>
                    <a:pt x="154058" y="69910"/>
                  </a:lnTo>
                  <a:lnTo>
                    <a:pt x="157050" y="71173"/>
                  </a:lnTo>
                  <a:lnTo>
                    <a:pt x="158570" y="72144"/>
                  </a:lnTo>
                  <a:lnTo>
                    <a:pt x="159140" y="72920"/>
                  </a:lnTo>
                  <a:lnTo>
                    <a:pt x="158855" y="74280"/>
                  </a:lnTo>
                  <a:lnTo>
                    <a:pt x="157050" y="75105"/>
                  </a:lnTo>
                  <a:lnTo>
                    <a:pt x="155530" y="75056"/>
                  </a:lnTo>
                  <a:lnTo>
                    <a:pt x="153393" y="75251"/>
                  </a:lnTo>
                  <a:lnTo>
                    <a:pt x="151968" y="75736"/>
                  </a:lnTo>
                  <a:lnTo>
                    <a:pt x="149973" y="76561"/>
                  </a:lnTo>
                  <a:lnTo>
                    <a:pt x="148739" y="77629"/>
                  </a:lnTo>
                  <a:lnTo>
                    <a:pt x="147504" y="79668"/>
                  </a:lnTo>
                  <a:lnTo>
                    <a:pt x="145765" y="83891"/>
                  </a:lnTo>
                  <a:lnTo>
                    <a:pt x="143153" y="87096"/>
                  </a:lnTo>
                  <a:lnTo>
                    <a:pt x="139781" y="90057"/>
                  </a:lnTo>
                  <a:lnTo>
                    <a:pt x="136551" y="91416"/>
                  </a:lnTo>
                  <a:lnTo>
                    <a:pt x="131849" y="92678"/>
                  </a:lnTo>
                  <a:lnTo>
                    <a:pt x="129997" y="93115"/>
                  </a:lnTo>
                  <a:lnTo>
                    <a:pt x="128857" y="93115"/>
                  </a:lnTo>
                  <a:lnTo>
                    <a:pt x="127907" y="92727"/>
                  </a:lnTo>
                  <a:lnTo>
                    <a:pt x="127289" y="91950"/>
                  </a:lnTo>
                  <a:lnTo>
                    <a:pt x="127289" y="90737"/>
                  </a:lnTo>
                  <a:lnTo>
                    <a:pt x="127432" y="88552"/>
                  </a:lnTo>
                  <a:lnTo>
                    <a:pt x="126339" y="89135"/>
                  </a:lnTo>
                  <a:lnTo>
                    <a:pt x="124772" y="89474"/>
                  </a:lnTo>
                  <a:lnTo>
                    <a:pt x="121257" y="90154"/>
                  </a:lnTo>
                  <a:lnTo>
                    <a:pt x="118265" y="89766"/>
                  </a:lnTo>
                  <a:lnTo>
                    <a:pt x="114703" y="89620"/>
                  </a:lnTo>
                  <a:lnTo>
                    <a:pt x="112355" y="90229"/>
                  </a:lnTo>
                  <a:lnTo>
                    <a:pt x="111336" y="91245"/>
                  </a:lnTo>
                  <a:lnTo>
                    <a:pt x="110191" y="92630"/>
                  </a:lnTo>
                  <a:lnTo>
                    <a:pt x="106581" y="93992"/>
                  </a:lnTo>
                  <a:lnTo>
                    <a:pt x="105492" y="94403"/>
                  </a:lnTo>
                  <a:lnTo>
                    <a:pt x="104962" y="94423"/>
                  </a:lnTo>
                  <a:lnTo>
                    <a:pt x="103709" y="94365"/>
                  </a:lnTo>
                  <a:lnTo>
                    <a:pt x="102398" y="93724"/>
                  </a:lnTo>
                  <a:lnTo>
                    <a:pt x="102683" y="92734"/>
                  </a:lnTo>
                  <a:lnTo>
                    <a:pt x="103481" y="91685"/>
                  </a:lnTo>
                  <a:lnTo>
                    <a:pt x="103994" y="90404"/>
                  </a:lnTo>
                  <a:lnTo>
                    <a:pt x="103595" y="89646"/>
                  </a:lnTo>
                  <a:lnTo>
                    <a:pt x="102569" y="89588"/>
                  </a:lnTo>
                  <a:lnTo>
                    <a:pt x="101315" y="90112"/>
                  </a:lnTo>
                  <a:lnTo>
                    <a:pt x="99719" y="90870"/>
                  </a:lnTo>
                  <a:lnTo>
                    <a:pt x="96926" y="91627"/>
                  </a:lnTo>
                  <a:lnTo>
                    <a:pt x="94932" y="92035"/>
                  </a:lnTo>
                  <a:lnTo>
                    <a:pt x="92082" y="92268"/>
                  </a:lnTo>
                  <a:lnTo>
                    <a:pt x="87180" y="92268"/>
                  </a:lnTo>
                  <a:lnTo>
                    <a:pt x="80512" y="91744"/>
                  </a:lnTo>
                  <a:lnTo>
                    <a:pt x="73445" y="91744"/>
                  </a:lnTo>
                  <a:lnTo>
                    <a:pt x="69459" y="91454"/>
                  </a:lnTo>
                  <a:lnTo>
                    <a:pt x="69247" y="97816"/>
                  </a:lnTo>
                  <a:lnTo>
                    <a:pt x="64730" y="98295"/>
                  </a:lnTo>
                  <a:lnTo>
                    <a:pt x="64502" y="96454"/>
                  </a:lnTo>
                  <a:lnTo>
                    <a:pt x="61128" y="94707"/>
                  </a:lnTo>
                  <a:lnTo>
                    <a:pt x="62142" y="91681"/>
                  </a:lnTo>
                  <a:lnTo>
                    <a:pt x="59424" y="89255"/>
                  </a:lnTo>
                  <a:lnTo>
                    <a:pt x="54009" y="87459"/>
                  </a:lnTo>
                  <a:lnTo>
                    <a:pt x="51345" y="88203"/>
                  </a:lnTo>
                  <a:lnTo>
                    <a:pt x="48452" y="89012"/>
                  </a:lnTo>
                  <a:lnTo>
                    <a:pt x="42209" y="85699"/>
                  </a:lnTo>
                  <a:lnTo>
                    <a:pt x="41518" y="82167"/>
                  </a:lnTo>
                  <a:lnTo>
                    <a:pt x="38176" y="81777"/>
                  </a:lnTo>
                  <a:lnTo>
                    <a:pt x="34869" y="81390"/>
                  </a:lnTo>
                  <a:lnTo>
                    <a:pt x="34821" y="79615"/>
                  </a:lnTo>
                  <a:lnTo>
                    <a:pt x="29739" y="79400"/>
                  </a:lnTo>
                  <a:lnTo>
                    <a:pt x="23042" y="80322"/>
                  </a:lnTo>
                  <a:lnTo>
                    <a:pt x="16583" y="77264"/>
                  </a:lnTo>
                  <a:lnTo>
                    <a:pt x="16559" y="76307"/>
                  </a:lnTo>
                  <a:lnTo>
                    <a:pt x="16488" y="73477"/>
                  </a:lnTo>
                  <a:lnTo>
                    <a:pt x="14075" y="72313"/>
                  </a:lnTo>
                  <a:lnTo>
                    <a:pt x="12831" y="71443"/>
                  </a:lnTo>
                  <a:lnTo>
                    <a:pt x="8189" y="68197"/>
                  </a:lnTo>
                  <a:lnTo>
                    <a:pt x="4811" y="74783"/>
                  </a:lnTo>
                  <a:lnTo>
                    <a:pt x="3830" y="74467"/>
                  </a:lnTo>
                  <a:lnTo>
                    <a:pt x="452" y="73226"/>
                  </a:lnTo>
                  <a:lnTo>
                    <a:pt x="0" y="73114"/>
                  </a:lnTo>
                  <a:lnTo>
                    <a:pt x="255" y="72509"/>
                  </a:lnTo>
                  <a:lnTo>
                    <a:pt x="4591" y="62252"/>
                  </a:lnTo>
                  <a:lnTo>
                    <a:pt x="6100" y="61739"/>
                  </a:lnTo>
                  <a:lnTo>
                    <a:pt x="8828" y="60810"/>
                  </a:lnTo>
                  <a:lnTo>
                    <a:pt x="9255" y="60096"/>
                  </a:lnTo>
                  <a:lnTo>
                    <a:pt x="9549" y="59605"/>
                  </a:lnTo>
                  <a:lnTo>
                    <a:pt x="11621" y="56141"/>
                  </a:lnTo>
                  <a:lnTo>
                    <a:pt x="12224" y="55250"/>
                  </a:lnTo>
                  <a:lnTo>
                    <a:pt x="13649" y="53211"/>
                  </a:lnTo>
                  <a:lnTo>
                    <a:pt x="14954" y="51592"/>
                  </a:lnTo>
                  <a:lnTo>
                    <a:pt x="15157" y="51340"/>
                  </a:lnTo>
                  <a:lnTo>
                    <a:pt x="15797" y="50546"/>
                  </a:lnTo>
                  <a:lnTo>
                    <a:pt x="16481" y="49699"/>
                  </a:lnTo>
                  <a:lnTo>
                    <a:pt x="16655" y="49483"/>
                  </a:lnTo>
                  <a:lnTo>
                    <a:pt x="17991" y="47933"/>
                  </a:lnTo>
                  <a:lnTo>
                    <a:pt x="18007" y="47126"/>
                  </a:lnTo>
                  <a:lnTo>
                    <a:pt x="18007" y="46495"/>
                  </a:lnTo>
                  <a:lnTo>
                    <a:pt x="20369" y="43084"/>
                  </a:lnTo>
                  <a:lnTo>
                    <a:pt x="20999" y="42174"/>
                  </a:lnTo>
                  <a:lnTo>
                    <a:pt x="21474" y="34552"/>
                  </a:lnTo>
                  <a:lnTo>
                    <a:pt x="21407" y="33032"/>
                  </a:lnTo>
                  <a:lnTo>
                    <a:pt x="24553" y="31897"/>
                  </a:lnTo>
                  <a:lnTo>
                    <a:pt x="31298" y="29761"/>
                  </a:lnTo>
                  <a:lnTo>
                    <a:pt x="41082" y="28304"/>
                  </a:lnTo>
                  <a:lnTo>
                    <a:pt x="48301" y="28110"/>
                  </a:lnTo>
                  <a:lnTo>
                    <a:pt x="55912" y="27378"/>
                  </a:lnTo>
                  <a:lnTo>
                    <a:pt x="57640" y="28905"/>
                  </a:lnTo>
                  <a:lnTo>
                    <a:pt x="63212" y="33831"/>
                  </a:lnTo>
                  <a:lnTo>
                    <a:pt x="66016" y="36309"/>
                  </a:lnTo>
                  <a:lnTo>
                    <a:pt x="71462" y="31213"/>
                  </a:lnTo>
                  <a:lnTo>
                    <a:pt x="74109" y="28736"/>
                  </a:lnTo>
                  <a:lnTo>
                    <a:pt x="76617" y="21629"/>
                  </a:lnTo>
                  <a:lnTo>
                    <a:pt x="76214" y="16487"/>
                  </a:lnTo>
                  <a:lnTo>
                    <a:pt x="65774" y="20753"/>
                  </a:lnTo>
                  <a:lnTo>
                    <a:pt x="65180" y="8131"/>
                  </a:lnTo>
                  <a:lnTo>
                    <a:pt x="81328" y="4733"/>
                  </a:lnTo>
                  <a:lnTo>
                    <a:pt x="94004" y="1492"/>
                  </a:lnTo>
                  <a:lnTo>
                    <a:pt x="99970" y="0"/>
                  </a:lnTo>
                  <a:lnTo>
                    <a:pt x="96406" y="4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49552" y="4143960"/>
              <a:ext cx="149555" cy="86889"/>
            </a:xfrm>
            <a:custGeom>
              <a:avLst/>
              <a:pathLst>
                <a:path w="149555" h="86889">
                  <a:moveTo>
                    <a:pt x="41745" y="468"/>
                  </a:moveTo>
                  <a:lnTo>
                    <a:pt x="43874" y="1599"/>
                  </a:lnTo>
                  <a:lnTo>
                    <a:pt x="45338" y="1427"/>
                  </a:lnTo>
                  <a:lnTo>
                    <a:pt x="46640" y="1592"/>
                  </a:lnTo>
                  <a:lnTo>
                    <a:pt x="48380" y="1374"/>
                  </a:lnTo>
                  <a:lnTo>
                    <a:pt x="49203" y="1498"/>
                  </a:lnTo>
                  <a:lnTo>
                    <a:pt x="52243" y="2420"/>
                  </a:lnTo>
                  <a:lnTo>
                    <a:pt x="55377" y="3440"/>
                  </a:lnTo>
                  <a:lnTo>
                    <a:pt x="57444" y="4265"/>
                  </a:lnTo>
                  <a:lnTo>
                    <a:pt x="58071" y="5133"/>
                  </a:lnTo>
                  <a:lnTo>
                    <a:pt x="58287" y="5225"/>
                  </a:lnTo>
                  <a:lnTo>
                    <a:pt x="58663" y="5384"/>
                  </a:lnTo>
                  <a:lnTo>
                    <a:pt x="60803" y="6290"/>
                  </a:lnTo>
                  <a:lnTo>
                    <a:pt x="62686" y="7087"/>
                  </a:lnTo>
                  <a:lnTo>
                    <a:pt x="63605" y="7476"/>
                  </a:lnTo>
                  <a:lnTo>
                    <a:pt x="64721" y="7949"/>
                  </a:lnTo>
                  <a:lnTo>
                    <a:pt x="65155" y="8133"/>
                  </a:lnTo>
                  <a:lnTo>
                    <a:pt x="69598" y="10014"/>
                  </a:lnTo>
                  <a:lnTo>
                    <a:pt x="70232" y="10767"/>
                  </a:lnTo>
                  <a:lnTo>
                    <a:pt x="75044" y="11915"/>
                  </a:lnTo>
                  <a:lnTo>
                    <a:pt x="81185" y="12759"/>
                  </a:lnTo>
                  <a:lnTo>
                    <a:pt x="81516" y="12805"/>
                  </a:lnTo>
                  <a:lnTo>
                    <a:pt x="87112" y="13575"/>
                  </a:lnTo>
                  <a:lnTo>
                    <a:pt x="96567" y="16555"/>
                  </a:lnTo>
                  <a:lnTo>
                    <a:pt x="96740" y="15777"/>
                  </a:lnTo>
                  <a:lnTo>
                    <a:pt x="97900" y="10557"/>
                  </a:lnTo>
                  <a:lnTo>
                    <a:pt x="98070" y="10634"/>
                  </a:lnTo>
                  <a:lnTo>
                    <a:pt x="98245" y="10701"/>
                  </a:lnTo>
                  <a:lnTo>
                    <a:pt x="101518" y="11973"/>
                  </a:lnTo>
                  <a:lnTo>
                    <a:pt x="104995" y="12294"/>
                  </a:lnTo>
                  <a:lnTo>
                    <a:pt x="105773" y="12365"/>
                  </a:lnTo>
                  <a:lnTo>
                    <a:pt x="104811" y="15320"/>
                  </a:lnTo>
                  <a:lnTo>
                    <a:pt x="111475" y="19387"/>
                  </a:lnTo>
                  <a:lnTo>
                    <a:pt x="110480" y="21221"/>
                  </a:lnTo>
                  <a:lnTo>
                    <a:pt x="111574" y="21830"/>
                  </a:lnTo>
                  <a:lnTo>
                    <a:pt x="113433" y="22866"/>
                  </a:lnTo>
                  <a:lnTo>
                    <a:pt x="115293" y="23902"/>
                  </a:lnTo>
                  <a:lnTo>
                    <a:pt x="115725" y="24143"/>
                  </a:lnTo>
                  <a:lnTo>
                    <a:pt x="116052" y="24360"/>
                  </a:lnTo>
                  <a:lnTo>
                    <a:pt x="116004" y="24561"/>
                  </a:lnTo>
                  <a:lnTo>
                    <a:pt x="115863" y="25110"/>
                  </a:lnTo>
                  <a:lnTo>
                    <a:pt x="115931" y="25839"/>
                  </a:lnTo>
                  <a:lnTo>
                    <a:pt x="115949" y="26027"/>
                  </a:lnTo>
                  <a:lnTo>
                    <a:pt x="117074" y="29464"/>
                  </a:lnTo>
                  <a:lnTo>
                    <a:pt x="117158" y="30000"/>
                  </a:lnTo>
                  <a:lnTo>
                    <a:pt x="117255" y="30623"/>
                  </a:lnTo>
                  <a:lnTo>
                    <a:pt x="117311" y="30980"/>
                  </a:lnTo>
                  <a:lnTo>
                    <a:pt x="117365" y="31328"/>
                  </a:lnTo>
                  <a:lnTo>
                    <a:pt x="120130" y="30247"/>
                  </a:lnTo>
                  <a:lnTo>
                    <a:pt x="120309" y="30177"/>
                  </a:lnTo>
                  <a:lnTo>
                    <a:pt x="120875" y="29873"/>
                  </a:lnTo>
                  <a:lnTo>
                    <a:pt x="122953" y="28756"/>
                  </a:lnTo>
                  <a:lnTo>
                    <a:pt x="123892" y="28186"/>
                  </a:lnTo>
                  <a:lnTo>
                    <a:pt x="124604" y="27931"/>
                  </a:lnTo>
                  <a:lnTo>
                    <a:pt x="125130" y="27905"/>
                  </a:lnTo>
                  <a:lnTo>
                    <a:pt x="127000" y="30924"/>
                  </a:lnTo>
                  <a:lnTo>
                    <a:pt x="118593" y="35584"/>
                  </a:lnTo>
                  <a:lnTo>
                    <a:pt x="109697" y="36306"/>
                  </a:lnTo>
                  <a:lnTo>
                    <a:pt x="102806" y="36866"/>
                  </a:lnTo>
                  <a:lnTo>
                    <a:pt x="102036" y="36429"/>
                  </a:lnTo>
                  <a:lnTo>
                    <a:pt x="100200" y="41664"/>
                  </a:lnTo>
                  <a:lnTo>
                    <a:pt x="101922" y="44612"/>
                  </a:lnTo>
                  <a:lnTo>
                    <a:pt x="102948" y="47029"/>
                  </a:lnTo>
                  <a:lnTo>
                    <a:pt x="103087" y="47352"/>
                  </a:lnTo>
                  <a:lnTo>
                    <a:pt x="106467" y="45328"/>
                  </a:lnTo>
                  <a:lnTo>
                    <a:pt x="111027" y="46493"/>
                  </a:lnTo>
                  <a:lnTo>
                    <a:pt x="121400" y="53950"/>
                  </a:lnTo>
                  <a:lnTo>
                    <a:pt x="123224" y="51503"/>
                  </a:lnTo>
                  <a:lnTo>
                    <a:pt x="128011" y="54300"/>
                  </a:lnTo>
                  <a:lnTo>
                    <a:pt x="125048" y="59776"/>
                  </a:lnTo>
                  <a:lnTo>
                    <a:pt x="137586" y="68980"/>
                  </a:lnTo>
                  <a:lnTo>
                    <a:pt x="149555" y="71194"/>
                  </a:lnTo>
                  <a:lnTo>
                    <a:pt x="146249" y="79932"/>
                  </a:lnTo>
                  <a:lnTo>
                    <a:pt x="141462" y="79699"/>
                  </a:lnTo>
                  <a:lnTo>
                    <a:pt x="129493" y="73990"/>
                  </a:lnTo>
                  <a:lnTo>
                    <a:pt x="115745" y="66712"/>
                  </a:lnTo>
                  <a:lnTo>
                    <a:pt x="112135" y="64867"/>
                  </a:lnTo>
                  <a:lnTo>
                    <a:pt x="110093" y="64285"/>
                  </a:lnTo>
                  <a:lnTo>
                    <a:pt x="107135" y="66656"/>
                  </a:lnTo>
                  <a:lnTo>
                    <a:pt x="108668" y="69868"/>
                  </a:lnTo>
                  <a:lnTo>
                    <a:pt x="102046" y="73439"/>
                  </a:lnTo>
                  <a:lnTo>
                    <a:pt x="99026" y="65428"/>
                  </a:lnTo>
                  <a:lnTo>
                    <a:pt x="98664" y="64467"/>
                  </a:lnTo>
                  <a:lnTo>
                    <a:pt x="96129" y="62605"/>
                  </a:lnTo>
                  <a:lnTo>
                    <a:pt x="93839" y="65950"/>
                  </a:lnTo>
                  <a:lnTo>
                    <a:pt x="90174" y="64215"/>
                  </a:lnTo>
                  <a:lnTo>
                    <a:pt x="89277" y="64951"/>
                  </a:lnTo>
                  <a:lnTo>
                    <a:pt x="86846" y="62697"/>
                  </a:lnTo>
                  <a:lnTo>
                    <a:pt x="84702" y="59074"/>
                  </a:lnTo>
                  <a:lnTo>
                    <a:pt x="81254" y="56161"/>
                  </a:lnTo>
                  <a:lnTo>
                    <a:pt x="80713" y="57122"/>
                  </a:lnTo>
                  <a:lnTo>
                    <a:pt x="74529" y="53539"/>
                  </a:lnTo>
                  <a:lnTo>
                    <a:pt x="73039" y="55414"/>
                  </a:lnTo>
                  <a:lnTo>
                    <a:pt x="72306" y="56336"/>
                  </a:lnTo>
                  <a:lnTo>
                    <a:pt x="70853" y="55200"/>
                  </a:lnTo>
                  <a:lnTo>
                    <a:pt x="65771" y="54277"/>
                  </a:lnTo>
                  <a:lnTo>
                    <a:pt x="53843" y="51769"/>
                  </a:lnTo>
                  <a:lnTo>
                    <a:pt x="45769" y="49002"/>
                  </a:lnTo>
                  <a:lnTo>
                    <a:pt x="43915" y="46495"/>
                  </a:lnTo>
                  <a:lnTo>
                    <a:pt x="42157" y="44277"/>
                  </a:lnTo>
                  <a:lnTo>
                    <a:pt x="41284" y="44394"/>
                  </a:lnTo>
                  <a:lnTo>
                    <a:pt x="35109" y="43569"/>
                  </a:lnTo>
                  <a:lnTo>
                    <a:pt x="28213" y="43132"/>
                  </a:lnTo>
                  <a:lnTo>
                    <a:pt x="22143" y="42263"/>
                  </a:lnTo>
                  <a:lnTo>
                    <a:pt x="18438" y="44642"/>
                  </a:lnTo>
                  <a:lnTo>
                    <a:pt x="17750" y="47506"/>
                  </a:lnTo>
                  <a:lnTo>
                    <a:pt x="17916" y="52700"/>
                  </a:lnTo>
                  <a:lnTo>
                    <a:pt x="21358" y="62060"/>
                  </a:lnTo>
                  <a:lnTo>
                    <a:pt x="23211" y="61574"/>
                  </a:lnTo>
                  <a:lnTo>
                    <a:pt x="30596" y="69390"/>
                  </a:lnTo>
                  <a:lnTo>
                    <a:pt x="31308" y="73396"/>
                  </a:lnTo>
                  <a:lnTo>
                    <a:pt x="32900" y="73444"/>
                  </a:lnTo>
                  <a:lnTo>
                    <a:pt x="33018" y="75168"/>
                  </a:lnTo>
                  <a:lnTo>
                    <a:pt x="33803" y="75313"/>
                  </a:lnTo>
                  <a:lnTo>
                    <a:pt x="33707" y="78663"/>
                  </a:lnTo>
                  <a:lnTo>
                    <a:pt x="28700" y="78293"/>
                  </a:lnTo>
                  <a:lnTo>
                    <a:pt x="28206" y="83420"/>
                  </a:lnTo>
                  <a:lnTo>
                    <a:pt x="28799" y="84740"/>
                  </a:lnTo>
                  <a:lnTo>
                    <a:pt x="29251" y="86857"/>
                  </a:lnTo>
                  <a:lnTo>
                    <a:pt x="25411" y="86889"/>
                  </a:lnTo>
                  <a:lnTo>
                    <a:pt x="24878" y="85534"/>
                  </a:lnTo>
                  <a:lnTo>
                    <a:pt x="24632" y="84909"/>
                  </a:lnTo>
                  <a:lnTo>
                    <a:pt x="24387" y="84132"/>
                  </a:lnTo>
                  <a:lnTo>
                    <a:pt x="21570" y="84948"/>
                  </a:lnTo>
                  <a:lnTo>
                    <a:pt x="19467" y="80701"/>
                  </a:lnTo>
                  <a:lnTo>
                    <a:pt x="19012" y="77241"/>
                  </a:lnTo>
                  <a:lnTo>
                    <a:pt x="20455" y="77206"/>
                  </a:lnTo>
                  <a:lnTo>
                    <a:pt x="20741" y="73825"/>
                  </a:lnTo>
                  <a:lnTo>
                    <a:pt x="22241" y="73846"/>
                  </a:lnTo>
                  <a:lnTo>
                    <a:pt x="22222" y="72681"/>
                  </a:lnTo>
                  <a:lnTo>
                    <a:pt x="21956" y="71963"/>
                  </a:lnTo>
                  <a:lnTo>
                    <a:pt x="21158" y="71147"/>
                  </a:lnTo>
                  <a:lnTo>
                    <a:pt x="20505" y="70667"/>
                  </a:lnTo>
                  <a:lnTo>
                    <a:pt x="19282" y="69766"/>
                  </a:lnTo>
                  <a:lnTo>
                    <a:pt x="17512" y="72122"/>
                  </a:lnTo>
                  <a:lnTo>
                    <a:pt x="11865" y="68523"/>
                  </a:lnTo>
                  <a:lnTo>
                    <a:pt x="11590" y="68193"/>
                  </a:lnTo>
                  <a:lnTo>
                    <a:pt x="9614" y="65823"/>
                  </a:lnTo>
                  <a:lnTo>
                    <a:pt x="7795" y="62506"/>
                  </a:lnTo>
                  <a:lnTo>
                    <a:pt x="5026" y="60309"/>
                  </a:lnTo>
                  <a:lnTo>
                    <a:pt x="2675" y="56661"/>
                  </a:lnTo>
                  <a:lnTo>
                    <a:pt x="1488" y="53239"/>
                  </a:lnTo>
                  <a:lnTo>
                    <a:pt x="2979" y="52015"/>
                  </a:lnTo>
                  <a:lnTo>
                    <a:pt x="609" y="43175"/>
                  </a:lnTo>
                  <a:lnTo>
                    <a:pt x="0" y="40594"/>
                  </a:lnTo>
                  <a:lnTo>
                    <a:pt x="1091" y="41099"/>
                  </a:lnTo>
                  <a:lnTo>
                    <a:pt x="1907" y="41424"/>
                  </a:lnTo>
                  <a:lnTo>
                    <a:pt x="4764" y="42120"/>
                  </a:lnTo>
                  <a:lnTo>
                    <a:pt x="4927" y="41457"/>
                  </a:lnTo>
                  <a:lnTo>
                    <a:pt x="5576" y="38811"/>
                  </a:lnTo>
                  <a:lnTo>
                    <a:pt x="6324" y="36651"/>
                  </a:lnTo>
                  <a:lnTo>
                    <a:pt x="6452" y="35495"/>
                  </a:lnTo>
                  <a:lnTo>
                    <a:pt x="6594" y="34221"/>
                  </a:lnTo>
                  <a:lnTo>
                    <a:pt x="7891" y="30537"/>
                  </a:lnTo>
                  <a:lnTo>
                    <a:pt x="9373" y="28512"/>
                  </a:lnTo>
                  <a:lnTo>
                    <a:pt x="10997" y="26648"/>
                  </a:lnTo>
                  <a:lnTo>
                    <a:pt x="11909" y="25934"/>
                  </a:lnTo>
                  <a:lnTo>
                    <a:pt x="12906" y="25279"/>
                  </a:lnTo>
                  <a:lnTo>
                    <a:pt x="15231" y="24298"/>
                  </a:lnTo>
                  <a:lnTo>
                    <a:pt x="16122" y="24045"/>
                  </a:lnTo>
                  <a:lnTo>
                    <a:pt x="16300" y="23995"/>
                  </a:lnTo>
                  <a:lnTo>
                    <a:pt x="16923" y="23975"/>
                  </a:lnTo>
                  <a:lnTo>
                    <a:pt x="18080" y="23937"/>
                  </a:lnTo>
                  <a:lnTo>
                    <a:pt x="19402" y="24043"/>
                  </a:lnTo>
                  <a:lnTo>
                    <a:pt x="24422" y="24565"/>
                  </a:lnTo>
                  <a:lnTo>
                    <a:pt x="24642" y="24609"/>
                  </a:lnTo>
                  <a:lnTo>
                    <a:pt x="25097" y="21806"/>
                  </a:lnTo>
                  <a:lnTo>
                    <a:pt x="25833" y="18941"/>
                  </a:lnTo>
                  <a:lnTo>
                    <a:pt x="26510" y="17036"/>
                  </a:lnTo>
                  <a:lnTo>
                    <a:pt x="26583" y="16831"/>
                  </a:lnTo>
                  <a:lnTo>
                    <a:pt x="26191" y="16755"/>
                  </a:lnTo>
                  <a:lnTo>
                    <a:pt x="24993" y="16286"/>
                  </a:lnTo>
                  <a:lnTo>
                    <a:pt x="24395" y="16209"/>
                  </a:lnTo>
                  <a:lnTo>
                    <a:pt x="24399" y="16054"/>
                  </a:lnTo>
                  <a:lnTo>
                    <a:pt x="24423" y="15261"/>
                  </a:lnTo>
                  <a:lnTo>
                    <a:pt x="24478" y="13429"/>
                  </a:lnTo>
                  <a:lnTo>
                    <a:pt x="24502" y="11257"/>
                  </a:lnTo>
                  <a:lnTo>
                    <a:pt x="24318" y="7893"/>
                  </a:lnTo>
                  <a:lnTo>
                    <a:pt x="24205" y="5832"/>
                  </a:lnTo>
                  <a:lnTo>
                    <a:pt x="23999" y="3189"/>
                  </a:lnTo>
                  <a:lnTo>
                    <a:pt x="23979" y="2931"/>
                  </a:lnTo>
                  <a:lnTo>
                    <a:pt x="23863" y="2000"/>
                  </a:lnTo>
                  <a:lnTo>
                    <a:pt x="23837" y="1788"/>
                  </a:lnTo>
                  <a:lnTo>
                    <a:pt x="23773" y="1275"/>
                  </a:lnTo>
                  <a:lnTo>
                    <a:pt x="23682" y="552"/>
                  </a:lnTo>
                  <a:lnTo>
                    <a:pt x="27570" y="1344"/>
                  </a:lnTo>
                  <a:lnTo>
                    <a:pt x="29565" y="1636"/>
                  </a:lnTo>
                  <a:lnTo>
                    <a:pt x="31845" y="1793"/>
                  </a:lnTo>
                  <a:lnTo>
                    <a:pt x="34107" y="1760"/>
                  </a:lnTo>
                  <a:lnTo>
                    <a:pt x="34291" y="1757"/>
                  </a:lnTo>
                  <a:lnTo>
                    <a:pt x="37039" y="2083"/>
                  </a:lnTo>
                  <a:lnTo>
                    <a:pt x="39154" y="2563"/>
                  </a:lnTo>
                  <a:lnTo>
                    <a:pt x="40387" y="714"/>
                  </a:lnTo>
                  <a:lnTo>
                    <a:pt x="4086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50785" y="4136260"/>
              <a:ext cx="83031" cy="137701"/>
            </a:xfrm>
            <a:custGeom>
              <a:avLst/>
              <a:pathLst>
                <a:path w="83031" h="137701">
                  <a:moveTo>
                    <a:pt x="81783" y="19137"/>
                  </a:moveTo>
                  <a:lnTo>
                    <a:pt x="82003" y="21984"/>
                  </a:lnTo>
                  <a:lnTo>
                    <a:pt x="82828" y="32898"/>
                  </a:lnTo>
                  <a:lnTo>
                    <a:pt x="83031" y="35007"/>
                  </a:lnTo>
                  <a:lnTo>
                    <a:pt x="82572" y="34965"/>
                  </a:lnTo>
                  <a:lnTo>
                    <a:pt x="81975" y="34910"/>
                  </a:lnTo>
                  <a:lnTo>
                    <a:pt x="81168" y="34906"/>
                  </a:lnTo>
                  <a:lnTo>
                    <a:pt x="80269" y="34901"/>
                  </a:lnTo>
                  <a:lnTo>
                    <a:pt x="79509" y="34988"/>
                  </a:lnTo>
                  <a:lnTo>
                    <a:pt x="78754" y="35003"/>
                  </a:lnTo>
                  <a:lnTo>
                    <a:pt x="77785" y="34813"/>
                  </a:lnTo>
                  <a:lnTo>
                    <a:pt x="76303" y="34551"/>
                  </a:lnTo>
                  <a:lnTo>
                    <a:pt x="76077" y="34551"/>
                  </a:lnTo>
                  <a:lnTo>
                    <a:pt x="75748" y="34551"/>
                  </a:lnTo>
                  <a:lnTo>
                    <a:pt x="74494" y="34551"/>
                  </a:lnTo>
                  <a:lnTo>
                    <a:pt x="73110" y="34653"/>
                  </a:lnTo>
                  <a:lnTo>
                    <a:pt x="72650" y="36526"/>
                  </a:lnTo>
                  <a:lnTo>
                    <a:pt x="71420" y="37867"/>
                  </a:lnTo>
                  <a:lnTo>
                    <a:pt x="68944" y="40565"/>
                  </a:lnTo>
                  <a:lnTo>
                    <a:pt x="68338" y="41226"/>
                  </a:lnTo>
                  <a:lnTo>
                    <a:pt x="66566" y="42988"/>
                  </a:lnTo>
                  <a:lnTo>
                    <a:pt x="66955" y="46109"/>
                  </a:lnTo>
                  <a:lnTo>
                    <a:pt x="67054" y="46814"/>
                  </a:lnTo>
                  <a:lnTo>
                    <a:pt x="67394" y="49234"/>
                  </a:lnTo>
                  <a:lnTo>
                    <a:pt x="67485" y="49881"/>
                  </a:lnTo>
                  <a:lnTo>
                    <a:pt x="67029" y="50008"/>
                  </a:lnTo>
                  <a:lnTo>
                    <a:pt x="60522" y="51818"/>
                  </a:lnTo>
                  <a:lnTo>
                    <a:pt x="59918" y="52004"/>
                  </a:lnTo>
                  <a:lnTo>
                    <a:pt x="59760" y="52030"/>
                  </a:lnTo>
                  <a:lnTo>
                    <a:pt x="58717" y="52320"/>
                  </a:lnTo>
                  <a:lnTo>
                    <a:pt x="63981" y="75576"/>
                  </a:lnTo>
                  <a:lnTo>
                    <a:pt x="62271" y="83965"/>
                  </a:lnTo>
                  <a:lnTo>
                    <a:pt x="66037" y="90521"/>
                  </a:lnTo>
                  <a:lnTo>
                    <a:pt x="65087" y="95740"/>
                  </a:lnTo>
                  <a:lnTo>
                    <a:pt x="62617" y="102312"/>
                  </a:lnTo>
                  <a:lnTo>
                    <a:pt x="61262" y="108210"/>
                  </a:lnTo>
                  <a:lnTo>
                    <a:pt x="59125" y="114399"/>
                  </a:lnTo>
                  <a:lnTo>
                    <a:pt x="58365" y="118432"/>
                  </a:lnTo>
                  <a:lnTo>
                    <a:pt x="58650" y="124695"/>
                  </a:lnTo>
                  <a:lnTo>
                    <a:pt x="56299" y="130084"/>
                  </a:lnTo>
                  <a:lnTo>
                    <a:pt x="53235" y="131540"/>
                  </a:lnTo>
                  <a:lnTo>
                    <a:pt x="48533" y="132122"/>
                  </a:lnTo>
                  <a:lnTo>
                    <a:pt x="46051" y="131207"/>
                  </a:lnTo>
                  <a:lnTo>
                    <a:pt x="45443" y="132450"/>
                  </a:lnTo>
                  <a:lnTo>
                    <a:pt x="45899" y="135401"/>
                  </a:lnTo>
                  <a:lnTo>
                    <a:pt x="44833" y="137701"/>
                  </a:lnTo>
                  <a:lnTo>
                    <a:pt x="42763" y="137366"/>
                  </a:lnTo>
                  <a:lnTo>
                    <a:pt x="40982" y="136783"/>
                  </a:lnTo>
                  <a:lnTo>
                    <a:pt x="37291" y="134909"/>
                  </a:lnTo>
                  <a:lnTo>
                    <a:pt x="35240" y="133667"/>
                  </a:lnTo>
                  <a:lnTo>
                    <a:pt x="34252" y="132501"/>
                  </a:lnTo>
                  <a:lnTo>
                    <a:pt x="33492" y="130793"/>
                  </a:lnTo>
                  <a:lnTo>
                    <a:pt x="32504" y="129317"/>
                  </a:lnTo>
                  <a:lnTo>
                    <a:pt x="31060" y="127608"/>
                  </a:lnTo>
                  <a:lnTo>
                    <a:pt x="30148" y="125744"/>
                  </a:lnTo>
                  <a:lnTo>
                    <a:pt x="29768" y="123724"/>
                  </a:lnTo>
                  <a:lnTo>
                    <a:pt x="29844" y="121860"/>
                  </a:lnTo>
                  <a:lnTo>
                    <a:pt x="29286" y="119327"/>
                  </a:lnTo>
                  <a:lnTo>
                    <a:pt x="27924" y="116609"/>
                  </a:lnTo>
                  <a:lnTo>
                    <a:pt x="17989" y="113937"/>
                  </a:lnTo>
                  <a:lnTo>
                    <a:pt x="13278" y="113160"/>
                  </a:lnTo>
                  <a:lnTo>
                    <a:pt x="10866" y="111477"/>
                  </a:lnTo>
                  <a:lnTo>
                    <a:pt x="10106" y="102389"/>
                  </a:lnTo>
                  <a:lnTo>
                    <a:pt x="10562" y="98894"/>
                  </a:lnTo>
                  <a:lnTo>
                    <a:pt x="11550" y="95321"/>
                  </a:lnTo>
                  <a:lnTo>
                    <a:pt x="14134" y="92991"/>
                  </a:lnTo>
                  <a:lnTo>
                    <a:pt x="16794" y="89806"/>
                  </a:lnTo>
                  <a:lnTo>
                    <a:pt x="17478" y="88485"/>
                  </a:lnTo>
                  <a:lnTo>
                    <a:pt x="18238" y="86544"/>
                  </a:lnTo>
                  <a:lnTo>
                    <a:pt x="18466" y="84912"/>
                  </a:lnTo>
                  <a:lnTo>
                    <a:pt x="18314" y="83359"/>
                  </a:lnTo>
                  <a:lnTo>
                    <a:pt x="18162" y="82194"/>
                  </a:lnTo>
                  <a:lnTo>
                    <a:pt x="17478" y="81106"/>
                  </a:lnTo>
                  <a:lnTo>
                    <a:pt x="16186" y="78931"/>
                  </a:lnTo>
                  <a:lnTo>
                    <a:pt x="14362" y="76601"/>
                  </a:lnTo>
                  <a:lnTo>
                    <a:pt x="13602" y="72950"/>
                  </a:lnTo>
                  <a:lnTo>
                    <a:pt x="14742" y="69688"/>
                  </a:lnTo>
                  <a:lnTo>
                    <a:pt x="16262" y="67824"/>
                  </a:lnTo>
                  <a:lnTo>
                    <a:pt x="17934" y="66659"/>
                  </a:lnTo>
                  <a:lnTo>
                    <a:pt x="20669" y="66736"/>
                  </a:lnTo>
                  <a:lnTo>
                    <a:pt x="23177" y="67358"/>
                  </a:lnTo>
                  <a:lnTo>
                    <a:pt x="25533" y="67979"/>
                  </a:lnTo>
                  <a:lnTo>
                    <a:pt x="25229" y="66503"/>
                  </a:lnTo>
                  <a:lnTo>
                    <a:pt x="24013" y="64406"/>
                  </a:lnTo>
                  <a:lnTo>
                    <a:pt x="19605" y="62542"/>
                  </a:lnTo>
                  <a:lnTo>
                    <a:pt x="17402" y="62697"/>
                  </a:lnTo>
                  <a:lnTo>
                    <a:pt x="13906" y="63319"/>
                  </a:lnTo>
                  <a:lnTo>
                    <a:pt x="10942" y="62930"/>
                  </a:lnTo>
                  <a:lnTo>
                    <a:pt x="9195" y="61765"/>
                  </a:lnTo>
                  <a:lnTo>
                    <a:pt x="8435" y="60134"/>
                  </a:lnTo>
                  <a:lnTo>
                    <a:pt x="7675" y="57959"/>
                  </a:lnTo>
                  <a:lnTo>
                    <a:pt x="7447" y="55551"/>
                  </a:lnTo>
                  <a:lnTo>
                    <a:pt x="6763" y="53609"/>
                  </a:lnTo>
                  <a:lnTo>
                    <a:pt x="4939" y="51823"/>
                  </a:lnTo>
                  <a:lnTo>
                    <a:pt x="7903" y="48172"/>
                  </a:lnTo>
                  <a:lnTo>
                    <a:pt x="0" y="40327"/>
                  </a:lnTo>
                  <a:lnTo>
                    <a:pt x="4027" y="37841"/>
                  </a:lnTo>
                  <a:lnTo>
                    <a:pt x="14286" y="41181"/>
                  </a:lnTo>
                  <a:lnTo>
                    <a:pt x="19663" y="41811"/>
                  </a:lnTo>
                  <a:lnTo>
                    <a:pt x="30434" y="42277"/>
                  </a:lnTo>
                  <a:lnTo>
                    <a:pt x="33470" y="35631"/>
                  </a:lnTo>
                  <a:lnTo>
                    <a:pt x="29350" y="35115"/>
                  </a:lnTo>
                  <a:lnTo>
                    <a:pt x="24636" y="34524"/>
                  </a:lnTo>
                  <a:lnTo>
                    <a:pt x="24270" y="31501"/>
                  </a:lnTo>
                  <a:lnTo>
                    <a:pt x="24370" y="29030"/>
                  </a:lnTo>
                  <a:lnTo>
                    <a:pt x="23835" y="28357"/>
                  </a:lnTo>
                  <a:lnTo>
                    <a:pt x="24096" y="28197"/>
                  </a:lnTo>
                  <a:lnTo>
                    <a:pt x="24661" y="27852"/>
                  </a:lnTo>
                  <a:lnTo>
                    <a:pt x="25260" y="27837"/>
                  </a:lnTo>
                  <a:lnTo>
                    <a:pt x="27552" y="26802"/>
                  </a:lnTo>
                  <a:lnTo>
                    <a:pt x="27903" y="26643"/>
                  </a:lnTo>
                  <a:lnTo>
                    <a:pt x="29169" y="25081"/>
                  </a:lnTo>
                  <a:lnTo>
                    <a:pt x="30701" y="22581"/>
                  </a:lnTo>
                  <a:lnTo>
                    <a:pt x="31304" y="21889"/>
                  </a:lnTo>
                  <a:lnTo>
                    <a:pt x="31800" y="21444"/>
                  </a:lnTo>
                  <a:lnTo>
                    <a:pt x="32549" y="20773"/>
                  </a:lnTo>
                  <a:lnTo>
                    <a:pt x="34732" y="18283"/>
                  </a:lnTo>
                  <a:lnTo>
                    <a:pt x="35160" y="18218"/>
                  </a:lnTo>
                  <a:lnTo>
                    <a:pt x="36727" y="19441"/>
                  </a:lnTo>
                  <a:lnTo>
                    <a:pt x="37857" y="20512"/>
                  </a:lnTo>
                  <a:lnTo>
                    <a:pt x="38906" y="15841"/>
                  </a:lnTo>
                  <a:lnTo>
                    <a:pt x="39498" y="13205"/>
                  </a:lnTo>
                  <a:lnTo>
                    <a:pt x="39719" y="12220"/>
                  </a:lnTo>
                  <a:lnTo>
                    <a:pt x="39781" y="10679"/>
                  </a:lnTo>
                  <a:lnTo>
                    <a:pt x="39880" y="8215"/>
                  </a:lnTo>
                  <a:lnTo>
                    <a:pt x="39778" y="6460"/>
                  </a:lnTo>
                  <a:lnTo>
                    <a:pt x="39340" y="4577"/>
                  </a:lnTo>
                  <a:lnTo>
                    <a:pt x="39281" y="3726"/>
                  </a:lnTo>
                  <a:lnTo>
                    <a:pt x="40644" y="3718"/>
                  </a:lnTo>
                  <a:lnTo>
                    <a:pt x="45547" y="3691"/>
                  </a:lnTo>
                  <a:lnTo>
                    <a:pt x="53792" y="3646"/>
                  </a:lnTo>
                  <a:lnTo>
                    <a:pt x="55209" y="3574"/>
                  </a:lnTo>
                  <a:lnTo>
                    <a:pt x="61343" y="3262"/>
                  </a:lnTo>
                  <a:lnTo>
                    <a:pt x="65084" y="3072"/>
                  </a:lnTo>
                  <a:lnTo>
                    <a:pt x="66293" y="2999"/>
                  </a:lnTo>
                  <a:lnTo>
                    <a:pt x="68603" y="2860"/>
                  </a:lnTo>
                  <a:lnTo>
                    <a:pt x="69439" y="2483"/>
                  </a:lnTo>
                  <a:lnTo>
                    <a:pt x="71550" y="1528"/>
                  </a:lnTo>
                  <a:lnTo>
                    <a:pt x="72170" y="1248"/>
                  </a:lnTo>
                  <a:lnTo>
                    <a:pt x="73446" y="0"/>
                  </a:lnTo>
                  <a:lnTo>
                    <a:pt x="77933" y="3475"/>
                  </a:lnTo>
                  <a:lnTo>
                    <a:pt x="81258" y="123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76949" y="4081316"/>
              <a:ext cx="93463" cy="149695"/>
            </a:xfrm>
            <a:custGeom>
              <a:avLst/>
              <a:pathLst>
                <a:path w="93463" h="149695">
                  <a:moveTo>
                    <a:pt x="92894" y="24586"/>
                  </a:moveTo>
                  <a:lnTo>
                    <a:pt x="93206" y="25535"/>
                  </a:lnTo>
                  <a:lnTo>
                    <a:pt x="93334" y="25923"/>
                  </a:lnTo>
                  <a:lnTo>
                    <a:pt x="93463" y="26314"/>
                  </a:lnTo>
                  <a:lnTo>
                    <a:pt x="92810" y="26043"/>
                  </a:lnTo>
                  <a:lnTo>
                    <a:pt x="90972" y="25431"/>
                  </a:lnTo>
                  <a:lnTo>
                    <a:pt x="90191" y="25238"/>
                  </a:lnTo>
                  <a:lnTo>
                    <a:pt x="89619" y="25096"/>
                  </a:lnTo>
                  <a:lnTo>
                    <a:pt x="87838" y="24907"/>
                  </a:lnTo>
                  <a:lnTo>
                    <a:pt x="86470" y="24907"/>
                  </a:lnTo>
                  <a:lnTo>
                    <a:pt x="85742" y="24949"/>
                  </a:lnTo>
                  <a:lnTo>
                    <a:pt x="85170" y="24982"/>
                  </a:lnTo>
                  <a:lnTo>
                    <a:pt x="84792" y="25003"/>
                  </a:lnTo>
                  <a:lnTo>
                    <a:pt x="84423" y="25058"/>
                  </a:lnTo>
                  <a:lnTo>
                    <a:pt x="83783" y="25128"/>
                  </a:lnTo>
                  <a:lnTo>
                    <a:pt x="83360" y="25174"/>
                  </a:lnTo>
                  <a:lnTo>
                    <a:pt x="82106" y="25311"/>
                  </a:lnTo>
                  <a:lnTo>
                    <a:pt x="80064" y="25709"/>
                  </a:lnTo>
                  <a:lnTo>
                    <a:pt x="75296" y="26554"/>
                  </a:lnTo>
                  <a:lnTo>
                    <a:pt x="70613" y="27467"/>
                  </a:lnTo>
                  <a:lnTo>
                    <a:pt x="69397" y="27689"/>
                  </a:lnTo>
                  <a:lnTo>
                    <a:pt x="68843" y="27790"/>
                  </a:lnTo>
                  <a:lnTo>
                    <a:pt x="62380" y="28972"/>
                  </a:lnTo>
                  <a:lnTo>
                    <a:pt x="61693" y="29098"/>
                  </a:lnTo>
                  <a:lnTo>
                    <a:pt x="60663" y="29380"/>
                  </a:lnTo>
                  <a:lnTo>
                    <a:pt x="60011" y="29559"/>
                  </a:lnTo>
                  <a:lnTo>
                    <a:pt x="59617" y="29667"/>
                  </a:lnTo>
                  <a:lnTo>
                    <a:pt x="59641" y="29794"/>
                  </a:lnTo>
                  <a:lnTo>
                    <a:pt x="59829" y="30043"/>
                  </a:lnTo>
                  <a:lnTo>
                    <a:pt x="60446" y="30858"/>
                  </a:lnTo>
                  <a:lnTo>
                    <a:pt x="60627" y="31848"/>
                  </a:lnTo>
                  <a:lnTo>
                    <a:pt x="60978" y="33771"/>
                  </a:lnTo>
                  <a:lnTo>
                    <a:pt x="62365" y="40130"/>
                  </a:lnTo>
                  <a:lnTo>
                    <a:pt x="62923" y="39973"/>
                  </a:lnTo>
                  <a:lnTo>
                    <a:pt x="63436" y="42417"/>
                  </a:lnTo>
                  <a:lnTo>
                    <a:pt x="63527" y="42818"/>
                  </a:lnTo>
                  <a:lnTo>
                    <a:pt x="64414" y="46725"/>
                  </a:lnTo>
                  <a:lnTo>
                    <a:pt x="64712" y="48227"/>
                  </a:lnTo>
                  <a:lnTo>
                    <a:pt x="64654" y="48489"/>
                  </a:lnTo>
                  <a:lnTo>
                    <a:pt x="64778" y="48951"/>
                  </a:lnTo>
                  <a:lnTo>
                    <a:pt x="64899" y="49402"/>
                  </a:lnTo>
                  <a:lnTo>
                    <a:pt x="65200" y="50998"/>
                  </a:lnTo>
                  <a:lnTo>
                    <a:pt x="65810" y="54229"/>
                  </a:lnTo>
                  <a:lnTo>
                    <a:pt x="66101" y="55771"/>
                  </a:lnTo>
                  <a:lnTo>
                    <a:pt x="63574" y="56246"/>
                  </a:lnTo>
                  <a:lnTo>
                    <a:pt x="62058" y="56532"/>
                  </a:lnTo>
                  <a:lnTo>
                    <a:pt x="63628" y="57282"/>
                  </a:lnTo>
                  <a:lnTo>
                    <a:pt x="64093" y="57366"/>
                  </a:lnTo>
                  <a:lnTo>
                    <a:pt x="63761" y="57947"/>
                  </a:lnTo>
                  <a:lnTo>
                    <a:pt x="63741" y="58250"/>
                  </a:lnTo>
                  <a:lnTo>
                    <a:pt x="63618" y="60083"/>
                  </a:lnTo>
                  <a:lnTo>
                    <a:pt x="63381" y="60775"/>
                  </a:lnTo>
                  <a:lnTo>
                    <a:pt x="63060" y="61284"/>
                  </a:lnTo>
                  <a:lnTo>
                    <a:pt x="62372" y="62025"/>
                  </a:lnTo>
                  <a:lnTo>
                    <a:pt x="62144" y="62253"/>
                  </a:lnTo>
                  <a:lnTo>
                    <a:pt x="61719" y="62680"/>
                  </a:lnTo>
                  <a:lnTo>
                    <a:pt x="61618" y="63109"/>
                  </a:lnTo>
                  <a:lnTo>
                    <a:pt x="61354" y="64233"/>
                  </a:lnTo>
                  <a:lnTo>
                    <a:pt x="61280" y="64557"/>
                  </a:lnTo>
                  <a:lnTo>
                    <a:pt x="60981" y="65860"/>
                  </a:lnTo>
                  <a:lnTo>
                    <a:pt x="60680" y="67170"/>
                  </a:lnTo>
                  <a:lnTo>
                    <a:pt x="61791" y="68601"/>
                  </a:lnTo>
                  <a:lnTo>
                    <a:pt x="62618" y="69286"/>
                  </a:lnTo>
                  <a:lnTo>
                    <a:pt x="62843" y="69405"/>
                  </a:lnTo>
                  <a:lnTo>
                    <a:pt x="63439" y="69714"/>
                  </a:lnTo>
                  <a:lnTo>
                    <a:pt x="63796" y="69856"/>
                  </a:lnTo>
                  <a:lnTo>
                    <a:pt x="62548" y="70673"/>
                  </a:lnTo>
                  <a:lnTo>
                    <a:pt x="61032" y="71666"/>
                  </a:lnTo>
                  <a:lnTo>
                    <a:pt x="60548" y="73246"/>
                  </a:lnTo>
                  <a:lnTo>
                    <a:pt x="59765" y="73863"/>
                  </a:lnTo>
                  <a:lnTo>
                    <a:pt x="58810" y="74615"/>
                  </a:lnTo>
                  <a:lnTo>
                    <a:pt x="58821" y="74813"/>
                  </a:lnTo>
                  <a:lnTo>
                    <a:pt x="58883" y="75993"/>
                  </a:lnTo>
                  <a:lnTo>
                    <a:pt x="58924" y="76770"/>
                  </a:lnTo>
                  <a:lnTo>
                    <a:pt x="59688" y="77329"/>
                  </a:lnTo>
                  <a:lnTo>
                    <a:pt x="63039" y="78034"/>
                  </a:lnTo>
                  <a:lnTo>
                    <a:pt x="63942" y="80170"/>
                  </a:lnTo>
                  <a:lnTo>
                    <a:pt x="63063" y="82002"/>
                  </a:lnTo>
                  <a:lnTo>
                    <a:pt x="60926" y="84915"/>
                  </a:lnTo>
                  <a:lnTo>
                    <a:pt x="57382" y="84725"/>
                  </a:lnTo>
                  <a:lnTo>
                    <a:pt x="55478" y="83790"/>
                  </a:lnTo>
                  <a:lnTo>
                    <a:pt x="52343" y="84664"/>
                  </a:lnTo>
                  <a:lnTo>
                    <a:pt x="50975" y="84256"/>
                  </a:lnTo>
                  <a:lnTo>
                    <a:pt x="48838" y="86179"/>
                  </a:lnTo>
                  <a:lnTo>
                    <a:pt x="50037" y="87585"/>
                  </a:lnTo>
                  <a:lnTo>
                    <a:pt x="53908" y="86881"/>
                  </a:lnTo>
                  <a:lnTo>
                    <a:pt x="54167" y="90461"/>
                  </a:lnTo>
                  <a:lnTo>
                    <a:pt x="55093" y="100526"/>
                  </a:lnTo>
                  <a:lnTo>
                    <a:pt x="55909" y="105711"/>
                  </a:lnTo>
                  <a:lnTo>
                    <a:pt x="58711" y="103818"/>
                  </a:lnTo>
                  <a:lnTo>
                    <a:pt x="60659" y="104983"/>
                  </a:lnTo>
                  <a:lnTo>
                    <a:pt x="62321" y="106342"/>
                  </a:lnTo>
                  <a:lnTo>
                    <a:pt x="65503" y="111391"/>
                  </a:lnTo>
                  <a:lnTo>
                    <a:pt x="64886" y="112896"/>
                  </a:lnTo>
                  <a:lnTo>
                    <a:pt x="64283" y="114847"/>
                  </a:lnTo>
                  <a:lnTo>
                    <a:pt x="63405" y="117930"/>
                  </a:lnTo>
                  <a:lnTo>
                    <a:pt x="62455" y="118925"/>
                  </a:lnTo>
                  <a:lnTo>
                    <a:pt x="63428" y="119581"/>
                  </a:lnTo>
                  <a:lnTo>
                    <a:pt x="60080" y="124290"/>
                  </a:lnTo>
                  <a:lnTo>
                    <a:pt x="61101" y="125625"/>
                  </a:lnTo>
                  <a:lnTo>
                    <a:pt x="61529" y="126741"/>
                  </a:lnTo>
                  <a:lnTo>
                    <a:pt x="63301" y="131008"/>
                  </a:lnTo>
                  <a:lnTo>
                    <a:pt x="63634" y="132658"/>
                  </a:lnTo>
                  <a:lnTo>
                    <a:pt x="62906" y="135303"/>
                  </a:lnTo>
                  <a:lnTo>
                    <a:pt x="61741" y="135807"/>
                  </a:lnTo>
                  <a:lnTo>
                    <a:pt x="60411" y="135975"/>
                  </a:lnTo>
                  <a:lnTo>
                    <a:pt x="59169" y="136132"/>
                  </a:lnTo>
                  <a:lnTo>
                    <a:pt x="58321" y="136607"/>
                  </a:lnTo>
                  <a:lnTo>
                    <a:pt x="57145" y="137268"/>
                  </a:lnTo>
                  <a:lnTo>
                    <a:pt x="55492" y="138040"/>
                  </a:lnTo>
                  <a:lnTo>
                    <a:pt x="55073" y="138408"/>
                  </a:lnTo>
                  <a:lnTo>
                    <a:pt x="53255" y="140006"/>
                  </a:lnTo>
                  <a:lnTo>
                    <a:pt x="52584" y="140597"/>
                  </a:lnTo>
                  <a:lnTo>
                    <a:pt x="52329" y="140821"/>
                  </a:lnTo>
                  <a:lnTo>
                    <a:pt x="49736" y="143734"/>
                  </a:lnTo>
                  <a:lnTo>
                    <a:pt x="47605" y="144675"/>
                  </a:lnTo>
                  <a:lnTo>
                    <a:pt x="47328" y="144797"/>
                  </a:lnTo>
                  <a:lnTo>
                    <a:pt x="46953" y="145069"/>
                  </a:lnTo>
                  <a:lnTo>
                    <a:pt x="46644" y="145292"/>
                  </a:lnTo>
                  <a:lnTo>
                    <a:pt x="42939" y="149006"/>
                  </a:lnTo>
                  <a:lnTo>
                    <a:pt x="42253" y="149695"/>
                  </a:lnTo>
                  <a:lnTo>
                    <a:pt x="42228" y="149389"/>
                  </a:lnTo>
                  <a:lnTo>
                    <a:pt x="42050" y="147233"/>
                  </a:lnTo>
                  <a:lnTo>
                    <a:pt x="40257" y="144892"/>
                  </a:lnTo>
                  <a:lnTo>
                    <a:pt x="37779" y="147091"/>
                  </a:lnTo>
                  <a:lnTo>
                    <a:pt x="34958" y="148372"/>
                  </a:lnTo>
                  <a:lnTo>
                    <a:pt x="32892" y="148460"/>
                  </a:lnTo>
                  <a:lnTo>
                    <a:pt x="32160" y="148644"/>
                  </a:lnTo>
                  <a:lnTo>
                    <a:pt x="31484" y="146962"/>
                  </a:lnTo>
                  <a:lnTo>
                    <a:pt x="30844" y="146688"/>
                  </a:lnTo>
                  <a:lnTo>
                    <a:pt x="30680" y="146618"/>
                  </a:lnTo>
                  <a:lnTo>
                    <a:pt x="28904" y="145856"/>
                  </a:lnTo>
                  <a:lnTo>
                    <a:pt x="26909" y="146488"/>
                  </a:lnTo>
                  <a:lnTo>
                    <a:pt x="24825" y="146125"/>
                  </a:lnTo>
                  <a:lnTo>
                    <a:pt x="23661" y="145626"/>
                  </a:lnTo>
                  <a:lnTo>
                    <a:pt x="23164" y="146377"/>
                  </a:lnTo>
                  <a:lnTo>
                    <a:pt x="21352" y="143113"/>
                  </a:lnTo>
                  <a:lnTo>
                    <a:pt x="19079" y="140367"/>
                  </a:lnTo>
                  <a:lnTo>
                    <a:pt x="20563" y="138685"/>
                  </a:lnTo>
                  <a:lnTo>
                    <a:pt x="20829" y="138045"/>
                  </a:lnTo>
                  <a:lnTo>
                    <a:pt x="20886" y="137190"/>
                  </a:lnTo>
                  <a:lnTo>
                    <a:pt x="20901" y="135638"/>
                  </a:lnTo>
                  <a:lnTo>
                    <a:pt x="20917" y="133975"/>
                  </a:lnTo>
                  <a:lnTo>
                    <a:pt x="20934" y="132200"/>
                  </a:lnTo>
                  <a:lnTo>
                    <a:pt x="21066" y="129763"/>
                  </a:lnTo>
                  <a:lnTo>
                    <a:pt x="21138" y="128442"/>
                  </a:lnTo>
                  <a:lnTo>
                    <a:pt x="21236" y="127935"/>
                  </a:lnTo>
                  <a:lnTo>
                    <a:pt x="21395" y="127120"/>
                  </a:lnTo>
                  <a:lnTo>
                    <a:pt x="21437" y="126903"/>
                  </a:lnTo>
                  <a:lnTo>
                    <a:pt x="21667" y="126237"/>
                  </a:lnTo>
                  <a:lnTo>
                    <a:pt x="21758" y="124980"/>
                  </a:lnTo>
                  <a:lnTo>
                    <a:pt x="22119" y="122106"/>
                  </a:lnTo>
                  <a:lnTo>
                    <a:pt x="22271" y="121504"/>
                  </a:lnTo>
                  <a:lnTo>
                    <a:pt x="22406" y="121138"/>
                  </a:lnTo>
                  <a:lnTo>
                    <a:pt x="22753" y="120198"/>
                  </a:lnTo>
                  <a:lnTo>
                    <a:pt x="22918" y="119773"/>
                  </a:lnTo>
                  <a:lnTo>
                    <a:pt x="23154" y="119167"/>
                  </a:lnTo>
                  <a:lnTo>
                    <a:pt x="23185" y="118841"/>
                  </a:lnTo>
                  <a:lnTo>
                    <a:pt x="23306" y="117613"/>
                  </a:lnTo>
                  <a:lnTo>
                    <a:pt x="23287" y="115982"/>
                  </a:lnTo>
                  <a:lnTo>
                    <a:pt x="23192" y="115467"/>
                  </a:lnTo>
                  <a:lnTo>
                    <a:pt x="23097" y="114953"/>
                  </a:lnTo>
                  <a:lnTo>
                    <a:pt x="23101" y="114782"/>
                  </a:lnTo>
                  <a:lnTo>
                    <a:pt x="23107" y="114537"/>
                  </a:lnTo>
                  <a:lnTo>
                    <a:pt x="23116" y="114215"/>
                  </a:lnTo>
                  <a:lnTo>
                    <a:pt x="22980" y="113084"/>
                  </a:lnTo>
                  <a:lnTo>
                    <a:pt x="22797" y="111555"/>
                  </a:lnTo>
                  <a:lnTo>
                    <a:pt x="22706" y="110796"/>
                  </a:lnTo>
                  <a:lnTo>
                    <a:pt x="22671" y="109594"/>
                  </a:lnTo>
                  <a:lnTo>
                    <a:pt x="22548" y="108293"/>
                  </a:lnTo>
                  <a:lnTo>
                    <a:pt x="22970" y="105731"/>
                  </a:lnTo>
                  <a:lnTo>
                    <a:pt x="23114" y="104853"/>
                  </a:lnTo>
                  <a:lnTo>
                    <a:pt x="24354" y="105086"/>
                  </a:lnTo>
                  <a:lnTo>
                    <a:pt x="24871" y="105107"/>
                  </a:lnTo>
                  <a:lnTo>
                    <a:pt x="25570" y="105136"/>
                  </a:lnTo>
                  <a:lnTo>
                    <a:pt x="26477" y="105173"/>
                  </a:lnTo>
                  <a:lnTo>
                    <a:pt x="27019" y="104653"/>
                  </a:lnTo>
                  <a:lnTo>
                    <a:pt x="29950" y="104755"/>
                  </a:lnTo>
                  <a:lnTo>
                    <a:pt x="30995" y="104871"/>
                  </a:lnTo>
                  <a:lnTo>
                    <a:pt x="31784" y="104837"/>
                  </a:lnTo>
                  <a:lnTo>
                    <a:pt x="32563" y="103536"/>
                  </a:lnTo>
                  <a:lnTo>
                    <a:pt x="32873" y="103093"/>
                  </a:lnTo>
                  <a:lnTo>
                    <a:pt x="33789" y="101787"/>
                  </a:lnTo>
                  <a:lnTo>
                    <a:pt x="34823" y="100312"/>
                  </a:lnTo>
                  <a:lnTo>
                    <a:pt x="35338" y="99507"/>
                  </a:lnTo>
                  <a:lnTo>
                    <a:pt x="35431" y="99361"/>
                  </a:lnTo>
                  <a:lnTo>
                    <a:pt x="35573" y="99258"/>
                  </a:lnTo>
                  <a:lnTo>
                    <a:pt x="35853" y="99056"/>
                  </a:lnTo>
                  <a:lnTo>
                    <a:pt x="36010" y="98802"/>
                  </a:lnTo>
                  <a:lnTo>
                    <a:pt x="36244" y="98424"/>
                  </a:lnTo>
                  <a:lnTo>
                    <a:pt x="36847" y="97452"/>
                  </a:lnTo>
                  <a:lnTo>
                    <a:pt x="37044" y="97132"/>
                  </a:lnTo>
                  <a:lnTo>
                    <a:pt x="37848" y="95834"/>
                  </a:lnTo>
                  <a:lnTo>
                    <a:pt x="37951" y="95669"/>
                  </a:lnTo>
                  <a:lnTo>
                    <a:pt x="38224" y="95208"/>
                  </a:lnTo>
                  <a:lnTo>
                    <a:pt x="39308" y="93376"/>
                  </a:lnTo>
                  <a:lnTo>
                    <a:pt x="39783" y="92712"/>
                  </a:lnTo>
                  <a:lnTo>
                    <a:pt x="40987" y="91030"/>
                  </a:lnTo>
                  <a:lnTo>
                    <a:pt x="41254" y="90657"/>
                  </a:lnTo>
                  <a:lnTo>
                    <a:pt x="41644" y="90112"/>
                  </a:lnTo>
                  <a:lnTo>
                    <a:pt x="41978" y="89797"/>
                  </a:lnTo>
                  <a:lnTo>
                    <a:pt x="43671" y="88200"/>
                  </a:lnTo>
                  <a:lnTo>
                    <a:pt x="42788" y="87073"/>
                  </a:lnTo>
                  <a:lnTo>
                    <a:pt x="43062" y="86395"/>
                  </a:lnTo>
                  <a:lnTo>
                    <a:pt x="41712" y="85464"/>
                  </a:lnTo>
                  <a:lnTo>
                    <a:pt x="41339" y="84879"/>
                  </a:lnTo>
                  <a:lnTo>
                    <a:pt x="41227" y="83833"/>
                  </a:lnTo>
                  <a:lnTo>
                    <a:pt x="41066" y="82328"/>
                  </a:lnTo>
                  <a:lnTo>
                    <a:pt x="41283" y="81954"/>
                  </a:lnTo>
                  <a:lnTo>
                    <a:pt x="42514" y="79833"/>
                  </a:lnTo>
                  <a:lnTo>
                    <a:pt x="42828" y="79293"/>
                  </a:lnTo>
                  <a:lnTo>
                    <a:pt x="43240" y="78527"/>
                  </a:lnTo>
                  <a:lnTo>
                    <a:pt x="43332" y="78357"/>
                  </a:lnTo>
                  <a:lnTo>
                    <a:pt x="43492" y="78059"/>
                  </a:lnTo>
                  <a:lnTo>
                    <a:pt x="43263" y="78116"/>
                  </a:lnTo>
                  <a:lnTo>
                    <a:pt x="43115" y="78154"/>
                  </a:lnTo>
                  <a:lnTo>
                    <a:pt x="40847" y="78627"/>
                  </a:lnTo>
                  <a:lnTo>
                    <a:pt x="39537" y="79020"/>
                  </a:lnTo>
                  <a:lnTo>
                    <a:pt x="37938" y="79501"/>
                  </a:lnTo>
                  <a:lnTo>
                    <a:pt x="36526" y="79946"/>
                  </a:lnTo>
                  <a:lnTo>
                    <a:pt x="34934" y="80447"/>
                  </a:lnTo>
                  <a:lnTo>
                    <a:pt x="34431" y="80531"/>
                  </a:lnTo>
                  <a:lnTo>
                    <a:pt x="33800" y="80636"/>
                  </a:lnTo>
                  <a:lnTo>
                    <a:pt x="31645" y="80993"/>
                  </a:lnTo>
                  <a:lnTo>
                    <a:pt x="31336" y="81003"/>
                  </a:lnTo>
                  <a:lnTo>
                    <a:pt x="30064" y="81043"/>
                  </a:lnTo>
                  <a:lnTo>
                    <a:pt x="29510" y="81061"/>
                  </a:lnTo>
                  <a:lnTo>
                    <a:pt x="29341" y="81066"/>
                  </a:lnTo>
                  <a:lnTo>
                    <a:pt x="27394" y="80648"/>
                  </a:lnTo>
                  <a:lnTo>
                    <a:pt x="26064" y="80362"/>
                  </a:lnTo>
                  <a:lnTo>
                    <a:pt x="21315" y="79343"/>
                  </a:lnTo>
                  <a:lnTo>
                    <a:pt x="18098" y="79057"/>
                  </a:lnTo>
                  <a:lnTo>
                    <a:pt x="17491" y="79003"/>
                  </a:lnTo>
                  <a:lnTo>
                    <a:pt x="16147" y="79437"/>
                  </a:lnTo>
                  <a:lnTo>
                    <a:pt x="15865" y="79868"/>
                  </a:lnTo>
                  <a:lnTo>
                    <a:pt x="15672" y="80161"/>
                  </a:lnTo>
                  <a:lnTo>
                    <a:pt x="15400" y="79634"/>
                  </a:lnTo>
                  <a:lnTo>
                    <a:pt x="14859" y="78585"/>
                  </a:lnTo>
                  <a:lnTo>
                    <a:pt x="14038" y="76481"/>
                  </a:lnTo>
                  <a:lnTo>
                    <a:pt x="13492" y="75773"/>
                  </a:lnTo>
                  <a:lnTo>
                    <a:pt x="13121" y="75379"/>
                  </a:lnTo>
                  <a:lnTo>
                    <a:pt x="11440" y="74127"/>
                  </a:lnTo>
                  <a:lnTo>
                    <a:pt x="9317" y="72612"/>
                  </a:lnTo>
                  <a:lnTo>
                    <a:pt x="8676" y="71942"/>
                  </a:lnTo>
                  <a:lnTo>
                    <a:pt x="8248" y="71287"/>
                  </a:lnTo>
                  <a:lnTo>
                    <a:pt x="7779" y="70401"/>
                  </a:lnTo>
                  <a:lnTo>
                    <a:pt x="6282" y="68389"/>
                  </a:lnTo>
                  <a:lnTo>
                    <a:pt x="5612" y="66058"/>
                  </a:lnTo>
                  <a:lnTo>
                    <a:pt x="5527" y="64922"/>
                  </a:lnTo>
                  <a:lnTo>
                    <a:pt x="5313" y="63874"/>
                  </a:lnTo>
                  <a:lnTo>
                    <a:pt x="5086" y="63397"/>
                  </a:lnTo>
                  <a:lnTo>
                    <a:pt x="4658" y="62825"/>
                  </a:lnTo>
                  <a:lnTo>
                    <a:pt x="3842" y="62209"/>
                  </a:lnTo>
                  <a:lnTo>
                    <a:pt x="3290" y="61791"/>
                  </a:lnTo>
                  <a:lnTo>
                    <a:pt x="2962" y="61296"/>
                  </a:lnTo>
                  <a:lnTo>
                    <a:pt x="2777" y="60480"/>
                  </a:lnTo>
                  <a:lnTo>
                    <a:pt x="1889" y="58907"/>
                  </a:lnTo>
                  <a:lnTo>
                    <a:pt x="1118" y="57919"/>
                  </a:lnTo>
                  <a:lnTo>
                    <a:pt x="827" y="57547"/>
                  </a:lnTo>
                  <a:lnTo>
                    <a:pt x="0" y="56522"/>
                  </a:lnTo>
                  <a:lnTo>
                    <a:pt x="752" y="55897"/>
                  </a:lnTo>
                  <a:lnTo>
                    <a:pt x="3388" y="53737"/>
                  </a:lnTo>
                  <a:lnTo>
                    <a:pt x="4373" y="52535"/>
                  </a:lnTo>
                  <a:lnTo>
                    <a:pt x="6475" y="50278"/>
                  </a:lnTo>
                  <a:lnTo>
                    <a:pt x="6755" y="49949"/>
                  </a:lnTo>
                  <a:lnTo>
                    <a:pt x="7437" y="49149"/>
                  </a:lnTo>
                  <a:lnTo>
                    <a:pt x="9301" y="46746"/>
                  </a:lnTo>
                  <a:lnTo>
                    <a:pt x="12359" y="41782"/>
                  </a:lnTo>
                  <a:lnTo>
                    <a:pt x="15094" y="37344"/>
                  </a:lnTo>
                  <a:lnTo>
                    <a:pt x="15193" y="37183"/>
                  </a:lnTo>
                  <a:lnTo>
                    <a:pt x="19684" y="30365"/>
                  </a:lnTo>
                  <a:lnTo>
                    <a:pt x="21449" y="31733"/>
                  </a:lnTo>
                  <a:lnTo>
                    <a:pt x="24188" y="33653"/>
                  </a:lnTo>
                  <a:lnTo>
                    <a:pt x="24874" y="34095"/>
                  </a:lnTo>
                  <a:lnTo>
                    <a:pt x="30396" y="25663"/>
                  </a:lnTo>
                  <a:lnTo>
                    <a:pt x="30598" y="25354"/>
                  </a:lnTo>
                  <a:lnTo>
                    <a:pt x="30683" y="25225"/>
                  </a:lnTo>
                  <a:lnTo>
                    <a:pt x="30807" y="25048"/>
                  </a:lnTo>
                  <a:lnTo>
                    <a:pt x="31374" y="24245"/>
                  </a:lnTo>
                  <a:lnTo>
                    <a:pt x="36460" y="17039"/>
                  </a:lnTo>
                  <a:lnTo>
                    <a:pt x="36579" y="16871"/>
                  </a:lnTo>
                  <a:lnTo>
                    <a:pt x="36860" y="16473"/>
                  </a:lnTo>
                  <a:lnTo>
                    <a:pt x="44133" y="6167"/>
                  </a:lnTo>
                  <a:lnTo>
                    <a:pt x="44474" y="5684"/>
                  </a:lnTo>
                  <a:lnTo>
                    <a:pt x="47197" y="1826"/>
                  </a:lnTo>
                  <a:lnTo>
                    <a:pt x="48155" y="469"/>
                  </a:lnTo>
                  <a:lnTo>
                    <a:pt x="48318" y="237"/>
                  </a:lnTo>
                  <a:lnTo>
                    <a:pt x="48486" y="0"/>
                  </a:lnTo>
                  <a:lnTo>
                    <a:pt x="48721" y="701"/>
                  </a:lnTo>
                  <a:lnTo>
                    <a:pt x="48836" y="935"/>
                  </a:lnTo>
                  <a:lnTo>
                    <a:pt x="49176" y="1630"/>
                  </a:lnTo>
                  <a:lnTo>
                    <a:pt x="53302" y="10033"/>
                  </a:lnTo>
                  <a:lnTo>
                    <a:pt x="64816" y="12938"/>
                  </a:lnTo>
                  <a:lnTo>
                    <a:pt x="66321" y="13317"/>
                  </a:lnTo>
                  <a:lnTo>
                    <a:pt x="66556" y="13377"/>
                  </a:lnTo>
                  <a:lnTo>
                    <a:pt x="67066" y="13505"/>
                  </a:lnTo>
                  <a:lnTo>
                    <a:pt x="69205" y="14045"/>
                  </a:lnTo>
                  <a:lnTo>
                    <a:pt x="75562" y="15649"/>
                  </a:lnTo>
                  <a:lnTo>
                    <a:pt x="83155" y="17564"/>
                  </a:lnTo>
                  <a:lnTo>
                    <a:pt x="83960" y="17768"/>
                  </a:lnTo>
                  <a:lnTo>
                    <a:pt x="85272" y="18252"/>
                  </a:lnTo>
                  <a:lnTo>
                    <a:pt x="85898" y="18484"/>
                  </a:lnTo>
                  <a:lnTo>
                    <a:pt x="91711" y="22698"/>
                  </a:lnTo>
                  <a:lnTo>
                    <a:pt x="92419" y="23737"/>
                  </a:lnTo>
                  <a:lnTo>
                    <a:pt x="92609" y="24077"/>
                  </a:lnTo>
                  <a:lnTo>
                    <a:pt x="92817" y="24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88504" y="4159375"/>
              <a:ext cx="32117" cy="27113"/>
            </a:xfrm>
            <a:custGeom>
              <a:avLst/>
              <a:pathLst>
                <a:path w="32117" h="27113">
                  <a:moveTo>
                    <a:pt x="30960" y="1773"/>
                  </a:moveTo>
                  <a:lnTo>
                    <a:pt x="29729" y="3894"/>
                  </a:lnTo>
                  <a:lnTo>
                    <a:pt x="29511" y="4268"/>
                  </a:lnTo>
                  <a:lnTo>
                    <a:pt x="29672" y="5773"/>
                  </a:lnTo>
                  <a:lnTo>
                    <a:pt x="29784" y="6819"/>
                  </a:lnTo>
                  <a:lnTo>
                    <a:pt x="30158" y="7405"/>
                  </a:lnTo>
                  <a:lnTo>
                    <a:pt x="31507" y="8335"/>
                  </a:lnTo>
                  <a:lnTo>
                    <a:pt x="31214" y="9061"/>
                  </a:lnTo>
                  <a:lnTo>
                    <a:pt x="32117" y="10140"/>
                  </a:lnTo>
                  <a:lnTo>
                    <a:pt x="30423" y="11737"/>
                  </a:lnTo>
                  <a:lnTo>
                    <a:pt x="30090" y="12052"/>
                  </a:lnTo>
                  <a:lnTo>
                    <a:pt x="29700" y="12597"/>
                  </a:lnTo>
                  <a:lnTo>
                    <a:pt x="29433" y="12970"/>
                  </a:lnTo>
                  <a:lnTo>
                    <a:pt x="28229" y="14652"/>
                  </a:lnTo>
                  <a:lnTo>
                    <a:pt x="27754" y="15316"/>
                  </a:lnTo>
                  <a:lnTo>
                    <a:pt x="26670" y="17148"/>
                  </a:lnTo>
                  <a:lnTo>
                    <a:pt x="26397" y="17609"/>
                  </a:lnTo>
                  <a:lnTo>
                    <a:pt x="26294" y="17775"/>
                  </a:lnTo>
                  <a:lnTo>
                    <a:pt x="25490" y="19072"/>
                  </a:lnTo>
                  <a:lnTo>
                    <a:pt x="25292" y="19392"/>
                  </a:lnTo>
                  <a:lnTo>
                    <a:pt x="24690" y="20364"/>
                  </a:lnTo>
                  <a:lnTo>
                    <a:pt x="24456" y="20742"/>
                  </a:lnTo>
                  <a:lnTo>
                    <a:pt x="24298" y="20996"/>
                  </a:lnTo>
                  <a:lnTo>
                    <a:pt x="24019" y="21198"/>
                  </a:lnTo>
                  <a:lnTo>
                    <a:pt x="23877" y="21301"/>
                  </a:lnTo>
                  <a:lnTo>
                    <a:pt x="23728" y="21534"/>
                  </a:lnTo>
                  <a:lnTo>
                    <a:pt x="23269" y="22253"/>
                  </a:lnTo>
                  <a:lnTo>
                    <a:pt x="22235" y="23728"/>
                  </a:lnTo>
                  <a:lnTo>
                    <a:pt x="21319" y="25033"/>
                  </a:lnTo>
                  <a:lnTo>
                    <a:pt x="21008" y="25476"/>
                  </a:lnTo>
                  <a:lnTo>
                    <a:pt x="20229" y="26777"/>
                  </a:lnTo>
                  <a:lnTo>
                    <a:pt x="19441" y="26811"/>
                  </a:lnTo>
                  <a:lnTo>
                    <a:pt x="18396" y="26695"/>
                  </a:lnTo>
                  <a:lnTo>
                    <a:pt x="15465" y="26593"/>
                  </a:lnTo>
                  <a:lnTo>
                    <a:pt x="14923" y="27113"/>
                  </a:lnTo>
                  <a:lnTo>
                    <a:pt x="14016" y="27076"/>
                  </a:lnTo>
                  <a:lnTo>
                    <a:pt x="13316" y="27047"/>
                  </a:lnTo>
                  <a:lnTo>
                    <a:pt x="12800" y="27026"/>
                  </a:lnTo>
                  <a:lnTo>
                    <a:pt x="11560" y="26793"/>
                  </a:lnTo>
                  <a:lnTo>
                    <a:pt x="10463" y="26516"/>
                  </a:lnTo>
                  <a:lnTo>
                    <a:pt x="7698" y="25514"/>
                  </a:lnTo>
                  <a:lnTo>
                    <a:pt x="7043" y="25191"/>
                  </a:lnTo>
                  <a:lnTo>
                    <a:pt x="5969" y="24487"/>
                  </a:lnTo>
                  <a:lnTo>
                    <a:pt x="5301" y="24198"/>
                  </a:lnTo>
                  <a:lnTo>
                    <a:pt x="4908" y="23703"/>
                  </a:lnTo>
                  <a:lnTo>
                    <a:pt x="3055" y="21373"/>
                  </a:lnTo>
                  <a:lnTo>
                    <a:pt x="2128" y="20402"/>
                  </a:lnTo>
                  <a:lnTo>
                    <a:pt x="973" y="19194"/>
                  </a:lnTo>
                  <a:lnTo>
                    <a:pt x="0" y="18176"/>
                  </a:lnTo>
                  <a:lnTo>
                    <a:pt x="427" y="14870"/>
                  </a:lnTo>
                  <a:lnTo>
                    <a:pt x="1567" y="11360"/>
                  </a:lnTo>
                  <a:lnTo>
                    <a:pt x="3277" y="8126"/>
                  </a:lnTo>
                  <a:lnTo>
                    <a:pt x="3039" y="7079"/>
                  </a:lnTo>
                  <a:lnTo>
                    <a:pt x="2479" y="4602"/>
                  </a:lnTo>
                  <a:lnTo>
                    <a:pt x="3190" y="3517"/>
                  </a:lnTo>
                  <a:lnTo>
                    <a:pt x="3979" y="2313"/>
                  </a:lnTo>
                  <a:lnTo>
                    <a:pt x="4118" y="2102"/>
                  </a:lnTo>
                  <a:lnTo>
                    <a:pt x="4310" y="1808"/>
                  </a:lnTo>
                  <a:lnTo>
                    <a:pt x="4592" y="1378"/>
                  </a:lnTo>
                  <a:lnTo>
                    <a:pt x="5937" y="943"/>
                  </a:lnTo>
                  <a:lnTo>
                    <a:pt x="6543" y="997"/>
                  </a:lnTo>
                  <a:lnTo>
                    <a:pt x="9760" y="1283"/>
                  </a:lnTo>
                  <a:lnTo>
                    <a:pt x="14510" y="2303"/>
                  </a:lnTo>
                  <a:lnTo>
                    <a:pt x="15839" y="2588"/>
                  </a:lnTo>
                  <a:lnTo>
                    <a:pt x="17787" y="3007"/>
                  </a:lnTo>
                  <a:lnTo>
                    <a:pt x="17955" y="3001"/>
                  </a:lnTo>
                  <a:lnTo>
                    <a:pt x="18510" y="2984"/>
                  </a:lnTo>
                  <a:lnTo>
                    <a:pt x="19782" y="2944"/>
                  </a:lnTo>
                  <a:lnTo>
                    <a:pt x="20091" y="2934"/>
                  </a:lnTo>
                  <a:lnTo>
                    <a:pt x="22245" y="2576"/>
                  </a:lnTo>
                  <a:lnTo>
                    <a:pt x="22876" y="2471"/>
                  </a:lnTo>
                  <a:lnTo>
                    <a:pt x="23380" y="2388"/>
                  </a:lnTo>
                  <a:lnTo>
                    <a:pt x="24971" y="1886"/>
                  </a:lnTo>
                  <a:lnTo>
                    <a:pt x="26384" y="1441"/>
                  </a:lnTo>
                  <a:lnTo>
                    <a:pt x="27983" y="961"/>
                  </a:lnTo>
                  <a:lnTo>
                    <a:pt x="29293" y="567"/>
                  </a:lnTo>
                  <a:lnTo>
                    <a:pt x="31561" y="94"/>
                  </a:lnTo>
                  <a:lnTo>
                    <a:pt x="31709" y="57"/>
                  </a:lnTo>
                  <a:lnTo>
                    <a:pt x="31938" y="0"/>
                  </a:lnTo>
                  <a:lnTo>
                    <a:pt x="31778" y="297"/>
                  </a:lnTo>
                  <a:lnTo>
                    <a:pt x="31686" y="468"/>
                  </a:lnTo>
                  <a:lnTo>
                    <a:pt x="31274" y="1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100194" y="4203692"/>
              <a:ext cx="60274" cy="60253"/>
            </a:xfrm>
            <a:custGeom>
              <a:avLst/>
              <a:pathLst>
                <a:path w="60274" h="60253">
                  <a:moveTo>
                    <a:pt x="58310" y="26363"/>
                  </a:moveTo>
                  <a:lnTo>
                    <a:pt x="58991" y="29000"/>
                  </a:lnTo>
                  <a:lnTo>
                    <a:pt x="58798" y="33633"/>
                  </a:lnTo>
                  <a:lnTo>
                    <a:pt x="59953" y="36045"/>
                  </a:lnTo>
                  <a:lnTo>
                    <a:pt x="60274" y="38973"/>
                  </a:lnTo>
                  <a:lnTo>
                    <a:pt x="49052" y="41789"/>
                  </a:lnTo>
                  <a:lnTo>
                    <a:pt x="43694" y="41963"/>
                  </a:lnTo>
                  <a:lnTo>
                    <a:pt x="44090" y="47426"/>
                  </a:lnTo>
                  <a:lnTo>
                    <a:pt x="44191" y="48817"/>
                  </a:lnTo>
                  <a:lnTo>
                    <a:pt x="43883" y="48763"/>
                  </a:lnTo>
                  <a:lnTo>
                    <a:pt x="40280" y="48217"/>
                  </a:lnTo>
                  <a:lnTo>
                    <a:pt x="37864" y="48628"/>
                  </a:lnTo>
                  <a:lnTo>
                    <a:pt x="34275" y="49360"/>
                  </a:lnTo>
                  <a:lnTo>
                    <a:pt x="33658" y="50107"/>
                  </a:lnTo>
                  <a:lnTo>
                    <a:pt x="32945" y="50972"/>
                  </a:lnTo>
                  <a:lnTo>
                    <a:pt x="31482" y="51748"/>
                  </a:lnTo>
                  <a:lnTo>
                    <a:pt x="32004" y="53579"/>
                  </a:lnTo>
                  <a:lnTo>
                    <a:pt x="31810" y="53724"/>
                  </a:lnTo>
                  <a:lnTo>
                    <a:pt x="29134" y="55738"/>
                  </a:lnTo>
                  <a:lnTo>
                    <a:pt x="28641" y="58632"/>
                  </a:lnTo>
                  <a:lnTo>
                    <a:pt x="28365" y="60253"/>
                  </a:lnTo>
                  <a:lnTo>
                    <a:pt x="20116" y="60095"/>
                  </a:lnTo>
                  <a:lnTo>
                    <a:pt x="19648" y="59547"/>
                  </a:lnTo>
                  <a:lnTo>
                    <a:pt x="16344" y="55671"/>
                  </a:lnTo>
                  <a:lnTo>
                    <a:pt x="12471" y="51128"/>
                  </a:lnTo>
                  <a:lnTo>
                    <a:pt x="12186" y="50794"/>
                  </a:lnTo>
                  <a:lnTo>
                    <a:pt x="10731" y="47471"/>
                  </a:lnTo>
                  <a:lnTo>
                    <a:pt x="10628" y="47234"/>
                  </a:lnTo>
                  <a:lnTo>
                    <a:pt x="9178" y="43874"/>
                  </a:lnTo>
                  <a:lnTo>
                    <a:pt x="8711" y="42757"/>
                  </a:lnTo>
                  <a:lnTo>
                    <a:pt x="7903" y="40825"/>
                  </a:lnTo>
                  <a:lnTo>
                    <a:pt x="6953" y="40206"/>
                  </a:lnTo>
                  <a:lnTo>
                    <a:pt x="4689" y="38733"/>
                  </a:lnTo>
                  <a:lnTo>
                    <a:pt x="4614" y="38142"/>
                  </a:lnTo>
                  <a:lnTo>
                    <a:pt x="4476" y="37058"/>
                  </a:lnTo>
                  <a:lnTo>
                    <a:pt x="1979" y="33696"/>
                  </a:lnTo>
                  <a:lnTo>
                    <a:pt x="579" y="29170"/>
                  </a:lnTo>
                  <a:lnTo>
                    <a:pt x="943" y="28894"/>
                  </a:lnTo>
                  <a:lnTo>
                    <a:pt x="2445" y="28552"/>
                  </a:lnTo>
                  <a:lnTo>
                    <a:pt x="2142" y="28007"/>
                  </a:lnTo>
                  <a:lnTo>
                    <a:pt x="1490" y="26832"/>
                  </a:lnTo>
                  <a:lnTo>
                    <a:pt x="0" y="23879"/>
                  </a:lnTo>
                  <a:lnTo>
                    <a:pt x="416" y="23250"/>
                  </a:lnTo>
                  <a:lnTo>
                    <a:pt x="1580" y="23749"/>
                  </a:lnTo>
                  <a:lnTo>
                    <a:pt x="3664" y="24111"/>
                  </a:lnTo>
                  <a:lnTo>
                    <a:pt x="5659" y="23480"/>
                  </a:lnTo>
                  <a:lnTo>
                    <a:pt x="7435" y="24242"/>
                  </a:lnTo>
                  <a:lnTo>
                    <a:pt x="7599" y="24312"/>
                  </a:lnTo>
                  <a:lnTo>
                    <a:pt x="8239" y="24586"/>
                  </a:lnTo>
                  <a:lnTo>
                    <a:pt x="8915" y="26268"/>
                  </a:lnTo>
                  <a:lnTo>
                    <a:pt x="9647" y="26083"/>
                  </a:lnTo>
                  <a:lnTo>
                    <a:pt x="11713" y="25996"/>
                  </a:lnTo>
                  <a:lnTo>
                    <a:pt x="14534" y="24714"/>
                  </a:lnTo>
                  <a:lnTo>
                    <a:pt x="17012" y="22516"/>
                  </a:lnTo>
                  <a:lnTo>
                    <a:pt x="18805" y="24856"/>
                  </a:lnTo>
                  <a:lnTo>
                    <a:pt x="18983" y="27013"/>
                  </a:lnTo>
                  <a:lnTo>
                    <a:pt x="19008" y="27318"/>
                  </a:lnTo>
                  <a:lnTo>
                    <a:pt x="19694" y="26630"/>
                  </a:lnTo>
                  <a:lnTo>
                    <a:pt x="23399" y="22916"/>
                  </a:lnTo>
                  <a:lnTo>
                    <a:pt x="23708" y="22693"/>
                  </a:lnTo>
                  <a:lnTo>
                    <a:pt x="24083" y="22421"/>
                  </a:lnTo>
                  <a:lnTo>
                    <a:pt x="24360" y="22298"/>
                  </a:lnTo>
                  <a:lnTo>
                    <a:pt x="26491" y="21358"/>
                  </a:lnTo>
                  <a:lnTo>
                    <a:pt x="29084" y="18445"/>
                  </a:lnTo>
                  <a:lnTo>
                    <a:pt x="29339" y="18220"/>
                  </a:lnTo>
                  <a:lnTo>
                    <a:pt x="30010" y="17629"/>
                  </a:lnTo>
                  <a:lnTo>
                    <a:pt x="31828" y="16032"/>
                  </a:lnTo>
                  <a:lnTo>
                    <a:pt x="32247" y="15663"/>
                  </a:lnTo>
                  <a:lnTo>
                    <a:pt x="33900" y="14891"/>
                  </a:lnTo>
                  <a:lnTo>
                    <a:pt x="35076" y="14231"/>
                  </a:lnTo>
                  <a:lnTo>
                    <a:pt x="35924" y="13755"/>
                  </a:lnTo>
                  <a:lnTo>
                    <a:pt x="37166" y="13598"/>
                  </a:lnTo>
                  <a:lnTo>
                    <a:pt x="38496" y="13430"/>
                  </a:lnTo>
                  <a:lnTo>
                    <a:pt x="39676" y="12872"/>
                  </a:lnTo>
                  <a:lnTo>
                    <a:pt x="40389" y="10282"/>
                  </a:lnTo>
                  <a:lnTo>
                    <a:pt x="40056" y="8631"/>
                  </a:lnTo>
                  <a:lnTo>
                    <a:pt x="38284" y="4365"/>
                  </a:lnTo>
                  <a:lnTo>
                    <a:pt x="46506" y="0"/>
                  </a:lnTo>
                  <a:lnTo>
                    <a:pt x="49565" y="7476"/>
                  </a:lnTo>
                  <a:lnTo>
                    <a:pt x="50875" y="10855"/>
                  </a:lnTo>
                  <a:lnTo>
                    <a:pt x="53117" y="16442"/>
                  </a:lnTo>
                  <a:lnTo>
                    <a:pt x="55036" y="2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966321" y="4095217"/>
              <a:ext cx="150217" cy="191109"/>
            </a:xfrm>
            <a:custGeom>
              <a:avLst/>
              <a:pathLst>
                <a:path w="150217" h="191109">
                  <a:moveTo>
                    <a:pt x="54820" y="16721"/>
                  </a:moveTo>
                  <a:lnTo>
                    <a:pt x="55760" y="17322"/>
                  </a:lnTo>
                  <a:lnTo>
                    <a:pt x="56394" y="17126"/>
                  </a:lnTo>
                  <a:lnTo>
                    <a:pt x="57028" y="16417"/>
                  </a:lnTo>
                  <a:lnTo>
                    <a:pt x="58960" y="14255"/>
                  </a:lnTo>
                  <a:lnTo>
                    <a:pt x="59109" y="14353"/>
                  </a:lnTo>
                  <a:lnTo>
                    <a:pt x="61660" y="15894"/>
                  </a:lnTo>
                  <a:lnTo>
                    <a:pt x="62895" y="16642"/>
                  </a:lnTo>
                  <a:lnTo>
                    <a:pt x="64228" y="18245"/>
                  </a:lnTo>
                  <a:lnTo>
                    <a:pt x="64788" y="19008"/>
                  </a:lnTo>
                  <a:lnTo>
                    <a:pt x="65551" y="18751"/>
                  </a:lnTo>
                  <a:lnTo>
                    <a:pt x="70968" y="17097"/>
                  </a:lnTo>
                  <a:lnTo>
                    <a:pt x="71899" y="16812"/>
                  </a:lnTo>
                  <a:lnTo>
                    <a:pt x="72442" y="16646"/>
                  </a:lnTo>
                  <a:lnTo>
                    <a:pt x="74675" y="16124"/>
                  </a:lnTo>
                  <a:lnTo>
                    <a:pt x="77091" y="15481"/>
                  </a:lnTo>
                  <a:lnTo>
                    <a:pt x="78392" y="14782"/>
                  </a:lnTo>
                  <a:lnTo>
                    <a:pt x="78730" y="14601"/>
                  </a:lnTo>
                  <a:lnTo>
                    <a:pt x="79503" y="17745"/>
                  </a:lnTo>
                  <a:lnTo>
                    <a:pt x="80086" y="18937"/>
                  </a:lnTo>
                  <a:lnTo>
                    <a:pt x="84178" y="16795"/>
                  </a:lnTo>
                  <a:lnTo>
                    <a:pt x="84489" y="16554"/>
                  </a:lnTo>
                  <a:lnTo>
                    <a:pt x="85361" y="15877"/>
                  </a:lnTo>
                  <a:lnTo>
                    <a:pt x="89436" y="13625"/>
                  </a:lnTo>
                  <a:lnTo>
                    <a:pt x="90039" y="13291"/>
                  </a:lnTo>
                  <a:lnTo>
                    <a:pt x="91693" y="16211"/>
                  </a:lnTo>
                  <a:lnTo>
                    <a:pt x="93011" y="18455"/>
                  </a:lnTo>
                  <a:lnTo>
                    <a:pt x="92520" y="19802"/>
                  </a:lnTo>
                  <a:lnTo>
                    <a:pt x="92876" y="19836"/>
                  </a:lnTo>
                  <a:lnTo>
                    <a:pt x="93020" y="19849"/>
                  </a:lnTo>
                  <a:lnTo>
                    <a:pt x="94358" y="22129"/>
                  </a:lnTo>
                  <a:lnTo>
                    <a:pt x="94458" y="22299"/>
                  </a:lnTo>
                  <a:lnTo>
                    <a:pt x="95293" y="23722"/>
                  </a:lnTo>
                  <a:lnTo>
                    <a:pt x="96159" y="24687"/>
                  </a:lnTo>
                  <a:lnTo>
                    <a:pt x="97178" y="25412"/>
                  </a:lnTo>
                  <a:lnTo>
                    <a:pt x="98190" y="26131"/>
                  </a:lnTo>
                  <a:lnTo>
                    <a:pt x="99151" y="26896"/>
                  </a:lnTo>
                  <a:lnTo>
                    <a:pt x="100244" y="27576"/>
                  </a:lnTo>
                  <a:lnTo>
                    <a:pt x="101764" y="28595"/>
                  </a:lnTo>
                  <a:lnTo>
                    <a:pt x="102559" y="29348"/>
                  </a:lnTo>
                  <a:lnTo>
                    <a:pt x="102632" y="30621"/>
                  </a:lnTo>
                  <a:lnTo>
                    <a:pt x="102603" y="31266"/>
                  </a:lnTo>
                  <a:lnTo>
                    <a:pt x="102583" y="31714"/>
                  </a:lnTo>
                  <a:lnTo>
                    <a:pt x="102737" y="32200"/>
                  </a:lnTo>
                  <a:lnTo>
                    <a:pt x="102844" y="32631"/>
                  </a:lnTo>
                  <a:lnTo>
                    <a:pt x="103450" y="35076"/>
                  </a:lnTo>
                  <a:lnTo>
                    <a:pt x="103533" y="36290"/>
                  </a:lnTo>
                  <a:lnTo>
                    <a:pt x="103877" y="37285"/>
                  </a:lnTo>
                  <a:lnTo>
                    <a:pt x="104673" y="37968"/>
                  </a:lnTo>
                  <a:lnTo>
                    <a:pt x="107038" y="39996"/>
                  </a:lnTo>
                  <a:lnTo>
                    <a:pt x="108168" y="40598"/>
                  </a:lnTo>
                  <a:lnTo>
                    <a:pt x="109460" y="41365"/>
                  </a:lnTo>
                  <a:lnTo>
                    <a:pt x="110163" y="42045"/>
                  </a:lnTo>
                  <a:lnTo>
                    <a:pt x="110627" y="42620"/>
                  </a:lnTo>
                  <a:lnTo>
                    <a:pt x="111455" y="43645"/>
                  </a:lnTo>
                  <a:lnTo>
                    <a:pt x="111746" y="44017"/>
                  </a:lnTo>
                  <a:lnTo>
                    <a:pt x="112517" y="45006"/>
                  </a:lnTo>
                  <a:lnTo>
                    <a:pt x="113405" y="46578"/>
                  </a:lnTo>
                  <a:lnTo>
                    <a:pt x="113590" y="47394"/>
                  </a:lnTo>
                  <a:lnTo>
                    <a:pt x="113918" y="47889"/>
                  </a:lnTo>
                  <a:lnTo>
                    <a:pt x="114470" y="48307"/>
                  </a:lnTo>
                  <a:lnTo>
                    <a:pt x="115286" y="48923"/>
                  </a:lnTo>
                  <a:lnTo>
                    <a:pt x="115799" y="49608"/>
                  </a:lnTo>
                  <a:lnTo>
                    <a:pt x="115941" y="49972"/>
                  </a:lnTo>
                  <a:lnTo>
                    <a:pt x="116155" y="51021"/>
                  </a:lnTo>
                  <a:lnTo>
                    <a:pt x="116240" y="52157"/>
                  </a:lnTo>
                  <a:lnTo>
                    <a:pt x="116910" y="54487"/>
                  </a:lnTo>
                  <a:lnTo>
                    <a:pt x="118407" y="56499"/>
                  </a:lnTo>
                  <a:lnTo>
                    <a:pt x="118876" y="57385"/>
                  </a:lnTo>
                  <a:lnTo>
                    <a:pt x="119304" y="58040"/>
                  </a:lnTo>
                  <a:lnTo>
                    <a:pt x="119945" y="58710"/>
                  </a:lnTo>
                  <a:lnTo>
                    <a:pt x="122068" y="60225"/>
                  </a:lnTo>
                  <a:lnTo>
                    <a:pt x="123749" y="61478"/>
                  </a:lnTo>
                  <a:lnTo>
                    <a:pt x="124120" y="61871"/>
                  </a:lnTo>
                  <a:lnTo>
                    <a:pt x="124666" y="62580"/>
                  </a:lnTo>
                  <a:lnTo>
                    <a:pt x="125487" y="64683"/>
                  </a:lnTo>
                  <a:lnTo>
                    <a:pt x="126028" y="65733"/>
                  </a:lnTo>
                  <a:lnTo>
                    <a:pt x="126300" y="66259"/>
                  </a:lnTo>
                  <a:lnTo>
                    <a:pt x="126162" y="66471"/>
                  </a:lnTo>
                  <a:lnTo>
                    <a:pt x="125372" y="67675"/>
                  </a:lnTo>
                  <a:lnTo>
                    <a:pt x="124661" y="68760"/>
                  </a:lnTo>
                  <a:lnTo>
                    <a:pt x="125222" y="71236"/>
                  </a:lnTo>
                  <a:lnTo>
                    <a:pt x="125459" y="72284"/>
                  </a:lnTo>
                  <a:lnTo>
                    <a:pt x="123749" y="75517"/>
                  </a:lnTo>
                  <a:lnTo>
                    <a:pt x="122609" y="79027"/>
                  </a:lnTo>
                  <a:lnTo>
                    <a:pt x="122182" y="82333"/>
                  </a:lnTo>
                  <a:lnTo>
                    <a:pt x="123155" y="83352"/>
                  </a:lnTo>
                  <a:lnTo>
                    <a:pt x="122434" y="82918"/>
                  </a:lnTo>
                  <a:lnTo>
                    <a:pt x="121284" y="82227"/>
                  </a:lnTo>
                  <a:lnTo>
                    <a:pt x="119593" y="81211"/>
                  </a:lnTo>
                  <a:lnTo>
                    <a:pt x="119137" y="81393"/>
                  </a:lnTo>
                  <a:lnTo>
                    <a:pt x="118258" y="82211"/>
                  </a:lnTo>
                  <a:lnTo>
                    <a:pt x="115996" y="80531"/>
                  </a:lnTo>
                  <a:lnTo>
                    <a:pt x="115705" y="80245"/>
                  </a:lnTo>
                  <a:lnTo>
                    <a:pt x="114903" y="78514"/>
                  </a:lnTo>
                  <a:lnTo>
                    <a:pt x="114366" y="77762"/>
                  </a:lnTo>
                  <a:lnTo>
                    <a:pt x="114107" y="77810"/>
                  </a:lnTo>
                  <a:lnTo>
                    <a:pt x="113752" y="77876"/>
                  </a:lnTo>
                  <a:lnTo>
                    <a:pt x="112744" y="78185"/>
                  </a:lnTo>
                  <a:lnTo>
                    <a:pt x="110142" y="78983"/>
                  </a:lnTo>
                  <a:lnTo>
                    <a:pt x="109714" y="79360"/>
                  </a:lnTo>
                  <a:lnTo>
                    <a:pt x="107763" y="81078"/>
                  </a:lnTo>
                  <a:lnTo>
                    <a:pt x="107204" y="82340"/>
                  </a:lnTo>
                  <a:lnTo>
                    <a:pt x="107140" y="82540"/>
                  </a:lnTo>
                  <a:lnTo>
                    <a:pt x="106733" y="81985"/>
                  </a:lnTo>
                  <a:lnTo>
                    <a:pt x="104042" y="80453"/>
                  </a:lnTo>
                  <a:lnTo>
                    <a:pt x="103189" y="79967"/>
                  </a:lnTo>
                  <a:lnTo>
                    <a:pt x="101862" y="80608"/>
                  </a:lnTo>
                  <a:lnTo>
                    <a:pt x="101669" y="81054"/>
                  </a:lnTo>
                  <a:lnTo>
                    <a:pt x="98212" y="82646"/>
                  </a:lnTo>
                  <a:lnTo>
                    <a:pt x="95667" y="83649"/>
                  </a:lnTo>
                  <a:lnTo>
                    <a:pt x="90242" y="83799"/>
                  </a:lnTo>
                  <a:lnTo>
                    <a:pt x="90095" y="83801"/>
                  </a:lnTo>
                  <a:lnTo>
                    <a:pt x="89893" y="83803"/>
                  </a:lnTo>
                  <a:lnTo>
                    <a:pt x="89743" y="83805"/>
                  </a:lnTo>
                  <a:lnTo>
                    <a:pt x="88262" y="83823"/>
                  </a:lnTo>
                  <a:lnTo>
                    <a:pt x="85816" y="83423"/>
                  </a:lnTo>
                  <a:lnTo>
                    <a:pt x="85414" y="83332"/>
                  </a:lnTo>
                  <a:lnTo>
                    <a:pt x="85115" y="83265"/>
                  </a:lnTo>
                  <a:lnTo>
                    <a:pt x="82777" y="82991"/>
                  </a:lnTo>
                  <a:lnTo>
                    <a:pt x="81125" y="82798"/>
                  </a:lnTo>
                  <a:lnTo>
                    <a:pt x="80021" y="82668"/>
                  </a:lnTo>
                  <a:lnTo>
                    <a:pt x="79357" y="82642"/>
                  </a:lnTo>
                  <a:lnTo>
                    <a:pt x="79164" y="82634"/>
                  </a:lnTo>
                  <a:lnTo>
                    <a:pt x="79289" y="83296"/>
                  </a:lnTo>
                  <a:lnTo>
                    <a:pt x="79628" y="85085"/>
                  </a:lnTo>
                  <a:lnTo>
                    <a:pt x="79605" y="85635"/>
                  </a:lnTo>
                  <a:lnTo>
                    <a:pt x="79486" y="88508"/>
                  </a:lnTo>
                  <a:lnTo>
                    <a:pt x="79273" y="92236"/>
                  </a:lnTo>
                  <a:lnTo>
                    <a:pt x="79368" y="92710"/>
                  </a:lnTo>
                  <a:lnTo>
                    <a:pt x="79962" y="93256"/>
                  </a:lnTo>
                  <a:lnTo>
                    <a:pt x="81577" y="94300"/>
                  </a:lnTo>
                  <a:lnTo>
                    <a:pt x="81787" y="94406"/>
                  </a:lnTo>
                  <a:lnTo>
                    <a:pt x="84310" y="95692"/>
                  </a:lnTo>
                  <a:lnTo>
                    <a:pt x="83689" y="97700"/>
                  </a:lnTo>
                  <a:lnTo>
                    <a:pt x="83502" y="98303"/>
                  </a:lnTo>
                  <a:lnTo>
                    <a:pt x="79565" y="96951"/>
                  </a:lnTo>
                  <a:lnTo>
                    <a:pt x="75850" y="95559"/>
                  </a:lnTo>
                  <a:lnTo>
                    <a:pt x="75920" y="96623"/>
                  </a:lnTo>
                  <a:lnTo>
                    <a:pt x="75940" y="96915"/>
                  </a:lnTo>
                  <a:lnTo>
                    <a:pt x="75931" y="98154"/>
                  </a:lnTo>
                  <a:lnTo>
                    <a:pt x="74325" y="101445"/>
                  </a:lnTo>
                  <a:lnTo>
                    <a:pt x="74351" y="102122"/>
                  </a:lnTo>
                  <a:lnTo>
                    <a:pt x="84967" y="104815"/>
                  </a:lnTo>
                  <a:lnTo>
                    <a:pt x="85993" y="104582"/>
                  </a:lnTo>
                  <a:lnTo>
                    <a:pt x="87831" y="104174"/>
                  </a:lnTo>
                  <a:lnTo>
                    <a:pt x="88230" y="104131"/>
                  </a:lnTo>
                  <a:lnTo>
                    <a:pt x="88985" y="104131"/>
                  </a:lnTo>
                  <a:lnTo>
                    <a:pt x="90726" y="104278"/>
                  </a:lnTo>
                  <a:lnTo>
                    <a:pt x="91222" y="104320"/>
                  </a:lnTo>
                  <a:lnTo>
                    <a:pt x="91935" y="104422"/>
                  </a:lnTo>
                  <a:lnTo>
                    <a:pt x="92505" y="104669"/>
                  </a:lnTo>
                  <a:lnTo>
                    <a:pt x="93303" y="105179"/>
                  </a:lnTo>
                  <a:lnTo>
                    <a:pt x="93858" y="105456"/>
                  </a:lnTo>
                  <a:lnTo>
                    <a:pt x="95027" y="105689"/>
                  </a:lnTo>
                  <a:lnTo>
                    <a:pt x="95953" y="105805"/>
                  </a:lnTo>
                  <a:lnTo>
                    <a:pt x="96523" y="105747"/>
                  </a:lnTo>
                  <a:lnTo>
                    <a:pt x="100210" y="103970"/>
                  </a:lnTo>
                  <a:lnTo>
                    <a:pt x="100790" y="103695"/>
                  </a:lnTo>
                  <a:lnTo>
                    <a:pt x="102385" y="106661"/>
                  </a:lnTo>
                  <a:lnTo>
                    <a:pt x="102114" y="108047"/>
                  </a:lnTo>
                  <a:lnTo>
                    <a:pt x="101303" y="107936"/>
                  </a:lnTo>
                  <a:lnTo>
                    <a:pt x="96591" y="110130"/>
                  </a:lnTo>
                  <a:lnTo>
                    <a:pt x="97080" y="112328"/>
                  </a:lnTo>
                  <a:lnTo>
                    <a:pt x="90838" y="117247"/>
                  </a:lnTo>
                  <a:lnTo>
                    <a:pt x="92038" y="118490"/>
                  </a:lnTo>
                  <a:lnTo>
                    <a:pt x="92917" y="119400"/>
                  </a:lnTo>
                  <a:lnTo>
                    <a:pt x="93121" y="119612"/>
                  </a:lnTo>
                  <a:lnTo>
                    <a:pt x="94570" y="121113"/>
                  </a:lnTo>
                  <a:lnTo>
                    <a:pt x="95233" y="121800"/>
                  </a:lnTo>
                  <a:lnTo>
                    <a:pt x="95545" y="122123"/>
                  </a:lnTo>
                  <a:lnTo>
                    <a:pt x="96787" y="123410"/>
                  </a:lnTo>
                  <a:lnTo>
                    <a:pt x="96912" y="123575"/>
                  </a:lnTo>
                  <a:lnTo>
                    <a:pt x="97125" y="123858"/>
                  </a:lnTo>
                  <a:lnTo>
                    <a:pt x="98506" y="125687"/>
                  </a:lnTo>
                  <a:lnTo>
                    <a:pt x="98683" y="125881"/>
                  </a:lnTo>
                  <a:lnTo>
                    <a:pt x="98983" y="126206"/>
                  </a:lnTo>
                  <a:lnTo>
                    <a:pt x="99506" y="126775"/>
                  </a:lnTo>
                  <a:lnTo>
                    <a:pt x="100687" y="128069"/>
                  </a:lnTo>
                  <a:lnTo>
                    <a:pt x="101293" y="128900"/>
                  </a:lnTo>
                  <a:lnTo>
                    <a:pt x="101626" y="129358"/>
                  </a:lnTo>
                  <a:lnTo>
                    <a:pt x="101951" y="129853"/>
                  </a:lnTo>
                  <a:lnTo>
                    <a:pt x="102420" y="130570"/>
                  </a:lnTo>
                  <a:lnTo>
                    <a:pt x="102991" y="131402"/>
                  </a:lnTo>
                  <a:lnTo>
                    <a:pt x="105157" y="131489"/>
                  </a:lnTo>
                  <a:lnTo>
                    <a:pt x="106271" y="133123"/>
                  </a:lnTo>
                  <a:lnTo>
                    <a:pt x="107534" y="134974"/>
                  </a:lnTo>
                  <a:lnTo>
                    <a:pt x="109649" y="135334"/>
                  </a:lnTo>
                  <a:lnTo>
                    <a:pt x="109993" y="135393"/>
                  </a:lnTo>
                  <a:lnTo>
                    <a:pt x="112671" y="136047"/>
                  </a:lnTo>
                  <a:lnTo>
                    <a:pt x="114286" y="136442"/>
                  </a:lnTo>
                  <a:lnTo>
                    <a:pt x="115794" y="136778"/>
                  </a:lnTo>
                  <a:lnTo>
                    <a:pt x="117592" y="137180"/>
                  </a:lnTo>
                  <a:lnTo>
                    <a:pt x="120802" y="138246"/>
                  </a:lnTo>
                  <a:lnTo>
                    <a:pt x="121596" y="136741"/>
                  </a:lnTo>
                  <a:lnTo>
                    <a:pt x="122622" y="136780"/>
                  </a:lnTo>
                  <a:lnTo>
                    <a:pt x="125510" y="137790"/>
                  </a:lnTo>
                  <a:lnTo>
                    <a:pt x="126308" y="138178"/>
                  </a:lnTo>
                  <a:lnTo>
                    <a:pt x="126764" y="138799"/>
                  </a:lnTo>
                  <a:lnTo>
                    <a:pt x="127980" y="139848"/>
                  </a:lnTo>
                  <a:lnTo>
                    <a:pt x="129272" y="139887"/>
                  </a:lnTo>
                  <a:lnTo>
                    <a:pt x="131057" y="139615"/>
                  </a:lnTo>
                  <a:lnTo>
                    <a:pt x="132007" y="139071"/>
                  </a:lnTo>
                  <a:lnTo>
                    <a:pt x="132995" y="138644"/>
                  </a:lnTo>
                  <a:lnTo>
                    <a:pt x="134452" y="137644"/>
                  </a:lnTo>
                  <a:lnTo>
                    <a:pt x="135852" y="142171"/>
                  </a:lnTo>
                  <a:lnTo>
                    <a:pt x="138349" y="145532"/>
                  </a:lnTo>
                  <a:lnTo>
                    <a:pt x="138487" y="146616"/>
                  </a:lnTo>
                  <a:lnTo>
                    <a:pt x="138562" y="147207"/>
                  </a:lnTo>
                  <a:lnTo>
                    <a:pt x="140826" y="148681"/>
                  </a:lnTo>
                  <a:lnTo>
                    <a:pt x="141776" y="149300"/>
                  </a:lnTo>
                  <a:lnTo>
                    <a:pt x="142584" y="151232"/>
                  </a:lnTo>
                  <a:lnTo>
                    <a:pt x="143051" y="152348"/>
                  </a:lnTo>
                  <a:lnTo>
                    <a:pt x="144501" y="155708"/>
                  </a:lnTo>
                  <a:lnTo>
                    <a:pt x="144604" y="155946"/>
                  </a:lnTo>
                  <a:lnTo>
                    <a:pt x="146059" y="159269"/>
                  </a:lnTo>
                  <a:lnTo>
                    <a:pt x="146344" y="159603"/>
                  </a:lnTo>
                  <a:lnTo>
                    <a:pt x="150217" y="164146"/>
                  </a:lnTo>
                  <a:lnTo>
                    <a:pt x="126127" y="164633"/>
                  </a:lnTo>
                  <a:lnTo>
                    <a:pt x="125599" y="182876"/>
                  </a:lnTo>
                  <a:lnTo>
                    <a:pt x="123532" y="185601"/>
                  </a:lnTo>
                  <a:lnTo>
                    <a:pt x="113860" y="175359"/>
                  </a:lnTo>
                  <a:lnTo>
                    <a:pt x="109000" y="175435"/>
                  </a:lnTo>
                  <a:lnTo>
                    <a:pt x="103757" y="177377"/>
                  </a:lnTo>
                  <a:lnTo>
                    <a:pt x="96006" y="173881"/>
                  </a:lnTo>
                  <a:lnTo>
                    <a:pt x="96123" y="165048"/>
                  </a:lnTo>
                  <a:lnTo>
                    <a:pt x="91228" y="164211"/>
                  </a:lnTo>
                  <a:lnTo>
                    <a:pt x="90186" y="164032"/>
                  </a:lnTo>
                  <a:lnTo>
                    <a:pt x="90126" y="169985"/>
                  </a:lnTo>
                  <a:lnTo>
                    <a:pt x="79533" y="169686"/>
                  </a:lnTo>
                  <a:lnTo>
                    <a:pt x="79631" y="169899"/>
                  </a:lnTo>
                  <a:lnTo>
                    <a:pt x="82241" y="175617"/>
                  </a:lnTo>
                  <a:lnTo>
                    <a:pt x="81482" y="177461"/>
                  </a:lnTo>
                  <a:lnTo>
                    <a:pt x="78978" y="178985"/>
                  </a:lnTo>
                  <a:lnTo>
                    <a:pt x="80721" y="182310"/>
                  </a:lnTo>
                  <a:lnTo>
                    <a:pt x="81156" y="183179"/>
                  </a:lnTo>
                  <a:lnTo>
                    <a:pt x="83637" y="188133"/>
                  </a:lnTo>
                  <a:lnTo>
                    <a:pt x="76613" y="190226"/>
                  </a:lnTo>
                  <a:lnTo>
                    <a:pt x="75846" y="190455"/>
                  </a:lnTo>
                  <a:lnTo>
                    <a:pt x="73705" y="191109"/>
                  </a:lnTo>
                  <a:lnTo>
                    <a:pt x="68100" y="184750"/>
                  </a:lnTo>
                  <a:lnTo>
                    <a:pt x="67697" y="184571"/>
                  </a:lnTo>
                  <a:lnTo>
                    <a:pt x="66402" y="183998"/>
                  </a:lnTo>
                  <a:lnTo>
                    <a:pt x="65251" y="183487"/>
                  </a:lnTo>
                  <a:lnTo>
                    <a:pt x="61926" y="181934"/>
                  </a:lnTo>
                  <a:lnTo>
                    <a:pt x="60821" y="180656"/>
                  </a:lnTo>
                  <a:lnTo>
                    <a:pt x="56512" y="175671"/>
                  </a:lnTo>
                  <a:lnTo>
                    <a:pt x="55855" y="174506"/>
                  </a:lnTo>
                  <a:lnTo>
                    <a:pt x="52727" y="168951"/>
                  </a:lnTo>
                  <a:lnTo>
                    <a:pt x="51608" y="166963"/>
                  </a:lnTo>
                  <a:lnTo>
                    <a:pt x="50509" y="165505"/>
                  </a:lnTo>
                  <a:lnTo>
                    <a:pt x="49813" y="161191"/>
                  </a:lnTo>
                  <a:lnTo>
                    <a:pt x="48857" y="155146"/>
                  </a:lnTo>
                  <a:lnTo>
                    <a:pt x="48619" y="154531"/>
                  </a:lnTo>
                  <a:lnTo>
                    <a:pt x="47423" y="152279"/>
                  </a:lnTo>
                  <a:lnTo>
                    <a:pt x="48276" y="151741"/>
                  </a:lnTo>
                  <a:lnTo>
                    <a:pt x="47748" y="150492"/>
                  </a:lnTo>
                  <a:lnTo>
                    <a:pt x="46770" y="148178"/>
                  </a:lnTo>
                  <a:lnTo>
                    <a:pt x="46711" y="148040"/>
                  </a:lnTo>
                  <a:lnTo>
                    <a:pt x="46272" y="147225"/>
                  </a:lnTo>
                  <a:lnTo>
                    <a:pt x="45977" y="146529"/>
                  </a:lnTo>
                  <a:lnTo>
                    <a:pt x="45871" y="146276"/>
                  </a:lnTo>
                  <a:lnTo>
                    <a:pt x="45638" y="145727"/>
                  </a:lnTo>
                  <a:lnTo>
                    <a:pt x="45057" y="144353"/>
                  </a:lnTo>
                  <a:lnTo>
                    <a:pt x="42595" y="141081"/>
                  </a:lnTo>
                  <a:lnTo>
                    <a:pt x="41638" y="139809"/>
                  </a:lnTo>
                  <a:lnTo>
                    <a:pt x="40860" y="140178"/>
                  </a:lnTo>
                  <a:lnTo>
                    <a:pt x="39640" y="139281"/>
                  </a:lnTo>
                  <a:lnTo>
                    <a:pt x="39091" y="138389"/>
                  </a:lnTo>
                  <a:lnTo>
                    <a:pt x="38047" y="136055"/>
                  </a:lnTo>
                  <a:lnTo>
                    <a:pt x="37814" y="135100"/>
                  </a:lnTo>
                  <a:lnTo>
                    <a:pt x="37594" y="134310"/>
                  </a:lnTo>
                  <a:lnTo>
                    <a:pt x="37287" y="133210"/>
                  </a:lnTo>
                  <a:lnTo>
                    <a:pt x="37215" y="132951"/>
                  </a:lnTo>
                  <a:lnTo>
                    <a:pt x="36692" y="131217"/>
                  </a:lnTo>
                  <a:lnTo>
                    <a:pt x="36549" y="130741"/>
                  </a:lnTo>
                  <a:lnTo>
                    <a:pt x="36344" y="130504"/>
                  </a:lnTo>
                  <a:lnTo>
                    <a:pt x="35536" y="129573"/>
                  </a:lnTo>
                  <a:lnTo>
                    <a:pt x="34980" y="128871"/>
                  </a:lnTo>
                  <a:lnTo>
                    <a:pt x="33489" y="126989"/>
                  </a:lnTo>
                  <a:lnTo>
                    <a:pt x="32800" y="126121"/>
                  </a:lnTo>
                  <a:lnTo>
                    <a:pt x="32327" y="125972"/>
                  </a:lnTo>
                  <a:lnTo>
                    <a:pt x="31831" y="125815"/>
                  </a:lnTo>
                  <a:lnTo>
                    <a:pt x="31366" y="125363"/>
                  </a:lnTo>
                  <a:lnTo>
                    <a:pt x="29600" y="123645"/>
                  </a:lnTo>
                  <a:lnTo>
                    <a:pt x="29456" y="121725"/>
                  </a:lnTo>
                  <a:lnTo>
                    <a:pt x="29390" y="120740"/>
                  </a:lnTo>
                  <a:lnTo>
                    <a:pt x="29524" y="120375"/>
                  </a:lnTo>
                  <a:lnTo>
                    <a:pt x="29716" y="119854"/>
                  </a:lnTo>
                  <a:lnTo>
                    <a:pt x="29591" y="119123"/>
                  </a:lnTo>
                  <a:lnTo>
                    <a:pt x="29546" y="118912"/>
                  </a:lnTo>
                  <a:lnTo>
                    <a:pt x="29115" y="116878"/>
                  </a:lnTo>
                  <a:lnTo>
                    <a:pt x="29116" y="115227"/>
                  </a:lnTo>
                  <a:lnTo>
                    <a:pt x="29294" y="112642"/>
                  </a:lnTo>
                  <a:lnTo>
                    <a:pt x="29308" y="112513"/>
                  </a:lnTo>
                  <a:lnTo>
                    <a:pt x="29401" y="111669"/>
                  </a:lnTo>
                  <a:lnTo>
                    <a:pt x="29667" y="110038"/>
                  </a:lnTo>
                  <a:lnTo>
                    <a:pt x="29433" y="106352"/>
                  </a:lnTo>
                  <a:lnTo>
                    <a:pt x="29396" y="105761"/>
                  </a:lnTo>
                  <a:lnTo>
                    <a:pt x="29050" y="105664"/>
                  </a:lnTo>
                  <a:lnTo>
                    <a:pt x="27355" y="105190"/>
                  </a:lnTo>
                  <a:lnTo>
                    <a:pt x="27168" y="104672"/>
                  </a:lnTo>
                  <a:lnTo>
                    <a:pt x="26818" y="103700"/>
                  </a:lnTo>
                  <a:lnTo>
                    <a:pt x="26647" y="103307"/>
                  </a:lnTo>
                  <a:lnTo>
                    <a:pt x="26056" y="101947"/>
                  </a:lnTo>
                  <a:lnTo>
                    <a:pt x="25678" y="101079"/>
                  </a:lnTo>
                  <a:lnTo>
                    <a:pt x="25663" y="100193"/>
                  </a:lnTo>
                  <a:lnTo>
                    <a:pt x="25650" y="99468"/>
                  </a:lnTo>
                  <a:lnTo>
                    <a:pt x="25096" y="97184"/>
                  </a:lnTo>
                  <a:lnTo>
                    <a:pt x="25130" y="96762"/>
                  </a:lnTo>
                  <a:lnTo>
                    <a:pt x="25222" y="96594"/>
                  </a:lnTo>
                  <a:lnTo>
                    <a:pt x="26160" y="96121"/>
                  </a:lnTo>
                  <a:lnTo>
                    <a:pt x="27245" y="94991"/>
                  </a:lnTo>
                  <a:lnTo>
                    <a:pt x="26944" y="94303"/>
                  </a:lnTo>
                  <a:lnTo>
                    <a:pt x="26611" y="93860"/>
                  </a:lnTo>
                  <a:lnTo>
                    <a:pt x="25614" y="92531"/>
                  </a:lnTo>
                  <a:lnTo>
                    <a:pt x="24332" y="90409"/>
                  </a:lnTo>
                  <a:lnTo>
                    <a:pt x="23429" y="88914"/>
                  </a:lnTo>
                  <a:lnTo>
                    <a:pt x="23168" y="88405"/>
                  </a:lnTo>
                  <a:lnTo>
                    <a:pt x="22957" y="88084"/>
                  </a:lnTo>
                  <a:lnTo>
                    <a:pt x="22615" y="87657"/>
                  </a:lnTo>
                  <a:lnTo>
                    <a:pt x="21902" y="86916"/>
                  </a:lnTo>
                  <a:lnTo>
                    <a:pt x="22048" y="86858"/>
                  </a:lnTo>
                  <a:lnTo>
                    <a:pt x="22628" y="86624"/>
                  </a:lnTo>
                  <a:lnTo>
                    <a:pt x="26272" y="85157"/>
                  </a:lnTo>
                  <a:lnTo>
                    <a:pt x="28302" y="84501"/>
                  </a:lnTo>
                  <a:lnTo>
                    <a:pt x="28572" y="84442"/>
                  </a:lnTo>
                  <a:lnTo>
                    <a:pt x="29181" y="84307"/>
                  </a:lnTo>
                  <a:lnTo>
                    <a:pt x="31088" y="84302"/>
                  </a:lnTo>
                  <a:lnTo>
                    <a:pt x="32588" y="84298"/>
                  </a:lnTo>
                  <a:lnTo>
                    <a:pt x="33610" y="84295"/>
                  </a:lnTo>
                  <a:lnTo>
                    <a:pt x="37219" y="83376"/>
                  </a:lnTo>
                  <a:lnTo>
                    <a:pt x="37374" y="83336"/>
                  </a:lnTo>
                  <a:lnTo>
                    <a:pt x="37727" y="83105"/>
                  </a:lnTo>
                  <a:lnTo>
                    <a:pt x="38085" y="82872"/>
                  </a:lnTo>
                  <a:lnTo>
                    <a:pt x="38273" y="82749"/>
                  </a:lnTo>
                  <a:lnTo>
                    <a:pt x="38787" y="82414"/>
                  </a:lnTo>
                  <a:lnTo>
                    <a:pt x="46329" y="80367"/>
                  </a:lnTo>
                  <a:lnTo>
                    <a:pt x="46289" y="80141"/>
                  </a:lnTo>
                  <a:lnTo>
                    <a:pt x="46089" y="79017"/>
                  </a:lnTo>
                  <a:lnTo>
                    <a:pt x="45942" y="78620"/>
                  </a:lnTo>
                  <a:lnTo>
                    <a:pt x="45750" y="78102"/>
                  </a:lnTo>
                  <a:lnTo>
                    <a:pt x="44331" y="74260"/>
                  </a:lnTo>
                  <a:lnTo>
                    <a:pt x="42621" y="71395"/>
                  </a:lnTo>
                  <a:lnTo>
                    <a:pt x="39724" y="67851"/>
                  </a:lnTo>
                  <a:lnTo>
                    <a:pt x="38335" y="66913"/>
                  </a:lnTo>
                  <a:lnTo>
                    <a:pt x="36444" y="65635"/>
                  </a:lnTo>
                  <a:lnTo>
                    <a:pt x="36171" y="65451"/>
                  </a:lnTo>
                  <a:lnTo>
                    <a:pt x="34470" y="64300"/>
                  </a:lnTo>
                  <a:lnTo>
                    <a:pt x="29829" y="61298"/>
                  </a:lnTo>
                  <a:lnTo>
                    <a:pt x="27417" y="59737"/>
                  </a:lnTo>
                  <a:lnTo>
                    <a:pt x="20069" y="54656"/>
                  </a:lnTo>
                  <a:lnTo>
                    <a:pt x="19102" y="56183"/>
                  </a:lnTo>
                  <a:lnTo>
                    <a:pt x="18563" y="56990"/>
                  </a:lnTo>
                  <a:lnTo>
                    <a:pt x="13008" y="53377"/>
                  </a:lnTo>
                  <a:lnTo>
                    <a:pt x="11666" y="52504"/>
                  </a:lnTo>
                  <a:lnTo>
                    <a:pt x="5582" y="48547"/>
                  </a:lnTo>
                  <a:lnTo>
                    <a:pt x="5380" y="48416"/>
                  </a:lnTo>
                  <a:lnTo>
                    <a:pt x="174" y="45030"/>
                  </a:lnTo>
                  <a:lnTo>
                    <a:pt x="0" y="44916"/>
                  </a:lnTo>
                  <a:lnTo>
                    <a:pt x="1811" y="42006"/>
                  </a:lnTo>
                  <a:lnTo>
                    <a:pt x="5978" y="36219"/>
                  </a:lnTo>
                  <a:lnTo>
                    <a:pt x="7602" y="33694"/>
                  </a:lnTo>
                  <a:lnTo>
                    <a:pt x="7990" y="33092"/>
                  </a:lnTo>
                  <a:lnTo>
                    <a:pt x="10192" y="29669"/>
                  </a:lnTo>
                  <a:lnTo>
                    <a:pt x="11462" y="27695"/>
                  </a:lnTo>
                  <a:lnTo>
                    <a:pt x="18243" y="17614"/>
                  </a:lnTo>
                  <a:lnTo>
                    <a:pt x="20586" y="14130"/>
                  </a:lnTo>
                  <a:lnTo>
                    <a:pt x="24380" y="8490"/>
                  </a:lnTo>
                  <a:lnTo>
                    <a:pt x="24699" y="7990"/>
                  </a:lnTo>
                  <a:lnTo>
                    <a:pt x="25468" y="6783"/>
                  </a:lnTo>
                  <a:lnTo>
                    <a:pt x="29282" y="800"/>
                  </a:lnTo>
                  <a:lnTo>
                    <a:pt x="29799" y="0"/>
                  </a:lnTo>
                  <a:lnTo>
                    <a:pt x="30142" y="234"/>
                  </a:lnTo>
                  <a:lnTo>
                    <a:pt x="34355" y="2987"/>
                  </a:lnTo>
                  <a:lnTo>
                    <a:pt x="34830" y="3298"/>
                  </a:lnTo>
                  <a:lnTo>
                    <a:pt x="35086" y="3465"/>
                  </a:lnTo>
                  <a:lnTo>
                    <a:pt x="35933" y="4018"/>
                  </a:lnTo>
                  <a:lnTo>
                    <a:pt x="36796" y="4651"/>
                  </a:lnTo>
                  <a:lnTo>
                    <a:pt x="41456" y="8068"/>
                  </a:lnTo>
                  <a:lnTo>
                    <a:pt x="41614" y="8184"/>
                  </a:lnTo>
                  <a:lnTo>
                    <a:pt x="42514" y="8595"/>
                  </a:lnTo>
                  <a:lnTo>
                    <a:pt x="42889" y="8766"/>
                  </a:lnTo>
                  <a:lnTo>
                    <a:pt x="43916" y="9235"/>
                  </a:lnTo>
                  <a:lnTo>
                    <a:pt x="44863" y="9854"/>
                  </a:lnTo>
                  <a:lnTo>
                    <a:pt x="49198" y="12686"/>
                  </a:lnTo>
                  <a:lnTo>
                    <a:pt x="49958" y="13182"/>
                  </a:lnTo>
                  <a:lnTo>
                    <a:pt x="50694" y="1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09862" y="4032680"/>
              <a:ext cx="158245" cy="156060"/>
            </a:xfrm>
            <a:custGeom>
              <a:avLst/>
              <a:pathLst>
                <a:path w="158245" h="156060">
                  <a:moveTo>
                    <a:pt x="79806" y="28958"/>
                  </a:moveTo>
                  <a:lnTo>
                    <a:pt x="78041" y="31663"/>
                  </a:lnTo>
                  <a:lnTo>
                    <a:pt x="77859" y="31941"/>
                  </a:lnTo>
                  <a:lnTo>
                    <a:pt x="77357" y="32739"/>
                  </a:lnTo>
                  <a:lnTo>
                    <a:pt x="76114" y="34717"/>
                  </a:lnTo>
                  <a:lnTo>
                    <a:pt x="73423" y="38999"/>
                  </a:lnTo>
                  <a:lnTo>
                    <a:pt x="73228" y="39347"/>
                  </a:lnTo>
                  <a:lnTo>
                    <a:pt x="72921" y="39894"/>
                  </a:lnTo>
                  <a:lnTo>
                    <a:pt x="72199" y="41178"/>
                  </a:lnTo>
                  <a:lnTo>
                    <a:pt x="75150" y="43024"/>
                  </a:lnTo>
                  <a:lnTo>
                    <a:pt x="78438" y="45081"/>
                  </a:lnTo>
                  <a:lnTo>
                    <a:pt x="78577" y="45168"/>
                  </a:lnTo>
                  <a:lnTo>
                    <a:pt x="84330" y="48767"/>
                  </a:lnTo>
                  <a:lnTo>
                    <a:pt x="84469" y="48854"/>
                  </a:lnTo>
                  <a:lnTo>
                    <a:pt x="96266" y="56235"/>
                  </a:lnTo>
                  <a:lnTo>
                    <a:pt x="96815" y="56578"/>
                  </a:lnTo>
                  <a:lnTo>
                    <a:pt x="106281" y="62500"/>
                  </a:lnTo>
                  <a:lnTo>
                    <a:pt x="106443" y="62601"/>
                  </a:lnTo>
                  <a:lnTo>
                    <a:pt x="106772" y="62807"/>
                  </a:lnTo>
                  <a:lnTo>
                    <a:pt x="108885" y="59213"/>
                  </a:lnTo>
                  <a:lnTo>
                    <a:pt x="109603" y="57994"/>
                  </a:lnTo>
                  <a:lnTo>
                    <a:pt x="123133" y="36797"/>
                  </a:lnTo>
                  <a:lnTo>
                    <a:pt x="126366" y="31732"/>
                  </a:lnTo>
                  <a:lnTo>
                    <a:pt x="127487" y="29977"/>
                  </a:lnTo>
                  <a:lnTo>
                    <a:pt x="127847" y="30206"/>
                  </a:lnTo>
                  <a:lnTo>
                    <a:pt x="128954" y="30911"/>
                  </a:lnTo>
                  <a:lnTo>
                    <a:pt x="131767" y="32702"/>
                  </a:lnTo>
                  <a:lnTo>
                    <a:pt x="136428" y="35671"/>
                  </a:lnTo>
                  <a:lnTo>
                    <a:pt x="140197" y="38071"/>
                  </a:lnTo>
                  <a:lnTo>
                    <a:pt x="145098" y="41192"/>
                  </a:lnTo>
                  <a:lnTo>
                    <a:pt x="148954" y="44673"/>
                  </a:lnTo>
                  <a:lnTo>
                    <a:pt x="152675" y="48032"/>
                  </a:lnTo>
                  <a:lnTo>
                    <a:pt x="158245" y="53061"/>
                  </a:lnTo>
                  <a:lnTo>
                    <a:pt x="157603" y="55139"/>
                  </a:lnTo>
                  <a:lnTo>
                    <a:pt x="154863" y="64007"/>
                  </a:lnTo>
                  <a:lnTo>
                    <a:pt x="153555" y="68240"/>
                  </a:lnTo>
                  <a:lnTo>
                    <a:pt x="149717" y="82109"/>
                  </a:lnTo>
                  <a:lnTo>
                    <a:pt x="148901" y="85058"/>
                  </a:lnTo>
                  <a:lnTo>
                    <a:pt x="146740" y="92867"/>
                  </a:lnTo>
                  <a:lnTo>
                    <a:pt x="146344" y="94475"/>
                  </a:lnTo>
                  <a:lnTo>
                    <a:pt x="145188" y="98632"/>
                  </a:lnTo>
                  <a:lnTo>
                    <a:pt x="144616" y="100690"/>
                  </a:lnTo>
                  <a:lnTo>
                    <a:pt x="143889" y="103309"/>
                  </a:lnTo>
                  <a:lnTo>
                    <a:pt x="142375" y="108386"/>
                  </a:lnTo>
                  <a:lnTo>
                    <a:pt x="141006" y="112537"/>
                  </a:lnTo>
                  <a:lnTo>
                    <a:pt x="139545" y="117682"/>
                  </a:lnTo>
                  <a:lnTo>
                    <a:pt x="134470" y="136105"/>
                  </a:lnTo>
                  <a:lnTo>
                    <a:pt x="130890" y="148626"/>
                  </a:lnTo>
                  <a:lnTo>
                    <a:pt x="128912" y="155543"/>
                  </a:lnTo>
                  <a:lnTo>
                    <a:pt x="128764" y="156060"/>
                  </a:lnTo>
                  <a:lnTo>
                    <a:pt x="128494" y="155978"/>
                  </a:lnTo>
                  <a:lnTo>
                    <a:pt x="127178" y="155649"/>
                  </a:lnTo>
                  <a:lnTo>
                    <a:pt x="125571" y="155247"/>
                  </a:lnTo>
                  <a:lnTo>
                    <a:pt x="124398" y="154954"/>
                  </a:lnTo>
                  <a:lnTo>
                    <a:pt x="121851" y="154316"/>
                  </a:lnTo>
                  <a:lnTo>
                    <a:pt x="120015" y="153857"/>
                  </a:lnTo>
                  <a:lnTo>
                    <a:pt x="118863" y="153569"/>
                  </a:lnTo>
                  <a:lnTo>
                    <a:pt x="116353" y="152941"/>
                  </a:lnTo>
                  <a:lnTo>
                    <a:pt x="116018" y="152857"/>
                  </a:lnTo>
                  <a:lnTo>
                    <a:pt x="113652" y="152135"/>
                  </a:lnTo>
                  <a:lnTo>
                    <a:pt x="110074" y="151042"/>
                  </a:lnTo>
                  <a:lnTo>
                    <a:pt x="109804" y="150960"/>
                  </a:lnTo>
                  <a:lnTo>
                    <a:pt x="106577" y="149975"/>
                  </a:lnTo>
                  <a:lnTo>
                    <a:pt x="100365" y="148078"/>
                  </a:lnTo>
                  <a:lnTo>
                    <a:pt x="98958" y="147648"/>
                  </a:lnTo>
                  <a:lnTo>
                    <a:pt x="98558" y="147549"/>
                  </a:lnTo>
                  <a:lnTo>
                    <a:pt x="93985" y="146406"/>
                  </a:lnTo>
                  <a:lnTo>
                    <a:pt x="90746" y="145598"/>
                  </a:lnTo>
                  <a:lnTo>
                    <a:pt x="90251" y="145452"/>
                  </a:lnTo>
                  <a:lnTo>
                    <a:pt x="89609" y="145262"/>
                  </a:lnTo>
                  <a:lnTo>
                    <a:pt x="87492" y="144638"/>
                  </a:lnTo>
                  <a:lnTo>
                    <a:pt x="83958" y="143595"/>
                  </a:lnTo>
                  <a:lnTo>
                    <a:pt x="83110" y="143345"/>
                  </a:lnTo>
                  <a:lnTo>
                    <a:pt x="76097" y="141276"/>
                  </a:lnTo>
                  <a:lnTo>
                    <a:pt x="73717" y="140574"/>
                  </a:lnTo>
                  <a:lnTo>
                    <a:pt x="72075" y="140089"/>
                  </a:lnTo>
                  <a:lnTo>
                    <a:pt x="71685" y="139974"/>
                  </a:lnTo>
                  <a:lnTo>
                    <a:pt x="71145" y="139815"/>
                  </a:lnTo>
                  <a:lnTo>
                    <a:pt x="70890" y="139741"/>
                  </a:lnTo>
                  <a:lnTo>
                    <a:pt x="68359" y="139182"/>
                  </a:lnTo>
                  <a:lnTo>
                    <a:pt x="63569" y="138124"/>
                  </a:lnTo>
                  <a:lnTo>
                    <a:pt x="62451" y="137632"/>
                  </a:lnTo>
                  <a:lnTo>
                    <a:pt x="59837" y="136483"/>
                  </a:lnTo>
                  <a:lnTo>
                    <a:pt x="59356" y="136281"/>
                  </a:lnTo>
                  <a:lnTo>
                    <a:pt x="58237" y="136074"/>
                  </a:lnTo>
                  <a:lnTo>
                    <a:pt x="57524" y="135942"/>
                  </a:lnTo>
                  <a:lnTo>
                    <a:pt x="55770" y="135616"/>
                  </a:lnTo>
                  <a:lnTo>
                    <a:pt x="55414" y="135393"/>
                  </a:lnTo>
                  <a:lnTo>
                    <a:pt x="53059" y="133922"/>
                  </a:lnTo>
                  <a:lnTo>
                    <a:pt x="52627" y="133653"/>
                  </a:lnTo>
                  <a:lnTo>
                    <a:pt x="48794" y="131258"/>
                  </a:lnTo>
                  <a:lnTo>
                    <a:pt x="48447" y="131041"/>
                  </a:lnTo>
                  <a:lnTo>
                    <a:pt x="47214" y="130270"/>
                  </a:lnTo>
                  <a:lnTo>
                    <a:pt x="47017" y="130144"/>
                  </a:lnTo>
                  <a:lnTo>
                    <a:pt x="43779" y="128072"/>
                  </a:lnTo>
                  <a:lnTo>
                    <a:pt x="34929" y="122409"/>
                  </a:lnTo>
                  <a:lnTo>
                    <a:pt x="34686" y="122253"/>
                  </a:lnTo>
                  <a:lnTo>
                    <a:pt x="25548" y="116406"/>
                  </a:lnTo>
                  <a:lnTo>
                    <a:pt x="22632" y="114539"/>
                  </a:lnTo>
                  <a:lnTo>
                    <a:pt x="19071" y="112261"/>
                  </a:lnTo>
                  <a:lnTo>
                    <a:pt x="16916" y="110882"/>
                  </a:lnTo>
                  <a:lnTo>
                    <a:pt x="1980" y="101324"/>
                  </a:lnTo>
                  <a:lnTo>
                    <a:pt x="1209" y="100886"/>
                  </a:lnTo>
                  <a:lnTo>
                    <a:pt x="611" y="100546"/>
                  </a:lnTo>
                  <a:lnTo>
                    <a:pt x="0" y="100198"/>
                  </a:lnTo>
                  <a:lnTo>
                    <a:pt x="526" y="99548"/>
                  </a:lnTo>
                  <a:lnTo>
                    <a:pt x="635" y="99413"/>
                  </a:lnTo>
                  <a:lnTo>
                    <a:pt x="1151" y="98559"/>
                  </a:lnTo>
                  <a:lnTo>
                    <a:pt x="4628" y="92812"/>
                  </a:lnTo>
                  <a:lnTo>
                    <a:pt x="5007" y="92185"/>
                  </a:lnTo>
                  <a:lnTo>
                    <a:pt x="6372" y="89928"/>
                  </a:lnTo>
                  <a:lnTo>
                    <a:pt x="9154" y="85869"/>
                  </a:lnTo>
                  <a:lnTo>
                    <a:pt x="9278" y="85689"/>
                  </a:lnTo>
                  <a:lnTo>
                    <a:pt x="15625" y="75566"/>
                  </a:lnTo>
                  <a:lnTo>
                    <a:pt x="16993" y="73427"/>
                  </a:lnTo>
                  <a:lnTo>
                    <a:pt x="17097" y="73265"/>
                  </a:lnTo>
                  <a:lnTo>
                    <a:pt x="20549" y="67629"/>
                  </a:lnTo>
                  <a:lnTo>
                    <a:pt x="20739" y="67319"/>
                  </a:lnTo>
                  <a:lnTo>
                    <a:pt x="20967" y="66940"/>
                  </a:lnTo>
                  <a:lnTo>
                    <a:pt x="24800" y="60563"/>
                  </a:lnTo>
                  <a:lnTo>
                    <a:pt x="29809" y="52230"/>
                  </a:lnTo>
                  <a:lnTo>
                    <a:pt x="30060" y="51840"/>
                  </a:lnTo>
                  <a:lnTo>
                    <a:pt x="35900" y="42778"/>
                  </a:lnTo>
                  <a:lnTo>
                    <a:pt x="39535" y="37137"/>
                  </a:lnTo>
                  <a:lnTo>
                    <a:pt x="40198" y="36109"/>
                  </a:lnTo>
                  <a:lnTo>
                    <a:pt x="43262" y="31119"/>
                  </a:lnTo>
                  <a:lnTo>
                    <a:pt x="43574" y="30620"/>
                  </a:lnTo>
                  <a:lnTo>
                    <a:pt x="47375" y="24424"/>
                  </a:lnTo>
                  <a:lnTo>
                    <a:pt x="49164" y="21510"/>
                  </a:lnTo>
                  <a:lnTo>
                    <a:pt x="49295" y="21305"/>
                  </a:lnTo>
                  <a:lnTo>
                    <a:pt x="46841" y="19725"/>
                  </a:lnTo>
                  <a:lnTo>
                    <a:pt x="48616" y="16919"/>
                  </a:lnTo>
                  <a:lnTo>
                    <a:pt x="49033" y="16261"/>
                  </a:lnTo>
                  <a:lnTo>
                    <a:pt x="54254" y="7893"/>
                  </a:lnTo>
                  <a:lnTo>
                    <a:pt x="57174" y="3212"/>
                  </a:lnTo>
                  <a:lnTo>
                    <a:pt x="58576" y="964"/>
                  </a:lnTo>
                  <a:lnTo>
                    <a:pt x="59153" y="0"/>
                  </a:lnTo>
                  <a:lnTo>
                    <a:pt x="60409" y="753"/>
                  </a:lnTo>
                  <a:lnTo>
                    <a:pt x="65001" y="3510"/>
                  </a:lnTo>
                  <a:lnTo>
                    <a:pt x="64164" y="4790"/>
                  </a:lnTo>
                  <a:lnTo>
                    <a:pt x="67382" y="6783"/>
                  </a:lnTo>
                  <a:lnTo>
                    <a:pt x="65408" y="10455"/>
                  </a:lnTo>
                  <a:lnTo>
                    <a:pt x="65724" y="10648"/>
                  </a:lnTo>
                  <a:lnTo>
                    <a:pt x="75703" y="16740"/>
                  </a:lnTo>
                  <a:lnTo>
                    <a:pt x="75115" y="17695"/>
                  </a:lnTo>
                  <a:lnTo>
                    <a:pt x="76726" y="18712"/>
                  </a:lnTo>
                  <a:lnTo>
                    <a:pt x="83347" y="22893"/>
                  </a:lnTo>
                  <a:lnTo>
                    <a:pt x="83270" y="23027"/>
                  </a:lnTo>
                  <a:lnTo>
                    <a:pt x="81523" y="26083"/>
                  </a:lnTo>
                  <a:lnTo>
                    <a:pt x="80707" y="27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2790" y="4168968"/>
              <a:ext cx="196308" cy="201098"/>
            </a:xfrm>
            <a:custGeom>
              <a:avLst/>
              <a:pathLst>
                <a:path w="196308" h="201098">
                  <a:moveTo>
                    <a:pt x="94394" y="199798"/>
                  </a:moveTo>
                  <a:lnTo>
                    <a:pt x="93501" y="201098"/>
                  </a:lnTo>
                  <a:lnTo>
                    <a:pt x="93357" y="200997"/>
                  </a:lnTo>
                  <a:lnTo>
                    <a:pt x="71620" y="185715"/>
                  </a:lnTo>
                  <a:lnTo>
                    <a:pt x="45771" y="167542"/>
                  </a:lnTo>
                  <a:lnTo>
                    <a:pt x="43259" y="165776"/>
                  </a:lnTo>
                  <a:lnTo>
                    <a:pt x="41325" y="164417"/>
                  </a:lnTo>
                  <a:lnTo>
                    <a:pt x="33226" y="158723"/>
                  </a:lnTo>
                  <a:lnTo>
                    <a:pt x="28497" y="155398"/>
                  </a:lnTo>
                  <a:lnTo>
                    <a:pt x="24872" y="152850"/>
                  </a:lnTo>
                  <a:lnTo>
                    <a:pt x="17508" y="147673"/>
                  </a:lnTo>
                  <a:lnTo>
                    <a:pt x="17265" y="147502"/>
                  </a:lnTo>
                  <a:lnTo>
                    <a:pt x="16198" y="146752"/>
                  </a:lnTo>
                  <a:lnTo>
                    <a:pt x="13467" y="144832"/>
                  </a:lnTo>
                  <a:lnTo>
                    <a:pt x="12820" y="144377"/>
                  </a:lnTo>
                  <a:lnTo>
                    <a:pt x="8712" y="141489"/>
                  </a:lnTo>
                  <a:lnTo>
                    <a:pt x="6662" y="140048"/>
                  </a:lnTo>
                  <a:lnTo>
                    <a:pt x="5673" y="139352"/>
                  </a:lnTo>
                  <a:lnTo>
                    <a:pt x="4251" y="138353"/>
                  </a:lnTo>
                  <a:lnTo>
                    <a:pt x="2064" y="136815"/>
                  </a:lnTo>
                  <a:lnTo>
                    <a:pt x="0" y="135364"/>
                  </a:lnTo>
                  <a:lnTo>
                    <a:pt x="107" y="135192"/>
                  </a:lnTo>
                  <a:lnTo>
                    <a:pt x="5432" y="126704"/>
                  </a:lnTo>
                  <a:lnTo>
                    <a:pt x="7658" y="123256"/>
                  </a:lnTo>
                  <a:lnTo>
                    <a:pt x="7835" y="122983"/>
                  </a:lnTo>
                  <a:lnTo>
                    <a:pt x="11086" y="117947"/>
                  </a:lnTo>
                  <a:lnTo>
                    <a:pt x="11187" y="117789"/>
                  </a:lnTo>
                  <a:lnTo>
                    <a:pt x="15327" y="111377"/>
                  </a:lnTo>
                  <a:lnTo>
                    <a:pt x="15724" y="110762"/>
                  </a:lnTo>
                  <a:lnTo>
                    <a:pt x="16188" y="110043"/>
                  </a:lnTo>
                  <a:lnTo>
                    <a:pt x="16526" y="109446"/>
                  </a:lnTo>
                  <a:lnTo>
                    <a:pt x="16955" y="108690"/>
                  </a:lnTo>
                  <a:lnTo>
                    <a:pt x="17356" y="107982"/>
                  </a:lnTo>
                  <a:lnTo>
                    <a:pt x="17927" y="106974"/>
                  </a:lnTo>
                  <a:lnTo>
                    <a:pt x="18570" y="105837"/>
                  </a:lnTo>
                  <a:lnTo>
                    <a:pt x="19064" y="104966"/>
                  </a:lnTo>
                  <a:lnTo>
                    <a:pt x="20479" y="102467"/>
                  </a:lnTo>
                  <a:lnTo>
                    <a:pt x="21142" y="101297"/>
                  </a:lnTo>
                  <a:lnTo>
                    <a:pt x="21471" y="100872"/>
                  </a:lnTo>
                  <a:lnTo>
                    <a:pt x="22954" y="98957"/>
                  </a:lnTo>
                  <a:lnTo>
                    <a:pt x="23369" y="98422"/>
                  </a:lnTo>
                  <a:lnTo>
                    <a:pt x="23566" y="98167"/>
                  </a:lnTo>
                  <a:lnTo>
                    <a:pt x="24027" y="97572"/>
                  </a:lnTo>
                  <a:lnTo>
                    <a:pt x="25093" y="95707"/>
                  </a:lnTo>
                  <a:lnTo>
                    <a:pt x="26747" y="92814"/>
                  </a:lnTo>
                  <a:lnTo>
                    <a:pt x="27304" y="91839"/>
                  </a:lnTo>
                  <a:lnTo>
                    <a:pt x="27595" y="91331"/>
                  </a:lnTo>
                  <a:lnTo>
                    <a:pt x="29148" y="88851"/>
                  </a:lnTo>
                  <a:lnTo>
                    <a:pt x="29606" y="88119"/>
                  </a:lnTo>
                  <a:lnTo>
                    <a:pt x="29993" y="87503"/>
                  </a:lnTo>
                  <a:lnTo>
                    <a:pt x="30492" y="86705"/>
                  </a:lnTo>
                  <a:lnTo>
                    <a:pt x="31671" y="84823"/>
                  </a:lnTo>
                  <a:lnTo>
                    <a:pt x="31733" y="84616"/>
                  </a:lnTo>
                  <a:lnTo>
                    <a:pt x="32184" y="83106"/>
                  </a:lnTo>
                  <a:lnTo>
                    <a:pt x="32511" y="82014"/>
                  </a:lnTo>
                  <a:lnTo>
                    <a:pt x="32507" y="81727"/>
                  </a:lnTo>
                  <a:lnTo>
                    <a:pt x="32513" y="81582"/>
                  </a:lnTo>
                  <a:lnTo>
                    <a:pt x="33027" y="80730"/>
                  </a:lnTo>
                  <a:lnTo>
                    <a:pt x="33162" y="80507"/>
                  </a:lnTo>
                  <a:lnTo>
                    <a:pt x="34865" y="77686"/>
                  </a:lnTo>
                  <a:lnTo>
                    <a:pt x="34998" y="77465"/>
                  </a:lnTo>
                  <a:lnTo>
                    <a:pt x="36791" y="74495"/>
                  </a:lnTo>
                  <a:lnTo>
                    <a:pt x="36961" y="74213"/>
                  </a:lnTo>
                  <a:lnTo>
                    <a:pt x="37459" y="73389"/>
                  </a:lnTo>
                  <a:lnTo>
                    <a:pt x="37897" y="72662"/>
                  </a:lnTo>
                  <a:lnTo>
                    <a:pt x="38463" y="71726"/>
                  </a:lnTo>
                  <a:lnTo>
                    <a:pt x="38886" y="71025"/>
                  </a:lnTo>
                  <a:lnTo>
                    <a:pt x="39236" y="70445"/>
                  </a:lnTo>
                  <a:lnTo>
                    <a:pt x="39392" y="70200"/>
                  </a:lnTo>
                  <a:lnTo>
                    <a:pt x="39568" y="69925"/>
                  </a:lnTo>
                  <a:lnTo>
                    <a:pt x="39721" y="69684"/>
                  </a:lnTo>
                  <a:lnTo>
                    <a:pt x="40622" y="68270"/>
                  </a:lnTo>
                  <a:lnTo>
                    <a:pt x="41326" y="67165"/>
                  </a:lnTo>
                  <a:lnTo>
                    <a:pt x="42551" y="65089"/>
                  </a:lnTo>
                  <a:lnTo>
                    <a:pt x="43092" y="64170"/>
                  </a:lnTo>
                  <a:lnTo>
                    <a:pt x="46085" y="59095"/>
                  </a:lnTo>
                  <a:lnTo>
                    <a:pt x="49257" y="53717"/>
                  </a:lnTo>
                  <a:lnTo>
                    <a:pt x="50738" y="51205"/>
                  </a:lnTo>
                  <a:lnTo>
                    <a:pt x="51484" y="50048"/>
                  </a:lnTo>
                  <a:lnTo>
                    <a:pt x="51923" y="49366"/>
                  </a:lnTo>
                  <a:lnTo>
                    <a:pt x="52111" y="49076"/>
                  </a:lnTo>
                  <a:lnTo>
                    <a:pt x="52408" y="48614"/>
                  </a:lnTo>
                  <a:lnTo>
                    <a:pt x="53520" y="46889"/>
                  </a:lnTo>
                  <a:lnTo>
                    <a:pt x="54488" y="45387"/>
                  </a:lnTo>
                  <a:lnTo>
                    <a:pt x="56046" y="42970"/>
                  </a:lnTo>
                  <a:lnTo>
                    <a:pt x="56182" y="42759"/>
                  </a:lnTo>
                  <a:lnTo>
                    <a:pt x="57258" y="41089"/>
                  </a:lnTo>
                  <a:lnTo>
                    <a:pt x="59232" y="38027"/>
                  </a:lnTo>
                  <a:lnTo>
                    <a:pt x="59781" y="37175"/>
                  </a:lnTo>
                  <a:lnTo>
                    <a:pt x="61245" y="34903"/>
                  </a:lnTo>
                  <a:lnTo>
                    <a:pt x="63127" y="31984"/>
                  </a:lnTo>
                  <a:lnTo>
                    <a:pt x="65016" y="29053"/>
                  </a:lnTo>
                  <a:lnTo>
                    <a:pt x="65402" y="28453"/>
                  </a:lnTo>
                  <a:lnTo>
                    <a:pt x="68057" y="24677"/>
                  </a:lnTo>
                  <a:lnTo>
                    <a:pt x="68384" y="24211"/>
                  </a:lnTo>
                  <a:lnTo>
                    <a:pt x="70937" y="20580"/>
                  </a:lnTo>
                  <a:lnTo>
                    <a:pt x="71874" y="19247"/>
                  </a:lnTo>
                  <a:lnTo>
                    <a:pt x="72981" y="17672"/>
                  </a:lnTo>
                  <a:lnTo>
                    <a:pt x="76031" y="13334"/>
                  </a:lnTo>
                  <a:lnTo>
                    <a:pt x="76524" y="12633"/>
                  </a:lnTo>
                  <a:lnTo>
                    <a:pt x="79834" y="8081"/>
                  </a:lnTo>
                  <a:lnTo>
                    <a:pt x="80627" y="6991"/>
                  </a:lnTo>
                  <a:lnTo>
                    <a:pt x="81701" y="5515"/>
                  </a:lnTo>
                  <a:lnTo>
                    <a:pt x="82289" y="4705"/>
                  </a:lnTo>
                  <a:lnTo>
                    <a:pt x="83485" y="3359"/>
                  </a:lnTo>
                  <a:lnTo>
                    <a:pt x="84419" y="2306"/>
                  </a:lnTo>
                  <a:lnTo>
                    <a:pt x="84557" y="2151"/>
                  </a:lnTo>
                  <a:lnTo>
                    <a:pt x="86467" y="0"/>
                  </a:lnTo>
                  <a:lnTo>
                    <a:pt x="86909" y="194"/>
                  </a:lnTo>
                  <a:lnTo>
                    <a:pt x="89523" y="1344"/>
                  </a:lnTo>
                  <a:lnTo>
                    <a:pt x="90641" y="1835"/>
                  </a:lnTo>
                  <a:lnTo>
                    <a:pt x="95431" y="2893"/>
                  </a:lnTo>
                  <a:lnTo>
                    <a:pt x="97974" y="3454"/>
                  </a:lnTo>
                  <a:lnTo>
                    <a:pt x="98217" y="3526"/>
                  </a:lnTo>
                  <a:lnTo>
                    <a:pt x="98757" y="3685"/>
                  </a:lnTo>
                  <a:lnTo>
                    <a:pt x="99147" y="3801"/>
                  </a:lnTo>
                  <a:lnTo>
                    <a:pt x="100789" y="4285"/>
                  </a:lnTo>
                  <a:lnTo>
                    <a:pt x="103169" y="4987"/>
                  </a:lnTo>
                  <a:lnTo>
                    <a:pt x="110182" y="7056"/>
                  </a:lnTo>
                  <a:lnTo>
                    <a:pt x="111030" y="7306"/>
                  </a:lnTo>
                  <a:lnTo>
                    <a:pt x="114564" y="8349"/>
                  </a:lnTo>
                  <a:lnTo>
                    <a:pt x="116681" y="8973"/>
                  </a:lnTo>
                  <a:lnTo>
                    <a:pt x="117324" y="9163"/>
                  </a:lnTo>
                  <a:lnTo>
                    <a:pt x="117818" y="9309"/>
                  </a:lnTo>
                  <a:lnTo>
                    <a:pt x="121057" y="10118"/>
                  </a:lnTo>
                  <a:lnTo>
                    <a:pt x="125630" y="11260"/>
                  </a:lnTo>
                  <a:lnTo>
                    <a:pt x="126030" y="11360"/>
                  </a:lnTo>
                  <a:lnTo>
                    <a:pt x="127437" y="11789"/>
                  </a:lnTo>
                  <a:lnTo>
                    <a:pt x="133649" y="13686"/>
                  </a:lnTo>
                  <a:lnTo>
                    <a:pt x="136876" y="14671"/>
                  </a:lnTo>
                  <a:lnTo>
                    <a:pt x="137146" y="14754"/>
                  </a:lnTo>
                  <a:lnTo>
                    <a:pt x="140725" y="15846"/>
                  </a:lnTo>
                  <a:lnTo>
                    <a:pt x="143090" y="16569"/>
                  </a:lnTo>
                  <a:lnTo>
                    <a:pt x="143425" y="16652"/>
                  </a:lnTo>
                  <a:lnTo>
                    <a:pt x="146016" y="17300"/>
                  </a:lnTo>
                  <a:lnTo>
                    <a:pt x="147088" y="17568"/>
                  </a:lnTo>
                  <a:lnTo>
                    <a:pt x="148923" y="18028"/>
                  </a:lnTo>
                  <a:lnTo>
                    <a:pt x="151470" y="18665"/>
                  </a:lnTo>
                  <a:lnTo>
                    <a:pt x="152643" y="18958"/>
                  </a:lnTo>
                  <a:lnTo>
                    <a:pt x="154250" y="19360"/>
                  </a:lnTo>
                  <a:lnTo>
                    <a:pt x="155566" y="19689"/>
                  </a:lnTo>
                  <a:lnTo>
                    <a:pt x="155836" y="19771"/>
                  </a:lnTo>
                  <a:lnTo>
                    <a:pt x="155966" y="19810"/>
                  </a:lnTo>
                  <a:lnTo>
                    <a:pt x="157002" y="20123"/>
                  </a:lnTo>
                  <a:lnTo>
                    <a:pt x="157178" y="20176"/>
                  </a:lnTo>
                  <a:lnTo>
                    <a:pt x="159293" y="20816"/>
                  </a:lnTo>
                  <a:lnTo>
                    <a:pt x="159506" y="20880"/>
                  </a:lnTo>
                  <a:lnTo>
                    <a:pt x="160402" y="21151"/>
                  </a:lnTo>
                  <a:lnTo>
                    <a:pt x="163666" y="22138"/>
                  </a:lnTo>
                  <a:lnTo>
                    <a:pt x="163934" y="22214"/>
                  </a:lnTo>
                  <a:lnTo>
                    <a:pt x="166156" y="22846"/>
                  </a:lnTo>
                  <a:lnTo>
                    <a:pt x="171710" y="24425"/>
                  </a:lnTo>
                  <a:lnTo>
                    <a:pt x="177676" y="26120"/>
                  </a:lnTo>
                  <a:lnTo>
                    <a:pt x="184557" y="28344"/>
                  </a:lnTo>
                  <a:lnTo>
                    <a:pt x="187261" y="29547"/>
                  </a:lnTo>
                  <a:lnTo>
                    <a:pt x="189128" y="30336"/>
                  </a:lnTo>
                  <a:lnTo>
                    <a:pt x="189573" y="30525"/>
                  </a:lnTo>
                  <a:lnTo>
                    <a:pt x="195399" y="35354"/>
                  </a:lnTo>
                  <a:lnTo>
                    <a:pt x="195598" y="35602"/>
                  </a:lnTo>
                  <a:lnTo>
                    <a:pt x="196192" y="36342"/>
                  </a:lnTo>
                  <a:lnTo>
                    <a:pt x="196308" y="36487"/>
                  </a:lnTo>
                  <a:lnTo>
                    <a:pt x="195891" y="37306"/>
                  </a:lnTo>
                  <a:lnTo>
                    <a:pt x="195082" y="38893"/>
                  </a:lnTo>
                  <a:lnTo>
                    <a:pt x="194943" y="39166"/>
                  </a:lnTo>
                  <a:lnTo>
                    <a:pt x="194613" y="39816"/>
                  </a:lnTo>
                  <a:lnTo>
                    <a:pt x="194461" y="40114"/>
                  </a:lnTo>
                  <a:lnTo>
                    <a:pt x="193685" y="41638"/>
                  </a:lnTo>
                  <a:lnTo>
                    <a:pt x="193140" y="42708"/>
                  </a:lnTo>
                  <a:lnTo>
                    <a:pt x="193001" y="42981"/>
                  </a:lnTo>
                  <a:lnTo>
                    <a:pt x="192198" y="44559"/>
                  </a:lnTo>
                  <a:lnTo>
                    <a:pt x="189707" y="49452"/>
                  </a:lnTo>
                  <a:lnTo>
                    <a:pt x="182924" y="61644"/>
                  </a:lnTo>
                  <a:lnTo>
                    <a:pt x="179869" y="67136"/>
                  </a:lnTo>
                  <a:lnTo>
                    <a:pt x="178665" y="69258"/>
                  </a:lnTo>
                  <a:lnTo>
                    <a:pt x="177884" y="70636"/>
                  </a:lnTo>
                  <a:lnTo>
                    <a:pt x="177285" y="71693"/>
                  </a:lnTo>
                  <a:lnTo>
                    <a:pt x="176297" y="73434"/>
                  </a:lnTo>
                  <a:lnTo>
                    <a:pt x="172873" y="79470"/>
                  </a:lnTo>
                  <a:lnTo>
                    <a:pt x="172743" y="79699"/>
                  </a:lnTo>
                  <a:lnTo>
                    <a:pt x="170472" y="83704"/>
                  </a:lnTo>
                  <a:lnTo>
                    <a:pt x="170272" y="84055"/>
                  </a:lnTo>
                  <a:lnTo>
                    <a:pt x="168125" y="87628"/>
                  </a:lnTo>
                  <a:lnTo>
                    <a:pt x="167561" y="88565"/>
                  </a:lnTo>
                  <a:lnTo>
                    <a:pt x="166478" y="90366"/>
                  </a:lnTo>
                  <a:lnTo>
                    <a:pt x="165230" y="92260"/>
                  </a:lnTo>
                  <a:lnTo>
                    <a:pt x="163194" y="95348"/>
                  </a:lnTo>
                  <a:lnTo>
                    <a:pt x="162196" y="96862"/>
                  </a:lnTo>
                  <a:lnTo>
                    <a:pt x="161355" y="98066"/>
                  </a:lnTo>
                  <a:lnTo>
                    <a:pt x="157546" y="103513"/>
                  </a:lnTo>
                  <a:lnTo>
                    <a:pt x="156532" y="104924"/>
                  </a:lnTo>
                  <a:lnTo>
                    <a:pt x="154943" y="106602"/>
                  </a:lnTo>
                  <a:lnTo>
                    <a:pt x="154760" y="106812"/>
                  </a:lnTo>
                  <a:lnTo>
                    <a:pt x="153648" y="108093"/>
                  </a:lnTo>
                  <a:lnTo>
                    <a:pt x="153398" y="108381"/>
                  </a:lnTo>
                  <a:lnTo>
                    <a:pt x="152437" y="109316"/>
                  </a:lnTo>
                  <a:lnTo>
                    <a:pt x="146233" y="114971"/>
                  </a:lnTo>
                  <a:lnTo>
                    <a:pt x="145982" y="115200"/>
                  </a:lnTo>
                  <a:lnTo>
                    <a:pt x="139591" y="120492"/>
                  </a:lnTo>
                  <a:lnTo>
                    <a:pt x="131045" y="127568"/>
                  </a:lnTo>
                  <a:lnTo>
                    <a:pt x="130174" y="128316"/>
                  </a:lnTo>
                  <a:lnTo>
                    <a:pt x="128716" y="129568"/>
                  </a:lnTo>
                  <a:lnTo>
                    <a:pt x="128460" y="129788"/>
                  </a:lnTo>
                  <a:lnTo>
                    <a:pt x="126346" y="131603"/>
                  </a:lnTo>
                  <a:lnTo>
                    <a:pt x="132658" y="139645"/>
                  </a:lnTo>
                  <a:lnTo>
                    <a:pt x="133280" y="140438"/>
                  </a:lnTo>
                  <a:lnTo>
                    <a:pt x="133916" y="141247"/>
                  </a:lnTo>
                  <a:lnTo>
                    <a:pt x="134442" y="141900"/>
                  </a:lnTo>
                  <a:lnTo>
                    <a:pt x="135231" y="142878"/>
                  </a:lnTo>
                  <a:lnTo>
                    <a:pt x="135900" y="143708"/>
                  </a:lnTo>
                  <a:lnTo>
                    <a:pt x="136410" y="144339"/>
                  </a:lnTo>
                  <a:lnTo>
                    <a:pt x="137288" y="145429"/>
                  </a:lnTo>
                  <a:lnTo>
                    <a:pt x="139817" y="148564"/>
                  </a:lnTo>
                  <a:lnTo>
                    <a:pt x="142730" y="152177"/>
                  </a:lnTo>
                  <a:lnTo>
                    <a:pt x="142836" y="152308"/>
                  </a:lnTo>
                  <a:lnTo>
                    <a:pt x="141663" y="153170"/>
                  </a:lnTo>
                  <a:lnTo>
                    <a:pt x="141529" y="153268"/>
                  </a:lnTo>
                  <a:lnTo>
                    <a:pt x="139273" y="154923"/>
                  </a:lnTo>
                  <a:lnTo>
                    <a:pt x="139016" y="155112"/>
                  </a:lnTo>
                  <a:lnTo>
                    <a:pt x="137991" y="155864"/>
                  </a:lnTo>
                  <a:lnTo>
                    <a:pt x="135874" y="157418"/>
                  </a:lnTo>
                  <a:lnTo>
                    <a:pt x="134833" y="158182"/>
                  </a:lnTo>
                  <a:lnTo>
                    <a:pt x="133530" y="159138"/>
                  </a:lnTo>
                  <a:lnTo>
                    <a:pt x="133040" y="159498"/>
                  </a:lnTo>
                  <a:lnTo>
                    <a:pt x="132400" y="159967"/>
                  </a:lnTo>
                  <a:lnTo>
                    <a:pt x="132079" y="160221"/>
                  </a:lnTo>
                  <a:lnTo>
                    <a:pt x="131319" y="160820"/>
                  </a:lnTo>
                  <a:lnTo>
                    <a:pt x="129893" y="161944"/>
                  </a:lnTo>
                  <a:lnTo>
                    <a:pt x="129314" y="162400"/>
                  </a:lnTo>
                  <a:lnTo>
                    <a:pt x="128181" y="163294"/>
                  </a:lnTo>
                  <a:lnTo>
                    <a:pt x="127873" y="163536"/>
                  </a:lnTo>
                  <a:lnTo>
                    <a:pt x="126079" y="164951"/>
                  </a:lnTo>
                  <a:lnTo>
                    <a:pt x="125570" y="165352"/>
                  </a:lnTo>
                  <a:lnTo>
                    <a:pt x="124858" y="165914"/>
                  </a:lnTo>
                  <a:lnTo>
                    <a:pt x="124462" y="166226"/>
                  </a:lnTo>
                  <a:lnTo>
                    <a:pt x="123062" y="167330"/>
                  </a:lnTo>
                  <a:lnTo>
                    <a:pt x="122657" y="167648"/>
                  </a:lnTo>
                  <a:lnTo>
                    <a:pt x="122009" y="168159"/>
                  </a:lnTo>
                  <a:lnTo>
                    <a:pt x="121044" y="168920"/>
                  </a:lnTo>
                  <a:lnTo>
                    <a:pt x="119282" y="170310"/>
                  </a:lnTo>
                  <a:lnTo>
                    <a:pt x="118674" y="170789"/>
                  </a:lnTo>
                  <a:lnTo>
                    <a:pt x="117891" y="171406"/>
                  </a:lnTo>
                  <a:lnTo>
                    <a:pt x="117146" y="171993"/>
                  </a:lnTo>
                  <a:lnTo>
                    <a:pt x="116797" y="172269"/>
                  </a:lnTo>
                  <a:lnTo>
                    <a:pt x="115921" y="172960"/>
                  </a:lnTo>
                  <a:lnTo>
                    <a:pt x="114671" y="173945"/>
                  </a:lnTo>
                  <a:lnTo>
                    <a:pt x="114221" y="174299"/>
                  </a:lnTo>
                  <a:lnTo>
                    <a:pt x="113332" y="175001"/>
                  </a:lnTo>
                  <a:lnTo>
                    <a:pt x="112794" y="175425"/>
                  </a:lnTo>
                  <a:lnTo>
                    <a:pt x="112637" y="175585"/>
                  </a:lnTo>
                  <a:lnTo>
                    <a:pt x="112029" y="176207"/>
                  </a:lnTo>
                  <a:lnTo>
                    <a:pt x="111841" y="176399"/>
                  </a:lnTo>
                  <a:lnTo>
                    <a:pt x="111528" y="176718"/>
                  </a:lnTo>
                  <a:lnTo>
                    <a:pt x="110912" y="177348"/>
                  </a:lnTo>
                  <a:lnTo>
                    <a:pt x="110264" y="178011"/>
                  </a:lnTo>
                  <a:lnTo>
                    <a:pt x="109981" y="178300"/>
                  </a:lnTo>
                  <a:lnTo>
                    <a:pt x="109545" y="178745"/>
                  </a:lnTo>
                  <a:lnTo>
                    <a:pt x="108585" y="179727"/>
                  </a:lnTo>
                  <a:lnTo>
                    <a:pt x="107895" y="180432"/>
                  </a:lnTo>
                  <a:lnTo>
                    <a:pt x="107171" y="181173"/>
                  </a:lnTo>
                  <a:lnTo>
                    <a:pt x="99095" y="192944"/>
                  </a:lnTo>
                  <a:lnTo>
                    <a:pt x="97475" y="195306"/>
                  </a:lnTo>
                  <a:lnTo>
                    <a:pt x="96959" y="196059"/>
                  </a:lnTo>
                  <a:lnTo>
                    <a:pt x="95532" y="198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638627" y="4085741"/>
              <a:ext cx="212489" cy="177120"/>
            </a:xfrm>
            <a:custGeom>
              <a:avLst/>
              <a:pathLst>
                <a:path w="212489" h="177120">
                  <a:moveTo>
                    <a:pt x="134299" y="92737"/>
                  </a:moveTo>
                  <a:lnTo>
                    <a:pt x="135709" y="93937"/>
                  </a:lnTo>
                  <a:lnTo>
                    <a:pt x="137321" y="91714"/>
                  </a:lnTo>
                  <a:lnTo>
                    <a:pt x="142342" y="84789"/>
                  </a:lnTo>
                  <a:lnTo>
                    <a:pt x="142871" y="84059"/>
                  </a:lnTo>
                  <a:lnTo>
                    <a:pt x="148628" y="76119"/>
                  </a:lnTo>
                  <a:lnTo>
                    <a:pt x="152192" y="71204"/>
                  </a:lnTo>
                  <a:lnTo>
                    <a:pt x="154672" y="67784"/>
                  </a:lnTo>
                  <a:lnTo>
                    <a:pt x="159754" y="60774"/>
                  </a:lnTo>
                  <a:lnTo>
                    <a:pt x="162491" y="62670"/>
                  </a:lnTo>
                  <a:lnTo>
                    <a:pt x="164305" y="63928"/>
                  </a:lnTo>
                  <a:lnTo>
                    <a:pt x="171683" y="69339"/>
                  </a:lnTo>
                  <a:lnTo>
                    <a:pt x="177555" y="73645"/>
                  </a:lnTo>
                  <a:lnTo>
                    <a:pt x="177793" y="73820"/>
                  </a:lnTo>
                  <a:lnTo>
                    <a:pt x="187129" y="80667"/>
                  </a:lnTo>
                  <a:lnTo>
                    <a:pt x="188861" y="81937"/>
                  </a:lnTo>
                  <a:lnTo>
                    <a:pt x="189180" y="82171"/>
                  </a:lnTo>
                  <a:lnTo>
                    <a:pt x="194536" y="86100"/>
                  </a:lnTo>
                  <a:lnTo>
                    <a:pt x="195486" y="86796"/>
                  </a:lnTo>
                  <a:lnTo>
                    <a:pt x="199458" y="89710"/>
                  </a:lnTo>
                  <a:lnTo>
                    <a:pt x="203696" y="92818"/>
                  </a:lnTo>
                  <a:lnTo>
                    <a:pt x="212489" y="99267"/>
                  </a:lnTo>
                  <a:lnTo>
                    <a:pt x="210983" y="101343"/>
                  </a:lnTo>
                  <a:lnTo>
                    <a:pt x="206045" y="108147"/>
                  </a:lnTo>
                  <a:lnTo>
                    <a:pt x="205637" y="108711"/>
                  </a:lnTo>
                  <a:lnTo>
                    <a:pt x="202078" y="113615"/>
                  </a:lnTo>
                  <a:lnTo>
                    <a:pt x="197190" y="120351"/>
                  </a:lnTo>
                  <a:lnTo>
                    <a:pt x="194155" y="124532"/>
                  </a:lnTo>
                  <a:lnTo>
                    <a:pt x="193641" y="125241"/>
                  </a:lnTo>
                  <a:lnTo>
                    <a:pt x="193351" y="125640"/>
                  </a:lnTo>
                  <a:lnTo>
                    <a:pt x="189740" y="130617"/>
                  </a:lnTo>
                  <a:lnTo>
                    <a:pt x="189290" y="131095"/>
                  </a:lnTo>
                  <a:lnTo>
                    <a:pt x="188151" y="132306"/>
                  </a:lnTo>
                  <a:lnTo>
                    <a:pt x="186941" y="132985"/>
                  </a:lnTo>
                  <a:lnTo>
                    <a:pt x="186438" y="133267"/>
                  </a:lnTo>
                  <a:lnTo>
                    <a:pt x="185692" y="133685"/>
                  </a:lnTo>
                  <a:lnTo>
                    <a:pt x="183791" y="134752"/>
                  </a:lnTo>
                  <a:lnTo>
                    <a:pt x="173738" y="138929"/>
                  </a:lnTo>
                  <a:lnTo>
                    <a:pt x="167783" y="141403"/>
                  </a:lnTo>
                  <a:lnTo>
                    <a:pt x="167325" y="141602"/>
                  </a:lnTo>
                  <a:lnTo>
                    <a:pt x="168759" y="144650"/>
                  </a:lnTo>
                  <a:lnTo>
                    <a:pt x="170669" y="148709"/>
                  </a:lnTo>
                  <a:lnTo>
                    <a:pt x="171420" y="150956"/>
                  </a:lnTo>
                  <a:lnTo>
                    <a:pt x="171513" y="151235"/>
                  </a:lnTo>
                  <a:lnTo>
                    <a:pt x="171036" y="151423"/>
                  </a:lnTo>
                  <a:lnTo>
                    <a:pt x="151713" y="159019"/>
                  </a:lnTo>
                  <a:lnTo>
                    <a:pt x="150575" y="159466"/>
                  </a:lnTo>
                  <a:lnTo>
                    <a:pt x="149653" y="159922"/>
                  </a:lnTo>
                  <a:lnTo>
                    <a:pt x="148325" y="160580"/>
                  </a:lnTo>
                  <a:lnTo>
                    <a:pt x="142536" y="163598"/>
                  </a:lnTo>
                  <a:lnTo>
                    <a:pt x="140894" y="164587"/>
                  </a:lnTo>
                  <a:lnTo>
                    <a:pt x="139054" y="165694"/>
                  </a:lnTo>
                  <a:lnTo>
                    <a:pt x="135976" y="167688"/>
                  </a:lnTo>
                  <a:lnTo>
                    <a:pt x="126281" y="174246"/>
                  </a:lnTo>
                  <a:lnTo>
                    <a:pt x="122031" y="177120"/>
                  </a:lnTo>
                  <a:lnTo>
                    <a:pt x="119291" y="172587"/>
                  </a:lnTo>
                  <a:lnTo>
                    <a:pt x="115610" y="167186"/>
                  </a:lnTo>
                  <a:lnTo>
                    <a:pt x="111514" y="162453"/>
                  </a:lnTo>
                  <a:lnTo>
                    <a:pt x="105161" y="155535"/>
                  </a:lnTo>
                  <a:lnTo>
                    <a:pt x="99276" y="150106"/>
                  </a:lnTo>
                  <a:lnTo>
                    <a:pt x="98392" y="149290"/>
                  </a:lnTo>
                  <a:lnTo>
                    <a:pt x="97795" y="148740"/>
                  </a:lnTo>
                  <a:lnTo>
                    <a:pt x="97620" y="148578"/>
                  </a:lnTo>
                  <a:lnTo>
                    <a:pt x="97109" y="148108"/>
                  </a:lnTo>
                  <a:lnTo>
                    <a:pt x="95356" y="150341"/>
                  </a:lnTo>
                  <a:lnTo>
                    <a:pt x="92198" y="153992"/>
                  </a:lnTo>
                  <a:lnTo>
                    <a:pt x="87560" y="159356"/>
                  </a:lnTo>
                  <a:lnTo>
                    <a:pt x="87087" y="159986"/>
                  </a:lnTo>
                  <a:lnTo>
                    <a:pt x="84254" y="162950"/>
                  </a:lnTo>
                  <a:lnTo>
                    <a:pt x="83708" y="163522"/>
                  </a:lnTo>
                  <a:lnTo>
                    <a:pt x="83042" y="162873"/>
                  </a:lnTo>
                  <a:lnTo>
                    <a:pt x="82317" y="162167"/>
                  </a:lnTo>
                  <a:lnTo>
                    <a:pt x="80035" y="159943"/>
                  </a:lnTo>
                  <a:lnTo>
                    <a:pt x="79791" y="159705"/>
                  </a:lnTo>
                  <a:lnTo>
                    <a:pt x="78982" y="158916"/>
                  </a:lnTo>
                  <a:lnTo>
                    <a:pt x="75731" y="155437"/>
                  </a:lnTo>
                  <a:lnTo>
                    <a:pt x="74021" y="153606"/>
                  </a:lnTo>
                  <a:lnTo>
                    <a:pt x="73077" y="152645"/>
                  </a:lnTo>
                  <a:lnTo>
                    <a:pt x="72289" y="151845"/>
                  </a:lnTo>
                  <a:lnTo>
                    <a:pt x="67370" y="146843"/>
                  </a:lnTo>
                  <a:lnTo>
                    <a:pt x="67128" y="146598"/>
                  </a:lnTo>
                  <a:lnTo>
                    <a:pt x="62647" y="142042"/>
                  </a:lnTo>
                  <a:lnTo>
                    <a:pt x="61481" y="140856"/>
                  </a:lnTo>
                  <a:lnTo>
                    <a:pt x="60695" y="140056"/>
                  </a:lnTo>
                  <a:lnTo>
                    <a:pt x="49122" y="128568"/>
                  </a:lnTo>
                  <a:lnTo>
                    <a:pt x="48991" y="128438"/>
                  </a:lnTo>
                  <a:lnTo>
                    <a:pt x="42600" y="122094"/>
                  </a:lnTo>
                  <a:lnTo>
                    <a:pt x="41989" y="121486"/>
                  </a:lnTo>
                  <a:lnTo>
                    <a:pt x="41135" y="120490"/>
                  </a:lnTo>
                  <a:lnTo>
                    <a:pt x="40871" y="120181"/>
                  </a:lnTo>
                  <a:lnTo>
                    <a:pt x="40457" y="119697"/>
                  </a:lnTo>
                  <a:lnTo>
                    <a:pt x="40355" y="119569"/>
                  </a:lnTo>
                  <a:lnTo>
                    <a:pt x="39761" y="118829"/>
                  </a:lnTo>
                  <a:lnTo>
                    <a:pt x="39563" y="118582"/>
                  </a:lnTo>
                  <a:lnTo>
                    <a:pt x="33736" y="113752"/>
                  </a:lnTo>
                  <a:lnTo>
                    <a:pt x="33291" y="113564"/>
                  </a:lnTo>
                  <a:lnTo>
                    <a:pt x="31424" y="112774"/>
                  </a:lnTo>
                  <a:lnTo>
                    <a:pt x="28720" y="111571"/>
                  </a:lnTo>
                  <a:lnTo>
                    <a:pt x="21840" y="109348"/>
                  </a:lnTo>
                  <a:lnTo>
                    <a:pt x="15874" y="107652"/>
                  </a:lnTo>
                  <a:lnTo>
                    <a:pt x="10320" y="106073"/>
                  </a:lnTo>
                  <a:lnTo>
                    <a:pt x="8097" y="105441"/>
                  </a:lnTo>
                  <a:lnTo>
                    <a:pt x="7830" y="105365"/>
                  </a:lnTo>
                  <a:lnTo>
                    <a:pt x="4559" y="104377"/>
                  </a:lnTo>
                  <a:lnTo>
                    <a:pt x="3670" y="104108"/>
                  </a:lnTo>
                  <a:lnTo>
                    <a:pt x="3457" y="104043"/>
                  </a:lnTo>
                  <a:lnTo>
                    <a:pt x="1341" y="103404"/>
                  </a:lnTo>
                  <a:lnTo>
                    <a:pt x="1165" y="103351"/>
                  </a:lnTo>
                  <a:lnTo>
                    <a:pt x="129" y="103037"/>
                  </a:lnTo>
                  <a:lnTo>
                    <a:pt x="0" y="102998"/>
                  </a:lnTo>
                  <a:lnTo>
                    <a:pt x="147" y="102481"/>
                  </a:lnTo>
                  <a:lnTo>
                    <a:pt x="2125" y="95565"/>
                  </a:lnTo>
                  <a:lnTo>
                    <a:pt x="5706" y="83044"/>
                  </a:lnTo>
                  <a:lnTo>
                    <a:pt x="10780" y="64620"/>
                  </a:lnTo>
                  <a:lnTo>
                    <a:pt x="12241" y="59476"/>
                  </a:lnTo>
                  <a:lnTo>
                    <a:pt x="13610" y="55324"/>
                  </a:lnTo>
                  <a:lnTo>
                    <a:pt x="15124" y="50248"/>
                  </a:lnTo>
                  <a:lnTo>
                    <a:pt x="15852" y="47629"/>
                  </a:lnTo>
                  <a:lnTo>
                    <a:pt x="16424" y="45570"/>
                  </a:lnTo>
                  <a:lnTo>
                    <a:pt x="17579" y="41413"/>
                  </a:lnTo>
                  <a:lnTo>
                    <a:pt x="17975" y="39805"/>
                  </a:lnTo>
                  <a:lnTo>
                    <a:pt x="20136" y="31997"/>
                  </a:lnTo>
                  <a:lnTo>
                    <a:pt x="20952" y="29048"/>
                  </a:lnTo>
                  <a:lnTo>
                    <a:pt x="24790" y="15179"/>
                  </a:lnTo>
                  <a:lnTo>
                    <a:pt x="26098" y="10946"/>
                  </a:lnTo>
                  <a:lnTo>
                    <a:pt x="28838" y="2077"/>
                  </a:lnTo>
                  <a:lnTo>
                    <a:pt x="29480" y="0"/>
                  </a:lnTo>
                  <a:lnTo>
                    <a:pt x="30570" y="1002"/>
                  </a:lnTo>
                  <a:lnTo>
                    <a:pt x="39986" y="9658"/>
                  </a:lnTo>
                  <a:lnTo>
                    <a:pt x="40711" y="10324"/>
                  </a:lnTo>
                  <a:lnTo>
                    <a:pt x="49122" y="18057"/>
                  </a:lnTo>
                  <a:lnTo>
                    <a:pt x="52847" y="21482"/>
                  </a:lnTo>
                  <a:lnTo>
                    <a:pt x="53840" y="22374"/>
                  </a:lnTo>
                  <a:lnTo>
                    <a:pt x="57035" y="25243"/>
                  </a:lnTo>
                  <a:lnTo>
                    <a:pt x="62548" y="30195"/>
                  </a:lnTo>
                  <a:lnTo>
                    <a:pt x="69603" y="36532"/>
                  </a:lnTo>
                  <a:lnTo>
                    <a:pt x="70130" y="36979"/>
                  </a:lnTo>
                  <a:lnTo>
                    <a:pt x="77743" y="43434"/>
                  </a:lnTo>
                  <a:lnTo>
                    <a:pt x="84850" y="49461"/>
                  </a:lnTo>
                  <a:lnTo>
                    <a:pt x="85419" y="49938"/>
                  </a:lnTo>
                  <a:lnTo>
                    <a:pt x="85845" y="50294"/>
                  </a:lnTo>
                  <a:lnTo>
                    <a:pt x="86115" y="50503"/>
                  </a:lnTo>
                  <a:lnTo>
                    <a:pt x="86633" y="50903"/>
                  </a:lnTo>
                  <a:lnTo>
                    <a:pt x="87117" y="51337"/>
                  </a:lnTo>
                  <a:lnTo>
                    <a:pt x="87932" y="52068"/>
                  </a:lnTo>
                  <a:lnTo>
                    <a:pt x="94908" y="58329"/>
                  </a:lnTo>
                  <a:lnTo>
                    <a:pt x="95126" y="58526"/>
                  </a:lnTo>
                  <a:lnTo>
                    <a:pt x="95264" y="58650"/>
                  </a:lnTo>
                  <a:lnTo>
                    <a:pt x="108533" y="70590"/>
                  </a:lnTo>
                  <a:lnTo>
                    <a:pt x="111573" y="73326"/>
                  </a:lnTo>
                  <a:lnTo>
                    <a:pt x="112900" y="74520"/>
                  </a:lnTo>
                  <a:lnTo>
                    <a:pt x="113104" y="74703"/>
                  </a:lnTo>
                  <a:lnTo>
                    <a:pt x="121430" y="81787"/>
                  </a:lnTo>
                  <a:lnTo>
                    <a:pt x="124284" y="84215"/>
                  </a:lnTo>
                  <a:lnTo>
                    <a:pt x="125203" y="84998"/>
                  </a:lnTo>
                  <a:lnTo>
                    <a:pt x="125445" y="85204"/>
                  </a:lnTo>
                  <a:lnTo>
                    <a:pt x="132336" y="91066"/>
                  </a:lnTo>
                  <a:lnTo>
                    <a:pt x="132793" y="91455"/>
                  </a:lnTo>
                  <a:lnTo>
                    <a:pt x="133533" y="92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3683" y="4178034"/>
              <a:ext cx="164791" cy="124003"/>
            </a:xfrm>
            <a:custGeom>
              <a:avLst/>
              <a:pathLst>
                <a:path w="164791" h="124003">
                  <a:moveTo>
                    <a:pt x="53244" y="0"/>
                  </a:moveTo>
                  <a:lnTo>
                    <a:pt x="53803" y="62"/>
                  </a:lnTo>
                  <a:lnTo>
                    <a:pt x="58593" y="601"/>
                  </a:lnTo>
                  <a:lnTo>
                    <a:pt x="61706" y="952"/>
                  </a:lnTo>
                  <a:lnTo>
                    <a:pt x="63691" y="1766"/>
                  </a:lnTo>
                  <a:lnTo>
                    <a:pt x="64239" y="2133"/>
                  </a:lnTo>
                  <a:lnTo>
                    <a:pt x="66156" y="3420"/>
                  </a:lnTo>
                  <a:lnTo>
                    <a:pt x="72809" y="8261"/>
                  </a:lnTo>
                  <a:lnTo>
                    <a:pt x="75680" y="10351"/>
                  </a:lnTo>
                  <a:lnTo>
                    <a:pt x="76304" y="10804"/>
                  </a:lnTo>
                  <a:lnTo>
                    <a:pt x="76842" y="11176"/>
                  </a:lnTo>
                  <a:lnTo>
                    <a:pt x="77006" y="11289"/>
                  </a:lnTo>
                  <a:lnTo>
                    <a:pt x="77878" y="11893"/>
                  </a:lnTo>
                  <a:lnTo>
                    <a:pt x="78380" y="12240"/>
                  </a:lnTo>
                  <a:lnTo>
                    <a:pt x="78866" y="12617"/>
                  </a:lnTo>
                  <a:lnTo>
                    <a:pt x="78998" y="12734"/>
                  </a:lnTo>
                  <a:lnTo>
                    <a:pt x="79375" y="13092"/>
                  </a:lnTo>
                  <a:lnTo>
                    <a:pt x="77614" y="15692"/>
                  </a:lnTo>
                  <a:lnTo>
                    <a:pt x="77279" y="16162"/>
                  </a:lnTo>
                  <a:lnTo>
                    <a:pt x="76224" y="17703"/>
                  </a:lnTo>
                  <a:lnTo>
                    <a:pt x="75771" y="18301"/>
                  </a:lnTo>
                  <a:lnTo>
                    <a:pt x="75285" y="18943"/>
                  </a:lnTo>
                  <a:lnTo>
                    <a:pt x="74925" y="19417"/>
                  </a:lnTo>
                  <a:lnTo>
                    <a:pt x="74806" y="19575"/>
                  </a:lnTo>
                  <a:lnTo>
                    <a:pt x="74604" y="19841"/>
                  </a:lnTo>
                  <a:lnTo>
                    <a:pt x="74330" y="20242"/>
                  </a:lnTo>
                  <a:lnTo>
                    <a:pt x="75331" y="21368"/>
                  </a:lnTo>
                  <a:lnTo>
                    <a:pt x="76081" y="22211"/>
                  </a:lnTo>
                  <a:lnTo>
                    <a:pt x="76384" y="22552"/>
                  </a:lnTo>
                  <a:lnTo>
                    <a:pt x="76717" y="22927"/>
                  </a:lnTo>
                  <a:lnTo>
                    <a:pt x="77526" y="23837"/>
                  </a:lnTo>
                  <a:lnTo>
                    <a:pt x="77670" y="24000"/>
                  </a:lnTo>
                  <a:lnTo>
                    <a:pt x="77810" y="24156"/>
                  </a:lnTo>
                  <a:lnTo>
                    <a:pt x="79378" y="26314"/>
                  </a:lnTo>
                  <a:lnTo>
                    <a:pt x="79749" y="26823"/>
                  </a:lnTo>
                  <a:lnTo>
                    <a:pt x="80420" y="27721"/>
                  </a:lnTo>
                  <a:lnTo>
                    <a:pt x="83203" y="31444"/>
                  </a:lnTo>
                  <a:lnTo>
                    <a:pt x="82935" y="31673"/>
                  </a:lnTo>
                  <a:lnTo>
                    <a:pt x="82642" y="31981"/>
                  </a:lnTo>
                  <a:lnTo>
                    <a:pt x="85556" y="37344"/>
                  </a:lnTo>
                  <a:lnTo>
                    <a:pt x="86551" y="35852"/>
                  </a:lnTo>
                  <a:lnTo>
                    <a:pt x="89285" y="31751"/>
                  </a:lnTo>
                  <a:lnTo>
                    <a:pt x="90152" y="30450"/>
                  </a:lnTo>
                  <a:lnTo>
                    <a:pt x="90246" y="30310"/>
                  </a:lnTo>
                  <a:lnTo>
                    <a:pt x="90359" y="30136"/>
                  </a:lnTo>
                  <a:lnTo>
                    <a:pt x="90451" y="29982"/>
                  </a:lnTo>
                  <a:lnTo>
                    <a:pt x="90738" y="29500"/>
                  </a:lnTo>
                  <a:lnTo>
                    <a:pt x="91563" y="30121"/>
                  </a:lnTo>
                  <a:lnTo>
                    <a:pt x="93313" y="31440"/>
                  </a:lnTo>
                  <a:lnTo>
                    <a:pt x="94495" y="32330"/>
                  </a:lnTo>
                  <a:lnTo>
                    <a:pt x="95337" y="32966"/>
                  </a:lnTo>
                  <a:lnTo>
                    <a:pt x="95964" y="33448"/>
                  </a:lnTo>
                  <a:lnTo>
                    <a:pt x="96600" y="33938"/>
                  </a:lnTo>
                  <a:lnTo>
                    <a:pt x="96789" y="34076"/>
                  </a:lnTo>
                  <a:lnTo>
                    <a:pt x="97487" y="34585"/>
                  </a:lnTo>
                  <a:lnTo>
                    <a:pt x="97625" y="34685"/>
                  </a:lnTo>
                  <a:lnTo>
                    <a:pt x="97902" y="34887"/>
                  </a:lnTo>
                  <a:lnTo>
                    <a:pt x="98443" y="35826"/>
                  </a:lnTo>
                  <a:lnTo>
                    <a:pt x="98869" y="36514"/>
                  </a:lnTo>
                  <a:lnTo>
                    <a:pt x="99804" y="38349"/>
                  </a:lnTo>
                  <a:lnTo>
                    <a:pt x="99958" y="38651"/>
                  </a:lnTo>
                  <a:lnTo>
                    <a:pt x="100624" y="39958"/>
                  </a:lnTo>
                  <a:lnTo>
                    <a:pt x="101530" y="41738"/>
                  </a:lnTo>
                  <a:lnTo>
                    <a:pt x="102127" y="42910"/>
                  </a:lnTo>
                  <a:lnTo>
                    <a:pt x="102327" y="43287"/>
                  </a:lnTo>
                  <a:lnTo>
                    <a:pt x="102520" y="43595"/>
                  </a:lnTo>
                  <a:lnTo>
                    <a:pt x="102957" y="44404"/>
                  </a:lnTo>
                  <a:lnTo>
                    <a:pt x="103236" y="44920"/>
                  </a:lnTo>
                  <a:lnTo>
                    <a:pt x="103843" y="46045"/>
                  </a:lnTo>
                  <a:lnTo>
                    <a:pt x="103984" y="46307"/>
                  </a:lnTo>
                  <a:lnTo>
                    <a:pt x="104102" y="46524"/>
                  </a:lnTo>
                  <a:lnTo>
                    <a:pt x="104273" y="46840"/>
                  </a:lnTo>
                  <a:lnTo>
                    <a:pt x="104540" y="47257"/>
                  </a:lnTo>
                  <a:lnTo>
                    <a:pt x="104787" y="47642"/>
                  </a:lnTo>
                  <a:lnTo>
                    <a:pt x="107806" y="52352"/>
                  </a:lnTo>
                  <a:lnTo>
                    <a:pt x="108501" y="53447"/>
                  </a:lnTo>
                  <a:lnTo>
                    <a:pt x="109117" y="54417"/>
                  </a:lnTo>
                  <a:lnTo>
                    <a:pt x="109669" y="55285"/>
                  </a:lnTo>
                  <a:lnTo>
                    <a:pt x="111746" y="58798"/>
                  </a:lnTo>
                  <a:lnTo>
                    <a:pt x="111974" y="59185"/>
                  </a:lnTo>
                  <a:lnTo>
                    <a:pt x="112099" y="59395"/>
                  </a:lnTo>
                  <a:lnTo>
                    <a:pt x="112426" y="59949"/>
                  </a:lnTo>
                  <a:lnTo>
                    <a:pt x="112855" y="60194"/>
                  </a:lnTo>
                  <a:lnTo>
                    <a:pt x="114074" y="60891"/>
                  </a:lnTo>
                  <a:lnTo>
                    <a:pt x="114253" y="60993"/>
                  </a:lnTo>
                  <a:lnTo>
                    <a:pt x="114629" y="61208"/>
                  </a:lnTo>
                  <a:lnTo>
                    <a:pt x="115684" y="61811"/>
                  </a:lnTo>
                  <a:lnTo>
                    <a:pt x="115998" y="61990"/>
                  </a:lnTo>
                  <a:lnTo>
                    <a:pt x="117378" y="62780"/>
                  </a:lnTo>
                  <a:lnTo>
                    <a:pt x="117556" y="62881"/>
                  </a:lnTo>
                  <a:lnTo>
                    <a:pt x="119159" y="63797"/>
                  </a:lnTo>
                  <a:lnTo>
                    <a:pt x="119428" y="63951"/>
                  </a:lnTo>
                  <a:lnTo>
                    <a:pt x="121436" y="65099"/>
                  </a:lnTo>
                  <a:lnTo>
                    <a:pt x="121851" y="65336"/>
                  </a:lnTo>
                  <a:lnTo>
                    <a:pt x="123279" y="66152"/>
                  </a:lnTo>
                  <a:lnTo>
                    <a:pt x="123854" y="66662"/>
                  </a:lnTo>
                  <a:lnTo>
                    <a:pt x="124768" y="67469"/>
                  </a:lnTo>
                  <a:lnTo>
                    <a:pt x="125454" y="68076"/>
                  </a:lnTo>
                  <a:lnTo>
                    <a:pt x="126766" y="69237"/>
                  </a:lnTo>
                  <a:lnTo>
                    <a:pt x="127379" y="69533"/>
                  </a:lnTo>
                  <a:lnTo>
                    <a:pt x="127827" y="69749"/>
                  </a:lnTo>
                  <a:lnTo>
                    <a:pt x="127999" y="69833"/>
                  </a:lnTo>
                  <a:lnTo>
                    <a:pt x="128229" y="69943"/>
                  </a:lnTo>
                  <a:lnTo>
                    <a:pt x="128782" y="70211"/>
                  </a:lnTo>
                  <a:lnTo>
                    <a:pt x="129344" y="70482"/>
                  </a:lnTo>
                  <a:lnTo>
                    <a:pt x="130255" y="70789"/>
                  </a:lnTo>
                  <a:lnTo>
                    <a:pt x="130753" y="70957"/>
                  </a:lnTo>
                  <a:lnTo>
                    <a:pt x="132173" y="71436"/>
                  </a:lnTo>
                  <a:lnTo>
                    <a:pt x="131146" y="72879"/>
                  </a:lnTo>
                  <a:lnTo>
                    <a:pt x="129286" y="75447"/>
                  </a:lnTo>
                  <a:lnTo>
                    <a:pt x="133766" y="79153"/>
                  </a:lnTo>
                  <a:lnTo>
                    <a:pt x="134396" y="79674"/>
                  </a:lnTo>
                  <a:lnTo>
                    <a:pt x="134735" y="79954"/>
                  </a:lnTo>
                  <a:lnTo>
                    <a:pt x="139633" y="79310"/>
                  </a:lnTo>
                  <a:lnTo>
                    <a:pt x="140219" y="79233"/>
                  </a:lnTo>
                  <a:lnTo>
                    <a:pt x="141274" y="80147"/>
                  </a:lnTo>
                  <a:lnTo>
                    <a:pt x="149918" y="87638"/>
                  </a:lnTo>
                  <a:lnTo>
                    <a:pt x="150445" y="88095"/>
                  </a:lnTo>
                  <a:lnTo>
                    <a:pt x="152548" y="85173"/>
                  </a:lnTo>
                  <a:lnTo>
                    <a:pt x="154080" y="82567"/>
                  </a:lnTo>
                  <a:lnTo>
                    <a:pt x="155227" y="80617"/>
                  </a:lnTo>
                  <a:lnTo>
                    <a:pt x="156613" y="78260"/>
                  </a:lnTo>
                  <a:lnTo>
                    <a:pt x="157083" y="76892"/>
                  </a:lnTo>
                  <a:lnTo>
                    <a:pt x="157525" y="73017"/>
                  </a:lnTo>
                  <a:lnTo>
                    <a:pt x="158247" y="70376"/>
                  </a:lnTo>
                  <a:lnTo>
                    <a:pt x="159318" y="65373"/>
                  </a:lnTo>
                  <a:lnTo>
                    <a:pt x="159350" y="65224"/>
                  </a:lnTo>
                  <a:lnTo>
                    <a:pt x="159408" y="65362"/>
                  </a:lnTo>
                  <a:lnTo>
                    <a:pt x="160386" y="67675"/>
                  </a:lnTo>
                  <a:lnTo>
                    <a:pt x="160914" y="68925"/>
                  </a:lnTo>
                  <a:lnTo>
                    <a:pt x="160061" y="69462"/>
                  </a:lnTo>
                  <a:lnTo>
                    <a:pt x="161258" y="71715"/>
                  </a:lnTo>
                  <a:lnTo>
                    <a:pt x="161495" y="72330"/>
                  </a:lnTo>
                  <a:lnTo>
                    <a:pt x="162456" y="78405"/>
                  </a:lnTo>
                  <a:lnTo>
                    <a:pt x="163147" y="82689"/>
                  </a:lnTo>
                  <a:lnTo>
                    <a:pt x="163247" y="83340"/>
                  </a:lnTo>
                  <a:lnTo>
                    <a:pt x="163252" y="84485"/>
                  </a:lnTo>
                  <a:lnTo>
                    <a:pt x="162578" y="85751"/>
                  </a:lnTo>
                  <a:lnTo>
                    <a:pt x="160888" y="88926"/>
                  </a:lnTo>
                  <a:lnTo>
                    <a:pt x="162825" y="90790"/>
                  </a:lnTo>
                  <a:lnTo>
                    <a:pt x="161857" y="96441"/>
                  </a:lnTo>
                  <a:lnTo>
                    <a:pt x="164791" y="100535"/>
                  </a:lnTo>
                  <a:lnTo>
                    <a:pt x="164357" y="102034"/>
                  </a:lnTo>
                  <a:lnTo>
                    <a:pt x="163515" y="104941"/>
                  </a:lnTo>
                  <a:lnTo>
                    <a:pt x="161234" y="112818"/>
                  </a:lnTo>
                  <a:lnTo>
                    <a:pt x="154913" y="113486"/>
                  </a:lnTo>
                  <a:lnTo>
                    <a:pt x="145632" y="114467"/>
                  </a:lnTo>
                  <a:lnTo>
                    <a:pt x="140276" y="115661"/>
                  </a:lnTo>
                  <a:lnTo>
                    <a:pt x="139614" y="115809"/>
                  </a:lnTo>
                  <a:lnTo>
                    <a:pt x="134827" y="117291"/>
                  </a:lnTo>
                  <a:lnTo>
                    <a:pt x="131009" y="120870"/>
                  </a:lnTo>
                  <a:lnTo>
                    <a:pt x="124708" y="120842"/>
                  </a:lnTo>
                  <a:lnTo>
                    <a:pt x="122589" y="120832"/>
                  </a:lnTo>
                  <a:lnTo>
                    <a:pt x="120719" y="120824"/>
                  </a:lnTo>
                  <a:lnTo>
                    <a:pt x="120321" y="122991"/>
                  </a:lnTo>
                  <a:lnTo>
                    <a:pt x="118370" y="122202"/>
                  </a:lnTo>
                  <a:lnTo>
                    <a:pt x="117835" y="122062"/>
                  </a:lnTo>
                  <a:lnTo>
                    <a:pt x="117363" y="121939"/>
                  </a:lnTo>
                  <a:lnTo>
                    <a:pt x="116447" y="121702"/>
                  </a:lnTo>
                  <a:lnTo>
                    <a:pt x="114715" y="121800"/>
                  </a:lnTo>
                  <a:lnTo>
                    <a:pt x="112792" y="121974"/>
                  </a:lnTo>
                  <a:lnTo>
                    <a:pt x="112246" y="122437"/>
                  </a:lnTo>
                  <a:lnTo>
                    <a:pt x="112057" y="122597"/>
                  </a:lnTo>
                  <a:lnTo>
                    <a:pt x="111552" y="122735"/>
                  </a:lnTo>
                  <a:lnTo>
                    <a:pt x="110535" y="123013"/>
                  </a:lnTo>
                  <a:lnTo>
                    <a:pt x="110199" y="123110"/>
                  </a:lnTo>
                  <a:lnTo>
                    <a:pt x="108614" y="123565"/>
                  </a:lnTo>
                  <a:lnTo>
                    <a:pt x="107763" y="123816"/>
                  </a:lnTo>
                  <a:lnTo>
                    <a:pt x="107120" y="124003"/>
                  </a:lnTo>
                  <a:lnTo>
                    <a:pt x="98444" y="123367"/>
                  </a:lnTo>
                  <a:lnTo>
                    <a:pt x="97949" y="123331"/>
                  </a:lnTo>
                  <a:lnTo>
                    <a:pt x="97298" y="123283"/>
                  </a:lnTo>
                  <a:lnTo>
                    <a:pt x="97077" y="123264"/>
                  </a:lnTo>
                  <a:lnTo>
                    <a:pt x="96735" y="123233"/>
                  </a:lnTo>
                  <a:lnTo>
                    <a:pt x="96558" y="123219"/>
                  </a:lnTo>
                  <a:lnTo>
                    <a:pt x="94148" y="122983"/>
                  </a:lnTo>
                  <a:lnTo>
                    <a:pt x="94714" y="120947"/>
                  </a:lnTo>
                  <a:lnTo>
                    <a:pt x="94984" y="120069"/>
                  </a:lnTo>
                  <a:lnTo>
                    <a:pt x="95042" y="119879"/>
                  </a:lnTo>
                  <a:lnTo>
                    <a:pt x="95244" y="119125"/>
                  </a:lnTo>
                  <a:lnTo>
                    <a:pt x="93313" y="118170"/>
                  </a:lnTo>
                  <a:lnTo>
                    <a:pt x="91676" y="117361"/>
                  </a:lnTo>
                  <a:lnTo>
                    <a:pt x="91852" y="114883"/>
                  </a:lnTo>
                  <a:lnTo>
                    <a:pt x="91910" y="114029"/>
                  </a:lnTo>
                  <a:lnTo>
                    <a:pt x="91919" y="113900"/>
                  </a:lnTo>
                  <a:lnTo>
                    <a:pt x="91842" y="113547"/>
                  </a:lnTo>
                  <a:lnTo>
                    <a:pt x="91283" y="113749"/>
                  </a:lnTo>
                  <a:lnTo>
                    <a:pt x="89901" y="113522"/>
                  </a:lnTo>
                  <a:lnTo>
                    <a:pt x="87892" y="113020"/>
                  </a:lnTo>
                  <a:lnTo>
                    <a:pt x="87070" y="112815"/>
                  </a:lnTo>
                  <a:lnTo>
                    <a:pt x="86397" y="112637"/>
                  </a:lnTo>
                  <a:lnTo>
                    <a:pt x="85726" y="112376"/>
                  </a:lnTo>
                  <a:lnTo>
                    <a:pt x="85439" y="112269"/>
                  </a:lnTo>
                  <a:lnTo>
                    <a:pt x="85213" y="112185"/>
                  </a:lnTo>
                  <a:lnTo>
                    <a:pt x="85062" y="112129"/>
                  </a:lnTo>
                  <a:lnTo>
                    <a:pt x="85062" y="111809"/>
                  </a:lnTo>
                  <a:lnTo>
                    <a:pt x="85062" y="111538"/>
                  </a:lnTo>
                  <a:lnTo>
                    <a:pt x="85062" y="110561"/>
                  </a:lnTo>
                  <a:lnTo>
                    <a:pt x="85062" y="109755"/>
                  </a:lnTo>
                  <a:lnTo>
                    <a:pt x="85312" y="109661"/>
                  </a:lnTo>
                  <a:lnTo>
                    <a:pt x="86733" y="109129"/>
                  </a:lnTo>
                  <a:lnTo>
                    <a:pt x="87256" y="108933"/>
                  </a:lnTo>
                  <a:lnTo>
                    <a:pt x="87510" y="108839"/>
                  </a:lnTo>
                  <a:lnTo>
                    <a:pt x="88096" y="108619"/>
                  </a:lnTo>
                  <a:lnTo>
                    <a:pt x="88367" y="108523"/>
                  </a:lnTo>
                  <a:lnTo>
                    <a:pt x="89494" y="108124"/>
                  </a:lnTo>
                  <a:lnTo>
                    <a:pt x="90291" y="107842"/>
                  </a:lnTo>
                  <a:lnTo>
                    <a:pt x="91801" y="107308"/>
                  </a:lnTo>
                  <a:lnTo>
                    <a:pt x="91991" y="107235"/>
                  </a:lnTo>
                  <a:lnTo>
                    <a:pt x="92319" y="107108"/>
                  </a:lnTo>
                  <a:lnTo>
                    <a:pt x="92580" y="107007"/>
                  </a:lnTo>
                  <a:lnTo>
                    <a:pt x="94323" y="106332"/>
                  </a:lnTo>
                  <a:lnTo>
                    <a:pt x="94468" y="106252"/>
                  </a:lnTo>
                  <a:lnTo>
                    <a:pt x="95100" y="105902"/>
                  </a:lnTo>
                  <a:lnTo>
                    <a:pt x="96026" y="105390"/>
                  </a:lnTo>
                  <a:lnTo>
                    <a:pt x="96247" y="105267"/>
                  </a:lnTo>
                  <a:lnTo>
                    <a:pt x="96902" y="104905"/>
                  </a:lnTo>
                  <a:lnTo>
                    <a:pt x="98288" y="104513"/>
                  </a:lnTo>
                  <a:lnTo>
                    <a:pt x="99230" y="104247"/>
                  </a:lnTo>
                  <a:lnTo>
                    <a:pt x="99581" y="104148"/>
                  </a:lnTo>
                  <a:lnTo>
                    <a:pt x="99548" y="103914"/>
                  </a:lnTo>
                  <a:lnTo>
                    <a:pt x="99505" y="103607"/>
                  </a:lnTo>
                  <a:lnTo>
                    <a:pt x="99455" y="103252"/>
                  </a:lnTo>
                  <a:lnTo>
                    <a:pt x="99421" y="103012"/>
                  </a:lnTo>
                  <a:lnTo>
                    <a:pt x="99267" y="101919"/>
                  </a:lnTo>
                  <a:lnTo>
                    <a:pt x="99198" y="101295"/>
                  </a:lnTo>
                  <a:lnTo>
                    <a:pt x="99145" y="100823"/>
                  </a:lnTo>
                  <a:lnTo>
                    <a:pt x="99118" y="100582"/>
                  </a:lnTo>
                  <a:lnTo>
                    <a:pt x="99083" y="100268"/>
                  </a:lnTo>
                  <a:lnTo>
                    <a:pt x="99066" y="100121"/>
                  </a:lnTo>
                  <a:lnTo>
                    <a:pt x="98999" y="99897"/>
                  </a:lnTo>
                  <a:lnTo>
                    <a:pt x="98778" y="99925"/>
                  </a:lnTo>
                  <a:lnTo>
                    <a:pt x="98628" y="99944"/>
                  </a:lnTo>
                  <a:lnTo>
                    <a:pt x="98372" y="99977"/>
                  </a:lnTo>
                  <a:lnTo>
                    <a:pt x="97672" y="100065"/>
                  </a:lnTo>
                  <a:lnTo>
                    <a:pt x="97343" y="100071"/>
                  </a:lnTo>
                  <a:lnTo>
                    <a:pt x="97192" y="100074"/>
                  </a:lnTo>
                  <a:lnTo>
                    <a:pt x="95499" y="100104"/>
                  </a:lnTo>
                  <a:lnTo>
                    <a:pt x="93213" y="100146"/>
                  </a:lnTo>
                  <a:lnTo>
                    <a:pt x="89695" y="100210"/>
                  </a:lnTo>
                  <a:lnTo>
                    <a:pt x="85852" y="100280"/>
                  </a:lnTo>
                  <a:lnTo>
                    <a:pt x="85295" y="100290"/>
                  </a:lnTo>
                  <a:lnTo>
                    <a:pt x="83183" y="100328"/>
                  </a:lnTo>
                  <a:lnTo>
                    <a:pt x="83016" y="100331"/>
                  </a:lnTo>
                  <a:lnTo>
                    <a:pt x="82607" y="100337"/>
                  </a:lnTo>
                  <a:lnTo>
                    <a:pt x="80769" y="100328"/>
                  </a:lnTo>
                  <a:lnTo>
                    <a:pt x="78209" y="100317"/>
                  </a:lnTo>
                  <a:lnTo>
                    <a:pt x="74100" y="100298"/>
                  </a:lnTo>
                  <a:lnTo>
                    <a:pt x="72795" y="99969"/>
                  </a:lnTo>
                  <a:lnTo>
                    <a:pt x="68399" y="98862"/>
                  </a:lnTo>
                  <a:lnTo>
                    <a:pt x="68224" y="98817"/>
                  </a:lnTo>
                  <a:lnTo>
                    <a:pt x="69005" y="97812"/>
                  </a:lnTo>
                  <a:lnTo>
                    <a:pt x="69304" y="97427"/>
                  </a:lnTo>
                  <a:lnTo>
                    <a:pt x="70049" y="95539"/>
                  </a:lnTo>
                  <a:lnTo>
                    <a:pt x="69029" y="95243"/>
                  </a:lnTo>
                  <a:lnTo>
                    <a:pt x="68505" y="95151"/>
                  </a:lnTo>
                  <a:lnTo>
                    <a:pt x="67854" y="95037"/>
                  </a:lnTo>
                  <a:lnTo>
                    <a:pt x="67621" y="94997"/>
                  </a:lnTo>
                  <a:lnTo>
                    <a:pt x="66728" y="94812"/>
                  </a:lnTo>
                  <a:lnTo>
                    <a:pt x="65376" y="94532"/>
                  </a:lnTo>
                  <a:lnTo>
                    <a:pt x="65040" y="94463"/>
                  </a:lnTo>
                  <a:lnTo>
                    <a:pt x="63333" y="94110"/>
                  </a:lnTo>
                  <a:lnTo>
                    <a:pt x="62769" y="93993"/>
                  </a:lnTo>
                  <a:lnTo>
                    <a:pt x="62177" y="93870"/>
                  </a:lnTo>
                  <a:lnTo>
                    <a:pt x="61562" y="93743"/>
                  </a:lnTo>
                  <a:lnTo>
                    <a:pt x="61120" y="93652"/>
                  </a:lnTo>
                  <a:lnTo>
                    <a:pt x="60608" y="93546"/>
                  </a:lnTo>
                  <a:lnTo>
                    <a:pt x="60091" y="93439"/>
                  </a:lnTo>
                  <a:lnTo>
                    <a:pt x="59630" y="93344"/>
                  </a:lnTo>
                  <a:lnTo>
                    <a:pt x="59089" y="93232"/>
                  </a:lnTo>
                  <a:lnTo>
                    <a:pt x="58675" y="93146"/>
                  </a:lnTo>
                  <a:lnTo>
                    <a:pt x="58182" y="93044"/>
                  </a:lnTo>
                  <a:lnTo>
                    <a:pt x="57720" y="92949"/>
                  </a:lnTo>
                  <a:lnTo>
                    <a:pt x="57268" y="92855"/>
                  </a:lnTo>
                  <a:lnTo>
                    <a:pt x="56950" y="92789"/>
                  </a:lnTo>
                  <a:lnTo>
                    <a:pt x="56257" y="92647"/>
                  </a:lnTo>
                  <a:lnTo>
                    <a:pt x="54516" y="92546"/>
                  </a:lnTo>
                  <a:lnTo>
                    <a:pt x="44504" y="91970"/>
                  </a:lnTo>
                  <a:lnTo>
                    <a:pt x="43397" y="91906"/>
                  </a:lnTo>
                  <a:lnTo>
                    <a:pt x="42932" y="91879"/>
                  </a:lnTo>
                  <a:lnTo>
                    <a:pt x="41869" y="91818"/>
                  </a:lnTo>
                  <a:lnTo>
                    <a:pt x="42067" y="88685"/>
                  </a:lnTo>
                  <a:lnTo>
                    <a:pt x="42713" y="78322"/>
                  </a:lnTo>
                  <a:lnTo>
                    <a:pt x="39813" y="78521"/>
                  </a:lnTo>
                  <a:lnTo>
                    <a:pt x="38256" y="78628"/>
                  </a:lnTo>
                  <a:lnTo>
                    <a:pt x="38084" y="78640"/>
                  </a:lnTo>
                  <a:lnTo>
                    <a:pt x="37339" y="78678"/>
                  </a:lnTo>
                  <a:lnTo>
                    <a:pt x="35900" y="78683"/>
                  </a:lnTo>
                  <a:lnTo>
                    <a:pt x="34104" y="78690"/>
                  </a:lnTo>
                  <a:lnTo>
                    <a:pt x="33572" y="78692"/>
                  </a:lnTo>
                  <a:lnTo>
                    <a:pt x="32068" y="78698"/>
                  </a:lnTo>
                  <a:lnTo>
                    <a:pt x="26887" y="78717"/>
                  </a:lnTo>
                  <a:lnTo>
                    <a:pt x="26208" y="78719"/>
                  </a:lnTo>
                  <a:lnTo>
                    <a:pt x="24724" y="78725"/>
                  </a:lnTo>
                  <a:lnTo>
                    <a:pt x="24527" y="78726"/>
                  </a:lnTo>
                  <a:lnTo>
                    <a:pt x="23953" y="79018"/>
                  </a:lnTo>
                  <a:lnTo>
                    <a:pt x="23044" y="79381"/>
                  </a:lnTo>
                  <a:lnTo>
                    <a:pt x="22255" y="79340"/>
                  </a:lnTo>
                  <a:lnTo>
                    <a:pt x="22059" y="79330"/>
                  </a:lnTo>
                  <a:lnTo>
                    <a:pt x="20563" y="79252"/>
                  </a:lnTo>
                  <a:lnTo>
                    <a:pt x="20314" y="79239"/>
                  </a:lnTo>
                  <a:lnTo>
                    <a:pt x="17973" y="78982"/>
                  </a:lnTo>
                  <a:lnTo>
                    <a:pt x="17711" y="78888"/>
                  </a:lnTo>
                  <a:lnTo>
                    <a:pt x="16459" y="78440"/>
                  </a:lnTo>
                  <a:lnTo>
                    <a:pt x="16204" y="78349"/>
                  </a:lnTo>
                  <a:lnTo>
                    <a:pt x="14682" y="77805"/>
                  </a:lnTo>
                  <a:lnTo>
                    <a:pt x="13669" y="77279"/>
                  </a:lnTo>
                  <a:lnTo>
                    <a:pt x="13252" y="77063"/>
                  </a:lnTo>
                  <a:lnTo>
                    <a:pt x="12233" y="76461"/>
                  </a:lnTo>
                  <a:lnTo>
                    <a:pt x="11075" y="75778"/>
                  </a:lnTo>
                  <a:lnTo>
                    <a:pt x="9094" y="74608"/>
                  </a:lnTo>
                  <a:lnTo>
                    <a:pt x="8811" y="74440"/>
                  </a:lnTo>
                  <a:lnTo>
                    <a:pt x="8520" y="74269"/>
                  </a:lnTo>
                  <a:lnTo>
                    <a:pt x="6622" y="73003"/>
                  </a:lnTo>
                  <a:lnTo>
                    <a:pt x="653" y="69023"/>
                  </a:lnTo>
                  <a:lnTo>
                    <a:pt x="312" y="68742"/>
                  </a:lnTo>
                  <a:lnTo>
                    <a:pt x="0" y="68484"/>
                  </a:lnTo>
                  <a:lnTo>
                    <a:pt x="4628" y="62712"/>
                  </a:lnTo>
                  <a:lnTo>
                    <a:pt x="4882" y="62371"/>
                  </a:lnTo>
                  <a:lnTo>
                    <a:pt x="7433" y="58937"/>
                  </a:lnTo>
                  <a:lnTo>
                    <a:pt x="8803" y="56920"/>
                  </a:lnTo>
                  <a:lnTo>
                    <a:pt x="9226" y="56297"/>
                  </a:lnTo>
                  <a:lnTo>
                    <a:pt x="10239" y="54806"/>
                  </a:lnTo>
                  <a:lnTo>
                    <a:pt x="12744" y="51268"/>
                  </a:lnTo>
                  <a:lnTo>
                    <a:pt x="12927" y="51010"/>
                  </a:lnTo>
                  <a:lnTo>
                    <a:pt x="13440" y="50271"/>
                  </a:lnTo>
                  <a:lnTo>
                    <a:pt x="13944" y="49545"/>
                  </a:lnTo>
                  <a:lnTo>
                    <a:pt x="15596" y="47134"/>
                  </a:lnTo>
                  <a:lnTo>
                    <a:pt x="15938" y="46638"/>
                  </a:lnTo>
                  <a:lnTo>
                    <a:pt x="16290" y="46099"/>
                  </a:lnTo>
                  <a:lnTo>
                    <a:pt x="18269" y="43062"/>
                  </a:lnTo>
                  <a:lnTo>
                    <a:pt x="18396" y="42842"/>
                  </a:lnTo>
                  <a:lnTo>
                    <a:pt x="18989" y="41806"/>
                  </a:lnTo>
                  <a:lnTo>
                    <a:pt x="19314" y="41239"/>
                  </a:lnTo>
                  <a:lnTo>
                    <a:pt x="19472" y="40963"/>
                  </a:lnTo>
                  <a:lnTo>
                    <a:pt x="19690" y="40582"/>
                  </a:lnTo>
                  <a:lnTo>
                    <a:pt x="20059" y="39938"/>
                  </a:lnTo>
                  <a:lnTo>
                    <a:pt x="20296" y="39575"/>
                  </a:lnTo>
                  <a:lnTo>
                    <a:pt x="21030" y="38451"/>
                  </a:lnTo>
                  <a:lnTo>
                    <a:pt x="21486" y="37754"/>
                  </a:lnTo>
                  <a:lnTo>
                    <a:pt x="24859" y="33313"/>
                  </a:lnTo>
                  <a:lnTo>
                    <a:pt x="25352" y="32708"/>
                  </a:lnTo>
                  <a:lnTo>
                    <a:pt x="25457" y="32580"/>
                  </a:lnTo>
                  <a:lnTo>
                    <a:pt x="27137" y="30519"/>
                  </a:lnTo>
                  <a:lnTo>
                    <a:pt x="27612" y="29936"/>
                  </a:lnTo>
                  <a:lnTo>
                    <a:pt x="31883" y="24806"/>
                  </a:lnTo>
                  <a:lnTo>
                    <a:pt x="34864" y="21224"/>
                  </a:lnTo>
                  <a:lnTo>
                    <a:pt x="36360" y="19494"/>
                  </a:lnTo>
                  <a:lnTo>
                    <a:pt x="38714" y="16771"/>
                  </a:lnTo>
                  <a:lnTo>
                    <a:pt x="38951" y="16486"/>
                  </a:lnTo>
                  <a:lnTo>
                    <a:pt x="40044" y="15167"/>
                  </a:lnTo>
                  <a:lnTo>
                    <a:pt x="41219" y="13748"/>
                  </a:lnTo>
                  <a:lnTo>
                    <a:pt x="42492" y="12281"/>
                  </a:lnTo>
                  <a:lnTo>
                    <a:pt x="43166" y="11504"/>
                  </a:lnTo>
                  <a:lnTo>
                    <a:pt x="45593" y="8708"/>
                  </a:lnTo>
                  <a:lnTo>
                    <a:pt x="46210" y="7996"/>
                  </a:lnTo>
                  <a:lnTo>
                    <a:pt x="46760" y="7363"/>
                  </a:lnTo>
                  <a:lnTo>
                    <a:pt x="46875" y="7230"/>
                  </a:lnTo>
                  <a:lnTo>
                    <a:pt x="47617" y="6375"/>
                  </a:lnTo>
                  <a:lnTo>
                    <a:pt x="48242" y="5655"/>
                  </a:lnTo>
                  <a:lnTo>
                    <a:pt x="48878" y="4922"/>
                  </a:lnTo>
                  <a:lnTo>
                    <a:pt x="52902" y="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816620" y="4256356"/>
              <a:ext cx="159263" cy="149734"/>
            </a:xfrm>
            <a:custGeom>
              <a:avLst/>
              <a:pathLst>
                <a:path w="159263" h="149734">
                  <a:moveTo>
                    <a:pt x="79783" y="0"/>
                  </a:moveTo>
                  <a:lnTo>
                    <a:pt x="79130" y="10363"/>
                  </a:lnTo>
                  <a:lnTo>
                    <a:pt x="78936" y="13497"/>
                  </a:lnTo>
                  <a:lnTo>
                    <a:pt x="79995" y="13558"/>
                  </a:lnTo>
                  <a:lnTo>
                    <a:pt x="80460" y="13584"/>
                  </a:lnTo>
                  <a:lnTo>
                    <a:pt x="81567" y="13648"/>
                  </a:lnTo>
                  <a:lnTo>
                    <a:pt x="91579" y="14225"/>
                  </a:lnTo>
                  <a:lnTo>
                    <a:pt x="93324" y="14325"/>
                  </a:lnTo>
                  <a:lnTo>
                    <a:pt x="94013" y="14468"/>
                  </a:lnTo>
                  <a:lnTo>
                    <a:pt x="94331" y="14533"/>
                  </a:lnTo>
                  <a:lnTo>
                    <a:pt x="94783" y="14627"/>
                  </a:lnTo>
                  <a:lnTo>
                    <a:pt x="95245" y="14722"/>
                  </a:lnTo>
                  <a:lnTo>
                    <a:pt x="95738" y="14824"/>
                  </a:lnTo>
                  <a:lnTo>
                    <a:pt x="96152" y="14910"/>
                  </a:lnTo>
                  <a:lnTo>
                    <a:pt x="96693" y="15022"/>
                  </a:lnTo>
                  <a:lnTo>
                    <a:pt x="97264" y="15140"/>
                  </a:lnTo>
                  <a:lnTo>
                    <a:pt x="97671" y="15224"/>
                  </a:lnTo>
                  <a:lnTo>
                    <a:pt x="98183" y="15330"/>
                  </a:lnTo>
                  <a:lnTo>
                    <a:pt x="98624" y="15421"/>
                  </a:lnTo>
                  <a:lnTo>
                    <a:pt x="99240" y="15549"/>
                  </a:lnTo>
                  <a:lnTo>
                    <a:pt x="99832" y="15671"/>
                  </a:lnTo>
                  <a:lnTo>
                    <a:pt x="100396" y="15788"/>
                  </a:lnTo>
                  <a:lnTo>
                    <a:pt x="102103" y="16141"/>
                  </a:lnTo>
                  <a:lnTo>
                    <a:pt x="102439" y="16210"/>
                  </a:lnTo>
                  <a:lnTo>
                    <a:pt x="103791" y="16490"/>
                  </a:lnTo>
                  <a:lnTo>
                    <a:pt x="104684" y="16675"/>
                  </a:lnTo>
                  <a:lnTo>
                    <a:pt x="104917" y="16715"/>
                  </a:lnTo>
                  <a:lnTo>
                    <a:pt x="105568" y="16829"/>
                  </a:lnTo>
                  <a:lnTo>
                    <a:pt x="106128" y="16927"/>
                  </a:lnTo>
                  <a:lnTo>
                    <a:pt x="107109" y="17234"/>
                  </a:lnTo>
                  <a:lnTo>
                    <a:pt x="106367" y="19105"/>
                  </a:lnTo>
                  <a:lnTo>
                    <a:pt x="106068" y="19490"/>
                  </a:lnTo>
                  <a:lnTo>
                    <a:pt x="105321" y="20504"/>
                  </a:lnTo>
                  <a:lnTo>
                    <a:pt x="105462" y="20540"/>
                  </a:lnTo>
                  <a:lnTo>
                    <a:pt x="109858" y="21647"/>
                  </a:lnTo>
                  <a:lnTo>
                    <a:pt x="111166" y="21976"/>
                  </a:lnTo>
                  <a:lnTo>
                    <a:pt x="115272" y="21995"/>
                  </a:lnTo>
                  <a:lnTo>
                    <a:pt x="117832" y="22006"/>
                  </a:lnTo>
                  <a:lnTo>
                    <a:pt x="119773" y="22015"/>
                  </a:lnTo>
                  <a:lnTo>
                    <a:pt x="120079" y="22009"/>
                  </a:lnTo>
                  <a:lnTo>
                    <a:pt x="120254" y="22006"/>
                  </a:lnTo>
                  <a:lnTo>
                    <a:pt x="122358" y="21968"/>
                  </a:lnTo>
                  <a:lnTo>
                    <a:pt x="122922" y="21958"/>
                  </a:lnTo>
                  <a:lnTo>
                    <a:pt x="126758" y="21888"/>
                  </a:lnTo>
                  <a:lnTo>
                    <a:pt x="130383" y="21822"/>
                  </a:lnTo>
                  <a:lnTo>
                    <a:pt x="132562" y="21783"/>
                  </a:lnTo>
                  <a:lnTo>
                    <a:pt x="134255" y="21752"/>
                  </a:lnTo>
                  <a:lnTo>
                    <a:pt x="134406" y="21749"/>
                  </a:lnTo>
                  <a:lnTo>
                    <a:pt x="134739" y="21743"/>
                  </a:lnTo>
                  <a:lnTo>
                    <a:pt x="135435" y="21655"/>
                  </a:lnTo>
                  <a:lnTo>
                    <a:pt x="135705" y="21621"/>
                  </a:lnTo>
                  <a:lnTo>
                    <a:pt x="135912" y="21595"/>
                  </a:lnTo>
                  <a:lnTo>
                    <a:pt x="136106" y="21587"/>
                  </a:lnTo>
                  <a:lnTo>
                    <a:pt x="136129" y="21799"/>
                  </a:lnTo>
                  <a:lnTo>
                    <a:pt x="136160" y="22071"/>
                  </a:lnTo>
                  <a:lnTo>
                    <a:pt x="136193" y="22374"/>
                  </a:lnTo>
                  <a:lnTo>
                    <a:pt x="136208" y="22501"/>
                  </a:lnTo>
                  <a:lnTo>
                    <a:pt x="136261" y="22973"/>
                  </a:lnTo>
                  <a:lnTo>
                    <a:pt x="136342" y="23682"/>
                  </a:lnTo>
                  <a:lnTo>
                    <a:pt x="136484" y="24690"/>
                  </a:lnTo>
                  <a:lnTo>
                    <a:pt x="136518" y="24930"/>
                  </a:lnTo>
                  <a:lnTo>
                    <a:pt x="136568" y="25285"/>
                  </a:lnTo>
                  <a:lnTo>
                    <a:pt x="136617" y="25639"/>
                  </a:lnTo>
                  <a:lnTo>
                    <a:pt x="136516" y="25862"/>
                  </a:lnTo>
                  <a:lnTo>
                    <a:pt x="136293" y="25925"/>
                  </a:lnTo>
                  <a:lnTo>
                    <a:pt x="135351" y="26191"/>
                  </a:lnTo>
                  <a:lnTo>
                    <a:pt x="133965" y="26583"/>
                  </a:lnTo>
                  <a:lnTo>
                    <a:pt x="133310" y="26945"/>
                  </a:lnTo>
                  <a:lnTo>
                    <a:pt x="133089" y="27068"/>
                  </a:lnTo>
                  <a:lnTo>
                    <a:pt x="132163" y="27580"/>
                  </a:lnTo>
                  <a:lnTo>
                    <a:pt x="131531" y="27930"/>
                  </a:lnTo>
                  <a:lnTo>
                    <a:pt x="130995" y="28162"/>
                  </a:lnTo>
                  <a:lnTo>
                    <a:pt x="129643" y="28685"/>
                  </a:lnTo>
                  <a:lnTo>
                    <a:pt x="129382" y="28786"/>
                  </a:lnTo>
                  <a:lnTo>
                    <a:pt x="129054" y="28913"/>
                  </a:lnTo>
                  <a:lnTo>
                    <a:pt x="128864" y="28986"/>
                  </a:lnTo>
                  <a:lnTo>
                    <a:pt x="127354" y="29520"/>
                  </a:lnTo>
                  <a:lnTo>
                    <a:pt x="126556" y="29803"/>
                  </a:lnTo>
                  <a:lnTo>
                    <a:pt x="125430" y="30201"/>
                  </a:lnTo>
                  <a:lnTo>
                    <a:pt x="125159" y="30297"/>
                  </a:lnTo>
                  <a:lnTo>
                    <a:pt x="124572" y="30517"/>
                  </a:lnTo>
                  <a:lnTo>
                    <a:pt x="124319" y="30612"/>
                  </a:lnTo>
                  <a:lnTo>
                    <a:pt x="123796" y="30807"/>
                  </a:lnTo>
                  <a:lnTo>
                    <a:pt x="122270" y="31379"/>
                  </a:lnTo>
                  <a:lnTo>
                    <a:pt x="122125" y="31433"/>
                  </a:lnTo>
                  <a:lnTo>
                    <a:pt x="122125" y="32239"/>
                  </a:lnTo>
                  <a:lnTo>
                    <a:pt x="122125" y="33271"/>
                  </a:lnTo>
                  <a:lnTo>
                    <a:pt x="122125" y="33512"/>
                  </a:lnTo>
                  <a:lnTo>
                    <a:pt x="122125" y="33807"/>
                  </a:lnTo>
                  <a:lnTo>
                    <a:pt x="122276" y="33863"/>
                  </a:lnTo>
                  <a:lnTo>
                    <a:pt x="122503" y="33948"/>
                  </a:lnTo>
                  <a:lnTo>
                    <a:pt x="122789" y="34054"/>
                  </a:lnTo>
                  <a:lnTo>
                    <a:pt x="123564" y="34350"/>
                  </a:lnTo>
                  <a:lnTo>
                    <a:pt x="124133" y="34493"/>
                  </a:lnTo>
                  <a:lnTo>
                    <a:pt x="124955" y="34698"/>
                  </a:lnTo>
                  <a:lnTo>
                    <a:pt x="126964" y="35200"/>
                  </a:lnTo>
                  <a:lnTo>
                    <a:pt x="128385" y="35418"/>
                  </a:lnTo>
                  <a:lnTo>
                    <a:pt x="129005" y="35232"/>
                  </a:lnTo>
                  <a:lnTo>
                    <a:pt x="128982" y="35578"/>
                  </a:lnTo>
                  <a:lnTo>
                    <a:pt x="128973" y="35707"/>
                  </a:lnTo>
                  <a:lnTo>
                    <a:pt x="128915" y="36561"/>
                  </a:lnTo>
                  <a:lnTo>
                    <a:pt x="128739" y="39039"/>
                  </a:lnTo>
                  <a:lnTo>
                    <a:pt x="130376" y="39848"/>
                  </a:lnTo>
                  <a:lnTo>
                    <a:pt x="132333" y="40817"/>
                  </a:lnTo>
                  <a:lnTo>
                    <a:pt x="132105" y="41557"/>
                  </a:lnTo>
                  <a:lnTo>
                    <a:pt x="132030" y="41803"/>
                  </a:lnTo>
                  <a:lnTo>
                    <a:pt x="131718" y="42836"/>
                  </a:lnTo>
                  <a:lnTo>
                    <a:pt x="131204" y="44689"/>
                  </a:lnTo>
                  <a:lnTo>
                    <a:pt x="133621" y="44897"/>
                  </a:lnTo>
                  <a:lnTo>
                    <a:pt x="133798" y="44912"/>
                  </a:lnTo>
                  <a:lnTo>
                    <a:pt x="134216" y="44948"/>
                  </a:lnTo>
                  <a:lnTo>
                    <a:pt x="134438" y="44967"/>
                  </a:lnTo>
                  <a:lnTo>
                    <a:pt x="135068" y="45013"/>
                  </a:lnTo>
                  <a:lnTo>
                    <a:pt x="135507" y="45045"/>
                  </a:lnTo>
                  <a:lnTo>
                    <a:pt x="144206" y="45676"/>
                  </a:lnTo>
                  <a:lnTo>
                    <a:pt x="144826" y="45494"/>
                  </a:lnTo>
                  <a:lnTo>
                    <a:pt x="145677" y="45243"/>
                  </a:lnTo>
                  <a:lnTo>
                    <a:pt x="147262" y="44788"/>
                  </a:lnTo>
                  <a:lnTo>
                    <a:pt x="147598" y="44691"/>
                  </a:lnTo>
                  <a:lnTo>
                    <a:pt x="148615" y="44413"/>
                  </a:lnTo>
                  <a:lnTo>
                    <a:pt x="149150" y="44249"/>
                  </a:lnTo>
                  <a:lnTo>
                    <a:pt x="149376" y="44058"/>
                  </a:lnTo>
                  <a:lnTo>
                    <a:pt x="149858" y="43649"/>
                  </a:lnTo>
                  <a:lnTo>
                    <a:pt x="151786" y="43478"/>
                  </a:lnTo>
                  <a:lnTo>
                    <a:pt x="153531" y="43384"/>
                  </a:lnTo>
                  <a:lnTo>
                    <a:pt x="154426" y="43617"/>
                  </a:lnTo>
                  <a:lnTo>
                    <a:pt x="154898" y="43740"/>
                  </a:lnTo>
                  <a:lnTo>
                    <a:pt x="155433" y="43880"/>
                  </a:lnTo>
                  <a:lnTo>
                    <a:pt x="157384" y="44669"/>
                  </a:lnTo>
                  <a:lnTo>
                    <a:pt x="157480" y="45544"/>
                  </a:lnTo>
                  <a:lnTo>
                    <a:pt x="157516" y="46049"/>
                  </a:lnTo>
                  <a:lnTo>
                    <a:pt x="157661" y="47796"/>
                  </a:lnTo>
                  <a:lnTo>
                    <a:pt x="157724" y="48549"/>
                  </a:lnTo>
                  <a:lnTo>
                    <a:pt x="157745" y="49870"/>
                  </a:lnTo>
                  <a:lnTo>
                    <a:pt x="157750" y="50182"/>
                  </a:lnTo>
                  <a:lnTo>
                    <a:pt x="157979" y="51692"/>
                  </a:lnTo>
                  <a:lnTo>
                    <a:pt x="158073" y="52359"/>
                  </a:lnTo>
                  <a:lnTo>
                    <a:pt x="158618" y="56218"/>
                  </a:lnTo>
                  <a:lnTo>
                    <a:pt x="159263" y="59158"/>
                  </a:lnTo>
                  <a:lnTo>
                    <a:pt x="157305" y="60945"/>
                  </a:lnTo>
                  <a:lnTo>
                    <a:pt x="154513" y="63493"/>
                  </a:lnTo>
                  <a:lnTo>
                    <a:pt x="153789" y="64132"/>
                  </a:lnTo>
                  <a:lnTo>
                    <a:pt x="152257" y="65240"/>
                  </a:lnTo>
                  <a:lnTo>
                    <a:pt x="151528" y="65756"/>
                  </a:lnTo>
                  <a:lnTo>
                    <a:pt x="149781" y="66850"/>
                  </a:lnTo>
                  <a:lnTo>
                    <a:pt x="148830" y="67452"/>
                  </a:lnTo>
                  <a:lnTo>
                    <a:pt x="148576" y="67642"/>
                  </a:lnTo>
                  <a:lnTo>
                    <a:pt x="148416" y="67763"/>
                  </a:lnTo>
                  <a:lnTo>
                    <a:pt x="147405" y="68520"/>
                  </a:lnTo>
                  <a:lnTo>
                    <a:pt x="146462" y="69227"/>
                  </a:lnTo>
                  <a:lnTo>
                    <a:pt x="145895" y="69652"/>
                  </a:lnTo>
                  <a:lnTo>
                    <a:pt x="145421" y="70015"/>
                  </a:lnTo>
                  <a:lnTo>
                    <a:pt x="144808" y="70471"/>
                  </a:lnTo>
                  <a:lnTo>
                    <a:pt x="143916" y="71135"/>
                  </a:lnTo>
                  <a:lnTo>
                    <a:pt x="142116" y="72477"/>
                  </a:lnTo>
                  <a:lnTo>
                    <a:pt x="141722" y="73844"/>
                  </a:lnTo>
                  <a:lnTo>
                    <a:pt x="141632" y="74341"/>
                  </a:lnTo>
                  <a:lnTo>
                    <a:pt x="142113" y="75135"/>
                  </a:lnTo>
                  <a:lnTo>
                    <a:pt x="142367" y="75553"/>
                  </a:lnTo>
                  <a:lnTo>
                    <a:pt x="142634" y="75995"/>
                  </a:lnTo>
                  <a:lnTo>
                    <a:pt x="143138" y="76825"/>
                  </a:lnTo>
                  <a:lnTo>
                    <a:pt x="143751" y="77497"/>
                  </a:lnTo>
                  <a:lnTo>
                    <a:pt x="143897" y="77655"/>
                  </a:lnTo>
                  <a:lnTo>
                    <a:pt x="143269" y="78085"/>
                  </a:lnTo>
                  <a:lnTo>
                    <a:pt x="142722" y="78460"/>
                  </a:lnTo>
                  <a:lnTo>
                    <a:pt x="142503" y="78610"/>
                  </a:lnTo>
                  <a:lnTo>
                    <a:pt x="142253" y="78781"/>
                  </a:lnTo>
                  <a:lnTo>
                    <a:pt x="141455" y="79324"/>
                  </a:lnTo>
                  <a:lnTo>
                    <a:pt x="141297" y="79427"/>
                  </a:lnTo>
                  <a:lnTo>
                    <a:pt x="140627" y="79861"/>
                  </a:lnTo>
                  <a:lnTo>
                    <a:pt x="139729" y="80443"/>
                  </a:lnTo>
                  <a:lnTo>
                    <a:pt x="138613" y="81163"/>
                  </a:lnTo>
                  <a:lnTo>
                    <a:pt x="137807" y="80539"/>
                  </a:lnTo>
                  <a:lnTo>
                    <a:pt x="136997" y="79917"/>
                  </a:lnTo>
                  <a:lnTo>
                    <a:pt x="135490" y="81165"/>
                  </a:lnTo>
                  <a:lnTo>
                    <a:pt x="135338" y="81291"/>
                  </a:lnTo>
                  <a:lnTo>
                    <a:pt x="135174" y="81427"/>
                  </a:lnTo>
                  <a:lnTo>
                    <a:pt x="134538" y="81954"/>
                  </a:lnTo>
                  <a:lnTo>
                    <a:pt x="134090" y="82325"/>
                  </a:lnTo>
                  <a:lnTo>
                    <a:pt x="133895" y="82487"/>
                  </a:lnTo>
                  <a:lnTo>
                    <a:pt x="133726" y="82627"/>
                  </a:lnTo>
                  <a:lnTo>
                    <a:pt x="133463" y="82844"/>
                  </a:lnTo>
                  <a:lnTo>
                    <a:pt x="133247" y="83023"/>
                  </a:lnTo>
                  <a:lnTo>
                    <a:pt x="132811" y="83385"/>
                  </a:lnTo>
                  <a:lnTo>
                    <a:pt x="132653" y="83516"/>
                  </a:lnTo>
                  <a:lnTo>
                    <a:pt x="132041" y="84023"/>
                  </a:lnTo>
                  <a:lnTo>
                    <a:pt x="130245" y="85578"/>
                  </a:lnTo>
                  <a:lnTo>
                    <a:pt x="129649" y="86265"/>
                  </a:lnTo>
                  <a:lnTo>
                    <a:pt x="129529" y="86402"/>
                  </a:lnTo>
                  <a:lnTo>
                    <a:pt x="128345" y="87764"/>
                  </a:lnTo>
                  <a:lnTo>
                    <a:pt x="126794" y="89545"/>
                  </a:lnTo>
                  <a:lnTo>
                    <a:pt x="125477" y="88799"/>
                  </a:lnTo>
                  <a:lnTo>
                    <a:pt x="124886" y="88777"/>
                  </a:lnTo>
                  <a:lnTo>
                    <a:pt x="124633" y="88768"/>
                  </a:lnTo>
                  <a:lnTo>
                    <a:pt x="123275" y="88719"/>
                  </a:lnTo>
                  <a:lnTo>
                    <a:pt x="123008" y="88710"/>
                  </a:lnTo>
                  <a:lnTo>
                    <a:pt x="122581" y="88694"/>
                  </a:lnTo>
                  <a:lnTo>
                    <a:pt x="122340" y="88686"/>
                  </a:lnTo>
                  <a:lnTo>
                    <a:pt x="121895" y="88651"/>
                  </a:lnTo>
                  <a:lnTo>
                    <a:pt x="121333" y="88607"/>
                  </a:lnTo>
                  <a:lnTo>
                    <a:pt x="120406" y="88534"/>
                  </a:lnTo>
                  <a:lnTo>
                    <a:pt x="119834" y="88490"/>
                  </a:lnTo>
                  <a:lnTo>
                    <a:pt x="116248" y="88210"/>
                  </a:lnTo>
                  <a:lnTo>
                    <a:pt x="115415" y="88144"/>
                  </a:lnTo>
                  <a:lnTo>
                    <a:pt x="113625" y="88004"/>
                  </a:lnTo>
                  <a:lnTo>
                    <a:pt x="113525" y="88241"/>
                  </a:lnTo>
                  <a:lnTo>
                    <a:pt x="113298" y="88781"/>
                  </a:lnTo>
                  <a:lnTo>
                    <a:pt x="113190" y="89040"/>
                  </a:lnTo>
                  <a:lnTo>
                    <a:pt x="113050" y="89371"/>
                  </a:lnTo>
                  <a:lnTo>
                    <a:pt x="112851" y="89844"/>
                  </a:lnTo>
                  <a:lnTo>
                    <a:pt x="112591" y="90462"/>
                  </a:lnTo>
                  <a:lnTo>
                    <a:pt x="112402" y="90913"/>
                  </a:lnTo>
                  <a:lnTo>
                    <a:pt x="112208" y="91372"/>
                  </a:lnTo>
                  <a:lnTo>
                    <a:pt x="112101" y="91628"/>
                  </a:lnTo>
                  <a:lnTo>
                    <a:pt x="111954" y="91977"/>
                  </a:lnTo>
                  <a:lnTo>
                    <a:pt x="111385" y="93330"/>
                  </a:lnTo>
                  <a:lnTo>
                    <a:pt x="111294" y="93546"/>
                  </a:lnTo>
                  <a:lnTo>
                    <a:pt x="107857" y="101620"/>
                  </a:lnTo>
                  <a:lnTo>
                    <a:pt x="106480" y="101037"/>
                  </a:lnTo>
                  <a:lnTo>
                    <a:pt x="100576" y="98539"/>
                  </a:lnTo>
                  <a:lnTo>
                    <a:pt x="100423" y="98474"/>
                  </a:lnTo>
                  <a:lnTo>
                    <a:pt x="100177" y="98370"/>
                  </a:lnTo>
                  <a:lnTo>
                    <a:pt x="100214" y="98114"/>
                  </a:lnTo>
                  <a:lnTo>
                    <a:pt x="100389" y="96900"/>
                  </a:lnTo>
                  <a:lnTo>
                    <a:pt x="100413" y="96733"/>
                  </a:lnTo>
                  <a:lnTo>
                    <a:pt x="100944" y="93051"/>
                  </a:lnTo>
                  <a:lnTo>
                    <a:pt x="101294" y="90624"/>
                  </a:lnTo>
                  <a:lnTo>
                    <a:pt x="102309" y="83585"/>
                  </a:lnTo>
                  <a:lnTo>
                    <a:pt x="102336" y="83361"/>
                  </a:lnTo>
                  <a:lnTo>
                    <a:pt x="98943" y="83066"/>
                  </a:lnTo>
                  <a:lnTo>
                    <a:pt x="97730" y="82961"/>
                  </a:lnTo>
                  <a:lnTo>
                    <a:pt x="94212" y="82656"/>
                  </a:lnTo>
                  <a:lnTo>
                    <a:pt x="92661" y="82521"/>
                  </a:lnTo>
                  <a:lnTo>
                    <a:pt x="92626" y="82959"/>
                  </a:lnTo>
                  <a:lnTo>
                    <a:pt x="92593" y="83374"/>
                  </a:lnTo>
                  <a:lnTo>
                    <a:pt x="92485" y="84734"/>
                  </a:lnTo>
                  <a:lnTo>
                    <a:pt x="92242" y="87766"/>
                  </a:lnTo>
                  <a:lnTo>
                    <a:pt x="92132" y="89709"/>
                  </a:lnTo>
                  <a:lnTo>
                    <a:pt x="92103" y="90224"/>
                  </a:lnTo>
                  <a:lnTo>
                    <a:pt x="91757" y="92306"/>
                  </a:lnTo>
                  <a:lnTo>
                    <a:pt x="91427" y="94206"/>
                  </a:lnTo>
                  <a:lnTo>
                    <a:pt x="91245" y="94801"/>
                  </a:lnTo>
                  <a:lnTo>
                    <a:pt x="90130" y="98440"/>
                  </a:lnTo>
                  <a:lnTo>
                    <a:pt x="88378" y="102959"/>
                  </a:lnTo>
                  <a:lnTo>
                    <a:pt x="88195" y="103357"/>
                  </a:lnTo>
                  <a:lnTo>
                    <a:pt x="87878" y="104046"/>
                  </a:lnTo>
                  <a:lnTo>
                    <a:pt x="87714" y="104403"/>
                  </a:lnTo>
                  <a:lnTo>
                    <a:pt x="86760" y="106946"/>
                  </a:lnTo>
                  <a:lnTo>
                    <a:pt x="86496" y="107649"/>
                  </a:lnTo>
                  <a:lnTo>
                    <a:pt x="86052" y="108833"/>
                  </a:lnTo>
                  <a:lnTo>
                    <a:pt x="85575" y="110053"/>
                  </a:lnTo>
                  <a:lnTo>
                    <a:pt x="85397" y="110506"/>
                  </a:lnTo>
                  <a:lnTo>
                    <a:pt x="85293" y="110772"/>
                  </a:lnTo>
                  <a:lnTo>
                    <a:pt x="85234" y="110923"/>
                  </a:lnTo>
                  <a:lnTo>
                    <a:pt x="85493" y="110932"/>
                  </a:lnTo>
                  <a:lnTo>
                    <a:pt x="85643" y="110937"/>
                  </a:lnTo>
                  <a:lnTo>
                    <a:pt x="94945" y="115331"/>
                  </a:lnTo>
                  <a:lnTo>
                    <a:pt x="95856" y="115807"/>
                  </a:lnTo>
                  <a:lnTo>
                    <a:pt x="95426" y="116764"/>
                  </a:lnTo>
                  <a:lnTo>
                    <a:pt x="94859" y="118022"/>
                  </a:lnTo>
                  <a:lnTo>
                    <a:pt x="94244" y="119388"/>
                  </a:lnTo>
                  <a:lnTo>
                    <a:pt x="93827" y="120314"/>
                  </a:lnTo>
                  <a:lnTo>
                    <a:pt x="93296" y="121495"/>
                  </a:lnTo>
                  <a:lnTo>
                    <a:pt x="92175" y="123985"/>
                  </a:lnTo>
                  <a:lnTo>
                    <a:pt x="91178" y="126199"/>
                  </a:lnTo>
                  <a:lnTo>
                    <a:pt x="90792" y="127055"/>
                  </a:lnTo>
                  <a:lnTo>
                    <a:pt x="89049" y="130918"/>
                  </a:lnTo>
                  <a:lnTo>
                    <a:pt x="84021" y="128265"/>
                  </a:lnTo>
                  <a:lnTo>
                    <a:pt x="76931" y="124644"/>
                  </a:lnTo>
                  <a:lnTo>
                    <a:pt x="76754" y="124963"/>
                  </a:lnTo>
                  <a:lnTo>
                    <a:pt x="76629" y="125190"/>
                  </a:lnTo>
                  <a:lnTo>
                    <a:pt x="74506" y="129016"/>
                  </a:lnTo>
                  <a:lnTo>
                    <a:pt x="73952" y="130016"/>
                  </a:lnTo>
                  <a:lnTo>
                    <a:pt x="73627" y="130571"/>
                  </a:lnTo>
                  <a:lnTo>
                    <a:pt x="73332" y="131074"/>
                  </a:lnTo>
                  <a:lnTo>
                    <a:pt x="73164" y="131360"/>
                  </a:lnTo>
                  <a:lnTo>
                    <a:pt x="72614" y="132300"/>
                  </a:lnTo>
                  <a:lnTo>
                    <a:pt x="72537" y="132456"/>
                  </a:lnTo>
                  <a:lnTo>
                    <a:pt x="72262" y="133018"/>
                  </a:lnTo>
                  <a:lnTo>
                    <a:pt x="72032" y="133488"/>
                  </a:lnTo>
                  <a:lnTo>
                    <a:pt x="71867" y="133825"/>
                  </a:lnTo>
                  <a:lnTo>
                    <a:pt x="71351" y="134785"/>
                  </a:lnTo>
                  <a:lnTo>
                    <a:pt x="69866" y="137551"/>
                  </a:lnTo>
                  <a:lnTo>
                    <a:pt x="69518" y="138200"/>
                  </a:lnTo>
                  <a:lnTo>
                    <a:pt x="68541" y="140020"/>
                  </a:lnTo>
                  <a:lnTo>
                    <a:pt x="68447" y="140195"/>
                  </a:lnTo>
                  <a:lnTo>
                    <a:pt x="67902" y="141210"/>
                  </a:lnTo>
                  <a:lnTo>
                    <a:pt x="66954" y="142977"/>
                  </a:lnTo>
                  <a:lnTo>
                    <a:pt x="66707" y="143438"/>
                  </a:lnTo>
                  <a:lnTo>
                    <a:pt x="64099" y="148296"/>
                  </a:lnTo>
                  <a:lnTo>
                    <a:pt x="63607" y="149212"/>
                  </a:lnTo>
                  <a:lnTo>
                    <a:pt x="63323" y="149734"/>
                  </a:lnTo>
                  <a:lnTo>
                    <a:pt x="61529" y="148120"/>
                  </a:lnTo>
                  <a:lnTo>
                    <a:pt x="61076" y="147737"/>
                  </a:lnTo>
                  <a:lnTo>
                    <a:pt x="60746" y="147458"/>
                  </a:lnTo>
                  <a:lnTo>
                    <a:pt x="60560" y="147301"/>
                  </a:lnTo>
                  <a:lnTo>
                    <a:pt x="59187" y="146137"/>
                  </a:lnTo>
                  <a:lnTo>
                    <a:pt x="58743" y="145747"/>
                  </a:lnTo>
                  <a:lnTo>
                    <a:pt x="58156" y="145232"/>
                  </a:lnTo>
                  <a:lnTo>
                    <a:pt x="55920" y="143271"/>
                  </a:lnTo>
                  <a:lnTo>
                    <a:pt x="55727" y="143101"/>
                  </a:lnTo>
                  <a:lnTo>
                    <a:pt x="53587" y="141224"/>
                  </a:lnTo>
                  <a:lnTo>
                    <a:pt x="53305" y="140977"/>
                  </a:lnTo>
                  <a:lnTo>
                    <a:pt x="49747" y="137990"/>
                  </a:lnTo>
                  <a:lnTo>
                    <a:pt x="48389" y="136850"/>
                  </a:lnTo>
                  <a:lnTo>
                    <a:pt x="47677" y="136324"/>
                  </a:lnTo>
                  <a:lnTo>
                    <a:pt x="47516" y="136206"/>
                  </a:lnTo>
                  <a:lnTo>
                    <a:pt x="46252" y="135272"/>
                  </a:lnTo>
                  <a:lnTo>
                    <a:pt x="44775" y="134625"/>
                  </a:lnTo>
                  <a:lnTo>
                    <a:pt x="44473" y="134493"/>
                  </a:lnTo>
                  <a:lnTo>
                    <a:pt x="43570" y="134332"/>
                  </a:lnTo>
                  <a:lnTo>
                    <a:pt x="42982" y="134227"/>
                  </a:lnTo>
                  <a:lnTo>
                    <a:pt x="42165" y="134123"/>
                  </a:lnTo>
                  <a:lnTo>
                    <a:pt x="41436" y="134030"/>
                  </a:lnTo>
                  <a:lnTo>
                    <a:pt x="40579" y="133921"/>
                  </a:lnTo>
                  <a:lnTo>
                    <a:pt x="39910" y="133836"/>
                  </a:lnTo>
                  <a:lnTo>
                    <a:pt x="38882" y="133705"/>
                  </a:lnTo>
                  <a:lnTo>
                    <a:pt x="38563" y="133664"/>
                  </a:lnTo>
                  <a:lnTo>
                    <a:pt x="37555" y="133584"/>
                  </a:lnTo>
                  <a:lnTo>
                    <a:pt x="36617" y="133510"/>
                  </a:lnTo>
                  <a:lnTo>
                    <a:pt x="35810" y="133393"/>
                  </a:lnTo>
                  <a:lnTo>
                    <a:pt x="34809" y="133247"/>
                  </a:lnTo>
                  <a:lnTo>
                    <a:pt x="34126" y="133175"/>
                  </a:lnTo>
                  <a:lnTo>
                    <a:pt x="33155" y="133071"/>
                  </a:lnTo>
                  <a:lnTo>
                    <a:pt x="31228" y="132866"/>
                  </a:lnTo>
                  <a:lnTo>
                    <a:pt x="31017" y="132853"/>
                  </a:lnTo>
                  <a:lnTo>
                    <a:pt x="30621" y="132830"/>
                  </a:lnTo>
                  <a:lnTo>
                    <a:pt x="30114" y="132799"/>
                  </a:lnTo>
                  <a:lnTo>
                    <a:pt x="29359" y="132754"/>
                  </a:lnTo>
                  <a:lnTo>
                    <a:pt x="29175" y="132737"/>
                  </a:lnTo>
                  <a:lnTo>
                    <a:pt x="28480" y="132672"/>
                  </a:lnTo>
                  <a:lnTo>
                    <a:pt x="27410" y="132574"/>
                  </a:lnTo>
                  <a:lnTo>
                    <a:pt x="26942" y="132531"/>
                  </a:lnTo>
                  <a:lnTo>
                    <a:pt x="25834" y="132428"/>
                  </a:lnTo>
                  <a:lnTo>
                    <a:pt x="25585" y="132405"/>
                  </a:lnTo>
                  <a:lnTo>
                    <a:pt x="24175" y="132275"/>
                  </a:lnTo>
                  <a:lnTo>
                    <a:pt x="22681" y="132137"/>
                  </a:lnTo>
                  <a:lnTo>
                    <a:pt x="20838" y="131967"/>
                  </a:lnTo>
                  <a:lnTo>
                    <a:pt x="18786" y="131778"/>
                  </a:lnTo>
                  <a:lnTo>
                    <a:pt x="17402" y="131650"/>
                  </a:lnTo>
                  <a:lnTo>
                    <a:pt x="17191" y="131630"/>
                  </a:lnTo>
                  <a:lnTo>
                    <a:pt x="16428" y="131560"/>
                  </a:lnTo>
                  <a:lnTo>
                    <a:pt x="13701" y="131308"/>
                  </a:lnTo>
                  <a:lnTo>
                    <a:pt x="13377" y="131278"/>
                  </a:lnTo>
                  <a:lnTo>
                    <a:pt x="12583" y="131205"/>
                  </a:lnTo>
                  <a:lnTo>
                    <a:pt x="10348" y="131035"/>
                  </a:lnTo>
                  <a:lnTo>
                    <a:pt x="7018" y="130781"/>
                  </a:lnTo>
                  <a:lnTo>
                    <a:pt x="6018" y="130704"/>
                  </a:lnTo>
                  <a:lnTo>
                    <a:pt x="5804" y="130688"/>
                  </a:lnTo>
                  <a:lnTo>
                    <a:pt x="3671" y="130525"/>
                  </a:lnTo>
                  <a:lnTo>
                    <a:pt x="2136" y="130439"/>
                  </a:lnTo>
                  <a:lnTo>
                    <a:pt x="1150" y="130384"/>
                  </a:lnTo>
                  <a:lnTo>
                    <a:pt x="762" y="130362"/>
                  </a:lnTo>
                  <a:lnTo>
                    <a:pt x="0" y="130319"/>
                  </a:lnTo>
                  <a:lnTo>
                    <a:pt x="1" y="130063"/>
                  </a:lnTo>
                  <a:lnTo>
                    <a:pt x="7" y="129435"/>
                  </a:lnTo>
                  <a:lnTo>
                    <a:pt x="29" y="129183"/>
                  </a:lnTo>
                  <a:lnTo>
                    <a:pt x="94" y="128420"/>
                  </a:lnTo>
                  <a:lnTo>
                    <a:pt x="227" y="126882"/>
                  </a:lnTo>
                  <a:lnTo>
                    <a:pt x="607" y="122458"/>
                  </a:lnTo>
                  <a:lnTo>
                    <a:pt x="692" y="121480"/>
                  </a:lnTo>
                  <a:lnTo>
                    <a:pt x="1555" y="111450"/>
                  </a:lnTo>
                  <a:lnTo>
                    <a:pt x="1622" y="110678"/>
                  </a:lnTo>
                  <a:lnTo>
                    <a:pt x="1658" y="110250"/>
                  </a:lnTo>
                  <a:lnTo>
                    <a:pt x="2136" y="104700"/>
                  </a:lnTo>
                  <a:lnTo>
                    <a:pt x="2200" y="103962"/>
                  </a:lnTo>
                  <a:lnTo>
                    <a:pt x="2309" y="102686"/>
                  </a:lnTo>
                  <a:lnTo>
                    <a:pt x="2396" y="101674"/>
                  </a:lnTo>
                  <a:lnTo>
                    <a:pt x="2465" y="100883"/>
                  </a:lnTo>
                  <a:lnTo>
                    <a:pt x="2513" y="100320"/>
                  </a:lnTo>
                  <a:lnTo>
                    <a:pt x="2554" y="99843"/>
                  </a:lnTo>
                  <a:lnTo>
                    <a:pt x="2574" y="99608"/>
                  </a:lnTo>
                  <a:lnTo>
                    <a:pt x="3022" y="94401"/>
                  </a:lnTo>
                  <a:lnTo>
                    <a:pt x="3116" y="93309"/>
                  </a:lnTo>
                  <a:lnTo>
                    <a:pt x="3509" y="88752"/>
                  </a:lnTo>
                  <a:lnTo>
                    <a:pt x="3533" y="88474"/>
                  </a:lnTo>
                  <a:lnTo>
                    <a:pt x="4044" y="82536"/>
                  </a:lnTo>
                  <a:lnTo>
                    <a:pt x="4806" y="73683"/>
                  </a:lnTo>
                  <a:lnTo>
                    <a:pt x="4853" y="73132"/>
                  </a:lnTo>
                  <a:lnTo>
                    <a:pt x="5230" y="68750"/>
                  </a:lnTo>
                  <a:lnTo>
                    <a:pt x="5353" y="67322"/>
                  </a:lnTo>
                  <a:lnTo>
                    <a:pt x="5494" y="65681"/>
                  </a:lnTo>
                  <a:lnTo>
                    <a:pt x="5586" y="64614"/>
                  </a:lnTo>
                  <a:lnTo>
                    <a:pt x="5725" y="63006"/>
                  </a:lnTo>
                  <a:lnTo>
                    <a:pt x="6423" y="54895"/>
                  </a:lnTo>
                  <a:lnTo>
                    <a:pt x="6673" y="54916"/>
                  </a:lnTo>
                  <a:lnTo>
                    <a:pt x="6822" y="54928"/>
                  </a:lnTo>
                  <a:lnTo>
                    <a:pt x="12669" y="55415"/>
                  </a:lnTo>
                  <a:lnTo>
                    <a:pt x="13001" y="54785"/>
                  </a:lnTo>
                  <a:lnTo>
                    <a:pt x="13069" y="54648"/>
                  </a:lnTo>
                  <a:lnTo>
                    <a:pt x="13245" y="54294"/>
                  </a:lnTo>
                  <a:lnTo>
                    <a:pt x="13354" y="54076"/>
                  </a:lnTo>
                  <a:lnTo>
                    <a:pt x="13607" y="53569"/>
                  </a:lnTo>
                  <a:lnTo>
                    <a:pt x="14192" y="52394"/>
                  </a:lnTo>
                  <a:lnTo>
                    <a:pt x="14558" y="51689"/>
                  </a:lnTo>
                  <a:lnTo>
                    <a:pt x="14737" y="51344"/>
                  </a:lnTo>
                  <a:lnTo>
                    <a:pt x="15551" y="49777"/>
                  </a:lnTo>
                  <a:lnTo>
                    <a:pt x="17856" y="45336"/>
                  </a:lnTo>
                  <a:lnTo>
                    <a:pt x="23205" y="35032"/>
                  </a:lnTo>
                  <a:lnTo>
                    <a:pt x="25343" y="30588"/>
                  </a:lnTo>
                  <a:lnTo>
                    <a:pt x="25608" y="30037"/>
                  </a:lnTo>
                  <a:lnTo>
                    <a:pt x="25766" y="30139"/>
                  </a:lnTo>
                  <a:lnTo>
                    <a:pt x="26642" y="30707"/>
                  </a:lnTo>
                  <a:lnTo>
                    <a:pt x="27381" y="31186"/>
                  </a:lnTo>
                  <a:lnTo>
                    <a:pt x="27677" y="31378"/>
                  </a:lnTo>
                  <a:lnTo>
                    <a:pt x="28270" y="31762"/>
                  </a:lnTo>
                  <a:lnTo>
                    <a:pt x="28486" y="31903"/>
                  </a:lnTo>
                  <a:lnTo>
                    <a:pt x="29438" y="32520"/>
                  </a:lnTo>
                  <a:lnTo>
                    <a:pt x="33339" y="35137"/>
                  </a:lnTo>
                  <a:lnTo>
                    <a:pt x="34378" y="35833"/>
                  </a:lnTo>
                  <a:lnTo>
                    <a:pt x="36635" y="37348"/>
                  </a:lnTo>
                  <a:lnTo>
                    <a:pt x="38670" y="38179"/>
                  </a:lnTo>
                  <a:lnTo>
                    <a:pt x="41057" y="39154"/>
                  </a:lnTo>
                  <a:lnTo>
                    <a:pt x="46316" y="39969"/>
                  </a:lnTo>
                  <a:lnTo>
                    <a:pt x="47583" y="39956"/>
                  </a:lnTo>
                  <a:lnTo>
                    <a:pt x="48372" y="39949"/>
                  </a:lnTo>
                  <a:lnTo>
                    <a:pt x="48994" y="40023"/>
                  </a:lnTo>
                  <a:lnTo>
                    <a:pt x="54109" y="40632"/>
                  </a:lnTo>
                  <a:lnTo>
                    <a:pt x="55146" y="40756"/>
                  </a:lnTo>
                  <a:lnTo>
                    <a:pt x="56218" y="40887"/>
                  </a:lnTo>
                  <a:lnTo>
                    <a:pt x="57407" y="41032"/>
                  </a:lnTo>
                  <a:lnTo>
                    <a:pt x="57544" y="40077"/>
                  </a:lnTo>
                  <a:lnTo>
                    <a:pt x="57695" y="37891"/>
                  </a:lnTo>
                  <a:lnTo>
                    <a:pt x="57731" y="37357"/>
                  </a:lnTo>
                  <a:lnTo>
                    <a:pt x="57763" y="36456"/>
                  </a:lnTo>
                  <a:lnTo>
                    <a:pt x="57816" y="34960"/>
                  </a:lnTo>
                  <a:lnTo>
                    <a:pt x="57837" y="34362"/>
                  </a:lnTo>
                  <a:lnTo>
                    <a:pt x="57868" y="33482"/>
                  </a:lnTo>
                  <a:lnTo>
                    <a:pt x="57918" y="32063"/>
                  </a:lnTo>
                  <a:lnTo>
                    <a:pt x="57941" y="31405"/>
                  </a:lnTo>
                  <a:lnTo>
                    <a:pt x="57963" y="30789"/>
                  </a:lnTo>
                  <a:lnTo>
                    <a:pt x="57985" y="30157"/>
                  </a:lnTo>
                  <a:lnTo>
                    <a:pt x="58182" y="28328"/>
                  </a:lnTo>
                  <a:lnTo>
                    <a:pt x="58983" y="20878"/>
                  </a:lnTo>
                  <a:lnTo>
                    <a:pt x="59368" y="12707"/>
                  </a:lnTo>
                  <a:lnTo>
                    <a:pt x="59618" y="9405"/>
                  </a:lnTo>
                  <a:lnTo>
                    <a:pt x="60063" y="3517"/>
                  </a:lnTo>
                  <a:lnTo>
                    <a:pt x="60535" y="941"/>
                  </a:lnTo>
                  <a:lnTo>
                    <a:pt x="61017" y="696"/>
                  </a:lnTo>
                  <a:lnTo>
                    <a:pt x="61597" y="404"/>
                  </a:lnTo>
                  <a:lnTo>
                    <a:pt x="61864" y="403"/>
                  </a:lnTo>
                  <a:lnTo>
                    <a:pt x="63270" y="398"/>
                  </a:lnTo>
                  <a:lnTo>
                    <a:pt x="63957" y="395"/>
                  </a:lnTo>
                  <a:lnTo>
                    <a:pt x="69131" y="376"/>
                  </a:lnTo>
                  <a:lnTo>
                    <a:pt x="70738" y="370"/>
                  </a:lnTo>
                  <a:lnTo>
                    <a:pt x="71175" y="368"/>
                  </a:lnTo>
                  <a:lnTo>
                    <a:pt x="72970" y="362"/>
                  </a:lnTo>
                  <a:lnTo>
                    <a:pt x="75011" y="327"/>
                  </a:lnTo>
                  <a:lnTo>
                    <a:pt x="75147" y="318"/>
                  </a:lnTo>
                  <a:lnTo>
                    <a:pt x="75444" y="297"/>
                  </a:lnTo>
                  <a:lnTo>
                    <a:pt x="76878" y="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879947" y="4304642"/>
              <a:ext cx="145624" cy="127412"/>
            </a:xfrm>
            <a:custGeom>
              <a:avLst/>
              <a:pathLst>
                <a:path w="145624" h="127412">
                  <a:moveTo>
                    <a:pt x="110602" y="0"/>
                  </a:moveTo>
                  <a:lnTo>
                    <a:pt x="127992" y="12737"/>
                  </a:lnTo>
                  <a:lnTo>
                    <a:pt x="139717" y="3430"/>
                  </a:lnTo>
                  <a:lnTo>
                    <a:pt x="145624" y="7027"/>
                  </a:lnTo>
                  <a:lnTo>
                    <a:pt x="141027" y="11980"/>
                  </a:lnTo>
                  <a:lnTo>
                    <a:pt x="145557" y="16518"/>
                  </a:lnTo>
                  <a:lnTo>
                    <a:pt x="133541" y="28008"/>
                  </a:lnTo>
                  <a:lnTo>
                    <a:pt x="135649" y="31185"/>
                  </a:lnTo>
                  <a:lnTo>
                    <a:pt x="144957" y="34992"/>
                  </a:lnTo>
                  <a:lnTo>
                    <a:pt x="142646" y="38658"/>
                  </a:lnTo>
                  <a:lnTo>
                    <a:pt x="141462" y="39060"/>
                  </a:lnTo>
                  <a:lnTo>
                    <a:pt x="140639" y="39340"/>
                  </a:lnTo>
                  <a:lnTo>
                    <a:pt x="140466" y="39399"/>
                  </a:lnTo>
                  <a:lnTo>
                    <a:pt x="139967" y="39562"/>
                  </a:lnTo>
                  <a:lnTo>
                    <a:pt x="137111" y="40495"/>
                  </a:lnTo>
                  <a:lnTo>
                    <a:pt x="136106" y="40823"/>
                  </a:lnTo>
                  <a:lnTo>
                    <a:pt x="135238" y="41107"/>
                  </a:lnTo>
                  <a:lnTo>
                    <a:pt x="134791" y="41253"/>
                  </a:lnTo>
                  <a:lnTo>
                    <a:pt x="134544" y="41334"/>
                  </a:lnTo>
                  <a:lnTo>
                    <a:pt x="134378" y="41388"/>
                  </a:lnTo>
                  <a:lnTo>
                    <a:pt x="133602" y="41642"/>
                  </a:lnTo>
                  <a:lnTo>
                    <a:pt x="133091" y="41810"/>
                  </a:lnTo>
                  <a:lnTo>
                    <a:pt x="131879" y="43310"/>
                  </a:lnTo>
                  <a:lnTo>
                    <a:pt x="131504" y="43764"/>
                  </a:lnTo>
                  <a:lnTo>
                    <a:pt x="131237" y="44088"/>
                  </a:lnTo>
                  <a:lnTo>
                    <a:pt x="131075" y="44284"/>
                  </a:lnTo>
                  <a:lnTo>
                    <a:pt x="129724" y="45919"/>
                  </a:lnTo>
                  <a:lnTo>
                    <a:pt x="128136" y="47844"/>
                  </a:lnTo>
                  <a:lnTo>
                    <a:pt x="127894" y="47968"/>
                  </a:lnTo>
                  <a:lnTo>
                    <a:pt x="127589" y="48125"/>
                  </a:lnTo>
                  <a:lnTo>
                    <a:pt x="127373" y="48236"/>
                  </a:lnTo>
                  <a:lnTo>
                    <a:pt x="127052" y="48401"/>
                  </a:lnTo>
                  <a:lnTo>
                    <a:pt x="126467" y="48702"/>
                  </a:lnTo>
                  <a:lnTo>
                    <a:pt x="125039" y="49436"/>
                  </a:lnTo>
                  <a:lnTo>
                    <a:pt x="124209" y="49863"/>
                  </a:lnTo>
                  <a:lnTo>
                    <a:pt x="121980" y="51009"/>
                  </a:lnTo>
                  <a:lnTo>
                    <a:pt x="121283" y="51367"/>
                  </a:lnTo>
                  <a:lnTo>
                    <a:pt x="121372" y="52133"/>
                  </a:lnTo>
                  <a:lnTo>
                    <a:pt x="121550" y="53665"/>
                  </a:lnTo>
                  <a:lnTo>
                    <a:pt x="121767" y="54510"/>
                  </a:lnTo>
                  <a:lnTo>
                    <a:pt x="121847" y="54821"/>
                  </a:lnTo>
                  <a:lnTo>
                    <a:pt x="121905" y="55047"/>
                  </a:lnTo>
                  <a:lnTo>
                    <a:pt x="122085" y="55744"/>
                  </a:lnTo>
                  <a:lnTo>
                    <a:pt x="122250" y="56385"/>
                  </a:lnTo>
                  <a:lnTo>
                    <a:pt x="122834" y="58656"/>
                  </a:lnTo>
                  <a:lnTo>
                    <a:pt x="122342" y="58845"/>
                  </a:lnTo>
                  <a:lnTo>
                    <a:pt x="122096" y="58939"/>
                  </a:lnTo>
                  <a:lnTo>
                    <a:pt x="121770" y="59064"/>
                  </a:lnTo>
                  <a:lnTo>
                    <a:pt x="120764" y="59450"/>
                  </a:lnTo>
                  <a:lnTo>
                    <a:pt x="120003" y="59742"/>
                  </a:lnTo>
                  <a:lnTo>
                    <a:pt x="119359" y="59989"/>
                  </a:lnTo>
                  <a:lnTo>
                    <a:pt x="118531" y="60306"/>
                  </a:lnTo>
                  <a:lnTo>
                    <a:pt x="118193" y="60436"/>
                  </a:lnTo>
                  <a:lnTo>
                    <a:pt x="117648" y="60938"/>
                  </a:lnTo>
                  <a:lnTo>
                    <a:pt x="116932" y="61598"/>
                  </a:lnTo>
                  <a:lnTo>
                    <a:pt x="116666" y="61843"/>
                  </a:lnTo>
                  <a:lnTo>
                    <a:pt x="116324" y="62159"/>
                  </a:lnTo>
                  <a:lnTo>
                    <a:pt x="115976" y="62479"/>
                  </a:lnTo>
                  <a:lnTo>
                    <a:pt x="115834" y="62899"/>
                  </a:lnTo>
                  <a:lnTo>
                    <a:pt x="115500" y="63885"/>
                  </a:lnTo>
                  <a:lnTo>
                    <a:pt x="115377" y="64187"/>
                  </a:lnTo>
                  <a:lnTo>
                    <a:pt x="114859" y="65463"/>
                  </a:lnTo>
                  <a:lnTo>
                    <a:pt x="114605" y="66087"/>
                  </a:lnTo>
                  <a:lnTo>
                    <a:pt x="114278" y="66891"/>
                  </a:lnTo>
                  <a:lnTo>
                    <a:pt x="114015" y="67538"/>
                  </a:lnTo>
                  <a:lnTo>
                    <a:pt x="113707" y="68295"/>
                  </a:lnTo>
                  <a:lnTo>
                    <a:pt x="113632" y="68480"/>
                  </a:lnTo>
                  <a:lnTo>
                    <a:pt x="112967" y="69219"/>
                  </a:lnTo>
                  <a:lnTo>
                    <a:pt x="112747" y="69463"/>
                  </a:lnTo>
                  <a:lnTo>
                    <a:pt x="111245" y="71133"/>
                  </a:lnTo>
                  <a:lnTo>
                    <a:pt x="107374" y="75342"/>
                  </a:lnTo>
                  <a:lnTo>
                    <a:pt x="104419" y="77711"/>
                  </a:lnTo>
                  <a:lnTo>
                    <a:pt x="102834" y="78772"/>
                  </a:lnTo>
                  <a:lnTo>
                    <a:pt x="97914" y="82068"/>
                  </a:lnTo>
                  <a:lnTo>
                    <a:pt x="97703" y="82174"/>
                  </a:lnTo>
                  <a:lnTo>
                    <a:pt x="96917" y="82718"/>
                  </a:lnTo>
                  <a:lnTo>
                    <a:pt x="95883" y="83064"/>
                  </a:lnTo>
                  <a:lnTo>
                    <a:pt x="95499" y="83193"/>
                  </a:lnTo>
                  <a:lnTo>
                    <a:pt x="94984" y="83366"/>
                  </a:lnTo>
                  <a:lnTo>
                    <a:pt x="93806" y="83761"/>
                  </a:lnTo>
                  <a:lnTo>
                    <a:pt x="92262" y="84029"/>
                  </a:lnTo>
                  <a:lnTo>
                    <a:pt x="90919" y="84001"/>
                  </a:lnTo>
                  <a:lnTo>
                    <a:pt x="90736" y="83997"/>
                  </a:lnTo>
                  <a:lnTo>
                    <a:pt x="87605" y="83928"/>
                  </a:lnTo>
                  <a:lnTo>
                    <a:pt x="86713" y="83798"/>
                  </a:lnTo>
                  <a:lnTo>
                    <a:pt x="86281" y="83735"/>
                  </a:lnTo>
                  <a:lnTo>
                    <a:pt x="85838" y="83680"/>
                  </a:lnTo>
                  <a:lnTo>
                    <a:pt x="84970" y="83746"/>
                  </a:lnTo>
                  <a:lnTo>
                    <a:pt x="85383" y="84126"/>
                  </a:lnTo>
                  <a:lnTo>
                    <a:pt x="85799" y="84509"/>
                  </a:lnTo>
                  <a:lnTo>
                    <a:pt x="86324" y="84992"/>
                  </a:lnTo>
                  <a:lnTo>
                    <a:pt x="86615" y="85260"/>
                  </a:lnTo>
                  <a:lnTo>
                    <a:pt x="87081" y="85646"/>
                  </a:lnTo>
                  <a:lnTo>
                    <a:pt x="87463" y="85962"/>
                  </a:lnTo>
                  <a:lnTo>
                    <a:pt x="87660" y="86125"/>
                  </a:lnTo>
                  <a:lnTo>
                    <a:pt x="87914" y="86335"/>
                  </a:lnTo>
                  <a:lnTo>
                    <a:pt x="88370" y="86713"/>
                  </a:lnTo>
                  <a:lnTo>
                    <a:pt x="88887" y="87140"/>
                  </a:lnTo>
                  <a:lnTo>
                    <a:pt x="90591" y="88552"/>
                  </a:lnTo>
                  <a:lnTo>
                    <a:pt x="90470" y="89835"/>
                  </a:lnTo>
                  <a:lnTo>
                    <a:pt x="90377" y="90820"/>
                  </a:lnTo>
                  <a:lnTo>
                    <a:pt x="90332" y="91298"/>
                  </a:lnTo>
                  <a:lnTo>
                    <a:pt x="90283" y="91817"/>
                  </a:lnTo>
                  <a:lnTo>
                    <a:pt x="90262" y="92227"/>
                  </a:lnTo>
                  <a:lnTo>
                    <a:pt x="90227" y="92942"/>
                  </a:lnTo>
                  <a:lnTo>
                    <a:pt x="90206" y="93359"/>
                  </a:lnTo>
                  <a:lnTo>
                    <a:pt x="90184" y="93797"/>
                  </a:lnTo>
                  <a:lnTo>
                    <a:pt x="90168" y="94135"/>
                  </a:lnTo>
                  <a:lnTo>
                    <a:pt x="90042" y="96655"/>
                  </a:lnTo>
                  <a:lnTo>
                    <a:pt x="89952" y="98457"/>
                  </a:lnTo>
                  <a:lnTo>
                    <a:pt x="89923" y="98966"/>
                  </a:lnTo>
                  <a:lnTo>
                    <a:pt x="89876" y="99780"/>
                  </a:lnTo>
                  <a:lnTo>
                    <a:pt x="89388" y="108259"/>
                  </a:lnTo>
                  <a:lnTo>
                    <a:pt x="88285" y="127412"/>
                  </a:lnTo>
                  <a:lnTo>
                    <a:pt x="87989" y="127393"/>
                  </a:lnTo>
                  <a:lnTo>
                    <a:pt x="80211" y="126912"/>
                  </a:lnTo>
                  <a:lnTo>
                    <a:pt x="77368" y="126737"/>
                  </a:lnTo>
                  <a:lnTo>
                    <a:pt x="67943" y="126154"/>
                  </a:lnTo>
                  <a:lnTo>
                    <a:pt x="67117" y="126103"/>
                  </a:lnTo>
                  <a:lnTo>
                    <a:pt x="66540" y="126067"/>
                  </a:lnTo>
                  <a:lnTo>
                    <a:pt x="62149" y="124011"/>
                  </a:lnTo>
                  <a:lnTo>
                    <a:pt x="61288" y="123608"/>
                  </a:lnTo>
                  <a:lnTo>
                    <a:pt x="59605" y="122821"/>
                  </a:lnTo>
                  <a:lnTo>
                    <a:pt x="59189" y="122626"/>
                  </a:lnTo>
                  <a:lnTo>
                    <a:pt x="56649" y="121437"/>
                  </a:lnTo>
                  <a:lnTo>
                    <a:pt x="56196" y="121225"/>
                  </a:lnTo>
                  <a:lnTo>
                    <a:pt x="52268" y="119386"/>
                  </a:lnTo>
                  <a:lnTo>
                    <a:pt x="51853" y="119192"/>
                  </a:lnTo>
                  <a:lnTo>
                    <a:pt x="51397" y="118954"/>
                  </a:lnTo>
                  <a:lnTo>
                    <a:pt x="49914" y="118181"/>
                  </a:lnTo>
                  <a:lnTo>
                    <a:pt x="49577" y="118005"/>
                  </a:lnTo>
                  <a:lnTo>
                    <a:pt x="45679" y="115973"/>
                  </a:lnTo>
                  <a:lnTo>
                    <a:pt x="44593" y="115478"/>
                  </a:lnTo>
                  <a:lnTo>
                    <a:pt x="35551" y="111360"/>
                  </a:lnTo>
                  <a:lnTo>
                    <a:pt x="33856" y="110610"/>
                  </a:lnTo>
                  <a:lnTo>
                    <a:pt x="33259" y="110555"/>
                  </a:lnTo>
                  <a:lnTo>
                    <a:pt x="30987" y="110347"/>
                  </a:lnTo>
                  <a:lnTo>
                    <a:pt x="23879" y="109866"/>
                  </a:lnTo>
                  <a:lnTo>
                    <a:pt x="20130" y="109612"/>
                  </a:lnTo>
                  <a:lnTo>
                    <a:pt x="18076" y="109376"/>
                  </a:lnTo>
                  <a:lnTo>
                    <a:pt x="17751" y="109339"/>
                  </a:lnTo>
                  <a:lnTo>
                    <a:pt x="17078" y="109262"/>
                  </a:lnTo>
                  <a:lnTo>
                    <a:pt x="11346" y="107321"/>
                  </a:lnTo>
                  <a:lnTo>
                    <a:pt x="7890" y="105995"/>
                  </a:lnTo>
                  <a:lnTo>
                    <a:pt x="7721" y="105907"/>
                  </a:lnTo>
                  <a:lnTo>
                    <a:pt x="6924" y="105490"/>
                  </a:lnTo>
                  <a:lnTo>
                    <a:pt x="5913" y="104962"/>
                  </a:lnTo>
                  <a:lnTo>
                    <a:pt x="5175" y="104576"/>
                  </a:lnTo>
                  <a:lnTo>
                    <a:pt x="4886" y="104425"/>
                  </a:lnTo>
                  <a:lnTo>
                    <a:pt x="4416" y="104179"/>
                  </a:lnTo>
                  <a:lnTo>
                    <a:pt x="3866" y="103907"/>
                  </a:lnTo>
                  <a:lnTo>
                    <a:pt x="3631" y="103791"/>
                  </a:lnTo>
                  <a:lnTo>
                    <a:pt x="2863" y="103411"/>
                  </a:lnTo>
                  <a:lnTo>
                    <a:pt x="0" y="101450"/>
                  </a:lnTo>
                  <a:lnTo>
                    <a:pt x="281" y="100926"/>
                  </a:lnTo>
                  <a:lnTo>
                    <a:pt x="773" y="100010"/>
                  </a:lnTo>
                  <a:lnTo>
                    <a:pt x="3380" y="95151"/>
                  </a:lnTo>
                  <a:lnTo>
                    <a:pt x="3628" y="94691"/>
                  </a:lnTo>
                  <a:lnTo>
                    <a:pt x="4576" y="92924"/>
                  </a:lnTo>
                  <a:lnTo>
                    <a:pt x="5121" y="91909"/>
                  </a:lnTo>
                  <a:lnTo>
                    <a:pt x="5215" y="91734"/>
                  </a:lnTo>
                  <a:lnTo>
                    <a:pt x="6192" y="89914"/>
                  </a:lnTo>
                  <a:lnTo>
                    <a:pt x="6540" y="89265"/>
                  </a:lnTo>
                  <a:lnTo>
                    <a:pt x="8059" y="86435"/>
                  </a:lnTo>
                  <a:lnTo>
                    <a:pt x="8540" y="85539"/>
                  </a:lnTo>
                  <a:lnTo>
                    <a:pt x="8705" y="85202"/>
                  </a:lnTo>
                  <a:lnTo>
                    <a:pt x="8936" y="84732"/>
                  </a:lnTo>
                  <a:lnTo>
                    <a:pt x="9211" y="84170"/>
                  </a:lnTo>
                  <a:lnTo>
                    <a:pt x="9288" y="84013"/>
                  </a:lnTo>
                  <a:lnTo>
                    <a:pt x="9838" y="83074"/>
                  </a:lnTo>
                  <a:lnTo>
                    <a:pt x="10006" y="82788"/>
                  </a:lnTo>
                  <a:lnTo>
                    <a:pt x="10301" y="82284"/>
                  </a:lnTo>
                  <a:lnTo>
                    <a:pt x="10626" y="81730"/>
                  </a:lnTo>
                  <a:lnTo>
                    <a:pt x="11180" y="80730"/>
                  </a:lnTo>
                  <a:lnTo>
                    <a:pt x="13302" y="76903"/>
                  </a:lnTo>
                  <a:lnTo>
                    <a:pt x="13473" y="76595"/>
                  </a:lnTo>
                  <a:lnTo>
                    <a:pt x="13902" y="76393"/>
                  </a:lnTo>
                  <a:lnTo>
                    <a:pt x="20695" y="79978"/>
                  </a:lnTo>
                  <a:lnTo>
                    <a:pt x="25726" y="82634"/>
                  </a:lnTo>
                  <a:lnTo>
                    <a:pt x="27466" y="78769"/>
                  </a:lnTo>
                  <a:lnTo>
                    <a:pt x="27852" y="77912"/>
                  </a:lnTo>
                  <a:lnTo>
                    <a:pt x="28848" y="75698"/>
                  </a:lnTo>
                  <a:lnTo>
                    <a:pt x="29969" y="73208"/>
                  </a:lnTo>
                  <a:lnTo>
                    <a:pt x="30501" y="72028"/>
                  </a:lnTo>
                  <a:lnTo>
                    <a:pt x="30918" y="71102"/>
                  </a:lnTo>
                  <a:lnTo>
                    <a:pt x="31533" y="69736"/>
                  </a:lnTo>
                  <a:lnTo>
                    <a:pt x="32099" y="68478"/>
                  </a:lnTo>
                  <a:lnTo>
                    <a:pt x="32465" y="67444"/>
                  </a:lnTo>
                  <a:lnTo>
                    <a:pt x="31619" y="67044"/>
                  </a:lnTo>
                  <a:lnTo>
                    <a:pt x="22317" y="62650"/>
                  </a:lnTo>
                  <a:lnTo>
                    <a:pt x="22166" y="62645"/>
                  </a:lnTo>
                  <a:lnTo>
                    <a:pt x="21908" y="62637"/>
                  </a:lnTo>
                  <a:lnTo>
                    <a:pt x="21967" y="62485"/>
                  </a:lnTo>
                  <a:lnTo>
                    <a:pt x="22071" y="62220"/>
                  </a:lnTo>
                  <a:lnTo>
                    <a:pt x="22248" y="61766"/>
                  </a:lnTo>
                  <a:lnTo>
                    <a:pt x="22725" y="60546"/>
                  </a:lnTo>
                  <a:lnTo>
                    <a:pt x="23170" y="59363"/>
                  </a:lnTo>
                  <a:lnTo>
                    <a:pt x="23433" y="58660"/>
                  </a:lnTo>
                  <a:lnTo>
                    <a:pt x="24388" y="56117"/>
                  </a:lnTo>
                  <a:lnTo>
                    <a:pt x="24552" y="55760"/>
                  </a:lnTo>
                  <a:lnTo>
                    <a:pt x="24868" y="55071"/>
                  </a:lnTo>
                  <a:lnTo>
                    <a:pt x="25051" y="54673"/>
                  </a:lnTo>
                  <a:lnTo>
                    <a:pt x="26819" y="50103"/>
                  </a:lnTo>
                  <a:lnTo>
                    <a:pt x="27918" y="46515"/>
                  </a:lnTo>
                  <a:lnTo>
                    <a:pt x="28131" y="45821"/>
                  </a:lnTo>
                  <a:lnTo>
                    <a:pt x="28431" y="44020"/>
                  </a:lnTo>
                  <a:lnTo>
                    <a:pt x="28777" y="41938"/>
                  </a:lnTo>
                  <a:lnTo>
                    <a:pt x="28806" y="41422"/>
                  </a:lnTo>
                  <a:lnTo>
                    <a:pt x="28916" y="39480"/>
                  </a:lnTo>
                  <a:lnTo>
                    <a:pt x="29158" y="36445"/>
                  </a:lnTo>
                  <a:lnTo>
                    <a:pt x="29267" y="35088"/>
                  </a:lnTo>
                  <a:lnTo>
                    <a:pt x="29300" y="34673"/>
                  </a:lnTo>
                  <a:lnTo>
                    <a:pt x="29335" y="34235"/>
                  </a:lnTo>
                  <a:lnTo>
                    <a:pt x="30886" y="34369"/>
                  </a:lnTo>
                  <a:lnTo>
                    <a:pt x="34404" y="34675"/>
                  </a:lnTo>
                  <a:lnTo>
                    <a:pt x="35616" y="34780"/>
                  </a:lnTo>
                  <a:lnTo>
                    <a:pt x="39015" y="35075"/>
                  </a:lnTo>
                  <a:lnTo>
                    <a:pt x="38975" y="35356"/>
                  </a:lnTo>
                  <a:lnTo>
                    <a:pt x="37968" y="42338"/>
                  </a:lnTo>
                  <a:lnTo>
                    <a:pt x="37618" y="44764"/>
                  </a:lnTo>
                  <a:lnTo>
                    <a:pt x="37087" y="48447"/>
                  </a:lnTo>
                  <a:lnTo>
                    <a:pt x="37062" y="48614"/>
                  </a:lnTo>
                  <a:lnTo>
                    <a:pt x="36887" y="49827"/>
                  </a:lnTo>
                  <a:lnTo>
                    <a:pt x="36943" y="50123"/>
                  </a:lnTo>
                  <a:lnTo>
                    <a:pt x="37097" y="50188"/>
                  </a:lnTo>
                  <a:lnTo>
                    <a:pt x="37255" y="50255"/>
                  </a:lnTo>
                  <a:lnTo>
                    <a:pt x="43153" y="52751"/>
                  </a:lnTo>
                  <a:lnTo>
                    <a:pt x="44596" y="53274"/>
                  </a:lnTo>
                  <a:lnTo>
                    <a:pt x="47968" y="45259"/>
                  </a:lnTo>
                  <a:lnTo>
                    <a:pt x="48058" y="45044"/>
                  </a:lnTo>
                  <a:lnTo>
                    <a:pt x="48628" y="43691"/>
                  </a:lnTo>
                  <a:lnTo>
                    <a:pt x="48775" y="43342"/>
                  </a:lnTo>
                  <a:lnTo>
                    <a:pt x="48882" y="43086"/>
                  </a:lnTo>
                  <a:lnTo>
                    <a:pt x="49103" y="42560"/>
                  </a:lnTo>
                  <a:lnTo>
                    <a:pt x="49265" y="42176"/>
                  </a:lnTo>
                  <a:lnTo>
                    <a:pt x="49525" y="41558"/>
                  </a:lnTo>
                  <a:lnTo>
                    <a:pt x="49767" y="40982"/>
                  </a:lnTo>
                  <a:lnTo>
                    <a:pt x="49884" y="40705"/>
                  </a:lnTo>
                  <a:lnTo>
                    <a:pt x="50069" y="40265"/>
                  </a:lnTo>
                  <a:lnTo>
                    <a:pt x="50216" y="39915"/>
                  </a:lnTo>
                  <a:lnTo>
                    <a:pt x="50299" y="39718"/>
                  </a:lnTo>
                  <a:lnTo>
                    <a:pt x="52088" y="39858"/>
                  </a:lnTo>
                  <a:lnTo>
                    <a:pt x="52922" y="39923"/>
                  </a:lnTo>
                  <a:lnTo>
                    <a:pt x="56508" y="40204"/>
                  </a:lnTo>
                  <a:lnTo>
                    <a:pt x="57079" y="40248"/>
                  </a:lnTo>
                  <a:lnTo>
                    <a:pt x="58007" y="40321"/>
                  </a:lnTo>
                  <a:lnTo>
                    <a:pt x="58569" y="40365"/>
                  </a:lnTo>
                  <a:lnTo>
                    <a:pt x="59018" y="40400"/>
                  </a:lnTo>
                  <a:lnTo>
                    <a:pt x="59255" y="40408"/>
                  </a:lnTo>
                  <a:lnTo>
                    <a:pt x="59682" y="40424"/>
                  </a:lnTo>
                  <a:lnTo>
                    <a:pt x="59948" y="40433"/>
                  </a:lnTo>
                  <a:lnTo>
                    <a:pt x="61306" y="40482"/>
                  </a:lnTo>
                  <a:lnTo>
                    <a:pt x="61560" y="40491"/>
                  </a:lnTo>
                  <a:lnTo>
                    <a:pt x="62154" y="40513"/>
                  </a:lnTo>
                  <a:lnTo>
                    <a:pt x="63470" y="41261"/>
                  </a:lnTo>
                  <a:lnTo>
                    <a:pt x="65019" y="39478"/>
                  </a:lnTo>
                  <a:lnTo>
                    <a:pt x="66203" y="38116"/>
                  </a:lnTo>
                  <a:lnTo>
                    <a:pt x="66322" y="37978"/>
                  </a:lnTo>
                  <a:lnTo>
                    <a:pt x="68105" y="36242"/>
                  </a:lnTo>
                  <a:lnTo>
                    <a:pt x="68822" y="35648"/>
                  </a:lnTo>
                  <a:lnTo>
                    <a:pt x="69327" y="35229"/>
                  </a:lnTo>
                  <a:lnTo>
                    <a:pt x="69484" y="35099"/>
                  </a:lnTo>
                  <a:lnTo>
                    <a:pt x="69921" y="34737"/>
                  </a:lnTo>
                  <a:lnTo>
                    <a:pt x="70137" y="34558"/>
                  </a:lnTo>
                  <a:lnTo>
                    <a:pt x="70400" y="34340"/>
                  </a:lnTo>
                  <a:lnTo>
                    <a:pt x="70568" y="34201"/>
                  </a:lnTo>
                  <a:lnTo>
                    <a:pt x="70879" y="33944"/>
                  </a:lnTo>
                  <a:lnTo>
                    <a:pt x="71211" y="33668"/>
                  </a:lnTo>
                  <a:lnTo>
                    <a:pt x="71848" y="33140"/>
                  </a:lnTo>
                  <a:lnTo>
                    <a:pt x="72011" y="33005"/>
                  </a:lnTo>
                  <a:lnTo>
                    <a:pt x="72164" y="32879"/>
                  </a:lnTo>
                  <a:lnTo>
                    <a:pt x="73873" y="31782"/>
                  </a:lnTo>
                  <a:lnTo>
                    <a:pt x="74481" y="32253"/>
                  </a:lnTo>
                  <a:lnTo>
                    <a:pt x="75289" y="32878"/>
                  </a:lnTo>
                  <a:lnTo>
                    <a:pt x="76403" y="32156"/>
                  </a:lnTo>
                  <a:lnTo>
                    <a:pt x="77419" y="31498"/>
                  </a:lnTo>
                  <a:lnTo>
                    <a:pt x="77970" y="31141"/>
                  </a:lnTo>
                  <a:lnTo>
                    <a:pt x="78195" y="30995"/>
                  </a:lnTo>
                  <a:lnTo>
                    <a:pt x="78927" y="30494"/>
                  </a:lnTo>
                  <a:lnTo>
                    <a:pt x="79176" y="30323"/>
                  </a:lnTo>
                  <a:lnTo>
                    <a:pt x="79395" y="30174"/>
                  </a:lnTo>
                  <a:lnTo>
                    <a:pt x="79943" y="29799"/>
                  </a:lnTo>
                  <a:lnTo>
                    <a:pt x="80570" y="29369"/>
                  </a:lnTo>
                  <a:lnTo>
                    <a:pt x="80425" y="29210"/>
                  </a:lnTo>
                  <a:lnTo>
                    <a:pt x="79811" y="28539"/>
                  </a:lnTo>
                  <a:lnTo>
                    <a:pt x="79257" y="27624"/>
                  </a:lnTo>
                  <a:lnTo>
                    <a:pt x="79041" y="27267"/>
                  </a:lnTo>
                  <a:lnTo>
                    <a:pt x="78787" y="26849"/>
                  </a:lnTo>
                  <a:lnTo>
                    <a:pt x="78306" y="26054"/>
                  </a:lnTo>
                  <a:lnTo>
                    <a:pt x="78395" y="25558"/>
                  </a:lnTo>
                  <a:lnTo>
                    <a:pt x="78789" y="24190"/>
                  </a:lnTo>
                  <a:lnTo>
                    <a:pt x="80590" y="22849"/>
                  </a:lnTo>
                  <a:lnTo>
                    <a:pt x="81481" y="22185"/>
                  </a:lnTo>
                  <a:lnTo>
                    <a:pt x="82173" y="21668"/>
                  </a:lnTo>
                  <a:lnTo>
                    <a:pt x="82569" y="21366"/>
                  </a:lnTo>
                  <a:lnTo>
                    <a:pt x="83136" y="20941"/>
                  </a:lnTo>
                  <a:lnTo>
                    <a:pt x="84078" y="20234"/>
                  </a:lnTo>
                  <a:lnTo>
                    <a:pt x="85089" y="19476"/>
                  </a:lnTo>
                  <a:lnTo>
                    <a:pt x="85250" y="19356"/>
                  </a:lnTo>
                  <a:lnTo>
                    <a:pt x="85504" y="19166"/>
                  </a:lnTo>
                  <a:lnTo>
                    <a:pt x="86455" y="18564"/>
                  </a:lnTo>
                  <a:lnTo>
                    <a:pt x="88202" y="17470"/>
                  </a:lnTo>
                  <a:lnTo>
                    <a:pt x="88932" y="16953"/>
                  </a:lnTo>
                  <a:lnTo>
                    <a:pt x="90579" y="15761"/>
                  </a:lnTo>
                  <a:lnTo>
                    <a:pt x="91187" y="15207"/>
                  </a:lnTo>
                  <a:lnTo>
                    <a:pt x="93979" y="12659"/>
                  </a:lnTo>
                  <a:lnTo>
                    <a:pt x="96047" y="10764"/>
                  </a:lnTo>
                  <a:lnTo>
                    <a:pt x="100136" y="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964814" y="4315327"/>
              <a:ext cx="294145" cy="128573"/>
            </a:xfrm>
            <a:custGeom>
              <a:avLst/>
              <a:pathLst>
                <a:path w="294145" h="128573">
                  <a:moveTo>
                    <a:pt x="145105" y="6482"/>
                  </a:moveTo>
                  <a:lnTo>
                    <a:pt x="145681" y="14583"/>
                  </a:lnTo>
                  <a:lnTo>
                    <a:pt x="151046" y="20256"/>
                  </a:lnTo>
                  <a:lnTo>
                    <a:pt x="138128" y="32063"/>
                  </a:lnTo>
                  <a:lnTo>
                    <a:pt x="133036" y="35325"/>
                  </a:lnTo>
                  <a:lnTo>
                    <a:pt x="142383" y="34782"/>
                  </a:lnTo>
                  <a:lnTo>
                    <a:pt x="169757" y="27952"/>
                  </a:lnTo>
                  <a:lnTo>
                    <a:pt x="176216" y="40962"/>
                  </a:lnTo>
                  <a:lnTo>
                    <a:pt x="163012" y="47662"/>
                  </a:lnTo>
                  <a:lnTo>
                    <a:pt x="144313" y="49330"/>
                  </a:lnTo>
                  <a:lnTo>
                    <a:pt x="133796" y="49618"/>
                  </a:lnTo>
                  <a:lnTo>
                    <a:pt x="135323" y="54324"/>
                  </a:lnTo>
                  <a:lnTo>
                    <a:pt x="141320" y="60581"/>
                  </a:lnTo>
                  <a:lnTo>
                    <a:pt x="139767" y="60998"/>
                  </a:lnTo>
                  <a:lnTo>
                    <a:pt x="134064" y="62533"/>
                  </a:lnTo>
                  <a:lnTo>
                    <a:pt x="130244" y="64640"/>
                  </a:lnTo>
                  <a:lnTo>
                    <a:pt x="129546" y="65025"/>
                  </a:lnTo>
                  <a:lnTo>
                    <a:pt x="131458" y="67912"/>
                  </a:lnTo>
                  <a:lnTo>
                    <a:pt x="134287" y="70197"/>
                  </a:lnTo>
                  <a:lnTo>
                    <a:pt x="137171" y="78575"/>
                  </a:lnTo>
                  <a:lnTo>
                    <a:pt x="136790" y="83037"/>
                  </a:lnTo>
                  <a:lnTo>
                    <a:pt x="149151" y="78824"/>
                  </a:lnTo>
                  <a:lnTo>
                    <a:pt x="159913" y="70395"/>
                  </a:lnTo>
                  <a:lnTo>
                    <a:pt x="158297" y="61670"/>
                  </a:lnTo>
                  <a:lnTo>
                    <a:pt x="184641" y="58877"/>
                  </a:lnTo>
                  <a:lnTo>
                    <a:pt x="188692" y="58447"/>
                  </a:lnTo>
                  <a:lnTo>
                    <a:pt x="189273" y="55235"/>
                  </a:lnTo>
                  <a:lnTo>
                    <a:pt x="203433" y="55059"/>
                  </a:lnTo>
                  <a:lnTo>
                    <a:pt x="208912" y="57450"/>
                  </a:lnTo>
                  <a:lnTo>
                    <a:pt x="211482" y="48356"/>
                  </a:lnTo>
                  <a:lnTo>
                    <a:pt x="218545" y="50592"/>
                  </a:lnTo>
                  <a:lnTo>
                    <a:pt x="213717" y="62571"/>
                  </a:lnTo>
                  <a:lnTo>
                    <a:pt x="215921" y="64012"/>
                  </a:lnTo>
                  <a:lnTo>
                    <a:pt x="220265" y="61428"/>
                  </a:lnTo>
                  <a:lnTo>
                    <a:pt x="227813" y="58973"/>
                  </a:lnTo>
                  <a:lnTo>
                    <a:pt x="231206" y="55261"/>
                  </a:lnTo>
                  <a:lnTo>
                    <a:pt x="232753" y="53924"/>
                  </a:lnTo>
                  <a:lnTo>
                    <a:pt x="233988" y="55991"/>
                  </a:lnTo>
                  <a:lnTo>
                    <a:pt x="234273" y="56468"/>
                  </a:lnTo>
                  <a:lnTo>
                    <a:pt x="235260" y="58119"/>
                  </a:lnTo>
                  <a:lnTo>
                    <a:pt x="233029" y="64138"/>
                  </a:lnTo>
                  <a:lnTo>
                    <a:pt x="228016" y="67523"/>
                  </a:lnTo>
                  <a:lnTo>
                    <a:pt x="231186" y="69156"/>
                  </a:lnTo>
                  <a:lnTo>
                    <a:pt x="234466" y="70897"/>
                  </a:lnTo>
                  <a:lnTo>
                    <a:pt x="245314" y="76060"/>
                  </a:lnTo>
                  <a:lnTo>
                    <a:pt x="248531" y="65548"/>
                  </a:lnTo>
                  <a:lnTo>
                    <a:pt x="259317" y="68660"/>
                  </a:lnTo>
                  <a:lnTo>
                    <a:pt x="258243" y="77469"/>
                  </a:lnTo>
                  <a:lnTo>
                    <a:pt x="265075" y="79815"/>
                  </a:lnTo>
                  <a:lnTo>
                    <a:pt x="267940" y="76216"/>
                  </a:lnTo>
                  <a:lnTo>
                    <a:pt x="279033" y="79381"/>
                  </a:lnTo>
                  <a:lnTo>
                    <a:pt x="280517" y="80975"/>
                  </a:lnTo>
                  <a:lnTo>
                    <a:pt x="283498" y="84179"/>
                  </a:lnTo>
                  <a:lnTo>
                    <a:pt x="294145" y="87251"/>
                  </a:lnTo>
                  <a:lnTo>
                    <a:pt x="292699" y="94390"/>
                  </a:lnTo>
                  <a:lnTo>
                    <a:pt x="292435" y="95691"/>
                  </a:lnTo>
                  <a:lnTo>
                    <a:pt x="289430" y="94937"/>
                  </a:lnTo>
                  <a:lnTo>
                    <a:pt x="280843" y="94082"/>
                  </a:lnTo>
                  <a:lnTo>
                    <a:pt x="274536" y="93383"/>
                  </a:lnTo>
                  <a:lnTo>
                    <a:pt x="271496" y="94082"/>
                  </a:lnTo>
                  <a:lnTo>
                    <a:pt x="264311" y="95192"/>
                  </a:lnTo>
                  <a:lnTo>
                    <a:pt x="262065" y="95987"/>
                  </a:lnTo>
                  <a:lnTo>
                    <a:pt x="260840" y="108226"/>
                  </a:lnTo>
                  <a:lnTo>
                    <a:pt x="225656" y="109578"/>
                  </a:lnTo>
                  <a:lnTo>
                    <a:pt x="215821" y="112108"/>
                  </a:lnTo>
                  <a:lnTo>
                    <a:pt x="203047" y="115393"/>
                  </a:lnTo>
                  <a:lnTo>
                    <a:pt x="190542" y="113000"/>
                  </a:lnTo>
                  <a:lnTo>
                    <a:pt x="172137" y="109479"/>
                  </a:lnTo>
                  <a:lnTo>
                    <a:pt x="169848" y="108272"/>
                  </a:lnTo>
                  <a:lnTo>
                    <a:pt x="167394" y="106978"/>
                  </a:lnTo>
                  <a:lnTo>
                    <a:pt x="165634" y="106050"/>
                  </a:lnTo>
                  <a:lnTo>
                    <a:pt x="164015" y="105197"/>
                  </a:lnTo>
                  <a:lnTo>
                    <a:pt x="161959" y="103820"/>
                  </a:lnTo>
                  <a:lnTo>
                    <a:pt x="161182" y="104544"/>
                  </a:lnTo>
                  <a:lnTo>
                    <a:pt x="160952" y="104759"/>
                  </a:lnTo>
                  <a:lnTo>
                    <a:pt x="159650" y="105972"/>
                  </a:lnTo>
                  <a:lnTo>
                    <a:pt x="157366" y="108100"/>
                  </a:lnTo>
                  <a:lnTo>
                    <a:pt x="156563" y="108848"/>
                  </a:lnTo>
                  <a:lnTo>
                    <a:pt x="155995" y="109377"/>
                  </a:lnTo>
                  <a:lnTo>
                    <a:pt x="155853" y="109477"/>
                  </a:lnTo>
                  <a:lnTo>
                    <a:pt x="155639" y="109627"/>
                  </a:lnTo>
                  <a:lnTo>
                    <a:pt x="154993" y="110081"/>
                  </a:lnTo>
                  <a:lnTo>
                    <a:pt x="154762" y="110243"/>
                  </a:lnTo>
                  <a:lnTo>
                    <a:pt x="153435" y="111175"/>
                  </a:lnTo>
                  <a:lnTo>
                    <a:pt x="153216" y="111328"/>
                  </a:lnTo>
                  <a:lnTo>
                    <a:pt x="152189" y="112049"/>
                  </a:lnTo>
                  <a:lnTo>
                    <a:pt x="152062" y="112144"/>
                  </a:lnTo>
                  <a:lnTo>
                    <a:pt x="151315" y="112699"/>
                  </a:lnTo>
                  <a:lnTo>
                    <a:pt x="150011" y="113669"/>
                  </a:lnTo>
                  <a:lnTo>
                    <a:pt x="148188" y="115025"/>
                  </a:lnTo>
                  <a:lnTo>
                    <a:pt x="146438" y="116327"/>
                  </a:lnTo>
                  <a:lnTo>
                    <a:pt x="145144" y="117290"/>
                  </a:lnTo>
                  <a:lnTo>
                    <a:pt x="143880" y="118230"/>
                  </a:lnTo>
                  <a:lnTo>
                    <a:pt x="141834" y="119751"/>
                  </a:lnTo>
                  <a:lnTo>
                    <a:pt x="141294" y="120153"/>
                  </a:lnTo>
                  <a:lnTo>
                    <a:pt x="140939" y="120417"/>
                  </a:lnTo>
                  <a:lnTo>
                    <a:pt x="139348" y="121600"/>
                  </a:lnTo>
                  <a:lnTo>
                    <a:pt x="138708" y="123786"/>
                  </a:lnTo>
                  <a:lnTo>
                    <a:pt x="138524" y="124415"/>
                  </a:lnTo>
                  <a:lnTo>
                    <a:pt x="138342" y="124835"/>
                  </a:lnTo>
                  <a:lnTo>
                    <a:pt x="132637" y="128383"/>
                  </a:lnTo>
                  <a:lnTo>
                    <a:pt x="132212" y="128573"/>
                  </a:lnTo>
                  <a:lnTo>
                    <a:pt x="131778" y="128264"/>
                  </a:lnTo>
                  <a:lnTo>
                    <a:pt x="130553" y="127884"/>
                  </a:lnTo>
                  <a:lnTo>
                    <a:pt x="129611" y="127595"/>
                  </a:lnTo>
                  <a:lnTo>
                    <a:pt x="126938" y="127168"/>
                  </a:lnTo>
                  <a:lnTo>
                    <a:pt x="125962" y="127012"/>
                  </a:lnTo>
                  <a:lnTo>
                    <a:pt x="108170" y="124463"/>
                  </a:lnTo>
                  <a:lnTo>
                    <a:pt x="107617" y="124378"/>
                  </a:lnTo>
                  <a:lnTo>
                    <a:pt x="107031" y="124287"/>
                  </a:lnTo>
                  <a:lnTo>
                    <a:pt x="106138" y="124150"/>
                  </a:lnTo>
                  <a:lnTo>
                    <a:pt x="101475" y="123432"/>
                  </a:lnTo>
                  <a:lnTo>
                    <a:pt x="99782" y="123171"/>
                  </a:lnTo>
                  <a:lnTo>
                    <a:pt x="88877" y="121571"/>
                  </a:lnTo>
                  <a:lnTo>
                    <a:pt x="88268" y="121481"/>
                  </a:lnTo>
                  <a:lnTo>
                    <a:pt x="87937" y="121433"/>
                  </a:lnTo>
                  <a:lnTo>
                    <a:pt x="86856" y="121274"/>
                  </a:lnTo>
                  <a:lnTo>
                    <a:pt x="76904" y="119740"/>
                  </a:lnTo>
                  <a:lnTo>
                    <a:pt x="72763" y="119415"/>
                  </a:lnTo>
                  <a:lnTo>
                    <a:pt x="71339" y="119235"/>
                  </a:lnTo>
                  <a:lnTo>
                    <a:pt x="70628" y="119145"/>
                  </a:lnTo>
                  <a:lnTo>
                    <a:pt x="70164" y="119086"/>
                  </a:lnTo>
                  <a:lnTo>
                    <a:pt x="69918" y="119085"/>
                  </a:lnTo>
                  <a:lnTo>
                    <a:pt x="69448" y="119082"/>
                  </a:lnTo>
                  <a:lnTo>
                    <a:pt x="69200" y="119081"/>
                  </a:lnTo>
                  <a:lnTo>
                    <a:pt x="68877" y="119079"/>
                  </a:lnTo>
                  <a:lnTo>
                    <a:pt x="68543" y="119077"/>
                  </a:lnTo>
                  <a:lnTo>
                    <a:pt x="68312" y="119075"/>
                  </a:lnTo>
                  <a:lnTo>
                    <a:pt x="67810" y="119073"/>
                  </a:lnTo>
                  <a:lnTo>
                    <a:pt x="67435" y="119070"/>
                  </a:lnTo>
                  <a:lnTo>
                    <a:pt x="66692" y="119066"/>
                  </a:lnTo>
                  <a:lnTo>
                    <a:pt x="66387" y="119050"/>
                  </a:lnTo>
                  <a:lnTo>
                    <a:pt x="65755" y="119017"/>
                  </a:lnTo>
                  <a:lnTo>
                    <a:pt x="65621" y="119010"/>
                  </a:lnTo>
                  <a:lnTo>
                    <a:pt x="63415" y="118893"/>
                  </a:lnTo>
                  <a:lnTo>
                    <a:pt x="62939" y="118868"/>
                  </a:lnTo>
                  <a:lnTo>
                    <a:pt x="58317" y="118624"/>
                  </a:lnTo>
                  <a:lnTo>
                    <a:pt x="51953" y="118289"/>
                  </a:lnTo>
                  <a:lnTo>
                    <a:pt x="50958" y="118250"/>
                  </a:lnTo>
                  <a:lnTo>
                    <a:pt x="50211" y="118221"/>
                  </a:lnTo>
                  <a:lnTo>
                    <a:pt x="40933" y="117862"/>
                  </a:lnTo>
                  <a:lnTo>
                    <a:pt x="37922" y="117745"/>
                  </a:lnTo>
                  <a:lnTo>
                    <a:pt x="37761" y="117739"/>
                  </a:lnTo>
                  <a:lnTo>
                    <a:pt x="37236" y="117719"/>
                  </a:lnTo>
                  <a:lnTo>
                    <a:pt x="37020" y="117710"/>
                  </a:lnTo>
                  <a:lnTo>
                    <a:pt x="36406" y="117687"/>
                  </a:lnTo>
                  <a:lnTo>
                    <a:pt x="35487" y="117651"/>
                  </a:lnTo>
                  <a:lnTo>
                    <a:pt x="34980" y="117631"/>
                  </a:lnTo>
                  <a:lnTo>
                    <a:pt x="34149" y="117599"/>
                  </a:lnTo>
                  <a:lnTo>
                    <a:pt x="33097" y="117558"/>
                  </a:lnTo>
                  <a:lnTo>
                    <a:pt x="32737" y="117544"/>
                  </a:lnTo>
                  <a:lnTo>
                    <a:pt x="32496" y="117535"/>
                  </a:lnTo>
                  <a:lnTo>
                    <a:pt x="31940" y="117514"/>
                  </a:lnTo>
                  <a:lnTo>
                    <a:pt x="31776" y="117507"/>
                  </a:lnTo>
                  <a:lnTo>
                    <a:pt x="31141" y="117483"/>
                  </a:lnTo>
                  <a:lnTo>
                    <a:pt x="30961" y="117476"/>
                  </a:lnTo>
                  <a:lnTo>
                    <a:pt x="29864" y="117433"/>
                  </a:lnTo>
                  <a:lnTo>
                    <a:pt x="29318" y="117412"/>
                  </a:lnTo>
                  <a:lnTo>
                    <a:pt x="28441" y="117378"/>
                  </a:lnTo>
                  <a:lnTo>
                    <a:pt x="22142" y="117262"/>
                  </a:lnTo>
                  <a:lnTo>
                    <a:pt x="21689" y="117237"/>
                  </a:lnTo>
                  <a:lnTo>
                    <a:pt x="19120" y="117096"/>
                  </a:lnTo>
                  <a:lnTo>
                    <a:pt x="13877" y="116878"/>
                  </a:lnTo>
                  <a:lnTo>
                    <a:pt x="13078" y="116854"/>
                  </a:lnTo>
                  <a:lnTo>
                    <a:pt x="12590" y="116879"/>
                  </a:lnTo>
                  <a:lnTo>
                    <a:pt x="12295" y="116894"/>
                  </a:lnTo>
                  <a:lnTo>
                    <a:pt x="10789" y="116972"/>
                  </a:lnTo>
                  <a:lnTo>
                    <a:pt x="10509" y="116986"/>
                  </a:lnTo>
                  <a:lnTo>
                    <a:pt x="8750" y="116926"/>
                  </a:lnTo>
                  <a:lnTo>
                    <a:pt x="8515" y="116918"/>
                  </a:lnTo>
                  <a:lnTo>
                    <a:pt x="7163" y="116872"/>
                  </a:lnTo>
                  <a:lnTo>
                    <a:pt x="6066" y="116835"/>
                  </a:lnTo>
                  <a:lnTo>
                    <a:pt x="5058" y="116800"/>
                  </a:lnTo>
                  <a:lnTo>
                    <a:pt x="4367" y="116777"/>
                  </a:lnTo>
                  <a:lnTo>
                    <a:pt x="4044" y="116765"/>
                  </a:lnTo>
                  <a:lnTo>
                    <a:pt x="3418" y="116726"/>
                  </a:lnTo>
                  <a:lnTo>
                    <a:pt x="4521" y="97574"/>
                  </a:lnTo>
                  <a:lnTo>
                    <a:pt x="5009" y="89095"/>
                  </a:lnTo>
                  <a:lnTo>
                    <a:pt x="5056" y="88280"/>
                  </a:lnTo>
                  <a:lnTo>
                    <a:pt x="5085" y="87771"/>
                  </a:lnTo>
                  <a:lnTo>
                    <a:pt x="5175" y="85969"/>
                  </a:lnTo>
                  <a:lnTo>
                    <a:pt x="5300" y="83449"/>
                  </a:lnTo>
                  <a:lnTo>
                    <a:pt x="5317" y="83112"/>
                  </a:lnTo>
                  <a:lnTo>
                    <a:pt x="5339" y="82674"/>
                  </a:lnTo>
                  <a:lnTo>
                    <a:pt x="5365" y="82158"/>
                  </a:lnTo>
                  <a:lnTo>
                    <a:pt x="5395" y="81542"/>
                  </a:lnTo>
                  <a:lnTo>
                    <a:pt x="5415" y="81131"/>
                  </a:lnTo>
                  <a:lnTo>
                    <a:pt x="5464" y="80613"/>
                  </a:lnTo>
                  <a:lnTo>
                    <a:pt x="5514" y="80089"/>
                  </a:lnTo>
                  <a:lnTo>
                    <a:pt x="5603" y="79150"/>
                  </a:lnTo>
                  <a:lnTo>
                    <a:pt x="5724" y="77866"/>
                  </a:lnTo>
                  <a:lnTo>
                    <a:pt x="3922" y="76374"/>
                  </a:lnTo>
                  <a:lnTo>
                    <a:pt x="3503" y="76027"/>
                  </a:lnTo>
                  <a:lnTo>
                    <a:pt x="3047" y="75650"/>
                  </a:lnTo>
                  <a:lnTo>
                    <a:pt x="2793" y="75440"/>
                  </a:lnTo>
                  <a:lnTo>
                    <a:pt x="2595" y="75276"/>
                  </a:lnTo>
                  <a:lnTo>
                    <a:pt x="2214" y="74961"/>
                  </a:lnTo>
                  <a:lnTo>
                    <a:pt x="1748" y="74575"/>
                  </a:lnTo>
                  <a:lnTo>
                    <a:pt x="1457" y="74307"/>
                  </a:lnTo>
                  <a:lnTo>
                    <a:pt x="932" y="73823"/>
                  </a:lnTo>
                  <a:lnTo>
                    <a:pt x="516" y="73441"/>
                  </a:lnTo>
                  <a:lnTo>
                    <a:pt x="0" y="72965"/>
                  </a:lnTo>
                  <a:lnTo>
                    <a:pt x="1052" y="72997"/>
                  </a:lnTo>
                  <a:lnTo>
                    <a:pt x="1414" y="73050"/>
                  </a:lnTo>
                  <a:lnTo>
                    <a:pt x="1846" y="73113"/>
                  </a:lnTo>
                  <a:lnTo>
                    <a:pt x="2776" y="73248"/>
                  </a:lnTo>
                  <a:lnTo>
                    <a:pt x="5869" y="73312"/>
                  </a:lnTo>
                  <a:lnTo>
                    <a:pt x="6052" y="73316"/>
                  </a:lnTo>
                  <a:lnTo>
                    <a:pt x="7395" y="73344"/>
                  </a:lnTo>
                  <a:lnTo>
                    <a:pt x="8939" y="73075"/>
                  </a:lnTo>
                  <a:lnTo>
                    <a:pt x="10116" y="72681"/>
                  </a:lnTo>
                  <a:lnTo>
                    <a:pt x="10632" y="72508"/>
                  </a:lnTo>
                  <a:lnTo>
                    <a:pt x="11016" y="72379"/>
                  </a:lnTo>
                  <a:lnTo>
                    <a:pt x="12050" y="72032"/>
                  </a:lnTo>
                  <a:lnTo>
                    <a:pt x="12917" y="71432"/>
                  </a:lnTo>
                  <a:lnTo>
                    <a:pt x="13047" y="71383"/>
                  </a:lnTo>
                  <a:lnTo>
                    <a:pt x="17967" y="68087"/>
                  </a:lnTo>
                  <a:lnTo>
                    <a:pt x="19552" y="67025"/>
                  </a:lnTo>
                  <a:lnTo>
                    <a:pt x="22517" y="64649"/>
                  </a:lnTo>
                  <a:lnTo>
                    <a:pt x="26378" y="60447"/>
                  </a:lnTo>
                  <a:lnTo>
                    <a:pt x="27880" y="58778"/>
                  </a:lnTo>
                  <a:lnTo>
                    <a:pt x="28152" y="58475"/>
                  </a:lnTo>
                  <a:lnTo>
                    <a:pt x="28764" y="57795"/>
                  </a:lnTo>
                  <a:lnTo>
                    <a:pt x="28840" y="57610"/>
                  </a:lnTo>
                  <a:lnTo>
                    <a:pt x="29148" y="56852"/>
                  </a:lnTo>
                  <a:lnTo>
                    <a:pt x="29410" y="56206"/>
                  </a:lnTo>
                  <a:lnTo>
                    <a:pt x="29738" y="55401"/>
                  </a:lnTo>
                  <a:lnTo>
                    <a:pt x="29991" y="54778"/>
                  </a:lnTo>
                  <a:lnTo>
                    <a:pt x="30510" y="53501"/>
                  </a:lnTo>
                  <a:lnTo>
                    <a:pt x="30633" y="53200"/>
                  </a:lnTo>
                  <a:lnTo>
                    <a:pt x="30979" y="52175"/>
                  </a:lnTo>
                  <a:lnTo>
                    <a:pt x="31108" y="51794"/>
                  </a:lnTo>
                  <a:lnTo>
                    <a:pt x="31541" y="51395"/>
                  </a:lnTo>
                  <a:lnTo>
                    <a:pt x="31847" y="51113"/>
                  </a:lnTo>
                  <a:lnTo>
                    <a:pt x="32064" y="50913"/>
                  </a:lnTo>
                  <a:lnTo>
                    <a:pt x="32780" y="50253"/>
                  </a:lnTo>
                  <a:lnTo>
                    <a:pt x="33326" y="49750"/>
                  </a:lnTo>
                  <a:lnTo>
                    <a:pt x="33792" y="49572"/>
                  </a:lnTo>
                  <a:lnTo>
                    <a:pt x="34491" y="49303"/>
                  </a:lnTo>
                  <a:lnTo>
                    <a:pt x="35136" y="49056"/>
                  </a:lnTo>
                  <a:lnTo>
                    <a:pt x="35896" y="48765"/>
                  </a:lnTo>
                  <a:lnTo>
                    <a:pt x="36902" y="48379"/>
                  </a:lnTo>
                  <a:lnTo>
                    <a:pt x="37311" y="48222"/>
                  </a:lnTo>
                  <a:lnTo>
                    <a:pt x="37474" y="48160"/>
                  </a:lnTo>
                  <a:lnTo>
                    <a:pt x="37967" y="47971"/>
                  </a:lnTo>
                  <a:lnTo>
                    <a:pt x="37363" y="45623"/>
                  </a:lnTo>
                  <a:lnTo>
                    <a:pt x="37217" y="45058"/>
                  </a:lnTo>
                  <a:lnTo>
                    <a:pt x="37038" y="44362"/>
                  </a:lnTo>
                  <a:lnTo>
                    <a:pt x="36980" y="44135"/>
                  </a:lnTo>
                  <a:lnTo>
                    <a:pt x="36900" y="43824"/>
                  </a:lnTo>
                  <a:lnTo>
                    <a:pt x="36683" y="42980"/>
                  </a:lnTo>
                  <a:lnTo>
                    <a:pt x="36505" y="41447"/>
                  </a:lnTo>
                  <a:lnTo>
                    <a:pt x="36416" y="40682"/>
                  </a:lnTo>
                  <a:lnTo>
                    <a:pt x="37113" y="40324"/>
                  </a:lnTo>
                  <a:lnTo>
                    <a:pt x="39366" y="39165"/>
                  </a:lnTo>
                  <a:lnTo>
                    <a:pt x="40172" y="38751"/>
                  </a:lnTo>
                  <a:lnTo>
                    <a:pt x="41707" y="37961"/>
                  </a:lnTo>
                  <a:lnTo>
                    <a:pt x="42185" y="37716"/>
                  </a:lnTo>
                  <a:lnTo>
                    <a:pt x="42506" y="37550"/>
                  </a:lnTo>
                  <a:lnTo>
                    <a:pt x="42722" y="37439"/>
                  </a:lnTo>
                  <a:lnTo>
                    <a:pt x="43027" y="37282"/>
                  </a:lnTo>
                  <a:lnTo>
                    <a:pt x="43268" y="37158"/>
                  </a:lnTo>
                  <a:lnTo>
                    <a:pt x="44857" y="35234"/>
                  </a:lnTo>
                  <a:lnTo>
                    <a:pt x="46207" y="33599"/>
                  </a:lnTo>
                  <a:lnTo>
                    <a:pt x="46370" y="33402"/>
                  </a:lnTo>
                  <a:lnTo>
                    <a:pt x="46637" y="33078"/>
                  </a:lnTo>
                  <a:lnTo>
                    <a:pt x="47012" y="32624"/>
                  </a:lnTo>
                  <a:lnTo>
                    <a:pt x="48223" y="31125"/>
                  </a:lnTo>
                  <a:lnTo>
                    <a:pt x="48735" y="30956"/>
                  </a:lnTo>
                  <a:lnTo>
                    <a:pt x="49511" y="30703"/>
                  </a:lnTo>
                  <a:lnTo>
                    <a:pt x="49677" y="30648"/>
                  </a:lnTo>
                  <a:lnTo>
                    <a:pt x="49924" y="30568"/>
                  </a:lnTo>
                  <a:lnTo>
                    <a:pt x="50370" y="30422"/>
                  </a:lnTo>
                  <a:lnTo>
                    <a:pt x="51239" y="30138"/>
                  </a:lnTo>
                  <a:lnTo>
                    <a:pt x="52244" y="29810"/>
                  </a:lnTo>
                  <a:lnTo>
                    <a:pt x="55100" y="28876"/>
                  </a:lnTo>
                  <a:lnTo>
                    <a:pt x="55599" y="28713"/>
                  </a:lnTo>
                  <a:lnTo>
                    <a:pt x="55772" y="28655"/>
                  </a:lnTo>
                  <a:lnTo>
                    <a:pt x="56595" y="28375"/>
                  </a:lnTo>
                  <a:lnTo>
                    <a:pt x="57783" y="27971"/>
                  </a:lnTo>
                  <a:lnTo>
                    <a:pt x="67128" y="27702"/>
                  </a:lnTo>
                  <a:lnTo>
                    <a:pt x="69174" y="42459"/>
                  </a:lnTo>
                  <a:lnTo>
                    <a:pt x="74313" y="40123"/>
                  </a:lnTo>
                  <a:lnTo>
                    <a:pt x="77584" y="45402"/>
                  </a:lnTo>
                  <a:lnTo>
                    <a:pt x="86554" y="41852"/>
                  </a:lnTo>
                  <a:lnTo>
                    <a:pt x="84468" y="34401"/>
                  </a:lnTo>
                  <a:lnTo>
                    <a:pt x="95011" y="31821"/>
                  </a:lnTo>
                  <a:lnTo>
                    <a:pt x="94251" y="23374"/>
                  </a:lnTo>
                  <a:lnTo>
                    <a:pt x="96151" y="15995"/>
                  </a:lnTo>
                  <a:lnTo>
                    <a:pt x="100264" y="8720"/>
                  </a:lnTo>
                  <a:lnTo>
                    <a:pt x="107485" y="12339"/>
                  </a:lnTo>
                  <a:lnTo>
                    <a:pt x="103703" y="23529"/>
                  </a:lnTo>
                  <a:lnTo>
                    <a:pt x="103247" y="26558"/>
                  </a:lnTo>
                  <a:lnTo>
                    <a:pt x="107351" y="24694"/>
                  </a:lnTo>
                  <a:lnTo>
                    <a:pt x="107996" y="29141"/>
                  </a:lnTo>
                  <a:lnTo>
                    <a:pt x="113354" y="26403"/>
                  </a:lnTo>
                  <a:lnTo>
                    <a:pt x="116653" y="21652"/>
                  </a:lnTo>
                  <a:lnTo>
                    <a:pt x="119586" y="22830"/>
                  </a:lnTo>
                  <a:lnTo>
                    <a:pt x="124513" y="21225"/>
                  </a:lnTo>
                  <a:lnTo>
                    <a:pt x="126428" y="15533"/>
                  </a:lnTo>
                  <a:lnTo>
                    <a:pt x="125012" y="12259"/>
                  </a:lnTo>
                  <a:lnTo>
                    <a:pt x="119702" y="11462"/>
                  </a:lnTo>
                  <a:lnTo>
                    <a:pt x="115632" y="12170"/>
                  </a:lnTo>
                  <a:lnTo>
                    <a:pt x="112688" y="4568"/>
                  </a:lnTo>
                  <a:lnTo>
                    <a:pt x="121765" y="0"/>
                  </a:lnTo>
                  <a:lnTo>
                    <a:pt x="142944" y="1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609136" y="4205455"/>
              <a:ext cx="158915" cy="207874"/>
            </a:xfrm>
            <a:custGeom>
              <a:avLst/>
              <a:pathLst>
                <a:path w="158915" h="207874">
                  <a:moveTo>
                    <a:pt x="148045" y="95167"/>
                  </a:moveTo>
                  <a:lnTo>
                    <a:pt x="152724" y="106341"/>
                  </a:lnTo>
                  <a:lnTo>
                    <a:pt x="153470" y="108124"/>
                  </a:lnTo>
                  <a:lnTo>
                    <a:pt x="154071" y="109559"/>
                  </a:lnTo>
                  <a:lnTo>
                    <a:pt x="156399" y="114917"/>
                  </a:lnTo>
                  <a:lnTo>
                    <a:pt x="158269" y="119219"/>
                  </a:lnTo>
                  <a:lnTo>
                    <a:pt x="158453" y="119642"/>
                  </a:lnTo>
                  <a:lnTo>
                    <a:pt x="158526" y="119811"/>
                  </a:lnTo>
                  <a:lnTo>
                    <a:pt x="158915" y="120705"/>
                  </a:lnTo>
                  <a:lnTo>
                    <a:pt x="153183" y="123390"/>
                  </a:lnTo>
                  <a:lnTo>
                    <a:pt x="152794" y="123572"/>
                  </a:lnTo>
                  <a:lnTo>
                    <a:pt x="150216" y="124779"/>
                  </a:lnTo>
                  <a:lnTo>
                    <a:pt x="149274" y="125220"/>
                  </a:lnTo>
                  <a:lnTo>
                    <a:pt x="148404" y="125756"/>
                  </a:lnTo>
                  <a:lnTo>
                    <a:pt x="146753" y="126772"/>
                  </a:lnTo>
                  <a:lnTo>
                    <a:pt x="144857" y="127939"/>
                  </a:lnTo>
                  <a:lnTo>
                    <a:pt x="136300" y="136204"/>
                  </a:lnTo>
                  <a:lnTo>
                    <a:pt x="135974" y="136531"/>
                  </a:lnTo>
                  <a:lnTo>
                    <a:pt x="134482" y="138028"/>
                  </a:lnTo>
                  <a:lnTo>
                    <a:pt x="132811" y="139705"/>
                  </a:lnTo>
                  <a:lnTo>
                    <a:pt x="132536" y="139981"/>
                  </a:lnTo>
                  <a:lnTo>
                    <a:pt x="132322" y="140196"/>
                  </a:lnTo>
                  <a:lnTo>
                    <a:pt x="132203" y="140326"/>
                  </a:lnTo>
                  <a:lnTo>
                    <a:pt x="132015" y="140532"/>
                  </a:lnTo>
                  <a:lnTo>
                    <a:pt x="131651" y="140932"/>
                  </a:lnTo>
                  <a:lnTo>
                    <a:pt x="130611" y="142073"/>
                  </a:lnTo>
                  <a:lnTo>
                    <a:pt x="130414" y="142290"/>
                  </a:lnTo>
                  <a:lnTo>
                    <a:pt x="130247" y="142473"/>
                  </a:lnTo>
                  <a:lnTo>
                    <a:pt x="124836" y="149689"/>
                  </a:lnTo>
                  <a:lnTo>
                    <a:pt x="123274" y="151658"/>
                  </a:lnTo>
                  <a:lnTo>
                    <a:pt x="122363" y="152805"/>
                  </a:lnTo>
                  <a:lnTo>
                    <a:pt x="121264" y="154189"/>
                  </a:lnTo>
                  <a:lnTo>
                    <a:pt x="120983" y="154581"/>
                  </a:lnTo>
                  <a:lnTo>
                    <a:pt x="120468" y="155300"/>
                  </a:lnTo>
                  <a:lnTo>
                    <a:pt x="119780" y="156261"/>
                  </a:lnTo>
                  <a:lnTo>
                    <a:pt x="117870" y="158928"/>
                  </a:lnTo>
                  <a:lnTo>
                    <a:pt x="115231" y="162368"/>
                  </a:lnTo>
                  <a:lnTo>
                    <a:pt x="114646" y="163131"/>
                  </a:lnTo>
                  <a:lnTo>
                    <a:pt x="113984" y="164129"/>
                  </a:lnTo>
                  <a:lnTo>
                    <a:pt x="112304" y="166664"/>
                  </a:lnTo>
                  <a:lnTo>
                    <a:pt x="110730" y="169039"/>
                  </a:lnTo>
                  <a:lnTo>
                    <a:pt x="109851" y="170366"/>
                  </a:lnTo>
                  <a:lnTo>
                    <a:pt x="109230" y="171303"/>
                  </a:lnTo>
                  <a:lnTo>
                    <a:pt x="107515" y="173891"/>
                  </a:lnTo>
                  <a:lnTo>
                    <a:pt x="106510" y="175359"/>
                  </a:lnTo>
                  <a:lnTo>
                    <a:pt x="105817" y="176372"/>
                  </a:lnTo>
                  <a:lnTo>
                    <a:pt x="105696" y="176548"/>
                  </a:lnTo>
                  <a:lnTo>
                    <a:pt x="103634" y="179563"/>
                  </a:lnTo>
                  <a:lnTo>
                    <a:pt x="103106" y="180334"/>
                  </a:lnTo>
                  <a:lnTo>
                    <a:pt x="102153" y="181611"/>
                  </a:lnTo>
                  <a:lnTo>
                    <a:pt x="99828" y="184727"/>
                  </a:lnTo>
                  <a:lnTo>
                    <a:pt x="99495" y="185173"/>
                  </a:lnTo>
                  <a:lnTo>
                    <a:pt x="99103" y="185748"/>
                  </a:lnTo>
                  <a:lnTo>
                    <a:pt x="97049" y="188755"/>
                  </a:lnTo>
                  <a:lnTo>
                    <a:pt x="94276" y="192816"/>
                  </a:lnTo>
                  <a:lnTo>
                    <a:pt x="93506" y="193944"/>
                  </a:lnTo>
                  <a:lnTo>
                    <a:pt x="92008" y="196137"/>
                  </a:lnTo>
                  <a:lnTo>
                    <a:pt x="89470" y="199854"/>
                  </a:lnTo>
                  <a:lnTo>
                    <a:pt x="88953" y="200611"/>
                  </a:lnTo>
                  <a:lnTo>
                    <a:pt x="87359" y="202946"/>
                  </a:lnTo>
                  <a:lnTo>
                    <a:pt x="86118" y="204763"/>
                  </a:lnTo>
                  <a:lnTo>
                    <a:pt x="85757" y="205293"/>
                  </a:lnTo>
                  <a:lnTo>
                    <a:pt x="85553" y="205591"/>
                  </a:lnTo>
                  <a:lnTo>
                    <a:pt x="84944" y="206482"/>
                  </a:lnTo>
                  <a:lnTo>
                    <a:pt x="84778" y="206725"/>
                  </a:lnTo>
                  <a:lnTo>
                    <a:pt x="83994" y="207874"/>
                  </a:lnTo>
                  <a:lnTo>
                    <a:pt x="83556" y="207563"/>
                  </a:lnTo>
                  <a:lnTo>
                    <a:pt x="82667" y="206894"/>
                  </a:lnTo>
                  <a:lnTo>
                    <a:pt x="74498" y="200743"/>
                  </a:lnTo>
                  <a:lnTo>
                    <a:pt x="72741" y="199420"/>
                  </a:lnTo>
                  <a:lnTo>
                    <a:pt x="71112" y="197910"/>
                  </a:lnTo>
                  <a:lnTo>
                    <a:pt x="68215" y="195226"/>
                  </a:lnTo>
                  <a:lnTo>
                    <a:pt x="67659" y="194711"/>
                  </a:lnTo>
                  <a:lnTo>
                    <a:pt x="65265" y="192001"/>
                  </a:lnTo>
                  <a:lnTo>
                    <a:pt x="62919" y="189346"/>
                  </a:lnTo>
                  <a:lnTo>
                    <a:pt x="62450" y="188816"/>
                  </a:lnTo>
                  <a:lnTo>
                    <a:pt x="62218" y="188488"/>
                  </a:lnTo>
                  <a:lnTo>
                    <a:pt x="56871" y="180948"/>
                  </a:lnTo>
                  <a:lnTo>
                    <a:pt x="56437" y="180336"/>
                  </a:lnTo>
                  <a:lnTo>
                    <a:pt x="51296" y="173085"/>
                  </a:lnTo>
                  <a:lnTo>
                    <a:pt x="50657" y="172184"/>
                  </a:lnTo>
                  <a:lnTo>
                    <a:pt x="45246" y="164270"/>
                  </a:lnTo>
                  <a:lnTo>
                    <a:pt x="53186" y="158378"/>
                  </a:lnTo>
                  <a:lnTo>
                    <a:pt x="53369" y="158242"/>
                  </a:lnTo>
                  <a:lnTo>
                    <a:pt x="61161" y="152462"/>
                  </a:lnTo>
                  <a:lnTo>
                    <a:pt x="71369" y="144888"/>
                  </a:lnTo>
                  <a:lnTo>
                    <a:pt x="71721" y="144627"/>
                  </a:lnTo>
                  <a:lnTo>
                    <a:pt x="71526" y="144356"/>
                  </a:lnTo>
                  <a:lnTo>
                    <a:pt x="59449" y="127562"/>
                  </a:lnTo>
                  <a:lnTo>
                    <a:pt x="48475" y="112300"/>
                  </a:lnTo>
                  <a:lnTo>
                    <a:pt x="45021" y="107498"/>
                  </a:lnTo>
                  <a:lnTo>
                    <a:pt x="42858" y="104489"/>
                  </a:lnTo>
                  <a:lnTo>
                    <a:pt x="39300" y="99541"/>
                  </a:lnTo>
                  <a:lnTo>
                    <a:pt x="38351" y="99778"/>
                  </a:lnTo>
                  <a:lnTo>
                    <a:pt x="36422" y="101194"/>
                  </a:lnTo>
                  <a:lnTo>
                    <a:pt x="35880" y="101591"/>
                  </a:lnTo>
                  <a:lnTo>
                    <a:pt x="35699" y="101724"/>
                  </a:lnTo>
                  <a:lnTo>
                    <a:pt x="35210" y="102083"/>
                  </a:lnTo>
                  <a:lnTo>
                    <a:pt x="34237" y="102797"/>
                  </a:lnTo>
                  <a:lnTo>
                    <a:pt x="34048" y="102936"/>
                  </a:lnTo>
                  <a:lnTo>
                    <a:pt x="33908" y="103039"/>
                  </a:lnTo>
                  <a:lnTo>
                    <a:pt x="33630" y="103243"/>
                  </a:lnTo>
                  <a:lnTo>
                    <a:pt x="33329" y="103464"/>
                  </a:lnTo>
                  <a:lnTo>
                    <a:pt x="33112" y="103622"/>
                  </a:lnTo>
                  <a:lnTo>
                    <a:pt x="32851" y="103814"/>
                  </a:lnTo>
                  <a:lnTo>
                    <a:pt x="32446" y="104111"/>
                  </a:lnTo>
                  <a:lnTo>
                    <a:pt x="31994" y="104443"/>
                  </a:lnTo>
                  <a:lnTo>
                    <a:pt x="31669" y="104682"/>
                  </a:lnTo>
                  <a:lnTo>
                    <a:pt x="31298" y="104954"/>
                  </a:lnTo>
                  <a:lnTo>
                    <a:pt x="30958" y="105203"/>
                  </a:lnTo>
                  <a:lnTo>
                    <a:pt x="30787" y="105329"/>
                  </a:lnTo>
                  <a:lnTo>
                    <a:pt x="30521" y="105524"/>
                  </a:lnTo>
                  <a:lnTo>
                    <a:pt x="30187" y="105769"/>
                  </a:lnTo>
                  <a:lnTo>
                    <a:pt x="29994" y="105911"/>
                  </a:lnTo>
                  <a:lnTo>
                    <a:pt x="29779" y="106069"/>
                  </a:lnTo>
                  <a:lnTo>
                    <a:pt x="29401" y="106346"/>
                  </a:lnTo>
                  <a:lnTo>
                    <a:pt x="29157" y="106525"/>
                  </a:lnTo>
                  <a:lnTo>
                    <a:pt x="28842" y="106756"/>
                  </a:lnTo>
                  <a:lnTo>
                    <a:pt x="28689" y="106869"/>
                  </a:lnTo>
                  <a:lnTo>
                    <a:pt x="28499" y="107008"/>
                  </a:lnTo>
                  <a:lnTo>
                    <a:pt x="27194" y="107966"/>
                  </a:lnTo>
                  <a:lnTo>
                    <a:pt x="26164" y="108722"/>
                  </a:lnTo>
                  <a:lnTo>
                    <a:pt x="25852" y="108950"/>
                  </a:lnTo>
                  <a:lnTo>
                    <a:pt x="24898" y="109651"/>
                  </a:lnTo>
                  <a:lnTo>
                    <a:pt x="24243" y="110131"/>
                  </a:lnTo>
                  <a:lnTo>
                    <a:pt x="23925" y="110365"/>
                  </a:lnTo>
                  <a:lnTo>
                    <a:pt x="23681" y="110544"/>
                  </a:lnTo>
                  <a:lnTo>
                    <a:pt x="22731" y="111241"/>
                  </a:lnTo>
                  <a:lnTo>
                    <a:pt x="21511" y="112136"/>
                  </a:lnTo>
                  <a:lnTo>
                    <a:pt x="21082" y="112451"/>
                  </a:lnTo>
                  <a:lnTo>
                    <a:pt x="20744" y="112699"/>
                  </a:lnTo>
                  <a:lnTo>
                    <a:pt x="20282" y="113039"/>
                  </a:lnTo>
                  <a:lnTo>
                    <a:pt x="19641" y="113509"/>
                  </a:lnTo>
                  <a:lnTo>
                    <a:pt x="19301" y="113758"/>
                  </a:lnTo>
                  <a:lnTo>
                    <a:pt x="19164" y="113859"/>
                  </a:lnTo>
                  <a:lnTo>
                    <a:pt x="18746" y="114165"/>
                  </a:lnTo>
                  <a:lnTo>
                    <a:pt x="18531" y="114323"/>
                  </a:lnTo>
                  <a:lnTo>
                    <a:pt x="18008" y="114707"/>
                  </a:lnTo>
                  <a:lnTo>
                    <a:pt x="17506" y="115076"/>
                  </a:lnTo>
                  <a:lnTo>
                    <a:pt x="17080" y="115388"/>
                  </a:lnTo>
                  <a:lnTo>
                    <a:pt x="16490" y="115821"/>
                  </a:lnTo>
                  <a:lnTo>
                    <a:pt x="16383" y="115689"/>
                  </a:lnTo>
                  <a:lnTo>
                    <a:pt x="13471" y="112077"/>
                  </a:lnTo>
                  <a:lnTo>
                    <a:pt x="10942" y="108942"/>
                  </a:lnTo>
                  <a:lnTo>
                    <a:pt x="10063" y="107852"/>
                  </a:lnTo>
                  <a:lnTo>
                    <a:pt x="9554" y="107221"/>
                  </a:lnTo>
                  <a:lnTo>
                    <a:pt x="8885" y="106391"/>
                  </a:lnTo>
                  <a:lnTo>
                    <a:pt x="8096" y="105413"/>
                  </a:lnTo>
                  <a:lnTo>
                    <a:pt x="7569" y="104760"/>
                  </a:lnTo>
                  <a:lnTo>
                    <a:pt x="6934" y="103950"/>
                  </a:lnTo>
                  <a:lnTo>
                    <a:pt x="6312" y="103158"/>
                  </a:lnTo>
                  <a:lnTo>
                    <a:pt x="0" y="95116"/>
                  </a:lnTo>
                  <a:lnTo>
                    <a:pt x="2113" y="93301"/>
                  </a:lnTo>
                  <a:lnTo>
                    <a:pt x="2369" y="93081"/>
                  </a:lnTo>
                  <a:lnTo>
                    <a:pt x="3827" y="91829"/>
                  </a:lnTo>
                  <a:lnTo>
                    <a:pt x="4698" y="91081"/>
                  </a:lnTo>
                  <a:lnTo>
                    <a:pt x="13244" y="84004"/>
                  </a:lnTo>
                  <a:lnTo>
                    <a:pt x="19636" y="78712"/>
                  </a:lnTo>
                  <a:lnTo>
                    <a:pt x="19887" y="78484"/>
                  </a:lnTo>
                  <a:lnTo>
                    <a:pt x="26210" y="72713"/>
                  </a:lnTo>
                  <a:lnTo>
                    <a:pt x="27052" y="71894"/>
                  </a:lnTo>
                  <a:lnTo>
                    <a:pt x="27302" y="71606"/>
                  </a:lnTo>
                  <a:lnTo>
                    <a:pt x="28414" y="70325"/>
                  </a:lnTo>
                  <a:lnTo>
                    <a:pt x="28597" y="70115"/>
                  </a:lnTo>
                  <a:lnTo>
                    <a:pt x="30291" y="68325"/>
                  </a:lnTo>
                  <a:lnTo>
                    <a:pt x="31200" y="67025"/>
                  </a:lnTo>
                  <a:lnTo>
                    <a:pt x="35008" y="61578"/>
                  </a:lnTo>
                  <a:lnTo>
                    <a:pt x="35850" y="60375"/>
                  </a:lnTo>
                  <a:lnTo>
                    <a:pt x="36848" y="58861"/>
                  </a:lnTo>
                  <a:lnTo>
                    <a:pt x="38883" y="55773"/>
                  </a:lnTo>
                  <a:lnTo>
                    <a:pt x="40132" y="53879"/>
                  </a:lnTo>
                  <a:lnTo>
                    <a:pt x="41214" y="52078"/>
                  </a:lnTo>
                  <a:lnTo>
                    <a:pt x="41778" y="51141"/>
                  </a:lnTo>
                  <a:lnTo>
                    <a:pt x="43926" y="47568"/>
                  </a:lnTo>
                  <a:lnTo>
                    <a:pt x="44125" y="47216"/>
                  </a:lnTo>
                  <a:lnTo>
                    <a:pt x="46397" y="43212"/>
                  </a:lnTo>
                  <a:lnTo>
                    <a:pt x="46527" y="42982"/>
                  </a:lnTo>
                  <a:lnTo>
                    <a:pt x="49950" y="36947"/>
                  </a:lnTo>
                  <a:lnTo>
                    <a:pt x="50938" y="35205"/>
                  </a:lnTo>
                  <a:lnTo>
                    <a:pt x="51537" y="34149"/>
                  </a:lnTo>
                  <a:lnTo>
                    <a:pt x="52319" y="32771"/>
                  </a:lnTo>
                  <a:lnTo>
                    <a:pt x="53523" y="30648"/>
                  </a:lnTo>
                  <a:lnTo>
                    <a:pt x="56578" y="25157"/>
                  </a:lnTo>
                  <a:lnTo>
                    <a:pt x="63360" y="12964"/>
                  </a:lnTo>
                  <a:lnTo>
                    <a:pt x="65851" y="8072"/>
                  </a:lnTo>
                  <a:lnTo>
                    <a:pt x="66655" y="6494"/>
                  </a:lnTo>
                  <a:lnTo>
                    <a:pt x="66794" y="6221"/>
                  </a:lnTo>
                  <a:lnTo>
                    <a:pt x="67339" y="5151"/>
                  </a:lnTo>
                  <a:lnTo>
                    <a:pt x="68114" y="3627"/>
                  </a:lnTo>
                  <a:lnTo>
                    <a:pt x="68266" y="3329"/>
                  </a:lnTo>
                  <a:lnTo>
                    <a:pt x="68654" y="2567"/>
                  </a:lnTo>
                  <a:lnTo>
                    <a:pt x="68736" y="2406"/>
                  </a:lnTo>
                  <a:lnTo>
                    <a:pt x="69544" y="819"/>
                  </a:lnTo>
                  <a:lnTo>
                    <a:pt x="69961" y="0"/>
                  </a:lnTo>
                  <a:lnTo>
                    <a:pt x="70361" y="466"/>
                  </a:lnTo>
                  <a:lnTo>
                    <a:pt x="70625" y="775"/>
                  </a:lnTo>
                  <a:lnTo>
                    <a:pt x="71479" y="1772"/>
                  </a:lnTo>
                  <a:lnTo>
                    <a:pt x="72091" y="2379"/>
                  </a:lnTo>
                  <a:lnTo>
                    <a:pt x="78481" y="8723"/>
                  </a:lnTo>
                  <a:lnTo>
                    <a:pt x="78612" y="8853"/>
                  </a:lnTo>
                  <a:lnTo>
                    <a:pt x="90185" y="20342"/>
                  </a:lnTo>
                  <a:lnTo>
                    <a:pt x="90971" y="21142"/>
                  </a:lnTo>
                  <a:lnTo>
                    <a:pt x="92138" y="22327"/>
                  </a:lnTo>
                  <a:lnTo>
                    <a:pt x="96619" y="26883"/>
                  </a:lnTo>
                  <a:lnTo>
                    <a:pt x="96860" y="27129"/>
                  </a:lnTo>
                  <a:lnTo>
                    <a:pt x="101779" y="32130"/>
                  </a:lnTo>
                  <a:lnTo>
                    <a:pt x="102567" y="32931"/>
                  </a:lnTo>
                  <a:lnTo>
                    <a:pt x="103511" y="33891"/>
                  </a:lnTo>
                  <a:lnTo>
                    <a:pt x="105222" y="35722"/>
                  </a:lnTo>
                  <a:lnTo>
                    <a:pt x="108472" y="39202"/>
                  </a:lnTo>
                  <a:lnTo>
                    <a:pt x="109281" y="39990"/>
                  </a:lnTo>
                  <a:lnTo>
                    <a:pt x="109525" y="40228"/>
                  </a:lnTo>
                  <a:lnTo>
                    <a:pt x="111808" y="42452"/>
                  </a:lnTo>
                  <a:lnTo>
                    <a:pt x="112532" y="43159"/>
                  </a:lnTo>
                  <a:lnTo>
                    <a:pt x="113198" y="43807"/>
                  </a:lnTo>
                  <a:lnTo>
                    <a:pt x="113535" y="44136"/>
                  </a:lnTo>
                  <a:lnTo>
                    <a:pt x="113984" y="44573"/>
                  </a:lnTo>
                  <a:lnTo>
                    <a:pt x="114285" y="44867"/>
                  </a:lnTo>
                  <a:lnTo>
                    <a:pt x="114989" y="45632"/>
                  </a:lnTo>
                  <a:lnTo>
                    <a:pt x="116302" y="47062"/>
                  </a:lnTo>
                  <a:lnTo>
                    <a:pt x="117979" y="48887"/>
                  </a:lnTo>
                  <a:lnTo>
                    <a:pt x="119403" y="50550"/>
                  </a:lnTo>
                  <a:lnTo>
                    <a:pt x="120291" y="51587"/>
                  </a:lnTo>
                  <a:lnTo>
                    <a:pt x="121856" y="53415"/>
                  </a:lnTo>
                  <a:lnTo>
                    <a:pt x="122310" y="53945"/>
                  </a:lnTo>
                  <a:lnTo>
                    <a:pt x="124187" y="56385"/>
                  </a:lnTo>
                  <a:lnTo>
                    <a:pt x="127031" y="60082"/>
                  </a:lnTo>
                  <a:lnTo>
                    <a:pt x="127720" y="60978"/>
                  </a:lnTo>
                  <a:lnTo>
                    <a:pt x="130754" y="64922"/>
                  </a:lnTo>
                  <a:lnTo>
                    <a:pt x="135829" y="71519"/>
                  </a:lnTo>
                  <a:lnTo>
                    <a:pt x="136594" y="72762"/>
                  </a:lnTo>
                  <a:lnTo>
                    <a:pt x="136831" y="73146"/>
                  </a:lnTo>
                  <a:lnTo>
                    <a:pt x="139077" y="76797"/>
                  </a:lnTo>
                  <a:lnTo>
                    <a:pt x="139523" y="77612"/>
                  </a:lnTo>
                  <a:lnTo>
                    <a:pt x="141814" y="81805"/>
                  </a:lnTo>
                  <a:lnTo>
                    <a:pt x="141985" y="82116"/>
                  </a:lnTo>
                  <a:lnTo>
                    <a:pt x="142196" y="82503"/>
                  </a:lnTo>
                  <a:lnTo>
                    <a:pt x="142346" y="82777"/>
                  </a:lnTo>
                  <a:lnTo>
                    <a:pt x="142811" y="83646"/>
                  </a:lnTo>
                  <a:lnTo>
                    <a:pt x="143694" y="85297"/>
                  </a:lnTo>
                  <a:lnTo>
                    <a:pt x="144215" y="86270"/>
                  </a:lnTo>
                  <a:lnTo>
                    <a:pt x="144429" y="86669"/>
                  </a:lnTo>
                  <a:lnTo>
                    <a:pt x="145861" y="90034"/>
                  </a:lnTo>
                  <a:lnTo>
                    <a:pt x="146456" y="91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144089" y="4208746"/>
              <a:ext cx="174323" cy="169124"/>
            </a:xfrm>
            <a:custGeom>
              <a:avLst/>
              <a:pathLst>
                <a:path w="174323" h="169124">
                  <a:moveTo>
                    <a:pt x="17542" y="19223"/>
                  </a:moveTo>
                  <a:lnTo>
                    <a:pt x="23317" y="21864"/>
                  </a:lnTo>
                  <a:lnTo>
                    <a:pt x="31834" y="17518"/>
                  </a:lnTo>
                  <a:lnTo>
                    <a:pt x="34304" y="19654"/>
                  </a:lnTo>
                  <a:lnTo>
                    <a:pt x="26610" y="28878"/>
                  </a:lnTo>
                  <a:lnTo>
                    <a:pt x="32879" y="35674"/>
                  </a:lnTo>
                  <a:lnTo>
                    <a:pt x="41428" y="35577"/>
                  </a:lnTo>
                  <a:lnTo>
                    <a:pt x="41903" y="27421"/>
                  </a:lnTo>
                  <a:lnTo>
                    <a:pt x="42280" y="27461"/>
                  </a:lnTo>
                  <a:lnTo>
                    <a:pt x="44658" y="27713"/>
                  </a:lnTo>
                  <a:lnTo>
                    <a:pt x="49736" y="29520"/>
                  </a:lnTo>
                  <a:lnTo>
                    <a:pt x="52340" y="30446"/>
                  </a:lnTo>
                  <a:lnTo>
                    <a:pt x="54977" y="31385"/>
                  </a:lnTo>
                  <a:lnTo>
                    <a:pt x="55510" y="31574"/>
                  </a:lnTo>
                  <a:lnTo>
                    <a:pt x="56013" y="31753"/>
                  </a:lnTo>
                  <a:lnTo>
                    <a:pt x="57482" y="32276"/>
                  </a:lnTo>
                  <a:lnTo>
                    <a:pt x="56218" y="36291"/>
                  </a:lnTo>
                  <a:lnTo>
                    <a:pt x="54822" y="40723"/>
                  </a:lnTo>
                  <a:lnTo>
                    <a:pt x="56447" y="41373"/>
                  </a:lnTo>
                  <a:lnTo>
                    <a:pt x="56609" y="41438"/>
                  </a:lnTo>
                  <a:lnTo>
                    <a:pt x="57007" y="41597"/>
                  </a:lnTo>
                  <a:lnTo>
                    <a:pt x="57070" y="41438"/>
                  </a:lnTo>
                  <a:lnTo>
                    <a:pt x="59192" y="36063"/>
                  </a:lnTo>
                  <a:lnTo>
                    <a:pt x="72870" y="32470"/>
                  </a:lnTo>
                  <a:lnTo>
                    <a:pt x="78570" y="34703"/>
                  </a:lnTo>
                  <a:lnTo>
                    <a:pt x="83889" y="40820"/>
                  </a:lnTo>
                  <a:lnTo>
                    <a:pt x="85409" y="46743"/>
                  </a:lnTo>
                  <a:lnTo>
                    <a:pt x="89778" y="44413"/>
                  </a:lnTo>
                  <a:lnTo>
                    <a:pt x="95003" y="46840"/>
                  </a:lnTo>
                  <a:lnTo>
                    <a:pt x="98138" y="51501"/>
                  </a:lnTo>
                  <a:lnTo>
                    <a:pt x="100987" y="52180"/>
                  </a:lnTo>
                  <a:lnTo>
                    <a:pt x="100717" y="53319"/>
                  </a:lnTo>
                  <a:lnTo>
                    <a:pt x="99372" y="58977"/>
                  </a:lnTo>
                  <a:lnTo>
                    <a:pt x="103267" y="59074"/>
                  </a:lnTo>
                  <a:lnTo>
                    <a:pt x="103647" y="56841"/>
                  </a:lnTo>
                  <a:lnTo>
                    <a:pt x="104504" y="56626"/>
                  </a:lnTo>
                  <a:lnTo>
                    <a:pt x="108681" y="55579"/>
                  </a:lnTo>
                  <a:lnTo>
                    <a:pt x="109539" y="55811"/>
                  </a:lnTo>
                  <a:lnTo>
                    <a:pt x="111911" y="56452"/>
                  </a:lnTo>
                  <a:lnTo>
                    <a:pt x="113385" y="53690"/>
                  </a:lnTo>
                  <a:lnTo>
                    <a:pt x="114191" y="52180"/>
                  </a:lnTo>
                  <a:lnTo>
                    <a:pt x="119890" y="54996"/>
                  </a:lnTo>
                  <a:lnTo>
                    <a:pt x="119277" y="55935"/>
                  </a:lnTo>
                  <a:lnTo>
                    <a:pt x="118031" y="57840"/>
                  </a:lnTo>
                  <a:lnTo>
                    <a:pt x="123300" y="60307"/>
                  </a:lnTo>
                  <a:lnTo>
                    <a:pt x="125565" y="61368"/>
                  </a:lnTo>
                  <a:lnTo>
                    <a:pt x="127430" y="62241"/>
                  </a:lnTo>
                  <a:lnTo>
                    <a:pt x="130536" y="63822"/>
                  </a:lnTo>
                  <a:lnTo>
                    <a:pt x="131102" y="64111"/>
                  </a:lnTo>
                  <a:lnTo>
                    <a:pt x="126828" y="72894"/>
                  </a:lnTo>
                  <a:lnTo>
                    <a:pt x="127280" y="73127"/>
                  </a:lnTo>
                  <a:lnTo>
                    <a:pt x="127194" y="73434"/>
                  </a:lnTo>
                  <a:lnTo>
                    <a:pt x="126497" y="75920"/>
                  </a:lnTo>
                  <a:lnTo>
                    <a:pt x="126317" y="76560"/>
                  </a:lnTo>
                  <a:lnTo>
                    <a:pt x="126145" y="76895"/>
                  </a:lnTo>
                  <a:lnTo>
                    <a:pt x="125926" y="77324"/>
                  </a:lnTo>
                  <a:lnTo>
                    <a:pt x="125574" y="77720"/>
                  </a:lnTo>
                  <a:lnTo>
                    <a:pt x="123713" y="80064"/>
                  </a:lnTo>
                  <a:lnTo>
                    <a:pt x="123861" y="80192"/>
                  </a:lnTo>
                  <a:lnTo>
                    <a:pt x="124107" y="80403"/>
                  </a:lnTo>
                  <a:lnTo>
                    <a:pt x="124570" y="80801"/>
                  </a:lnTo>
                  <a:lnTo>
                    <a:pt x="124710" y="80922"/>
                  </a:lnTo>
                  <a:lnTo>
                    <a:pt x="128456" y="83317"/>
                  </a:lnTo>
                  <a:lnTo>
                    <a:pt x="129740" y="81697"/>
                  </a:lnTo>
                  <a:lnTo>
                    <a:pt x="130142" y="81061"/>
                  </a:lnTo>
                  <a:lnTo>
                    <a:pt x="131188" y="79406"/>
                  </a:lnTo>
                  <a:lnTo>
                    <a:pt x="131387" y="79554"/>
                  </a:lnTo>
                  <a:lnTo>
                    <a:pt x="131826" y="79871"/>
                  </a:lnTo>
                  <a:lnTo>
                    <a:pt x="132363" y="80257"/>
                  </a:lnTo>
                  <a:lnTo>
                    <a:pt x="132730" y="80846"/>
                  </a:lnTo>
                  <a:lnTo>
                    <a:pt x="135071" y="84603"/>
                  </a:lnTo>
                  <a:lnTo>
                    <a:pt x="135291" y="84956"/>
                  </a:lnTo>
                  <a:lnTo>
                    <a:pt x="135687" y="84430"/>
                  </a:lnTo>
                  <a:lnTo>
                    <a:pt x="136485" y="83368"/>
                  </a:lnTo>
                  <a:lnTo>
                    <a:pt x="137304" y="82007"/>
                  </a:lnTo>
                  <a:lnTo>
                    <a:pt x="137523" y="81644"/>
                  </a:lnTo>
                  <a:lnTo>
                    <a:pt x="137677" y="81318"/>
                  </a:lnTo>
                  <a:lnTo>
                    <a:pt x="138338" y="79923"/>
                  </a:lnTo>
                  <a:lnTo>
                    <a:pt x="138765" y="79022"/>
                  </a:lnTo>
                  <a:lnTo>
                    <a:pt x="139622" y="77468"/>
                  </a:lnTo>
                  <a:lnTo>
                    <a:pt x="140060" y="76671"/>
                  </a:lnTo>
                  <a:lnTo>
                    <a:pt x="140851" y="75236"/>
                  </a:lnTo>
                  <a:lnTo>
                    <a:pt x="141098" y="74838"/>
                  </a:lnTo>
                  <a:lnTo>
                    <a:pt x="142234" y="73010"/>
                  </a:lnTo>
                  <a:lnTo>
                    <a:pt x="142282" y="71755"/>
                  </a:lnTo>
                  <a:lnTo>
                    <a:pt x="142293" y="71462"/>
                  </a:lnTo>
                  <a:lnTo>
                    <a:pt x="142399" y="68657"/>
                  </a:lnTo>
                  <a:lnTo>
                    <a:pt x="142418" y="68486"/>
                  </a:lnTo>
                  <a:lnTo>
                    <a:pt x="142561" y="67844"/>
                  </a:lnTo>
                  <a:lnTo>
                    <a:pt x="142726" y="67101"/>
                  </a:lnTo>
                  <a:lnTo>
                    <a:pt x="142821" y="66673"/>
                  </a:lnTo>
                  <a:lnTo>
                    <a:pt x="145989" y="68918"/>
                  </a:lnTo>
                  <a:lnTo>
                    <a:pt x="146905" y="69567"/>
                  </a:lnTo>
                  <a:lnTo>
                    <a:pt x="148350" y="70526"/>
                  </a:lnTo>
                  <a:lnTo>
                    <a:pt x="149100" y="70998"/>
                  </a:lnTo>
                  <a:lnTo>
                    <a:pt x="149364" y="70609"/>
                  </a:lnTo>
                  <a:lnTo>
                    <a:pt x="149485" y="70432"/>
                  </a:lnTo>
                  <a:lnTo>
                    <a:pt x="149847" y="69900"/>
                  </a:lnTo>
                  <a:lnTo>
                    <a:pt x="151104" y="68052"/>
                  </a:lnTo>
                  <a:lnTo>
                    <a:pt x="152624" y="65818"/>
                  </a:lnTo>
                  <a:lnTo>
                    <a:pt x="153173" y="65187"/>
                  </a:lnTo>
                  <a:lnTo>
                    <a:pt x="154373" y="63805"/>
                  </a:lnTo>
                  <a:lnTo>
                    <a:pt x="155110" y="62959"/>
                  </a:lnTo>
                  <a:lnTo>
                    <a:pt x="155282" y="63086"/>
                  </a:lnTo>
                  <a:lnTo>
                    <a:pt x="155791" y="63464"/>
                  </a:lnTo>
                  <a:lnTo>
                    <a:pt x="157772" y="64933"/>
                  </a:lnTo>
                  <a:lnTo>
                    <a:pt x="158704" y="65261"/>
                  </a:lnTo>
                  <a:lnTo>
                    <a:pt x="160302" y="65822"/>
                  </a:lnTo>
                  <a:lnTo>
                    <a:pt x="160707" y="65965"/>
                  </a:lnTo>
                  <a:lnTo>
                    <a:pt x="161242" y="66098"/>
                  </a:lnTo>
                  <a:lnTo>
                    <a:pt x="162708" y="66465"/>
                  </a:lnTo>
                  <a:lnTo>
                    <a:pt x="164071" y="66805"/>
                  </a:lnTo>
                  <a:lnTo>
                    <a:pt x="166255" y="67443"/>
                  </a:lnTo>
                  <a:lnTo>
                    <a:pt x="166860" y="67619"/>
                  </a:lnTo>
                  <a:lnTo>
                    <a:pt x="167683" y="66852"/>
                  </a:lnTo>
                  <a:lnTo>
                    <a:pt x="167847" y="66700"/>
                  </a:lnTo>
                  <a:lnTo>
                    <a:pt x="168041" y="66520"/>
                  </a:lnTo>
                  <a:lnTo>
                    <a:pt x="168678" y="68629"/>
                  </a:lnTo>
                  <a:lnTo>
                    <a:pt x="168563" y="69543"/>
                  </a:lnTo>
                  <a:lnTo>
                    <a:pt x="168368" y="71091"/>
                  </a:lnTo>
                  <a:lnTo>
                    <a:pt x="168290" y="71375"/>
                  </a:lnTo>
                  <a:lnTo>
                    <a:pt x="168194" y="71726"/>
                  </a:lnTo>
                  <a:lnTo>
                    <a:pt x="167929" y="72696"/>
                  </a:lnTo>
                  <a:lnTo>
                    <a:pt x="167284" y="75052"/>
                  </a:lnTo>
                  <a:lnTo>
                    <a:pt x="166318" y="78581"/>
                  </a:lnTo>
                  <a:lnTo>
                    <a:pt x="166365" y="79147"/>
                  </a:lnTo>
                  <a:lnTo>
                    <a:pt x="166384" y="79381"/>
                  </a:lnTo>
                  <a:lnTo>
                    <a:pt x="166431" y="79948"/>
                  </a:lnTo>
                  <a:lnTo>
                    <a:pt x="165662" y="81103"/>
                  </a:lnTo>
                  <a:lnTo>
                    <a:pt x="165471" y="81391"/>
                  </a:lnTo>
                  <a:lnTo>
                    <a:pt x="165291" y="81662"/>
                  </a:lnTo>
                  <a:lnTo>
                    <a:pt x="164496" y="82859"/>
                  </a:lnTo>
                  <a:lnTo>
                    <a:pt x="164180" y="83334"/>
                  </a:lnTo>
                  <a:lnTo>
                    <a:pt x="163614" y="84186"/>
                  </a:lnTo>
                  <a:lnTo>
                    <a:pt x="163214" y="84788"/>
                  </a:lnTo>
                  <a:lnTo>
                    <a:pt x="163741" y="84889"/>
                  </a:lnTo>
                  <a:lnTo>
                    <a:pt x="167454" y="85606"/>
                  </a:lnTo>
                  <a:lnTo>
                    <a:pt x="168119" y="85790"/>
                  </a:lnTo>
                  <a:lnTo>
                    <a:pt x="169392" y="86421"/>
                  </a:lnTo>
                  <a:lnTo>
                    <a:pt x="172288" y="87070"/>
                  </a:lnTo>
                  <a:lnTo>
                    <a:pt x="174323" y="88004"/>
                  </a:lnTo>
                  <a:lnTo>
                    <a:pt x="174142" y="88255"/>
                  </a:lnTo>
                  <a:lnTo>
                    <a:pt x="173912" y="88573"/>
                  </a:lnTo>
                  <a:lnTo>
                    <a:pt x="173156" y="89620"/>
                  </a:lnTo>
                  <a:lnTo>
                    <a:pt x="172401" y="90667"/>
                  </a:lnTo>
                  <a:lnTo>
                    <a:pt x="171614" y="91756"/>
                  </a:lnTo>
                  <a:lnTo>
                    <a:pt x="171102" y="92651"/>
                  </a:lnTo>
                  <a:lnTo>
                    <a:pt x="170897" y="93009"/>
                  </a:lnTo>
                  <a:lnTo>
                    <a:pt x="170392" y="93892"/>
                  </a:lnTo>
                  <a:lnTo>
                    <a:pt x="169675" y="95050"/>
                  </a:lnTo>
                  <a:lnTo>
                    <a:pt x="170076" y="95738"/>
                  </a:lnTo>
                  <a:lnTo>
                    <a:pt x="171197" y="97665"/>
                  </a:lnTo>
                  <a:lnTo>
                    <a:pt x="171425" y="98055"/>
                  </a:lnTo>
                  <a:lnTo>
                    <a:pt x="171092" y="98248"/>
                  </a:lnTo>
                  <a:lnTo>
                    <a:pt x="168608" y="99725"/>
                  </a:lnTo>
                  <a:lnTo>
                    <a:pt x="168001" y="98632"/>
                  </a:lnTo>
                  <a:lnTo>
                    <a:pt x="167872" y="98399"/>
                  </a:lnTo>
                  <a:lnTo>
                    <a:pt x="165682" y="94453"/>
                  </a:lnTo>
                  <a:lnTo>
                    <a:pt x="165452" y="94039"/>
                  </a:lnTo>
                  <a:lnTo>
                    <a:pt x="163532" y="95250"/>
                  </a:lnTo>
                  <a:lnTo>
                    <a:pt x="163255" y="95425"/>
                  </a:lnTo>
                  <a:lnTo>
                    <a:pt x="162692" y="95822"/>
                  </a:lnTo>
                  <a:lnTo>
                    <a:pt x="162461" y="95985"/>
                  </a:lnTo>
                  <a:lnTo>
                    <a:pt x="161976" y="96328"/>
                  </a:lnTo>
                  <a:lnTo>
                    <a:pt x="161504" y="96661"/>
                  </a:lnTo>
                  <a:lnTo>
                    <a:pt x="160205" y="97579"/>
                  </a:lnTo>
                  <a:lnTo>
                    <a:pt x="159181" y="98302"/>
                  </a:lnTo>
                  <a:lnTo>
                    <a:pt x="160224" y="100354"/>
                  </a:lnTo>
                  <a:lnTo>
                    <a:pt x="160318" y="100540"/>
                  </a:lnTo>
                  <a:lnTo>
                    <a:pt x="161190" y="102255"/>
                  </a:lnTo>
                  <a:lnTo>
                    <a:pt x="162103" y="104051"/>
                  </a:lnTo>
                  <a:lnTo>
                    <a:pt x="162438" y="104711"/>
                  </a:lnTo>
                  <a:lnTo>
                    <a:pt x="162942" y="105701"/>
                  </a:lnTo>
                  <a:lnTo>
                    <a:pt x="165126" y="109998"/>
                  </a:lnTo>
                  <a:lnTo>
                    <a:pt x="164262" y="110309"/>
                  </a:lnTo>
                  <a:lnTo>
                    <a:pt x="164456" y="110429"/>
                  </a:lnTo>
                  <a:lnTo>
                    <a:pt x="165361" y="110989"/>
                  </a:lnTo>
                  <a:lnTo>
                    <a:pt x="166560" y="111731"/>
                  </a:lnTo>
                  <a:lnTo>
                    <a:pt x="163010" y="117278"/>
                  </a:lnTo>
                  <a:lnTo>
                    <a:pt x="160752" y="120806"/>
                  </a:lnTo>
                  <a:lnTo>
                    <a:pt x="159418" y="122890"/>
                  </a:lnTo>
                  <a:lnTo>
                    <a:pt x="159061" y="123514"/>
                  </a:lnTo>
                  <a:lnTo>
                    <a:pt x="154146" y="132123"/>
                  </a:lnTo>
                  <a:lnTo>
                    <a:pt x="154403" y="132269"/>
                  </a:lnTo>
                  <a:lnTo>
                    <a:pt x="154776" y="132531"/>
                  </a:lnTo>
                  <a:lnTo>
                    <a:pt x="155440" y="132996"/>
                  </a:lnTo>
                  <a:lnTo>
                    <a:pt x="161961" y="137569"/>
                  </a:lnTo>
                  <a:lnTo>
                    <a:pt x="161212" y="138705"/>
                  </a:lnTo>
                  <a:lnTo>
                    <a:pt x="160882" y="139204"/>
                  </a:lnTo>
                  <a:lnTo>
                    <a:pt x="159265" y="141656"/>
                  </a:lnTo>
                  <a:lnTo>
                    <a:pt x="157940" y="143663"/>
                  </a:lnTo>
                  <a:lnTo>
                    <a:pt x="156200" y="146301"/>
                  </a:lnTo>
                  <a:lnTo>
                    <a:pt x="153702" y="150086"/>
                  </a:lnTo>
                  <a:lnTo>
                    <a:pt x="154678" y="150732"/>
                  </a:lnTo>
                  <a:lnTo>
                    <a:pt x="158424" y="153208"/>
                  </a:lnTo>
                  <a:lnTo>
                    <a:pt x="150746" y="165321"/>
                  </a:lnTo>
                  <a:lnTo>
                    <a:pt x="148336" y="169124"/>
                  </a:lnTo>
                  <a:lnTo>
                    <a:pt x="136653" y="161207"/>
                  </a:lnTo>
                  <a:lnTo>
                    <a:pt x="133498" y="159069"/>
                  </a:lnTo>
                  <a:lnTo>
                    <a:pt x="132527" y="158410"/>
                  </a:lnTo>
                  <a:lnTo>
                    <a:pt x="129109" y="156094"/>
                  </a:lnTo>
                  <a:lnTo>
                    <a:pt x="128969" y="156007"/>
                  </a:lnTo>
                  <a:lnTo>
                    <a:pt x="124409" y="153178"/>
                  </a:lnTo>
                  <a:lnTo>
                    <a:pt x="122947" y="152272"/>
                  </a:lnTo>
                  <a:lnTo>
                    <a:pt x="121055" y="151098"/>
                  </a:lnTo>
                  <a:lnTo>
                    <a:pt x="120504" y="150756"/>
                  </a:lnTo>
                  <a:lnTo>
                    <a:pt x="117204" y="148709"/>
                  </a:lnTo>
                  <a:lnTo>
                    <a:pt x="117044" y="148610"/>
                  </a:lnTo>
                  <a:lnTo>
                    <a:pt x="114838" y="147242"/>
                  </a:lnTo>
                  <a:lnTo>
                    <a:pt x="113644" y="146501"/>
                  </a:lnTo>
                  <a:lnTo>
                    <a:pt x="112851" y="146024"/>
                  </a:lnTo>
                  <a:lnTo>
                    <a:pt x="111414" y="145159"/>
                  </a:lnTo>
                  <a:lnTo>
                    <a:pt x="105727" y="141736"/>
                  </a:lnTo>
                  <a:lnTo>
                    <a:pt x="104960" y="141274"/>
                  </a:lnTo>
                  <a:lnTo>
                    <a:pt x="104732" y="141136"/>
                  </a:lnTo>
                  <a:lnTo>
                    <a:pt x="101423" y="139081"/>
                  </a:lnTo>
                  <a:lnTo>
                    <a:pt x="96731" y="136168"/>
                  </a:lnTo>
                  <a:lnTo>
                    <a:pt x="88899" y="131305"/>
                  </a:lnTo>
                  <a:lnTo>
                    <a:pt x="86559" y="129851"/>
                  </a:lnTo>
                  <a:lnTo>
                    <a:pt x="83515" y="130983"/>
                  </a:lnTo>
                  <a:lnTo>
                    <a:pt x="72181" y="135178"/>
                  </a:lnTo>
                  <a:lnTo>
                    <a:pt x="72032" y="134765"/>
                  </a:lnTo>
                  <a:lnTo>
                    <a:pt x="71984" y="134628"/>
                  </a:lnTo>
                  <a:lnTo>
                    <a:pt x="69175" y="126786"/>
                  </a:lnTo>
                  <a:lnTo>
                    <a:pt x="65597" y="128068"/>
                  </a:lnTo>
                  <a:lnTo>
                    <a:pt x="64871" y="128328"/>
                  </a:lnTo>
                  <a:lnTo>
                    <a:pt x="64119" y="128627"/>
                  </a:lnTo>
                  <a:lnTo>
                    <a:pt x="63533" y="128859"/>
                  </a:lnTo>
                  <a:lnTo>
                    <a:pt x="60422" y="129589"/>
                  </a:lnTo>
                  <a:lnTo>
                    <a:pt x="58818" y="129965"/>
                  </a:lnTo>
                  <a:lnTo>
                    <a:pt x="56689" y="130465"/>
                  </a:lnTo>
                  <a:lnTo>
                    <a:pt x="46752" y="133384"/>
                  </a:lnTo>
                  <a:lnTo>
                    <a:pt x="42298" y="134693"/>
                  </a:lnTo>
                  <a:lnTo>
                    <a:pt x="41942" y="134798"/>
                  </a:lnTo>
                  <a:lnTo>
                    <a:pt x="41452" y="133825"/>
                  </a:lnTo>
                  <a:lnTo>
                    <a:pt x="40330" y="131596"/>
                  </a:lnTo>
                  <a:lnTo>
                    <a:pt x="39749" y="130442"/>
                  </a:lnTo>
                  <a:lnTo>
                    <a:pt x="39504" y="129954"/>
                  </a:lnTo>
                  <a:lnTo>
                    <a:pt x="39149" y="129249"/>
                  </a:lnTo>
                  <a:lnTo>
                    <a:pt x="38940" y="129040"/>
                  </a:lnTo>
                  <a:lnTo>
                    <a:pt x="36726" y="126822"/>
                  </a:lnTo>
                  <a:lnTo>
                    <a:pt x="36281" y="126337"/>
                  </a:lnTo>
                  <a:lnTo>
                    <a:pt x="35741" y="125749"/>
                  </a:lnTo>
                  <a:lnTo>
                    <a:pt x="35485" y="125471"/>
                  </a:lnTo>
                  <a:lnTo>
                    <a:pt x="33782" y="123617"/>
                  </a:lnTo>
                  <a:lnTo>
                    <a:pt x="31640" y="121229"/>
                  </a:lnTo>
                  <a:lnTo>
                    <a:pt x="29626" y="118981"/>
                  </a:lnTo>
                  <a:lnTo>
                    <a:pt x="29116" y="117933"/>
                  </a:lnTo>
                  <a:lnTo>
                    <a:pt x="28740" y="117160"/>
                  </a:lnTo>
                  <a:lnTo>
                    <a:pt x="27358" y="114317"/>
                  </a:lnTo>
                  <a:lnTo>
                    <a:pt x="39054" y="107038"/>
                  </a:lnTo>
                  <a:lnTo>
                    <a:pt x="59952" y="108786"/>
                  </a:lnTo>
                  <a:lnTo>
                    <a:pt x="69641" y="102572"/>
                  </a:lnTo>
                  <a:lnTo>
                    <a:pt x="61471" y="95193"/>
                  </a:lnTo>
                  <a:lnTo>
                    <a:pt x="69261" y="88785"/>
                  </a:lnTo>
                  <a:lnTo>
                    <a:pt x="64511" y="84707"/>
                  </a:lnTo>
                  <a:lnTo>
                    <a:pt x="64891" y="80435"/>
                  </a:lnTo>
                  <a:lnTo>
                    <a:pt x="56342" y="74997"/>
                  </a:lnTo>
                  <a:lnTo>
                    <a:pt x="51972" y="75386"/>
                  </a:lnTo>
                  <a:lnTo>
                    <a:pt x="37534" y="71502"/>
                  </a:lnTo>
                  <a:lnTo>
                    <a:pt x="37914" y="46646"/>
                  </a:lnTo>
                  <a:lnTo>
                    <a:pt x="26895" y="41209"/>
                  </a:lnTo>
                  <a:lnTo>
                    <a:pt x="13976" y="30140"/>
                  </a:lnTo>
                  <a:lnTo>
                    <a:pt x="0" y="24668"/>
                  </a:lnTo>
                  <a:lnTo>
                    <a:pt x="2104" y="20913"/>
                  </a:lnTo>
                  <a:lnTo>
                    <a:pt x="22329" y="0"/>
                  </a:lnTo>
                  <a:lnTo>
                    <a:pt x="24002" y="1208"/>
                  </a:lnTo>
                  <a:lnTo>
                    <a:pt x="24343" y="1454"/>
                  </a:lnTo>
                  <a:lnTo>
                    <a:pt x="29696" y="5320"/>
                  </a:lnTo>
                  <a:lnTo>
                    <a:pt x="30777" y="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362997" y="4179133"/>
              <a:ext cx="152304" cy="177916"/>
            </a:xfrm>
            <a:custGeom>
              <a:avLst/>
              <a:pathLst>
                <a:path w="152304" h="177916">
                  <a:moveTo>
                    <a:pt x="74328" y="6967"/>
                  </a:moveTo>
                  <a:lnTo>
                    <a:pt x="77556" y="9031"/>
                  </a:lnTo>
                  <a:lnTo>
                    <a:pt x="77713" y="9131"/>
                  </a:lnTo>
                  <a:lnTo>
                    <a:pt x="79506" y="10278"/>
                  </a:lnTo>
                  <a:lnTo>
                    <a:pt x="80570" y="10958"/>
                  </a:lnTo>
                  <a:lnTo>
                    <a:pt x="81244" y="11389"/>
                  </a:lnTo>
                  <a:lnTo>
                    <a:pt x="81932" y="11829"/>
                  </a:lnTo>
                  <a:lnTo>
                    <a:pt x="84258" y="13317"/>
                  </a:lnTo>
                  <a:lnTo>
                    <a:pt x="85088" y="13847"/>
                  </a:lnTo>
                  <a:lnTo>
                    <a:pt x="85498" y="14110"/>
                  </a:lnTo>
                  <a:lnTo>
                    <a:pt x="86703" y="14880"/>
                  </a:lnTo>
                  <a:lnTo>
                    <a:pt x="88025" y="15617"/>
                  </a:lnTo>
                  <a:lnTo>
                    <a:pt x="88705" y="15996"/>
                  </a:lnTo>
                  <a:lnTo>
                    <a:pt x="89290" y="16321"/>
                  </a:lnTo>
                  <a:lnTo>
                    <a:pt x="91188" y="17379"/>
                  </a:lnTo>
                  <a:lnTo>
                    <a:pt x="92325" y="18012"/>
                  </a:lnTo>
                  <a:lnTo>
                    <a:pt x="92804" y="18358"/>
                  </a:lnTo>
                  <a:lnTo>
                    <a:pt x="95635" y="20401"/>
                  </a:lnTo>
                  <a:lnTo>
                    <a:pt x="96415" y="20964"/>
                  </a:lnTo>
                  <a:lnTo>
                    <a:pt x="97516" y="21759"/>
                  </a:lnTo>
                  <a:lnTo>
                    <a:pt x="98327" y="22344"/>
                  </a:lnTo>
                  <a:lnTo>
                    <a:pt x="99000" y="22829"/>
                  </a:lnTo>
                  <a:lnTo>
                    <a:pt x="99677" y="23318"/>
                  </a:lnTo>
                  <a:lnTo>
                    <a:pt x="100217" y="23708"/>
                  </a:lnTo>
                  <a:lnTo>
                    <a:pt x="99319" y="25041"/>
                  </a:lnTo>
                  <a:lnTo>
                    <a:pt x="96624" y="29041"/>
                  </a:lnTo>
                  <a:lnTo>
                    <a:pt x="96133" y="29770"/>
                  </a:lnTo>
                  <a:lnTo>
                    <a:pt x="98004" y="31365"/>
                  </a:lnTo>
                  <a:lnTo>
                    <a:pt x="100351" y="33366"/>
                  </a:lnTo>
                  <a:lnTo>
                    <a:pt x="104625" y="37010"/>
                  </a:lnTo>
                  <a:lnTo>
                    <a:pt x="105112" y="37424"/>
                  </a:lnTo>
                  <a:lnTo>
                    <a:pt x="106858" y="38913"/>
                  </a:lnTo>
                  <a:lnTo>
                    <a:pt x="107301" y="39291"/>
                  </a:lnTo>
                  <a:lnTo>
                    <a:pt x="108982" y="40724"/>
                  </a:lnTo>
                  <a:lnTo>
                    <a:pt x="111004" y="42447"/>
                  </a:lnTo>
                  <a:lnTo>
                    <a:pt x="112401" y="43638"/>
                  </a:lnTo>
                  <a:lnTo>
                    <a:pt x="112772" y="43955"/>
                  </a:lnTo>
                  <a:lnTo>
                    <a:pt x="113443" y="44527"/>
                  </a:lnTo>
                  <a:lnTo>
                    <a:pt x="114567" y="45485"/>
                  </a:lnTo>
                  <a:lnTo>
                    <a:pt x="116258" y="46926"/>
                  </a:lnTo>
                  <a:lnTo>
                    <a:pt x="119436" y="49636"/>
                  </a:lnTo>
                  <a:lnTo>
                    <a:pt x="121682" y="51153"/>
                  </a:lnTo>
                  <a:lnTo>
                    <a:pt x="122590" y="51766"/>
                  </a:lnTo>
                  <a:lnTo>
                    <a:pt x="124254" y="52890"/>
                  </a:lnTo>
                  <a:lnTo>
                    <a:pt x="124879" y="53313"/>
                  </a:lnTo>
                  <a:lnTo>
                    <a:pt x="125035" y="53415"/>
                  </a:lnTo>
                  <a:lnTo>
                    <a:pt x="125740" y="53877"/>
                  </a:lnTo>
                  <a:lnTo>
                    <a:pt x="127370" y="54927"/>
                  </a:lnTo>
                  <a:lnTo>
                    <a:pt x="132075" y="58011"/>
                  </a:lnTo>
                  <a:lnTo>
                    <a:pt x="132317" y="58169"/>
                  </a:lnTo>
                  <a:lnTo>
                    <a:pt x="144386" y="65987"/>
                  </a:lnTo>
                  <a:lnTo>
                    <a:pt x="151331" y="70748"/>
                  </a:lnTo>
                  <a:lnTo>
                    <a:pt x="152298" y="71431"/>
                  </a:lnTo>
                  <a:lnTo>
                    <a:pt x="152300" y="71563"/>
                  </a:lnTo>
                  <a:lnTo>
                    <a:pt x="152304" y="71850"/>
                  </a:lnTo>
                  <a:lnTo>
                    <a:pt x="151978" y="72941"/>
                  </a:lnTo>
                  <a:lnTo>
                    <a:pt x="151526" y="74451"/>
                  </a:lnTo>
                  <a:lnTo>
                    <a:pt x="151464" y="74658"/>
                  </a:lnTo>
                  <a:lnTo>
                    <a:pt x="150286" y="76540"/>
                  </a:lnTo>
                  <a:lnTo>
                    <a:pt x="149786" y="77338"/>
                  </a:lnTo>
                  <a:lnTo>
                    <a:pt x="149400" y="77954"/>
                  </a:lnTo>
                  <a:lnTo>
                    <a:pt x="148942" y="78686"/>
                  </a:lnTo>
                  <a:lnTo>
                    <a:pt x="147388" y="81166"/>
                  </a:lnTo>
                  <a:lnTo>
                    <a:pt x="147098" y="81674"/>
                  </a:lnTo>
                  <a:lnTo>
                    <a:pt x="146540" y="82649"/>
                  </a:lnTo>
                  <a:lnTo>
                    <a:pt x="144887" y="85542"/>
                  </a:lnTo>
                  <a:lnTo>
                    <a:pt x="143821" y="87407"/>
                  </a:lnTo>
                  <a:lnTo>
                    <a:pt x="143360" y="88002"/>
                  </a:lnTo>
                  <a:lnTo>
                    <a:pt x="143162" y="88257"/>
                  </a:lnTo>
                  <a:lnTo>
                    <a:pt x="142748" y="88792"/>
                  </a:lnTo>
                  <a:lnTo>
                    <a:pt x="141264" y="90708"/>
                  </a:lnTo>
                  <a:lnTo>
                    <a:pt x="140936" y="91132"/>
                  </a:lnTo>
                  <a:lnTo>
                    <a:pt x="140273" y="92303"/>
                  </a:lnTo>
                  <a:lnTo>
                    <a:pt x="138857" y="94801"/>
                  </a:lnTo>
                  <a:lnTo>
                    <a:pt x="138364" y="95672"/>
                  </a:lnTo>
                  <a:lnTo>
                    <a:pt x="137720" y="96809"/>
                  </a:lnTo>
                  <a:lnTo>
                    <a:pt x="137149" y="97817"/>
                  </a:lnTo>
                  <a:lnTo>
                    <a:pt x="136748" y="98525"/>
                  </a:lnTo>
                  <a:lnTo>
                    <a:pt x="136320" y="99281"/>
                  </a:lnTo>
                  <a:lnTo>
                    <a:pt x="135982" y="99878"/>
                  </a:lnTo>
                  <a:lnTo>
                    <a:pt x="135517" y="100597"/>
                  </a:lnTo>
                  <a:lnTo>
                    <a:pt x="135112" y="101226"/>
                  </a:lnTo>
                  <a:lnTo>
                    <a:pt x="130981" y="107624"/>
                  </a:lnTo>
                  <a:lnTo>
                    <a:pt x="130879" y="107782"/>
                  </a:lnTo>
                  <a:lnTo>
                    <a:pt x="127628" y="112818"/>
                  </a:lnTo>
                  <a:lnTo>
                    <a:pt x="127451" y="113091"/>
                  </a:lnTo>
                  <a:lnTo>
                    <a:pt x="125226" y="116539"/>
                  </a:lnTo>
                  <a:lnTo>
                    <a:pt x="119897" y="125034"/>
                  </a:lnTo>
                  <a:lnTo>
                    <a:pt x="119793" y="125199"/>
                  </a:lnTo>
                  <a:lnTo>
                    <a:pt x="117830" y="128388"/>
                  </a:lnTo>
                  <a:lnTo>
                    <a:pt x="115887" y="131543"/>
                  </a:lnTo>
                  <a:lnTo>
                    <a:pt x="115195" y="132667"/>
                  </a:lnTo>
                  <a:lnTo>
                    <a:pt x="114664" y="133530"/>
                  </a:lnTo>
                  <a:lnTo>
                    <a:pt x="114275" y="134081"/>
                  </a:lnTo>
                  <a:lnTo>
                    <a:pt x="113663" y="134950"/>
                  </a:lnTo>
                  <a:lnTo>
                    <a:pt x="112870" y="136076"/>
                  </a:lnTo>
                  <a:lnTo>
                    <a:pt x="112715" y="136296"/>
                  </a:lnTo>
                  <a:lnTo>
                    <a:pt x="112522" y="136605"/>
                  </a:lnTo>
                  <a:lnTo>
                    <a:pt x="97195" y="161114"/>
                  </a:lnTo>
                  <a:lnTo>
                    <a:pt x="94850" y="164449"/>
                  </a:lnTo>
                  <a:lnTo>
                    <a:pt x="94503" y="164941"/>
                  </a:lnTo>
                  <a:lnTo>
                    <a:pt x="94188" y="165390"/>
                  </a:lnTo>
                  <a:lnTo>
                    <a:pt x="94007" y="165647"/>
                  </a:lnTo>
                  <a:lnTo>
                    <a:pt x="86451" y="177916"/>
                  </a:lnTo>
                  <a:lnTo>
                    <a:pt x="86159" y="177744"/>
                  </a:lnTo>
                  <a:lnTo>
                    <a:pt x="85940" y="177616"/>
                  </a:lnTo>
                  <a:lnTo>
                    <a:pt x="79004" y="173544"/>
                  </a:lnTo>
                  <a:lnTo>
                    <a:pt x="75684" y="170922"/>
                  </a:lnTo>
                  <a:lnTo>
                    <a:pt x="69528" y="168068"/>
                  </a:lnTo>
                  <a:lnTo>
                    <a:pt x="67861" y="167806"/>
                  </a:lnTo>
                  <a:lnTo>
                    <a:pt x="65767" y="167806"/>
                  </a:lnTo>
                  <a:lnTo>
                    <a:pt x="62219" y="167558"/>
                  </a:lnTo>
                  <a:lnTo>
                    <a:pt x="55164" y="162284"/>
                  </a:lnTo>
                  <a:lnTo>
                    <a:pt x="57877" y="155799"/>
                  </a:lnTo>
                  <a:lnTo>
                    <a:pt x="60443" y="149664"/>
                  </a:lnTo>
                  <a:lnTo>
                    <a:pt x="60751" y="148928"/>
                  </a:lnTo>
                  <a:lnTo>
                    <a:pt x="60858" y="148672"/>
                  </a:lnTo>
                  <a:lnTo>
                    <a:pt x="62526" y="144685"/>
                  </a:lnTo>
                  <a:lnTo>
                    <a:pt x="65829" y="142655"/>
                  </a:lnTo>
                  <a:lnTo>
                    <a:pt x="71626" y="132937"/>
                  </a:lnTo>
                  <a:lnTo>
                    <a:pt x="70508" y="132228"/>
                  </a:lnTo>
                  <a:lnTo>
                    <a:pt x="70305" y="132100"/>
                  </a:lnTo>
                  <a:lnTo>
                    <a:pt x="64900" y="128676"/>
                  </a:lnTo>
                  <a:lnTo>
                    <a:pt x="51855" y="120412"/>
                  </a:lnTo>
                  <a:lnTo>
                    <a:pt x="51087" y="119925"/>
                  </a:lnTo>
                  <a:lnTo>
                    <a:pt x="42927" y="114756"/>
                  </a:lnTo>
                  <a:lnTo>
                    <a:pt x="42370" y="114403"/>
                  </a:lnTo>
                  <a:lnTo>
                    <a:pt x="41222" y="113676"/>
                  </a:lnTo>
                  <a:lnTo>
                    <a:pt x="33070" y="108512"/>
                  </a:lnTo>
                  <a:lnTo>
                    <a:pt x="30106" y="113166"/>
                  </a:lnTo>
                  <a:lnTo>
                    <a:pt x="29411" y="114171"/>
                  </a:lnTo>
                  <a:lnTo>
                    <a:pt x="29058" y="113928"/>
                  </a:lnTo>
                  <a:lnTo>
                    <a:pt x="20636" y="108127"/>
                  </a:lnTo>
                  <a:lnTo>
                    <a:pt x="19641" y="107443"/>
                  </a:lnTo>
                  <a:lnTo>
                    <a:pt x="19305" y="107084"/>
                  </a:lnTo>
                  <a:lnTo>
                    <a:pt x="19084" y="106848"/>
                  </a:lnTo>
                  <a:lnTo>
                    <a:pt x="18189" y="105034"/>
                  </a:lnTo>
                  <a:lnTo>
                    <a:pt x="17351" y="103220"/>
                  </a:lnTo>
                  <a:lnTo>
                    <a:pt x="16969" y="102395"/>
                  </a:lnTo>
                  <a:lnTo>
                    <a:pt x="16884" y="102209"/>
                  </a:lnTo>
                  <a:lnTo>
                    <a:pt x="16073" y="100455"/>
                  </a:lnTo>
                  <a:lnTo>
                    <a:pt x="13830" y="95601"/>
                  </a:lnTo>
                  <a:lnTo>
                    <a:pt x="12611" y="92963"/>
                  </a:lnTo>
                  <a:lnTo>
                    <a:pt x="13109" y="92090"/>
                  </a:lnTo>
                  <a:lnTo>
                    <a:pt x="14031" y="90474"/>
                  </a:lnTo>
                  <a:lnTo>
                    <a:pt x="14594" y="89488"/>
                  </a:lnTo>
                  <a:lnTo>
                    <a:pt x="15968" y="87080"/>
                  </a:lnTo>
                  <a:lnTo>
                    <a:pt x="11844" y="84411"/>
                  </a:lnTo>
                  <a:lnTo>
                    <a:pt x="9932" y="83349"/>
                  </a:lnTo>
                  <a:lnTo>
                    <a:pt x="8015" y="82283"/>
                  </a:lnTo>
                  <a:lnTo>
                    <a:pt x="7841" y="82186"/>
                  </a:lnTo>
                  <a:lnTo>
                    <a:pt x="10835" y="77262"/>
                  </a:lnTo>
                  <a:lnTo>
                    <a:pt x="13377" y="73080"/>
                  </a:lnTo>
                  <a:lnTo>
                    <a:pt x="15859" y="69064"/>
                  </a:lnTo>
                  <a:lnTo>
                    <a:pt x="16228" y="68467"/>
                  </a:lnTo>
                  <a:lnTo>
                    <a:pt x="17351" y="66650"/>
                  </a:lnTo>
                  <a:lnTo>
                    <a:pt x="18668" y="64518"/>
                  </a:lnTo>
                  <a:lnTo>
                    <a:pt x="13214" y="61290"/>
                  </a:lnTo>
                  <a:lnTo>
                    <a:pt x="11531" y="60235"/>
                  </a:lnTo>
                  <a:lnTo>
                    <a:pt x="4853" y="56052"/>
                  </a:lnTo>
                  <a:lnTo>
                    <a:pt x="4410" y="55702"/>
                  </a:lnTo>
                  <a:lnTo>
                    <a:pt x="3406" y="54908"/>
                  </a:lnTo>
                  <a:lnTo>
                    <a:pt x="1661" y="53528"/>
                  </a:lnTo>
                  <a:lnTo>
                    <a:pt x="0" y="51669"/>
                  </a:lnTo>
                  <a:lnTo>
                    <a:pt x="4979" y="45470"/>
                  </a:lnTo>
                  <a:lnTo>
                    <a:pt x="6926" y="43215"/>
                  </a:lnTo>
                  <a:lnTo>
                    <a:pt x="8019" y="43554"/>
                  </a:lnTo>
                  <a:lnTo>
                    <a:pt x="10940" y="43724"/>
                  </a:lnTo>
                  <a:lnTo>
                    <a:pt x="13234" y="43746"/>
                  </a:lnTo>
                  <a:lnTo>
                    <a:pt x="13552" y="43749"/>
                  </a:lnTo>
                  <a:lnTo>
                    <a:pt x="15775" y="44793"/>
                  </a:lnTo>
                  <a:lnTo>
                    <a:pt x="16408" y="45090"/>
                  </a:lnTo>
                  <a:lnTo>
                    <a:pt x="16882" y="45419"/>
                  </a:lnTo>
                  <a:lnTo>
                    <a:pt x="18628" y="46750"/>
                  </a:lnTo>
                  <a:lnTo>
                    <a:pt x="20196" y="47945"/>
                  </a:lnTo>
                  <a:lnTo>
                    <a:pt x="21887" y="49234"/>
                  </a:lnTo>
                  <a:lnTo>
                    <a:pt x="22020" y="49328"/>
                  </a:lnTo>
                  <a:lnTo>
                    <a:pt x="26542" y="42899"/>
                  </a:lnTo>
                  <a:lnTo>
                    <a:pt x="27082" y="41531"/>
                  </a:lnTo>
                  <a:lnTo>
                    <a:pt x="27770" y="39785"/>
                  </a:lnTo>
                  <a:lnTo>
                    <a:pt x="28191" y="38719"/>
                  </a:lnTo>
                  <a:lnTo>
                    <a:pt x="28277" y="38500"/>
                  </a:lnTo>
                  <a:lnTo>
                    <a:pt x="29692" y="35957"/>
                  </a:lnTo>
                  <a:lnTo>
                    <a:pt x="30374" y="36843"/>
                  </a:lnTo>
                  <a:lnTo>
                    <a:pt x="31162" y="35886"/>
                  </a:lnTo>
                  <a:lnTo>
                    <a:pt x="30956" y="33192"/>
                  </a:lnTo>
                  <a:lnTo>
                    <a:pt x="26471" y="32978"/>
                  </a:lnTo>
                  <a:lnTo>
                    <a:pt x="26539" y="32158"/>
                  </a:lnTo>
                  <a:lnTo>
                    <a:pt x="26525" y="26417"/>
                  </a:lnTo>
                  <a:lnTo>
                    <a:pt x="25827" y="24401"/>
                  </a:lnTo>
                  <a:lnTo>
                    <a:pt x="26758" y="24208"/>
                  </a:lnTo>
                  <a:lnTo>
                    <a:pt x="25554" y="23612"/>
                  </a:lnTo>
                  <a:lnTo>
                    <a:pt x="24284" y="22858"/>
                  </a:lnTo>
                  <a:lnTo>
                    <a:pt x="26128" y="19232"/>
                  </a:lnTo>
                  <a:lnTo>
                    <a:pt x="27464" y="16742"/>
                  </a:lnTo>
                  <a:lnTo>
                    <a:pt x="27682" y="16983"/>
                  </a:lnTo>
                  <a:lnTo>
                    <a:pt x="29323" y="18706"/>
                  </a:lnTo>
                  <a:lnTo>
                    <a:pt x="29614" y="18485"/>
                  </a:lnTo>
                  <a:lnTo>
                    <a:pt x="30020" y="18177"/>
                  </a:lnTo>
                  <a:lnTo>
                    <a:pt x="31544" y="17020"/>
                  </a:lnTo>
                  <a:lnTo>
                    <a:pt x="31771" y="16841"/>
                  </a:lnTo>
                  <a:lnTo>
                    <a:pt x="33863" y="15200"/>
                  </a:lnTo>
                  <a:lnTo>
                    <a:pt x="34017" y="15079"/>
                  </a:lnTo>
                  <a:lnTo>
                    <a:pt x="35547" y="13878"/>
                  </a:lnTo>
                  <a:lnTo>
                    <a:pt x="35968" y="13547"/>
                  </a:lnTo>
                  <a:lnTo>
                    <a:pt x="38448" y="9630"/>
                  </a:lnTo>
                  <a:lnTo>
                    <a:pt x="39039" y="8740"/>
                  </a:lnTo>
                  <a:lnTo>
                    <a:pt x="39975" y="7331"/>
                  </a:lnTo>
                  <a:lnTo>
                    <a:pt x="41041" y="5727"/>
                  </a:lnTo>
                  <a:lnTo>
                    <a:pt x="41253" y="5318"/>
                  </a:lnTo>
                  <a:lnTo>
                    <a:pt x="40793" y="2196"/>
                  </a:lnTo>
                  <a:lnTo>
                    <a:pt x="42880" y="2313"/>
                  </a:lnTo>
                  <a:lnTo>
                    <a:pt x="47164" y="2553"/>
                  </a:lnTo>
                  <a:lnTo>
                    <a:pt x="50895" y="3214"/>
                  </a:lnTo>
                  <a:lnTo>
                    <a:pt x="51183" y="3383"/>
                  </a:lnTo>
                  <a:lnTo>
                    <a:pt x="53906" y="4979"/>
                  </a:lnTo>
                  <a:lnTo>
                    <a:pt x="58712" y="7803"/>
                  </a:lnTo>
                  <a:lnTo>
                    <a:pt x="62308" y="1858"/>
                  </a:lnTo>
                  <a:lnTo>
                    <a:pt x="63433" y="0"/>
                  </a:lnTo>
                  <a:lnTo>
                    <a:pt x="64661" y="785"/>
                  </a:lnTo>
                  <a:lnTo>
                    <a:pt x="65729" y="1468"/>
                  </a:lnTo>
                  <a:lnTo>
                    <a:pt x="66785" y="2143"/>
                  </a:lnTo>
                  <a:lnTo>
                    <a:pt x="68776" y="3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254759" y="4200028"/>
              <a:ext cx="194689" cy="227251"/>
            </a:xfrm>
            <a:custGeom>
              <a:avLst/>
              <a:pathLst>
                <a:path w="194689" h="227251">
                  <a:moveTo>
                    <a:pt x="91087" y="10626"/>
                  </a:moveTo>
                  <a:lnTo>
                    <a:pt x="97376" y="11803"/>
                  </a:lnTo>
                  <a:lnTo>
                    <a:pt x="97819" y="9560"/>
                  </a:lnTo>
                  <a:lnTo>
                    <a:pt x="102935" y="11127"/>
                  </a:lnTo>
                  <a:lnTo>
                    <a:pt x="104573" y="11685"/>
                  </a:lnTo>
                  <a:lnTo>
                    <a:pt x="105357" y="12001"/>
                  </a:lnTo>
                  <a:lnTo>
                    <a:pt x="106022" y="12511"/>
                  </a:lnTo>
                  <a:lnTo>
                    <a:pt x="107184" y="13731"/>
                  </a:lnTo>
                  <a:lnTo>
                    <a:pt x="108936" y="15572"/>
                  </a:lnTo>
                  <a:lnTo>
                    <a:pt x="112101" y="18896"/>
                  </a:lnTo>
                  <a:lnTo>
                    <a:pt x="113216" y="20066"/>
                  </a:lnTo>
                  <a:lnTo>
                    <a:pt x="114579" y="21498"/>
                  </a:lnTo>
                  <a:lnTo>
                    <a:pt x="114818" y="21750"/>
                  </a:lnTo>
                  <a:lnTo>
                    <a:pt x="115054" y="22286"/>
                  </a:lnTo>
                  <a:lnTo>
                    <a:pt x="113031" y="24805"/>
                  </a:lnTo>
                  <a:lnTo>
                    <a:pt x="108237" y="30774"/>
                  </a:lnTo>
                  <a:lnTo>
                    <a:pt x="109898" y="32633"/>
                  </a:lnTo>
                  <a:lnTo>
                    <a:pt x="111644" y="34013"/>
                  </a:lnTo>
                  <a:lnTo>
                    <a:pt x="112647" y="34807"/>
                  </a:lnTo>
                  <a:lnTo>
                    <a:pt x="113090" y="35157"/>
                  </a:lnTo>
                  <a:lnTo>
                    <a:pt x="119768" y="39341"/>
                  </a:lnTo>
                  <a:lnTo>
                    <a:pt x="121451" y="40395"/>
                  </a:lnTo>
                  <a:lnTo>
                    <a:pt x="126906" y="43623"/>
                  </a:lnTo>
                  <a:lnTo>
                    <a:pt x="125588" y="45755"/>
                  </a:lnTo>
                  <a:lnTo>
                    <a:pt x="124465" y="47572"/>
                  </a:lnTo>
                  <a:lnTo>
                    <a:pt x="124096" y="48169"/>
                  </a:lnTo>
                  <a:lnTo>
                    <a:pt x="121614" y="52185"/>
                  </a:lnTo>
                  <a:lnTo>
                    <a:pt x="119072" y="56367"/>
                  </a:lnTo>
                  <a:lnTo>
                    <a:pt x="116078" y="61292"/>
                  </a:lnTo>
                  <a:lnTo>
                    <a:pt x="116253" y="61389"/>
                  </a:lnTo>
                  <a:lnTo>
                    <a:pt x="118170" y="62454"/>
                  </a:lnTo>
                  <a:lnTo>
                    <a:pt x="120081" y="63516"/>
                  </a:lnTo>
                  <a:lnTo>
                    <a:pt x="124205" y="66185"/>
                  </a:lnTo>
                  <a:lnTo>
                    <a:pt x="122831" y="68593"/>
                  </a:lnTo>
                  <a:lnTo>
                    <a:pt x="122268" y="69579"/>
                  </a:lnTo>
                  <a:lnTo>
                    <a:pt x="121307" y="71263"/>
                  </a:lnTo>
                  <a:lnTo>
                    <a:pt x="120871" y="72118"/>
                  </a:lnTo>
                  <a:lnTo>
                    <a:pt x="122067" y="74706"/>
                  </a:lnTo>
                  <a:lnTo>
                    <a:pt x="124310" y="79561"/>
                  </a:lnTo>
                  <a:lnTo>
                    <a:pt x="125121" y="81315"/>
                  </a:lnTo>
                  <a:lnTo>
                    <a:pt x="125206" y="81500"/>
                  </a:lnTo>
                  <a:lnTo>
                    <a:pt x="125588" y="82326"/>
                  </a:lnTo>
                  <a:lnTo>
                    <a:pt x="126426" y="84139"/>
                  </a:lnTo>
                  <a:lnTo>
                    <a:pt x="127321" y="85953"/>
                  </a:lnTo>
                  <a:lnTo>
                    <a:pt x="127543" y="86190"/>
                  </a:lnTo>
                  <a:lnTo>
                    <a:pt x="127878" y="86548"/>
                  </a:lnTo>
                  <a:lnTo>
                    <a:pt x="128873" y="87233"/>
                  </a:lnTo>
                  <a:lnTo>
                    <a:pt x="137296" y="93033"/>
                  </a:lnTo>
                  <a:lnTo>
                    <a:pt x="137648" y="93276"/>
                  </a:lnTo>
                  <a:lnTo>
                    <a:pt x="138343" y="92271"/>
                  </a:lnTo>
                  <a:lnTo>
                    <a:pt x="141307" y="87617"/>
                  </a:lnTo>
                  <a:lnTo>
                    <a:pt x="149575" y="92854"/>
                  </a:lnTo>
                  <a:lnTo>
                    <a:pt x="150607" y="93508"/>
                  </a:lnTo>
                  <a:lnTo>
                    <a:pt x="151164" y="93861"/>
                  </a:lnTo>
                  <a:lnTo>
                    <a:pt x="159324" y="99030"/>
                  </a:lnTo>
                  <a:lnTo>
                    <a:pt x="160092" y="99517"/>
                  </a:lnTo>
                  <a:lnTo>
                    <a:pt x="173137" y="107781"/>
                  </a:lnTo>
                  <a:lnTo>
                    <a:pt x="178542" y="111205"/>
                  </a:lnTo>
                  <a:lnTo>
                    <a:pt x="178745" y="111334"/>
                  </a:lnTo>
                  <a:lnTo>
                    <a:pt x="179863" y="112042"/>
                  </a:lnTo>
                  <a:lnTo>
                    <a:pt x="174067" y="121760"/>
                  </a:lnTo>
                  <a:lnTo>
                    <a:pt x="170763" y="123791"/>
                  </a:lnTo>
                  <a:lnTo>
                    <a:pt x="169095" y="127778"/>
                  </a:lnTo>
                  <a:lnTo>
                    <a:pt x="168988" y="128034"/>
                  </a:lnTo>
                  <a:lnTo>
                    <a:pt x="168680" y="128770"/>
                  </a:lnTo>
                  <a:lnTo>
                    <a:pt x="166114" y="134904"/>
                  </a:lnTo>
                  <a:lnTo>
                    <a:pt x="163401" y="141389"/>
                  </a:lnTo>
                  <a:lnTo>
                    <a:pt x="170456" y="146663"/>
                  </a:lnTo>
                  <a:lnTo>
                    <a:pt x="174004" y="146911"/>
                  </a:lnTo>
                  <a:lnTo>
                    <a:pt x="176099" y="146911"/>
                  </a:lnTo>
                  <a:lnTo>
                    <a:pt x="177766" y="147173"/>
                  </a:lnTo>
                  <a:lnTo>
                    <a:pt x="183921" y="150027"/>
                  </a:lnTo>
                  <a:lnTo>
                    <a:pt x="187241" y="152649"/>
                  </a:lnTo>
                  <a:lnTo>
                    <a:pt x="194177" y="156721"/>
                  </a:lnTo>
                  <a:lnTo>
                    <a:pt x="194396" y="156849"/>
                  </a:lnTo>
                  <a:lnTo>
                    <a:pt x="194689" y="157021"/>
                  </a:lnTo>
                  <a:lnTo>
                    <a:pt x="191447" y="162284"/>
                  </a:lnTo>
                  <a:lnTo>
                    <a:pt x="181446" y="178344"/>
                  </a:lnTo>
                  <a:lnTo>
                    <a:pt x="179799" y="180988"/>
                  </a:lnTo>
                  <a:lnTo>
                    <a:pt x="179277" y="181827"/>
                  </a:lnTo>
                  <a:lnTo>
                    <a:pt x="172157" y="193261"/>
                  </a:lnTo>
                  <a:lnTo>
                    <a:pt x="164721" y="205201"/>
                  </a:lnTo>
                  <a:lnTo>
                    <a:pt x="159769" y="213182"/>
                  </a:lnTo>
                  <a:lnTo>
                    <a:pt x="159672" y="213339"/>
                  </a:lnTo>
                  <a:lnTo>
                    <a:pt x="152632" y="224687"/>
                  </a:lnTo>
                  <a:lnTo>
                    <a:pt x="151863" y="225926"/>
                  </a:lnTo>
                  <a:lnTo>
                    <a:pt x="151055" y="227251"/>
                  </a:lnTo>
                  <a:lnTo>
                    <a:pt x="150456" y="226864"/>
                  </a:lnTo>
                  <a:lnTo>
                    <a:pt x="132976" y="215578"/>
                  </a:lnTo>
                  <a:lnTo>
                    <a:pt x="123765" y="209631"/>
                  </a:lnTo>
                  <a:lnTo>
                    <a:pt x="117503" y="205588"/>
                  </a:lnTo>
                  <a:lnTo>
                    <a:pt x="116296" y="204809"/>
                  </a:lnTo>
                  <a:lnTo>
                    <a:pt x="115602" y="204372"/>
                  </a:lnTo>
                  <a:lnTo>
                    <a:pt x="114202" y="203492"/>
                  </a:lnTo>
                  <a:lnTo>
                    <a:pt x="111632" y="201875"/>
                  </a:lnTo>
                  <a:lnTo>
                    <a:pt x="108691" y="200024"/>
                  </a:lnTo>
                  <a:lnTo>
                    <a:pt x="106010" y="198337"/>
                  </a:lnTo>
                  <a:lnTo>
                    <a:pt x="105545" y="198045"/>
                  </a:lnTo>
                  <a:lnTo>
                    <a:pt x="104666" y="197492"/>
                  </a:lnTo>
                  <a:lnTo>
                    <a:pt x="100381" y="194739"/>
                  </a:lnTo>
                  <a:lnTo>
                    <a:pt x="99896" y="194428"/>
                  </a:lnTo>
                  <a:lnTo>
                    <a:pt x="98823" y="193739"/>
                  </a:lnTo>
                  <a:lnTo>
                    <a:pt x="95275" y="191460"/>
                  </a:lnTo>
                  <a:lnTo>
                    <a:pt x="94971" y="191265"/>
                  </a:lnTo>
                  <a:lnTo>
                    <a:pt x="94061" y="190724"/>
                  </a:lnTo>
                  <a:lnTo>
                    <a:pt x="86958" y="186506"/>
                  </a:lnTo>
                  <a:lnTo>
                    <a:pt x="85866" y="185858"/>
                  </a:lnTo>
                  <a:lnTo>
                    <a:pt x="81627" y="183340"/>
                  </a:lnTo>
                  <a:lnTo>
                    <a:pt x="81482" y="183254"/>
                  </a:lnTo>
                  <a:lnTo>
                    <a:pt x="80736" y="182782"/>
                  </a:lnTo>
                  <a:lnTo>
                    <a:pt x="80201" y="182444"/>
                  </a:lnTo>
                  <a:lnTo>
                    <a:pt x="72692" y="177696"/>
                  </a:lnTo>
                  <a:lnTo>
                    <a:pt x="70447" y="176276"/>
                  </a:lnTo>
                  <a:lnTo>
                    <a:pt x="70236" y="176143"/>
                  </a:lnTo>
                  <a:lnTo>
                    <a:pt x="58607" y="168789"/>
                  </a:lnTo>
                  <a:lnTo>
                    <a:pt x="51612" y="164366"/>
                  </a:lnTo>
                  <a:lnTo>
                    <a:pt x="51455" y="164266"/>
                  </a:lnTo>
                  <a:lnTo>
                    <a:pt x="47698" y="161891"/>
                  </a:lnTo>
                  <a:lnTo>
                    <a:pt x="44007" y="159450"/>
                  </a:lnTo>
                  <a:lnTo>
                    <a:pt x="43032" y="158804"/>
                  </a:lnTo>
                  <a:lnTo>
                    <a:pt x="45529" y="155019"/>
                  </a:lnTo>
                  <a:lnTo>
                    <a:pt x="47270" y="152381"/>
                  </a:lnTo>
                  <a:lnTo>
                    <a:pt x="48594" y="150374"/>
                  </a:lnTo>
                  <a:lnTo>
                    <a:pt x="50212" y="147922"/>
                  </a:lnTo>
                  <a:lnTo>
                    <a:pt x="50541" y="147423"/>
                  </a:lnTo>
                  <a:lnTo>
                    <a:pt x="51291" y="146287"/>
                  </a:lnTo>
                  <a:lnTo>
                    <a:pt x="44769" y="141714"/>
                  </a:lnTo>
                  <a:lnTo>
                    <a:pt x="44106" y="141249"/>
                  </a:lnTo>
                  <a:lnTo>
                    <a:pt x="43732" y="140987"/>
                  </a:lnTo>
                  <a:lnTo>
                    <a:pt x="43475" y="140841"/>
                  </a:lnTo>
                  <a:lnTo>
                    <a:pt x="48391" y="132232"/>
                  </a:lnTo>
                  <a:lnTo>
                    <a:pt x="48747" y="131608"/>
                  </a:lnTo>
                  <a:lnTo>
                    <a:pt x="50081" y="129524"/>
                  </a:lnTo>
                  <a:lnTo>
                    <a:pt x="52339" y="125996"/>
                  </a:lnTo>
                  <a:lnTo>
                    <a:pt x="55890" y="120449"/>
                  </a:lnTo>
                  <a:lnTo>
                    <a:pt x="54690" y="119707"/>
                  </a:lnTo>
                  <a:lnTo>
                    <a:pt x="53785" y="119147"/>
                  </a:lnTo>
                  <a:lnTo>
                    <a:pt x="53591" y="119027"/>
                  </a:lnTo>
                  <a:lnTo>
                    <a:pt x="54455" y="118716"/>
                  </a:lnTo>
                  <a:lnTo>
                    <a:pt x="52271" y="114419"/>
                  </a:lnTo>
                  <a:lnTo>
                    <a:pt x="51768" y="113429"/>
                  </a:lnTo>
                  <a:lnTo>
                    <a:pt x="51432" y="112769"/>
                  </a:lnTo>
                  <a:lnTo>
                    <a:pt x="50519" y="110973"/>
                  </a:lnTo>
                  <a:lnTo>
                    <a:pt x="49648" y="109258"/>
                  </a:lnTo>
                  <a:lnTo>
                    <a:pt x="49553" y="109072"/>
                  </a:lnTo>
                  <a:lnTo>
                    <a:pt x="48510" y="107020"/>
                  </a:lnTo>
                  <a:lnTo>
                    <a:pt x="49534" y="106297"/>
                  </a:lnTo>
                  <a:lnTo>
                    <a:pt x="50833" y="105379"/>
                  </a:lnTo>
                  <a:lnTo>
                    <a:pt x="51305" y="105046"/>
                  </a:lnTo>
                  <a:lnTo>
                    <a:pt x="51790" y="104703"/>
                  </a:lnTo>
                  <a:lnTo>
                    <a:pt x="52022" y="104540"/>
                  </a:lnTo>
                  <a:lnTo>
                    <a:pt x="52584" y="104143"/>
                  </a:lnTo>
                  <a:lnTo>
                    <a:pt x="52861" y="103968"/>
                  </a:lnTo>
                  <a:lnTo>
                    <a:pt x="54781" y="102756"/>
                  </a:lnTo>
                  <a:lnTo>
                    <a:pt x="55011" y="103171"/>
                  </a:lnTo>
                  <a:lnTo>
                    <a:pt x="57201" y="107117"/>
                  </a:lnTo>
                  <a:lnTo>
                    <a:pt x="57331" y="107350"/>
                  </a:lnTo>
                  <a:lnTo>
                    <a:pt x="57937" y="108443"/>
                  </a:lnTo>
                  <a:lnTo>
                    <a:pt x="60422" y="106966"/>
                  </a:lnTo>
                  <a:lnTo>
                    <a:pt x="60754" y="106773"/>
                  </a:lnTo>
                  <a:lnTo>
                    <a:pt x="60527" y="106383"/>
                  </a:lnTo>
                  <a:lnTo>
                    <a:pt x="59405" y="104456"/>
                  </a:lnTo>
                  <a:lnTo>
                    <a:pt x="58931" y="103642"/>
                  </a:lnTo>
                  <a:lnTo>
                    <a:pt x="59721" y="102610"/>
                  </a:lnTo>
                  <a:lnTo>
                    <a:pt x="60226" y="101727"/>
                  </a:lnTo>
                  <a:lnTo>
                    <a:pt x="60431" y="101369"/>
                  </a:lnTo>
                  <a:lnTo>
                    <a:pt x="60944" y="100474"/>
                  </a:lnTo>
                  <a:lnTo>
                    <a:pt x="61730" y="99385"/>
                  </a:lnTo>
                  <a:lnTo>
                    <a:pt x="62486" y="98338"/>
                  </a:lnTo>
                  <a:lnTo>
                    <a:pt x="63242" y="97291"/>
                  </a:lnTo>
                  <a:lnTo>
                    <a:pt x="63471" y="96973"/>
                  </a:lnTo>
                  <a:lnTo>
                    <a:pt x="63653" y="96722"/>
                  </a:lnTo>
                  <a:lnTo>
                    <a:pt x="61617" y="95788"/>
                  </a:lnTo>
                  <a:lnTo>
                    <a:pt x="58721" y="95139"/>
                  </a:lnTo>
                  <a:lnTo>
                    <a:pt x="57448" y="94508"/>
                  </a:lnTo>
                  <a:lnTo>
                    <a:pt x="56783" y="94324"/>
                  </a:lnTo>
                  <a:lnTo>
                    <a:pt x="53070" y="93607"/>
                  </a:lnTo>
                  <a:lnTo>
                    <a:pt x="52543" y="93506"/>
                  </a:lnTo>
                  <a:lnTo>
                    <a:pt x="53023" y="92785"/>
                  </a:lnTo>
                  <a:lnTo>
                    <a:pt x="53509" y="92052"/>
                  </a:lnTo>
                  <a:lnTo>
                    <a:pt x="53825" y="91577"/>
                  </a:lnTo>
                  <a:lnTo>
                    <a:pt x="54621" y="90380"/>
                  </a:lnTo>
                  <a:lnTo>
                    <a:pt x="54801" y="90109"/>
                  </a:lnTo>
                  <a:lnTo>
                    <a:pt x="54992" y="89821"/>
                  </a:lnTo>
                  <a:lnTo>
                    <a:pt x="55760" y="88666"/>
                  </a:lnTo>
                  <a:lnTo>
                    <a:pt x="55713" y="88099"/>
                  </a:lnTo>
                  <a:lnTo>
                    <a:pt x="55694" y="87865"/>
                  </a:lnTo>
                  <a:lnTo>
                    <a:pt x="55648" y="87299"/>
                  </a:lnTo>
                  <a:lnTo>
                    <a:pt x="56614" y="83770"/>
                  </a:lnTo>
                  <a:lnTo>
                    <a:pt x="57277" y="81346"/>
                  </a:lnTo>
                  <a:lnTo>
                    <a:pt x="57524" y="80444"/>
                  </a:lnTo>
                  <a:lnTo>
                    <a:pt x="57620" y="80093"/>
                  </a:lnTo>
                  <a:lnTo>
                    <a:pt x="57697" y="79809"/>
                  </a:lnTo>
                  <a:lnTo>
                    <a:pt x="57892" y="78261"/>
                  </a:lnTo>
                  <a:lnTo>
                    <a:pt x="58022" y="77232"/>
                  </a:lnTo>
                  <a:lnTo>
                    <a:pt x="57459" y="75155"/>
                  </a:lnTo>
                  <a:lnTo>
                    <a:pt x="57593" y="75088"/>
                  </a:lnTo>
                  <a:lnTo>
                    <a:pt x="58199" y="74787"/>
                  </a:lnTo>
                  <a:lnTo>
                    <a:pt x="61157" y="73428"/>
                  </a:lnTo>
                  <a:lnTo>
                    <a:pt x="61591" y="73229"/>
                  </a:lnTo>
                  <a:lnTo>
                    <a:pt x="62207" y="72946"/>
                  </a:lnTo>
                  <a:lnTo>
                    <a:pt x="62691" y="72724"/>
                  </a:lnTo>
                  <a:lnTo>
                    <a:pt x="63165" y="71486"/>
                  </a:lnTo>
                  <a:lnTo>
                    <a:pt x="63026" y="71152"/>
                  </a:lnTo>
                  <a:lnTo>
                    <a:pt x="63971" y="70811"/>
                  </a:lnTo>
                  <a:lnTo>
                    <a:pt x="65205" y="70365"/>
                  </a:lnTo>
                  <a:lnTo>
                    <a:pt x="69234" y="68561"/>
                  </a:lnTo>
                  <a:lnTo>
                    <a:pt x="69763" y="68272"/>
                  </a:lnTo>
                  <a:lnTo>
                    <a:pt x="70974" y="67609"/>
                  </a:lnTo>
                  <a:lnTo>
                    <a:pt x="73710" y="66153"/>
                  </a:lnTo>
                  <a:lnTo>
                    <a:pt x="74231" y="66082"/>
                  </a:lnTo>
                  <a:lnTo>
                    <a:pt x="74368" y="66063"/>
                  </a:lnTo>
                  <a:lnTo>
                    <a:pt x="75206" y="65949"/>
                  </a:lnTo>
                  <a:lnTo>
                    <a:pt x="76388" y="66095"/>
                  </a:lnTo>
                  <a:lnTo>
                    <a:pt x="78430" y="65836"/>
                  </a:lnTo>
                  <a:lnTo>
                    <a:pt x="78860" y="65461"/>
                  </a:lnTo>
                  <a:lnTo>
                    <a:pt x="79096" y="65255"/>
                  </a:lnTo>
                  <a:lnTo>
                    <a:pt x="79773" y="64665"/>
                  </a:lnTo>
                  <a:lnTo>
                    <a:pt x="80150" y="64336"/>
                  </a:lnTo>
                  <a:lnTo>
                    <a:pt x="80468" y="63985"/>
                  </a:lnTo>
                  <a:lnTo>
                    <a:pt x="80607" y="63103"/>
                  </a:lnTo>
                  <a:lnTo>
                    <a:pt x="80017" y="62274"/>
                  </a:lnTo>
                  <a:lnTo>
                    <a:pt x="79848" y="62035"/>
                  </a:lnTo>
                  <a:lnTo>
                    <a:pt x="79639" y="61902"/>
                  </a:lnTo>
                  <a:lnTo>
                    <a:pt x="79358" y="61721"/>
                  </a:lnTo>
                  <a:lnTo>
                    <a:pt x="78503" y="61284"/>
                  </a:lnTo>
                  <a:lnTo>
                    <a:pt x="77066" y="61253"/>
                  </a:lnTo>
                  <a:lnTo>
                    <a:pt x="76143" y="61428"/>
                  </a:lnTo>
                  <a:lnTo>
                    <a:pt x="70178" y="61231"/>
                  </a:lnTo>
                  <a:lnTo>
                    <a:pt x="68839" y="61187"/>
                  </a:lnTo>
                  <a:lnTo>
                    <a:pt x="67856" y="61154"/>
                  </a:lnTo>
                  <a:lnTo>
                    <a:pt x="67493" y="61142"/>
                  </a:lnTo>
                  <a:lnTo>
                    <a:pt x="66780" y="60265"/>
                  </a:lnTo>
                  <a:lnTo>
                    <a:pt x="64832" y="57868"/>
                  </a:lnTo>
                  <a:lnTo>
                    <a:pt x="64343" y="57266"/>
                  </a:lnTo>
                  <a:lnTo>
                    <a:pt x="63695" y="57054"/>
                  </a:lnTo>
                  <a:lnTo>
                    <a:pt x="63413" y="56986"/>
                  </a:lnTo>
                  <a:lnTo>
                    <a:pt x="62287" y="56718"/>
                  </a:lnTo>
                  <a:lnTo>
                    <a:pt x="60466" y="56283"/>
                  </a:lnTo>
                  <a:lnTo>
                    <a:pt x="59756" y="56111"/>
                  </a:lnTo>
                  <a:lnTo>
                    <a:pt x="59548" y="56050"/>
                  </a:lnTo>
                  <a:lnTo>
                    <a:pt x="57674" y="55492"/>
                  </a:lnTo>
                  <a:lnTo>
                    <a:pt x="54604" y="54578"/>
                  </a:lnTo>
                  <a:lnTo>
                    <a:pt x="54247" y="54226"/>
                  </a:lnTo>
                  <a:lnTo>
                    <a:pt x="53122" y="53121"/>
                  </a:lnTo>
                  <a:lnTo>
                    <a:pt x="52131" y="52404"/>
                  </a:lnTo>
                  <a:lnTo>
                    <a:pt x="51741" y="52122"/>
                  </a:lnTo>
                  <a:lnTo>
                    <a:pt x="51265" y="51984"/>
                  </a:lnTo>
                  <a:lnTo>
                    <a:pt x="50571" y="51783"/>
                  </a:lnTo>
                  <a:lnTo>
                    <a:pt x="49218" y="51391"/>
                  </a:lnTo>
                  <a:lnTo>
                    <a:pt x="48918" y="51268"/>
                  </a:lnTo>
                  <a:lnTo>
                    <a:pt x="45759" y="49041"/>
                  </a:lnTo>
                  <a:lnTo>
                    <a:pt x="43498" y="47973"/>
                  </a:lnTo>
                  <a:lnTo>
                    <a:pt x="43250" y="48348"/>
                  </a:lnTo>
                  <a:lnTo>
                    <a:pt x="42121" y="50060"/>
                  </a:lnTo>
                  <a:lnTo>
                    <a:pt x="37296" y="46869"/>
                  </a:lnTo>
                  <a:lnTo>
                    <a:pt x="37639" y="45985"/>
                  </a:lnTo>
                  <a:lnTo>
                    <a:pt x="37442" y="45850"/>
                  </a:lnTo>
                  <a:lnTo>
                    <a:pt x="33702" y="43282"/>
                  </a:lnTo>
                  <a:lnTo>
                    <a:pt x="32977" y="44077"/>
                  </a:lnTo>
                  <a:lnTo>
                    <a:pt x="32099" y="43239"/>
                  </a:lnTo>
                  <a:lnTo>
                    <a:pt x="30214" y="42167"/>
                  </a:lnTo>
                  <a:lnTo>
                    <a:pt x="27904" y="41421"/>
                  </a:lnTo>
                  <a:lnTo>
                    <a:pt x="16503" y="40700"/>
                  </a:lnTo>
                  <a:lnTo>
                    <a:pt x="15143" y="40614"/>
                  </a:lnTo>
                  <a:lnTo>
                    <a:pt x="14837" y="40595"/>
                  </a:lnTo>
                  <a:lnTo>
                    <a:pt x="8213" y="37875"/>
                  </a:lnTo>
                  <a:lnTo>
                    <a:pt x="1154" y="34976"/>
                  </a:lnTo>
                  <a:lnTo>
                    <a:pt x="7" y="34505"/>
                  </a:lnTo>
                  <a:lnTo>
                    <a:pt x="5" y="33829"/>
                  </a:lnTo>
                  <a:lnTo>
                    <a:pt x="5" y="33573"/>
                  </a:lnTo>
                  <a:lnTo>
                    <a:pt x="0" y="31192"/>
                  </a:lnTo>
                  <a:lnTo>
                    <a:pt x="159" y="30969"/>
                  </a:lnTo>
                  <a:lnTo>
                    <a:pt x="468" y="30533"/>
                  </a:lnTo>
                  <a:lnTo>
                    <a:pt x="2670" y="27472"/>
                  </a:lnTo>
                  <a:lnTo>
                    <a:pt x="2906" y="27195"/>
                  </a:lnTo>
                  <a:lnTo>
                    <a:pt x="7214" y="28934"/>
                  </a:lnTo>
                  <a:lnTo>
                    <a:pt x="16637" y="32737"/>
                  </a:lnTo>
                  <a:lnTo>
                    <a:pt x="17071" y="32912"/>
                  </a:lnTo>
                  <a:lnTo>
                    <a:pt x="18256" y="32322"/>
                  </a:lnTo>
                  <a:lnTo>
                    <a:pt x="29020" y="32944"/>
                  </a:lnTo>
                  <a:lnTo>
                    <a:pt x="34987" y="33290"/>
                  </a:lnTo>
                  <a:lnTo>
                    <a:pt x="35890" y="28843"/>
                  </a:lnTo>
                  <a:lnTo>
                    <a:pt x="36508" y="25801"/>
                  </a:lnTo>
                  <a:lnTo>
                    <a:pt x="38503" y="26141"/>
                  </a:lnTo>
                  <a:lnTo>
                    <a:pt x="37957" y="29333"/>
                  </a:lnTo>
                  <a:lnTo>
                    <a:pt x="37220" y="33641"/>
                  </a:lnTo>
                  <a:lnTo>
                    <a:pt x="44462" y="34408"/>
                  </a:lnTo>
                  <a:lnTo>
                    <a:pt x="45195" y="34486"/>
                  </a:lnTo>
                  <a:lnTo>
                    <a:pt x="45698" y="34539"/>
                  </a:lnTo>
                  <a:lnTo>
                    <a:pt x="48209" y="34964"/>
                  </a:lnTo>
                  <a:lnTo>
                    <a:pt x="48389" y="34994"/>
                  </a:lnTo>
                  <a:lnTo>
                    <a:pt x="48716" y="35044"/>
                  </a:lnTo>
                  <a:lnTo>
                    <a:pt x="49065" y="35035"/>
                  </a:lnTo>
                  <a:lnTo>
                    <a:pt x="50519" y="34996"/>
                  </a:lnTo>
                  <a:lnTo>
                    <a:pt x="54955" y="35293"/>
                  </a:lnTo>
                  <a:lnTo>
                    <a:pt x="60060" y="35635"/>
                  </a:lnTo>
                  <a:lnTo>
                    <a:pt x="60387" y="35653"/>
                  </a:lnTo>
                  <a:lnTo>
                    <a:pt x="62352" y="35698"/>
                  </a:lnTo>
                  <a:lnTo>
                    <a:pt x="65354" y="35766"/>
                  </a:lnTo>
                  <a:lnTo>
                    <a:pt x="70539" y="35885"/>
                  </a:lnTo>
                  <a:lnTo>
                    <a:pt x="74969" y="36030"/>
                  </a:lnTo>
                  <a:lnTo>
                    <a:pt x="75668" y="36281"/>
                  </a:lnTo>
                  <a:lnTo>
                    <a:pt x="76508" y="36583"/>
                  </a:lnTo>
                  <a:lnTo>
                    <a:pt x="78802" y="37180"/>
                  </a:lnTo>
                  <a:lnTo>
                    <a:pt x="80500" y="36313"/>
                  </a:lnTo>
                  <a:lnTo>
                    <a:pt x="81680" y="35709"/>
                  </a:lnTo>
                  <a:lnTo>
                    <a:pt x="85324" y="33363"/>
                  </a:lnTo>
                  <a:lnTo>
                    <a:pt x="86340" y="32709"/>
                  </a:lnTo>
                  <a:lnTo>
                    <a:pt x="87716" y="21694"/>
                  </a:lnTo>
                  <a:lnTo>
                    <a:pt x="87473" y="20296"/>
                  </a:lnTo>
                  <a:lnTo>
                    <a:pt x="83579" y="16819"/>
                  </a:lnTo>
                  <a:lnTo>
                    <a:pt x="82908" y="14758"/>
                  </a:lnTo>
                  <a:lnTo>
                    <a:pt x="62163" y="1905"/>
                  </a:lnTo>
                  <a:lnTo>
                    <a:pt x="62645" y="1857"/>
                  </a:lnTo>
                  <a:lnTo>
                    <a:pt x="64484" y="1675"/>
                  </a:lnTo>
                  <a:lnTo>
                    <a:pt x="66151" y="210"/>
                  </a:lnTo>
                  <a:lnTo>
                    <a:pt x="69219" y="0"/>
                  </a:lnTo>
                  <a:lnTo>
                    <a:pt x="71048" y="315"/>
                  </a:lnTo>
                  <a:lnTo>
                    <a:pt x="73589" y="1068"/>
                  </a:lnTo>
                  <a:lnTo>
                    <a:pt x="74728" y="1602"/>
                  </a:lnTo>
                  <a:lnTo>
                    <a:pt x="77056" y="3665"/>
                  </a:lnTo>
                  <a:lnTo>
                    <a:pt x="81639" y="6359"/>
                  </a:lnTo>
                  <a:lnTo>
                    <a:pt x="85296" y="8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86129" y="2682884"/>
              <a:ext cx="231866" cy="216227"/>
            </a:xfrm>
            <a:custGeom>
              <a:avLst/>
              <a:pathLst>
                <a:path w="231866" h="216227">
                  <a:moveTo>
                    <a:pt x="11930" y="21282"/>
                  </a:moveTo>
                  <a:lnTo>
                    <a:pt x="13516" y="21709"/>
                  </a:lnTo>
                  <a:lnTo>
                    <a:pt x="16566" y="19729"/>
                  </a:lnTo>
                  <a:lnTo>
                    <a:pt x="21961" y="21438"/>
                  </a:lnTo>
                  <a:lnTo>
                    <a:pt x="23177" y="29361"/>
                  </a:lnTo>
                  <a:lnTo>
                    <a:pt x="24562" y="29488"/>
                  </a:lnTo>
                  <a:lnTo>
                    <a:pt x="45390" y="31396"/>
                  </a:lnTo>
                  <a:lnTo>
                    <a:pt x="45580" y="34891"/>
                  </a:lnTo>
                  <a:lnTo>
                    <a:pt x="53479" y="36452"/>
                  </a:lnTo>
                  <a:lnTo>
                    <a:pt x="59278" y="40876"/>
                  </a:lnTo>
                  <a:lnTo>
                    <a:pt x="57297" y="51032"/>
                  </a:lnTo>
                  <a:lnTo>
                    <a:pt x="63406" y="51512"/>
                  </a:lnTo>
                  <a:lnTo>
                    <a:pt x="67176" y="51809"/>
                  </a:lnTo>
                  <a:lnTo>
                    <a:pt x="69715" y="62404"/>
                  </a:lnTo>
                  <a:lnTo>
                    <a:pt x="72674" y="63174"/>
                  </a:lnTo>
                  <a:lnTo>
                    <a:pt x="72605" y="66536"/>
                  </a:lnTo>
                  <a:lnTo>
                    <a:pt x="72373" y="77857"/>
                  </a:lnTo>
                  <a:lnTo>
                    <a:pt x="81106" y="90817"/>
                  </a:lnTo>
                  <a:lnTo>
                    <a:pt x="94114" y="80742"/>
                  </a:lnTo>
                  <a:lnTo>
                    <a:pt x="110167" y="73654"/>
                  </a:lnTo>
                  <a:lnTo>
                    <a:pt x="116342" y="80645"/>
                  </a:lnTo>
                  <a:lnTo>
                    <a:pt x="128880" y="75693"/>
                  </a:lnTo>
                  <a:lnTo>
                    <a:pt x="132556" y="81817"/>
                  </a:lnTo>
                  <a:lnTo>
                    <a:pt x="123149" y="87351"/>
                  </a:lnTo>
                  <a:lnTo>
                    <a:pt x="124478" y="90846"/>
                  </a:lnTo>
                  <a:lnTo>
                    <a:pt x="121724" y="103760"/>
                  </a:lnTo>
                  <a:lnTo>
                    <a:pt x="127993" y="116867"/>
                  </a:lnTo>
                  <a:lnTo>
                    <a:pt x="138062" y="119101"/>
                  </a:lnTo>
                  <a:lnTo>
                    <a:pt x="143055" y="116109"/>
                  </a:lnTo>
                  <a:lnTo>
                    <a:pt x="143571" y="115799"/>
                  </a:lnTo>
                  <a:lnTo>
                    <a:pt x="157060" y="132111"/>
                  </a:lnTo>
                  <a:lnTo>
                    <a:pt x="164469" y="157161"/>
                  </a:lnTo>
                  <a:lnTo>
                    <a:pt x="169173" y="157181"/>
                  </a:lnTo>
                  <a:lnTo>
                    <a:pt x="172689" y="151291"/>
                  </a:lnTo>
                  <a:lnTo>
                    <a:pt x="178958" y="153815"/>
                  </a:lnTo>
                  <a:lnTo>
                    <a:pt x="186171" y="153015"/>
                  </a:lnTo>
                  <a:lnTo>
                    <a:pt x="187457" y="143860"/>
                  </a:lnTo>
                  <a:lnTo>
                    <a:pt x="183007" y="139260"/>
                  </a:lnTo>
                  <a:lnTo>
                    <a:pt x="182554" y="137621"/>
                  </a:lnTo>
                  <a:lnTo>
                    <a:pt x="182355" y="136903"/>
                  </a:lnTo>
                  <a:lnTo>
                    <a:pt x="181345" y="133252"/>
                  </a:lnTo>
                  <a:lnTo>
                    <a:pt x="182667" y="130410"/>
                  </a:lnTo>
                  <a:lnTo>
                    <a:pt x="185130" y="131265"/>
                  </a:lnTo>
                  <a:lnTo>
                    <a:pt x="197629" y="135589"/>
                  </a:lnTo>
                  <a:lnTo>
                    <a:pt x="205315" y="135686"/>
                  </a:lnTo>
                  <a:lnTo>
                    <a:pt x="210780" y="139249"/>
                  </a:lnTo>
                  <a:lnTo>
                    <a:pt x="211258" y="139560"/>
                  </a:lnTo>
                  <a:lnTo>
                    <a:pt x="217165" y="143411"/>
                  </a:lnTo>
                  <a:lnTo>
                    <a:pt x="217378" y="143550"/>
                  </a:lnTo>
                  <a:lnTo>
                    <a:pt x="223427" y="147585"/>
                  </a:lnTo>
                  <a:lnTo>
                    <a:pt x="223600" y="147701"/>
                  </a:lnTo>
                  <a:lnTo>
                    <a:pt x="229555" y="152257"/>
                  </a:lnTo>
                  <a:lnTo>
                    <a:pt x="229700" y="152368"/>
                  </a:lnTo>
                  <a:lnTo>
                    <a:pt x="224002" y="161247"/>
                  </a:lnTo>
                  <a:lnTo>
                    <a:pt x="219868" y="167689"/>
                  </a:lnTo>
                  <a:lnTo>
                    <a:pt x="217902" y="176195"/>
                  </a:lnTo>
                  <a:lnTo>
                    <a:pt x="216277" y="182022"/>
                  </a:lnTo>
                  <a:lnTo>
                    <a:pt x="216164" y="182428"/>
                  </a:lnTo>
                  <a:lnTo>
                    <a:pt x="215887" y="182582"/>
                  </a:lnTo>
                  <a:lnTo>
                    <a:pt x="215110" y="183015"/>
                  </a:lnTo>
                  <a:lnTo>
                    <a:pt x="213947" y="183201"/>
                  </a:lnTo>
                  <a:lnTo>
                    <a:pt x="210993" y="188626"/>
                  </a:lnTo>
                  <a:lnTo>
                    <a:pt x="212714" y="189828"/>
                  </a:lnTo>
                  <a:lnTo>
                    <a:pt x="228584" y="200914"/>
                  </a:lnTo>
                  <a:lnTo>
                    <a:pt x="231866" y="203206"/>
                  </a:lnTo>
                  <a:lnTo>
                    <a:pt x="229896" y="204481"/>
                  </a:lnTo>
                  <a:lnTo>
                    <a:pt x="226018" y="206991"/>
                  </a:lnTo>
                  <a:lnTo>
                    <a:pt x="217343" y="212607"/>
                  </a:lnTo>
                  <a:lnTo>
                    <a:pt x="215267" y="213951"/>
                  </a:lnTo>
                  <a:lnTo>
                    <a:pt x="212100" y="216001"/>
                  </a:lnTo>
                  <a:lnTo>
                    <a:pt x="211750" y="216227"/>
                  </a:lnTo>
                  <a:lnTo>
                    <a:pt x="195991" y="214072"/>
                  </a:lnTo>
                  <a:lnTo>
                    <a:pt x="191253" y="213611"/>
                  </a:lnTo>
                  <a:lnTo>
                    <a:pt x="189038" y="213396"/>
                  </a:lnTo>
                  <a:lnTo>
                    <a:pt x="181914" y="212703"/>
                  </a:lnTo>
                  <a:lnTo>
                    <a:pt x="178663" y="212200"/>
                  </a:lnTo>
                  <a:lnTo>
                    <a:pt x="175760" y="211751"/>
                  </a:lnTo>
                  <a:lnTo>
                    <a:pt x="163277" y="209819"/>
                  </a:lnTo>
                  <a:lnTo>
                    <a:pt x="161184" y="207990"/>
                  </a:lnTo>
                  <a:lnTo>
                    <a:pt x="160588" y="207469"/>
                  </a:lnTo>
                  <a:lnTo>
                    <a:pt x="157316" y="206692"/>
                  </a:lnTo>
                  <a:lnTo>
                    <a:pt x="155298" y="206213"/>
                  </a:lnTo>
                  <a:lnTo>
                    <a:pt x="147091" y="204263"/>
                  </a:lnTo>
                  <a:lnTo>
                    <a:pt x="144649" y="203683"/>
                  </a:lnTo>
                  <a:lnTo>
                    <a:pt x="144199" y="203682"/>
                  </a:lnTo>
                  <a:lnTo>
                    <a:pt x="141804" y="203677"/>
                  </a:lnTo>
                  <a:lnTo>
                    <a:pt x="138218" y="203670"/>
                  </a:lnTo>
                  <a:lnTo>
                    <a:pt x="131878" y="205418"/>
                  </a:lnTo>
                  <a:lnTo>
                    <a:pt x="128705" y="207382"/>
                  </a:lnTo>
                  <a:lnTo>
                    <a:pt x="128571" y="206322"/>
                  </a:lnTo>
                  <a:lnTo>
                    <a:pt x="127295" y="196201"/>
                  </a:lnTo>
                  <a:lnTo>
                    <a:pt x="127148" y="195030"/>
                  </a:lnTo>
                  <a:lnTo>
                    <a:pt x="123844" y="195102"/>
                  </a:lnTo>
                  <a:lnTo>
                    <a:pt x="123828" y="194862"/>
                  </a:lnTo>
                  <a:lnTo>
                    <a:pt x="123413" y="188601"/>
                  </a:lnTo>
                  <a:lnTo>
                    <a:pt x="123014" y="184118"/>
                  </a:lnTo>
                  <a:lnTo>
                    <a:pt x="122865" y="182445"/>
                  </a:lnTo>
                  <a:lnTo>
                    <a:pt x="114221" y="182311"/>
                  </a:lnTo>
                  <a:lnTo>
                    <a:pt x="114018" y="176579"/>
                  </a:lnTo>
                  <a:lnTo>
                    <a:pt x="113822" y="171016"/>
                  </a:lnTo>
                  <a:lnTo>
                    <a:pt x="113423" y="171001"/>
                  </a:lnTo>
                  <a:lnTo>
                    <a:pt x="112615" y="170972"/>
                  </a:lnTo>
                  <a:lnTo>
                    <a:pt x="108653" y="170826"/>
                  </a:lnTo>
                  <a:lnTo>
                    <a:pt x="104599" y="171225"/>
                  </a:lnTo>
                  <a:lnTo>
                    <a:pt x="104418" y="171244"/>
                  </a:lnTo>
                  <a:lnTo>
                    <a:pt x="95563" y="172164"/>
                  </a:lnTo>
                  <a:lnTo>
                    <a:pt x="86362" y="173027"/>
                  </a:lnTo>
                  <a:lnTo>
                    <a:pt x="77146" y="173965"/>
                  </a:lnTo>
                  <a:lnTo>
                    <a:pt x="68016" y="175028"/>
                  </a:lnTo>
                  <a:lnTo>
                    <a:pt x="69492" y="185547"/>
                  </a:lnTo>
                  <a:lnTo>
                    <a:pt x="69572" y="186119"/>
                  </a:lnTo>
                  <a:lnTo>
                    <a:pt x="65958" y="186168"/>
                  </a:lnTo>
                  <a:lnTo>
                    <a:pt x="65570" y="186174"/>
                  </a:lnTo>
                  <a:lnTo>
                    <a:pt x="64857" y="184753"/>
                  </a:lnTo>
                  <a:lnTo>
                    <a:pt x="61951" y="178965"/>
                  </a:lnTo>
                  <a:lnTo>
                    <a:pt x="61152" y="177605"/>
                  </a:lnTo>
                  <a:lnTo>
                    <a:pt x="60895" y="177384"/>
                  </a:lnTo>
                  <a:lnTo>
                    <a:pt x="60582" y="177114"/>
                  </a:lnTo>
                  <a:lnTo>
                    <a:pt x="60103" y="176700"/>
                  </a:lnTo>
                  <a:lnTo>
                    <a:pt x="56012" y="173173"/>
                  </a:lnTo>
                  <a:lnTo>
                    <a:pt x="43800" y="165250"/>
                  </a:lnTo>
                  <a:lnTo>
                    <a:pt x="43621" y="164722"/>
                  </a:lnTo>
                  <a:lnTo>
                    <a:pt x="43323" y="163846"/>
                  </a:lnTo>
                  <a:lnTo>
                    <a:pt x="43165" y="163380"/>
                  </a:lnTo>
                  <a:lnTo>
                    <a:pt x="34088" y="133906"/>
                  </a:lnTo>
                  <a:lnTo>
                    <a:pt x="32666" y="133017"/>
                  </a:lnTo>
                  <a:lnTo>
                    <a:pt x="31048" y="132003"/>
                  </a:lnTo>
                  <a:lnTo>
                    <a:pt x="29756" y="132110"/>
                  </a:lnTo>
                  <a:lnTo>
                    <a:pt x="27692" y="132281"/>
                  </a:lnTo>
                  <a:lnTo>
                    <a:pt x="23702" y="134131"/>
                  </a:lnTo>
                  <a:lnTo>
                    <a:pt x="21273" y="136782"/>
                  </a:lnTo>
                  <a:lnTo>
                    <a:pt x="21045" y="136825"/>
                  </a:lnTo>
                  <a:lnTo>
                    <a:pt x="21065" y="136505"/>
                  </a:lnTo>
                  <a:lnTo>
                    <a:pt x="21088" y="136145"/>
                  </a:lnTo>
                  <a:lnTo>
                    <a:pt x="21106" y="135866"/>
                  </a:lnTo>
                  <a:lnTo>
                    <a:pt x="21124" y="135595"/>
                  </a:lnTo>
                  <a:lnTo>
                    <a:pt x="21138" y="135376"/>
                  </a:lnTo>
                  <a:lnTo>
                    <a:pt x="21145" y="135168"/>
                  </a:lnTo>
                  <a:lnTo>
                    <a:pt x="21154" y="134914"/>
                  </a:lnTo>
                  <a:lnTo>
                    <a:pt x="21162" y="134709"/>
                  </a:lnTo>
                  <a:lnTo>
                    <a:pt x="21168" y="134529"/>
                  </a:lnTo>
                  <a:lnTo>
                    <a:pt x="21173" y="134388"/>
                  </a:lnTo>
                  <a:lnTo>
                    <a:pt x="21338" y="133828"/>
                  </a:lnTo>
                  <a:lnTo>
                    <a:pt x="21424" y="133688"/>
                  </a:lnTo>
                  <a:lnTo>
                    <a:pt x="21620" y="133369"/>
                  </a:lnTo>
                  <a:lnTo>
                    <a:pt x="22001" y="132720"/>
                  </a:lnTo>
                  <a:lnTo>
                    <a:pt x="22074" y="132565"/>
                  </a:lnTo>
                  <a:lnTo>
                    <a:pt x="22279" y="132132"/>
                  </a:lnTo>
                  <a:lnTo>
                    <a:pt x="22480" y="131708"/>
                  </a:lnTo>
                  <a:lnTo>
                    <a:pt x="22618" y="131417"/>
                  </a:lnTo>
                  <a:lnTo>
                    <a:pt x="22716" y="131211"/>
                  </a:lnTo>
                  <a:lnTo>
                    <a:pt x="22950" y="130716"/>
                  </a:lnTo>
                  <a:lnTo>
                    <a:pt x="23149" y="130296"/>
                  </a:lnTo>
                  <a:lnTo>
                    <a:pt x="23233" y="130119"/>
                  </a:lnTo>
                  <a:lnTo>
                    <a:pt x="23316" y="129943"/>
                  </a:lnTo>
                  <a:lnTo>
                    <a:pt x="23443" y="129677"/>
                  </a:lnTo>
                  <a:lnTo>
                    <a:pt x="23529" y="129495"/>
                  </a:lnTo>
                  <a:lnTo>
                    <a:pt x="23783" y="128938"/>
                  </a:lnTo>
                  <a:lnTo>
                    <a:pt x="24014" y="128386"/>
                  </a:lnTo>
                  <a:lnTo>
                    <a:pt x="24069" y="128256"/>
                  </a:lnTo>
                  <a:lnTo>
                    <a:pt x="24130" y="128108"/>
                  </a:lnTo>
                  <a:lnTo>
                    <a:pt x="24340" y="127608"/>
                  </a:lnTo>
                  <a:lnTo>
                    <a:pt x="24447" y="127352"/>
                  </a:lnTo>
                  <a:lnTo>
                    <a:pt x="24549" y="127108"/>
                  </a:lnTo>
                  <a:lnTo>
                    <a:pt x="25605" y="124585"/>
                  </a:lnTo>
                  <a:lnTo>
                    <a:pt x="25852" y="123994"/>
                  </a:lnTo>
                  <a:lnTo>
                    <a:pt x="26036" y="123547"/>
                  </a:lnTo>
                  <a:lnTo>
                    <a:pt x="26123" y="123319"/>
                  </a:lnTo>
                  <a:lnTo>
                    <a:pt x="26434" y="122506"/>
                  </a:lnTo>
                  <a:lnTo>
                    <a:pt x="26531" y="122254"/>
                  </a:lnTo>
                  <a:lnTo>
                    <a:pt x="26696" y="121824"/>
                  </a:lnTo>
                  <a:lnTo>
                    <a:pt x="26750" y="121682"/>
                  </a:lnTo>
                  <a:lnTo>
                    <a:pt x="26929" y="121214"/>
                  </a:lnTo>
                  <a:lnTo>
                    <a:pt x="26996" y="121041"/>
                  </a:lnTo>
                  <a:lnTo>
                    <a:pt x="27220" y="120456"/>
                  </a:lnTo>
                  <a:lnTo>
                    <a:pt x="27663" y="119372"/>
                  </a:lnTo>
                  <a:lnTo>
                    <a:pt x="27762" y="119205"/>
                  </a:lnTo>
                  <a:lnTo>
                    <a:pt x="27887" y="118997"/>
                  </a:lnTo>
                  <a:lnTo>
                    <a:pt x="27976" y="118848"/>
                  </a:lnTo>
                  <a:lnTo>
                    <a:pt x="28159" y="118543"/>
                  </a:lnTo>
                  <a:lnTo>
                    <a:pt x="28500" y="117973"/>
                  </a:lnTo>
                  <a:lnTo>
                    <a:pt x="28703" y="117633"/>
                  </a:lnTo>
                  <a:lnTo>
                    <a:pt x="28925" y="117262"/>
                  </a:lnTo>
                  <a:lnTo>
                    <a:pt x="29136" y="116909"/>
                  </a:lnTo>
                  <a:lnTo>
                    <a:pt x="29238" y="116738"/>
                  </a:lnTo>
                  <a:lnTo>
                    <a:pt x="29373" y="116514"/>
                  </a:lnTo>
                  <a:lnTo>
                    <a:pt x="29521" y="116265"/>
                  </a:lnTo>
                  <a:lnTo>
                    <a:pt x="29629" y="116084"/>
                  </a:lnTo>
                  <a:lnTo>
                    <a:pt x="29936" y="115571"/>
                  </a:lnTo>
                  <a:lnTo>
                    <a:pt x="30211" y="115112"/>
                  </a:lnTo>
                  <a:lnTo>
                    <a:pt x="30308" y="114951"/>
                  </a:lnTo>
                  <a:lnTo>
                    <a:pt x="30448" y="114715"/>
                  </a:lnTo>
                  <a:lnTo>
                    <a:pt x="30707" y="114283"/>
                  </a:lnTo>
                  <a:lnTo>
                    <a:pt x="31084" y="113653"/>
                  </a:lnTo>
                  <a:lnTo>
                    <a:pt x="31232" y="113405"/>
                  </a:lnTo>
                  <a:lnTo>
                    <a:pt x="31744" y="113118"/>
                  </a:lnTo>
                  <a:lnTo>
                    <a:pt x="31924" y="113017"/>
                  </a:lnTo>
                  <a:lnTo>
                    <a:pt x="32195" y="112865"/>
                  </a:lnTo>
                  <a:lnTo>
                    <a:pt x="32625" y="112624"/>
                  </a:lnTo>
                  <a:lnTo>
                    <a:pt x="33192" y="112306"/>
                  </a:lnTo>
                  <a:lnTo>
                    <a:pt x="33829" y="111949"/>
                  </a:lnTo>
                  <a:lnTo>
                    <a:pt x="34828" y="111243"/>
                  </a:lnTo>
                  <a:lnTo>
                    <a:pt x="34916" y="111110"/>
                  </a:lnTo>
                  <a:lnTo>
                    <a:pt x="26008" y="90982"/>
                  </a:lnTo>
                  <a:lnTo>
                    <a:pt x="24344" y="87224"/>
                  </a:lnTo>
                  <a:lnTo>
                    <a:pt x="21949" y="81812"/>
                  </a:lnTo>
                  <a:lnTo>
                    <a:pt x="13070" y="61751"/>
                  </a:lnTo>
                  <a:lnTo>
                    <a:pt x="11550" y="58489"/>
                  </a:lnTo>
                  <a:lnTo>
                    <a:pt x="7127" y="48994"/>
                  </a:lnTo>
                  <a:lnTo>
                    <a:pt x="6231" y="47071"/>
                  </a:lnTo>
                  <a:lnTo>
                    <a:pt x="5152" y="42744"/>
                  </a:lnTo>
                  <a:lnTo>
                    <a:pt x="8359" y="40002"/>
                  </a:lnTo>
                  <a:lnTo>
                    <a:pt x="8524" y="36632"/>
                  </a:lnTo>
                  <a:lnTo>
                    <a:pt x="8967" y="27652"/>
                  </a:lnTo>
                  <a:lnTo>
                    <a:pt x="2735" y="25244"/>
                  </a:lnTo>
                  <a:lnTo>
                    <a:pt x="1092" y="10688"/>
                  </a:lnTo>
                  <a:lnTo>
                    <a:pt x="949" y="9418"/>
                  </a:lnTo>
                  <a:lnTo>
                    <a:pt x="0" y="1009"/>
                  </a:lnTo>
                  <a:lnTo>
                    <a:pt x="8511" y="0"/>
                  </a:lnTo>
                  <a:lnTo>
                    <a:pt x="8030" y="2358"/>
                  </a:lnTo>
                  <a:lnTo>
                    <a:pt x="7751" y="3728"/>
                  </a:lnTo>
                  <a:lnTo>
                    <a:pt x="12794" y="1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494" y="2814888"/>
              <a:ext cx="559660" cy="217748"/>
            </a:xfrm>
            <a:custGeom>
              <a:avLst/>
              <a:pathLst>
                <a:path w="559660" h="217748">
                  <a:moveTo>
                    <a:pt x="101586" y="46961"/>
                  </a:moveTo>
                  <a:lnTo>
                    <a:pt x="104492" y="52749"/>
                  </a:lnTo>
                  <a:lnTo>
                    <a:pt x="105205" y="54170"/>
                  </a:lnTo>
                  <a:lnTo>
                    <a:pt x="105593" y="54164"/>
                  </a:lnTo>
                  <a:lnTo>
                    <a:pt x="109207" y="54115"/>
                  </a:lnTo>
                  <a:lnTo>
                    <a:pt x="109127" y="53543"/>
                  </a:lnTo>
                  <a:lnTo>
                    <a:pt x="107651" y="43024"/>
                  </a:lnTo>
                  <a:lnTo>
                    <a:pt x="116781" y="41961"/>
                  </a:lnTo>
                  <a:lnTo>
                    <a:pt x="125997" y="41023"/>
                  </a:lnTo>
                  <a:lnTo>
                    <a:pt x="135198" y="40160"/>
                  </a:lnTo>
                  <a:lnTo>
                    <a:pt x="144053" y="39240"/>
                  </a:lnTo>
                  <a:lnTo>
                    <a:pt x="144234" y="39221"/>
                  </a:lnTo>
                  <a:lnTo>
                    <a:pt x="148288" y="38822"/>
                  </a:lnTo>
                  <a:lnTo>
                    <a:pt x="152250" y="38968"/>
                  </a:lnTo>
                  <a:lnTo>
                    <a:pt x="153058" y="38997"/>
                  </a:lnTo>
                  <a:lnTo>
                    <a:pt x="153457" y="39012"/>
                  </a:lnTo>
                  <a:lnTo>
                    <a:pt x="153653" y="44575"/>
                  </a:lnTo>
                  <a:lnTo>
                    <a:pt x="153856" y="50307"/>
                  </a:lnTo>
                  <a:lnTo>
                    <a:pt x="162500" y="50441"/>
                  </a:lnTo>
                  <a:lnTo>
                    <a:pt x="162649" y="52114"/>
                  </a:lnTo>
                  <a:lnTo>
                    <a:pt x="163048" y="56597"/>
                  </a:lnTo>
                  <a:lnTo>
                    <a:pt x="163463" y="62859"/>
                  </a:lnTo>
                  <a:lnTo>
                    <a:pt x="163479" y="63098"/>
                  </a:lnTo>
                  <a:lnTo>
                    <a:pt x="166783" y="63026"/>
                  </a:lnTo>
                  <a:lnTo>
                    <a:pt x="166930" y="64197"/>
                  </a:lnTo>
                  <a:lnTo>
                    <a:pt x="168206" y="74318"/>
                  </a:lnTo>
                  <a:lnTo>
                    <a:pt x="168340" y="75378"/>
                  </a:lnTo>
                  <a:lnTo>
                    <a:pt x="171513" y="73414"/>
                  </a:lnTo>
                  <a:lnTo>
                    <a:pt x="177853" y="71666"/>
                  </a:lnTo>
                  <a:lnTo>
                    <a:pt x="181439" y="71673"/>
                  </a:lnTo>
                  <a:lnTo>
                    <a:pt x="183834" y="71678"/>
                  </a:lnTo>
                  <a:lnTo>
                    <a:pt x="184284" y="71679"/>
                  </a:lnTo>
                  <a:lnTo>
                    <a:pt x="186726" y="72259"/>
                  </a:lnTo>
                  <a:lnTo>
                    <a:pt x="194933" y="74209"/>
                  </a:lnTo>
                  <a:lnTo>
                    <a:pt x="196951" y="74688"/>
                  </a:lnTo>
                  <a:lnTo>
                    <a:pt x="200223" y="75466"/>
                  </a:lnTo>
                  <a:lnTo>
                    <a:pt x="200819" y="75987"/>
                  </a:lnTo>
                  <a:lnTo>
                    <a:pt x="202912" y="77815"/>
                  </a:lnTo>
                  <a:lnTo>
                    <a:pt x="215395" y="79747"/>
                  </a:lnTo>
                  <a:lnTo>
                    <a:pt x="218298" y="80196"/>
                  </a:lnTo>
                  <a:lnTo>
                    <a:pt x="221549" y="80699"/>
                  </a:lnTo>
                  <a:lnTo>
                    <a:pt x="228673" y="81392"/>
                  </a:lnTo>
                  <a:lnTo>
                    <a:pt x="230888" y="81607"/>
                  </a:lnTo>
                  <a:lnTo>
                    <a:pt x="235626" y="82068"/>
                  </a:lnTo>
                  <a:lnTo>
                    <a:pt x="251385" y="84223"/>
                  </a:lnTo>
                  <a:lnTo>
                    <a:pt x="251735" y="83997"/>
                  </a:lnTo>
                  <a:lnTo>
                    <a:pt x="254902" y="81947"/>
                  </a:lnTo>
                  <a:lnTo>
                    <a:pt x="256979" y="80603"/>
                  </a:lnTo>
                  <a:lnTo>
                    <a:pt x="265653" y="74987"/>
                  </a:lnTo>
                  <a:lnTo>
                    <a:pt x="269531" y="72477"/>
                  </a:lnTo>
                  <a:lnTo>
                    <a:pt x="271501" y="71202"/>
                  </a:lnTo>
                  <a:lnTo>
                    <a:pt x="268219" y="68910"/>
                  </a:lnTo>
                  <a:lnTo>
                    <a:pt x="252349" y="57824"/>
                  </a:lnTo>
                  <a:lnTo>
                    <a:pt x="250628" y="56622"/>
                  </a:lnTo>
                  <a:lnTo>
                    <a:pt x="253583" y="51197"/>
                  </a:lnTo>
                  <a:lnTo>
                    <a:pt x="254745" y="51011"/>
                  </a:lnTo>
                  <a:lnTo>
                    <a:pt x="255522" y="50578"/>
                  </a:lnTo>
                  <a:lnTo>
                    <a:pt x="255799" y="50424"/>
                  </a:lnTo>
                  <a:lnTo>
                    <a:pt x="255912" y="50019"/>
                  </a:lnTo>
                  <a:lnTo>
                    <a:pt x="257537" y="44191"/>
                  </a:lnTo>
                  <a:lnTo>
                    <a:pt x="259503" y="35685"/>
                  </a:lnTo>
                  <a:lnTo>
                    <a:pt x="263637" y="29243"/>
                  </a:lnTo>
                  <a:lnTo>
                    <a:pt x="269335" y="20364"/>
                  </a:lnTo>
                  <a:lnTo>
                    <a:pt x="278976" y="5921"/>
                  </a:lnTo>
                  <a:lnTo>
                    <a:pt x="313117" y="29507"/>
                  </a:lnTo>
                  <a:lnTo>
                    <a:pt x="331409" y="42262"/>
                  </a:lnTo>
                  <a:lnTo>
                    <a:pt x="364614" y="64870"/>
                  </a:lnTo>
                  <a:lnTo>
                    <a:pt x="379365" y="43259"/>
                  </a:lnTo>
                  <a:lnTo>
                    <a:pt x="386387" y="32973"/>
                  </a:lnTo>
                  <a:lnTo>
                    <a:pt x="390452" y="27708"/>
                  </a:lnTo>
                  <a:lnTo>
                    <a:pt x="398943" y="33797"/>
                  </a:lnTo>
                  <a:lnTo>
                    <a:pt x="399741" y="34962"/>
                  </a:lnTo>
                  <a:lnTo>
                    <a:pt x="399427" y="43875"/>
                  </a:lnTo>
                  <a:lnTo>
                    <a:pt x="399689" y="48554"/>
                  </a:lnTo>
                  <a:lnTo>
                    <a:pt x="400254" y="58643"/>
                  </a:lnTo>
                  <a:lnTo>
                    <a:pt x="421894" y="67424"/>
                  </a:lnTo>
                  <a:lnTo>
                    <a:pt x="430539" y="64705"/>
                  </a:lnTo>
                  <a:lnTo>
                    <a:pt x="433135" y="59411"/>
                  </a:lnTo>
                  <a:lnTo>
                    <a:pt x="434616" y="55411"/>
                  </a:lnTo>
                  <a:lnTo>
                    <a:pt x="437504" y="56265"/>
                  </a:lnTo>
                  <a:lnTo>
                    <a:pt x="437248" y="58609"/>
                  </a:lnTo>
                  <a:lnTo>
                    <a:pt x="437842" y="60624"/>
                  </a:lnTo>
                  <a:lnTo>
                    <a:pt x="439219" y="61983"/>
                  </a:lnTo>
                  <a:lnTo>
                    <a:pt x="441357" y="62736"/>
                  </a:lnTo>
                  <a:lnTo>
                    <a:pt x="447578" y="62905"/>
                  </a:lnTo>
                  <a:lnTo>
                    <a:pt x="450689" y="61789"/>
                  </a:lnTo>
                  <a:lnTo>
                    <a:pt x="452423" y="60114"/>
                  </a:lnTo>
                  <a:lnTo>
                    <a:pt x="454252" y="59556"/>
                  </a:lnTo>
                  <a:lnTo>
                    <a:pt x="455890" y="60114"/>
                  </a:lnTo>
                  <a:lnTo>
                    <a:pt x="456265" y="60339"/>
                  </a:lnTo>
                  <a:lnTo>
                    <a:pt x="458360" y="61595"/>
                  </a:lnTo>
                  <a:lnTo>
                    <a:pt x="460378" y="62614"/>
                  </a:lnTo>
                  <a:lnTo>
                    <a:pt x="463062" y="62954"/>
                  </a:lnTo>
                  <a:lnTo>
                    <a:pt x="465389" y="62784"/>
                  </a:lnTo>
                  <a:lnTo>
                    <a:pt x="468571" y="62614"/>
                  </a:lnTo>
                  <a:lnTo>
                    <a:pt x="470614" y="63488"/>
                  </a:lnTo>
                  <a:lnTo>
                    <a:pt x="473107" y="64605"/>
                  </a:lnTo>
                  <a:lnTo>
                    <a:pt x="475719" y="64993"/>
                  </a:lnTo>
                  <a:lnTo>
                    <a:pt x="478806" y="64944"/>
                  </a:lnTo>
                  <a:lnTo>
                    <a:pt x="483176" y="64410"/>
                  </a:lnTo>
                  <a:lnTo>
                    <a:pt x="485073" y="64927"/>
                  </a:lnTo>
                  <a:lnTo>
                    <a:pt x="486026" y="65187"/>
                  </a:lnTo>
                  <a:lnTo>
                    <a:pt x="487712" y="66935"/>
                  </a:lnTo>
                  <a:lnTo>
                    <a:pt x="489944" y="68488"/>
                  </a:lnTo>
                  <a:lnTo>
                    <a:pt x="492457" y="69830"/>
                  </a:lnTo>
                  <a:lnTo>
                    <a:pt x="492628" y="69921"/>
                  </a:lnTo>
                  <a:lnTo>
                    <a:pt x="495216" y="71110"/>
                  </a:lnTo>
                  <a:lnTo>
                    <a:pt x="497733" y="71304"/>
                  </a:lnTo>
                  <a:lnTo>
                    <a:pt x="504288" y="70989"/>
                  </a:lnTo>
                  <a:lnTo>
                    <a:pt x="507422" y="70891"/>
                  </a:lnTo>
                  <a:lnTo>
                    <a:pt x="509112" y="70658"/>
                  </a:lnTo>
                  <a:lnTo>
                    <a:pt x="509702" y="70576"/>
                  </a:lnTo>
                  <a:lnTo>
                    <a:pt x="510297" y="69534"/>
                  </a:lnTo>
                  <a:lnTo>
                    <a:pt x="510695" y="68836"/>
                  </a:lnTo>
                  <a:lnTo>
                    <a:pt x="511265" y="66651"/>
                  </a:lnTo>
                  <a:lnTo>
                    <a:pt x="512405" y="65000"/>
                  </a:lnTo>
                  <a:lnTo>
                    <a:pt x="513213" y="63301"/>
                  </a:lnTo>
                  <a:lnTo>
                    <a:pt x="513165" y="61602"/>
                  </a:lnTo>
                  <a:lnTo>
                    <a:pt x="513403" y="60583"/>
                  </a:lnTo>
                  <a:lnTo>
                    <a:pt x="514875" y="59029"/>
                  </a:lnTo>
                  <a:lnTo>
                    <a:pt x="515302" y="58204"/>
                  </a:lnTo>
                  <a:lnTo>
                    <a:pt x="515302" y="57767"/>
                  </a:lnTo>
                  <a:lnTo>
                    <a:pt x="514590" y="56796"/>
                  </a:lnTo>
                  <a:lnTo>
                    <a:pt x="514165" y="55452"/>
                  </a:lnTo>
                  <a:lnTo>
                    <a:pt x="514067" y="55145"/>
                  </a:lnTo>
                  <a:lnTo>
                    <a:pt x="514067" y="54077"/>
                  </a:lnTo>
                  <a:lnTo>
                    <a:pt x="515065" y="53301"/>
                  </a:lnTo>
                  <a:lnTo>
                    <a:pt x="516680" y="52378"/>
                  </a:lnTo>
                  <a:lnTo>
                    <a:pt x="516632" y="51116"/>
                  </a:lnTo>
                  <a:lnTo>
                    <a:pt x="516822" y="49320"/>
                  </a:lnTo>
                  <a:lnTo>
                    <a:pt x="516822" y="46918"/>
                  </a:lnTo>
                  <a:lnTo>
                    <a:pt x="517354" y="44277"/>
                  </a:lnTo>
                  <a:lnTo>
                    <a:pt x="516746" y="42646"/>
                  </a:lnTo>
                  <a:lnTo>
                    <a:pt x="515889" y="41228"/>
                  </a:lnTo>
                  <a:lnTo>
                    <a:pt x="515150" y="40005"/>
                  </a:lnTo>
                  <a:lnTo>
                    <a:pt x="515150" y="38452"/>
                  </a:lnTo>
                  <a:lnTo>
                    <a:pt x="515986" y="37753"/>
                  </a:lnTo>
                  <a:lnTo>
                    <a:pt x="518190" y="36976"/>
                  </a:lnTo>
                  <a:lnTo>
                    <a:pt x="520470" y="35733"/>
                  </a:lnTo>
                  <a:lnTo>
                    <a:pt x="521146" y="34203"/>
                  </a:lnTo>
                  <a:lnTo>
                    <a:pt x="520674" y="32068"/>
                  </a:lnTo>
                  <a:lnTo>
                    <a:pt x="520348" y="30591"/>
                  </a:lnTo>
                  <a:lnTo>
                    <a:pt x="521434" y="28906"/>
                  </a:lnTo>
                  <a:lnTo>
                    <a:pt x="523468" y="25747"/>
                  </a:lnTo>
                  <a:lnTo>
                    <a:pt x="526654" y="35765"/>
                  </a:lnTo>
                  <a:lnTo>
                    <a:pt x="522436" y="41824"/>
                  </a:lnTo>
                  <a:lnTo>
                    <a:pt x="526268" y="59198"/>
                  </a:lnTo>
                  <a:lnTo>
                    <a:pt x="529322" y="60181"/>
                  </a:lnTo>
                  <a:lnTo>
                    <a:pt x="534605" y="60787"/>
                  </a:lnTo>
                  <a:lnTo>
                    <a:pt x="537811" y="65885"/>
                  </a:lnTo>
                  <a:lnTo>
                    <a:pt x="545767" y="69587"/>
                  </a:lnTo>
                  <a:lnTo>
                    <a:pt x="556144" y="77905"/>
                  </a:lnTo>
                  <a:lnTo>
                    <a:pt x="553199" y="81303"/>
                  </a:lnTo>
                  <a:lnTo>
                    <a:pt x="559325" y="89053"/>
                  </a:lnTo>
                  <a:lnTo>
                    <a:pt x="559660" y="89476"/>
                  </a:lnTo>
                  <a:lnTo>
                    <a:pt x="559346" y="90335"/>
                  </a:lnTo>
                  <a:lnTo>
                    <a:pt x="558679" y="92164"/>
                  </a:lnTo>
                  <a:lnTo>
                    <a:pt x="558156" y="93596"/>
                  </a:lnTo>
                  <a:lnTo>
                    <a:pt x="557938" y="94193"/>
                  </a:lnTo>
                  <a:lnTo>
                    <a:pt x="556915" y="96420"/>
                  </a:lnTo>
                  <a:lnTo>
                    <a:pt x="556186" y="96606"/>
                  </a:lnTo>
                  <a:lnTo>
                    <a:pt x="553862" y="96659"/>
                  </a:lnTo>
                  <a:lnTo>
                    <a:pt x="553726" y="96662"/>
                  </a:lnTo>
                  <a:lnTo>
                    <a:pt x="552766" y="96684"/>
                  </a:lnTo>
                  <a:lnTo>
                    <a:pt x="551427" y="96738"/>
                  </a:lnTo>
                  <a:lnTo>
                    <a:pt x="548890" y="96839"/>
                  </a:lnTo>
                  <a:lnTo>
                    <a:pt x="548085" y="98422"/>
                  </a:lnTo>
                  <a:lnTo>
                    <a:pt x="547531" y="99509"/>
                  </a:lnTo>
                  <a:lnTo>
                    <a:pt x="546946" y="100660"/>
                  </a:lnTo>
                  <a:lnTo>
                    <a:pt x="546745" y="101054"/>
                  </a:lnTo>
                  <a:lnTo>
                    <a:pt x="546459" y="101616"/>
                  </a:lnTo>
                  <a:lnTo>
                    <a:pt x="546101" y="101818"/>
                  </a:lnTo>
                  <a:lnTo>
                    <a:pt x="545015" y="102432"/>
                  </a:lnTo>
                  <a:lnTo>
                    <a:pt x="542398" y="101662"/>
                  </a:lnTo>
                  <a:lnTo>
                    <a:pt x="541572" y="101419"/>
                  </a:lnTo>
                  <a:lnTo>
                    <a:pt x="540999" y="101054"/>
                  </a:lnTo>
                  <a:lnTo>
                    <a:pt x="540381" y="100660"/>
                  </a:lnTo>
                  <a:lnTo>
                    <a:pt x="537854" y="99047"/>
                  </a:lnTo>
                  <a:lnTo>
                    <a:pt x="537036" y="97978"/>
                  </a:lnTo>
                  <a:lnTo>
                    <a:pt x="535537" y="96018"/>
                  </a:lnTo>
                  <a:lnTo>
                    <a:pt x="534186" y="95466"/>
                  </a:lnTo>
                  <a:lnTo>
                    <a:pt x="533827" y="95319"/>
                  </a:lnTo>
                  <a:lnTo>
                    <a:pt x="533310" y="95278"/>
                  </a:lnTo>
                  <a:lnTo>
                    <a:pt x="530901" y="95086"/>
                  </a:lnTo>
                  <a:lnTo>
                    <a:pt x="529381" y="95863"/>
                  </a:lnTo>
                  <a:lnTo>
                    <a:pt x="528685" y="97286"/>
                  </a:lnTo>
                  <a:lnTo>
                    <a:pt x="528863" y="98018"/>
                  </a:lnTo>
                  <a:lnTo>
                    <a:pt x="528916" y="98238"/>
                  </a:lnTo>
                  <a:lnTo>
                    <a:pt x="530257" y="103760"/>
                  </a:lnTo>
                  <a:lnTo>
                    <a:pt x="532967" y="114919"/>
                  </a:lnTo>
                  <a:lnTo>
                    <a:pt x="529675" y="120063"/>
                  </a:lnTo>
                  <a:lnTo>
                    <a:pt x="528159" y="122433"/>
                  </a:lnTo>
                  <a:lnTo>
                    <a:pt x="524857" y="120589"/>
                  </a:lnTo>
                  <a:lnTo>
                    <a:pt x="520257" y="118020"/>
                  </a:lnTo>
                  <a:lnTo>
                    <a:pt x="511628" y="122467"/>
                  </a:lnTo>
                  <a:lnTo>
                    <a:pt x="511257" y="131399"/>
                  </a:lnTo>
                  <a:lnTo>
                    <a:pt x="509286" y="134617"/>
                  </a:lnTo>
                  <a:lnTo>
                    <a:pt x="505191" y="141302"/>
                  </a:lnTo>
                  <a:lnTo>
                    <a:pt x="503620" y="143866"/>
                  </a:lnTo>
                  <a:lnTo>
                    <a:pt x="485040" y="147128"/>
                  </a:lnTo>
                  <a:lnTo>
                    <a:pt x="477130" y="147742"/>
                  </a:lnTo>
                  <a:lnTo>
                    <a:pt x="458025" y="149226"/>
                  </a:lnTo>
                  <a:lnTo>
                    <a:pt x="436253" y="150740"/>
                  </a:lnTo>
                  <a:lnTo>
                    <a:pt x="431691" y="155769"/>
                  </a:lnTo>
                  <a:lnTo>
                    <a:pt x="429033" y="156541"/>
                  </a:lnTo>
                  <a:lnTo>
                    <a:pt x="428410" y="156722"/>
                  </a:lnTo>
                  <a:lnTo>
                    <a:pt x="422407" y="159052"/>
                  </a:lnTo>
                  <a:lnTo>
                    <a:pt x="410175" y="167438"/>
                  </a:lnTo>
                  <a:lnTo>
                    <a:pt x="409288" y="168046"/>
                  </a:lnTo>
                  <a:lnTo>
                    <a:pt x="408569" y="168839"/>
                  </a:lnTo>
                  <a:lnTo>
                    <a:pt x="407460" y="172868"/>
                  </a:lnTo>
                  <a:lnTo>
                    <a:pt x="406910" y="174867"/>
                  </a:lnTo>
                  <a:lnTo>
                    <a:pt x="406398" y="176731"/>
                  </a:lnTo>
                  <a:lnTo>
                    <a:pt x="406312" y="177042"/>
                  </a:lnTo>
                  <a:lnTo>
                    <a:pt x="403731" y="182707"/>
                  </a:lnTo>
                  <a:lnTo>
                    <a:pt x="401836" y="183806"/>
                  </a:lnTo>
                  <a:lnTo>
                    <a:pt x="395816" y="181958"/>
                  </a:lnTo>
                  <a:lnTo>
                    <a:pt x="393613" y="181283"/>
                  </a:lnTo>
                  <a:lnTo>
                    <a:pt x="391637" y="180602"/>
                  </a:lnTo>
                  <a:lnTo>
                    <a:pt x="389166" y="179465"/>
                  </a:lnTo>
                  <a:lnTo>
                    <a:pt x="387024" y="178479"/>
                  </a:lnTo>
                  <a:lnTo>
                    <a:pt x="382438" y="175785"/>
                  </a:lnTo>
                  <a:lnTo>
                    <a:pt x="381007" y="174905"/>
                  </a:lnTo>
                  <a:lnTo>
                    <a:pt x="380867" y="174861"/>
                  </a:lnTo>
                  <a:lnTo>
                    <a:pt x="376246" y="173423"/>
                  </a:lnTo>
                  <a:lnTo>
                    <a:pt x="373556" y="172781"/>
                  </a:lnTo>
                  <a:lnTo>
                    <a:pt x="373326" y="172778"/>
                  </a:lnTo>
                  <a:lnTo>
                    <a:pt x="371948" y="172761"/>
                  </a:lnTo>
                  <a:lnTo>
                    <a:pt x="371240" y="172944"/>
                  </a:lnTo>
                  <a:lnTo>
                    <a:pt x="371318" y="172660"/>
                  </a:lnTo>
                  <a:lnTo>
                    <a:pt x="371404" y="172345"/>
                  </a:lnTo>
                  <a:lnTo>
                    <a:pt x="371448" y="172181"/>
                  </a:lnTo>
                  <a:lnTo>
                    <a:pt x="373583" y="164352"/>
                  </a:lnTo>
                  <a:lnTo>
                    <a:pt x="373638" y="164153"/>
                  </a:lnTo>
                  <a:lnTo>
                    <a:pt x="376100" y="154972"/>
                  </a:lnTo>
                  <a:lnTo>
                    <a:pt x="367482" y="154310"/>
                  </a:lnTo>
                  <a:lnTo>
                    <a:pt x="361297" y="153834"/>
                  </a:lnTo>
                  <a:lnTo>
                    <a:pt x="359968" y="153532"/>
                  </a:lnTo>
                  <a:lnTo>
                    <a:pt x="359808" y="153456"/>
                  </a:lnTo>
                  <a:lnTo>
                    <a:pt x="346048" y="146934"/>
                  </a:lnTo>
                  <a:lnTo>
                    <a:pt x="345908" y="146868"/>
                  </a:lnTo>
                  <a:lnTo>
                    <a:pt x="339196" y="143687"/>
                  </a:lnTo>
                  <a:lnTo>
                    <a:pt x="333984" y="140250"/>
                  </a:lnTo>
                  <a:lnTo>
                    <a:pt x="332399" y="139205"/>
                  </a:lnTo>
                  <a:lnTo>
                    <a:pt x="328361" y="136543"/>
                  </a:lnTo>
                  <a:lnTo>
                    <a:pt x="324697" y="134128"/>
                  </a:lnTo>
                  <a:lnTo>
                    <a:pt x="321381" y="131942"/>
                  </a:lnTo>
                  <a:lnTo>
                    <a:pt x="320452" y="131329"/>
                  </a:lnTo>
                  <a:lnTo>
                    <a:pt x="319863" y="132214"/>
                  </a:lnTo>
                  <a:lnTo>
                    <a:pt x="314009" y="141011"/>
                  </a:lnTo>
                  <a:lnTo>
                    <a:pt x="310541" y="146222"/>
                  </a:lnTo>
                  <a:lnTo>
                    <a:pt x="309411" y="147921"/>
                  </a:lnTo>
                  <a:lnTo>
                    <a:pt x="308179" y="149773"/>
                  </a:lnTo>
                  <a:lnTo>
                    <a:pt x="305566" y="153699"/>
                  </a:lnTo>
                  <a:lnTo>
                    <a:pt x="302142" y="158845"/>
                  </a:lnTo>
                  <a:lnTo>
                    <a:pt x="300512" y="161295"/>
                  </a:lnTo>
                  <a:lnTo>
                    <a:pt x="297587" y="165690"/>
                  </a:lnTo>
                  <a:lnTo>
                    <a:pt x="296056" y="167990"/>
                  </a:lnTo>
                  <a:lnTo>
                    <a:pt x="295067" y="169476"/>
                  </a:lnTo>
                  <a:lnTo>
                    <a:pt x="279720" y="192540"/>
                  </a:lnTo>
                  <a:lnTo>
                    <a:pt x="275690" y="198596"/>
                  </a:lnTo>
                  <a:lnTo>
                    <a:pt x="258465" y="186425"/>
                  </a:lnTo>
                  <a:lnTo>
                    <a:pt x="242018" y="174803"/>
                  </a:lnTo>
                  <a:lnTo>
                    <a:pt x="241792" y="175135"/>
                  </a:lnTo>
                  <a:lnTo>
                    <a:pt x="229435" y="193292"/>
                  </a:lnTo>
                  <a:lnTo>
                    <a:pt x="219872" y="207258"/>
                  </a:lnTo>
                  <a:lnTo>
                    <a:pt x="202785" y="195343"/>
                  </a:lnTo>
                  <a:lnTo>
                    <a:pt x="202637" y="195574"/>
                  </a:lnTo>
                  <a:lnTo>
                    <a:pt x="199177" y="200974"/>
                  </a:lnTo>
                  <a:lnTo>
                    <a:pt x="199042" y="200890"/>
                  </a:lnTo>
                  <a:lnTo>
                    <a:pt x="190472" y="195566"/>
                  </a:lnTo>
                  <a:lnTo>
                    <a:pt x="189470" y="194943"/>
                  </a:lnTo>
                  <a:lnTo>
                    <a:pt x="187162" y="193510"/>
                  </a:lnTo>
                  <a:lnTo>
                    <a:pt x="184500" y="193808"/>
                  </a:lnTo>
                  <a:lnTo>
                    <a:pt x="180645" y="194234"/>
                  </a:lnTo>
                  <a:lnTo>
                    <a:pt x="176110" y="193419"/>
                  </a:lnTo>
                  <a:lnTo>
                    <a:pt x="174898" y="193201"/>
                  </a:lnTo>
                  <a:lnTo>
                    <a:pt x="170678" y="192442"/>
                  </a:lnTo>
                  <a:lnTo>
                    <a:pt x="169714" y="192268"/>
                  </a:lnTo>
                  <a:lnTo>
                    <a:pt x="167385" y="191849"/>
                  </a:lnTo>
                  <a:lnTo>
                    <a:pt x="151484" y="192239"/>
                  </a:lnTo>
                  <a:lnTo>
                    <a:pt x="148884" y="192979"/>
                  </a:lnTo>
                  <a:lnTo>
                    <a:pt x="148859" y="199018"/>
                  </a:lnTo>
                  <a:lnTo>
                    <a:pt x="149208" y="203787"/>
                  </a:lnTo>
                  <a:lnTo>
                    <a:pt x="149229" y="204071"/>
                  </a:lnTo>
                  <a:lnTo>
                    <a:pt x="149816" y="204157"/>
                  </a:lnTo>
                  <a:lnTo>
                    <a:pt x="150375" y="216116"/>
                  </a:lnTo>
                  <a:lnTo>
                    <a:pt x="149689" y="216175"/>
                  </a:lnTo>
                  <a:lnTo>
                    <a:pt x="147254" y="216382"/>
                  </a:lnTo>
                  <a:lnTo>
                    <a:pt x="141924" y="216836"/>
                  </a:lnTo>
                  <a:lnTo>
                    <a:pt x="140359" y="216959"/>
                  </a:lnTo>
                  <a:lnTo>
                    <a:pt x="134403" y="217427"/>
                  </a:lnTo>
                  <a:lnTo>
                    <a:pt x="130305" y="217748"/>
                  </a:lnTo>
                  <a:lnTo>
                    <a:pt x="130205" y="216344"/>
                  </a:lnTo>
                  <a:lnTo>
                    <a:pt x="129387" y="208693"/>
                  </a:lnTo>
                  <a:lnTo>
                    <a:pt x="105115" y="204633"/>
                  </a:lnTo>
                  <a:lnTo>
                    <a:pt x="92592" y="197969"/>
                  </a:lnTo>
                  <a:lnTo>
                    <a:pt x="84781" y="193813"/>
                  </a:lnTo>
                  <a:lnTo>
                    <a:pt x="81033" y="176855"/>
                  </a:lnTo>
                  <a:lnTo>
                    <a:pt x="51092" y="191769"/>
                  </a:lnTo>
                  <a:lnTo>
                    <a:pt x="34526" y="192390"/>
                  </a:lnTo>
                  <a:lnTo>
                    <a:pt x="35506" y="209325"/>
                  </a:lnTo>
                  <a:lnTo>
                    <a:pt x="7456" y="210898"/>
                  </a:lnTo>
                  <a:lnTo>
                    <a:pt x="0" y="133858"/>
                  </a:lnTo>
                  <a:lnTo>
                    <a:pt x="4754" y="127415"/>
                  </a:lnTo>
                  <a:lnTo>
                    <a:pt x="47749" y="153708"/>
                  </a:lnTo>
                  <a:lnTo>
                    <a:pt x="58995" y="149047"/>
                  </a:lnTo>
                  <a:lnTo>
                    <a:pt x="62947" y="139260"/>
                  </a:lnTo>
                  <a:lnTo>
                    <a:pt x="79817" y="137551"/>
                  </a:lnTo>
                  <a:lnTo>
                    <a:pt x="82705" y="119686"/>
                  </a:lnTo>
                  <a:lnTo>
                    <a:pt x="77234" y="111608"/>
                  </a:lnTo>
                  <a:lnTo>
                    <a:pt x="81185" y="107413"/>
                  </a:lnTo>
                  <a:lnTo>
                    <a:pt x="75410" y="97316"/>
                  </a:lnTo>
                  <a:lnTo>
                    <a:pt x="55196" y="94209"/>
                  </a:lnTo>
                  <a:lnTo>
                    <a:pt x="41864" y="89019"/>
                  </a:lnTo>
                  <a:lnTo>
                    <a:pt x="42618" y="87510"/>
                  </a:lnTo>
                  <a:lnTo>
                    <a:pt x="46646" y="80873"/>
                  </a:lnTo>
                  <a:lnTo>
                    <a:pt x="46739" y="80720"/>
                  </a:lnTo>
                  <a:lnTo>
                    <a:pt x="50999" y="82887"/>
                  </a:lnTo>
                  <a:lnTo>
                    <a:pt x="51893" y="83342"/>
                  </a:lnTo>
                  <a:lnTo>
                    <a:pt x="46905" y="70380"/>
                  </a:lnTo>
                  <a:lnTo>
                    <a:pt x="47708" y="70555"/>
                  </a:lnTo>
                  <a:lnTo>
                    <a:pt x="53091" y="71729"/>
                  </a:lnTo>
                  <a:lnTo>
                    <a:pt x="53228" y="71735"/>
                  </a:lnTo>
                  <a:lnTo>
                    <a:pt x="53188" y="71358"/>
                  </a:lnTo>
                  <a:lnTo>
                    <a:pt x="52564" y="65441"/>
                  </a:lnTo>
                  <a:lnTo>
                    <a:pt x="52469" y="48547"/>
                  </a:lnTo>
                  <a:lnTo>
                    <a:pt x="52966" y="48547"/>
                  </a:lnTo>
                  <a:lnTo>
                    <a:pt x="51934" y="37181"/>
                  </a:lnTo>
                  <a:lnTo>
                    <a:pt x="51580" y="33281"/>
                  </a:lnTo>
                  <a:lnTo>
                    <a:pt x="51526" y="32365"/>
                  </a:lnTo>
                  <a:lnTo>
                    <a:pt x="51167" y="26198"/>
                  </a:lnTo>
                  <a:lnTo>
                    <a:pt x="51054" y="24268"/>
                  </a:lnTo>
                  <a:lnTo>
                    <a:pt x="54921" y="21512"/>
                  </a:lnTo>
                  <a:lnTo>
                    <a:pt x="55330" y="21220"/>
                  </a:lnTo>
                  <a:lnTo>
                    <a:pt x="55567" y="20824"/>
                  </a:lnTo>
                  <a:lnTo>
                    <a:pt x="58264" y="16316"/>
                  </a:lnTo>
                  <a:lnTo>
                    <a:pt x="58646" y="14345"/>
                  </a:lnTo>
                  <a:lnTo>
                    <a:pt x="60388" y="5346"/>
                  </a:lnTo>
                  <a:lnTo>
                    <a:pt x="60548" y="5171"/>
                  </a:lnTo>
                  <a:lnTo>
                    <a:pt x="60666" y="5042"/>
                  </a:lnTo>
                  <a:lnTo>
                    <a:pt x="60908" y="4778"/>
                  </a:lnTo>
                  <a:lnTo>
                    <a:pt x="63338" y="2127"/>
                  </a:lnTo>
                  <a:lnTo>
                    <a:pt x="67327" y="277"/>
                  </a:lnTo>
                  <a:lnTo>
                    <a:pt x="69391" y="106"/>
                  </a:lnTo>
                  <a:lnTo>
                    <a:pt x="70683" y="0"/>
                  </a:lnTo>
                  <a:lnTo>
                    <a:pt x="72301" y="1013"/>
                  </a:lnTo>
                  <a:lnTo>
                    <a:pt x="73723" y="1903"/>
                  </a:lnTo>
                  <a:lnTo>
                    <a:pt x="82800" y="31376"/>
                  </a:lnTo>
                  <a:lnTo>
                    <a:pt x="82958" y="31842"/>
                  </a:lnTo>
                  <a:lnTo>
                    <a:pt x="83256" y="32718"/>
                  </a:lnTo>
                  <a:lnTo>
                    <a:pt x="83436" y="33246"/>
                  </a:lnTo>
                  <a:lnTo>
                    <a:pt x="95648" y="41169"/>
                  </a:lnTo>
                  <a:lnTo>
                    <a:pt x="99738" y="44696"/>
                  </a:lnTo>
                  <a:lnTo>
                    <a:pt x="100217" y="45110"/>
                  </a:lnTo>
                  <a:lnTo>
                    <a:pt x="100530" y="45380"/>
                  </a:lnTo>
                  <a:lnTo>
                    <a:pt x="100787" y="45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52846" y="2607655"/>
              <a:ext cx="320652" cy="278537"/>
            </a:xfrm>
            <a:custGeom>
              <a:avLst/>
              <a:pathLst>
                <a:path w="320652" h="278537">
                  <a:moveTo>
                    <a:pt x="57998" y="35074"/>
                  </a:moveTo>
                  <a:lnTo>
                    <a:pt x="61537" y="41298"/>
                  </a:lnTo>
                  <a:lnTo>
                    <a:pt x="67195" y="35271"/>
                  </a:lnTo>
                  <a:lnTo>
                    <a:pt x="70295" y="39724"/>
                  </a:lnTo>
                  <a:lnTo>
                    <a:pt x="74332" y="43550"/>
                  </a:lnTo>
                  <a:lnTo>
                    <a:pt x="82997" y="46521"/>
                  </a:lnTo>
                  <a:lnTo>
                    <a:pt x="85802" y="47483"/>
                  </a:lnTo>
                  <a:lnTo>
                    <a:pt x="89460" y="43446"/>
                  </a:lnTo>
                  <a:lnTo>
                    <a:pt x="101546" y="38162"/>
                  </a:lnTo>
                  <a:lnTo>
                    <a:pt x="105705" y="42649"/>
                  </a:lnTo>
                  <a:lnTo>
                    <a:pt x="111404" y="51608"/>
                  </a:lnTo>
                  <a:lnTo>
                    <a:pt x="110340" y="52385"/>
                  </a:lnTo>
                  <a:lnTo>
                    <a:pt x="114731" y="59494"/>
                  </a:lnTo>
                  <a:lnTo>
                    <a:pt x="117179" y="63756"/>
                  </a:lnTo>
                  <a:lnTo>
                    <a:pt x="120392" y="68470"/>
                  </a:lnTo>
                  <a:lnTo>
                    <a:pt x="121846" y="78694"/>
                  </a:lnTo>
                  <a:lnTo>
                    <a:pt x="119450" y="78879"/>
                  </a:lnTo>
                  <a:lnTo>
                    <a:pt x="118379" y="78962"/>
                  </a:lnTo>
                  <a:lnTo>
                    <a:pt x="112325" y="82162"/>
                  </a:lnTo>
                  <a:lnTo>
                    <a:pt x="108810" y="84020"/>
                  </a:lnTo>
                  <a:lnTo>
                    <a:pt x="112107" y="85705"/>
                  </a:lnTo>
                  <a:lnTo>
                    <a:pt x="117739" y="88584"/>
                  </a:lnTo>
                  <a:lnTo>
                    <a:pt x="125433" y="94846"/>
                  </a:lnTo>
                  <a:lnTo>
                    <a:pt x="129257" y="98244"/>
                  </a:lnTo>
                  <a:lnTo>
                    <a:pt x="132486" y="101910"/>
                  </a:lnTo>
                  <a:lnTo>
                    <a:pt x="135668" y="112274"/>
                  </a:lnTo>
                  <a:lnTo>
                    <a:pt x="137692" y="113848"/>
                  </a:lnTo>
                  <a:lnTo>
                    <a:pt x="138613" y="114489"/>
                  </a:lnTo>
                  <a:lnTo>
                    <a:pt x="144388" y="118017"/>
                  </a:lnTo>
                  <a:lnTo>
                    <a:pt x="152757" y="104204"/>
                  </a:lnTo>
                  <a:lnTo>
                    <a:pt x="153393" y="103155"/>
                  </a:lnTo>
                  <a:lnTo>
                    <a:pt x="153900" y="103439"/>
                  </a:lnTo>
                  <a:lnTo>
                    <a:pt x="158804" y="106259"/>
                  </a:lnTo>
                  <a:lnTo>
                    <a:pt x="168617" y="88141"/>
                  </a:lnTo>
                  <a:lnTo>
                    <a:pt x="169161" y="87309"/>
                  </a:lnTo>
                  <a:lnTo>
                    <a:pt x="171037" y="88555"/>
                  </a:lnTo>
                  <a:lnTo>
                    <a:pt x="173989" y="90516"/>
                  </a:lnTo>
                  <a:lnTo>
                    <a:pt x="175241" y="91348"/>
                  </a:lnTo>
                  <a:lnTo>
                    <a:pt x="195144" y="105236"/>
                  </a:lnTo>
                  <a:lnTo>
                    <a:pt x="213016" y="117733"/>
                  </a:lnTo>
                  <a:lnTo>
                    <a:pt x="230352" y="129530"/>
                  </a:lnTo>
                  <a:lnTo>
                    <a:pt x="236353" y="133358"/>
                  </a:lnTo>
                  <a:lnTo>
                    <a:pt x="236820" y="133674"/>
                  </a:lnTo>
                  <a:lnTo>
                    <a:pt x="241739" y="136999"/>
                  </a:lnTo>
                  <a:lnTo>
                    <a:pt x="247359" y="141215"/>
                  </a:lnTo>
                  <a:lnTo>
                    <a:pt x="254050" y="145417"/>
                  </a:lnTo>
                  <a:lnTo>
                    <a:pt x="259635" y="149378"/>
                  </a:lnTo>
                  <a:lnTo>
                    <a:pt x="264879" y="153252"/>
                  </a:lnTo>
                  <a:lnTo>
                    <a:pt x="265648" y="153660"/>
                  </a:lnTo>
                  <a:lnTo>
                    <a:pt x="270664" y="157476"/>
                  </a:lnTo>
                  <a:lnTo>
                    <a:pt x="266978" y="163750"/>
                  </a:lnTo>
                  <a:lnTo>
                    <a:pt x="274122" y="168633"/>
                  </a:lnTo>
                  <a:lnTo>
                    <a:pt x="282444" y="174320"/>
                  </a:lnTo>
                  <a:lnTo>
                    <a:pt x="283087" y="174760"/>
                  </a:lnTo>
                  <a:lnTo>
                    <a:pt x="300213" y="185238"/>
                  </a:lnTo>
                  <a:lnTo>
                    <a:pt x="301269" y="185884"/>
                  </a:lnTo>
                  <a:lnTo>
                    <a:pt x="304539" y="180349"/>
                  </a:lnTo>
                  <a:lnTo>
                    <a:pt x="309856" y="183813"/>
                  </a:lnTo>
                  <a:lnTo>
                    <a:pt x="314157" y="186615"/>
                  </a:lnTo>
                  <a:lnTo>
                    <a:pt x="314869" y="187079"/>
                  </a:lnTo>
                  <a:lnTo>
                    <a:pt x="319848" y="189115"/>
                  </a:lnTo>
                  <a:lnTo>
                    <a:pt x="311508" y="204249"/>
                  </a:lnTo>
                  <a:lnTo>
                    <a:pt x="313525" y="205416"/>
                  </a:lnTo>
                  <a:lnTo>
                    <a:pt x="319890" y="209099"/>
                  </a:lnTo>
                  <a:lnTo>
                    <a:pt x="320652" y="209540"/>
                  </a:lnTo>
                  <a:lnTo>
                    <a:pt x="314338" y="216619"/>
                  </a:lnTo>
                  <a:lnTo>
                    <a:pt x="307955" y="218949"/>
                  </a:lnTo>
                  <a:lnTo>
                    <a:pt x="307962" y="224434"/>
                  </a:lnTo>
                  <a:lnTo>
                    <a:pt x="316276" y="226406"/>
                  </a:lnTo>
                  <a:lnTo>
                    <a:pt x="316585" y="228824"/>
                  </a:lnTo>
                  <a:lnTo>
                    <a:pt x="317117" y="232980"/>
                  </a:lnTo>
                  <a:lnTo>
                    <a:pt x="315082" y="236139"/>
                  </a:lnTo>
                  <a:lnTo>
                    <a:pt x="313996" y="237824"/>
                  </a:lnTo>
                  <a:lnTo>
                    <a:pt x="314323" y="239300"/>
                  </a:lnTo>
                  <a:lnTo>
                    <a:pt x="314794" y="241436"/>
                  </a:lnTo>
                  <a:lnTo>
                    <a:pt x="314118" y="242966"/>
                  </a:lnTo>
                  <a:lnTo>
                    <a:pt x="311838" y="244209"/>
                  </a:lnTo>
                  <a:lnTo>
                    <a:pt x="309634" y="244986"/>
                  </a:lnTo>
                  <a:lnTo>
                    <a:pt x="308798" y="245685"/>
                  </a:lnTo>
                  <a:lnTo>
                    <a:pt x="308798" y="247238"/>
                  </a:lnTo>
                  <a:lnTo>
                    <a:pt x="309537" y="248461"/>
                  </a:lnTo>
                  <a:lnTo>
                    <a:pt x="310394" y="249879"/>
                  </a:lnTo>
                  <a:lnTo>
                    <a:pt x="311002" y="251510"/>
                  </a:lnTo>
                  <a:lnTo>
                    <a:pt x="310470" y="254151"/>
                  </a:lnTo>
                  <a:lnTo>
                    <a:pt x="310470" y="256553"/>
                  </a:lnTo>
                  <a:lnTo>
                    <a:pt x="310280" y="258349"/>
                  </a:lnTo>
                  <a:lnTo>
                    <a:pt x="310328" y="259611"/>
                  </a:lnTo>
                  <a:lnTo>
                    <a:pt x="308713" y="260534"/>
                  </a:lnTo>
                  <a:lnTo>
                    <a:pt x="307716" y="261310"/>
                  </a:lnTo>
                  <a:lnTo>
                    <a:pt x="307716" y="262378"/>
                  </a:lnTo>
                  <a:lnTo>
                    <a:pt x="307813" y="262685"/>
                  </a:lnTo>
                  <a:lnTo>
                    <a:pt x="308238" y="264029"/>
                  </a:lnTo>
                  <a:lnTo>
                    <a:pt x="308950" y="265000"/>
                  </a:lnTo>
                  <a:lnTo>
                    <a:pt x="308950" y="265437"/>
                  </a:lnTo>
                  <a:lnTo>
                    <a:pt x="308523" y="266262"/>
                  </a:lnTo>
                  <a:lnTo>
                    <a:pt x="307051" y="267816"/>
                  </a:lnTo>
                  <a:lnTo>
                    <a:pt x="306813" y="268835"/>
                  </a:lnTo>
                  <a:lnTo>
                    <a:pt x="306861" y="270534"/>
                  </a:lnTo>
                  <a:lnTo>
                    <a:pt x="306053" y="272233"/>
                  </a:lnTo>
                  <a:lnTo>
                    <a:pt x="304913" y="273884"/>
                  </a:lnTo>
                  <a:lnTo>
                    <a:pt x="304343" y="276069"/>
                  </a:lnTo>
                  <a:lnTo>
                    <a:pt x="303945" y="276766"/>
                  </a:lnTo>
                  <a:lnTo>
                    <a:pt x="303350" y="277809"/>
                  </a:lnTo>
                  <a:lnTo>
                    <a:pt x="302760" y="277890"/>
                  </a:lnTo>
                  <a:lnTo>
                    <a:pt x="301070" y="278124"/>
                  </a:lnTo>
                  <a:lnTo>
                    <a:pt x="297936" y="278221"/>
                  </a:lnTo>
                  <a:lnTo>
                    <a:pt x="291381" y="278537"/>
                  </a:lnTo>
                  <a:lnTo>
                    <a:pt x="288864" y="278343"/>
                  </a:lnTo>
                  <a:lnTo>
                    <a:pt x="286276" y="277153"/>
                  </a:lnTo>
                  <a:lnTo>
                    <a:pt x="286105" y="277063"/>
                  </a:lnTo>
                  <a:lnTo>
                    <a:pt x="283592" y="275721"/>
                  </a:lnTo>
                  <a:lnTo>
                    <a:pt x="281360" y="274168"/>
                  </a:lnTo>
                  <a:lnTo>
                    <a:pt x="279674" y="272420"/>
                  </a:lnTo>
                  <a:lnTo>
                    <a:pt x="278721" y="272160"/>
                  </a:lnTo>
                  <a:lnTo>
                    <a:pt x="276824" y="271643"/>
                  </a:lnTo>
                  <a:lnTo>
                    <a:pt x="272455" y="272177"/>
                  </a:lnTo>
                  <a:lnTo>
                    <a:pt x="269367" y="272226"/>
                  </a:lnTo>
                  <a:lnTo>
                    <a:pt x="266755" y="271838"/>
                  </a:lnTo>
                  <a:lnTo>
                    <a:pt x="264262" y="270721"/>
                  </a:lnTo>
                  <a:lnTo>
                    <a:pt x="262219" y="269847"/>
                  </a:lnTo>
                  <a:lnTo>
                    <a:pt x="259037" y="270017"/>
                  </a:lnTo>
                  <a:lnTo>
                    <a:pt x="256710" y="270187"/>
                  </a:lnTo>
                  <a:lnTo>
                    <a:pt x="254027" y="269847"/>
                  </a:lnTo>
                  <a:lnTo>
                    <a:pt x="252008" y="268828"/>
                  </a:lnTo>
                  <a:lnTo>
                    <a:pt x="249914" y="267572"/>
                  </a:lnTo>
                  <a:lnTo>
                    <a:pt x="249538" y="267347"/>
                  </a:lnTo>
                  <a:lnTo>
                    <a:pt x="247900" y="266789"/>
                  </a:lnTo>
                  <a:lnTo>
                    <a:pt x="246071" y="267347"/>
                  </a:lnTo>
                  <a:lnTo>
                    <a:pt x="244338" y="269022"/>
                  </a:lnTo>
                  <a:lnTo>
                    <a:pt x="241227" y="270138"/>
                  </a:lnTo>
                  <a:lnTo>
                    <a:pt x="235005" y="269969"/>
                  </a:lnTo>
                  <a:lnTo>
                    <a:pt x="232868" y="269216"/>
                  </a:lnTo>
                  <a:lnTo>
                    <a:pt x="231490" y="267857"/>
                  </a:lnTo>
                  <a:lnTo>
                    <a:pt x="230896" y="265842"/>
                  </a:lnTo>
                  <a:lnTo>
                    <a:pt x="231152" y="263498"/>
                  </a:lnTo>
                  <a:lnTo>
                    <a:pt x="228265" y="262644"/>
                  </a:lnTo>
                  <a:lnTo>
                    <a:pt x="226783" y="266644"/>
                  </a:lnTo>
                  <a:lnTo>
                    <a:pt x="224187" y="271938"/>
                  </a:lnTo>
                  <a:lnTo>
                    <a:pt x="215543" y="274657"/>
                  </a:lnTo>
                  <a:lnTo>
                    <a:pt x="193902" y="265876"/>
                  </a:lnTo>
                  <a:lnTo>
                    <a:pt x="193337" y="255787"/>
                  </a:lnTo>
                  <a:lnTo>
                    <a:pt x="193076" y="251108"/>
                  </a:lnTo>
                  <a:lnTo>
                    <a:pt x="193389" y="242195"/>
                  </a:lnTo>
                  <a:lnTo>
                    <a:pt x="192591" y="241030"/>
                  </a:lnTo>
                  <a:lnTo>
                    <a:pt x="184100" y="234941"/>
                  </a:lnTo>
                  <a:lnTo>
                    <a:pt x="180035" y="240206"/>
                  </a:lnTo>
                  <a:lnTo>
                    <a:pt x="173014" y="250492"/>
                  </a:lnTo>
                  <a:lnTo>
                    <a:pt x="158262" y="272103"/>
                  </a:lnTo>
                  <a:lnTo>
                    <a:pt x="125057" y="249495"/>
                  </a:lnTo>
                  <a:lnTo>
                    <a:pt x="106765" y="236740"/>
                  </a:lnTo>
                  <a:lnTo>
                    <a:pt x="72624" y="213154"/>
                  </a:lnTo>
                  <a:lnTo>
                    <a:pt x="62983" y="227597"/>
                  </a:lnTo>
                  <a:lnTo>
                    <a:pt x="62838" y="227486"/>
                  </a:lnTo>
                  <a:lnTo>
                    <a:pt x="56883" y="222930"/>
                  </a:lnTo>
                  <a:lnTo>
                    <a:pt x="56710" y="222814"/>
                  </a:lnTo>
                  <a:lnTo>
                    <a:pt x="50662" y="218779"/>
                  </a:lnTo>
                  <a:lnTo>
                    <a:pt x="50449" y="218640"/>
                  </a:lnTo>
                  <a:lnTo>
                    <a:pt x="44541" y="214789"/>
                  </a:lnTo>
                  <a:lnTo>
                    <a:pt x="44063" y="214478"/>
                  </a:lnTo>
                  <a:lnTo>
                    <a:pt x="38598" y="210915"/>
                  </a:lnTo>
                  <a:lnTo>
                    <a:pt x="30856" y="210818"/>
                  </a:lnTo>
                  <a:lnTo>
                    <a:pt x="18413" y="206494"/>
                  </a:lnTo>
                  <a:lnTo>
                    <a:pt x="15950" y="205639"/>
                  </a:lnTo>
                  <a:lnTo>
                    <a:pt x="14629" y="208481"/>
                  </a:lnTo>
                  <a:lnTo>
                    <a:pt x="15638" y="212132"/>
                  </a:lnTo>
                  <a:lnTo>
                    <a:pt x="15840" y="212861"/>
                  </a:lnTo>
                  <a:lnTo>
                    <a:pt x="16290" y="214489"/>
                  </a:lnTo>
                  <a:lnTo>
                    <a:pt x="1472" y="216431"/>
                  </a:lnTo>
                  <a:lnTo>
                    <a:pt x="0" y="206673"/>
                  </a:lnTo>
                  <a:lnTo>
                    <a:pt x="828" y="204412"/>
                  </a:lnTo>
                  <a:lnTo>
                    <a:pt x="5480" y="191712"/>
                  </a:lnTo>
                  <a:lnTo>
                    <a:pt x="7432" y="186380"/>
                  </a:lnTo>
                  <a:lnTo>
                    <a:pt x="16124" y="180409"/>
                  </a:lnTo>
                  <a:lnTo>
                    <a:pt x="10856" y="166158"/>
                  </a:lnTo>
                  <a:lnTo>
                    <a:pt x="16348" y="152188"/>
                  </a:lnTo>
                  <a:lnTo>
                    <a:pt x="18801" y="150740"/>
                  </a:lnTo>
                  <a:lnTo>
                    <a:pt x="25446" y="146817"/>
                  </a:lnTo>
                  <a:lnTo>
                    <a:pt x="32580" y="137396"/>
                  </a:lnTo>
                  <a:lnTo>
                    <a:pt x="28576" y="134427"/>
                  </a:lnTo>
                  <a:lnTo>
                    <a:pt x="20450" y="128404"/>
                  </a:lnTo>
                  <a:lnTo>
                    <a:pt x="19303" y="127554"/>
                  </a:lnTo>
                  <a:lnTo>
                    <a:pt x="23438" y="122061"/>
                  </a:lnTo>
                  <a:lnTo>
                    <a:pt x="23615" y="121806"/>
                  </a:lnTo>
                  <a:lnTo>
                    <a:pt x="27663" y="115970"/>
                  </a:lnTo>
                  <a:lnTo>
                    <a:pt x="27883" y="115653"/>
                  </a:lnTo>
                  <a:lnTo>
                    <a:pt x="31816" y="110148"/>
                  </a:lnTo>
                  <a:lnTo>
                    <a:pt x="31946" y="109978"/>
                  </a:lnTo>
                  <a:lnTo>
                    <a:pt x="36593" y="103869"/>
                  </a:lnTo>
                  <a:lnTo>
                    <a:pt x="36803" y="103594"/>
                  </a:lnTo>
                  <a:lnTo>
                    <a:pt x="37498" y="102975"/>
                  </a:lnTo>
                  <a:lnTo>
                    <a:pt x="42261" y="98733"/>
                  </a:lnTo>
                  <a:lnTo>
                    <a:pt x="42479" y="98538"/>
                  </a:lnTo>
                  <a:lnTo>
                    <a:pt x="42787" y="98264"/>
                  </a:lnTo>
                  <a:lnTo>
                    <a:pt x="47860" y="93545"/>
                  </a:lnTo>
                  <a:lnTo>
                    <a:pt x="51789" y="90100"/>
                  </a:lnTo>
                  <a:lnTo>
                    <a:pt x="54436" y="87779"/>
                  </a:lnTo>
                  <a:lnTo>
                    <a:pt x="61377" y="92453"/>
                  </a:lnTo>
                  <a:lnTo>
                    <a:pt x="63219" y="93693"/>
                  </a:lnTo>
                  <a:lnTo>
                    <a:pt x="64683" y="94844"/>
                  </a:lnTo>
                  <a:lnTo>
                    <a:pt x="64927" y="95035"/>
                  </a:lnTo>
                  <a:lnTo>
                    <a:pt x="65373" y="95386"/>
                  </a:lnTo>
                  <a:lnTo>
                    <a:pt x="66183" y="96023"/>
                  </a:lnTo>
                  <a:lnTo>
                    <a:pt x="66583" y="95566"/>
                  </a:lnTo>
                  <a:lnTo>
                    <a:pt x="66829" y="95285"/>
                  </a:lnTo>
                  <a:lnTo>
                    <a:pt x="67468" y="94455"/>
                  </a:lnTo>
                  <a:lnTo>
                    <a:pt x="67585" y="94304"/>
                  </a:lnTo>
                  <a:lnTo>
                    <a:pt x="68234" y="93461"/>
                  </a:lnTo>
                  <a:lnTo>
                    <a:pt x="69195" y="92215"/>
                  </a:lnTo>
                  <a:lnTo>
                    <a:pt x="70045" y="91111"/>
                  </a:lnTo>
                  <a:lnTo>
                    <a:pt x="70294" y="90788"/>
                  </a:lnTo>
                  <a:lnTo>
                    <a:pt x="71261" y="89556"/>
                  </a:lnTo>
                  <a:lnTo>
                    <a:pt x="71590" y="89136"/>
                  </a:lnTo>
                  <a:lnTo>
                    <a:pt x="71701" y="88995"/>
                  </a:lnTo>
                  <a:lnTo>
                    <a:pt x="71247" y="88597"/>
                  </a:lnTo>
                  <a:lnTo>
                    <a:pt x="69435" y="87427"/>
                  </a:lnTo>
                  <a:lnTo>
                    <a:pt x="62396" y="82882"/>
                  </a:lnTo>
                  <a:lnTo>
                    <a:pt x="54866" y="78009"/>
                  </a:lnTo>
                  <a:lnTo>
                    <a:pt x="55128" y="77630"/>
                  </a:lnTo>
                  <a:lnTo>
                    <a:pt x="55439" y="77178"/>
                  </a:lnTo>
                  <a:lnTo>
                    <a:pt x="55714" y="76779"/>
                  </a:lnTo>
                  <a:lnTo>
                    <a:pt x="55872" y="76549"/>
                  </a:lnTo>
                  <a:lnTo>
                    <a:pt x="56534" y="75589"/>
                  </a:lnTo>
                  <a:lnTo>
                    <a:pt x="56692" y="75360"/>
                  </a:lnTo>
                  <a:lnTo>
                    <a:pt x="57264" y="74530"/>
                  </a:lnTo>
                  <a:lnTo>
                    <a:pt x="57378" y="74365"/>
                  </a:lnTo>
                  <a:lnTo>
                    <a:pt x="58228" y="73132"/>
                  </a:lnTo>
                  <a:lnTo>
                    <a:pt x="58566" y="72641"/>
                  </a:lnTo>
                  <a:lnTo>
                    <a:pt x="58827" y="72162"/>
                  </a:lnTo>
                  <a:lnTo>
                    <a:pt x="58910" y="71637"/>
                  </a:lnTo>
                  <a:lnTo>
                    <a:pt x="58563" y="71293"/>
                  </a:lnTo>
                  <a:lnTo>
                    <a:pt x="57768" y="70505"/>
                  </a:lnTo>
                  <a:lnTo>
                    <a:pt x="56973" y="69890"/>
                  </a:lnTo>
                  <a:lnTo>
                    <a:pt x="55134" y="68467"/>
                  </a:lnTo>
                  <a:lnTo>
                    <a:pt x="54957" y="68330"/>
                  </a:lnTo>
                  <a:lnTo>
                    <a:pt x="54805" y="68197"/>
                  </a:lnTo>
                  <a:lnTo>
                    <a:pt x="51801" y="65559"/>
                  </a:lnTo>
                  <a:lnTo>
                    <a:pt x="50511" y="64427"/>
                  </a:lnTo>
                  <a:lnTo>
                    <a:pt x="49981" y="63602"/>
                  </a:lnTo>
                  <a:lnTo>
                    <a:pt x="49461" y="62794"/>
                  </a:lnTo>
                  <a:lnTo>
                    <a:pt x="48862" y="61862"/>
                  </a:lnTo>
                  <a:lnTo>
                    <a:pt x="48329" y="61033"/>
                  </a:lnTo>
                  <a:lnTo>
                    <a:pt x="47414" y="59611"/>
                  </a:lnTo>
                  <a:lnTo>
                    <a:pt x="45957" y="56691"/>
                  </a:lnTo>
                  <a:lnTo>
                    <a:pt x="45189" y="55153"/>
                  </a:lnTo>
                  <a:lnTo>
                    <a:pt x="43555" y="51493"/>
                  </a:lnTo>
                  <a:lnTo>
                    <a:pt x="42793" y="50473"/>
                  </a:lnTo>
                  <a:lnTo>
                    <a:pt x="41916" y="49299"/>
                  </a:lnTo>
                  <a:lnTo>
                    <a:pt x="41293" y="48466"/>
                  </a:lnTo>
                  <a:lnTo>
                    <a:pt x="40834" y="47851"/>
                  </a:lnTo>
                  <a:lnTo>
                    <a:pt x="39264" y="45751"/>
                  </a:lnTo>
                  <a:lnTo>
                    <a:pt x="38190" y="44315"/>
                  </a:lnTo>
                  <a:lnTo>
                    <a:pt x="37359" y="43435"/>
                  </a:lnTo>
                  <a:lnTo>
                    <a:pt x="35087" y="41030"/>
                  </a:lnTo>
                  <a:lnTo>
                    <a:pt x="34540" y="40450"/>
                  </a:lnTo>
                  <a:lnTo>
                    <a:pt x="33697" y="39558"/>
                  </a:lnTo>
                  <a:lnTo>
                    <a:pt x="32723" y="38527"/>
                  </a:lnTo>
                  <a:lnTo>
                    <a:pt x="32095" y="37862"/>
                  </a:lnTo>
                  <a:lnTo>
                    <a:pt x="31541" y="37275"/>
                  </a:lnTo>
                  <a:lnTo>
                    <a:pt x="31248" y="36911"/>
                  </a:lnTo>
                  <a:lnTo>
                    <a:pt x="30886" y="36459"/>
                  </a:lnTo>
                  <a:lnTo>
                    <a:pt x="30496" y="35974"/>
                  </a:lnTo>
                  <a:lnTo>
                    <a:pt x="29490" y="34722"/>
                  </a:lnTo>
                  <a:lnTo>
                    <a:pt x="28689" y="33723"/>
                  </a:lnTo>
                  <a:lnTo>
                    <a:pt x="27188" y="31854"/>
                  </a:lnTo>
                  <a:lnTo>
                    <a:pt x="26777" y="31343"/>
                  </a:lnTo>
                  <a:lnTo>
                    <a:pt x="26376" y="30843"/>
                  </a:lnTo>
                  <a:lnTo>
                    <a:pt x="26172" y="30500"/>
                  </a:lnTo>
                  <a:lnTo>
                    <a:pt x="25063" y="28629"/>
                  </a:lnTo>
                  <a:lnTo>
                    <a:pt x="24410" y="27529"/>
                  </a:lnTo>
                  <a:lnTo>
                    <a:pt x="24253" y="27264"/>
                  </a:lnTo>
                  <a:lnTo>
                    <a:pt x="23750" y="26416"/>
                  </a:lnTo>
                  <a:lnTo>
                    <a:pt x="23654" y="26254"/>
                  </a:lnTo>
                  <a:lnTo>
                    <a:pt x="23177" y="25450"/>
                  </a:lnTo>
                  <a:lnTo>
                    <a:pt x="22630" y="24528"/>
                  </a:lnTo>
                  <a:lnTo>
                    <a:pt x="22514" y="24264"/>
                  </a:lnTo>
                  <a:lnTo>
                    <a:pt x="22180" y="23504"/>
                  </a:lnTo>
                  <a:lnTo>
                    <a:pt x="22056" y="23206"/>
                  </a:lnTo>
                  <a:lnTo>
                    <a:pt x="21432" y="21702"/>
                  </a:lnTo>
                  <a:lnTo>
                    <a:pt x="21218" y="21186"/>
                  </a:lnTo>
                  <a:lnTo>
                    <a:pt x="21010" y="20686"/>
                  </a:lnTo>
                  <a:lnTo>
                    <a:pt x="20924" y="20479"/>
                  </a:lnTo>
                  <a:lnTo>
                    <a:pt x="20741" y="20039"/>
                  </a:lnTo>
                  <a:lnTo>
                    <a:pt x="20532" y="19535"/>
                  </a:lnTo>
                  <a:lnTo>
                    <a:pt x="20177" y="18697"/>
                  </a:lnTo>
                  <a:lnTo>
                    <a:pt x="19986" y="18478"/>
                  </a:lnTo>
                  <a:lnTo>
                    <a:pt x="19236" y="17616"/>
                  </a:lnTo>
                  <a:lnTo>
                    <a:pt x="18828" y="17147"/>
                  </a:lnTo>
                  <a:lnTo>
                    <a:pt x="18393" y="16646"/>
                  </a:lnTo>
                  <a:lnTo>
                    <a:pt x="17252" y="15322"/>
                  </a:lnTo>
                  <a:lnTo>
                    <a:pt x="17407" y="15179"/>
                  </a:lnTo>
                  <a:lnTo>
                    <a:pt x="17941" y="14699"/>
                  </a:lnTo>
                  <a:lnTo>
                    <a:pt x="18142" y="14532"/>
                  </a:lnTo>
                  <a:lnTo>
                    <a:pt x="19103" y="13737"/>
                  </a:lnTo>
                  <a:lnTo>
                    <a:pt x="19269" y="13600"/>
                  </a:lnTo>
                  <a:lnTo>
                    <a:pt x="20059" y="12946"/>
                  </a:lnTo>
                  <a:lnTo>
                    <a:pt x="28075" y="6317"/>
                  </a:lnTo>
                  <a:lnTo>
                    <a:pt x="28321" y="6114"/>
                  </a:lnTo>
                  <a:lnTo>
                    <a:pt x="28463" y="5997"/>
                  </a:lnTo>
                  <a:lnTo>
                    <a:pt x="29085" y="5627"/>
                  </a:lnTo>
                  <a:lnTo>
                    <a:pt x="29418" y="5428"/>
                  </a:lnTo>
                  <a:lnTo>
                    <a:pt x="29632" y="5279"/>
                  </a:lnTo>
                  <a:lnTo>
                    <a:pt x="29912" y="5085"/>
                  </a:lnTo>
                  <a:lnTo>
                    <a:pt x="30959" y="4357"/>
                  </a:lnTo>
                  <a:lnTo>
                    <a:pt x="31371" y="4070"/>
                  </a:lnTo>
                  <a:lnTo>
                    <a:pt x="32291" y="3431"/>
                  </a:lnTo>
                  <a:lnTo>
                    <a:pt x="32813" y="3068"/>
                  </a:lnTo>
                  <a:lnTo>
                    <a:pt x="33661" y="2478"/>
                  </a:lnTo>
                  <a:lnTo>
                    <a:pt x="33980" y="2257"/>
                  </a:lnTo>
                  <a:lnTo>
                    <a:pt x="34925" y="1600"/>
                  </a:lnTo>
                  <a:lnTo>
                    <a:pt x="35307" y="1335"/>
                  </a:lnTo>
                  <a:lnTo>
                    <a:pt x="35683" y="1073"/>
                  </a:lnTo>
                  <a:lnTo>
                    <a:pt x="35826" y="977"/>
                  </a:lnTo>
                  <a:lnTo>
                    <a:pt x="36286" y="670"/>
                  </a:lnTo>
                  <a:lnTo>
                    <a:pt x="37210" y="51"/>
                  </a:lnTo>
                  <a:lnTo>
                    <a:pt x="39635" y="0"/>
                  </a:lnTo>
                  <a:lnTo>
                    <a:pt x="41736" y="324"/>
                  </a:lnTo>
                  <a:lnTo>
                    <a:pt x="44682" y="4039"/>
                  </a:lnTo>
                  <a:lnTo>
                    <a:pt x="45231" y="5528"/>
                  </a:lnTo>
                  <a:lnTo>
                    <a:pt x="44979" y="5641"/>
                  </a:lnTo>
                  <a:lnTo>
                    <a:pt x="44677" y="5776"/>
                  </a:lnTo>
                  <a:lnTo>
                    <a:pt x="42191" y="6887"/>
                  </a:lnTo>
                  <a:lnTo>
                    <a:pt x="45429" y="8889"/>
                  </a:lnTo>
                  <a:lnTo>
                    <a:pt x="46596" y="9610"/>
                  </a:lnTo>
                  <a:lnTo>
                    <a:pt x="51804" y="12830"/>
                  </a:lnTo>
                  <a:lnTo>
                    <a:pt x="50548" y="13386"/>
                  </a:lnTo>
                  <a:lnTo>
                    <a:pt x="46834" y="15030"/>
                  </a:lnTo>
                  <a:lnTo>
                    <a:pt x="46091" y="15359"/>
                  </a:lnTo>
                  <a:lnTo>
                    <a:pt x="47103" y="17065"/>
                  </a:lnTo>
                  <a:lnTo>
                    <a:pt x="49255" y="20689"/>
                  </a:lnTo>
                  <a:lnTo>
                    <a:pt x="54117" y="28880"/>
                  </a:lnTo>
                  <a:lnTo>
                    <a:pt x="55269" y="307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7225" y="2441401"/>
              <a:ext cx="143746" cy="223424"/>
            </a:xfrm>
            <a:custGeom>
              <a:avLst/>
              <a:pathLst>
                <a:path w="143746" h="223424">
                  <a:moveTo>
                    <a:pt x="43514" y="0"/>
                  </a:moveTo>
                  <a:lnTo>
                    <a:pt x="53950" y="11251"/>
                  </a:lnTo>
                  <a:lnTo>
                    <a:pt x="58933" y="6285"/>
                  </a:lnTo>
                  <a:lnTo>
                    <a:pt x="60954" y="4272"/>
                  </a:lnTo>
                  <a:lnTo>
                    <a:pt x="62360" y="5903"/>
                  </a:lnTo>
                  <a:lnTo>
                    <a:pt x="68203" y="713"/>
                  </a:lnTo>
                  <a:lnTo>
                    <a:pt x="84345" y="20489"/>
                  </a:lnTo>
                  <a:lnTo>
                    <a:pt x="81951" y="22353"/>
                  </a:lnTo>
                  <a:lnTo>
                    <a:pt x="92412" y="35167"/>
                  </a:lnTo>
                  <a:lnTo>
                    <a:pt x="96987" y="40771"/>
                  </a:lnTo>
                  <a:lnTo>
                    <a:pt x="106455" y="52373"/>
                  </a:lnTo>
                  <a:lnTo>
                    <a:pt x="122475" y="71995"/>
                  </a:lnTo>
                  <a:lnTo>
                    <a:pt x="130053" y="81226"/>
                  </a:lnTo>
                  <a:lnTo>
                    <a:pt x="133729" y="85703"/>
                  </a:lnTo>
                  <a:lnTo>
                    <a:pt x="129792" y="89326"/>
                  </a:lnTo>
                  <a:lnTo>
                    <a:pt x="136328" y="98026"/>
                  </a:lnTo>
                  <a:lnTo>
                    <a:pt x="131760" y="104373"/>
                  </a:lnTo>
                  <a:lnTo>
                    <a:pt x="132339" y="104563"/>
                  </a:lnTo>
                  <a:lnTo>
                    <a:pt x="143746" y="108304"/>
                  </a:lnTo>
                  <a:lnTo>
                    <a:pt x="141607" y="116390"/>
                  </a:lnTo>
                  <a:lnTo>
                    <a:pt x="141227" y="116269"/>
                  </a:lnTo>
                  <a:lnTo>
                    <a:pt x="134543" y="114142"/>
                  </a:lnTo>
                  <a:lnTo>
                    <a:pt x="133694" y="115276"/>
                  </a:lnTo>
                  <a:lnTo>
                    <a:pt x="127875" y="123055"/>
                  </a:lnTo>
                  <a:lnTo>
                    <a:pt x="123799" y="128809"/>
                  </a:lnTo>
                  <a:lnTo>
                    <a:pt x="123686" y="128968"/>
                  </a:lnTo>
                  <a:lnTo>
                    <a:pt x="123454" y="129283"/>
                  </a:lnTo>
                  <a:lnTo>
                    <a:pt x="119440" y="134736"/>
                  </a:lnTo>
                  <a:lnTo>
                    <a:pt x="109580" y="144144"/>
                  </a:lnTo>
                  <a:lnTo>
                    <a:pt x="107272" y="145105"/>
                  </a:lnTo>
                  <a:lnTo>
                    <a:pt x="106762" y="145876"/>
                  </a:lnTo>
                  <a:lnTo>
                    <a:pt x="92132" y="168009"/>
                  </a:lnTo>
                  <a:lnTo>
                    <a:pt x="90992" y="169733"/>
                  </a:lnTo>
                  <a:lnTo>
                    <a:pt x="90798" y="169607"/>
                  </a:lnTo>
                  <a:lnTo>
                    <a:pt x="84495" y="165538"/>
                  </a:lnTo>
                  <a:lnTo>
                    <a:pt x="83996" y="166289"/>
                  </a:lnTo>
                  <a:lnTo>
                    <a:pt x="81381" y="170219"/>
                  </a:lnTo>
                  <a:lnTo>
                    <a:pt x="71604" y="184915"/>
                  </a:lnTo>
                  <a:lnTo>
                    <a:pt x="71755" y="185012"/>
                  </a:lnTo>
                  <a:lnTo>
                    <a:pt x="78054" y="189036"/>
                  </a:lnTo>
                  <a:lnTo>
                    <a:pt x="72606" y="197763"/>
                  </a:lnTo>
                  <a:lnTo>
                    <a:pt x="68835" y="203804"/>
                  </a:lnTo>
                  <a:lnTo>
                    <a:pt x="68802" y="204262"/>
                  </a:lnTo>
                  <a:lnTo>
                    <a:pt x="68023" y="215106"/>
                  </a:lnTo>
                  <a:lnTo>
                    <a:pt x="68009" y="217655"/>
                  </a:lnTo>
                  <a:lnTo>
                    <a:pt x="67410" y="217461"/>
                  </a:lnTo>
                  <a:lnTo>
                    <a:pt x="66592" y="217196"/>
                  </a:lnTo>
                  <a:lnTo>
                    <a:pt x="61039" y="215399"/>
                  </a:lnTo>
                  <a:lnTo>
                    <a:pt x="60839" y="216098"/>
                  </a:lnTo>
                  <a:lnTo>
                    <a:pt x="58544" y="219426"/>
                  </a:lnTo>
                  <a:lnTo>
                    <a:pt x="58277" y="219675"/>
                  </a:lnTo>
                  <a:lnTo>
                    <a:pt x="54259" y="223424"/>
                  </a:lnTo>
                  <a:lnTo>
                    <a:pt x="49445" y="218495"/>
                  </a:lnTo>
                  <a:lnTo>
                    <a:pt x="39414" y="209757"/>
                  </a:lnTo>
                  <a:lnTo>
                    <a:pt x="25698" y="197057"/>
                  </a:lnTo>
                  <a:lnTo>
                    <a:pt x="24065" y="195764"/>
                  </a:lnTo>
                  <a:lnTo>
                    <a:pt x="20317" y="192797"/>
                  </a:lnTo>
                  <a:lnTo>
                    <a:pt x="26093" y="185890"/>
                  </a:lnTo>
                  <a:lnTo>
                    <a:pt x="26494" y="185411"/>
                  </a:lnTo>
                  <a:lnTo>
                    <a:pt x="14675" y="174476"/>
                  </a:lnTo>
                  <a:lnTo>
                    <a:pt x="0" y="160767"/>
                  </a:lnTo>
                  <a:lnTo>
                    <a:pt x="5106" y="154913"/>
                  </a:lnTo>
                  <a:lnTo>
                    <a:pt x="10485" y="149356"/>
                  </a:lnTo>
                  <a:lnTo>
                    <a:pt x="16506" y="143135"/>
                  </a:lnTo>
                  <a:lnTo>
                    <a:pt x="17266" y="143801"/>
                  </a:lnTo>
                  <a:lnTo>
                    <a:pt x="19823" y="146044"/>
                  </a:lnTo>
                  <a:lnTo>
                    <a:pt x="23004" y="148833"/>
                  </a:lnTo>
                  <a:lnTo>
                    <a:pt x="30594" y="155489"/>
                  </a:lnTo>
                  <a:lnTo>
                    <a:pt x="36614" y="161172"/>
                  </a:lnTo>
                  <a:lnTo>
                    <a:pt x="37332" y="161815"/>
                  </a:lnTo>
                  <a:lnTo>
                    <a:pt x="53509" y="176288"/>
                  </a:lnTo>
                  <a:lnTo>
                    <a:pt x="56389" y="178865"/>
                  </a:lnTo>
                  <a:lnTo>
                    <a:pt x="56662" y="178538"/>
                  </a:lnTo>
                  <a:lnTo>
                    <a:pt x="59426" y="175218"/>
                  </a:lnTo>
                  <a:lnTo>
                    <a:pt x="60749" y="173630"/>
                  </a:lnTo>
                  <a:lnTo>
                    <a:pt x="62647" y="171350"/>
                  </a:lnTo>
                  <a:lnTo>
                    <a:pt x="65580" y="167828"/>
                  </a:lnTo>
                  <a:lnTo>
                    <a:pt x="67101" y="166001"/>
                  </a:lnTo>
                  <a:lnTo>
                    <a:pt x="69857" y="162691"/>
                  </a:lnTo>
                  <a:lnTo>
                    <a:pt x="71303" y="160956"/>
                  </a:lnTo>
                  <a:lnTo>
                    <a:pt x="74461" y="159314"/>
                  </a:lnTo>
                  <a:lnTo>
                    <a:pt x="73769" y="157764"/>
                  </a:lnTo>
                  <a:lnTo>
                    <a:pt x="74672" y="157509"/>
                  </a:lnTo>
                  <a:lnTo>
                    <a:pt x="76702" y="154317"/>
                  </a:lnTo>
                  <a:lnTo>
                    <a:pt x="75971" y="153388"/>
                  </a:lnTo>
                  <a:lnTo>
                    <a:pt x="75694" y="153035"/>
                  </a:lnTo>
                  <a:lnTo>
                    <a:pt x="81631" y="142043"/>
                  </a:lnTo>
                  <a:lnTo>
                    <a:pt x="80132" y="136050"/>
                  </a:lnTo>
                  <a:lnTo>
                    <a:pt x="79399" y="133119"/>
                  </a:lnTo>
                  <a:lnTo>
                    <a:pt x="80214" y="132346"/>
                  </a:lnTo>
                  <a:lnTo>
                    <a:pt x="84899" y="127905"/>
                  </a:lnTo>
                  <a:lnTo>
                    <a:pt x="82962" y="127212"/>
                  </a:lnTo>
                  <a:lnTo>
                    <a:pt x="82296" y="126974"/>
                  </a:lnTo>
                  <a:lnTo>
                    <a:pt x="81479" y="126682"/>
                  </a:lnTo>
                  <a:lnTo>
                    <a:pt x="82462" y="121119"/>
                  </a:lnTo>
                  <a:lnTo>
                    <a:pt x="88446" y="121236"/>
                  </a:lnTo>
                  <a:lnTo>
                    <a:pt x="89033" y="123290"/>
                  </a:lnTo>
                  <a:lnTo>
                    <a:pt x="90385" y="128019"/>
                  </a:lnTo>
                  <a:lnTo>
                    <a:pt x="94304" y="130306"/>
                  </a:lnTo>
                  <a:lnTo>
                    <a:pt x="94267" y="131887"/>
                  </a:lnTo>
                  <a:lnTo>
                    <a:pt x="98114" y="135819"/>
                  </a:lnTo>
                  <a:lnTo>
                    <a:pt x="98496" y="135173"/>
                  </a:lnTo>
                  <a:lnTo>
                    <a:pt x="101163" y="130658"/>
                  </a:lnTo>
                  <a:lnTo>
                    <a:pt x="102815" y="122910"/>
                  </a:lnTo>
                  <a:lnTo>
                    <a:pt x="104098" y="114317"/>
                  </a:lnTo>
                  <a:lnTo>
                    <a:pt x="101704" y="112424"/>
                  </a:lnTo>
                  <a:lnTo>
                    <a:pt x="105798" y="106884"/>
                  </a:lnTo>
                  <a:lnTo>
                    <a:pt x="90700" y="95534"/>
                  </a:lnTo>
                  <a:lnTo>
                    <a:pt x="88758" y="94074"/>
                  </a:lnTo>
                  <a:lnTo>
                    <a:pt x="88994" y="90082"/>
                  </a:lnTo>
                  <a:lnTo>
                    <a:pt x="94731" y="83714"/>
                  </a:lnTo>
                  <a:lnTo>
                    <a:pt x="81555" y="70152"/>
                  </a:lnTo>
                  <a:lnTo>
                    <a:pt x="70312" y="57401"/>
                  </a:lnTo>
                  <a:lnTo>
                    <a:pt x="63891" y="60162"/>
                  </a:lnTo>
                  <a:lnTo>
                    <a:pt x="62217" y="59272"/>
                  </a:lnTo>
                  <a:lnTo>
                    <a:pt x="60203" y="52506"/>
                  </a:lnTo>
                  <a:lnTo>
                    <a:pt x="58418" y="45174"/>
                  </a:lnTo>
                  <a:lnTo>
                    <a:pt x="57549" y="45413"/>
                  </a:lnTo>
                  <a:lnTo>
                    <a:pt x="45821" y="48642"/>
                  </a:lnTo>
                  <a:lnTo>
                    <a:pt x="45253" y="46699"/>
                  </a:lnTo>
                  <a:lnTo>
                    <a:pt x="44496" y="44112"/>
                  </a:lnTo>
                  <a:lnTo>
                    <a:pt x="42501" y="41982"/>
                  </a:lnTo>
                  <a:lnTo>
                    <a:pt x="34952" y="33923"/>
                  </a:lnTo>
                  <a:lnTo>
                    <a:pt x="32575" y="31384"/>
                  </a:lnTo>
                  <a:lnTo>
                    <a:pt x="27441" y="25904"/>
                  </a:lnTo>
                  <a:lnTo>
                    <a:pt x="42725" y="11890"/>
                  </a:lnTo>
                  <a:lnTo>
                    <a:pt x="41364" y="10488"/>
                  </a:lnTo>
                  <a:lnTo>
                    <a:pt x="37938" y="6958"/>
                  </a:lnTo>
                  <a:lnTo>
                    <a:pt x="38238" y="6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4392" y="2444575"/>
              <a:ext cx="310914" cy="350159"/>
            </a:xfrm>
            <a:custGeom>
              <a:avLst/>
              <a:pathLst>
                <a:path w="310914" h="350159">
                  <a:moveTo>
                    <a:pt x="268209" y="6893"/>
                  </a:moveTo>
                  <a:lnTo>
                    <a:pt x="274098" y="19515"/>
                  </a:lnTo>
                  <a:lnTo>
                    <a:pt x="221283" y="50003"/>
                  </a:lnTo>
                  <a:lnTo>
                    <a:pt x="217089" y="43077"/>
                  </a:lnTo>
                  <a:lnTo>
                    <a:pt x="216344" y="41847"/>
                  </a:lnTo>
                  <a:lnTo>
                    <a:pt x="199985" y="47447"/>
                  </a:lnTo>
                  <a:lnTo>
                    <a:pt x="198652" y="47903"/>
                  </a:lnTo>
                  <a:lnTo>
                    <a:pt x="198343" y="45921"/>
                  </a:lnTo>
                  <a:lnTo>
                    <a:pt x="197999" y="43716"/>
                  </a:lnTo>
                  <a:lnTo>
                    <a:pt x="194852" y="43473"/>
                  </a:lnTo>
                  <a:lnTo>
                    <a:pt x="194070" y="48041"/>
                  </a:lnTo>
                  <a:lnTo>
                    <a:pt x="193386" y="52037"/>
                  </a:lnTo>
                  <a:lnTo>
                    <a:pt x="192775" y="55610"/>
                  </a:lnTo>
                  <a:lnTo>
                    <a:pt x="197749" y="57028"/>
                  </a:lnTo>
                  <a:lnTo>
                    <a:pt x="198949" y="57370"/>
                  </a:lnTo>
                  <a:lnTo>
                    <a:pt x="196871" y="69931"/>
                  </a:lnTo>
                  <a:lnTo>
                    <a:pt x="194852" y="82129"/>
                  </a:lnTo>
                  <a:lnTo>
                    <a:pt x="188856" y="80794"/>
                  </a:lnTo>
                  <a:lnTo>
                    <a:pt x="185472" y="90867"/>
                  </a:lnTo>
                  <a:lnTo>
                    <a:pt x="188116" y="90716"/>
                  </a:lnTo>
                  <a:lnTo>
                    <a:pt x="191087" y="90546"/>
                  </a:lnTo>
                  <a:lnTo>
                    <a:pt x="199246" y="90078"/>
                  </a:lnTo>
                  <a:lnTo>
                    <a:pt x="199414" y="89247"/>
                  </a:lnTo>
                  <a:lnTo>
                    <a:pt x="199899" y="86862"/>
                  </a:lnTo>
                  <a:lnTo>
                    <a:pt x="203137" y="86579"/>
                  </a:lnTo>
                  <a:lnTo>
                    <a:pt x="207251" y="86219"/>
                  </a:lnTo>
                  <a:lnTo>
                    <a:pt x="213079" y="85709"/>
                  </a:lnTo>
                  <a:lnTo>
                    <a:pt x="238310" y="88986"/>
                  </a:lnTo>
                  <a:lnTo>
                    <a:pt x="239913" y="91049"/>
                  </a:lnTo>
                  <a:lnTo>
                    <a:pt x="254399" y="92991"/>
                  </a:lnTo>
                  <a:lnTo>
                    <a:pt x="276207" y="95009"/>
                  </a:lnTo>
                  <a:lnTo>
                    <a:pt x="294374" y="85300"/>
                  </a:lnTo>
                  <a:lnTo>
                    <a:pt x="304153" y="90130"/>
                  </a:lnTo>
                  <a:lnTo>
                    <a:pt x="284091" y="104577"/>
                  </a:lnTo>
                  <a:lnTo>
                    <a:pt x="270716" y="104577"/>
                  </a:lnTo>
                  <a:lnTo>
                    <a:pt x="268588" y="118403"/>
                  </a:lnTo>
                  <a:lnTo>
                    <a:pt x="260104" y="117691"/>
                  </a:lnTo>
                  <a:lnTo>
                    <a:pt x="260381" y="108927"/>
                  </a:lnTo>
                  <a:lnTo>
                    <a:pt x="249987" y="109186"/>
                  </a:lnTo>
                  <a:lnTo>
                    <a:pt x="248883" y="113589"/>
                  </a:lnTo>
                  <a:lnTo>
                    <a:pt x="247117" y="130691"/>
                  </a:lnTo>
                  <a:lnTo>
                    <a:pt x="238330" y="129599"/>
                  </a:lnTo>
                  <a:lnTo>
                    <a:pt x="236074" y="129356"/>
                  </a:lnTo>
                  <a:lnTo>
                    <a:pt x="236668" y="132876"/>
                  </a:lnTo>
                  <a:lnTo>
                    <a:pt x="251035" y="154358"/>
                  </a:lnTo>
                  <a:lnTo>
                    <a:pt x="255428" y="152537"/>
                  </a:lnTo>
                  <a:lnTo>
                    <a:pt x="268964" y="173776"/>
                  </a:lnTo>
                  <a:lnTo>
                    <a:pt x="266471" y="176082"/>
                  </a:lnTo>
                  <a:lnTo>
                    <a:pt x="275258" y="181665"/>
                  </a:lnTo>
                  <a:lnTo>
                    <a:pt x="278463" y="179359"/>
                  </a:lnTo>
                  <a:lnTo>
                    <a:pt x="310060" y="206548"/>
                  </a:lnTo>
                  <a:lnTo>
                    <a:pt x="310914" y="224801"/>
                  </a:lnTo>
                  <a:lnTo>
                    <a:pt x="300181" y="225190"/>
                  </a:lnTo>
                  <a:lnTo>
                    <a:pt x="288117" y="221597"/>
                  </a:lnTo>
                  <a:lnTo>
                    <a:pt x="272064" y="209072"/>
                  </a:lnTo>
                  <a:lnTo>
                    <a:pt x="274628" y="204994"/>
                  </a:lnTo>
                  <a:lnTo>
                    <a:pt x="241667" y="185284"/>
                  </a:lnTo>
                  <a:lnTo>
                    <a:pt x="226183" y="183342"/>
                  </a:lnTo>
                  <a:lnTo>
                    <a:pt x="193792" y="173244"/>
                  </a:lnTo>
                  <a:lnTo>
                    <a:pt x="201391" y="184216"/>
                  </a:lnTo>
                  <a:lnTo>
                    <a:pt x="193127" y="201984"/>
                  </a:lnTo>
                  <a:lnTo>
                    <a:pt x="197429" y="203271"/>
                  </a:lnTo>
                  <a:lnTo>
                    <a:pt x="209505" y="206885"/>
                  </a:lnTo>
                  <a:lnTo>
                    <a:pt x="237582" y="215286"/>
                  </a:lnTo>
                  <a:lnTo>
                    <a:pt x="232929" y="228652"/>
                  </a:lnTo>
                  <a:lnTo>
                    <a:pt x="223513" y="226849"/>
                  </a:lnTo>
                  <a:lnTo>
                    <a:pt x="220188" y="234860"/>
                  </a:lnTo>
                  <a:lnTo>
                    <a:pt x="210974" y="234811"/>
                  </a:lnTo>
                  <a:lnTo>
                    <a:pt x="212636" y="237918"/>
                  </a:lnTo>
                  <a:lnTo>
                    <a:pt x="221708" y="243355"/>
                  </a:lnTo>
                  <a:lnTo>
                    <a:pt x="226208" y="238373"/>
                  </a:lnTo>
                  <a:lnTo>
                    <a:pt x="245924" y="249505"/>
                  </a:lnTo>
                  <a:lnTo>
                    <a:pt x="243567" y="256939"/>
                  </a:lnTo>
                  <a:lnTo>
                    <a:pt x="259620" y="257231"/>
                  </a:lnTo>
                  <a:lnTo>
                    <a:pt x="259335" y="260920"/>
                  </a:lnTo>
                  <a:lnTo>
                    <a:pt x="277998" y="255379"/>
                  </a:lnTo>
                  <a:lnTo>
                    <a:pt x="278997" y="258002"/>
                  </a:lnTo>
                  <a:lnTo>
                    <a:pt x="287167" y="279465"/>
                  </a:lnTo>
                  <a:lnTo>
                    <a:pt x="280613" y="284126"/>
                  </a:lnTo>
                  <a:lnTo>
                    <a:pt x="281487" y="290125"/>
                  </a:lnTo>
                  <a:lnTo>
                    <a:pt x="286059" y="291703"/>
                  </a:lnTo>
                  <a:lnTo>
                    <a:pt x="284753" y="300502"/>
                  </a:lnTo>
                  <a:lnTo>
                    <a:pt x="283481" y="300203"/>
                  </a:lnTo>
                  <a:lnTo>
                    <a:pt x="269257" y="296861"/>
                  </a:lnTo>
                  <a:lnTo>
                    <a:pt x="269575" y="297611"/>
                  </a:lnTo>
                  <a:lnTo>
                    <a:pt x="271573" y="302323"/>
                  </a:lnTo>
                  <a:lnTo>
                    <a:pt x="266223" y="306274"/>
                  </a:lnTo>
                  <a:lnTo>
                    <a:pt x="263804" y="304842"/>
                  </a:lnTo>
                  <a:lnTo>
                    <a:pt x="257688" y="308812"/>
                  </a:lnTo>
                  <a:lnTo>
                    <a:pt x="257502" y="308621"/>
                  </a:lnTo>
                  <a:lnTo>
                    <a:pt x="256444" y="307535"/>
                  </a:lnTo>
                  <a:lnTo>
                    <a:pt x="227232" y="277558"/>
                  </a:lnTo>
                  <a:lnTo>
                    <a:pt x="207189" y="262945"/>
                  </a:lnTo>
                  <a:lnTo>
                    <a:pt x="206529" y="264378"/>
                  </a:lnTo>
                  <a:lnTo>
                    <a:pt x="197702" y="283567"/>
                  </a:lnTo>
                  <a:lnTo>
                    <a:pt x="180878" y="279270"/>
                  </a:lnTo>
                  <a:lnTo>
                    <a:pt x="190957" y="260168"/>
                  </a:lnTo>
                  <a:lnTo>
                    <a:pt x="184783" y="256575"/>
                  </a:lnTo>
                  <a:lnTo>
                    <a:pt x="178229" y="270654"/>
                  </a:lnTo>
                  <a:lnTo>
                    <a:pt x="157996" y="263178"/>
                  </a:lnTo>
                  <a:lnTo>
                    <a:pt x="152011" y="268421"/>
                  </a:lnTo>
                  <a:lnTo>
                    <a:pt x="150397" y="276868"/>
                  </a:lnTo>
                  <a:lnTo>
                    <a:pt x="180224" y="296869"/>
                  </a:lnTo>
                  <a:lnTo>
                    <a:pt x="187633" y="297840"/>
                  </a:lnTo>
                  <a:lnTo>
                    <a:pt x="196642" y="306862"/>
                  </a:lnTo>
                  <a:lnTo>
                    <a:pt x="226294" y="322502"/>
                  </a:lnTo>
                  <a:lnTo>
                    <a:pt x="229375" y="324241"/>
                  </a:lnTo>
                  <a:lnTo>
                    <a:pt x="232832" y="326192"/>
                  </a:lnTo>
                  <a:lnTo>
                    <a:pt x="243641" y="332292"/>
                  </a:lnTo>
                  <a:lnTo>
                    <a:pt x="239313" y="340705"/>
                  </a:lnTo>
                  <a:lnTo>
                    <a:pt x="225237" y="332474"/>
                  </a:lnTo>
                  <a:lnTo>
                    <a:pt x="213322" y="350159"/>
                  </a:lnTo>
                  <a:lnTo>
                    <a:pt x="212610" y="349696"/>
                  </a:lnTo>
                  <a:lnTo>
                    <a:pt x="208309" y="346893"/>
                  </a:lnTo>
                  <a:lnTo>
                    <a:pt x="202992" y="343429"/>
                  </a:lnTo>
                  <a:lnTo>
                    <a:pt x="199722" y="348964"/>
                  </a:lnTo>
                  <a:lnTo>
                    <a:pt x="198666" y="348318"/>
                  </a:lnTo>
                  <a:lnTo>
                    <a:pt x="181541" y="337840"/>
                  </a:lnTo>
                  <a:lnTo>
                    <a:pt x="180897" y="337400"/>
                  </a:lnTo>
                  <a:lnTo>
                    <a:pt x="172575" y="331713"/>
                  </a:lnTo>
                  <a:lnTo>
                    <a:pt x="165431" y="326830"/>
                  </a:lnTo>
                  <a:lnTo>
                    <a:pt x="169117" y="320556"/>
                  </a:lnTo>
                  <a:lnTo>
                    <a:pt x="164101" y="316740"/>
                  </a:lnTo>
                  <a:lnTo>
                    <a:pt x="163332" y="316332"/>
                  </a:lnTo>
                  <a:lnTo>
                    <a:pt x="158088" y="312458"/>
                  </a:lnTo>
                  <a:lnTo>
                    <a:pt x="152503" y="308497"/>
                  </a:lnTo>
                  <a:lnTo>
                    <a:pt x="145813" y="304295"/>
                  </a:lnTo>
                  <a:lnTo>
                    <a:pt x="140192" y="300079"/>
                  </a:lnTo>
                  <a:lnTo>
                    <a:pt x="135274" y="296754"/>
                  </a:lnTo>
                  <a:lnTo>
                    <a:pt x="134806" y="296438"/>
                  </a:lnTo>
                  <a:lnTo>
                    <a:pt x="128805" y="292610"/>
                  </a:lnTo>
                  <a:lnTo>
                    <a:pt x="111470" y="280813"/>
                  </a:lnTo>
                  <a:lnTo>
                    <a:pt x="93597" y="268316"/>
                  </a:lnTo>
                  <a:lnTo>
                    <a:pt x="73694" y="254428"/>
                  </a:lnTo>
                  <a:lnTo>
                    <a:pt x="72442" y="253597"/>
                  </a:lnTo>
                  <a:lnTo>
                    <a:pt x="69491" y="251636"/>
                  </a:lnTo>
                  <a:lnTo>
                    <a:pt x="67615" y="250389"/>
                  </a:lnTo>
                  <a:lnTo>
                    <a:pt x="67070" y="251221"/>
                  </a:lnTo>
                  <a:lnTo>
                    <a:pt x="57257" y="269339"/>
                  </a:lnTo>
                  <a:lnTo>
                    <a:pt x="52353" y="266519"/>
                  </a:lnTo>
                  <a:lnTo>
                    <a:pt x="51846" y="266235"/>
                  </a:lnTo>
                  <a:lnTo>
                    <a:pt x="51211" y="267284"/>
                  </a:lnTo>
                  <a:lnTo>
                    <a:pt x="42769" y="281208"/>
                  </a:lnTo>
                  <a:lnTo>
                    <a:pt x="37066" y="277569"/>
                  </a:lnTo>
                  <a:lnTo>
                    <a:pt x="36145" y="276929"/>
                  </a:lnTo>
                  <a:lnTo>
                    <a:pt x="34122" y="275355"/>
                  </a:lnTo>
                  <a:lnTo>
                    <a:pt x="30939" y="264990"/>
                  </a:lnTo>
                  <a:lnTo>
                    <a:pt x="27710" y="261325"/>
                  </a:lnTo>
                  <a:lnTo>
                    <a:pt x="23886" y="257926"/>
                  </a:lnTo>
                  <a:lnTo>
                    <a:pt x="16192" y="251664"/>
                  </a:lnTo>
                  <a:lnTo>
                    <a:pt x="10561" y="248786"/>
                  </a:lnTo>
                  <a:lnTo>
                    <a:pt x="7263" y="247100"/>
                  </a:lnTo>
                  <a:lnTo>
                    <a:pt x="10778" y="245243"/>
                  </a:lnTo>
                  <a:lnTo>
                    <a:pt x="16833" y="242042"/>
                  </a:lnTo>
                  <a:lnTo>
                    <a:pt x="17903" y="241959"/>
                  </a:lnTo>
                  <a:lnTo>
                    <a:pt x="20299" y="241774"/>
                  </a:lnTo>
                  <a:lnTo>
                    <a:pt x="18846" y="231550"/>
                  </a:lnTo>
                  <a:lnTo>
                    <a:pt x="15633" y="226836"/>
                  </a:lnTo>
                  <a:lnTo>
                    <a:pt x="13184" y="222574"/>
                  </a:lnTo>
                  <a:lnTo>
                    <a:pt x="8794" y="215465"/>
                  </a:lnTo>
                  <a:lnTo>
                    <a:pt x="9857" y="214688"/>
                  </a:lnTo>
                  <a:lnTo>
                    <a:pt x="4158" y="205729"/>
                  </a:lnTo>
                  <a:lnTo>
                    <a:pt x="0" y="201242"/>
                  </a:lnTo>
                  <a:lnTo>
                    <a:pt x="6150" y="180321"/>
                  </a:lnTo>
                  <a:lnTo>
                    <a:pt x="6240" y="180015"/>
                  </a:lnTo>
                  <a:lnTo>
                    <a:pt x="12832" y="157592"/>
                  </a:lnTo>
                  <a:lnTo>
                    <a:pt x="27508" y="171302"/>
                  </a:lnTo>
                  <a:lnTo>
                    <a:pt x="39326" y="182236"/>
                  </a:lnTo>
                  <a:lnTo>
                    <a:pt x="38925" y="182715"/>
                  </a:lnTo>
                  <a:lnTo>
                    <a:pt x="33149" y="189622"/>
                  </a:lnTo>
                  <a:lnTo>
                    <a:pt x="36897" y="192589"/>
                  </a:lnTo>
                  <a:lnTo>
                    <a:pt x="38530" y="193882"/>
                  </a:lnTo>
                  <a:lnTo>
                    <a:pt x="52247" y="206582"/>
                  </a:lnTo>
                  <a:lnTo>
                    <a:pt x="62278" y="215320"/>
                  </a:lnTo>
                  <a:lnTo>
                    <a:pt x="67091" y="220250"/>
                  </a:lnTo>
                  <a:lnTo>
                    <a:pt x="71109" y="216500"/>
                  </a:lnTo>
                  <a:lnTo>
                    <a:pt x="71376" y="216251"/>
                  </a:lnTo>
                  <a:lnTo>
                    <a:pt x="73672" y="212923"/>
                  </a:lnTo>
                  <a:lnTo>
                    <a:pt x="73871" y="212224"/>
                  </a:lnTo>
                  <a:lnTo>
                    <a:pt x="79424" y="214021"/>
                  </a:lnTo>
                  <a:lnTo>
                    <a:pt x="80243" y="214286"/>
                  </a:lnTo>
                  <a:lnTo>
                    <a:pt x="80841" y="214480"/>
                  </a:lnTo>
                  <a:lnTo>
                    <a:pt x="80855" y="211931"/>
                  </a:lnTo>
                  <a:lnTo>
                    <a:pt x="81634" y="201088"/>
                  </a:lnTo>
                  <a:lnTo>
                    <a:pt x="81667" y="200629"/>
                  </a:lnTo>
                  <a:lnTo>
                    <a:pt x="85439" y="194588"/>
                  </a:lnTo>
                  <a:lnTo>
                    <a:pt x="90886" y="185861"/>
                  </a:lnTo>
                  <a:lnTo>
                    <a:pt x="84588" y="181837"/>
                  </a:lnTo>
                  <a:lnTo>
                    <a:pt x="84436" y="181741"/>
                  </a:lnTo>
                  <a:lnTo>
                    <a:pt x="94214" y="167044"/>
                  </a:lnTo>
                  <a:lnTo>
                    <a:pt x="96828" y="163115"/>
                  </a:lnTo>
                  <a:lnTo>
                    <a:pt x="97327" y="162364"/>
                  </a:lnTo>
                  <a:lnTo>
                    <a:pt x="103630" y="166433"/>
                  </a:lnTo>
                  <a:lnTo>
                    <a:pt x="103825" y="166558"/>
                  </a:lnTo>
                  <a:lnTo>
                    <a:pt x="104964" y="164834"/>
                  </a:lnTo>
                  <a:lnTo>
                    <a:pt x="119595" y="142701"/>
                  </a:lnTo>
                  <a:lnTo>
                    <a:pt x="120104" y="141931"/>
                  </a:lnTo>
                  <a:lnTo>
                    <a:pt x="122412" y="140969"/>
                  </a:lnTo>
                  <a:lnTo>
                    <a:pt x="132272" y="131561"/>
                  </a:lnTo>
                  <a:lnTo>
                    <a:pt x="136287" y="126108"/>
                  </a:lnTo>
                  <a:lnTo>
                    <a:pt x="136518" y="125794"/>
                  </a:lnTo>
                  <a:lnTo>
                    <a:pt x="136631" y="125634"/>
                  </a:lnTo>
                  <a:lnTo>
                    <a:pt x="140707" y="119881"/>
                  </a:lnTo>
                  <a:lnTo>
                    <a:pt x="146527" y="112102"/>
                  </a:lnTo>
                  <a:lnTo>
                    <a:pt x="147375" y="110967"/>
                  </a:lnTo>
                  <a:lnTo>
                    <a:pt x="154059" y="113095"/>
                  </a:lnTo>
                  <a:lnTo>
                    <a:pt x="154439" y="113216"/>
                  </a:lnTo>
                  <a:lnTo>
                    <a:pt x="156579" y="105129"/>
                  </a:lnTo>
                  <a:lnTo>
                    <a:pt x="160740" y="89403"/>
                  </a:lnTo>
                  <a:lnTo>
                    <a:pt x="162838" y="80174"/>
                  </a:lnTo>
                  <a:lnTo>
                    <a:pt x="166093" y="65617"/>
                  </a:lnTo>
                  <a:lnTo>
                    <a:pt x="159335" y="63966"/>
                  </a:lnTo>
                  <a:lnTo>
                    <a:pt x="164951" y="40507"/>
                  </a:lnTo>
                  <a:lnTo>
                    <a:pt x="167196" y="27670"/>
                  </a:lnTo>
                  <a:lnTo>
                    <a:pt x="167273" y="27351"/>
                  </a:lnTo>
                  <a:lnTo>
                    <a:pt x="188267" y="32387"/>
                  </a:lnTo>
                  <a:lnTo>
                    <a:pt x="189214" y="32614"/>
                  </a:lnTo>
                  <a:lnTo>
                    <a:pt x="192111" y="19603"/>
                  </a:lnTo>
                  <a:lnTo>
                    <a:pt x="195202" y="6585"/>
                  </a:lnTo>
                  <a:lnTo>
                    <a:pt x="195246" y="6399"/>
                  </a:lnTo>
                  <a:lnTo>
                    <a:pt x="199103" y="7446"/>
                  </a:lnTo>
                  <a:lnTo>
                    <a:pt x="202816" y="8455"/>
                  </a:lnTo>
                  <a:lnTo>
                    <a:pt x="204745" y="8951"/>
                  </a:lnTo>
                  <a:lnTo>
                    <a:pt x="202685" y="19109"/>
                  </a:lnTo>
                  <a:lnTo>
                    <a:pt x="201108" y="26885"/>
                  </a:lnTo>
                  <a:lnTo>
                    <a:pt x="210797" y="25428"/>
                  </a:lnTo>
                  <a:lnTo>
                    <a:pt x="213504" y="21933"/>
                  </a:lnTo>
                  <a:lnTo>
                    <a:pt x="213361" y="16107"/>
                  </a:lnTo>
                  <a:lnTo>
                    <a:pt x="220001" y="12346"/>
                  </a:lnTo>
                  <a:lnTo>
                    <a:pt x="223278" y="18447"/>
                  </a:lnTo>
                  <a:lnTo>
                    <a:pt x="243131" y="8330"/>
                  </a:lnTo>
                  <a:lnTo>
                    <a:pt x="256430" y="1553"/>
                  </a:lnTo>
                  <a:lnTo>
                    <a:pt x="268398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84114" y="2496691"/>
              <a:ext cx="188909" cy="158447"/>
            </a:xfrm>
            <a:custGeom>
              <a:avLst/>
              <a:pathLst>
                <a:path w="188909" h="158447">
                  <a:moveTo>
                    <a:pt x="28262" y="6411"/>
                  </a:moveTo>
                  <a:lnTo>
                    <a:pt x="29180" y="18527"/>
                  </a:lnTo>
                  <a:lnTo>
                    <a:pt x="37388" y="17595"/>
                  </a:lnTo>
                  <a:lnTo>
                    <a:pt x="43315" y="12468"/>
                  </a:lnTo>
                  <a:lnTo>
                    <a:pt x="50838" y="16197"/>
                  </a:lnTo>
                  <a:lnTo>
                    <a:pt x="62009" y="25751"/>
                  </a:lnTo>
                  <a:lnTo>
                    <a:pt x="66569" y="20391"/>
                  </a:lnTo>
                  <a:lnTo>
                    <a:pt x="74094" y="19927"/>
                  </a:lnTo>
                  <a:lnTo>
                    <a:pt x="86402" y="29246"/>
                  </a:lnTo>
                  <a:lnTo>
                    <a:pt x="88454" y="27615"/>
                  </a:lnTo>
                  <a:lnTo>
                    <a:pt x="98274" y="34915"/>
                  </a:lnTo>
                  <a:lnTo>
                    <a:pt x="98485" y="35072"/>
                  </a:lnTo>
                  <a:lnTo>
                    <a:pt x="97822" y="35944"/>
                  </a:lnTo>
                  <a:lnTo>
                    <a:pt x="95294" y="39266"/>
                  </a:lnTo>
                  <a:lnTo>
                    <a:pt x="110606" y="50603"/>
                  </a:lnTo>
                  <a:lnTo>
                    <a:pt x="104940" y="58471"/>
                  </a:lnTo>
                  <a:lnTo>
                    <a:pt x="123915" y="75858"/>
                  </a:lnTo>
                  <a:lnTo>
                    <a:pt x="124887" y="76749"/>
                  </a:lnTo>
                  <a:lnTo>
                    <a:pt x="119579" y="84267"/>
                  </a:lnTo>
                  <a:lnTo>
                    <a:pt x="123320" y="87235"/>
                  </a:lnTo>
                  <a:lnTo>
                    <a:pt x="120257" y="93716"/>
                  </a:lnTo>
                  <a:lnTo>
                    <a:pt x="141345" y="107916"/>
                  </a:lnTo>
                  <a:lnTo>
                    <a:pt x="144265" y="104202"/>
                  </a:lnTo>
                  <a:lnTo>
                    <a:pt x="130801" y="96265"/>
                  </a:lnTo>
                  <a:lnTo>
                    <a:pt x="139065" y="87963"/>
                  </a:lnTo>
                  <a:lnTo>
                    <a:pt x="138396" y="81561"/>
                  </a:lnTo>
                  <a:lnTo>
                    <a:pt x="137795" y="75809"/>
                  </a:lnTo>
                  <a:lnTo>
                    <a:pt x="146201" y="62361"/>
                  </a:lnTo>
                  <a:lnTo>
                    <a:pt x="149893" y="64017"/>
                  </a:lnTo>
                  <a:lnTo>
                    <a:pt x="156270" y="66876"/>
                  </a:lnTo>
                  <a:lnTo>
                    <a:pt x="171564" y="57215"/>
                  </a:lnTo>
                  <a:lnTo>
                    <a:pt x="165977" y="52622"/>
                  </a:lnTo>
                  <a:lnTo>
                    <a:pt x="158693" y="46632"/>
                  </a:lnTo>
                  <a:lnTo>
                    <a:pt x="129618" y="13550"/>
                  </a:lnTo>
                  <a:lnTo>
                    <a:pt x="147002" y="4871"/>
                  </a:lnTo>
                  <a:lnTo>
                    <a:pt x="153423" y="2110"/>
                  </a:lnTo>
                  <a:lnTo>
                    <a:pt x="164666" y="14861"/>
                  </a:lnTo>
                  <a:lnTo>
                    <a:pt x="177920" y="28509"/>
                  </a:lnTo>
                  <a:lnTo>
                    <a:pt x="172105" y="34792"/>
                  </a:lnTo>
                  <a:lnTo>
                    <a:pt x="171930" y="38829"/>
                  </a:lnTo>
                  <a:lnTo>
                    <a:pt x="173811" y="40243"/>
                  </a:lnTo>
                  <a:lnTo>
                    <a:pt x="188909" y="51593"/>
                  </a:lnTo>
                  <a:lnTo>
                    <a:pt x="184815" y="57133"/>
                  </a:lnTo>
                  <a:lnTo>
                    <a:pt x="187209" y="59027"/>
                  </a:lnTo>
                  <a:lnTo>
                    <a:pt x="185926" y="67619"/>
                  </a:lnTo>
                  <a:lnTo>
                    <a:pt x="184273" y="75367"/>
                  </a:lnTo>
                  <a:lnTo>
                    <a:pt x="181607" y="79882"/>
                  </a:lnTo>
                  <a:lnTo>
                    <a:pt x="181225" y="80528"/>
                  </a:lnTo>
                  <a:lnTo>
                    <a:pt x="177378" y="76596"/>
                  </a:lnTo>
                  <a:lnTo>
                    <a:pt x="177415" y="75015"/>
                  </a:lnTo>
                  <a:lnTo>
                    <a:pt x="173496" y="72728"/>
                  </a:lnTo>
                  <a:lnTo>
                    <a:pt x="172144" y="67999"/>
                  </a:lnTo>
                  <a:lnTo>
                    <a:pt x="171557" y="65945"/>
                  </a:lnTo>
                  <a:lnTo>
                    <a:pt x="165573" y="65829"/>
                  </a:lnTo>
                  <a:lnTo>
                    <a:pt x="164590" y="71391"/>
                  </a:lnTo>
                  <a:lnTo>
                    <a:pt x="165407" y="71684"/>
                  </a:lnTo>
                  <a:lnTo>
                    <a:pt x="166073" y="71922"/>
                  </a:lnTo>
                  <a:lnTo>
                    <a:pt x="168009" y="72615"/>
                  </a:lnTo>
                  <a:lnTo>
                    <a:pt x="163325" y="77056"/>
                  </a:lnTo>
                  <a:lnTo>
                    <a:pt x="162510" y="77829"/>
                  </a:lnTo>
                  <a:lnTo>
                    <a:pt x="163243" y="80759"/>
                  </a:lnTo>
                  <a:lnTo>
                    <a:pt x="164742" y="86753"/>
                  </a:lnTo>
                  <a:lnTo>
                    <a:pt x="158805" y="97744"/>
                  </a:lnTo>
                  <a:lnTo>
                    <a:pt x="159157" y="98193"/>
                  </a:lnTo>
                  <a:lnTo>
                    <a:pt x="159813" y="99027"/>
                  </a:lnTo>
                  <a:lnTo>
                    <a:pt x="157783" y="102219"/>
                  </a:lnTo>
                  <a:lnTo>
                    <a:pt x="156880" y="102473"/>
                  </a:lnTo>
                  <a:lnTo>
                    <a:pt x="157572" y="104024"/>
                  </a:lnTo>
                  <a:lnTo>
                    <a:pt x="154414" y="105665"/>
                  </a:lnTo>
                  <a:lnTo>
                    <a:pt x="152968" y="107401"/>
                  </a:lnTo>
                  <a:lnTo>
                    <a:pt x="150212" y="110711"/>
                  </a:lnTo>
                  <a:lnTo>
                    <a:pt x="148691" y="112537"/>
                  </a:lnTo>
                  <a:lnTo>
                    <a:pt x="145758" y="116060"/>
                  </a:lnTo>
                  <a:lnTo>
                    <a:pt x="143860" y="118339"/>
                  </a:lnTo>
                  <a:lnTo>
                    <a:pt x="142537" y="119927"/>
                  </a:lnTo>
                  <a:lnTo>
                    <a:pt x="139773" y="123247"/>
                  </a:lnTo>
                  <a:lnTo>
                    <a:pt x="139500" y="123575"/>
                  </a:lnTo>
                  <a:lnTo>
                    <a:pt x="136620" y="120998"/>
                  </a:lnTo>
                  <a:lnTo>
                    <a:pt x="120443" y="106524"/>
                  </a:lnTo>
                  <a:lnTo>
                    <a:pt x="119725" y="105882"/>
                  </a:lnTo>
                  <a:lnTo>
                    <a:pt x="113705" y="100199"/>
                  </a:lnTo>
                  <a:lnTo>
                    <a:pt x="106115" y="93543"/>
                  </a:lnTo>
                  <a:lnTo>
                    <a:pt x="102934" y="90753"/>
                  </a:lnTo>
                  <a:lnTo>
                    <a:pt x="100376" y="88510"/>
                  </a:lnTo>
                  <a:lnTo>
                    <a:pt x="99617" y="87844"/>
                  </a:lnTo>
                  <a:lnTo>
                    <a:pt x="93596" y="94065"/>
                  </a:lnTo>
                  <a:lnTo>
                    <a:pt x="88216" y="99622"/>
                  </a:lnTo>
                  <a:lnTo>
                    <a:pt x="83110" y="105476"/>
                  </a:lnTo>
                  <a:lnTo>
                    <a:pt x="76519" y="127899"/>
                  </a:lnTo>
                  <a:lnTo>
                    <a:pt x="76428" y="128205"/>
                  </a:lnTo>
                  <a:lnTo>
                    <a:pt x="70278" y="149126"/>
                  </a:lnTo>
                  <a:lnTo>
                    <a:pt x="58192" y="154411"/>
                  </a:lnTo>
                  <a:lnTo>
                    <a:pt x="54534" y="158447"/>
                  </a:lnTo>
                  <a:lnTo>
                    <a:pt x="51729" y="157486"/>
                  </a:lnTo>
                  <a:lnTo>
                    <a:pt x="43063" y="154515"/>
                  </a:lnTo>
                  <a:lnTo>
                    <a:pt x="39027" y="150688"/>
                  </a:lnTo>
                  <a:lnTo>
                    <a:pt x="35927" y="146235"/>
                  </a:lnTo>
                  <a:lnTo>
                    <a:pt x="30268" y="152263"/>
                  </a:lnTo>
                  <a:lnTo>
                    <a:pt x="26730" y="146038"/>
                  </a:lnTo>
                  <a:lnTo>
                    <a:pt x="24000" y="141682"/>
                  </a:lnTo>
                  <a:lnTo>
                    <a:pt x="22849" y="139844"/>
                  </a:lnTo>
                  <a:lnTo>
                    <a:pt x="17987" y="131654"/>
                  </a:lnTo>
                  <a:lnTo>
                    <a:pt x="15835" y="128029"/>
                  </a:lnTo>
                  <a:lnTo>
                    <a:pt x="14822" y="126324"/>
                  </a:lnTo>
                  <a:lnTo>
                    <a:pt x="15565" y="125995"/>
                  </a:lnTo>
                  <a:lnTo>
                    <a:pt x="19280" y="124350"/>
                  </a:lnTo>
                  <a:lnTo>
                    <a:pt x="20536" y="123794"/>
                  </a:lnTo>
                  <a:lnTo>
                    <a:pt x="15328" y="120574"/>
                  </a:lnTo>
                  <a:lnTo>
                    <a:pt x="14161" y="119853"/>
                  </a:lnTo>
                  <a:lnTo>
                    <a:pt x="10923" y="117852"/>
                  </a:lnTo>
                  <a:lnTo>
                    <a:pt x="13409" y="116740"/>
                  </a:lnTo>
                  <a:lnTo>
                    <a:pt x="13711" y="116605"/>
                  </a:lnTo>
                  <a:lnTo>
                    <a:pt x="13963" y="116492"/>
                  </a:lnTo>
                  <a:lnTo>
                    <a:pt x="13414" y="115004"/>
                  </a:lnTo>
                  <a:lnTo>
                    <a:pt x="10467" y="111288"/>
                  </a:lnTo>
                  <a:lnTo>
                    <a:pt x="8367" y="110964"/>
                  </a:lnTo>
                  <a:lnTo>
                    <a:pt x="5942" y="111016"/>
                  </a:lnTo>
                  <a:lnTo>
                    <a:pt x="6283" y="110642"/>
                  </a:lnTo>
                  <a:lnTo>
                    <a:pt x="6024" y="110352"/>
                  </a:lnTo>
                  <a:lnTo>
                    <a:pt x="5347" y="109593"/>
                  </a:lnTo>
                  <a:lnTo>
                    <a:pt x="3884" y="107953"/>
                  </a:lnTo>
                  <a:lnTo>
                    <a:pt x="3699" y="107745"/>
                  </a:lnTo>
                  <a:lnTo>
                    <a:pt x="3480" y="107500"/>
                  </a:lnTo>
                  <a:lnTo>
                    <a:pt x="3167" y="107128"/>
                  </a:lnTo>
                  <a:lnTo>
                    <a:pt x="3617" y="97254"/>
                  </a:lnTo>
                  <a:lnTo>
                    <a:pt x="20455" y="95720"/>
                  </a:lnTo>
                  <a:lnTo>
                    <a:pt x="21690" y="105138"/>
                  </a:lnTo>
                  <a:lnTo>
                    <a:pt x="22250" y="105252"/>
                  </a:lnTo>
                  <a:lnTo>
                    <a:pt x="30049" y="106837"/>
                  </a:lnTo>
                  <a:lnTo>
                    <a:pt x="44535" y="92564"/>
                  </a:lnTo>
                  <a:lnTo>
                    <a:pt x="45741" y="91582"/>
                  </a:lnTo>
                  <a:lnTo>
                    <a:pt x="51089" y="87224"/>
                  </a:lnTo>
                  <a:lnTo>
                    <a:pt x="50187" y="73388"/>
                  </a:lnTo>
                  <a:lnTo>
                    <a:pt x="45092" y="74048"/>
                  </a:lnTo>
                  <a:lnTo>
                    <a:pt x="38299" y="63268"/>
                  </a:lnTo>
                  <a:lnTo>
                    <a:pt x="16522" y="64196"/>
                  </a:lnTo>
                  <a:lnTo>
                    <a:pt x="1139" y="35072"/>
                  </a:lnTo>
                  <a:lnTo>
                    <a:pt x="0" y="8973"/>
                  </a:lnTo>
                  <a:lnTo>
                    <a:pt x="9347" y="9206"/>
                  </a:lnTo>
                  <a:lnTo>
                    <a:pt x="9552" y="599"/>
                  </a:lnTo>
                  <a:lnTo>
                    <a:pt x="18466" y="306"/>
                  </a:lnTo>
                  <a:lnTo>
                    <a:pt x="277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27266" y="2361624"/>
              <a:ext cx="134889" cy="164598"/>
            </a:xfrm>
            <a:custGeom>
              <a:avLst/>
              <a:pathLst>
                <a:path w="134889" h="164598">
                  <a:moveTo>
                    <a:pt x="116992" y="545"/>
                  </a:moveTo>
                  <a:lnTo>
                    <a:pt x="121710" y="4005"/>
                  </a:lnTo>
                  <a:lnTo>
                    <a:pt x="127110" y="3537"/>
                  </a:lnTo>
                  <a:lnTo>
                    <a:pt x="128715" y="3398"/>
                  </a:lnTo>
                  <a:lnTo>
                    <a:pt x="128596" y="20875"/>
                  </a:lnTo>
                  <a:lnTo>
                    <a:pt x="134889" y="36677"/>
                  </a:lnTo>
                  <a:lnTo>
                    <a:pt x="132145" y="37326"/>
                  </a:lnTo>
                  <a:lnTo>
                    <a:pt x="130234" y="36801"/>
                  </a:lnTo>
                  <a:lnTo>
                    <a:pt x="126822" y="37864"/>
                  </a:lnTo>
                  <a:lnTo>
                    <a:pt x="123505" y="38898"/>
                  </a:lnTo>
                  <a:lnTo>
                    <a:pt x="125241" y="47813"/>
                  </a:lnTo>
                  <a:lnTo>
                    <a:pt x="127081" y="56994"/>
                  </a:lnTo>
                  <a:lnTo>
                    <a:pt x="119597" y="58901"/>
                  </a:lnTo>
                  <a:lnTo>
                    <a:pt x="113539" y="62305"/>
                  </a:lnTo>
                  <a:lnTo>
                    <a:pt x="117990" y="70145"/>
                  </a:lnTo>
                  <a:lnTo>
                    <a:pt x="118101" y="70342"/>
                  </a:lnTo>
                  <a:lnTo>
                    <a:pt x="118904" y="71756"/>
                  </a:lnTo>
                  <a:lnTo>
                    <a:pt x="117132" y="73358"/>
                  </a:lnTo>
                  <a:lnTo>
                    <a:pt x="113870" y="75834"/>
                  </a:lnTo>
                  <a:lnTo>
                    <a:pt x="112040" y="77289"/>
                  </a:lnTo>
                  <a:lnTo>
                    <a:pt x="111448" y="77760"/>
                  </a:lnTo>
                  <a:lnTo>
                    <a:pt x="108146" y="80470"/>
                  </a:lnTo>
                  <a:lnTo>
                    <a:pt x="102319" y="85679"/>
                  </a:lnTo>
                  <a:lnTo>
                    <a:pt x="100913" y="84048"/>
                  </a:lnTo>
                  <a:lnTo>
                    <a:pt x="98892" y="86062"/>
                  </a:lnTo>
                  <a:lnTo>
                    <a:pt x="93909" y="91028"/>
                  </a:lnTo>
                  <a:lnTo>
                    <a:pt x="83403" y="79863"/>
                  </a:lnTo>
                  <a:lnTo>
                    <a:pt x="78197" y="86360"/>
                  </a:lnTo>
                  <a:lnTo>
                    <a:pt x="77897" y="86735"/>
                  </a:lnTo>
                  <a:lnTo>
                    <a:pt x="81323" y="90265"/>
                  </a:lnTo>
                  <a:lnTo>
                    <a:pt x="82684" y="91667"/>
                  </a:lnTo>
                  <a:lnTo>
                    <a:pt x="67400" y="105681"/>
                  </a:lnTo>
                  <a:lnTo>
                    <a:pt x="72534" y="111161"/>
                  </a:lnTo>
                  <a:lnTo>
                    <a:pt x="74911" y="113699"/>
                  </a:lnTo>
                  <a:lnTo>
                    <a:pt x="82460" y="121759"/>
                  </a:lnTo>
                  <a:lnTo>
                    <a:pt x="84455" y="123889"/>
                  </a:lnTo>
                  <a:lnTo>
                    <a:pt x="85212" y="126476"/>
                  </a:lnTo>
                  <a:lnTo>
                    <a:pt x="85780" y="128419"/>
                  </a:lnTo>
                  <a:lnTo>
                    <a:pt x="97508" y="125190"/>
                  </a:lnTo>
                  <a:lnTo>
                    <a:pt x="98377" y="124951"/>
                  </a:lnTo>
                  <a:lnTo>
                    <a:pt x="100162" y="132283"/>
                  </a:lnTo>
                  <a:lnTo>
                    <a:pt x="102176" y="139049"/>
                  </a:lnTo>
                  <a:lnTo>
                    <a:pt x="103850" y="139938"/>
                  </a:lnTo>
                  <a:lnTo>
                    <a:pt x="86466" y="148617"/>
                  </a:lnTo>
                  <a:lnTo>
                    <a:pt x="80493" y="153238"/>
                  </a:lnTo>
                  <a:lnTo>
                    <a:pt x="67565" y="163239"/>
                  </a:lnTo>
                  <a:lnTo>
                    <a:pt x="62571" y="163829"/>
                  </a:lnTo>
                  <a:lnTo>
                    <a:pt x="56071" y="164598"/>
                  </a:lnTo>
                  <a:lnTo>
                    <a:pt x="56631" y="162850"/>
                  </a:lnTo>
                  <a:lnTo>
                    <a:pt x="64526" y="138188"/>
                  </a:lnTo>
                  <a:lnTo>
                    <a:pt x="71840" y="138771"/>
                  </a:lnTo>
                  <a:lnTo>
                    <a:pt x="63481" y="128091"/>
                  </a:lnTo>
                  <a:lnTo>
                    <a:pt x="62406" y="129063"/>
                  </a:lnTo>
                  <a:lnTo>
                    <a:pt x="58676" y="132437"/>
                  </a:lnTo>
                  <a:lnTo>
                    <a:pt x="49422" y="140810"/>
                  </a:lnTo>
                  <a:lnTo>
                    <a:pt x="42500" y="133869"/>
                  </a:lnTo>
                  <a:lnTo>
                    <a:pt x="39448" y="130809"/>
                  </a:lnTo>
                  <a:lnTo>
                    <a:pt x="40290" y="134845"/>
                  </a:lnTo>
                  <a:lnTo>
                    <a:pt x="40683" y="136732"/>
                  </a:lnTo>
                  <a:lnTo>
                    <a:pt x="32361" y="138344"/>
                  </a:lnTo>
                  <a:lnTo>
                    <a:pt x="26596" y="139461"/>
                  </a:lnTo>
                  <a:lnTo>
                    <a:pt x="26150" y="139548"/>
                  </a:lnTo>
                  <a:lnTo>
                    <a:pt x="19924" y="134021"/>
                  </a:lnTo>
                  <a:lnTo>
                    <a:pt x="16599" y="122127"/>
                  </a:lnTo>
                  <a:lnTo>
                    <a:pt x="0" y="98978"/>
                  </a:lnTo>
                  <a:lnTo>
                    <a:pt x="2659" y="89463"/>
                  </a:lnTo>
                  <a:lnTo>
                    <a:pt x="9309" y="77811"/>
                  </a:lnTo>
                  <a:lnTo>
                    <a:pt x="23367" y="76840"/>
                  </a:lnTo>
                  <a:lnTo>
                    <a:pt x="37251" y="44848"/>
                  </a:lnTo>
                  <a:lnTo>
                    <a:pt x="43236" y="41207"/>
                  </a:lnTo>
                  <a:lnTo>
                    <a:pt x="63041" y="41061"/>
                  </a:lnTo>
                  <a:lnTo>
                    <a:pt x="83987" y="33925"/>
                  </a:lnTo>
                  <a:lnTo>
                    <a:pt x="88370" y="31383"/>
                  </a:lnTo>
                  <a:lnTo>
                    <a:pt x="94701" y="27677"/>
                  </a:lnTo>
                  <a:lnTo>
                    <a:pt x="90596" y="18101"/>
                  </a:lnTo>
                  <a:lnTo>
                    <a:pt x="103752" y="11304"/>
                  </a:lnTo>
                  <a:lnTo>
                    <a:pt x="115286" y="869"/>
                  </a:lnTo>
                  <a:lnTo>
                    <a:pt x="116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35413" y="2398425"/>
              <a:ext cx="85073" cy="151279"/>
            </a:xfrm>
            <a:custGeom>
              <a:avLst/>
              <a:pathLst>
                <a:path w="85073" h="151279">
                  <a:moveTo>
                    <a:pt x="42020" y="67249"/>
                  </a:moveTo>
                  <a:lnTo>
                    <a:pt x="53913" y="81075"/>
                  </a:lnTo>
                  <a:lnTo>
                    <a:pt x="57941" y="78279"/>
                  </a:lnTo>
                  <a:lnTo>
                    <a:pt x="69757" y="94668"/>
                  </a:lnTo>
                  <a:lnTo>
                    <a:pt x="75582" y="84876"/>
                  </a:lnTo>
                  <a:lnTo>
                    <a:pt x="76560" y="85079"/>
                  </a:lnTo>
                  <a:lnTo>
                    <a:pt x="83151" y="86446"/>
                  </a:lnTo>
                  <a:lnTo>
                    <a:pt x="83931" y="86656"/>
                  </a:lnTo>
                  <a:lnTo>
                    <a:pt x="78314" y="110116"/>
                  </a:lnTo>
                  <a:lnTo>
                    <a:pt x="85073" y="111767"/>
                  </a:lnTo>
                  <a:lnTo>
                    <a:pt x="81818" y="126324"/>
                  </a:lnTo>
                  <a:lnTo>
                    <a:pt x="79720" y="135553"/>
                  </a:lnTo>
                  <a:lnTo>
                    <a:pt x="75559" y="151279"/>
                  </a:lnTo>
                  <a:lnTo>
                    <a:pt x="64151" y="147538"/>
                  </a:lnTo>
                  <a:lnTo>
                    <a:pt x="63572" y="147348"/>
                  </a:lnTo>
                  <a:lnTo>
                    <a:pt x="68140" y="141001"/>
                  </a:lnTo>
                  <a:lnTo>
                    <a:pt x="61604" y="132301"/>
                  </a:lnTo>
                  <a:lnTo>
                    <a:pt x="65541" y="128678"/>
                  </a:lnTo>
                  <a:lnTo>
                    <a:pt x="61865" y="124201"/>
                  </a:lnTo>
                  <a:lnTo>
                    <a:pt x="54287" y="114970"/>
                  </a:lnTo>
                  <a:lnTo>
                    <a:pt x="38269" y="95347"/>
                  </a:lnTo>
                  <a:lnTo>
                    <a:pt x="28799" y="83747"/>
                  </a:lnTo>
                  <a:lnTo>
                    <a:pt x="24224" y="78142"/>
                  </a:lnTo>
                  <a:lnTo>
                    <a:pt x="13764" y="65328"/>
                  </a:lnTo>
                  <a:lnTo>
                    <a:pt x="16157" y="63464"/>
                  </a:lnTo>
                  <a:lnTo>
                    <a:pt x="0" y="43669"/>
                  </a:lnTo>
                  <a:lnTo>
                    <a:pt x="3301" y="40959"/>
                  </a:lnTo>
                  <a:lnTo>
                    <a:pt x="3893" y="40488"/>
                  </a:lnTo>
                  <a:lnTo>
                    <a:pt x="5723" y="39033"/>
                  </a:lnTo>
                  <a:lnTo>
                    <a:pt x="8985" y="36556"/>
                  </a:lnTo>
                  <a:lnTo>
                    <a:pt x="10757" y="34955"/>
                  </a:lnTo>
                  <a:lnTo>
                    <a:pt x="9955" y="33541"/>
                  </a:lnTo>
                  <a:lnTo>
                    <a:pt x="9843" y="33344"/>
                  </a:lnTo>
                  <a:lnTo>
                    <a:pt x="5393" y="25503"/>
                  </a:lnTo>
                  <a:lnTo>
                    <a:pt x="11451" y="22099"/>
                  </a:lnTo>
                  <a:lnTo>
                    <a:pt x="18934" y="20192"/>
                  </a:lnTo>
                  <a:lnTo>
                    <a:pt x="17095" y="11012"/>
                  </a:lnTo>
                  <a:lnTo>
                    <a:pt x="15358" y="2096"/>
                  </a:lnTo>
                  <a:lnTo>
                    <a:pt x="18675" y="1063"/>
                  </a:lnTo>
                  <a:lnTo>
                    <a:pt x="22087" y="0"/>
                  </a:lnTo>
                  <a:lnTo>
                    <a:pt x="23998" y="525"/>
                  </a:lnTo>
                  <a:lnTo>
                    <a:pt x="27545" y="16619"/>
                  </a:lnTo>
                  <a:lnTo>
                    <a:pt x="25036" y="16838"/>
                  </a:lnTo>
                  <a:lnTo>
                    <a:pt x="26860" y="27363"/>
                  </a:lnTo>
                  <a:lnTo>
                    <a:pt x="44571" y="50487"/>
                  </a:lnTo>
                  <a:lnTo>
                    <a:pt x="44946" y="50976"/>
                  </a:lnTo>
                  <a:lnTo>
                    <a:pt x="42400" y="53539"/>
                  </a:lnTo>
                  <a:lnTo>
                    <a:pt x="41488" y="60841"/>
                  </a:lnTo>
                  <a:lnTo>
                    <a:pt x="44224" y="6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75912" y="2177808"/>
              <a:ext cx="380335" cy="307274"/>
            </a:xfrm>
            <a:custGeom>
              <a:avLst/>
              <a:pathLst>
                <a:path w="380335" h="307274">
                  <a:moveTo>
                    <a:pt x="136387" y="5029"/>
                  </a:moveTo>
                  <a:lnTo>
                    <a:pt x="130965" y="23101"/>
                  </a:lnTo>
                  <a:lnTo>
                    <a:pt x="137870" y="24714"/>
                  </a:lnTo>
                  <a:lnTo>
                    <a:pt x="140405" y="32366"/>
                  </a:lnTo>
                  <a:lnTo>
                    <a:pt x="151866" y="32625"/>
                  </a:lnTo>
                  <a:lnTo>
                    <a:pt x="152408" y="26513"/>
                  </a:lnTo>
                  <a:lnTo>
                    <a:pt x="163048" y="27361"/>
                  </a:lnTo>
                  <a:lnTo>
                    <a:pt x="162811" y="29327"/>
                  </a:lnTo>
                  <a:lnTo>
                    <a:pt x="166155" y="37197"/>
                  </a:lnTo>
                  <a:lnTo>
                    <a:pt x="169251" y="40110"/>
                  </a:lnTo>
                  <a:lnTo>
                    <a:pt x="171436" y="40751"/>
                  </a:lnTo>
                  <a:lnTo>
                    <a:pt x="180831" y="45365"/>
                  </a:lnTo>
                  <a:lnTo>
                    <a:pt x="180413" y="50376"/>
                  </a:lnTo>
                  <a:lnTo>
                    <a:pt x="180187" y="53081"/>
                  </a:lnTo>
                  <a:lnTo>
                    <a:pt x="183864" y="54021"/>
                  </a:lnTo>
                  <a:lnTo>
                    <a:pt x="185316" y="54392"/>
                  </a:lnTo>
                  <a:lnTo>
                    <a:pt x="186314" y="60412"/>
                  </a:lnTo>
                  <a:lnTo>
                    <a:pt x="186692" y="61859"/>
                  </a:lnTo>
                  <a:lnTo>
                    <a:pt x="187628" y="65436"/>
                  </a:lnTo>
                  <a:lnTo>
                    <a:pt x="207511" y="62007"/>
                  </a:lnTo>
                  <a:lnTo>
                    <a:pt x="226390" y="58973"/>
                  </a:lnTo>
                  <a:lnTo>
                    <a:pt x="239273" y="56606"/>
                  </a:lnTo>
                  <a:lnTo>
                    <a:pt x="256253" y="54664"/>
                  </a:lnTo>
                  <a:lnTo>
                    <a:pt x="272432" y="55801"/>
                  </a:lnTo>
                  <a:lnTo>
                    <a:pt x="280689" y="57055"/>
                  </a:lnTo>
                  <a:lnTo>
                    <a:pt x="282211" y="57286"/>
                  </a:lnTo>
                  <a:lnTo>
                    <a:pt x="280962" y="72041"/>
                  </a:lnTo>
                  <a:lnTo>
                    <a:pt x="278316" y="81063"/>
                  </a:lnTo>
                  <a:lnTo>
                    <a:pt x="289620" y="79509"/>
                  </a:lnTo>
                  <a:lnTo>
                    <a:pt x="302918" y="85432"/>
                  </a:lnTo>
                  <a:lnTo>
                    <a:pt x="299784" y="98734"/>
                  </a:lnTo>
                  <a:lnTo>
                    <a:pt x="291709" y="96112"/>
                  </a:lnTo>
                  <a:lnTo>
                    <a:pt x="281071" y="110579"/>
                  </a:lnTo>
                  <a:lnTo>
                    <a:pt x="293989" y="128736"/>
                  </a:lnTo>
                  <a:lnTo>
                    <a:pt x="301493" y="127765"/>
                  </a:lnTo>
                  <a:lnTo>
                    <a:pt x="310517" y="122716"/>
                  </a:lnTo>
                  <a:lnTo>
                    <a:pt x="309663" y="120677"/>
                  </a:lnTo>
                  <a:lnTo>
                    <a:pt x="329705" y="101938"/>
                  </a:lnTo>
                  <a:lnTo>
                    <a:pt x="333140" y="103356"/>
                  </a:lnTo>
                  <a:lnTo>
                    <a:pt x="340731" y="88747"/>
                  </a:lnTo>
                  <a:lnTo>
                    <a:pt x="343574" y="86403"/>
                  </a:lnTo>
                  <a:lnTo>
                    <a:pt x="378340" y="83490"/>
                  </a:lnTo>
                  <a:lnTo>
                    <a:pt x="380335" y="99025"/>
                  </a:lnTo>
                  <a:lnTo>
                    <a:pt x="349653" y="103686"/>
                  </a:lnTo>
                  <a:lnTo>
                    <a:pt x="347279" y="107278"/>
                  </a:lnTo>
                  <a:lnTo>
                    <a:pt x="352788" y="132231"/>
                  </a:lnTo>
                  <a:lnTo>
                    <a:pt x="360197" y="136698"/>
                  </a:lnTo>
                  <a:lnTo>
                    <a:pt x="348039" y="147572"/>
                  </a:lnTo>
                  <a:lnTo>
                    <a:pt x="352693" y="157087"/>
                  </a:lnTo>
                  <a:lnTo>
                    <a:pt x="341009" y="163690"/>
                  </a:lnTo>
                  <a:lnTo>
                    <a:pt x="331035" y="150873"/>
                  </a:lnTo>
                  <a:lnTo>
                    <a:pt x="316597" y="163495"/>
                  </a:lnTo>
                  <a:lnTo>
                    <a:pt x="273851" y="166117"/>
                  </a:lnTo>
                  <a:lnTo>
                    <a:pt x="270242" y="170972"/>
                  </a:lnTo>
                  <a:lnTo>
                    <a:pt x="277841" y="179710"/>
                  </a:lnTo>
                  <a:lnTo>
                    <a:pt x="277936" y="194468"/>
                  </a:lnTo>
                  <a:lnTo>
                    <a:pt x="286712" y="200063"/>
                  </a:lnTo>
                  <a:lnTo>
                    <a:pt x="294825" y="205236"/>
                  </a:lnTo>
                  <a:lnTo>
                    <a:pt x="290721" y="213508"/>
                  </a:lnTo>
                  <a:lnTo>
                    <a:pt x="274421" y="208032"/>
                  </a:lnTo>
                  <a:lnTo>
                    <a:pt x="245810" y="191371"/>
                  </a:lnTo>
                  <a:lnTo>
                    <a:pt x="246260" y="194314"/>
                  </a:lnTo>
                  <a:lnTo>
                    <a:pt x="246950" y="198828"/>
                  </a:lnTo>
                  <a:lnTo>
                    <a:pt x="246066" y="199131"/>
                  </a:lnTo>
                  <a:lnTo>
                    <a:pt x="242171" y="200470"/>
                  </a:lnTo>
                  <a:lnTo>
                    <a:pt x="235428" y="202787"/>
                  </a:lnTo>
                  <a:lnTo>
                    <a:pt x="233727" y="203372"/>
                  </a:lnTo>
                  <a:lnTo>
                    <a:pt x="215291" y="208390"/>
                  </a:lnTo>
                  <a:lnTo>
                    <a:pt x="213153" y="208972"/>
                  </a:lnTo>
                  <a:lnTo>
                    <a:pt x="212753" y="209081"/>
                  </a:lnTo>
                  <a:lnTo>
                    <a:pt x="213437" y="211761"/>
                  </a:lnTo>
                  <a:lnTo>
                    <a:pt x="246046" y="234910"/>
                  </a:lnTo>
                  <a:lnTo>
                    <a:pt x="248887" y="236927"/>
                  </a:lnTo>
                  <a:lnTo>
                    <a:pt x="251737" y="237510"/>
                  </a:lnTo>
                  <a:lnTo>
                    <a:pt x="254681" y="244692"/>
                  </a:lnTo>
                  <a:lnTo>
                    <a:pt x="259659" y="256837"/>
                  </a:lnTo>
                  <a:lnTo>
                    <a:pt x="259480" y="267671"/>
                  </a:lnTo>
                  <a:lnTo>
                    <a:pt x="249913" y="269551"/>
                  </a:lnTo>
                  <a:lnTo>
                    <a:pt x="239654" y="262211"/>
                  </a:lnTo>
                  <a:lnTo>
                    <a:pt x="237371" y="264274"/>
                  </a:lnTo>
                  <a:lnTo>
                    <a:pt x="224836" y="267104"/>
                  </a:lnTo>
                  <a:lnTo>
                    <a:pt x="213209" y="258948"/>
                  </a:lnTo>
                  <a:lnTo>
                    <a:pt x="205686" y="247180"/>
                  </a:lnTo>
                  <a:lnTo>
                    <a:pt x="195964" y="238675"/>
                  </a:lnTo>
                  <a:lnTo>
                    <a:pt x="204318" y="226441"/>
                  </a:lnTo>
                  <a:lnTo>
                    <a:pt x="200898" y="224227"/>
                  </a:lnTo>
                  <a:lnTo>
                    <a:pt x="185354" y="226509"/>
                  </a:lnTo>
                  <a:lnTo>
                    <a:pt x="183733" y="226747"/>
                  </a:lnTo>
                  <a:lnTo>
                    <a:pt x="175822" y="239326"/>
                  </a:lnTo>
                  <a:lnTo>
                    <a:pt x="168032" y="234957"/>
                  </a:lnTo>
                  <a:lnTo>
                    <a:pt x="154544" y="249909"/>
                  </a:lnTo>
                  <a:lnTo>
                    <a:pt x="146280" y="239617"/>
                  </a:lnTo>
                  <a:lnTo>
                    <a:pt x="148369" y="236898"/>
                  </a:lnTo>
                  <a:lnTo>
                    <a:pt x="132411" y="237869"/>
                  </a:lnTo>
                  <a:lnTo>
                    <a:pt x="132031" y="243501"/>
                  </a:lnTo>
                  <a:lnTo>
                    <a:pt x="124147" y="243986"/>
                  </a:lnTo>
                  <a:lnTo>
                    <a:pt x="123767" y="250977"/>
                  </a:lnTo>
                  <a:lnTo>
                    <a:pt x="122059" y="250951"/>
                  </a:lnTo>
                  <a:lnTo>
                    <a:pt x="98405" y="250589"/>
                  </a:lnTo>
                  <a:lnTo>
                    <a:pt x="96885" y="259036"/>
                  </a:lnTo>
                  <a:lnTo>
                    <a:pt x="90710" y="257094"/>
                  </a:lnTo>
                  <a:lnTo>
                    <a:pt x="83226" y="275719"/>
                  </a:lnTo>
                  <a:lnTo>
                    <a:pt x="81171" y="275188"/>
                  </a:lnTo>
                  <a:lnTo>
                    <a:pt x="77584" y="274214"/>
                  </a:lnTo>
                  <a:lnTo>
                    <a:pt x="73727" y="273166"/>
                  </a:lnTo>
                  <a:lnTo>
                    <a:pt x="73683" y="273353"/>
                  </a:lnTo>
                  <a:lnTo>
                    <a:pt x="70592" y="286371"/>
                  </a:lnTo>
                  <a:lnTo>
                    <a:pt x="67695" y="299382"/>
                  </a:lnTo>
                  <a:lnTo>
                    <a:pt x="66748" y="299155"/>
                  </a:lnTo>
                  <a:lnTo>
                    <a:pt x="45754" y="294118"/>
                  </a:lnTo>
                  <a:lnTo>
                    <a:pt x="45677" y="294438"/>
                  </a:lnTo>
                  <a:lnTo>
                    <a:pt x="43432" y="307274"/>
                  </a:lnTo>
                  <a:lnTo>
                    <a:pt x="42652" y="307064"/>
                  </a:lnTo>
                  <a:lnTo>
                    <a:pt x="36062" y="305697"/>
                  </a:lnTo>
                  <a:lnTo>
                    <a:pt x="35083" y="305494"/>
                  </a:lnTo>
                  <a:lnTo>
                    <a:pt x="33222" y="305020"/>
                  </a:lnTo>
                  <a:lnTo>
                    <a:pt x="41178" y="270005"/>
                  </a:lnTo>
                  <a:lnTo>
                    <a:pt x="30654" y="264017"/>
                  </a:lnTo>
                  <a:lnTo>
                    <a:pt x="25952" y="257026"/>
                  </a:lnTo>
                  <a:lnTo>
                    <a:pt x="16406" y="230665"/>
                  </a:lnTo>
                  <a:lnTo>
                    <a:pt x="19673" y="220383"/>
                  </a:lnTo>
                  <a:lnTo>
                    <a:pt x="29457" y="216208"/>
                  </a:lnTo>
                  <a:lnTo>
                    <a:pt x="32844" y="216490"/>
                  </a:lnTo>
                  <a:lnTo>
                    <a:pt x="40402" y="196136"/>
                  </a:lnTo>
                  <a:lnTo>
                    <a:pt x="46901" y="181632"/>
                  </a:lnTo>
                  <a:lnTo>
                    <a:pt x="45096" y="176097"/>
                  </a:lnTo>
                  <a:lnTo>
                    <a:pt x="48896" y="172699"/>
                  </a:lnTo>
                  <a:lnTo>
                    <a:pt x="59155" y="170563"/>
                  </a:lnTo>
                  <a:lnTo>
                    <a:pt x="58775" y="165611"/>
                  </a:lnTo>
                  <a:lnTo>
                    <a:pt x="55486" y="157922"/>
                  </a:lnTo>
                  <a:lnTo>
                    <a:pt x="49727" y="148941"/>
                  </a:lnTo>
                  <a:lnTo>
                    <a:pt x="44146" y="151004"/>
                  </a:lnTo>
                  <a:lnTo>
                    <a:pt x="35597" y="132617"/>
                  </a:lnTo>
                  <a:lnTo>
                    <a:pt x="39219" y="123090"/>
                  </a:lnTo>
                  <a:lnTo>
                    <a:pt x="48777" y="121634"/>
                  </a:lnTo>
                  <a:lnTo>
                    <a:pt x="48896" y="128855"/>
                  </a:lnTo>
                  <a:lnTo>
                    <a:pt x="44146" y="130372"/>
                  </a:lnTo>
                  <a:lnTo>
                    <a:pt x="46877" y="133467"/>
                  </a:lnTo>
                  <a:lnTo>
                    <a:pt x="53764" y="133952"/>
                  </a:lnTo>
                  <a:lnTo>
                    <a:pt x="58157" y="131343"/>
                  </a:lnTo>
                  <a:lnTo>
                    <a:pt x="52458" y="121269"/>
                  </a:lnTo>
                  <a:lnTo>
                    <a:pt x="53051" y="113441"/>
                  </a:lnTo>
                  <a:lnTo>
                    <a:pt x="51092" y="100880"/>
                  </a:lnTo>
                  <a:lnTo>
                    <a:pt x="69641" y="98053"/>
                  </a:lnTo>
                  <a:lnTo>
                    <a:pt x="69685" y="95751"/>
                  </a:lnTo>
                  <a:lnTo>
                    <a:pt x="68278" y="91298"/>
                  </a:lnTo>
                  <a:lnTo>
                    <a:pt x="52434" y="92954"/>
                  </a:lnTo>
                  <a:lnTo>
                    <a:pt x="51959" y="81109"/>
                  </a:lnTo>
                  <a:lnTo>
                    <a:pt x="0" y="71108"/>
                  </a:lnTo>
                  <a:lnTo>
                    <a:pt x="1234" y="57904"/>
                  </a:lnTo>
                  <a:lnTo>
                    <a:pt x="12158" y="55865"/>
                  </a:lnTo>
                  <a:lnTo>
                    <a:pt x="20517" y="33727"/>
                  </a:lnTo>
                  <a:lnTo>
                    <a:pt x="34386" y="35669"/>
                  </a:lnTo>
                  <a:lnTo>
                    <a:pt x="35336" y="29843"/>
                  </a:lnTo>
                  <a:lnTo>
                    <a:pt x="86345" y="35184"/>
                  </a:lnTo>
                  <a:lnTo>
                    <a:pt x="85776" y="41883"/>
                  </a:lnTo>
                  <a:lnTo>
                    <a:pt x="89575" y="42174"/>
                  </a:lnTo>
                  <a:lnTo>
                    <a:pt x="90620" y="35766"/>
                  </a:lnTo>
                  <a:lnTo>
                    <a:pt x="96224" y="36252"/>
                  </a:lnTo>
                  <a:lnTo>
                    <a:pt x="97839" y="25474"/>
                  </a:lnTo>
                  <a:lnTo>
                    <a:pt x="101355" y="10648"/>
                  </a:lnTo>
                  <a:lnTo>
                    <a:pt x="114287" y="13957"/>
                  </a:lnTo>
                  <a:lnTo>
                    <a:pt x="117473" y="3495"/>
                  </a:lnTo>
                  <a:lnTo>
                    <a:pt x="118538" y="0"/>
                  </a:lnTo>
                  <a:lnTo>
                    <a:pt x="124960" y="1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0866" y="2070043"/>
              <a:ext cx="141659" cy="148515"/>
            </a:xfrm>
            <a:custGeom>
              <a:avLst/>
              <a:pathLst>
                <a:path w="141659" h="148515">
                  <a:moveTo>
                    <a:pt x="133414" y="45389"/>
                  </a:moveTo>
                  <a:lnTo>
                    <a:pt x="127299" y="70689"/>
                  </a:lnTo>
                  <a:lnTo>
                    <a:pt x="126686" y="72587"/>
                  </a:lnTo>
                  <a:lnTo>
                    <a:pt x="125631" y="75851"/>
                  </a:lnTo>
                  <a:lnTo>
                    <a:pt x="128196" y="79288"/>
                  </a:lnTo>
                  <a:lnTo>
                    <a:pt x="129450" y="79754"/>
                  </a:lnTo>
                  <a:lnTo>
                    <a:pt x="131177" y="80122"/>
                  </a:lnTo>
                  <a:lnTo>
                    <a:pt x="132456" y="83067"/>
                  </a:lnTo>
                  <a:lnTo>
                    <a:pt x="138260" y="96439"/>
                  </a:lnTo>
                  <a:lnTo>
                    <a:pt x="138680" y="96915"/>
                  </a:lnTo>
                  <a:lnTo>
                    <a:pt x="141376" y="99973"/>
                  </a:lnTo>
                  <a:lnTo>
                    <a:pt x="141464" y="103606"/>
                  </a:lnTo>
                  <a:lnTo>
                    <a:pt x="141659" y="111695"/>
                  </a:lnTo>
                  <a:lnTo>
                    <a:pt x="138526" y="120695"/>
                  </a:lnTo>
                  <a:lnTo>
                    <a:pt x="128115" y="132540"/>
                  </a:lnTo>
                  <a:lnTo>
                    <a:pt x="123670" y="133822"/>
                  </a:lnTo>
                  <a:lnTo>
                    <a:pt x="120785" y="130808"/>
                  </a:lnTo>
                  <a:lnTo>
                    <a:pt x="120212" y="130210"/>
                  </a:lnTo>
                  <a:lnTo>
                    <a:pt x="117135" y="132424"/>
                  </a:lnTo>
                  <a:lnTo>
                    <a:pt x="116413" y="136152"/>
                  </a:lnTo>
                  <a:lnTo>
                    <a:pt x="113601" y="136813"/>
                  </a:lnTo>
                  <a:lnTo>
                    <a:pt x="111777" y="134715"/>
                  </a:lnTo>
                  <a:lnTo>
                    <a:pt x="109231" y="133706"/>
                  </a:lnTo>
                  <a:lnTo>
                    <a:pt x="101138" y="137706"/>
                  </a:lnTo>
                  <a:lnTo>
                    <a:pt x="99314" y="140774"/>
                  </a:lnTo>
                  <a:lnTo>
                    <a:pt x="96553" y="137028"/>
                  </a:lnTo>
                  <a:lnTo>
                    <a:pt x="95021" y="134948"/>
                  </a:lnTo>
                  <a:lnTo>
                    <a:pt x="87574" y="138677"/>
                  </a:lnTo>
                  <a:lnTo>
                    <a:pt x="84648" y="144347"/>
                  </a:lnTo>
                  <a:lnTo>
                    <a:pt x="85066" y="146522"/>
                  </a:lnTo>
                  <a:lnTo>
                    <a:pt x="86481" y="148515"/>
                  </a:lnTo>
                  <a:lnTo>
                    <a:pt x="84297" y="147874"/>
                  </a:lnTo>
                  <a:lnTo>
                    <a:pt x="81200" y="144961"/>
                  </a:lnTo>
                  <a:lnTo>
                    <a:pt x="77856" y="137092"/>
                  </a:lnTo>
                  <a:lnTo>
                    <a:pt x="78094" y="135126"/>
                  </a:lnTo>
                  <a:lnTo>
                    <a:pt x="67453" y="134277"/>
                  </a:lnTo>
                  <a:lnTo>
                    <a:pt x="66911" y="140389"/>
                  </a:lnTo>
                  <a:lnTo>
                    <a:pt x="55451" y="140130"/>
                  </a:lnTo>
                  <a:lnTo>
                    <a:pt x="52916" y="132478"/>
                  </a:lnTo>
                  <a:lnTo>
                    <a:pt x="46010" y="130866"/>
                  </a:lnTo>
                  <a:lnTo>
                    <a:pt x="51432" y="112793"/>
                  </a:lnTo>
                  <a:lnTo>
                    <a:pt x="40005" y="108919"/>
                  </a:lnTo>
                  <a:lnTo>
                    <a:pt x="33583" y="107764"/>
                  </a:lnTo>
                  <a:lnTo>
                    <a:pt x="32519" y="111260"/>
                  </a:lnTo>
                  <a:lnTo>
                    <a:pt x="29333" y="121721"/>
                  </a:lnTo>
                  <a:lnTo>
                    <a:pt x="16401" y="118412"/>
                  </a:lnTo>
                  <a:lnTo>
                    <a:pt x="1878" y="114220"/>
                  </a:lnTo>
                  <a:lnTo>
                    <a:pt x="923" y="113944"/>
                  </a:lnTo>
                  <a:lnTo>
                    <a:pt x="0" y="98437"/>
                  </a:lnTo>
                  <a:lnTo>
                    <a:pt x="12652" y="78280"/>
                  </a:lnTo>
                  <a:lnTo>
                    <a:pt x="5945" y="73938"/>
                  </a:lnTo>
                  <a:lnTo>
                    <a:pt x="12652" y="63017"/>
                  </a:lnTo>
                  <a:lnTo>
                    <a:pt x="20061" y="63017"/>
                  </a:lnTo>
                  <a:lnTo>
                    <a:pt x="24393" y="61036"/>
                  </a:lnTo>
                  <a:lnTo>
                    <a:pt x="26331" y="56376"/>
                  </a:lnTo>
                  <a:lnTo>
                    <a:pt x="25875" y="50434"/>
                  </a:lnTo>
                  <a:lnTo>
                    <a:pt x="38869" y="46356"/>
                  </a:lnTo>
                  <a:lnTo>
                    <a:pt x="56994" y="49735"/>
                  </a:lnTo>
                  <a:lnTo>
                    <a:pt x="52662" y="68144"/>
                  </a:lnTo>
                  <a:lnTo>
                    <a:pt x="54486" y="69658"/>
                  </a:lnTo>
                  <a:lnTo>
                    <a:pt x="65543" y="57890"/>
                  </a:lnTo>
                  <a:lnTo>
                    <a:pt x="90050" y="35753"/>
                  </a:lnTo>
                  <a:lnTo>
                    <a:pt x="98713" y="20606"/>
                  </a:lnTo>
                  <a:lnTo>
                    <a:pt x="105780" y="7324"/>
                  </a:lnTo>
                  <a:lnTo>
                    <a:pt x="120649" y="0"/>
                  </a:lnTo>
                  <a:lnTo>
                    <a:pt x="132321" y="9055"/>
                  </a:lnTo>
                  <a:lnTo>
                    <a:pt x="123335" y="24684"/>
                  </a:lnTo>
                  <a:lnTo>
                    <a:pt x="129262" y="28995"/>
                  </a:lnTo>
                  <a:lnTo>
                    <a:pt x="125614" y="36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45515" y="2131584"/>
              <a:ext cx="142443" cy="111659"/>
            </a:xfrm>
            <a:custGeom>
              <a:avLst/>
              <a:pathLst>
                <a:path w="142443" h="111659">
                  <a:moveTo>
                    <a:pt x="78124" y="14569"/>
                  </a:moveTo>
                  <a:lnTo>
                    <a:pt x="76986" y="28623"/>
                  </a:lnTo>
                  <a:lnTo>
                    <a:pt x="93576" y="28513"/>
                  </a:lnTo>
                  <a:lnTo>
                    <a:pt x="94198" y="38411"/>
                  </a:lnTo>
                  <a:lnTo>
                    <a:pt x="100052" y="40465"/>
                  </a:lnTo>
                  <a:lnTo>
                    <a:pt x="101835" y="41090"/>
                  </a:lnTo>
                  <a:lnTo>
                    <a:pt x="99794" y="45212"/>
                  </a:lnTo>
                  <a:lnTo>
                    <a:pt x="92716" y="59499"/>
                  </a:lnTo>
                  <a:lnTo>
                    <a:pt x="110271" y="70452"/>
                  </a:lnTo>
                  <a:lnTo>
                    <a:pt x="114511" y="66473"/>
                  </a:lnTo>
                  <a:lnTo>
                    <a:pt x="131247" y="64623"/>
                  </a:lnTo>
                  <a:lnTo>
                    <a:pt x="135034" y="76623"/>
                  </a:lnTo>
                  <a:lnTo>
                    <a:pt x="139772" y="75700"/>
                  </a:lnTo>
                  <a:lnTo>
                    <a:pt x="141318" y="75398"/>
                  </a:lnTo>
                  <a:lnTo>
                    <a:pt x="142443" y="82989"/>
                  </a:lnTo>
                  <a:lnTo>
                    <a:pt x="120871" y="87812"/>
                  </a:lnTo>
                  <a:lnTo>
                    <a:pt x="114146" y="93987"/>
                  </a:lnTo>
                  <a:lnTo>
                    <a:pt x="114374" y="95502"/>
                  </a:lnTo>
                  <a:lnTo>
                    <a:pt x="130472" y="97746"/>
                  </a:lnTo>
                  <a:lnTo>
                    <a:pt x="129118" y="106297"/>
                  </a:lnTo>
                  <a:lnTo>
                    <a:pt x="125714" y="105499"/>
                  </a:lnTo>
                  <a:lnTo>
                    <a:pt x="112608" y="103509"/>
                  </a:lnTo>
                  <a:lnTo>
                    <a:pt x="111086" y="103278"/>
                  </a:lnTo>
                  <a:lnTo>
                    <a:pt x="102829" y="102024"/>
                  </a:lnTo>
                  <a:lnTo>
                    <a:pt x="86649" y="100887"/>
                  </a:lnTo>
                  <a:lnTo>
                    <a:pt x="69670" y="102829"/>
                  </a:lnTo>
                  <a:lnTo>
                    <a:pt x="56787" y="105196"/>
                  </a:lnTo>
                  <a:lnTo>
                    <a:pt x="37908" y="108230"/>
                  </a:lnTo>
                  <a:lnTo>
                    <a:pt x="18025" y="111659"/>
                  </a:lnTo>
                  <a:lnTo>
                    <a:pt x="17089" y="108082"/>
                  </a:lnTo>
                  <a:lnTo>
                    <a:pt x="16711" y="106635"/>
                  </a:lnTo>
                  <a:lnTo>
                    <a:pt x="15713" y="100615"/>
                  </a:lnTo>
                  <a:lnTo>
                    <a:pt x="14260" y="100244"/>
                  </a:lnTo>
                  <a:lnTo>
                    <a:pt x="10584" y="99305"/>
                  </a:lnTo>
                  <a:lnTo>
                    <a:pt x="10809" y="96599"/>
                  </a:lnTo>
                  <a:lnTo>
                    <a:pt x="11227" y="91588"/>
                  </a:lnTo>
                  <a:lnTo>
                    <a:pt x="1833" y="86974"/>
                  </a:lnTo>
                  <a:lnTo>
                    <a:pt x="417" y="84981"/>
                  </a:lnTo>
                  <a:lnTo>
                    <a:pt x="0" y="82806"/>
                  </a:lnTo>
                  <a:lnTo>
                    <a:pt x="2925" y="77136"/>
                  </a:lnTo>
                  <a:lnTo>
                    <a:pt x="10372" y="73407"/>
                  </a:lnTo>
                  <a:lnTo>
                    <a:pt x="11905" y="75487"/>
                  </a:lnTo>
                  <a:lnTo>
                    <a:pt x="14666" y="79233"/>
                  </a:lnTo>
                  <a:lnTo>
                    <a:pt x="16490" y="76165"/>
                  </a:lnTo>
                  <a:lnTo>
                    <a:pt x="24583" y="72165"/>
                  </a:lnTo>
                  <a:lnTo>
                    <a:pt x="27129" y="73174"/>
                  </a:lnTo>
                  <a:lnTo>
                    <a:pt x="28952" y="75272"/>
                  </a:lnTo>
                  <a:lnTo>
                    <a:pt x="31764" y="74611"/>
                  </a:lnTo>
                  <a:lnTo>
                    <a:pt x="32486" y="70883"/>
                  </a:lnTo>
                  <a:lnTo>
                    <a:pt x="35564" y="68669"/>
                  </a:lnTo>
                  <a:lnTo>
                    <a:pt x="36136" y="69267"/>
                  </a:lnTo>
                  <a:lnTo>
                    <a:pt x="39021" y="72281"/>
                  </a:lnTo>
                  <a:lnTo>
                    <a:pt x="43467" y="70999"/>
                  </a:lnTo>
                  <a:lnTo>
                    <a:pt x="53878" y="59154"/>
                  </a:lnTo>
                  <a:lnTo>
                    <a:pt x="57011" y="50154"/>
                  </a:lnTo>
                  <a:lnTo>
                    <a:pt x="56815" y="42065"/>
                  </a:lnTo>
                  <a:lnTo>
                    <a:pt x="56728" y="38432"/>
                  </a:lnTo>
                  <a:lnTo>
                    <a:pt x="54032" y="35374"/>
                  </a:lnTo>
                  <a:lnTo>
                    <a:pt x="53612" y="34898"/>
                  </a:lnTo>
                  <a:lnTo>
                    <a:pt x="47807" y="21526"/>
                  </a:lnTo>
                  <a:lnTo>
                    <a:pt x="46528" y="18581"/>
                  </a:lnTo>
                  <a:lnTo>
                    <a:pt x="44802" y="18213"/>
                  </a:lnTo>
                  <a:lnTo>
                    <a:pt x="43548" y="17747"/>
                  </a:lnTo>
                  <a:lnTo>
                    <a:pt x="40983" y="14310"/>
                  </a:lnTo>
                  <a:lnTo>
                    <a:pt x="42038" y="11046"/>
                  </a:lnTo>
                  <a:lnTo>
                    <a:pt x="51339" y="8234"/>
                  </a:lnTo>
                  <a:lnTo>
                    <a:pt x="60458" y="4272"/>
                  </a:lnTo>
                  <a:lnTo>
                    <a:pt x="66113" y="0"/>
                  </a:lnTo>
                  <a:lnTo>
                    <a:pt x="73137" y="6730"/>
                  </a:lnTo>
                  <a:lnTo>
                    <a:pt x="78354" y="1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04790" y="2701151"/>
              <a:ext cx="142779" cy="174855"/>
            </a:xfrm>
            <a:custGeom>
              <a:avLst/>
              <a:pathLst>
                <a:path w="142779" h="174855">
                  <a:moveTo>
                    <a:pt x="40560" y="3592"/>
                  </a:moveTo>
                  <a:lnTo>
                    <a:pt x="30481" y="22694"/>
                  </a:lnTo>
                  <a:lnTo>
                    <a:pt x="47305" y="26992"/>
                  </a:lnTo>
                  <a:lnTo>
                    <a:pt x="56132" y="7802"/>
                  </a:lnTo>
                  <a:lnTo>
                    <a:pt x="56791" y="6369"/>
                  </a:lnTo>
                  <a:lnTo>
                    <a:pt x="76835" y="20983"/>
                  </a:lnTo>
                  <a:lnTo>
                    <a:pt x="106046" y="50959"/>
                  </a:lnTo>
                  <a:lnTo>
                    <a:pt x="107105" y="52046"/>
                  </a:lnTo>
                  <a:lnTo>
                    <a:pt x="107291" y="52236"/>
                  </a:lnTo>
                  <a:lnTo>
                    <a:pt x="114031" y="55546"/>
                  </a:lnTo>
                  <a:lnTo>
                    <a:pt x="118611" y="57106"/>
                  </a:lnTo>
                  <a:lnTo>
                    <a:pt x="122922" y="58575"/>
                  </a:lnTo>
                  <a:lnTo>
                    <a:pt x="133295" y="60090"/>
                  </a:lnTo>
                  <a:lnTo>
                    <a:pt x="142779" y="81093"/>
                  </a:lnTo>
                  <a:lnTo>
                    <a:pt x="137463" y="86241"/>
                  </a:lnTo>
                  <a:lnTo>
                    <a:pt x="140883" y="93717"/>
                  </a:lnTo>
                  <a:lnTo>
                    <a:pt x="136768" y="98602"/>
                  </a:lnTo>
                  <a:lnTo>
                    <a:pt x="134606" y="101169"/>
                  </a:lnTo>
                  <a:lnTo>
                    <a:pt x="131129" y="105297"/>
                  </a:lnTo>
                  <a:lnTo>
                    <a:pt x="136373" y="118113"/>
                  </a:lnTo>
                  <a:lnTo>
                    <a:pt x="135803" y="133726"/>
                  </a:lnTo>
                  <a:lnTo>
                    <a:pt x="133865" y="141998"/>
                  </a:lnTo>
                  <a:lnTo>
                    <a:pt x="129875" y="146192"/>
                  </a:lnTo>
                  <a:lnTo>
                    <a:pt x="127254" y="143979"/>
                  </a:lnTo>
                  <a:lnTo>
                    <a:pt x="123173" y="147368"/>
                  </a:lnTo>
                  <a:lnTo>
                    <a:pt x="121782" y="148523"/>
                  </a:lnTo>
                  <a:lnTo>
                    <a:pt x="118078" y="160371"/>
                  </a:lnTo>
                  <a:lnTo>
                    <a:pt x="115627" y="168213"/>
                  </a:lnTo>
                  <a:lnTo>
                    <a:pt x="103544" y="174855"/>
                  </a:lnTo>
                  <a:lnTo>
                    <a:pt x="92601" y="171126"/>
                  </a:lnTo>
                  <a:lnTo>
                    <a:pt x="85377" y="151315"/>
                  </a:lnTo>
                  <a:lnTo>
                    <a:pt x="81672" y="144421"/>
                  </a:lnTo>
                  <a:lnTo>
                    <a:pt x="81577" y="133255"/>
                  </a:lnTo>
                  <a:lnTo>
                    <a:pt x="83952" y="128595"/>
                  </a:lnTo>
                  <a:lnTo>
                    <a:pt x="83741" y="124744"/>
                  </a:lnTo>
                  <a:lnTo>
                    <a:pt x="82839" y="124222"/>
                  </a:lnTo>
                  <a:lnTo>
                    <a:pt x="77859" y="121340"/>
                  </a:lnTo>
                  <a:lnTo>
                    <a:pt x="73360" y="118737"/>
                  </a:lnTo>
                  <a:lnTo>
                    <a:pt x="68708" y="116045"/>
                  </a:lnTo>
                  <a:lnTo>
                    <a:pt x="67946" y="115604"/>
                  </a:lnTo>
                  <a:lnTo>
                    <a:pt x="61581" y="111920"/>
                  </a:lnTo>
                  <a:lnTo>
                    <a:pt x="59564" y="110753"/>
                  </a:lnTo>
                  <a:lnTo>
                    <a:pt x="67904" y="95619"/>
                  </a:lnTo>
                  <a:lnTo>
                    <a:pt x="62925" y="93583"/>
                  </a:lnTo>
                  <a:lnTo>
                    <a:pt x="74840" y="75899"/>
                  </a:lnTo>
                  <a:lnTo>
                    <a:pt x="88916" y="84129"/>
                  </a:lnTo>
                  <a:lnTo>
                    <a:pt x="93244" y="75717"/>
                  </a:lnTo>
                  <a:lnTo>
                    <a:pt x="82435" y="69617"/>
                  </a:lnTo>
                  <a:lnTo>
                    <a:pt x="78978" y="67665"/>
                  </a:lnTo>
                  <a:lnTo>
                    <a:pt x="75897" y="65926"/>
                  </a:lnTo>
                  <a:lnTo>
                    <a:pt x="46245" y="50286"/>
                  </a:lnTo>
                  <a:lnTo>
                    <a:pt x="37236" y="41264"/>
                  </a:lnTo>
                  <a:lnTo>
                    <a:pt x="29826" y="40293"/>
                  </a:lnTo>
                  <a:lnTo>
                    <a:pt x="0" y="20292"/>
                  </a:lnTo>
                  <a:lnTo>
                    <a:pt x="1614" y="11845"/>
                  </a:lnTo>
                  <a:lnTo>
                    <a:pt x="7599" y="6602"/>
                  </a:lnTo>
                  <a:lnTo>
                    <a:pt x="27832" y="14078"/>
                  </a:lnTo>
                  <a:lnTo>
                    <a:pt x="3438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44606" y="3053053"/>
              <a:ext cx="189089" cy="144027"/>
            </a:xfrm>
            <a:custGeom>
              <a:avLst/>
              <a:pathLst>
                <a:path w="189089" h="144027">
                  <a:moveTo>
                    <a:pt x="177038" y="21258"/>
                  </a:moveTo>
                  <a:lnTo>
                    <a:pt x="189089" y="26828"/>
                  </a:lnTo>
                  <a:lnTo>
                    <a:pt x="188421" y="28399"/>
                  </a:lnTo>
                  <a:lnTo>
                    <a:pt x="188331" y="28622"/>
                  </a:lnTo>
                  <a:lnTo>
                    <a:pt x="182868" y="42323"/>
                  </a:lnTo>
                  <a:lnTo>
                    <a:pt x="183392" y="42532"/>
                  </a:lnTo>
                  <a:lnTo>
                    <a:pt x="180839" y="48457"/>
                  </a:lnTo>
                  <a:lnTo>
                    <a:pt x="180755" y="48653"/>
                  </a:lnTo>
                  <a:lnTo>
                    <a:pt x="179166" y="52340"/>
                  </a:lnTo>
                  <a:lnTo>
                    <a:pt x="179083" y="52533"/>
                  </a:lnTo>
                  <a:lnTo>
                    <a:pt x="177583" y="56132"/>
                  </a:lnTo>
                  <a:lnTo>
                    <a:pt x="177347" y="56699"/>
                  </a:lnTo>
                  <a:lnTo>
                    <a:pt x="174630" y="63874"/>
                  </a:lnTo>
                  <a:lnTo>
                    <a:pt x="171369" y="72487"/>
                  </a:lnTo>
                  <a:lnTo>
                    <a:pt x="171109" y="73199"/>
                  </a:lnTo>
                  <a:lnTo>
                    <a:pt x="167974" y="71646"/>
                  </a:lnTo>
                  <a:lnTo>
                    <a:pt x="164156" y="74519"/>
                  </a:lnTo>
                  <a:lnTo>
                    <a:pt x="163866" y="74633"/>
                  </a:lnTo>
                  <a:lnTo>
                    <a:pt x="162867" y="75027"/>
                  </a:lnTo>
                  <a:lnTo>
                    <a:pt x="161779" y="75455"/>
                  </a:lnTo>
                  <a:lnTo>
                    <a:pt x="157220" y="65649"/>
                  </a:lnTo>
                  <a:lnTo>
                    <a:pt x="155320" y="67591"/>
                  </a:lnTo>
                  <a:lnTo>
                    <a:pt x="154560" y="72154"/>
                  </a:lnTo>
                  <a:lnTo>
                    <a:pt x="147531" y="77106"/>
                  </a:lnTo>
                  <a:lnTo>
                    <a:pt x="144016" y="70212"/>
                  </a:lnTo>
                  <a:lnTo>
                    <a:pt x="140976" y="72737"/>
                  </a:lnTo>
                  <a:lnTo>
                    <a:pt x="135657" y="67688"/>
                  </a:lnTo>
                  <a:lnTo>
                    <a:pt x="134042" y="69630"/>
                  </a:lnTo>
                  <a:lnTo>
                    <a:pt x="127393" y="65066"/>
                  </a:lnTo>
                  <a:lnTo>
                    <a:pt x="125588" y="60600"/>
                  </a:lnTo>
                  <a:lnTo>
                    <a:pt x="114284" y="62930"/>
                  </a:lnTo>
                  <a:lnTo>
                    <a:pt x="106115" y="59726"/>
                  </a:lnTo>
                  <a:lnTo>
                    <a:pt x="93196" y="64678"/>
                  </a:lnTo>
                  <a:lnTo>
                    <a:pt x="93956" y="73513"/>
                  </a:lnTo>
                  <a:lnTo>
                    <a:pt x="95476" y="73416"/>
                  </a:lnTo>
                  <a:lnTo>
                    <a:pt x="97376" y="86427"/>
                  </a:lnTo>
                  <a:lnTo>
                    <a:pt x="89207" y="88272"/>
                  </a:lnTo>
                  <a:lnTo>
                    <a:pt x="92531" y="92350"/>
                  </a:lnTo>
                  <a:lnTo>
                    <a:pt x="77713" y="102544"/>
                  </a:lnTo>
                  <a:lnTo>
                    <a:pt x="78115" y="104129"/>
                  </a:lnTo>
                  <a:lnTo>
                    <a:pt x="80632" y="107187"/>
                  </a:lnTo>
                  <a:lnTo>
                    <a:pt x="80745" y="107400"/>
                  </a:lnTo>
                  <a:lnTo>
                    <a:pt x="80999" y="108513"/>
                  </a:lnTo>
                  <a:lnTo>
                    <a:pt x="80857" y="109183"/>
                  </a:lnTo>
                  <a:lnTo>
                    <a:pt x="80405" y="109742"/>
                  </a:lnTo>
                  <a:lnTo>
                    <a:pt x="78434" y="110726"/>
                  </a:lnTo>
                  <a:lnTo>
                    <a:pt x="76325" y="112241"/>
                  </a:lnTo>
                  <a:lnTo>
                    <a:pt x="74919" y="113988"/>
                  </a:lnTo>
                  <a:lnTo>
                    <a:pt x="74253" y="114814"/>
                  </a:lnTo>
                  <a:lnTo>
                    <a:pt x="73223" y="117528"/>
                  </a:lnTo>
                  <a:lnTo>
                    <a:pt x="72558" y="119712"/>
                  </a:lnTo>
                  <a:lnTo>
                    <a:pt x="69756" y="123839"/>
                  </a:lnTo>
                  <a:lnTo>
                    <a:pt x="69281" y="125247"/>
                  </a:lnTo>
                  <a:lnTo>
                    <a:pt x="69281" y="126703"/>
                  </a:lnTo>
                  <a:lnTo>
                    <a:pt x="67739" y="133020"/>
                  </a:lnTo>
                  <a:lnTo>
                    <a:pt x="63251" y="134112"/>
                  </a:lnTo>
                  <a:lnTo>
                    <a:pt x="58762" y="135204"/>
                  </a:lnTo>
                  <a:lnTo>
                    <a:pt x="45646" y="144027"/>
                  </a:lnTo>
                  <a:lnTo>
                    <a:pt x="39637" y="140940"/>
                  </a:lnTo>
                  <a:lnTo>
                    <a:pt x="39818" y="140796"/>
                  </a:lnTo>
                  <a:lnTo>
                    <a:pt x="41968" y="139089"/>
                  </a:lnTo>
                  <a:lnTo>
                    <a:pt x="43440" y="135739"/>
                  </a:lnTo>
                  <a:lnTo>
                    <a:pt x="33790" y="134763"/>
                  </a:lnTo>
                  <a:lnTo>
                    <a:pt x="32780" y="136412"/>
                  </a:lnTo>
                  <a:lnTo>
                    <a:pt x="32341" y="137129"/>
                  </a:lnTo>
                  <a:lnTo>
                    <a:pt x="30503" y="140129"/>
                  </a:lnTo>
                  <a:lnTo>
                    <a:pt x="26593" y="137777"/>
                  </a:lnTo>
                  <a:lnTo>
                    <a:pt x="22444" y="135341"/>
                  </a:lnTo>
                  <a:lnTo>
                    <a:pt x="22302" y="135826"/>
                  </a:lnTo>
                  <a:lnTo>
                    <a:pt x="17642" y="132711"/>
                  </a:lnTo>
                  <a:lnTo>
                    <a:pt x="11871" y="128851"/>
                  </a:lnTo>
                  <a:lnTo>
                    <a:pt x="9770" y="127446"/>
                  </a:lnTo>
                  <a:lnTo>
                    <a:pt x="5595" y="124655"/>
                  </a:lnTo>
                  <a:lnTo>
                    <a:pt x="0" y="120914"/>
                  </a:lnTo>
                  <a:lnTo>
                    <a:pt x="3845" y="114893"/>
                  </a:lnTo>
                  <a:lnTo>
                    <a:pt x="12711" y="101014"/>
                  </a:lnTo>
                  <a:lnTo>
                    <a:pt x="13840" y="99246"/>
                  </a:lnTo>
                  <a:lnTo>
                    <a:pt x="19072" y="91056"/>
                  </a:lnTo>
                  <a:lnTo>
                    <a:pt x="20161" y="89972"/>
                  </a:lnTo>
                  <a:lnTo>
                    <a:pt x="22263" y="87700"/>
                  </a:lnTo>
                  <a:lnTo>
                    <a:pt x="22737" y="87187"/>
                  </a:lnTo>
                  <a:lnTo>
                    <a:pt x="29100" y="76888"/>
                  </a:lnTo>
                  <a:lnTo>
                    <a:pt x="31760" y="72581"/>
                  </a:lnTo>
                  <a:lnTo>
                    <a:pt x="36481" y="64939"/>
                  </a:lnTo>
                  <a:lnTo>
                    <a:pt x="42773" y="54755"/>
                  </a:lnTo>
                  <a:lnTo>
                    <a:pt x="42329" y="54466"/>
                  </a:lnTo>
                  <a:lnTo>
                    <a:pt x="39336" y="52439"/>
                  </a:lnTo>
                  <a:lnTo>
                    <a:pt x="40627" y="50497"/>
                  </a:lnTo>
                  <a:lnTo>
                    <a:pt x="45234" y="43569"/>
                  </a:lnTo>
                  <a:lnTo>
                    <a:pt x="50871" y="35091"/>
                  </a:lnTo>
                  <a:lnTo>
                    <a:pt x="54672" y="29375"/>
                  </a:lnTo>
                  <a:lnTo>
                    <a:pt x="58875" y="23055"/>
                  </a:lnTo>
                  <a:lnTo>
                    <a:pt x="61288" y="19427"/>
                  </a:lnTo>
                  <a:lnTo>
                    <a:pt x="62264" y="17959"/>
                  </a:lnTo>
                  <a:lnTo>
                    <a:pt x="67173" y="14922"/>
                  </a:lnTo>
                  <a:lnTo>
                    <a:pt x="71344" y="12342"/>
                  </a:lnTo>
                  <a:lnTo>
                    <a:pt x="73459" y="8812"/>
                  </a:lnTo>
                  <a:lnTo>
                    <a:pt x="74980" y="9188"/>
                  </a:lnTo>
                  <a:lnTo>
                    <a:pt x="75320" y="9273"/>
                  </a:lnTo>
                  <a:lnTo>
                    <a:pt x="75941" y="9426"/>
                  </a:lnTo>
                  <a:lnTo>
                    <a:pt x="79032" y="10720"/>
                  </a:lnTo>
                  <a:lnTo>
                    <a:pt x="77843" y="13759"/>
                  </a:lnTo>
                  <a:lnTo>
                    <a:pt x="80448" y="16038"/>
                  </a:lnTo>
                  <a:lnTo>
                    <a:pt x="82756" y="17914"/>
                  </a:lnTo>
                  <a:lnTo>
                    <a:pt x="86395" y="20873"/>
                  </a:lnTo>
                  <a:lnTo>
                    <a:pt x="86918" y="21554"/>
                  </a:lnTo>
                  <a:lnTo>
                    <a:pt x="87140" y="21777"/>
                  </a:lnTo>
                  <a:lnTo>
                    <a:pt x="93611" y="19177"/>
                  </a:lnTo>
                  <a:lnTo>
                    <a:pt x="94303" y="18899"/>
                  </a:lnTo>
                  <a:lnTo>
                    <a:pt x="97145" y="17360"/>
                  </a:lnTo>
                  <a:lnTo>
                    <a:pt x="98460" y="16648"/>
                  </a:lnTo>
                  <a:lnTo>
                    <a:pt x="100058" y="16089"/>
                  </a:lnTo>
                  <a:lnTo>
                    <a:pt x="102832" y="15467"/>
                  </a:lnTo>
                  <a:lnTo>
                    <a:pt x="104541" y="15151"/>
                  </a:lnTo>
                  <a:lnTo>
                    <a:pt x="106005" y="14710"/>
                  </a:lnTo>
                  <a:lnTo>
                    <a:pt x="108480" y="13159"/>
                  </a:lnTo>
                  <a:lnTo>
                    <a:pt x="114462" y="2390"/>
                  </a:lnTo>
                  <a:lnTo>
                    <a:pt x="115433" y="0"/>
                  </a:lnTo>
                  <a:lnTo>
                    <a:pt x="119106" y="12"/>
                  </a:lnTo>
                  <a:lnTo>
                    <a:pt x="127840" y="755"/>
                  </a:lnTo>
                  <a:lnTo>
                    <a:pt x="129358" y="1349"/>
                  </a:lnTo>
                  <a:lnTo>
                    <a:pt x="130943" y="1971"/>
                  </a:lnTo>
                  <a:lnTo>
                    <a:pt x="139937" y="5907"/>
                  </a:lnTo>
                  <a:lnTo>
                    <a:pt x="141330" y="6477"/>
                  </a:lnTo>
                  <a:lnTo>
                    <a:pt x="152701" y="11135"/>
                  </a:lnTo>
                  <a:lnTo>
                    <a:pt x="165122" y="16356"/>
                  </a:lnTo>
                  <a:lnTo>
                    <a:pt x="174554" y="20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871" y="3033057"/>
              <a:ext cx="325132" cy="143998"/>
            </a:xfrm>
            <a:custGeom>
              <a:avLst/>
              <a:pathLst>
                <a:path w="325132" h="143998">
                  <a:moveTo>
                    <a:pt x="279395" y="37720"/>
                  </a:moveTo>
                  <a:lnTo>
                    <a:pt x="285644" y="47595"/>
                  </a:lnTo>
                  <a:lnTo>
                    <a:pt x="281084" y="55168"/>
                  </a:lnTo>
                  <a:lnTo>
                    <a:pt x="271110" y="61382"/>
                  </a:lnTo>
                  <a:lnTo>
                    <a:pt x="233655" y="70129"/>
                  </a:lnTo>
                  <a:lnTo>
                    <a:pt x="228210" y="62782"/>
                  </a:lnTo>
                  <a:lnTo>
                    <a:pt x="217571" y="59092"/>
                  </a:lnTo>
                  <a:lnTo>
                    <a:pt x="207882" y="63947"/>
                  </a:lnTo>
                  <a:lnTo>
                    <a:pt x="206742" y="75598"/>
                  </a:lnTo>
                  <a:lnTo>
                    <a:pt x="212436" y="77246"/>
                  </a:lnTo>
                  <a:lnTo>
                    <a:pt x="207847" y="85947"/>
                  </a:lnTo>
                  <a:lnTo>
                    <a:pt x="219626" y="90705"/>
                  </a:lnTo>
                  <a:lnTo>
                    <a:pt x="233684" y="93229"/>
                  </a:lnTo>
                  <a:lnTo>
                    <a:pt x="242613" y="93812"/>
                  </a:lnTo>
                  <a:lnTo>
                    <a:pt x="261041" y="90316"/>
                  </a:lnTo>
                  <a:lnTo>
                    <a:pt x="260091" y="81092"/>
                  </a:lnTo>
                  <a:lnTo>
                    <a:pt x="283079" y="78180"/>
                  </a:lnTo>
                  <a:lnTo>
                    <a:pt x="283364" y="75267"/>
                  </a:lnTo>
                  <a:lnTo>
                    <a:pt x="289728" y="71286"/>
                  </a:lnTo>
                  <a:lnTo>
                    <a:pt x="292626" y="79927"/>
                  </a:lnTo>
                  <a:lnTo>
                    <a:pt x="294050" y="79199"/>
                  </a:lnTo>
                  <a:lnTo>
                    <a:pt x="304832" y="78616"/>
                  </a:lnTo>
                  <a:lnTo>
                    <a:pt x="309771" y="81092"/>
                  </a:lnTo>
                  <a:lnTo>
                    <a:pt x="308158" y="84307"/>
                  </a:lnTo>
                  <a:lnTo>
                    <a:pt x="296948" y="83520"/>
                  </a:lnTo>
                  <a:lnTo>
                    <a:pt x="289586" y="84636"/>
                  </a:lnTo>
                  <a:lnTo>
                    <a:pt x="289823" y="87792"/>
                  </a:lnTo>
                  <a:lnTo>
                    <a:pt x="297233" y="86772"/>
                  </a:lnTo>
                  <a:lnTo>
                    <a:pt x="297802" y="91821"/>
                  </a:lnTo>
                  <a:lnTo>
                    <a:pt x="289348" y="93472"/>
                  </a:lnTo>
                  <a:lnTo>
                    <a:pt x="290172" y="99965"/>
                  </a:lnTo>
                  <a:lnTo>
                    <a:pt x="296022" y="98685"/>
                  </a:lnTo>
                  <a:lnTo>
                    <a:pt x="303475" y="102822"/>
                  </a:lnTo>
                  <a:lnTo>
                    <a:pt x="325132" y="115930"/>
                  </a:lnTo>
                  <a:lnTo>
                    <a:pt x="318452" y="135481"/>
                  </a:lnTo>
                  <a:lnTo>
                    <a:pt x="316159" y="141521"/>
                  </a:lnTo>
                  <a:lnTo>
                    <a:pt x="308294" y="139928"/>
                  </a:lnTo>
                  <a:lnTo>
                    <a:pt x="274046" y="127298"/>
                  </a:lnTo>
                  <a:lnTo>
                    <a:pt x="240229" y="135357"/>
                  </a:lnTo>
                  <a:lnTo>
                    <a:pt x="223416" y="136425"/>
                  </a:lnTo>
                  <a:lnTo>
                    <a:pt x="221516" y="127007"/>
                  </a:lnTo>
                  <a:lnTo>
                    <a:pt x="189315" y="137978"/>
                  </a:lnTo>
                  <a:lnTo>
                    <a:pt x="189600" y="142930"/>
                  </a:lnTo>
                  <a:lnTo>
                    <a:pt x="175921" y="143998"/>
                  </a:lnTo>
                  <a:lnTo>
                    <a:pt x="175826" y="141085"/>
                  </a:lnTo>
                  <a:lnTo>
                    <a:pt x="164047" y="133124"/>
                  </a:lnTo>
                  <a:lnTo>
                    <a:pt x="137450" y="122832"/>
                  </a:lnTo>
                  <a:lnTo>
                    <a:pt x="142675" y="110501"/>
                  </a:lnTo>
                  <a:lnTo>
                    <a:pt x="132701" y="105355"/>
                  </a:lnTo>
                  <a:lnTo>
                    <a:pt x="129756" y="110404"/>
                  </a:lnTo>
                  <a:lnTo>
                    <a:pt x="125386" y="124774"/>
                  </a:lnTo>
                  <a:lnTo>
                    <a:pt x="93565" y="106229"/>
                  </a:lnTo>
                  <a:lnTo>
                    <a:pt x="78556" y="106326"/>
                  </a:lnTo>
                  <a:lnTo>
                    <a:pt x="77036" y="113511"/>
                  </a:lnTo>
                  <a:lnTo>
                    <a:pt x="72002" y="113122"/>
                  </a:lnTo>
                  <a:lnTo>
                    <a:pt x="71907" y="105743"/>
                  </a:lnTo>
                  <a:lnTo>
                    <a:pt x="43220" y="119336"/>
                  </a:lnTo>
                  <a:lnTo>
                    <a:pt x="30681" y="108171"/>
                  </a:lnTo>
                  <a:lnTo>
                    <a:pt x="34481" y="102151"/>
                  </a:lnTo>
                  <a:lnTo>
                    <a:pt x="32011" y="99335"/>
                  </a:lnTo>
                  <a:lnTo>
                    <a:pt x="32771" y="95548"/>
                  </a:lnTo>
                  <a:lnTo>
                    <a:pt x="26882" y="96325"/>
                  </a:lnTo>
                  <a:lnTo>
                    <a:pt x="26597" y="102636"/>
                  </a:lnTo>
                  <a:lnTo>
                    <a:pt x="20327" y="107588"/>
                  </a:lnTo>
                  <a:lnTo>
                    <a:pt x="12728" y="107976"/>
                  </a:lnTo>
                  <a:lnTo>
                    <a:pt x="0" y="102442"/>
                  </a:lnTo>
                  <a:lnTo>
                    <a:pt x="3514" y="95451"/>
                  </a:lnTo>
                  <a:lnTo>
                    <a:pt x="4602" y="95023"/>
                  </a:lnTo>
                  <a:lnTo>
                    <a:pt x="5601" y="94629"/>
                  </a:lnTo>
                  <a:lnTo>
                    <a:pt x="5891" y="94516"/>
                  </a:lnTo>
                  <a:lnTo>
                    <a:pt x="9709" y="91642"/>
                  </a:lnTo>
                  <a:lnTo>
                    <a:pt x="12844" y="93195"/>
                  </a:lnTo>
                  <a:lnTo>
                    <a:pt x="13104" y="92483"/>
                  </a:lnTo>
                  <a:lnTo>
                    <a:pt x="16365" y="83870"/>
                  </a:lnTo>
                  <a:lnTo>
                    <a:pt x="19082" y="76695"/>
                  </a:lnTo>
                  <a:lnTo>
                    <a:pt x="19318" y="76128"/>
                  </a:lnTo>
                  <a:lnTo>
                    <a:pt x="20823" y="72518"/>
                  </a:lnTo>
                  <a:lnTo>
                    <a:pt x="20901" y="72336"/>
                  </a:lnTo>
                  <a:lnTo>
                    <a:pt x="22489" y="68649"/>
                  </a:lnTo>
                  <a:lnTo>
                    <a:pt x="22574" y="68453"/>
                  </a:lnTo>
                  <a:lnTo>
                    <a:pt x="25127" y="62528"/>
                  </a:lnTo>
                  <a:lnTo>
                    <a:pt x="24603" y="62319"/>
                  </a:lnTo>
                  <a:lnTo>
                    <a:pt x="30066" y="48618"/>
                  </a:lnTo>
                  <a:lnTo>
                    <a:pt x="30155" y="48395"/>
                  </a:lnTo>
                  <a:lnTo>
                    <a:pt x="30824" y="46824"/>
                  </a:lnTo>
                  <a:lnTo>
                    <a:pt x="33651" y="48032"/>
                  </a:lnTo>
                  <a:lnTo>
                    <a:pt x="42576" y="51845"/>
                  </a:lnTo>
                  <a:lnTo>
                    <a:pt x="43038" y="52042"/>
                  </a:lnTo>
                  <a:lnTo>
                    <a:pt x="54417" y="56903"/>
                  </a:lnTo>
                  <a:lnTo>
                    <a:pt x="54996" y="57151"/>
                  </a:lnTo>
                  <a:lnTo>
                    <a:pt x="55457" y="57348"/>
                  </a:lnTo>
                  <a:lnTo>
                    <a:pt x="59218" y="57262"/>
                  </a:lnTo>
                  <a:lnTo>
                    <a:pt x="86938" y="56630"/>
                  </a:lnTo>
                  <a:lnTo>
                    <a:pt x="87091" y="56626"/>
                  </a:lnTo>
                  <a:lnTo>
                    <a:pt x="89004" y="57722"/>
                  </a:lnTo>
                  <a:lnTo>
                    <a:pt x="98252" y="63021"/>
                  </a:lnTo>
                  <a:lnTo>
                    <a:pt x="98570" y="63203"/>
                  </a:lnTo>
                  <a:lnTo>
                    <a:pt x="98772" y="63319"/>
                  </a:lnTo>
                  <a:lnTo>
                    <a:pt x="109972" y="69104"/>
                  </a:lnTo>
                  <a:lnTo>
                    <a:pt x="118337" y="73608"/>
                  </a:lnTo>
                  <a:lnTo>
                    <a:pt x="129885" y="79599"/>
                  </a:lnTo>
                  <a:lnTo>
                    <a:pt x="138126" y="83875"/>
                  </a:lnTo>
                  <a:lnTo>
                    <a:pt x="139736" y="84710"/>
                  </a:lnTo>
                  <a:lnTo>
                    <a:pt x="152585" y="91462"/>
                  </a:lnTo>
                  <a:lnTo>
                    <a:pt x="164019" y="97470"/>
                  </a:lnTo>
                  <a:lnTo>
                    <a:pt x="164718" y="97838"/>
                  </a:lnTo>
                  <a:lnTo>
                    <a:pt x="165657" y="95891"/>
                  </a:lnTo>
                  <a:lnTo>
                    <a:pt x="176025" y="72741"/>
                  </a:lnTo>
                  <a:lnTo>
                    <a:pt x="178675" y="67847"/>
                  </a:lnTo>
                  <a:lnTo>
                    <a:pt x="181497" y="64119"/>
                  </a:lnTo>
                  <a:lnTo>
                    <a:pt x="181873" y="64232"/>
                  </a:lnTo>
                  <a:lnTo>
                    <a:pt x="180697" y="60554"/>
                  </a:lnTo>
                  <a:lnTo>
                    <a:pt x="178844" y="57262"/>
                  </a:lnTo>
                  <a:lnTo>
                    <a:pt x="177505" y="56621"/>
                  </a:lnTo>
                  <a:lnTo>
                    <a:pt x="174468" y="57717"/>
                  </a:lnTo>
                  <a:lnTo>
                    <a:pt x="171733" y="59686"/>
                  </a:lnTo>
                  <a:lnTo>
                    <a:pt x="170314" y="56550"/>
                  </a:lnTo>
                  <a:lnTo>
                    <a:pt x="167924" y="37861"/>
                  </a:lnTo>
                  <a:lnTo>
                    <a:pt x="167572" y="35105"/>
                  </a:lnTo>
                  <a:lnTo>
                    <a:pt x="165767" y="31173"/>
                  </a:lnTo>
                  <a:lnTo>
                    <a:pt x="165937" y="30532"/>
                  </a:lnTo>
                  <a:lnTo>
                    <a:pt x="171082" y="35924"/>
                  </a:lnTo>
                  <a:lnTo>
                    <a:pt x="176995" y="33812"/>
                  </a:lnTo>
                  <a:lnTo>
                    <a:pt x="179418" y="35851"/>
                  </a:lnTo>
                  <a:lnTo>
                    <a:pt x="180486" y="39929"/>
                  </a:lnTo>
                  <a:lnTo>
                    <a:pt x="189961" y="34978"/>
                  </a:lnTo>
                  <a:lnTo>
                    <a:pt x="191885" y="38036"/>
                  </a:lnTo>
                  <a:lnTo>
                    <a:pt x="203070" y="39128"/>
                  </a:lnTo>
                  <a:lnTo>
                    <a:pt x="226248" y="55489"/>
                  </a:lnTo>
                  <a:lnTo>
                    <a:pt x="231947" y="51265"/>
                  </a:lnTo>
                  <a:lnTo>
                    <a:pt x="239784" y="29419"/>
                  </a:lnTo>
                  <a:lnTo>
                    <a:pt x="232802" y="19807"/>
                  </a:lnTo>
                  <a:lnTo>
                    <a:pt x="240781" y="8884"/>
                  </a:lnTo>
                  <a:lnTo>
                    <a:pt x="244201" y="13981"/>
                  </a:lnTo>
                  <a:lnTo>
                    <a:pt x="251040" y="42964"/>
                  </a:lnTo>
                  <a:lnTo>
                    <a:pt x="262724" y="35827"/>
                  </a:lnTo>
                  <a:lnTo>
                    <a:pt x="256169" y="11505"/>
                  </a:lnTo>
                  <a:lnTo>
                    <a:pt x="282957" y="0"/>
                  </a:lnTo>
                  <a:lnTo>
                    <a:pt x="290223" y="15437"/>
                  </a:lnTo>
                  <a:lnTo>
                    <a:pt x="275120" y="21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43452" y="2441721"/>
              <a:ext cx="441292" cy="736580"/>
            </a:xfrm>
            <a:custGeom>
              <a:avLst/>
              <a:pathLst>
                <a:path w="441292" h="736580">
                  <a:moveTo>
                    <a:pt x="385272" y="42453"/>
                  </a:moveTo>
                  <a:lnTo>
                    <a:pt x="372733" y="64202"/>
                  </a:lnTo>
                  <a:lnTo>
                    <a:pt x="353825" y="53563"/>
                  </a:lnTo>
                  <a:lnTo>
                    <a:pt x="344046" y="70028"/>
                  </a:lnTo>
                  <a:lnTo>
                    <a:pt x="324695" y="85852"/>
                  </a:lnTo>
                  <a:lnTo>
                    <a:pt x="324144" y="86399"/>
                  </a:lnTo>
                  <a:lnTo>
                    <a:pt x="327328" y="90612"/>
                  </a:lnTo>
                  <a:lnTo>
                    <a:pt x="294461" y="124400"/>
                  </a:lnTo>
                  <a:lnTo>
                    <a:pt x="291010" y="120138"/>
                  </a:lnTo>
                  <a:lnTo>
                    <a:pt x="283643" y="126285"/>
                  </a:lnTo>
                  <a:lnTo>
                    <a:pt x="288952" y="135430"/>
                  </a:lnTo>
                  <a:lnTo>
                    <a:pt x="279149" y="141838"/>
                  </a:lnTo>
                  <a:lnTo>
                    <a:pt x="272088" y="134274"/>
                  </a:lnTo>
                  <a:lnTo>
                    <a:pt x="265961" y="138716"/>
                  </a:lnTo>
                  <a:lnTo>
                    <a:pt x="263610" y="145197"/>
                  </a:lnTo>
                  <a:lnTo>
                    <a:pt x="275294" y="147381"/>
                  </a:lnTo>
                  <a:lnTo>
                    <a:pt x="273157" y="170757"/>
                  </a:lnTo>
                  <a:lnTo>
                    <a:pt x="270450" y="182626"/>
                  </a:lnTo>
                  <a:lnTo>
                    <a:pt x="263468" y="193477"/>
                  </a:lnTo>
                  <a:lnTo>
                    <a:pt x="259051" y="191438"/>
                  </a:lnTo>
                  <a:lnTo>
                    <a:pt x="245016" y="204982"/>
                  </a:lnTo>
                  <a:lnTo>
                    <a:pt x="243092" y="204982"/>
                  </a:lnTo>
                  <a:lnTo>
                    <a:pt x="244090" y="213429"/>
                  </a:lnTo>
                  <a:lnTo>
                    <a:pt x="245942" y="213502"/>
                  </a:lnTo>
                  <a:lnTo>
                    <a:pt x="247225" y="242048"/>
                  </a:lnTo>
                  <a:lnTo>
                    <a:pt x="243734" y="241028"/>
                  </a:lnTo>
                  <a:lnTo>
                    <a:pt x="242950" y="247291"/>
                  </a:lnTo>
                  <a:lnTo>
                    <a:pt x="241256" y="248092"/>
                  </a:lnTo>
                  <a:lnTo>
                    <a:pt x="243422" y="258306"/>
                  </a:lnTo>
                  <a:lnTo>
                    <a:pt x="243845" y="259562"/>
                  </a:lnTo>
                  <a:lnTo>
                    <a:pt x="246635" y="267844"/>
                  </a:lnTo>
                  <a:lnTo>
                    <a:pt x="247089" y="269195"/>
                  </a:lnTo>
                  <a:lnTo>
                    <a:pt x="247593" y="273112"/>
                  </a:lnTo>
                  <a:lnTo>
                    <a:pt x="248712" y="276413"/>
                  </a:lnTo>
                  <a:lnTo>
                    <a:pt x="248916" y="277013"/>
                  </a:lnTo>
                  <a:lnTo>
                    <a:pt x="251682" y="284854"/>
                  </a:lnTo>
                  <a:lnTo>
                    <a:pt x="252050" y="285897"/>
                  </a:lnTo>
                  <a:lnTo>
                    <a:pt x="252845" y="287899"/>
                  </a:lnTo>
                  <a:lnTo>
                    <a:pt x="254542" y="292172"/>
                  </a:lnTo>
                  <a:lnTo>
                    <a:pt x="255083" y="293533"/>
                  </a:lnTo>
                  <a:lnTo>
                    <a:pt x="258369" y="301594"/>
                  </a:lnTo>
                  <a:lnTo>
                    <a:pt x="258483" y="301872"/>
                  </a:lnTo>
                  <a:lnTo>
                    <a:pt x="260863" y="308061"/>
                  </a:lnTo>
                  <a:lnTo>
                    <a:pt x="261383" y="309418"/>
                  </a:lnTo>
                  <a:lnTo>
                    <a:pt x="261817" y="310545"/>
                  </a:lnTo>
                  <a:lnTo>
                    <a:pt x="263569" y="315011"/>
                  </a:lnTo>
                  <a:lnTo>
                    <a:pt x="264754" y="318036"/>
                  </a:lnTo>
                  <a:lnTo>
                    <a:pt x="263692" y="319061"/>
                  </a:lnTo>
                  <a:lnTo>
                    <a:pt x="262945" y="319783"/>
                  </a:lnTo>
                  <a:lnTo>
                    <a:pt x="262360" y="321881"/>
                  </a:lnTo>
                  <a:lnTo>
                    <a:pt x="263358" y="322580"/>
                  </a:lnTo>
                  <a:lnTo>
                    <a:pt x="264612" y="323499"/>
                  </a:lnTo>
                  <a:lnTo>
                    <a:pt x="269350" y="325573"/>
                  </a:lnTo>
                  <a:lnTo>
                    <a:pt x="274126" y="332943"/>
                  </a:lnTo>
                  <a:lnTo>
                    <a:pt x="275124" y="338332"/>
                  </a:lnTo>
                  <a:lnTo>
                    <a:pt x="288375" y="340590"/>
                  </a:lnTo>
                  <a:lnTo>
                    <a:pt x="296781" y="353187"/>
                  </a:lnTo>
                  <a:lnTo>
                    <a:pt x="294542" y="354386"/>
                  </a:lnTo>
                  <a:lnTo>
                    <a:pt x="296781" y="362873"/>
                  </a:lnTo>
                  <a:lnTo>
                    <a:pt x="298349" y="362581"/>
                  </a:lnTo>
                  <a:lnTo>
                    <a:pt x="302552" y="368334"/>
                  </a:lnTo>
                  <a:lnTo>
                    <a:pt x="319935" y="372485"/>
                  </a:lnTo>
                  <a:lnTo>
                    <a:pt x="320887" y="375803"/>
                  </a:lnTo>
                  <a:lnTo>
                    <a:pt x="320601" y="377530"/>
                  </a:lnTo>
                  <a:lnTo>
                    <a:pt x="318540" y="376479"/>
                  </a:lnTo>
                  <a:lnTo>
                    <a:pt x="318897" y="377915"/>
                  </a:lnTo>
                  <a:lnTo>
                    <a:pt x="320022" y="382435"/>
                  </a:lnTo>
                  <a:lnTo>
                    <a:pt x="321085" y="385414"/>
                  </a:lnTo>
                  <a:lnTo>
                    <a:pt x="322094" y="385274"/>
                  </a:lnTo>
                  <a:lnTo>
                    <a:pt x="323766" y="384829"/>
                  </a:lnTo>
                  <a:lnTo>
                    <a:pt x="326859" y="394184"/>
                  </a:lnTo>
                  <a:lnTo>
                    <a:pt x="327682" y="396672"/>
                  </a:lnTo>
                  <a:lnTo>
                    <a:pt x="328671" y="399663"/>
                  </a:lnTo>
                  <a:lnTo>
                    <a:pt x="329896" y="403369"/>
                  </a:lnTo>
                  <a:lnTo>
                    <a:pt x="330146" y="404126"/>
                  </a:lnTo>
                  <a:lnTo>
                    <a:pt x="333033" y="412857"/>
                  </a:lnTo>
                  <a:lnTo>
                    <a:pt x="333230" y="413504"/>
                  </a:lnTo>
                  <a:lnTo>
                    <a:pt x="334800" y="416951"/>
                  </a:lnTo>
                  <a:lnTo>
                    <a:pt x="335198" y="418970"/>
                  </a:lnTo>
                  <a:lnTo>
                    <a:pt x="335067" y="419295"/>
                  </a:lnTo>
                  <a:lnTo>
                    <a:pt x="334819" y="419913"/>
                  </a:lnTo>
                  <a:lnTo>
                    <a:pt x="333027" y="422313"/>
                  </a:lnTo>
                  <a:lnTo>
                    <a:pt x="333899" y="434965"/>
                  </a:lnTo>
                  <a:lnTo>
                    <a:pt x="335252" y="442611"/>
                  </a:lnTo>
                  <a:lnTo>
                    <a:pt x="321431" y="449238"/>
                  </a:lnTo>
                  <a:lnTo>
                    <a:pt x="319793" y="445160"/>
                  </a:lnTo>
                  <a:lnTo>
                    <a:pt x="316017" y="445888"/>
                  </a:lnTo>
                  <a:lnTo>
                    <a:pt x="316872" y="450621"/>
                  </a:lnTo>
                  <a:lnTo>
                    <a:pt x="310175" y="452005"/>
                  </a:lnTo>
                  <a:lnTo>
                    <a:pt x="310389" y="455063"/>
                  </a:lnTo>
                  <a:lnTo>
                    <a:pt x="300913" y="455136"/>
                  </a:lnTo>
                  <a:lnTo>
                    <a:pt x="298491" y="444577"/>
                  </a:lnTo>
                  <a:lnTo>
                    <a:pt x="297439" y="444473"/>
                  </a:lnTo>
                  <a:lnTo>
                    <a:pt x="296869" y="439424"/>
                  </a:lnTo>
                  <a:lnTo>
                    <a:pt x="292785" y="439570"/>
                  </a:lnTo>
                  <a:lnTo>
                    <a:pt x="291502" y="430443"/>
                  </a:lnTo>
                  <a:lnTo>
                    <a:pt x="272789" y="430928"/>
                  </a:lnTo>
                  <a:lnTo>
                    <a:pt x="268657" y="436026"/>
                  </a:lnTo>
                  <a:lnTo>
                    <a:pt x="255766" y="447418"/>
                  </a:lnTo>
                  <a:lnTo>
                    <a:pt x="228932" y="448510"/>
                  </a:lnTo>
                  <a:lnTo>
                    <a:pt x="223389" y="447350"/>
                  </a:lnTo>
                  <a:lnTo>
                    <a:pt x="218830" y="448398"/>
                  </a:lnTo>
                  <a:lnTo>
                    <a:pt x="217234" y="453175"/>
                  </a:lnTo>
                  <a:lnTo>
                    <a:pt x="228617" y="459739"/>
                  </a:lnTo>
                  <a:lnTo>
                    <a:pt x="234394" y="467444"/>
                  </a:lnTo>
                  <a:lnTo>
                    <a:pt x="236887" y="480551"/>
                  </a:lnTo>
                  <a:lnTo>
                    <a:pt x="229189" y="481028"/>
                  </a:lnTo>
                  <a:lnTo>
                    <a:pt x="223047" y="480556"/>
                  </a:lnTo>
                  <a:lnTo>
                    <a:pt x="220353" y="488293"/>
                  </a:lnTo>
                  <a:lnTo>
                    <a:pt x="215068" y="487663"/>
                  </a:lnTo>
                  <a:lnTo>
                    <a:pt x="209825" y="500945"/>
                  </a:lnTo>
                  <a:lnTo>
                    <a:pt x="209255" y="507587"/>
                  </a:lnTo>
                  <a:lnTo>
                    <a:pt x="211306" y="508286"/>
                  </a:lnTo>
                  <a:lnTo>
                    <a:pt x="216094" y="505023"/>
                  </a:lnTo>
                  <a:lnTo>
                    <a:pt x="225783" y="505606"/>
                  </a:lnTo>
                  <a:lnTo>
                    <a:pt x="228488" y="502339"/>
                  </a:lnTo>
                  <a:lnTo>
                    <a:pt x="240065" y="509991"/>
                  </a:lnTo>
                  <a:lnTo>
                    <a:pt x="244819" y="514344"/>
                  </a:lnTo>
                  <a:lnTo>
                    <a:pt x="249326" y="512492"/>
                  </a:lnTo>
                  <a:lnTo>
                    <a:pt x="254341" y="517326"/>
                  </a:lnTo>
                  <a:lnTo>
                    <a:pt x="248599" y="524048"/>
                  </a:lnTo>
                  <a:lnTo>
                    <a:pt x="250366" y="525388"/>
                  </a:lnTo>
                  <a:lnTo>
                    <a:pt x="249682" y="528534"/>
                  </a:lnTo>
                  <a:lnTo>
                    <a:pt x="249682" y="529932"/>
                  </a:lnTo>
                  <a:lnTo>
                    <a:pt x="249682" y="532146"/>
                  </a:lnTo>
                  <a:lnTo>
                    <a:pt x="249511" y="535466"/>
                  </a:lnTo>
                  <a:lnTo>
                    <a:pt x="248890" y="538512"/>
                  </a:lnTo>
                  <a:lnTo>
                    <a:pt x="247779" y="539942"/>
                  </a:lnTo>
                  <a:lnTo>
                    <a:pt x="246445" y="541173"/>
                  </a:lnTo>
                  <a:lnTo>
                    <a:pt x="244488" y="542125"/>
                  </a:lnTo>
                  <a:lnTo>
                    <a:pt x="243057" y="542959"/>
                  </a:lnTo>
                  <a:lnTo>
                    <a:pt x="241111" y="544092"/>
                  </a:lnTo>
                  <a:lnTo>
                    <a:pt x="240383" y="544517"/>
                  </a:lnTo>
                  <a:lnTo>
                    <a:pt x="238819" y="545750"/>
                  </a:lnTo>
                  <a:lnTo>
                    <a:pt x="238123" y="546093"/>
                  </a:lnTo>
                  <a:lnTo>
                    <a:pt x="236540" y="546871"/>
                  </a:lnTo>
                  <a:lnTo>
                    <a:pt x="235877" y="547106"/>
                  </a:lnTo>
                  <a:lnTo>
                    <a:pt x="233972" y="547781"/>
                  </a:lnTo>
                  <a:lnTo>
                    <a:pt x="235144" y="549028"/>
                  </a:lnTo>
                  <a:lnTo>
                    <a:pt x="235369" y="549267"/>
                  </a:lnTo>
                  <a:lnTo>
                    <a:pt x="236395" y="550685"/>
                  </a:lnTo>
                  <a:lnTo>
                    <a:pt x="237368" y="552019"/>
                  </a:lnTo>
                  <a:lnTo>
                    <a:pt x="238568" y="552817"/>
                  </a:lnTo>
                  <a:lnTo>
                    <a:pt x="238910" y="553045"/>
                  </a:lnTo>
                  <a:lnTo>
                    <a:pt x="239637" y="553528"/>
                  </a:lnTo>
                  <a:lnTo>
                    <a:pt x="241734" y="554765"/>
                  </a:lnTo>
                  <a:lnTo>
                    <a:pt x="242540" y="555239"/>
                  </a:lnTo>
                  <a:lnTo>
                    <a:pt x="244344" y="556304"/>
                  </a:lnTo>
                  <a:lnTo>
                    <a:pt x="244699" y="556513"/>
                  </a:lnTo>
                  <a:lnTo>
                    <a:pt x="245438" y="556948"/>
                  </a:lnTo>
                  <a:lnTo>
                    <a:pt x="246242" y="557457"/>
                  </a:lnTo>
                  <a:lnTo>
                    <a:pt x="248565" y="558898"/>
                  </a:lnTo>
                  <a:lnTo>
                    <a:pt x="249059" y="559205"/>
                  </a:lnTo>
                  <a:lnTo>
                    <a:pt x="251271" y="560576"/>
                  </a:lnTo>
                  <a:lnTo>
                    <a:pt x="252262" y="561134"/>
                  </a:lnTo>
                  <a:lnTo>
                    <a:pt x="250460" y="564102"/>
                  </a:lnTo>
                  <a:lnTo>
                    <a:pt x="246828" y="570085"/>
                  </a:lnTo>
                  <a:lnTo>
                    <a:pt x="241070" y="579569"/>
                  </a:lnTo>
                  <a:lnTo>
                    <a:pt x="239221" y="582616"/>
                  </a:lnTo>
                  <a:lnTo>
                    <a:pt x="238252" y="584212"/>
                  </a:lnTo>
                  <a:lnTo>
                    <a:pt x="237998" y="584629"/>
                  </a:lnTo>
                  <a:lnTo>
                    <a:pt x="237790" y="584942"/>
                  </a:lnTo>
                  <a:lnTo>
                    <a:pt x="238955" y="585608"/>
                  </a:lnTo>
                  <a:lnTo>
                    <a:pt x="248187" y="591609"/>
                  </a:lnTo>
                  <a:lnTo>
                    <a:pt x="250401" y="593049"/>
                  </a:lnTo>
                  <a:lnTo>
                    <a:pt x="251331" y="593697"/>
                  </a:lnTo>
                  <a:lnTo>
                    <a:pt x="251674" y="592894"/>
                  </a:lnTo>
                  <a:lnTo>
                    <a:pt x="254296" y="586756"/>
                  </a:lnTo>
                  <a:lnTo>
                    <a:pt x="254617" y="586126"/>
                  </a:lnTo>
                  <a:lnTo>
                    <a:pt x="260169" y="588251"/>
                  </a:lnTo>
                  <a:lnTo>
                    <a:pt x="260804" y="588511"/>
                  </a:lnTo>
                  <a:lnTo>
                    <a:pt x="266955" y="591036"/>
                  </a:lnTo>
                  <a:lnTo>
                    <a:pt x="267100" y="590707"/>
                  </a:lnTo>
                  <a:lnTo>
                    <a:pt x="270851" y="582314"/>
                  </a:lnTo>
                  <a:lnTo>
                    <a:pt x="271599" y="581493"/>
                  </a:lnTo>
                  <a:lnTo>
                    <a:pt x="274291" y="579834"/>
                  </a:lnTo>
                  <a:lnTo>
                    <a:pt x="279027" y="577493"/>
                  </a:lnTo>
                  <a:lnTo>
                    <a:pt x="280391" y="576899"/>
                  </a:lnTo>
                  <a:lnTo>
                    <a:pt x="282906" y="575803"/>
                  </a:lnTo>
                  <a:lnTo>
                    <a:pt x="288282" y="573889"/>
                  </a:lnTo>
                  <a:lnTo>
                    <a:pt x="289448" y="573473"/>
                  </a:lnTo>
                  <a:lnTo>
                    <a:pt x="292310" y="572454"/>
                  </a:lnTo>
                  <a:lnTo>
                    <a:pt x="293710" y="572173"/>
                  </a:lnTo>
                  <a:lnTo>
                    <a:pt x="294729" y="571969"/>
                  </a:lnTo>
                  <a:lnTo>
                    <a:pt x="298732" y="571166"/>
                  </a:lnTo>
                  <a:lnTo>
                    <a:pt x="299161" y="571155"/>
                  </a:lnTo>
                  <a:lnTo>
                    <a:pt x="299372" y="571149"/>
                  </a:lnTo>
                  <a:lnTo>
                    <a:pt x="299799" y="571179"/>
                  </a:lnTo>
                  <a:lnTo>
                    <a:pt x="300239" y="571210"/>
                  </a:lnTo>
                  <a:lnTo>
                    <a:pt x="300817" y="571252"/>
                  </a:lnTo>
                  <a:lnTo>
                    <a:pt x="303377" y="571436"/>
                  </a:lnTo>
                  <a:lnTo>
                    <a:pt x="304445" y="571131"/>
                  </a:lnTo>
                  <a:lnTo>
                    <a:pt x="306310" y="571090"/>
                  </a:lnTo>
                  <a:lnTo>
                    <a:pt x="309213" y="570883"/>
                  </a:lnTo>
                  <a:lnTo>
                    <a:pt x="311467" y="570832"/>
                  </a:lnTo>
                  <a:lnTo>
                    <a:pt x="312306" y="570813"/>
                  </a:lnTo>
                  <a:lnTo>
                    <a:pt x="314770" y="572070"/>
                  </a:lnTo>
                  <a:lnTo>
                    <a:pt x="316842" y="573188"/>
                  </a:lnTo>
                  <a:lnTo>
                    <a:pt x="319519" y="574633"/>
                  </a:lnTo>
                  <a:lnTo>
                    <a:pt x="320637" y="574602"/>
                  </a:lnTo>
                  <a:lnTo>
                    <a:pt x="322331" y="574556"/>
                  </a:lnTo>
                  <a:lnTo>
                    <a:pt x="326320" y="573934"/>
                  </a:lnTo>
                  <a:lnTo>
                    <a:pt x="329750" y="572162"/>
                  </a:lnTo>
                  <a:lnTo>
                    <a:pt x="335420" y="576022"/>
                  </a:lnTo>
                  <a:lnTo>
                    <a:pt x="335779" y="576306"/>
                  </a:lnTo>
                  <a:lnTo>
                    <a:pt x="336315" y="576732"/>
                  </a:lnTo>
                  <a:lnTo>
                    <a:pt x="337893" y="575156"/>
                  </a:lnTo>
                  <a:lnTo>
                    <a:pt x="339211" y="573840"/>
                  </a:lnTo>
                  <a:lnTo>
                    <a:pt x="342109" y="570945"/>
                  </a:lnTo>
                  <a:lnTo>
                    <a:pt x="349713" y="563907"/>
                  </a:lnTo>
                  <a:lnTo>
                    <a:pt x="351005" y="565050"/>
                  </a:lnTo>
                  <a:lnTo>
                    <a:pt x="351908" y="566846"/>
                  </a:lnTo>
                  <a:lnTo>
                    <a:pt x="351860" y="568788"/>
                  </a:lnTo>
                  <a:lnTo>
                    <a:pt x="351338" y="571021"/>
                  </a:lnTo>
                  <a:lnTo>
                    <a:pt x="349913" y="574662"/>
                  </a:lnTo>
                  <a:lnTo>
                    <a:pt x="349295" y="576701"/>
                  </a:lnTo>
                  <a:lnTo>
                    <a:pt x="349675" y="577769"/>
                  </a:lnTo>
                  <a:lnTo>
                    <a:pt x="351227" y="575374"/>
                  </a:lnTo>
                  <a:lnTo>
                    <a:pt x="352984" y="573190"/>
                  </a:lnTo>
                  <a:lnTo>
                    <a:pt x="363960" y="555563"/>
                  </a:lnTo>
                  <a:lnTo>
                    <a:pt x="375464" y="560397"/>
                  </a:lnTo>
                  <a:lnTo>
                    <a:pt x="374385" y="566237"/>
                  </a:lnTo>
                  <a:lnTo>
                    <a:pt x="376879" y="571091"/>
                  </a:lnTo>
                  <a:lnTo>
                    <a:pt x="381984" y="574126"/>
                  </a:lnTo>
                  <a:lnTo>
                    <a:pt x="384597" y="578131"/>
                  </a:lnTo>
                  <a:lnTo>
                    <a:pt x="385072" y="584078"/>
                  </a:lnTo>
                  <a:lnTo>
                    <a:pt x="388159" y="586748"/>
                  </a:lnTo>
                  <a:lnTo>
                    <a:pt x="384620" y="593915"/>
                  </a:lnTo>
                  <a:lnTo>
                    <a:pt x="390913" y="600408"/>
                  </a:lnTo>
                  <a:lnTo>
                    <a:pt x="395306" y="600287"/>
                  </a:lnTo>
                  <a:lnTo>
                    <a:pt x="395247" y="606476"/>
                  </a:lnTo>
                  <a:lnTo>
                    <a:pt x="400709" y="603382"/>
                  </a:lnTo>
                  <a:lnTo>
                    <a:pt x="406943" y="604899"/>
                  </a:lnTo>
                  <a:lnTo>
                    <a:pt x="411217" y="609025"/>
                  </a:lnTo>
                  <a:lnTo>
                    <a:pt x="410802" y="612241"/>
                  </a:lnTo>
                  <a:lnTo>
                    <a:pt x="405696" y="619888"/>
                  </a:lnTo>
                  <a:lnTo>
                    <a:pt x="407061" y="621041"/>
                  </a:lnTo>
                  <a:lnTo>
                    <a:pt x="413770" y="614062"/>
                  </a:lnTo>
                  <a:lnTo>
                    <a:pt x="416774" y="609079"/>
                  </a:lnTo>
                  <a:lnTo>
                    <a:pt x="421666" y="611021"/>
                  </a:lnTo>
                  <a:lnTo>
                    <a:pt x="420954" y="614298"/>
                  </a:lnTo>
                  <a:lnTo>
                    <a:pt x="422308" y="617429"/>
                  </a:lnTo>
                  <a:lnTo>
                    <a:pt x="424872" y="621362"/>
                  </a:lnTo>
                  <a:lnTo>
                    <a:pt x="425356" y="621868"/>
                  </a:lnTo>
                  <a:lnTo>
                    <a:pt x="425185" y="622509"/>
                  </a:lnTo>
                  <a:lnTo>
                    <a:pt x="426990" y="626441"/>
                  </a:lnTo>
                  <a:lnTo>
                    <a:pt x="427342" y="629197"/>
                  </a:lnTo>
                  <a:lnTo>
                    <a:pt x="429733" y="647886"/>
                  </a:lnTo>
                  <a:lnTo>
                    <a:pt x="431204" y="650984"/>
                  </a:lnTo>
                  <a:lnTo>
                    <a:pt x="433886" y="649053"/>
                  </a:lnTo>
                  <a:lnTo>
                    <a:pt x="436924" y="647957"/>
                  </a:lnTo>
                  <a:lnTo>
                    <a:pt x="438263" y="648598"/>
                  </a:lnTo>
                  <a:lnTo>
                    <a:pt x="440115" y="651890"/>
                  </a:lnTo>
                  <a:lnTo>
                    <a:pt x="441292" y="655568"/>
                  </a:lnTo>
                  <a:lnTo>
                    <a:pt x="440915" y="655455"/>
                  </a:lnTo>
                  <a:lnTo>
                    <a:pt x="438094" y="659183"/>
                  </a:lnTo>
                  <a:lnTo>
                    <a:pt x="435444" y="664077"/>
                  </a:lnTo>
                  <a:lnTo>
                    <a:pt x="425075" y="687226"/>
                  </a:lnTo>
                  <a:lnTo>
                    <a:pt x="424137" y="689174"/>
                  </a:lnTo>
                  <a:lnTo>
                    <a:pt x="423437" y="688806"/>
                  </a:lnTo>
                  <a:lnTo>
                    <a:pt x="412004" y="682798"/>
                  </a:lnTo>
                  <a:lnTo>
                    <a:pt x="399154" y="676046"/>
                  </a:lnTo>
                  <a:lnTo>
                    <a:pt x="397545" y="675211"/>
                  </a:lnTo>
                  <a:lnTo>
                    <a:pt x="389303" y="670935"/>
                  </a:lnTo>
                  <a:lnTo>
                    <a:pt x="377755" y="664944"/>
                  </a:lnTo>
                  <a:lnTo>
                    <a:pt x="369390" y="660440"/>
                  </a:lnTo>
                  <a:lnTo>
                    <a:pt x="358191" y="654655"/>
                  </a:lnTo>
                  <a:lnTo>
                    <a:pt x="357988" y="654539"/>
                  </a:lnTo>
                  <a:lnTo>
                    <a:pt x="357670" y="654357"/>
                  </a:lnTo>
                  <a:lnTo>
                    <a:pt x="348422" y="649058"/>
                  </a:lnTo>
                  <a:lnTo>
                    <a:pt x="346510" y="647962"/>
                  </a:lnTo>
                  <a:lnTo>
                    <a:pt x="346309" y="647967"/>
                  </a:lnTo>
                  <a:lnTo>
                    <a:pt x="318636" y="648598"/>
                  </a:lnTo>
                  <a:lnTo>
                    <a:pt x="314875" y="648683"/>
                  </a:lnTo>
                  <a:lnTo>
                    <a:pt x="314415" y="648487"/>
                  </a:lnTo>
                  <a:lnTo>
                    <a:pt x="313835" y="648239"/>
                  </a:lnTo>
                  <a:lnTo>
                    <a:pt x="302456" y="643378"/>
                  </a:lnTo>
                  <a:lnTo>
                    <a:pt x="301880" y="643132"/>
                  </a:lnTo>
                  <a:lnTo>
                    <a:pt x="293069" y="639368"/>
                  </a:lnTo>
                  <a:lnTo>
                    <a:pt x="290242" y="638160"/>
                  </a:lnTo>
                  <a:lnTo>
                    <a:pt x="278191" y="632590"/>
                  </a:lnTo>
                  <a:lnTo>
                    <a:pt x="275708" y="631568"/>
                  </a:lnTo>
                  <a:lnTo>
                    <a:pt x="266276" y="627688"/>
                  </a:lnTo>
                  <a:lnTo>
                    <a:pt x="253854" y="622467"/>
                  </a:lnTo>
                  <a:lnTo>
                    <a:pt x="242483" y="617809"/>
                  </a:lnTo>
                  <a:lnTo>
                    <a:pt x="241090" y="617239"/>
                  </a:lnTo>
                  <a:lnTo>
                    <a:pt x="232096" y="613303"/>
                  </a:lnTo>
                  <a:lnTo>
                    <a:pt x="230511" y="612681"/>
                  </a:lnTo>
                  <a:lnTo>
                    <a:pt x="228994" y="612087"/>
                  </a:lnTo>
                  <a:lnTo>
                    <a:pt x="220259" y="611344"/>
                  </a:lnTo>
                  <a:lnTo>
                    <a:pt x="216586" y="611332"/>
                  </a:lnTo>
                  <a:lnTo>
                    <a:pt x="215615" y="613722"/>
                  </a:lnTo>
                  <a:lnTo>
                    <a:pt x="209633" y="624491"/>
                  </a:lnTo>
                  <a:lnTo>
                    <a:pt x="207158" y="626042"/>
                  </a:lnTo>
                  <a:lnTo>
                    <a:pt x="205676" y="626489"/>
                  </a:lnTo>
                  <a:lnTo>
                    <a:pt x="203985" y="626800"/>
                  </a:lnTo>
                  <a:lnTo>
                    <a:pt x="201212" y="627421"/>
                  </a:lnTo>
                  <a:lnTo>
                    <a:pt x="199613" y="627980"/>
                  </a:lnTo>
                  <a:lnTo>
                    <a:pt x="198298" y="628692"/>
                  </a:lnTo>
                  <a:lnTo>
                    <a:pt x="195457" y="630231"/>
                  </a:lnTo>
                  <a:lnTo>
                    <a:pt x="194764" y="630510"/>
                  </a:lnTo>
                  <a:lnTo>
                    <a:pt x="188294" y="633109"/>
                  </a:lnTo>
                  <a:lnTo>
                    <a:pt x="188071" y="632886"/>
                  </a:lnTo>
                  <a:lnTo>
                    <a:pt x="187548" y="632205"/>
                  </a:lnTo>
                  <a:lnTo>
                    <a:pt x="183909" y="629246"/>
                  </a:lnTo>
                  <a:lnTo>
                    <a:pt x="181602" y="627370"/>
                  </a:lnTo>
                  <a:lnTo>
                    <a:pt x="178996" y="625091"/>
                  </a:lnTo>
                  <a:lnTo>
                    <a:pt x="180185" y="622052"/>
                  </a:lnTo>
                  <a:lnTo>
                    <a:pt x="177094" y="620758"/>
                  </a:lnTo>
                  <a:lnTo>
                    <a:pt x="176474" y="620605"/>
                  </a:lnTo>
                  <a:lnTo>
                    <a:pt x="176133" y="620520"/>
                  </a:lnTo>
                  <a:lnTo>
                    <a:pt x="174612" y="620144"/>
                  </a:lnTo>
                  <a:lnTo>
                    <a:pt x="172497" y="623674"/>
                  </a:lnTo>
                  <a:lnTo>
                    <a:pt x="168326" y="626254"/>
                  </a:lnTo>
                  <a:lnTo>
                    <a:pt x="163417" y="629291"/>
                  </a:lnTo>
                  <a:lnTo>
                    <a:pt x="162441" y="630759"/>
                  </a:lnTo>
                  <a:lnTo>
                    <a:pt x="160028" y="634387"/>
                  </a:lnTo>
                  <a:lnTo>
                    <a:pt x="155826" y="640707"/>
                  </a:lnTo>
                  <a:lnTo>
                    <a:pt x="152025" y="646423"/>
                  </a:lnTo>
                  <a:lnTo>
                    <a:pt x="146388" y="654901"/>
                  </a:lnTo>
                  <a:lnTo>
                    <a:pt x="141781" y="661829"/>
                  </a:lnTo>
                  <a:lnTo>
                    <a:pt x="140489" y="663771"/>
                  </a:lnTo>
                  <a:lnTo>
                    <a:pt x="143482" y="665798"/>
                  </a:lnTo>
                  <a:lnTo>
                    <a:pt x="143922" y="666093"/>
                  </a:lnTo>
                  <a:lnTo>
                    <a:pt x="137635" y="676271"/>
                  </a:lnTo>
                  <a:lnTo>
                    <a:pt x="132914" y="683913"/>
                  </a:lnTo>
                  <a:lnTo>
                    <a:pt x="130253" y="688220"/>
                  </a:lnTo>
                  <a:lnTo>
                    <a:pt x="123891" y="698519"/>
                  </a:lnTo>
                  <a:lnTo>
                    <a:pt x="123416" y="699032"/>
                  </a:lnTo>
                  <a:lnTo>
                    <a:pt x="121314" y="701304"/>
                  </a:lnTo>
                  <a:lnTo>
                    <a:pt x="120225" y="702388"/>
                  </a:lnTo>
                  <a:lnTo>
                    <a:pt x="114994" y="710578"/>
                  </a:lnTo>
                  <a:lnTo>
                    <a:pt x="113864" y="712346"/>
                  </a:lnTo>
                  <a:lnTo>
                    <a:pt x="104998" y="726226"/>
                  </a:lnTo>
                  <a:lnTo>
                    <a:pt x="101153" y="732246"/>
                  </a:lnTo>
                  <a:lnTo>
                    <a:pt x="98942" y="735707"/>
                  </a:lnTo>
                  <a:lnTo>
                    <a:pt x="98348" y="736580"/>
                  </a:lnTo>
                  <a:lnTo>
                    <a:pt x="91089" y="731575"/>
                  </a:lnTo>
                  <a:lnTo>
                    <a:pt x="84827" y="727256"/>
                  </a:lnTo>
                  <a:lnTo>
                    <a:pt x="76721" y="721667"/>
                  </a:lnTo>
                  <a:lnTo>
                    <a:pt x="62802" y="712069"/>
                  </a:lnTo>
                  <a:lnTo>
                    <a:pt x="63309" y="711307"/>
                  </a:lnTo>
                  <a:lnTo>
                    <a:pt x="43053" y="697360"/>
                  </a:lnTo>
                  <a:lnTo>
                    <a:pt x="28760" y="687449"/>
                  </a:lnTo>
                  <a:lnTo>
                    <a:pt x="29490" y="686243"/>
                  </a:lnTo>
                  <a:lnTo>
                    <a:pt x="31018" y="683718"/>
                  </a:lnTo>
                  <a:lnTo>
                    <a:pt x="46372" y="660958"/>
                  </a:lnTo>
                  <a:lnTo>
                    <a:pt x="49983" y="655606"/>
                  </a:lnTo>
                  <a:lnTo>
                    <a:pt x="51324" y="653617"/>
                  </a:lnTo>
                  <a:lnTo>
                    <a:pt x="52957" y="651197"/>
                  </a:lnTo>
                  <a:lnTo>
                    <a:pt x="54142" y="649441"/>
                  </a:lnTo>
                  <a:lnTo>
                    <a:pt x="55238" y="647817"/>
                  </a:lnTo>
                  <a:lnTo>
                    <a:pt x="55756" y="644924"/>
                  </a:lnTo>
                  <a:lnTo>
                    <a:pt x="56352" y="643354"/>
                  </a:lnTo>
                  <a:lnTo>
                    <a:pt x="56435" y="643136"/>
                  </a:lnTo>
                  <a:lnTo>
                    <a:pt x="57075" y="641451"/>
                  </a:lnTo>
                  <a:lnTo>
                    <a:pt x="57392" y="640617"/>
                  </a:lnTo>
                  <a:lnTo>
                    <a:pt x="57554" y="640191"/>
                  </a:lnTo>
                  <a:lnTo>
                    <a:pt x="56763" y="639614"/>
                  </a:lnTo>
                  <a:lnTo>
                    <a:pt x="56293" y="638933"/>
                  </a:lnTo>
                  <a:lnTo>
                    <a:pt x="54673" y="636585"/>
                  </a:lnTo>
                  <a:lnTo>
                    <a:pt x="53785" y="635277"/>
                  </a:lnTo>
                  <a:lnTo>
                    <a:pt x="53495" y="634850"/>
                  </a:lnTo>
                  <a:lnTo>
                    <a:pt x="53319" y="634644"/>
                  </a:lnTo>
                  <a:lnTo>
                    <a:pt x="52683" y="634262"/>
                  </a:lnTo>
                  <a:lnTo>
                    <a:pt x="50736" y="633093"/>
                  </a:lnTo>
                  <a:lnTo>
                    <a:pt x="47853" y="631361"/>
                  </a:lnTo>
                  <a:lnTo>
                    <a:pt x="45630" y="629497"/>
                  </a:lnTo>
                  <a:lnTo>
                    <a:pt x="44027" y="627463"/>
                  </a:lnTo>
                  <a:lnTo>
                    <a:pt x="43350" y="626604"/>
                  </a:lnTo>
                  <a:lnTo>
                    <a:pt x="35428" y="631944"/>
                  </a:lnTo>
                  <a:lnTo>
                    <a:pt x="35070" y="631595"/>
                  </a:lnTo>
                  <a:lnTo>
                    <a:pt x="34537" y="630910"/>
                  </a:lnTo>
                  <a:lnTo>
                    <a:pt x="33531" y="629615"/>
                  </a:lnTo>
                  <a:lnTo>
                    <a:pt x="31224" y="627599"/>
                  </a:lnTo>
                  <a:lnTo>
                    <a:pt x="30792" y="627297"/>
                  </a:lnTo>
                  <a:lnTo>
                    <a:pt x="29216" y="626197"/>
                  </a:lnTo>
                  <a:lnTo>
                    <a:pt x="24901" y="623186"/>
                  </a:lnTo>
                  <a:lnTo>
                    <a:pt x="19840" y="619655"/>
                  </a:lnTo>
                  <a:lnTo>
                    <a:pt x="16725" y="617481"/>
                  </a:lnTo>
                  <a:lnTo>
                    <a:pt x="16037" y="617965"/>
                  </a:lnTo>
                  <a:lnTo>
                    <a:pt x="14779" y="619633"/>
                  </a:lnTo>
                  <a:lnTo>
                    <a:pt x="12229" y="623013"/>
                  </a:lnTo>
                  <a:lnTo>
                    <a:pt x="0" y="617428"/>
                  </a:lnTo>
                  <a:lnTo>
                    <a:pt x="2990" y="610933"/>
                  </a:lnTo>
                  <a:lnTo>
                    <a:pt x="3100" y="610741"/>
                  </a:lnTo>
                  <a:lnTo>
                    <a:pt x="3385" y="610239"/>
                  </a:lnTo>
                  <a:lnTo>
                    <a:pt x="4466" y="608338"/>
                  </a:lnTo>
                  <a:lnTo>
                    <a:pt x="5463" y="606584"/>
                  </a:lnTo>
                  <a:lnTo>
                    <a:pt x="7088" y="603726"/>
                  </a:lnTo>
                  <a:lnTo>
                    <a:pt x="7468" y="602949"/>
                  </a:lnTo>
                  <a:lnTo>
                    <a:pt x="8274" y="603968"/>
                  </a:lnTo>
                  <a:lnTo>
                    <a:pt x="8421" y="604050"/>
                  </a:lnTo>
                  <a:lnTo>
                    <a:pt x="9604" y="604704"/>
                  </a:lnTo>
                  <a:lnTo>
                    <a:pt x="12403" y="606252"/>
                  </a:lnTo>
                  <a:lnTo>
                    <a:pt x="14776" y="607564"/>
                  </a:lnTo>
                  <a:lnTo>
                    <a:pt x="15769" y="608113"/>
                  </a:lnTo>
                  <a:lnTo>
                    <a:pt x="15965" y="608222"/>
                  </a:lnTo>
                  <a:lnTo>
                    <a:pt x="16835" y="608703"/>
                  </a:lnTo>
                  <a:lnTo>
                    <a:pt x="22903" y="604709"/>
                  </a:lnTo>
                  <a:lnTo>
                    <a:pt x="28523" y="601010"/>
                  </a:lnTo>
                  <a:lnTo>
                    <a:pt x="32661" y="598286"/>
                  </a:lnTo>
                  <a:lnTo>
                    <a:pt x="34153" y="597329"/>
                  </a:lnTo>
                  <a:lnTo>
                    <a:pt x="35456" y="599451"/>
                  </a:lnTo>
                  <a:lnTo>
                    <a:pt x="40981" y="595513"/>
                  </a:lnTo>
                  <a:lnTo>
                    <a:pt x="47099" y="604135"/>
                  </a:lnTo>
                  <a:lnTo>
                    <a:pt x="42767" y="607397"/>
                  </a:lnTo>
                  <a:lnTo>
                    <a:pt x="44553" y="609921"/>
                  </a:lnTo>
                  <a:lnTo>
                    <a:pt x="50328" y="605727"/>
                  </a:lnTo>
                  <a:lnTo>
                    <a:pt x="59189" y="616965"/>
                  </a:lnTo>
                  <a:lnTo>
                    <a:pt x="59600" y="616382"/>
                  </a:lnTo>
                  <a:lnTo>
                    <a:pt x="61051" y="614325"/>
                  </a:lnTo>
                  <a:lnTo>
                    <a:pt x="72374" y="621106"/>
                  </a:lnTo>
                  <a:lnTo>
                    <a:pt x="72654" y="620663"/>
                  </a:lnTo>
                  <a:lnTo>
                    <a:pt x="74389" y="618558"/>
                  </a:lnTo>
                  <a:lnTo>
                    <a:pt x="74586" y="618382"/>
                  </a:lnTo>
                  <a:lnTo>
                    <a:pt x="76581" y="615760"/>
                  </a:lnTo>
                  <a:lnTo>
                    <a:pt x="76862" y="614763"/>
                  </a:lnTo>
                  <a:lnTo>
                    <a:pt x="66472" y="606496"/>
                  </a:lnTo>
                  <a:lnTo>
                    <a:pt x="62601" y="601188"/>
                  </a:lnTo>
                  <a:lnTo>
                    <a:pt x="62281" y="600773"/>
                  </a:lnTo>
                  <a:lnTo>
                    <a:pt x="62043" y="600464"/>
                  </a:lnTo>
                  <a:lnTo>
                    <a:pt x="65728" y="598917"/>
                  </a:lnTo>
                  <a:lnTo>
                    <a:pt x="69931" y="595227"/>
                  </a:lnTo>
                  <a:lnTo>
                    <a:pt x="67533" y="592751"/>
                  </a:lnTo>
                  <a:lnTo>
                    <a:pt x="71214" y="587751"/>
                  </a:lnTo>
                  <a:lnTo>
                    <a:pt x="75583" y="585906"/>
                  </a:lnTo>
                  <a:lnTo>
                    <a:pt x="73987" y="575432"/>
                  </a:lnTo>
                  <a:lnTo>
                    <a:pt x="78024" y="564995"/>
                  </a:lnTo>
                  <a:lnTo>
                    <a:pt x="82358" y="562749"/>
                  </a:lnTo>
                  <a:lnTo>
                    <a:pt x="82703" y="558895"/>
                  </a:lnTo>
                  <a:lnTo>
                    <a:pt x="85173" y="557147"/>
                  </a:lnTo>
                  <a:lnTo>
                    <a:pt x="86503" y="553069"/>
                  </a:lnTo>
                  <a:lnTo>
                    <a:pt x="84033" y="543554"/>
                  </a:lnTo>
                  <a:lnTo>
                    <a:pt x="82323" y="536369"/>
                  </a:lnTo>
                  <a:lnTo>
                    <a:pt x="79853" y="528213"/>
                  </a:lnTo>
                  <a:lnTo>
                    <a:pt x="78524" y="520640"/>
                  </a:lnTo>
                  <a:lnTo>
                    <a:pt x="70901" y="511573"/>
                  </a:lnTo>
                  <a:lnTo>
                    <a:pt x="71471" y="504776"/>
                  </a:lnTo>
                  <a:lnTo>
                    <a:pt x="72521" y="503814"/>
                  </a:lnTo>
                  <a:lnTo>
                    <a:pt x="74241" y="502238"/>
                  </a:lnTo>
                  <a:lnTo>
                    <a:pt x="75201" y="502177"/>
                  </a:lnTo>
                  <a:lnTo>
                    <a:pt x="79667" y="499554"/>
                  </a:lnTo>
                  <a:lnTo>
                    <a:pt x="80393" y="499127"/>
                  </a:lnTo>
                  <a:lnTo>
                    <a:pt x="82258" y="499245"/>
                  </a:lnTo>
                  <a:lnTo>
                    <a:pt x="84059" y="499358"/>
                  </a:lnTo>
                  <a:lnTo>
                    <a:pt x="85814" y="499469"/>
                  </a:lnTo>
                  <a:lnTo>
                    <a:pt x="90417" y="502065"/>
                  </a:lnTo>
                  <a:lnTo>
                    <a:pt x="93357" y="503723"/>
                  </a:lnTo>
                  <a:lnTo>
                    <a:pt x="94272" y="504413"/>
                  </a:lnTo>
                  <a:lnTo>
                    <a:pt x="99921" y="508676"/>
                  </a:lnTo>
                  <a:lnTo>
                    <a:pt x="100010" y="508542"/>
                  </a:lnTo>
                  <a:lnTo>
                    <a:pt x="108996" y="496260"/>
                  </a:lnTo>
                  <a:lnTo>
                    <a:pt x="108067" y="495104"/>
                  </a:lnTo>
                  <a:lnTo>
                    <a:pt x="107056" y="493846"/>
                  </a:lnTo>
                  <a:lnTo>
                    <a:pt x="110607" y="487785"/>
                  </a:lnTo>
                  <a:lnTo>
                    <a:pt x="107282" y="465647"/>
                  </a:lnTo>
                  <a:lnTo>
                    <a:pt x="100728" y="465939"/>
                  </a:lnTo>
                  <a:lnTo>
                    <a:pt x="100063" y="455161"/>
                  </a:lnTo>
                  <a:lnTo>
                    <a:pt x="101298" y="443607"/>
                  </a:lnTo>
                  <a:lnTo>
                    <a:pt x="109182" y="436228"/>
                  </a:lnTo>
                  <a:lnTo>
                    <a:pt x="101678" y="434674"/>
                  </a:lnTo>
                  <a:lnTo>
                    <a:pt x="95884" y="435063"/>
                  </a:lnTo>
                  <a:lnTo>
                    <a:pt x="96454" y="429626"/>
                  </a:lnTo>
                  <a:lnTo>
                    <a:pt x="103293" y="429140"/>
                  </a:lnTo>
                  <a:lnTo>
                    <a:pt x="108612" y="418363"/>
                  </a:lnTo>
                  <a:lnTo>
                    <a:pt x="117066" y="422635"/>
                  </a:lnTo>
                  <a:lnTo>
                    <a:pt x="120011" y="417295"/>
                  </a:lnTo>
                  <a:lnTo>
                    <a:pt x="115737" y="414285"/>
                  </a:lnTo>
                  <a:lnTo>
                    <a:pt x="122101" y="406711"/>
                  </a:lnTo>
                  <a:lnTo>
                    <a:pt x="122956" y="401468"/>
                  </a:lnTo>
                  <a:lnTo>
                    <a:pt x="119726" y="396808"/>
                  </a:lnTo>
                  <a:lnTo>
                    <a:pt x="121911" y="394186"/>
                  </a:lnTo>
                  <a:lnTo>
                    <a:pt x="111652" y="383409"/>
                  </a:lnTo>
                  <a:lnTo>
                    <a:pt x="108897" y="378166"/>
                  </a:lnTo>
                  <a:lnTo>
                    <a:pt x="107187" y="377777"/>
                  </a:lnTo>
                  <a:lnTo>
                    <a:pt x="104718" y="371563"/>
                  </a:lnTo>
                  <a:lnTo>
                    <a:pt x="105288" y="368845"/>
                  </a:lnTo>
                  <a:lnTo>
                    <a:pt x="108517" y="369039"/>
                  </a:lnTo>
                  <a:lnTo>
                    <a:pt x="111272" y="348358"/>
                  </a:lnTo>
                  <a:lnTo>
                    <a:pt x="108517" y="346222"/>
                  </a:lnTo>
                  <a:lnTo>
                    <a:pt x="122101" y="334862"/>
                  </a:lnTo>
                  <a:lnTo>
                    <a:pt x="126280" y="340008"/>
                  </a:lnTo>
                  <a:lnTo>
                    <a:pt x="120391" y="360398"/>
                  </a:lnTo>
                  <a:lnTo>
                    <a:pt x="122481" y="366126"/>
                  </a:lnTo>
                  <a:lnTo>
                    <a:pt x="127515" y="369524"/>
                  </a:lnTo>
                  <a:lnTo>
                    <a:pt x="139769" y="365544"/>
                  </a:lnTo>
                  <a:lnTo>
                    <a:pt x="145563" y="368845"/>
                  </a:lnTo>
                  <a:lnTo>
                    <a:pt x="146703" y="372534"/>
                  </a:lnTo>
                  <a:lnTo>
                    <a:pt x="153733" y="410304"/>
                  </a:lnTo>
                  <a:lnTo>
                    <a:pt x="188879" y="373214"/>
                  </a:lnTo>
                  <a:lnTo>
                    <a:pt x="198758" y="374088"/>
                  </a:lnTo>
                  <a:lnTo>
                    <a:pt x="205787" y="369330"/>
                  </a:lnTo>
                  <a:lnTo>
                    <a:pt x="201988" y="356514"/>
                  </a:lnTo>
                  <a:lnTo>
                    <a:pt x="198283" y="358359"/>
                  </a:lnTo>
                  <a:lnTo>
                    <a:pt x="194673" y="343795"/>
                  </a:lnTo>
                  <a:lnTo>
                    <a:pt x="191824" y="343115"/>
                  </a:lnTo>
                  <a:lnTo>
                    <a:pt x="192868" y="323211"/>
                  </a:lnTo>
                  <a:lnTo>
                    <a:pt x="197333" y="323308"/>
                  </a:lnTo>
                  <a:lnTo>
                    <a:pt x="197713" y="315734"/>
                  </a:lnTo>
                  <a:lnTo>
                    <a:pt x="192868" y="315249"/>
                  </a:lnTo>
                  <a:lnTo>
                    <a:pt x="194456" y="299792"/>
                  </a:lnTo>
                  <a:lnTo>
                    <a:pt x="179020" y="276125"/>
                  </a:lnTo>
                  <a:lnTo>
                    <a:pt x="181039" y="269571"/>
                  </a:lnTo>
                  <a:lnTo>
                    <a:pt x="189588" y="271756"/>
                  </a:lnTo>
                  <a:lnTo>
                    <a:pt x="204567" y="273564"/>
                  </a:lnTo>
                  <a:lnTo>
                    <a:pt x="211634" y="250793"/>
                  </a:lnTo>
                  <a:lnTo>
                    <a:pt x="221323" y="228947"/>
                  </a:lnTo>
                  <a:lnTo>
                    <a:pt x="215054" y="229093"/>
                  </a:lnTo>
                  <a:lnTo>
                    <a:pt x="210922" y="219480"/>
                  </a:lnTo>
                  <a:lnTo>
                    <a:pt x="212347" y="212344"/>
                  </a:lnTo>
                  <a:lnTo>
                    <a:pt x="215624" y="212490"/>
                  </a:lnTo>
                  <a:lnTo>
                    <a:pt x="219328" y="199091"/>
                  </a:lnTo>
                  <a:lnTo>
                    <a:pt x="223318" y="191226"/>
                  </a:lnTo>
                  <a:lnTo>
                    <a:pt x="226310" y="188459"/>
                  </a:lnTo>
                  <a:lnTo>
                    <a:pt x="220183" y="180740"/>
                  </a:lnTo>
                  <a:lnTo>
                    <a:pt x="234859" y="167487"/>
                  </a:lnTo>
                  <a:lnTo>
                    <a:pt x="245403" y="167778"/>
                  </a:lnTo>
                  <a:lnTo>
                    <a:pt x="250818" y="155107"/>
                  </a:lnTo>
                  <a:lnTo>
                    <a:pt x="255520" y="134280"/>
                  </a:lnTo>
                  <a:lnTo>
                    <a:pt x="260507" y="127872"/>
                  </a:lnTo>
                  <a:lnTo>
                    <a:pt x="257087" y="123649"/>
                  </a:lnTo>
                  <a:lnTo>
                    <a:pt x="270480" y="109667"/>
                  </a:lnTo>
                  <a:lnTo>
                    <a:pt x="278745" y="108065"/>
                  </a:lnTo>
                  <a:lnTo>
                    <a:pt x="314418" y="71474"/>
                  </a:lnTo>
                  <a:lnTo>
                    <a:pt x="324410" y="56638"/>
                  </a:lnTo>
                  <a:lnTo>
                    <a:pt x="342007" y="31691"/>
                  </a:lnTo>
                  <a:lnTo>
                    <a:pt x="347850" y="21554"/>
                  </a:lnTo>
                  <a:lnTo>
                    <a:pt x="364948" y="0"/>
                  </a:lnTo>
                  <a:lnTo>
                    <a:pt x="378833" y="11298"/>
                  </a:lnTo>
                  <a:lnTo>
                    <a:pt x="367198" y="30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861992" y="2788136"/>
              <a:ext cx="113864" cy="88550"/>
            </a:xfrm>
            <a:custGeom>
              <a:avLst/>
              <a:pathLst>
                <a:path w="113864" h="88550">
                  <a:moveTo>
                    <a:pt x="7123" y="44152"/>
                  </a:moveTo>
                  <a:lnTo>
                    <a:pt x="5226" y="38415"/>
                  </a:lnTo>
                  <a:lnTo>
                    <a:pt x="3554" y="38860"/>
                  </a:lnTo>
                  <a:lnTo>
                    <a:pt x="2544" y="39000"/>
                  </a:lnTo>
                  <a:lnTo>
                    <a:pt x="1482" y="36021"/>
                  </a:lnTo>
                  <a:lnTo>
                    <a:pt x="357" y="31501"/>
                  </a:lnTo>
                  <a:lnTo>
                    <a:pt x="0" y="30064"/>
                  </a:lnTo>
                  <a:lnTo>
                    <a:pt x="2061" y="31115"/>
                  </a:lnTo>
                  <a:lnTo>
                    <a:pt x="2347" y="29389"/>
                  </a:lnTo>
                  <a:lnTo>
                    <a:pt x="2606" y="30294"/>
                  </a:lnTo>
                  <a:lnTo>
                    <a:pt x="8092" y="28983"/>
                  </a:lnTo>
                  <a:lnTo>
                    <a:pt x="11939" y="31313"/>
                  </a:lnTo>
                  <a:lnTo>
                    <a:pt x="13364" y="34809"/>
                  </a:lnTo>
                  <a:lnTo>
                    <a:pt x="31673" y="29420"/>
                  </a:lnTo>
                  <a:lnTo>
                    <a:pt x="30818" y="27308"/>
                  </a:lnTo>
                  <a:lnTo>
                    <a:pt x="55967" y="18643"/>
                  </a:lnTo>
                  <a:lnTo>
                    <a:pt x="55539" y="17259"/>
                  </a:lnTo>
                  <a:lnTo>
                    <a:pt x="64658" y="14856"/>
                  </a:lnTo>
                  <a:lnTo>
                    <a:pt x="64374" y="13327"/>
                  </a:lnTo>
                  <a:lnTo>
                    <a:pt x="82825" y="7283"/>
                  </a:lnTo>
                  <a:lnTo>
                    <a:pt x="86031" y="16094"/>
                  </a:lnTo>
                  <a:lnTo>
                    <a:pt x="108116" y="1894"/>
                  </a:lnTo>
                  <a:lnTo>
                    <a:pt x="108815" y="1475"/>
                  </a:lnTo>
                  <a:lnTo>
                    <a:pt x="111271" y="0"/>
                  </a:lnTo>
                  <a:lnTo>
                    <a:pt x="111485" y="301"/>
                  </a:lnTo>
                  <a:lnTo>
                    <a:pt x="113864" y="3670"/>
                  </a:lnTo>
                  <a:lnTo>
                    <a:pt x="104861" y="9940"/>
                  </a:lnTo>
                  <a:lnTo>
                    <a:pt x="109391" y="16708"/>
                  </a:lnTo>
                  <a:lnTo>
                    <a:pt x="99933" y="24348"/>
                  </a:lnTo>
                  <a:lnTo>
                    <a:pt x="104444" y="31172"/>
                  </a:lnTo>
                  <a:lnTo>
                    <a:pt x="99578" y="43928"/>
                  </a:lnTo>
                  <a:lnTo>
                    <a:pt x="96607" y="49471"/>
                  </a:lnTo>
                  <a:lnTo>
                    <a:pt x="86522" y="56497"/>
                  </a:lnTo>
                  <a:lnTo>
                    <a:pt x="73715" y="59384"/>
                  </a:lnTo>
                  <a:lnTo>
                    <a:pt x="72136" y="55751"/>
                  </a:lnTo>
                  <a:lnTo>
                    <a:pt x="68021" y="59915"/>
                  </a:lnTo>
                  <a:lnTo>
                    <a:pt x="64537" y="61312"/>
                  </a:lnTo>
                  <a:lnTo>
                    <a:pt x="65118" y="64439"/>
                  </a:lnTo>
                  <a:lnTo>
                    <a:pt x="56166" y="69787"/>
                  </a:lnTo>
                  <a:lnTo>
                    <a:pt x="56848" y="81211"/>
                  </a:lnTo>
                  <a:lnTo>
                    <a:pt x="37429" y="86744"/>
                  </a:lnTo>
                  <a:lnTo>
                    <a:pt x="26521" y="83074"/>
                  </a:lnTo>
                  <a:lnTo>
                    <a:pt x="18727" y="86914"/>
                  </a:lnTo>
                  <a:lnTo>
                    <a:pt x="15504" y="88502"/>
                  </a:lnTo>
                  <a:lnTo>
                    <a:pt x="15359" y="88550"/>
                  </a:lnTo>
                  <a:lnTo>
                    <a:pt x="14486" y="75898"/>
                  </a:lnTo>
                  <a:lnTo>
                    <a:pt x="16279" y="73499"/>
                  </a:lnTo>
                  <a:lnTo>
                    <a:pt x="16527" y="72881"/>
                  </a:lnTo>
                  <a:lnTo>
                    <a:pt x="16657" y="72556"/>
                  </a:lnTo>
                  <a:lnTo>
                    <a:pt x="16260" y="70536"/>
                  </a:lnTo>
                  <a:lnTo>
                    <a:pt x="14673" y="67052"/>
                  </a:lnTo>
                  <a:lnTo>
                    <a:pt x="14493" y="66442"/>
                  </a:lnTo>
                  <a:lnTo>
                    <a:pt x="11606" y="57712"/>
                  </a:lnTo>
                  <a:lnTo>
                    <a:pt x="11356" y="56955"/>
                  </a:lnTo>
                  <a:lnTo>
                    <a:pt x="10131" y="53248"/>
                  </a:lnTo>
                  <a:lnTo>
                    <a:pt x="9142" y="50258"/>
                  </a:lnTo>
                  <a:lnTo>
                    <a:pt x="8319" y="47770"/>
                  </a:lnTo>
                  <a:lnTo>
                    <a:pt x="8003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784709" y="2675832"/>
              <a:ext cx="287661" cy="98833"/>
            </a:xfrm>
            <a:custGeom>
              <a:avLst/>
              <a:pathLst>
                <a:path w="287661" h="98833">
                  <a:moveTo>
                    <a:pt x="287661" y="26288"/>
                  </a:moveTo>
                  <a:lnTo>
                    <a:pt x="286663" y="33497"/>
                  </a:lnTo>
                  <a:lnTo>
                    <a:pt x="281819" y="35900"/>
                  </a:lnTo>
                  <a:lnTo>
                    <a:pt x="279768" y="35094"/>
                  </a:lnTo>
                  <a:lnTo>
                    <a:pt x="277127" y="26822"/>
                  </a:lnTo>
                  <a:lnTo>
                    <a:pt x="261169" y="34832"/>
                  </a:lnTo>
                  <a:lnTo>
                    <a:pt x="244878" y="40658"/>
                  </a:lnTo>
                  <a:lnTo>
                    <a:pt x="235854" y="42163"/>
                  </a:lnTo>
                  <a:lnTo>
                    <a:pt x="234761" y="39929"/>
                  </a:lnTo>
                  <a:lnTo>
                    <a:pt x="217046" y="44153"/>
                  </a:lnTo>
                  <a:lnTo>
                    <a:pt x="210444" y="41871"/>
                  </a:lnTo>
                  <a:lnTo>
                    <a:pt x="209066" y="37453"/>
                  </a:lnTo>
                  <a:lnTo>
                    <a:pt x="172495" y="41483"/>
                  </a:lnTo>
                  <a:lnTo>
                    <a:pt x="171830" y="43862"/>
                  </a:lnTo>
                  <a:lnTo>
                    <a:pt x="155540" y="53814"/>
                  </a:lnTo>
                  <a:lnTo>
                    <a:pt x="157962" y="64106"/>
                  </a:lnTo>
                  <a:lnTo>
                    <a:pt x="140056" y="68669"/>
                  </a:lnTo>
                  <a:lnTo>
                    <a:pt x="140721" y="70951"/>
                  </a:lnTo>
                  <a:lnTo>
                    <a:pt x="130605" y="74446"/>
                  </a:lnTo>
                  <a:lnTo>
                    <a:pt x="128752" y="68621"/>
                  </a:lnTo>
                  <a:lnTo>
                    <a:pt x="111417" y="72601"/>
                  </a:lnTo>
                  <a:lnTo>
                    <a:pt x="60155" y="82157"/>
                  </a:lnTo>
                  <a:lnTo>
                    <a:pt x="57591" y="95847"/>
                  </a:lnTo>
                  <a:lnTo>
                    <a:pt x="55382" y="97667"/>
                  </a:lnTo>
                  <a:lnTo>
                    <a:pt x="42131" y="96211"/>
                  </a:lnTo>
                  <a:lnTo>
                    <a:pt x="32870" y="98833"/>
                  </a:lnTo>
                  <a:lnTo>
                    <a:pt x="28093" y="91462"/>
                  </a:lnTo>
                  <a:lnTo>
                    <a:pt x="23355" y="89388"/>
                  </a:lnTo>
                  <a:lnTo>
                    <a:pt x="22101" y="88469"/>
                  </a:lnTo>
                  <a:lnTo>
                    <a:pt x="21104" y="87770"/>
                  </a:lnTo>
                  <a:lnTo>
                    <a:pt x="21688" y="85673"/>
                  </a:lnTo>
                  <a:lnTo>
                    <a:pt x="22436" y="84950"/>
                  </a:lnTo>
                  <a:lnTo>
                    <a:pt x="23468" y="83850"/>
                  </a:lnTo>
                  <a:lnTo>
                    <a:pt x="22312" y="80900"/>
                  </a:lnTo>
                  <a:lnTo>
                    <a:pt x="20561" y="76434"/>
                  </a:lnTo>
                  <a:lnTo>
                    <a:pt x="20126" y="75307"/>
                  </a:lnTo>
                  <a:lnTo>
                    <a:pt x="19606" y="73950"/>
                  </a:lnTo>
                  <a:lnTo>
                    <a:pt x="17226" y="67761"/>
                  </a:lnTo>
                  <a:lnTo>
                    <a:pt x="17113" y="67483"/>
                  </a:lnTo>
                  <a:lnTo>
                    <a:pt x="13826" y="59422"/>
                  </a:lnTo>
                  <a:lnTo>
                    <a:pt x="13285" y="58061"/>
                  </a:lnTo>
                  <a:lnTo>
                    <a:pt x="11588" y="53788"/>
                  </a:lnTo>
                  <a:lnTo>
                    <a:pt x="10793" y="51786"/>
                  </a:lnTo>
                  <a:lnTo>
                    <a:pt x="10386" y="50632"/>
                  </a:lnTo>
                  <a:lnTo>
                    <a:pt x="7659" y="42902"/>
                  </a:lnTo>
                  <a:lnTo>
                    <a:pt x="7455" y="42302"/>
                  </a:lnTo>
                  <a:lnTo>
                    <a:pt x="6336" y="39001"/>
                  </a:lnTo>
                  <a:lnTo>
                    <a:pt x="5833" y="35084"/>
                  </a:lnTo>
                  <a:lnTo>
                    <a:pt x="5378" y="33733"/>
                  </a:lnTo>
                  <a:lnTo>
                    <a:pt x="2588" y="25451"/>
                  </a:lnTo>
                  <a:lnTo>
                    <a:pt x="2165" y="24195"/>
                  </a:lnTo>
                  <a:lnTo>
                    <a:pt x="0" y="13981"/>
                  </a:lnTo>
                  <a:lnTo>
                    <a:pt x="1693" y="13180"/>
                  </a:lnTo>
                  <a:lnTo>
                    <a:pt x="8176" y="15292"/>
                  </a:lnTo>
                  <a:lnTo>
                    <a:pt x="16868" y="14345"/>
                  </a:lnTo>
                  <a:lnTo>
                    <a:pt x="17364" y="15403"/>
                  </a:lnTo>
                  <a:lnTo>
                    <a:pt x="22710" y="26797"/>
                  </a:lnTo>
                  <a:lnTo>
                    <a:pt x="28338" y="25123"/>
                  </a:lnTo>
                  <a:lnTo>
                    <a:pt x="31188" y="32623"/>
                  </a:lnTo>
                  <a:lnTo>
                    <a:pt x="33040" y="32477"/>
                  </a:lnTo>
                  <a:lnTo>
                    <a:pt x="36175" y="42891"/>
                  </a:lnTo>
                  <a:lnTo>
                    <a:pt x="40022" y="45148"/>
                  </a:lnTo>
                  <a:lnTo>
                    <a:pt x="46790" y="43910"/>
                  </a:lnTo>
                  <a:lnTo>
                    <a:pt x="46077" y="40997"/>
                  </a:lnTo>
                  <a:lnTo>
                    <a:pt x="49782" y="40269"/>
                  </a:lnTo>
                  <a:lnTo>
                    <a:pt x="48856" y="36555"/>
                  </a:lnTo>
                  <a:lnTo>
                    <a:pt x="56835" y="34662"/>
                  </a:lnTo>
                  <a:lnTo>
                    <a:pt x="58616" y="40852"/>
                  </a:lnTo>
                  <a:lnTo>
                    <a:pt x="65170" y="39759"/>
                  </a:lnTo>
                  <a:lnTo>
                    <a:pt x="64529" y="36191"/>
                  </a:lnTo>
                  <a:lnTo>
                    <a:pt x="74931" y="31676"/>
                  </a:lnTo>
                  <a:lnTo>
                    <a:pt x="77068" y="40415"/>
                  </a:lnTo>
                  <a:lnTo>
                    <a:pt x="92741" y="37065"/>
                  </a:lnTo>
                  <a:lnTo>
                    <a:pt x="91530" y="30948"/>
                  </a:lnTo>
                  <a:lnTo>
                    <a:pt x="113900" y="26215"/>
                  </a:lnTo>
                  <a:lnTo>
                    <a:pt x="114898" y="28691"/>
                  </a:lnTo>
                  <a:lnTo>
                    <a:pt x="127294" y="26506"/>
                  </a:lnTo>
                  <a:lnTo>
                    <a:pt x="126724" y="23593"/>
                  </a:lnTo>
                  <a:lnTo>
                    <a:pt x="135700" y="19879"/>
                  </a:lnTo>
                  <a:lnTo>
                    <a:pt x="132566" y="6917"/>
                  </a:lnTo>
                  <a:lnTo>
                    <a:pt x="143608" y="4223"/>
                  </a:lnTo>
                  <a:lnTo>
                    <a:pt x="148453" y="22647"/>
                  </a:lnTo>
                  <a:lnTo>
                    <a:pt x="155078" y="21263"/>
                  </a:lnTo>
                  <a:lnTo>
                    <a:pt x="153939" y="12233"/>
                  </a:lnTo>
                  <a:lnTo>
                    <a:pt x="166050" y="10923"/>
                  </a:lnTo>
                  <a:lnTo>
                    <a:pt x="165694" y="5461"/>
                  </a:lnTo>
                  <a:lnTo>
                    <a:pt x="176095" y="4733"/>
                  </a:lnTo>
                  <a:lnTo>
                    <a:pt x="178090" y="21554"/>
                  </a:lnTo>
                  <a:lnTo>
                    <a:pt x="213996" y="18714"/>
                  </a:lnTo>
                  <a:lnTo>
                    <a:pt x="216418" y="32477"/>
                  </a:lnTo>
                  <a:lnTo>
                    <a:pt x="273056" y="14345"/>
                  </a:lnTo>
                  <a:lnTo>
                    <a:pt x="273056" y="0"/>
                  </a:lnTo>
                  <a:lnTo>
                    <a:pt x="285025" y="11942"/>
                  </a:lnTo>
                  <a:lnTo>
                    <a:pt x="284027" y="16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109602" y="3008702"/>
              <a:ext cx="133337" cy="107942"/>
            </a:xfrm>
            <a:custGeom>
              <a:avLst/>
              <a:pathLst>
                <a:path w="133337" h="107942">
                  <a:moveTo>
                    <a:pt x="67098" y="22530"/>
                  </a:moveTo>
                  <a:lnTo>
                    <a:pt x="67197" y="23935"/>
                  </a:lnTo>
                  <a:lnTo>
                    <a:pt x="71295" y="23613"/>
                  </a:lnTo>
                  <a:lnTo>
                    <a:pt x="77251" y="23146"/>
                  </a:lnTo>
                  <a:lnTo>
                    <a:pt x="78817" y="23023"/>
                  </a:lnTo>
                  <a:lnTo>
                    <a:pt x="84146" y="22569"/>
                  </a:lnTo>
                  <a:lnTo>
                    <a:pt x="86581" y="22361"/>
                  </a:lnTo>
                  <a:lnTo>
                    <a:pt x="86905" y="26039"/>
                  </a:lnTo>
                  <a:lnTo>
                    <a:pt x="93973" y="26991"/>
                  </a:lnTo>
                  <a:lnTo>
                    <a:pt x="93479" y="30933"/>
                  </a:lnTo>
                  <a:lnTo>
                    <a:pt x="93405" y="31378"/>
                  </a:lnTo>
                  <a:lnTo>
                    <a:pt x="92260" y="38316"/>
                  </a:lnTo>
                  <a:lnTo>
                    <a:pt x="91395" y="43562"/>
                  </a:lnTo>
                  <a:lnTo>
                    <a:pt x="90775" y="47303"/>
                  </a:lnTo>
                  <a:lnTo>
                    <a:pt x="89964" y="50196"/>
                  </a:lnTo>
                  <a:lnTo>
                    <a:pt x="85162" y="46953"/>
                  </a:lnTo>
                  <a:lnTo>
                    <a:pt x="84644" y="46604"/>
                  </a:lnTo>
                  <a:lnTo>
                    <a:pt x="81844" y="46729"/>
                  </a:lnTo>
                  <a:lnTo>
                    <a:pt x="81242" y="46756"/>
                  </a:lnTo>
                  <a:lnTo>
                    <a:pt x="79997" y="47111"/>
                  </a:lnTo>
                  <a:lnTo>
                    <a:pt x="78675" y="47487"/>
                  </a:lnTo>
                  <a:lnTo>
                    <a:pt x="78035" y="47760"/>
                  </a:lnTo>
                  <a:lnTo>
                    <a:pt x="76418" y="48449"/>
                  </a:lnTo>
                  <a:lnTo>
                    <a:pt x="74654" y="49216"/>
                  </a:lnTo>
                  <a:lnTo>
                    <a:pt x="74046" y="49481"/>
                  </a:lnTo>
                  <a:lnTo>
                    <a:pt x="72714" y="50060"/>
                  </a:lnTo>
                  <a:lnTo>
                    <a:pt x="79382" y="57284"/>
                  </a:lnTo>
                  <a:lnTo>
                    <a:pt x="80983" y="61162"/>
                  </a:lnTo>
                  <a:lnTo>
                    <a:pt x="82038" y="60791"/>
                  </a:lnTo>
                  <a:lnTo>
                    <a:pt x="82339" y="60799"/>
                  </a:lnTo>
                  <a:lnTo>
                    <a:pt x="83420" y="60830"/>
                  </a:lnTo>
                  <a:lnTo>
                    <a:pt x="85891" y="62151"/>
                  </a:lnTo>
                  <a:lnTo>
                    <a:pt x="88698" y="64182"/>
                  </a:lnTo>
                  <a:lnTo>
                    <a:pt x="91747" y="65842"/>
                  </a:lnTo>
                  <a:lnTo>
                    <a:pt x="95071" y="66981"/>
                  </a:lnTo>
                  <a:lnTo>
                    <a:pt x="96590" y="67354"/>
                  </a:lnTo>
                  <a:lnTo>
                    <a:pt x="96995" y="66616"/>
                  </a:lnTo>
                  <a:lnTo>
                    <a:pt x="98202" y="64413"/>
                  </a:lnTo>
                  <a:lnTo>
                    <a:pt x="100672" y="60966"/>
                  </a:lnTo>
                  <a:lnTo>
                    <a:pt x="102381" y="61549"/>
                  </a:lnTo>
                  <a:lnTo>
                    <a:pt x="104091" y="63491"/>
                  </a:lnTo>
                  <a:lnTo>
                    <a:pt x="106704" y="67326"/>
                  </a:lnTo>
                  <a:lnTo>
                    <a:pt x="107796" y="67569"/>
                  </a:lnTo>
                  <a:lnTo>
                    <a:pt x="109506" y="66598"/>
                  </a:lnTo>
                  <a:lnTo>
                    <a:pt x="115052" y="69314"/>
                  </a:lnTo>
                  <a:lnTo>
                    <a:pt x="124563" y="69906"/>
                  </a:lnTo>
                  <a:lnTo>
                    <a:pt x="124725" y="65946"/>
                  </a:lnTo>
                  <a:lnTo>
                    <a:pt x="124793" y="64303"/>
                  </a:lnTo>
                  <a:lnTo>
                    <a:pt x="125297" y="57377"/>
                  </a:lnTo>
                  <a:lnTo>
                    <a:pt x="125386" y="56147"/>
                  </a:lnTo>
                  <a:lnTo>
                    <a:pt x="125425" y="55525"/>
                  </a:lnTo>
                  <a:lnTo>
                    <a:pt x="125487" y="54531"/>
                  </a:lnTo>
                  <a:lnTo>
                    <a:pt x="126317" y="42086"/>
                  </a:lnTo>
                  <a:lnTo>
                    <a:pt x="127725" y="41280"/>
                  </a:lnTo>
                  <a:lnTo>
                    <a:pt x="130307" y="44313"/>
                  </a:lnTo>
                  <a:lnTo>
                    <a:pt x="133337" y="45946"/>
                  </a:lnTo>
                  <a:lnTo>
                    <a:pt x="132570" y="53796"/>
                  </a:lnTo>
                  <a:lnTo>
                    <a:pt x="132684" y="61632"/>
                  </a:lnTo>
                  <a:lnTo>
                    <a:pt x="132684" y="72322"/>
                  </a:lnTo>
                  <a:lnTo>
                    <a:pt x="132140" y="76268"/>
                  </a:lnTo>
                  <a:lnTo>
                    <a:pt x="132058" y="76866"/>
                  </a:lnTo>
                  <a:lnTo>
                    <a:pt x="129411" y="82190"/>
                  </a:lnTo>
                  <a:lnTo>
                    <a:pt x="129199" y="82616"/>
                  </a:lnTo>
                  <a:lnTo>
                    <a:pt x="126214" y="87571"/>
                  </a:lnTo>
                  <a:lnTo>
                    <a:pt x="125840" y="87302"/>
                  </a:lnTo>
                  <a:lnTo>
                    <a:pt x="123253" y="91409"/>
                  </a:lnTo>
                  <a:lnTo>
                    <a:pt x="122486" y="92627"/>
                  </a:lnTo>
                  <a:lnTo>
                    <a:pt x="119211" y="97828"/>
                  </a:lnTo>
                  <a:lnTo>
                    <a:pt x="114233" y="96198"/>
                  </a:lnTo>
                  <a:lnTo>
                    <a:pt x="105964" y="95364"/>
                  </a:lnTo>
                  <a:lnTo>
                    <a:pt x="101608" y="94924"/>
                  </a:lnTo>
                  <a:lnTo>
                    <a:pt x="100873" y="94850"/>
                  </a:lnTo>
                  <a:lnTo>
                    <a:pt x="94939" y="93813"/>
                  </a:lnTo>
                  <a:lnTo>
                    <a:pt x="88510" y="93440"/>
                  </a:lnTo>
                  <a:lnTo>
                    <a:pt x="85090" y="93347"/>
                  </a:lnTo>
                  <a:lnTo>
                    <a:pt x="82183" y="93838"/>
                  </a:lnTo>
                  <a:lnTo>
                    <a:pt x="82170" y="92705"/>
                  </a:lnTo>
                  <a:lnTo>
                    <a:pt x="82139" y="91797"/>
                  </a:lnTo>
                  <a:lnTo>
                    <a:pt x="81920" y="85328"/>
                  </a:lnTo>
                  <a:lnTo>
                    <a:pt x="76752" y="84501"/>
                  </a:lnTo>
                  <a:lnTo>
                    <a:pt x="76913" y="83711"/>
                  </a:lnTo>
                  <a:lnTo>
                    <a:pt x="75261" y="83921"/>
                  </a:lnTo>
                  <a:lnTo>
                    <a:pt x="74968" y="83958"/>
                  </a:lnTo>
                  <a:lnTo>
                    <a:pt x="72324" y="84294"/>
                  </a:lnTo>
                  <a:lnTo>
                    <a:pt x="68425" y="84789"/>
                  </a:lnTo>
                  <a:lnTo>
                    <a:pt x="67255" y="84937"/>
                  </a:lnTo>
                  <a:lnTo>
                    <a:pt x="66438" y="85041"/>
                  </a:lnTo>
                  <a:lnTo>
                    <a:pt x="60824" y="86643"/>
                  </a:lnTo>
                  <a:lnTo>
                    <a:pt x="55233" y="87676"/>
                  </a:lnTo>
                  <a:lnTo>
                    <a:pt x="49190" y="89290"/>
                  </a:lnTo>
                  <a:lnTo>
                    <a:pt x="45438" y="89970"/>
                  </a:lnTo>
                  <a:lnTo>
                    <a:pt x="45504" y="91009"/>
                  </a:lnTo>
                  <a:lnTo>
                    <a:pt x="45504" y="102971"/>
                  </a:lnTo>
                  <a:lnTo>
                    <a:pt x="45212" y="105802"/>
                  </a:lnTo>
                  <a:lnTo>
                    <a:pt x="43560" y="105921"/>
                  </a:lnTo>
                  <a:lnTo>
                    <a:pt x="41248" y="101340"/>
                  </a:lnTo>
                  <a:lnTo>
                    <a:pt x="35967" y="102738"/>
                  </a:lnTo>
                  <a:lnTo>
                    <a:pt x="30838" y="104718"/>
                  </a:lnTo>
                  <a:lnTo>
                    <a:pt x="30458" y="107126"/>
                  </a:lnTo>
                  <a:lnTo>
                    <a:pt x="20997" y="107942"/>
                  </a:lnTo>
                  <a:lnTo>
                    <a:pt x="8465" y="107282"/>
                  </a:lnTo>
                  <a:lnTo>
                    <a:pt x="8479" y="105560"/>
                  </a:lnTo>
                  <a:lnTo>
                    <a:pt x="8512" y="101408"/>
                  </a:lnTo>
                  <a:lnTo>
                    <a:pt x="8405" y="101064"/>
                  </a:lnTo>
                  <a:lnTo>
                    <a:pt x="8233" y="100511"/>
                  </a:lnTo>
                  <a:lnTo>
                    <a:pt x="8138" y="95317"/>
                  </a:lnTo>
                  <a:lnTo>
                    <a:pt x="0" y="94737"/>
                  </a:lnTo>
                  <a:lnTo>
                    <a:pt x="86" y="79990"/>
                  </a:lnTo>
                  <a:lnTo>
                    <a:pt x="1443" y="77565"/>
                  </a:lnTo>
                  <a:lnTo>
                    <a:pt x="3626" y="73665"/>
                  </a:lnTo>
                  <a:lnTo>
                    <a:pt x="11130" y="74150"/>
                  </a:lnTo>
                  <a:lnTo>
                    <a:pt x="22317" y="68106"/>
                  </a:lnTo>
                  <a:lnTo>
                    <a:pt x="23395" y="67523"/>
                  </a:lnTo>
                  <a:lnTo>
                    <a:pt x="34211" y="61678"/>
                  </a:lnTo>
                  <a:lnTo>
                    <a:pt x="35993" y="60715"/>
                  </a:lnTo>
                  <a:lnTo>
                    <a:pt x="35086" y="58701"/>
                  </a:lnTo>
                  <a:lnTo>
                    <a:pt x="32687" y="53375"/>
                  </a:lnTo>
                  <a:lnTo>
                    <a:pt x="38330" y="49632"/>
                  </a:lnTo>
                  <a:lnTo>
                    <a:pt x="39404" y="48919"/>
                  </a:lnTo>
                  <a:lnTo>
                    <a:pt x="49246" y="42390"/>
                  </a:lnTo>
                  <a:lnTo>
                    <a:pt x="48540" y="36539"/>
                  </a:lnTo>
                  <a:lnTo>
                    <a:pt x="41894" y="32245"/>
                  </a:lnTo>
                  <a:lnTo>
                    <a:pt x="31022" y="19297"/>
                  </a:lnTo>
                  <a:lnTo>
                    <a:pt x="30034" y="18121"/>
                  </a:lnTo>
                  <a:lnTo>
                    <a:pt x="21673" y="0"/>
                  </a:lnTo>
                  <a:lnTo>
                    <a:pt x="29484" y="4156"/>
                  </a:lnTo>
                  <a:lnTo>
                    <a:pt x="42007" y="10819"/>
                  </a:lnTo>
                  <a:lnTo>
                    <a:pt x="66280" y="14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777425" y="2968942"/>
              <a:ext cx="135188" cy="66475"/>
            </a:xfrm>
            <a:custGeom>
              <a:avLst/>
              <a:pathLst>
                <a:path w="135188" h="66475">
                  <a:moveTo>
                    <a:pt x="45024" y="12853"/>
                  </a:moveTo>
                  <a:lnTo>
                    <a:pt x="46620" y="21824"/>
                  </a:lnTo>
                  <a:lnTo>
                    <a:pt x="48899" y="21183"/>
                  </a:lnTo>
                  <a:lnTo>
                    <a:pt x="49583" y="18562"/>
                  </a:lnTo>
                  <a:lnTo>
                    <a:pt x="53332" y="9167"/>
                  </a:lnTo>
                  <a:lnTo>
                    <a:pt x="56404" y="6517"/>
                  </a:lnTo>
                  <a:lnTo>
                    <a:pt x="59557" y="4231"/>
                  </a:lnTo>
                  <a:lnTo>
                    <a:pt x="60640" y="5519"/>
                  </a:lnTo>
                  <a:lnTo>
                    <a:pt x="62637" y="7896"/>
                  </a:lnTo>
                  <a:lnTo>
                    <a:pt x="61087" y="9767"/>
                  </a:lnTo>
                  <a:lnTo>
                    <a:pt x="62759" y="11243"/>
                  </a:lnTo>
                  <a:lnTo>
                    <a:pt x="63671" y="13030"/>
                  </a:lnTo>
                  <a:lnTo>
                    <a:pt x="66787" y="13651"/>
                  </a:lnTo>
                  <a:lnTo>
                    <a:pt x="69132" y="12445"/>
                  </a:lnTo>
                  <a:lnTo>
                    <a:pt x="71697" y="11280"/>
                  </a:lnTo>
                  <a:lnTo>
                    <a:pt x="73179" y="10756"/>
                  </a:lnTo>
                  <a:lnTo>
                    <a:pt x="75345" y="9882"/>
                  </a:lnTo>
                  <a:lnTo>
                    <a:pt x="76143" y="12853"/>
                  </a:lnTo>
                  <a:lnTo>
                    <a:pt x="73091" y="16730"/>
                  </a:lnTo>
                  <a:lnTo>
                    <a:pt x="80094" y="13407"/>
                  </a:lnTo>
                  <a:lnTo>
                    <a:pt x="88762" y="27728"/>
                  </a:lnTo>
                  <a:lnTo>
                    <a:pt x="100373" y="23810"/>
                  </a:lnTo>
                  <a:lnTo>
                    <a:pt x="99527" y="19980"/>
                  </a:lnTo>
                  <a:lnTo>
                    <a:pt x="100880" y="19731"/>
                  </a:lnTo>
                  <a:lnTo>
                    <a:pt x="110015" y="18050"/>
                  </a:lnTo>
                  <a:lnTo>
                    <a:pt x="109634" y="15863"/>
                  </a:lnTo>
                  <a:lnTo>
                    <a:pt x="115106" y="13776"/>
                  </a:lnTo>
                  <a:lnTo>
                    <a:pt x="123077" y="10737"/>
                  </a:lnTo>
                  <a:lnTo>
                    <a:pt x="135188" y="14620"/>
                  </a:lnTo>
                  <a:lnTo>
                    <a:pt x="129987" y="28341"/>
                  </a:lnTo>
                  <a:lnTo>
                    <a:pt x="119012" y="45968"/>
                  </a:lnTo>
                  <a:lnTo>
                    <a:pt x="117254" y="48153"/>
                  </a:lnTo>
                  <a:lnTo>
                    <a:pt x="115703" y="50548"/>
                  </a:lnTo>
                  <a:lnTo>
                    <a:pt x="115323" y="49480"/>
                  </a:lnTo>
                  <a:lnTo>
                    <a:pt x="115940" y="47441"/>
                  </a:lnTo>
                  <a:lnTo>
                    <a:pt x="117365" y="43800"/>
                  </a:lnTo>
                  <a:lnTo>
                    <a:pt x="117888" y="41567"/>
                  </a:lnTo>
                  <a:lnTo>
                    <a:pt x="117935" y="39625"/>
                  </a:lnTo>
                  <a:lnTo>
                    <a:pt x="117033" y="37829"/>
                  </a:lnTo>
                  <a:lnTo>
                    <a:pt x="115740" y="36686"/>
                  </a:lnTo>
                  <a:lnTo>
                    <a:pt x="108137" y="43723"/>
                  </a:lnTo>
                  <a:lnTo>
                    <a:pt x="105238" y="46618"/>
                  </a:lnTo>
                  <a:lnTo>
                    <a:pt x="103921" y="47934"/>
                  </a:lnTo>
                  <a:lnTo>
                    <a:pt x="102343" y="49510"/>
                  </a:lnTo>
                  <a:lnTo>
                    <a:pt x="101807" y="49085"/>
                  </a:lnTo>
                  <a:lnTo>
                    <a:pt x="101448" y="48800"/>
                  </a:lnTo>
                  <a:lnTo>
                    <a:pt x="95777" y="44941"/>
                  </a:lnTo>
                  <a:lnTo>
                    <a:pt x="92348" y="46713"/>
                  </a:lnTo>
                  <a:lnTo>
                    <a:pt x="88358" y="47334"/>
                  </a:lnTo>
                  <a:lnTo>
                    <a:pt x="86664" y="47381"/>
                  </a:lnTo>
                  <a:lnTo>
                    <a:pt x="85547" y="47412"/>
                  </a:lnTo>
                  <a:lnTo>
                    <a:pt x="82870" y="45967"/>
                  </a:lnTo>
                  <a:lnTo>
                    <a:pt x="80797" y="44848"/>
                  </a:lnTo>
                  <a:lnTo>
                    <a:pt x="78333" y="43591"/>
                  </a:lnTo>
                  <a:lnTo>
                    <a:pt x="77495" y="43610"/>
                  </a:lnTo>
                  <a:lnTo>
                    <a:pt x="75241" y="43661"/>
                  </a:lnTo>
                  <a:lnTo>
                    <a:pt x="72337" y="43868"/>
                  </a:lnTo>
                  <a:lnTo>
                    <a:pt x="70473" y="43910"/>
                  </a:lnTo>
                  <a:lnTo>
                    <a:pt x="69405" y="44214"/>
                  </a:lnTo>
                  <a:lnTo>
                    <a:pt x="66845" y="44030"/>
                  </a:lnTo>
                  <a:lnTo>
                    <a:pt x="66267" y="43989"/>
                  </a:lnTo>
                  <a:lnTo>
                    <a:pt x="65826" y="43958"/>
                  </a:lnTo>
                  <a:lnTo>
                    <a:pt x="65400" y="43928"/>
                  </a:lnTo>
                  <a:lnTo>
                    <a:pt x="65188" y="43933"/>
                  </a:lnTo>
                  <a:lnTo>
                    <a:pt x="64760" y="43944"/>
                  </a:lnTo>
                  <a:lnTo>
                    <a:pt x="60756" y="44747"/>
                  </a:lnTo>
                  <a:lnTo>
                    <a:pt x="59738" y="44951"/>
                  </a:lnTo>
                  <a:lnTo>
                    <a:pt x="58338" y="45232"/>
                  </a:lnTo>
                  <a:lnTo>
                    <a:pt x="55476" y="46252"/>
                  </a:lnTo>
                  <a:lnTo>
                    <a:pt x="54310" y="46667"/>
                  </a:lnTo>
                  <a:lnTo>
                    <a:pt x="48934" y="48582"/>
                  </a:lnTo>
                  <a:lnTo>
                    <a:pt x="46419" y="49677"/>
                  </a:lnTo>
                  <a:lnTo>
                    <a:pt x="45055" y="50271"/>
                  </a:lnTo>
                  <a:lnTo>
                    <a:pt x="40231" y="52655"/>
                  </a:lnTo>
                  <a:lnTo>
                    <a:pt x="37596" y="54305"/>
                  </a:lnTo>
                  <a:lnTo>
                    <a:pt x="36808" y="55171"/>
                  </a:lnTo>
                  <a:lnTo>
                    <a:pt x="33128" y="63486"/>
                  </a:lnTo>
                  <a:lnTo>
                    <a:pt x="32983" y="63814"/>
                  </a:lnTo>
                  <a:lnTo>
                    <a:pt x="26831" y="61290"/>
                  </a:lnTo>
                  <a:lnTo>
                    <a:pt x="26196" y="61029"/>
                  </a:lnTo>
                  <a:lnTo>
                    <a:pt x="20639" y="58903"/>
                  </a:lnTo>
                  <a:lnTo>
                    <a:pt x="20323" y="59535"/>
                  </a:lnTo>
                  <a:lnTo>
                    <a:pt x="17702" y="65673"/>
                  </a:lnTo>
                  <a:lnTo>
                    <a:pt x="17359" y="66475"/>
                  </a:lnTo>
                  <a:lnTo>
                    <a:pt x="16428" y="65827"/>
                  </a:lnTo>
                  <a:lnTo>
                    <a:pt x="14214" y="64388"/>
                  </a:lnTo>
                  <a:lnTo>
                    <a:pt x="4982" y="58387"/>
                  </a:lnTo>
                  <a:lnTo>
                    <a:pt x="3818" y="57721"/>
                  </a:lnTo>
                  <a:lnTo>
                    <a:pt x="4025" y="57408"/>
                  </a:lnTo>
                  <a:lnTo>
                    <a:pt x="4279" y="56990"/>
                  </a:lnTo>
                  <a:lnTo>
                    <a:pt x="5248" y="55394"/>
                  </a:lnTo>
                  <a:lnTo>
                    <a:pt x="7098" y="52348"/>
                  </a:lnTo>
                  <a:lnTo>
                    <a:pt x="12855" y="42864"/>
                  </a:lnTo>
                  <a:lnTo>
                    <a:pt x="16488" y="36880"/>
                  </a:lnTo>
                  <a:lnTo>
                    <a:pt x="18290" y="33913"/>
                  </a:lnTo>
                  <a:lnTo>
                    <a:pt x="17298" y="33355"/>
                  </a:lnTo>
                  <a:lnTo>
                    <a:pt x="15087" y="31983"/>
                  </a:lnTo>
                  <a:lnTo>
                    <a:pt x="14593" y="31677"/>
                  </a:lnTo>
                  <a:lnTo>
                    <a:pt x="12270" y="30236"/>
                  </a:lnTo>
                  <a:lnTo>
                    <a:pt x="11465" y="29727"/>
                  </a:lnTo>
                  <a:lnTo>
                    <a:pt x="10727" y="29291"/>
                  </a:lnTo>
                  <a:lnTo>
                    <a:pt x="10372" y="29082"/>
                  </a:lnTo>
                  <a:lnTo>
                    <a:pt x="8567" y="28018"/>
                  </a:lnTo>
                  <a:lnTo>
                    <a:pt x="7762" y="27543"/>
                  </a:lnTo>
                  <a:lnTo>
                    <a:pt x="5547" y="26228"/>
                  </a:lnTo>
                  <a:lnTo>
                    <a:pt x="4938" y="25823"/>
                  </a:lnTo>
                  <a:lnTo>
                    <a:pt x="4595" y="25595"/>
                  </a:lnTo>
                  <a:lnTo>
                    <a:pt x="3395" y="24797"/>
                  </a:lnTo>
                  <a:lnTo>
                    <a:pt x="2423" y="23463"/>
                  </a:lnTo>
                  <a:lnTo>
                    <a:pt x="1397" y="22046"/>
                  </a:lnTo>
                  <a:lnTo>
                    <a:pt x="1172" y="21806"/>
                  </a:lnTo>
                  <a:lnTo>
                    <a:pt x="0" y="20560"/>
                  </a:lnTo>
                  <a:lnTo>
                    <a:pt x="1905" y="19884"/>
                  </a:lnTo>
                  <a:lnTo>
                    <a:pt x="2568" y="19650"/>
                  </a:lnTo>
                  <a:lnTo>
                    <a:pt x="4151" y="18871"/>
                  </a:lnTo>
                  <a:lnTo>
                    <a:pt x="4847" y="18529"/>
                  </a:lnTo>
                  <a:lnTo>
                    <a:pt x="6410" y="17295"/>
                  </a:lnTo>
                  <a:lnTo>
                    <a:pt x="7139" y="16871"/>
                  </a:lnTo>
                  <a:lnTo>
                    <a:pt x="9149" y="15700"/>
                  </a:lnTo>
                  <a:lnTo>
                    <a:pt x="10516" y="14903"/>
                  </a:lnTo>
                  <a:lnTo>
                    <a:pt x="12473" y="13952"/>
                  </a:lnTo>
                  <a:lnTo>
                    <a:pt x="13806" y="12720"/>
                  </a:lnTo>
                  <a:lnTo>
                    <a:pt x="14917" y="11290"/>
                  </a:lnTo>
                  <a:lnTo>
                    <a:pt x="16666" y="9039"/>
                  </a:lnTo>
                  <a:lnTo>
                    <a:pt x="21269" y="4573"/>
                  </a:lnTo>
                  <a:lnTo>
                    <a:pt x="27187" y="0"/>
                  </a:lnTo>
                  <a:lnTo>
                    <a:pt x="29700" y="851"/>
                  </a:lnTo>
                  <a:lnTo>
                    <a:pt x="34087" y="3098"/>
                  </a:lnTo>
                  <a:lnTo>
                    <a:pt x="39461" y="5850"/>
                  </a:lnTo>
                  <a:lnTo>
                    <a:pt x="40076" y="6154"/>
                  </a:lnTo>
                  <a:lnTo>
                    <a:pt x="43770" y="8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211295" y="2560238"/>
              <a:ext cx="113252" cy="145955"/>
            </a:xfrm>
            <a:custGeom>
              <a:avLst/>
              <a:pathLst>
                <a:path w="113252" h="145955">
                  <a:moveTo>
                    <a:pt x="24610" y="22212"/>
                  </a:moveTo>
                  <a:lnTo>
                    <a:pt x="27215" y="23851"/>
                  </a:lnTo>
                  <a:lnTo>
                    <a:pt x="27733" y="22527"/>
                  </a:lnTo>
                  <a:lnTo>
                    <a:pt x="29191" y="18802"/>
                  </a:lnTo>
                  <a:lnTo>
                    <a:pt x="31506" y="19321"/>
                  </a:lnTo>
                  <a:lnTo>
                    <a:pt x="39602" y="21133"/>
                  </a:lnTo>
                  <a:lnTo>
                    <a:pt x="44085" y="24084"/>
                  </a:lnTo>
                  <a:lnTo>
                    <a:pt x="46365" y="34959"/>
                  </a:lnTo>
                  <a:lnTo>
                    <a:pt x="56852" y="23463"/>
                  </a:lnTo>
                  <a:lnTo>
                    <a:pt x="58828" y="25949"/>
                  </a:lnTo>
                  <a:lnTo>
                    <a:pt x="61791" y="19268"/>
                  </a:lnTo>
                  <a:lnTo>
                    <a:pt x="74861" y="29491"/>
                  </a:lnTo>
                  <a:lnTo>
                    <a:pt x="70582" y="37651"/>
                  </a:lnTo>
                  <a:lnTo>
                    <a:pt x="70918" y="38006"/>
                  </a:lnTo>
                  <a:lnTo>
                    <a:pt x="72305" y="39474"/>
                  </a:lnTo>
                  <a:lnTo>
                    <a:pt x="72805" y="40034"/>
                  </a:lnTo>
                  <a:lnTo>
                    <a:pt x="73183" y="40458"/>
                  </a:lnTo>
                  <a:lnTo>
                    <a:pt x="74610" y="42059"/>
                  </a:lnTo>
                  <a:lnTo>
                    <a:pt x="74837" y="42313"/>
                  </a:lnTo>
                  <a:lnTo>
                    <a:pt x="76024" y="43644"/>
                  </a:lnTo>
                  <a:lnTo>
                    <a:pt x="76299" y="43953"/>
                  </a:lnTo>
                  <a:lnTo>
                    <a:pt x="76518" y="44197"/>
                  </a:lnTo>
                  <a:lnTo>
                    <a:pt x="76703" y="44406"/>
                  </a:lnTo>
                  <a:lnTo>
                    <a:pt x="78166" y="46045"/>
                  </a:lnTo>
                  <a:lnTo>
                    <a:pt x="78843" y="46805"/>
                  </a:lnTo>
                  <a:lnTo>
                    <a:pt x="79163" y="47164"/>
                  </a:lnTo>
                  <a:lnTo>
                    <a:pt x="78761" y="47468"/>
                  </a:lnTo>
                  <a:lnTo>
                    <a:pt x="77837" y="48087"/>
                  </a:lnTo>
                  <a:lnTo>
                    <a:pt x="77377" y="48394"/>
                  </a:lnTo>
                  <a:lnTo>
                    <a:pt x="77234" y="48490"/>
                  </a:lnTo>
                  <a:lnTo>
                    <a:pt x="76857" y="48752"/>
                  </a:lnTo>
                  <a:lnTo>
                    <a:pt x="76475" y="49017"/>
                  </a:lnTo>
                  <a:lnTo>
                    <a:pt x="75530" y="49674"/>
                  </a:lnTo>
                  <a:lnTo>
                    <a:pt x="75212" y="49895"/>
                  </a:lnTo>
                  <a:lnTo>
                    <a:pt x="74364" y="50485"/>
                  </a:lnTo>
                  <a:lnTo>
                    <a:pt x="73842" y="50848"/>
                  </a:lnTo>
                  <a:lnTo>
                    <a:pt x="72922" y="51488"/>
                  </a:lnTo>
                  <a:lnTo>
                    <a:pt x="72510" y="51774"/>
                  </a:lnTo>
                  <a:lnTo>
                    <a:pt x="71462" y="52502"/>
                  </a:lnTo>
                  <a:lnTo>
                    <a:pt x="71183" y="52696"/>
                  </a:lnTo>
                  <a:lnTo>
                    <a:pt x="70969" y="52845"/>
                  </a:lnTo>
                  <a:lnTo>
                    <a:pt x="70635" y="53044"/>
                  </a:lnTo>
                  <a:lnTo>
                    <a:pt x="70013" y="53414"/>
                  </a:lnTo>
                  <a:lnTo>
                    <a:pt x="69759" y="53624"/>
                  </a:lnTo>
                  <a:lnTo>
                    <a:pt x="69613" y="53746"/>
                  </a:lnTo>
                  <a:lnTo>
                    <a:pt x="61610" y="60364"/>
                  </a:lnTo>
                  <a:lnTo>
                    <a:pt x="60819" y="61017"/>
                  </a:lnTo>
                  <a:lnTo>
                    <a:pt x="60654" y="61154"/>
                  </a:lnTo>
                  <a:lnTo>
                    <a:pt x="59693" y="61949"/>
                  </a:lnTo>
                  <a:lnTo>
                    <a:pt x="59371" y="62216"/>
                  </a:lnTo>
                  <a:lnTo>
                    <a:pt x="58957" y="62597"/>
                  </a:lnTo>
                  <a:lnTo>
                    <a:pt x="58797" y="62745"/>
                  </a:lnTo>
                  <a:lnTo>
                    <a:pt x="59943" y="64063"/>
                  </a:lnTo>
                  <a:lnTo>
                    <a:pt x="60441" y="64635"/>
                  </a:lnTo>
                  <a:lnTo>
                    <a:pt x="60787" y="65033"/>
                  </a:lnTo>
                  <a:lnTo>
                    <a:pt x="61607" y="65975"/>
                  </a:lnTo>
                  <a:lnTo>
                    <a:pt x="61742" y="66130"/>
                  </a:lnTo>
                  <a:lnTo>
                    <a:pt x="62132" y="67070"/>
                  </a:lnTo>
                  <a:lnTo>
                    <a:pt x="62292" y="67456"/>
                  </a:lnTo>
                  <a:lnTo>
                    <a:pt x="62475" y="67896"/>
                  </a:lnTo>
                  <a:lnTo>
                    <a:pt x="62561" y="68103"/>
                  </a:lnTo>
                  <a:lnTo>
                    <a:pt x="62769" y="68603"/>
                  </a:lnTo>
                  <a:lnTo>
                    <a:pt x="62983" y="69119"/>
                  </a:lnTo>
                  <a:lnTo>
                    <a:pt x="63640" y="70703"/>
                  </a:lnTo>
                  <a:lnTo>
                    <a:pt x="63781" y="71034"/>
                  </a:lnTo>
                  <a:lnTo>
                    <a:pt x="64065" y="71681"/>
                  </a:lnTo>
                  <a:lnTo>
                    <a:pt x="64181" y="71945"/>
                  </a:lnTo>
                  <a:lnTo>
                    <a:pt x="64728" y="72867"/>
                  </a:lnTo>
                  <a:lnTo>
                    <a:pt x="65205" y="73672"/>
                  </a:lnTo>
                  <a:lnTo>
                    <a:pt x="65301" y="73833"/>
                  </a:lnTo>
                  <a:lnTo>
                    <a:pt x="65804" y="74681"/>
                  </a:lnTo>
                  <a:lnTo>
                    <a:pt x="65961" y="74946"/>
                  </a:lnTo>
                  <a:lnTo>
                    <a:pt x="66613" y="76046"/>
                  </a:lnTo>
                  <a:lnTo>
                    <a:pt x="67723" y="77917"/>
                  </a:lnTo>
                  <a:lnTo>
                    <a:pt x="67927" y="78260"/>
                  </a:lnTo>
                  <a:lnTo>
                    <a:pt x="68328" y="78760"/>
                  </a:lnTo>
                  <a:lnTo>
                    <a:pt x="68739" y="79271"/>
                  </a:lnTo>
                  <a:lnTo>
                    <a:pt x="70240" y="81140"/>
                  </a:lnTo>
                  <a:lnTo>
                    <a:pt x="71041" y="82139"/>
                  </a:lnTo>
                  <a:lnTo>
                    <a:pt x="72047" y="83391"/>
                  </a:lnTo>
                  <a:lnTo>
                    <a:pt x="72437" y="83876"/>
                  </a:lnTo>
                  <a:lnTo>
                    <a:pt x="72799" y="84328"/>
                  </a:lnTo>
                  <a:lnTo>
                    <a:pt x="73144" y="84747"/>
                  </a:lnTo>
                  <a:lnTo>
                    <a:pt x="73669" y="85303"/>
                  </a:lnTo>
                  <a:lnTo>
                    <a:pt x="74274" y="85944"/>
                  </a:lnTo>
                  <a:lnTo>
                    <a:pt x="75248" y="86975"/>
                  </a:lnTo>
                  <a:lnTo>
                    <a:pt x="76090" y="87867"/>
                  </a:lnTo>
                  <a:lnTo>
                    <a:pt x="76723" y="88537"/>
                  </a:lnTo>
                  <a:lnTo>
                    <a:pt x="78910" y="90852"/>
                  </a:lnTo>
                  <a:lnTo>
                    <a:pt x="79812" y="91827"/>
                  </a:lnTo>
                  <a:lnTo>
                    <a:pt x="80815" y="93168"/>
                  </a:lnTo>
                  <a:lnTo>
                    <a:pt x="82385" y="95268"/>
                  </a:lnTo>
                  <a:lnTo>
                    <a:pt x="82844" y="95883"/>
                  </a:lnTo>
                  <a:lnTo>
                    <a:pt x="83467" y="96716"/>
                  </a:lnTo>
                  <a:lnTo>
                    <a:pt x="84344" y="97890"/>
                  </a:lnTo>
                  <a:lnTo>
                    <a:pt x="85106" y="98910"/>
                  </a:lnTo>
                  <a:lnTo>
                    <a:pt x="86740" y="102570"/>
                  </a:lnTo>
                  <a:lnTo>
                    <a:pt x="87508" y="104108"/>
                  </a:lnTo>
                  <a:lnTo>
                    <a:pt x="88965" y="107028"/>
                  </a:lnTo>
                  <a:lnTo>
                    <a:pt x="89879" y="108450"/>
                  </a:lnTo>
                  <a:lnTo>
                    <a:pt x="90413" y="109279"/>
                  </a:lnTo>
                  <a:lnTo>
                    <a:pt x="91012" y="110211"/>
                  </a:lnTo>
                  <a:lnTo>
                    <a:pt x="91531" y="111019"/>
                  </a:lnTo>
                  <a:lnTo>
                    <a:pt x="92062" y="111844"/>
                  </a:lnTo>
                  <a:lnTo>
                    <a:pt x="93351" y="112976"/>
                  </a:lnTo>
                  <a:lnTo>
                    <a:pt x="96355" y="115614"/>
                  </a:lnTo>
                  <a:lnTo>
                    <a:pt x="96507" y="115747"/>
                  </a:lnTo>
                  <a:lnTo>
                    <a:pt x="96685" y="115884"/>
                  </a:lnTo>
                  <a:lnTo>
                    <a:pt x="98524" y="117307"/>
                  </a:lnTo>
                  <a:lnTo>
                    <a:pt x="99435" y="118037"/>
                  </a:lnTo>
                  <a:lnTo>
                    <a:pt x="100113" y="118710"/>
                  </a:lnTo>
                  <a:lnTo>
                    <a:pt x="100528" y="119301"/>
                  </a:lnTo>
                  <a:lnTo>
                    <a:pt x="100377" y="119579"/>
                  </a:lnTo>
                  <a:lnTo>
                    <a:pt x="100117" y="120058"/>
                  </a:lnTo>
                  <a:lnTo>
                    <a:pt x="99734" y="120614"/>
                  </a:lnTo>
                  <a:lnTo>
                    <a:pt x="98929" y="121782"/>
                  </a:lnTo>
                  <a:lnTo>
                    <a:pt x="98815" y="121947"/>
                  </a:lnTo>
                  <a:lnTo>
                    <a:pt x="98243" y="122777"/>
                  </a:lnTo>
                  <a:lnTo>
                    <a:pt x="98085" y="123006"/>
                  </a:lnTo>
                  <a:lnTo>
                    <a:pt x="97423" y="123967"/>
                  </a:lnTo>
                  <a:lnTo>
                    <a:pt x="97265" y="124196"/>
                  </a:lnTo>
                  <a:lnTo>
                    <a:pt x="96990" y="124595"/>
                  </a:lnTo>
                  <a:lnTo>
                    <a:pt x="96627" y="125121"/>
                  </a:lnTo>
                  <a:lnTo>
                    <a:pt x="96411" y="125434"/>
                  </a:lnTo>
                  <a:lnTo>
                    <a:pt x="103947" y="130299"/>
                  </a:lnTo>
                  <a:lnTo>
                    <a:pt x="110986" y="134844"/>
                  </a:lnTo>
                  <a:lnTo>
                    <a:pt x="112798" y="136014"/>
                  </a:lnTo>
                  <a:lnTo>
                    <a:pt x="113252" y="136412"/>
                  </a:lnTo>
                  <a:lnTo>
                    <a:pt x="113141" y="136554"/>
                  </a:lnTo>
                  <a:lnTo>
                    <a:pt x="112812" y="136973"/>
                  </a:lnTo>
                  <a:lnTo>
                    <a:pt x="111845" y="138205"/>
                  </a:lnTo>
                  <a:lnTo>
                    <a:pt x="111596" y="138528"/>
                  </a:lnTo>
                  <a:lnTo>
                    <a:pt x="110658" y="139746"/>
                  </a:lnTo>
                  <a:lnTo>
                    <a:pt x="109729" y="140952"/>
                  </a:lnTo>
                  <a:lnTo>
                    <a:pt x="109136" y="141721"/>
                  </a:lnTo>
                  <a:lnTo>
                    <a:pt x="109019" y="141872"/>
                  </a:lnTo>
                  <a:lnTo>
                    <a:pt x="108286" y="142809"/>
                  </a:lnTo>
                  <a:lnTo>
                    <a:pt x="108127" y="142991"/>
                  </a:lnTo>
                  <a:lnTo>
                    <a:pt x="107734" y="143440"/>
                  </a:lnTo>
                  <a:lnTo>
                    <a:pt x="106924" y="142803"/>
                  </a:lnTo>
                  <a:lnTo>
                    <a:pt x="106477" y="142452"/>
                  </a:lnTo>
                  <a:lnTo>
                    <a:pt x="106136" y="142184"/>
                  </a:lnTo>
                  <a:lnTo>
                    <a:pt x="104770" y="141110"/>
                  </a:lnTo>
                  <a:lnTo>
                    <a:pt x="102928" y="139870"/>
                  </a:lnTo>
                  <a:lnTo>
                    <a:pt x="95986" y="135196"/>
                  </a:lnTo>
                  <a:lnTo>
                    <a:pt x="93340" y="137517"/>
                  </a:lnTo>
                  <a:lnTo>
                    <a:pt x="89411" y="140962"/>
                  </a:lnTo>
                  <a:lnTo>
                    <a:pt x="84338" y="145681"/>
                  </a:lnTo>
                  <a:lnTo>
                    <a:pt x="84030" y="145955"/>
                  </a:lnTo>
                  <a:lnTo>
                    <a:pt x="83536" y="145393"/>
                  </a:lnTo>
                  <a:lnTo>
                    <a:pt x="83027" y="144813"/>
                  </a:lnTo>
                  <a:lnTo>
                    <a:pt x="80643" y="142100"/>
                  </a:lnTo>
                  <a:lnTo>
                    <a:pt x="79765" y="141101"/>
                  </a:lnTo>
                  <a:lnTo>
                    <a:pt x="77267" y="138257"/>
                  </a:lnTo>
                  <a:lnTo>
                    <a:pt x="74211" y="136486"/>
                  </a:lnTo>
                  <a:lnTo>
                    <a:pt x="73249" y="135927"/>
                  </a:lnTo>
                  <a:lnTo>
                    <a:pt x="68721" y="133303"/>
                  </a:lnTo>
                  <a:lnTo>
                    <a:pt x="66663" y="132110"/>
                  </a:lnTo>
                  <a:lnTo>
                    <a:pt x="65417" y="131387"/>
                  </a:lnTo>
                  <a:lnTo>
                    <a:pt x="64885" y="131136"/>
                  </a:lnTo>
                  <a:lnTo>
                    <a:pt x="64681" y="131040"/>
                  </a:lnTo>
                  <a:lnTo>
                    <a:pt x="64026" y="130730"/>
                  </a:lnTo>
                  <a:lnTo>
                    <a:pt x="63830" y="130637"/>
                  </a:lnTo>
                  <a:lnTo>
                    <a:pt x="64376" y="129570"/>
                  </a:lnTo>
                  <a:lnTo>
                    <a:pt x="66874" y="125361"/>
                  </a:lnTo>
                  <a:lnTo>
                    <a:pt x="67585" y="124107"/>
                  </a:lnTo>
                  <a:lnTo>
                    <a:pt x="67354" y="123987"/>
                  </a:lnTo>
                  <a:lnTo>
                    <a:pt x="67173" y="123893"/>
                  </a:lnTo>
                  <a:lnTo>
                    <a:pt x="63496" y="121986"/>
                  </a:lnTo>
                  <a:lnTo>
                    <a:pt x="61681" y="121044"/>
                  </a:lnTo>
                  <a:lnTo>
                    <a:pt x="60216" y="120271"/>
                  </a:lnTo>
                  <a:lnTo>
                    <a:pt x="54207" y="117098"/>
                  </a:lnTo>
                  <a:lnTo>
                    <a:pt x="52615" y="116257"/>
                  </a:lnTo>
                  <a:lnTo>
                    <a:pt x="50810" y="115304"/>
                  </a:lnTo>
                  <a:lnTo>
                    <a:pt x="49976" y="114228"/>
                  </a:lnTo>
                  <a:lnTo>
                    <a:pt x="50072" y="114063"/>
                  </a:lnTo>
                  <a:lnTo>
                    <a:pt x="50278" y="113729"/>
                  </a:lnTo>
                  <a:lnTo>
                    <a:pt x="50378" y="113587"/>
                  </a:lnTo>
                  <a:lnTo>
                    <a:pt x="50511" y="113394"/>
                  </a:lnTo>
                  <a:lnTo>
                    <a:pt x="50639" y="113211"/>
                  </a:lnTo>
                  <a:lnTo>
                    <a:pt x="50791" y="112992"/>
                  </a:lnTo>
                  <a:lnTo>
                    <a:pt x="50983" y="112638"/>
                  </a:lnTo>
                  <a:lnTo>
                    <a:pt x="51029" y="112450"/>
                  </a:lnTo>
                  <a:lnTo>
                    <a:pt x="51632" y="111106"/>
                  </a:lnTo>
                  <a:lnTo>
                    <a:pt x="52239" y="109756"/>
                  </a:lnTo>
                  <a:lnTo>
                    <a:pt x="52281" y="109546"/>
                  </a:lnTo>
                  <a:lnTo>
                    <a:pt x="52405" y="108918"/>
                  </a:lnTo>
                  <a:lnTo>
                    <a:pt x="52600" y="108081"/>
                  </a:lnTo>
                  <a:lnTo>
                    <a:pt x="52678" y="107741"/>
                  </a:lnTo>
                  <a:lnTo>
                    <a:pt x="52877" y="107146"/>
                  </a:lnTo>
                  <a:lnTo>
                    <a:pt x="53035" y="106673"/>
                  </a:lnTo>
                  <a:lnTo>
                    <a:pt x="53290" y="105750"/>
                  </a:lnTo>
                  <a:lnTo>
                    <a:pt x="53873" y="103647"/>
                  </a:lnTo>
                  <a:lnTo>
                    <a:pt x="54230" y="102357"/>
                  </a:lnTo>
                  <a:lnTo>
                    <a:pt x="54460" y="101320"/>
                  </a:lnTo>
                  <a:lnTo>
                    <a:pt x="54786" y="99852"/>
                  </a:lnTo>
                  <a:lnTo>
                    <a:pt x="55192" y="98020"/>
                  </a:lnTo>
                  <a:lnTo>
                    <a:pt x="55546" y="96023"/>
                  </a:lnTo>
                  <a:lnTo>
                    <a:pt x="54252" y="93866"/>
                  </a:lnTo>
                  <a:lnTo>
                    <a:pt x="53522" y="92650"/>
                  </a:lnTo>
                  <a:lnTo>
                    <a:pt x="52528" y="90993"/>
                  </a:lnTo>
                  <a:lnTo>
                    <a:pt x="52274" y="90547"/>
                  </a:lnTo>
                  <a:lnTo>
                    <a:pt x="50997" y="88302"/>
                  </a:lnTo>
                  <a:lnTo>
                    <a:pt x="50634" y="87664"/>
                  </a:lnTo>
                  <a:lnTo>
                    <a:pt x="49667" y="86142"/>
                  </a:lnTo>
                  <a:lnTo>
                    <a:pt x="49558" y="85970"/>
                  </a:lnTo>
                  <a:lnTo>
                    <a:pt x="47051" y="82022"/>
                  </a:lnTo>
                  <a:lnTo>
                    <a:pt x="46905" y="81793"/>
                  </a:lnTo>
                  <a:lnTo>
                    <a:pt x="45072" y="78906"/>
                  </a:lnTo>
                  <a:lnTo>
                    <a:pt x="44611" y="78246"/>
                  </a:lnTo>
                  <a:lnTo>
                    <a:pt x="43585" y="76779"/>
                  </a:lnTo>
                  <a:lnTo>
                    <a:pt x="42463" y="75557"/>
                  </a:lnTo>
                  <a:lnTo>
                    <a:pt x="42201" y="75485"/>
                  </a:lnTo>
                  <a:lnTo>
                    <a:pt x="41678" y="75343"/>
                  </a:lnTo>
                  <a:lnTo>
                    <a:pt x="40541" y="75032"/>
                  </a:lnTo>
                  <a:lnTo>
                    <a:pt x="37890" y="74990"/>
                  </a:lnTo>
                  <a:lnTo>
                    <a:pt x="33364" y="74917"/>
                  </a:lnTo>
                  <a:lnTo>
                    <a:pt x="31824" y="74892"/>
                  </a:lnTo>
                  <a:lnTo>
                    <a:pt x="30686" y="74873"/>
                  </a:lnTo>
                  <a:lnTo>
                    <a:pt x="30252" y="75155"/>
                  </a:lnTo>
                  <a:lnTo>
                    <a:pt x="29662" y="75538"/>
                  </a:lnTo>
                  <a:lnTo>
                    <a:pt x="26200" y="77786"/>
                  </a:lnTo>
                  <a:lnTo>
                    <a:pt x="24312" y="78734"/>
                  </a:lnTo>
                  <a:lnTo>
                    <a:pt x="21135" y="79859"/>
                  </a:lnTo>
                  <a:lnTo>
                    <a:pt x="20774" y="75859"/>
                  </a:lnTo>
                  <a:lnTo>
                    <a:pt x="20719" y="75247"/>
                  </a:lnTo>
                  <a:lnTo>
                    <a:pt x="18998" y="72274"/>
                  </a:lnTo>
                  <a:lnTo>
                    <a:pt x="14011" y="69422"/>
                  </a:lnTo>
                  <a:lnTo>
                    <a:pt x="10152" y="68572"/>
                  </a:lnTo>
                  <a:lnTo>
                    <a:pt x="4763" y="69577"/>
                  </a:lnTo>
                  <a:lnTo>
                    <a:pt x="118" y="50306"/>
                  </a:lnTo>
                  <a:lnTo>
                    <a:pt x="0" y="42296"/>
                  </a:lnTo>
                  <a:lnTo>
                    <a:pt x="1959" y="15838"/>
                  </a:lnTo>
                  <a:lnTo>
                    <a:pt x="4452" y="1456"/>
                  </a:lnTo>
                  <a:lnTo>
                    <a:pt x="4452" y="0"/>
                  </a:lnTo>
                  <a:lnTo>
                    <a:pt x="16120" y="7151"/>
                  </a:lnTo>
                  <a:lnTo>
                    <a:pt x="21032" y="19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136567" y="4106223"/>
              <a:ext cx="139568" cy="99949"/>
            </a:xfrm>
            <a:custGeom>
              <a:avLst/>
              <a:pathLst>
                <a:path w="139568" h="99949">
                  <a:moveTo>
                    <a:pt x="79994" y="14518"/>
                  </a:moveTo>
                  <a:lnTo>
                    <a:pt x="82877" y="16400"/>
                  </a:lnTo>
                  <a:lnTo>
                    <a:pt x="83271" y="16676"/>
                  </a:lnTo>
                  <a:lnTo>
                    <a:pt x="84326" y="17416"/>
                  </a:lnTo>
                  <a:lnTo>
                    <a:pt x="84730" y="17699"/>
                  </a:lnTo>
                  <a:lnTo>
                    <a:pt x="85711" y="18388"/>
                  </a:lnTo>
                  <a:lnTo>
                    <a:pt x="87941" y="19953"/>
                  </a:lnTo>
                  <a:lnTo>
                    <a:pt x="88967" y="20517"/>
                  </a:lnTo>
                  <a:lnTo>
                    <a:pt x="93927" y="13182"/>
                  </a:lnTo>
                  <a:lnTo>
                    <a:pt x="95772" y="10452"/>
                  </a:lnTo>
                  <a:lnTo>
                    <a:pt x="95278" y="11162"/>
                  </a:lnTo>
                  <a:lnTo>
                    <a:pt x="95859" y="10305"/>
                  </a:lnTo>
                  <a:lnTo>
                    <a:pt x="99141" y="5470"/>
                  </a:lnTo>
                  <a:lnTo>
                    <a:pt x="99340" y="5176"/>
                  </a:lnTo>
                  <a:lnTo>
                    <a:pt x="101264" y="4084"/>
                  </a:lnTo>
                  <a:lnTo>
                    <a:pt x="104229" y="3323"/>
                  </a:lnTo>
                  <a:lnTo>
                    <a:pt x="109139" y="2064"/>
                  </a:lnTo>
                  <a:lnTo>
                    <a:pt x="112276" y="7582"/>
                  </a:lnTo>
                  <a:lnTo>
                    <a:pt x="112257" y="7815"/>
                  </a:lnTo>
                  <a:lnTo>
                    <a:pt x="111726" y="8096"/>
                  </a:lnTo>
                  <a:lnTo>
                    <a:pt x="109090" y="9487"/>
                  </a:lnTo>
                  <a:lnTo>
                    <a:pt x="109532" y="10305"/>
                  </a:lnTo>
                  <a:lnTo>
                    <a:pt x="109652" y="10528"/>
                  </a:lnTo>
                  <a:lnTo>
                    <a:pt x="109793" y="10788"/>
                  </a:lnTo>
                  <a:lnTo>
                    <a:pt x="110610" y="12254"/>
                  </a:lnTo>
                  <a:lnTo>
                    <a:pt x="111066" y="13968"/>
                  </a:lnTo>
                  <a:lnTo>
                    <a:pt x="110735" y="14438"/>
                  </a:lnTo>
                  <a:lnTo>
                    <a:pt x="109519" y="16165"/>
                  </a:lnTo>
                  <a:lnTo>
                    <a:pt x="111989" y="18690"/>
                  </a:lnTo>
                  <a:lnTo>
                    <a:pt x="111729" y="19745"/>
                  </a:lnTo>
                  <a:lnTo>
                    <a:pt x="114366" y="22885"/>
                  </a:lnTo>
                  <a:lnTo>
                    <a:pt x="117261" y="26044"/>
                  </a:lnTo>
                  <a:lnTo>
                    <a:pt x="118480" y="27309"/>
                  </a:lnTo>
                  <a:lnTo>
                    <a:pt x="118875" y="27719"/>
                  </a:lnTo>
                  <a:lnTo>
                    <a:pt x="119333" y="30159"/>
                  </a:lnTo>
                  <a:lnTo>
                    <a:pt x="117878" y="30632"/>
                  </a:lnTo>
                  <a:lnTo>
                    <a:pt x="118666" y="37560"/>
                  </a:lnTo>
                  <a:lnTo>
                    <a:pt x="119738" y="37331"/>
                  </a:lnTo>
                  <a:lnTo>
                    <a:pt x="122284" y="36788"/>
                  </a:lnTo>
                  <a:lnTo>
                    <a:pt x="123792" y="36466"/>
                  </a:lnTo>
                  <a:lnTo>
                    <a:pt x="124888" y="36098"/>
                  </a:lnTo>
                  <a:lnTo>
                    <a:pt x="125448" y="35591"/>
                  </a:lnTo>
                  <a:lnTo>
                    <a:pt x="125653" y="35405"/>
                  </a:lnTo>
                  <a:lnTo>
                    <a:pt x="126480" y="35219"/>
                  </a:lnTo>
                  <a:lnTo>
                    <a:pt x="131792" y="34150"/>
                  </a:lnTo>
                  <a:lnTo>
                    <a:pt x="132771" y="33953"/>
                  </a:lnTo>
                  <a:lnTo>
                    <a:pt x="136288" y="33246"/>
                  </a:lnTo>
                  <a:lnTo>
                    <a:pt x="136625" y="37731"/>
                  </a:lnTo>
                  <a:lnTo>
                    <a:pt x="136667" y="38289"/>
                  </a:lnTo>
                  <a:lnTo>
                    <a:pt x="136758" y="39012"/>
                  </a:lnTo>
                  <a:lnTo>
                    <a:pt x="136822" y="39525"/>
                  </a:lnTo>
                  <a:lnTo>
                    <a:pt x="136848" y="39737"/>
                  </a:lnTo>
                  <a:lnTo>
                    <a:pt x="136971" y="40749"/>
                  </a:lnTo>
                  <a:lnTo>
                    <a:pt x="136984" y="40925"/>
                  </a:lnTo>
                  <a:lnTo>
                    <a:pt x="137190" y="43568"/>
                  </a:lnTo>
                  <a:lnTo>
                    <a:pt x="137303" y="45630"/>
                  </a:lnTo>
                  <a:lnTo>
                    <a:pt x="137487" y="48994"/>
                  </a:lnTo>
                  <a:lnTo>
                    <a:pt x="137463" y="51166"/>
                  </a:lnTo>
                  <a:lnTo>
                    <a:pt x="137408" y="52998"/>
                  </a:lnTo>
                  <a:lnTo>
                    <a:pt x="137384" y="53790"/>
                  </a:lnTo>
                  <a:lnTo>
                    <a:pt x="137380" y="53945"/>
                  </a:lnTo>
                  <a:lnTo>
                    <a:pt x="137979" y="54023"/>
                  </a:lnTo>
                  <a:lnTo>
                    <a:pt x="139176" y="54492"/>
                  </a:lnTo>
                  <a:lnTo>
                    <a:pt x="139568" y="54567"/>
                  </a:lnTo>
                  <a:lnTo>
                    <a:pt x="139495" y="54773"/>
                  </a:lnTo>
                  <a:lnTo>
                    <a:pt x="138818" y="56678"/>
                  </a:lnTo>
                  <a:lnTo>
                    <a:pt x="138082" y="59542"/>
                  </a:lnTo>
                  <a:lnTo>
                    <a:pt x="137627" y="62346"/>
                  </a:lnTo>
                  <a:lnTo>
                    <a:pt x="137407" y="62302"/>
                  </a:lnTo>
                  <a:lnTo>
                    <a:pt x="132387" y="61780"/>
                  </a:lnTo>
                  <a:lnTo>
                    <a:pt x="131065" y="61674"/>
                  </a:lnTo>
                  <a:lnTo>
                    <a:pt x="129908" y="61711"/>
                  </a:lnTo>
                  <a:lnTo>
                    <a:pt x="129235" y="61746"/>
                  </a:lnTo>
                  <a:lnTo>
                    <a:pt x="129107" y="61782"/>
                  </a:lnTo>
                  <a:lnTo>
                    <a:pt x="128216" y="62035"/>
                  </a:lnTo>
                  <a:lnTo>
                    <a:pt x="125892" y="63016"/>
                  </a:lnTo>
                  <a:lnTo>
                    <a:pt x="124894" y="63671"/>
                  </a:lnTo>
                  <a:lnTo>
                    <a:pt x="123982" y="64385"/>
                  </a:lnTo>
                  <a:lnTo>
                    <a:pt x="122327" y="66291"/>
                  </a:lnTo>
                  <a:lnTo>
                    <a:pt x="120876" y="68273"/>
                  </a:lnTo>
                  <a:lnTo>
                    <a:pt x="119579" y="71958"/>
                  </a:lnTo>
                  <a:lnTo>
                    <a:pt x="119437" y="73233"/>
                  </a:lnTo>
                  <a:lnTo>
                    <a:pt x="119309" y="74388"/>
                  </a:lnTo>
                  <a:lnTo>
                    <a:pt x="118561" y="76548"/>
                  </a:lnTo>
                  <a:lnTo>
                    <a:pt x="117912" y="79193"/>
                  </a:lnTo>
                  <a:lnTo>
                    <a:pt x="117643" y="79845"/>
                  </a:lnTo>
                  <a:lnTo>
                    <a:pt x="114892" y="79161"/>
                  </a:lnTo>
                  <a:lnTo>
                    <a:pt x="114076" y="78836"/>
                  </a:lnTo>
                  <a:lnTo>
                    <a:pt x="112985" y="78331"/>
                  </a:lnTo>
                  <a:lnTo>
                    <a:pt x="113594" y="80912"/>
                  </a:lnTo>
                  <a:lnTo>
                    <a:pt x="115964" y="89752"/>
                  </a:lnTo>
                  <a:lnTo>
                    <a:pt x="114473" y="90976"/>
                  </a:lnTo>
                  <a:lnTo>
                    <a:pt x="115660" y="94398"/>
                  </a:lnTo>
                  <a:lnTo>
                    <a:pt x="118011" y="98045"/>
                  </a:lnTo>
                  <a:lnTo>
                    <a:pt x="112856" y="99030"/>
                  </a:lnTo>
                  <a:lnTo>
                    <a:pt x="112603" y="99108"/>
                  </a:lnTo>
                  <a:lnTo>
                    <a:pt x="109862" y="99949"/>
                  </a:lnTo>
                  <a:lnTo>
                    <a:pt x="102261" y="83085"/>
                  </a:lnTo>
                  <a:lnTo>
                    <a:pt x="99375" y="82466"/>
                  </a:lnTo>
                  <a:lnTo>
                    <a:pt x="96402" y="83203"/>
                  </a:lnTo>
                  <a:lnTo>
                    <a:pt x="94033" y="78877"/>
                  </a:lnTo>
                  <a:lnTo>
                    <a:pt x="93901" y="72897"/>
                  </a:lnTo>
                  <a:lnTo>
                    <a:pt x="93727" y="65025"/>
                  </a:lnTo>
                  <a:lnTo>
                    <a:pt x="94487" y="64938"/>
                  </a:lnTo>
                  <a:lnTo>
                    <a:pt x="95386" y="64943"/>
                  </a:lnTo>
                  <a:lnTo>
                    <a:pt x="96193" y="64947"/>
                  </a:lnTo>
                  <a:lnTo>
                    <a:pt x="96790" y="65002"/>
                  </a:lnTo>
                  <a:lnTo>
                    <a:pt x="97249" y="65044"/>
                  </a:lnTo>
                  <a:lnTo>
                    <a:pt x="97046" y="62935"/>
                  </a:lnTo>
                  <a:lnTo>
                    <a:pt x="96221" y="52021"/>
                  </a:lnTo>
                  <a:lnTo>
                    <a:pt x="96001" y="49175"/>
                  </a:lnTo>
                  <a:lnTo>
                    <a:pt x="95476" y="42348"/>
                  </a:lnTo>
                  <a:lnTo>
                    <a:pt x="92151" y="33512"/>
                  </a:lnTo>
                  <a:lnTo>
                    <a:pt x="87664" y="30037"/>
                  </a:lnTo>
                  <a:lnTo>
                    <a:pt x="86388" y="31285"/>
                  </a:lnTo>
                  <a:lnTo>
                    <a:pt x="85768" y="31566"/>
                  </a:lnTo>
                  <a:lnTo>
                    <a:pt x="83657" y="32520"/>
                  </a:lnTo>
                  <a:lnTo>
                    <a:pt x="82821" y="32897"/>
                  </a:lnTo>
                  <a:lnTo>
                    <a:pt x="80511" y="33036"/>
                  </a:lnTo>
                  <a:lnTo>
                    <a:pt x="79302" y="33109"/>
                  </a:lnTo>
                  <a:lnTo>
                    <a:pt x="75561" y="33299"/>
                  </a:lnTo>
                  <a:lnTo>
                    <a:pt x="69427" y="33611"/>
                  </a:lnTo>
                  <a:lnTo>
                    <a:pt x="68011" y="33683"/>
                  </a:lnTo>
                  <a:lnTo>
                    <a:pt x="59765" y="33729"/>
                  </a:lnTo>
                  <a:lnTo>
                    <a:pt x="54862" y="33755"/>
                  </a:lnTo>
                  <a:lnTo>
                    <a:pt x="53445" y="33767"/>
                  </a:lnTo>
                  <a:lnTo>
                    <a:pt x="53558" y="34614"/>
                  </a:lnTo>
                  <a:lnTo>
                    <a:pt x="53996" y="36497"/>
                  </a:lnTo>
                  <a:lnTo>
                    <a:pt x="54098" y="38252"/>
                  </a:lnTo>
                  <a:lnTo>
                    <a:pt x="53999" y="40716"/>
                  </a:lnTo>
                  <a:lnTo>
                    <a:pt x="53937" y="42257"/>
                  </a:lnTo>
                  <a:lnTo>
                    <a:pt x="53716" y="43242"/>
                  </a:lnTo>
                  <a:lnTo>
                    <a:pt x="53124" y="45878"/>
                  </a:lnTo>
                  <a:lnTo>
                    <a:pt x="52075" y="50549"/>
                  </a:lnTo>
                  <a:lnTo>
                    <a:pt x="50945" y="49479"/>
                  </a:lnTo>
                  <a:lnTo>
                    <a:pt x="49378" y="48255"/>
                  </a:lnTo>
                  <a:lnTo>
                    <a:pt x="48950" y="48321"/>
                  </a:lnTo>
                  <a:lnTo>
                    <a:pt x="46767" y="50810"/>
                  </a:lnTo>
                  <a:lnTo>
                    <a:pt x="46018" y="51481"/>
                  </a:lnTo>
                  <a:lnTo>
                    <a:pt x="45522" y="51926"/>
                  </a:lnTo>
                  <a:lnTo>
                    <a:pt x="44919" y="52618"/>
                  </a:lnTo>
                  <a:lnTo>
                    <a:pt x="43387" y="55118"/>
                  </a:lnTo>
                  <a:lnTo>
                    <a:pt x="42121" y="56680"/>
                  </a:lnTo>
                  <a:lnTo>
                    <a:pt x="41770" y="56839"/>
                  </a:lnTo>
                  <a:lnTo>
                    <a:pt x="39478" y="57875"/>
                  </a:lnTo>
                  <a:lnTo>
                    <a:pt x="38879" y="57889"/>
                  </a:lnTo>
                  <a:lnTo>
                    <a:pt x="38314" y="58235"/>
                  </a:lnTo>
                  <a:lnTo>
                    <a:pt x="38053" y="58394"/>
                  </a:lnTo>
                  <a:lnTo>
                    <a:pt x="37548" y="58239"/>
                  </a:lnTo>
                  <a:lnTo>
                    <a:pt x="35128" y="57498"/>
                  </a:lnTo>
                  <a:lnTo>
                    <a:pt x="33330" y="56947"/>
                  </a:lnTo>
                  <a:lnTo>
                    <a:pt x="29968" y="56073"/>
                  </a:lnTo>
                  <a:lnTo>
                    <a:pt x="28066" y="55482"/>
                  </a:lnTo>
                  <a:lnTo>
                    <a:pt x="27593" y="55335"/>
                  </a:lnTo>
                  <a:lnTo>
                    <a:pt x="26339" y="54752"/>
                  </a:lnTo>
                  <a:lnTo>
                    <a:pt x="23470" y="53607"/>
                  </a:lnTo>
                  <a:lnTo>
                    <a:pt x="20605" y="52314"/>
                  </a:lnTo>
                  <a:lnTo>
                    <a:pt x="19899" y="51995"/>
                  </a:lnTo>
                  <a:lnTo>
                    <a:pt x="17803" y="50948"/>
                  </a:lnTo>
                  <a:lnTo>
                    <a:pt x="13826" y="48961"/>
                  </a:lnTo>
                  <a:lnTo>
                    <a:pt x="13515" y="48805"/>
                  </a:lnTo>
                  <a:lnTo>
                    <a:pt x="11321" y="47801"/>
                  </a:lnTo>
                  <a:lnTo>
                    <a:pt x="10031" y="47286"/>
                  </a:lnTo>
                  <a:lnTo>
                    <a:pt x="4178" y="44948"/>
                  </a:lnTo>
                  <a:lnTo>
                    <a:pt x="3769" y="44786"/>
                  </a:lnTo>
                  <a:lnTo>
                    <a:pt x="3226" y="44498"/>
                  </a:lnTo>
                  <a:lnTo>
                    <a:pt x="3000" y="44378"/>
                  </a:lnTo>
                  <a:lnTo>
                    <a:pt x="2174" y="43693"/>
                  </a:lnTo>
                  <a:lnTo>
                    <a:pt x="1063" y="42262"/>
                  </a:lnTo>
                  <a:lnTo>
                    <a:pt x="1363" y="40953"/>
                  </a:lnTo>
                  <a:lnTo>
                    <a:pt x="1662" y="39650"/>
                  </a:lnTo>
                  <a:lnTo>
                    <a:pt x="1737" y="39326"/>
                  </a:lnTo>
                  <a:lnTo>
                    <a:pt x="2000" y="38201"/>
                  </a:lnTo>
                  <a:lnTo>
                    <a:pt x="2101" y="37772"/>
                  </a:lnTo>
                  <a:lnTo>
                    <a:pt x="2527" y="37345"/>
                  </a:lnTo>
                  <a:lnTo>
                    <a:pt x="2754" y="37117"/>
                  </a:lnTo>
                  <a:lnTo>
                    <a:pt x="3443" y="36377"/>
                  </a:lnTo>
                  <a:lnTo>
                    <a:pt x="3763" y="35867"/>
                  </a:lnTo>
                  <a:lnTo>
                    <a:pt x="4001" y="35175"/>
                  </a:lnTo>
                  <a:lnTo>
                    <a:pt x="4123" y="33342"/>
                  </a:lnTo>
                  <a:lnTo>
                    <a:pt x="4143" y="33039"/>
                  </a:lnTo>
                  <a:lnTo>
                    <a:pt x="4475" y="32458"/>
                  </a:lnTo>
                  <a:lnTo>
                    <a:pt x="4010" y="32374"/>
                  </a:lnTo>
                  <a:lnTo>
                    <a:pt x="2440" y="31624"/>
                  </a:lnTo>
                  <a:lnTo>
                    <a:pt x="3956" y="31339"/>
                  </a:lnTo>
                  <a:lnTo>
                    <a:pt x="6483" y="30863"/>
                  </a:lnTo>
                  <a:lnTo>
                    <a:pt x="6192" y="29322"/>
                  </a:lnTo>
                  <a:lnTo>
                    <a:pt x="5583" y="26090"/>
                  </a:lnTo>
                  <a:lnTo>
                    <a:pt x="5282" y="24495"/>
                  </a:lnTo>
                  <a:lnTo>
                    <a:pt x="5161" y="24044"/>
                  </a:lnTo>
                  <a:lnTo>
                    <a:pt x="5037" y="23581"/>
                  </a:lnTo>
                  <a:lnTo>
                    <a:pt x="5094" y="23320"/>
                  </a:lnTo>
                  <a:lnTo>
                    <a:pt x="4796" y="21818"/>
                  </a:lnTo>
                  <a:lnTo>
                    <a:pt x="3909" y="17910"/>
                  </a:lnTo>
                  <a:lnTo>
                    <a:pt x="3818" y="17509"/>
                  </a:lnTo>
                  <a:lnTo>
                    <a:pt x="3306" y="15066"/>
                  </a:lnTo>
                  <a:lnTo>
                    <a:pt x="2747" y="15223"/>
                  </a:lnTo>
                  <a:lnTo>
                    <a:pt x="1361" y="8863"/>
                  </a:lnTo>
                  <a:lnTo>
                    <a:pt x="1010" y="6941"/>
                  </a:lnTo>
                  <a:lnTo>
                    <a:pt x="829" y="5950"/>
                  </a:lnTo>
                  <a:lnTo>
                    <a:pt x="211" y="5135"/>
                  </a:lnTo>
                  <a:lnTo>
                    <a:pt x="23" y="4886"/>
                  </a:lnTo>
                  <a:lnTo>
                    <a:pt x="0" y="4759"/>
                  </a:lnTo>
                  <a:lnTo>
                    <a:pt x="393" y="4651"/>
                  </a:lnTo>
                  <a:lnTo>
                    <a:pt x="1045" y="4472"/>
                  </a:lnTo>
                  <a:lnTo>
                    <a:pt x="2075" y="4190"/>
                  </a:lnTo>
                  <a:lnTo>
                    <a:pt x="2762" y="4065"/>
                  </a:lnTo>
                  <a:lnTo>
                    <a:pt x="9225" y="2883"/>
                  </a:lnTo>
                  <a:lnTo>
                    <a:pt x="9780" y="2781"/>
                  </a:lnTo>
                  <a:lnTo>
                    <a:pt x="10995" y="2559"/>
                  </a:lnTo>
                  <a:lnTo>
                    <a:pt x="15678" y="1646"/>
                  </a:lnTo>
                  <a:lnTo>
                    <a:pt x="20447" y="802"/>
                  </a:lnTo>
                  <a:lnTo>
                    <a:pt x="22489" y="404"/>
                  </a:lnTo>
                  <a:lnTo>
                    <a:pt x="23743" y="266"/>
                  </a:lnTo>
                  <a:lnTo>
                    <a:pt x="24166" y="220"/>
                  </a:lnTo>
                  <a:lnTo>
                    <a:pt x="24806" y="150"/>
                  </a:lnTo>
                  <a:lnTo>
                    <a:pt x="25175" y="96"/>
                  </a:lnTo>
                  <a:lnTo>
                    <a:pt x="25552" y="74"/>
                  </a:lnTo>
                  <a:lnTo>
                    <a:pt x="26125" y="41"/>
                  </a:lnTo>
                  <a:lnTo>
                    <a:pt x="26852" y="0"/>
                  </a:lnTo>
                  <a:lnTo>
                    <a:pt x="28220" y="0"/>
                  </a:lnTo>
                  <a:lnTo>
                    <a:pt x="30001" y="189"/>
                  </a:lnTo>
                  <a:lnTo>
                    <a:pt x="30574" y="331"/>
                  </a:lnTo>
                  <a:lnTo>
                    <a:pt x="31355" y="524"/>
                  </a:lnTo>
                  <a:lnTo>
                    <a:pt x="33193" y="1135"/>
                  </a:lnTo>
                  <a:lnTo>
                    <a:pt x="33846" y="1407"/>
                  </a:lnTo>
                  <a:lnTo>
                    <a:pt x="34945" y="1864"/>
                  </a:lnTo>
                  <a:lnTo>
                    <a:pt x="37972" y="3545"/>
                  </a:lnTo>
                  <a:lnTo>
                    <a:pt x="39235" y="4246"/>
                  </a:lnTo>
                  <a:lnTo>
                    <a:pt x="39637" y="4469"/>
                  </a:lnTo>
                  <a:lnTo>
                    <a:pt x="39803" y="4562"/>
                  </a:lnTo>
                  <a:lnTo>
                    <a:pt x="40232" y="4849"/>
                  </a:lnTo>
                  <a:lnTo>
                    <a:pt x="45194" y="8178"/>
                  </a:lnTo>
                  <a:lnTo>
                    <a:pt x="46957" y="9152"/>
                  </a:lnTo>
                  <a:lnTo>
                    <a:pt x="47260" y="9319"/>
                  </a:lnTo>
                  <a:lnTo>
                    <a:pt x="49136" y="9926"/>
                  </a:lnTo>
                  <a:lnTo>
                    <a:pt x="50063" y="10126"/>
                  </a:lnTo>
                  <a:lnTo>
                    <a:pt x="50352" y="10188"/>
                  </a:lnTo>
                  <a:lnTo>
                    <a:pt x="50704" y="10263"/>
                  </a:lnTo>
                  <a:lnTo>
                    <a:pt x="51843" y="10509"/>
                  </a:lnTo>
                  <a:lnTo>
                    <a:pt x="52118" y="10538"/>
                  </a:lnTo>
                  <a:lnTo>
                    <a:pt x="54374" y="10779"/>
                  </a:lnTo>
                  <a:lnTo>
                    <a:pt x="55214" y="10868"/>
                  </a:lnTo>
                  <a:lnTo>
                    <a:pt x="56165" y="10970"/>
                  </a:lnTo>
                  <a:lnTo>
                    <a:pt x="56644" y="10998"/>
                  </a:lnTo>
                  <a:lnTo>
                    <a:pt x="58056" y="11081"/>
                  </a:lnTo>
                  <a:lnTo>
                    <a:pt x="59004" y="11137"/>
                  </a:lnTo>
                  <a:lnTo>
                    <a:pt x="70153" y="11795"/>
                  </a:lnTo>
                  <a:lnTo>
                    <a:pt x="71867" y="11937"/>
                  </a:lnTo>
                  <a:lnTo>
                    <a:pt x="74855" y="12183"/>
                  </a:lnTo>
                  <a:lnTo>
                    <a:pt x="75544" y="12357"/>
                  </a:lnTo>
                  <a:lnTo>
                    <a:pt x="76588" y="12620"/>
                  </a:lnTo>
                  <a:lnTo>
                    <a:pt x="76754" y="12695"/>
                  </a:lnTo>
                  <a:lnTo>
                    <a:pt x="77607" y="13078"/>
                  </a:lnTo>
                  <a:lnTo>
                    <a:pt x="78231" y="133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906833" y="4082041"/>
              <a:ext cx="106200" cy="184037"/>
            </a:xfrm>
            <a:custGeom>
              <a:avLst/>
              <a:pathLst>
                <a:path w="106200" h="184037">
                  <a:moveTo>
                    <a:pt x="78056" y="70169"/>
                  </a:moveTo>
                  <a:lnTo>
                    <a:pt x="78590" y="69359"/>
                  </a:lnTo>
                  <a:lnTo>
                    <a:pt x="79557" y="67832"/>
                  </a:lnTo>
                  <a:lnTo>
                    <a:pt x="86905" y="72913"/>
                  </a:lnTo>
                  <a:lnTo>
                    <a:pt x="89317" y="74474"/>
                  </a:lnTo>
                  <a:lnTo>
                    <a:pt x="93958" y="77477"/>
                  </a:lnTo>
                  <a:lnTo>
                    <a:pt x="95713" y="78662"/>
                  </a:lnTo>
                  <a:lnTo>
                    <a:pt x="95933" y="78811"/>
                  </a:lnTo>
                  <a:lnTo>
                    <a:pt x="97824" y="80089"/>
                  </a:lnTo>
                  <a:lnTo>
                    <a:pt x="99213" y="81028"/>
                  </a:lnTo>
                  <a:lnTo>
                    <a:pt x="102110" y="84571"/>
                  </a:lnTo>
                  <a:lnTo>
                    <a:pt x="103820" y="87436"/>
                  </a:lnTo>
                  <a:lnTo>
                    <a:pt x="105239" y="91278"/>
                  </a:lnTo>
                  <a:lnTo>
                    <a:pt x="105430" y="91796"/>
                  </a:lnTo>
                  <a:lnTo>
                    <a:pt x="105577" y="92193"/>
                  </a:lnTo>
                  <a:lnTo>
                    <a:pt x="105777" y="93318"/>
                  </a:lnTo>
                  <a:lnTo>
                    <a:pt x="105817" y="93543"/>
                  </a:lnTo>
                  <a:lnTo>
                    <a:pt x="98275" y="95590"/>
                  </a:lnTo>
                  <a:lnTo>
                    <a:pt x="97761" y="95925"/>
                  </a:lnTo>
                  <a:lnTo>
                    <a:pt x="97573" y="96048"/>
                  </a:lnTo>
                  <a:lnTo>
                    <a:pt x="97216" y="96282"/>
                  </a:lnTo>
                  <a:lnTo>
                    <a:pt x="96862" y="96512"/>
                  </a:lnTo>
                  <a:lnTo>
                    <a:pt x="96707" y="96552"/>
                  </a:lnTo>
                  <a:lnTo>
                    <a:pt x="93098" y="97471"/>
                  </a:lnTo>
                  <a:lnTo>
                    <a:pt x="92077" y="97474"/>
                  </a:lnTo>
                  <a:lnTo>
                    <a:pt x="90577" y="97478"/>
                  </a:lnTo>
                  <a:lnTo>
                    <a:pt x="88669" y="97483"/>
                  </a:lnTo>
                  <a:lnTo>
                    <a:pt x="87969" y="97638"/>
                  </a:lnTo>
                  <a:lnTo>
                    <a:pt x="87791" y="97677"/>
                  </a:lnTo>
                  <a:lnTo>
                    <a:pt x="85760" y="98333"/>
                  </a:lnTo>
                  <a:lnTo>
                    <a:pt x="82023" y="99838"/>
                  </a:lnTo>
                  <a:lnTo>
                    <a:pt x="81537" y="100034"/>
                  </a:lnTo>
                  <a:lnTo>
                    <a:pt x="81372" y="100134"/>
                  </a:lnTo>
                  <a:lnTo>
                    <a:pt x="82103" y="100833"/>
                  </a:lnTo>
                  <a:lnTo>
                    <a:pt x="82445" y="101260"/>
                  </a:lnTo>
                  <a:lnTo>
                    <a:pt x="82657" y="101581"/>
                  </a:lnTo>
                  <a:lnTo>
                    <a:pt x="82918" y="102091"/>
                  </a:lnTo>
                  <a:lnTo>
                    <a:pt x="83821" y="103585"/>
                  </a:lnTo>
                  <a:lnTo>
                    <a:pt x="85103" y="105707"/>
                  </a:lnTo>
                  <a:lnTo>
                    <a:pt x="86100" y="107036"/>
                  </a:lnTo>
                  <a:lnTo>
                    <a:pt x="86433" y="107479"/>
                  </a:lnTo>
                  <a:lnTo>
                    <a:pt x="86734" y="108167"/>
                  </a:lnTo>
                  <a:lnTo>
                    <a:pt x="85649" y="109297"/>
                  </a:lnTo>
                  <a:lnTo>
                    <a:pt x="84711" y="109770"/>
                  </a:lnTo>
                  <a:lnTo>
                    <a:pt x="84580" y="110009"/>
                  </a:lnTo>
                  <a:lnTo>
                    <a:pt x="84585" y="110361"/>
                  </a:lnTo>
                  <a:lnTo>
                    <a:pt x="85138" y="112644"/>
                  </a:lnTo>
                  <a:lnTo>
                    <a:pt x="85151" y="113369"/>
                  </a:lnTo>
                  <a:lnTo>
                    <a:pt x="85167" y="114255"/>
                  </a:lnTo>
                  <a:lnTo>
                    <a:pt x="85544" y="115123"/>
                  </a:lnTo>
                  <a:lnTo>
                    <a:pt x="86136" y="116484"/>
                  </a:lnTo>
                  <a:lnTo>
                    <a:pt x="86307" y="116876"/>
                  </a:lnTo>
                  <a:lnTo>
                    <a:pt x="86657" y="117848"/>
                  </a:lnTo>
                  <a:lnTo>
                    <a:pt x="86843" y="118367"/>
                  </a:lnTo>
                  <a:lnTo>
                    <a:pt x="88538" y="118840"/>
                  </a:lnTo>
                  <a:lnTo>
                    <a:pt x="88884" y="118937"/>
                  </a:lnTo>
                  <a:lnTo>
                    <a:pt x="88922" y="119528"/>
                  </a:lnTo>
                  <a:lnTo>
                    <a:pt x="89155" y="123214"/>
                  </a:lnTo>
                  <a:lnTo>
                    <a:pt x="88889" y="124845"/>
                  </a:lnTo>
                  <a:lnTo>
                    <a:pt x="88796" y="125689"/>
                  </a:lnTo>
                  <a:lnTo>
                    <a:pt x="88782" y="125818"/>
                  </a:lnTo>
                  <a:lnTo>
                    <a:pt x="88604" y="128403"/>
                  </a:lnTo>
                  <a:lnTo>
                    <a:pt x="88604" y="130054"/>
                  </a:lnTo>
                  <a:lnTo>
                    <a:pt x="89034" y="132088"/>
                  </a:lnTo>
                  <a:lnTo>
                    <a:pt x="89079" y="132299"/>
                  </a:lnTo>
                  <a:lnTo>
                    <a:pt x="89205" y="133030"/>
                  </a:lnTo>
                  <a:lnTo>
                    <a:pt x="89012" y="133551"/>
                  </a:lnTo>
                  <a:lnTo>
                    <a:pt x="88874" y="133954"/>
                  </a:lnTo>
                  <a:lnTo>
                    <a:pt x="88945" y="134901"/>
                  </a:lnTo>
                  <a:lnTo>
                    <a:pt x="89089" y="136821"/>
                  </a:lnTo>
                  <a:lnTo>
                    <a:pt x="90855" y="138539"/>
                  </a:lnTo>
                  <a:lnTo>
                    <a:pt x="91320" y="138991"/>
                  </a:lnTo>
                  <a:lnTo>
                    <a:pt x="91815" y="139148"/>
                  </a:lnTo>
                  <a:lnTo>
                    <a:pt x="92289" y="139297"/>
                  </a:lnTo>
                  <a:lnTo>
                    <a:pt x="92977" y="140165"/>
                  </a:lnTo>
                  <a:lnTo>
                    <a:pt x="94468" y="142047"/>
                  </a:lnTo>
                  <a:lnTo>
                    <a:pt x="95025" y="142749"/>
                  </a:lnTo>
                  <a:lnTo>
                    <a:pt x="95832" y="143680"/>
                  </a:lnTo>
                  <a:lnTo>
                    <a:pt x="96037" y="143917"/>
                  </a:lnTo>
                  <a:lnTo>
                    <a:pt x="96181" y="144393"/>
                  </a:lnTo>
                  <a:lnTo>
                    <a:pt x="96704" y="146127"/>
                  </a:lnTo>
                  <a:lnTo>
                    <a:pt x="96776" y="146386"/>
                  </a:lnTo>
                  <a:lnTo>
                    <a:pt x="97082" y="147486"/>
                  </a:lnTo>
                  <a:lnTo>
                    <a:pt x="97302" y="148276"/>
                  </a:lnTo>
                  <a:lnTo>
                    <a:pt x="97536" y="149231"/>
                  </a:lnTo>
                  <a:lnTo>
                    <a:pt x="98579" y="151565"/>
                  </a:lnTo>
                  <a:lnTo>
                    <a:pt x="99129" y="152457"/>
                  </a:lnTo>
                  <a:lnTo>
                    <a:pt x="100349" y="153354"/>
                  </a:lnTo>
                  <a:lnTo>
                    <a:pt x="101126" y="152985"/>
                  </a:lnTo>
                  <a:lnTo>
                    <a:pt x="102084" y="154258"/>
                  </a:lnTo>
                  <a:lnTo>
                    <a:pt x="104546" y="157529"/>
                  </a:lnTo>
                  <a:lnTo>
                    <a:pt x="105127" y="158903"/>
                  </a:lnTo>
                  <a:lnTo>
                    <a:pt x="105402" y="159554"/>
                  </a:lnTo>
                  <a:lnTo>
                    <a:pt x="105466" y="159705"/>
                  </a:lnTo>
                  <a:lnTo>
                    <a:pt x="105760" y="160401"/>
                  </a:lnTo>
                  <a:lnTo>
                    <a:pt x="106200" y="161216"/>
                  </a:lnTo>
                  <a:lnTo>
                    <a:pt x="106168" y="161366"/>
                  </a:lnTo>
                  <a:lnTo>
                    <a:pt x="105097" y="166369"/>
                  </a:lnTo>
                  <a:lnTo>
                    <a:pt x="104375" y="169010"/>
                  </a:lnTo>
                  <a:lnTo>
                    <a:pt x="103919" y="173010"/>
                  </a:lnTo>
                  <a:lnTo>
                    <a:pt x="103463" y="174253"/>
                  </a:lnTo>
                  <a:lnTo>
                    <a:pt x="102078" y="176609"/>
                  </a:lnTo>
                  <a:lnTo>
                    <a:pt x="100931" y="178559"/>
                  </a:lnTo>
                  <a:lnTo>
                    <a:pt x="99398" y="181166"/>
                  </a:lnTo>
                  <a:lnTo>
                    <a:pt x="97237" y="184037"/>
                  </a:lnTo>
                  <a:lnTo>
                    <a:pt x="96768" y="183631"/>
                  </a:lnTo>
                  <a:lnTo>
                    <a:pt x="88124" y="176140"/>
                  </a:lnTo>
                  <a:lnTo>
                    <a:pt x="86987" y="175236"/>
                  </a:lnTo>
                  <a:lnTo>
                    <a:pt x="86484" y="175303"/>
                  </a:lnTo>
                  <a:lnTo>
                    <a:pt x="81573" y="175936"/>
                  </a:lnTo>
                  <a:lnTo>
                    <a:pt x="81246" y="175666"/>
                  </a:lnTo>
                  <a:lnTo>
                    <a:pt x="80616" y="175145"/>
                  </a:lnTo>
                  <a:lnTo>
                    <a:pt x="76254" y="171320"/>
                  </a:lnTo>
                  <a:lnTo>
                    <a:pt x="77997" y="168871"/>
                  </a:lnTo>
                  <a:lnTo>
                    <a:pt x="79024" y="167428"/>
                  </a:lnTo>
                  <a:lnTo>
                    <a:pt x="77604" y="166950"/>
                  </a:lnTo>
                  <a:lnTo>
                    <a:pt x="77105" y="166782"/>
                  </a:lnTo>
                  <a:lnTo>
                    <a:pt x="76194" y="166475"/>
                  </a:lnTo>
                  <a:lnTo>
                    <a:pt x="75632" y="166203"/>
                  </a:lnTo>
                  <a:lnTo>
                    <a:pt x="75079" y="165936"/>
                  </a:lnTo>
                  <a:lnTo>
                    <a:pt x="74850" y="165825"/>
                  </a:lnTo>
                  <a:lnTo>
                    <a:pt x="74678" y="165742"/>
                  </a:lnTo>
                  <a:lnTo>
                    <a:pt x="74230" y="165525"/>
                  </a:lnTo>
                  <a:lnTo>
                    <a:pt x="73617" y="165229"/>
                  </a:lnTo>
                  <a:lnTo>
                    <a:pt x="72151" y="163933"/>
                  </a:lnTo>
                  <a:lnTo>
                    <a:pt x="71618" y="163462"/>
                  </a:lnTo>
                  <a:lnTo>
                    <a:pt x="70705" y="162654"/>
                  </a:lnTo>
                  <a:lnTo>
                    <a:pt x="70129" y="162145"/>
                  </a:lnTo>
                  <a:lnTo>
                    <a:pt x="68701" y="161329"/>
                  </a:lnTo>
                  <a:lnTo>
                    <a:pt x="68286" y="161091"/>
                  </a:lnTo>
                  <a:lnTo>
                    <a:pt x="66279" y="159944"/>
                  </a:lnTo>
                  <a:lnTo>
                    <a:pt x="66009" y="159790"/>
                  </a:lnTo>
                  <a:lnTo>
                    <a:pt x="64406" y="158873"/>
                  </a:lnTo>
                  <a:lnTo>
                    <a:pt x="64229" y="158772"/>
                  </a:lnTo>
                  <a:lnTo>
                    <a:pt x="62848" y="157983"/>
                  </a:lnTo>
                  <a:lnTo>
                    <a:pt x="62535" y="157804"/>
                  </a:lnTo>
                  <a:lnTo>
                    <a:pt x="61479" y="157200"/>
                  </a:lnTo>
                  <a:lnTo>
                    <a:pt x="61103" y="156985"/>
                  </a:lnTo>
                  <a:lnTo>
                    <a:pt x="60924" y="156883"/>
                  </a:lnTo>
                  <a:lnTo>
                    <a:pt x="59705" y="156186"/>
                  </a:lnTo>
                  <a:lnTo>
                    <a:pt x="59231" y="155865"/>
                  </a:lnTo>
                  <a:lnTo>
                    <a:pt x="58949" y="155387"/>
                  </a:lnTo>
                  <a:lnTo>
                    <a:pt x="58825" y="155177"/>
                  </a:lnTo>
                  <a:lnTo>
                    <a:pt x="58596" y="154791"/>
                  </a:lnTo>
                  <a:lnTo>
                    <a:pt x="56464" y="151190"/>
                  </a:lnTo>
                  <a:lnTo>
                    <a:pt x="55967" y="150409"/>
                  </a:lnTo>
                  <a:lnTo>
                    <a:pt x="55352" y="149440"/>
                  </a:lnTo>
                  <a:lnTo>
                    <a:pt x="54624" y="148295"/>
                  </a:lnTo>
                  <a:lnTo>
                    <a:pt x="51637" y="143634"/>
                  </a:lnTo>
                  <a:lnTo>
                    <a:pt x="51352" y="143189"/>
                  </a:lnTo>
                  <a:lnTo>
                    <a:pt x="51123" y="142832"/>
                  </a:lnTo>
                  <a:lnTo>
                    <a:pt x="50952" y="142517"/>
                  </a:lnTo>
                  <a:lnTo>
                    <a:pt x="50835" y="142299"/>
                  </a:lnTo>
                  <a:lnTo>
                    <a:pt x="50693" y="142037"/>
                  </a:lnTo>
                  <a:lnTo>
                    <a:pt x="50086" y="140913"/>
                  </a:lnTo>
                  <a:lnTo>
                    <a:pt x="49807" y="140397"/>
                  </a:lnTo>
                  <a:lnTo>
                    <a:pt x="49338" y="139529"/>
                  </a:lnTo>
                  <a:lnTo>
                    <a:pt x="49139" y="139220"/>
                  </a:lnTo>
                  <a:lnTo>
                    <a:pt x="48978" y="138903"/>
                  </a:lnTo>
                  <a:lnTo>
                    <a:pt x="48380" y="137730"/>
                  </a:lnTo>
                  <a:lnTo>
                    <a:pt x="47474" y="135951"/>
                  </a:lnTo>
                  <a:lnTo>
                    <a:pt x="46808" y="134643"/>
                  </a:lnTo>
                  <a:lnTo>
                    <a:pt x="46655" y="134342"/>
                  </a:lnTo>
                  <a:lnTo>
                    <a:pt x="45720" y="132506"/>
                  </a:lnTo>
                  <a:lnTo>
                    <a:pt x="45293" y="131818"/>
                  </a:lnTo>
                  <a:lnTo>
                    <a:pt x="44677" y="130825"/>
                  </a:lnTo>
                  <a:lnTo>
                    <a:pt x="44475" y="130677"/>
                  </a:lnTo>
                  <a:lnTo>
                    <a:pt x="44337" y="130577"/>
                  </a:lnTo>
                  <a:lnTo>
                    <a:pt x="43639" y="130068"/>
                  </a:lnTo>
                  <a:lnTo>
                    <a:pt x="43450" y="129930"/>
                  </a:lnTo>
                  <a:lnTo>
                    <a:pt x="42814" y="129441"/>
                  </a:lnTo>
                  <a:lnTo>
                    <a:pt x="42188" y="128958"/>
                  </a:lnTo>
                  <a:lnTo>
                    <a:pt x="41345" y="128323"/>
                  </a:lnTo>
                  <a:lnTo>
                    <a:pt x="40163" y="127432"/>
                  </a:lnTo>
                  <a:lnTo>
                    <a:pt x="38413" y="126114"/>
                  </a:lnTo>
                  <a:lnTo>
                    <a:pt x="37539" y="125575"/>
                  </a:lnTo>
                  <a:lnTo>
                    <a:pt x="37301" y="125975"/>
                  </a:lnTo>
                  <a:lnTo>
                    <a:pt x="37188" y="126165"/>
                  </a:lnTo>
                  <a:lnTo>
                    <a:pt x="37096" y="126302"/>
                  </a:lnTo>
                  <a:lnTo>
                    <a:pt x="37002" y="126443"/>
                  </a:lnTo>
                  <a:lnTo>
                    <a:pt x="36136" y="127743"/>
                  </a:lnTo>
                  <a:lnTo>
                    <a:pt x="33401" y="131844"/>
                  </a:lnTo>
                  <a:lnTo>
                    <a:pt x="32285" y="133376"/>
                  </a:lnTo>
                  <a:lnTo>
                    <a:pt x="29471" y="127933"/>
                  </a:lnTo>
                  <a:lnTo>
                    <a:pt x="29785" y="127665"/>
                  </a:lnTo>
                  <a:lnTo>
                    <a:pt x="30054" y="127437"/>
                  </a:lnTo>
                  <a:lnTo>
                    <a:pt x="27270" y="123713"/>
                  </a:lnTo>
                  <a:lnTo>
                    <a:pt x="26599" y="122816"/>
                  </a:lnTo>
                  <a:lnTo>
                    <a:pt x="26228" y="122306"/>
                  </a:lnTo>
                  <a:lnTo>
                    <a:pt x="24660" y="120149"/>
                  </a:lnTo>
                  <a:lnTo>
                    <a:pt x="24521" y="119992"/>
                  </a:lnTo>
                  <a:lnTo>
                    <a:pt x="24312" y="119758"/>
                  </a:lnTo>
                  <a:lnTo>
                    <a:pt x="23567" y="118919"/>
                  </a:lnTo>
                  <a:lnTo>
                    <a:pt x="23234" y="118544"/>
                  </a:lnTo>
                  <a:lnTo>
                    <a:pt x="22931" y="118204"/>
                  </a:lnTo>
                  <a:lnTo>
                    <a:pt x="22182" y="117361"/>
                  </a:lnTo>
                  <a:lnTo>
                    <a:pt x="21164" y="116216"/>
                  </a:lnTo>
                  <a:lnTo>
                    <a:pt x="21455" y="115833"/>
                  </a:lnTo>
                  <a:lnTo>
                    <a:pt x="21656" y="115567"/>
                  </a:lnTo>
                  <a:lnTo>
                    <a:pt x="21958" y="115169"/>
                  </a:lnTo>
                  <a:lnTo>
                    <a:pt x="22149" y="114917"/>
                  </a:lnTo>
                  <a:lnTo>
                    <a:pt x="22724" y="114158"/>
                  </a:lnTo>
                  <a:lnTo>
                    <a:pt x="23099" y="113664"/>
                  </a:lnTo>
                  <a:lnTo>
                    <a:pt x="24129" y="112154"/>
                  </a:lnTo>
                  <a:lnTo>
                    <a:pt x="24465" y="111685"/>
                  </a:lnTo>
                  <a:lnTo>
                    <a:pt x="26175" y="109016"/>
                  </a:lnTo>
                  <a:lnTo>
                    <a:pt x="25849" y="108726"/>
                  </a:lnTo>
                  <a:lnTo>
                    <a:pt x="25716" y="108609"/>
                  </a:lnTo>
                  <a:lnTo>
                    <a:pt x="25231" y="108232"/>
                  </a:lnTo>
                  <a:lnTo>
                    <a:pt x="24728" y="107885"/>
                  </a:lnTo>
                  <a:lnTo>
                    <a:pt x="23856" y="107282"/>
                  </a:lnTo>
                  <a:lnTo>
                    <a:pt x="23692" y="107169"/>
                  </a:lnTo>
                  <a:lnTo>
                    <a:pt x="23111" y="106766"/>
                  </a:lnTo>
                  <a:lnTo>
                    <a:pt x="22531" y="106343"/>
                  </a:lnTo>
                  <a:lnTo>
                    <a:pt x="19659" y="104254"/>
                  </a:lnTo>
                  <a:lnTo>
                    <a:pt x="12908" y="99347"/>
                  </a:lnTo>
                  <a:lnTo>
                    <a:pt x="11089" y="98126"/>
                  </a:lnTo>
                  <a:lnTo>
                    <a:pt x="10317" y="97608"/>
                  </a:lnTo>
                  <a:lnTo>
                    <a:pt x="8556" y="96944"/>
                  </a:lnTo>
                  <a:lnTo>
                    <a:pt x="5443" y="96594"/>
                  </a:lnTo>
                  <a:lnTo>
                    <a:pt x="653" y="96055"/>
                  </a:lnTo>
                  <a:lnTo>
                    <a:pt x="0" y="95992"/>
                  </a:lnTo>
                  <a:lnTo>
                    <a:pt x="263" y="95681"/>
                  </a:lnTo>
                  <a:lnTo>
                    <a:pt x="6503" y="88340"/>
                  </a:lnTo>
                  <a:lnTo>
                    <a:pt x="7067" y="87677"/>
                  </a:lnTo>
                  <a:lnTo>
                    <a:pt x="7754" y="86868"/>
                  </a:lnTo>
                  <a:lnTo>
                    <a:pt x="8281" y="86249"/>
                  </a:lnTo>
                  <a:lnTo>
                    <a:pt x="8745" y="85717"/>
                  </a:lnTo>
                  <a:lnTo>
                    <a:pt x="9028" y="85391"/>
                  </a:lnTo>
                  <a:lnTo>
                    <a:pt x="19313" y="73588"/>
                  </a:lnTo>
                  <a:lnTo>
                    <a:pt x="21024" y="71625"/>
                  </a:lnTo>
                  <a:lnTo>
                    <a:pt x="21381" y="71204"/>
                  </a:lnTo>
                  <a:lnTo>
                    <a:pt x="21922" y="70564"/>
                  </a:lnTo>
                  <a:lnTo>
                    <a:pt x="22382" y="70018"/>
                  </a:lnTo>
                  <a:lnTo>
                    <a:pt x="35610" y="54324"/>
                  </a:lnTo>
                  <a:lnTo>
                    <a:pt x="36334" y="53465"/>
                  </a:lnTo>
                  <a:lnTo>
                    <a:pt x="36501" y="53267"/>
                  </a:lnTo>
                  <a:lnTo>
                    <a:pt x="35177" y="52395"/>
                  </a:lnTo>
                  <a:lnTo>
                    <a:pt x="34664" y="52052"/>
                  </a:lnTo>
                  <a:lnTo>
                    <a:pt x="47461" y="33161"/>
                  </a:lnTo>
                  <a:lnTo>
                    <a:pt x="59645" y="15176"/>
                  </a:lnTo>
                  <a:lnTo>
                    <a:pt x="60525" y="13878"/>
                  </a:lnTo>
                  <a:lnTo>
                    <a:pt x="61472" y="12480"/>
                  </a:lnTo>
                  <a:lnTo>
                    <a:pt x="64624" y="7652"/>
                  </a:lnTo>
                  <a:lnTo>
                    <a:pt x="65177" y="6803"/>
                  </a:lnTo>
                  <a:lnTo>
                    <a:pt x="67115" y="3949"/>
                  </a:lnTo>
                  <a:lnTo>
                    <a:pt x="67602" y="3266"/>
                  </a:lnTo>
                  <a:lnTo>
                    <a:pt x="70039" y="0"/>
                  </a:lnTo>
                  <a:lnTo>
                    <a:pt x="71552" y="1035"/>
                  </a:lnTo>
                  <a:lnTo>
                    <a:pt x="76036" y="4105"/>
                  </a:lnTo>
                  <a:lnTo>
                    <a:pt x="81067" y="7549"/>
                  </a:lnTo>
                  <a:lnTo>
                    <a:pt x="83107" y="8945"/>
                  </a:lnTo>
                  <a:lnTo>
                    <a:pt x="83286" y="9067"/>
                  </a:lnTo>
                  <a:lnTo>
                    <a:pt x="88724" y="12790"/>
                  </a:lnTo>
                  <a:lnTo>
                    <a:pt x="89287" y="13176"/>
                  </a:lnTo>
                  <a:lnTo>
                    <a:pt x="88770" y="13976"/>
                  </a:lnTo>
                  <a:lnTo>
                    <a:pt x="84957" y="19959"/>
                  </a:lnTo>
                  <a:lnTo>
                    <a:pt x="84188" y="21166"/>
                  </a:lnTo>
                  <a:lnTo>
                    <a:pt x="83869" y="21666"/>
                  </a:lnTo>
                  <a:lnTo>
                    <a:pt x="80075" y="27306"/>
                  </a:lnTo>
                  <a:lnTo>
                    <a:pt x="77732" y="30790"/>
                  </a:lnTo>
                  <a:lnTo>
                    <a:pt x="70950" y="40871"/>
                  </a:lnTo>
                  <a:lnTo>
                    <a:pt x="69680" y="42845"/>
                  </a:lnTo>
                  <a:lnTo>
                    <a:pt x="67478" y="46268"/>
                  </a:lnTo>
                  <a:lnTo>
                    <a:pt x="67091" y="46870"/>
                  </a:lnTo>
                  <a:lnTo>
                    <a:pt x="65466" y="49395"/>
                  </a:lnTo>
                  <a:lnTo>
                    <a:pt x="61299" y="55183"/>
                  </a:lnTo>
                  <a:lnTo>
                    <a:pt x="59488" y="58092"/>
                  </a:lnTo>
                  <a:lnTo>
                    <a:pt x="59663" y="58206"/>
                  </a:lnTo>
                  <a:lnTo>
                    <a:pt x="64876" y="61597"/>
                  </a:lnTo>
                  <a:lnTo>
                    <a:pt x="65071" y="61723"/>
                  </a:lnTo>
                  <a:lnTo>
                    <a:pt x="71154" y="65680"/>
                  </a:lnTo>
                  <a:lnTo>
                    <a:pt x="72496" y="66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814377" y="4832667"/>
              <a:ext cx="66049" cy="54261"/>
            </a:xfrm>
            <a:custGeom>
              <a:avLst/>
              <a:pathLst>
                <a:path w="66049" h="54261">
                  <a:moveTo>
                    <a:pt x="51828" y="4660"/>
                  </a:moveTo>
                  <a:lnTo>
                    <a:pt x="56100" y="6203"/>
                  </a:lnTo>
                  <a:lnTo>
                    <a:pt x="64853" y="8910"/>
                  </a:lnTo>
                  <a:lnTo>
                    <a:pt x="64740" y="9474"/>
                  </a:lnTo>
                  <a:lnTo>
                    <a:pt x="64535" y="10492"/>
                  </a:lnTo>
                  <a:lnTo>
                    <a:pt x="64451" y="12844"/>
                  </a:lnTo>
                  <a:lnTo>
                    <a:pt x="64386" y="14641"/>
                  </a:lnTo>
                  <a:lnTo>
                    <a:pt x="64364" y="15259"/>
                  </a:lnTo>
                  <a:lnTo>
                    <a:pt x="64337" y="16015"/>
                  </a:lnTo>
                  <a:lnTo>
                    <a:pt x="64238" y="18787"/>
                  </a:lnTo>
                  <a:lnTo>
                    <a:pt x="64160" y="20953"/>
                  </a:lnTo>
                  <a:lnTo>
                    <a:pt x="64088" y="22965"/>
                  </a:lnTo>
                  <a:lnTo>
                    <a:pt x="63973" y="26168"/>
                  </a:lnTo>
                  <a:lnTo>
                    <a:pt x="63967" y="26323"/>
                  </a:lnTo>
                  <a:lnTo>
                    <a:pt x="63051" y="30668"/>
                  </a:lnTo>
                  <a:lnTo>
                    <a:pt x="62702" y="30832"/>
                  </a:lnTo>
                  <a:lnTo>
                    <a:pt x="59510" y="32334"/>
                  </a:lnTo>
                  <a:lnTo>
                    <a:pt x="58972" y="32587"/>
                  </a:lnTo>
                  <a:lnTo>
                    <a:pt x="59530" y="32999"/>
                  </a:lnTo>
                  <a:lnTo>
                    <a:pt x="59744" y="33157"/>
                  </a:lnTo>
                  <a:lnTo>
                    <a:pt x="60630" y="33811"/>
                  </a:lnTo>
                  <a:lnTo>
                    <a:pt x="61330" y="34327"/>
                  </a:lnTo>
                  <a:lnTo>
                    <a:pt x="62435" y="35143"/>
                  </a:lnTo>
                  <a:lnTo>
                    <a:pt x="62720" y="35353"/>
                  </a:lnTo>
                  <a:lnTo>
                    <a:pt x="64014" y="36308"/>
                  </a:lnTo>
                  <a:lnTo>
                    <a:pt x="64507" y="36672"/>
                  </a:lnTo>
                  <a:lnTo>
                    <a:pt x="64904" y="36965"/>
                  </a:lnTo>
                  <a:lnTo>
                    <a:pt x="65321" y="37272"/>
                  </a:lnTo>
                  <a:lnTo>
                    <a:pt x="65723" y="37569"/>
                  </a:lnTo>
                  <a:lnTo>
                    <a:pt x="66049" y="37817"/>
                  </a:lnTo>
                  <a:lnTo>
                    <a:pt x="65914" y="37893"/>
                  </a:lnTo>
                  <a:lnTo>
                    <a:pt x="64973" y="38421"/>
                  </a:lnTo>
                  <a:lnTo>
                    <a:pt x="63756" y="39103"/>
                  </a:lnTo>
                  <a:lnTo>
                    <a:pt x="61785" y="40207"/>
                  </a:lnTo>
                  <a:lnTo>
                    <a:pt x="60887" y="40711"/>
                  </a:lnTo>
                  <a:lnTo>
                    <a:pt x="59613" y="41425"/>
                  </a:lnTo>
                  <a:lnTo>
                    <a:pt x="59140" y="41690"/>
                  </a:lnTo>
                  <a:lnTo>
                    <a:pt x="54804" y="44180"/>
                  </a:lnTo>
                  <a:lnTo>
                    <a:pt x="53437" y="44964"/>
                  </a:lnTo>
                  <a:lnTo>
                    <a:pt x="53211" y="45095"/>
                  </a:lnTo>
                  <a:lnTo>
                    <a:pt x="51977" y="45803"/>
                  </a:lnTo>
                  <a:lnTo>
                    <a:pt x="50720" y="46525"/>
                  </a:lnTo>
                  <a:lnTo>
                    <a:pt x="50512" y="46644"/>
                  </a:lnTo>
                  <a:lnTo>
                    <a:pt x="50087" y="46888"/>
                  </a:lnTo>
                  <a:lnTo>
                    <a:pt x="49451" y="47254"/>
                  </a:lnTo>
                  <a:lnTo>
                    <a:pt x="49315" y="47316"/>
                  </a:lnTo>
                  <a:lnTo>
                    <a:pt x="48698" y="47598"/>
                  </a:lnTo>
                  <a:lnTo>
                    <a:pt x="48017" y="47627"/>
                  </a:lnTo>
                  <a:lnTo>
                    <a:pt x="47848" y="47589"/>
                  </a:lnTo>
                  <a:lnTo>
                    <a:pt x="47157" y="47432"/>
                  </a:lnTo>
                  <a:lnTo>
                    <a:pt x="46643" y="47315"/>
                  </a:lnTo>
                  <a:lnTo>
                    <a:pt x="46333" y="47245"/>
                  </a:lnTo>
                  <a:lnTo>
                    <a:pt x="46112" y="47234"/>
                  </a:lnTo>
                  <a:lnTo>
                    <a:pt x="44589" y="47638"/>
                  </a:lnTo>
                  <a:lnTo>
                    <a:pt x="44005" y="48182"/>
                  </a:lnTo>
                  <a:lnTo>
                    <a:pt x="43286" y="48852"/>
                  </a:lnTo>
                  <a:lnTo>
                    <a:pt x="42750" y="49352"/>
                  </a:lnTo>
                  <a:lnTo>
                    <a:pt x="42570" y="49519"/>
                  </a:lnTo>
                  <a:lnTo>
                    <a:pt x="41914" y="50764"/>
                  </a:lnTo>
                  <a:lnTo>
                    <a:pt x="41818" y="50947"/>
                  </a:lnTo>
                  <a:lnTo>
                    <a:pt x="38668" y="52234"/>
                  </a:lnTo>
                  <a:lnTo>
                    <a:pt x="38360" y="52421"/>
                  </a:lnTo>
                  <a:lnTo>
                    <a:pt x="38110" y="52573"/>
                  </a:lnTo>
                  <a:lnTo>
                    <a:pt x="35336" y="54261"/>
                  </a:lnTo>
                  <a:lnTo>
                    <a:pt x="34361" y="52747"/>
                  </a:lnTo>
                  <a:lnTo>
                    <a:pt x="32182" y="49363"/>
                  </a:lnTo>
                  <a:lnTo>
                    <a:pt x="30864" y="47316"/>
                  </a:lnTo>
                  <a:lnTo>
                    <a:pt x="33464" y="43571"/>
                  </a:lnTo>
                  <a:lnTo>
                    <a:pt x="36264" y="39539"/>
                  </a:lnTo>
                  <a:lnTo>
                    <a:pt x="36645" y="38964"/>
                  </a:lnTo>
                  <a:lnTo>
                    <a:pt x="31899" y="35327"/>
                  </a:lnTo>
                  <a:lnTo>
                    <a:pt x="27624" y="37016"/>
                  </a:lnTo>
                  <a:lnTo>
                    <a:pt x="23977" y="35327"/>
                  </a:lnTo>
                  <a:lnTo>
                    <a:pt x="13832" y="28511"/>
                  </a:lnTo>
                  <a:lnTo>
                    <a:pt x="2982" y="22434"/>
                  </a:lnTo>
                  <a:lnTo>
                    <a:pt x="0" y="20593"/>
                  </a:lnTo>
                  <a:lnTo>
                    <a:pt x="3653" y="15126"/>
                  </a:lnTo>
                  <a:lnTo>
                    <a:pt x="4375" y="14046"/>
                  </a:lnTo>
                  <a:lnTo>
                    <a:pt x="5745" y="14896"/>
                  </a:lnTo>
                  <a:lnTo>
                    <a:pt x="7664" y="12003"/>
                  </a:lnTo>
                  <a:lnTo>
                    <a:pt x="6867" y="10318"/>
                  </a:lnTo>
                  <a:lnTo>
                    <a:pt x="5666" y="7568"/>
                  </a:lnTo>
                  <a:lnTo>
                    <a:pt x="11866" y="6346"/>
                  </a:lnTo>
                  <a:lnTo>
                    <a:pt x="13885" y="5877"/>
                  </a:lnTo>
                  <a:lnTo>
                    <a:pt x="18508" y="4784"/>
                  </a:lnTo>
                  <a:lnTo>
                    <a:pt x="40660" y="5075"/>
                  </a:lnTo>
                  <a:lnTo>
                    <a:pt x="43111" y="0"/>
                  </a:lnTo>
                  <a:lnTo>
                    <a:pt x="45862" y="1476"/>
                  </a:lnTo>
                  <a:lnTo>
                    <a:pt x="49983" y="3687"/>
                  </a:lnTo>
                  <a:lnTo>
                    <a:pt x="50908" y="4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803794" y="4823633"/>
              <a:ext cx="173299" cy="134148"/>
            </a:xfrm>
            <a:custGeom>
              <a:avLst/>
              <a:pathLst>
                <a:path w="173299" h="134148">
                  <a:moveTo>
                    <a:pt x="151993" y="70328"/>
                  </a:moveTo>
                  <a:lnTo>
                    <a:pt x="152710" y="69452"/>
                  </a:lnTo>
                  <a:lnTo>
                    <a:pt x="155445" y="66111"/>
                  </a:lnTo>
                  <a:lnTo>
                    <a:pt x="162692" y="71905"/>
                  </a:lnTo>
                  <a:lnTo>
                    <a:pt x="168772" y="76527"/>
                  </a:lnTo>
                  <a:lnTo>
                    <a:pt x="169541" y="77118"/>
                  </a:lnTo>
                  <a:lnTo>
                    <a:pt x="170192" y="77619"/>
                  </a:lnTo>
                  <a:lnTo>
                    <a:pt x="171222" y="78411"/>
                  </a:lnTo>
                  <a:lnTo>
                    <a:pt x="173299" y="79684"/>
                  </a:lnTo>
                  <a:lnTo>
                    <a:pt x="169460" y="86427"/>
                  </a:lnTo>
                  <a:lnTo>
                    <a:pt x="170963" y="89160"/>
                  </a:lnTo>
                  <a:lnTo>
                    <a:pt x="172863" y="92559"/>
                  </a:lnTo>
                  <a:lnTo>
                    <a:pt x="170013" y="102268"/>
                  </a:lnTo>
                  <a:lnTo>
                    <a:pt x="162222" y="106048"/>
                  </a:lnTo>
                  <a:lnTo>
                    <a:pt x="157444" y="105685"/>
                  </a:lnTo>
                  <a:lnTo>
                    <a:pt x="155194" y="104598"/>
                  </a:lnTo>
                  <a:lnTo>
                    <a:pt x="156339" y="101586"/>
                  </a:lnTo>
                  <a:lnTo>
                    <a:pt x="155556" y="100027"/>
                  </a:lnTo>
                  <a:lnTo>
                    <a:pt x="150730" y="101103"/>
                  </a:lnTo>
                  <a:lnTo>
                    <a:pt x="152155" y="104987"/>
                  </a:lnTo>
                  <a:lnTo>
                    <a:pt x="141706" y="113143"/>
                  </a:lnTo>
                  <a:lnTo>
                    <a:pt x="134305" y="106255"/>
                  </a:lnTo>
                  <a:lnTo>
                    <a:pt x="125625" y="110926"/>
                  </a:lnTo>
                  <a:lnTo>
                    <a:pt x="124608" y="108871"/>
                  </a:lnTo>
                  <a:lnTo>
                    <a:pt x="123563" y="104501"/>
                  </a:lnTo>
                  <a:lnTo>
                    <a:pt x="122423" y="102074"/>
                  </a:lnTo>
                  <a:lnTo>
                    <a:pt x="116154" y="100229"/>
                  </a:lnTo>
                  <a:lnTo>
                    <a:pt x="114254" y="102948"/>
                  </a:lnTo>
                  <a:lnTo>
                    <a:pt x="110834" y="107997"/>
                  </a:lnTo>
                  <a:lnTo>
                    <a:pt x="107449" y="109113"/>
                  </a:lnTo>
                  <a:lnTo>
                    <a:pt x="100809" y="112279"/>
                  </a:lnTo>
                  <a:lnTo>
                    <a:pt x="95252" y="115581"/>
                  </a:lnTo>
                  <a:lnTo>
                    <a:pt x="87330" y="120849"/>
                  </a:lnTo>
                  <a:lnTo>
                    <a:pt x="85358" y="121990"/>
                  </a:lnTo>
                  <a:lnTo>
                    <a:pt x="83532" y="122747"/>
                  </a:lnTo>
                  <a:lnTo>
                    <a:pt x="83291" y="122847"/>
                  </a:lnTo>
                  <a:lnTo>
                    <a:pt x="79569" y="125441"/>
                  </a:lnTo>
                  <a:lnTo>
                    <a:pt x="78955" y="125869"/>
                  </a:lnTo>
                  <a:lnTo>
                    <a:pt x="77962" y="126561"/>
                  </a:lnTo>
                  <a:lnTo>
                    <a:pt x="75675" y="126319"/>
                  </a:lnTo>
                  <a:lnTo>
                    <a:pt x="75077" y="126255"/>
                  </a:lnTo>
                  <a:lnTo>
                    <a:pt x="74856" y="125403"/>
                  </a:lnTo>
                  <a:lnTo>
                    <a:pt x="73923" y="125090"/>
                  </a:lnTo>
                  <a:lnTo>
                    <a:pt x="73423" y="124552"/>
                  </a:lnTo>
                  <a:lnTo>
                    <a:pt x="72621" y="123692"/>
                  </a:lnTo>
                  <a:lnTo>
                    <a:pt x="70652" y="120998"/>
                  </a:lnTo>
                  <a:lnTo>
                    <a:pt x="69514" y="119441"/>
                  </a:lnTo>
                  <a:lnTo>
                    <a:pt x="68830" y="118505"/>
                  </a:lnTo>
                  <a:lnTo>
                    <a:pt x="68399" y="118828"/>
                  </a:lnTo>
                  <a:lnTo>
                    <a:pt x="67982" y="119142"/>
                  </a:lnTo>
                  <a:lnTo>
                    <a:pt x="65222" y="121216"/>
                  </a:lnTo>
                  <a:lnTo>
                    <a:pt x="64494" y="121763"/>
                  </a:lnTo>
                  <a:lnTo>
                    <a:pt x="62921" y="122946"/>
                  </a:lnTo>
                  <a:lnTo>
                    <a:pt x="62553" y="123222"/>
                  </a:lnTo>
                  <a:lnTo>
                    <a:pt x="61383" y="124102"/>
                  </a:lnTo>
                  <a:lnTo>
                    <a:pt x="60357" y="124873"/>
                  </a:lnTo>
                  <a:lnTo>
                    <a:pt x="60100" y="125066"/>
                  </a:lnTo>
                  <a:lnTo>
                    <a:pt x="59936" y="124813"/>
                  </a:lnTo>
                  <a:lnTo>
                    <a:pt x="58598" y="125638"/>
                  </a:lnTo>
                  <a:lnTo>
                    <a:pt x="56396" y="126993"/>
                  </a:lnTo>
                  <a:lnTo>
                    <a:pt x="55800" y="127361"/>
                  </a:lnTo>
                  <a:lnTo>
                    <a:pt x="54268" y="128304"/>
                  </a:lnTo>
                  <a:lnTo>
                    <a:pt x="52859" y="129172"/>
                  </a:lnTo>
                  <a:lnTo>
                    <a:pt x="51518" y="129998"/>
                  </a:lnTo>
                  <a:lnTo>
                    <a:pt x="51234" y="130173"/>
                  </a:lnTo>
                  <a:lnTo>
                    <a:pt x="50637" y="130541"/>
                  </a:lnTo>
                  <a:lnTo>
                    <a:pt x="50390" y="130697"/>
                  </a:lnTo>
                  <a:lnTo>
                    <a:pt x="50197" y="130820"/>
                  </a:lnTo>
                  <a:lnTo>
                    <a:pt x="49775" y="131087"/>
                  </a:lnTo>
                  <a:lnTo>
                    <a:pt x="49358" y="131351"/>
                  </a:lnTo>
                  <a:lnTo>
                    <a:pt x="48132" y="132127"/>
                  </a:lnTo>
                  <a:lnTo>
                    <a:pt x="47676" y="132416"/>
                  </a:lnTo>
                  <a:lnTo>
                    <a:pt x="46549" y="133130"/>
                  </a:lnTo>
                  <a:lnTo>
                    <a:pt x="46216" y="133341"/>
                  </a:lnTo>
                  <a:lnTo>
                    <a:pt x="45692" y="133673"/>
                  </a:lnTo>
                  <a:lnTo>
                    <a:pt x="45422" y="133843"/>
                  </a:lnTo>
                  <a:lnTo>
                    <a:pt x="44768" y="134148"/>
                  </a:lnTo>
                  <a:lnTo>
                    <a:pt x="44557" y="133789"/>
                  </a:lnTo>
                  <a:lnTo>
                    <a:pt x="44101" y="133059"/>
                  </a:lnTo>
                  <a:lnTo>
                    <a:pt x="41356" y="128654"/>
                  </a:lnTo>
                  <a:lnTo>
                    <a:pt x="37600" y="122627"/>
                  </a:lnTo>
                  <a:lnTo>
                    <a:pt x="35281" y="119268"/>
                  </a:lnTo>
                  <a:lnTo>
                    <a:pt x="33678" y="116946"/>
                  </a:lnTo>
                  <a:lnTo>
                    <a:pt x="27298" y="107707"/>
                  </a:lnTo>
                  <a:lnTo>
                    <a:pt x="19611" y="110646"/>
                  </a:lnTo>
                  <a:lnTo>
                    <a:pt x="11053" y="113918"/>
                  </a:lnTo>
                  <a:lnTo>
                    <a:pt x="10285" y="114211"/>
                  </a:lnTo>
                  <a:lnTo>
                    <a:pt x="9865" y="114372"/>
                  </a:lnTo>
                  <a:lnTo>
                    <a:pt x="9708" y="113859"/>
                  </a:lnTo>
                  <a:lnTo>
                    <a:pt x="7074" y="106794"/>
                  </a:lnTo>
                  <a:lnTo>
                    <a:pt x="979" y="90446"/>
                  </a:lnTo>
                  <a:lnTo>
                    <a:pt x="361" y="88788"/>
                  </a:lnTo>
                  <a:lnTo>
                    <a:pt x="233" y="88444"/>
                  </a:lnTo>
                  <a:lnTo>
                    <a:pt x="0" y="87818"/>
                  </a:lnTo>
                  <a:lnTo>
                    <a:pt x="963" y="87853"/>
                  </a:lnTo>
                  <a:lnTo>
                    <a:pt x="7865" y="88197"/>
                  </a:lnTo>
                  <a:lnTo>
                    <a:pt x="8553" y="88231"/>
                  </a:lnTo>
                  <a:lnTo>
                    <a:pt x="13641" y="88485"/>
                  </a:lnTo>
                  <a:lnTo>
                    <a:pt x="15093" y="88558"/>
                  </a:lnTo>
                  <a:lnTo>
                    <a:pt x="15568" y="88581"/>
                  </a:lnTo>
                  <a:lnTo>
                    <a:pt x="21820" y="88743"/>
                  </a:lnTo>
                  <a:lnTo>
                    <a:pt x="22211" y="88753"/>
                  </a:lnTo>
                  <a:lnTo>
                    <a:pt x="22821" y="88769"/>
                  </a:lnTo>
                  <a:lnTo>
                    <a:pt x="27348" y="88886"/>
                  </a:lnTo>
                  <a:lnTo>
                    <a:pt x="29945" y="88953"/>
                  </a:lnTo>
                  <a:lnTo>
                    <a:pt x="31304" y="89022"/>
                  </a:lnTo>
                  <a:lnTo>
                    <a:pt x="31808" y="89048"/>
                  </a:lnTo>
                  <a:lnTo>
                    <a:pt x="36750" y="89301"/>
                  </a:lnTo>
                  <a:lnTo>
                    <a:pt x="37610" y="89345"/>
                  </a:lnTo>
                  <a:lnTo>
                    <a:pt x="42628" y="89602"/>
                  </a:lnTo>
                  <a:lnTo>
                    <a:pt x="42837" y="89822"/>
                  </a:lnTo>
                  <a:lnTo>
                    <a:pt x="43359" y="89513"/>
                  </a:lnTo>
                  <a:lnTo>
                    <a:pt x="42675" y="88708"/>
                  </a:lnTo>
                  <a:lnTo>
                    <a:pt x="42283" y="88246"/>
                  </a:lnTo>
                  <a:lnTo>
                    <a:pt x="40558" y="86216"/>
                  </a:lnTo>
                  <a:lnTo>
                    <a:pt x="39385" y="84835"/>
                  </a:lnTo>
                  <a:lnTo>
                    <a:pt x="38805" y="84360"/>
                  </a:lnTo>
                  <a:lnTo>
                    <a:pt x="39497" y="83925"/>
                  </a:lnTo>
                  <a:lnTo>
                    <a:pt x="41839" y="82452"/>
                  </a:lnTo>
                  <a:lnTo>
                    <a:pt x="44075" y="81046"/>
                  </a:lnTo>
                  <a:lnTo>
                    <a:pt x="45340" y="80251"/>
                  </a:lnTo>
                  <a:lnTo>
                    <a:pt x="48678" y="78152"/>
                  </a:lnTo>
                  <a:lnTo>
                    <a:pt x="49062" y="77915"/>
                  </a:lnTo>
                  <a:lnTo>
                    <a:pt x="49334" y="77755"/>
                  </a:lnTo>
                  <a:lnTo>
                    <a:pt x="49623" y="77584"/>
                  </a:lnTo>
                  <a:lnTo>
                    <a:pt x="49785" y="77372"/>
                  </a:lnTo>
                  <a:lnTo>
                    <a:pt x="50059" y="77012"/>
                  </a:lnTo>
                  <a:lnTo>
                    <a:pt x="50800" y="76123"/>
                  </a:lnTo>
                  <a:lnTo>
                    <a:pt x="50476" y="72217"/>
                  </a:lnTo>
                  <a:lnTo>
                    <a:pt x="50394" y="68670"/>
                  </a:lnTo>
                  <a:lnTo>
                    <a:pt x="51672" y="61598"/>
                  </a:lnTo>
                  <a:lnTo>
                    <a:pt x="52402" y="59980"/>
                  </a:lnTo>
                  <a:lnTo>
                    <a:pt x="52498" y="59798"/>
                  </a:lnTo>
                  <a:lnTo>
                    <a:pt x="53154" y="58552"/>
                  </a:lnTo>
                  <a:lnTo>
                    <a:pt x="53333" y="58385"/>
                  </a:lnTo>
                  <a:lnTo>
                    <a:pt x="53893" y="57864"/>
                  </a:lnTo>
                  <a:lnTo>
                    <a:pt x="54588" y="57216"/>
                  </a:lnTo>
                  <a:lnTo>
                    <a:pt x="55173" y="56671"/>
                  </a:lnTo>
                  <a:lnTo>
                    <a:pt x="56776" y="56247"/>
                  </a:lnTo>
                  <a:lnTo>
                    <a:pt x="56916" y="56279"/>
                  </a:lnTo>
                  <a:lnTo>
                    <a:pt x="57226" y="56349"/>
                  </a:lnTo>
                  <a:lnTo>
                    <a:pt x="57741" y="56466"/>
                  </a:lnTo>
                  <a:lnTo>
                    <a:pt x="58432" y="56623"/>
                  </a:lnTo>
                  <a:lnTo>
                    <a:pt x="58711" y="56656"/>
                  </a:lnTo>
                  <a:lnTo>
                    <a:pt x="59281" y="56632"/>
                  </a:lnTo>
                  <a:lnTo>
                    <a:pt x="59899" y="56350"/>
                  </a:lnTo>
                  <a:lnTo>
                    <a:pt x="60034" y="56288"/>
                  </a:lnTo>
                  <a:lnTo>
                    <a:pt x="60776" y="55861"/>
                  </a:lnTo>
                  <a:lnTo>
                    <a:pt x="61096" y="55678"/>
                  </a:lnTo>
                  <a:lnTo>
                    <a:pt x="61303" y="55559"/>
                  </a:lnTo>
                  <a:lnTo>
                    <a:pt x="62561" y="54837"/>
                  </a:lnTo>
                  <a:lnTo>
                    <a:pt x="63894" y="54072"/>
                  </a:lnTo>
                  <a:lnTo>
                    <a:pt x="64079" y="53965"/>
                  </a:lnTo>
                  <a:lnTo>
                    <a:pt x="65467" y="53168"/>
                  </a:lnTo>
                  <a:lnTo>
                    <a:pt x="69723" y="50724"/>
                  </a:lnTo>
                  <a:lnTo>
                    <a:pt x="70197" y="50458"/>
                  </a:lnTo>
                  <a:lnTo>
                    <a:pt x="71470" y="49745"/>
                  </a:lnTo>
                  <a:lnTo>
                    <a:pt x="72369" y="49241"/>
                  </a:lnTo>
                  <a:lnTo>
                    <a:pt x="74339" y="48137"/>
                  </a:lnTo>
                  <a:lnTo>
                    <a:pt x="75557" y="47454"/>
                  </a:lnTo>
                  <a:lnTo>
                    <a:pt x="76498" y="46927"/>
                  </a:lnTo>
                  <a:lnTo>
                    <a:pt x="76638" y="46848"/>
                  </a:lnTo>
                  <a:lnTo>
                    <a:pt x="76307" y="46603"/>
                  </a:lnTo>
                  <a:lnTo>
                    <a:pt x="75904" y="46306"/>
                  </a:lnTo>
                  <a:lnTo>
                    <a:pt x="75488" y="45999"/>
                  </a:lnTo>
                  <a:lnTo>
                    <a:pt x="75091" y="45706"/>
                  </a:lnTo>
                  <a:lnTo>
                    <a:pt x="74597" y="45342"/>
                  </a:lnTo>
                  <a:lnTo>
                    <a:pt x="73304" y="44387"/>
                  </a:lnTo>
                  <a:lnTo>
                    <a:pt x="73019" y="44177"/>
                  </a:lnTo>
                  <a:lnTo>
                    <a:pt x="71913" y="43361"/>
                  </a:lnTo>
                  <a:lnTo>
                    <a:pt x="71214" y="42845"/>
                  </a:lnTo>
                  <a:lnTo>
                    <a:pt x="70300" y="42170"/>
                  </a:lnTo>
                  <a:lnTo>
                    <a:pt x="70114" y="42033"/>
                  </a:lnTo>
                  <a:lnTo>
                    <a:pt x="69654" y="41574"/>
                  </a:lnTo>
                  <a:lnTo>
                    <a:pt x="70120" y="41355"/>
                  </a:lnTo>
                  <a:lnTo>
                    <a:pt x="73285" y="39866"/>
                  </a:lnTo>
                  <a:lnTo>
                    <a:pt x="73635" y="39701"/>
                  </a:lnTo>
                  <a:lnTo>
                    <a:pt x="74551" y="35357"/>
                  </a:lnTo>
                  <a:lnTo>
                    <a:pt x="74556" y="35202"/>
                  </a:lnTo>
                  <a:lnTo>
                    <a:pt x="74671" y="31999"/>
                  </a:lnTo>
                  <a:lnTo>
                    <a:pt x="74744" y="29958"/>
                  </a:lnTo>
                  <a:lnTo>
                    <a:pt x="74821" y="27821"/>
                  </a:lnTo>
                  <a:lnTo>
                    <a:pt x="74921" y="25049"/>
                  </a:lnTo>
                  <a:lnTo>
                    <a:pt x="74948" y="24293"/>
                  </a:lnTo>
                  <a:lnTo>
                    <a:pt x="74970" y="23675"/>
                  </a:lnTo>
                  <a:lnTo>
                    <a:pt x="75035" y="21878"/>
                  </a:lnTo>
                  <a:lnTo>
                    <a:pt x="75119" y="19526"/>
                  </a:lnTo>
                  <a:lnTo>
                    <a:pt x="75323" y="18508"/>
                  </a:lnTo>
                  <a:lnTo>
                    <a:pt x="75436" y="17944"/>
                  </a:lnTo>
                  <a:lnTo>
                    <a:pt x="75993" y="16602"/>
                  </a:lnTo>
                  <a:lnTo>
                    <a:pt x="76425" y="16192"/>
                  </a:lnTo>
                  <a:lnTo>
                    <a:pt x="77606" y="15954"/>
                  </a:lnTo>
                  <a:lnTo>
                    <a:pt x="77955" y="15884"/>
                  </a:lnTo>
                  <a:lnTo>
                    <a:pt x="78498" y="15775"/>
                  </a:lnTo>
                  <a:lnTo>
                    <a:pt x="79601" y="15553"/>
                  </a:lnTo>
                  <a:lnTo>
                    <a:pt x="80024" y="15468"/>
                  </a:lnTo>
                  <a:lnTo>
                    <a:pt x="81626" y="15145"/>
                  </a:lnTo>
                  <a:lnTo>
                    <a:pt x="85130" y="16287"/>
                  </a:lnTo>
                  <a:lnTo>
                    <a:pt x="86681" y="16792"/>
                  </a:lnTo>
                  <a:lnTo>
                    <a:pt x="88036" y="17233"/>
                  </a:lnTo>
                  <a:lnTo>
                    <a:pt x="88164" y="17275"/>
                  </a:lnTo>
                  <a:lnTo>
                    <a:pt x="88906" y="17540"/>
                  </a:lnTo>
                  <a:lnTo>
                    <a:pt x="90118" y="17973"/>
                  </a:lnTo>
                  <a:lnTo>
                    <a:pt x="90594" y="18143"/>
                  </a:lnTo>
                  <a:lnTo>
                    <a:pt x="94839" y="19658"/>
                  </a:lnTo>
                  <a:lnTo>
                    <a:pt x="95698" y="19965"/>
                  </a:lnTo>
                  <a:lnTo>
                    <a:pt x="96151" y="20126"/>
                  </a:lnTo>
                  <a:lnTo>
                    <a:pt x="96284" y="20171"/>
                  </a:lnTo>
                  <a:lnTo>
                    <a:pt x="96664" y="20299"/>
                  </a:lnTo>
                  <a:lnTo>
                    <a:pt x="96895" y="20376"/>
                  </a:lnTo>
                  <a:lnTo>
                    <a:pt x="99104" y="21118"/>
                  </a:lnTo>
                  <a:lnTo>
                    <a:pt x="99798" y="21351"/>
                  </a:lnTo>
                  <a:lnTo>
                    <a:pt x="100645" y="21636"/>
                  </a:lnTo>
                  <a:lnTo>
                    <a:pt x="101983" y="20384"/>
                  </a:lnTo>
                  <a:lnTo>
                    <a:pt x="103453" y="18738"/>
                  </a:lnTo>
                  <a:lnTo>
                    <a:pt x="104937" y="17257"/>
                  </a:lnTo>
                  <a:lnTo>
                    <a:pt x="106505" y="15558"/>
                  </a:lnTo>
                  <a:lnTo>
                    <a:pt x="106885" y="14937"/>
                  </a:lnTo>
                  <a:lnTo>
                    <a:pt x="108229" y="12744"/>
                  </a:lnTo>
                  <a:lnTo>
                    <a:pt x="108414" y="12232"/>
                  </a:lnTo>
                  <a:lnTo>
                    <a:pt x="109000" y="10612"/>
                  </a:lnTo>
                  <a:lnTo>
                    <a:pt x="109349" y="9646"/>
                  </a:lnTo>
                  <a:lnTo>
                    <a:pt x="109527" y="9154"/>
                  </a:lnTo>
                  <a:lnTo>
                    <a:pt x="110305" y="7005"/>
                  </a:lnTo>
                  <a:lnTo>
                    <a:pt x="110932" y="6549"/>
                  </a:lnTo>
                  <a:lnTo>
                    <a:pt x="111929" y="5825"/>
                  </a:lnTo>
                  <a:lnTo>
                    <a:pt x="112102" y="5473"/>
                  </a:lnTo>
                  <a:lnTo>
                    <a:pt x="113924" y="1762"/>
                  </a:lnTo>
                  <a:lnTo>
                    <a:pt x="115520" y="626"/>
                  </a:lnTo>
                  <a:lnTo>
                    <a:pt x="116112" y="363"/>
                  </a:lnTo>
                  <a:lnTo>
                    <a:pt x="116334" y="265"/>
                  </a:lnTo>
                  <a:lnTo>
                    <a:pt x="116576" y="158"/>
                  </a:lnTo>
                  <a:lnTo>
                    <a:pt x="116902" y="14"/>
                  </a:lnTo>
                  <a:lnTo>
                    <a:pt x="118141" y="0"/>
                  </a:lnTo>
                  <a:lnTo>
                    <a:pt x="119424" y="116"/>
                  </a:lnTo>
                  <a:lnTo>
                    <a:pt x="119846" y="245"/>
                  </a:lnTo>
                  <a:lnTo>
                    <a:pt x="121418" y="728"/>
                  </a:lnTo>
                  <a:lnTo>
                    <a:pt x="123067" y="1605"/>
                  </a:lnTo>
                  <a:lnTo>
                    <a:pt x="124510" y="2373"/>
                  </a:lnTo>
                  <a:lnTo>
                    <a:pt x="129888" y="5653"/>
                  </a:lnTo>
                  <a:lnTo>
                    <a:pt x="131413" y="6583"/>
                  </a:lnTo>
                  <a:lnTo>
                    <a:pt x="132464" y="7322"/>
                  </a:lnTo>
                  <a:lnTo>
                    <a:pt x="133481" y="8038"/>
                  </a:lnTo>
                  <a:lnTo>
                    <a:pt x="133621" y="8136"/>
                  </a:lnTo>
                  <a:lnTo>
                    <a:pt x="135866" y="9716"/>
                  </a:lnTo>
                  <a:lnTo>
                    <a:pt x="136157" y="9920"/>
                  </a:lnTo>
                  <a:lnTo>
                    <a:pt x="136385" y="10080"/>
                  </a:lnTo>
                  <a:lnTo>
                    <a:pt x="136687" y="10293"/>
                  </a:lnTo>
                  <a:lnTo>
                    <a:pt x="137877" y="11022"/>
                  </a:lnTo>
                  <a:lnTo>
                    <a:pt x="139248" y="10610"/>
                  </a:lnTo>
                  <a:lnTo>
                    <a:pt x="140203" y="10515"/>
                  </a:lnTo>
                  <a:lnTo>
                    <a:pt x="141857" y="10350"/>
                  </a:lnTo>
                  <a:lnTo>
                    <a:pt x="142947" y="10221"/>
                  </a:lnTo>
                  <a:lnTo>
                    <a:pt x="144877" y="9991"/>
                  </a:lnTo>
                  <a:lnTo>
                    <a:pt x="145843" y="9876"/>
                  </a:lnTo>
                  <a:lnTo>
                    <a:pt x="147908" y="9630"/>
                  </a:lnTo>
                  <a:lnTo>
                    <a:pt x="149168" y="10786"/>
                  </a:lnTo>
                  <a:lnTo>
                    <a:pt x="147954" y="11470"/>
                  </a:lnTo>
                  <a:lnTo>
                    <a:pt x="145978" y="12582"/>
                  </a:lnTo>
                  <a:lnTo>
                    <a:pt x="143676" y="13879"/>
                  </a:lnTo>
                  <a:lnTo>
                    <a:pt x="141224" y="15259"/>
                  </a:lnTo>
                  <a:lnTo>
                    <a:pt x="141080" y="15340"/>
                  </a:lnTo>
                  <a:lnTo>
                    <a:pt x="143028" y="17995"/>
                  </a:lnTo>
                  <a:lnTo>
                    <a:pt x="143110" y="18807"/>
                  </a:lnTo>
                  <a:lnTo>
                    <a:pt x="143334" y="21001"/>
                  </a:lnTo>
                  <a:lnTo>
                    <a:pt x="143430" y="21936"/>
                  </a:lnTo>
                  <a:lnTo>
                    <a:pt x="143469" y="22320"/>
                  </a:lnTo>
                  <a:lnTo>
                    <a:pt x="143483" y="22453"/>
                  </a:lnTo>
                  <a:lnTo>
                    <a:pt x="143513" y="22751"/>
                  </a:lnTo>
                  <a:lnTo>
                    <a:pt x="144998" y="23635"/>
                  </a:lnTo>
                  <a:lnTo>
                    <a:pt x="146042" y="24256"/>
                  </a:lnTo>
                  <a:lnTo>
                    <a:pt x="146877" y="24753"/>
                  </a:lnTo>
                  <a:lnTo>
                    <a:pt x="147006" y="24830"/>
                  </a:lnTo>
                  <a:lnTo>
                    <a:pt x="147316" y="25014"/>
                  </a:lnTo>
                  <a:lnTo>
                    <a:pt x="147472" y="25107"/>
                  </a:lnTo>
                  <a:lnTo>
                    <a:pt x="147693" y="25239"/>
                  </a:lnTo>
                  <a:lnTo>
                    <a:pt x="147879" y="25813"/>
                  </a:lnTo>
                  <a:lnTo>
                    <a:pt x="148707" y="28370"/>
                  </a:lnTo>
                  <a:lnTo>
                    <a:pt x="149393" y="30491"/>
                  </a:lnTo>
                  <a:lnTo>
                    <a:pt x="148616" y="31088"/>
                  </a:lnTo>
                  <a:lnTo>
                    <a:pt x="147706" y="31787"/>
                  </a:lnTo>
                  <a:lnTo>
                    <a:pt x="147215" y="32165"/>
                  </a:lnTo>
                  <a:lnTo>
                    <a:pt x="146578" y="33056"/>
                  </a:lnTo>
                  <a:lnTo>
                    <a:pt x="145579" y="34454"/>
                  </a:lnTo>
                  <a:lnTo>
                    <a:pt x="145439" y="34874"/>
                  </a:lnTo>
                  <a:lnTo>
                    <a:pt x="145278" y="35357"/>
                  </a:lnTo>
                  <a:lnTo>
                    <a:pt x="145055" y="36024"/>
                  </a:lnTo>
                  <a:lnTo>
                    <a:pt x="144862" y="36602"/>
                  </a:lnTo>
                  <a:lnTo>
                    <a:pt x="144760" y="36862"/>
                  </a:lnTo>
                  <a:lnTo>
                    <a:pt x="144503" y="37511"/>
                  </a:lnTo>
                  <a:lnTo>
                    <a:pt x="143860" y="39138"/>
                  </a:lnTo>
                  <a:lnTo>
                    <a:pt x="142868" y="41648"/>
                  </a:lnTo>
                  <a:lnTo>
                    <a:pt x="142798" y="41825"/>
                  </a:lnTo>
                  <a:lnTo>
                    <a:pt x="142715" y="42034"/>
                  </a:lnTo>
                  <a:lnTo>
                    <a:pt x="142636" y="42234"/>
                  </a:lnTo>
                  <a:lnTo>
                    <a:pt x="142516" y="42537"/>
                  </a:lnTo>
                  <a:lnTo>
                    <a:pt x="141980" y="43802"/>
                  </a:lnTo>
                  <a:lnTo>
                    <a:pt x="141533" y="44854"/>
                  </a:lnTo>
                  <a:lnTo>
                    <a:pt x="141518" y="45321"/>
                  </a:lnTo>
                  <a:lnTo>
                    <a:pt x="141506" y="45678"/>
                  </a:lnTo>
                  <a:lnTo>
                    <a:pt x="141481" y="46422"/>
                  </a:lnTo>
                  <a:lnTo>
                    <a:pt x="141466" y="46877"/>
                  </a:lnTo>
                  <a:lnTo>
                    <a:pt x="141429" y="48009"/>
                  </a:lnTo>
                  <a:lnTo>
                    <a:pt x="141402" y="48802"/>
                  </a:lnTo>
                  <a:lnTo>
                    <a:pt x="141520" y="49053"/>
                  </a:lnTo>
                  <a:lnTo>
                    <a:pt x="141592" y="49206"/>
                  </a:lnTo>
                  <a:lnTo>
                    <a:pt x="141833" y="49720"/>
                  </a:lnTo>
                  <a:lnTo>
                    <a:pt x="142362" y="50380"/>
                  </a:lnTo>
                  <a:lnTo>
                    <a:pt x="142618" y="50700"/>
                  </a:lnTo>
                  <a:lnTo>
                    <a:pt x="142865" y="51009"/>
                  </a:lnTo>
                  <a:lnTo>
                    <a:pt x="143097" y="51278"/>
                  </a:lnTo>
                  <a:lnTo>
                    <a:pt x="143538" y="51670"/>
                  </a:lnTo>
                  <a:lnTo>
                    <a:pt x="147742" y="55404"/>
                  </a:lnTo>
                  <a:lnTo>
                    <a:pt x="147972" y="55615"/>
                  </a:lnTo>
                  <a:lnTo>
                    <a:pt x="148717" y="56356"/>
                  </a:lnTo>
                  <a:lnTo>
                    <a:pt x="149581" y="57216"/>
                  </a:lnTo>
                  <a:lnTo>
                    <a:pt x="150950" y="58577"/>
                  </a:lnTo>
                  <a:lnTo>
                    <a:pt x="151737" y="59359"/>
                  </a:lnTo>
                  <a:lnTo>
                    <a:pt x="151874" y="59506"/>
                  </a:lnTo>
                  <a:lnTo>
                    <a:pt x="152305" y="59968"/>
                  </a:lnTo>
                  <a:lnTo>
                    <a:pt x="152469" y="60143"/>
                  </a:lnTo>
                  <a:lnTo>
                    <a:pt x="153152" y="60876"/>
                  </a:lnTo>
                  <a:lnTo>
                    <a:pt x="153274" y="61006"/>
                  </a:lnTo>
                  <a:lnTo>
                    <a:pt x="153565" y="61318"/>
                  </a:lnTo>
                  <a:lnTo>
                    <a:pt x="153705" y="61469"/>
                  </a:lnTo>
                  <a:lnTo>
                    <a:pt x="153640" y="61769"/>
                  </a:lnTo>
                  <a:lnTo>
                    <a:pt x="153583" y="62080"/>
                  </a:lnTo>
                  <a:lnTo>
                    <a:pt x="152915" y="65403"/>
                  </a:lnTo>
                  <a:lnTo>
                    <a:pt x="151612" y="68953"/>
                  </a:lnTo>
                  <a:lnTo>
                    <a:pt x="151647" y="69100"/>
                  </a:lnTo>
                  <a:lnTo>
                    <a:pt x="151717" y="69401"/>
                  </a:lnTo>
                  <a:lnTo>
                    <a:pt x="151810" y="69712"/>
                  </a:lnTo>
                  <a:lnTo>
                    <a:pt x="151897" y="70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691408" y="4909431"/>
              <a:ext cx="156472" cy="71969"/>
            </a:xfrm>
            <a:custGeom>
              <a:avLst/>
              <a:pathLst>
                <a:path w="156472" h="71969">
                  <a:moveTo>
                    <a:pt x="84309" y="5365"/>
                  </a:moveTo>
                  <a:lnTo>
                    <a:pt x="84724" y="5404"/>
                  </a:lnTo>
                  <a:lnTo>
                    <a:pt x="87357" y="4827"/>
                  </a:lnTo>
                  <a:lnTo>
                    <a:pt x="90044" y="4239"/>
                  </a:lnTo>
                  <a:lnTo>
                    <a:pt x="89966" y="4101"/>
                  </a:lnTo>
                  <a:lnTo>
                    <a:pt x="91195" y="3890"/>
                  </a:lnTo>
                  <a:lnTo>
                    <a:pt x="92766" y="3621"/>
                  </a:lnTo>
                  <a:lnTo>
                    <a:pt x="96650" y="2955"/>
                  </a:lnTo>
                  <a:lnTo>
                    <a:pt x="100123" y="2360"/>
                  </a:lnTo>
                  <a:lnTo>
                    <a:pt x="102398" y="1970"/>
                  </a:lnTo>
                  <a:lnTo>
                    <a:pt x="102742" y="1911"/>
                  </a:lnTo>
                  <a:lnTo>
                    <a:pt x="105599" y="1968"/>
                  </a:lnTo>
                  <a:lnTo>
                    <a:pt x="106117" y="1972"/>
                  </a:lnTo>
                  <a:lnTo>
                    <a:pt x="108929" y="1993"/>
                  </a:lnTo>
                  <a:lnTo>
                    <a:pt x="112423" y="2122"/>
                  </a:lnTo>
                  <a:lnTo>
                    <a:pt x="112619" y="2647"/>
                  </a:lnTo>
                  <a:lnTo>
                    <a:pt x="112747" y="2991"/>
                  </a:lnTo>
                  <a:lnTo>
                    <a:pt x="113365" y="4648"/>
                  </a:lnTo>
                  <a:lnTo>
                    <a:pt x="119463" y="21002"/>
                  </a:lnTo>
                  <a:lnTo>
                    <a:pt x="122094" y="28061"/>
                  </a:lnTo>
                  <a:lnTo>
                    <a:pt x="122251" y="28574"/>
                  </a:lnTo>
                  <a:lnTo>
                    <a:pt x="122671" y="28413"/>
                  </a:lnTo>
                  <a:lnTo>
                    <a:pt x="123439" y="28120"/>
                  </a:lnTo>
                  <a:lnTo>
                    <a:pt x="131997" y="24848"/>
                  </a:lnTo>
                  <a:lnTo>
                    <a:pt x="139688" y="21915"/>
                  </a:lnTo>
                  <a:lnTo>
                    <a:pt x="146064" y="31149"/>
                  </a:lnTo>
                  <a:lnTo>
                    <a:pt x="147667" y="33470"/>
                  </a:lnTo>
                  <a:lnTo>
                    <a:pt x="150006" y="36862"/>
                  </a:lnTo>
                  <a:lnTo>
                    <a:pt x="153742" y="42856"/>
                  </a:lnTo>
                  <a:lnTo>
                    <a:pt x="156472" y="47271"/>
                  </a:lnTo>
                  <a:lnTo>
                    <a:pt x="153989" y="48927"/>
                  </a:lnTo>
                  <a:lnTo>
                    <a:pt x="152825" y="49703"/>
                  </a:lnTo>
                  <a:lnTo>
                    <a:pt x="151359" y="50681"/>
                  </a:lnTo>
                  <a:lnTo>
                    <a:pt x="149552" y="51886"/>
                  </a:lnTo>
                  <a:lnTo>
                    <a:pt x="148196" y="52791"/>
                  </a:lnTo>
                  <a:lnTo>
                    <a:pt x="145926" y="54305"/>
                  </a:lnTo>
                  <a:lnTo>
                    <a:pt x="143707" y="55784"/>
                  </a:lnTo>
                  <a:lnTo>
                    <a:pt x="142163" y="56814"/>
                  </a:lnTo>
                  <a:lnTo>
                    <a:pt x="138887" y="59000"/>
                  </a:lnTo>
                  <a:lnTo>
                    <a:pt x="136825" y="60375"/>
                  </a:lnTo>
                  <a:lnTo>
                    <a:pt x="136602" y="60523"/>
                  </a:lnTo>
                  <a:lnTo>
                    <a:pt x="135456" y="61288"/>
                  </a:lnTo>
                  <a:lnTo>
                    <a:pt x="133599" y="62526"/>
                  </a:lnTo>
                  <a:lnTo>
                    <a:pt x="133763" y="63031"/>
                  </a:lnTo>
                  <a:lnTo>
                    <a:pt x="132696" y="63401"/>
                  </a:lnTo>
                  <a:lnTo>
                    <a:pt x="131844" y="63696"/>
                  </a:lnTo>
                  <a:lnTo>
                    <a:pt x="126910" y="65406"/>
                  </a:lnTo>
                  <a:lnTo>
                    <a:pt x="126319" y="65611"/>
                  </a:lnTo>
                  <a:lnTo>
                    <a:pt x="125001" y="66067"/>
                  </a:lnTo>
                  <a:lnTo>
                    <a:pt x="123579" y="66560"/>
                  </a:lnTo>
                  <a:lnTo>
                    <a:pt x="122501" y="66933"/>
                  </a:lnTo>
                  <a:lnTo>
                    <a:pt x="120081" y="67772"/>
                  </a:lnTo>
                  <a:lnTo>
                    <a:pt x="116787" y="68913"/>
                  </a:lnTo>
                  <a:lnTo>
                    <a:pt x="116518" y="69007"/>
                  </a:lnTo>
                  <a:lnTo>
                    <a:pt x="116347" y="69066"/>
                  </a:lnTo>
                  <a:lnTo>
                    <a:pt x="112156" y="70518"/>
                  </a:lnTo>
                  <a:lnTo>
                    <a:pt x="111921" y="70599"/>
                  </a:lnTo>
                  <a:lnTo>
                    <a:pt x="110779" y="70995"/>
                  </a:lnTo>
                  <a:lnTo>
                    <a:pt x="107968" y="71969"/>
                  </a:lnTo>
                  <a:lnTo>
                    <a:pt x="107812" y="71488"/>
                  </a:lnTo>
                  <a:lnTo>
                    <a:pt x="105236" y="63550"/>
                  </a:lnTo>
                  <a:lnTo>
                    <a:pt x="103985" y="59697"/>
                  </a:lnTo>
                  <a:lnTo>
                    <a:pt x="103143" y="57101"/>
                  </a:lnTo>
                  <a:lnTo>
                    <a:pt x="102707" y="52845"/>
                  </a:lnTo>
                  <a:lnTo>
                    <a:pt x="102566" y="51458"/>
                  </a:lnTo>
                  <a:lnTo>
                    <a:pt x="102639" y="49806"/>
                  </a:lnTo>
                  <a:lnTo>
                    <a:pt x="102749" y="47318"/>
                  </a:lnTo>
                  <a:lnTo>
                    <a:pt x="102830" y="45484"/>
                  </a:lnTo>
                  <a:lnTo>
                    <a:pt x="102847" y="45094"/>
                  </a:lnTo>
                  <a:lnTo>
                    <a:pt x="102921" y="43417"/>
                  </a:lnTo>
                  <a:lnTo>
                    <a:pt x="102957" y="42592"/>
                  </a:lnTo>
                  <a:lnTo>
                    <a:pt x="102975" y="42185"/>
                  </a:lnTo>
                  <a:lnTo>
                    <a:pt x="102981" y="42052"/>
                  </a:lnTo>
                  <a:lnTo>
                    <a:pt x="102881" y="40414"/>
                  </a:lnTo>
                  <a:lnTo>
                    <a:pt x="102813" y="39309"/>
                  </a:lnTo>
                  <a:lnTo>
                    <a:pt x="102740" y="38063"/>
                  </a:lnTo>
                  <a:lnTo>
                    <a:pt x="102721" y="37467"/>
                  </a:lnTo>
                  <a:lnTo>
                    <a:pt x="102716" y="37284"/>
                  </a:lnTo>
                  <a:lnTo>
                    <a:pt x="102672" y="35923"/>
                  </a:lnTo>
                  <a:lnTo>
                    <a:pt x="102648" y="35696"/>
                  </a:lnTo>
                  <a:lnTo>
                    <a:pt x="102471" y="33996"/>
                  </a:lnTo>
                  <a:lnTo>
                    <a:pt x="102306" y="32425"/>
                  </a:lnTo>
                  <a:lnTo>
                    <a:pt x="102205" y="31458"/>
                  </a:lnTo>
                  <a:lnTo>
                    <a:pt x="101101" y="31707"/>
                  </a:lnTo>
                  <a:lnTo>
                    <a:pt x="95348" y="33002"/>
                  </a:lnTo>
                  <a:lnTo>
                    <a:pt x="93031" y="33524"/>
                  </a:lnTo>
                  <a:lnTo>
                    <a:pt x="91121" y="33933"/>
                  </a:lnTo>
                  <a:lnTo>
                    <a:pt x="84170" y="35420"/>
                  </a:lnTo>
                  <a:lnTo>
                    <a:pt x="82334" y="35115"/>
                  </a:lnTo>
                  <a:lnTo>
                    <a:pt x="76792" y="33755"/>
                  </a:lnTo>
                  <a:lnTo>
                    <a:pt x="75597" y="33532"/>
                  </a:lnTo>
                  <a:lnTo>
                    <a:pt x="71047" y="32683"/>
                  </a:lnTo>
                  <a:lnTo>
                    <a:pt x="66054" y="32753"/>
                  </a:lnTo>
                  <a:lnTo>
                    <a:pt x="65224" y="32916"/>
                  </a:lnTo>
                  <a:lnTo>
                    <a:pt x="63212" y="33310"/>
                  </a:lnTo>
                  <a:lnTo>
                    <a:pt x="59084" y="34119"/>
                  </a:lnTo>
                  <a:lnTo>
                    <a:pt x="57847" y="34361"/>
                  </a:lnTo>
                  <a:lnTo>
                    <a:pt x="55356" y="34658"/>
                  </a:lnTo>
                  <a:lnTo>
                    <a:pt x="49522" y="35356"/>
                  </a:lnTo>
                  <a:lnTo>
                    <a:pt x="41930" y="36196"/>
                  </a:lnTo>
                  <a:lnTo>
                    <a:pt x="40072" y="36597"/>
                  </a:lnTo>
                  <a:lnTo>
                    <a:pt x="35755" y="37528"/>
                  </a:lnTo>
                  <a:lnTo>
                    <a:pt x="33943" y="37919"/>
                  </a:lnTo>
                  <a:lnTo>
                    <a:pt x="29296" y="39077"/>
                  </a:lnTo>
                  <a:lnTo>
                    <a:pt x="22654" y="40732"/>
                  </a:lnTo>
                  <a:lnTo>
                    <a:pt x="20589" y="41246"/>
                  </a:lnTo>
                  <a:lnTo>
                    <a:pt x="20226" y="41337"/>
                  </a:lnTo>
                  <a:lnTo>
                    <a:pt x="11559" y="43878"/>
                  </a:lnTo>
                  <a:lnTo>
                    <a:pt x="11183" y="43989"/>
                  </a:lnTo>
                  <a:lnTo>
                    <a:pt x="10634" y="44150"/>
                  </a:lnTo>
                  <a:lnTo>
                    <a:pt x="10581" y="44001"/>
                  </a:lnTo>
                  <a:lnTo>
                    <a:pt x="2802" y="22330"/>
                  </a:lnTo>
                  <a:lnTo>
                    <a:pt x="2706" y="22062"/>
                  </a:lnTo>
                  <a:lnTo>
                    <a:pt x="2044" y="20218"/>
                  </a:lnTo>
                  <a:lnTo>
                    <a:pt x="1928" y="19896"/>
                  </a:lnTo>
                  <a:lnTo>
                    <a:pt x="1058" y="17470"/>
                  </a:lnTo>
                  <a:lnTo>
                    <a:pt x="822" y="16814"/>
                  </a:lnTo>
                  <a:lnTo>
                    <a:pt x="0" y="14408"/>
                  </a:lnTo>
                  <a:lnTo>
                    <a:pt x="206" y="14318"/>
                  </a:lnTo>
                  <a:lnTo>
                    <a:pt x="591" y="14152"/>
                  </a:lnTo>
                  <a:lnTo>
                    <a:pt x="2847" y="13177"/>
                  </a:lnTo>
                  <a:lnTo>
                    <a:pt x="5723" y="11934"/>
                  </a:lnTo>
                  <a:lnTo>
                    <a:pt x="6959" y="11400"/>
                  </a:lnTo>
                  <a:lnTo>
                    <a:pt x="9279" y="10397"/>
                  </a:lnTo>
                  <a:lnTo>
                    <a:pt x="10074" y="10054"/>
                  </a:lnTo>
                  <a:lnTo>
                    <a:pt x="10327" y="9945"/>
                  </a:lnTo>
                  <a:lnTo>
                    <a:pt x="10535" y="9854"/>
                  </a:lnTo>
                  <a:lnTo>
                    <a:pt x="13701" y="8486"/>
                  </a:lnTo>
                  <a:lnTo>
                    <a:pt x="13899" y="9069"/>
                  </a:lnTo>
                  <a:lnTo>
                    <a:pt x="15061" y="8356"/>
                  </a:lnTo>
                  <a:lnTo>
                    <a:pt x="15547" y="7669"/>
                  </a:lnTo>
                  <a:lnTo>
                    <a:pt x="15693" y="7462"/>
                  </a:lnTo>
                  <a:lnTo>
                    <a:pt x="16885" y="5944"/>
                  </a:lnTo>
                  <a:lnTo>
                    <a:pt x="18020" y="4496"/>
                  </a:lnTo>
                  <a:lnTo>
                    <a:pt x="18344" y="4280"/>
                  </a:lnTo>
                  <a:lnTo>
                    <a:pt x="18978" y="3856"/>
                  </a:lnTo>
                  <a:lnTo>
                    <a:pt x="20526" y="3098"/>
                  </a:lnTo>
                  <a:lnTo>
                    <a:pt x="21464" y="2755"/>
                  </a:lnTo>
                  <a:lnTo>
                    <a:pt x="22600" y="2553"/>
                  </a:lnTo>
                  <a:lnTo>
                    <a:pt x="23610" y="2541"/>
                  </a:lnTo>
                  <a:lnTo>
                    <a:pt x="24215" y="2574"/>
                  </a:lnTo>
                  <a:lnTo>
                    <a:pt x="24473" y="2588"/>
                  </a:lnTo>
                  <a:lnTo>
                    <a:pt x="24714" y="2602"/>
                  </a:lnTo>
                  <a:lnTo>
                    <a:pt x="25937" y="2941"/>
                  </a:lnTo>
                  <a:lnTo>
                    <a:pt x="26476" y="3197"/>
                  </a:lnTo>
                  <a:lnTo>
                    <a:pt x="26611" y="3261"/>
                  </a:lnTo>
                  <a:lnTo>
                    <a:pt x="26980" y="3435"/>
                  </a:lnTo>
                  <a:lnTo>
                    <a:pt x="27313" y="3593"/>
                  </a:lnTo>
                  <a:lnTo>
                    <a:pt x="28680" y="4240"/>
                  </a:lnTo>
                  <a:lnTo>
                    <a:pt x="29340" y="4628"/>
                  </a:lnTo>
                  <a:lnTo>
                    <a:pt x="31055" y="5636"/>
                  </a:lnTo>
                  <a:lnTo>
                    <a:pt x="31463" y="5941"/>
                  </a:lnTo>
                  <a:lnTo>
                    <a:pt x="32690" y="6857"/>
                  </a:lnTo>
                  <a:lnTo>
                    <a:pt x="33833" y="7711"/>
                  </a:lnTo>
                  <a:lnTo>
                    <a:pt x="34128" y="7912"/>
                  </a:lnTo>
                  <a:lnTo>
                    <a:pt x="34348" y="8062"/>
                  </a:lnTo>
                  <a:lnTo>
                    <a:pt x="35295" y="8708"/>
                  </a:lnTo>
                  <a:lnTo>
                    <a:pt x="35579" y="8901"/>
                  </a:lnTo>
                  <a:lnTo>
                    <a:pt x="35978" y="9173"/>
                  </a:lnTo>
                  <a:lnTo>
                    <a:pt x="36694" y="9661"/>
                  </a:lnTo>
                  <a:lnTo>
                    <a:pt x="37340" y="10252"/>
                  </a:lnTo>
                  <a:lnTo>
                    <a:pt x="38013" y="10867"/>
                  </a:lnTo>
                  <a:lnTo>
                    <a:pt x="38585" y="11099"/>
                  </a:lnTo>
                  <a:lnTo>
                    <a:pt x="38864" y="11123"/>
                  </a:lnTo>
                  <a:lnTo>
                    <a:pt x="39351" y="10996"/>
                  </a:lnTo>
                  <a:lnTo>
                    <a:pt x="39959" y="10750"/>
                  </a:lnTo>
                  <a:lnTo>
                    <a:pt x="43276" y="9407"/>
                  </a:lnTo>
                  <a:lnTo>
                    <a:pt x="43649" y="9257"/>
                  </a:lnTo>
                  <a:lnTo>
                    <a:pt x="46392" y="8146"/>
                  </a:lnTo>
                  <a:lnTo>
                    <a:pt x="51222" y="6191"/>
                  </a:lnTo>
                  <a:lnTo>
                    <a:pt x="51700" y="5998"/>
                  </a:lnTo>
                  <a:lnTo>
                    <a:pt x="52145" y="5818"/>
                  </a:lnTo>
                  <a:lnTo>
                    <a:pt x="52529" y="5663"/>
                  </a:lnTo>
                  <a:lnTo>
                    <a:pt x="54788" y="4748"/>
                  </a:lnTo>
                  <a:lnTo>
                    <a:pt x="54051" y="2971"/>
                  </a:lnTo>
                  <a:lnTo>
                    <a:pt x="54789" y="2672"/>
                  </a:lnTo>
                  <a:lnTo>
                    <a:pt x="58480" y="1177"/>
                  </a:lnTo>
                  <a:lnTo>
                    <a:pt x="59311" y="841"/>
                  </a:lnTo>
                  <a:lnTo>
                    <a:pt x="61389" y="0"/>
                  </a:lnTo>
                  <a:lnTo>
                    <a:pt x="62188" y="212"/>
                  </a:lnTo>
                  <a:lnTo>
                    <a:pt x="63875" y="660"/>
                  </a:lnTo>
                  <a:lnTo>
                    <a:pt x="64820" y="911"/>
                  </a:lnTo>
                  <a:lnTo>
                    <a:pt x="65795" y="1170"/>
                  </a:lnTo>
                  <a:lnTo>
                    <a:pt x="67160" y="1533"/>
                  </a:lnTo>
                  <a:lnTo>
                    <a:pt x="67868" y="1721"/>
                  </a:lnTo>
                  <a:lnTo>
                    <a:pt x="70413" y="2398"/>
                  </a:lnTo>
                  <a:lnTo>
                    <a:pt x="83304" y="5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0656" y="4981992"/>
              <a:ext cx="167775" cy="127730"/>
            </a:xfrm>
            <a:custGeom>
              <a:avLst/>
              <a:pathLst>
                <a:path w="167775" h="127730">
                  <a:moveTo>
                    <a:pt x="100737" y="20331"/>
                  </a:moveTo>
                  <a:lnTo>
                    <a:pt x="105016" y="26277"/>
                  </a:lnTo>
                  <a:lnTo>
                    <a:pt x="105263" y="26565"/>
                  </a:lnTo>
                  <a:lnTo>
                    <a:pt x="110084" y="32175"/>
                  </a:lnTo>
                  <a:lnTo>
                    <a:pt x="110404" y="32489"/>
                  </a:lnTo>
                  <a:lnTo>
                    <a:pt x="113160" y="35194"/>
                  </a:lnTo>
                  <a:lnTo>
                    <a:pt x="114007" y="36026"/>
                  </a:lnTo>
                  <a:lnTo>
                    <a:pt x="116105" y="38085"/>
                  </a:lnTo>
                  <a:lnTo>
                    <a:pt x="116452" y="38393"/>
                  </a:lnTo>
                  <a:lnTo>
                    <a:pt x="121582" y="42941"/>
                  </a:lnTo>
                  <a:lnTo>
                    <a:pt x="124937" y="44966"/>
                  </a:lnTo>
                  <a:lnTo>
                    <a:pt x="126772" y="45278"/>
                  </a:lnTo>
                  <a:lnTo>
                    <a:pt x="128459" y="45185"/>
                  </a:lnTo>
                  <a:lnTo>
                    <a:pt x="130200" y="44966"/>
                  </a:lnTo>
                  <a:lnTo>
                    <a:pt x="131185" y="44870"/>
                  </a:lnTo>
                  <a:lnTo>
                    <a:pt x="131407" y="44848"/>
                  </a:lnTo>
                  <a:lnTo>
                    <a:pt x="133421" y="44651"/>
                  </a:lnTo>
                  <a:lnTo>
                    <a:pt x="134903" y="44797"/>
                  </a:lnTo>
                  <a:lnTo>
                    <a:pt x="136271" y="45205"/>
                  </a:lnTo>
                  <a:lnTo>
                    <a:pt x="137525" y="45875"/>
                  </a:lnTo>
                  <a:lnTo>
                    <a:pt x="139406" y="47477"/>
                  </a:lnTo>
                  <a:lnTo>
                    <a:pt x="140916" y="49224"/>
                  </a:lnTo>
                  <a:lnTo>
                    <a:pt x="142248" y="51493"/>
                  </a:lnTo>
                  <a:lnTo>
                    <a:pt x="142537" y="51985"/>
                  </a:lnTo>
                  <a:lnTo>
                    <a:pt x="143782" y="54105"/>
                  </a:lnTo>
                  <a:lnTo>
                    <a:pt x="145831" y="57593"/>
                  </a:lnTo>
                  <a:lnTo>
                    <a:pt x="147867" y="61060"/>
                  </a:lnTo>
                  <a:lnTo>
                    <a:pt x="148052" y="61375"/>
                  </a:lnTo>
                  <a:lnTo>
                    <a:pt x="149854" y="64443"/>
                  </a:lnTo>
                  <a:lnTo>
                    <a:pt x="150161" y="64967"/>
                  </a:lnTo>
                  <a:lnTo>
                    <a:pt x="151606" y="67427"/>
                  </a:lnTo>
                  <a:lnTo>
                    <a:pt x="151764" y="67695"/>
                  </a:lnTo>
                  <a:lnTo>
                    <a:pt x="152255" y="68271"/>
                  </a:lnTo>
                  <a:lnTo>
                    <a:pt x="152438" y="68486"/>
                  </a:lnTo>
                  <a:lnTo>
                    <a:pt x="154605" y="71028"/>
                  </a:lnTo>
                  <a:lnTo>
                    <a:pt x="154769" y="71137"/>
                  </a:lnTo>
                  <a:lnTo>
                    <a:pt x="155033" y="71406"/>
                  </a:lnTo>
                  <a:lnTo>
                    <a:pt x="156129" y="72525"/>
                  </a:lnTo>
                  <a:lnTo>
                    <a:pt x="157602" y="73649"/>
                  </a:lnTo>
                  <a:lnTo>
                    <a:pt x="160413" y="75055"/>
                  </a:lnTo>
                  <a:lnTo>
                    <a:pt x="163305" y="76773"/>
                  </a:lnTo>
                  <a:lnTo>
                    <a:pt x="164883" y="78060"/>
                  </a:lnTo>
                  <a:lnTo>
                    <a:pt x="165893" y="78807"/>
                  </a:lnTo>
                  <a:lnTo>
                    <a:pt x="166569" y="79668"/>
                  </a:lnTo>
                  <a:lnTo>
                    <a:pt x="167272" y="80639"/>
                  </a:lnTo>
                  <a:lnTo>
                    <a:pt x="167775" y="82184"/>
                  </a:lnTo>
                  <a:lnTo>
                    <a:pt x="167303" y="83835"/>
                  </a:lnTo>
                  <a:lnTo>
                    <a:pt x="165462" y="90277"/>
                  </a:lnTo>
                  <a:lnTo>
                    <a:pt x="165400" y="90496"/>
                  </a:lnTo>
                  <a:lnTo>
                    <a:pt x="158323" y="88083"/>
                  </a:lnTo>
                  <a:lnTo>
                    <a:pt x="154015" y="87295"/>
                  </a:lnTo>
                  <a:lnTo>
                    <a:pt x="153127" y="88180"/>
                  </a:lnTo>
                  <a:lnTo>
                    <a:pt x="152830" y="88476"/>
                  </a:lnTo>
                  <a:lnTo>
                    <a:pt x="150915" y="89338"/>
                  </a:lnTo>
                  <a:lnTo>
                    <a:pt x="149809" y="90492"/>
                  </a:lnTo>
                  <a:lnTo>
                    <a:pt x="149703" y="88939"/>
                  </a:lnTo>
                  <a:lnTo>
                    <a:pt x="149582" y="87773"/>
                  </a:lnTo>
                  <a:lnTo>
                    <a:pt x="149444" y="86438"/>
                  </a:lnTo>
                  <a:lnTo>
                    <a:pt x="147131" y="86302"/>
                  </a:lnTo>
                  <a:lnTo>
                    <a:pt x="144775" y="88840"/>
                  </a:lnTo>
                  <a:lnTo>
                    <a:pt x="144635" y="89020"/>
                  </a:lnTo>
                  <a:lnTo>
                    <a:pt x="144034" y="89792"/>
                  </a:lnTo>
                  <a:lnTo>
                    <a:pt x="138267" y="97209"/>
                  </a:lnTo>
                  <a:lnTo>
                    <a:pt x="128245" y="99539"/>
                  </a:lnTo>
                  <a:lnTo>
                    <a:pt x="117654" y="97306"/>
                  </a:lnTo>
                  <a:lnTo>
                    <a:pt x="110815" y="96383"/>
                  </a:lnTo>
                  <a:lnTo>
                    <a:pt x="111081" y="95261"/>
                  </a:lnTo>
                  <a:lnTo>
                    <a:pt x="111907" y="91771"/>
                  </a:lnTo>
                  <a:lnTo>
                    <a:pt x="108677" y="88179"/>
                  </a:lnTo>
                  <a:lnTo>
                    <a:pt x="101924" y="87987"/>
                  </a:lnTo>
                  <a:lnTo>
                    <a:pt x="99796" y="89927"/>
                  </a:lnTo>
                  <a:lnTo>
                    <a:pt x="97946" y="91178"/>
                  </a:lnTo>
                  <a:lnTo>
                    <a:pt x="96709" y="92014"/>
                  </a:lnTo>
                  <a:lnTo>
                    <a:pt x="95777" y="90975"/>
                  </a:lnTo>
                  <a:lnTo>
                    <a:pt x="95141" y="90266"/>
                  </a:lnTo>
                  <a:lnTo>
                    <a:pt x="93539" y="91350"/>
                  </a:lnTo>
                  <a:lnTo>
                    <a:pt x="91912" y="92451"/>
                  </a:lnTo>
                  <a:lnTo>
                    <a:pt x="91355" y="91716"/>
                  </a:lnTo>
                  <a:lnTo>
                    <a:pt x="87495" y="86625"/>
                  </a:lnTo>
                  <a:lnTo>
                    <a:pt x="81938" y="86383"/>
                  </a:lnTo>
                  <a:lnTo>
                    <a:pt x="77901" y="89198"/>
                  </a:lnTo>
                  <a:lnTo>
                    <a:pt x="79912" y="93634"/>
                  </a:lnTo>
                  <a:lnTo>
                    <a:pt x="80323" y="94538"/>
                  </a:lnTo>
                  <a:lnTo>
                    <a:pt x="78850" y="102791"/>
                  </a:lnTo>
                  <a:lnTo>
                    <a:pt x="77711" y="105898"/>
                  </a:lnTo>
                  <a:lnTo>
                    <a:pt x="67452" y="104151"/>
                  </a:lnTo>
                  <a:lnTo>
                    <a:pt x="67357" y="106190"/>
                  </a:lnTo>
                  <a:lnTo>
                    <a:pt x="60992" y="111918"/>
                  </a:lnTo>
                  <a:lnTo>
                    <a:pt x="60470" y="111765"/>
                  </a:lnTo>
                  <a:lnTo>
                    <a:pt x="58713" y="111250"/>
                  </a:lnTo>
                  <a:lnTo>
                    <a:pt x="55768" y="110387"/>
                  </a:lnTo>
                  <a:lnTo>
                    <a:pt x="52772" y="107290"/>
                  </a:lnTo>
                  <a:lnTo>
                    <a:pt x="50666" y="103458"/>
                  </a:lnTo>
                  <a:lnTo>
                    <a:pt x="48080" y="104051"/>
                  </a:lnTo>
                  <a:lnTo>
                    <a:pt x="38989" y="106136"/>
                  </a:lnTo>
                  <a:lnTo>
                    <a:pt x="35646" y="107207"/>
                  </a:lnTo>
                  <a:lnTo>
                    <a:pt x="34825" y="110703"/>
                  </a:lnTo>
                  <a:lnTo>
                    <a:pt x="35281" y="116854"/>
                  </a:lnTo>
                  <a:lnTo>
                    <a:pt x="36216" y="118253"/>
                  </a:lnTo>
                  <a:lnTo>
                    <a:pt x="39841" y="120303"/>
                  </a:lnTo>
                  <a:lnTo>
                    <a:pt x="37424" y="123659"/>
                  </a:lnTo>
                  <a:lnTo>
                    <a:pt x="40479" y="126222"/>
                  </a:lnTo>
                  <a:lnTo>
                    <a:pt x="39222" y="127730"/>
                  </a:lnTo>
                  <a:lnTo>
                    <a:pt x="36836" y="126876"/>
                  </a:lnTo>
                  <a:lnTo>
                    <a:pt x="34146" y="125012"/>
                  </a:lnTo>
                  <a:lnTo>
                    <a:pt x="33703" y="124112"/>
                  </a:lnTo>
                  <a:lnTo>
                    <a:pt x="30361" y="126457"/>
                  </a:lnTo>
                  <a:lnTo>
                    <a:pt x="30193" y="126608"/>
                  </a:lnTo>
                  <a:lnTo>
                    <a:pt x="26140" y="124694"/>
                  </a:lnTo>
                  <a:lnTo>
                    <a:pt x="18294" y="123298"/>
                  </a:lnTo>
                  <a:lnTo>
                    <a:pt x="14353" y="123459"/>
                  </a:lnTo>
                  <a:lnTo>
                    <a:pt x="10409" y="120777"/>
                  </a:lnTo>
                  <a:lnTo>
                    <a:pt x="8778" y="120485"/>
                  </a:lnTo>
                  <a:lnTo>
                    <a:pt x="6107" y="120008"/>
                  </a:lnTo>
                  <a:lnTo>
                    <a:pt x="1988" y="115632"/>
                  </a:lnTo>
                  <a:lnTo>
                    <a:pt x="887" y="112332"/>
                  </a:lnTo>
                  <a:lnTo>
                    <a:pt x="0" y="112274"/>
                  </a:lnTo>
                  <a:lnTo>
                    <a:pt x="193" y="108900"/>
                  </a:lnTo>
                  <a:lnTo>
                    <a:pt x="3653" y="108669"/>
                  </a:lnTo>
                  <a:lnTo>
                    <a:pt x="5363" y="105943"/>
                  </a:lnTo>
                  <a:lnTo>
                    <a:pt x="8938" y="104344"/>
                  </a:lnTo>
                  <a:lnTo>
                    <a:pt x="9280" y="101314"/>
                  </a:lnTo>
                  <a:lnTo>
                    <a:pt x="10078" y="98732"/>
                  </a:lnTo>
                  <a:lnTo>
                    <a:pt x="2669" y="97955"/>
                  </a:lnTo>
                  <a:lnTo>
                    <a:pt x="2370" y="97893"/>
                  </a:lnTo>
                  <a:lnTo>
                    <a:pt x="3299" y="95955"/>
                  </a:lnTo>
                  <a:lnTo>
                    <a:pt x="8637" y="92645"/>
                  </a:lnTo>
                  <a:lnTo>
                    <a:pt x="10062" y="91761"/>
                  </a:lnTo>
                  <a:lnTo>
                    <a:pt x="18576" y="89771"/>
                  </a:lnTo>
                  <a:lnTo>
                    <a:pt x="19592" y="88052"/>
                  </a:lnTo>
                  <a:lnTo>
                    <a:pt x="5184" y="82398"/>
                  </a:lnTo>
                  <a:lnTo>
                    <a:pt x="911" y="80154"/>
                  </a:lnTo>
                  <a:lnTo>
                    <a:pt x="1608" y="79162"/>
                  </a:lnTo>
                  <a:lnTo>
                    <a:pt x="2856" y="77384"/>
                  </a:lnTo>
                  <a:lnTo>
                    <a:pt x="3182" y="77495"/>
                  </a:lnTo>
                  <a:lnTo>
                    <a:pt x="6579" y="78800"/>
                  </a:lnTo>
                  <a:lnTo>
                    <a:pt x="7301" y="78804"/>
                  </a:lnTo>
                  <a:lnTo>
                    <a:pt x="10272" y="79010"/>
                  </a:lnTo>
                  <a:lnTo>
                    <a:pt x="13533" y="79290"/>
                  </a:lnTo>
                  <a:lnTo>
                    <a:pt x="15790" y="79383"/>
                  </a:lnTo>
                  <a:lnTo>
                    <a:pt x="24367" y="82637"/>
                  </a:lnTo>
                  <a:lnTo>
                    <a:pt x="27173" y="83302"/>
                  </a:lnTo>
                  <a:lnTo>
                    <a:pt x="29302" y="81155"/>
                  </a:lnTo>
                  <a:lnTo>
                    <a:pt x="35916" y="67523"/>
                  </a:lnTo>
                  <a:lnTo>
                    <a:pt x="37626" y="63911"/>
                  </a:lnTo>
                  <a:lnTo>
                    <a:pt x="35802" y="60346"/>
                  </a:lnTo>
                  <a:lnTo>
                    <a:pt x="27937" y="64797"/>
                  </a:lnTo>
                  <a:lnTo>
                    <a:pt x="25931" y="65775"/>
                  </a:lnTo>
                  <a:lnTo>
                    <a:pt x="20573" y="67034"/>
                  </a:lnTo>
                  <a:lnTo>
                    <a:pt x="15028" y="64256"/>
                  </a:lnTo>
                  <a:lnTo>
                    <a:pt x="14565" y="61179"/>
                  </a:lnTo>
                  <a:lnTo>
                    <a:pt x="13964" y="57187"/>
                  </a:lnTo>
                  <a:lnTo>
                    <a:pt x="19041" y="56816"/>
                  </a:lnTo>
                  <a:lnTo>
                    <a:pt x="18516" y="52558"/>
                  </a:lnTo>
                  <a:lnTo>
                    <a:pt x="18176" y="49801"/>
                  </a:lnTo>
                  <a:lnTo>
                    <a:pt x="17639" y="45449"/>
                  </a:lnTo>
                  <a:lnTo>
                    <a:pt x="36442" y="37260"/>
                  </a:lnTo>
                  <a:lnTo>
                    <a:pt x="42877" y="34457"/>
                  </a:lnTo>
                  <a:lnTo>
                    <a:pt x="44085" y="27993"/>
                  </a:lnTo>
                  <a:lnTo>
                    <a:pt x="37497" y="27666"/>
                  </a:lnTo>
                  <a:lnTo>
                    <a:pt x="35946" y="27340"/>
                  </a:lnTo>
                  <a:lnTo>
                    <a:pt x="36585" y="23658"/>
                  </a:lnTo>
                  <a:lnTo>
                    <a:pt x="33613" y="22716"/>
                  </a:lnTo>
                  <a:lnTo>
                    <a:pt x="34709" y="18843"/>
                  </a:lnTo>
                  <a:lnTo>
                    <a:pt x="35482" y="16282"/>
                  </a:lnTo>
                  <a:lnTo>
                    <a:pt x="36738" y="15230"/>
                  </a:lnTo>
                  <a:lnTo>
                    <a:pt x="39155" y="18189"/>
                  </a:lnTo>
                  <a:lnTo>
                    <a:pt x="45310" y="18888"/>
                  </a:lnTo>
                  <a:lnTo>
                    <a:pt x="45261" y="19214"/>
                  </a:lnTo>
                  <a:lnTo>
                    <a:pt x="45210" y="22385"/>
                  </a:lnTo>
                  <a:lnTo>
                    <a:pt x="46676" y="22527"/>
                  </a:lnTo>
                  <a:lnTo>
                    <a:pt x="47037" y="22487"/>
                  </a:lnTo>
                  <a:lnTo>
                    <a:pt x="49813" y="22183"/>
                  </a:lnTo>
                  <a:lnTo>
                    <a:pt x="51728" y="22072"/>
                  </a:lnTo>
                  <a:lnTo>
                    <a:pt x="52937" y="21994"/>
                  </a:lnTo>
                  <a:lnTo>
                    <a:pt x="53848" y="21935"/>
                  </a:lnTo>
                  <a:lnTo>
                    <a:pt x="55197" y="21857"/>
                  </a:lnTo>
                  <a:lnTo>
                    <a:pt x="56660" y="21857"/>
                  </a:lnTo>
                  <a:lnTo>
                    <a:pt x="61571" y="21731"/>
                  </a:lnTo>
                  <a:lnTo>
                    <a:pt x="65079" y="25726"/>
                  </a:lnTo>
                  <a:lnTo>
                    <a:pt x="66259" y="24432"/>
                  </a:lnTo>
                  <a:lnTo>
                    <a:pt x="70248" y="21529"/>
                  </a:lnTo>
                  <a:lnTo>
                    <a:pt x="71388" y="20830"/>
                  </a:lnTo>
                  <a:lnTo>
                    <a:pt x="72983" y="22850"/>
                  </a:lnTo>
                  <a:lnTo>
                    <a:pt x="78380" y="19239"/>
                  </a:lnTo>
                  <a:lnTo>
                    <a:pt x="84034" y="15340"/>
                  </a:lnTo>
                  <a:lnTo>
                    <a:pt x="90358" y="10627"/>
                  </a:lnTo>
                  <a:lnTo>
                    <a:pt x="89478" y="8779"/>
                  </a:lnTo>
                  <a:lnTo>
                    <a:pt x="88052" y="4655"/>
                  </a:lnTo>
                  <a:lnTo>
                    <a:pt x="87687" y="3281"/>
                  </a:lnTo>
                  <a:lnTo>
                    <a:pt x="87915" y="2671"/>
                  </a:lnTo>
                  <a:lnTo>
                    <a:pt x="88333" y="2147"/>
                  </a:lnTo>
                  <a:lnTo>
                    <a:pt x="89146" y="1486"/>
                  </a:lnTo>
                  <a:lnTo>
                    <a:pt x="91028" y="570"/>
                  </a:lnTo>
                  <a:lnTo>
                    <a:pt x="92236" y="0"/>
                  </a:lnTo>
                  <a:lnTo>
                    <a:pt x="92286" y="2965"/>
                  </a:lnTo>
                  <a:lnTo>
                    <a:pt x="93396" y="6867"/>
                  </a:lnTo>
                  <a:lnTo>
                    <a:pt x="94595" y="9622"/>
                  </a:lnTo>
                  <a:lnTo>
                    <a:pt x="96790" y="13924"/>
                  </a:lnTo>
                  <a:lnTo>
                    <a:pt x="99366" y="18208"/>
                  </a:lnTo>
                  <a:lnTo>
                    <a:pt x="99713" y="18786"/>
                  </a:lnTo>
                  <a:lnTo>
                    <a:pt x="100331" y="19733"/>
                  </a:lnTo>
                  <a:lnTo>
                    <a:pt x="100571" y="20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404391" y="5164005"/>
              <a:ext cx="147344" cy="129416"/>
            </a:xfrm>
            <a:custGeom>
              <a:avLst/>
              <a:pathLst>
                <a:path w="147344" h="129416">
                  <a:moveTo>
                    <a:pt x="109079" y="11574"/>
                  </a:moveTo>
                  <a:lnTo>
                    <a:pt x="110459" y="13454"/>
                  </a:lnTo>
                  <a:lnTo>
                    <a:pt x="110561" y="13594"/>
                  </a:lnTo>
                  <a:lnTo>
                    <a:pt x="110849" y="13429"/>
                  </a:lnTo>
                  <a:lnTo>
                    <a:pt x="112077" y="12728"/>
                  </a:lnTo>
                  <a:lnTo>
                    <a:pt x="114048" y="11604"/>
                  </a:lnTo>
                  <a:lnTo>
                    <a:pt x="116267" y="11044"/>
                  </a:lnTo>
                  <a:lnTo>
                    <a:pt x="117574" y="11169"/>
                  </a:lnTo>
                  <a:lnTo>
                    <a:pt x="118668" y="11386"/>
                  </a:lnTo>
                  <a:lnTo>
                    <a:pt x="119641" y="11852"/>
                  </a:lnTo>
                  <a:lnTo>
                    <a:pt x="120735" y="12598"/>
                  </a:lnTo>
                  <a:lnTo>
                    <a:pt x="122874" y="15560"/>
                  </a:lnTo>
                  <a:lnTo>
                    <a:pt x="123792" y="17590"/>
                  </a:lnTo>
                  <a:lnTo>
                    <a:pt x="123949" y="17838"/>
                  </a:lnTo>
                  <a:lnTo>
                    <a:pt x="129125" y="25927"/>
                  </a:lnTo>
                  <a:lnTo>
                    <a:pt x="133298" y="32446"/>
                  </a:lnTo>
                  <a:lnTo>
                    <a:pt x="137831" y="39674"/>
                  </a:lnTo>
                  <a:lnTo>
                    <a:pt x="138506" y="40756"/>
                  </a:lnTo>
                  <a:lnTo>
                    <a:pt x="140317" y="44272"/>
                  </a:lnTo>
                  <a:lnTo>
                    <a:pt x="143693" y="50827"/>
                  </a:lnTo>
                  <a:lnTo>
                    <a:pt x="145229" y="53807"/>
                  </a:lnTo>
                  <a:lnTo>
                    <a:pt x="145557" y="55932"/>
                  </a:lnTo>
                  <a:lnTo>
                    <a:pt x="145631" y="56412"/>
                  </a:lnTo>
                  <a:lnTo>
                    <a:pt x="146324" y="60899"/>
                  </a:lnTo>
                  <a:lnTo>
                    <a:pt x="147344" y="71314"/>
                  </a:lnTo>
                  <a:lnTo>
                    <a:pt x="144337" y="74576"/>
                  </a:lnTo>
                  <a:lnTo>
                    <a:pt x="143216" y="75793"/>
                  </a:lnTo>
                  <a:lnTo>
                    <a:pt x="139320" y="80022"/>
                  </a:lnTo>
                  <a:lnTo>
                    <a:pt x="133479" y="86361"/>
                  </a:lnTo>
                  <a:lnTo>
                    <a:pt x="126922" y="93477"/>
                  </a:lnTo>
                  <a:lnTo>
                    <a:pt x="120216" y="100755"/>
                  </a:lnTo>
                  <a:lnTo>
                    <a:pt x="112904" y="108690"/>
                  </a:lnTo>
                  <a:lnTo>
                    <a:pt x="102771" y="119687"/>
                  </a:lnTo>
                  <a:lnTo>
                    <a:pt x="96984" y="125968"/>
                  </a:lnTo>
                  <a:lnTo>
                    <a:pt x="93801" y="129416"/>
                  </a:lnTo>
                  <a:lnTo>
                    <a:pt x="92045" y="127772"/>
                  </a:lnTo>
                  <a:lnTo>
                    <a:pt x="91201" y="126982"/>
                  </a:lnTo>
                  <a:lnTo>
                    <a:pt x="84671" y="120873"/>
                  </a:lnTo>
                  <a:lnTo>
                    <a:pt x="84285" y="120511"/>
                  </a:lnTo>
                  <a:lnTo>
                    <a:pt x="84124" y="120361"/>
                  </a:lnTo>
                  <a:lnTo>
                    <a:pt x="77443" y="114110"/>
                  </a:lnTo>
                  <a:lnTo>
                    <a:pt x="77074" y="113764"/>
                  </a:lnTo>
                  <a:lnTo>
                    <a:pt x="71769" y="108801"/>
                  </a:lnTo>
                  <a:lnTo>
                    <a:pt x="70771" y="107867"/>
                  </a:lnTo>
                  <a:lnTo>
                    <a:pt x="65096" y="102558"/>
                  </a:lnTo>
                  <a:lnTo>
                    <a:pt x="64522" y="102020"/>
                  </a:lnTo>
                  <a:lnTo>
                    <a:pt x="62814" y="100422"/>
                  </a:lnTo>
                  <a:lnTo>
                    <a:pt x="61193" y="98905"/>
                  </a:lnTo>
                  <a:lnTo>
                    <a:pt x="60352" y="98118"/>
                  </a:lnTo>
                  <a:lnTo>
                    <a:pt x="54089" y="92315"/>
                  </a:lnTo>
                  <a:lnTo>
                    <a:pt x="49444" y="88009"/>
                  </a:lnTo>
                  <a:lnTo>
                    <a:pt x="47576" y="86279"/>
                  </a:lnTo>
                  <a:lnTo>
                    <a:pt x="44888" y="83787"/>
                  </a:lnTo>
                  <a:lnTo>
                    <a:pt x="42342" y="81923"/>
                  </a:lnTo>
                  <a:lnTo>
                    <a:pt x="38542" y="79787"/>
                  </a:lnTo>
                  <a:lnTo>
                    <a:pt x="35063" y="78217"/>
                  </a:lnTo>
                  <a:lnTo>
                    <a:pt x="30022" y="76869"/>
                  </a:lnTo>
                  <a:lnTo>
                    <a:pt x="20526" y="75825"/>
                  </a:lnTo>
                  <a:lnTo>
                    <a:pt x="12525" y="74946"/>
                  </a:lnTo>
                  <a:lnTo>
                    <a:pt x="11038" y="74782"/>
                  </a:lnTo>
                  <a:lnTo>
                    <a:pt x="10729" y="74748"/>
                  </a:lnTo>
                  <a:lnTo>
                    <a:pt x="0" y="73569"/>
                  </a:lnTo>
                  <a:lnTo>
                    <a:pt x="369" y="70533"/>
                  </a:lnTo>
                  <a:lnTo>
                    <a:pt x="2849" y="50148"/>
                  </a:lnTo>
                  <a:lnTo>
                    <a:pt x="2869" y="49990"/>
                  </a:lnTo>
                  <a:lnTo>
                    <a:pt x="2934" y="49455"/>
                  </a:lnTo>
                  <a:lnTo>
                    <a:pt x="3035" y="48618"/>
                  </a:lnTo>
                  <a:lnTo>
                    <a:pt x="4401" y="36962"/>
                  </a:lnTo>
                  <a:lnTo>
                    <a:pt x="4740" y="34070"/>
                  </a:lnTo>
                  <a:lnTo>
                    <a:pt x="6847" y="16088"/>
                  </a:lnTo>
                  <a:lnTo>
                    <a:pt x="6949" y="15213"/>
                  </a:lnTo>
                  <a:lnTo>
                    <a:pt x="7155" y="13459"/>
                  </a:lnTo>
                  <a:lnTo>
                    <a:pt x="8088" y="5487"/>
                  </a:lnTo>
                  <a:lnTo>
                    <a:pt x="8274" y="4933"/>
                  </a:lnTo>
                  <a:lnTo>
                    <a:pt x="8761" y="5003"/>
                  </a:lnTo>
                  <a:lnTo>
                    <a:pt x="19426" y="6545"/>
                  </a:lnTo>
                  <a:lnTo>
                    <a:pt x="19559" y="6564"/>
                  </a:lnTo>
                  <a:lnTo>
                    <a:pt x="29055" y="7852"/>
                  </a:lnTo>
                  <a:lnTo>
                    <a:pt x="38067" y="8959"/>
                  </a:lnTo>
                  <a:lnTo>
                    <a:pt x="46435" y="9986"/>
                  </a:lnTo>
                  <a:lnTo>
                    <a:pt x="55917" y="11150"/>
                  </a:lnTo>
                  <a:lnTo>
                    <a:pt x="58362" y="11450"/>
                  </a:lnTo>
                  <a:lnTo>
                    <a:pt x="65371" y="12311"/>
                  </a:lnTo>
                  <a:lnTo>
                    <a:pt x="65503" y="12327"/>
                  </a:lnTo>
                  <a:lnTo>
                    <a:pt x="69737" y="12789"/>
                  </a:lnTo>
                  <a:lnTo>
                    <a:pt x="73639" y="12892"/>
                  </a:lnTo>
                  <a:lnTo>
                    <a:pt x="74299" y="12909"/>
                  </a:lnTo>
                  <a:lnTo>
                    <a:pt x="92538" y="12794"/>
                  </a:lnTo>
                  <a:lnTo>
                    <a:pt x="93009" y="12791"/>
                  </a:lnTo>
                  <a:lnTo>
                    <a:pt x="92965" y="12229"/>
                  </a:lnTo>
                  <a:lnTo>
                    <a:pt x="92913" y="11671"/>
                  </a:lnTo>
                  <a:lnTo>
                    <a:pt x="92626" y="703"/>
                  </a:lnTo>
                  <a:lnTo>
                    <a:pt x="93114" y="692"/>
                  </a:lnTo>
                  <a:lnTo>
                    <a:pt x="100329" y="357"/>
                  </a:lnTo>
                  <a:lnTo>
                    <a:pt x="108148" y="0"/>
                  </a:lnTo>
                  <a:lnTo>
                    <a:pt x="108050" y="8862"/>
                  </a:lnTo>
                  <a:lnTo>
                    <a:pt x="108412" y="10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284501" y="5140066"/>
              <a:ext cx="131104" cy="113308"/>
            </a:xfrm>
            <a:custGeom>
              <a:avLst/>
              <a:pathLst>
                <a:path w="131104" h="113308">
                  <a:moveTo>
                    <a:pt x="101006" y="216"/>
                  </a:moveTo>
                  <a:lnTo>
                    <a:pt x="105400" y="1487"/>
                  </a:lnTo>
                  <a:lnTo>
                    <a:pt x="105840" y="1396"/>
                  </a:lnTo>
                  <a:lnTo>
                    <a:pt x="110025" y="527"/>
                  </a:lnTo>
                  <a:lnTo>
                    <a:pt x="110169" y="497"/>
                  </a:lnTo>
                  <a:lnTo>
                    <a:pt x="110267" y="2029"/>
                  </a:lnTo>
                  <a:lnTo>
                    <a:pt x="110368" y="2645"/>
                  </a:lnTo>
                  <a:lnTo>
                    <a:pt x="110588" y="2651"/>
                  </a:lnTo>
                  <a:lnTo>
                    <a:pt x="115915" y="2803"/>
                  </a:lnTo>
                  <a:lnTo>
                    <a:pt x="116319" y="2815"/>
                  </a:lnTo>
                  <a:lnTo>
                    <a:pt x="116100" y="882"/>
                  </a:lnTo>
                  <a:lnTo>
                    <a:pt x="117243" y="1434"/>
                  </a:lnTo>
                  <a:lnTo>
                    <a:pt x="118304" y="1811"/>
                  </a:lnTo>
                  <a:lnTo>
                    <a:pt x="120195" y="2365"/>
                  </a:lnTo>
                  <a:lnTo>
                    <a:pt x="120743" y="2267"/>
                  </a:lnTo>
                  <a:lnTo>
                    <a:pt x="120923" y="2235"/>
                  </a:lnTo>
                  <a:lnTo>
                    <a:pt x="121299" y="2167"/>
                  </a:lnTo>
                  <a:lnTo>
                    <a:pt x="123521" y="2152"/>
                  </a:lnTo>
                  <a:lnTo>
                    <a:pt x="127196" y="2128"/>
                  </a:lnTo>
                  <a:lnTo>
                    <a:pt x="130671" y="2290"/>
                  </a:lnTo>
                  <a:lnTo>
                    <a:pt x="131104" y="2310"/>
                  </a:lnTo>
                  <a:lnTo>
                    <a:pt x="131070" y="2606"/>
                  </a:lnTo>
                  <a:lnTo>
                    <a:pt x="128675" y="23385"/>
                  </a:lnTo>
                  <a:lnTo>
                    <a:pt x="128045" y="28854"/>
                  </a:lnTo>
                  <a:lnTo>
                    <a:pt x="127978" y="29426"/>
                  </a:lnTo>
                  <a:lnTo>
                    <a:pt x="127044" y="37398"/>
                  </a:lnTo>
                  <a:lnTo>
                    <a:pt x="126839" y="39152"/>
                  </a:lnTo>
                  <a:lnTo>
                    <a:pt x="126736" y="40027"/>
                  </a:lnTo>
                  <a:lnTo>
                    <a:pt x="124630" y="58009"/>
                  </a:lnTo>
                  <a:lnTo>
                    <a:pt x="124291" y="60901"/>
                  </a:lnTo>
                  <a:lnTo>
                    <a:pt x="122925" y="72557"/>
                  </a:lnTo>
                  <a:lnTo>
                    <a:pt x="122823" y="73394"/>
                  </a:lnTo>
                  <a:lnTo>
                    <a:pt x="122758" y="73929"/>
                  </a:lnTo>
                  <a:lnTo>
                    <a:pt x="122739" y="74086"/>
                  </a:lnTo>
                  <a:lnTo>
                    <a:pt x="120259" y="94472"/>
                  </a:lnTo>
                  <a:lnTo>
                    <a:pt x="119889" y="97508"/>
                  </a:lnTo>
                  <a:lnTo>
                    <a:pt x="119785" y="98449"/>
                  </a:lnTo>
                  <a:lnTo>
                    <a:pt x="119655" y="99630"/>
                  </a:lnTo>
                  <a:lnTo>
                    <a:pt x="119432" y="101654"/>
                  </a:lnTo>
                  <a:lnTo>
                    <a:pt x="118496" y="110130"/>
                  </a:lnTo>
                  <a:lnTo>
                    <a:pt x="118386" y="110816"/>
                  </a:lnTo>
                  <a:lnTo>
                    <a:pt x="117793" y="110744"/>
                  </a:lnTo>
                  <a:lnTo>
                    <a:pt x="116164" y="110545"/>
                  </a:lnTo>
                  <a:lnTo>
                    <a:pt x="108087" y="109557"/>
                  </a:lnTo>
                  <a:lnTo>
                    <a:pt x="107743" y="109515"/>
                  </a:lnTo>
                  <a:lnTo>
                    <a:pt x="101657" y="108771"/>
                  </a:lnTo>
                  <a:lnTo>
                    <a:pt x="98278" y="108358"/>
                  </a:lnTo>
                  <a:lnTo>
                    <a:pt x="97502" y="108263"/>
                  </a:lnTo>
                  <a:lnTo>
                    <a:pt x="97575" y="107998"/>
                  </a:lnTo>
                  <a:lnTo>
                    <a:pt x="96440" y="107784"/>
                  </a:lnTo>
                  <a:lnTo>
                    <a:pt x="93607" y="106792"/>
                  </a:lnTo>
                  <a:lnTo>
                    <a:pt x="92410" y="106307"/>
                  </a:lnTo>
                  <a:lnTo>
                    <a:pt x="91522" y="105642"/>
                  </a:lnTo>
                  <a:lnTo>
                    <a:pt x="91130" y="105274"/>
                  </a:lnTo>
                  <a:lnTo>
                    <a:pt x="90340" y="104535"/>
                  </a:lnTo>
                  <a:lnTo>
                    <a:pt x="89463" y="104983"/>
                  </a:lnTo>
                  <a:lnTo>
                    <a:pt x="89027" y="105452"/>
                  </a:lnTo>
                  <a:lnTo>
                    <a:pt x="87095" y="106021"/>
                  </a:lnTo>
                  <a:lnTo>
                    <a:pt x="86180" y="106290"/>
                  </a:lnTo>
                  <a:lnTo>
                    <a:pt x="84798" y="106697"/>
                  </a:lnTo>
                  <a:lnTo>
                    <a:pt x="82867" y="106269"/>
                  </a:lnTo>
                  <a:lnTo>
                    <a:pt x="79086" y="107894"/>
                  </a:lnTo>
                  <a:lnTo>
                    <a:pt x="77550" y="108554"/>
                  </a:lnTo>
                  <a:lnTo>
                    <a:pt x="70238" y="111696"/>
                  </a:lnTo>
                  <a:lnTo>
                    <a:pt x="67299" y="111505"/>
                  </a:lnTo>
                  <a:lnTo>
                    <a:pt x="66299" y="111440"/>
                  </a:lnTo>
                  <a:lnTo>
                    <a:pt x="61360" y="108673"/>
                  </a:lnTo>
                  <a:lnTo>
                    <a:pt x="60196" y="107489"/>
                  </a:lnTo>
                  <a:lnTo>
                    <a:pt x="58816" y="107857"/>
                  </a:lnTo>
                  <a:lnTo>
                    <a:pt x="44797" y="113308"/>
                  </a:lnTo>
                  <a:lnTo>
                    <a:pt x="34063" y="109036"/>
                  </a:lnTo>
                  <a:lnTo>
                    <a:pt x="29218" y="102336"/>
                  </a:lnTo>
                  <a:lnTo>
                    <a:pt x="26843" y="99229"/>
                  </a:lnTo>
                  <a:lnTo>
                    <a:pt x="38717" y="92433"/>
                  </a:lnTo>
                  <a:lnTo>
                    <a:pt x="34348" y="85928"/>
                  </a:lnTo>
                  <a:lnTo>
                    <a:pt x="30738" y="81461"/>
                  </a:lnTo>
                  <a:lnTo>
                    <a:pt x="30639" y="80476"/>
                  </a:lnTo>
                  <a:lnTo>
                    <a:pt x="30358" y="77675"/>
                  </a:lnTo>
                  <a:lnTo>
                    <a:pt x="20026" y="74304"/>
                  </a:lnTo>
                  <a:lnTo>
                    <a:pt x="19974" y="76048"/>
                  </a:lnTo>
                  <a:lnTo>
                    <a:pt x="15111" y="76009"/>
                  </a:lnTo>
                  <a:lnTo>
                    <a:pt x="12451" y="72863"/>
                  </a:lnTo>
                  <a:lnTo>
                    <a:pt x="8946" y="71161"/>
                  </a:lnTo>
                  <a:lnTo>
                    <a:pt x="2810" y="70093"/>
                  </a:lnTo>
                  <a:lnTo>
                    <a:pt x="0" y="69528"/>
                  </a:lnTo>
                  <a:lnTo>
                    <a:pt x="16732" y="40318"/>
                  </a:lnTo>
                  <a:lnTo>
                    <a:pt x="33867" y="36206"/>
                  </a:lnTo>
                  <a:lnTo>
                    <a:pt x="38081" y="41935"/>
                  </a:lnTo>
                  <a:lnTo>
                    <a:pt x="38996" y="43342"/>
                  </a:lnTo>
                  <a:lnTo>
                    <a:pt x="39397" y="43938"/>
                  </a:lnTo>
                  <a:lnTo>
                    <a:pt x="49489" y="38315"/>
                  </a:lnTo>
                  <a:lnTo>
                    <a:pt x="56643" y="36570"/>
                  </a:lnTo>
                  <a:lnTo>
                    <a:pt x="59399" y="35287"/>
                  </a:lnTo>
                  <a:lnTo>
                    <a:pt x="61316" y="34395"/>
                  </a:lnTo>
                  <a:lnTo>
                    <a:pt x="61875" y="34190"/>
                  </a:lnTo>
                  <a:lnTo>
                    <a:pt x="62227" y="34748"/>
                  </a:lnTo>
                  <a:lnTo>
                    <a:pt x="64520" y="38384"/>
                  </a:lnTo>
                  <a:lnTo>
                    <a:pt x="64839" y="39386"/>
                  </a:lnTo>
                  <a:lnTo>
                    <a:pt x="85881" y="37219"/>
                  </a:lnTo>
                  <a:lnTo>
                    <a:pt x="86839" y="35099"/>
                  </a:lnTo>
                  <a:lnTo>
                    <a:pt x="78609" y="30252"/>
                  </a:lnTo>
                  <a:lnTo>
                    <a:pt x="73821" y="17925"/>
                  </a:lnTo>
                  <a:lnTo>
                    <a:pt x="77735" y="6041"/>
                  </a:lnTo>
                  <a:lnTo>
                    <a:pt x="81989" y="3022"/>
                  </a:lnTo>
                  <a:lnTo>
                    <a:pt x="87167" y="2962"/>
                  </a:lnTo>
                  <a:lnTo>
                    <a:pt x="96741" y="5091"/>
                  </a:lnTo>
                  <a:lnTo>
                    <a:pt x="97958" y="0"/>
                  </a:lnTo>
                  <a:lnTo>
                    <a:pt x="98529" y="40"/>
                  </a:lnTo>
                  <a:lnTo>
                    <a:pt x="100655" y="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298928" y="5382266"/>
              <a:ext cx="150256" cy="200311"/>
            </a:xfrm>
            <a:custGeom>
              <a:avLst/>
              <a:pathLst>
                <a:path w="150256" h="200311">
                  <a:moveTo>
                    <a:pt x="101130" y="149889"/>
                  </a:moveTo>
                  <a:lnTo>
                    <a:pt x="96759" y="167052"/>
                  </a:lnTo>
                  <a:lnTo>
                    <a:pt x="95311" y="173619"/>
                  </a:lnTo>
                  <a:lnTo>
                    <a:pt x="95162" y="174296"/>
                  </a:lnTo>
                  <a:lnTo>
                    <a:pt x="93484" y="181452"/>
                  </a:lnTo>
                  <a:lnTo>
                    <a:pt x="92286" y="187146"/>
                  </a:lnTo>
                  <a:lnTo>
                    <a:pt x="91329" y="190992"/>
                  </a:lnTo>
                  <a:lnTo>
                    <a:pt x="91112" y="191574"/>
                  </a:lnTo>
                  <a:lnTo>
                    <a:pt x="90200" y="193380"/>
                  </a:lnTo>
                  <a:lnTo>
                    <a:pt x="89300" y="194732"/>
                  </a:lnTo>
                  <a:lnTo>
                    <a:pt x="87898" y="196188"/>
                  </a:lnTo>
                  <a:lnTo>
                    <a:pt x="86074" y="197691"/>
                  </a:lnTo>
                  <a:lnTo>
                    <a:pt x="85300" y="198095"/>
                  </a:lnTo>
                  <a:lnTo>
                    <a:pt x="84324" y="197669"/>
                  </a:lnTo>
                  <a:lnTo>
                    <a:pt x="77024" y="200311"/>
                  </a:lnTo>
                  <a:lnTo>
                    <a:pt x="75474" y="197745"/>
                  </a:lnTo>
                  <a:lnTo>
                    <a:pt x="75410" y="195285"/>
                  </a:lnTo>
                  <a:lnTo>
                    <a:pt x="77367" y="194696"/>
                  </a:lnTo>
                  <a:lnTo>
                    <a:pt x="77258" y="193935"/>
                  </a:lnTo>
                  <a:lnTo>
                    <a:pt x="76748" y="190368"/>
                  </a:lnTo>
                  <a:lnTo>
                    <a:pt x="76699" y="190027"/>
                  </a:lnTo>
                  <a:lnTo>
                    <a:pt x="75724" y="190004"/>
                  </a:lnTo>
                  <a:lnTo>
                    <a:pt x="70442" y="187771"/>
                  </a:lnTo>
                  <a:lnTo>
                    <a:pt x="69948" y="188956"/>
                  </a:lnTo>
                  <a:lnTo>
                    <a:pt x="69600" y="188776"/>
                  </a:lnTo>
                  <a:lnTo>
                    <a:pt x="66447" y="187507"/>
                  </a:lnTo>
                  <a:lnTo>
                    <a:pt x="66073" y="187383"/>
                  </a:lnTo>
                  <a:lnTo>
                    <a:pt x="65771" y="187840"/>
                  </a:lnTo>
                  <a:lnTo>
                    <a:pt x="64820" y="189277"/>
                  </a:lnTo>
                  <a:lnTo>
                    <a:pt x="64686" y="189480"/>
                  </a:lnTo>
                  <a:lnTo>
                    <a:pt x="64304" y="189289"/>
                  </a:lnTo>
                  <a:lnTo>
                    <a:pt x="63450" y="188861"/>
                  </a:lnTo>
                  <a:lnTo>
                    <a:pt x="56194" y="185227"/>
                  </a:lnTo>
                  <a:lnTo>
                    <a:pt x="56136" y="184813"/>
                  </a:lnTo>
                  <a:lnTo>
                    <a:pt x="51402" y="184979"/>
                  </a:lnTo>
                  <a:lnTo>
                    <a:pt x="45452" y="183292"/>
                  </a:lnTo>
                  <a:lnTo>
                    <a:pt x="41890" y="181690"/>
                  </a:lnTo>
                  <a:lnTo>
                    <a:pt x="38043" y="177030"/>
                  </a:lnTo>
                  <a:lnTo>
                    <a:pt x="31774" y="174408"/>
                  </a:lnTo>
                  <a:lnTo>
                    <a:pt x="26359" y="173389"/>
                  </a:lnTo>
                  <a:lnTo>
                    <a:pt x="17098" y="172806"/>
                  </a:lnTo>
                  <a:lnTo>
                    <a:pt x="10543" y="168874"/>
                  </a:lnTo>
                  <a:lnTo>
                    <a:pt x="2137" y="164650"/>
                  </a:lnTo>
                  <a:lnTo>
                    <a:pt x="0" y="163485"/>
                  </a:lnTo>
                  <a:lnTo>
                    <a:pt x="667" y="162114"/>
                  </a:lnTo>
                  <a:lnTo>
                    <a:pt x="2519" y="160658"/>
                  </a:lnTo>
                  <a:lnTo>
                    <a:pt x="3374" y="158910"/>
                  </a:lnTo>
                  <a:lnTo>
                    <a:pt x="4087" y="157162"/>
                  </a:lnTo>
                  <a:lnTo>
                    <a:pt x="6366" y="155414"/>
                  </a:lnTo>
                  <a:lnTo>
                    <a:pt x="8504" y="152356"/>
                  </a:lnTo>
                  <a:lnTo>
                    <a:pt x="14346" y="149152"/>
                  </a:lnTo>
                  <a:lnTo>
                    <a:pt x="16483" y="147113"/>
                  </a:lnTo>
                  <a:lnTo>
                    <a:pt x="21185" y="144491"/>
                  </a:lnTo>
                  <a:lnTo>
                    <a:pt x="25032" y="141433"/>
                  </a:lnTo>
                  <a:lnTo>
                    <a:pt x="28024" y="138811"/>
                  </a:lnTo>
                  <a:lnTo>
                    <a:pt x="32156" y="137938"/>
                  </a:lnTo>
                  <a:lnTo>
                    <a:pt x="38283" y="136627"/>
                  </a:lnTo>
                  <a:lnTo>
                    <a:pt x="43840" y="133568"/>
                  </a:lnTo>
                  <a:lnTo>
                    <a:pt x="46405" y="132112"/>
                  </a:lnTo>
                  <a:lnTo>
                    <a:pt x="48400" y="132112"/>
                  </a:lnTo>
                  <a:lnTo>
                    <a:pt x="51107" y="134005"/>
                  </a:lnTo>
                  <a:lnTo>
                    <a:pt x="61651" y="140122"/>
                  </a:lnTo>
                  <a:lnTo>
                    <a:pt x="64073" y="144200"/>
                  </a:lnTo>
                  <a:lnTo>
                    <a:pt x="64109" y="147003"/>
                  </a:lnTo>
                  <a:lnTo>
                    <a:pt x="65268" y="148712"/>
                  </a:lnTo>
                  <a:lnTo>
                    <a:pt x="67039" y="150031"/>
                  </a:lnTo>
                  <a:lnTo>
                    <a:pt x="67242" y="150167"/>
                  </a:lnTo>
                  <a:lnTo>
                    <a:pt x="67671" y="150493"/>
                  </a:lnTo>
                  <a:lnTo>
                    <a:pt x="69775" y="152096"/>
                  </a:lnTo>
                  <a:lnTo>
                    <a:pt x="71368" y="153326"/>
                  </a:lnTo>
                  <a:lnTo>
                    <a:pt x="76089" y="149703"/>
                  </a:lnTo>
                  <a:lnTo>
                    <a:pt x="78562" y="147034"/>
                  </a:lnTo>
                  <a:lnTo>
                    <a:pt x="84275" y="138351"/>
                  </a:lnTo>
                  <a:lnTo>
                    <a:pt x="85506" y="137391"/>
                  </a:lnTo>
                  <a:lnTo>
                    <a:pt x="91925" y="132387"/>
                  </a:lnTo>
                  <a:lnTo>
                    <a:pt x="93836" y="131442"/>
                  </a:lnTo>
                  <a:lnTo>
                    <a:pt x="95081" y="131166"/>
                  </a:lnTo>
                  <a:lnTo>
                    <a:pt x="95871" y="130575"/>
                  </a:lnTo>
                  <a:lnTo>
                    <a:pt x="96121" y="129619"/>
                  </a:lnTo>
                  <a:lnTo>
                    <a:pt x="95740" y="128922"/>
                  </a:lnTo>
                  <a:lnTo>
                    <a:pt x="93066" y="126249"/>
                  </a:lnTo>
                  <a:lnTo>
                    <a:pt x="91268" y="124816"/>
                  </a:lnTo>
                  <a:lnTo>
                    <a:pt x="87032" y="122284"/>
                  </a:lnTo>
                  <a:lnTo>
                    <a:pt x="88203" y="119381"/>
                  </a:lnTo>
                  <a:lnTo>
                    <a:pt x="86977" y="118327"/>
                  </a:lnTo>
                  <a:lnTo>
                    <a:pt x="85283" y="113192"/>
                  </a:lnTo>
                  <a:lnTo>
                    <a:pt x="85543" y="109907"/>
                  </a:lnTo>
                  <a:lnTo>
                    <a:pt x="86831" y="108473"/>
                  </a:lnTo>
                  <a:lnTo>
                    <a:pt x="87343" y="107903"/>
                  </a:lnTo>
                  <a:lnTo>
                    <a:pt x="89256" y="105773"/>
                  </a:lnTo>
                  <a:lnTo>
                    <a:pt x="91506" y="104011"/>
                  </a:lnTo>
                  <a:lnTo>
                    <a:pt x="93767" y="102240"/>
                  </a:lnTo>
                  <a:lnTo>
                    <a:pt x="99642" y="97639"/>
                  </a:lnTo>
                  <a:lnTo>
                    <a:pt x="105366" y="93156"/>
                  </a:lnTo>
                  <a:lnTo>
                    <a:pt x="107627" y="91688"/>
                  </a:lnTo>
                  <a:lnTo>
                    <a:pt x="109534" y="87483"/>
                  </a:lnTo>
                  <a:lnTo>
                    <a:pt x="110127" y="85663"/>
                  </a:lnTo>
                  <a:lnTo>
                    <a:pt x="110653" y="79679"/>
                  </a:lnTo>
                  <a:lnTo>
                    <a:pt x="108151" y="79044"/>
                  </a:lnTo>
                  <a:lnTo>
                    <a:pt x="103166" y="76113"/>
                  </a:lnTo>
                  <a:lnTo>
                    <a:pt x="95495" y="73463"/>
                  </a:lnTo>
                  <a:lnTo>
                    <a:pt x="91399" y="72048"/>
                  </a:lnTo>
                  <a:lnTo>
                    <a:pt x="87040" y="69429"/>
                  </a:lnTo>
                  <a:lnTo>
                    <a:pt x="82407" y="66259"/>
                  </a:lnTo>
                  <a:lnTo>
                    <a:pt x="82126" y="66066"/>
                  </a:lnTo>
                  <a:lnTo>
                    <a:pt x="73636" y="61543"/>
                  </a:lnTo>
                  <a:lnTo>
                    <a:pt x="63015" y="56178"/>
                  </a:lnTo>
                  <a:lnTo>
                    <a:pt x="60032" y="53424"/>
                  </a:lnTo>
                  <a:lnTo>
                    <a:pt x="58545" y="39592"/>
                  </a:lnTo>
                  <a:lnTo>
                    <a:pt x="57702" y="31055"/>
                  </a:lnTo>
                  <a:lnTo>
                    <a:pt x="58278" y="30091"/>
                  </a:lnTo>
                  <a:lnTo>
                    <a:pt x="58857" y="29122"/>
                  </a:lnTo>
                  <a:lnTo>
                    <a:pt x="58819" y="28147"/>
                  </a:lnTo>
                  <a:lnTo>
                    <a:pt x="70703" y="25533"/>
                  </a:lnTo>
                  <a:lnTo>
                    <a:pt x="77903" y="23642"/>
                  </a:lnTo>
                  <a:lnTo>
                    <a:pt x="79579" y="23202"/>
                  </a:lnTo>
                  <a:lnTo>
                    <a:pt x="83226" y="22609"/>
                  </a:lnTo>
                  <a:lnTo>
                    <a:pt x="103836" y="19256"/>
                  </a:lnTo>
                  <a:lnTo>
                    <a:pt x="105204" y="19013"/>
                  </a:lnTo>
                  <a:lnTo>
                    <a:pt x="108189" y="18483"/>
                  </a:lnTo>
                  <a:lnTo>
                    <a:pt x="113806" y="17485"/>
                  </a:lnTo>
                  <a:lnTo>
                    <a:pt x="114010" y="17450"/>
                  </a:lnTo>
                  <a:lnTo>
                    <a:pt x="122877" y="15927"/>
                  </a:lnTo>
                  <a:lnTo>
                    <a:pt x="125582" y="15463"/>
                  </a:lnTo>
                  <a:lnTo>
                    <a:pt x="126263" y="13880"/>
                  </a:lnTo>
                  <a:lnTo>
                    <a:pt x="129071" y="7358"/>
                  </a:lnTo>
                  <a:lnTo>
                    <a:pt x="129889" y="5457"/>
                  </a:lnTo>
                  <a:lnTo>
                    <a:pt x="132238" y="0"/>
                  </a:lnTo>
                  <a:lnTo>
                    <a:pt x="146535" y="5878"/>
                  </a:lnTo>
                  <a:lnTo>
                    <a:pt x="149993" y="7299"/>
                  </a:lnTo>
                  <a:lnTo>
                    <a:pt x="150256" y="7407"/>
                  </a:lnTo>
                  <a:lnTo>
                    <a:pt x="144971" y="12397"/>
                  </a:lnTo>
                  <a:lnTo>
                    <a:pt x="144548" y="12796"/>
                  </a:lnTo>
                  <a:lnTo>
                    <a:pt x="141664" y="16692"/>
                  </a:lnTo>
                  <a:lnTo>
                    <a:pt x="139267" y="22782"/>
                  </a:lnTo>
                  <a:lnTo>
                    <a:pt x="138122" y="25691"/>
                  </a:lnTo>
                  <a:lnTo>
                    <a:pt x="137701" y="26574"/>
                  </a:lnTo>
                  <a:lnTo>
                    <a:pt x="137565" y="26913"/>
                  </a:lnTo>
                  <a:lnTo>
                    <a:pt x="133174" y="37871"/>
                  </a:lnTo>
                  <a:lnTo>
                    <a:pt x="132461" y="41330"/>
                  </a:lnTo>
                  <a:lnTo>
                    <a:pt x="132521" y="46063"/>
                  </a:lnTo>
                  <a:lnTo>
                    <a:pt x="133033" y="47373"/>
                  </a:lnTo>
                  <a:lnTo>
                    <a:pt x="134743" y="50949"/>
                  </a:lnTo>
                  <a:lnTo>
                    <a:pt x="142397" y="61852"/>
                  </a:lnTo>
                  <a:lnTo>
                    <a:pt x="140551" y="63506"/>
                  </a:lnTo>
                  <a:lnTo>
                    <a:pt x="136861" y="67291"/>
                  </a:lnTo>
                  <a:lnTo>
                    <a:pt x="132645" y="71709"/>
                  </a:lnTo>
                  <a:lnTo>
                    <a:pt x="132005" y="72381"/>
                  </a:lnTo>
                  <a:lnTo>
                    <a:pt x="130806" y="73637"/>
                  </a:lnTo>
                  <a:lnTo>
                    <a:pt x="129142" y="75380"/>
                  </a:lnTo>
                  <a:lnTo>
                    <a:pt x="117655" y="88997"/>
                  </a:lnTo>
                  <a:lnTo>
                    <a:pt x="116302" y="90672"/>
                  </a:lnTo>
                  <a:lnTo>
                    <a:pt x="109842" y="95832"/>
                  </a:lnTo>
                  <a:lnTo>
                    <a:pt x="107753" y="99920"/>
                  </a:lnTo>
                  <a:lnTo>
                    <a:pt x="106528" y="102768"/>
                  </a:lnTo>
                  <a:lnTo>
                    <a:pt x="105831" y="104715"/>
                  </a:lnTo>
                  <a:lnTo>
                    <a:pt x="104855" y="109248"/>
                  </a:lnTo>
                  <a:lnTo>
                    <a:pt x="102892" y="128862"/>
                  </a:lnTo>
                  <a:lnTo>
                    <a:pt x="102787" y="129911"/>
                  </a:lnTo>
                  <a:lnTo>
                    <a:pt x="102609" y="132785"/>
                  </a:lnTo>
                  <a:lnTo>
                    <a:pt x="102444" y="135457"/>
                  </a:lnTo>
                  <a:lnTo>
                    <a:pt x="101929" y="14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007289" y="5213223"/>
              <a:ext cx="176678" cy="143097"/>
            </a:xfrm>
            <a:custGeom>
              <a:avLst/>
              <a:pathLst>
                <a:path w="176678" h="143097">
                  <a:moveTo>
                    <a:pt x="150547" y="3064"/>
                  </a:moveTo>
                  <a:lnTo>
                    <a:pt x="155052" y="11132"/>
                  </a:lnTo>
                  <a:lnTo>
                    <a:pt x="165510" y="3762"/>
                  </a:lnTo>
                  <a:lnTo>
                    <a:pt x="169221" y="2028"/>
                  </a:lnTo>
                  <a:lnTo>
                    <a:pt x="166215" y="16979"/>
                  </a:lnTo>
                  <a:lnTo>
                    <a:pt x="163333" y="31313"/>
                  </a:lnTo>
                  <a:lnTo>
                    <a:pt x="163205" y="32832"/>
                  </a:lnTo>
                  <a:lnTo>
                    <a:pt x="161815" y="49339"/>
                  </a:lnTo>
                  <a:lnTo>
                    <a:pt x="161752" y="49923"/>
                  </a:lnTo>
                  <a:lnTo>
                    <a:pt x="176678" y="50798"/>
                  </a:lnTo>
                  <a:lnTo>
                    <a:pt x="176222" y="56248"/>
                  </a:lnTo>
                  <a:lnTo>
                    <a:pt x="175924" y="59797"/>
                  </a:lnTo>
                  <a:lnTo>
                    <a:pt x="175629" y="63324"/>
                  </a:lnTo>
                  <a:lnTo>
                    <a:pt x="175304" y="67199"/>
                  </a:lnTo>
                  <a:lnTo>
                    <a:pt x="174953" y="71399"/>
                  </a:lnTo>
                  <a:lnTo>
                    <a:pt x="174601" y="75591"/>
                  </a:lnTo>
                  <a:lnTo>
                    <a:pt x="172303" y="101746"/>
                  </a:lnTo>
                  <a:lnTo>
                    <a:pt x="171473" y="101685"/>
                  </a:lnTo>
                  <a:lnTo>
                    <a:pt x="151836" y="100250"/>
                  </a:lnTo>
                  <a:lnTo>
                    <a:pt x="151726" y="101777"/>
                  </a:lnTo>
                  <a:lnTo>
                    <a:pt x="151034" y="111355"/>
                  </a:lnTo>
                  <a:lnTo>
                    <a:pt x="150336" y="121020"/>
                  </a:lnTo>
                  <a:lnTo>
                    <a:pt x="151294" y="121105"/>
                  </a:lnTo>
                  <a:lnTo>
                    <a:pt x="151161" y="123796"/>
                  </a:lnTo>
                  <a:lnTo>
                    <a:pt x="150934" y="128423"/>
                  </a:lnTo>
                  <a:lnTo>
                    <a:pt x="150679" y="131191"/>
                  </a:lnTo>
                  <a:lnTo>
                    <a:pt x="150428" y="138107"/>
                  </a:lnTo>
                  <a:lnTo>
                    <a:pt x="149786" y="138114"/>
                  </a:lnTo>
                  <a:lnTo>
                    <a:pt x="147035" y="138436"/>
                  </a:lnTo>
                  <a:lnTo>
                    <a:pt x="140624" y="141997"/>
                  </a:lnTo>
                  <a:lnTo>
                    <a:pt x="139341" y="142708"/>
                  </a:lnTo>
                  <a:lnTo>
                    <a:pt x="135732" y="143097"/>
                  </a:lnTo>
                  <a:lnTo>
                    <a:pt x="132594" y="142551"/>
                  </a:lnTo>
                  <a:lnTo>
                    <a:pt x="119547" y="140279"/>
                  </a:lnTo>
                  <a:lnTo>
                    <a:pt x="112916" y="139125"/>
                  </a:lnTo>
                  <a:lnTo>
                    <a:pt x="112422" y="139039"/>
                  </a:lnTo>
                  <a:lnTo>
                    <a:pt x="111962" y="138959"/>
                  </a:lnTo>
                  <a:lnTo>
                    <a:pt x="102057" y="137235"/>
                  </a:lnTo>
                  <a:lnTo>
                    <a:pt x="101305" y="137104"/>
                  </a:lnTo>
                  <a:lnTo>
                    <a:pt x="94562" y="135930"/>
                  </a:lnTo>
                  <a:lnTo>
                    <a:pt x="77111" y="132755"/>
                  </a:lnTo>
                  <a:lnTo>
                    <a:pt x="72820" y="132145"/>
                  </a:lnTo>
                  <a:lnTo>
                    <a:pt x="70874" y="131916"/>
                  </a:lnTo>
                  <a:lnTo>
                    <a:pt x="57844" y="130382"/>
                  </a:lnTo>
                  <a:lnTo>
                    <a:pt x="51993" y="129693"/>
                  </a:lnTo>
                  <a:lnTo>
                    <a:pt x="41164" y="125761"/>
                  </a:lnTo>
                  <a:lnTo>
                    <a:pt x="37103" y="125090"/>
                  </a:lnTo>
                  <a:lnTo>
                    <a:pt x="36189" y="125008"/>
                  </a:lnTo>
                  <a:lnTo>
                    <a:pt x="34764" y="124880"/>
                  </a:lnTo>
                  <a:lnTo>
                    <a:pt x="34306" y="121927"/>
                  </a:lnTo>
                  <a:lnTo>
                    <a:pt x="33427" y="116254"/>
                  </a:lnTo>
                  <a:lnTo>
                    <a:pt x="33130" y="114338"/>
                  </a:lnTo>
                  <a:lnTo>
                    <a:pt x="33039" y="113752"/>
                  </a:lnTo>
                  <a:lnTo>
                    <a:pt x="33010" y="113565"/>
                  </a:lnTo>
                  <a:lnTo>
                    <a:pt x="32987" y="113418"/>
                  </a:lnTo>
                  <a:lnTo>
                    <a:pt x="31756" y="113573"/>
                  </a:lnTo>
                  <a:lnTo>
                    <a:pt x="26027" y="113999"/>
                  </a:lnTo>
                  <a:lnTo>
                    <a:pt x="21848" y="113512"/>
                  </a:lnTo>
                  <a:lnTo>
                    <a:pt x="14187" y="112403"/>
                  </a:lnTo>
                  <a:lnTo>
                    <a:pt x="8547" y="110764"/>
                  </a:lnTo>
                  <a:lnTo>
                    <a:pt x="3874" y="109245"/>
                  </a:lnTo>
                  <a:lnTo>
                    <a:pt x="0" y="107048"/>
                  </a:lnTo>
                  <a:lnTo>
                    <a:pt x="4051" y="97269"/>
                  </a:lnTo>
                  <a:lnTo>
                    <a:pt x="7850" y="98962"/>
                  </a:lnTo>
                  <a:lnTo>
                    <a:pt x="8950" y="99453"/>
                  </a:lnTo>
                  <a:lnTo>
                    <a:pt x="10302" y="99972"/>
                  </a:lnTo>
                  <a:lnTo>
                    <a:pt x="11611" y="100474"/>
                  </a:lnTo>
                  <a:lnTo>
                    <a:pt x="12467" y="98208"/>
                  </a:lnTo>
                  <a:lnTo>
                    <a:pt x="12666" y="97682"/>
                  </a:lnTo>
                  <a:lnTo>
                    <a:pt x="11730" y="97355"/>
                  </a:lnTo>
                  <a:lnTo>
                    <a:pt x="11182" y="97182"/>
                  </a:lnTo>
                  <a:lnTo>
                    <a:pt x="10294" y="96902"/>
                  </a:lnTo>
                  <a:lnTo>
                    <a:pt x="9158" y="96544"/>
                  </a:lnTo>
                  <a:lnTo>
                    <a:pt x="8517" y="96005"/>
                  </a:lnTo>
                  <a:lnTo>
                    <a:pt x="8061" y="95372"/>
                  </a:lnTo>
                  <a:lnTo>
                    <a:pt x="8121" y="95221"/>
                  </a:lnTo>
                  <a:lnTo>
                    <a:pt x="9616" y="91444"/>
                  </a:lnTo>
                  <a:lnTo>
                    <a:pt x="10538" y="89397"/>
                  </a:lnTo>
                  <a:lnTo>
                    <a:pt x="13171" y="90446"/>
                  </a:lnTo>
                  <a:lnTo>
                    <a:pt x="13885" y="88965"/>
                  </a:lnTo>
                  <a:lnTo>
                    <a:pt x="14390" y="88256"/>
                  </a:lnTo>
                  <a:lnTo>
                    <a:pt x="15535" y="87460"/>
                  </a:lnTo>
                  <a:lnTo>
                    <a:pt x="16295" y="86881"/>
                  </a:lnTo>
                  <a:lnTo>
                    <a:pt x="16502" y="86723"/>
                  </a:lnTo>
                  <a:lnTo>
                    <a:pt x="17221" y="86174"/>
                  </a:lnTo>
                  <a:lnTo>
                    <a:pt x="15966" y="85227"/>
                  </a:lnTo>
                  <a:lnTo>
                    <a:pt x="15488" y="84866"/>
                  </a:lnTo>
                  <a:lnTo>
                    <a:pt x="14056" y="81833"/>
                  </a:lnTo>
                  <a:lnTo>
                    <a:pt x="13317" y="80483"/>
                  </a:lnTo>
                  <a:lnTo>
                    <a:pt x="13172" y="80362"/>
                  </a:lnTo>
                  <a:lnTo>
                    <a:pt x="9927" y="77581"/>
                  </a:lnTo>
                  <a:lnTo>
                    <a:pt x="9566" y="77190"/>
                  </a:lnTo>
                  <a:lnTo>
                    <a:pt x="14859" y="72115"/>
                  </a:lnTo>
                  <a:lnTo>
                    <a:pt x="18620" y="69464"/>
                  </a:lnTo>
                  <a:lnTo>
                    <a:pt x="22695" y="66872"/>
                  </a:lnTo>
                  <a:lnTo>
                    <a:pt x="24666" y="65948"/>
                  </a:lnTo>
                  <a:lnTo>
                    <a:pt x="27777" y="52408"/>
                  </a:lnTo>
                  <a:lnTo>
                    <a:pt x="25311" y="51021"/>
                  </a:lnTo>
                  <a:lnTo>
                    <a:pt x="24747" y="50704"/>
                  </a:lnTo>
                  <a:lnTo>
                    <a:pt x="26884" y="42578"/>
                  </a:lnTo>
                  <a:lnTo>
                    <a:pt x="28572" y="36076"/>
                  </a:lnTo>
                  <a:lnTo>
                    <a:pt x="30133" y="35266"/>
                  </a:lnTo>
                  <a:lnTo>
                    <a:pt x="31885" y="32568"/>
                  </a:lnTo>
                  <a:lnTo>
                    <a:pt x="33257" y="32354"/>
                  </a:lnTo>
                  <a:lnTo>
                    <a:pt x="35833" y="33344"/>
                  </a:lnTo>
                  <a:lnTo>
                    <a:pt x="38237" y="30998"/>
                  </a:lnTo>
                  <a:lnTo>
                    <a:pt x="38997" y="30276"/>
                  </a:lnTo>
                  <a:lnTo>
                    <a:pt x="41299" y="26786"/>
                  </a:lnTo>
                  <a:lnTo>
                    <a:pt x="43202" y="26773"/>
                  </a:lnTo>
                  <a:lnTo>
                    <a:pt x="50309" y="30256"/>
                  </a:lnTo>
                  <a:lnTo>
                    <a:pt x="55883" y="25897"/>
                  </a:lnTo>
                  <a:lnTo>
                    <a:pt x="59343" y="26445"/>
                  </a:lnTo>
                  <a:lnTo>
                    <a:pt x="60881" y="30577"/>
                  </a:lnTo>
                  <a:lnTo>
                    <a:pt x="61024" y="31072"/>
                  </a:lnTo>
                  <a:lnTo>
                    <a:pt x="70057" y="31800"/>
                  </a:lnTo>
                  <a:lnTo>
                    <a:pt x="73448" y="28151"/>
                  </a:lnTo>
                  <a:lnTo>
                    <a:pt x="77627" y="28417"/>
                  </a:lnTo>
                  <a:lnTo>
                    <a:pt x="79319" y="31480"/>
                  </a:lnTo>
                  <a:lnTo>
                    <a:pt x="82910" y="29120"/>
                  </a:lnTo>
                  <a:lnTo>
                    <a:pt x="83619" y="26561"/>
                  </a:lnTo>
                  <a:lnTo>
                    <a:pt x="85021" y="26268"/>
                  </a:lnTo>
                  <a:lnTo>
                    <a:pt x="93777" y="28376"/>
                  </a:lnTo>
                  <a:lnTo>
                    <a:pt x="91869" y="34106"/>
                  </a:lnTo>
                  <a:lnTo>
                    <a:pt x="92512" y="34721"/>
                  </a:lnTo>
                  <a:lnTo>
                    <a:pt x="99352" y="35266"/>
                  </a:lnTo>
                  <a:lnTo>
                    <a:pt x="103044" y="35590"/>
                  </a:lnTo>
                  <a:lnTo>
                    <a:pt x="106912" y="36320"/>
                  </a:lnTo>
                  <a:lnTo>
                    <a:pt x="109554" y="39140"/>
                  </a:lnTo>
                  <a:lnTo>
                    <a:pt x="111093" y="38762"/>
                  </a:lnTo>
                  <a:lnTo>
                    <a:pt x="110979" y="37189"/>
                  </a:lnTo>
                  <a:lnTo>
                    <a:pt x="111777" y="36315"/>
                  </a:lnTo>
                  <a:lnTo>
                    <a:pt x="109152" y="31407"/>
                  </a:lnTo>
                  <a:lnTo>
                    <a:pt x="109628" y="30784"/>
                  </a:lnTo>
                  <a:lnTo>
                    <a:pt x="112547" y="28188"/>
                  </a:lnTo>
                  <a:lnTo>
                    <a:pt x="114420" y="27972"/>
                  </a:lnTo>
                  <a:lnTo>
                    <a:pt x="114860" y="27746"/>
                  </a:lnTo>
                  <a:lnTo>
                    <a:pt x="119841" y="24318"/>
                  </a:lnTo>
                  <a:lnTo>
                    <a:pt x="121374" y="25484"/>
                  </a:lnTo>
                  <a:lnTo>
                    <a:pt x="122116" y="26405"/>
                  </a:lnTo>
                  <a:lnTo>
                    <a:pt x="122532" y="27060"/>
                  </a:lnTo>
                  <a:lnTo>
                    <a:pt x="122748" y="27400"/>
                  </a:lnTo>
                  <a:lnTo>
                    <a:pt x="123018" y="27704"/>
                  </a:lnTo>
                  <a:lnTo>
                    <a:pt x="123641" y="28410"/>
                  </a:lnTo>
                  <a:lnTo>
                    <a:pt x="125066" y="30230"/>
                  </a:lnTo>
                  <a:lnTo>
                    <a:pt x="125465" y="30740"/>
                  </a:lnTo>
                  <a:lnTo>
                    <a:pt x="125751" y="31424"/>
                  </a:lnTo>
                  <a:lnTo>
                    <a:pt x="126201" y="32500"/>
                  </a:lnTo>
                  <a:lnTo>
                    <a:pt x="126409" y="32998"/>
                  </a:lnTo>
                  <a:lnTo>
                    <a:pt x="126357" y="33250"/>
                  </a:lnTo>
                  <a:lnTo>
                    <a:pt x="126391" y="33548"/>
                  </a:lnTo>
                  <a:lnTo>
                    <a:pt x="126556" y="33785"/>
                  </a:lnTo>
                  <a:lnTo>
                    <a:pt x="127248" y="34516"/>
                  </a:lnTo>
                  <a:lnTo>
                    <a:pt x="127490" y="34770"/>
                  </a:lnTo>
                  <a:lnTo>
                    <a:pt x="128245" y="35272"/>
                  </a:lnTo>
                  <a:lnTo>
                    <a:pt x="128847" y="35672"/>
                  </a:lnTo>
                  <a:lnTo>
                    <a:pt x="129654" y="35893"/>
                  </a:lnTo>
                  <a:lnTo>
                    <a:pt x="130270" y="36061"/>
                  </a:lnTo>
                  <a:lnTo>
                    <a:pt x="130724" y="36185"/>
                  </a:lnTo>
                  <a:lnTo>
                    <a:pt x="131336" y="36352"/>
                  </a:lnTo>
                  <a:lnTo>
                    <a:pt x="131665" y="37169"/>
                  </a:lnTo>
                  <a:lnTo>
                    <a:pt x="132328" y="38816"/>
                  </a:lnTo>
                  <a:lnTo>
                    <a:pt x="132400" y="38993"/>
                  </a:lnTo>
                  <a:lnTo>
                    <a:pt x="133299" y="39995"/>
                  </a:lnTo>
                  <a:lnTo>
                    <a:pt x="134060" y="39732"/>
                  </a:lnTo>
                  <a:lnTo>
                    <a:pt x="137598" y="38513"/>
                  </a:lnTo>
                  <a:lnTo>
                    <a:pt x="138173" y="38315"/>
                  </a:lnTo>
                  <a:lnTo>
                    <a:pt x="138116" y="37075"/>
                  </a:lnTo>
                  <a:lnTo>
                    <a:pt x="137873" y="35763"/>
                  </a:lnTo>
                  <a:lnTo>
                    <a:pt x="137299" y="33812"/>
                  </a:lnTo>
                  <a:lnTo>
                    <a:pt x="136809" y="32151"/>
                  </a:lnTo>
                  <a:lnTo>
                    <a:pt x="136091" y="29901"/>
                  </a:lnTo>
                  <a:lnTo>
                    <a:pt x="134667" y="25441"/>
                  </a:lnTo>
                  <a:lnTo>
                    <a:pt x="133808" y="22752"/>
                  </a:lnTo>
                  <a:lnTo>
                    <a:pt x="133652" y="22048"/>
                  </a:lnTo>
                  <a:lnTo>
                    <a:pt x="133162" y="19840"/>
                  </a:lnTo>
                  <a:lnTo>
                    <a:pt x="132985" y="17643"/>
                  </a:lnTo>
                  <a:lnTo>
                    <a:pt x="132924" y="16887"/>
                  </a:lnTo>
                  <a:lnTo>
                    <a:pt x="133086" y="14597"/>
                  </a:lnTo>
                  <a:lnTo>
                    <a:pt x="133264" y="13892"/>
                  </a:lnTo>
                  <a:lnTo>
                    <a:pt x="133694" y="12189"/>
                  </a:lnTo>
                  <a:lnTo>
                    <a:pt x="134682" y="9936"/>
                  </a:lnTo>
                  <a:lnTo>
                    <a:pt x="135828" y="8178"/>
                  </a:lnTo>
                  <a:lnTo>
                    <a:pt x="135974" y="7955"/>
                  </a:lnTo>
                  <a:lnTo>
                    <a:pt x="138215" y="5470"/>
                  </a:lnTo>
                  <a:lnTo>
                    <a:pt x="139765" y="4408"/>
                  </a:lnTo>
                  <a:lnTo>
                    <a:pt x="139964" y="4271"/>
                  </a:lnTo>
                  <a:lnTo>
                    <a:pt x="141740" y="3129"/>
                  </a:lnTo>
                  <a:lnTo>
                    <a:pt x="142273" y="2786"/>
                  </a:lnTo>
                  <a:lnTo>
                    <a:pt x="142482" y="2691"/>
                  </a:lnTo>
                  <a:lnTo>
                    <a:pt x="145073" y="1519"/>
                  </a:lnTo>
                  <a:lnTo>
                    <a:pt x="146726" y="770"/>
                  </a:lnTo>
                  <a:lnTo>
                    <a:pt x="148617" y="126"/>
                  </a:lnTo>
                  <a:lnTo>
                    <a:pt x="148778" y="72"/>
                  </a:lnTo>
                  <a:lnTo>
                    <a:pt x="148990" y="0"/>
                  </a:lnTo>
                  <a:lnTo>
                    <a:pt x="149152" y="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119385" y="5134176"/>
              <a:ext cx="230401" cy="224594"/>
            </a:xfrm>
            <a:custGeom>
              <a:avLst/>
              <a:pathLst>
                <a:path w="230401" h="224594">
                  <a:moveTo>
                    <a:pt x="116120" y="19267"/>
                  </a:moveTo>
                  <a:lnTo>
                    <a:pt x="122588" y="25607"/>
                  </a:lnTo>
                  <a:lnTo>
                    <a:pt x="134726" y="32698"/>
                  </a:lnTo>
                  <a:lnTo>
                    <a:pt x="144343" y="35920"/>
                  </a:lnTo>
                  <a:lnTo>
                    <a:pt x="146532" y="35255"/>
                  </a:lnTo>
                  <a:lnTo>
                    <a:pt x="147547" y="36415"/>
                  </a:lnTo>
                  <a:lnTo>
                    <a:pt x="148195" y="36838"/>
                  </a:lnTo>
                  <a:lnTo>
                    <a:pt x="148433" y="36994"/>
                  </a:lnTo>
                  <a:lnTo>
                    <a:pt x="148619" y="37199"/>
                  </a:lnTo>
                  <a:lnTo>
                    <a:pt x="150901" y="39731"/>
                  </a:lnTo>
                  <a:lnTo>
                    <a:pt x="151843" y="40776"/>
                  </a:lnTo>
                  <a:lnTo>
                    <a:pt x="152154" y="41112"/>
                  </a:lnTo>
                  <a:lnTo>
                    <a:pt x="153746" y="42832"/>
                  </a:lnTo>
                  <a:lnTo>
                    <a:pt x="153973" y="43078"/>
                  </a:lnTo>
                  <a:lnTo>
                    <a:pt x="154377" y="43515"/>
                  </a:lnTo>
                  <a:lnTo>
                    <a:pt x="161498" y="39438"/>
                  </a:lnTo>
                  <a:lnTo>
                    <a:pt x="167195" y="35991"/>
                  </a:lnTo>
                  <a:lnTo>
                    <a:pt x="169678" y="34488"/>
                  </a:lnTo>
                  <a:lnTo>
                    <a:pt x="176588" y="30757"/>
                  </a:lnTo>
                  <a:lnTo>
                    <a:pt x="177412" y="30313"/>
                  </a:lnTo>
                  <a:lnTo>
                    <a:pt x="178589" y="33173"/>
                  </a:lnTo>
                  <a:lnTo>
                    <a:pt x="184573" y="47706"/>
                  </a:lnTo>
                  <a:lnTo>
                    <a:pt x="191024" y="63275"/>
                  </a:lnTo>
                  <a:lnTo>
                    <a:pt x="191400" y="64183"/>
                  </a:lnTo>
                  <a:lnTo>
                    <a:pt x="191649" y="65033"/>
                  </a:lnTo>
                  <a:lnTo>
                    <a:pt x="191879" y="65588"/>
                  </a:lnTo>
                  <a:lnTo>
                    <a:pt x="195115" y="73413"/>
                  </a:lnTo>
                  <a:lnTo>
                    <a:pt x="198661" y="82340"/>
                  </a:lnTo>
                  <a:lnTo>
                    <a:pt x="198792" y="82632"/>
                  </a:lnTo>
                  <a:lnTo>
                    <a:pt x="200604" y="86685"/>
                  </a:lnTo>
                  <a:lnTo>
                    <a:pt x="202983" y="92382"/>
                  </a:lnTo>
                  <a:lnTo>
                    <a:pt x="206365" y="100481"/>
                  </a:lnTo>
                  <a:lnTo>
                    <a:pt x="206546" y="100915"/>
                  </a:lnTo>
                  <a:lnTo>
                    <a:pt x="209892" y="108928"/>
                  </a:lnTo>
                  <a:lnTo>
                    <a:pt x="210387" y="110112"/>
                  </a:lnTo>
                  <a:lnTo>
                    <a:pt x="210969" y="111503"/>
                  </a:lnTo>
                  <a:lnTo>
                    <a:pt x="220052" y="133173"/>
                  </a:lnTo>
                  <a:lnTo>
                    <a:pt x="220282" y="133722"/>
                  </a:lnTo>
                  <a:lnTo>
                    <a:pt x="225126" y="145280"/>
                  </a:lnTo>
                  <a:lnTo>
                    <a:pt x="226145" y="147712"/>
                  </a:lnTo>
                  <a:lnTo>
                    <a:pt x="229295" y="155227"/>
                  </a:lnTo>
                  <a:lnTo>
                    <a:pt x="230401" y="157867"/>
                  </a:lnTo>
                  <a:lnTo>
                    <a:pt x="228391" y="158713"/>
                  </a:lnTo>
                  <a:lnTo>
                    <a:pt x="202737" y="169500"/>
                  </a:lnTo>
                  <a:lnTo>
                    <a:pt x="200662" y="170373"/>
                  </a:lnTo>
                  <a:lnTo>
                    <a:pt x="201502" y="173043"/>
                  </a:lnTo>
                  <a:lnTo>
                    <a:pt x="205919" y="187100"/>
                  </a:lnTo>
                  <a:lnTo>
                    <a:pt x="207562" y="192327"/>
                  </a:lnTo>
                  <a:lnTo>
                    <a:pt x="208100" y="194041"/>
                  </a:lnTo>
                  <a:lnTo>
                    <a:pt x="208463" y="195196"/>
                  </a:lnTo>
                  <a:lnTo>
                    <a:pt x="208975" y="196806"/>
                  </a:lnTo>
                  <a:lnTo>
                    <a:pt x="209156" y="197375"/>
                  </a:lnTo>
                  <a:lnTo>
                    <a:pt x="160820" y="215333"/>
                  </a:lnTo>
                  <a:lnTo>
                    <a:pt x="152480" y="218431"/>
                  </a:lnTo>
                  <a:lnTo>
                    <a:pt x="143040" y="221958"/>
                  </a:lnTo>
                  <a:lnTo>
                    <a:pt x="138712" y="224594"/>
                  </a:lnTo>
                  <a:lnTo>
                    <a:pt x="133949" y="224309"/>
                  </a:lnTo>
                  <a:lnTo>
                    <a:pt x="131475" y="224161"/>
                  </a:lnTo>
                  <a:lnTo>
                    <a:pt x="119859" y="221277"/>
                  </a:lnTo>
                  <a:lnTo>
                    <a:pt x="115460" y="220185"/>
                  </a:lnTo>
                  <a:lnTo>
                    <a:pt x="112922" y="219555"/>
                  </a:lnTo>
                  <a:lnTo>
                    <a:pt x="109629" y="219628"/>
                  </a:lnTo>
                  <a:lnTo>
                    <a:pt x="103810" y="219757"/>
                  </a:lnTo>
                  <a:lnTo>
                    <a:pt x="100890" y="219821"/>
                  </a:lnTo>
                  <a:lnTo>
                    <a:pt x="99065" y="220383"/>
                  </a:lnTo>
                  <a:lnTo>
                    <a:pt x="93179" y="222194"/>
                  </a:lnTo>
                  <a:lnTo>
                    <a:pt x="88376" y="222334"/>
                  </a:lnTo>
                  <a:lnTo>
                    <a:pt x="80655" y="222560"/>
                  </a:lnTo>
                  <a:lnTo>
                    <a:pt x="79770" y="222118"/>
                  </a:lnTo>
                  <a:lnTo>
                    <a:pt x="74984" y="219728"/>
                  </a:lnTo>
                  <a:lnTo>
                    <a:pt x="71840" y="218158"/>
                  </a:lnTo>
                  <a:lnTo>
                    <a:pt x="68808" y="217491"/>
                  </a:lnTo>
                  <a:lnTo>
                    <a:pt x="64405" y="216522"/>
                  </a:lnTo>
                  <a:lnTo>
                    <a:pt x="53060" y="216319"/>
                  </a:lnTo>
                  <a:lnTo>
                    <a:pt x="46087" y="217073"/>
                  </a:lnTo>
                  <a:lnTo>
                    <a:pt x="43296" y="217102"/>
                  </a:lnTo>
                  <a:lnTo>
                    <a:pt x="38333" y="217154"/>
                  </a:lnTo>
                  <a:lnTo>
                    <a:pt x="38583" y="210238"/>
                  </a:lnTo>
                  <a:lnTo>
                    <a:pt x="38838" y="207470"/>
                  </a:lnTo>
                  <a:lnTo>
                    <a:pt x="39065" y="202843"/>
                  </a:lnTo>
                  <a:lnTo>
                    <a:pt x="39198" y="200152"/>
                  </a:lnTo>
                  <a:lnTo>
                    <a:pt x="38240" y="200067"/>
                  </a:lnTo>
                  <a:lnTo>
                    <a:pt x="38938" y="190402"/>
                  </a:lnTo>
                  <a:lnTo>
                    <a:pt x="39630" y="180824"/>
                  </a:lnTo>
                  <a:lnTo>
                    <a:pt x="39741" y="179297"/>
                  </a:lnTo>
                  <a:lnTo>
                    <a:pt x="59377" y="180732"/>
                  </a:lnTo>
                  <a:lnTo>
                    <a:pt x="60318" y="180754"/>
                  </a:lnTo>
                  <a:lnTo>
                    <a:pt x="62505" y="154638"/>
                  </a:lnTo>
                  <a:lnTo>
                    <a:pt x="62857" y="150446"/>
                  </a:lnTo>
                  <a:lnTo>
                    <a:pt x="63208" y="146246"/>
                  </a:lnTo>
                  <a:lnTo>
                    <a:pt x="63533" y="142371"/>
                  </a:lnTo>
                  <a:lnTo>
                    <a:pt x="63828" y="138844"/>
                  </a:lnTo>
                  <a:lnTo>
                    <a:pt x="64126" y="135295"/>
                  </a:lnTo>
                  <a:lnTo>
                    <a:pt x="64582" y="129845"/>
                  </a:lnTo>
                  <a:lnTo>
                    <a:pt x="49656" y="128970"/>
                  </a:lnTo>
                  <a:lnTo>
                    <a:pt x="49719" y="128386"/>
                  </a:lnTo>
                  <a:lnTo>
                    <a:pt x="51109" y="111879"/>
                  </a:lnTo>
                  <a:lnTo>
                    <a:pt x="51237" y="110360"/>
                  </a:lnTo>
                  <a:lnTo>
                    <a:pt x="54119" y="96026"/>
                  </a:lnTo>
                  <a:lnTo>
                    <a:pt x="57125" y="81075"/>
                  </a:lnTo>
                  <a:lnTo>
                    <a:pt x="53414" y="82810"/>
                  </a:lnTo>
                  <a:lnTo>
                    <a:pt x="42956" y="90179"/>
                  </a:lnTo>
                  <a:lnTo>
                    <a:pt x="38451" y="82111"/>
                  </a:lnTo>
                  <a:lnTo>
                    <a:pt x="37056" y="79366"/>
                  </a:lnTo>
                  <a:lnTo>
                    <a:pt x="36894" y="79047"/>
                  </a:lnTo>
                  <a:lnTo>
                    <a:pt x="36682" y="79119"/>
                  </a:lnTo>
                  <a:lnTo>
                    <a:pt x="36521" y="79174"/>
                  </a:lnTo>
                  <a:lnTo>
                    <a:pt x="34631" y="79817"/>
                  </a:lnTo>
                  <a:lnTo>
                    <a:pt x="32977" y="80566"/>
                  </a:lnTo>
                  <a:lnTo>
                    <a:pt x="30386" y="81738"/>
                  </a:lnTo>
                  <a:lnTo>
                    <a:pt x="30177" y="81833"/>
                  </a:lnTo>
                  <a:lnTo>
                    <a:pt x="29644" y="82176"/>
                  </a:lnTo>
                  <a:lnTo>
                    <a:pt x="27868" y="83318"/>
                  </a:lnTo>
                  <a:lnTo>
                    <a:pt x="27669" y="83455"/>
                  </a:lnTo>
                  <a:lnTo>
                    <a:pt x="26119" y="84517"/>
                  </a:lnTo>
                  <a:lnTo>
                    <a:pt x="23878" y="87002"/>
                  </a:lnTo>
                  <a:lnTo>
                    <a:pt x="23732" y="87225"/>
                  </a:lnTo>
                  <a:lnTo>
                    <a:pt x="22586" y="88983"/>
                  </a:lnTo>
                  <a:lnTo>
                    <a:pt x="21598" y="91236"/>
                  </a:lnTo>
                  <a:lnTo>
                    <a:pt x="21168" y="92939"/>
                  </a:lnTo>
                  <a:lnTo>
                    <a:pt x="20990" y="93644"/>
                  </a:lnTo>
                  <a:lnTo>
                    <a:pt x="20828" y="95935"/>
                  </a:lnTo>
                  <a:lnTo>
                    <a:pt x="20889" y="96690"/>
                  </a:lnTo>
                  <a:lnTo>
                    <a:pt x="21066" y="98887"/>
                  </a:lnTo>
                  <a:lnTo>
                    <a:pt x="21556" y="101095"/>
                  </a:lnTo>
                  <a:lnTo>
                    <a:pt x="21712" y="101799"/>
                  </a:lnTo>
                  <a:lnTo>
                    <a:pt x="22571" y="104488"/>
                  </a:lnTo>
                  <a:lnTo>
                    <a:pt x="23995" y="108948"/>
                  </a:lnTo>
                  <a:lnTo>
                    <a:pt x="24714" y="111198"/>
                  </a:lnTo>
                  <a:lnTo>
                    <a:pt x="25203" y="112859"/>
                  </a:lnTo>
                  <a:lnTo>
                    <a:pt x="25778" y="114810"/>
                  </a:lnTo>
                  <a:lnTo>
                    <a:pt x="26020" y="116122"/>
                  </a:lnTo>
                  <a:lnTo>
                    <a:pt x="26077" y="117362"/>
                  </a:lnTo>
                  <a:lnTo>
                    <a:pt x="25502" y="117560"/>
                  </a:lnTo>
                  <a:lnTo>
                    <a:pt x="21964" y="118779"/>
                  </a:lnTo>
                  <a:lnTo>
                    <a:pt x="21203" y="119042"/>
                  </a:lnTo>
                  <a:lnTo>
                    <a:pt x="20304" y="118040"/>
                  </a:lnTo>
                  <a:lnTo>
                    <a:pt x="20233" y="117863"/>
                  </a:lnTo>
                  <a:lnTo>
                    <a:pt x="19569" y="116216"/>
                  </a:lnTo>
                  <a:lnTo>
                    <a:pt x="19240" y="115399"/>
                  </a:lnTo>
                  <a:lnTo>
                    <a:pt x="18628" y="115232"/>
                  </a:lnTo>
                  <a:lnTo>
                    <a:pt x="18174" y="115108"/>
                  </a:lnTo>
                  <a:lnTo>
                    <a:pt x="17558" y="114940"/>
                  </a:lnTo>
                  <a:lnTo>
                    <a:pt x="16751" y="114719"/>
                  </a:lnTo>
                  <a:lnTo>
                    <a:pt x="16149" y="114319"/>
                  </a:lnTo>
                  <a:lnTo>
                    <a:pt x="15394" y="113817"/>
                  </a:lnTo>
                  <a:lnTo>
                    <a:pt x="15152" y="113563"/>
                  </a:lnTo>
                  <a:lnTo>
                    <a:pt x="14382" y="112750"/>
                  </a:lnTo>
                  <a:lnTo>
                    <a:pt x="14295" y="112595"/>
                  </a:lnTo>
                  <a:lnTo>
                    <a:pt x="14261" y="112297"/>
                  </a:lnTo>
                  <a:lnTo>
                    <a:pt x="14313" y="112046"/>
                  </a:lnTo>
                  <a:lnTo>
                    <a:pt x="14105" y="111547"/>
                  </a:lnTo>
                  <a:lnTo>
                    <a:pt x="13655" y="110471"/>
                  </a:lnTo>
                  <a:lnTo>
                    <a:pt x="13369" y="109787"/>
                  </a:lnTo>
                  <a:lnTo>
                    <a:pt x="12970" y="109277"/>
                  </a:lnTo>
                  <a:lnTo>
                    <a:pt x="11545" y="107457"/>
                  </a:lnTo>
                  <a:lnTo>
                    <a:pt x="10922" y="106751"/>
                  </a:lnTo>
                  <a:lnTo>
                    <a:pt x="10652" y="106447"/>
                  </a:lnTo>
                  <a:lnTo>
                    <a:pt x="10436" y="106107"/>
                  </a:lnTo>
                  <a:lnTo>
                    <a:pt x="10006" y="105435"/>
                  </a:lnTo>
                  <a:lnTo>
                    <a:pt x="9278" y="104531"/>
                  </a:lnTo>
                  <a:lnTo>
                    <a:pt x="7639" y="103284"/>
                  </a:lnTo>
                  <a:lnTo>
                    <a:pt x="4932" y="103030"/>
                  </a:lnTo>
                  <a:lnTo>
                    <a:pt x="0" y="99121"/>
                  </a:lnTo>
                  <a:lnTo>
                    <a:pt x="100" y="94902"/>
                  </a:lnTo>
                  <a:lnTo>
                    <a:pt x="3724" y="89449"/>
                  </a:lnTo>
                  <a:lnTo>
                    <a:pt x="10602" y="88855"/>
                  </a:lnTo>
                  <a:lnTo>
                    <a:pt x="10094" y="84988"/>
                  </a:lnTo>
                  <a:lnTo>
                    <a:pt x="9431" y="79934"/>
                  </a:lnTo>
                  <a:lnTo>
                    <a:pt x="12537" y="76055"/>
                  </a:lnTo>
                  <a:lnTo>
                    <a:pt x="17234" y="70763"/>
                  </a:lnTo>
                  <a:lnTo>
                    <a:pt x="17622" y="70169"/>
                  </a:lnTo>
                  <a:lnTo>
                    <a:pt x="19637" y="64951"/>
                  </a:lnTo>
                  <a:lnTo>
                    <a:pt x="19354" y="62489"/>
                  </a:lnTo>
                  <a:lnTo>
                    <a:pt x="20558" y="55229"/>
                  </a:lnTo>
                  <a:lnTo>
                    <a:pt x="21137" y="53692"/>
                  </a:lnTo>
                  <a:lnTo>
                    <a:pt x="22082" y="52752"/>
                  </a:lnTo>
                  <a:lnTo>
                    <a:pt x="40186" y="44775"/>
                  </a:lnTo>
                  <a:lnTo>
                    <a:pt x="49143" y="43966"/>
                  </a:lnTo>
                  <a:lnTo>
                    <a:pt x="58107" y="43966"/>
                  </a:lnTo>
                  <a:lnTo>
                    <a:pt x="59304" y="44406"/>
                  </a:lnTo>
                  <a:lnTo>
                    <a:pt x="64994" y="51248"/>
                  </a:lnTo>
                  <a:lnTo>
                    <a:pt x="67428" y="52523"/>
                  </a:lnTo>
                  <a:lnTo>
                    <a:pt x="72534" y="55375"/>
                  </a:lnTo>
                  <a:lnTo>
                    <a:pt x="75087" y="57620"/>
                  </a:lnTo>
                  <a:lnTo>
                    <a:pt x="79005" y="55982"/>
                  </a:lnTo>
                  <a:lnTo>
                    <a:pt x="75621" y="52766"/>
                  </a:lnTo>
                  <a:lnTo>
                    <a:pt x="72237" y="47789"/>
                  </a:lnTo>
                  <a:lnTo>
                    <a:pt x="70693" y="44634"/>
                  </a:lnTo>
                  <a:lnTo>
                    <a:pt x="70407" y="42366"/>
                  </a:lnTo>
                  <a:lnTo>
                    <a:pt x="68458" y="22584"/>
                  </a:lnTo>
                  <a:lnTo>
                    <a:pt x="70357" y="16862"/>
                  </a:lnTo>
                  <a:lnTo>
                    <a:pt x="71628" y="15020"/>
                  </a:lnTo>
                  <a:lnTo>
                    <a:pt x="93776" y="21438"/>
                  </a:lnTo>
                  <a:lnTo>
                    <a:pt x="92823" y="13503"/>
                  </a:lnTo>
                  <a:lnTo>
                    <a:pt x="93491" y="656"/>
                  </a:lnTo>
                  <a:lnTo>
                    <a:pt x="94327" y="0"/>
                  </a:lnTo>
                  <a:lnTo>
                    <a:pt x="98160" y="1020"/>
                  </a:lnTo>
                  <a:lnTo>
                    <a:pt x="118438" y="6871"/>
                  </a:lnTo>
                  <a:lnTo>
                    <a:pt x="118746" y="9615"/>
                  </a:lnTo>
                  <a:lnTo>
                    <a:pt x="115365" y="16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825018" y="5268660"/>
              <a:ext cx="217035" cy="97786"/>
            </a:xfrm>
            <a:custGeom>
              <a:avLst/>
              <a:pathLst>
                <a:path w="217035" h="97786">
                  <a:moveTo>
                    <a:pt x="167571" y="1043"/>
                  </a:moveTo>
                  <a:lnTo>
                    <a:pt x="173828" y="2997"/>
                  </a:lnTo>
                  <a:lnTo>
                    <a:pt x="174470" y="1235"/>
                  </a:lnTo>
                  <a:lnTo>
                    <a:pt x="182357" y="4547"/>
                  </a:lnTo>
                  <a:lnTo>
                    <a:pt x="184241" y="6784"/>
                  </a:lnTo>
                  <a:lnTo>
                    <a:pt x="189074" y="10326"/>
                  </a:lnTo>
                  <a:lnTo>
                    <a:pt x="189773" y="11942"/>
                  </a:lnTo>
                  <a:lnTo>
                    <a:pt x="189788" y="13679"/>
                  </a:lnTo>
                  <a:lnTo>
                    <a:pt x="187809" y="19347"/>
                  </a:lnTo>
                  <a:lnTo>
                    <a:pt x="186527" y="19117"/>
                  </a:lnTo>
                  <a:lnTo>
                    <a:pt x="185683" y="21687"/>
                  </a:lnTo>
                  <a:lnTo>
                    <a:pt x="184853" y="24039"/>
                  </a:lnTo>
                  <a:lnTo>
                    <a:pt x="188330" y="24905"/>
                  </a:lnTo>
                  <a:lnTo>
                    <a:pt x="191837" y="21753"/>
                  </a:lnTo>
                  <a:lnTo>
                    <a:pt x="192197" y="22144"/>
                  </a:lnTo>
                  <a:lnTo>
                    <a:pt x="195443" y="24926"/>
                  </a:lnTo>
                  <a:lnTo>
                    <a:pt x="195712" y="25151"/>
                  </a:lnTo>
                  <a:lnTo>
                    <a:pt x="196327" y="26396"/>
                  </a:lnTo>
                  <a:lnTo>
                    <a:pt x="197758" y="29430"/>
                  </a:lnTo>
                  <a:lnTo>
                    <a:pt x="198236" y="29790"/>
                  </a:lnTo>
                  <a:lnTo>
                    <a:pt x="199492" y="30737"/>
                  </a:lnTo>
                  <a:lnTo>
                    <a:pt x="198772" y="31286"/>
                  </a:lnTo>
                  <a:lnTo>
                    <a:pt x="198565" y="31444"/>
                  </a:lnTo>
                  <a:lnTo>
                    <a:pt x="197806" y="32024"/>
                  </a:lnTo>
                  <a:lnTo>
                    <a:pt x="196618" y="32849"/>
                  </a:lnTo>
                  <a:lnTo>
                    <a:pt x="196155" y="33529"/>
                  </a:lnTo>
                  <a:lnTo>
                    <a:pt x="195442" y="35009"/>
                  </a:lnTo>
                  <a:lnTo>
                    <a:pt x="192808" y="33961"/>
                  </a:lnTo>
                  <a:lnTo>
                    <a:pt x="191887" y="36008"/>
                  </a:lnTo>
                  <a:lnTo>
                    <a:pt x="190391" y="39785"/>
                  </a:lnTo>
                  <a:lnTo>
                    <a:pt x="190332" y="39935"/>
                  </a:lnTo>
                  <a:lnTo>
                    <a:pt x="190788" y="40569"/>
                  </a:lnTo>
                  <a:lnTo>
                    <a:pt x="191429" y="41108"/>
                  </a:lnTo>
                  <a:lnTo>
                    <a:pt x="192564" y="41466"/>
                  </a:lnTo>
                  <a:lnTo>
                    <a:pt x="193452" y="41746"/>
                  </a:lnTo>
                  <a:lnTo>
                    <a:pt x="194001" y="41919"/>
                  </a:lnTo>
                  <a:lnTo>
                    <a:pt x="194928" y="42269"/>
                  </a:lnTo>
                  <a:lnTo>
                    <a:pt x="194738" y="42771"/>
                  </a:lnTo>
                  <a:lnTo>
                    <a:pt x="193882" y="45038"/>
                  </a:lnTo>
                  <a:lnTo>
                    <a:pt x="192573" y="44535"/>
                  </a:lnTo>
                  <a:lnTo>
                    <a:pt x="191221" y="44016"/>
                  </a:lnTo>
                  <a:lnTo>
                    <a:pt x="190121" y="43526"/>
                  </a:lnTo>
                  <a:lnTo>
                    <a:pt x="186322" y="41832"/>
                  </a:lnTo>
                  <a:lnTo>
                    <a:pt x="182264" y="51627"/>
                  </a:lnTo>
                  <a:lnTo>
                    <a:pt x="186145" y="53808"/>
                  </a:lnTo>
                  <a:lnTo>
                    <a:pt x="190817" y="55328"/>
                  </a:lnTo>
                  <a:lnTo>
                    <a:pt x="196457" y="56966"/>
                  </a:lnTo>
                  <a:lnTo>
                    <a:pt x="204119" y="58076"/>
                  </a:lnTo>
                  <a:lnTo>
                    <a:pt x="208297" y="58562"/>
                  </a:lnTo>
                  <a:lnTo>
                    <a:pt x="214026" y="58137"/>
                  </a:lnTo>
                  <a:lnTo>
                    <a:pt x="215258" y="57982"/>
                  </a:lnTo>
                  <a:lnTo>
                    <a:pt x="215280" y="58129"/>
                  </a:lnTo>
                  <a:lnTo>
                    <a:pt x="215309" y="58315"/>
                  </a:lnTo>
                  <a:lnTo>
                    <a:pt x="215400" y="58902"/>
                  </a:lnTo>
                  <a:lnTo>
                    <a:pt x="215697" y="60817"/>
                  </a:lnTo>
                  <a:lnTo>
                    <a:pt x="216577" y="66491"/>
                  </a:lnTo>
                  <a:lnTo>
                    <a:pt x="217035" y="69443"/>
                  </a:lnTo>
                  <a:lnTo>
                    <a:pt x="214852" y="69248"/>
                  </a:lnTo>
                  <a:lnTo>
                    <a:pt x="213960" y="69168"/>
                  </a:lnTo>
                  <a:lnTo>
                    <a:pt x="204982" y="69208"/>
                  </a:lnTo>
                  <a:lnTo>
                    <a:pt x="202623" y="69633"/>
                  </a:lnTo>
                  <a:lnTo>
                    <a:pt x="187424" y="72372"/>
                  </a:lnTo>
                  <a:lnTo>
                    <a:pt x="181740" y="74074"/>
                  </a:lnTo>
                  <a:lnTo>
                    <a:pt x="176448" y="75659"/>
                  </a:lnTo>
                  <a:lnTo>
                    <a:pt x="172107" y="76959"/>
                  </a:lnTo>
                  <a:lnTo>
                    <a:pt x="163135" y="78026"/>
                  </a:lnTo>
                  <a:lnTo>
                    <a:pt x="158094" y="79218"/>
                  </a:lnTo>
                  <a:lnTo>
                    <a:pt x="157813" y="79284"/>
                  </a:lnTo>
                  <a:lnTo>
                    <a:pt x="153138" y="80390"/>
                  </a:lnTo>
                  <a:lnTo>
                    <a:pt x="149167" y="81329"/>
                  </a:lnTo>
                  <a:lnTo>
                    <a:pt x="133596" y="82739"/>
                  </a:lnTo>
                  <a:lnTo>
                    <a:pt x="130444" y="83024"/>
                  </a:lnTo>
                  <a:lnTo>
                    <a:pt x="124379" y="83574"/>
                  </a:lnTo>
                  <a:lnTo>
                    <a:pt x="121026" y="83877"/>
                  </a:lnTo>
                  <a:lnTo>
                    <a:pt x="120750" y="83931"/>
                  </a:lnTo>
                  <a:lnTo>
                    <a:pt x="118204" y="84423"/>
                  </a:lnTo>
                  <a:lnTo>
                    <a:pt x="101078" y="87737"/>
                  </a:lnTo>
                  <a:lnTo>
                    <a:pt x="99937" y="88255"/>
                  </a:lnTo>
                  <a:lnTo>
                    <a:pt x="97231" y="89485"/>
                  </a:lnTo>
                  <a:lnTo>
                    <a:pt x="68093" y="93854"/>
                  </a:lnTo>
                  <a:lnTo>
                    <a:pt x="48842" y="97662"/>
                  </a:lnTo>
                  <a:lnTo>
                    <a:pt x="48216" y="97786"/>
                  </a:lnTo>
                  <a:lnTo>
                    <a:pt x="44061" y="97786"/>
                  </a:lnTo>
                  <a:lnTo>
                    <a:pt x="18426" y="97783"/>
                  </a:lnTo>
                  <a:lnTo>
                    <a:pt x="2984" y="97781"/>
                  </a:lnTo>
                  <a:lnTo>
                    <a:pt x="2446" y="97777"/>
                  </a:lnTo>
                  <a:lnTo>
                    <a:pt x="3068" y="97776"/>
                  </a:lnTo>
                  <a:lnTo>
                    <a:pt x="3039" y="96374"/>
                  </a:lnTo>
                  <a:lnTo>
                    <a:pt x="2896" y="89392"/>
                  </a:lnTo>
                  <a:lnTo>
                    <a:pt x="2893" y="89232"/>
                  </a:lnTo>
                  <a:lnTo>
                    <a:pt x="2824" y="87634"/>
                  </a:lnTo>
                  <a:lnTo>
                    <a:pt x="1519" y="57507"/>
                  </a:lnTo>
                  <a:lnTo>
                    <a:pt x="1484" y="56701"/>
                  </a:lnTo>
                  <a:lnTo>
                    <a:pt x="1430" y="55807"/>
                  </a:lnTo>
                  <a:lnTo>
                    <a:pt x="1000" y="48592"/>
                  </a:lnTo>
                  <a:lnTo>
                    <a:pt x="908" y="47032"/>
                  </a:lnTo>
                  <a:lnTo>
                    <a:pt x="857" y="46191"/>
                  </a:lnTo>
                  <a:lnTo>
                    <a:pt x="823" y="45619"/>
                  </a:lnTo>
                  <a:lnTo>
                    <a:pt x="797" y="44621"/>
                  </a:lnTo>
                  <a:lnTo>
                    <a:pt x="230" y="23226"/>
                  </a:lnTo>
                  <a:lnTo>
                    <a:pt x="25" y="15473"/>
                  </a:lnTo>
                  <a:lnTo>
                    <a:pt x="0" y="14488"/>
                  </a:lnTo>
                  <a:lnTo>
                    <a:pt x="58" y="12964"/>
                  </a:lnTo>
                  <a:lnTo>
                    <a:pt x="171" y="10006"/>
                  </a:lnTo>
                  <a:lnTo>
                    <a:pt x="191" y="9473"/>
                  </a:lnTo>
                  <a:lnTo>
                    <a:pt x="590" y="5570"/>
                  </a:lnTo>
                  <a:lnTo>
                    <a:pt x="657" y="5427"/>
                  </a:lnTo>
                  <a:lnTo>
                    <a:pt x="876" y="4960"/>
                  </a:lnTo>
                  <a:lnTo>
                    <a:pt x="1670" y="5220"/>
                  </a:lnTo>
                  <a:lnTo>
                    <a:pt x="19830" y="12057"/>
                  </a:lnTo>
                  <a:lnTo>
                    <a:pt x="21633" y="12555"/>
                  </a:lnTo>
                  <a:lnTo>
                    <a:pt x="26676" y="13949"/>
                  </a:lnTo>
                  <a:lnTo>
                    <a:pt x="26859" y="13999"/>
                  </a:lnTo>
                  <a:lnTo>
                    <a:pt x="31456" y="15358"/>
                  </a:lnTo>
                  <a:lnTo>
                    <a:pt x="39967" y="17339"/>
                  </a:lnTo>
                  <a:lnTo>
                    <a:pt x="49153" y="18327"/>
                  </a:lnTo>
                  <a:lnTo>
                    <a:pt x="49352" y="18349"/>
                  </a:lnTo>
                  <a:lnTo>
                    <a:pt x="51086" y="18449"/>
                  </a:lnTo>
                  <a:lnTo>
                    <a:pt x="59459" y="18931"/>
                  </a:lnTo>
                  <a:lnTo>
                    <a:pt x="67097" y="18931"/>
                  </a:lnTo>
                  <a:lnTo>
                    <a:pt x="72353" y="18556"/>
                  </a:lnTo>
                  <a:lnTo>
                    <a:pt x="77963" y="18155"/>
                  </a:lnTo>
                  <a:lnTo>
                    <a:pt x="78175" y="18121"/>
                  </a:lnTo>
                  <a:lnTo>
                    <a:pt x="85078" y="17015"/>
                  </a:lnTo>
                  <a:lnTo>
                    <a:pt x="90084" y="16213"/>
                  </a:lnTo>
                  <a:lnTo>
                    <a:pt x="99393" y="15747"/>
                  </a:lnTo>
                  <a:lnTo>
                    <a:pt x="105764" y="15823"/>
                  </a:lnTo>
                  <a:lnTo>
                    <a:pt x="105807" y="15169"/>
                  </a:lnTo>
                  <a:lnTo>
                    <a:pt x="106289" y="7756"/>
                  </a:lnTo>
                  <a:lnTo>
                    <a:pt x="106309" y="7453"/>
                  </a:lnTo>
                  <a:lnTo>
                    <a:pt x="107978" y="7600"/>
                  </a:lnTo>
                  <a:lnTo>
                    <a:pt x="115208" y="8803"/>
                  </a:lnTo>
                  <a:lnTo>
                    <a:pt x="116664" y="9045"/>
                  </a:lnTo>
                  <a:lnTo>
                    <a:pt x="118921" y="8392"/>
                  </a:lnTo>
                  <a:lnTo>
                    <a:pt x="120779" y="7746"/>
                  </a:lnTo>
                  <a:lnTo>
                    <a:pt x="121668" y="7437"/>
                  </a:lnTo>
                  <a:lnTo>
                    <a:pt x="124215" y="7487"/>
                  </a:lnTo>
                  <a:lnTo>
                    <a:pt x="129449" y="8612"/>
                  </a:lnTo>
                  <a:lnTo>
                    <a:pt x="131706" y="9363"/>
                  </a:lnTo>
                  <a:lnTo>
                    <a:pt x="132714" y="9697"/>
                  </a:lnTo>
                  <a:lnTo>
                    <a:pt x="132926" y="9845"/>
                  </a:lnTo>
                  <a:lnTo>
                    <a:pt x="133339" y="10130"/>
                  </a:lnTo>
                  <a:lnTo>
                    <a:pt x="135338" y="11512"/>
                  </a:lnTo>
                  <a:lnTo>
                    <a:pt x="136169" y="12086"/>
                  </a:lnTo>
                  <a:lnTo>
                    <a:pt x="136658" y="12424"/>
                  </a:lnTo>
                  <a:lnTo>
                    <a:pt x="138801" y="15057"/>
                  </a:lnTo>
                  <a:lnTo>
                    <a:pt x="139006" y="14673"/>
                  </a:lnTo>
                  <a:lnTo>
                    <a:pt x="143748" y="11131"/>
                  </a:lnTo>
                  <a:lnTo>
                    <a:pt x="145543" y="9718"/>
                  </a:lnTo>
                  <a:lnTo>
                    <a:pt x="147533" y="8153"/>
                  </a:lnTo>
                  <a:lnTo>
                    <a:pt x="147978" y="7803"/>
                  </a:lnTo>
                  <a:lnTo>
                    <a:pt x="149598" y="6473"/>
                  </a:lnTo>
                  <a:lnTo>
                    <a:pt x="153466" y="3297"/>
                  </a:lnTo>
                  <a:lnTo>
                    <a:pt x="153758" y="3382"/>
                  </a:lnTo>
                  <a:lnTo>
                    <a:pt x="155064" y="5222"/>
                  </a:lnTo>
                  <a:lnTo>
                    <a:pt x="155954" y="4773"/>
                  </a:lnTo>
                  <a:lnTo>
                    <a:pt x="156012" y="2998"/>
                  </a:lnTo>
                  <a:lnTo>
                    <a:pt x="156262" y="2905"/>
                  </a:lnTo>
                  <a:lnTo>
                    <a:pt x="158047" y="2867"/>
                  </a:lnTo>
                  <a:lnTo>
                    <a:pt x="158343" y="2704"/>
                  </a:lnTo>
                  <a:lnTo>
                    <a:pt x="159282" y="2187"/>
                  </a:lnTo>
                  <a:lnTo>
                    <a:pt x="159618" y="2287"/>
                  </a:lnTo>
                  <a:lnTo>
                    <a:pt x="159871" y="2362"/>
                  </a:lnTo>
                  <a:lnTo>
                    <a:pt x="164068" y="1250"/>
                  </a:lnTo>
                  <a:lnTo>
                    <a:pt x="164341" y="1225"/>
                  </a:lnTo>
                  <a:lnTo>
                    <a:pt x="164398" y="321"/>
                  </a:lnTo>
                  <a:lnTo>
                    <a:pt x="164412" y="97"/>
                  </a:lnTo>
                  <a:lnTo>
                    <a:pt x="167737" y="0"/>
                  </a:lnTo>
                  <a:lnTo>
                    <a:pt x="167624" y="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44781" y="5114666"/>
              <a:ext cx="167075" cy="159666"/>
            </a:xfrm>
            <a:custGeom>
              <a:avLst/>
              <a:pathLst>
                <a:path w="167075" h="159666">
                  <a:moveTo>
                    <a:pt x="20058" y="84447"/>
                  </a:moveTo>
                  <a:lnTo>
                    <a:pt x="20984" y="84242"/>
                  </a:lnTo>
                  <a:lnTo>
                    <a:pt x="27739" y="82747"/>
                  </a:lnTo>
                  <a:lnTo>
                    <a:pt x="31503" y="84585"/>
                  </a:lnTo>
                  <a:lnTo>
                    <a:pt x="31857" y="83729"/>
                  </a:lnTo>
                  <a:lnTo>
                    <a:pt x="33368" y="80075"/>
                  </a:lnTo>
                  <a:lnTo>
                    <a:pt x="36548" y="72230"/>
                  </a:lnTo>
                  <a:lnTo>
                    <a:pt x="35364" y="71820"/>
                  </a:lnTo>
                  <a:lnTo>
                    <a:pt x="35689" y="69449"/>
                  </a:lnTo>
                  <a:lnTo>
                    <a:pt x="36581" y="62944"/>
                  </a:lnTo>
                  <a:lnTo>
                    <a:pt x="31321" y="62532"/>
                  </a:lnTo>
                  <a:lnTo>
                    <a:pt x="32541" y="50914"/>
                  </a:lnTo>
                  <a:lnTo>
                    <a:pt x="32846" y="50912"/>
                  </a:lnTo>
                  <a:lnTo>
                    <a:pt x="33004" y="50911"/>
                  </a:lnTo>
                  <a:lnTo>
                    <a:pt x="33306" y="50909"/>
                  </a:lnTo>
                  <a:lnTo>
                    <a:pt x="37233" y="50826"/>
                  </a:lnTo>
                  <a:lnTo>
                    <a:pt x="37614" y="50818"/>
                  </a:lnTo>
                  <a:lnTo>
                    <a:pt x="38612" y="50825"/>
                  </a:lnTo>
                  <a:lnTo>
                    <a:pt x="39176" y="50804"/>
                  </a:lnTo>
                  <a:lnTo>
                    <a:pt x="39390" y="50742"/>
                  </a:lnTo>
                  <a:lnTo>
                    <a:pt x="39689" y="50654"/>
                  </a:lnTo>
                  <a:lnTo>
                    <a:pt x="40133" y="50320"/>
                  </a:lnTo>
                  <a:lnTo>
                    <a:pt x="40366" y="50145"/>
                  </a:lnTo>
                  <a:lnTo>
                    <a:pt x="40781" y="49832"/>
                  </a:lnTo>
                  <a:lnTo>
                    <a:pt x="41043" y="49635"/>
                  </a:lnTo>
                  <a:lnTo>
                    <a:pt x="41378" y="49333"/>
                  </a:lnTo>
                  <a:lnTo>
                    <a:pt x="41773" y="48978"/>
                  </a:lnTo>
                  <a:lnTo>
                    <a:pt x="42040" y="48737"/>
                  </a:lnTo>
                  <a:lnTo>
                    <a:pt x="43402" y="47510"/>
                  </a:lnTo>
                  <a:lnTo>
                    <a:pt x="43626" y="47308"/>
                  </a:lnTo>
                  <a:lnTo>
                    <a:pt x="44169" y="46819"/>
                  </a:lnTo>
                  <a:lnTo>
                    <a:pt x="45836" y="45318"/>
                  </a:lnTo>
                  <a:lnTo>
                    <a:pt x="46162" y="45024"/>
                  </a:lnTo>
                  <a:lnTo>
                    <a:pt x="46824" y="44428"/>
                  </a:lnTo>
                  <a:lnTo>
                    <a:pt x="47985" y="43382"/>
                  </a:lnTo>
                  <a:lnTo>
                    <a:pt x="48283" y="43146"/>
                  </a:lnTo>
                  <a:lnTo>
                    <a:pt x="49317" y="42326"/>
                  </a:lnTo>
                  <a:lnTo>
                    <a:pt x="50233" y="41599"/>
                  </a:lnTo>
                  <a:lnTo>
                    <a:pt x="53807" y="39617"/>
                  </a:lnTo>
                  <a:lnTo>
                    <a:pt x="56334" y="43837"/>
                  </a:lnTo>
                  <a:lnTo>
                    <a:pt x="53769" y="45148"/>
                  </a:lnTo>
                  <a:lnTo>
                    <a:pt x="54292" y="45731"/>
                  </a:lnTo>
                  <a:lnTo>
                    <a:pt x="54292" y="49226"/>
                  </a:lnTo>
                  <a:lnTo>
                    <a:pt x="52297" y="49372"/>
                  </a:lnTo>
                  <a:lnTo>
                    <a:pt x="52344" y="51702"/>
                  </a:lnTo>
                  <a:lnTo>
                    <a:pt x="51442" y="53158"/>
                  </a:lnTo>
                  <a:lnTo>
                    <a:pt x="53579" y="58401"/>
                  </a:lnTo>
                  <a:lnTo>
                    <a:pt x="54529" y="56363"/>
                  </a:lnTo>
                  <a:lnTo>
                    <a:pt x="59516" y="55926"/>
                  </a:lnTo>
                  <a:lnTo>
                    <a:pt x="60086" y="60052"/>
                  </a:lnTo>
                  <a:lnTo>
                    <a:pt x="62271" y="57576"/>
                  </a:lnTo>
                  <a:lnTo>
                    <a:pt x="66688" y="60635"/>
                  </a:lnTo>
                  <a:lnTo>
                    <a:pt x="67258" y="58741"/>
                  </a:lnTo>
                  <a:lnTo>
                    <a:pt x="65121" y="57965"/>
                  </a:lnTo>
                  <a:lnTo>
                    <a:pt x="69861" y="47818"/>
                  </a:lnTo>
                  <a:lnTo>
                    <a:pt x="71950" y="45342"/>
                  </a:lnTo>
                  <a:lnTo>
                    <a:pt x="71190" y="43158"/>
                  </a:lnTo>
                  <a:lnTo>
                    <a:pt x="72948" y="39080"/>
                  </a:lnTo>
                  <a:lnTo>
                    <a:pt x="73755" y="39323"/>
                  </a:lnTo>
                  <a:lnTo>
                    <a:pt x="76177" y="35439"/>
                  </a:lnTo>
                  <a:lnTo>
                    <a:pt x="81687" y="31070"/>
                  </a:lnTo>
                  <a:lnTo>
                    <a:pt x="86005" y="29995"/>
                  </a:lnTo>
                  <a:lnTo>
                    <a:pt x="87780" y="29537"/>
                  </a:lnTo>
                  <a:lnTo>
                    <a:pt x="87302" y="28992"/>
                  </a:lnTo>
                  <a:lnTo>
                    <a:pt x="86834" y="28183"/>
                  </a:lnTo>
                  <a:lnTo>
                    <a:pt x="86546" y="27687"/>
                  </a:lnTo>
                  <a:lnTo>
                    <a:pt x="86660" y="26444"/>
                  </a:lnTo>
                  <a:lnTo>
                    <a:pt x="87430" y="26181"/>
                  </a:lnTo>
                  <a:lnTo>
                    <a:pt x="87637" y="26070"/>
                  </a:lnTo>
                  <a:lnTo>
                    <a:pt x="88805" y="25395"/>
                  </a:lnTo>
                  <a:lnTo>
                    <a:pt x="85921" y="25454"/>
                  </a:lnTo>
                  <a:lnTo>
                    <a:pt x="85019" y="25472"/>
                  </a:lnTo>
                  <a:lnTo>
                    <a:pt x="81321" y="25497"/>
                  </a:lnTo>
                  <a:lnTo>
                    <a:pt x="79967" y="27681"/>
                  </a:lnTo>
                  <a:lnTo>
                    <a:pt x="80015" y="29625"/>
                  </a:lnTo>
                  <a:lnTo>
                    <a:pt x="78980" y="29662"/>
                  </a:lnTo>
                  <a:lnTo>
                    <a:pt x="70668" y="24516"/>
                  </a:lnTo>
                  <a:lnTo>
                    <a:pt x="69243" y="22865"/>
                  </a:lnTo>
                  <a:lnTo>
                    <a:pt x="68721" y="20244"/>
                  </a:lnTo>
                  <a:lnTo>
                    <a:pt x="65823" y="14418"/>
                  </a:lnTo>
                  <a:lnTo>
                    <a:pt x="83682" y="14078"/>
                  </a:lnTo>
                  <a:lnTo>
                    <a:pt x="83302" y="9903"/>
                  </a:lnTo>
                  <a:lnTo>
                    <a:pt x="88526" y="9223"/>
                  </a:lnTo>
                  <a:lnTo>
                    <a:pt x="93323" y="7670"/>
                  </a:lnTo>
                  <a:lnTo>
                    <a:pt x="93538" y="8393"/>
                  </a:lnTo>
                  <a:lnTo>
                    <a:pt x="93724" y="8911"/>
                  </a:lnTo>
                  <a:lnTo>
                    <a:pt x="94653" y="8495"/>
                  </a:lnTo>
                  <a:lnTo>
                    <a:pt x="96030" y="6553"/>
                  </a:lnTo>
                  <a:lnTo>
                    <a:pt x="98643" y="0"/>
                  </a:lnTo>
                  <a:lnTo>
                    <a:pt x="102573" y="652"/>
                  </a:lnTo>
                  <a:lnTo>
                    <a:pt x="101274" y="3563"/>
                  </a:lnTo>
                  <a:lnTo>
                    <a:pt x="104010" y="4961"/>
                  </a:lnTo>
                  <a:lnTo>
                    <a:pt x="98918" y="16535"/>
                  </a:lnTo>
                  <a:lnTo>
                    <a:pt x="104617" y="21428"/>
                  </a:lnTo>
                  <a:lnTo>
                    <a:pt x="106908" y="22155"/>
                  </a:lnTo>
                  <a:lnTo>
                    <a:pt x="115571" y="18753"/>
                  </a:lnTo>
                  <a:lnTo>
                    <a:pt x="121413" y="17637"/>
                  </a:lnTo>
                  <a:lnTo>
                    <a:pt x="126827" y="21229"/>
                  </a:lnTo>
                  <a:lnTo>
                    <a:pt x="133667" y="22687"/>
                  </a:lnTo>
                  <a:lnTo>
                    <a:pt x="141684" y="26648"/>
                  </a:lnTo>
                  <a:lnTo>
                    <a:pt x="141740" y="28274"/>
                  </a:lnTo>
                  <a:lnTo>
                    <a:pt x="141898" y="32812"/>
                  </a:lnTo>
                  <a:lnTo>
                    <a:pt x="141984" y="36366"/>
                  </a:lnTo>
                  <a:lnTo>
                    <a:pt x="141228" y="40979"/>
                  </a:lnTo>
                  <a:lnTo>
                    <a:pt x="142143" y="42927"/>
                  </a:lnTo>
                  <a:lnTo>
                    <a:pt x="144002" y="46882"/>
                  </a:lnTo>
                  <a:lnTo>
                    <a:pt x="142841" y="49422"/>
                  </a:lnTo>
                  <a:lnTo>
                    <a:pt x="145269" y="49576"/>
                  </a:lnTo>
                  <a:lnTo>
                    <a:pt x="148620" y="49949"/>
                  </a:lnTo>
                  <a:lnTo>
                    <a:pt x="150200" y="50640"/>
                  </a:lnTo>
                  <a:lnTo>
                    <a:pt x="150847" y="51509"/>
                  </a:lnTo>
                  <a:lnTo>
                    <a:pt x="151258" y="52606"/>
                  </a:lnTo>
                  <a:lnTo>
                    <a:pt x="153773" y="53335"/>
                  </a:lnTo>
                  <a:lnTo>
                    <a:pt x="158093" y="54941"/>
                  </a:lnTo>
                  <a:lnTo>
                    <a:pt x="158732" y="55250"/>
                  </a:lnTo>
                  <a:lnTo>
                    <a:pt x="160107" y="55912"/>
                  </a:lnTo>
                  <a:lnTo>
                    <a:pt x="163448" y="55713"/>
                  </a:lnTo>
                  <a:lnTo>
                    <a:pt x="163433" y="55953"/>
                  </a:lnTo>
                  <a:lnTo>
                    <a:pt x="163180" y="60088"/>
                  </a:lnTo>
                  <a:lnTo>
                    <a:pt x="163153" y="60541"/>
                  </a:lnTo>
                  <a:lnTo>
                    <a:pt x="163128" y="60947"/>
                  </a:lnTo>
                  <a:lnTo>
                    <a:pt x="162897" y="63784"/>
                  </a:lnTo>
                  <a:lnTo>
                    <a:pt x="162700" y="66197"/>
                  </a:lnTo>
                  <a:lnTo>
                    <a:pt x="162663" y="67003"/>
                  </a:lnTo>
                  <a:lnTo>
                    <a:pt x="162733" y="69097"/>
                  </a:lnTo>
                  <a:lnTo>
                    <a:pt x="162881" y="70023"/>
                  </a:lnTo>
                  <a:lnTo>
                    <a:pt x="163033" y="70973"/>
                  </a:lnTo>
                  <a:lnTo>
                    <a:pt x="163140" y="71646"/>
                  </a:lnTo>
                  <a:lnTo>
                    <a:pt x="163365" y="73050"/>
                  </a:lnTo>
                  <a:lnTo>
                    <a:pt x="163241" y="74508"/>
                  </a:lnTo>
                  <a:lnTo>
                    <a:pt x="163211" y="74854"/>
                  </a:lnTo>
                  <a:lnTo>
                    <a:pt x="163127" y="75850"/>
                  </a:lnTo>
                  <a:lnTo>
                    <a:pt x="163049" y="76762"/>
                  </a:lnTo>
                  <a:lnTo>
                    <a:pt x="163330" y="76801"/>
                  </a:lnTo>
                  <a:lnTo>
                    <a:pt x="167075" y="77327"/>
                  </a:lnTo>
                  <a:lnTo>
                    <a:pt x="167012" y="78177"/>
                  </a:lnTo>
                  <a:lnTo>
                    <a:pt x="166955" y="78935"/>
                  </a:lnTo>
                  <a:lnTo>
                    <a:pt x="166904" y="79619"/>
                  </a:lnTo>
                  <a:lnTo>
                    <a:pt x="166868" y="80114"/>
                  </a:lnTo>
                  <a:lnTo>
                    <a:pt x="166700" y="82374"/>
                  </a:lnTo>
                  <a:lnTo>
                    <a:pt x="166566" y="84170"/>
                  </a:lnTo>
                  <a:lnTo>
                    <a:pt x="166505" y="85104"/>
                  </a:lnTo>
                  <a:lnTo>
                    <a:pt x="166429" y="86272"/>
                  </a:lnTo>
                  <a:lnTo>
                    <a:pt x="166144" y="90205"/>
                  </a:lnTo>
                  <a:lnTo>
                    <a:pt x="166019" y="93114"/>
                  </a:lnTo>
                  <a:lnTo>
                    <a:pt x="166005" y="93433"/>
                  </a:lnTo>
                  <a:lnTo>
                    <a:pt x="165357" y="96151"/>
                  </a:lnTo>
                  <a:lnTo>
                    <a:pt x="161442" y="112561"/>
                  </a:lnTo>
                  <a:lnTo>
                    <a:pt x="159340" y="117752"/>
                  </a:lnTo>
                  <a:lnTo>
                    <a:pt x="156860" y="118316"/>
                  </a:lnTo>
                  <a:lnTo>
                    <a:pt x="156465" y="118406"/>
                  </a:lnTo>
                  <a:lnTo>
                    <a:pt x="151887" y="119815"/>
                  </a:lnTo>
                  <a:lnTo>
                    <a:pt x="136754" y="124474"/>
                  </a:lnTo>
                  <a:lnTo>
                    <a:pt x="119122" y="130967"/>
                  </a:lnTo>
                  <a:lnTo>
                    <a:pt x="95524" y="139581"/>
                  </a:lnTo>
                  <a:lnTo>
                    <a:pt x="61496" y="151987"/>
                  </a:lnTo>
                  <a:lnTo>
                    <a:pt x="40433" y="159666"/>
                  </a:lnTo>
                  <a:lnTo>
                    <a:pt x="40247" y="158697"/>
                  </a:lnTo>
                  <a:lnTo>
                    <a:pt x="39938" y="157087"/>
                  </a:lnTo>
                  <a:lnTo>
                    <a:pt x="39718" y="155770"/>
                  </a:lnTo>
                  <a:lnTo>
                    <a:pt x="39372" y="154384"/>
                  </a:lnTo>
                  <a:lnTo>
                    <a:pt x="38192" y="149668"/>
                  </a:lnTo>
                  <a:lnTo>
                    <a:pt x="30484" y="152104"/>
                  </a:lnTo>
                  <a:lnTo>
                    <a:pt x="28851" y="152620"/>
                  </a:lnTo>
                  <a:lnTo>
                    <a:pt x="26742" y="153286"/>
                  </a:lnTo>
                  <a:lnTo>
                    <a:pt x="15659" y="156598"/>
                  </a:lnTo>
                  <a:lnTo>
                    <a:pt x="12522" y="157535"/>
                  </a:lnTo>
                  <a:lnTo>
                    <a:pt x="8717" y="158561"/>
                  </a:lnTo>
                  <a:lnTo>
                    <a:pt x="5413" y="150507"/>
                  </a:lnTo>
                  <a:lnTo>
                    <a:pt x="5246" y="150100"/>
                  </a:lnTo>
                  <a:lnTo>
                    <a:pt x="629" y="138848"/>
                  </a:lnTo>
                  <a:lnTo>
                    <a:pt x="0" y="137314"/>
                  </a:lnTo>
                  <a:lnTo>
                    <a:pt x="17006" y="130177"/>
                  </a:lnTo>
                  <a:lnTo>
                    <a:pt x="18337" y="129657"/>
                  </a:lnTo>
                  <a:lnTo>
                    <a:pt x="22033" y="128212"/>
                  </a:lnTo>
                  <a:lnTo>
                    <a:pt x="24980" y="127588"/>
                  </a:lnTo>
                  <a:lnTo>
                    <a:pt x="32565" y="125982"/>
                  </a:lnTo>
                  <a:lnTo>
                    <a:pt x="37973" y="125291"/>
                  </a:lnTo>
                  <a:lnTo>
                    <a:pt x="37711" y="119908"/>
                  </a:lnTo>
                  <a:lnTo>
                    <a:pt x="37414" y="113820"/>
                  </a:lnTo>
                  <a:lnTo>
                    <a:pt x="37219" y="111702"/>
                  </a:lnTo>
                  <a:lnTo>
                    <a:pt x="37102" y="108408"/>
                  </a:lnTo>
                  <a:lnTo>
                    <a:pt x="37094" y="108170"/>
                  </a:lnTo>
                  <a:lnTo>
                    <a:pt x="36975" y="104831"/>
                  </a:lnTo>
                  <a:lnTo>
                    <a:pt x="36500" y="95105"/>
                  </a:lnTo>
                  <a:lnTo>
                    <a:pt x="32659" y="94766"/>
                  </a:lnTo>
                  <a:lnTo>
                    <a:pt x="30760" y="94654"/>
                  </a:lnTo>
                  <a:lnTo>
                    <a:pt x="28780" y="93908"/>
                  </a:lnTo>
                  <a:lnTo>
                    <a:pt x="27750" y="93520"/>
                  </a:lnTo>
                  <a:lnTo>
                    <a:pt x="23434" y="90615"/>
                  </a:lnTo>
                  <a:lnTo>
                    <a:pt x="22523" y="89146"/>
                  </a:lnTo>
                  <a:lnTo>
                    <a:pt x="21017" y="87796"/>
                  </a:lnTo>
                  <a:lnTo>
                    <a:pt x="19307" y="84877"/>
                  </a:lnTo>
                  <a:lnTo>
                    <a:pt x="19170" y="84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41882" y="5025348"/>
              <a:ext cx="243272" cy="306097"/>
            </a:xfrm>
            <a:custGeom>
              <a:avLst/>
              <a:pathLst>
                <a:path w="243272" h="306097">
                  <a:moveTo>
                    <a:pt x="62078" y="24320"/>
                  </a:moveTo>
                  <a:lnTo>
                    <a:pt x="62946" y="25268"/>
                  </a:lnTo>
                  <a:lnTo>
                    <a:pt x="63165" y="25175"/>
                  </a:lnTo>
                  <a:lnTo>
                    <a:pt x="67945" y="23009"/>
                  </a:lnTo>
                  <a:lnTo>
                    <a:pt x="68588" y="22712"/>
                  </a:lnTo>
                  <a:lnTo>
                    <a:pt x="69217" y="23506"/>
                  </a:lnTo>
                  <a:lnTo>
                    <a:pt x="69448" y="23783"/>
                  </a:lnTo>
                  <a:lnTo>
                    <a:pt x="70628" y="25199"/>
                  </a:lnTo>
                  <a:lnTo>
                    <a:pt x="73403" y="28527"/>
                  </a:lnTo>
                  <a:lnTo>
                    <a:pt x="71834" y="30354"/>
                  </a:lnTo>
                  <a:lnTo>
                    <a:pt x="71204" y="31088"/>
                  </a:lnTo>
                  <a:lnTo>
                    <a:pt x="70881" y="31465"/>
                  </a:lnTo>
                  <a:lnTo>
                    <a:pt x="70232" y="31891"/>
                  </a:lnTo>
                  <a:lnTo>
                    <a:pt x="69486" y="32018"/>
                  </a:lnTo>
                  <a:lnTo>
                    <a:pt x="66669" y="32497"/>
                  </a:lnTo>
                  <a:lnTo>
                    <a:pt x="65890" y="32630"/>
                  </a:lnTo>
                  <a:lnTo>
                    <a:pt x="67432" y="33129"/>
                  </a:lnTo>
                  <a:lnTo>
                    <a:pt x="67791" y="33246"/>
                  </a:lnTo>
                  <a:lnTo>
                    <a:pt x="68418" y="33491"/>
                  </a:lnTo>
                  <a:lnTo>
                    <a:pt x="73832" y="35612"/>
                  </a:lnTo>
                  <a:lnTo>
                    <a:pt x="74882" y="36023"/>
                  </a:lnTo>
                  <a:lnTo>
                    <a:pt x="75511" y="36270"/>
                  </a:lnTo>
                  <a:lnTo>
                    <a:pt x="76132" y="36513"/>
                  </a:lnTo>
                  <a:lnTo>
                    <a:pt x="76768" y="36762"/>
                  </a:lnTo>
                  <a:lnTo>
                    <a:pt x="77255" y="37102"/>
                  </a:lnTo>
                  <a:lnTo>
                    <a:pt x="77463" y="37473"/>
                  </a:lnTo>
                  <a:lnTo>
                    <a:pt x="77560" y="38188"/>
                  </a:lnTo>
                  <a:lnTo>
                    <a:pt x="77646" y="38579"/>
                  </a:lnTo>
                  <a:lnTo>
                    <a:pt x="77940" y="39912"/>
                  </a:lnTo>
                  <a:lnTo>
                    <a:pt x="78034" y="41188"/>
                  </a:lnTo>
                  <a:lnTo>
                    <a:pt x="78576" y="42397"/>
                  </a:lnTo>
                  <a:lnTo>
                    <a:pt x="79090" y="43030"/>
                  </a:lnTo>
                  <a:lnTo>
                    <a:pt x="79668" y="43740"/>
                  </a:lnTo>
                  <a:lnTo>
                    <a:pt x="81224" y="45653"/>
                  </a:lnTo>
                  <a:lnTo>
                    <a:pt x="81692" y="45797"/>
                  </a:lnTo>
                  <a:lnTo>
                    <a:pt x="82966" y="46579"/>
                  </a:lnTo>
                  <a:lnTo>
                    <a:pt x="84371" y="48156"/>
                  </a:lnTo>
                  <a:lnTo>
                    <a:pt x="84674" y="48667"/>
                  </a:lnTo>
                  <a:lnTo>
                    <a:pt x="85902" y="50737"/>
                  </a:lnTo>
                  <a:lnTo>
                    <a:pt x="86462" y="51420"/>
                  </a:lnTo>
                  <a:lnTo>
                    <a:pt x="87261" y="52001"/>
                  </a:lnTo>
                  <a:lnTo>
                    <a:pt x="87567" y="52223"/>
                  </a:lnTo>
                  <a:lnTo>
                    <a:pt x="88622" y="52704"/>
                  </a:lnTo>
                  <a:lnTo>
                    <a:pt x="89491" y="53388"/>
                  </a:lnTo>
                  <a:lnTo>
                    <a:pt x="90602" y="54947"/>
                  </a:lnTo>
                  <a:lnTo>
                    <a:pt x="91217" y="55436"/>
                  </a:lnTo>
                  <a:lnTo>
                    <a:pt x="92241" y="56253"/>
                  </a:lnTo>
                  <a:lnTo>
                    <a:pt x="92412" y="56389"/>
                  </a:lnTo>
                  <a:lnTo>
                    <a:pt x="94222" y="58252"/>
                  </a:lnTo>
                  <a:lnTo>
                    <a:pt x="96675" y="60389"/>
                  </a:lnTo>
                  <a:lnTo>
                    <a:pt x="98145" y="61670"/>
                  </a:lnTo>
                  <a:lnTo>
                    <a:pt x="95831" y="64765"/>
                  </a:lnTo>
                  <a:lnTo>
                    <a:pt x="91937" y="68162"/>
                  </a:lnTo>
                  <a:lnTo>
                    <a:pt x="87755" y="71025"/>
                  </a:lnTo>
                  <a:lnTo>
                    <a:pt x="77171" y="78268"/>
                  </a:lnTo>
                  <a:lnTo>
                    <a:pt x="81423" y="79417"/>
                  </a:lnTo>
                  <a:lnTo>
                    <a:pt x="99558" y="84315"/>
                  </a:lnTo>
                  <a:lnTo>
                    <a:pt x="109146" y="86837"/>
                  </a:lnTo>
                  <a:lnTo>
                    <a:pt x="113588" y="88005"/>
                  </a:lnTo>
                  <a:lnTo>
                    <a:pt x="113930" y="88095"/>
                  </a:lnTo>
                  <a:lnTo>
                    <a:pt x="134160" y="93655"/>
                  </a:lnTo>
                  <a:lnTo>
                    <a:pt x="147411" y="97342"/>
                  </a:lnTo>
                  <a:lnTo>
                    <a:pt x="155105" y="99488"/>
                  </a:lnTo>
                  <a:lnTo>
                    <a:pt x="148889" y="114466"/>
                  </a:lnTo>
                  <a:lnTo>
                    <a:pt x="149168" y="115136"/>
                  </a:lnTo>
                  <a:lnTo>
                    <a:pt x="153270" y="125012"/>
                  </a:lnTo>
                  <a:lnTo>
                    <a:pt x="155165" y="129574"/>
                  </a:lnTo>
                  <a:lnTo>
                    <a:pt x="157502" y="135201"/>
                  </a:lnTo>
                  <a:lnTo>
                    <a:pt x="157766" y="135836"/>
                  </a:lnTo>
                  <a:lnTo>
                    <a:pt x="161197" y="144096"/>
                  </a:lnTo>
                  <a:lnTo>
                    <a:pt x="163639" y="149973"/>
                  </a:lnTo>
                  <a:lnTo>
                    <a:pt x="167105" y="158317"/>
                  </a:lnTo>
                  <a:lnTo>
                    <a:pt x="176724" y="181651"/>
                  </a:lnTo>
                  <a:lnTo>
                    <a:pt x="180603" y="190804"/>
                  </a:lnTo>
                  <a:lnTo>
                    <a:pt x="189139" y="187523"/>
                  </a:lnTo>
                  <a:lnTo>
                    <a:pt x="196218" y="184460"/>
                  </a:lnTo>
                  <a:lnTo>
                    <a:pt x="205418" y="180723"/>
                  </a:lnTo>
                  <a:lnTo>
                    <a:pt x="208512" y="179466"/>
                  </a:lnTo>
                  <a:lnTo>
                    <a:pt x="214407" y="177071"/>
                  </a:lnTo>
                  <a:lnTo>
                    <a:pt x="221772" y="174079"/>
                  </a:lnTo>
                  <a:lnTo>
                    <a:pt x="221901" y="174028"/>
                  </a:lnTo>
                  <a:lnTo>
                    <a:pt x="222081" y="173983"/>
                  </a:lnTo>
                  <a:lnTo>
                    <a:pt x="222205" y="174196"/>
                  </a:lnTo>
                  <a:lnTo>
                    <a:pt x="223916" y="177114"/>
                  </a:lnTo>
                  <a:lnTo>
                    <a:pt x="225421" y="178464"/>
                  </a:lnTo>
                  <a:lnTo>
                    <a:pt x="226333" y="179933"/>
                  </a:lnTo>
                  <a:lnTo>
                    <a:pt x="230649" y="182838"/>
                  </a:lnTo>
                  <a:lnTo>
                    <a:pt x="231679" y="183226"/>
                  </a:lnTo>
                  <a:lnTo>
                    <a:pt x="233659" y="183972"/>
                  </a:lnTo>
                  <a:lnTo>
                    <a:pt x="235558" y="184084"/>
                  </a:lnTo>
                  <a:lnTo>
                    <a:pt x="239399" y="184423"/>
                  </a:lnTo>
                  <a:lnTo>
                    <a:pt x="239874" y="194149"/>
                  </a:lnTo>
                  <a:lnTo>
                    <a:pt x="239992" y="197489"/>
                  </a:lnTo>
                  <a:lnTo>
                    <a:pt x="240001" y="197726"/>
                  </a:lnTo>
                  <a:lnTo>
                    <a:pt x="240118" y="201020"/>
                  </a:lnTo>
                  <a:lnTo>
                    <a:pt x="240312" y="203139"/>
                  </a:lnTo>
                  <a:lnTo>
                    <a:pt x="240609" y="209226"/>
                  </a:lnTo>
                  <a:lnTo>
                    <a:pt x="240872" y="214609"/>
                  </a:lnTo>
                  <a:lnTo>
                    <a:pt x="235464" y="215300"/>
                  </a:lnTo>
                  <a:lnTo>
                    <a:pt x="227879" y="216906"/>
                  </a:lnTo>
                  <a:lnTo>
                    <a:pt x="224931" y="217531"/>
                  </a:lnTo>
                  <a:lnTo>
                    <a:pt x="221235" y="218975"/>
                  </a:lnTo>
                  <a:lnTo>
                    <a:pt x="219905" y="219495"/>
                  </a:lnTo>
                  <a:lnTo>
                    <a:pt x="202898" y="226632"/>
                  </a:lnTo>
                  <a:lnTo>
                    <a:pt x="203528" y="228167"/>
                  </a:lnTo>
                  <a:lnTo>
                    <a:pt x="208144" y="239418"/>
                  </a:lnTo>
                  <a:lnTo>
                    <a:pt x="208311" y="239825"/>
                  </a:lnTo>
                  <a:lnTo>
                    <a:pt x="211616" y="247879"/>
                  </a:lnTo>
                  <a:lnTo>
                    <a:pt x="215421" y="246853"/>
                  </a:lnTo>
                  <a:lnTo>
                    <a:pt x="218558" y="245916"/>
                  </a:lnTo>
                  <a:lnTo>
                    <a:pt x="229641" y="242605"/>
                  </a:lnTo>
                  <a:lnTo>
                    <a:pt x="231750" y="241938"/>
                  </a:lnTo>
                  <a:lnTo>
                    <a:pt x="233383" y="241422"/>
                  </a:lnTo>
                  <a:lnTo>
                    <a:pt x="241095" y="238985"/>
                  </a:lnTo>
                  <a:lnTo>
                    <a:pt x="242271" y="243703"/>
                  </a:lnTo>
                  <a:lnTo>
                    <a:pt x="242617" y="245088"/>
                  </a:lnTo>
                  <a:lnTo>
                    <a:pt x="242837" y="246405"/>
                  </a:lnTo>
                  <a:lnTo>
                    <a:pt x="243146" y="248015"/>
                  </a:lnTo>
                  <a:lnTo>
                    <a:pt x="243272" y="249007"/>
                  </a:lnTo>
                  <a:lnTo>
                    <a:pt x="221207" y="257060"/>
                  </a:lnTo>
                  <a:lnTo>
                    <a:pt x="213846" y="259852"/>
                  </a:lnTo>
                  <a:lnTo>
                    <a:pt x="190976" y="268160"/>
                  </a:lnTo>
                  <a:lnTo>
                    <a:pt x="177944" y="272894"/>
                  </a:lnTo>
                  <a:lnTo>
                    <a:pt x="167241" y="276782"/>
                  </a:lnTo>
                  <a:lnTo>
                    <a:pt x="166756" y="276960"/>
                  </a:lnTo>
                  <a:lnTo>
                    <a:pt x="153822" y="281681"/>
                  </a:lnTo>
                  <a:lnTo>
                    <a:pt x="117707" y="294865"/>
                  </a:lnTo>
                  <a:lnTo>
                    <a:pt x="88636" y="305477"/>
                  </a:lnTo>
                  <a:lnTo>
                    <a:pt x="87982" y="305716"/>
                  </a:lnTo>
                  <a:lnTo>
                    <a:pt x="87371" y="305939"/>
                  </a:lnTo>
                  <a:lnTo>
                    <a:pt x="86625" y="306097"/>
                  </a:lnTo>
                  <a:lnTo>
                    <a:pt x="86478" y="305634"/>
                  </a:lnTo>
                  <a:lnTo>
                    <a:pt x="85966" y="304024"/>
                  </a:lnTo>
                  <a:lnTo>
                    <a:pt x="85603" y="302870"/>
                  </a:lnTo>
                  <a:lnTo>
                    <a:pt x="85065" y="301155"/>
                  </a:lnTo>
                  <a:lnTo>
                    <a:pt x="83422" y="295929"/>
                  </a:lnTo>
                  <a:lnTo>
                    <a:pt x="79005" y="281872"/>
                  </a:lnTo>
                  <a:lnTo>
                    <a:pt x="78165" y="279201"/>
                  </a:lnTo>
                  <a:lnTo>
                    <a:pt x="80240" y="278329"/>
                  </a:lnTo>
                  <a:lnTo>
                    <a:pt x="105894" y="267541"/>
                  </a:lnTo>
                  <a:lnTo>
                    <a:pt x="107904" y="266696"/>
                  </a:lnTo>
                  <a:lnTo>
                    <a:pt x="106798" y="264055"/>
                  </a:lnTo>
                  <a:lnTo>
                    <a:pt x="103648" y="256541"/>
                  </a:lnTo>
                  <a:lnTo>
                    <a:pt x="102629" y="254108"/>
                  </a:lnTo>
                  <a:lnTo>
                    <a:pt x="97785" y="242551"/>
                  </a:lnTo>
                  <a:lnTo>
                    <a:pt x="97555" y="242002"/>
                  </a:lnTo>
                  <a:lnTo>
                    <a:pt x="88472" y="220331"/>
                  </a:lnTo>
                  <a:lnTo>
                    <a:pt x="87841" y="218824"/>
                  </a:lnTo>
                  <a:lnTo>
                    <a:pt x="87395" y="217757"/>
                  </a:lnTo>
                  <a:lnTo>
                    <a:pt x="84049" y="209743"/>
                  </a:lnTo>
                  <a:lnTo>
                    <a:pt x="83868" y="209310"/>
                  </a:lnTo>
                  <a:lnTo>
                    <a:pt x="80486" y="201210"/>
                  </a:lnTo>
                  <a:lnTo>
                    <a:pt x="78107" y="195513"/>
                  </a:lnTo>
                  <a:lnTo>
                    <a:pt x="76295" y="191460"/>
                  </a:lnTo>
                  <a:lnTo>
                    <a:pt x="76164" y="191169"/>
                  </a:lnTo>
                  <a:lnTo>
                    <a:pt x="72618" y="182242"/>
                  </a:lnTo>
                  <a:lnTo>
                    <a:pt x="69382" y="174417"/>
                  </a:lnTo>
                  <a:lnTo>
                    <a:pt x="69152" y="173862"/>
                  </a:lnTo>
                  <a:lnTo>
                    <a:pt x="68903" y="173012"/>
                  </a:lnTo>
                  <a:lnTo>
                    <a:pt x="68527" y="172104"/>
                  </a:lnTo>
                  <a:lnTo>
                    <a:pt x="62076" y="156535"/>
                  </a:lnTo>
                  <a:lnTo>
                    <a:pt x="56092" y="142001"/>
                  </a:lnTo>
                  <a:lnTo>
                    <a:pt x="54915" y="139141"/>
                  </a:lnTo>
                  <a:lnTo>
                    <a:pt x="54091" y="139586"/>
                  </a:lnTo>
                  <a:lnTo>
                    <a:pt x="47181" y="143317"/>
                  </a:lnTo>
                  <a:lnTo>
                    <a:pt x="44698" y="144820"/>
                  </a:lnTo>
                  <a:lnTo>
                    <a:pt x="39001" y="148267"/>
                  </a:lnTo>
                  <a:lnTo>
                    <a:pt x="31880" y="152343"/>
                  </a:lnTo>
                  <a:lnTo>
                    <a:pt x="31476" y="151906"/>
                  </a:lnTo>
                  <a:lnTo>
                    <a:pt x="31249" y="151661"/>
                  </a:lnTo>
                  <a:lnTo>
                    <a:pt x="29657" y="149940"/>
                  </a:lnTo>
                  <a:lnTo>
                    <a:pt x="29346" y="149604"/>
                  </a:lnTo>
                  <a:lnTo>
                    <a:pt x="28404" y="148560"/>
                  </a:lnTo>
                  <a:lnTo>
                    <a:pt x="26122" y="146028"/>
                  </a:lnTo>
                  <a:lnTo>
                    <a:pt x="25936" y="145822"/>
                  </a:lnTo>
                  <a:lnTo>
                    <a:pt x="25698" y="145666"/>
                  </a:lnTo>
                  <a:lnTo>
                    <a:pt x="25050" y="145244"/>
                  </a:lnTo>
                  <a:lnTo>
                    <a:pt x="25121" y="145069"/>
                  </a:lnTo>
                  <a:lnTo>
                    <a:pt x="28626" y="136399"/>
                  </a:lnTo>
                  <a:lnTo>
                    <a:pt x="31296" y="125100"/>
                  </a:lnTo>
                  <a:lnTo>
                    <a:pt x="34183" y="119197"/>
                  </a:lnTo>
                  <a:lnTo>
                    <a:pt x="31884" y="116884"/>
                  </a:lnTo>
                  <a:lnTo>
                    <a:pt x="32252" y="114288"/>
                  </a:lnTo>
                  <a:lnTo>
                    <a:pt x="33727" y="113294"/>
                  </a:lnTo>
                  <a:lnTo>
                    <a:pt x="33347" y="110187"/>
                  </a:lnTo>
                  <a:lnTo>
                    <a:pt x="25378" y="109057"/>
                  </a:lnTo>
                  <a:lnTo>
                    <a:pt x="23316" y="108633"/>
                  </a:lnTo>
                  <a:lnTo>
                    <a:pt x="23426" y="105544"/>
                  </a:lnTo>
                  <a:lnTo>
                    <a:pt x="23522" y="102856"/>
                  </a:lnTo>
                  <a:lnTo>
                    <a:pt x="27270" y="101403"/>
                  </a:lnTo>
                  <a:lnTo>
                    <a:pt x="35171" y="86729"/>
                  </a:lnTo>
                  <a:lnTo>
                    <a:pt x="28256" y="81291"/>
                  </a:lnTo>
                  <a:lnTo>
                    <a:pt x="23012" y="76631"/>
                  </a:lnTo>
                  <a:lnTo>
                    <a:pt x="20479" y="78549"/>
                  </a:lnTo>
                  <a:lnTo>
                    <a:pt x="15996" y="74250"/>
                  </a:lnTo>
                  <a:lnTo>
                    <a:pt x="10702" y="69174"/>
                  </a:lnTo>
                  <a:lnTo>
                    <a:pt x="12866" y="52738"/>
                  </a:lnTo>
                  <a:lnTo>
                    <a:pt x="12924" y="52095"/>
                  </a:lnTo>
                  <a:lnTo>
                    <a:pt x="0" y="45750"/>
                  </a:lnTo>
                  <a:lnTo>
                    <a:pt x="13374" y="23380"/>
                  </a:lnTo>
                  <a:lnTo>
                    <a:pt x="22797" y="3961"/>
                  </a:lnTo>
                  <a:lnTo>
                    <a:pt x="37312" y="0"/>
                  </a:lnTo>
                  <a:lnTo>
                    <a:pt x="37709" y="268"/>
                  </a:lnTo>
                  <a:lnTo>
                    <a:pt x="39565" y="1522"/>
                  </a:lnTo>
                  <a:lnTo>
                    <a:pt x="41607" y="2902"/>
                  </a:lnTo>
                  <a:lnTo>
                    <a:pt x="41794" y="3944"/>
                  </a:lnTo>
                  <a:lnTo>
                    <a:pt x="46281" y="6821"/>
                  </a:lnTo>
                  <a:lnTo>
                    <a:pt x="52760" y="13399"/>
                  </a:lnTo>
                  <a:lnTo>
                    <a:pt x="57509" y="19327"/>
                  </a:lnTo>
                  <a:lnTo>
                    <a:pt x="57902" y="19757"/>
                  </a:lnTo>
                  <a:lnTo>
                    <a:pt x="59083" y="21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601100" y="3487992"/>
              <a:ext cx="63669" cy="36353"/>
            </a:xfrm>
            <a:custGeom>
              <a:avLst/>
              <a:pathLst>
                <a:path w="63669" h="36353">
                  <a:moveTo>
                    <a:pt x="39912" y="5233"/>
                  </a:moveTo>
                  <a:lnTo>
                    <a:pt x="41159" y="5839"/>
                  </a:lnTo>
                  <a:lnTo>
                    <a:pt x="42726" y="4747"/>
                  </a:lnTo>
                  <a:lnTo>
                    <a:pt x="48011" y="8584"/>
                  </a:lnTo>
                  <a:lnTo>
                    <a:pt x="50677" y="11962"/>
                  </a:lnTo>
                  <a:lnTo>
                    <a:pt x="57122" y="11979"/>
                  </a:lnTo>
                  <a:lnTo>
                    <a:pt x="61555" y="11991"/>
                  </a:lnTo>
                  <a:lnTo>
                    <a:pt x="63669" y="11997"/>
                  </a:lnTo>
                  <a:lnTo>
                    <a:pt x="63618" y="18412"/>
                  </a:lnTo>
                  <a:lnTo>
                    <a:pt x="63605" y="20119"/>
                  </a:lnTo>
                  <a:lnTo>
                    <a:pt x="63593" y="21675"/>
                  </a:lnTo>
                  <a:lnTo>
                    <a:pt x="63546" y="27927"/>
                  </a:lnTo>
                  <a:lnTo>
                    <a:pt x="63519" y="31385"/>
                  </a:lnTo>
                  <a:lnTo>
                    <a:pt x="63518" y="31624"/>
                  </a:lnTo>
                  <a:lnTo>
                    <a:pt x="63385" y="34538"/>
                  </a:lnTo>
                  <a:lnTo>
                    <a:pt x="63304" y="36334"/>
                  </a:lnTo>
                  <a:lnTo>
                    <a:pt x="63031" y="36353"/>
                  </a:lnTo>
                  <a:lnTo>
                    <a:pt x="60129" y="36100"/>
                  </a:lnTo>
                  <a:lnTo>
                    <a:pt x="58688" y="35974"/>
                  </a:lnTo>
                  <a:lnTo>
                    <a:pt x="57894" y="35905"/>
                  </a:lnTo>
                  <a:lnTo>
                    <a:pt x="57110" y="35151"/>
                  </a:lnTo>
                  <a:lnTo>
                    <a:pt x="55875" y="33963"/>
                  </a:lnTo>
                  <a:lnTo>
                    <a:pt x="49285" y="32992"/>
                  </a:lnTo>
                  <a:lnTo>
                    <a:pt x="41315" y="31684"/>
                  </a:lnTo>
                  <a:lnTo>
                    <a:pt x="37209" y="31010"/>
                  </a:lnTo>
                  <a:lnTo>
                    <a:pt x="36747" y="31719"/>
                  </a:lnTo>
                  <a:lnTo>
                    <a:pt x="36021" y="32830"/>
                  </a:lnTo>
                  <a:lnTo>
                    <a:pt x="35789" y="33187"/>
                  </a:lnTo>
                  <a:lnTo>
                    <a:pt x="35602" y="33473"/>
                  </a:lnTo>
                  <a:lnTo>
                    <a:pt x="34525" y="32872"/>
                  </a:lnTo>
                  <a:lnTo>
                    <a:pt x="32866" y="31367"/>
                  </a:lnTo>
                  <a:lnTo>
                    <a:pt x="32094" y="31029"/>
                  </a:lnTo>
                  <a:lnTo>
                    <a:pt x="30643" y="30410"/>
                  </a:lnTo>
                  <a:lnTo>
                    <a:pt x="30085" y="30207"/>
                  </a:lnTo>
                  <a:lnTo>
                    <a:pt x="27656" y="29321"/>
                  </a:lnTo>
                  <a:lnTo>
                    <a:pt x="27143" y="29134"/>
                  </a:lnTo>
                  <a:lnTo>
                    <a:pt x="26684" y="28869"/>
                  </a:lnTo>
                  <a:lnTo>
                    <a:pt x="26051" y="28503"/>
                  </a:lnTo>
                  <a:lnTo>
                    <a:pt x="25859" y="28337"/>
                  </a:lnTo>
                  <a:lnTo>
                    <a:pt x="25433" y="27969"/>
                  </a:lnTo>
                  <a:lnTo>
                    <a:pt x="22275" y="27095"/>
                  </a:lnTo>
                  <a:lnTo>
                    <a:pt x="21947" y="27089"/>
                  </a:lnTo>
                  <a:lnTo>
                    <a:pt x="20602" y="27066"/>
                  </a:lnTo>
                  <a:lnTo>
                    <a:pt x="19449" y="27046"/>
                  </a:lnTo>
                  <a:lnTo>
                    <a:pt x="18478" y="27102"/>
                  </a:lnTo>
                  <a:lnTo>
                    <a:pt x="17135" y="27179"/>
                  </a:lnTo>
                  <a:lnTo>
                    <a:pt x="16053" y="27240"/>
                  </a:lnTo>
                  <a:lnTo>
                    <a:pt x="15609" y="27160"/>
                  </a:lnTo>
                  <a:lnTo>
                    <a:pt x="15470" y="27134"/>
                  </a:lnTo>
                  <a:lnTo>
                    <a:pt x="15250" y="27094"/>
                  </a:lnTo>
                  <a:lnTo>
                    <a:pt x="14319" y="26925"/>
                  </a:lnTo>
                  <a:lnTo>
                    <a:pt x="14029" y="26718"/>
                  </a:lnTo>
                  <a:lnTo>
                    <a:pt x="13578" y="26119"/>
                  </a:lnTo>
                  <a:lnTo>
                    <a:pt x="12351" y="24491"/>
                  </a:lnTo>
                  <a:lnTo>
                    <a:pt x="10776" y="22400"/>
                  </a:lnTo>
                  <a:lnTo>
                    <a:pt x="10633" y="22210"/>
                  </a:lnTo>
                  <a:lnTo>
                    <a:pt x="8808" y="19788"/>
                  </a:lnTo>
                  <a:lnTo>
                    <a:pt x="7949" y="18317"/>
                  </a:lnTo>
                  <a:lnTo>
                    <a:pt x="7686" y="17748"/>
                  </a:lnTo>
                  <a:lnTo>
                    <a:pt x="7553" y="17417"/>
                  </a:lnTo>
                  <a:lnTo>
                    <a:pt x="7133" y="16372"/>
                  </a:lnTo>
                  <a:lnTo>
                    <a:pt x="7025" y="16106"/>
                  </a:lnTo>
                  <a:lnTo>
                    <a:pt x="6962" y="15949"/>
                  </a:lnTo>
                  <a:lnTo>
                    <a:pt x="6500" y="14800"/>
                  </a:lnTo>
                  <a:lnTo>
                    <a:pt x="6380" y="14504"/>
                  </a:lnTo>
                  <a:lnTo>
                    <a:pt x="6248" y="14179"/>
                  </a:lnTo>
                  <a:lnTo>
                    <a:pt x="6123" y="13873"/>
                  </a:lnTo>
                  <a:lnTo>
                    <a:pt x="5959" y="13589"/>
                  </a:lnTo>
                  <a:lnTo>
                    <a:pt x="5580" y="13285"/>
                  </a:lnTo>
                  <a:lnTo>
                    <a:pt x="5417" y="13154"/>
                  </a:lnTo>
                  <a:lnTo>
                    <a:pt x="3063" y="11754"/>
                  </a:lnTo>
                  <a:lnTo>
                    <a:pt x="2843" y="11669"/>
                  </a:lnTo>
                  <a:lnTo>
                    <a:pt x="2647" y="11590"/>
                  </a:lnTo>
                  <a:lnTo>
                    <a:pt x="1782" y="11241"/>
                  </a:lnTo>
                  <a:lnTo>
                    <a:pt x="1306" y="11281"/>
                  </a:lnTo>
                  <a:lnTo>
                    <a:pt x="167" y="11377"/>
                  </a:lnTo>
                  <a:lnTo>
                    <a:pt x="0" y="10929"/>
                  </a:lnTo>
                  <a:lnTo>
                    <a:pt x="1985" y="8861"/>
                  </a:lnTo>
                  <a:lnTo>
                    <a:pt x="2593" y="8386"/>
                  </a:lnTo>
                  <a:lnTo>
                    <a:pt x="3732" y="7499"/>
                  </a:lnTo>
                  <a:lnTo>
                    <a:pt x="4053" y="7248"/>
                  </a:lnTo>
                  <a:lnTo>
                    <a:pt x="4708" y="6738"/>
                  </a:lnTo>
                  <a:lnTo>
                    <a:pt x="7278" y="4734"/>
                  </a:lnTo>
                  <a:lnTo>
                    <a:pt x="8058" y="4126"/>
                  </a:lnTo>
                  <a:lnTo>
                    <a:pt x="9414" y="3084"/>
                  </a:lnTo>
                  <a:lnTo>
                    <a:pt x="11316" y="4556"/>
                  </a:lnTo>
                  <a:lnTo>
                    <a:pt x="13046" y="2033"/>
                  </a:lnTo>
                  <a:lnTo>
                    <a:pt x="16418" y="4995"/>
                  </a:lnTo>
                  <a:lnTo>
                    <a:pt x="23543" y="7033"/>
                  </a:lnTo>
                  <a:lnTo>
                    <a:pt x="26436" y="0"/>
                  </a:lnTo>
                  <a:lnTo>
                    <a:pt x="36951" y="3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546093" y="3360768"/>
              <a:ext cx="83940" cy="99745"/>
            </a:xfrm>
            <a:custGeom>
              <a:avLst/>
              <a:pathLst>
                <a:path w="83940" h="99745">
                  <a:moveTo>
                    <a:pt x="54748" y="24950"/>
                  </a:moveTo>
                  <a:lnTo>
                    <a:pt x="55517" y="25959"/>
                  </a:lnTo>
                  <a:lnTo>
                    <a:pt x="58972" y="27608"/>
                  </a:lnTo>
                  <a:lnTo>
                    <a:pt x="60284" y="29304"/>
                  </a:lnTo>
                  <a:lnTo>
                    <a:pt x="61237" y="31197"/>
                  </a:lnTo>
                  <a:lnTo>
                    <a:pt x="62805" y="33188"/>
                  </a:lnTo>
                  <a:lnTo>
                    <a:pt x="65203" y="34960"/>
                  </a:lnTo>
                  <a:lnTo>
                    <a:pt x="67554" y="37363"/>
                  </a:lnTo>
                  <a:lnTo>
                    <a:pt x="71116" y="44790"/>
                  </a:lnTo>
                  <a:lnTo>
                    <a:pt x="72968" y="46902"/>
                  </a:lnTo>
                  <a:lnTo>
                    <a:pt x="78169" y="51854"/>
                  </a:lnTo>
                  <a:lnTo>
                    <a:pt x="83940" y="66709"/>
                  </a:lnTo>
                  <a:lnTo>
                    <a:pt x="82859" y="67174"/>
                  </a:lnTo>
                  <a:lnTo>
                    <a:pt x="70492" y="70616"/>
                  </a:lnTo>
                  <a:lnTo>
                    <a:pt x="71032" y="72660"/>
                  </a:lnTo>
                  <a:lnTo>
                    <a:pt x="65000" y="89166"/>
                  </a:lnTo>
                  <a:lnTo>
                    <a:pt x="63809" y="88531"/>
                  </a:lnTo>
                  <a:lnTo>
                    <a:pt x="58725" y="85723"/>
                  </a:lnTo>
                  <a:lnTo>
                    <a:pt x="63193" y="75897"/>
                  </a:lnTo>
                  <a:lnTo>
                    <a:pt x="63416" y="74454"/>
                  </a:lnTo>
                  <a:lnTo>
                    <a:pt x="63329" y="74209"/>
                  </a:lnTo>
                  <a:lnTo>
                    <a:pt x="62764" y="74016"/>
                  </a:lnTo>
                  <a:lnTo>
                    <a:pt x="62396" y="74004"/>
                  </a:lnTo>
                  <a:lnTo>
                    <a:pt x="61586" y="73977"/>
                  </a:lnTo>
                  <a:lnTo>
                    <a:pt x="61049" y="74142"/>
                  </a:lnTo>
                  <a:lnTo>
                    <a:pt x="60446" y="74327"/>
                  </a:lnTo>
                  <a:lnTo>
                    <a:pt x="59382" y="74948"/>
                  </a:lnTo>
                  <a:lnTo>
                    <a:pt x="57938" y="76191"/>
                  </a:lnTo>
                  <a:lnTo>
                    <a:pt x="57712" y="76465"/>
                  </a:lnTo>
                  <a:lnTo>
                    <a:pt x="57552" y="76658"/>
                  </a:lnTo>
                  <a:lnTo>
                    <a:pt x="56912" y="77434"/>
                  </a:lnTo>
                  <a:lnTo>
                    <a:pt x="55468" y="78560"/>
                  </a:lnTo>
                  <a:lnTo>
                    <a:pt x="54345" y="79347"/>
                  </a:lnTo>
                  <a:lnTo>
                    <a:pt x="54138" y="79492"/>
                  </a:lnTo>
                  <a:lnTo>
                    <a:pt x="52241" y="80216"/>
                  </a:lnTo>
                  <a:lnTo>
                    <a:pt x="51289" y="80580"/>
                  </a:lnTo>
                  <a:lnTo>
                    <a:pt x="50466" y="80762"/>
                  </a:lnTo>
                  <a:lnTo>
                    <a:pt x="49455" y="80986"/>
                  </a:lnTo>
                  <a:lnTo>
                    <a:pt x="49009" y="81084"/>
                  </a:lnTo>
                  <a:lnTo>
                    <a:pt x="48676" y="81064"/>
                  </a:lnTo>
                  <a:lnTo>
                    <a:pt x="47096" y="80966"/>
                  </a:lnTo>
                  <a:lnTo>
                    <a:pt x="46795" y="80949"/>
                  </a:lnTo>
                  <a:lnTo>
                    <a:pt x="46546" y="80991"/>
                  </a:lnTo>
                  <a:lnTo>
                    <a:pt x="46695" y="81172"/>
                  </a:lnTo>
                  <a:lnTo>
                    <a:pt x="47541" y="82197"/>
                  </a:lnTo>
                  <a:lnTo>
                    <a:pt x="47620" y="82328"/>
                  </a:lnTo>
                  <a:lnTo>
                    <a:pt x="48335" y="83508"/>
                  </a:lnTo>
                  <a:lnTo>
                    <a:pt x="50139" y="86653"/>
                  </a:lnTo>
                  <a:lnTo>
                    <a:pt x="47817" y="87889"/>
                  </a:lnTo>
                  <a:lnTo>
                    <a:pt x="47133" y="87740"/>
                  </a:lnTo>
                  <a:lnTo>
                    <a:pt x="39927" y="86179"/>
                  </a:lnTo>
                  <a:lnTo>
                    <a:pt x="37343" y="85619"/>
                  </a:lnTo>
                  <a:lnTo>
                    <a:pt x="34829" y="85074"/>
                  </a:lnTo>
                  <a:lnTo>
                    <a:pt x="31594" y="86405"/>
                  </a:lnTo>
                  <a:lnTo>
                    <a:pt x="30072" y="87030"/>
                  </a:lnTo>
                  <a:lnTo>
                    <a:pt x="26349" y="84778"/>
                  </a:lnTo>
                  <a:lnTo>
                    <a:pt x="24905" y="85399"/>
                  </a:lnTo>
                  <a:lnTo>
                    <a:pt x="24360" y="86359"/>
                  </a:lnTo>
                  <a:lnTo>
                    <a:pt x="23265" y="96286"/>
                  </a:lnTo>
                  <a:lnTo>
                    <a:pt x="5929" y="99745"/>
                  </a:lnTo>
                  <a:lnTo>
                    <a:pt x="0" y="94003"/>
                  </a:lnTo>
                  <a:lnTo>
                    <a:pt x="3994" y="88147"/>
                  </a:lnTo>
                  <a:lnTo>
                    <a:pt x="5397" y="86810"/>
                  </a:lnTo>
                  <a:lnTo>
                    <a:pt x="6462" y="87032"/>
                  </a:lnTo>
                  <a:lnTo>
                    <a:pt x="10527" y="87878"/>
                  </a:lnTo>
                  <a:lnTo>
                    <a:pt x="11619" y="83606"/>
                  </a:lnTo>
                  <a:lnTo>
                    <a:pt x="11567" y="81348"/>
                  </a:lnTo>
                  <a:lnTo>
                    <a:pt x="11429" y="75402"/>
                  </a:lnTo>
                  <a:lnTo>
                    <a:pt x="12522" y="71227"/>
                  </a:lnTo>
                  <a:lnTo>
                    <a:pt x="13661" y="68314"/>
                  </a:lnTo>
                  <a:lnTo>
                    <a:pt x="14136" y="63216"/>
                  </a:lnTo>
                  <a:lnTo>
                    <a:pt x="15371" y="61906"/>
                  </a:lnTo>
                  <a:lnTo>
                    <a:pt x="22828" y="58507"/>
                  </a:lnTo>
                  <a:lnTo>
                    <a:pt x="31045" y="53944"/>
                  </a:lnTo>
                  <a:lnTo>
                    <a:pt x="36196" y="49993"/>
                  </a:lnTo>
                  <a:lnTo>
                    <a:pt x="36849" y="48861"/>
                  </a:lnTo>
                  <a:lnTo>
                    <a:pt x="37694" y="44332"/>
                  </a:lnTo>
                  <a:lnTo>
                    <a:pt x="38169" y="38021"/>
                  </a:lnTo>
                  <a:lnTo>
                    <a:pt x="37409" y="33943"/>
                  </a:lnTo>
                  <a:lnTo>
                    <a:pt x="34400" y="34539"/>
                  </a:lnTo>
                  <a:lnTo>
                    <a:pt x="33919" y="32228"/>
                  </a:lnTo>
                  <a:lnTo>
                    <a:pt x="33679" y="27444"/>
                  </a:lnTo>
                  <a:lnTo>
                    <a:pt x="33589" y="25647"/>
                  </a:lnTo>
                  <a:lnTo>
                    <a:pt x="29905" y="25598"/>
                  </a:lnTo>
                  <a:lnTo>
                    <a:pt x="21641" y="26175"/>
                  </a:lnTo>
                  <a:lnTo>
                    <a:pt x="18064" y="25635"/>
                  </a:lnTo>
                  <a:lnTo>
                    <a:pt x="14861" y="23905"/>
                  </a:lnTo>
                  <a:lnTo>
                    <a:pt x="9719" y="21126"/>
                  </a:lnTo>
                  <a:lnTo>
                    <a:pt x="14743" y="5804"/>
                  </a:lnTo>
                  <a:lnTo>
                    <a:pt x="15667" y="2767"/>
                  </a:lnTo>
                  <a:lnTo>
                    <a:pt x="16807" y="0"/>
                  </a:lnTo>
                  <a:lnTo>
                    <a:pt x="25077" y="1637"/>
                  </a:lnTo>
                  <a:lnTo>
                    <a:pt x="27241" y="2030"/>
                  </a:lnTo>
                  <a:lnTo>
                    <a:pt x="49188" y="5603"/>
                  </a:lnTo>
                  <a:lnTo>
                    <a:pt x="49603" y="6635"/>
                  </a:lnTo>
                  <a:lnTo>
                    <a:pt x="52156" y="15373"/>
                  </a:lnTo>
                  <a:lnTo>
                    <a:pt x="54139" y="23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709618" y="3488823"/>
              <a:ext cx="86388" cy="34735"/>
            </a:xfrm>
            <a:custGeom>
              <a:avLst/>
              <a:pathLst>
                <a:path w="86388" h="34735">
                  <a:moveTo>
                    <a:pt x="41487" y="11937"/>
                  </a:moveTo>
                  <a:lnTo>
                    <a:pt x="41888" y="12362"/>
                  </a:lnTo>
                  <a:lnTo>
                    <a:pt x="42152" y="12177"/>
                  </a:lnTo>
                  <a:lnTo>
                    <a:pt x="42566" y="11888"/>
                  </a:lnTo>
                  <a:lnTo>
                    <a:pt x="43914" y="10944"/>
                  </a:lnTo>
                  <a:lnTo>
                    <a:pt x="45464" y="10215"/>
                  </a:lnTo>
                  <a:lnTo>
                    <a:pt x="45816" y="10049"/>
                  </a:lnTo>
                  <a:lnTo>
                    <a:pt x="46896" y="9541"/>
                  </a:lnTo>
                  <a:lnTo>
                    <a:pt x="47439" y="9308"/>
                  </a:lnTo>
                  <a:lnTo>
                    <a:pt x="48654" y="8832"/>
                  </a:lnTo>
                  <a:lnTo>
                    <a:pt x="49856" y="8864"/>
                  </a:lnTo>
                  <a:lnTo>
                    <a:pt x="50347" y="8877"/>
                  </a:lnTo>
                  <a:lnTo>
                    <a:pt x="50629" y="8982"/>
                  </a:lnTo>
                  <a:lnTo>
                    <a:pt x="51738" y="9398"/>
                  </a:lnTo>
                  <a:lnTo>
                    <a:pt x="52840" y="9811"/>
                  </a:lnTo>
                  <a:lnTo>
                    <a:pt x="53349" y="10007"/>
                  </a:lnTo>
                  <a:lnTo>
                    <a:pt x="54396" y="10411"/>
                  </a:lnTo>
                  <a:lnTo>
                    <a:pt x="55245" y="9390"/>
                  </a:lnTo>
                  <a:lnTo>
                    <a:pt x="57827" y="10337"/>
                  </a:lnTo>
                  <a:lnTo>
                    <a:pt x="59001" y="10768"/>
                  </a:lnTo>
                  <a:lnTo>
                    <a:pt x="62486" y="12046"/>
                  </a:lnTo>
                  <a:lnTo>
                    <a:pt x="63631" y="12466"/>
                  </a:lnTo>
                  <a:lnTo>
                    <a:pt x="67209" y="13778"/>
                  </a:lnTo>
                  <a:lnTo>
                    <a:pt x="68962" y="14421"/>
                  </a:lnTo>
                  <a:lnTo>
                    <a:pt x="69437" y="13486"/>
                  </a:lnTo>
                  <a:lnTo>
                    <a:pt x="70424" y="13875"/>
                  </a:lnTo>
                  <a:lnTo>
                    <a:pt x="72405" y="14655"/>
                  </a:lnTo>
                  <a:lnTo>
                    <a:pt x="72857" y="14833"/>
                  </a:lnTo>
                  <a:lnTo>
                    <a:pt x="76515" y="15920"/>
                  </a:lnTo>
                  <a:lnTo>
                    <a:pt x="77604" y="16272"/>
                  </a:lnTo>
                  <a:lnTo>
                    <a:pt x="79992" y="17045"/>
                  </a:lnTo>
                  <a:lnTo>
                    <a:pt x="82124" y="17735"/>
                  </a:lnTo>
                  <a:lnTo>
                    <a:pt x="82388" y="17835"/>
                  </a:lnTo>
                  <a:lnTo>
                    <a:pt x="83025" y="18075"/>
                  </a:lnTo>
                  <a:lnTo>
                    <a:pt x="83766" y="18356"/>
                  </a:lnTo>
                  <a:lnTo>
                    <a:pt x="84846" y="18764"/>
                  </a:lnTo>
                  <a:lnTo>
                    <a:pt x="85341" y="19241"/>
                  </a:lnTo>
                  <a:lnTo>
                    <a:pt x="86195" y="20065"/>
                  </a:lnTo>
                  <a:lnTo>
                    <a:pt x="86388" y="20234"/>
                  </a:lnTo>
                  <a:lnTo>
                    <a:pt x="83882" y="22616"/>
                  </a:lnTo>
                  <a:lnTo>
                    <a:pt x="83025" y="23431"/>
                  </a:lnTo>
                  <a:lnTo>
                    <a:pt x="81067" y="25292"/>
                  </a:lnTo>
                  <a:lnTo>
                    <a:pt x="79418" y="27757"/>
                  </a:lnTo>
                  <a:lnTo>
                    <a:pt x="79015" y="28360"/>
                  </a:lnTo>
                  <a:lnTo>
                    <a:pt x="76812" y="26612"/>
                  </a:lnTo>
                  <a:lnTo>
                    <a:pt x="74412" y="27759"/>
                  </a:lnTo>
                  <a:lnTo>
                    <a:pt x="73815" y="28837"/>
                  </a:lnTo>
                  <a:lnTo>
                    <a:pt x="71895" y="32298"/>
                  </a:lnTo>
                  <a:lnTo>
                    <a:pt x="71729" y="32690"/>
                  </a:lnTo>
                  <a:lnTo>
                    <a:pt x="71467" y="33310"/>
                  </a:lnTo>
                  <a:lnTo>
                    <a:pt x="70398" y="34735"/>
                  </a:lnTo>
                  <a:lnTo>
                    <a:pt x="65813" y="34302"/>
                  </a:lnTo>
                  <a:lnTo>
                    <a:pt x="65433" y="34266"/>
                  </a:lnTo>
                  <a:lnTo>
                    <a:pt x="63958" y="34126"/>
                  </a:lnTo>
                  <a:lnTo>
                    <a:pt x="63212" y="34029"/>
                  </a:lnTo>
                  <a:lnTo>
                    <a:pt x="63036" y="34006"/>
                  </a:lnTo>
                  <a:lnTo>
                    <a:pt x="62889" y="33987"/>
                  </a:lnTo>
                  <a:lnTo>
                    <a:pt x="61196" y="33766"/>
                  </a:lnTo>
                  <a:lnTo>
                    <a:pt x="61051" y="33748"/>
                  </a:lnTo>
                  <a:lnTo>
                    <a:pt x="59971" y="33424"/>
                  </a:lnTo>
                  <a:lnTo>
                    <a:pt x="59141" y="33176"/>
                  </a:lnTo>
                  <a:lnTo>
                    <a:pt x="58152" y="32880"/>
                  </a:lnTo>
                  <a:lnTo>
                    <a:pt x="55694" y="32145"/>
                  </a:lnTo>
                  <a:lnTo>
                    <a:pt x="55461" y="32031"/>
                  </a:lnTo>
                  <a:lnTo>
                    <a:pt x="54254" y="31437"/>
                  </a:lnTo>
                  <a:lnTo>
                    <a:pt x="53947" y="31287"/>
                  </a:lnTo>
                  <a:lnTo>
                    <a:pt x="53660" y="31145"/>
                  </a:lnTo>
                  <a:lnTo>
                    <a:pt x="53359" y="31037"/>
                  </a:lnTo>
                  <a:lnTo>
                    <a:pt x="53074" y="30933"/>
                  </a:lnTo>
                  <a:lnTo>
                    <a:pt x="52077" y="30572"/>
                  </a:lnTo>
                  <a:lnTo>
                    <a:pt x="48951" y="29440"/>
                  </a:lnTo>
                  <a:lnTo>
                    <a:pt x="48393" y="29257"/>
                  </a:lnTo>
                  <a:lnTo>
                    <a:pt x="48187" y="29188"/>
                  </a:lnTo>
                  <a:lnTo>
                    <a:pt x="47108" y="28832"/>
                  </a:lnTo>
                  <a:lnTo>
                    <a:pt x="46906" y="28766"/>
                  </a:lnTo>
                  <a:lnTo>
                    <a:pt x="44720" y="28064"/>
                  </a:lnTo>
                  <a:lnTo>
                    <a:pt x="44390" y="28032"/>
                  </a:lnTo>
                  <a:lnTo>
                    <a:pt x="44015" y="27995"/>
                  </a:lnTo>
                  <a:lnTo>
                    <a:pt x="43031" y="27899"/>
                  </a:lnTo>
                  <a:lnTo>
                    <a:pt x="42203" y="27815"/>
                  </a:lnTo>
                  <a:lnTo>
                    <a:pt x="41735" y="27735"/>
                  </a:lnTo>
                  <a:lnTo>
                    <a:pt x="38304" y="27148"/>
                  </a:lnTo>
                  <a:lnTo>
                    <a:pt x="35823" y="26567"/>
                  </a:lnTo>
                  <a:lnTo>
                    <a:pt x="35397" y="26468"/>
                  </a:lnTo>
                  <a:lnTo>
                    <a:pt x="31977" y="25913"/>
                  </a:lnTo>
                  <a:lnTo>
                    <a:pt x="30864" y="25732"/>
                  </a:lnTo>
                  <a:lnTo>
                    <a:pt x="30172" y="28108"/>
                  </a:lnTo>
                  <a:lnTo>
                    <a:pt x="29989" y="28824"/>
                  </a:lnTo>
                  <a:lnTo>
                    <a:pt x="29734" y="29826"/>
                  </a:lnTo>
                  <a:lnTo>
                    <a:pt x="29331" y="29684"/>
                  </a:lnTo>
                  <a:lnTo>
                    <a:pt x="27076" y="28888"/>
                  </a:lnTo>
                  <a:lnTo>
                    <a:pt x="26926" y="28835"/>
                  </a:lnTo>
                  <a:lnTo>
                    <a:pt x="26682" y="28742"/>
                  </a:lnTo>
                  <a:lnTo>
                    <a:pt x="26632" y="31871"/>
                  </a:lnTo>
                  <a:lnTo>
                    <a:pt x="23133" y="31455"/>
                  </a:lnTo>
                  <a:lnTo>
                    <a:pt x="20911" y="31190"/>
                  </a:lnTo>
                  <a:lnTo>
                    <a:pt x="20446" y="31135"/>
                  </a:lnTo>
                  <a:lnTo>
                    <a:pt x="20357" y="29607"/>
                  </a:lnTo>
                  <a:lnTo>
                    <a:pt x="20245" y="28254"/>
                  </a:lnTo>
                  <a:lnTo>
                    <a:pt x="19897" y="28249"/>
                  </a:lnTo>
                  <a:lnTo>
                    <a:pt x="18678" y="28230"/>
                  </a:lnTo>
                  <a:lnTo>
                    <a:pt x="16197" y="28192"/>
                  </a:lnTo>
                  <a:lnTo>
                    <a:pt x="15131" y="28175"/>
                  </a:lnTo>
                  <a:lnTo>
                    <a:pt x="14992" y="28873"/>
                  </a:lnTo>
                  <a:lnTo>
                    <a:pt x="14846" y="28876"/>
                  </a:lnTo>
                  <a:lnTo>
                    <a:pt x="13567" y="28900"/>
                  </a:lnTo>
                  <a:lnTo>
                    <a:pt x="11602" y="28936"/>
                  </a:lnTo>
                  <a:lnTo>
                    <a:pt x="11565" y="26447"/>
                  </a:lnTo>
                  <a:lnTo>
                    <a:pt x="11543" y="24921"/>
                  </a:lnTo>
                  <a:lnTo>
                    <a:pt x="11519" y="23243"/>
                  </a:lnTo>
                  <a:lnTo>
                    <a:pt x="11499" y="21859"/>
                  </a:lnTo>
                  <a:lnTo>
                    <a:pt x="8878" y="21350"/>
                  </a:lnTo>
                  <a:lnTo>
                    <a:pt x="8549" y="21301"/>
                  </a:lnTo>
                  <a:lnTo>
                    <a:pt x="7634" y="21165"/>
                  </a:lnTo>
                  <a:lnTo>
                    <a:pt x="8328" y="18500"/>
                  </a:lnTo>
                  <a:lnTo>
                    <a:pt x="8370" y="18340"/>
                  </a:lnTo>
                  <a:lnTo>
                    <a:pt x="5401" y="17406"/>
                  </a:lnTo>
                  <a:lnTo>
                    <a:pt x="4809" y="15897"/>
                  </a:lnTo>
                  <a:lnTo>
                    <a:pt x="762" y="12781"/>
                  </a:lnTo>
                  <a:lnTo>
                    <a:pt x="0" y="12194"/>
                  </a:lnTo>
                  <a:lnTo>
                    <a:pt x="921" y="8822"/>
                  </a:lnTo>
                  <a:lnTo>
                    <a:pt x="1661" y="6115"/>
                  </a:lnTo>
                  <a:lnTo>
                    <a:pt x="1752" y="5783"/>
                  </a:lnTo>
                  <a:lnTo>
                    <a:pt x="1781" y="3379"/>
                  </a:lnTo>
                  <a:lnTo>
                    <a:pt x="1821" y="0"/>
                  </a:lnTo>
                  <a:lnTo>
                    <a:pt x="8215" y="572"/>
                  </a:lnTo>
                  <a:lnTo>
                    <a:pt x="8600" y="607"/>
                  </a:lnTo>
                  <a:lnTo>
                    <a:pt x="8750" y="620"/>
                  </a:lnTo>
                  <a:lnTo>
                    <a:pt x="9218" y="1362"/>
                  </a:lnTo>
                  <a:lnTo>
                    <a:pt x="9896" y="1491"/>
                  </a:lnTo>
                  <a:lnTo>
                    <a:pt x="11935" y="1877"/>
                  </a:lnTo>
                  <a:lnTo>
                    <a:pt x="14561" y="2374"/>
                  </a:lnTo>
                  <a:lnTo>
                    <a:pt x="16619" y="2764"/>
                  </a:lnTo>
                  <a:lnTo>
                    <a:pt x="16838" y="2806"/>
                  </a:lnTo>
                  <a:lnTo>
                    <a:pt x="16984" y="2833"/>
                  </a:lnTo>
                  <a:lnTo>
                    <a:pt x="20451" y="3490"/>
                  </a:lnTo>
                  <a:lnTo>
                    <a:pt x="26077" y="4555"/>
                  </a:lnTo>
                  <a:lnTo>
                    <a:pt x="26446" y="4625"/>
                  </a:lnTo>
                  <a:lnTo>
                    <a:pt x="26981" y="4727"/>
                  </a:lnTo>
                  <a:lnTo>
                    <a:pt x="27270" y="4782"/>
                  </a:lnTo>
                  <a:lnTo>
                    <a:pt x="32674" y="5805"/>
                  </a:lnTo>
                  <a:lnTo>
                    <a:pt x="33510" y="5963"/>
                  </a:lnTo>
                  <a:lnTo>
                    <a:pt x="33949" y="6047"/>
                  </a:lnTo>
                  <a:lnTo>
                    <a:pt x="37621" y="6742"/>
                  </a:lnTo>
                  <a:lnTo>
                    <a:pt x="37808" y="6778"/>
                  </a:lnTo>
                  <a:lnTo>
                    <a:pt x="39182" y="7038"/>
                  </a:lnTo>
                  <a:lnTo>
                    <a:pt x="40064" y="7205"/>
                  </a:lnTo>
                  <a:lnTo>
                    <a:pt x="41791" y="7532"/>
                  </a:lnTo>
                  <a:lnTo>
                    <a:pt x="41498" y="9568"/>
                  </a:lnTo>
                  <a:lnTo>
                    <a:pt x="41200" y="11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42251" y="3250144"/>
              <a:ext cx="661312" cy="519146"/>
            </a:xfrm>
            <a:custGeom>
              <a:avLst/>
              <a:pathLst>
                <a:path w="661312" h="519146">
                  <a:moveTo>
                    <a:pt x="181453" y="11735"/>
                  </a:moveTo>
                  <a:lnTo>
                    <a:pt x="196012" y="21769"/>
                  </a:lnTo>
                  <a:lnTo>
                    <a:pt x="199749" y="24344"/>
                  </a:lnTo>
                  <a:lnTo>
                    <a:pt x="197507" y="27686"/>
                  </a:lnTo>
                  <a:lnTo>
                    <a:pt x="197162" y="28200"/>
                  </a:lnTo>
                  <a:lnTo>
                    <a:pt x="176951" y="58327"/>
                  </a:lnTo>
                  <a:lnTo>
                    <a:pt x="176855" y="58470"/>
                  </a:lnTo>
                  <a:lnTo>
                    <a:pt x="177240" y="58746"/>
                  </a:lnTo>
                  <a:lnTo>
                    <a:pt x="199368" y="74341"/>
                  </a:lnTo>
                  <a:lnTo>
                    <a:pt x="212468" y="83574"/>
                  </a:lnTo>
                  <a:lnTo>
                    <a:pt x="213721" y="84458"/>
                  </a:lnTo>
                  <a:lnTo>
                    <a:pt x="213908" y="84589"/>
                  </a:lnTo>
                  <a:lnTo>
                    <a:pt x="214109" y="84731"/>
                  </a:lnTo>
                  <a:lnTo>
                    <a:pt x="217096" y="86836"/>
                  </a:lnTo>
                  <a:lnTo>
                    <a:pt x="250848" y="110628"/>
                  </a:lnTo>
                  <a:lnTo>
                    <a:pt x="285233" y="134866"/>
                  </a:lnTo>
                  <a:lnTo>
                    <a:pt x="303564" y="147787"/>
                  </a:lnTo>
                  <a:lnTo>
                    <a:pt x="320179" y="159499"/>
                  </a:lnTo>
                  <a:lnTo>
                    <a:pt x="336109" y="170728"/>
                  </a:lnTo>
                  <a:lnTo>
                    <a:pt x="368147" y="193311"/>
                  </a:lnTo>
                  <a:lnTo>
                    <a:pt x="381237" y="202538"/>
                  </a:lnTo>
                  <a:lnTo>
                    <a:pt x="382142" y="203176"/>
                  </a:lnTo>
                  <a:lnTo>
                    <a:pt x="390862" y="209113"/>
                  </a:lnTo>
                  <a:lnTo>
                    <a:pt x="389249" y="211931"/>
                  </a:lnTo>
                  <a:lnTo>
                    <a:pt x="388516" y="213212"/>
                  </a:lnTo>
                  <a:lnTo>
                    <a:pt x="387119" y="215655"/>
                  </a:lnTo>
                  <a:lnTo>
                    <a:pt x="386590" y="216319"/>
                  </a:lnTo>
                  <a:lnTo>
                    <a:pt x="381814" y="213212"/>
                  </a:lnTo>
                  <a:lnTo>
                    <a:pt x="380429" y="212312"/>
                  </a:lnTo>
                  <a:lnTo>
                    <a:pt x="379667" y="211931"/>
                  </a:lnTo>
                  <a:lnTo>
                    <a:pt x="379518" y="211931"/>
                  </a:lnTo>
                  <a:lnTo>
                    <a:pt x="379348" y="213212"/>
                  </a:lnTo>
                  <a:lnTo>
                    <a:pt x="379324" y="213394"/>
                  </a:lnTo>
                  <a:lnTo>
                    <a:pt x="376740" y="217937"/>
                  </a:lnTo>
                  <a:lnTo>
                    <a:pt x="376606" y="220148"/>
                  </a:lnTo>
                  <a:lnTo>
                    <a:pt x="376467" y="222428"/>
                  </a:lnTo>
                  <a:lnTo>
                    <a:pt x="374048" y="223981"/>
                  </a:lnTo>
                  <a:lnTo>
                    <a:pt x="374107" y="232686"/>
                  </a:lnTo>
                  <a:lnTo>
                    <a:pt x="376878" y="232898"/>
                  </a:lnTo>
                  <a:lnTo>
                    <a:pt x="376740" y="235637"/>
                  </a:lnTo>
                  <a:lnTo>
                    <a:pt x="383864" y="235248"/>
                  </a:lnTo>
                  <a:lnTo>
                    <a:pt x="384402" y="235458"/>
                  </a:lnTo>
                  <a:lnTo>
                    <a:pt x="386856" y="236414"/>
                  </a:lnTo>
                  <a:lnTo>
                    <a:pt x="391772" y="240491"/>
                  </a:lnTo>
                  <a:lnTo>
                    <a:pt x="394211" y="240720"/>
                  </a:lnTo>
                  <a:lnTo>
                    <a:pt x="394883" y="240783"/>
                  </a:lnTo>
                  <a:lnTo>
                    <a:pt x="402052" y="240552"/>
                  </a:lnTo>
                  <a:lnTo>
                    <a:pt x="408596" y="240341"/>
                  </a:lnTo>
                  <a:lnTo>
                    <a:pt x="408900" y="240331"/>
                  </a:lnTo>
                  <a:lnTo>
                    <a:pt x="411577" y="241591"/>
                  </a:lnTo>
                  <a:lnTo>
                    <a:pt x="416051" y="241940"/>
                  </a:lnTo>
                  <a:lnTo>
                    <a:pt x="417233" y="242109"/>
                  </a:lnTo>
                  <a:lnTo>
                    <a:pt x="420126" y="242523"/>
                  </a:lnTo>
                  <a:lnTo>
                    <a:pt x="423010" y="243916"/>
                  </a:lnTo>
                  <a:lnTo>
                    <a:pt x="422964" y="245505"/>
                  </a:lnTo>
                  <a:lnTo>
                    <a:pt x="422933" y="246615"/>
                  </a:lnTo>
                  <a:lnTo>
                    <a:pt x="423189" y="248713"/>
                  </a:lnTo>
                  <a:lnTo>
                    <a:pt x="425293" y="251349"/>
                  </a:lnTo>
                  <a:lnTo>
                    <a:pt x="426343" y="252353"/>
                  </a:lnTo>
                  <a:lnTo>
                    <a:pt x="427122" y="253096"/>
                  </a:lnTo>
                  <a:lnTo>
                    <a:pt x="429106" y="255697"/>
                  </a:lnTo>
                  <a:lnTo>
                    <a:pt x="430103" y="257236"/>
                  </a:lnTo>
                  <a:lnTo>
                    <a:pt x="431335" y="258333"/>
                  </a:lnTo>
                  <a:lnTo>
                    <a:pt x="431994" y="258739"/>
                  </a:lnTo>
                  <a:lnTo>
                    <a:pt x="433647" y="260778"/>
                  </a:lnTo>
                  <a:lnTo>
                    <a:pt x="435685" y="264406"/>
                  </a:lnTo>
                  <a:lnTo>
                    <a:pt x="436177" y="265282"/>
                  </a:lnTo>
                  <a:lnTo>
                    <a:pt x="438353" y="264219"/>
                  </a:lnTo>
                  <a:lnTo>
                    <a:pt x="447244" y="259714"/>
                  </a:lnTo>
                  <a:lnTo>
                    <a:pt x="447471" y="260704"/>
                  </a:lnTo>
                  <a:lnTo>
                    <a:pt x="446663" y="262379"/>
                  </a:lnTo>
                  <a:lnTo>
                    <a:pt x="444621" y="266375"/>
                  </a:lnTo>
                  <a:lnTo>
                    <a:pt x="443701" y="268176"/>
                  </a:lnTo>
                  <a:lnTo>
                    <a:pt x="443439" y="269583"/>
                  </a:lnTo>
                  <a:lnTo>
                    <a:pt x="443721" y="270491"/>
                  </a:lnTo>
                  <a:lnTo>
                    <a:pt x="445100" y="272035"/>
                  </a:lnTo>
                  <a:lnTo>
                    <a:pt x="449375" y="268581"/>
                  </a:lnTo>
                  <a:lnTo>
                    <a:pt x="452035" y="266833"/>
                  </a:lnTo>
                  <a:lnTo>
                    <a:pt x="456233" y="265862"/>
                  </a:lnTo>
                  <a:lnTo>
                    <a:pt x="457615" y="264842"/>
                  </a:lnTo>
                  <a:lnTo>
                    <a:pt x="457873" y="264453"/>
                  </a:lnTo>
                  <a:lnTo>
                    <a:pt x="458148" y="264264"/>
                  </a:lnTo>
                  <a:lnTo>
                    <a:pt x="462638" y="261184"/>
                  </a:lnTo>
                  <a:lnTo>
                    <a:pt x="463792" y="264839"/>
                  </a:lnTo>
                  <a:lnTo>
                    <a:pt x="464091" y="267796"/>
                  </a:lnTo>
                  <a:lnTo>
                    <a:pt x="464648" y="268554"/>
                  </a:lnTo>
                  <a:lnTo>
                    <a:pt x="465160" y="269252"/>
                  </a:lnTo>
                  <a:lnTo>
                    <a:pt x="469407" y="271210"/>
                  </a:lnTo>
                  <a:lnTo>
                    <a:pt x="473527" y="272227"/>
                  </a:lnTo>
                  <a:lnTo>
                    <a:pt x="475148" y="274248"/>
                  </a:lnTo>
                  <a:lnTo>
                    <a:pt x="475621" y="275224"/>
                  </a:lnTo>
                  <a:lnTo>
                    <a:pt x="476388" y="276811"/>
                  </a:lnTo>
                  <a:lnTo>
                    <a:pt x="477094" y="277612"/>
                  </a:lnTo>
                  <a:lnTo>
                    <a:pt x="477516" y="278092"/>
                  </a:lnTo>
                  <a:lnTo>
                    <a:pt x="479028" y="279177"/>
                  </a:lnTo>
                  <a:lnTo>
                    <a:pt x="480506" y="278981"/>
                  </a:lnTo>
                  <a:lnTo>
                    <a:pt x="484012" y="277846"/>
                  </a:lnTo>
                  <a:lnTo>
                    <a:pt x="486671" y="277768"/>
                  </a:lnTo>
                  <a:lnTo>
                    <a:pt x="488495" y="278389"/>
                  </a:lnTo>
                  <a:lnTo>
                    <a:pt x="490205" y="279671"/>
                  </a:lnTo>
                  <a:lnTo>
                    <a:pt x="490499" y="280143"/>
                  </a:lnTo>
                  <a:lnTo>
                    <a:pt x="491386" y="281569"/>
                  </a:lnTo>
                  <a:lnTo>
                    <a:pt x="491535" y="281807"/>
                  </a:lnTo>
                  <a:lnTo>
                    <a:pt x="492751" y="283594"/>
                  </a:lnTo>
                  <a:lnTo>
                    <a:pt x="492994" y="284205"/>
                  </a:lnTo>
                  <a:lnTo>
                    <a:pt x="496965" y="281844"/>
                  </a:lnTo>
                  <a:lnTo>
                    <a:pt x="501520" y="279135"/>
                  </a:lnTo>
                  <a:lnTo>
                    <a:pt x="503402" y="279430"/>
                  </a:lnTo>
                  <a:lnTo>
                    <a:pt x="507106" y="279735"/>
                  </a:lnTo>
                  <a:lnTo>
                    <a:pt x="508801" y="279963"/>
                  </a:lnTo>
                  <a:lnTo>
                    <a:pt x="511552" y="280333"/>
                  </a:lnTo>
                  <a:lnTo>
                    <a:pt x="514430" y="281673"/>
                  </a:lnTo>
                  <a:lnTo>
                    <a:pt x="517472" y="282719"/>
                  </a:lnTo>
                  <a:lnTo>
                    <a:pt x="518833" y="283187"/>
                  </a:lnTo>
                  <a:lnTo>
                    <a:pt x="523373" y="284684"/>
                  </a:lnTo>
                  <a:lnTo>
                    <a:pt x="529593" y="284817"/>
                  </a:lnTo>
                  <a:lnTo>
                    <a:pt x="531563" y="287232"/>
                  </a:lnTo>
                  <a:lnTo>
                    <a:pt x="531873" y="287613"/>
                  </a:lnTo>
                  <a:lnTo>
                    <a:pt x="533982" y="289477"/>
                  </a:lnTo>
                  <a:lnTo>
                    <a:pt x="536632" y="293963"/>
                  </a:lnTo>
                  <a:lnTo>
                    <a:pt x="536928" y="296900"/>
                  </a:lnTo>
                  <a:lnTo>
                    <a:pt x="533039" y="297654"/>
                  </a:lnTo>
                  <a:lnTo>
                    <a:pt x="531253" y="301091"/>
                  </a:lnTo>
                  <a:lnTo>
                    <a:pt x="526254" y="311707"/>
                  </a:lnTo>
                  <a:lnTo>
                    <a:pt x="525354" y="313618"/>
                  </a:lnTo>
                  <a:lnTo>
                    <a:pt x="525164" y="315366"/>
                  </a:lnTo>
                  <a:lnTo>
                    <a:pt x="525521" y="317081"/>
                  </a:lnTo>
                  <a:lnTo>
                    <a:pt x="527380" y="318257"/>
                  </a:lnTo>
                  <a:lnTo>
                    <a:pt x="528900" y="320599"/>
                  </a:lnTo>
                  <a:lnTo>
                    <a:pt x="529493" y="322347"/>
                  </a:lnTo>
                  <a:lnTo>
                    <a:pt x="529731" y="325151"/>
                  </a:lnTo>
                  <a:lnTo>
                    <a:pt x="530467" y="327317"/>
                  </a:lnTo>
                  <a:lnTo>
                    <a:pt x="531678" y="333531"/>
                  </a:lnTo>
                  <a:lnTo>
                    <a:pt x="541011" y="332366"/>
                  </a:lnTo>
                  <a:lnTo>
                    <a:pt x="548295" y="332082"/>
                  </a:lnTo>
                  <a:lnTo>
                    <a:pt x="552089" y="334151"/>
                  </a:lnTo>
                  <a:lnTo>
                    <a:pt x="555053" y="334588"/>
                  </a:lnTo>
                  <a:lnTo>
                    <a:pt x="555436" y="336504"/>
                  </a:lnTo>
                  <a:lnTo>
                    <a:pt x="555869" y="338677"/>
                  </a:lnTo>
                  <a:lnTo>
                    <a:pt x="552117" y="339209"/>
                  </a:lnTo>
                  <a:lnTo>
                    <a:pt x="552075" y="339665"/>
                  </a:lnTo>
                  <a:lnTo>
                    <a:pt x="551528" y="345689"/>
                  </a:lnTo>
                  <a:lnTo>
                    <a:pt x="551318" y="348000"/>
                  </a:lnTo>
                  <a:lnTo>
                    <a:pt x="549943" y="349938"/>
                  </a:lnTo>
                  <a:lnTo>
                    <a:pt x="549168" y="351029"/>
                  </a:lnTo>
                  <a:lnTo>
                    <a:pt x="548425" y="351919"/>
                  </a:lnTo>
                  <a:lnTo>
                    <a:pt x="541257" y="360500"/>
                  </a:lnTo>
                  <a:lnTo>
                    <a:pt x="540801" y="361313"/>
                  </a:lnTo>
                  <a:lnTo>
                    <a:pt x="539998" y="362745"/>
                  </a:lnTo>
                  <a:lnTo>
                    <a:pt x="540120" y="363437"/>
                  </a:lnTo>
                  <a:lnTo>
                    <a:pt x="540295" y="364432"/>
                  </a:lnTo>
                  <a:lnTo>
                    <a:pt x="541803" y="367066"/>
                  </a:lnTo>
                  <a:lnTo>
                    <a:pt x="544373" y="373534"/>
                  </a:lnTo>
                  <a:lnTo>
                    <a:pt x="546492" y="376507"/>
                  </a:lnTo>
                  <a:lnTo>
                    <a:pt x="548249" y="377964"/>
                  </a:lnTo>
                  <a:lnTo>
                    <a:pt x="551675" y="380805"/>
                  </a:lnTo>
                  <a:lnTo>
                    <a:pt x="552730" y="381491"/>
                  </a:lnTo>
                  <a:lnTo>
                    <a:pt x="553859" y="382493"/>
                  </a:lnTo>
                  <a:lnTo>
                    <a:pt x="555202" y="382224"/>
                  </a:lnTo>
                  <a:lnTo>
                    <a:pt x="561938" y="380876"/>
                  </a:lnTo>
                  <a:lnTo>
                    <a:pt x="565756" y="380690"/>
                  </a:lnTo>
                  <a:lnTo>
                    <a:pt x="563368" y="392026"/>
                  </a:lnTo>
                  <a:lnTo>
                    <a:pt x="563112" y="395434"/>
                  </a:lnTo>
                  <a:lnTo>
                    <a:pt x="564081" y="398886"/>
                  </a:lnTo>
                  <a:lnTo>
                    <a:pt x="564988" y="400998"/>
                  </a:lnTo>
                  <a:lnTo>
                    <a:pt x="565362" y="403551"/>
                  </a:lnTo>
                  <a:lnTo>
                    <a:pt x="565487" y="409202"/>
                  </a:lnTo>
                  <a:lnTo>
                    <a:pt x="566389" y="411629"/>
                  </a:lnTo>
                  <a:lnTo>
                    <a:pt x="568005" y="412700"/>
                  </a:lnTo>
                  <a:lnTo>
                    <a:pt x="568789" y="413428"/>
                  </a:lnTo>
                  <a:lnTo>
                    <a:pt x="568926" y="413606"/>
                  </a:lnTo>
                  <a:lnTo>
                    <a:pt x="569573" y="414447"/>
                  </a:lnTo>
                  <a:lnTo>
                    <a:pt x="570605" y="416763"/>
                  </a:lnTo>
                  <a:lnTo>
                    <a:pt x="571328" y="418385"/>
                  </a:lnTo>
                  <a:lnTo>
                    <a:pt x="572029" y="420603"/>
                  </a:lnTo>
                  <a:lnTo>
                    <a:pt x="572506" y="422114"/>
                  </a:lnTo>
                  <a:lnTo>
                    <a:pt x="573590" y="425107"/>
                  </a:lnTo>
                  <a:lnTo>
                    <a:pt x="580473" y="427999"/>
                  </a:lnTo>
                  <a:lnTo>
                    <a:pt x="582012" y="428412"/>
                  </a:lnTo>
                  <a:lnTo>
                    <a:pt x="584019" y="428950"/>
                  </a:lnTo>
                  <a:lnTo>
                    <a:pt x="592442" y="430468"/>
                  </a:lnTo>
                  <a:lnTo>
                    <a:pt x="600495" y="431190"/>
                  </a:lnTo>
                  <a:lnTo>
                    <a:pt x="601599" y="431289"/>
                  </a:lnTo>
                  <a:lnTo>
                    <a:pt x="606248" y="430754"/>
                  </a:lnTo>
                  <a:lnTo>
                    <a:pt x="610486" y="430266"/>
                  </a:lnTo>
                  <a:lnTo>
                    <a:pt x="617125" y="428635"/>
                  </a:lnTo>
                  <a:lnTo>
                    <a:pt x="622837" y="427531"/>
                  </a:lnTo>
                  <a:lnTo>
                    <a:pt x="622967" y="427506"/>
                  </a:lnTo>
                  <a:lnTo>
                    <a:pt x="626017" y="426916"/>
                  </a:lnTo>
                  <a:lnTo>
                    <a:pt x="634877" y="426725"/>
                  </a:lnTo>
                  <a:lnTo>
                    <a:pt x="640468" y="427531"/>
                  </a:lnTo>
                  <a:lnTo>
                    <a:pt x="648723" y="428720"/>
                  </a:lnTo>
                  <a:lnTo>
                    <a:pt x="654029" y="430324"/>
                  </a:lnTo>
                  <a:lnTo>
                    <a:pt x="657716" y="432529"/>
                  </a:lnTo>
                  <a:lnTo>
                    <a:pt x="658494" y="433056"/>
                  </a:lnTo>
                  <a:lnTo>
                    <a:pt x="658857" y="433301"/>
                  </a:lnTo>
                  <a:lnTo>
                    <a:pt x="661312" y="435480"/>
                  </a:lnTo>
                  <a:lnTo>
                    <a:pt x="659994" y="436512"/>
                  </a:lnTo>
                  <a:lnTo>
                    <a:pt x="657433" y="438518"/>
                  </a:lnTo>
                  <a:lnTo>
                    <a:pt x="656413" y="438693"/>
                  </a:lnTo>
                  <a:lnTo>
                    <a:pt x="651306" y="438181"/>
                  </a:lnTo>
                  <a:lnTo>
                    <a:pt x="629268" y="439754"/>
                  </a:lnTo>
                  <a:lnTo>
                    <a:pt x="628835" y="446753"/>
                  </a:lnTo>
                  <a:lnTo>
                    <a:pt x="628857" y="447909"/>
                  </a:lnTo>
                  <a:lnTo>
                    <a:pt x="628956" y="453153"/>
                  </a:lnTo>
                  <a:lnTo>
                    <a:pt x="629680" y="462337"/>
                  </a:lnTo>
                  <a:lnTo>
                    <a:pt x="629775" y="463866"/>
                  </a:lnTo>
                  <a:lnTo>
                    <a:pt x="630865" y="464558"/>
                  </a:lnTo>
                  <a:lnTo>
                    <a:pt x="632489" y="465039"/>
                  </a:lnTo>
                  <a:lnTo>
                    <a:pt x="634014" y="465709"/>
                  </a:lnTo>
                  <a:lnTo>
                    <a:pt x="636123" y="465898"/>
                  </a:lnTo>
                  <a:lnTo>
                    <a:pt x="639087" y="469015"/>
                  </a:lnTo>
                  <a:lnTo>
                    <a:pt x="639982" y="469512"/>
                  </a:lnTo>
                  <a:lnTo>
                    <a:pt x="642603" y="470965"/>
                  </a:lnTo>
                  <a:lnTo>
                    <a:pt x="643522" y="471474"/>
                  </a:lnTo>
                  <a:lnTo>
                    <a:pt x="643796" y="471626"/>
                  </a:lnTo>
                  <a:lnTo>
                    <a:pt x="644425" y="471939"/>
                  </a:lnTo>
                  <a:lnTo>
                    <a:pt x="649097" y="474265"/>
                  </a:lnTo>
                  <a:lnTo>
                    <a:pt x="652232" y="475562"/>
                  </a:lnTo>
                  <a:lnTo>
                    <a:pt x="653197" y="475927"/>
                  </a:lnTo>
                  <a:lnTo>
                    <a:pt x="653787" y="476151"/>
                  </a:lnTo>
                  <a:lnTo>
                    <a:pt x="653680" y="476640"/>
                  </a:lnTo>
                  <a:lnTo>
                    <a:pt x="653132" y="477061"/>
                  </a:lnTo>
                  <a:lnTo>
                    <a:pt x="652006" y="477927"/>
                  </a:lnTo>
                  <a:lnTo>
                    <a:pt x="646713" y="477969"/>
                  </a:lnTo>
                  <a:lnTo>
                    <a:pt x="644786" y="477816"/>
                  </a:lnTo>
                  <a:lnTo>
                    <a:pt x="642469" y="477632"/>
                  </a:lnTo>
                  <a:lnTo>
                    <a:pt x="639811" y="477376"/>
                  </a:lnTo>
                  <a:lnTo>
                    <a:pt x="636726" y="477078"/>
                  </a:lnTo>
                  <a:lnTo>
                    <a:pt x="633497" y="477369"/>
                  </a:lnTo>
                  <a:lnTo>
                    <a:pt x="631454" y="478097"/>
                  </a:lnTo>
                  <a:lnTo>
                    <a:pt x="629507" y="479214"/>
                  </a:lnTo>
                  <a:lnTo>
                    <a:pt x="628978" y="479931"/>
                  </a:lnTo>
                  <a:lnTo>
                    <a:pt x="628149" y="481055"/>
                  </a:lnTo>
                  <a:lnTo>
                    <a:pt x="628432" y="482627"/>
                  </a:lnTo>
                  <a:lnTo>
                    <a:pt x="628597" y="483541"/>
                  </a:lnTo>
                  <a:lnTo>
                    <a:pt x="623327" y="485522"/>
                  </a:lnTo>
                  <a:lnTo>
                    <a:pt x="618652" y="487279"/>
                  </a:lnTo>
                  <a:lnTo>
                    <a:pt x="616756" y="486245"/>
                  </a:lnTo>
                  <a:lnTo>
                    <a:pt x="613033" y="484215"/>
                  </a:lnTo>
                  <a:lnTo>
                    <a:pt x="611496" y="484007"/>
                  </a:lnTo>
                  <a:lnTo>
                    <a:pt x="601138" y="475375"/>
                  </a:lnTo>
                  <a:lnTo>
                    <a:pt x="600394" y="474755"/>
                  </a:lnTo>
                  <a:lnTo>
                    <a:pt x="599955" y="474559"/>
                  </a:lnTo>
                  <a:lnTo>
                    <a:pt x="595555" y="472592"/>
                  </a:lnTo>
                  <a:lnTo>
                    <a:pt x="594832" y="474328"/>
                  </a:lnTo>
                  <a:lnTo>
                    <a:pt x="592278" y="480457"/>
                  </a:lnTo>
                  <a:lnTo>
                    <a:pt x="589874" y="477362"/>
                  </a:lnTo>
                  <a:lnTo>
                    <a:pt x="586083" y="472483"/>
                  </a:lnTo>
                  <a:lnTo>
                    <a:pt x="582067" y="470774"/>
                  </a:lnTo>
                  <a:lnTo>
                    <a:pt x="581398" y="469239"/>
                  </a:lnTo>
                  <a:lnTo>
                    <a:pt x="580282" y="461780"/>
                  </a:lnTo>
                  <a:lnTo>
                    <a:pt x="572025" y="460717"/>
                  </a:lnTo>
                  <a:lnTo>
                    <a:pt x="572718" y="463200"/>
                  </a:lnTo>
                  <a:lnTo>
                    <a:pt x="573830" y="464627"/>
                  </a:lnTo>
                  <a:lnTo>
                    <a:pt x="574589" y="466060"/>
                  </a:lnTo>
                  <a:lnTo>
                    <a:pt x="575568" y="470651"/>
                  </a:lnTo>
                  <a:lnTo>
                    <a:pt x="576917" y="473778"/>
                  </a:lnTo>
                  <a:lnTo>
                    <a:pt x="578418" y="476943"/>
                  </a:lnTo>
                  <a:lnTo>
                    <a:pt x="581951" y="485973"/>
                  </a:lnTo>
                  <a:lnTo>
                    <a:pt x="584004" y="489898"/>
                  </a:lnTo>
                  <a:lnTo>
                    <a:pt x="582298" y="489367"/>
                  </a:lnTo>
                  <a:lnTo>
                    <a:pt x="576082" y="488140"/>
                  </a:lnTo>
                  <a:lnTo>
                    <a:pt x="567980" y="487092"/>
                  </a:lnTo>
                  <a:lnTo>
                    <a:pt x="568456" y="488176"/>
                  </a:lnTo>
                  <a:lnTo>
                    <a:pt x="563658" y="491477"/>
                  </a:lnTo>
                  <a:lnTo>
                    <a:pt x="562439" y="492315"/>
                  </a:lnTo>
                  <a:lnTo>
                    <a:pt x="560565" y="493119"/>
                  </a:lnTo>
                  <a:lnTo>
                    <a:pt x="559541" y="493829"/>
                  </a:lnTo>
                  <a:lnTo>
                    <a:pt x="558903" y="494272"/>
                  </a:lnTo>
                  <a:lnTo>
                    <a:pt x="560446" y="497367"/>
                  </a:lnTo>
                  <a:lnTo>
                    <a:pt x="561221" y="498664"/>
                  </a:lnTo>
                  <a:lnTo>
                    <a:pt x="559502" y="499733"/>
                  </a:lnTo>
                  <a:lnTo>
                    <a:pt x="561974" y="503185"/>
                  </a:lnTo>
                  <a:lnTo>
                    <a:pt x="563162" y="506886"/>
                  </a:lnTo>
                  <a:lnTo>
                    <a:pt x="557818" y="510285"/>
                  </a:lnTo>
                  <a:lnTo>
                    <a:pt x="553127" y="513914"/>
                  </a:lnTo>
                  <a:lnTo>
                    <a:pt x="551269" y="510747"/>
                  </a:lnTo>
                  <a:lnTo>
                    <a:pt x="536166" y="518466"/>
                  </a:lnTo>
                  <a:lnTo>
                    <a:pt x="531321" y="519146"/>
                  </a:lnTo>
                  <a:lnTo>
                    <a:pt x="518783" y="517544"/>
                  </a:lnTo>
                  <a:lnTo>
                    <a:pt x="514746" y="499921"/>
                  </a:lnTo>
                  <a:lnTo>
                    <a:pt x="523627" y="497883"/>
                  </a:lnTo>
                  <a:lnTo>
                    <a:pt x="523485" y="492397"/>
                  </a:lnTo>
                  <a:lnTo>
                    <a:pt x="526002" y="491086"/>
                  </a:lnTo>
                  <a:lnTo>
                    <a:pt x="525384" y="487639"/>
                  </a:lnTo>
                  <a:lnTo>
                    <a:pt x="515316" y="491863"/>
                  </a:lnTo>
                  <a:lnTo>
                    <a:pt x="506481" y="497980"/>
                  </a:lnTo>
                  <a:lnTo>
                    <a:pt x="498787" y="498319"/>
                  </a:lnTo>
                  <a:lnTo>
                    <a:pt x="487198" y="492979"/>
                  </a:lnTo>
                  <a:lnTo>
                    <a:pt x="483939" y="494482"/>
                  </a:lnTo>
                  <a:lnTo>
                    <a:pt x="479569" y="492152"/>
                  </a:lnTo>
                  <a:lnTo>
                    <a:pt x="477652" y="488513"/>
                  </a:lnTo>
                  <a:lnTo>
                    <a:pt x="476434" y="484870"/>
                  </a:lnTo>
                  <a:lnTo>
                    <a:pt x="476244" y="481375"/>
                  </a:lnTo>
                  <a:lnTo>
                    <a:pt x="476719" y="477491"/>
                  </a:lnTo>
                  <a:lnTo>
                    <a:pt x="475769" y="475064"/>
                  </a:lnTo>
                  <a:lnTo>
                    <a:pt x="472920" y="473899"/>
                  </a:lnTo>
                  <a:lnTo>
                    <a:pt x="468937" y="474386"/>
                  </a:lnTo>
                  <a:lnTo>
                    <a:pt x="460316" y="475187"/>
                  </a:lnTo>
                  <a:lnTo>
                    <a:pt x="451126" y="463026"/>
                  </a:lnTo>
                  <a:lnTo>
                    <a:pt x="449986" y="455744"/>
                  </a:lnTo>
                  <a:lnTo>
                    <a:pt x="453406" y="448971"/>
                  </a:lnTo>
                  <a:lnTo>
                    <a:pt x="464306" y="435063"/>
                  </a:lnTo>
                  <a:lnTo>
                    <a:pt x="456113" y="427708"/>
                  </a:lnTo>
                  <a:lnTo>
                    <a:pt x="444287" y="411979"/>
                  </a:lnTo>
                  <a:lnTo>
                    <a:pt x="428115" y="402803"/>
                  </a:lnTo>
                  <a:lnTo>
                    <a:pt x="423484" y="408338"/>
                  </a:lnTo>
                  <a:lnTo>
                    <a:pt x="413011" y="400255"/>
                  </a:lnTo>
                  <a:lnTo>
                    <a:pt x="420420" y="390278"/>
                  </a:lnTo>
                  <a:lnTo>
                    <a:pt x="411541" y="383841"/>
                  </a:lnTo>
                  <a:lnTo>
                    <a:pt x="414323" y="378377"/>
                  </a:lnTo>
                  <a:lnTo>
                    <a:pt x="412676" y="377147"/>
                  </a:lnTo>
                  <a:lnTo>
                    <a:pt x="410842" y="375778"/>
                  </a:lnTo>
                  <a:lnTo>
                    <a:pt x="403421" y="370237"/>
                  </a:lnTo>
                  <a:lnTo>
                    <a:pt x="398241" y="366369"/>
                  </a:lnTo>
                  <a:lnTo>
                    <a:pt x="396783" y="365280"/>
                  </a:lnTo>
                  <a:lnTo>
                    <a:pt x="394751" y="363763"/>
                  </a:lnTo>
                  <a:lnTo>
                    <a:pt x="390297" y="361052"/>
                  </a:lnTo>
                  <a:lnTo>
                    <a:pt x="386115" y="358506"/>
                  </a:lnTo>
                  <a:lnTo>
                    <a:pt x="381751" y="355850"/>
                  </a:lnTo>
                  <a:lnTo>
                    <a:pt x="380173" y="354890"/>
                  </a:lnTo>
                  <a:lnTo>
                    <a:pt x="375244" y="351134"/>
                  </a:lnTo>
                  <a:lnTo>
                    <a:pt x="374780" y="350781"/>
                  </a:lnTo>
                  <a:lnTo>
                    <a:pt x="371236" y="348081"/>
                  </a:lnTo>
                  <a:lnTo>
                    <a:pt x="369423" y="346699"/>
                  </a:lnTo>
                  <a:lnTo>
                    <a:pt x="366192" y="344238"/>
                  </a:lnTo>
                  <a:lnTo>
                    <a:pt x="365215" y="343494"/>
                  </a:lnTo>
                  <a:lnTo>
                    <a:pt x="364843" y="343210"/>
                  </a:lnTo>
                  <a:lnTo>
                    <a:pt x="364450" y="342966"/>
                  </a:lnTo>
                  <a:lnTo>
                    <a:pt x="364098" y="342749"/>
                  </a:lnTo>
                  <a:lnTo>
                    <a:pt x="360256" y="340367"/>
                  </a:lnTo>
                  <a:lnTo>
                    <a:pt x="359874" y="340130"/>
                  </a:lnTo>
                  <a:lnTo>
                    <a:pt x="357999" y="337658"/>
                  </a:lnTo>
                  <a:lnTo>
                    <a:pt x="353699" y="331988"/>
                  </a:lnTo>
                  <a:lnTo>
                    <a:pt x="351092" y="328550"/>
                  </a:lnTo>
                  <a:lnTo>
                    <a:pt x="349434" y="326858"/>
                  </a:lnTo>
                  <a:lnTo>
                    <a:pt x="347932" y="325045"/>
                  </a:lnTo>
                  <a:lnTo>
                    <a:pt x="346716" y="323577"/>
                  </a:lnTo>
                  <a:lnTo>
                    <a:pt x="346336" y="323324"/>
                  </a:lnTo>
                  <a:lnTo>
                    <a:pt x="342708" y="320909"/>
                  </a:lnTo>
                  <a:lnTo>
                    <a:pt x="341638" y="320197"/>
                  </a:lnTo>
                  <a:lnTo>
                    <a:pt x="338192" y="317902"/>
                  </a:lnTo>
                  <a:lnTo>
                    <a:pt x="335996" y="316440"/>
                  </a:lnTo>
                  <a:lnTo>
                    <a:pt x="335329" y="315996"/>
                  </a:lnTo>
                  <a:lnTo>
                    <a:pt x="333618" y="314857"/>
                  </a:lnTo>
                  <a:lnTo>
                    <a:pt x="333328" y="315277"/>
                  </a:lnTo>
                  <a:lnTo>
                    <a:pt x="332945" y="315830"/>
                  </a:lnTo>
                  <a:lnTo>
                    <a:pt x="332283" y="315323"/>
                  </a:lnTo>
                  <a:lnTo>
                    <a:pt x="327916" y="311973"/>
                  </a:lnTo>
                  <a:lnTo>
                    <a:pt x="327825" y="311826"/>
                  </a:lnTo>
                  <a:lnTo>
                    <a:pt x="327529" y="311348"/>
                  </a:lnTo>
                  <a:lnTo>
                    <a:pt x="327319" y="311007"/>
                  </a:lnTo>
                  <a:lnTo>
                    <a:pt x="326909" y="310344"/>
                  </a:lnTo>
                  <a:lnTo>
                    <a:pt x="326415" y="309546"/>
                  </a:lnTo>
                  <a:lnTo>
                    <a:pt x="322349" y="304939"/>
                  </a:lnTo>
                  <a:lnTo>
                    <a:pt x="321811" y="304329"/>
                  </a:lnTo>
                  <a:lnTo>
                    <a:pt x="321475" y="303948"/>
                  </a:lnTo>
                  <a:lnTo>
                    <a:pt x="319670" y="301322"/>
                  </a:lnTo>
                  <a:lnTo>
                    <a:pt x="318521" y="299650"/>
                  </a:lnTo>
                  <a:lnTo>
                    <a:pt x="318265" y="299278"/>
                  </a:lnTo>
                  <a:lnTo>
                    <a:pt x="318125" y="299073"/>
                  </a:lnTo>
                  <a:lnTo>
                    <a:pt x="318000" y="298946"/>
                  </a:lnTo>
                  <a:lnTo>
                    <a:pt x="317481" y="298418"/>
                  </a:lnTo>
                  <a:lnTo>
                    <a:pt x="315250" y="296148"/>
                  </a:lnTo>
                  <a:lnTo>
                    <a:pt x="311443" y="300709"/>
                  </a:lnTo>
                  <a:lnTo>
                    <a:pt x="309952" y="303845"/>
                  </a:lnTo>
                  <a:lnTo>
                    <a:pt x="309731" y="304312"/>
                  </a:lnTo>
                  <a:lnTo>
                    <a:pt x="309357" y="305099"/>
                  </a:lnTo>
                  <a:lnTo>
                    <a:pt x="308902" y="305895"/>
                  </a:lnTo>
                  <a:lnTo>
                    <a:pt x="294909" y="311793"/>
                  </a:lnTo>
                  <a:lnTo>
                    <a:pt x="292999" y="311622"/>
                  </a:lnTo>
                  <a:lnTo>
                    <a:pt x="280742" y="310526"/>
                  </a:lnTo>
                  <a:lnTo>
                    <a:pt x="280201" y="308195"/>
                  </a:lnTo>
                  <a:lnTo>
                    <a:pt x="279669" y="306428"/>
                  </a:lnTo>
                  <a:lnTo>
                    <a:pt x="275266" y="304777"/>
                  </a:lnTo>
                  <a:lnTo>
                    <a:pt x="274520" y="304512"/>
                  </a:lnTo>
                  <a:lnTo>
                    <a:pt x="273310" y="304082"/>
                  </a:lnTo>
                  <a:lnTo>
                    <a:pt x="271004" y="303262"/>
                  </a:lnTo>
                  <a:lnTo>
                    <a:pt x="270887" y="302142"/>
                  </a:lnTo>
                  <a:lnTo>
                    <a:pt x="270849" y="301786"/>
                  </a:lnTo>
                  <a:lnTo>
                    <a:pt x="266194" y="301077"/>
                  </a:lnTo>
                  <a:lnTo>
                    <a:pt x="265820" y="301067"/>
                  </a:lnTo>
                  <a:lnTo>
                    <a:pt x="265385" y="300957"/>
                  </a:lnTo>
                  <a:lnTo>
                    <a:pt x="265440" y="297713"/>
                  </a:lnTo>
                  <a:lnTo>
                    <a:pt x="264652" y="297294"/>
                  </a:lnTo>
                  <a:lnTo>
                    <a:pt x="258540" y="294017"/>
                  </a:lnTo>
                  <a:lnTo>
                    <a:pt x="257553" y="293237"/>
                  </a:lnTo>
                  <a:lnTo>
                    <a:pt x="253422" y="290553"/>
                  </a:lnTo>
                  <a:lnTo>
                    <a:pt x="252329" y="289954"/>
                  </a:lnTo>
                  <a:lnTo>
                    <a:pt x="250499" y="288952"/>
                  </a:lnTo>
                  <a:lnTo>
                    <a:pt x="249698" y="288514"/>
                  </a:lnTo>
                  <a:lnTo>
                    <a:pt x="247385" y="286486"/>
                  </a:lnTo>
                  <a:lnTo>
                    <a:pt x="244523" y="284321"/>
                  </a:lnTo>
                  <a:lnTo>
                    <a:pt x="243771" y="283752"/>
                  </a:lnTo>
                  <a:lnTo>
                    <a:pt x="242651" y="282904"/>
                  </a:lnTo>
                  <a:lnTo>
                    <a:pt x="240923" y="281720"/>
                  </a:lnTo>
                  <a:lnTo>
                    <a:pt x="240606" y="281503"/>
                  </a:lnTo>
                  <a:lnTo>
                    <a:pt x="230941" y="274877"/>
                  </a:lnTo>
                  <a:lnTo>
                    <a:pt x="230725" y="274730"/>
                  </a:lnTo>
                  <a:lnTo>
                    <a:pt x="230151" y="274336"/>
                  </a:lnTo>
                  <a:lnTo>
                    <a:pt x="224985" y="270795"/>
                  </a:lnTo>
                  <a:lnTo>
                    <a:pt x="224432" y="270416"/>
                  </a:lnTo>
                  <a:lnTo>
                    <a:pt x="219584" y="267092"/>
                  </a:lnTo>
                  <a:lnTo>
                    <a:pt x="219232" y="266852"/>
                  </a:lnTo>
                  <a:lnTo>
                    <a:pt x="215497" y="264291"/>
                  </a:lnTo>
                  <a:lnTo>
                    <a:pt x="215351" y="264191"/>
                  </a:lnTo>
                  <a:lnTo>
                    <a:pt x="209915" y="260335"/>
                  </a:lnTo>
                  <a:lnTo>
                    <a:pt x="206766" y="258102"/>
                  </a:lnTo>
                  <a:lnTo>
                    <a:pt x="206032" y="257599"/>
                  </a:lnTo>
                  <a:lnTo>
                    <a:pt x="201799" y="254696"/>
                  </a:lnTo>
                  <a:lnTo>
                    <a:pt x="201396" y="254420"/>
                  </a:lnTo>
                  <a:lnTo>
                    <a:pt x="200039" y="253442"/>
                  </a:lnTo>
                  <a:lnTo>
                    <a:pt x="199404" y="252984"/>
                  </a:lnTo>
                  <a:lnTo>
                    <a:pt x="198841" y="252577"/>
                  </a:lnTo>
                  <a:lnTo>
                    <a:pt x="198546" y="252365"/>
                  </a:lnTo>
                  <a:lnTo>
                    <a:pt x="190844" y="246989"/>
                  </a:lnTo>
                  <a:lnTo>
                    <a:pt x="182988" y="241506"/>
                  </a:lnTo>
                  <a:lnTo>
                    <a:pt x="167761" y="230877"/>
                  </a:lnTo>
                  <a:lnTo>
                    <a:pt x="167362" y="230598"/>
                  </a:lnTo>
                  <a:lnTo>
                    <a:pt x="159504" y="225096"/>
                  </a:lnTo>
                  <a:lnTo>
                    <a:pt x="159195" y="224880"/>
                  </a:lnTo>
                  <a:lnTo>
                    <a:pt x="151848" y="219735"/>
                  </a:lnTo>
                  <a:lnTo>
                    <a:pt x="151540" y="219520"/>
                  </a:lnTo>
                  <a:lnTo>
                    <a:pt x="150347" y="218684"/>
                  </a:lnTo>
                  <a:lnTo>
                    <a:pt x="144066" y="214285"/>
                  </a:lnTo>
                  <a:lnTo>
                    <a:pt x="143640" y="213987"/>
                  </a:lnTo>
                  <a:lnTo>
                    <a:pt x="132270" y="206087"/>
                  </a:lnTo>
                  <a:lnTo>
                    <a:pt x="131863" y="205815"/>
                  </a:lnTo>
                  <a:lnTo>
                    <a:pt x="130504" y="204905"/>
                  </a:lnTo>
                  <a:lnTo>
                    <a:pt x="130138" y="204660"/>
                  </a:lnTo>
                  <a:lnTo>
                    <a:pt x="119204" y="197344"/>
                  </a:lnTo>
                  <a:lnTo>
                    <a:pt x="118702" y="197008"/>
                  </a:lnTo>
                  <a:lnTo>
                    <a:pt x="111292" y="192050"/>
                  </a:lnTo>
                  <a:lnTo>
                    <a:pt x="110606" y="191591"/>
                  </a:lnTo>
                  <a:lnTo>
                    <a:pt x="103230" y="186656"/>
                  </a:lnTo>
                  <a:lnTo>
                    <a:pt x="99466" y="184137"/>
                  </a:lnTo>
                  <a:lnTo>
                    <a:pt x="98685" y="183615"/>
                  </a:lnTo>
                  <a:lnTo>
                    <a:pt x="95974" y="181800"/>
                  </a:lnTo>
                  <a:lnTo>
                    <a:pt x="95938" y="181083"/>
                  </a:lnTo>
                  <a:lnTo>
                    <a:pt x="95845" y="179223"/>
                  </a:lnTo>
                  <a:lnTo>
                    <a:pt x="95509" y="178578"/>
                  </a:lnTo>
                  <a:lnTo>
                    <a:pt x="93585" y="177681"/>
                  </a:lnTo>
                  <a:lnTo>
                    <a:pt x="91755" y="174912"/>
                  </a:lnTo>
                  <a:lnTo>
                    <a:pt x="90509" y="173942"/>
                  </a:lnTo>
                  <a:lnTo>
                    <a:pt x="89432" y="171691"/>
                  </a:lnTo>
                  <a:lnTo>
                    <a:pt x="89137" y="171526"/>
                  </a:lnTo>
                  <a:lnTo>
                    <a:pt x="87564" y="170642"/>
                  </a:lnTo>
                  <a:lnTo>
                    <a:pt x="87334" y="170654"/>
                  </a:lnTo>
                  <a:lnTo>
                    <a:pt x="87460" y="168108"/>
                  </a:lnTo>
                  <a:lnTo>
                    <a:pt x="84735" y="166628"/>
                  </a:lnTo>
                  <a:lnTo>
                    <a:pt x="84085" y="166274"/>
                  </a:lnTo>
                  <a:lnTo>
                    <a:pt x="82784" y="165568"/>
                  </a:lnTo>
                  <a:lnTo>
                    <a:pt x="79180" y="163452"/>
                  </a:lnTo>
                  <a:lnTo>
                    <a:pt x="77523" y="162499"/>
                  </a:lnTo>
                  <a:lnTo>
                    <a:pt x="76273" y="162060"/>
                  </a:lnTo>
                  <a:lnTo>
                    <a:pt x="76059" y="161985"/>
                  </a:lnTo>
                  <a:lnTo>
                    <a:pt x="75808" y="161817"/>
                  </a:lnTo>
                  <a:lnTo>
                    <a:pt x="74998" y="161274"/>
                  </a:lnTo>
                  <a:lnTo>
                    <a:pt x="74704" y="161140"/>
                  </a:lnTo>
                  <a:lnTo>
                    <a:pt x="73454" y="160570"/>
                  </a:lnTo>
                  <a:lnTo>
                    <a:pt x="72202" y="159594"/>
                  </a:lnTo>
                  <a:lnTo>
                    <a:pt x="67975" y="156296"/>
                  </a:lnTo>
                  <a:lnTo>
                    <a:pt x="66816" y="155350"/>
                  </a:lnTo>
                  <a:lnTo>
                    <a:pt x="62913" y="152164"/>
                  </a:lnTo>
                  <a:lnTo>
                    <a:pt x="62528" y="151850"/>
                  </a:lnTo>
                  <a:lnTo>
                    <a:pt x="61849" y="151068"/>
                  </a:lnTo>
                  <a:lnTo>
                    <a:pt x="60001" y="148941"/>
                  </a:lnTo>
                  <a:lnTo>
                    <a:pt x="59094" y="147971"/>
                  </a:lnTo>
                  <a:lnTo>
                    <a:pt x="58439" y="147506"/>
                  </a:lnTo>
                  <a:lnTo>
                    <a:pt x="56443" y="144704"/>
                  </a:lnTo>
                  <a:lnTo>
                    <a:pt x="55255" y="143038"/>
                  </a:lnTo>
                  <a:lnTo>
                    <a:pt x="54542" y="142037"/>
                  </a:lnTo>
                  <a:lnTo>
                    <a:pt x="54135" y="141960"/>
                  </a:lnTo>
                  <a:lnTo>
                    <a:pt x="53425" y="141827"/>
                  </a:lnTo>
                  <a:lnTo>
                    <a:pt x="52667" y="141979"/>
                  </a:lnTo>
                  <a:lnTo>
                    <a:pt x="50300" y="142453"/>
                  </a:lnTo>
                  <a:lnTo>
                    <a:pt x="47839" y="142945"/>
                  </a:lnTo>
                  <a:lnTo>
                    <a:pt x="47512" y="142960"/>
                  </a:lnTo>
                  <a:lnTo>
                    <a:pt x="46439" y="143008"/>
                  </a:lnTo>
                  <a:lnTo>
                    <a:pt x="46248" y="144474"/>
                  </a:lnTo>
                  <a:lnTo>
                    <a:pt x="45061" y="145590"/>
                  </a:lnTo>
                  <a:lnTo>
                    <a:pt x="44393" y="146072"/>
                  </a:lnTo>
                  <a:lnTo>
                    <a:pt x="43446" y="146755"/>
                  </a:lnTo>
                  <a:lnTo>
                    <a:pt x="42021" y="147969"/>
                  </a:lnTo>
                  <a:lnTo>
                    <a:pt x="41258" y="148290"/>
                  </a:lnTo>
                  <a:lnTo>
                    <a:pt x="38554" y="149425"/>
                  </a:lnTo>
                  <a:lnTo>
                    <a:pt x="35847" y="151513"/>
                  </a:lnTo>
                  <a:lnTo>
                    <a:pt x="35224" y="152535"/>
                  </a:lnTo>
                  <a:lnTo>
                    <a:pt x="34280" y="154086"/>
                  </a:lnTo>
                  <a:lnTo>
                    <a:pt x="33965" y="155326"/>
                  </a:lnTo>
                  <a:lnTo>
                    <a:pt x="33615" y="156707"/>
                  </a:lnTo>
                  <a:lnTo>
                    <a:pt x="33738" y="157693"/>
                  </a:lnTo>
                  <a:lnTo>
                    <a:pt x="33812" y="158284"/>
                  </a:lnTo>
                  <a:lnTo>
                    <a:pt x="33852" y="158601"/>
                  </a:lnTo>
                  <a:lnTo>
                    <a:pt x="33900" y="160154"/>
                  </a:lnTo>
                  <a:lnTo>
                    <a:pt x="33014" y="161946"/>
                  </a:lnTo>
                  <a:lnTo>
                    <a:pt x="31382" y="163650"/>
                  </a:lnTo>
                  <a:lnTo>
                    <a:pt x="29910" y="163698"/>
                  </a:lnTo>
                  <a:lnTo>
                    <a:pt x="28723" y="163116"/>
                  </a:lnTo>
                  <a:lnTo>
                    <a:pt x="27393" y="161708"/>
                  </a:lnTo>
                  <a:lnTo>
                    <a:pt x="25493" y="159814"/>
                  </a:lnTo>
                  <a:lnTo>
                    <a:pt x="25063" y="159521"/>
                  </a:lnTo>
                  <a:lnTo>
                    <a:pt x="22786" y="157970"/>
                  </a:lnTo>
                  <a:lnTo>
                    <a:pt x="20838" y="157193"/>
                  </a:lnTo>
                  <a:lnTo>
                    <a:pt x="19307" y="157032"/>
                  </a:lnTo>
                  <a:lnTo>
                    <a:pt x="18986" y="156999"/>
                  </a:lnTo>
                  <a:lnTo>
                    <a:pt x="18068" y="156227"/>
                  </a:lnTo>
                  <a:lnTo>
                    <a:pt x="16421" y="154620"/>
                  </a:lnTo>
                  <a:lnTo>
                    <a:pt x="14569" y="153795"/>
                  </a:lnTo>
                  <a:lnTo>
                    <a:pt x="13540" y="154041"/>
                  </a:lnTo>
                  <a:lnTo>
                    <a:pt x="12046" y="158053"/>
                  </a:lnTo>
                  <a:lnTo>
                    <a:pt x="1398" y="159391"/>
                  </a:lnTo>
                  <a:lnTo>
                    <a:pt x="1292" y="158711"/>
                  </a:lnTo>
                  <a:lnTo>
                    <a:pt x="893" y="156148"/>
                  </a:lnTo>
                  <a:lnTo>
                    <a:pt x="893" y="155635"/>
                  </a:lnTo>
                  <a:lnTo>
                    <a:pt x="860" y="154697"/>
                  </a:lnTo>
                  <a:lnTo>
                    <a:pt x="747" y="151378"/>
                  </a:lnTo>
                  <a:lnTo>
                    <a:pt x="457" y="142896"/>
                  </a:lnTo>
                  <a:lnTo>
                    <a:pt x="400" y="141242"/>
                  </a:lnTo>
                  <a:lnTo>
                    <a:pt x="322" y="138955"/>
                  </a:lnTo>
                  <a:lnTo>
                    <a:pt x="0" y="127218"/>
                  </a:lnTo>
                  <a:lnTo>
                    <a:pt x="9098" y="125009"/>
                  </a:lnTo>
                  <a:lnTo>
                    <a:pt x="9668" y="128407"/>
                  </a:lnTo>
                  <a:lnTo>
                    <a:pt x="12803" y="132680"/>
                  </a:lnTo>
                  <a:lnTo>
                    <a:pt x="25152" y="137437"/>
                  </a:lnTo>
                  <a:lnTo>
                    <a:pt x="27906" y="136272"/>
                  </a:lnTo>
                  <a:lnTo>
                    <a:pt x="28001" y="132291"/>
                  </a:lnTo>
                  <a:lnTo>
                    <a:pt x="39685" y="114620"/>
                  </a:lnTo>
                  <a:lnTo>
                    <a:pt x="41782" y="114593"/>
                  </a:lnTo>
                  <a:lnTo>
                    <a:pt x="43237" y="114574"/>
                  </a:lnTo>
                  <a:lnTo>
                    <a:pt x="47094" y="114523"/>
                  </a:lnTo>
                  <a:lnTo>
                    <a:pt x="52368" y="111144"/>
                  </a:lnTo>
                  <a:lnTo>
                    <a:pt x="52307" y="108958"/>
                  </a:lnTo>
                  <a:lnTo>
                    <a:pt x="53444" y="107312"/>
                  </a:lnTo>
                  <a:lnTo>
                    <a:pt x="48774" y="107065"/>
                  </a:lnTo>
                  <a:lnTo>
                    <a:pt x="48037" y="104703"/>
                  </a:lnTo>
                  <a:lnTo>
                    <a:pt x="46411" y="99486"/>
                  </a:lnTo>
                  <a:lnTo>
                    <a:pt x="44506" y="98012"/>
                  </a:lnTo>
                  <a:lnTo>
                    <a:pt x="39356" y="93580"/>
                  </a:lnTo>
                  <a:lnTo>
                    <a:pt x="37089" y="92284"/>
                  </a:lnTo>
                  <a:lnTo>
                    <a:pt x="37001" y="92114"/>
                  </a:lnTo>
                  <a:lnTo>
                    <a:pt x="35095" y="88437"/>
                  </a:lnTo>
                  <a:lnTo>
                    <a:pt x="37137" y="88243"/>
                  </a:lnTo>
                  <a:lnTo>
                    <a:pt x="39159" y="88178"/>
                  </a:lnTo>
                  <a:lnTo>
                    <a:pt x="41498" y="88104"/>
                  </a:lnTo>
                  <a:lnTo>
                    <a:pt x="47189" y="91609"/>
                  </a:lnTo>
                  <a:lnTo>
                    <a:pt x="49469" y="94716"/>
                  </a:lnTo>
                  <a:lnTo>
                    <a:pt x="53174" y="86657"/>
                  </a:lnTo>
                  <a:lnTo>
                    <a:pt x="51844" y="84812"/>
                  </a:lnTo>
                  <a:lnTo>
                    <a:pt x="48234" y="79278"/>
                  </a:lnTo>
                  <a:lnTo>
                    <a:pt x="54314" y="66073"/>
                  </a:lnTo>
                  <a:lnTo>
                    <a:pt x="49508" y="62997"/>
                  </a:lnTo>
                  <a:lnTo>
                    <a:pt x="44617" y="59594"/>
                  </a:lnTo>
                  <a:lnTo>
                    <a:pt x="44450" y="59477"/>
                  </a:lnTo>
                  <a:lnTo>
                    <a:pt x="39400" y="48014"/>
                  </a:lnTo>
                  <a:lnTo>
                    <a:pt x="40065" y="41120"/>
                  </a:lnTo>
                  <a:lnTo>
                    <a:pt x="46525" y="35683"/>
                  </a:lnTo>
                  <a:lnTo>
                    <a:pt x="59516" y="28778"/>
                  </a:lnTo>
                  <a:lnTo>
                    <a:pt x="57224" y="22905"/>
                  </a:lnTo>
                  <a:lnTo>
                    <a:pt x="55297" y="17971"/>
                  </a:lnTo>
                  <a:lnTo>
                    <a:pt x="54552" y="14838"/>
                  </a:lnTo>
                  <a:lnTo>
                    <a:pt x="52927" y="12740"/>
                  </a:lnTo>
                  <a:lnTo>
                    <a:pt x="51844" y="9915"/>
                  </a:lnTo>
                  <a:lnTo>
                    <a:pt x="54070" y="8335"/>
                  </a:lnTo>
                  <a:lnTo>
                    <a:pt x="54960" y="7703"/>
                  </a:lnTo>
                  <a:lnTo>
                    <a:pt x="55578" y="7264"/>
                  </a:lnTo>
                  <a:lnTo>
                    <a:pt x="60717" y="15712"/>
                  </a:lnTo>
                  <a:lnTo>
                    <a:pt x="66681" y="15882"/>
                  </a:lnTo>
                  <a:lnTo>
                    <a:pt x="73312" y="17521"/>
                  </a:lnTo>
                  <a:lnTo>
                    <a:pt x="76227" y="18241"/>
                  </a:lnTo>
                  <a:lnTo>
                    <a:pt x="83342" y="21796"/>
                  </a:lnTo>
                  <a:lnTo>
                    <a:pt x="85375" y="15099"/>
                  </a:lnTo>
                  <a:lnTo>
                    <a:pt x="87232" y="15583"/>
                  </a:lnTo>
                  <a:lnTo>
                    <a:pt x="87546" y="15664"/>
                  </a:lnTo>
                  <a:lnTo>
                    <a:pt x="99909" y="18885"/>
                  </a:lnTo>
                  <a:lnTo>
                    <a:pt x="115635" y="17064"/>
                  </a:lnTo>
                  <a:lnTo>
                    <a:pt x="117032" y="21007"/>
                  </a:lnTo>
                  <a:lnTo>
                    <a:pt x="118242" y="24420"/>
                  </a:lnTo>
                  <a:lnTo>
                    <a:pt x="132871" y="20051"/>
                  </a:lnTo>
                  <a:lnTo>
                    <a:pt x="134610" y="20614"/>
                  </a:lnTo>
                  <a:lnTo>
                    <a:pt x="136765" y="21313"/>
                  </a:lnTo>
                  <a:lnTo>
                    <a:pt x="143183" y="12561"/>
                  </a:lnTo>
                  <a:lnTo>
                    <a:pt x="143477" y="12494"/>
                  </a:lnTo>
                  <a:lnTo>
                    <a:pt x="147728" y="11305"/>
                  </a:lnTo>
                  <a:lnTo>
                    <a:pt x="150710" y="9819"/>
                  </a:lnTo>
                  <a:lnTo>
                    <a:pt x="156282" y="6238"/>
                  </a:lnTo>
                  <a:lnTo>
                    <a:pt x="157679" y="4740"/>
                  </a:lnTo>
                  <a:lnTo>
                    <a:pt x="159390" y="2903"/>
                  </a:lnTo>
                  <a:lnTo>
                    <a:pt x="162949" y="388"/>
                  </a:lnTo>
                  <a:lnTo>
                    <a:pt x="165371" y="0"/>
                  </a:lnTo>
                  <a:lnTo>
                    <a:pt x="166439" y="1387"/>
                  </a:lnTo>
                  <a:lnTo>
                    <a:pt x="166751" y="1602"/>
                  </a:lnTo>
                  <a:lnTo>
                    <a:pt x="171074" y="45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677954" y="3710862"/>
              <a:ext cx="161666" cy="153558"/>
            </a:xfrm>
            <a:custGeom>
              <a:avLst/>
              <a:pathLst>
                <a:path w="161666" h="153558">
                  <a:moveTo>
                    <a:pt x="54171" y="16645"/>
                  </a:moveTo>
                  <a:lnTo>
                    <a:pt x="56575" y="19739"/>
                  </a:lnTo>
                  <a:lnTo>
                    <a:pt x="59128" y="13610"/>
                  </a:lnTo>
                  <a:lnTo>
                    <a:pt x="59852" y="11875"/>
                  </a:lnTo>
                  <a:lnTo>
                    <a:pt x="64252" y="13842"/>
                  </a:lnTo>
                  <a:lnTo>
                    <a:pt x="64691" y="14038"/>
                  </a:lnTo>
                  <a:lnTo>
                    <a:pt x="65435" y="14658"/>
                  </a:lnTo>
                  <a:lnTo>
                    <a:pt x="75807" y="23292"/>
                  </a:lnTo>
                  <a:lnTo>
                    <a:pt x="77329" y="23498"/>
                  </a:lnTo>
                  <a:lnTo>
                    <a:pt x="81053" y="25528"/>
                  </a:lnTo>
                  <a:lnTo>
                    <a:pt x="82949" y="26561"/>
                  </a:lnTo>
                  <a:lnTo>
                    <a:pt x="87623" y="24804"/>
                  </a:lnTo>
                  <a:lnTo>
                    <a:pt x="92893" y="22823"/>
                  </a:lnTo>
                  <a:lnTo>
                    <a:pt x="93755" y="24424"/>
                  </a:lnTo>
                  <a:lnTo>
                    <a:pt x="94431" y="25679"/>
                  </a:lnTo>
                  <a:lnTo>
                    <a:pt x="94654" y="26093"/>
                  </a:lnTo>
                  <a:lnTo>
                    <a:pt x="96730" y="28380"/>
                  </a:lnTo>
                  <a:lnTo>
                    <a:pt x="97219" y="28918"/>
                  </a:lnTo>
                  <a:lnTo>
                    <a:pt x="101208" y="31336"/>
                  </a:lnTo>
                  <a:lnTo>
                    <a:pt x="103887" y="34365"/>
                  </a:lnTo>
                  <a:lnTo>
                    <a:pt x="107746" y="39341"/>
                  </a:lnTo>
                  <a:lnTo>
                    <a:pt x="109822" y="45022"/>
                  </a:lnTo>
                  <a:lnTo>
                    <a:pt x="110441" y="46716"/>
                  </a:lnTo>
                  <a:lnTo>
                    <a:pt x="113513" y="49491"/>
                  </a:lnTo>
                  <a:lnTo>
                    <a:pt x="115746" y="50640"/>
                  </a:lnTo>
                  <a:lnTo>
                    <a:pt x="119250" y="52443"/>
                  </a:lnTo>
                  <a:lnTo>
                    <a:pt x="119535" y="52762"/>
                  </a:lnTo>
                  <a:lnTo>
                    <a:pt x="120808" y="54191"/>
                  </a:lnTo>
                  <a:lnTo>
                    <a:pt x="122138" y="57181"/>
                  </a:lnTo>
                  <a:lnTo>
                    <a:pt x="122715" y="57762"/>
                  </a:lnTo>
                  <a:lnTo>
                    <a:pt x="124570" y="59628"/>
                  </a:lnTo>
                  <a:lnTo>
                    <a:pt x="126392" y="60849"/>
                  </a:lnTo>
                  <a:lnTo>
                    <a:pt x="133499" y="65609"/>
                  </a:lnTo>
                  <a:lnTo>
                    <a:pt x="133879" y="66090"/>
                  </a:lnTo>
                  <a:lnTo>
                    <a:pt x="134928" y="67418"/>
                  </a:lnTo>
                  <a:lnTo>
                    <a:pt x="135094" y="67629"/>
                  </a:lnTo>
                  <a:lnTo>
                    <a:pt x="136341" y="67418"/>
                  </a:lnTo>
                  <a:lnTo>
                    <a:pt x="139920" y="66813"/>
                  </a:lnTo>
                  <a:lnTo>
                    <a:pt x="140215" y="67418"/>
                  </a:lnTo>
                  <a:lnTo>
                    <a:pt x="140789" y="68595"/>
                  </a:lnTo>
                  <a:lnTo>
                    <a:pt x="141554" y="70163"/>
                  </a:lnTo>
                  <a:lnTo>
                    <a:pt x="141502" y="70683"/>
                  </a:lnTo>
                  <a:lnTo>
                    <a:pt x="141195" y="73773"/>
                  </a:lnTo>
                  <a:lnTo>
                    <a:pt x="140604" y="79726"/>
                  </a:lnTo>
                  <a:lnTo>
                    <a:pt x="140687" y="79987"/>
                  </a:lnTo>
                  <a:lnTo>
                    <a:pt x="141212" y="81639"/>
                  </a:lnTo>
                  <a:lnTo>
                    <a:pt x="146712" y="86212"/>
                  </a:lnTo>
                  <a:lnTo>
                    <a:pt x="154491" y="91339"/>
                  </a:lnTo>
                  <a:lnTo>
                    <a:pt x="155805" y="92409"/>
                  </a:lnTo>
                  <a:lnTo>
                    <a:pt x="158322" y="90067"/>
                  </a:lnTo>
                  <a:lnTo>
                    <a:pt x="161438" y="94494"/>
                  </a:lnTo>
                  <a:lnTo>
                    <a:pt x="161666" y="99388"/>
                  </a:lnTo>
                  <a:lnTo>
                    <a:pt x="160830" y="103815"/>
                  </a:lnTo>
                  <a:lnTo>
                    <a:pt x="158701" y="104357"/>
                  </a:lnTo>
                  <a:lnTo>
                    <a:pt x="157339" y="103772"/>
                  </a:lnTo>
                  <a:lnTo>
                    <a:pt x="149690" y="106892"/>
                  </a:lnTo>
                  <a:lnTo>
                    <a:pt x="145698" y="108186"/>
                  </a:lnTo>
                  <a:lnTo>
                    <a:pt x="143123" y="109020"/>
                  </a:lnTo>
                  <a:lnTo>
                    <a:pt x="135562" y="99738"/>
                  </a:lnTo>
                  <a:lnTo>
                    <a:pt x="132599" y="100942"/>
                  </a:lnTo>
                  <a:lnTo>
                    <a:pt x="135144" y="106379"/>
                  </a:lnTo>
                  <a:lnTo>
                    <a:pt x="129363" y="108901"/>
                  </a:lnTo>
                  <a:lnTo>
                    <a:pt x="128559" y="109252"/>
                  </a:lnTo>
                  <a:lnTo>
                    <a:pt x="122416" y="111933"/>
                  </a:lnTo>
                  <a:lnTo>
                    <a:pt x="122872" y="116399"/>
                  </a:lnTo>
                  <a:lnTo>
                    <a:pt x="133055" y="130730"/>
                  </a:lnTo>
                  <a:lnTo>
                    <a:pt x="124465" y="132065"/>
                  </a:lnTo>
                  <a:lnTo>
                    <a:pt x="124047" y="134123"/>
                  </a:lnTo>
                  <a:lnTo>
                    <a:pt x="126459" y="135021"/>
                  </a:lnTo>
                  <a:lnTo>
                    <a:pt x="127617" y="135453"/>
                  </a:lnTo>
                  <a:lnTo>
                    <a:pt x="128948" y="135948"/>
                  </a:lnTo>
                  <a:lnTo>
                    <a:pt x="131000" y="139754"/>
                  </a:lnTo>
                  <a:lnTo>
                    <a:pt x="119905" y="144920"/>
                  </a:lnTo>
                  <a:lnTo>
                    <a:pt x="116904" y="138785"/>
                  </a:lnTo>
                  <a:lnTo>
                    <a:pt x="114553" y="140606"/>
                  </a:lnTo>
                  <a:lnTo>
                    <a:pt x="113128" y="142912"/>
                  </a:lnTo>
                  <a:lnTo>
                    <a:pt x="112843" y="144587"/>
                  </a:lnTo>
                  <a:lnTo>
                    <a:pt x="113460" y="146383"/>
                  </a:lnTo>
                  <a:lnTo>
                    <a:pt x="115859" y="149587"/>
                  </a:lnTo>
                  <a:lnTo>
                    <a:pt x="108948" y="152767"/>
                  </a:lnTo>
                  <a:lnTo>
                    <a:pt x="98333" y="152209"/>
                  </a:lnTo>
                  <a:lnTo>
                    <a:pt x="98137" y="141725"/>
                  </a:lnTo>
                  <a:lnTo>
                    <a:pt x="93091" y="142331"/>
                  </a:lnTo>
                  <a:lnTo>
                    <a:pt x="93625" y="153558"/>
                  </a:lnTo>
                  <a:lnTo>
                    <a:pt x="90286" y="153046"/>
                  </a:lnTo>
                  <a:lnTo>
                    <a:pt x="65271" y="149213"/>
                  </a:lnTo>
                  <a:lnTo>
                    <a:pt x="54584" y="151592"/>
                  </a:lnTo>
                  <a:lnTo>
                    <a:pt x="53850" y="149045"/>
                  </a:lnTo>
                  <a:lnTo>
                    <a:pt x="50262" y="136591"/>
                  </a:lnTo>
                  <a:lnTo>
                    <a:pt x="48505" y="136397"/>
                  </a:lnTo>
                  <a:lnTo>
                    <a:pt x="46320" y="144892"/>
                  </a:lnTo>
                  <a:lnTo>
                    <a:pt x="44550" y="144818"/>
                  </a:lnTo>
                  <a:lnTo>
                    <a:pt x="0" y="134526"/>
                  </a:lnTo>
                  <a:lnTo>
                    <a:pt x="3657" y="129768"/>
                  </a:lnTo>
                  <a:lnTo>
                    <a:pt x="10353" y="126176"/>
                  </a:lnTo>
                  <a:lnTo>
                    <a:pt x="12348" y="116564"/>
                  </a:lnTo>
                  <a:lnTo>
                    <a:pt x="15958" y="116952"/>
                  </a:lnTo>
                  <a:lnTo>
                    <a:pt x="18808" y="106612"/>
                  </a:lnTo>
                  <a:lnTo>
                    <a:pt x="21277" y="87484"/>
                  </a:lnTo>
                  <a:lnTo>
                    <a:pt x="39990" y="91659"/>
                  </a:lnTo>
                  <a:lnTo>
                    <a:pt x="17424" y="53197"/>
                  </a:lnTo>
                  <a:lnTo>
                    <a:pt x="22115" y="49567"/>
                  </a:lnTo>
                  <a:lnTo>
                    <a:pt x="27458" y="46169"/>
                  </a:lnTo>
                  <a:lnTo>
                    <a:pt x="26271" y="42467"/>
                  </a:lnTo>
                  <a:lnTo>
                    <a:pt x="23799" y="39015"/>
                  </a:lnTo>
                  <a:lnTo>
                    <a:pt x="25517" y="37946"/>
                  </a:lnTo>
                  <a:lnTo>
                    <a:pt x="24743" y="36649"/>
                  </a:lnTo>
                  <a:lnTo>
                    <a:pt x="23200" y="33554"/>
                  </a:lnTo>
                  <a:lnTo>
                    <a:pt x="23838" y="33112"/>
                  </a:lnTo>
                  <a:lnTo>
                    <a:pt x="24862" y="32401"/>
                  </a:lnTo>
                  <a:lnTo>
                    <a:pt x="26735" y="31598"/>
                  </a:lnTo>
                  <a:lnTo>
                    <a:pt x="27955" y="30759"/>
                  </a:lnTo>
                  <a:lnTo>
                    <a:pt x="32753" y="27458"/>
                  </a:lnTo>
                  <a:lnTo>
                    <a:pt x="32277" y="26375"/>
                  </a:lnTo>
                  <a:lnTo>
                    <a:pt x="40379" y="27422"/>
                  </a:lnTo>
                  <a:lnTo>
                    <a:pt x="46594" y="28650"/>
                  </a:lnTo>
                  <a:lnTo>
                    <a:pt x="48301" y="29181"/>
                  </a:lnTo>
                  <a:lnTo>
                    <a:pt x="46248" y="25255"/>
                  </a:lnTo>
                  <a:lnTo>
                    <a:pt x="42714" y="16226"/>
                  </a:lnTo>
                  <a:lnTo>
                    <a:pt x="41214" y="13060"/>
                  </a:lnTo>
                  <a:lnTo>
                    <a:pt x="39865" y="9934"/>
                  </a:lnTo>
                  <a:lnTo>
                    <a:pt x="38886" y="5343"/>
                  </a:lnTo>
                  <a:lnTo>
                    <a:pt x="38126" y="3909"/>
                  </a:lnTo>
                  <a:lnTo>
                    <a:pt x="37015" y="2483"/>
                  </a:lnTo>
                  <a:lnTo>
                    <a:pt x="36322" y="0"/>
                  </a:lnTo>
                  <a:lnTo>
                    <a:pt x="44578" y="1062"/>
                  </a:lnTo>
                  <a:lnTo>
                    <a:pt x="45695" y="8522"/>
                  </a:lnTo>
                  <a:lnTo>
                    <a:pt x="46364" y="10056"/>
                  </a:lnTo>
                  <a:lnTo>
                    <a:pt x="50380" y="1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682250" y="3537948"/>
              <a:ext cx="175005" cy="230676"/>
            </a:xfrm>
            <a:custGeom>
              <a:avLst/>
              <a:pathLst>
                <a:path w="175005" h="230676">
                  <a:moveTo>
                    <a:pt x="119374" y="19661"/>
                  </a:moveTo>
                  <a:lnTo>
                    <a:pt x="121511" y="20146"/>
                  </a:lnTo>
                  <a:lnTo>
                    <a:pt x="125785" y="20146"/>
                  </a:lnTo>
                  <a:lnTo>
                    <a:pt x="130535" y="20146"/>
                  </a:lnTo>
                  <a:lnTo>
                    <a:pt x="132910" y="21603"/>
                  </a:lnTo>
                  <a:lnTo>
                    <a:pt x="138372" y="26943"/>
                  </a:lnTo>
                  <a:lnTo>
                    <a:pt x="142646" y="35196"/>
                  </a:lnTo>
                  <a:lnTo>
                    <a:pt x="144546" y="42478"/>
                  </a:lnTo>
                  <a:lnTo>
                    <a:pt x="145971" y="51702"/>
                  </a:lnTo>
                  <a:lnTo>
                    <a:pt x="146683" y="59227"/>
                  </a:lnTo>
                  <a:lnTo>
                    <a:pt x="145733" y="66994"/>
                  </a:lnTo>
                  <a:lnTo>
                    <a:pt x="144071" y="75005"/>
                  </a:lnTo>
                  <a:lnTo>
                    <a:pt x="142646" y="81073"/>
                  </a:lnTo>
                  <a:lnTo>
                    <a:pt x="138519" y="98370"/>
                  </a:lnTo>
                  <a:lnTo>
                    <a:pt x="156359" y="120716"/>
                  </a:lnTo>
                  <a:lnTo>
                    <a:pt x="156895" y="126464"/>
                  </a:lnTo>
                  <a:lnTo>
                    <a:pt x="157626" y="130351"/>
                  </a:lnTo>
                  <a:lnTo>
                    <a:pt x="158794" y="136902"/>
                  </a:lnTo>
                  <a:lnTo>
                    <a:pt x="159536" y="139067"/>
                  </a:lnTo>
                  <a:lnTo>
                    <a:pt x="154520" y="142485"/>
                  </a:lnTo>
                  <a:lnTo>
                    <a:pt x="158794" y="148310"/>
                  </a:lnTo>
                  <a:lnTo>
                    <a:pt x="162832" y="150738"/>
                  </a:lnTo>
                  <a:lnTo>
                    <a:pt x="174398" y="151091"/>
                  </a:lnTo>
                  <a:lnTo>
                    <a:pt x="175005" y="156670"/>
                  </a:lnTo>
                  <a:lnTo>
                    <a:pt x="170641" y="157696"/>
                  </a:lnTo>
                  <a:lnTo>
                    <a:pt x="170527" y="162054"/>
                  </a:lnTo>
                  <a:lnTo>
                    <a:pt x="169892" y="164153"/>
                  </a:lnTo>
                  <a:lnTo>
                    <a:pt x="168658" y="165609"/>
                  </a:lnTo>
                  <a:lnTo>
                    <a:pt x="167138" y="166677"/>
                  </a:lnTo>
                  <a:lnTo>
                    <a:pt x="163433" y="167648"/>
                  </a:lnTo>
                  <a:lnTo>
                    <a:pt x="158830" y="168361"/>
                  </a:lnTo>
                  <a:lnTo>
                    <a:pt x="159671" y="174462"/>
                  </a:lnTo>
                  <a:lnTo>
                    <a:pt x="155875" y="174998"/>
                  </a:lnTo>
                  <a:lnTo>
                    <a:pt x="155015" y="175134"/>
                  </a:lnTo>
                  <a:lnTo>
                    <a:pt x="154187" y="172876"/>
                  </a:lnTo>
                  <a:lnTo>
                    <a:pt x="145676" y="176604"/>
                  </a:lnTo>
                  <a:lnTo>
                    <a:pt x="151147" y="186236"/>
                  </a:lnTo>
                  <a:lnTo>
                    <a:pt x="153959" y="190430"/>
                  </a:lnTo>
                  <a:lnTo>
                    <a:pt x="156354" y="195534"/>
                  </a:lnTo>
                  <a:lnTo>
                    <a:pt x="152971" y="197499"/>
                  </a:lnTo>
                  <a:lnTo>
                    <a:pt x="153868" y="201101"/>
                  </a:lnTo>
                  <a:lnTo>
                    <a:pt x="154035" y="205732"/>
                  </a:lnTo>
                  <a:lnTo>
                    <a:pt x="153503" y="207519"/>
                  </a:lnTo>
                  <a:lnTo>
                    <a:pt x="152059" y="209538"/>
                  </a:lnTo>
                  <a:lnTo>
                    <a:pt x="147880" y="209305"/>
                  </a:lnTo>
                  <a:lnTo>
                    <a:pt x="141761" y="208363"/>
                  </a:lnTo>
                  <a:lnTo>
                    <a:pt x="137429" y="209448"/>
                  </a:lnTo>
                  <a:lnTo>
                    <a:pt x="135113" y="211325"/>
                  </a:lnTo>
                  <a:lnTo>
                    <a:pt x="132833" y="213267"/>
                  </a:lnTo>
                  <a:lnTo>
                    <a:pt x="127642" y="218967"/>
                  </a:lnTo>
                  <a:lnTo>
                    <a:pt x="127990" y="222252"/>
                  </a:lnTo>
                  <a:lnTo>
                    <a:pt x="125555" y="230262"/>
                  </a:lnTo>
                  <a:lnTo>
                    <a:pt x="118419" y="230676"/>
                  </a:lnTo>
                  <a:lnTo>
                    <a:pt x="117842" y="230095"/>
                  </a:lnTo>
                  <a:lnTo>
                    <a:pt x="116512" y="227104"/>
                  </a:lnTo>
                  <a:lnTo>
                    <a:pt x="115239" y="225676"/>
                  </a:lnTo>
                  <a:lnTo>
                    <a:pt x="114955" y="225357"/>
                  </a:lnTo>
                  <a:lnTo>
                    <a:pt x="111450" y="223554"/>
                  </a:lnTo>
                  <a:lnTo>
                    <a:pt x="109217" y="222405"/>
                  </a:lnTo>
                  <a:lnTo>
                    <a:pt x="106146" y="219629"/>
                  </a:lnTo>
                  <a:lnTo>
                    <a:pt x="105527" y="217936"/>
                  </a:lnTo>
                  <a:lnTo>
                    <a:pt x="103410" y="212143"/>
                  </a:lnTo>
                  <a:lnTo>
                    <a:pt x="99591" y="207279"/>
                  </a:lnTo>
                  <a:lnTo>
                    <a:pt x="96913" y="204250"/>
                  </a:lnTo>
                  <a:lnTo>
                    <a:pt x="92923" y="201832"/>
                  </a:lnTo>
                  <a:lnTo>
                    <a:pt x="92434" y="201294"/>
                  </a:lnTo>
                  <a:lnTo>
                    <a:pt x="90358" y="199007"/>
                  </a:lnTo>
                  <a:lnTo>
                    <a:pt x="90135" y="198592"/>
                  </a:lnTo>
                  <a:lnTo>
                    <a:pt x="89444" y="197308"/>
                  </a:lnTo>
                  <a:lnTo>
                    <a:pt x="88598" y="195737"/>
                  </a:lnTo>
                  <a:lnTo>
                    <a:pt x="88433" y="194823"/>
                  </a:lnTo>
                  <a:lnTo>
                    <a:pt x="88150" y="193251"/>
                  </a:lnTo>
                  <a:lnTo>
                    <a:pt x="88979" y="192127"/>
                  </a:lnTo>
                  <a:lnTo>
                    <a:pt x="89508" y="191410"/>
                  </a:lnTo>
                  <a:lnTo>
                    <a:pt x="91455" y="190293"/>
                  </a:lnTo>
                  <a:lnTo>
                    <a:pt x="93498" y="189565"/>
                  </a:lnTo>
                  <a:lnTo>
                    <a:pt x="96727" y="189274"/>
                  </a:lnTo>
                  <a:lnTo>
                    <a:pt x="99812" y="189572"/>
                  </a:lnTo>
                  <a:lnTo>
                    <a:pt x="102470" y="189828"/>
                  </a:lnTo>
                  <a:lnTo>
                    <a:pt x="104787" y="190012"/>
                  </a:lnTo>
                  <a:lnTo>
                    <a:pt x="106714" y="190165"/>
                  </a:lnTo>
                  <a:lnTo>
                    <a:pt x="112007" y="190123"/>
                  </a:lnTo>
                  <a:lnTo>
                    <a:pt x="113133" y="189258"/>
                  </a:lnTo>
                  <a:lnTo>
                    <a:pt x="113681" y="188836"/>
                  </a:lnTo>
                  <a:lnTo>
                    <a:pt x="113788" y="188347"/>
                  </a:lnTo>
                  <a:lnTo>
                    <a:pt x="113198" y="188123"/>
                  </a:lnTo>
                  <a:lnTo>
                    <a:pt x="112233" y="187758"/>
                  </a:lnTo>
                  <a:lnTo>
                    <a:pt x="109099" y="186462"/>
                  </a:lnTo>
                  <a:lnTo>
                    <a:pt x="104427" y="184135"/>
                  </a:lnTo>
                  <a:lnTo>
                    <a:pt x="103797" y="183822"/>
                  </a:lnTo>
                  <a:lnTo>
                    <a:pt x="103523" y="183670"/>
                  </a:lnTo>
                  <a:lnTo>
                    <a:pt x="102604" y="183161"/>
                  </a:lnTo>
                  <a:lnTo>
                    <a:pt x="99984" y="181708"/>
                  </a:lnTo>
                  <a:lnTo>
                    <a:pt x="99088" y="181211"/>
                  </a:lnTo>
                  <a:lnTo>
                    <a:pt x="96124" y="178094"/>
                  </a:lnTo>
                  <a:lnTo>
                    <a:pt x="94015" y="177905"/>
                  </a:lnTo>
                  <a:lnTo>
                    <a:pt x="92491" y="177235"/>
                  </a:lnTo>
                  <a:lnTo>
                    <a:pt x="90866" y="176755"/>
                  </a:lnTo>
                  <a:lnTo>
                    <a:pt x="89776" y="176055"/>
                  </a:lnTo>
                  <a:lnTo>
                    <a:pt x="89681" y="174534"/>
                  </a:lnTo>
                  <a:lnTo>
                    <a:pt x="88958" y="165349"/>
                  </a:lnTo>
                  <a:lnTo>
                    <a:pt x="88858" y="160105"/>
                  </a:lnTo>
                  <a:lnTo>
                    <a:pt x="88836" y="158949"/>
                  </a:lnTo>
                  <a:lnTo>
                    <a:pt x="89269" y="151950"/>
                  </a:lnTo>
                  <a:lnTo>
                    <a:pt x="111307" y="150377"/>
                  </a:lnTo>
                  <a:lnTo>
                    <a:pt x="116414" y="150889"/>
                  </a:lnTo>
                  <a:lnTo>
                    <a:pt x="117443" y="150707"/>
                  </a:lnTo>
                  <a:lnTo>
                    <a:pt x="119996" y="148708"/>
                  </a:lnTo>
                  <a:lnTo>
                    <a:pt x="121313" y="147677"/>
                  </a:lnTo>
                  <a:lnTo>
                    <a:pt x="118858" y="145498"/>
                  </a:lnTo>
                  <a:lnTo>
                    <a:pt x="118495" y="145252"/>
                  </a:lnTo>
                  <a:lnTo>
                    <a:pt x="117718" y="144725"/>
                  </a:lnTo>
                  <a:lnTo>
                    <a:pt x="114030" y="142520"/>
                  </a:lnTo>
                  <a:lnTo>
                    <a:pt x="108724" y="140916"/>
                  </a:lnTo>
                  <a:lnTo>
                    <a:pt x="100469" y="139727"/>
                  </a:lnTo>
                  <a:lnTo>
                    <a:pt x="94879" y="138921"/>
                  </a:lnTo>
                  <a:lnTo>
                    <a:pt x="86018" y="139112"/>
                  </a:lnTo>
                  <a:lnTo>
                    <a:pt x="82968" y="139702"/>
                  </a:lnTo>
                  <a:lnTo>
                    <a:pt x="82839" y="139727"/>
                  </a:lnTo>
                  <a:lnTo>
                    <a:pt x="77127" y="140831"/>
                  </a:lnTo>
                  <a:lnTo>
                    <a:pt x="70487" y="142462"/>
                  </a:lnTo>
                  <a:lnTo>
                    <a:pt x="66250" y="142950"/>
                  </a:lnTo>
                  <a:lnTo>
                    <a:pt x="61600" y="143485"/>
                  </a:lnTo>
                  <a:lnTo>
                    <a:pt x="60496" y="143386"/>
                  </a:lnTo>
                  <a:lnTo>
                    <a:pt x="52443" y="142664"/>
                  </a:lnTo>
                  <a:lnTo>
                    <a:pt x="44020" y="141146"/>
                  </a:lnTo>
                  <a:lnTo>
                    <a:pt x="42014" y="140608"/>
                  </a:lnTo>
                  <a:lnTo>
                    <a:pt x="40474" y="140195"/>
                  </a:lnTo>
                  <a:lnTo>
                    <a:pt x="33591" y="137304"/>
                  </a:lnTo>
                  <a:lnTo>
                    <a:pt x="32508" y="134310"/>
                  </a:lnTo>
                  <a:lnTo>
                    <a:pt x="32030" y="132800"/>
                  </a:lnTo>
                  <a:lnTo>
                    <a:pt x="31330" y="130582"/>
                  </a:lnTo>
                  <a:lnTo>
                    <a:pt x="30606" y="128959"/>
                  </a:lnTo>
                  <a:lnTo>
                    <a:pt x="29574" y="126643"/>
                  </a:lnTo>
                  <a:lnTo>
                    <a:pt x="28928" y="125803"/>
                  </a:lnTo>
                  <a:lnTo>
                    <a:pt x="28790" y="125624"/>
                  </a:lnTo>
                  <a:lnTo>
                    <a:pt x="28007" y="124896"/>
                  </a:lnTo>
                  <a:lnTo>
                    <a:pt x="26390" y="123825"/>
                  </a:lnTo>
                  <a:lnTo>
                    <a:pt x="25488" y="121398"/>
                  </a:lnTo>
                  <a:lnTo>
                    <a:pt x="25363" y="115747"/>
                  </a:lnTo>
                  <a:lnTo>
                    <a:pt x="24989" y="113194"/>
                  </a:lnTo>
                  <a:lnTo>
                    <a:pt x="24082" y="111082"/>
                  </a:lnTo>
                  <a:lnTo>
                    <a:pt x="23113" y="107630"/>
                  </a:lnTo>
                  <a:lnTo>
                    <a:pt x="23370" y="104222"/>
                  </a:lnTo>
                  <a:lnTo>
                    <a:pt x="25758" y="92886"/>
                  </a:lnTo>
                  <a:lnTo>
                    <a:pt x="21939" y="93072"/>
                  </a:lnTo>
                  <a:lnTo>
                    <a:pt x="15204" y="94420"/>
                  </a:lnTo>
                  <a:lnTo>
                    <a:pt x="13860" y="94689"/>
                  </a:lnTo>
                  <a:lnTo>
                    <a:pt x="12731" y="93687"/>
                  </a:lnTo>
                  <a:lnTo>
                    <a:pt x="11676" y="93001"/>
                  </a:lnTo>
                  <a:lnTo>
                    <a:pt x="8251" y="90160"/>
                  </a:lnTo>
                  <a:lnTo>
                    <a:pt x="6493" y="88703"/>
                  </a:lnTo>
                  <a:lnTo>
                    <a:pt x="4374" y="85730"/>
                  </a:lnTo>
                  <a:lnTo>
                    <a:pt x="1804" y="79262"/>
                  </a:lnTo>
                  <a:lnTo>
                    <a:pt x="296" y="76628"/>
                  </a:lnTo>
                  <a:lnTo>
                    <a:pt x="121" y="75633"/>
                  </a:lnTo>
                  <a:lnTo>
                    <a:pt x="0" y="74941"/>
                  </a:lnTo>
                  <a:lnTo>
                    <a:pt x="802" y="73509"/>
                  </a:lnTo>
                  <a:lnTo>
                    <a:pt x="1258" y="72696"/>
                  </a:lnTo>
                  <a:lnTo>
                    <a:pt x="8426" y="64115"/>
                  </a:lnTo>
                  <a:lnTo>
                    <a:pt x="9169" y="63226"/>
                  </a:lnTo>
                  <a:lnTo>
                    <a:pt x="9944" y="62134"/>
                  </a:lnTo>
                  <a:lnTo>
                    <a:pt x="11319" y="60196"/>
                  </a:lnTo>
                  <a:lnTo>
                    <a:pt x="11529" y="57885"/>
                  </a:lnTo>
                  <a:lnTo>
                    <a:pt x="12076" y="51861"/>
                  </a:lnTo>
                  <a:lnTo>
                    <a:pt x="12118" y="51405"/>
                  </a:lnTo>
                  <a:lnTo>
                    <a:pt x="15871" y="50873"/>
                  </a:lnTo>
                  <a:lnTo>
                    <a:pt x="15437" y="48701"/>
                  </a:lnTo>
                  <a:lnTo>
                    <a:pt x="15054" y="46784"/>
                  </a:lnTo>
                  <a:lnTo>
                    <a:pt x="12091" y="46347"/>
                  </a:lnTo>
                  <a:lnTo>
                    <a:pt x="8296" y="44278"/>
                  </a:lnTo>
                  <a:lnTo>
                    <a:pt x="10763" y="37626"/>
                  </a:lnTo>
                  <a:lnTo>
                    <a:pt x="13644" y="38619"/>
                  </a:lnTo>
                  <a:lnTo>
                    <a:pt x="16608" y="39640"/>
                  </a:lnTo>
                  <a:lnTo>
                    <a:pt x="17492" y="39859"/>
                  </a:lnTo>
                  <a:lnTo>
                    <a:pt x="18413" y="40087"/>
                  </a:lnTo>
                  <a:lnTo>
                    <a:pt x="18676" y="40152"/>
                  </a:lnTo>
                  <a:lnTo>
                    <a:pt x="18902" y="40208"/>
                  </a:lnTo>
                  <a:lnTo>
                    <a:pt x="19914" y="40266"/>
                  </a:lnTo>
                  <a:lnTo>
                    <a:pt x="20732" y="40124"/>
                  </a:lnTo>
                  <a:lnTo>
                    <a:pt x="21073" y="40065"/>
                  </a:lnTo>
                  <a:lnTo>
                    <a:pt x="31056" y="38339"/>
                  </a:lnTo>
                  <a:lnTo>
                    <a:pt x="31996" y="39159"/>
                  </a:lnTo>
                  <a:lnTo>
                    <a:pt x="33740" y="42913"/>
                  </a:lnTo>
                  <a:lnTo>
                    <a:pt x="34262" y="44038"/>
                  </a:lnTo>
                  <a:lnTo>
                    <a:pt x="35090" y="44545"/>
                  </a:lnTo>
                  <a:lnTo>
                    <a:pt x="38387" y="46561"/>
                  </a:lnTo>
                  <a:lnTo>
                    <a:pt x="39619" y="47315"/>
                  </a:lnTo>
                  <a:lnTo>
                    <a:pt x="38633" y="45553"/>
                  </a:lnTo>
                  <a:lnTo>
                    <a:pt x="38412" y="44955"/>
                  </a:lnTo>
                  <a:lnTo>
                    <a:pt x="38170" y="44305"/>
                  </a:lnTo>
                  <a:lnTo>
                    <a:pt x="37495" y="42487"/>
                  </a:lnTo>
                  <a:lnTo>
                    <a:pt x="36506" y="39824"/>
                  </a:lnTo>
                  <a:lnTo>
                    <a:pt x="36531" y="39640"/>
                  </a:lnTo>
                  <a:lnTo>
                    <a:pt x="36688" y="38491"/>
                  </a:lnTo>
                  <a:lnTo>
                    <a:pt x="36919" y="36798"/>
                  </a:lnTo>
                  <a:lnTo>
                    <a:pt x="36962" y="36484"/>
                  </a:lnTo>
                  <a:lnTo>
                    <a:pt x="38802" y="32296"/>
                  </a:lnTo>
                  <a:lnTo>
                    <a:pt x="38836" y="32055"/>
                  </a:lnTo>
                  <a:lnTo>
                    <a:pt x="38998" y="30767"/>
                  </a:lnTo>
                  <a:lnTo>
                    <a:pt x="38370" y="29979"/>
                  </a:lnTo>
                  <a:lnTo>
                    <a:pt x="38170" y="29727"/>
                  </a:lnTo>
                  <a:lnTo>
                    <a:pt x="36332" y="28169"/>
                  </a:lnTo>
                  <a:lnTo>
                    <a:pt x="33924" y="27237"/>
                  </a:lnTo>
                  <a:lnTo>
                    <a:pt x="31943" y="27149"/>
                  </a:lnTo>
                  <a:lnTo>
                    <a:pt x="27252" y="28255"/>
                  </a:lnTo>
                  <a:lnTo>
                    <a:pt x="25627" y="28638"/>
                  </a:lnTo>
                  <a:lnTo>
                    <a:pt x="21061" y="29714"/>
                  </a:lnTo>
                  <a:lnTo>
                    <a:pt x="17642" y="29306"/>
                  </a:lnTo>
                  <a:lnTo>
                    <a:pt x="16388" y="28898"/>
                  </a:lnTo>
                  <a:lnTo>
                    <a:pt x="16150" y="27812"/>
                  </a:lnTo>
                  <a:lnTo>
                    <a:pt x="16170" y="27114"/>
                  </a:lnTo>
                  <a:lnTo>
                    <a:pt x="16235" y="24841"/>
                  </a:lnTo>
                  <a:lnTo>
                    <a:pt x="17147" y="20938"/>
                  </a:lnTo>
                  <a:lnTo>
                    <a:pt x="17771" y="19903"/>
                  </a:lnTo>
                  <a:lnTo>
                    <a:pt x="18800" y="18200"/>
                  </a:lnTo>
                  <a:lnTo>
                    <a:pt x="20624" y="17209"/>
                  </a:lnTo>
                  <a:lnTo>
                    <a:pt x="25627" y="16832"/>
                  </a:lnTo>
                  <a:lnTo>
                    <a:pt x="27577" y="16685"/>
                  </a:lnTo>
                  <a:lnTo>
                    <a:pt x="32400" y="15629"/>
                  </a:lnTo>
                  <a:lnTo>
                    <a:pt x="32617" y="15582"/>
                  </a:lnTo>
                  <a:lnTo>
                    <a:pt x="35026" y="14164"/>
                  </a:lnTo>
                  <a:lnTo>
                    <a:pt x="37140" y="14286"/>
                  </a:lnTo>
                  <a:lnTo>
                    <a:pt x="38398" y="14868"/>
                  </a:lnTo>
                  <a:lnTo>
                    <a:pt x="40987" y="15257"/>
                  </a:lnTo>
                  <a:lnTo>
                    <a:pt x="44715" y="13630"/>
                  </a:lnTo>
                  <a:lnTo>
                    <a:pt x="45562" y="12596"/>
                  </a:lnTo>
                  <a:lnTo>
                    <a:pt x="48414" y="9112"/>
                  </a:lnTo>
                  <a:lnTo>
                    <a:pt x="59319" y="3791"/>
                  </a:lnTo>
                  <a:lnTo>
                    <a:pt x="64750" y="5368"/>
                  </a:lnTo>
                  <a:lnTo>
                    <a:pt x="75864" y="7990"/>
                  </a:lnTo>
                  <a:lnTo>
                    <a:pt x="91252" y="16340"/>
                  </a:lnTo>
                  <a:lnTo>
                    <a:pt x="100656" y="30904"/>
                  </a:lnTo>
                  <a:lnTo>
                    <a:pt x="105169" y="27492"/>
                  </a:lnTo>
                  <a:lnTo>
                    <a:pt x="103225" y="23059"/>
                  </a:lnTo>
                  <a:lnTo>
                    <a:pt x="100851" y="17962"/>
                  </a:lnTo>
                  <a:lnTo>
                    <a:pt x="97288" y="11894"/>
                  </a:lnTo>
                  <a:lnTo>
                    <a:pt x="94439" y="7282"/>
                  </a:lnTo>
                  <a:lnTo>
                    <a:pt x="93489" y="1456"/>
                  </a:lnTo>
                  <a:lnTo>
                    <a:pt x="95151" y="0"/>
                  </a:lnTo>
                  <a:lnTo>
                    <a:pt x="100613" y="1456"/>
                  </a:lnTo>
                  <a:lnTo>
                    <a:pt x="107262" y="5825"/>
                  </a:lnTo>
                  <a:lnTo>
                    <a:pt x="114862" y="121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667660" y="3431690"/>
              <a:ext cx="118374" cy="111627"/>
            </a:xfrm>
            <a:custGeom>
              <a:avLst/>
              <a:pathLst>
                <a:path w="118374" h="111627">
                  <a:moveTo>
                    <a:pt x="64709" y="30880"/>
                  </a:moveTo>
                  <a:lnTo>
                    <a:pt x="73549" y="34807"/>
                  </a:lnTo>
                  <a:lnTo>
                    <a:pt x="76850" y="27078"/>
                  </a:lnTo>
                  <a:lnTo>
                    <a:pt x="89436" y="32419"/>
                  </a:lnTo>
                  <a:lnTo>
                    <a:pt x="85727" y="42035"/>
                  </a:lnTo>
                  <a:lnTo>
                    <a:pt x="85930" y="42123"/>
                  </a:lnTo>
                  <a:lnTo>
                    <a:pt x="86544" y="42389"/>
                  </a:lnTo>
                  <a:lnTo>
                    <a:pt x="91730" y="44535"/>
                  </a:lnTo>
                  <a:lnTo>
                    <a:pt x="98220" y="47221"/>
                  </a:lnTo>
                  <a:lnTo>
                    <a:pt x="98445" y="47320"/>
                  </a:lnTo>
                  <a:lnTo>
                    <a:pt x="106642" y="50937"/>
                  </a:lnTo>
                  <a:lnTo>
                    <a:pt x="115248" y="55092"/>
                  </a:lnTo>
                  <a:lnTo>
                    <a:pt x="113941" y="58759"/>
                  </a:lnTo>
                  <a:lnTo>
                    <a:pt x="113708" y="59413"/>
                  </a:lnTo>
                  <a:lnTo>
                    <a:pt x="113272" y="63887"/>
                  </a:lnTo>
                  <a:lnTo>
                    <a:pt x="113745" y="65981"/>
                  </a:lnTo>
                  <a:lnTo>
                    <a:pt x="114050" y="67336"/>
                  </a:lnTo>
                  <a:lnTo>
                    <a:pt x="113941" y="70686"/>
                  </a:lnTo>
                  <a:lnTo>
                    <a:pt x="113860" y="73161"/>
                  </a:lnTo>
                  <a:lnTo>
                    <a:pt x="114734" y="78846"/>
                  </a:lnTo>
                  <a:lnTo>
                    <a:pt x="118374" y="89690"/>
                  </a:lnTo>
                  <a:lnTo>
                    <a:pt x="115531" y="93276"/>
                  </a:lnTo>
                  <a:lnTo>
                    <a:pt x="92449" y="92208"/>
                  </a:lnTo>
                  <a:lnTo>
                    <a:pt x="86084" y="101141"/>
                  </a:lnTo>
                  <a:lnTo>
                    <a:pt x="78770" y="105510"/>
                  </a:lnTo>
                  <a:lnTo>
                    <a:pt x="79340" y="111627"/>
                  </a:lnTo>
                  <a:lnTo>
                    <a:pt x="73909" y="110050"/>
                  </a:lnTo>
                  <a:lnTo>
                    <a:pt x="53424" y="71845"/>
                  </a:lnTo>
                  <a:lnTo>
                    <a:pt x="45872" y="68641"/>
                  </a:lnTo>
                  <a:lnTo>
                    <a:pt x="41099" y="59029"/>
                  </a:lnTo>
                  <a:lnTo>
                    <a:pt x="36561" y="60221"/>
                  </a:lnTo>
                  <a:lnTo>
                    <a:pt x="34311" y="57400"/>
                  </a:lnTo>
                  <a:lnTo>
                    <a:pt x="32696" y="55361"/>
                  </a:lnTo>
                  <a:lnTo>
                    <a:pt x="31461" y="54050"/>
                  </a:lnTo>
                  <a:lnTo>
                    <a:pt x="29657" y="52642"/>
                  </a:lnTo>
                  <a:lnTo>
                    <a:pt x="27899" y="51574"/>
                  </a:lnTo>
                  <a:lnTo>
                    <a:pt x="26142" y="50895"/>
                  </a:lnTo>
                  <a:lnTo>
                    <a:pt x="22824" y="48320"/>
                  </a:lnTo>
                  <a:lnTo>
                    <a:pt x="20804" y="46708"/>
                  </a:lnTo>
                  <a:lnTo>
                    <a:pt x="19752" y="45231"/>
                  </a:lnTo>
                  <a:lnTo>
                    <a:pt x="19429" y="43709"/>
                  </a:lnTo>
                  <a:lnTo>
                    <a:pt x="20113" y="40214"/>
                  </a:lnTo>
                  <a:lnTo>
                    <a:pt x="20683" y="35825"/>
                  </a:lnTo>
                  <a:lnTo>
                    <a:pt x="20569" y="32718"/>
                  </a:lnTo>
                  <a:lnTo>
                    <a:pt x="19657" y="29611"/>
                  </a:lnTo>
                  <a:lnTo>
                    <a:pt x="17795" y="27669"/>
                  </a:lnTo>
                  <a:lnTo>
                    <a:pt x="13154" y="23963"/>
                  </a:lnTo>
                  <a:lnTo>
                    <a:pt x="0" y="13462"/>
                  </a:lnTo>
                  <a:lnTo>
                    <a:pt x="1626" y="9937"/>
                  </a:lnTo>
                  <a:lnTo>
                    <a:pt x="3364" y="5290"/>
                  </a:lnTo>
                  <a:lnTo>
                    <a:pt x="3861" y="3960"/>
                  </a:lnTo>
                  <a:lnTo>
                    <a:pt x="5343" y="0"/>
                  </a:lnTo>
                  <a:lnTo>
                    <a:pt x="28388" y="10852"/>
                  </a:lnTo>
                  <a:lnTo>
                    <a:pt x="39969" y="16306"/>
                  </a:lnTo>
                  <a:lnTo>
                    <a:pt x="38981" y="19335"/>
                  </a:lnTo>
                  <a:lnTo>
                    <a:pt x="47650" y="23225"/>
                  </a:lnTo>
                  <a:lnTo>
                    <a:pt x="55619" y="2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14425" y="3421018"/>
              <a:ext cx="103545" cy="118624"/>
            </a:xfrm>
            <a:custGeom>
              <a:avLst/>
              <a:pathLst>
                <a:path w="103545" h="118624">
                  <a:moveTo>
                    <a:pt x="61868" y="32259"/>
                  </a:moveTo>
                  <a:lnTo>
                    <a:pt x="46195" y="39905"/>
                  </a:lnTo>
                  <a:lnTo>
                    <a:pt x="42561" y="41070"/>
                  </a:lnTo>
                  <a:lnTo>
                    <a:pt x="40495" y="45221"/>
                  </a:lnTo>
                  <a:lnTo>
                    <a:pt x="42704" y="47551"/>
                  </a:lnTo>
                  <a:lnTo>
                    <a:pt x="42704" y="50027"/>
                  </a:lnTo>
                  <a:lnTo>
                    <a:pt x="49828" y="51119"/>
                  </a:lnTo>
                  <a:lnTo>
                    <a:pt x="52179" y="52867"/>
                  </a:lnTo>
                  <a:lnTo>
                    <a:pt x="55670" y="58037"/>
                  </a:lnTo>
                  <a:lnTo>
                    <a:pt x="77684" y="41434"/>
                  </a:lnTo>
                  <a:lnTo>
                    <a:pt x="88584" y="47187"/>
                  </a:lnTo>
                  <a:lnTo>
                    <a:pt x="94355" y="54105"/>
                  </a:lnTo>
                  <a:lnTo>
                    <a:pt x="102405" y="61533"/>
                  </a:lnTo>
                  <a:lnTo>
                    <a:pt x="103545" y="65538"/>
                  </a:lnTo>
                  <a:lnTo>
                    <a:pt x="97133" y="82942"/>
                  </a:lnTo>
                  <a:lnTo>
                    <a:pt x="86447" y="79374"/>
                  </a:lnTo>
                  <a:lnTo>
                    <a:pt x="75974" y="85127"/>
                  </a:lnTo>
                  <a:lnTo>
                    <a:pt x="41920" y="91462"/>
                  </a:lnTo>
                  <a:lnTo>
                    <a:pt x="27957" y="89350"/>
                  </a:lnTo>
                  <a:lnTo>
                    <a:pt x="23397" y="96851"/>
                  </a:lnTo>
                  <a:lnTo>
                    <a:pt x="21331" y="106245"/>
                  </a:lnTo>
                  <a:lnTo>
                    <a:pt x="19621" y="113745"/>
                  </a:lnTo>
                  <a:lnTo>
                    <a:pt x="15632" y="118260"/>
                  </a:lnTo>
                  <a:lnTo>
                    <a:pt x="5800" y="118624"/>
                  </a:lnTo>
                  <a:lnTo>
                    <a:pt x="2666" y="116512"/>
                  </a:lnTo>
                  <a:lnTo>
                    <a:pt x="683" y="115114"/>
                  </a:lnTo>
                  <a:lnTo>
                    <a:pt x="5812" y="96181"/>
                  </a:lnTo>
                  <a:lnTo>
                    <a:pt x="0" y="92741"/>
                  </a:lnTo>
                  <a:lnTo>
                    <a:pt x="4405" y="85539"/>
                  </a:lnTo>
                  <a:lnTo>
                    <a:pt x="5649" y="83183"/>
                  </a:lnTo>
                  <a:lnTo>
                    <a:pt x="6199" y="82141"/>
                  </a:lnTo>
                  <a:lnTo>
                    <a:pt x="6380" y="81798"/>
                  </a:lnTo>
                  <a:lnTo>
                    <a:pt x="8734" y="77338"/>
                  </a:lnTo>
                  <a:lnTo>
                    <a:pt x="11583" y="70906"/>
                  </a:lnTo>
                  <a:lnTo>
                    <a:pt x="13602" y="66294"/>
                  </a:lnTo>
                  <a:lnTo>
                    <a:pt x="13819" y="65564"/>
                  </a:lnTo>
                  <a:lnTo>
                    <a:pt x="13988" y="65109"/>
                  </a:lnTo>
                  <a:lnTo>
                    <a:pt x="16405" y="58592"/>
                  </a:lnTo>
                  <a:lnTo>
                    <a:pt x="18281" y="53536"/>
                  </a:lnTo>
                  <a:lnTo>
                    <a:pt x="18674" y="52519"/>
                  </a:lnTo>
                  <a:lnTo>
                    <a:pt x="21773" y="53913"/>
                  </a:lnTo>
                  <a:lnTo>
                    <a:pt x="22293" y="52677"/>
                  </a:lnTo>
                  <a:lnTo>
                    <a:pt x="25414" y="45095"/>
                  </a:lnTo>
                  <a:lnTo>
                    <a:pt x="29885" y="34233"/>
                  </a:lnTo>
                  <a:lnTo>
                    <a:pt x="35715" y="37230"/>
                  </a:lnTo>
                  <a:lnTo>
                    <a:pt x="37459" y="33251"/>
                  </a:lnTo>
                  <a:lnTo>
                    <a:pt x="41706" y="23560"/>
                  </a:lnTo>
                  <a:lnTo>
                    <a:pt x="42668" y="21366"/>
                  </a:lnTo>
                  <a:lnTo>
                    <a:pt x="43586" y="19271"/>
                  </a:lnTo>
                  <a:lnTo>
                    <a:pt x="43975" y="18419"/>
                  </a:lnTo>
                  <a:lnTo>
                    <a:pt x="49380" y="6592"/>
                  </a:lnTo>
                  <a:lnTo>
                    <a:pt x="50287" y="4608"/>
                  </a:lnTo>
                  <a:lnTo>
                    <a:pt x="52393" y="0"/>
                  </a:lnTo>
                  <a:lnTo>
                    <a:pt x="70560" y="8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202944" y="3152604"/>
              <a:ext cx="661767" cy="432626"/>
            </a:xfrm>
            <a:custGeom>
              <a:avLst/>
              <a:pathLst>
                <a:path w="661767" h="432626">
                  <a:moveTo>
                    <a:pt x="80675" y="3548"/>
                  </a:moveTo>
                  <a:lnTo>
                    <a:pt x="81086" y="5725"/>
                  </a:lnTo>
                  <a:lnTo>
                    <a:pt x="81928" y="10191"/>
                  </a:lnTo>
                  <a:lnTo>
                    <a:pt x="82112" y="11163"/>
                  </a:lnTo>
                  <a:lnTo>
                    <a:pt x="82378" y="11833"/>
                  </a:lnTo>
                  <a:lnTo>
                    <a:pt x="82539" y="12241"/>
                  </a:lnTo>
                  <a:lnTo>
                    <a:pt x="82715" y="13745"/>
                  </a:lnTo>
                  <a:lnTo>
                    <a:pt x="82767" y="14192"/>
                  </a:lnTo>
                  <a:lnTo>
                    <a:pt x="81754" y="18890"/>
                  </a:lnTo>
                  <a:lnTo>
                    <a:pt x="81599" y="19610"/>
                  </a:lnTo>
                  <a:lnTo>
                    <a:pt x="80516" y="22727"/>
                  </a:lnTo>
                  <a:lnTo>
                    <a:pt x="80324" y="23590"/>
                  </a:lnTo>
                  <a:lnTo>
                    <a:pt x="80140" y="24965"/>
                  </a:lnTo>
                  <a:lnTo>
                    <a:pt x="79960" y="26316"/>
                  </a:lnTo>
                  <a:lnTo>
                    <a:pt x="79951" y="26958"/>
                  </a:lnTo>
                  <a:lnTo>
                    <a:pt x="79946" y="27336"/>
                  </a:lnTo>
                  <a:lnTo>
                    <a:pt x="81567" y="31267"/>
                  </a:lnTo>
                  <a:lnTo>
                    <a:pt x="81811" y="31784"/>
                  </a:lnTo>
                  <a:lnTo>
                    <a:pt x="83640" y="34382"/>
                  </a:lnTo>
                  <a:lnTo>
                    <a:pt x="84495" y="35498"/>
                  </a:lnTo>
                  <a:lnTo>
                    <a:pt x="84553" y="35630"/>
                  </a:lnTo>
                  <a:lnTo>
                    <a:pt x="84865" y="36341"/>
                  </a:lnTo>
                  <a:lnTo>
                    <a:pt x="85635" y="38096"/>
                  </a:lnTo>
                  <a:lnTo>
                    <a:pt x="86100" y="39738"/>
                  </a:lnTo>
                  <a:lnTo>
                    <a:pt x="86290" y="40411"/>
                  </a:lnTo>
                  <a:lnTo>
                    <a:pt x="86725" y="41507"/>
                  </a:lnTo>
                  <a:lnTo>
                    <a:pt x="87354" y="43091"/>
                  </a:lnTo>
                  <a:lnTo>
                    <a:pt x="88110" y="44536"/>
                  </a:lnTo>
                  <a:lnTo>
                    <a:pt x="89102" y="46431"/>
                  </a:lnTo>
                  <a:lnTo>
                    <a:pt x="90002" y="47864"/>
                  </a:lnTo>
                  <a:lnTo>
                    <a:pt x="91418" y="49238"/>
                  </a:lnTo>
                  <a:lnTo>
                    <a:pt x="91950" y="50115"/>
                  </a:lnTo>
                  <a:lnTo>
                    <a:pt x="92268" y="50639"/>
                  </a:lnTo>
                  <a:lnTo>
                    <a:pt x="93319" y="52373"/>
                  </a:lnTo>
                  <a:lnTo>
                    <a:pt x="94405" y="55354"/>
                  </a:lnTo>
                  <a:lnTo>
                    <a:pt x="94535" y="55716"/>
                  </a:lnTo>
                  <a:lnTo>
                    <a:pt x="94795" y="56435"/>
                  </a:lnTo>
                  <a:lnTo>
                    <a:pt x="95118" y="57329"/>
                  </a:lnTo>
                  <a:lnTo>
                    <a:pt x="94958" y="58951"/>
                  </a:lnTo>
                  <a:lnTo>
                    <a:pt x="94829" y="60249"/>
                  </a:lnTo>
                  <a:lnTo>
                    <a:pt x="92593" y="65289"/>
                  </a:lnTo>
                  <a:lnTo>
                    <a:pt x="92426" y="65715"/>
                  </a:lnTo>
                  <a:lnTo>
                    <a:pt x="92292" y="65935"/>
                  </a:lnTo>
                  <a:lnTo>
                    <a:pt x="98415" y="70238"/>
                  </a:lnTo>
                  <a:lnTo>
                    <a:pt x="100552" y="67568"/>
                  </a:lnTo>
                  <a:lnTo>
                    <a:pt x="102354" y="64554"/>
                  </a:lnTo>
                  <a:lnTo>
                    <a:pt x="102511" y="64291"/>
                  </a:lnTo>
                  <a:lnTo>
                    <a:pt x="102966" y="63384"/>
                  </a:lnTo>
                  <a:lnTo>
                    <a:pt x="103698" y="61925"/>
                  </a:lnTo>
                  <a:lnTo>
                    <a:pt x="104470" y="59679"/>
                  </a:lnTo>
                  <a:lnTo>
                    <a:pt x="104741" y="58651"/>
                  </a:lnTo>
                  <a:lnTo>
                    <a:pt x="104886" y="58102"/>
                  </a:lnTo>
                  <a:lnTo>
                    <a:pt x="105005" y="55796"/>
                  </a:lnTo>
                  <a:lnTo>
                    <a:pt x="104960" y="55186"/>
                  </a:lnTo>
                  <a:lnTo>
                    <a:pt x="104867" y="53917"/>
                  </a:lnTo>
                  <a:lnTo>
                    <a:pt x="104826" y="53368"/>
                  </a:lnTo>
                  <a:lnTo>
                    <a:pt x="104411" y="51366"/>
                  </a:lnTo>
                  <a:lnTo>
                    <a:pt x="104411" y="49788"/>
                  </a:lnTo>
                  <a:lnTo>
                    <a:pt x="104682" y="49293"/>
                  </a:lnTo>
                  <a:lnTo>
                    <a:pt x="105383" y="48012"/>
                  </a:lnTo>
                  <a:lnTo>
                    <a:pt x="125594" y="62516"/>
                  </a:lnTo>
                  <a:lnTo>
                    <a:pt x="128261" y="64059"/>
                  </a:lnTo>
                  <a:lnTo>
                    <a:pt x="145556" y="76224"/>
                  </a:lnTo>
                  <a:lnTo>
                    <a:pt x="162071" y="87841"/>
                  </a:lnTo>
                  <a:lnTo>
                    <a:pt x="198888" y="113739"/>
                  </a:lnTo>
                  <a:lnTo>
                    <a:pt x="199080" y="113874"/>
                  </a:lnTo>
                  <a:lnTo>
                    <a:pt x="202847" y="116525"/>
                  </a:lnTo>
                  <a:lnTo>
                    <a:pt x="211824" y="122842"/>
                  </a:lnTo>
                  <a:lnTo>
                    <a:pt x="215127" y="125166"/>
                  </a:lnTo>
                  <a:lnTo>
                    <a:pt x="228798" y="134786"/>
                  </a:lnTo>
                  <a:lnTo>
                    <a:pt x="235813" y="139723"/>
                  </a:lnTo>
                  <a:lnTo>
                    <a:pt x="236392" y="140130"/>
                  </a:lnTo>
                  <a:lnTo>
                    <a:pt x="242166" y="144193"/>
                  </a:lnTo>
                  <a:lnTo>
                    <a:pt x="243745" y="145305"/>
                  </a:lnTo>
                  <a:lnTo>
                    <a:pt x="251691" y="150896"/>
                  </a:lnTo>
                  <a:lnTo>
                    <a:pt x="254529" y="152893"/>
                  </a:lnTo>
                  <a:lnTo>
                    <a:pt x="270165" y="163896"/>
                  </a:lnTo>
                  <a:lnTo>
                    <a:pt x="270530" y="164153"/>
                  </a:lnTo>
                  <a:lnTo>
                    <a:pt x="271180" y="164611"/>
                  </a:lnTo>
                  <a:lnTo>
                    <a:pt x="282736" y="172742"/>
                  </a:lnTo>
                  <a:lnTo>
                    <a:pt x="288670" y="176918"/>
                  </a:lnTo>
                  <a:lnTo>
                    <a:pt x="288903" y="177082"/>
                  </a:lnTo>
                  <a:lnTo>
                    <a:pt x="306060" y="189155"/>
                  </a:lnTo>
                  <a:lnTo>
                    <a:pt x="306199" y="189253"/>
                  </a:lnTo>
                  <a:lnTo>
                    <a:pt x="319437" y="198569"/>
                  </a:lnTo>
                  <a:lnTo>
                    <a:pt x="321303" y="199882"/>
                  </a:lnTo>
                  <a:lnTo>
                    <a:pt x="322175" y="198569"/>
                  </a:lnTo>
                  <a:lnTo>
                    <a:pt x="333925" y="180890"/>
                  </a:lnTo>
                  <a:lnTo>
                    <a:pt x="335468" y="178568"/>
                  </a:lnTo>
                  <a:lnTo>
                    <a:pt x="344103" y="165575"/>
                  </a:lnTo>
                  <a:lnTo>
                    <a:pt x="344207" y="165419"/>
                  </a:lnTo>
                  <a:lnTo>
                    <a:pt x="350439" y="156042"/>
                  </a:lnTo>
                  <a:lnTo>
                    <a:pt x="353479" y="151468"/>
                  </a:lnTo>
                  <a:lnTo>
                    <a:pt x="358118" y="144488"/>
                  </a:lnTo>
                  <a:lnTo>
                    <a:pt x="366957" y="131188"/>
                  </a:lnTo>
                  <a:lnTo>
                    <a:pt x="385605" y="144488"/>
                  </a:lnTo>
                  <a:lnTo>
                    <a:pt x="391126" y="148425"/>
                  </a:lnTo>
                  <a:lnTo>
                    <a:pt x="395807" y="151764"/>
                  </a:lnTo>
                  <a:lnTo>
                    <a:pt x="398846" y="153932"/>
                  </a:lnTo>
                  <a:lnTo>
                    <a:pt x="400239" y="153669"/>
                  </a:lnTo>
                  <a:lnTo>
                    <a:pt x="399625" y="149972"/>
                  </a:lnTo>
                  <a:lnTo>
                    <a:pt x="399567" y="147410"/>
                  </a:lnTo>
                  <a:lnTo>
                    <a:pt x="399509" y="144858"/>
                  </a:lnTo>
                  <a:lnTo>
                    <a:pt x="400709" y="143755"/>
                  </a:lnTo>
                  <a:lnTo>
                    <a:pt x="407892" y="145289"/>
                  </a:lnTo>
                  <a:lnTo>
                    <a:pt x="418918" y="155984"/>
                  </a:lnTo>
                  <a:lnTo>
                    <a:pt x="433760" y="164480"/>
                  </a:lnTo>
                  <a:lnTo>
                    <a:pt x="440647" y="165451"/>
                  </a:lnTo>
                  <a:lnTo>
                    <a:pt x="444803" y="169335"/>
                  </a:lnTo>
                  <a:lnTo>
                    <a:pt x="451958" y="168175"/>
                  </a:lnTo>
                  <a:lnTo>
                    <a:pt x="456266" y="170412"/>
                  </a:lnTo>
                  <a:lnTo>
                    <a:pt x="458576" y="179772"/>
                  </a:lnTo>
                  <a:lnTo>
                    <a:pt x="451096" y="186326"/>
                  </a:lnTo>
                  <a:lnTo>
                    <a:pt x="452877" y="191545"/>
                  </a:lnTo>
                  <a:lnTo>
                    <a:pt x="462138" y="191181"/>
                  </a:lnTo>
                  <a:lnTo>
                    <a:pt x="477218" y="197006"/>
                  </a:lnTo>
                  <a:lnTo>
                    <a:pt x="496454" y="189846"/>
                  </a:lnTo>
                  <a:lnTo>
                    <a:pt x="509158" y="195064"/>
                  </a:lnTo>
                  <a:lnTo>
                    <a:pt x="504646" y="206716"/>
                  </a:lnTo>
                  <a:lnTo>
                    <a:pt x="516401" y="212299"/>
                  </a:lnTo>
                  <a:lnTo>
                    <a:pt x="523526" y="196885"/>
                  </a:lnTo>
                  <a:lnTo>
                    <a:pt x="545136" y="205138"/>
                  </a:lnTo>
                  <a:lnTo>
                    <a:pt x="549410" y="226741"/>
                  </a:lnTo>
                  <a:lnTo>
                    <a:pt x="557128" y="228198"/>
                  </a:lnTo>
                  <a:lnTo>
                    <a:pt x="564371" y="238757"/>
                  </a:lnTo>
                  <a:lnTo>
                    <a:pt x="576364" y="249680"/>
                  </a:lnTo>
                  <a:lnTo>
                    <a:pt x="587407" y="253806"/>
                  </a:lnTo>
                  <a:lnTo>
                    <a:pt x="589544" y="250287"/>
                  </a:lnTo>
                  <a:lnTo>
                    <a:pt x="598924" y="251622"/>
                  </a:lnTo>
                  <a:lnTo>
                    <a:pt x="604980" y="256840"/>
                  </a:lnTo>
                  <a:lnTo>
                    <a:pt x="603911" y="261452"/>
                  </a:lnTo>
                  <a:lnTo>
                    <a:pt x="611297" y="270743"/>
                  </a:lnTo>
                  <a:lnTo>
                    <a:pt x="608304" y="277734"/>
                  </a:lnTo>
                  <a:lnTo>
                    <a:pt x="618848" y="285234"/>
                  </a:lnTo>
                  <a:lnTo>
                    <a:pt x="628751" y="268850"/>
                  </a:lnTo>
                  <a:lnTo>
                    <a:pt x="642358" y="274821"/>
                  </a:lnTo>
                  <a:lnTo>
                    <a:pt x="661166" y="273073"/>
                  </a:lnTo>
                  <a:lnTo>
                    <a:pt x="661767" y="273021"/>
                  </a:lnTo>
                  <a:lnTo>
                    <a:pt x="660861" y="275005"/>
                  </a:lnTo>
                  <a:lnTo>
                    <a:pt x="655456" y="286832"/>
                  </a:lnTo>
                  <a:lnTo>
                    <a:pt x="655066" y="287684"/>
                  </a:lnTo>
                  <a:lnTo>
                    <a:pt x="654148" y="289779"/>
                  </a:lnTo>
                  <a:lnTo>
                    <a:pt x="653187" y="291973"/>
                  </a:lnTo>
                  <a:lnTo>
                    <a:pt x="648939" y="301664"/>
                  </a:lnTo>
                  <a:lnTo>
                    <a:pt x="647195" y="305644"/>
                  </a:lnTo>
                  <a:lnTo>
                    <a:pt x="641365" y="302646"/>
                  </a:lnTo>
                  <a:lnTo>
                    <a:pt x="636894" y="313508"/>
                  </a:lnTo>
                  <a:lnTo>
                    <a:pt x="633774" y="321090"/>
                  </a:lnTo>
                  <a:lnTo>
                    <a:pt x="633239" y="322360"/>
                  </a:lnTo>
                  <a:lnTo>
                    <a:pt x="630155" y="320933"/>
                  </a:lnTo>
                  <a:lnTo>
                    <a:pt x="629762" y="321949"/>
                  </a:lnTo>
                  <a:lnTo>
                    <a:pt x="627886" y="327005"/>
                  </a:lnTo>
                  <a:lnTo>
                    <a:pt x="625468" y="333523"/>
                  </a:lnTo>
                  <a:lnTo>
                    <a:pt x="625300" y="333977"/>
                  </a:lnTo>
                  <a:lnTo>
                    <a:pt x="625082" y="334707"/>
                  </a:lnTo>
                  <a:lnTo>
                    <a:pt x="623035" y="339385"/>
                  </a:lnTo>
                  <a:lnTo>
                    <a:pt x="620214" y="345752"/>
                  </a:lnTo>
                  <a:lnTo>
                    <a:pt x="617861" y="350211"/>
                  </a:lnTo>
                  <a:lnTo>
                    <a:pt x="617679" y="350555"/>
                  </a:lnTo>
                  <a:lnTo>
                    <a:pt x="617130" y="351596"/>
                  </a:lnTo>
                  <a:lnTo>
                    <a:pt x="615886" y="353953"/>
                  </a:lnTo>
                  <a:lnTo>
                    <a:pt x="611480" y="361154"/>
                  </a:lnTo>
                  <a:lnTo>
                    <a:pt x="606464" y="358186"/>
                  </a:lnTo>
                  <a:lnTo>
                    <a:pt x="597630" y="347797"/>
                  </a:lnTo>
                  <a:lnTo>
                    <a:pt x="590791" y="359060"/>
                  </a:lnTo>
                  <a:lnTo>
                    <a:pt x="583089" y="368775"/>
                  </a:lnTo>
                  <a:lnTo>
                    <a:pt x="579450" y="357932"/>
                  </a:lnTo>
                  <a:lnTo>
                    <a:pt x="578576" y="352247"/>
                  </a:lnTo>
                  <a:lnTo>
                    <a:pt x="578657" y="349772"/>
                  </a:lnTo>
                  <a:lnTo>
                    <a:pt x="578766" y="346421"/>
                  </a:lnTo>
                  <a:lnTo>
                    <a:pt x="578460" y="345067"/>
                  </a:lnTo>
                  <a:lnTo>
                    <a:pt x="577988" y="342972"/>
                  </a:lnTo>
                  <a:lnTo>
                    <a:pt x="578424" y="338499"/>
                  </a:lnTo>
                  <a:lnTo>
                    <a:pt x="578657" y="337845"/>
                  </a:lnTo>
                  <a:lnTo>
                    <a:pt x="579964" y="334178"/>
                  </a:lnTo>
                  <a:lnTo>
                    <a:pt x="571358" y="330022"/>
                  </a:lnTo>
                  <a:lnTo>
                    <a:pt x="563161" y="326406"/>
                  </a:lnTo>
                  <a:lnTo>
                    <a:pt x="562936" y="326306"/>
                  </a:lnTo>
                  <a:lnTo>
                    <a:pt x="556445" y="323621"/>
                  </a:lnTo>
                  <a:lnTo>
                    <a:pt x="551260" y="321475"/>
                  </a:lnTo>
                  <a:lnTo>
                    <a:pt x="550645" y="321209"/>
                  </a:lnTo>
                  <a:lnTo>
                    <a:pt x="550443" y="321121"/>
                  </a:lnTo>
                  <a:lnTo>
                    <a:pt x="554152" y="311504"/>
                  </a:lnTo>
                  <a:lnTo>
                    <a:pt x="541566" y="306164"/>
                  </a:lnTo>
                  <a:lnTo>
                    <a:pt x="538264" y="313893"/>
                  </a:lnTo>
                  <a:lnTo>
                    <a:pt x="529424" y="309966"/>
                  </a:lnTo>
                  <a:lnTo>
                    <a:pt x="520334" y="305887"/>
                  </a:lnTo>
                  <a:lnTo>
                    <a:pt x="512366" y="302311"/>
                  </a:lnTo>
                  <a:lnTo>
                    <a:pt x="503696" y="298421"/>
                  </a:lnTo>
                  <a:lnTo>
                    <a:pt x="504684" y="295392"/>
                  </a:lnTo>
                  <a:lnTo>
                    <a:pt x="493104" y="289938"/>
                  </a:lnTo>
                  <a:lnTo>
                    <a:pt x="470058" y="279085"/>
                  </a:lnTo>
                  <a:lnTo>
                    <a:pt x="468577" y="283046"/>
                  </a:lnTo>
                  <a:lnTo>
                    <a:pt x="468079" y="284376"/>
                  </a:lnTo>
                  <a:lnTo>
                    <a:pt x="466342" y="289022"/>
                  </a:lnTo>
                  <a:lnTo>
                    <a:pt x="464715" y="292547"/>
                  </a:lnTo>
                  <a:lnTo>
                    <a:pt x="477869" y="303049"/>
                  </a:lnTo>
                  <a:lnTo>
                    <a:pt x="482511" y="306755"/>
                  </a:lnTo>
                  <a:lnTo>
                    <a:pt x="484373" y="308697"/>
                  </a:lnTo>
                  <a:lnTo>
                    <a:pt x="485284" y="311804"/>
                  </a:lnTo>
                  <a:lnTo>
                    <a:pt x="485398" y="314911"/>
                  </a:lnTo>
                  <a:lnTo>
                    <a:pt x="484828" y="319299"/>
                  </a:lnTo>
                  <a:lnTo>
                    <a:pt x="484145" y="322795"/>
                  </a:lnTo>
                  <a:lnTo>
                    <a:pt x="484467" y="324316"/>
                  </a:lnTo>
                  <a:lnTo>
                    <a:pt x="485519" y="325794"/>
                  </a:lnTo>
                  <a:lnTo>
                    <a:pt x="487539" y="327406"/>
                  </a:lnTo>
                  <a:lnTo>
                    <a:pt x="490857" y="329980"/>
                  </a:lnTo>
                  <a:lnTo>
                    <a:pt x="492615" y="330660"/>
                  </a:lnTo>
                  <a:lnTo>
                    <a:pt x="494372" y="331728"/>
                  </a:lnTo>
                  <a:lnTo>
                    <a:pt x="496177" y="333136"/>
                  </a:lnTo>
                  <a:lnTo>
                    <a:pt x="497412" y="334447"/>
                  </a:lnTo>
                  <a:lnTo>
                    <a:pt x="499027" y="336486"/>
                  </a:lnTo>
                  <a:lnTo>
                    <a:pt x="501277" y="339307"/>
                  </a:lnTo>
                  <a:lnTo>
                    <a:pt x="505814" y="338114"/>
                  </a:lnTo>
                  <a:lnTo>
                    <a:pt x="510587" y="347727"/>
                  </a:lnTo>
                  <a:lnTo>
                    <a:pt x="518139" y="350931"/>
                  </a:lnTo>
                  <a:lnTo>
                    <a:pt x="538624" y="389136"/>
                  </a:lnTo>
                  <a:lnTo>
                    <a:pt x="527719" y="394456"/>
                  </a:lnTo>
                  <a:lnTo>
                    <a:pt x="524867" y="397940"/>
                  </a:lnTo>
                  <a:lnTo>
                    <a:pt x="524021" y="398974"/>
                  </a:lnTo>
                  <a:lnTo>
                    <a:pt x="520292" y="400601"/>
                  </a:lnTo>
                  <a:lnTo>
                    <a:pt x="517704" y="400212"/>
                  </a:lnTo>
                  <a:lnTo>
                    <a:pt x="516445" y="399630"/>
                  </a:lnTo>
                  <a:lnTo>
                    <a:pt x="514332" y="399508"/>
                  </a:lnTo>
                  <a:lnTo>
                    <a:pt x="511923" y="400926"/>
                  </a:lnTo>
                  <a:lnTo>
                    <a:pt x="511706" y="400973"/>
                  </a:lnTo>
                  <a:lnTo>
                    <a:pt x="506882" y="402029"/>
                  </a:lnTo>
                  <a:lnTo>
                    <a:pt x="504933" y="402176"/>
                  </a:lnTo>
                  <a:lnTo>
                    <a:pt x="499929" y="402554"/>
                  </a:lnTo>
                  <a:lnTo>
                    <a:pt x="498105" y="403544"/>
                  </a:lnTo>
                  <a:lnTo>
                    <a:pt x="497077" y="405248"/>
                  </a:lnTo>
                  <a:lnTo>
                    <a:pt x="496453" y="406282"/>
                  </a:lnTo>
                  <a:lnTo>
                    <a:pt x="495541" y="410185"/>
                  </a:lnTo>
                  <a:lnTo>
                    <a:pt x="495475" y="412459"/>
                  </a:lnTo>
                  <a:lnTo>
                    <a:pt x="495455" y="413156"/>
                  </a:lnTo>
                  <a:lnTo>
                    <a:pt x="495694" y="414242"/>
                  </a:lnTo>
                  <a:lnTo>
                    <a:pt x="496947" y="414650"/>
                  </a:lnTo>
                  <a:lnTo>
                    <a:pt x="500367" y="415058"/>
                  </a:lnTo>
                  <a:lnTo>
                    <a:pt x="504933" y="413982"/>
                  </a:lnTo>
                  <a:lnTo>
                    <a:pt x="506558" y="413599"/>
                  </a:lnTo>
                  <a:lnTo>
                    <a:pt x="511249" y="412493"/>
                  </a:lnTo>
                  <a:lnTo>
                    <a:pt x="513229" y="412581"/>
                  </a:lnTo>
                  <a:lnTo>
                    <a:pt x="515753" y="413611"/>
                  </a:lnTo>
                  <a:lnTo>
                    <a:pt x="517475" y="415071"/>
                  </a:lnTo>
                  <a:lnTo>
                    <a:pt x="517676" y="415323"/>
                  </a:lnTo>
                  <a:lnTo>
                    <a:pt x="518319" y="416131"/>
                  </a:lnTo>
                  <a:lnTo>
                    <a:pt x="518141" y="417399"/>
                  </a:lnTo>
                  <a:lnTo>
                    <a:pt x="518108" y="417640"/>
                  </a:lnTo>
                  <a:lnTo>
                    <a:pt x="516267" y="421828"/>
                  </a:lnTo>
                  <a:lnTo>
                    <a:pt x="516224" y="422143"/>
                  </a:lnTo>
                  <a:lnTo>
                    <a:pt x="515993" y="423835"/>
                  </a:lnTo>
                  <a:lnTo>
                    <a:pt x="515836" y="424984"/>
                  </a:lnTo>
                  <a:lnTo>
                    <a:pt x="515811" y="425168"/>
                  </a:lnTo>
                  <a:lnTo>
                    <a:pt x="516800" y="427831"/>
                  </a:lnTo>
                  <a:lnTo>
                    <a:pt x="517475" y="429649"/>
                  </a:lnTo>
                  <a:lnTo>
                    <a:pt x="517740" y="430360"/>
                  </a:lnTo>
                  <a:lnTo>
                    <a:pt x="517939" y="430897"/>
                  </a:lnTo>
                  <a:lnTo>
                    <a:pt x="518871" y="432626"/>
                  </a:lnTo>
                  <a:lnTo>
                    <a:pt x="517692" y="431905"/>
                  </a:lnTo>
                  <a:lnTo>
                    <a:pt x="514396" y="429889"/>
                  </a:lnTo>
                  <a:lnTo>
                    <a:pt x="513567" y="429382"/>
                  </a:lnTo>
                  <a:lnTo>
                    <a:pt x="513045" y="428258"/>
                  </a:lnTo>
                  <a:lnTo>
                    <a:pt x="511302" y="424503"/>
                  </a:lnTo>
                  <a:lnTo>
                    <a:pt x="510362" y="423683"/>
                  </a:lnTo>
                  <a:lnTo>
                    <a:pt x="500379" y="425410"/>
                  </a:lnTo>
                  <a:lnTo>
                    <a:pt x="500038" y="425469"/>
                  </a:lnTo>
                  <a:lnTo>
                    <a:pt x="499219" y="425610"/>
                  </a:lnTo>
                  <a:lnTo>
                    <a:pt x="498208" y="425552"/>
                  </a:lnTo>
                  <a:lnTo>
                    <a:pt x="497981" y="425496"/>
                  </a:lnTo>
                  <a:lnTo>
                    <a:pt x="497718" y="425431"/>
                  </a:lnTo>
                  <a:lnTo>
                    <a:pt x="496798" y="425203"/>
                  </a:lnTo>
                  <a:lnTo>
                    <a:pt x="495914" y="424984"/>
                  </a:lnTo>
                  <a:lnTo>
                    <a:pt x="492949" y="423963"/>
                  </a:lnTo>
                  <a:lnTo>
                    <a:pt x="490008" y="422949"/>
                  </a:lnTo>
                  <a:lnTo>
                    <a:pt x="487602" y="429622"/>
                  </a:lnTo>
                  <a:lnTo>
                    <a:pt x="480318" y="429906"/>
                  </a:lnTo>
                  <a:lnTo>
                    <a:pt x="470985" y="431071"/>
                  </a:lnTo>
                  <a:lnTo>
                    <a:pt x="469774" y="424857"/>
                  </a:lnTo>
                  <a:lnTo>
                    <a:pt x="469037" y="422691"/>
                  </a:lnTo>
                  <a:lnTo>
                    <a:pt x="468800" y="419887"/>
                  </a:lnTo>
                  <a:lnTo>
                    <a:pt x="468206" y="418140"/>
                  </a:lnTo>
                  <a:lnTo>
                    <a:pt x="466686" y="415797"/>
                  </a:lnTo>
                  <a:lnTo>
                    <a:pt x="464828" y="414621"/>
                  </a:lnTo>
                  <a:lnTo>
                    <a:pt x="464471" y="412906"/>
                  </a:lnTo>
                  <a:lnTo>
                    <a:pt x="464661" y="411159"/>
                  </a:lnTo>
                  <a:lnTo>
                    <a:pt x="465561" y="409247"/>
                  </a:lnTo>
                  <a:lnTo>
                    <a:pt x="470560" y="398631"/>
                  </a:lnTo>
                  <a:lnTo>
                    <a:pt x="472346" y="395194"/>
                  </a:lnTo>
                  <a:lnTo>
                    <a:pt x="476234" y="394440"/>
                  </a:lnTo>
                  <a:lnTo>
                    <a:pt x="475939" y="391503"/>
                  </a:lnTo>
                  <a:lnTo>
                    <a:pt x="473289" y="387018"/>
                  </a:lnTo>
                  <a:lnTo>
                    <a:pt x="471180" y="385154"/>
                  </a:lnTo>
                  <a:lnTo>
                    <a:pt x="470869" y="384772"/>
                  </a:lnTo>
                  <a:lnTo>
                    <a:pt x="468900" y="382357"/>
                  </a:lnTo>
                  <a:lnTo>
                    <a:pt x="462680" y="382224"/>
                  </a:lnTo>
                  <a:lnTo>
                    <a:pt x="458140" y="380727"/>
                  </a:lnTo>
                  <a:lnTo>
                    <a:pt x="456778" y="380259"/>
                  </a:lnTo>
                  <a:lnTo>
                    <a:pt x="453737" y="379213"/>
                  </a:lnTo>
                  <a:lnTo>
                    <a:pt x="450859" y="377873"/>
                  </a:lnTo>
                  <a:lnTo>
                    <a:pt x="448108" y="377503"/>
                  </a:lnTo>
                  <a:lnTo>
                    <a:pt x="446413" y="377276"/>
                  </a:lnTo>
                  <a:lnTo>
                    <a:pt x="442709" y="376970"/>
                  </a:lnTo>
                  <a:lnTo>
                    <a:pt x="440827" y="376675"/>
                  </a:lnTo>
                  <a:lnTo>
                    <a:pt x="436272" y="379384"/>
                  </a:lnTo>
                  <a:lnTo>
                    <a:pt x="432301" y="381745"/>
                  </a:lnTo>
                  <a:lnTo>
                    <a:pt x="432057" y="381134"/>
                  </a:lnTo>
                  <a:lnTo>
                    <a:pt x="430842" y="379347"/>
                  </a:lnTo>
                  <a:lnTo>
                    <a:pt x="430693" y="379109"/>
                  </a:lnTo>
                  <a:lnTo>
                    <a:pt x="429806" y="377683"/>
                  </a:lnTo>
                  <a:lnTo>
                    <a:pt x="429512" y="377211"/>
                  </a:lnTo>
                  <a:lnTo>
                    <a:pt x="427802" y="375930"/>
                  </a:lnTo>
                  <a:lnTo>
                    <a:pt x="425978" y="375308"/>
                  </a:lnTo>
                  <a:lnTo>
                    <a:pt x="423318" y="375386"/>
                  </a:lnTo>
                  <a:lnTo>
                    <a:pt x="419812" y="376521"/>
                  </a:lnTo>
                  <a:lnTo>
                    <a:pt x="418335" y="376717"/>
                  </a:lnTo>
                  <a:lnTo>
                    <a:pt x="416823" y="375632"/>
                  </a:lnTo>
                  <a:lnTo>
                    <a:pt x="416401" y="375153"/>
                  </a:lnTo>
                  <a:lnTo>
                    <a:pt x="415695" y="374351"/>
                  </a:lnTo>
                  <a:lnTo>
                    <a:pt x="414927" y="372765"/>
                  </a:lnTo>
                  <a:lnTo>
                    <a:pt x="414455" y="371788"/>
                  </a:lnTo>
                  <a:lnTo>
                    <a:pt x="412834" y="369768"/>
                  </a:lnTo>
                  <a:lnTo>
                    <a:pt x="408714" y="368750"/>
                  </a:lnTo>
                  <a:lnTo>
                    <a:pt x="404467" y="366792"/>
                  </a:lnTo>
                  <a:lnTo>
                    <a:pt x="403954" y="366094"/>
                  </a:lnTo>
                  <a:lnTo>
                    <a:pt x="403398" y="365336"/>
                  </a:lnTo>
                  <a:lnTo>
                    <a:pt x="403099" y="362380"/>
                  </a:lnTo>
                  <a:lnTo>
                    <a:pt x="401945" y="358724"/>
                  </a:lnTo>
                  <a:lnTo>
                    <a:pt x="397345" y="361880"/>
                  </a:lnTo>
                  <a:lnTo>
                    <a:pt x="397180" y="361993"/>
                  </a:lnTo>
                  <a:lnTo>
                    <a:pt x="396921" y="362383"/>
                  </a:lnTo>
                  <a:lnTo>
                    <a:pt x="395540" y="363403"/>
                  </a:lnTo>
                  <a:lnTo>
                    <a:pt x="391342" y="364374"/>
                  </a:lnTo>
                  <a:lnTo>
                    <a:pt x="388682" y="366121"/>
                  </a:lnTo>
                  <a:lnTo>
                    <a:pt x="384407" y="369575"/>
                  </a:lnTo>
                  <a:lnTo>
                    <a:pt x="383028" y="368031"/>
                  </a:lnTo>
                  <a:lnTo>
                    <a:pt x="382746" y="367124"/>
                  </a:lnTo>
                  <a:lnTo>
                    <a:pt x="383007" y="365716"/>
                  </a:lnTo>
                  <a:lnTo>
                    <a:pt x="383928" y="363915"/>
                  </a:lnTo>
                  <a:lnTo>
                    <a:pt x="385970" y="359919"/>
                  </a:lnTo>
                  <a:lnTo>
                    <a:pt x="386778" y="358244"/>
                  </a:lnTo>
                  <a:lnTo>
                    <a:pt x="386550" y="357254"/>
                  </a:lnTo>
                  <a:lnTo>
                    <a:pt x="377659" y="361759"/>
                  </a:lnTo>
                  <a:lnTo>
                    <a:pt x="375484" y="362822"/>
                  </a:lnTo>
                  <a:lnTo>
                    <a:pt x="374992" y="361946"/>
                  </a:lnTo>
                  <a:lnTo>
                    <a:pt x="372954" y="358318"/>
                  </a:lnTo>
                  <a:lnTo>
                    <a:pt x="371301" y="356279"/>
                  </a:lnTo>
                  <a:lnTo>
                    <a:pt x="370641" y="355873"/>
                  </a:lnTo>
                  <a:lnTo>
                    <a:pt x="369358" y="354696"/>
                  </a:lnTo>
                  <a:lnTo>
                    <a:pt x="368406" y="353227"/>
                  </a:lnTo>
                  <a:lnTo>
                    <a:pt x="366428" y="350637"/>
                  </a:lnTo>
                  <a:lnTo>
                    <a:pt x="365650" y="349893"/>
                  </a:lnTo>
                  <a:lnTo>
                    <a:pt x="364600" y="348889"/>
                  </a:lnTo>
                  <a:lnTo>
                    <a:pt x="362496" y="346253"/>
                  </a:lnTo>
                  <a:lnTo>
                    <a:pt x="362239" y="344156"/>
                  </a:lnTo>
                  <a:lnTo>
                    <a:pt x="362271" y="343045"/>
                  </a:lnTo>
                  <a:lnTo>
                    <a:pt x="362317" y="341457"/>
                  </a:lnTo>
                  <a:lnTo>
                    <a:pt x="359433" y="340063"/>
                  </a:lnTo>
                  <a:lnTo>
                    <a:pt x="356540" y="339649"/>
                  </a:lnTo>
                  <a:lnTo>
                    <a:pt x="355358" y="339480"/>
                  </a:lnTo>
                  <a:lnTo>
                    <a:pt x="350884" y="339131"/>
                  </a:lnTo>
                  <a:lnTo>
                    <a:pt x="348206" y="337871"/>
                  </a:lnTo>
                  <a:lnTo>
                    <a:pt x="347903" y="337881"/>
                  </a:lnTo>
                  <a:lnTo>
                    <a:pt x="341359" y="338092"/>
                  </a:lnTo>
                  <a:lnTo>
                    <a:pt x="334190" y="338323"/>
                  </a:lnTo>
                  <a:lnTo>
                    <a:pt x="333518" y="338260"/>
                  </a:lnTo>
                  <a:lnTo>
                    <a:pt x="331079" y="338032"/>
                  </a:lnTo>
                  <a:lnTo>
                    <a:pt x="326163" y="333954"/>
                  </a:lnTo>
                  <a:lnTo>
                    <a:pt x="323709" y="332998"/>
                  </a:lnTo>
                  <a:lnTo>
                    <a:pt x="323171" y="332789"/>
                  </a:lnTo>
                  <a:lnTo>
                    <a:pt x="316047" y="333177"/>
                  </a:lnTo>
                  <a:lnTo>
                    <a:pt x="316185" y="330438"/>
                  </a:lnTo>
                  <a:lnTo>
                    <a:pt x="313414" y="330226"/>
                  </a:lnTo>
                  <a:lnTo>
                    <a:pt x="313354" y="321522"/>
                  </a:lnTo>
                  <a:lnTo>
                    <a:pt x="315773" y="319968"/>
                  </a:lnTo>
                  <a:lnTo>
                    <a:pt x="315912" y="317688"/>
                  </a:lnTo>
                  <a:lnTo>
                    <a:pt x="316049" y="315473"/>
                  </a:lnTo>
                  <a:lnTo>
                    <a:pt x="318631" y="310935"/>
                  </a:lnTo>
                  <a:lnTo>
                    <a:pt x="318655" y="310753"/>
                  </a:lnTo>
                  <a:lnTo>
                    <a:pt x="318834" y="309401"/>
                  </a:lnTo>
                  <a:lnTo>
                    <a:pt x="318974" y="309471"/>
                  </a:lnTo>
                  <a:lnTo>
                    <a:pt x="319736" y="309852"/>
                  </a:lnTo>
                  <a:lnTo>
                    <a:pt x="321121" y="310753"/>
                  </a:lnTo>
                  <a:lnTo>
                    <a:pt x="326005" y="313930"/>
                  </a:lnTo>
                  <a:lnTo>
                    <a:pt x="326425" y="313196"/>
                  </a:lnTo>
                  <a:lnTo>
                    <a:pt x="327823" y="310753"/>
                  </a:lnTo>
                  <a:lnTo>
                    <a:pt x="328556" y="309471"/>
                  </a:lnTo>
                  <a:lnTo>
                    <a:pt x="330168" y="306653"/>
                  </a:lnTo>
                  <a:lnTo>
                    <a:pt x="321448" y="300716"/>
                  </a:lnTo>
                  <a:lnTo>
                    <a:pt x="320544" y="300079"/>
                  </a:lnTo>
                  <a:lnTo>
                    <a:pt x="307453" y="290851"/>
                  </a:lnTo>
                  <a:lnTo>
                    <a:pt x="275416" y="268268"/>
                  </a:lnTo>
                  <a:lnTo>
                    <a:pt x="259486" y="257039"/>
                  </a:lnTo>
                  <a:lnTo>
                    <a:pt x="242871" y="245327"/>
                  </a:lnTo>
                  <a:lnTo>
                    <a:pt x="224540" y="232406"/>
                  </a:lnTo>
                  <a:lnTo>
                    <a:pt x="190155" y="208168"/>
                  </a:lnTo>
                  <a:lnTo>
                    <a:pt x="156402" y="184376"/>
                  </a:lnTo>
                  <a:lnTo>
                    <a:pt x="153416" y="182271"/>
                  </a:lnTo>
                  <a:lnTo>
                    <a:pt x="153215" y="182129"/>
                  </a:lnTo>
                  <a:lnTo>
                    <a:pt x="153028" y="181998"/>
                  </a:lnTo>
                  <a:lnTo>
                    <a:pt x="151774" y="181114"/>
                  </a:lnTo>
                  <a:lnTo>
                    <a:pt x="138674" y="171882"/>
                  </a:lnTo>
                  <a:lnTo>
                    <a:pt x="116546" y="156286"/>
                  </a:lnTo>
                  <a:lnTo>
                    <a:pt x="116161" y="156010"/>
                  </a:lnTo>
                  <a:lnTo>
                    <a:pt x="116258" y="155867"/>
                  </a:lnTo>
                  <a:lnTo>
                    <a:pt x="136468" y="125741"/>
                  </a:lnTo>
                  <a:lnTo>
                    <a:pt x="136814" y="125226"/>
                  </a:lnTo>
                  <a:lnTo>
                    <a:pt x="139055" y="121885"/>
                  </a:lnTo>
                  <a:lnTo>
                    <a:pt x="135319" y="119310"/>
                  </a:lnTo>
                  <a:lnTo>
                    <a:pt x="120759" y="109275"/>
                  </a:lnTo>
                  <a:lnTo>
                    <a:pt x="110380" y="102121"/>
                  </a:lnTo>
                  <a:lnTo>
                    <a:pt x="106057" y="99142"/>
                  </a:lnTo>
                  <a:lnTo>
                    <a:pt x="105746" y="98927"/>
                  </a:lnTo>
                  <a:lnTo>
                    <a:pt x="104678" y="97540"/>
                  </a:lnTo>
                  <a:lnTo>
                    <a:pt x="102255" y="97928"/>
                  </a:lnTo>
                  <a:lnTo>
                    <a:pt x="98697" y="100444"/>
                  </a:lnTo>
                  <a:lnTo>
                    <a:pt x="96985" y="102280"/>
                  </a:lnTo>
                  <a:lnTo>
                    <a:pt x="95589" y="103778"/>
                  </a:lnTo>
                  <a:lnTo>
                    <a:pt x="90017" y="107359"/>
                  </a:lnTo>
                  <a:lnTo>
                    <a:pt x="87034" y="108845"/>
                  </a:lnTo>
                  <a:lnTo>
                    <a:pt x="82783" y="110034"/>
                  </a:lnTo>
                  <a:lnTo>
                    <a:pt x="82470" y="110106"/>
                  </a:lnTo>
                  <a:lnTo>
                    <a:pt x="76072" y="118853"/>
                  </a:lnTo>
                  <a:lnTo>
                    <a:pt x="73917" y="118155"/>
                  </a:lnTo>
                  <a:lnTo>
                    <a:pt x="72177" y="117591"/>
                  </a:lnTo>
                  <a:lnTo>
                    <a:pt x="57549" y="121960"/>
                  </a:lnTo>
                  <a:lnTo>
                    <a:pt x="56339" y="118547"/>
                  </a:lnTo>
                  <a:lnTo>
                    <a:pt x="54941" y="114604"/>
                  </a:lnTo>
                  <a:lnTo>
                    <a:pt x="57359" y="111959"/>
                  </a:lnTo>
                  <a:lnTo>
                    <a:pt x="79681" y="106231"/>
                  </a:lnTo>
                  <a:lnTo>
                    <a:pt x="79017" y="101182"/>
                  </a:lnTo>
                  <a:lnTo>
                    <a:pt x="68188" y="96910"/>
                  </a:lnTo>
                  <a:lnTo>
                    <a:pt x="65433" y="93609"/>
                  </a:lnTo>
                  <a:lnTo>
                    <a:pt x="54324" y="93037"/>
                  </a:lnTo>
                  <a:lnTo>
                    <a:pt x="48169" y="96853"/>
                  </a:lnTo>
                  <a:lnTo>
                    <a:pt x="41182" y="96370"/>
                  </a:lnTo>
                  <a:lnTo>
                    <a:pt x="31374" y="92027"/>
                  </a:lnTo>
                  <a:lnTo>
                    <a:pt x="27726" y="76725"/>
                  </a:lnTo>
                  <a:lnTo>
                    <a:pt x="23471" y="73618"/>
                  </a:lnTo>
                  <a:lnTo>
                    <a:pt x="20511" y="75854"/>
                  </a:lnTo>
                  <a:lnTo>
                    <a:pt x="21662" y="78539"/>
                  </a:lnTo>
                  <a:lnTo>
                    <a:pt x="13879" y="84002"/>
                  </a:lnTo>
                  <a:lnTo>
                    <a:pt x="5550" y="71252"/>
                  </a:lnTo>
                  <a:lnTo>
                    <a:pt x="2841" y="73098"/>
                  </a:lnTo>
                  <a:lnTo>
                    <a:pt x="0" y="69059"/>
                  </a:lnTo>
                  <a:lnTo>
                    <a:pt x="4064" y="65931"/>
                  </a:lnTo>
                  <a:lnTo>
                    <a:pt x="6927" y="63727"/>
                  </a:lnTo>
                  <a:lnTo>
                    <a:pt x="8068" y="62779"/>
                  </a:lnTo>
                  <a:lnTo>
                    <a:pt x="19215" y="54277"/>
                  </a:lnTo>
                  <a:lnTo>
                    <a:pt x="18683" y="44102"/>
                  </a:lnTo>
                  <a:lnTo>
                    <a:pt x="15787" y="43916"/>
                  </a:lnTo>
                  <a:lnTo>
                    <a:pt x="15487" y="43058"/>
                  </a:lnTo>
                  <a:lnTo>
                    <a:pt x="10883" y="29849"/>
                  </a:lnTo>
                  <a:lnTo>
                    <a:pt x="10435" y="28564"/>
                  </a:lnTo>
                  <a:lnTo>
                    <a:pt x="9997" y="27308"/>
                  </a:lnTo>
                  <a:lnTo>
                    <a:pt x="18071" y="26142"/>
                  </a:lnTo>
                  <a:lnTo>
                    <a:pt x="15934" y="19880"/>
                  </a:lnTo>
                  <a:lnTo>
                    <a:pt x="21293" y="20145"/>
                  </a:lnTo>
                  <a:lnTo>
                    <a:pt x="27712" y="20462"/>
                  </a:lnTo>
                  <a:lnTo>
                    <a:pt x="30107" y="20454"/>
                  </a:lnTo>
                  <a:lnTo>
                    <a:pt x="32389" y="19677"/>
                  </a:lnTo>
                  <a:lnTo>
                    <a:pt x="33280" y="19374"/>
                  </a:lnTo>
                  <a:lnTo>
                    <a:pt x="35598" y="18403"/>
                  </a:lnTo>
                  <a:lnTo>
                    <a:pt x="37811" y="17284"/>
                  </a:lnTo>
                  <a:lnTo>
                    <a:pt x="39181" y="16592"/>
                  </a:lnTo>
                  <a:lnTo>
                    <a:pt x="40747" y="15801"/>
                  </a:lnTo>
                  <a:lnTo>
                    <a:pt x="41513" y="15456"/>
                  </a:lnTo>
                  <a:lnTo>
                    <a:pt x="45649" y="13593"/>
                  </a:lnTo>
                  <a:lnTo>
                    <a:pt x="45800" y="13525"/>
                  </a:lnTo>
                  <a:lnTo>
                    <a:pt x="49372" y="11917"/>
                  </a:lnTo>
                  <a:lnTo>
                    <a:pt x="51878" y="10908"/>
                  </a:lnTo>
                  <a:lnTo>
                    <a:pt x="52585" y="10623"/>
                  </a:lnTo>
                  <a:lnTo>
                    <a:pt x="58581" y="8827"/>
                  </a:lnTo>
                  <a:lnTo>
                    <a:pt x="59545" y="8561"/>
                  </a:lnTo>
                  <a:lnTo>
                    <a:pt x="62969" y="7253"/>
                  </a:lnTo>
                  <a:lnTo>
                    <a:pt x="63900" y="6897"/>
                  </a:lnTo>
                  <a:lnTo>
                    <a:pt x="64788" y="6420"/>
                  </a:lnTo>
                  <a:lnTo>
                    <a:pt x="66192" y="5665"/>
                  </a:lnTo>
                  <a:lnTo>
                    <a:pt x="68171" y="4264"/>
                  </a:lnTo>
                  <a:lnTo>
                    <a:pt x="68553" y="3919"/>
                  </a:lnTo>
                  <a:lnTo>
                    <a:pt x="68904" y="4587"/>
                  </a:lnTo>
                  <a:lnTo>
                    <a:pt x="69573" y="4038"/>
                  </a:lnTo>
                  <a:lnTo>
                    <a:pt x="73313" y="973"/>
                  </a:lnTo>
                  <a:lnTo>
                    <a:pt x="74650" y="716"/>
                  </a:lnTo>
                  <a:lnTo>
                    <a:pt x="77087" y="429"/>
                  </a:lnTo>
                  <a:lnTo>
                    <a:pt x="78367" y="279"/>
                  </a:lnTo>
                  <a:lnTo>
                    <a:pt x="79288" y="0"/>
                  </a:lnTo>
                  <a:lnTo>
                    <a:pt x="80470" y="24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91619" y="2946218"/>
              <a:ext cx="729014" cy="406268"/>
            </a:xfrm>
            <a:custGeom>
              <a:avLst/>
              <a:pathLst>
                <a:path w="729014" h="406268">
                  <a:moveTo>
                    <a:pt x="284959" y="66654"/>
                  </a:moveTo>
                  <a:lnTo>
                    <a:pt x="280849" y="78163"/>
                  </a:lnTo>
                  <a:lnTo>
                    <a:pt x="280431" y="79088"/>
                  </a:lnTo>
                  <a:lnTo>
                    <a:pt x="279520" y="81100"/>
                  </a:lnTo>
                  <a:lnTo>
                    <a:pt x="279141" y="81938"/>
                  </a:lnTo>
                  <a:lnTo>
                    <a:pt x="278102" y="85836"/>
                  </a:lnTo>
                  <a:lnTo>
                    <a:pt x="276581" y="91537"/>
                  </a:lnTo>
                  <a:lnTo>
                    <a:pt x="271771" y="90245"/>
                  </a:lnTo>
                  <a:lnTo>
                    <a:pt x="276150" y="98321"/>
                  </a:lnTo>
                  <a:lnTo>
                    <a:pt x="277537" y="101990"/>
                  </a:lnTo>
                  <a:lnTo>
                    <a:pt x="279288" y="106468"/>
                  </a:lnTo>
                  <a:lnTo>
                    <a:pt x="279578" y="107208"/>
                  </a:lnTo>
                  <a:lnTo>
                    <a:pt x="272611" y="109494"/>
                  </a:lnTo>
                  <a:lnTo>
                    <a:pt x="270996" y="116317"/>
                  </a:lnTo>
                  <a:lnTo>
                    <a:pt x="270272" y="119376"/>
                  </a:lnTo>
                  <a:lnTo>
                    <a:pt x="270090" y="119762"/>
                  </a:lnTo>
                  <a:lnTo>
                    <a:pt x="269369" y="121297"/>
                  </a:lnTo>
                  <a:lnTo>
                    <a:pt x="269165" y="121582"/>
                  </a:lnTo>
                  <a:lnTo>
                    <a:pt x="268704" y="122228"/>
                  </a:lnTo>
                  <a:lnTo>
                    <a:pt x="265384" y="127279"/>
                  </a:lnTo>
                  <a:lnTo>
                    <a:pt x="262312" y="133299"/>
                  </a:lnTo>
                  <a:lnTo>
                    <a:pt x="276089" y="143060"/>
                  </a:lnTo>
                  <a:lnTo>
                    <a:pt x="276353" y="142697"/>
                  </a:lnTo>
                  <a:lnTo>
                    <a:pt x="291909" y="153547"/>
                  </a:lnTo>
                  <a:lnTo>
                    <a:pt x="309804" y="165735"/>
                  </a:lnTo>
                  <a:lnTo>
                    <a:pt x="304400" y="173819"/>
                  </a:lnTo>
                  <a:lnTo>
                    <a:pt x="306048" y="175322"/>
                  </a:lnTo>
                  <a:lnTo>
                    <a:pt x="307349" y="176508"/>
                  </a:lnTo>
                  <a:lnTo>
                    <a:pt x="319414" y="185652"/>
                  </a:lnTo>
                  <a:lnTo>
                    <a:pt x="319758" y="185913"/>
                  </a:lnTo>
                  <a:lnTo>
                    <a:pt x="320682" y="186586"/>
                  </a:lnTo>
                  <a:lnTo>
                    <a:pt x="322237" y="187719"/>
                  </a:lnTo>
                  <a:lnTo>
                    <a:pt x="323662" y="189729"/>
                  </a:lnTo>
                  <a:lnTo>
                    <a:pt x="323809" y="195265"/>
                  </a:lnTo>
                  <a:lnTo>
                    <a:pt x="323982" y="197178"/>
                  </a:lnTo>
                  <a:lnTo>
                    <a:pt x="324799" y="198720"/>
                  </a:lnTo>
                  <a:lnTo>
                    <a:pt x="330344" y="209189"/>
                  </a:lnTo>
                  <a:lnTo>
                    <a:pt x="330993" y="207660"/>
                  </a:lnTo>
                  <a:lnTo>
                    <a:pt x="331320" y="205742"/>
                  </a:lnTo>
                  <a:lnTo>
                    <a:pt x="331544" y="204728"/>
                  </a:lnTo>
                  <a:lnTo>
                    <a:pt x="332721" y="204262"/>
                  </a:lnTo>
                  <a:lnTo>
                    <a:pt x="333785" y="204223"/>
                  </a:lnTo>
                  <a:lnTo>
                    <a:pt x="335082" y="205145"/>
                  </a:lnTo>
                  <a:lnTo>
                    <a:pt x="350602" y="216183"/>
                  </a:lnTo>
                  <a:lnTo>
                    <a:pt x="354174" y="218723"/>
                  </a:lnTo>
                  <a:lnTo>
                    <a:pt x="364640" y="226262"/>
                  </a:lnTo>
                  <a:lnTo>
                    <a:pt x="372018" y="231210"/>
                  </a:lnTo>
                  <a:lnTo>
                    <a:pt x="375669" y="234097"/>
                  </a:lnTo>
                  <a:lnTo>
                    <a:pt x="377300" y="236343"/>
                  </a:lnTo>
                  <a:lnTo>
                    <a:pt x="378704" y="238277"/>
                  </a:lnTo>
                  <a:lnTo>
                    <a:pt x="383143" y="242558"/>
                  </a:lnTo>
                  <a:lnTo>
                    <a:pt x="386090" y="243878"/>
                  </a:lnTo>
                  <a:lnTo>
                    <a:pt x="389719" y="245250"/>
                  </a:lnTo>
                  <a:lnTo>
                    <a:pt x="394417" y="238240"/>
                  </a:lnTo>
                  <a:lnTo>
                    <a:pt x="397480" y="233671"/>
                  </a:lnTo>
                  <a:lnTo>
                    <a:pt x="388278" y="227315"/>
                  </a:lnTo>
                  <a:lnTo>
                    <a:pt x="386733" y="228910"/>
                  </a:lnTo>
                  <a:lnTo>
                    <a:pt x="385650" y="230337"/>
                  </a:lnTo>
                  <a:lnTo>
                    <a:pt x="384652" y="231298"/>
                  </a:lnTo>
                  <a:lnTo>
                    <a:pt x="383541" y="232056"/>
                  </a:lnTo>
                  <a:lnTo>
                    <a:pt x="382344" y="232522"/>
                  </a:lnTo>
                  <a:lnTo>
                    <a:pt x="381176" y="232376"/>
                  </a:lnTo>
                  <a:lnTo>
                    <a:pt x="380758" y="231724"/>
                  </a:lnTo>
                  <a:lnTo>
                    <a:pt x="380627" y="231520"/>
                  </a:lnTo>
                  <a:lnTo>
                    <a:pt x="380313" y="226015"/>
                  </a:lnTo>
                  <a:lnTo>
                    <a:pt x="380631" y="217534"/>
                  </a:lnTo>
                  <a:lnTo>
                    <a:pt x="380723" y="213924"/>
                  </a:lnTo>
                  <a:lnTo>
                    <a:pt x="381075" y="212314"/>
                  </a:lnTo>
                  <a:lnTo>
                    <a:pt x="384570" y="211887"/>
                  </a:lnTo>
                  <a:lnTo>
                    <a:pt x="390270" y="212236"/>
                  </a:lnTo>
                  <a:lnTo>
                    <a:pt x="391276" y="211479"/>
                  </a:lnTo>
                  <a:lnTo>
                    <a:pt x="392302" y="209634"/>
                  </a:lnTo>
                  <a:lnTo>
                    <a:pt x="393480" y="206216"/>
                  </a:lnTo>
                  <a:lnTo>
                    <a:pt x="393858" y="205419"/>
                  </a:lnTo>
                  <a:lnTo>
                    <a:pt x="394677" y="203692"/>
                  </a:lnTo>
                  <a:lnTo>
                    <a:pt x="396868" y="203250"/>
                  </a:lnTo>
                  <a:lnTo>
                    <a:pt x="397375" y="203148"/>
                  </a:lnTo>
                  <a:lnTo>
                    <a:pt x="404385" y="202740"/>
                  </a:lnTo>
                  <a:lnTo>
                    <a:pt x="405221" y="202139"/>
                  </a:lnTo>
                  <a:lnTo>
                    <a:pt x="406665" y="199711"/>
                  </a:lnTo>
                  <a:lnTo>
                    <a:pt x="408071" y="198611"/>
                  </a:lnTo>
                  <a:lnTo>
                    <a:pt x="411802" y="198854"/>
                  </a:lnTo>
                  <a:lnTo>
                    <a:pt x="416974" y="198854"/>
                  </a:lnTo>
                  <a:lnTo>
                    <a:pt x="418969" y="199104"/>
                  </a:lnTo>
                  <a:lnTo>
                    <a:pt x="420166" y="200136"/>
                  </a:lnTo>
                  <a:lnTo>
                    <a:pt x="421533" y="201709"/>
                  </a:lnTo>
                  <a:lnTo>
                    <a:pt x="423353" y="202229"/>
                  </a:lnTo>
                  <a:lnTo>
                    <a:pt x="426846" y="202786"/>
                  </a:lnTo>
                  <a:lnTo>
                    <a:pt x="427735" y="203183"/>
                  </a:lnTo>
                  <a:lnTo>
                    <a:pt x="428088" y="203999"/>
                  </a:lnTo>
                  <a:lnTo>
                    <a:pt x="431467" y="202577"/>
                  </a:lnTo>
                  <a:lnTo>
                    <a:pt x="432978" y="201091"/>
                  </a:lnTo>
                  <a:lnTo>
                    <a:pt x="433255" y="200196"/>
                  </a:lnTo>
                  <a:lnTo>
                    <a:pt x="434016" y="197739"/>
                  </a:lnTo>
                  <a:lnTo>
                    <a:pt x="434158" y="195992"/>
                  </a:lnTo>
                  <a:lnTo>
                    <a:pt x="432741" y="188793"/>
                  </a:lnTo>
                  <a:lnTo>
                    <a:pt x="432621" y="188581"/>
                  </a:lnTo>
                  <a:lnTo>
                    <a:pt x="432067" y="187609"/>
                  </a:lnTo>
                  <a:lnTo>
                    <a:pt x="431548" y="184644"/>
                  </a:lnTo>
                  <a:lnTo>
                    <a:pt x="431241" y="182890"/>
                  </a:lnTo>
                  <a:lnTo>
                    <a:pt x="431561" y="182084"/>
                  </a:lnTo>
                  <a:lnTo>
                    <a:pt x="432409" y="179948"/>
                  </a:lnTo>
                  <a:lnTo>
                    <a:pt x="432818" y="179350"/>
                  </a:lnTo>
                  <a:lnTo>
                    <a:pt x="434254" y="177247"/>
                  </a:lnTo>
                  <a:lnTo>
                    <a:pt x="435443" y="175506"/>
                  </a:lnTo>
                  <a:lnTo>
                    <a:pt x="437024" y="173192"/>
                  </a:lnTo>
                  <a:lnTo>
                    <a:pt x="437880" y="171938"/>
                  </a:lnTo>
                  <a:lnTo>
                    <a:pt x="438802" y="169359"/>
                  </a:lnTo>
                  <a:lnTo>
                    <a:pt x="438995" y="168818"/>
                  </a:lnTo>
                  <a:lnTo>
                    <a:pt x="439191" y="168267"/>
                  </a:lnTo>
                  <a:lnTo>
                    <a:pt x="440491" y="160539"/>
                  </a:lnTo>
                  <a:lnTo>
                    <a:pt x="444509" y="162429"/>
                  </a:lnTo>
                  <a:lnTo>
                    <a:pt x="444570" y="159885"/>
                  </a:lnTo>
                  <a:lnTo>
                    <a:pt x="444736" y="152935"/>
                  </a:lnTo>
                  <a:lnTo>
                    <a:pt x="444780" y="151097"/>
                  </a:lnTo>
                  <a:lnTo>
                    <a:pt x="444881" y="148837"/>
                  </a:lnTo>
                  <a:lnTo>
                    <a:pt x="444928" y="147778"/>
                  </a:lnTo>
                  <a:lnTo>
                    <a:pt x="444515" y="147910"/>
                  </a:lnTo>
                  <a:lnTo>
                    <a:pt x="440903" y="148342"/>
                  </a:lnTo>
                  <a:lnTo>
                    <a:pt x="434225" y="150513"/>
                  </a:lnTo>
                  <a:lnTo>
                    <a:pt x="429994" y="147241"/>
                  </a:lnTo>
                  <a:lnTo>
                    <a:pt x="429503" y="146862"/>
                  </a:lnTo>
                  <a:lnTo>
                    <a:pt x="427394" y="146046"/>
                  </a:lnTo>
                  <a:lnTo>
                    <a:pt x="427967" y="144883"/>
                  </a:lnTo>
                  <a:lnTo>
                    <a:pt x="428147" y="144518"/>
                  </a:lnTo>
                  <a:lnTo>
                    <a:pt x="428593" y="141654"/>
                  </a:lnTo>
                  <a:lnTo>
                    <a:pt x="426359" y="138165"/>
                  </a:lnTo>
                  <a:lnTo>
                    <a:pt x="425634" y="137665"/>
                  </a:lnTo>
                  <a:lnTo>
                    <a:pt x="424549" y="136917"/>
                  </a:lnTo>
                  <a:lnTo>
                    <a:pt x="421500" y="135234"/>
                  </a:lnTo>
                  <a:lnTo>
                    <a:pt x="420315" y="134233"/>
                  </a:lnTo>
                  <a:lnTo>
                    <a:pt x="421170" y="132645"/>
                  </a:lnTo>
                  <a:lnTo>
                    <a:pt x="422833" y="130801"/>
                  </a:lnTo>
                  <a:lnTo>
                    <a:pt x="426870" y="126723"/>
                  </a:lnTo>
                  <a:lnTo>
                    <a:pt x="427805" y="124973"/>
                  </a:lnTo>
                  <a:lnTo>
                    <a:pt x="428446" y="123119"/>
                  </a:lnTo>
                  <a:lnTo>
                    <a:pt x="428614" y="121978"/>
                  </a:lnTo>
                  <a:lnTo>
                    <a:pt x="428765" y="120951"/>
                  </a:lnTo>
                  <a:lnTo>
                    <a:pt x="429181" y="121025"/>
                  </a:lnTo>
                  <a:lnTo>
                    <a:pt x="433571" y="121450"/>
                  </a:lnTo>
                  <a:lnTo>
                    <a:pt x="441401" y="122401"/>
                  </a:lnTo>
                  <a:lnTo>
                    <a:pt x="441651" y="122432"/>
                  </a:lnTo>
                  <a:lnTo>
                    <a:pt x="441563" y="122224"/>
                  </a:lnTo>
                  <a:lnTo>
                    <a:pt x="441048" y="119944"/>
                  </a:lnTo>
                  <a:lnTo>
                    <a:pt x="440091" y="118340"/>
                  </a:lnTo>
                  <a:lnTo>
                    <a:pt x="439448" y="116710"/>
                  </a:lnTo>
                  <a:lnTo>
                    <a:pt x="438202" y="113551"/>
                  </a:lnTo>
                  <a:lnTo>
                    <a:pt x="438078" y="113237"/>
                  </a:lnTo>
                  <a:lnTo>
                    <a:pt x="438097" y="112569"/>
                  </a:lnTo>
                  <a:lnTo>
                    <a:pt x="438157" y="110504"/>
                  </a:lnTo>
                  <a:lnTo>
                    <a:pt x="438175" y="109891"/>
                  </a:lnTo>
                  <a:lnTo>
                    <a:pt x="438204" y="108881"/>
                  </a:lnTo>
                  <a:lnTo>
                    <a:pt x="438852" y="107430"/>
                  </a:lnTo>
                  <a:lnTo>
                    <a:pt x="440162" y="104594"/>
                  </a:lnTo>
                  <a:lnTo>
                    <a:pt x="442788" y="98912"/>
                  </a:lnTo>
                  <a:lnTo>
                    <a:pt x="445590" y="92850"/>
                  </a:lnTo>
                  <a:lnTo>
                    <a:pt x="445804" y="92386"/>
                  </a:lnTo>
                  <a:lnTo>
                    <a:pt x="451990" y="95046"/>
                  </a:lnTo>
                  <a:lnTo>
                    <a:pt x="455229" y="96439"/>
                  </a:lnTo>
                  <a:lnTo>
                    <a:pt x="459352" y="98212"/>
                  </a:lnTo>
                  <a:lnTo>
                    <a:pt x="459259" y="98431"/>
                  </a:lnTo>
                  <a:lnTo>
                    <a:pt x="458921" y="99229"/>
                  </a:lnTo>
                  <a:lnTo>
                    <a:pt x="457296" y="102087"/>
                  </a:lnTo>
                  <a:lnTo>
                    <a:pt x="456299" y="103841"/>
                  </a:lnTo>
                  <a:lnTo>
                    <a:pt x="455218" y="105741"/>
                  </a:lnTo>
                  <a:lnTo>
                    <a:pt x="454933" y="106244"/>
                  </a:lnTo>
                  <a:lnTo>
                    <a:pt x="454823" y="106436"/>
                  </a:lnTo>
                  <a:lnTo>
                    <a:pt x="451843" y="112935"/>
                  </a:lnTo>
                  <a:lnTo>
                    <a:pt x="464062" y="118516"/>
                  </a:lnTo>
                  <a:lnTo>
                    <a:pt x="466612" y="115136"/>
                  </a:lnTo>
                  <a:lnTo>
                    <a:pt x="467870" y="113467"/>
                  </a:lnTo>
                  <a:lnTo>
                    <a:pt x="468558" y="112984"/>
                  </a:lnTo>
                  <a:lnTo>
                    <a:pt x="471673" y="115158"/>
                  </a:lnTo>
                  <a:lnTo>
                    <a:pt x="476734" y="118689"/>
                  </a:lnTo>
                  <a:lnTo>
                    <a:pt x="481049" y="121700"/>
                  </a:lnTo>
                  <a:lnTo>
                    <a:pt x="482625" y="122800"/>
                  </a:lnTo>
                  <a:lnTo>
                    <a:pt x="483057" y="123102"/>
                  </a:lnTo>
                  <a:lnTo>
                    <a:pt x="485364" y="125118"/>
                  </a:lnTo>
                  <a:lnTo>
                    <a:pt x="486370" y="126413"/>
                  </a:lnTo>
                  <a:lnTo>
                    <a:pt x="486903" y="127098"/>
                  </a:lnTo>
                  <a:lnTo>
                    <a:pt x="487261" y="127447"/>
                  </a:lnTo>
                  <a:lnTo>
                    <a:pt x="495183" y="122106"/>
                  </a:lnTo>
                  <a:lnTo>
                    <a:pt x="495860" y="122966"/>
                  </a:lnTo>
                  <a:lnTo>
                    <a:pt x="497463" y="125000"/>
                  </a:lnTo>
                  <a:lnTo>
                    <a:pt x="499686" y="126864"/>
                  </a:lnTo>
                  <a:lnTo>
                    <a:pt x="502569" y="128596"/>
                  </a:lnTo>
                  <a:lnTo>
                    <a:pt x="504516" y="129765"/>
                  </a:lnTo>
                  <a:lnTo>
                    <a:pt x="505152" y="130147"/>
                  </a:lnTo>
                  <a:lnTo>
                    <a:pt x="505328" y="130352"/>
                  </a:lnTo>
                  <a:lnTo>
                    <a:pt x="505618" y="130780"/>
                  </a:lnTo>
                  <a:lnTo>
                    <a:pt x="506506" y="132088"/>
                  </a:lnTo>
                  <a:lnTo>
                    <a:pt x="508126" y="134435"/>
                  </a:lnTo>
                  <a:lnTo>
                    <a:pt x="508596" y="135117"/>
                  </a:lnTo>
                  <a:lnTo>
                    <a:pt x="509387" y="135694"/>
                  </a:lnTo>
                  <a:lnTo>
                    <a:pt x="509225" y="136120"/>
                  </a:lnTo>
                  <a:lnTo>
                    <a:pt x="508908" y="136954"/>
                  </a:lnTo>
                  <a:lnTo>
                    <a:pt x="508268" y="138639"/>
                  </a:lnTo>
                  <a:lnTo>
                    <a:pt x="508185" y="138857"/>
                  </a:lnTo>
                  <a:lnTo>
                    <a:pt x="507589" y="140427"/>
                  </a:lnTo>
                  <a:lnTo>
                    <a:pt x="507071" y="143320"/>
                  </a:lnTo>
                  <a:lnTo>
                    <a:pt x="505975" y="144944"/>
                  </a:lnTo>
                  <a:lnTo>
                    <a:pt x="504791" y="146700"/>
                  </a:lnTo>
                  <a:lnTo>
                    <a:pt x="503158" y="149120"/>
                  </a:lnTo>
                  <a:lnTo>
                    <a:pt x="501816" y="151109"/>
                  </a:lnTo>
                  <a:lnTo>
                    <a:pt x="498205" y="156461"/>
                  </a:lnTo>
                  <a:lnTo>
                    <a:pt x="482851" y="179221"/>
                  </a:lnTo>
                  <a:lnTo>
                    <a:pt x="481323" y="181746"/>
                  </a:lnTo>
                  <a:lnTo>
                    <a:pt x="480593" y="182952"/>
                  </a:lnTo>
                  <a:lnTo>
                    <a:pt x="494886" y="192863"/>
                  </a:lnTo>
                  <a:lnTo>
                    <a:pt x="515152" y="206817"/>
                  </a:lnTo>
                  <a:lnTo>
                    <a:pt x="514635" y="207572"/>
                  </a:lnTo>
                  <a:lnTo>
                    <a:pt x="528554" y="217170"/>
                  </a:lnTo>
                  <a:lnTo>
                    <a:pt x="536660" y="222759"/>
                  </a:lnTo>
                  <a:lnTo>
                    <a:pt x="542922" y="227078"/>
                  </a:lnTo>
                  <a:lnTo>
                    <a:pt x="550181" y="232083"/>
                  </a:lnTo>
                  <a:lnTo>
                    <a:pt x="550775" y="231210"/>
                  </a:lnTo>
                  <a:lnTo>
                    <a:pt x="552986" y="227749"/>
                  </a:lnTo>
                  <a:lnTo>
                    <a:pt x="558582" y="231490"/>
                  </a:lnTo>
                  <a:lnTo>
                    <a:pt x="562756" y="234281"/>
                  </a:lnTo>
                  <a:lnTo>
                    <a:pt x="564857" y="235686"/>
                  </a:lnTo>
                  <a:lnTo>
                    <a:pt x="570629" y="239545"/>
                  </a:lnTo>
                  <a:lnTo>
                    <a:pt x="575288" y="242661"/>
                  </a:lnTo>
                  <a:lnTo>
                    <a:pt x="575431" y="242176"/>
                  </a:lnTo>
                  <a:lnTo>
                    <a:pt x="579580" y="244612"/>
                  </a:lnTo>
                  <a:lnTo>
                    <a:pt x="583489" y="246964"/>
                  </a:lnTo>
                  <a:lnTo>
                    <a:pt x="585327" y="243964"/>
                  </a:lnTo>
                  <a:lnTo>
                    <a:pt x="585766" y="243247"/>
                  </a:lnTo>
                  <a:lnTo>
                    <a:pt x="586776" y="241598"/>
                  </a:lnTo>
                  <a:lnTo>
                    <a:pt x="596427" y="242574"/>
                  </a:lnTo>
                  <a:lnTo>
                    <a:pt x="594955" y="245924"/>
                  </a:lnTo>
                  <a:lnTo>
                    <a:pt x="592805" y="247631"/>
                  </a:lnTo>
                  <a:lnTo>
                    <a:pt x="592624" y="247775"/>
                  </a:lnTo>
                  <a:lnTo>
                    <a:pt x="598632" y="250862"/>
                  </a:lnTo>
                  <a:lnTo>
                    <a:pt x="611749" y="242039"/>
                  </a:lnTo>
                  <a:lnTo>
                    <a:pt x="616237" y="240947"/>
                  </a:lnTo>
                  <a:lnTo>
                    <a:pt x="620725" y="239855"/>
                  </a:lnTo>
                  <a:lnTo>
                    <a:pt x="648083" y="241457"/>
                  </a:lnTo>
                  <a:lnTo>
                    <a:pt x="673872" y="253254"/>
                  </a:lnTo>
                  <a:lnTo>
                    <a:pt x="707356" y="288936"/>
                  </a:lnTo>
                  <a:lnTo>
                    <a:pt x="725594" y="302480"/>
                  </a:lnTo>
                  <a:lnTo>
                    <a:pt x="729014" y="316608"/>
                  </a:lnTo>
                  <a:lnTo>
                    <a:pt x="720180" y="326511"/>
                  </a:lnTo>
                  <a:lnTo>
                    <a:pt x="706074" y="328550"/>
                  </a:lnTo>
                  <a:lnTo>
                    <a:pt x="675012" y="314132"/>
                  </a:lnTo>
                  <a:lnTo>
                    <a:pt x="663186" y="303500"/>
                  </a:lnTo>
                  <a:lnTo>
                    <a:pt x="645090" y="302335"/>
                  </a:lnTo>
                  <a:lnTo>
                    <a:pt x="628420" y="305684"/>
                  </a:lnTo>
                  <a:lnTo>
                    <a:pt x="625000" y="324035"/>
                  </a:lnTo>
                  <a:lnTo>
                    <a:pt x="623575" y="345299"/>
                  </a:lnTo>
                  <a:lnTo>
                    <a:pt x="620868" y="352435"/>
                  </a:lnTo>
                  <a:lnTo>
                    <a:pt x="611749" y="356513"/>
                  </a:lnTo>
                  <a:lnTo>
                    <a:pt x="589372" y="341294"/>
                  </a:lnTo>
                  <a:lnTo>
                    <a:pt x="560590" y="354110"/>
                  </a:lnTo>
                  <a:lnTo>
                    <a:pt x="547481" y="350615"/>
                  </a:lnTo>
                  <a:lnTo>
                    <a:pt x="519217" y="351675"/>
                  </a:lnTo>
                  <a:lnTo>
                    <a:pt x="512033" y="350141"/>
                  </a:lnTo>
                  <a:lnTo>
                    <a:pt x="510834" y="351244"/>
                  </a:lnTo>
                  <a:lnTo>
                    <a:pt x="510892" y="353796"/>
                  </a:lnTo>
                  <a:lnTo>
                    <a:pt x="510949" y="356358"/>
                  </a:lnTo>
                  <a:lnTo>
                    <a:pt x="511564" y="360055"/>
                  </a:lnTo>
                  <a:lnTo>
                    <a:pt x="510171" y="360318"/>
                  </a:lnTo>
                  <a:lnTo>
                    <a:pt x="507132" y="358150"/>
                  </a:lnTo>
                  <a:lnTo>
                    <a:pt x="502451" y="354812"/>
                  </a:lnTo>
                  <a:lnTo>
                    <a:pt x="496930" y="350874"/>
                  </a:lnTo>
                  <a:lnTo>
                    <a:pt x="478282" y="337574"/>
                  </a:lnTo>
                  <a:lnTo>
                    <a:pt x="469443" y="350874"/>
                  </a:lnTo>
                  <a:lnTo>
                    <a:pt x="464803" y="357855"/>
                  </a:lnTo>
                  <a:lnTo>
                    <a:pt x="461764" y="362428"/>
                  </a:lnTo>
                  <a:lnTo>
                    <a:pt x="455532" y="371805"/>
                  </a:lnTo>
                  <a:lnTo>
                    <a:pt x="455428" y="371961"/>
                  </a:lnTo>
                  <a:lnTo>
                    <a:pt x="446793" y="384954"/>
                  </a:lnTo>
                  <a:lnTo>
                    <a:pt x="445250" y="387276"/>
                  </a:lnTo>
                  <a:lnTo>
                    <a:pt x="433500" y="404955"/>
                  </a:lnTo>
                  <a:lnTo>
                    <a:pt x="432627" y="406268"/>
                  </a:lnTo>
                  <a:lnTo>
                    <a:pt x="430762" y="404955"/>
                  </a:lnTo>
                  <a:lnTo>
                    <a:pt x="417524" y="395639"/>
                  </a:lnTo>
                  <a:lnTo>
                    <a:pt x="417385" y="395541"/>
                  </a:lnTo>
                  <a:lnTo>
                    <a:pt x="400228" y="383468"/>
                  </a:lnTo>
                  <a:lnTo>
                    <a:pt x="399995" y="383304"/>
                  </a:lnTo>
                  <a:lnTo>
                    <a:pt x="394060" y="379128"/>
                  </a:lnTo>
                  <a:lnTo>
                    <a:pt x="382505" y="370997"/>
                  </a:lnTo>
                  <a:lnTo>
                    <a:pt x="381834" y="370525"/>
                  </a:lnTo>
                  <a:lnTo>
                    <a:pt x="381490" y="370283"/>
                  </a:lnTo>
                  <a:lnTo>
                    <a:pt x="365854" y="359279"/>
                  </a:lnTo>
                  <a:lnTo>
                    <a:pt x="363016" y="357282"/>
                  </a:lnTo>
                  <a:lnTo>
                    <a:pt x="355070" y="351691"/>
                  </a:lnTo>
                  <a:lnTo>
                    <a:pt x="353491" y="350580"/>
                  </a:lnTo>
                  <a:lnTo>
                    <a:pt x="347717" y="346517"/>
                  </a:lnTo>
                  <a:lnTo>
                    <a:pt x="347138" y="346109"/>
                  </a:lnTo>
                  <a:lnTo>
                    <a:pt x="340123" y="341172"/>
                  </a:lnTo>
                  <a:lnTo>
                    <a:pt x="326452" y="331552"/>
                  </a:lnTo>
                  <a:lnTo>
                    <a:pt x="323149" y="329228"/>
                  </a:lnTo>
                  <a:lnTo>
                    <a:pt x="314172" y="322911"/>
                  </a:lnTo>
                  <a:lnTo>
                    <a:pt x="310405" y="320260"/>
                  </a:lnTo>
                  <a:lnTo>
                    <a:pt x="310213" y="320125"/>
                  </a:lnTo>
                  <a:lnTo>
                    <a:pt x="273396" y="294227"/>
                  </a:lnTo>
                  <a:lnTo>
                    <a:pt x="256881" y="282610"/>
                  </a:lnTo>
                  <a:lnTo>
                    <a:pt x="239586" y="270445"/>
                  </a:lnTo>
                  <a:lnTo>
                    <a:pt x="236919" y="268902"/>
                  </a:lnTo>
                  <a:lnTo>
                    <a:pt x="216708" y="254398"/>
                  </a:lnTo>
                  <a:lnTo>
                    <a:pt x="216007" y="255679"/>
                  </a:lnTo>
                  <a:lnTo>
                    <a:pt x="215736" y="256174"/>
                  </a:lnTo>
                  <a:lnTo>
                    <a:pt x="215736" y="257752"/>
                  </a:lnTo>
                  <a:lnTo>
                    <a:pt x="216151" y="259754"/>
                  </a:lnTo>
                  <a:lnTo>
                    <a:pt x="216192" y="260303"/>
                  </a:lnTo>
                  <a:lnTo>
                    <a:pt x="216285" y="261572"/>
                  </a:lnTo>
                  <a:lnTo>
                    <a:pt x="216329" y="262182"/>
                  </a:lnTo>
                  <a:lnTo>
                    <a:pt x="216211" y="264488"/>
                  </a:lnTo>
                  <a:lnTo>
                    <a:pt x="216066" y="265038"/>
                  </a:lnTo>
                  <a:lnTo>
                    <a:pt x="215795" y="266065"/>
                  </a:lnTo>
                  <a:lnTo>
                    <a:pt x="215023" y="268311"/>
                  </a:lnTo>
                  <a:lnTo>
                    <a:pt x="214291" y="269770"/>
                  </a:lnTo>
                  <a:lnTo>
                    <a:pt x="213836" y="270677"/>
                  </a:lnTo>
                  <a:lnTo>
                    <a:pt x="213679" y="270940"/>
                  </a:lnTo>
                  <a:lnTo>
                    <a:pt x="211877" y="273954"/>
                  </a:lnTo>
                  <a:lnTo>
                    <a:pt x="209739" y="276624"/>
                  </a:lnTo>
                  <a:lnTo>
                    <a:pt x="203617" y="272321"/>
                  </a:lnTo>
                  <a:lnTo>
                    <a:pt x="203751" y="272101"/>
                  </a:lnTo>
                  <a:lnTo>
                    <a:pt x="203918" y="271676"/>
                  </a:lnTo>
                  <a:lnTo>
                    <a:pt x="206154" y="266635"/>
                  </a:lnTo>
                  <a:lnTo>
                    <a:pt x="206282" y="265337"/>
                  </a:lnTo>
                  <a:lnTo>
                    <a:pt x="206443" y="263715"/>
                  </a:lnTo>
                  <a:lnTo>
                    <a:pt x="206120" y="262821"/>
                  </a:lnTo>
                  <a:lnTo>
                    <a:pt x="205860" y="262102"/>
                  </a:lnTo>
                  <a:lnTo>
                    <a:pt x="205729" y="261740"/>
                  </a:lnTo>
                  <a:lnTo>
                    <a:pt x="204644" y="258759"/>
                  </a:lnTo>
                  <a:lnTo>
                    <a:pt x="203592" y="257025"/>
                  </a:lnTo>
                  <a:lnTo>
                    <a:pt x="203274" y="256501"/>
                  </a:lnTo>
                  <a:lnTo>
                    <a:pt x="202743" y="255624"/>
                  </a:lnTo>
                  <a:lnTo>
                    <a:pt x="201326" y="254250"/>
                  </a:lnTo>
                  <a:lnTo>
                    <a:pt x="200427" y="252817"/>
                  </a:lnTo>
                  <a:lnTo>
                    <a:pt x="199435" y="250922"/>
                  </a:lnTo>
                  <a:lnTo>
                    <a:pt x="198679" y="249477"/>
                  </a:lnTo>
                  <a:lnTo>
                    <a:pt x="198050" y="247893"/>
                  </a:lnTo>
                  <a:lnTo>
                    <a:pt x="197615" y="246797"/>
                  </a:lnTo>
                  <a:lnTo>
                    <a:pt x="197424" y="246125"/>
                  </a:lnTo>
                  <a:lnTo>
                    <a:pt x="196959" y="244482"/>
                  </a:lnTo>
                  <a:lnTo>
                    <a:pt x="196189" y="242727"/>
                  </a:lnTo>
                  <a:lnTo>
                    <a:pt x="195877" y="242016"/>
                  </a:lnTo>
                  <a:lnTo>
                    <a:pt x="195820" y="241884"/>
                  </a:lnTo>
                  <a:lnTo>
                    <a:pt x="194965" y="240768"/>
                  </a:lnTo>
                  <a:lnTo>
                    <a:pt x="193136" y="238171"/>
                  </a:lnTo>
                  <a:lnTo>
                    <a:pt x="192891" y="237653"/>
                  </a:lnTo>
                  <a:lnTo>
                    <a:pt x="191271" y="233722"/>
                  </a:lnTo>
                  <a:lnTo>
                    <a:pt x="191276" y="233344"/>
                  </a:lnTo>
                  <a:lnTo>
                    <a:pt x="191285" y="232703"/>
                  </a:lnTo>
                  <a:lnTo>
                    <a:pt x="191476" y="231269"/>
                  </a:lnTo>
                  <a:lnTo>
                    <a:pt x="191648" y="229976"/>
                  </a:lnTo>
                  <a:lnTo>
                    <a:pt x="191841" y="229113"/>
                  </a:lnTo>
                  <a:lnTo>
                    <a:pt x="192924" y="225996"/>
                  </a:lnTo>
                  <a:lnTo>
                    <a:pt x="193079" y="225276"/>
                  </a:lnTo>
                  <a:lnTo>
                    <a:pt x="194092" y="220578"/>
                  </a:lnTo>
                  <a:lnTo>
                    <a:pt x="194040" y="220131"/>
                  </a:lnTo>
                  <a:lnTo>
                    <a:pt x="193864" y="218627"/>
                  </a:lnTo>
                  <a:lnTo>
                    <a:pt x="193702" y="218220"/>
                  </a:lnTo>
                  <a:lnTo>
                    <a:pt x="193437" y="217549"/>
                  </a:lnTo>
                  <a:lnTo>
                    <a:pt x="193253" y="216577"/>
                  </a:lnTo>
                  <a:lnTo>
                    <a:pt x="192411" y="212111"/>
                  </a:lnTo>
                  <a:lnTo>
                    <a:pt x="192000" y="209934"/>
                  </a:lnTo>
                  <a:lnTo>
                    <a:pt x="191795" y="208847"/>
                  </a:lnTo>
                  <a:lnTo>
                    <a:pt x="190612" y="206386"/>
                  </a:lnTo>
                  <a:lnTo>
                    <a:pt x="189692" y="206665"/>
                  </a:lnTo>
                  <a:lnTo>
                    <a:pt x="188412" y="206815"/>
                  </a:lnTo>
                  <a:lnTo>
                    <a:pt x="185975" y="207102"/>
                  </a:lnTo>
                  <a:lnTo>
                    <a:pt x="184638" y="207359"/>
                  </a:lnTo>
                  <a:lnTo>
                    <a:pt x="180898" y="210424"/>
                  </a:lnTo>
                  <a:lnTo>
                    <a:pt x="180228" y="210973"/>
                  </a:lnTo>
                  <a:lnTo>
                    <a:pt x="179878" y="210305"/>
                  </a:lnTo>
                  <a:lnTo>
                    <a:pt x="179496" y="210650"/>
                  </a:lnTo>
                  <a:lnTo>
                    <a:pt x="177517" y="212051"/>
                  </a:lnTo>
                  <a:lnTo>
                    <a:pt x="176113" y="212806"/>
                  </a:lnTo>
                  <a:lnTo>
                    <a:pt x="175225" y="213283"/>
                  </a:lnTo>
                  <a:lnTo>
                    <a:pt x="174294" y="213639"/>
                  </a:lnTo>
                  <a:lnTo>
                    <a:pt x="170808" y="214970"/>
                  </a:lnTo>
                  <a:lnTo>
                    <a:pt x="169906" y="215213"/>
                  </a:lnTo>
                  <a:lnTo>
                    <a:pt x="163910" y="217009"/>
                  </a:lnTo>
                  <a:lnTo>
                    <a:pt x="163203" y="217294"/>
                  </a:lnTo>
                  <a:lnTo>
                    <a:pt x="160696" y="218303"/>
                  </a:lnTo>
                  <a:lnTo>
                    <a:pt x="157124" y="219912"/>
                  </a:lnTo>
                  <a:lnTo>
                    <a:pt x="156974" y="219979"/>
                  </a:lnTo>
                  <a:lnTo>
                    <a:pt x="152838" y="221842"/>
                  </a:lnTo>
                  <a:lnTo>
                    <a:pt x="152071" y="222187"/>
                  </a:lnTo>
                  <a:lnTo>
                    <a:pt x="150506" y="222978"/>
                  </a:lnTo>
                  <a:lnTo>
                    <a:pt x="149136" y="223670"/>
                  </a:lnTo>
                  <a:lnTo>
                    <a:pt x="146923" y="224789"/>
                  </a:lnTo>
                  <a:lnTo>
                    <a:pt x="144605" y="225760"/>
                  </a:lnTo>
                  <a:lnTo>
                    <a:pt x="143714" y="226063"/>
                  </a:lnTo>
                  <a:lnTo>
                    <a:pt x="143719" y="223607"/>
                  </a:lnTo>
                  <a:lnTo>
                    <a:pt x="143735" y="215098"/>
                  </a:lnTo>
                  <a:lnTo>
                    <a:pt x="139775" y="215452"/>
                  </a:lnTo>
                  <a:lnTo>
                    <a:pt x="136135" y="215778"/>
                  </a:lnTo>
                  <a:lnTo>
                    <a:pt x="136041" y="215642"/>
                  </a:lnTo>
                  <a:lnTo>
                    <a:pt x="135403" y="214734"/>
                  </a:lnTo>
                  <a:lnTo>
                    <a:pt x="131437" y="215661"/>
                  </a:lnTo>
                  <a:lnTo>
                    <a:pt x="127355" y="216153"/>
                  </a:lnTo>
                  <a:lnTo>
                    <a:pt x="126585" y="216108"/>
                  </a:lnTo>
                  <a:lnTo>
                    <a:pt x="123772" y="215942"/>
                  </a:lnTo>
                  <a:lnTo>
                    <a:pt x="119461" y="215687"/>
                  </a:lnTo>
                  <a:lnTo>
                    <a:pt x="118720" y="208580"/>
                  </a:lnTo>
                  <a:lnTo>
                    <a:pt x="110209" y="210645"/>
                  </a:lnTo>
                  <a:lnTo>
                    <a:pt x="109117" y="210910"/>
                  </a:lnTo>
                  <a:lnTo>
                    <a:pt x="107749" y="212425"/>
                  </a:lnTo>
                  <a:lnTo>
                    <a:pt x="106875" y="216140"/>
                  </a:lnTo>
                  <a:lnTo>
                    <a:pt x="106506" y="217707"/>
                  </a:lnTo>
                  <a:lnTo>
                    <a:pt x="105783" y="220785"/>
                  </a:lnTo>
                  <a:lnTo>
                    <a:pt x="96578" y="220852"/>
                  </a:lnTo>
                  <a:lnTo>
                    <a:pt x="96430" y="220853"/>
                  </a:lnTo>
                  <a:lnTo>
                    <a:pt x="92166" y="220884"/>
                  </a:lnTo>
                  <a:lnTo>
                    <a:pt x="80009" y="219400"/>
                  </a:lnTo>
                  <a:lnTo>
                    <a:pt x="77577" y="217267"/>
                  </a:lnTo>
                  <a:lnTo>
                    <a:pt x="74816" y="214845"/>
                  </a:lnTo>
                  <a:lnTo>
                    <a:pt x="74488" y="213615"/>
                  </a:lnTo>
                  <a:lnTo>
                    <a:pt x="71240" y="201424"/>
                  </a:lnTo>
                  <a:lnTo>
                    <a:pt x="71016" y="200584"/>
                  </a:lnTo>
                  <a:lnTo>
                    <a:pt x="60093" y="200038"/>
                  </a:lnTo>
                  <a:lnTo>
                    <a:pt x="60392" y="201641"/>
                  </a:lnTo>
                  <a:lnTo>
                    <a:pt x="62645" y="213692"/>
                  </a:lnTo>
                  <a:lnTo>
                    <a:pt x="54425" y="217186"/>
                  </a:lnTo>
                  <a:lnTo>
                    <a:pt x="35712" y="211215"/>
                  </a:lnTo>
                  <a:lnTo>
                    <a:pt x="42599" y="204467"/>
                  </a:lnTo>
                  <a:lnTo>
                    <a:pt x="28065" y="196408"/>
                  </a:lnTo>
                  <a:lnTo>
                    <a:pt x="20181" y="196845"/>
                  </a:lnTo>
                  <a:lnTo>
                    <a:pt x="17949" y="195000"/>
                  </a:lnTo>
                  <a:lnTo>
                    <a:pt x="15954" y="190048"/>
                  </a:lnTo>
                  <a:lnTo>
                    <a:pt x="10543" y="189557"/>
                  </a:lnTo>
                  <a:lnTo>
                    <a:pt x="4274" y="186256"/>
                  </a:lnTo>
                  <a:lnTo>
                    <a:pt x="0" y="183149"/>
                  </a:lnTo>
                  <a:lnTo>
                    <a:pt x="1994" y="178682"/>
                  </a:lnTo>
                  <a:lnTo>
                    <a:pt x="8834" y="174896"/>
                  </a:lnTo>
                  <a:lnTo>
                    <a:pt x="13963" y="173536"/>
                  </a:lnTo>
                  <a:lnTo>
                    <a:pt x="14626" y="169598"/>
                  </a:lnTo>
                  <a:lnTo>
                    <a:pt x="19898" y="166685"/>
                  </a:lnTo>
                  <a:lnTo>
                    <a:pt x="21228" y="163044"/>
                  </a:lnTo>
                  <a:lnTo>
                    <a:pt x="26215" y="162995"/>
                  </a:lnTo>
                  <a:lnTo>
                    <a:pt x="26388" y="163548"/>
                  </a:lnTo>
                  <a:lnTo>
                    <a:pt x="26495" y="163891"/>
                  </a:lnTo>
                  <a:lnTo>
                    <a:pt x="26461" y="168044"/>
                  </a:lnTo>
                  <a:lnTo>
                    <a:pt x="26447" y="169766"/>
                  </a:lnTo>
                  <a:lnTo>
                    <a:pt x="38979" y="170426"/>
                  </a:lnTo>
                  <a:lnTo>
                    <a:pt x="48440" y="169610"/>
                  </a:lnTo>
                  <a:lnTo>
                    <a:pt x="48820" y="167202"/>
                  </a:lnTo>
                  <a:lnTo>
                    <a:pt x="53949" y="165222"/>
                  </a:lnTo>
                  <a:lnTo>
                    <a:pt x="59231" y="163823"/>
                  </a:lnTo>
                  <a:lnTo>
                    <a:pt x="61543" y="168405"/>
                  </a:lnTo>
                  <a:lnTo>
                    <a:pt x="63194" y="168286"/>
                  </a:lnTo>
                  <a:lnTo>
                    <a:pt x="63486" y="165455"/>
                  </a:lnTo>
                  <a:lnTo>
                    <a:pt x="63486" y="153493"/>
                  </a:lnTo>
                  <a:lnTo>
                    <a:pt x="63420" y="152454"/>
                  </a:lnTo>
                  <a:lnTo>
                    <a:pt x="67172" y="151774"/>
                  </a:lnTo>
                  <a:lnTo>
                    <a:pt x="73215" y="150160"/>
                  </a:lnTo>
                  <a:lnTo>
                    <a:pt x="78806" y="149127"/>
                  </a:lnTo>
                  <a:lnTo>
                    <a:pt x="84420" y="147525"/>
                  </a:lnTo>
                  <a:lnTo>
                    <a:pt x="85237" y="147421"/>
                  </a:lnTo>
                  <a:lnTo>
                    <a:pt x="86408" y="147273"/>
                  </a:lnTo>
                  <a:lnTo>
                    <a:pt x="90306" y="146778"/>
                  </a:lnTo>
                  <a:lnTo>
                    <a:pt x="92950" y="146442"/>
                  </a:lnTo>
                  <a:lnTo>
                    <a:pt x="93243" y="146405"/>
                  </a:lnTo>
                  <a:lnTo>
                    <a:pt x="94896" y="146195"/>
                  </a:lnTo>
                  <a:lnTo>
                    <a:pt x="94734" y="146985"/>
                  </a:lnTo>
                  <a:lnTo>
                    <a:pt x="99903" y="147812"/>
                  </a:lnTo>
                  <a:lnTo>
                    <a:pt x="100122" y="154281"/>
                  </a:lnTo>
                  <a:lnTo>
                    <a:pt x="100152" y="155189"/>
                  </a:lnTo>
                  <a:lnTo>
                    <a:pt x="100166" y="156321"/>
                  </a:lnTo>
                  <a:lnTo>
                    <a:pt x="103073" y="155831"/>
                  </a:lnTo>
                  <a:lnTo>
                    <a:pt x="106492" y="155924"/>
                  </a:lnTo>
                  <a:lnTo>
                    <a:pt x="112921" y="156297"/>
                  </a:lnTo>
                  <a:lnTo>
                    <a:pt x="118855" y="157334"/>
                  </a:lnTo>
                  <a:lnTo>
                    <a:pt x="119590" y="157408"/>
                  </a:lnTo>
                  <a:lnTo>
                    <a:pt x="123946" y="157848"/>
                  </a:lnTo>
                  <a:lnTo>
                    <a:pt x="132215" y="158682"/>
                  </a:lnTo>
                  <a:lnTo>
                    <a:pt x="137193" y="160312"/>
                  </a:lnTo>
                  <a:lnTo>
                    <a:pt x="140468" y="155111"/>
                  </a:lnTo>
                  <a:lnTo>
                    <a:pt x="141236" y="153893"/>
                  </a:lnTo>
                  <a:lnTo>
                    <a:pt x="143822" y="149786"/>
                  </a:lnTo>
                  <a:lnTo>
                    <a:pt x="144196" y="150055"/>
                  </a:lnTo>
                  <a:lnTo>
                    <a:pt x="147181" y="145100"/>
                  </a:lnTo>
                  <a:lnTo>
                    <a:pt x="147393" y="144674"/>
                  </a:lnTo>
                  <a:lnTo>
                    <a:pt x="150040" y="139350"/>
                  </a:lnTo>
                  <a:lnTo>
                    <a:pt x="150122" y="138752"/>
                  </a:lnTo>
                  <a:lnTo>
                    <a:pt x="150667" y="134806"/>
                  </a:lnTo>
                  <a:lnTo>
                    <a:pt x="150667" y="124116"/>
                  </a:lnTo>
                  <a:lnTo>
                    <a:pt x="150553" y="116280"/>
                  </a:lnTo>
                  <a:lnTo>
                    <a:pt x="151320" y="108430"/>
                  </a:lnTo>
                  <a:lnTo>
                    <a:pt x="148289" y="106797"/>
                  </a:lnTo>
                  <a:lnTo>
                    <a:pt x="145708" y="103764"/>
                  </a:lnTo>
                  <a:lnTo>
                    <a:pt x="147242" y="102885"/>
                  </a:lnTo>
                  <a:lnTo>
                    <a:pt x="147637" y="100202"/>
                  </a:lnTo>
                  <a:lnTo>
                    <a:pt x="147938" y="98162"/>
                  </a:lnTo>
                  <a:lnTo>
                    <a:pt x="148697" y="93010"/>
                  </a:lnTo>
                  <a:lnTo>
                    <a:pt x="150616" y="79991"/>
                  </a:lnTo>
                  <a:lnTo>
                    <a:pt x="151442" y="74383"/>
                  </a:lnTo>
                  <a:lnTo>
                    <a:pt x="151640" y="73038"/>
                  </a:lnTo>
                  <a:lnTo>
                    <a:pt x="152395" y="71885"/>
                  </a:lnTo>
                  <a:lnTo>
                    <a:pt x="154052" y="69644"/>
                  </a:lnTo>
                  <a:lnTo>
                    <a:pt x="157511" y="64244"/>
                  </a:lnTo>
                  <a:lnTo>
                    <a:pt x="157660" y="64013"/>
                  </a:lnTo>
                  <a:lnTo>
                    <a:pt x="174786" y="75955"/>
                  </a:lnTo>
                  <a:lnTo>
                    <a:pt x="184309" y="61963"/>
                  </a:lnTo>
                  <a:lnTo>
                    <a:pt x="196667" y="43805"/>
                  </a:lnTo>
                  <a:lnTo>
                    <a:pt x="196893" y="43473"/>
                  </a:lnTo>
                  <a:lnTo>
                    <a:pt x="213340" y="55095"/>
                  </a:lnTo>
                  <a:lnTo>
                    <a:pt x="230564" y="67267"/>
                  </a:lnTo>
                  <a:lnTo>
                    <a:pt x="234594" y="61211"/>
                  </a:lnTo>
                  <a:lnTo>
                    <a:pt x="249942" y="38146"/>
                  </a:lnTo>
                  <a:lnTo>
                    <a:pt x="250931" y="36660"/>
                  </a:lnTo>
                  <a:lnTo>
                    <a:pt x="252461" y="34360"/>
                  </a:lnTo>
                  <a:lnTo>
                    <a:pt x="255386" y="29965"/>
                  </a:lnTo>
                  <a:lnTo>
                    <a:pt x="257016" y="27515"/>
                  </a:lnTo>
                  <a:lnTo>
                    <a:pt x="260441" y="22369"/>
                  </a:lnTo>
                  <a:lnTo>
                    <a:pt x="263053" y="18443"/>
                  </a:lnTo>
                  <a:lnTo>
                    <a:pt x="264286" y="16591"/>
                  </a:lnTo>
                  <a:lnTo>
                    <a:pt x="265416" y="14893"/>
                  </a:lnTo>
                  <a:lnTo>
                    <a:pt x="268884" y="9681"/>
                  </a:lnTo>
                  <a:lnTo>
                    <a:pt x="274737" y="885"/>
                  </a:lnTo>
                  <a:lnTo>
                    <a:pt x="275326" y="0"/>
                  </a:lnTo>
                  <a:lnTo>
                    <a:pt x="276255" y="612"/>
                  </a:lnTo>
                  <a:lnTo>
                    <a:pt x="279571" y="2798"/>
                  </a:lnTo>
                  <a:lnTo>
                    <a:pt x="283235" y="5214"/>
                  </a:lnTo>
                  <a:lnTo>
                    <a:pt x="287273" y="7876"/>
                  </a:lnTo>
                  <a:lnTo>
                    <a:pt x="288858" y="8921"/>
                  </a:lnTo>
                  <a:lnTo>
                    <a:pt x="294152" y="12396"/>
                  </a:lnTo>
                  <a:lnTo>
                    <a:pt x="300783" y="15538"/>
                  </a:lnTo>
                  <a:lnTo>
                    <a:pt x="300923" y="15605"/>
                  </a:lnTo>
                  <a:lnTo>
                    <a:pt x="314683" y="22127"/>
                  </a:lnTo>
                  <a:lnTo>
                    <a:pt x="314842" y="22202"/>
                  </a:lnTo>
                  <a:lnTo>
                    <a:pt x="316172" y="22505"/>
                  </a:lnTo>
                  <a:lnTo>
                    <a:pt x="314223" y="25378"/>
                  </a:lnTo>
                  <a:lnTo>
                    <a:pt x="312363" y="28119"/>
                  </a:lnTo>
                  <a:lnTo>
                    <a:pt x="310716" y="30740"/>
                  </a:lnTo>
                  <a:lnTo>
                    <a:pt x="306534" y="35238"/>
                  </a:lnTo>
                  <a:lnTo>
                    <a:pt x="304491" y="37434"/>
                  </a:lnTo>
                  <a:lnTo>
                    <a:pt x="300972" y="41218"/>
                  </a:lnTo>
                  <a:lnTo>
                    <a:pt x="297192" y="45283"/>
                  </a:lnTo>
                  <a:lnTo>
                    <a:pt x="296127" y="46645"/>
                  </a:lnTo>
                  <a:lnTo>
                    <a:pt x="290808" y="53443"/>
                  </a:lnTo>
                  <a:lnTo>
                    <a:pt x="289722" y="54830"/>
                  </a:lnTo>
                  <a:lnTo>
                    <a:pt x="287702" y="60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53954" y="2968723"/>
              <a:ext cx="151421" cy="143150"/>
            </a:xfrm>
            <a:custGeom>
              <a:avLst/>
              <a:pathLst>
                <a:path w="151421" h="143150">
                  <a:moveTo>
                    <a:pt x="63858" y="18825"/>
                  </a:moveTo>
                  <a:lnTo>
                    <a:pt x="63780" y="19110"/>
                  </a:lnTo>
                  <a:lnTo>
                    <a:pt x="64488" y="18926"/>
                  </a:lnTo>
                  <a:lnTo>
                    <a:pt x="65866" y="18944"/>
                  </a:lnTo>
                  <a:lnTo>
                    <a:pt x="66096" y="18947"/>
                  </a:lnTo>
                  <a:lnTo>
                    <a:pt x="68786" y="19589"/>
                  </a:lnTo>
                  <a:lnTo>
                    <a:pt x="73406" y="21026"/>
                  </a:lnTo>
                  <a:lnTo>
                    <a:pt x="73547" y="21070"/>
                  </a:lnTo>
                  <a:lnTo>
                    <a:pt x="74978" y="21950"/>
                  </a:lnTo>
                  <a:lnTo>
                    <a:pt x="79564" y="24644"/>
                  </a:lnTo>
                  <a:lnTo>
                    <a:pt x="81706" y="25630"/>
                  </a:lnTo>
                  <a:lnTo>
                    <a:pt x="84177" y="26767"/>
                  </a:lnTo>
                  <a:lnTo>
                    <a:pt x="86153" y="27448"/>
                  </a:lnTo>
                  <a:lnTo>
                    <a:pt x="88356" y="28124"/>
                  </a:lnTo>
                  <a:lnTo>
                    <a:pt x="94379" y="29972"/>
                  </a:lnTo>
                  <a:lnTo>
                    <a:pt x="96290" y="28831"/>
                  </a:lnTo>
                  <a:lnTo>
                    <a:pt x="98852" y="23207"/>
                  </a:lnTo>
                  <a:lnTo>
                    <a:pt x="98937" y="22896"/>
                  </a:lnTo>
                  <a:lnTo>
                    <a:pt x="99450" y="21032"/>
                  </a:lnTo>
                  <a:lnTo>
                    <a:pt x="100000" y="19034"/>
                  </a:lnTo>
                  <a:lnTo>
                    <a:pt x="101109" y="15005"/>
                  </a:lnTo>
                  <a:lnTo>
                    <a:pt x="101828" y="14211"/>
                  </a:lnTo>
                  <a:lnTo>
                    <a:pt x="102715" y="13603"/>
                  </a:lnTo>
                  <a:lnTo>
                    <a:pt x="114947" y="5218"/>
                  </a:lnTo>
                  <a:lnTo>
                    <a:pt x="120950" y="2887"/>
                  </a:lnTo>
                  <a:lnTo>
                    <a:pt x="121573" y="2706"/>
                  </a:lnTo>
                  <a:lnTo>
                    <a:pt x="124231" y="1934"/>
                  </a:lnTo>
                  <a:lnTo>
                    <a:pt x="130856" y="2656"/>
                  </a:lnTo>
                  <a:lnTo>
                    <a:pt x="147545" y="13133"/>
                  </a:lnTo>
                  <a:lnTo>
                    <a:pt x="149046" y="15035"/>
                  </a:lnTo>
                  <a:lnTo>
                    <a:pt x="151421" y="19316"/>
                  </a:lnTo>
                  <a:lnTo>
                    <a:pt x="148580" y="19928"/>
                  </a:lnTo>
                  <a:lnTo>
                    <a:pt x="141779" y="24977"/>
                  </a:lnTo>
                  <a:lnTo>
                    <a:pt x="140145" y="26802"/>
                  </a:lnTo>
                  <a:lnTo>
                    <a:pt x="134461" y="30127"/>
                  </a:lnTo>
                  <a:lnTo>
                    <a:pt x="133838" y="30492"/>
                  </a:lnTo>
                  <a:lnTo>
                    <a:pt x="133275" y="30647"/>
                  </a:lnTo>
                  <a:lnTo>
                    <a:pt x="130874" y="31307"/>
                  </a:lnTo>
                  <a:lnTo>
                    <a:pt x="128035" y="32941"/>
                  </a:lnTo>
                  <a:lnTo>
                    <a:pt x="127542" y="33225"/>
                  </a:lnTo>
                  <a:lnTo>
                    <a:pt x="125745" y="34259"/>
                  </a:lnTo>
                  <a:lnTo>
                    <a:pt x="122363" y="36783"/>
                  </a:lnTo>
                  <a:lnTo>
                    <a:pt x="120945" y="39265"/>
                  </a:lnTo>
                  <a:lnTo>
                    <a:pt x="119936" y="41030"/>
                  </a:lnTo>
                  <a:lnTo>
                    <a:pt x="119855" y="41172"/>
                  </a:lnTo>
                  <a:lnTo>
                    <a:pt x="117652" y="44395"/>
                  </a:lnTo>
                  <a:lnTo>
                    <a:pt x="114533" y="53247"/>
                  </a:lnTo>
                  <a:lnTo>
                    <a:pt x="113396" y="56474"/>
                  </a:lnTo>
                  <a:lnTo>
                    <a:pt x="112788" y="60630"/>
                  </a:lnTo>
                  <a:lnTo>
                    <a:pt x="112711" y="64329"/>
                  </a:lnTo>
                  <a:lnTo>
                    <a:pt x="112636" y="67892"/>
                  </a:lnTo>
                  <a:lnTo>
                    <a:pt x="112500" y="68821"/>
                  </a:lnTo>
                  <a:lnTo>
                    <a:pt x="112244" y="70572"/>
                  </a:lnTo>
                  <a:lnTo>
                    <a:pt x="112152" y="70774"/>
                  </a:lnTo>
                  <a:lnTo>
                    <a:pt x="111998" y="71110"/>
                  </a:lnTo>
                  <a:lnTo>
                    <a:pt x="111079" y="72136"/>
                  </a:lnTo>
                  <a:lnTo>
                    <a:pt x="110883" y="72355"/>
                  </a:lnTo>
                  <a:lnTo>
                    <a:pt x="110153" y="73349"/>
                  </a:lnTo>
                  <a:lnTo>
                    <a:pt x="109369" y="74418"/>
                  </a:lnTo>
                  <a:lnTo>
                    <a:pt x="108829" y="75154"/>
                  </a:lnTo>
                  <a:lnTo>
                    <a:pt x="108616" y="75444"/>
                  </a:lnTo>
                  <a:lnTo>
                    <a:pt x="106148" y="78807"/>
                  </a:lnTo>
                  <a:lnTo>
                    <a:pt x="105706" y="79322"/>
                  </a:lnTo>
                  <a:lnTo>
                    <a:pt x="104281" y="80979"/>
                  </a:lnTo>
                  <a:lnTo>
                    <a:pt x="102786" y="82780"/>
                  </a:lnTo>
                  <a:lnTo>
                    <a:pt x="102579" y="83304"/>
                  </a:lnTo>
                  <a:lnTo>
                    <a:pt x="102202" y="84257"/>
                  </a:lnTo>
                  <a:lnTo>
                    <a:pt x="101930" y="84946"/>
                  </a:lnTo>
                  <a:lnTo>
                    <a:pt x="101880" y="85221"/>
                  </a:lnTo>
                  <a:lnTo>
                    <a:pt x="101836" y="85464"/>
                  </a:lnTo>
                  <a:lnTo>
                    <a:pt x="101557" y="87017"/>
                  </a:lnTo>
                  <a:lnTo>
                    <a:pt x="101285" y="88531"/>
                  </a:lnTo>
                  <a:lnTo>
                    <a:pt x="101208" y="88960"/>
                  </a:lnTo>
                  <a:lnTo>
                    <a:pt x="100519" y="93044"/>
                  </a:lnTo>
                  <a:lnTo>
                    <a:pt x="101003" y="93265"/>
                  </a:lnTo>
                  <a:lnTo>
                    <a:pt x="101713" y="93590"/>
                  </a:lnTo>
                  <a:lnTo>
                    <a:pt x="100896" y="93670"/>
                  </a:lnTo>
                  <a:lnTo>
                    <a:pt x="100401" y="93719"/>
                  </a:lnTo>
                  <a:lnTo>
                    <a:pt x="82628" y="91148"/>
                  </a:lnTo>
                  <a:lnTo>
                    <a:pt x="47351" y="143150"/>
                  </a:lnTo>
                  <a:lnTo>
                    <a:pt x="29574" y="131042"/>
                  </a:lnTo>
                  <a:lnTo>
                    <a:pt x="14010" y="120186"/>
                  </a:lnTo>
                  <a:lnTo>
                    <a:pt x="13754" y="120555"/>
                  </a:lnTo>
                  <a:lnTo>
                    <a:pt x="0" y="110751"/>
                  </a:lnTo>
                  <a:lnTo>
                    <a:pt x="3050" y="104774"/>
                  </a:lnTo>
                  <a:lnTo>
                    <a:pt x="6370" y="99723"/>
                  </a:lnTo>
                  <a:lnTo>
                    <a:pt x="6830" y="99077"/>
                  </a:lnTo>
                  <a:lnTo>
                    <a:pt x="7034" y="98792"/>
                  </a:lnTo>
                  <a:lnTo>
                    <a:pt x="7755" y="97257"/>
                  </a:lnTo>
                  <a:lnTo>
                    <a:pt x="7937" y="96871"/>
                  </a:lnTo>
                  <a:lnTo>
                    <a:pt x="8661" y="93812"/>
                  </a:lnTo>
                  <a:lnTo>
                    <a:pt x="10276" y="86989"/>
                  </a:lnTo>
                  <a:lnTo>
                    <a:pt x="17243" y="84703"/>
                  </a:lnTo>
                  <a:lnTo>
                    <a:pt x="16954" y="83963"/>
                  </a:lnTo>
                  <a:lnTo>
                    <a:pt x="15202" y="79485"/>
                  </a:lnTo>
                  <a:lnTo>
                    <a:pt x="13815" y="75816"/>
                  </a:lnTo>
                  <a:lnTo>
                    <a:pt x="9436" y="67740"/>
                  </a:lnTo>
                  <a:lnTo>
                    <a:pt x="14246" y="69032"/>
                  </a:lnTo>
                  <a:lnTo>
                    <a:pt x="15767" y="63331"/>
                  </a:lnTo>
                  <a:lnTo>
                    <a:pt x="16806" y="59433"/>
                  </a:lnTo>
                  <a:lnTo>
                    <a:pt x="17185" y="58595"/>
                  </a:lnTo>
                  <a:lnTo>
                    <a:pt x="18096" y="56583"/>
                  </a:lnTo>
                  <a:lnTo>
                    <a:pt x="18514" y="55658"/>
                  </a:lnTo>
                  <a:lnTo>
                    <a:pt x="22624" y="44149"/>
                  </a:lnTo>
                  <a:lnTo>
                    <a:pt x="25367" y="38446"/>
                  </a:lnTo>
                  <a:lnTo>
                    <a:pt x="27388" y="32325"/>
                  </a:lnTo>
                  <a:lnTo>
                    <a:pt x="28473" y="30938"/>
                  </a:lnTo>
                  <a:lnTo>
                    <a:pt x="33792" y="24140"/>
                  </a:lnTo>
                  <a:lnTo>
                    <a:pt x="34857" y="22778"/>
                  </a:lnTo>
                  <a:lnTo>
                    <a:pt x="38638" y="18713"/>
                  </a:lnTo>
                  <a:lnTo>
                    <a:pt x="42156" y="14929"/>
                  </a:lnTo>
                  <a:lnTo>
                    <a:pt x="44199" y="12733"/>
                  </a:lnTo>
                  <a:lnTo>
                    <a:pt x="48381" y="8235"/>
                  </a:lnTo>
                  <a:lnTo>
                    <a:pt x="50028" y="5614"/>
                  </a:lnTo>
                  <a:lnTo>
                    <a:pt x="51888" y="2873"/>
                  </a:lnTo>
                  <a:lnTo>
                    <a:pt x="53837" y="0"/>
                  </a:lnTo>
                  <a:lnTo>
                    <a:pt x="60022" y="475"/>
                  </a:lnTo>
                  <a:lnTo>
                    <a:pt x="68680" y="1141"/>
                  </a:lnTo>
                  <a:lnTo>
                    <a:pt x="66178" y="10318"/>
                  </a:lnTo>
                  <a:lnTo>
                    <a:pt x="66123" y="10518"/>
                  </a:lnTo>
                  <a:lnTo>
                    <a:pt x="63988" y="18346"/>
                  </a:lnTo>
                  <a:lnTo>
                    <a:pt x="63944" y="1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6019" y="2980943"/>
              <a:ext cx="140528" cy="210525"/>
            </a:xfrm>
            <a:custGeom>
              <a:avLst/>
              <a:pathLst>
                <a:path w="140528" h="210525">
                  <a:moveTo>
                    <a:pt x="123474" y="51204"/>
                  </a:moveTo>
                  <a:lnTo>
                    <a:pt x="123757" y="53841"/>
                  </a:lnTo>
                  <a:lnTo>
                    <a:pt x="124137" y="54958"/>
                  </a:lnTo>
                  <a:lnTo>
                    <a:pt x="124064" y="57115"/>
                  </a:lnTo>
                  <a:lnTo>
                    <a:pt x="123852" y="63318"/>
                  </a:lnTo>
                  <a:lnTo>
                    <a:pt x="123772" y="63778"/>
                  </a:lnTo>
                  <a:lnTo>
                    <a:pt x="123721" y="64072"/>
                  </a:lnTo>
                  <a:lnTo>
                    <a:pt x="123309" y="66449"/>
                  </a:lnTo>
                  <a:lnTo>
                    <a:pt x="123140" y="67425"/>
                  </a:lnTo>
                  <a:lnTo>
                    <a:pt x="122110" y="70122"/>
                  </a:lnTo>
                  <a:lnTo>
                    <a:pt x="121859" y="70777"/>
                  </a:lnTo>
                  <a:lnTo>
                    <a:pt x="121259" y="72348"/>
                  </a:lnTo>
                  <a:lnTo>
                    <a:pt x="121327" y="76392"/>
                  </a:lnTo>
                  <a:lnTo>
                    <a:pt x="121343" y="77342"/>
                  </a:lnTo>
                  <a:lnTo>
                    <a:pt x="123453" y="83096"/>
                  </a:lnTo>
                  <a:lnTo>
                    <a:pt x="123793" y="84261"/>
                  </a:lnTo>
                  <a:lnTo>
                    <a:pt x="124360" y="86259"/>
                  </a:lnTo>
                  <a:lnTo>
                    <a:pt x="124213" y="87253"/>
                  </a:lnTo>
                  <a:lnTo>
                    <a:pt x="124037" y="88453"/>
                  </a:lnTo>
                  <a:lnTo>
                    <a:pt x="123404" y="90248"/>
                  </a:lnTo>
                  <a:lnTo>
                    <a:pt x="122470" y="91997"/>
                  </a:lnTo>
                  <a:lnTo>
                    <a:pt x="118433" y="96075"/>
                  </a:lnTo>
                  <a:lnTo>
                    <a:pt x="116770" y="97920"/>
                  </a:lnTo>
                  <a:lnTo>
                    <a:pt x="115915" y="99508"/>
                  </a:lnTo>
                  <a:lnTo>
                    <a:pt x="117099" y="100508"/>
                  </a:lnTo>
                  <a:lnTo>
                    <a:pt x="120149" y="102192"/>
                  </a:lnTo>
                  <a:lnTo>
                    <a:pt x="121234" y="102940"/>
                  </a:lnTo>
                  <a:lnTo>
                    <a:pt x="121959" y="103439"/>
                  </a:lnTo>
                  <a:lnTo>
                    <a:pt x="124181" y="107004"/>
                  </a:lnTo>
                  <a:lnTo>
                    <a:pt x="123746" y="109793"/>
                  </a:lnTo>
                  <a:lnTo>
                    <a:pt x="123567" y="110157"/>
                  </a:lnTo>
                  <a:lnTo>
                    <a:pt x="122994" y="111321"/>
                  </a:lnTo>
                  <a:lnTo>
                    <a:pt x="125103" y="112137"/>
                  </a:lnTo>
                  <a:lnTo>
                    <a:pt x="125593" y="112516"/>
                  </a:lnTo>
                  <a:lnTo>
                    <a:pt x="129825" y="115787"/>
                  </a:lnTo>
                  <a:lnTo>
                    <a:pt x="136503" y="113617"/>
                  </a:lnTo>
                  <a:lnTo>
                    <a:pt x="140115" y="113185"/>
                  </a:lnTo>
                  <a:lnTo>
                    <a:pt x="140528" y="113053"/>
                  </a:lnTo>
                  <a:lnTo>
                    <a:pt x="140480" y="114112"/>
                  </a:lnTo>
                  <a:lnTo>
                    <a:pt x="140379" y="116371"/>
                  </a:lnTo>
                  <a:lnTo>
                    <a:pt x="140336" y="118209"/>
                  </a:lnTo>
                  <a:lnTo>
                    <a:pt x="140170" y="125160"/>
                  </a:lnTo>
                  <a:lnTo>
                    <a:pt x="140109" y="127704"/>
                  </a:lnTo>
                  <a:lnTo>
                    <a:pt x="136091" y="125814"/>
                  </a:lnTo>
                  <a:lnTo>
                    <a:pt x="134791" y="133542"/>
                  </a:lnTo>
                  <a:lnTo>
                    <a:pt x="134595" y="134093"/>
                  </a:lnTo>
                  <a:lnTo>
                    <a:pt x="134401" y="134633"/>
                  </a:lnTo>
                  <a:lnTo>
                    <a:pt x="133480" y="137212"/>
                  </a:lnTo>
                  <a:lnTo>
                    <a:pt x="132624" y="138466"/>
                  </a:lnTo>
                  <a:lnTo>
                    <a:pt x="131043" y="140781"/>
                  </a:lnTo>
                  <a:lnTo>
                    <a:pt x="129854" y="142522"/>
                  </a:lnTo>
                  <a:lnTo>
                    <a:pt x="128418" y="144624"/>
                  </a:lnTo>
                  <a:lnTo>
                    <a:pt x="128009" y="145223"/>
                  </a:lnTo>
                  <a:lnTo>
                    <a:pt x="127161" y="147359"/>
                  </a:lnTo>
                  <a:lnTo>
                    <a:pt x="126840" y="148164"/>
                  </a:lnTo>
                  <a:lnTo>
                    <a:pt x="127148" y="149919"/>
                  </a:lnTo>
                  <a:lnTo>
                    <a:pt x="127667" y="152883"/>
                  </a:lnTo>
                  <a:lnTo>
                    <a:pt x="128221" y="153856"/>
                  </a:lnTo>
                  <a:lnTo>
                    <a:pt x="128341" y="154068"/>
                  </a:lnTo>
                  <a:lnTo>
                    <a:pt x="129758" y="161266"/>
                  </a:lnTo>
                  <a:lnTo>
                    <a:pt x="129615" y="163014"/>
                  </a:lnTo>
                  <a:lnTo>
                    <a:pt x="128855" y="165470"/>
                  </a:lnTo>
                  <a:lnTo>
                    <a:pt x="128578" y="166366"/>
                  </a:lnTo>
                  <a:lnTo>
                    <a:pt x="127067" y="167852"/>
                  </a:lnTo>
                  <a:lnTo>
                    <a:pt x="123688" y="169274"/>
                  </a:lnTo>
                  <a:lnTo>
                    <a:pt x="123335" y="168457"/>
                  </a:lnTo>
                  <a:lnTo>
                    <a:pt x="122446" y="168061"/>
                  </a:lnTo>
                  <a:lnTo>
                    <a:pt x="118953" y="167504"/>
                  </a:lnTo>
                  <a:lnTo>
                    <a:pt x="117133" y="166984"/>
                  </a:lnTo>
                  <a:lnTo>
                    <a:pt x="115765" y="165411"/>
                  </a:lnTo>
                  <a:lnTo>
                    <a:pt x="114569" y="164378"/>
                  </a:lnTo>
                  <a:lnTo>
                    <a:pt x="112574" y="164129"/>
                  </a:lnTo>
                  <a:lnTo>
                    <a:pt x="107401" y="164129"/>
                  </a:lnTo>
                  <a:lnTo>
                    <a:pt x="103671" y="163885"/>
                  </a:lnTo>
                  <a:lnTo>
                    <a:pt x="102265" y="164986"/>
                  </a:lnTo>
                  <a:lnTo>
                    <a:pt x="100821" y="167413"/>
                  </a:lnTo>
                  <a:lnTo>
                    <a:pt x="99985" y="168015"/>
                  </a:lnTo>
                  <a:lnTo>
                    <a:pt x="92975" y="168423"/>
                  </a:lnTo>
                  <a:lnTo>
                    <a:pt x="92468" y="168525"/>
                  </a:lnTo>
                  <a:lnTo>
                    <a:pt x="90277" y="168967"/>
                  </a:lnTo>
                  <a:lnTo>
                    <a:pt x="89458" y="170694"/>
                  </a:lnTo>
                  <a:lnTo>
                    <a:pt x="89080" y="171491"/>
                  </a:lnTo>
                  <a:lnTo>
                    <a:pt x="87902" y="174909"/>
                  </a:lnTo>
                  <a:lnTo>
                    <a:pt x="86876" y="176754"/>
                  </a:lnTo>
                  <a:lnTo>
                    <a:pt x="85869" y="177511"/>
                  </a:lnTo>
                  <a:lnTo>
                    <a:pt x="80170" y="177161"/>
                  </a:lnTo>
                  <a:lnTo>
                    <a:pt x="76674" y="177589"/>
                  </a:lnTo>
                  <a:lnTo>
                    <a:pt x="76322" y="179199"/>
                  </a:lnTo>
                  <a:lnTo>
                    <a:pt x="76231" y="182808"/>
                  </a:lnTo>
                  <a:lnTo>
                    <a:pt x="75913" y="191289"/>
                  </a:lnTo>
                  <a:lnTo>
                    <a:pt x="76227" y="196795"/>
                  </a:lnTo>
                  <a:lnTo>
                    <a:pt x="76357" y="196999"/>
                  </a:lnTo>
                  <a:lnTo>
                    <a:pt x="76776" y="197651"/>
                  </a:lnTo>
                  <a:lnTo>
                    <a:pt x="77944" y="197796"/>
                  </a:lnTo>
                  <a:lnTo>
                    <a:pt x="79141" y="197330"/>
                  </a:lnTo>
                  <a:lnTo>
                    <a:pt x="80252" y="196573"/>
                  </a:lnTo>
                  <a:lnTo>
                    <a:pt x="81250" y="195612"/>
                  </a:lnTo>
                  <a:lnTo>
                    <a:pt x="82333" y="194185"/>
                  </a:lnTo>
                  <a:lnTo>
                    <a:pt x="83878" y="192590"/>
                  </a:lnTo>
                  <a:lnTo>
                    <a:pt x="93080" y="198945"/>
                  </a:lnTo>
                  <a:lnTo>
                    <a:pt x="90017" y="203515"/>
                  </a:lnTo>
                  <a:lnTo>
                    <a:pt x="85319" y="210525"/>
                  </a:lnTo>
                  <a:lnTo>
                    <a:pt x="81690" y="209152"/>
                  </a:lnTo>
                  <a:lnTo>
                    <a:pt x="78743" y="207833"/>
                  </a:lnTo>
                  <a:lnTo>
                    <a:pt x="74277" y="203515"/>
                  </a:lnTo>
                  <a:lnTo>
                    <a:pt x="72900" y="201618"/>
                  </a:lnTo>
                  <a:lnTo>
                    <a:pt x="71269" y="199372"/>
                  </a:lnTo>
                  <a:lnTo>
                    <a:pt x="67618" y="196485"/>
                  </a:lnTo>
                  <a:lnTo>
                    <a:pt x="60239" y="191537"/>
                  </a:lnTo>
                  <a:lnTo>
                    <a:pt x="49774" y="183998"/>
                  </a:lnTo>
                  <a:lnTo>
                    <a:pt x="46202" y="181457"/>
                  </a:lnTo>
                  <a:lnTo>
                    <a:pt x="30681" y="170420"/>
                  </a:lnTo>
                  <a:lnTo>
                    <a:pt x="29385" y="169498"/>
                  </a:lnTo>
                  <a:lnTo>
                    <a:pt x="28321" y="169537"/>
                  </a:lnTo>
                  <a:lnTo>
                    <a:pt x="27143" y="170003"/>
                  </a:lnTo>
                  <a:lnTo>
                    <a:pt x="26920" y="171017"/>
                  </a:lnTo>
                  <a:lnTo>
                    <a:pt x="26592" y="172935"/>
                  </a:lnTo>
                  <a:lnTo>
                    <a:pt x="25944" y="174463"/>
                  </a:lnTo>
                  <a:lnTo>
                    <a:pt x="20399" y="163995"/>
                  </a:lnTo>
                  <a:lnTo>
                    <a:pt x="19582" y="162453"/>
                  </a:lnTo>
                  <a:lnTo>
                    <a:pt x="19409" y="160540"/>
                  </a:lnTo>
                  <a:lnTo>
                    <a:pt x="19262" y="155003"/>
                  </a:lnTo>
                  <a:lnTo>
                    <a:pt x="17837" y="152993"/>
                  </a:lnTo>
                  <a:lnTo>
                    <a:pt x="16282" y="151861"/>
                  </a:lnTo>
                  <a:lnTo>
                    <a:pt x="15358" y="151187"/>
                  </a:lnTo>
                  <a:lnTo>
                    <a:pt x="15014" y="150927"/>
                  </a:lnTo>
                  <a:lnTo>
                    <a:pt x="2949" y="141783"/>
                  </a:lnTo>
                  <a:lnTo>
                    <a:pt x="1648" y="140597"/>
                  </a:lnTo>
                  <a:lnTo>
                    <a:pt x="0" y="139094"/>
                  </a:lnTo>
                  <a:lnTo>
                    <a:pt x="5404" y="131010"/>
                  </a:lnTo>
                  <a:lnTo>
                    <a:pt x="40563" y="78928"/>
                  </a:lnTo>
                  <a:lnTo>
                    <a:pt x="58336" y="81499"/>
                  </a:lnTo>
                  <a:lnTo>
                    <a:pt x="58938" y="81440"/>
                  </a:lnTo>
                  <a:lnTo>
                    <a:pt x="59648" y="81370"/>
                  </a:lnTo>
                  <a:lnTo>
                    <a:pt x="58938" y="81045"/>
                  </a:lnTo>
                  <a:lnTo>
                    <a:pt x="58412" y="80805"/>
                  </a:lnTo>
                  <a:lnTo>
                    <a:pt x="59143" y="76740"/>
                  </a:lnTo>
                  <a:lnTo>
                    <a:pt x="59220" y="76311"/>
                  </a:lnTo>
                  <a:lnTo>
                    <a:pt x="59492" y="74797"/>
                  </a:lnTo>
                  <a:lnTo>
                    <a:pt x="59771" y="73244"/>
                  </a:lnTo>
                  <a:lnTo>
                    <a:pt x="59815" y="73001"/>
                  </a:lnTo>
                  <a:lnTo>
                    <a:pt x="59864" y="72726"/>
                  </a:lnTo>
                  <a:lnTo>
                    <a:pt x="60137" y="72037"/>
                  </a:lnTo>
                  <a:lnTo>
                    <a:pt x="60514" y="71084"/>
                  </a:lnTo>
                  <a:lnTo>
                    <a:pt x="60767" y="70444"/>
                  </a:lnTo>
                  <a:lnTo>
                    <a:pt x="62216" y="68758"/>
                  </a:lnTo>
                  <a:lnTo>
                    <a:pt x="63640" y="67102"/>
                  </a:lnTo>
                  <a:lnTo>
                    <a:pt x="64083" y="66587"/>
                  </a:lnTo>
                  <a:lnTo>
                    <a:pt x="66551" y="63224"/>
                  </a:lnTo>
                  <a:lnTo>
                    <a:pt x="66763" y="62934"/>
                  </a:lnTo>
                  <a:lnTo>
                    <a:pt x="67304" y="62197"/>
                  </a:lnTo>
                  <a:lnTo>
                    <a:pt x="68088" y="61129"/>
                  </a:lnTo>
                  <a:lnTo>
                    <a:pt x="68818" y="60134"/>
                  </a:lnTo>
                  <a:lnTo>
                    <a:pt x="69014" y="59916"/>
                  </a:lnTo>
                  <a:lnTo>
                    <a:pt x="69933" y="58890"/>
                  </a:lnTo>
                  <a:lnTo>
                    <a:pt x="70086" y="58554"/>
                  </a:lnTo>
                  <a:lnTo>
                    <a:pt x="70179" y="58351"/>
                  </a:lnTo>
                  <a:lnTo>
                    <a:pt x="70435" y="56601"/>
                  </a:lnTo>
                  <a:lnTo>
                    <a:pt x="70571" y="55672"/>
                  </a:lnTo>
                  <a:lnTo>
                    <a:pt x="70645" y="52109"/>
                  </a:lnTo>
                  <a:lnTo>
                    <a:pt x="70723" y="48409"/>
                  </a:lnTo>
                  <a:lnTo>
                    <a:pt x="71331" y="44254"/>
                  </a:lnTo>
                  <a:lnTo>
                    <a:pt x="72468" y="41027"/>
                  </a:lnTo>
                  <a:lnTo>
                    <a:pt x="75586" y="32175"/>
                  </a:lnTo>
                  <a:lnTo>
                    <a:pt x="77790" y="28952"/>
                  </a:lnTo>
                  <a:lnTo>
                    <a:pt x="77871" y="28810"/>
                  </a:lnTo>
                  <a:lnTo>
                    <a:pt x="78880" y="27044"/>
                  </a:lnTo>
                  <a:lnTo>
                    <a:pt x="80298" y="24563"/>
                  </a:lnTo>
                  <a:lnTo>
                    <a:pt x="83679" y="22039"/>
                  </a:lnTo>
                  <a:lnTo>
                    <a:pt x="85477" y="21004"/>
                  </a:lnTo>
                  <a:lnTo>
                    <a:pt x="85970" y="20721"/>
                  </a:lnTo>
                  <a:lnTo>
                    <a:pt x="88809" y="19087"/>
                  </a:lnTo>
                  <a:lnTo>
                    <a:pt x="91209" y="18426"/>
                  </a:lnTo>
                  <a:lnTo>
                    <a:pt x="91773" y="18271"/>
                  </a:lnTo>
                  <a:lnTo>
                    <a:pt x="92395" y="17907"/>
                  </a:lnTo>
                  <a:lnTo>
                    <a:pt x="98080" y="14582"/>
                  </a:lnTo>
                  <a:lnTo>
                    <a:pt x="99714" y="12756"/>
                  </a:lnTo>
                  <a:lnTo>
                    <a:pt x="106515" y="7708"/>
                  </a:lnTo>
                  <a:lnTo>
                    <a:pt x="109355" y="7096"/>
                  </a:lnTo>
                  <a:lnTo>
                    <a:pt x="106981" y="2815"/>
                  </a:lnTo>
                  <a:lnTo>
                    <a:pt x="112206" y="534"/>
                  </a:lnTo>
                  <a:lnTo>
                    <a:pt x="119805" y="0"/>
                  </a:lnTo>
                  <a:lnTo>
                    <a:pt x="124174" y="1116"/>
                  </a:lnTo>
                  <a:lnTo>
                    <a:pt x="127261" y="3738"/>
                  </a:lnTo>
                  <a:lnTo>
                    <a:pt x="128544" y="7476"/>
                  </a:lnTo>
                  <a:lnTo>
                    <a:pt x="125647" y="12573"/>
                  </a:lnTo>
                  <a:lnTo>
                    <a:pt x="122417" y="19146"/>
                  </a:lnTo>
                  <a:lnTo>
                    <a:pt x="112899" y="26749"/>
                  </a:lnTo>
                  <a:lnTo>
                    <a:pt x="112899" y="32254"/>
                  </a:lnTo>
                  <a:lnTo>
                    <a:pt x="120000" y="41773"/>
                  </a:lnTo>
                  <a:lnTo>
                    <a:pt x="120083" y="42493"/>
                  </a:lnTo>
                  <a:lnTo>
                    <a:pt x="120246" y="43913"/>
                  </a:lnTo>
                  <a:lnTo>
                    <a:pt x="119560" y="48030"/>
                  </a:lnTo>
                  <a:lnTo>
                    <a:pt x="119828" y="48668"/>
                  </a:lnTo>
                  <a:lnTo>
                    <a:pt x="120229" y="49623"/>
                  </a:lnTo>
                  <a:lnTo>
                    <a:pt x="120940" y="49946"/>
                  </a:lnTo>
                  <a:lnTo>
                    <a:pt x="121904" y="50384"/>
                  </a:lnTo>
                  <a:lnTo>
                    <a:pt x="122227" y="50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64735" y="3669146"/>
              <a:ext cx="53535" cy="50517"/>
            </a:xfrm>
            <a:custGeom>
              <a:avLst/>
              <a:pathLst>
                <a:path w="53535" h="50517">
                  <a:moveTo>
                    <a:pt x="51695" y="24526"/>
                  </a:moveTo>
                  <a:lnTo>
                    <a:pt x="52075" y="28099"/>
                  </a:lnTo>
                  <a:lnTo>
                    <a:pt x="52494" y="29626"/>
                  </a:lnTo>
                  <a:lnTo>
                    <a:pt x="52778" y="30662"/>
                  </a:lnTo>
                  <a:lnTo>
                    <a:pt x="52726" y="32108"/>
                  </a:lnTo>
                  <a:lnTo>
                    <a:pt x="52759" y="34080"/>
                  </a:lnTo>
                  <a:lnTo>
                    <a:pt x="53435" y="36165"/>
                  </a:lnTo>
                  <a:lnTo>
                    <a:pt x="53535" y="36474"/>
                  </a:lnTo>
                  <a:lnTo>
                    <a:pt x="52338" y="37159"/>
                  </a:lnTo>
                  <a:lnTo>
                    <a:pt x="51284" y="37741"/>
                  </a:lnTo>
                  <a:lnTo>
                    <a:pt x="49944" y="38295"/>
                  </a:lnTo>
                  <a:lnTo>
                    <a:pt x="48502" y="38550"/>
                  </a:lnTo>
                  <a:lnTo>
                    <a:pt x="47906" y="38841"/>
                  </a:lnTo>
                  <a:lnTo>
                    <a:pt x="46980" y="38895"/>
                  </a:lnTo>
                  <a:lnTo>
                    <a:pt x="46424" y="38928"/>
                  </a:lnTo>
                  <a:lnTo>
                    <a:pt x="45975" y="38775"/>
                  </a:lnTo>
                  <a:lnTo>
                    <a:pt x="45421" y="38580"/>
                  </a:lnTo>
                  <a:lnTo>
                    <a:pt x="42914" y="37486"/>
                  </a:lnTo>
                  <a:lnTo>
                    <a:pt x="41779" y="36991"/>
                  </a:lnTo>
                  <a:lnTo>
                    <a:pt x="39001" y="45739"/>
                  </a:lnTo>
                  <a:lnTo>
                    <a:pt x="35496" y="46176"/>
                  </a:lnTo>
                  <a:lnTo>
                    <a:pt x="33444" y="47181"/>
                  </a:lnTo>
                  <a:lnTo>
                    <a:pt x="31832" y="47193"/>
                  </a:lnTo>
                  <a:lnTo>
                    <a:pt x="32873" y="42149"/>
                  </a:lnTo>
                  <a:lnTo>
                    <a:pt x="29218" y="42216"/>
                  </a:lnTo>
                  <a:lnTo>
                    <a:pt x="28410" y="47855"/>
                  </a:lnTo>
                  <a:lnTo>
                    <a:pt x="27950" y="50517"/>
                  </a:lnTo>
                  <a:lnTo>
                    <a:pt x="24765" y="44007"/>
                  </a:lnTo>
                  <a:lnTo>
                    <a:pt x="22809" y="42312"/>
                  </a:lnTo>
                  <a:lnTo>
                    <a:pt x="22123" y="41789"/>
                  </a:lnTo>
                  <a:lnTo>
                    <a:pt x="18914" y="39341"/>
                  </a:lnTo>
                  <a:lnTo>
                    <a:pt x="17309" y="38117"/>
                  </a:lnTo>
                  <a:lnTo>
                    <a:pt x="15343" y="36166"/>
                  </a:lnTo>
                  <a:lnTo>
                    <a:pt x="11569" y="33131"/>
                  </a:lnTo>
                  <a:lnTo>
                    <a:pt x="9329" y="31582"/>
                  </a:lnTo>
                  <a:lnTo>
                    <a:pt x="5215" y="37076"/>
                  </a:lnTo>
                  <a:lnTo>
                    <a:pt x="0" y="33527"/>
                  </a:lnTo>
                  <a:lnTo>
                    <a:pt x="325" y="32832"/>
                  </a:lnTo>
                  <a:lnTo>
                    <a:pt x="857" y="31595"/>
                  </a:lnTo>
                  <a:lnTo>
                    <a:pt x="1910" y="30632"/>
                  </a:lnTo>
                  <a:lnTo>
                    <a:pt x="2481" y="30109"/>
                  </a:lnTo>
                  <a:lnTo>
                    <a:pt x="3814" y="27987"/>
                  </a:lnTo>
                  <a:lnTo>
                    <a:pt x="4231" y="27323"/>
                  </a:lnTo>
                  <a:lnTo>
                    <a:pt x="4620" y="26843"/>
                  </a:lnTo>
                  <a:lnTo>
                    <a:pt x="4783" y="26642"/>
                  </a:lnTo>
                  <a:lnTo>
                    <a:pt x="8221" y="22396"/>
                  </a:lnTo>
                  <a:lnTo>
                    <a:pt x="8737" y="21759"/>
                  </a:lnTo>
                  <a:lnTo>
                    <a:pt x="8872" y="21872"/>
                  </a:lnTo>
                  <a:lnTo>
                    <a:pt x="9664" y="22525"/>
                  </a:lnTo>
                  <a:lnTo>
                    <a:pt x="10296" y="23048"/>
                  </a:lnTo>
                  <a:lnTo>
                    <a:pt x="10487" y="23206"/>
                  </a:lnTo>
                  <a:lnTo>
                    <a:pt x="10631" y="23324"/>
                  </a:lnTo>
                  <a:lnTo>
                    <a:pt x="13001" y="25282"/>
                  </a:lnTo>
                  <a:lnTo>
                    <a:pt x="13229" y="25470"/>
                  </a:lnTo>
                  <a:lnTo>
                    <a:pt x="13533" y="25721"/>
                  </a:lnTo>
                  <a:lnTo>
                    <a:pt x="15110" y="26326"/>
                  </a:lnTo>
                  <a:lnTo>
                    <a:pt x="15687" y="26548"/>
                  </a:lnTo>
                  <a:lnTo>
                    <a:pt x="17307" y="26953"/>
                  </a:lnTo>
                  <a:lnTo>
                    <a:pt x="17597" y="27025"/>
                  </a:lnTo>
                  <a:lnTo>
                    <a:pt x="19192" y="27424"/>
                  </a:lnTo>
                  <a:lnTo>
                    <a:pt x="19406" y="27497"/>
                  </a:lnTo>
                  <a:lnTo>
                    <a:pt x="19565" y="27552"/>
                  </a:lnTo>
                  <a:lnTo>
                    <a:pt x="19638" y="27393"/>
                  </a:lnTo>
                  <a:lnTo>
                    <a:pt x="21024" y="24360"/>
                  </a:lnTo>
                  <a:lnTo>
                    <a:pt x="20588" y="24173"/>
                  </a:lnTo>
                  <a:lnTo>
                    <a:pt x="19334" y="23637"/>
                  </a:lnTo>
                  <a:lnTo>
                    <a:pt x="18899" y="23451"/>
                  </a:lnTo>
                  <a:lnTo>
                    <a:pt x="17922" y="22877"/>
                  </a:lnTo>
                  <a:lnTo>
                    <a:pt x="17361" y="22548"/>
                  </a:lnTo>
                  <a:lnTo>
                    <a:pt x="16795" y="21879"/>
                  </a:lnTo>
                  <a:lnTo>
                    <a:pt x="15727" y="18504"/>
                  </a:lnTo>
                  <a:lnTo>
                    <a:pt x="14964" y="16091"/>
                  </a:lnTo>
                  <a:lnTo>
                    <a:pt x="14882" y="15834"/>
                  </a:lnTo>
                  <a:lnTo>
                    <a:pt x="13364" y="11051"/>
                  </a:lnTo>
                  <a:lnTo>
                    <a:pt x="13190" y="10502"/>
                  </a:lnTo>
                  <a:lnTo>
                    <a:pt x="14233" y="10205"/>
                  </a:lnTo>
                  <a:lnTo>
                    <a:pt x="21747" y="8071"/>
                  </a:lnTo>
                  <a:lnTo>
                    <a:pt x="23990" y="7434"/>
                  </a:lnTo>
                  <a:lnTo>
                    <a:pt x="27953" y="6307"/>
                  </a:lnTo>
                  <a:lnTo>
                    <a:pt x="28306" y="6190"/>
                  </a:lnTo>
                  <a:lnTo>
                    <a:pt x="31529" y="5112"/>
                  </a:lnTo>
                  <a:lnTo>
                    <a:pt x="37464" y="3127"/>
                  </a:lnTo>
                  <a:lnTo>
                    <a:pt x="38963" y="2769"/>
                  </a:lnTo>
                  <a:lnTo>
                    <a:pt x="39931" y="2538"/>
                  </a:lnTo>
                  <a:lnTo>
                    <a:pt x="41733" y="2108"/>
                  </a:lnTo>
                  <a:lnTo>
                    <a:pt x="42198" y="1996"/>
                  </a:lnTo>
                  <a:lnTo>
                    <a:pt x="43922" y="1444"/>
                  </a:lnTo>
                  <a:lnTo>
                    <a:pt x="47555" y="280"/>
                  </a:lnTo>
                  <a:lnTo>
                    <a:pt x="47884" y="174"/>
                  </a:lnTo>
                  <a:lnTo>
                    <a:pt x="48280" y="48"/>
                  </a:lnTo>
                  <a:lnTo>
                    <a:pt x="48430" y="0"/>
                  </a:lnTo>
                  <a:lnTo>
                    <a:pt x="48559" y="324"/>
                  </a:lnTo>
                  <a:lnTo>
                    <a:pt x="49920" y="3764"/>
                  </a:lnTo>
                  <a:lnTo>
                    <a:pt x="49674" y="6680"/>
                  </a:lnTo>
                  <a:lnTo>
                    <a:pt x="49637" y="7114"/>
                  </a:lnTo>
                  <a:lnTo>
                    <a:pt x="49295" y="9226"/>
                  </a:lnTo>
                  <a:lnTo>
                    <a:pt x="49236" y="9589"/>
                  </a:lnTo>
                  <a:lnTo>
                    <a:pt x="47868" y="12356"/>
                  </a:lnTo>
                  <a:lnTo>
                    <a:pt x="47725" y="12977"/>
                  </a:lnTo>
                  <a:lnTo>
                    <a:pt x="47212" y="15208"/>
                  </a:lnTo>
                  <a:lnTo>
                    <a:pt x="48579" y="17730"/>
                  </a:lnTo>
                  <a:lnTo>
                    <a:pt x="49256" y="19025"/>
                  </a:lnTo>
                  <a:lnTo>
                    <a:pt x="50536" y="21477"/>
                  </a:lnTo>
                  <a:lnTo>
                    <a:pt x="50997" y="2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57611" y="3663630"/>
              <a:ext cx="122910" cy="148803"/>
            </a:xfrm>
            <a:custGeom>
              <a:avLst/>
              <a:pathLst>
                <a:path w="122910" h="148803">
                  <a:moveTo>
                    <a:pt x="122910" y="81484"/>
                  </a:moveTo>
                  <a:lnTo>
                    <a:pt x="117642" y="85670"/>
                  </a:lnTo>
                  <a:lnTo>
                    <a:pt x="102698" y="98844"/>
                  </a:lnTo>
                  <a:lnTo>
                    <a:pt x="100121" y="98818"/>
                  </a:lnTo>
                  <a:lnTo>
                    <a:pt x="100127" y="99032"/>
                  </a:lnTo>
                  <a:lnTo>
                    <a:pt x="100196" y="101456"/>
                  </a:lnTo>
                  <a:lnTo>
                    <a:pt x="100120" y="103320"/>
                  </a:lnTo>
                  <a:lnTo>
                    <a:pt x="99968" y="105650"/>
                  </a:lnTo>
                  <a:lnTo>
                    <a:pt x="99816" y="108058"/>
                  </a:lnTo>
                  <a:lnTo>
                    <a:pt x="99512" y="110388"/>
                  </a:lnTo>
                  <a:lnTo>
                    <a:pt x="98448" y="113029"/>
                  </a:lnTo>
                  <a:lnTo>
                    <a:pt x="96473" y="115903"/>
                  </a:lnTo>
                  <a:lnTo>
                    <a:pt x="93889" y="119010"/>
                  </a:lnTo>
                  <a:lnTo>
                    <a:pt x="93053" y="122040"/>
                  </a:lnTo>
                  <a:lnTo>
                    <a:pt x="86671" y="123428"/>
                  </a:lnTo>
                  <a:lnTo>
                    <a:pt x="83859" y="128027"/>
                  </a:lnTo>
                  <a:lnTo>
                    <a:pt x="78549" y="139707"/>
                  </a:lnTo>
                  <a:lnTo>
                    <a:pt x="76807" y="143975"/>
                  </a:lnTo>
                  <a:lnTo>
                    <a:pt x="74838" y="148803"/>
                  </a:lnTo>
                  <a:lnTo>
                    <a:pt x="69375" y="145114"/>
                  </a:lnTo>
                  <a:lnTo>
                    <a:pt x="68970" y="144706"/>
                  </a:lnTo>
                  <a:lnTo>
                    <a:pt x="66538" y="142313"/>
                  </a:lnTo>
                  <a:lnTo>
                    <a:pt x="64699" y="141040"/>
                  </a:lnTo>
                  <a:lnTo>
                    <a:pt x="64530" y="140918"/>
                  </a:lnTo>
                  <a:lnTo>
                    <a:pt x="62912" y="139750"/>
                  </a:lnTo>
                  <a:lnTo>
                    <a:pt x="60915" y="139043"/>
                  </a:lnTo>
                  <a:lnTo>
                    <a:pt x="60442" y="138876"/>
                  </a:lnTo>
                  <a:lnTo>
                    <a:pt x="58064" y="138768"/>
                  </a:lnTo>
                  <a:lnTo>
                    <a:pt x="56720" y="138707"/>
                  </a:lnTo>
                  <a:lnTo>
                    <a:pt x="54152" y="138707"/>
                  </a:lnTo>
                  <a:lnTo>
                    <a:pt x="51097" y="138707"/>
                  </a:lnTo>
                  <a:lnTo>
                    <a:pt x="49727" y="138545"/>
                  </a:lnTo>
                  <a:lnTo>
                    <a:pt x="47419" y="138272"/>
                  </a:lnTo>
                  <a:lnTo>
                    <a:pt x="45931" y="137953"/>
                  </a:lnTo>
                  <a:lnTo>
                    <a:pt x="45534" y="137868"/>
                  </a:lnTo>
                  <a:lnTo>
                    <a:pt x="45000" y="137394"/>
                  </a:lnTo>
                  <a:lnTo>
                    <a:pt x="44512" y="136406"/>
                  </a:lnTo>
                  <a:lnTo>
                    <a:pt x="43586" y="135241"/>
                  </a:lnTo>
                  <a:lnTo>
                    <a:pt x="41934" y="133807"/>
                  </a:lnTo>
                  <a:lnTo>
                    <a:pt x="40083" y="132407"/>
                  </a:lnTo>
                  <a:lnTo>
                    <a:pt x="38348" y="131052"/>
                  </a:lnTo>
                  <a:lnTo>
                    <a:pt x="37008" y="129828"/>
                  </a:lnTo>
                  <a:lnTo>
                    <a:pt x="35855" y="128591"/>
                  </a:lnTo>
                  <a:lnTo>
                    <a:pt x="34648" y="127294"/>
                  </a:lnTo>
                  <a:lnTo>
                    <a:pt x="32090" y="124542"/>
                  </a:lnTo>
                  <a:lnTo>
                    <a:pt x="28562" y="120853"/>
                  </a:lnTo>
                  <a:lnTo>
                    <a:pt x="25147" y="117204"/>
                  </a:lnTo>
                  <a:lnTo>
                    <a:pt x="22410" y="114579"/>
                  </a:lnTo>
                  <a:lnTo>
                    <a:pt x="19743" y="112420"/>
                  </a:lnTo>
                  <a:lnTo>
                    <a:pt x="17553" y="110662"/>
                  </a:lnTo>
                  <a:lnTo>
                    <a:pt x="17268" y="110031"/>
                  </a:lnTo>
                  <a:lnTo>
                    <a:pt x="18750" y="104941"/>
                  </a:lnTo>
                  <a:lnTo>
                    <a:pt x="19247" y="102850"/>
                  </a:lnTo>
                  <a:lnTo>
                    <a:pt x="20141" y="99093"/>
                  </a:lnTo>
                  <a:lnTo>
                    <a:pt x="20407" y="98936"/>
                  </a:lnTo>
                  <a:lnTo>
                    <a:pt x="22448" y="97734"/>
                  </a:lnTo>
                  <a:lnTo>
                    <a:pt x="23991" y="96649"/>
                  </a:lnTo>
                  <a:lnTo>
                    <a:pt x="24915" y="95574"/>
                  </a:lnTo>
                  <a:lnTo>
                    <a:pt x="25254" y="94897"/>
                  </a:lnTo>
                  <a:lnTo>
                    <a:pt x="25377" y="94650"/>
                  </a:lnTo>
                  <a:lnTo>
                    <a:pt x="25825" y="93755"/>
                  </a:lnTo>
                  <a:lnTo>
                    <a:pt x="26476" y="92709"/>
                  </a:lnTo>
                  <a:lnTo>
                    <a:pt x="28215" y="91354"/>
                  </a:lnTo>
                  <a:lnTo>
                    <a:pt x="28363" y="91264"/>
                  </a:lnTo>
                  <a:lnTo>
                    <a:pt x="29003" y="90874"/>
                  </a:lnTo>
                  <a:lnTo>
                    <a:pt x="18089" y="81480"/>
                  </a:lnTo>
                  <a:lnTo>
                    <a:pt x="16774" y="80283"/>
                  </a:lnTo>
                  <a:lnTo>
                    <a:pt x="10235" y="74330"/>
                  </a:lnTo>
                  <a:lnTo>
                    <a:pt x="8177" y="72080"/>
                  </a:lnTo>
                  <a:lnTo>
                    <a:pt x="5468" y="69120"/>
                  </a:lnTo>
                  <a:lnTo>
                    <a:pt x="4627" y="68201"/>
                  </a:lnTo>
                  <a:lnTo>
                    <a:pt x="3131" y="66565"/>
                  </a:lnTo>
                  <a:lnTo>
                    <a:pt x="958" y="64190"/>
                  </a:lnTo>
                  <a:lnTo>
                    <a:pt x="468" y="63653"/>
                  </a:lnTo>
                  <a:lnTo>
                    <a:pt x="0" y="63344"/>
                  </a:lnTo>
                  <a:lnTo>
                    <a:pt x="939" y="61638"/>
                  </a:lnTo>
                  <a:lnTo>
                    <a:pt x="1509" y="60852"/>
                  </a:lnTo>
                  <a:lnTo>
                    <a:pt x="1822" y="60252"/>
                  </a:lnTo>
                  <a:lnTo>
                    <a:pt x="1965" y="59978"/>
                  </a:lnTo>
                  <a:lnTo>
                    <a:pt x="2231" y="59185"/>
                  </a:lnTo>
                  <a:lnTo>
                    <a:pt x="2162" y="58735"/>
                  </a:lnTo>
                  <a:lnTo>
                    <a:pt x="2136" y="58114"/>
                  </a:lnTo>
                  <a:lnTo>
                    <a:pt x="2085" y="57818"/>
                  </a:lnTo>
                  <a:lnTo>
                    <a:pt x="1965" y="57123"/>
                  </a:lnTo>
                  <a:lnTo>
                    <a:pt x="1698" y="55481"/>
                  </a:lnTo>
                  <a:lnTo>
                    <a:pt x="1510" y="54327"/>
                  </a:lnTo>
                  <a:lnTo>
                    <a:pt x="1099" y="51649"/>
                  </a:lnTo>
                  <a:lnTo>
                    <a:pt x="1396" y="49611"/>
                  </a:lnTo>
                  <a:lnTo>
                    <a:pt x="1572" y="48402"/>
                  </a:lnTo>
                  <a:lnTo>
                    <a:pt x="3235" y="45150"/>
                  </a:lnTo>
                  <a:lnTo>
                    <a:pt x="4182" y="44274"/>
                  </a:lnTo>
                  <a:lnTo>
                    <a:pt x="4414" y="43881"/>
                  </a:lnTo>
                  <a:lnTo>
                    <a:pt x="5099" y="42722"/>
                  </a:lnTo>
                  <a:lnTo>
                    <a:pt x="5694" y="41714"/>
                  </a:lnTo>
                  <a:lnTo>
                    <a:pt x="6542" y="40280"/>
                  </a:lnTo>
                  <a:lnTo>
                    <a:pt x="7102" y="39088"/>
                  </a:lnTo>
                  <a:lnTo>
                    <a:pt x="12339" y="42591"/>
                  </a:lnTo>
                  <a:lnTo>
                    <a:pt x="16454" y="37098"/>
                  </a:lnTo>
                  <a:lnTo>
                    <a:pt x="18694" y="38647"/>
                  </a:lnTo>
                  <a:lnTo>
                    <a:pt x="22536" y="41749"/>
                  </a:lnTo>
                  <a:lnTo>
                    <a:pt x="24434" y="43633"/>
                  </a:lnTo>
                  <a:lnTo>
                    <a:pt x="26038" y="44856"/>
                  </a:lnTo>
                  <a:lnTo>
                    <a:pt x="29248" y="47304"/>
                  </a:lnTo>
                  <a:lnTo>
                    <a:pt x="29934" y="47827"/>
                  </a:lnTo>
                  <a:lnTo>
                    <a:pt x="31889" y="49522"/>
                  </a:lnTo>
                  <a:lnTo>
                    <a:pt x="35074" y="56033"/>
                  </a:lnTo>
                  <a:lnTo>
                    <a:pt x="35534" y="53370"/>
                  </a:lnTo>
                  <a:lnTo>
                    <a:pt x="36343" y="47732"/>
                  </a:lnTo>
                  <a:lnTo>
                    <a:pt x="39997" y="47664"/>
                  </a:lnTo>
                  <a:lnTo>
                    <a:pt x="38957" y="52708"/>
                  </a:lnTo>
                  <a:lnTo>
                    <a:pt x="40568" y="52697"/>
                  </a:lnTo>
                  <a:lnTo>
                    <a:pt x="42620" y="51692"/>
                  </a:lnTo>
                  <a:lnTo>
                    <a:pt x="46125" y="51255"/>
                  </a:lnTo>
                  <a:lnTo>
                    <a:pt x="48903" y="42507"/>
                  </a:lnTo>
                  <a:lnTo>
                    <a:pt x="50038" y="43002"/>
                  </a:lnTo>
                  <a:lnTo>
                    <a:pt x="52613" y="44125"/>
                  </a:lnTo>
                  <a:lnTo>
                    <a:pt x="53099" y="44291"/>
                  </a:lnTo>
                  <a:lnTo>
                    <a:pt x="53548" y="44443"/>
                  </a:lnTo>
                  <a:lnTo>
                    <a:pt x="54104" y="44411"/>
                  </a:lnTo>
                  <a:lnTo>
                    <a:pt x="55030" y="44356"/>
                  </a:lnTo>
                  <a:lnTo>
                    <a:pt x="55626" y="44066"/>
                  </a:lnTo>
                  <a:lnTo>
                    <a:pt x="57069" y="43810"/>
                  </a:lnTo>
                  <a:lnTo>
                    <a:pt x="58408" y="43257"/>
                  </a:lnTo>
                  <a:lnTo>
                    <a:pt x="59462" y="42674"/>
                  </a:lnTo>
                  <a:lnTo>
                    <a:pt x="60659" y="41990"/>
                  </a:lnTo>
                  <a:lnTo>
                    <a:pt x="60559" y="41681"/>
                  </a:lnTo>
                  <a:lnTo>
                    <a:pt x="59884" y="39596"/>
                  </a:lnTo>
                  <a:lnTo>
                    <a:pt x="59851" y="37624"/>
                  </a:lnTo>
                  <a:lnTo>
                    <a:pt x="59903" y="36178"/>
                  </a:lnTo>
                  <a:lnTo>
                    <a:pt x="59618" y="35142"/>
                  </a:lnTo>
                  <a:lnTo>
                    <a:pt x="59200" y="33615"/>
                  </a:lnTo>
                  <a:lnTo>
                    <a:pt x="58820" y="30042"/>
                  </a:lnTo>
                  <a:lnTo>
                    <a:pt x="58121" y="28203"/>
                  </a:lnTo>
                  <a:lnTo>
                    <a:pt x="57661" y="26993"/>
                  </a:lnTo>
                  <a:lnTo>
                    <a:pt x="56380" y="24541"/>
                  </a:lnTo>
                  <a:lnTo>
                    <a:pt x="55704" y="23245"/>
                  </a:lnTo>
                  <a:lnTo>
                    <a:pt x="54336" y="20723"/>
                  </a:lnTo>
                  <a:lnTo>
                    <a:pt x="54850" y="18492"/>
                  </a:lnTo>
                  <a:lnTo>
                    <a:pt x="54992" y="17872"/>
                  </a:lnTo>
                  <a:lnTo>
                    <a:pt x="56360" y="15105"/>
                  </a:lnTo>
                  <a:lnTo>
                    <a:pt x="56419" y="14742"/>
                  </a:lnTo>
                  <a:lnTo>
                    <a:pt x="56762" y="12630"/>
                  </a:lnTo>
                  <a:lnTo>
                    <a:pt x="56798" y="12196"/>
                  </a:lnTo>
                  <a:lnTo>
                    <a:pt x="57044" y="9279"/>
                  </a:lnTo>
                  <a:lnTo>
                    <a:pt x="55683" y="5839"/>
                  </a:lnTo>
                  <a:lnTo>
                    <a:pt x="55555" y="5515"/>
                  </a:lnTo>
                  <a:lnTo>
                    <a:pt x="55404" y="5563"/>
                  </a:lnTo>
                  <a:lnTo>
                    <a:pt x="55359" y="5027"/>
                  </a:lnTo>
                  <a:lnTo>
                    <a:pt x="55237" y="3568"/>
                  </a:lnTo>
                  <a:lnTo>
                    <a:pt x="56228" y="3278"/>
                  </a:lnTo>
                  <a:lnTo>
                    <a:pt x="59620" y="2283"/>
                  </a:lnTo>
                  <a:lnTo>
                    <a:pt x="65060" y="1194"/>
                  </a:lnTo>
                  <a:lnTo>
                    <a:pt x="74713" y="0"/>
                  </a:lnTo>
                  <a:lnTo>
                    <a:pt x="76408" y="3418"/>
                  </a:lnTo>
                  <a:lnTo>
                    <a:pt x="79050" y="1954"/>
                  </a:lnTo>
                  <a:lnTo>
                    <a:pt x="80865" y="7287"/>
                  </a:lnTo>
                  <a:lnTo>
                    <a:pt x="81082" y="7926"/>
                  </a:lnTo>
                  <a:lnTo>
                    <a:pt x="80436" y="8257"/>
                  </a:lnTo>
                  <a:lnTo>
                    <a:pt x="79317" y="10791"/>
                  </a:lnTo>
                  <a:lnTo>
                    <a:pt x="79327" y="10998"/>
                  </a:lnTo>
                  <a:lnTo>
                    <a:pt x="79864" y="21517"/>
                  </a:lnTo>
                  <a:lnTo>
                    <a:pt x="83245" y="27775"/>
                  </a:lnTo>
                  <a:lnTo>
                    <a:pt x="86023" y="29620"/>
                  </a:lnTo>
                  <a:lnTo>
                    <a:pt x="94343" y="45867"/>
                  </a:lnTo>
                  <a:lnTo>
                    <a:pt x="94452" y="51230"/>
                  </a:lnTo>
                  <a:lnTo>
                    <a:pt x="94736" y="53858"/>
                  </a:lnTo>
                  <a:lnTo>
                    <a:pt x="104862" y="64249"/>
                  </a:lnTo>
                  <a:lnTo>
                    <a:pt x="118635" y="74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97233" y="4419147"/>
              <a:ext cx="214946" cy="207223"/>
            </a:xfrm>
            <a:custGeom>
              <a:avLst/>
              <a:pathLst>
                <a:path w="214946" h="207223">
                  <a:moveTo>
                    <a:pt x="60942" y="28961"/>
                  </a:moveTo>
                  <a:lnTo>
                    <a:pt x="66933" y="29992"/>
                  </a:lnTo>
                  <a:lnTo>
                    <a:pt x="71434" y="28960"/>
                  </a:lnTo>
                  <a:lnTo>
                    <a:pt x="87955" y="33530"/>
                  </a:lnTo>
                  <a:lnTo>
                    <a:pt x="95397" y="48253"/>
                  </a:lnTo>
                  <a:lnTo>
                    <a:pt x="96872" y="57683"/>
                  </a:lnTo>
                  <a:lnTo>
                    <a:pt x="96973" y="58330"/>
                  </a:lnTo>
                  <a:lnTo>
                    <a:pt x="98131" y="65734"/>
                  </a:lnTo>
                  <a:lnTo>
                    <a:pt x="117541" y="63820"/>
                  </a:lnTo>
                  <a:lnTo>
                    <a:pt x="126574" y="62929"/>
                  </a:lnTo>
                  <a:lnTo>
                    <a:pt x="131041" y="62488"/>
                  </a:lnTo>
                  <a:lnTo>
                    <a:pt x="145064" y="79101"/>
                  </a:lnTo>
                  <a:lnTo>
                    <a:pt x="161605" y="94190"/>
                  </a:lnTo>
                  <a:lnTo>
                    <a:pt x="160799" y="102988"/>
                  </a:lnTo>
                  <a:lnTo>
                    <a:pt x="159159" y="107294"/>
                  </a:lnTo>
                  <a:lnTo>
                    <a:pt x="150902" y="102666"/>
                  </a:lnTo>
                  <a:lnTo>
                    <a:pt x="138933" y="94121"/>
                  </a:lnTo>
                  <a:lnTo>
                    <a:pt x="126964" y="90626"/>
                  </a:lnTo>
                  <a:lnTo>
                    <a:pt x="118605" y="86354"/>
                  </a:lnTo>
                  <a:lnTo>
                    <a:pt x="113096" y="84218"/>
                  </a:lnTo>
                  <a:lnTo>
                    <a:pt x="112716" y="80140"/>
                  </a:lnTo>
                  <a:lnTo>
                    <a:pt x="111196" y="77227"/>
                  </a:lnTo>
                  <a:lnTo>
                    <a:pt x="108916" y="74314"/>
                  </a:lnTo>
                  <a:lnTo>
                    <a:pt x="102267" y="75674"/>
                  </a:lnTo>
                  <a:lnTo>
                    <a:pt x="96758" y="75091"/>
                  </a:lnTo>
                  <a:lnTo>
                    <a:pt x="95808" y="72372"/>
                  </a:lnTo>
                  <a:lnTo>
                    <a:pt x="91248" y="63634"/>
                  </a:lnTo>
                  <a:lnTo>
                    <a:pt x="82509" y="62275"/>
                  </a:lnTo>
                  <a:lnTo>
                    <a:pt x="81939" y="68294"/>
                  </a:lnTo>
                  <a:lnTo>
                    <a:pt x="75860" y="68294"/>
                  </a:lnTo>
                  <a:lnTo>
                    <a:pt x="75822" y="74392"/>
                  </a:lnTo>
                  <a:lnTo>
                    <a:pt x="62371" y="78470"/>
                  </a:lnTo>
                  <a:lnTo>
                    <a:pt x="67387" y="85810"/>
                  </a:lnTo>
                  <a:lnTo>
                    <a:pt x="68868" y="91403"/>
                  </a:lnTo>
                  <a:lnTo>
                    <a:pt x="68868" y="96063"/>
                  </a:lnTo>
                  <a:lnTo>
                    <a:pt x="72744" y="96995"/>
                  </a:lnTo>
                  <a:lnTo>
                    <a:pt x="75708" y="97578"/>
                  </a:lnTo>
                  <a:lnTo>
                    <a:pt x="78785" y="96879"/>
                  </a:lnTo>
                  <a:lnTo>
                    <a:pt x="84827" y="101772"/>
                  </a:lnTo>
                  <a:lnTo>
                    <a:pt x="77760" y="107132"/>
                  </a:lnTo>
                  <a:lnTo>
                    <a:pt x="75936" y="108530"/>
                  </a:lnTo>
                  <a:lnTo>
                    <a:pt x="76506" y="112492"/>
                  </a:lnTo>
                  <a:lnTo>
                    <a:pt x="68185" y="117618"/>
                  </a:lnTo>
                  <a:lnTo>
                    <a:pt x="75708" y="116919"/>
                  </a:lnTo>
                  <a:lnTo>
                    <a:pt x="87562" y="115754"/>
                  </a:lnTo>
                  <a:lnTo>
                    <a:pt x="98277" y="121347"/>
                  </a:lnTo>
                  <a:lnTo>
                    <a:pt x="108764" y="127988"/>
                  </a:lnTo>
                  <a:lnTo>
                    <a:pt x="112184" y="133347"/>
                  </a:lnTo>
                  <a:lnTo>
                    <a:pt x="115034" y="135794"/>
                  </a:lnTo>
                  <a:lnTo>
                    <a:pt x="129852" y="138940"/>
                  </a:lnTo>
                  <a:lnTo>
                    <a:pt x="145341" y="137594"/>
                  </a:lnTo>
                  <a:lnTo>
                    <a:pt x="152058" y="129813"/>
                  </a:lnTo>
                  <a:lnTo>
                    <a:pt x="161360" y="136675"/>
                  </a:lnTo>
                  <a:lnTo>
                    <a:pt x="162034" y="137172"/>
                  </a:lnTo>
                  <a:lnTo>
                    <a:pt x="159768" y="140690"/>
                  </a:lnTo>
                  <a:lnTo>
                    <a:pt x="166011" y="141323"/>
                  </a:lnTo>
                  <a:lnTo>
                    <a:pt x="173686" y="141478"/>
                  </a:lnTo>
                  <a:lnTo>
                    <a:pt x="181966" y="140643"/>
                  </a:lnTo>
                  <a:lnTo>
                    <a:pt x="185541" y="140158"/>
                  </a:lnTo>
                  <a:lnTo>
                    <a:pt x="189394" y="134016"/>
                  </a:lnTo>
                  <a:lnTo>
                    <a:pt x="200460" y="135158"/>
                  </a:lnTo>
                  <a:lnTo>
                    <a:pt x="212690" y="133580"/>
                  </a:lnTo>
                  <a:lnTo>
                    <a:pt x="214946" y="146930"/>
                  </a:lnTo>
                  <a:lnTo>
                    <a:pt x="196488" y="151727"/>
                  </a:lnTo>
                  <a:lnTo>
                    <a:pt x="200218" y="166469"/>
                  </a:lnTo>
                  <a:lnTo>
                    <a:pt x="199468" y="167181"/>
                  </a:lnTo>
                  <a:lnTo>
                    <a:pt x="179158" y="168509"/>
                  </a:lnTo>
                  <a:lnTo>
                    <a:pt x="179462" y="174024"/>
                  </a:lnTo>
                  <a:lnTo>
                    <a:pt x="189536" y="177879"/>
                  </a:lnTo>
                  <a:lnTo>
                    <a:pt x="187282" y="186348"/>
                  </a:lnTo>
                  <a:lnTo>
                    <a:pt x="186675" y="188630"/>
                  </a:lnTo>
                  <a:lnTo>
                    <a:pt x="185499" y="193050"/>
                  </a:lnTo>
                  <a:lnTo>
                    <a:pt x="180987" y="193293"/>
                  </a:lnTo>
                  <a:lnTo>
                    <a:pt x="174698" y="192181"/>
                  </a:lnTo>
                  <a:lnTo>
                    <a:pt x="152372" y="178459"/>
                  </a:lnTo>
                  <a:lnTo>
                    <a:pt x="147677" y="179561"/>
                  </a:lnTo>
                  <a:lnTo>
                    <a:pt x="137604" y="194438"/>
                  </a:lnTo>
                  <a:lnTo>
                    <a:pt x="141803" y="198633"/>
                  </a:lnTo>
                  <a:lnTo>
                    <a:pt x="144595" y="207136"/>
                  </a:lnTo>
                  <a:lnTo>
                    <a:pt x="140005" y="207223"/>
                  </a:lnTo>
                  <a:lnTo>
                    <a:pt x="137894" y="204084"/>
                  </a:lnTo>
                  <a:lnTo>
                    <a:pt x="132199" y="200740"/>
                  </a:lnTo>
                  <a:lnTo>
                    <a:pt x="130523" y="205308"/>
                  </a:lnTo>
                  <a:lnTo>
                    <a:pt x="129028" y="204658"/>
                  </a:lnTo>
                  <a:lnTo>
                    <a:pt x="123356" y="202193"/>
                  </a:lnTo>
                  <a:lnTo>
                    <a:pt x="125961" y="191050"/>
                  </a:lnTo>
                  <a:lnTo>
                    <a:pt x="126486" y="188802"/>
                  </a:lnTo>
                  <a:lnTo>
                    <a:pt x="126521" y="186266"/>
                  </a:lnTo>
                  <a:lnTo>
                    <a:pt x="126647" y="177131"/>
                  </a:lnTo>
                  <a:lnTo>
                    <a:pt x="104686" y="170684"/>
                  </a:lnTo>
                  <a:lnTo>
                    <a:pt x="93591" y="170917"/>
                  </a:lnTo>
                  <a:lnTo>
                    <a:pt x="93131" y="173101"/>
                  </a:lnTo>
                  <a:lnTo>
                    <a:pt x="95971" y="179335"/>
                  </a:lnTo>
                  <a:lnTo>
                    <a:pt x="96402" y="184122"/>
                  </a:lnTo>
                  <a:lnTo>
                    <a:pt x="95718" y="191501"/>
                  </a:lnTo>
                  <a:lnTo>
                    <a:pt x="93743" y="192433"/>
                  </a:lnTo>
                  <a:lnTo>
                    <a:pt x="90399" y="191501"/>
                  </a:lnTo>
                  <a:lnTo>
                    <a:pt x="87967" y="190413"/>
                  </a:lnTo>
                  <a:lnTo>
                    <a:pt x="85384" y="189015"/>
                  </a:lnTo>
                  <a:lnTo>
                    <a:pt x="84244" y="188705"/>
                  </a:lnTo>
                  <a:lnTo>
                    <a:pt x="82262" y="188427"/>
                  </a:lnTo>
                  <a:lnTo>
                    <a:pt x="80596" y="188005"/>
                  </a:lnTo>
                  <a:lnTo>
                    <a:pt x="79269" y="188181"/>
                  </a:lnTo>
                  <a:lnTo>
                    <a:pt x="76493" y="188549"/>
                  </a:lnTo>
                  <a:lnTo>
                    <a:pt x="73985" y="188549"/>
                  </a:lnTo>
                  <a:lnTo>
                    <a:pt x="72693" y="187539"/>
                  </a:lnTo>
                  <a:lnTo>
                    <a:pt x="71857" y="186297"/>
                  </a:lnTo>
                  <a:lnTo>
                    <a:pt x="71477" y="185287"/>
                  </a:lnTo>
                  <a:lnTo>
                    <a:pt x="70185" y="184277"/>
                  </a:lnTo>
                  <a:lnTo>
                    <a:pt x="67981" y="183733"/>
                  </a:lnTo>
                  <a:lnTo>
                    <a:pt x="65322" y="182724"/>
                  </a:lnTo>
                  <a:lnTo>
                    <a:pt x="62662" y="181481"/>
                  </a:lnTo>
                  <a:lnTo>
                    <a:pt x="63954" y="179228"/>
                  </a:lnTo>
                  <a:lnTo>
                    <a:pt x="64942" y="178762"/>
                  </a:lnTo>
                  <a:lnTo>
                    <a:pt x="67069" y="178762"/>
                  </a:lnTo>
                  <a:lnTo>
                    <a:pt x="65398" y="177519"/>
                  </a:lnTo>
                  <a:lnTo>
                    <a:pt x="62434" y="175500"/>
                  </a:lnTo>
                  <a:lnTo>
                    <a:pt x="60629" y="171674"/>
                  </a:lnTo>
                  <a:lnTo>
                    <a:pt x="60165" y="161252"/>
                  </a:lnTo>
                  <a:lnTo>
                    <a:pt x="55244" y="162320"/>
                  </a:lnTo>
                  <a:lnTo>
                    <a:pt x="52115" y="156750"/>
                  </a:lnTo>
                  <a:lnTo>
                    <a:pt x="57489" y="153646"/>
                  </a:lnTo>
                  <a:lnTo>
                    <a:pt x="55260" y="147311"/>
                  </a:lnTo>
                  <a:lnTo>
                    <a:pt x="46813" y="152513"/>
                  </a:lnTo>
                  <a:lnTo>
                    <a:pt x="38739" y="160766"/>
                  </a:lnTo>
                  <a:lnTo>
                    <a:pt x="32090" y="157489"/>
                  </a:lnTo>
                  <a:lnTo>
                    <a:pt x="27189" y="145918"/>
                  </a:lnTo>
                  <a:lnTo>
                    <a:pt x="23940" y="132691"/>
                  </a:lnTo>
                  <a:lnTo>
                    <a:pt x="22796" y="129940"/>
                  </a:lnTo>
                  <a:lnTo>
                    <a:pt x="22277" y="128547"/>
                  </a:lnTo>
                  <a:lnTo>
                    <a:pt x="21116" y="125431"/>
                  </a:lnTo>
                  <a:lnTo>
                    <a:pt x="19547" y="122653"/>
                  </a:lnTo>
                  <a:lnTo>
                    <a:pt x="19203" y="122045"/>
                  </a:lnTo>
                  <a:lnTo>
                    <a:pt x="18180" y="120434"/>
                  </a:lnTo>
                  <a:lnTo>
                    <a:pt x="17547" y="119398"/>
                  </a:lnTo>
                  <a:lnTo>
                    <a:pt x="16334" y="117414"/>
                  </a:lnTo>
                  <a:lnTo>
                    <a:pt x="14797" y="114900"/>
                  </a:lnTo>
                  <a:lnTo>
                    <a:pt x="12010" y="106645"/>
                  </a:lnTo>
                  <a:lnTo>
                    <a:pt x="7320" y="101426"/>
                  </a:lnTo>
                  <a:lnTo>
                    <a:pt x="6724" y="100390"/>
                  </a:lnTo>
                  <a:lnTo>
                    <a:pt x="7272" y="100021"/>
                  </a:lnTo>
                  <a:lnTo>
                    <a:pt x="13351" y="95855"/>
                  </a:lnTo>
                  <a:lnTo>
                    <a:pt x="15220" y="94612"/>
                  </a:lnTo>
                  <a:lnTo>
                    <a:pt x="21578" y="90380"/>
                  </a:lnTo>
                  <a:lnTo>
                    <a:pt x="23772" y="89127"/>
                  </a:lnTo>
                  <a:lnTo>
                    <a:pt x="26233" y="88278"/>
                  </a:lnTo>
                  <a:lnTo>
                    <a:pt x="25891" y="87594"/>
                  </a:lnTo>
                  <a:lnTo>
                    <a:pt x="25586" y="87012"/>
                  </a:lnTo>
                  <a:lnTo>
                    <a:pt x="24839" y="85587"/>
                  </a:lnTo>
                  <a:lnTo>
                    <a:pt x="23785" y="82994"/>
                  </a:lnTo>
                  <a:lnTo>
                    <a:pt x="23342" y="81904"/>
                  </a:lnTo>
                  <a:lnTo>
                    <a:pt x="21705" y="77908"/>
                  </a:lnTo>
                  <a:lnTo>
                    <a:pt x="19218" y="80405"/>
                  </a:lnTo>
                  <a:lnTo>
                    <a:pt x="19942" y="81513"/>
                  </a:lnTo>
                  <a:lnTo>
                    <a:pt x="19914" y="82241"/>
                  </a:lnTo>
                  <a:lnTo>
                    <a:pt x="20689" y="83445"/>
                  </a:lnTo>
                  <a:lnTo>
                    <a:pt x="15479" y="87292"/>
                  </a:lnTo>
                  <a:lnTo>
                    <a:pt x="14201" y="88192"/>
                  </a:lnTo>
                  <a:lnTo>
                    <a:pt x="13221" y="88883"/>
                  </a:lnTo>
                  <a:lnTo>
                    <a:pt x="10350" y="90904"/>
                  </a:lnTo>
                  <a:lnTo>
                    <a:pt x="9245" y="91787"/>
                  </a:lnTo>
                  <a:lnTo>
                    <a:pt x="7316" y="89817"/>
                  </a:lnTo>
                  <a:lnTo>
                    <a:pt x="5477" y="87542"/>
                  </a:lnTo>
                  <a:lnTo>
                    <a:pt x="11024" y="84265"/>
                  </a:lnTo>
                  <a:lnTo>
                    <a:pt x="10342" y="83214"/>
                  </a:lnTo>
                  <a:lnTo>
                    <a:pt x="12384" y="81773"/>
                  </a:lnTo>
                  <a:lnTo>
                    <a:pt x="13236" y="81171"/>
                  </a:lnTo>
                  <a:lnTo>
                    <a:pt x="14518" y="80266"/>
                  </a:lnTo>
                  <a:lnTo>
                    <a:pt x="15398" y="79645"/>
                  </a:lnTo>
                  <a:lnTo>
                    <a:pt x="16369" y="78959"/>
                  </a:lnTo>
                  <a:lnTo>
                    <a:pt x="17256" y="78332"/>
                  </a:lnTo>
                  <a:lnTo>
                    <a:pt x="16200" y="77027"/>
                  </a:lnTo>
                  <a:lnTo>
                    <a:pt x="15840" y="76589"/>
                  </a:lnTo>
                  <a:lnTo>
                    <a:pt x="15273" y="75935"/>
                  </a:lnTo>
                  <a:lnTo>
                    <a:pt x="14882" y="75484"/>
                  </a:lnTo>
                  <a:lnTo>
                    <a:pt x="14433" y="74965"/>
                  </a:lnTo>
                  <a:lnTo>
                    <a:pt x="14186" y="74681"/>
                  </a:lnTo>
                  <a:lnTo>
                    <a:pt x="13742" y="74167"/>
                  </a:lnTo>
                  <a:lnTo>
                    <a:pt x="18340" y="70918"/>
                  </a:lnTo>
                  <a:lnTo>
                    <a:pt x="18676" y="70682"/>
                  </a:lnTo>
                  <a:lnTo>
                    <a:pt x="25604" y="67019"/>
                  </a:lnTo>
                  <a:lnTo>
                    <a:pt x="17783" y="52598"/>
                  </a:lnTo>
                  <a:lnTo>
                    <a:pt x="15461" y="48154"/>
                  </a:lnTo>
                  <a:lnTo>
                    <a:pt x="15358" y="47956"/>
                  </a:lnTo>
                  <a:lnTo>
                    <a:pt x="14020" y="45396"/>
                  </a:lnTo>
                  <a:lnTo>
                    <a:pt x="13790" y="44955"/>
                  </a:lnTo>
                  <a:lnTo>
                    <a:pt x="13505" y="44436"/>
                  </a:lnTo>
                  <a:lnTo>
                    <a:pt x="12824" y="43427"/>
                  </a:lnTo>
                  <a:lnTo>
                    <a:pt x="11219" y="41050"/>
                  </a:lnTo>
                  <a:lnTo>
                    <a:pt x="10046" y="39312"/>
                  </a:lnTo>
                  <a:lnTo>
                    <a:pt x="7074" y="35087"/>
                  </a:lnTo>
                  <a:lnTo>
                    <a:pt x="6477" y="34239"/>
                  </a:lnTo>
                  <a:lnTo>
                    <a:pt x="4928" y="32038"/>
                  </a:lnTo>
                  <a:lnTo>
                    <a:pt x="4006" y="30744"/>
                  </a:lnTo>
                  <a:lnTo>
                    <a:pt x="2926" y="29230"/>
                  </a:lnTo>
                  <a:lnTo>
                    <a:pt x="2353" y="28428"/>
                  </a:lnTo>
                  <a:lnTo>
                    <a:pt x="2001" y="27933"/>
                  </a:lnTo>
                  <a:lnTo>
                    <a:pt x="1738" y="27564"/>
                  </a:lnTo>
                  <a:lnTo>
                    <a:pt x="1436" y="27141"/>
                  </a:lnTo>
                  <a:lnTo>
                    <a:pt x="448" y="25718"/>
                  </a:lnTo>
                  <a:lnTo>
                    <a:pt x="367" y="25582"/>
                  </a:lnTo>
                  <a:lnTo>
                    <a:pt x="281" y="25438"/>
                  </a:lnTo>
                  <a:lnTo>
                    <a:pt x="154" y="25226"/>
                  </a:lnTo>
                  <a:lnTo>
                    <a:pt x="0" y="24737"/>
                  </a:lnTo>
                  <a:lnTo>
                    <a:pt x="218" y="24563"/>
                  </a:lnTo>
                  <a:lnTo>
                    <a:pt x="6032" y="20844"/>
                  </a:lnTo>
                  <a:lnTo>
                    <a:pt x="6105" y="20595"/>
                  </a:lnTo>
                  <a:lnTo>
                    <a:pt x="6289" y="19966"/>
                  </a:lnTo>
                  <a:lnTo>
                    <a:pt x="6928" y="17780"/>
                  </a:lnTo>
                  <a:lnTo>
                    <a:pt x="8520" y="16597"/>
                  </a:lnTo>
                  <a:lnTo>
                    <a:pt x="8874" y="16333"/>
                  </a:lnTo>
                  <a:lnTo>
                    <a:pt x="9415" y="15931"/>
                  </a:lnTo>
                  <a:lnTo>
                    <a:pt x="11460" y="14409"/>
                  </a:lnTo>
                  <a:lnTo>
                    <a:pt x="12724" y="13469"/>
                  </a:lnTo>
                  <a:lnTo>
                    <a:pt x="14018" y="12507"/>
                  </a:lnTo>
                  <a:lnTo>
                    <a:pt x="15769" y="11205"/>
                  </a:lnTo>
                  <a:lnTo>
                    <a:pt x="17592" y="9849"/>
                  </a:lnTo>
                  <a:lnTo>
                    <a:pt x="18896" y="8879"/>
                  </a:lnTo>
                  <a:lnTo>
                    <a:pt x="19643" y="8324"/>
                  </a:lnTo>
                  <a:lnTo>
                    <a:pt x="19770" y="8229"/>
                  </a:lnTo>
                  <a:lnTo>
                    <a:pt x="20864" y="7461"/>
                  </a:lnTo>
                  <a:lnTo>
                    <a:pt x="21016" y="7355"/>
                  </a:lnTo>
                  <a:lnTo>
                    <a:pt x="22436" y="6358"/>
                  </a:lnTo>
                  <a:lnTo>
                    <a:pt x="22671" y="6192"/>
                  </a:lnTo>
                  <a:lnTo>
                    <a:pt x="23220" y="5807"/>
                  </a:lnTo>
                  <a:lnTo>
                    <a:pt x="23434" y="5656"/>
                  </a:lnTo>
                  <a:lnTo>
                    <a:pt x="23576" y="5557"/>
                  </a:lnTo>
                  <a:lnTo>
                    <a:pt x="24143" y="5028"/>
                  </a:lnTo>
                  <a:lnTo>
                    <a:pt x="24947" y="4279"/>
                  </a:lnTo>
                  <a:lnTo>
                    <a:pt x="27230" y="2152"/>
                  </a:lnTo>
                  <a:lnTo>
                    <a:pt x="28532" y="938"/>
                  </a:lnTo>
                  <a:lnTo>
                    <a:pt x="28763" y="724"/>
                  </a:lnTo>
                  <a:lnTo>
                    <a:pt x="29540" y="0"/>
                  </a:lnTo>
                  <a:lnTo>
                    <a:pt x="31596" y="1376"/>
                  </a:lnTo>
                  <a:lnTo>
                    <a:pt x="33215" y="2230"/>
                  </a:lnTo>
                  <a:lnTo>
                    <a:pt x="34975" y="3158"/>
                  </a:lnTo>
                  <a:lnTo>
                    <a:pt x="37429" y="4451"/>
                  </a:lnTo>
                  <a:lnTo>
                    <a:pt x="39718" y="5658"/>
                  </a:lnTo>
                  <a:lnTo>
                    <a:pt x="58122" y="9180"/>
                  </a:lnTo>
                  <a:lnTo>
                    <a:pt x="58052" y="13396"/>
                  </a:lnTo>
                  <a:lnTo>
                    <a:pt x="54276" y="14124"/>
                  </a:lnTo>
                  <a:lnTo>
                    <a:pt x="50144" y="17328"/>
                  </a:lnTo>
                  <a:lnTo>
                    <a:pt x="47010" y="20751"/>
                  </a:lnTo>
                  <a:lnTo>
                    <a:pt x="47570" y="21863"/>
                  </a:lnTo>
                  <a:lnTo>
                    <a:pt x="51701" y="24376"/>
                  </a:lnTo>
                  <a:lnTo>
                    <a:pt x="56932" y="28324"/>
                  </a:lnTo>
                  <a:lnTo>
                    <a:pt x="58163" y="28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70096" y="4432835"/>
              <a:ext cx="154326" cy="135872"/>
            </a:xfrm>
            <a:custGeom>
              <a:avLst/>
              <a:pathLst>
                <a:path w="154326" h="135872">
                  <a:moveTo>
                    <a:pt x="73677" y="52836"/>
                  </a:moveTo>
                  <a:lnTo>
                    <a:pt x="73335" y="52558"/>
                  </a:lnTo>
                  <a:lnTo>
                    <a:pt x="68431" y="57491"/>
                  </a:lnTo>
                  <a:lnTo>
                    <a:pt x="66081" y="59855"/>
                  </a:lnTo>
                  <a:lnTo>
                    <a:pt x="64486" y="53913"/>
                  </a:lnTo>
                  <a:lnTo>
                    <a:pt x="64416" y="53012"/>
                  </a:lnTo>
                  <a:lnTo>
                    <a:pt x="64372" y="52437"/>
                  </a:lnTo>
                  <a:lnTo>
                    <a:pt x="64378" y="52184"/>
                  </a:lnTo>
                  <a:lnTo>
                    <a:pt x="64396" y="51392"/>
                  </a:lnTo>
                  <a:lnTo>
                    <a:pt x="64420" y="50796"/>
                  </a:lnTo>
                  <a:lnTo>
                    <a:pt x="64576" y="48838"/>
                  </a:lnTo>
                  <a:lnTo>
                    <a:pt x="64782" y="46239"/>
                  </a:lnTo>
                  <a:lnTo>
                    <a:pt x="64502" y="46120"/>
                  </a:lnTo>
                  <a:lnTo>
                    <a:pt x="63426" y="45886"/>
                  </a:lnTo>
                  <a:lnTo>
                    <a:pt x="56658" y="45615"/>
                  </a:lnTo>
                  <a:lnTo>
                    <a:pt x="55649" y="47893"/>
                  </a:lnTo>
                  <a:lnTo>
                    <a:pt x="55258" y="48775"/>
                  </a:lnTo>
                  <a:lnTo>
                    <a:pt x="55137" y="49048"/>
                  </a:lnTo>
                  <a:lnTo>
                    <a:pt x="54282" y="51126"/>
                  </a:lnTo>
                  <a:lnTo>
                    <a:pt x="52678" y="53430"/>
                  </a:lnTo>
                  <a:lnTo>
                    <a:pt x="56623" y="57229"/>
                  </a:lnTo>
                  <a:lnTo>
                    <a:pt x="56644" y="57458"/>
                  </a:lnTo>
                  <a:lnTo>
                    <a:pt x="56738" y="58461"/>
                  </a:lnTo>
                  <a:lnTo>
                    <a:pt x="52170" y="63536"/>
                  </a:lnTo>
                  <a:lnTo>
                    <a:pt x="49348" y="61715"/>
                  </a:lnTo>
                  <a:lnTo>
                    <a:pt x="48541" y="62540"/>
                  </a:lnTo>
                  <a:lnTo>
                    <a:pt x="47448" y="61763"/>
                  </a:lnTo>
                  <a:lnTo>
                    <a:pt x="46657" y="62918"/>
                  </a:lnTo>
                  <a:lnTo>
                    <a:pt x="45121" y="65161"/>
                  </a:lnTo>
                  <a:lnTo>
                    <a:pt x="43687" y="64181"/>
                  </a:lnTo>
                  <a:lnTo>
                    <a:pt x="41593" y="62909"/>
                  </a:lnTo>
                  <a:lnTo>
                    <a:pt x="41171" y="62629"/>
                  </a:lnTo>
                  <a:lnTo>
                    <a:pt x="40139" y="61989"/>
                  </a:lnTo>
                  <a:lnTo>
                    <a:pt x="39124" y="63388"/>
                  </a:lnTo>
                  <a:lnTo>
                    <a:pt x="37822" y="64785"/>
                  </a:lnTo>
                  <a:lnTo>
                    <a:pt x="35540" y="66729"/>
                  </a:lnTo>
                  <a:lnTo>
                    <a:pt x="32492" y="69841"/>
                  </a:lnTo>
                  <a:lnTo>
                    <a:pt x="30856" y="71400"/>
                  </a:lnTo>
                  <a:lnTo>
                    <a:pt x="30607" y="71637"/>
                  </a:lnTo>
                  <a:lnTo>
                    <a:pt x="30149" y="71997"/>
                  </a:lnTo>
                  <a:lnTo>
                    <a:pt x="29818" y="72257"/>
                  </a:lnTo>
                  <a:lnTo>
                    <a:pt x="27358" y="75038"/>
                  </a:lnTo>
                  <a:lnTo>
                    <a:pt x="24774" y="77575"/>
                  </a:lnTo>
                  <a:lnTo>
                    <a:pt x="24269" y="77095"/>
                  </a:lnTo>
                  <a:lnTo>
                    <a:pt x="23401" y="76271"/>
                  </a:lnTo>
                  <a:lnTo>
                    <a:pt x="17904" y="71886"/>
                  </a:lnTo>
                  <a:lnTo>
                    <a:pt x="16913" y="71051"/>
                  </a:lnTo>
                  <a:lnTo>
                    <a:pt x="4296" y="59547"/>
                  </a:lnTo>
                  <a:lnTo>
                    <a:pt x="3453" y="59012"/>
                  </a:lnTo>
                  <a:lnTo>
                    <a:pt x="2448" y="58498"/>
                  </a:lnTo>
                  <a:lnTo>
                    <a:pt x="2108" y="58324"/>
                  </a:lnTo>
                  <a:lnTo>
                    <a:pt x="1766" y="58149"/>
                  </a:lnTo>
                  <a:lnTo>
                    <a:pt x="0" y="57436"/>
                  </a:lnTo>
                  <a:lnTo>
                    <a:pt x="503" y="56431"/>
                  </a:lnTo>
                  <a:lnTo>
                    <a:pt x="1407" y="55120"/>
                  </a:lnTo>
                  <a:lnTo>
                    <a:pt x="3685" y="51819"/>
                  </a:lnTo>
                  <a:lnTo>
                    <a:pt x="3847" y="51580"/>
                  </a:lnTo>
                  <a:lnTo>
                    <a:pt x="4872" y="50071"/>
                  </a:lnTo>
                  <a:lnTo>
                    <a:pt x="5068" y="49809"/>
                  </a:lnTo>
                  <a:lnTo>
                    <a:pt x="5941" y="48639"/>
                  </a:lnTo>
                  <a:lnTo>
                    <a:pt x="6643" y="46639"/>
                  </a:lnTo>
                  <a:lnTo>
                    <a:pt x="8184" y="43891"/>
                  </a:lnTo>
                  <a:lnTo>
                    <a:pt x="9912" y="40811"/>
                  </a:lnTo>
                  <a:lnTo>
                    <a:pt x="11223" y="39035"/>
                  </a:lnTo>
                  <a:lnTo>
                    <a:pt x="11334" y="38885"/>
                  </a:lnTo>
                  <a:lnTo>
                    <a:pt x="11410" y="38689"/>
                  </a:lnTo>
                  <a:lnTo>
                    <a:pt x="11324" y="38069"/>
                  </a:lnTo>
                  <a:lnTo>
                    <a:pt x="11197" y="36737"/>
                  </a:lnTo>
                  <a:lnTo>
                    <a:pt x="11170" y="36462"/>
                  </a:lnTo>
                  <a:lnTo>
                    <a:pt x="11068" y="35394"/>
                  </a:lnTo>
                  <a:lnTo>
                    <a:pt x="10938" y="34399"/>
                  </a:lnTo>
                  <a:lnTo>
                    <a:pt x="10197" y="33257"/>
                  </a:lnTo>
                  <a:lnTo>
                    <a:pt x="8622" y="31522"/>
                  </a:lnTo>
                  <a:lnTo>
                    <a:pt x="7471" y="30333"/>
                  </a:lnTo>
                  <a:lnTo>
                    <a:pt x="7131" y="29616"/>
                  </a:lnTo>
                  <a:lnTo>
                    <a:pt x="6739" y="28787"/>
                  </a:lnTo>
                  <a:lnTo>
                    <a:pt x="7240" y="27989"/>
                  </a:lnTo>
                  <a:lnTo>
                    <a:pt x="7427" y="27691"/>
                  </a:lnTo>
                  <a:lnTo>
                    <a:pt x="8827" y="25489"/>
                  </a:lnTo>
                  <a:lnTo>
                    <a:pt x="9176" y="24940"/>
                  </a:lnTo>
                  <a:lnTo>
                    <a:pt x="9588" y="24292"/>
                  </a:lnTo>
                  <a:lnTo>
                    <a:pt x="12192" y="19708"/>
                  </a:lnTo>
                  <a:lnTo>
                    <a:pt x="16287" y="22190"/>
                  </a:lnTo>
                  <a:lnTo>
                    <a:pt x="18105" y="23936"/>
                  </a:lnTo>
                  <a:lnTo>
                    <a:pt x="19186" y="25182"/>
                  </a:lnTo>
                  <a:lnTo>
                    <a:pt x="21396" y="27729"/>
                  </a:lnTo>
                  <a:lnTo>
                    <a:pt x="22910" y="22379"/>
                  </a:lnTo>
                  <a:lnTo>
                    <a:pt x="23346" y="20838"/>
                  </a:lnTo>
                  <a:lnTo>
                    <a:pt x="23417" y="20586"/>
                  </a:lnTo>
                  <a:lnTo>
                    <a:pt x="23644" y="19784"/>
                  </a:lnTo>
                  <a:lnTo>
                    <a:pt x="23686" y="19653"/>
                  </a:lnTo>
                  <a:lnTo>
                    <a:pt x="23758" y="19430"/>
                  </a:lnTo>
                  <a:lnTo>
                    <a:pt x="23950" y="18838"/>
                  </a:lnTo>
                  <a:lnTo>
                    <a:pt x="24164" y="18179"/>
                  </a:lnTo>
                  <a:lnTo>
                    <a:pt x="24472" y="17766"/>
                  </a:lnTo>
                  <a:lnTo>
                    <a:pt x="25282" y="16679"/>
                  </a:lnTo>
                  <a:lnTo>
                    <a:pt x="25390" y="16535"/>
                  </a:lnTo>
                  <a:lnTo>
                    <a:pt x="25423" y="16297"/>
                  </a:lnTo>
                  <a:lnTo>
                    <a:pt x="25589" y="15076"/>
                  </a:lnTo>
                  <a:lnTo>
                    <a:pt x="25749" y="13906"/>
                  </a:lnTo>
                  <a:lnTo>
                    <a:pt x="25964" y="12331"/>
                  </a:lnTo>
                  <a:lnTo>
                    <a:pt x="26050" y="11704"/>
                  </a:lnTo>
                  <a:lnTo>
                    <a:pt x="26132" y="10882"/>
                  </a:lnTo>
                  <a:lnTo>
                    <a:pt x="26226" y="9937"/>
                  </a:lnTo>
                  <a:lnTo>
                    <a:pt x="26240" y="9804"/>
                  </a:lnTo>
                  <a:lnTo>
                    <a:pt x="26260" y="9597"/>
                  </a:lnTo>
                  <a:lnTo>
                    <a:pt x="26343" y="8773"/>
                  </a:lnTo>
                  <a:lnTo>
                    <a:pt x="26366" y="8541"/>
                  </a:lnTo>
                  <a:lnTo>
                    <a:pt x="26495" y="0"/>
                  </a:lnTo>
                  <a:lnTo>
                    <a:pt x="26658" y="6"/>
                  </a:lnTo>
                  <a:lnTo>
                    <a:pt x="27214" y="27"/>
                  </a:lnTo>
                  <a:lnTo>
                    <a:pt x="27456" y="37"/>
                  </a:lnTo>
                  <a:lnTo>
                    <a:pt x="27816" y="51"/>
                  </a:lnTo>
                  <a:lnTo>
                    <a:pt x="28867" y="91"/>
                  </a:lnTo>
                  <a:lnTo>
                    <a:pt x="29699" y="124"/>
                  </a:lnTo>
                  <a:lnTo>
                    <a:pt x="30205" y="143"/>
                  </a:lnTo>
                  <a:lnTo>
                    <a:pt x="31125" y="179"/>
                  </a:lnTo>
                  <a:lnTo>
                    <a:pt x="31738" y="203"/>
                  </a:lnTo>
                  <a:lnTo>
                    <a:pt x="31954" y="211"/>
                  </a:lnTo>
                  <a:lnTo>
                    <a:pt x="32479" y="231"/>
                  </a:lnTo>
                  <a:lnTo>
                    <a:pt x="32641" y="238"/>
                  </a:lnTo>
                  <a:lnTo>
                    <a:pt x="35651" y="354"/>
                  </a:lnTo>
                  <a:lnTo>
                    <a:pt x="44929" y="714"/>
                  </a:lnTo>
                  <a:lnTo>
                    <a:pt x="45676" y="743"/>
                  </a:lnTo>
                  <a:lnTo>
                    <a:pt x="46671" y="781"/>
                  </a:lnTo>
                  <a:lnTo>
                    <a:pt x="53035" y="1117"/>
                  </a:lnTo>
                  <a:lnTo>
                    <a:pt x="57657" y="1360"/>
                  </a:lnTo>
                  <a:lnTo>
                    <a:pt x="58133" y="1385"/>
                  </a:lnTo>
                  <a:lnTo>
                    <a:pt x="60340" y="1502"/>
                  </a:lnTo>
                  <a:lnTo>
                    <a:pt x="60473" y="1509"/>
                  </a:lnTo>
                  <a:lnTo>
                    <a:pt x="61105" y="1542"/>
                  </a:lnTo>
                  <a:lnTo>
                    <a:pt x="61411" y="1558"/>
                  </a:lnTo>
                  <a:lnTo>
                    <a:pt x="62153" y="1563"/>
                  </a:lnTo>
                  <a:lnTo>
                    <a:pt x="62594" y="1565"/>
                  </a:lnTo>
                  <a:lnTo>
                    <a:pt x="63030" y="1568"/>
                  </a:lnTo>
                  <a:lnTo>
                    <a:pt x="63261" y="1569"/>
                  </a:lnTo>
                  <a:lnTo>
                    <a:pt x="63595" y="1571"/>
                  </a:lnTo>
                  <a:lnTo>
                    <a:pt x="63918" y="1573"/>
                  </a:lnTo>
                  <a:lnTo>
                    <a:pt x="64166" y="1574"/>
                  </a:lnTo>
                  <a:lnTo>
                    <a:pt x="64636" y="1577"/>
                  </a:lnTo>
                  <a:lnTo>
                    <a:pt x="64883" y="1579"/>
                  </a:lnTo>
                  <a:lnTo>
                    <a:pt x="65346" y="1637"/>
                  </a:lnTo>
                  <a:lnTo>
                    <a:pt x="66057" y="1727"/>
                  </a:lnTo>
                  <a:lnTo>
                    <a:pt x="67482" y="1908"/>
                  </a:lnTo>
                  <a:lnTo>
                    <a:pt x="71622" y="2232"/>
                  </a:lnTo>
                  <a:lnTo>
                    <a:pt x="81574" y="3766"/>
                  </a:lnTo>
                  <a:lnTo>
                    <a:pt x="82655" y="3925"/>
                  </a:lnTo>
                  <a:lnTo>
                    <a:pt x="82986" y="3973"/>
                  </a:lnTo>
                  <a:lnTo>
                    <a:pt x="83596" y="4063"/>
                  </a:lnTo>
                  <a:lnTo>
                    <a:pt x="94500" y="5664"/>
                  </a:lnTo>
                  <a:lnTo>
                    <a:pt x="96193" y="5924"/>
                  </a:lnTo>
                  <a:lnTo>
                    <a:pt x="100856" y="6642"/>
                  </a:lnTo>
                  <a:lnTo>
                    <a:pt x="101749" y="6780"/>
                  </a:lnTo>
                  <a:lnTo>
                    <a:pt x="102335" y="6870"/>
                  </a:lnTo>
                  <a:lnTo>
                    <a:pt x="102888" y="6955"/>
                  </a:lnTo>
                  <a:lnTo>
                    <a:pt x="120680" y="9504"/>
                  </a:lnTo>
                  <a:lnTo>
                    <a:pt x="121657" y="9660"/>
                  </a:lnTo>
                  <a:lnTo>
                    <a:pt x="124343" y="10089"/>
                  </a:lnTo>
                  <a:lnTo>
                    <a:pt x="125354" y="10402"/>
                  </a:lnTo>
                  <a:lnTo>
                    <a:pt x="126594" y="10787"/>
                  </a:lnTo>
                  <a:lnTo>
                    <a:pt x="127114" y="11242"/>
                  </a:lnTo>
                  <a:lnTo>
                    <a:pt x="127292" y="11538"/>
                  </a:lnTo>
                  <a:lnTo>
                    <a:pt x="127418" y="11750"/>
                  </a:lnTo>
                  <a:lnTo>
                    <a:pt x="127505" y="11895"/>
                  </a:lnTo>
                  <a:lnTo>
                    <a:pt x="127586" y="12030"/>
                  </a:lnTo>
                  <a:lnTo>
                    <a:pt x="128574" y="13454"/>
                  </a:lnTo>
                  <a:lnTo>
                    <a:pt x="128875" y="13877"/>
                  </a:lnTo>
                  <a:lnTo>
                    <a:pt x="129139" y="14246"/>
                  </a:lnTo>
                  <a:lnTo>
                    <a:pt x="129491" y="14740"/>
                  </a:lnTo>
                  <a:lnTo>
                    <a:pt x="130064" y="15543"/>
                  </a:lnTo>
                  <a:lnTo>
                    <a:pt x="131158" y="17077"/>
                  </a:lnTo>
                  <a:lnTo>
                    <a:pt x="132066" y="18350"/>
                  </a:lnTo>
                  <a:lnTo>
                    <a:pt x="133615" y="20551"/>
                  </a:lnTo>
                  <a:lnTo>
                    <a:pt x="134211" y="21399"/>
                  </a:lnTo>
                  <a:lnTo>
                    <a:pt x="137184" y="25624"/>
                  </a:lnTo>
                  <a:lnTo>
                    <a:pt x="138357" y="27362"/>
                  </a:lnTo>
                  <a:lnTo>
                    <a:pt x="139962" y="29740"/>
                  </a:lnTo>
                  <a:lnTo>
                    <a:pt x="140767" y="30960"/>
                  </a:lnTo>
                  <a:lnTo>
                    <a:pt x="140927" y="31268"/>
                  </a:lnTo>
                  <a:lnTo>
                    <a:pt x="141158" y="31708"/>
                  </a:lnTo>
                  <a:lnTo>
                    <a:pt x="142495" y="34268"/>
                  </a:lnTo>
                  <a:lnTo>
                    <a:pt x="142599" y="34467"/>
                  </a:lnTo>
                  <a:lnTo>
                    <a:pt x="144921" y="38910"/>
                  </a:lnTo>
                  <a:lnTo>
                    <a:pt x="152742" y="53331"/>
                  </a:lnTo>
                  <a:lnTo>
                    <a:pt x="145813" y="56994"/>
                  </a:lnTo>
                  <a:lnTo>
                    <a:pt x="145478" y="57231"/>
                  </a:lnTo>
                  <a:lnTo>
                    <a:pt x="140879" y="60480"/>
                  </a:lnTo>
                  <a:lnTo>
                    <a:pt x="141384" y="61062"/>
                  </a:lnTo>
                  <a:lnTo>
                    <a:pt x="141664" y="61385"/>
                  </a:lnTo>
                  <a:lnTo>
                    <a:pt x="142254" y="62067"/>
                  </a:lnTo>
                  <a:lnTo>
                    <a:pt x="142410" y="62247"/>
                  </a:lnTo>
                  <a:lnTo>
                    <a:pt x="143125" y="63077"/>
                  </a:lnTo>
                  <a:lnTo>
                    <a:pt x="143338" y="63340"/>
                  </a:lnTo>
                  <a:lnTo>
                    <a:pt x="144394" y="64645"/>
                  </a:lnTo>
                  <a:lnTo>
                    <a:pt x="143484" y="65288"/>
                  </a:lnTo>
                  <a:lnTo>
                    <a:pt x="142487" y="65991"/>
                  </a:lnTo>
                  <a:lnTo>
                    <a:pt x="141585" y="66628"/>
                  </a:lnTo>
                  <a:lnTo>
                    <a:pt x="140271" y="67556"/>
                  </a:lnTo>
                  <a:lnTo>
                    <a:pt x="139396" y="68173"/>
                  </a:lnTo>
                  <a:lnTo>
                    <a:pt x="137480" y="69527"/>
                  </a:lnTo>
                  <a:lnTo>
                    <a:pt x="138161" y="70578"/>
                  </a:lnTo>
                  <a:lnTo>
                    <a:pt x="132640" y="73885"/>
                  </a:lnTo>
                  <a:lnTo>
                    <a:pt x="134515" y="76192"/>
                  </a:lnTo>
                  <a:lnTo>
                    <a:pt x="136383" y="78099"/>
                  </a:lnTo>
                  <a:lnTo>
                    <a:pt x="137488" y="77217"/>
                  </a:lnTo>
                  <a:lnTo>
                    <a:pt x="140358" y="75195"/>
                  </a:lnTo>
                  <a:lnTo>
                    <a:pt x="141339" y="74505"/>
                  </a:lnTo>
                  <a:lnTo>
                    <a:pt x="142617" y="73605"/>
                  </a:lnTo>
                  <a:lnTo>
                    <a:pt x="147827" y="69757"/>
                  </a:lnTo>
                  <a:lnTo>
                    <a:pt x="147051" y="68554"/>
                  </a:lnTo>
                  <a:lnTo>
                    <a:pt x="147080" y="67826"/>
                  </a:lnTo>
                  <a:lnTo>
                    <a:pt x="146293" y="66647"/>
                  </a:lnTo>
                  <a:lnTo>
                    <a:pt x="148853" y="64216"/>
                  </a:lnTo>
                  <a:lnTo>
                    <a:pt x="150480" y="68217"/>
                  </a:lnTo>
                  <a:lnTo>
                    <a:pt x="150923" y="69307"/>
                  </a:lnTo>
                  <a:lnTo>
                    <a:pt x="151977" y="71900"/>
                  </a:lnTo>
                  <a:lnTo>
                    <a:pt x="152724" y="73324"/>
                  </a:lnTo>
                  <a:lnTo>
                    <a:pt x="153029" y="73906"/>
                  </a:lnTo>
                  <a:lnTo>
                    <a:pt x="153370" y="74591"/>
                  </a:lnTo>
                  <a:lnTo>
                    <a:pt x="150910" y="75440"/>
                  </a:lnTo>
                  <a:lnTo>
                    <a:pt x="148715" y="76692"/>
                  </a:lnTo>
                  <a:lnTo>
                    <a:pt x="142357" y="80924"/>
                  </a:lnTo>
                  <a:lnTo>
                    <a:pt x="140489" y="82168"/>
                  </a:lnTo>
                  <a:lnTo>
                    <a:pt x="134410" y="86334"/>
                  </a:lnTo>
                  <a:lnTo>
                    <a:pt x="133862" y="86702"/>
                  </a:lnTo>
                  <a:lnTo>
                    <a:pt x="134457" y="87739"/>
                  </a:lnTo>
                  <a:lnTo>
                    <a:pt x="139147" y="92957"/>
                  </a:lnTo>
                  <a:lnTo>
                    <a:pt x="141935" y="101212"/>
                  </a:lnTo>
                  <a:lnTo>
                    <a:pt x="143472" y="103727"/>
                  </a:lnTo>
                  <a:lnTo>
                    <a:pt x="144684" y="105710"/>
                  </a:lnTo>
                  <a:lnTo>
                    <a:pt x="145318" y="106747"/>
                  </a:lnTo>
                  <a:lnTo>
                    <a:pt x="146341" y="108357"/>
                  </a:lnTo>
                  <a:lnTo>
                    <a:pt x="146684" y="108965"/>
                  </a:lnTo>
                  <a:lnTo>
                    <a:pt x="148254" y="111744"/>
                  </a:lnTo>
                  <a:lnTo>
                    <a:pt x="149415" y="114860"/>
                  </a:lnTo>
                  <a:lnTo>
                    <a:pt x="149934" y="116253"/>
                  </a:lnTo>
                  <a:lnTo>
                    <a:pt x="151078" y="119003"/>
                  </a:lnTo>
                  <a:lnTo>
                    <a:pt x="154326" y="132231"/>
                  </a:lnTo>
                  <a:lnTo>
                    <a:pt x="144352" y="135872"/>
                  </a:lnTo>
                  <a:lnTo>
                    <a:pt x="135805" y="129396"/>
                  </a:lnTo>
                  <a:lnTo>
                    <a:pt x="132615" y="135266"/>
                  </a:lnTo>
                  <a:lnTo>
                    <a:pt x="128680" y="133765"/>
                  </a:lnTo>
                  <a:lnTo>
                    <a:pt x="127351" y="132018"/>
                  </a:lnTo>
                  <a:lnTo>
                    <a:pt x="119846" y="129979"/>
                  </a:lnTo>
                  <a:lnTo>
                    <a:pt x="115572" y="127066"/>
                  </a:lnTo>
                  <a:lnTo>
                    <a:pt x="112485" y="129372"/>
                  </a:lnTo>
                  <a:lnTo>
                    <a:pt x="103139" y="124542"/>
                  </a:lnTo>
                  <a:lnTo>
                    <a:pt x="100268" y="120361"/>
                  </a:lnTo>
                  <a:lnTo>
                    <a:pt x="107308" y="107938"/>
                  </a:lnTo>
                  <a:lnTo>
                    <a:pt x="111487" y="94637"/>
                  </a:lnTo>
                  <a:lnTo>
                    <a:pt x="109303" y="92501"/>
                  </a:lnTo>
                  <a:lnTo>
                    <a:pt x="99357" y="101680"/>
                  </a:lnTo>
                  <a:lnTo>
                    <a:pt x="94245" y="95335"/>
                  </a:lnTo>
                  <a:lnTo>
                    <a:pt x="101132" y="87325"/>
                  </a:lnTo>
                  <a:lnTo>
                    <a:pt x="104694" y="77858"/>
                  </a:lnTo>
                  <a:lnTo>
                    <a:pt x="98552" y="63904"/>
                  </a:lnTo>
                  <a:lnTo>
                    <a:pt x="95049" y="63641"/>
                  </a:lnTo>
                  <a:lnTo>
                    <a:pt x="94274" y="65285"/>
                  </a:lnTo>
                  <a:lnTo>
                    <a:pt x="87583" y="62630"/>
                  </a:lnTo>
                  <a:lnTo>
                    <a:pt x="88194" y="60974"/>
                  </a:lnTo>
                  <a:lnTo>
                    <a:pt x="85159" y="59632"/>
                  </a:lnTo>
                  <a:lnTo>
                    <a:pt x="83598" y="58919"/>
                  </a:lnTo>
                  <a:lnTo>
                    <a:pt x="84029" y="56832"/>
                  </a:lnTo>
                  <a:lnTo>
                    <a:pt x="83879" y="56780"/>
                  </a:lnTo>
                  <a:lnTo>
                    <a:pt x="81237" y="55870"/>
                  </a:lnTo>
                  <a:lnTo>
                    <a:pt x="80827" y="55729"/>
                  </a:lnTo>
                  <a:lnTo>
                    <a:pt x="78874" y="55056"/>
                  </a:lnTo>
                  <a:lnTo>
                    <a:pt x="77841" y="54699"/>
                  </a:lnTo>
                  <a:lnTo>
                    <a:pt x="74267" y="53165"/>
                  </a:lnTo>
                  <a:lnTo>
                    <a:pt x="74030" y="53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843687" y="4722541"/>
              <a:ext cx="260396" cy="180776"/>
            </a:xfrm>
            <a:custGeom>
              <a:avLst/>
              <a:pathLst>
                <a:path w="260396" h="180776">
                  <a:moveTo>
                    <a:pt x="112100" y="171420"/>
                  </a:moveTo>
                  <a:lnTo>
                    <a:pt x="112003" y="171096"/>
                  </a:lnTo>
                  <a:lnTo>
                    <a:pt x="111916" y="170804"/>
                  </a:lnTo>
                  <a:lnTo>
                    <a:pt x="111824" y="170493"/>
                  </a:lnTo>
                  <a:lnTo>
                    <a:pt x="111753" y="170192"/>
                  </a:lnTo>
                  <a:lnTo>
                    <a:pt x="111713" y="170018"/>
                  </a:lnTo>
                  <a:lnTo>
                    <a:pt x="113022" y="166495"/>
                  </a:lnTo>
                  <a:lnTo>
                    <a:pt x="113681" y="163162"/>
                  </a:lnTo>
                  <a:lnTo>
                    <a:pt x="113747" y="162861"/>
                  </a:lnTo>
                  <a:lnTo>
                    <a:pt x="113812" y="162561"/>
                  </a:lnTo>
                  <a:lnTo>
                    <a:pt x="113672" y="162410"/>
                  </a:lnTo>
                  <a:lnTo>
                    <a:pt x="113380" y="162098"/>
                  </a:lnTo>
                  <a:lnTo>
                    <a:pt x="113259" y="161968"/>
                  </a:lnTo>
                  <a:lnTo>
                    <a:pt x="112576" y="161235"/>
                  </a:lnTo>
                  <a:lnTo>
                    <a:pt x="112412" y="161060"/>
                  </a:lnTo>
                  <a:lnTo>
                    <a:pt x="111981" y="160598"/>
                  </a:lnTo>
                  <a:lnTo>
                    <a:pt x="111843" y="160451"/>
                  </a:lnTo>
                  <a:lnTo>
                    <a:pt x="111057" y="159669"/>
                  </a:lnTo>
                  <a:lnTo>
                    <a:pt x="109584" y="158204"/>
                  </a:lnTo>
                  <a:lnTo>
                    <a:pt x="108823" y="157448"/>
                  </a:lnTo>
                  <a:lnTo>
                    <a:pt x="108009" y="156639"/>
                  </a:lnTo>
                  <a:lnTo>
                    <a:pt x="107844" y="156492"/>
                  </a:lnTo>
                  <a:lnTo>
                    <a:pt x="103645" y="152762"/>
                  </a:lnTo>
                  <a:lnTo>
                    <a:pt x="103075" y="152229"/>
                  </a:lnTo>
                  <a:lnTo>
                    <a:pt x="102972" y="152101"/>
                  </a:lnTo>
                  <a:lnTo>
                    <a:pt x="102725" y="151792"/>
                  </a:lnTo>
                  <a:lnTo>
                    <a:pt x="102444" y="151441"/>
                  </a:lnTo>
                  <a:lnTo>
                    <a:pt x="101922" y="150772"/>
                  </a:lnTo>
                  <a:lnTo>
                    <a:pt x="101699" y="150298"/>
                  </a:lnTo>
                  <a:lnTo>
                    <a:pt x="101627" y="150145"/>
                  </a:lnTo>
                  <a:lnTo>
                    <a:pt x="101509" y="149894"/>
                  </a:lnTo>
                  <a:lnTo>
                    <a:pt x="101536" y="149101"/>
                  </a:lnTo>
                  <a:lnTo>
                    <a:pt x="101573" y="147969"/>
                  </a:lnTo>
                  <a:lnTo>
                    <a:pt x="101588" y="147514"/>
                  </a:lnTo>
                  <a:lnTo>
                    <a:pt x="101613" y="146770"/>
                  </a:lnTo>
                  <a:lnTo>
                    <a:pt x="101625" y="146413"/>
                  </a:lnTo>
                  <a:lnTo>
                    <a:pt x="101640" y="145946"/>
                  </a:lnTo>
                  <a:lnTo>
                    <a:pt x="102086" y="144894"/>
                  </a:lnTo>
                  <a:lnTo>
                    <a:pt x="102669" y="143514"/>
                  </a:lnTo>
                  <a:lnTo>
                    <a:pt x="102744" y="143324"/>
                  </a:lnTo>
                  <a:lnTo>
                    <a:pt x="102822" y="143126"/>
                  </a:lnTo>
                  <a:lnTo>
                    <a:pt x="102905" y="142917"/>
                  </a:lnTo>
                  <a:lnTo>
                    <a:pt x="102975" y="142740"/>
                  </a:lnTo>
                  <a:lnTo>
                    <a:pt x="104016" y="140104"/>
                  </a:lnTo>
                  <a:lnTo>
                    <a:pt x="104610" y="138603"/>
                  </a:lnTo>
                  <a:lnTo>
                    <a:pt x="104868" y="137949"/>
                  </a:lnTo>
                  <a:lnTo>
                    <a:pt x="104969" y="137694"/>
                  </a:lnTo>
                  <a:lnTo>
                    <a:pt x="105162" y="137116"/>
                  </a:lnTo>
                  <a:lnTo>
                    <a:pt x="105384" y="136449"/>
                  </a:lnTo>
                  <a:lnTo>
                    <a:pt x="105546" y="135966"/>
                  </a:lnTo>
                  <a:lnTo>
                    <a:pt x="105686" y="135546"/>
                  </a:lnTo>
                  <a:lnTo>
                    <a:pt x="106685" y="134148"/>
                  </a:lnTo>
                  <a:lnTo>
                    <a:pt x="107322" y="133257"/>
                  </a:lnTo>
                  <a:lnTo>
                    <a:pt x="107813" y="132880"/>
                  </a:lnTo>
                  <a:lnTo>
                    <a:pt x="108803" y="132118"/>
                  </a:lnTo>
                  <a:lnTo>
                    <a:pt x="109500" y="131583"/>
                  </a:lnTo>
                  <a:lnTo>
                    <a:pt x="108814" y="129462"/>
                  </a:lnTo>
                  <a:lnTo>
                    <a:pt x="107986" y="126905"/>
                  </a:lnTo>
                  <a:lnTo>
                    <a:pt x="107800" y="126331"/>
                  </a:lnTo>
                  <a:lnTo>
                    <a:pt x="107578" y="126199"/>
                  </a:lnTo>
                  <a:lnTo>
                    <a:pt x="107374" y="126077"/>
                  </a:lnTo>
                  <a:lnTo>
                    <a:pt x="107113" y="125922"/>
                  </a:lnTo>
                  <a:lnTo>
                    <a:pt x="106984" y="125845"/>
                  </a:lnTo>
                  <a:lnTo>
                    <a:pt x="106149" y="125348"/>
                  </a:lnTo>
                  <a:lnTo>
                    <a:pt x="105105" y="124727"/>
                  </a:lnTo>
                  <a:lnTo>
                    <a:pt x="103620" y="123843"/>
                  </a:lnTo>
                  <a:lnTo>
                    <a:pt x="103589" y="123545"/>
                  </a:lnTo>
                  <a:lnTo>
                    <a:pt x="103576" y="123412"/>
                  </a:lnTo>
                  <a:lnTo>
                    <a:pt x="103537" y="123028"/>
                  </a:lnTo>
                  <a:lnTo>
                    <a:pt x="103441" y="122093"/>
                  </a:lnTo>
                  <a:lnTo>
                    <a:pt x="103217" y="119899"/>
                  </a:lnTo>
                  <a:lnTo>
                    <a:pt x="103122" y="118968"/>
                  </a:lnTo>
                  <a:lnTo>
                    <a:pt x="101187" y="116432"/>
                  </a:lnTo>
                  <a:lnTo>
                    <a:pt x="101331" y="116351"/>
                  </a:lnTo>
                  <a:lnTo>
                    <a:pt x="103783" y="114971"/>
                  </a:lnTo>
                  <a:lnTo>
                    <a:pt x="106085" y="113674"/>
                  </a:lnTo>
                  <a:lnTo>
                    <a:pt x="108061" y="112562"/>
                  </a:lnTo>
                  <a:lnTo>
                    <a:pt x="109275" y="111878"/>
                  </a:lnTo>
                  <a:lnTo>
                    <a:pt x="108015" y="110722"/>
                  </a:lnTo>
                  <a:lnTo>
                    <a:pt x="105949" y="110968"/>
                  </a:lnTo>
                  <a:lnTo>
                    <a:pt x="104969" y="111085"/>
                  </a:lnTo>
                  <a:lnTo>
                    <a:pt x="103054" y="111313"/>
                  </a:lnTo>
                  <a:lnTo>
                    <a:pt x="101964" y="111442"/>
                  </a:lnTo>
                  <a:lnTo>
                    <a:pt x="100310" y="111607"/>
                  </a:lnTo>
                  <a:lnTo>
                    <a:pt x="99355" y="111702"/>
                  </a:lnTo>
                  <a:lnTo>
                    <a:pt x="97792" y="112087"/>
                  </a:lnTo>
                  <a:lnTo>
                    <a:pt x="96793" y="111385"/>
                  </a:lnTo>
                  <a:lnTo>
                    <a:pt x="96491" y="111172"/>
                  </a:lnTo>
                  <a:lnTo>
                    <a:pt x="96264" y="111012"/>
                  </a:lnTo>
                  <a:lnTo>
                    <a:pt x="95851" y="110722"/>
                  </a:lnTo>
                  <a:lnTo>
                    <a:pt x="93728" y="109228"/>
                  </a:lnTo>
                  <a:lnTo>
                    <a:pt x="93588" y="109130"/>
                  </a:lnTo>
                  <a:lnTo>
                    <a:pt x="92571" y="108414"/>
                  </a:lnTo>
                  <a:lnTo>
                    <a:pt x="91519" y="107675"/>
                  </a:lnTo>
                  <a:lnTo>
                    <a:pt x="89995" y="106745"/>
                  </a:lnTo>
                  <a:lnTo>
                    <a:pt x="84578" y="103445"/>
                  </a:lnTo>
                  <a:lnTo>
                    <a:pt x="83174" y="102697"/>
                  </a:lnTo>
                  <a:lnTo>
                    <a:pt x="81525" y="101820"/>
                  </a:lnTo>
                  <a:lnTo>
                    <a:pt x="79953" y="101337"/>
                  </a:lnTo>
                  <a:lnTo>
                    <a:pt x="79530" y="101208"/>
                  </a:lnTo>
                  <a:lnTo>
                    <a:pt x="78248" y="101092"/>
                  </a:lnTo>
                  <a:lnTo>
                    <a:pt x="77008" y="101106"/>
                  </a:lnTo>
                  <a:lnTo>
                    <a:pt x="76683" y="101250"/>
                  </a:lnTo>
                  <a:lnTo>
                    <a:pt x="76441" y="101357"/>
                  </a:lnTo>
                  <a:lnTo>
                    <a:pt x="76219" y="101455"/>
                  </a:lnTo>
                  <a:lnTo>
                    <a:pt x="75626" y="101718"/>
                  </a:lnTo>
                  <a:lnTo>
                    <a:pt x="74026" y="102864"/>
                  </a:lnTo>
                  <a:lnTo>
                    <a:pt x="72194" y="106595"/>
                  </a:lnTo>
                  <a:lnTo>
                    <a:pt x="72036" y="106917"/>
                  </a:lnTo>
                  <a:lnTo>
                    <a:pt x="71039" y="107641"/>
                  </a:lnTo>
                  <a:lnTo>
                    <a:pt x="70411" y="108097"/>
                  </a:lnTo>
                  <a:lnTo>
                    <a:pt x="69634" y="110246"/>
                  </a:lnTo>
                  <a:lnTo>
                    <a:pt x="69456" y="110738"/>
                  </a:lnTo>
                  <a:lnTo>
                    <a:pt x="69107" y="111704"/>
                  </a:lnTo>
                  <a:lnTo>
                    <a:pt x="68521" y="113324"/>
                  </a:lnTo>
                  <a:lnTo>
                    <a:pt x="68336" y="113836"/>
                  </a:lnTo>
                  <a:lnTo>
                    <a:pt x="66992" y="116029"/>
                  </a:lnTo>
                  <a:lnTo>
                    <a:pt x="66612" y="116650"/>
                  </a:lnTo>
                  <a:lnTo>
                    <a:pt x="65044" y="118349"/>
                  </a:lnTo>
                  <a:lnTo>
                    <a:pt x="63458" y="119932"/>
                  </a:lnTo>
                  <a:lnTo>
                    <a:pt x="62090" y="121476"/>
                  </a:lnTo>
                  <a:lnTo>
                    <a:pt x="60751" y="122728"/>
                  </a:lnTo>
                  <a:lnTo>
                    <a:pt x="59905" y="122444"/>
                  </a:lnTo>
                  <a:lnTo>
                    <a:pt x="59211" y="122210"/>
                  </a:lnTo>
                  <a:lnTo>
                    <a:pt x="57001" y="121468"/>
                  </a:lnTo>
                  <a:lnTo>
                    <a:pt x="56771" y="121391"/>
                  </a:lnTo>
                  <a:lnTo>
                    <a:pt x="56391" y="121263"/>
                  </a:lnTo>
                  <a:lnTo>
                    <a:pt x="56248" y="121215"/>
                  </a:lnTo>
                  <a:lnTo>
                    <a:pt x="55805" y="121057"/>
                  </a:lnTo>
                  <a:lnTo>
                    <a:pt x="54945" y="120750"/>
                  </a:lnTo>
                  <a:lnTo>
                    <a:pt x="50701" y="119235"/>
                  </a:lnTo>
                  <a:lnTo>
                    <a:pt x="50225" y="119065"/>
                  </a:lnTo>
                  <a:lnTo>
                    <a:pt x="49013" y="118632"/>
                  </a:lnTo>
                  <a:lnTo>
                    <a:pt x="48271" y="118367"/>
                  </a:lnTo>
                  <a:lnTo>
                    <a:pt x="48143" y="118326"/>
                  </a:lnTo>
                  <a:lnTo>
                    <a:pt x="46787" y="117884"/>
                  </a:lnTo>
                  <a:lnTo>
                    <a:pt x="45166" y="117356"/>
                  </a:lnTo>
                  <a:lnTo>
                    <a:pt x="41733" y="116237"/>
                  </a:lnTo>
                  <a:lnTo>
                    <a:pt x="40131" y="116560"/>
                  </a:lnTo>
                  <a:lnTo>
                    <a:pt x="39707" y="116645"/>
                  </a:lnTo>
                  <a:lnTo>
                    <a:pt x="38605" y="116867"/>
                  </a:lnTo>
                  <a:lnTo>
                    <a:pt x="38062" y="116976"/>
                  </a:lnTo>
                  <a:lnTo>
                    <a:pt x="37713" y="117046"/>
                  </a:lnTo>
                  <a:lnTo>
                    <a:pt x="36531" y="117284"/>
                  </a:lnTo>
                  <a:lnTo>
                    <a:pt x="36100" y="117694"/>
                  </a:lnTo>
                  <a:lnTo>
                    <a:pt x="35543" y="119036"/>
                  </a:lnTo>
                  <a:lnTo>
                    <a:pt x="26791" y="116329"/>
                  </a:lnTo>
                  <a:lnTo>
                    <a:pt x="22519" y="114786"/>
                  </a:lnTo>
                  <a:lnTo>
                    <a:pt x="21598" y="114309"/>
                  </a:lnTo>
                  <a:lnTo>
                    <a:pt x="20674" y="113813"/>
                  </a:lnTo>
                  <a:lnTo>
                    <a:pt x="16552" y="111601"/>
                  </a:lnTo>
                  <a:lnTo>
                    <a:pt x="13801" y="110125"/>
                  </a:lnTo>
                  <a:lnTo>
                    <a:pt x="9169" y="107783"/>
                  </a:lnTo>
                  <a:lnTo>
                    <a:pt x="8577" y="107484"/>
                  </a:lnTo>
                  <a:lnTo>
                    <a:pt x="7173" y="106774"/>
                  </a:lnTo>
                  <a:lnTo>
                    <a:pt x="1248" y="98707"/>
                  </a:lnTo>
                  <a:lnTo>
                    <a:pt x="0" y="97008"/>
                  </a:lnTo>
                  <a:lnTo>
                    <a:pt x="8553" y="73413"/>
                  </a:lnTo>
                  <a:lnTo>
                    <a:pt x="10364" y="68419"/>
                  </a:lnTo>
                  <a:lnTo>
                    <a:pt x="19741" y="61565"/>
                  </a:lnTo>
                  <a:lnTo>
                    <a:pt x="46462" y="73779"/>
                  </a:lnTo>
                  <a:lnTo>
                    <a:pt x="52975" y="69408"/>
                  </a:lnTo>
                  <a:lnTo>
                    <a:pt x="52666" y="67368"/>
                  </a:lnTo>
                  <a:lnTo>
                    <a:pt x="52104" y="63647"/>
                  </a:lnTo>
                  <a:lnTo>
                    <a:pt x="56234" y="62127"/>
                  </a:lnTo>
                  <a:lnTo>
                    <a:pt x="57559" y="61488"/>
                  </a:lnTo>
                  <a:lnTo>
                    <a:pt x="58513" y="55642"/>
                  </a:lnTo>
                  <a:lnTo>
                    <a:pt x="58779" y="54008"/>
                  </a:lnTo>
                  <a:lnTo>
                    <a:pt x="96894" y="55829"/>
                  </a:lnTo>
                  <a:lnTo>
                    <a:pt x="101922" y="58852"/>
                  </a:lnTo>
                  <a:lnTo>
                    <a:pt x="127516" y="53689"/>
                  </a:lnTo>
                  <a:lnTo>
                    <a:pt x="133233" y="39309"/>
                  </a:lnTo>
                  <a:lnTo>
                    <a:pt x="127410" y="21239"/>
                  </a:lnTo>
                  <a:lnTo>
                    <a:pt x="142430" y="15595"/>
                  </a:lnTo>
                  <a:lnTo>
                    <a:pt x="163506" y="23848"/>
                  </a:lnTo>
                  <a:lnTo>
                    <a:pt x="164100" y="30705"/>
                  </a:lnTo>
                  <a:lnTo>
                    <a:pt x="171461" y="30463"/>
                  </a:lnTo>
                  <a:lnTo>
                    <a:pt x="171877" y="19600"/>
                  </a:lnTo>
                  <a:lnTo>
                    <a:pt x="177398" y="5947"/>
                  </a:lnTo>
                  <a:lnTo>
                    <a:pt x="188619" y="1395"/>
                  </a:lnTo>
                  <a:lnTo>
                    <a:pt x="210526" y="4915"/>
                  </a:lnTo>
                  <a:lnTo>
                    <a:pt x="227980" y="0"/>
                  </a:lnTo>
                  <a:lnTo>
                    <a:pt x="240389" y="16870"/>
                  </a:lnTo>
                  <a:lnTo>
                    <a:pt x="260396" y="38534"/>
                  </a:lnTo>
                  <a:lnTo>
                    <a:pt x="257962" y="50003"/>
                  </a:lnTo>
                  <a:lnTo>
                    <a:pt x="253466" y="50003"/>
                  </a:lnTo>
                  <a:lnTo>
                    <a:pt x="246660" y="50003"/>
                  </a:lnTo>
                  <a:lnTo>
                    <a:pt x="243929" y="46730"/>
                  </a:lnTo>
                  <a:lnTo>
                    <a:pt x="241700" y="44238"/>
                  </a:lnTo>
                  <a:lnTo>
                    <a:pt x="219843" y="58038"/>
                  </a:lnTo>
                  <a:lnTo>
                    <a:pt x="217064" y="68945"/>
                  </a:lnTo>
                  <a:lnTo>
                    <a:pt x="217140" y="69206"/>
                  </a:lnTo>
                  <a:lnTo>
                    <a:pt x="219467" y="74692"/>
                  </a:lnTo>
                  <a:lnTo>
                    <a:pt x="222127" y="78090"/>
                  </a:lnTo>
                  <a:lnTo>
                    <a:pt x="222771" y="80871"/>
                  </a:lnTo>
                  <a:lnTo>
                    <a:pt x="214795" y="88509"/>
                  </a:lnTo>
                  <a:lnTo>
                    <a:pt x="212485" y="90722"/>
                  </a:lnTo>
                  <a:lnTo>
                    <a:pt x="204189" y="89352"/>
                  </a:lnTo>
                  <a:lnTo>
                    <a:pt x="191691" y="96493"/>
                  </a:lnTo>
                  <a:lnTo>
                    <a:pt x="189093" y="97977"/>
                  </a:lnTo>
                  <a:lnTo>
                    <a:pt x="189213" y="101038"/>
                  </a:lnTo>
                  <a:lnTo>
                    <a:pt x="200790" y="102312"/>
                  </a:lnTo>
                  <a:lnTo>
                    <a:pt x="203105" y="119122"/>
                  </a:lnTo>
                  <a:lnTo>
                    <a:pt x="197702" y="133504"/>
                  </a:lnTo>
                  <a:lnTo>
                    <a:pt x="180485" y="138783"/>
                  </a:lnTo>
                  <a:lnTo>
                    <a:pt x="179035" y="136800"/>
                  </a:lnTo>
                  <a:lnTo>
                    <a:pt x="162912" y="145398"/>
                  </a:lnTo>
                  <a:lnTo>
                    <a:pt x="154244" y="147825"/>
                  </a:lnTo>
                  <a:lnTo>
                    <a:pt x="149851" y="145034"/>
                  </a:lnTo>
                  <a:lnTo>
                    <a:pt x="146124" y="150640"/>
                  </a:lnTo>
                  <a:lnTo>
                    <a:pt x="149614" y="158020"/>
                  </a:lnTo>
                  <a:lnTo>
                    <a:pt x="145814" y="169368"/>
                  </a:lnTo>
                  <a:lnTo>
                    <a:pt x="140411" y="167304"/>
                  </a:lnTo>
                  <a:lnTo>
                    <a:pt x="133406" y="180776"/>
                  </a:lnTo>
                  <a:lnTo>
                    <a:pt x="131329" y="179503"/>
                  </a:lnTo>
                  <a:lnTo>
                    <a:pt x="130299" y="178711"/>
                  </a:lnTo>
                  <a:lnTo>
                    <a:pt x="129648" y="178210"/>
                  </a:lnTo>
                  <a:lnTo>
                    <a:pt x="128878" y="177619"/>
                  </a:lnTo>
                  <a:lnTo>
                    <a:pt x="122799" y="172997"/>
                  </a:lnTo>
                  <a:lnTo>
                    <a:pt x="115552" y="167203"/>
                  </a:lnTo>
                  <a:lnTo>
                    <a:pt x="112817" y="170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672804" y="4802335"/>
              <a:ext cx="183392" cy="121519"/>
            </a:xfrm>
            <a:custGeom>
              <a:avLst/>
              <a:pathLst>
                <a:path w="183392" h="121519">
                  <a:moveTo>
                    <a:pt x="70820" y="1532"/>
                  </a:moveTo>
                  <a:lnTo>
                    <a:pt x="71103" y="1870"/>
                  </a:lnTo>
                  <a:lnTo>
                    <a:pt x="71707" y="1622"/>
                  </a:lnTo>
                  <a:lnTo>
                    <a:pt x="71926" y="1533"/>
                  </a:lnTo>
                  <a:lnTo>
                    <a:pt x="72404" y="1336"/>
                  </a:lnTo>
                  <a:lnTo>
                    <a:pt x="72664" y="1270"/>
                  </a:lnTo>
                  <a:lnTo>
                    <a:pt x="73643" y="1033"/>
                  </a:lnTo>
                  <a:lnTo>
                    <a:pt x="73957" y="1015"/>
                  </a:lnTo>
                  <a:lnTo>
                    <a:pt x="74350" y="992"/>
                  </a:lnTo>
                  <a:lnTo>
                    <a:pt x="74591" y="978"/>
                  </a:lnTo>
                  <a:lnTo>
                    <a:pt x="74852" y="963"/>
                  </a:lnTo>
                  <a:lnTo>
                    <a:pt x="75127" y="948"/>
                  </a:lnTo>
                  <a:lnTo>
                    <a:pt x="75296" y="951"/>
                  </a:lnTo>
                  <a:lnTo>
                    <a:pt x="75514" y="956"/>
                  </a:lnTo>
                  <a:lnTo>
                    <a:pt x="76454" y="979"/>
                  </a:lnTo>
                  <a:lnTo>
                    <a:pt x="76918" y="1050"/>
                  </a:lnTo>
                  <a:lnTo>
                    <a:pt x="77556" y="1147"/>
                  </a:lnTo>
                  <a:lnTo>
                    <a:pt x="78078" y="1227"/>
                  </a:lnTo>
                  <a:lnTo>
                    <a:pt x="78939" y="1359"/>
                  </a:lnTo>
                  <a:lnTo>
                    <a:pt x="79184" y="1397"/>
                  </a:lnTo>
                  <a:lnTo>
                    <a:pt x="80324" y="1571"/>
                  </a:lnTo>
                  <a:lnTo>
                    <a:pt x="80553" y="1606"/>
                  </a:lnTo>
                  <a:lnTo>
                    <a:pt x="80811" y="1631"/>
                  </a:lnTo>
                  <a:lnTo>
                    <a:pt x="81851" y="1730"/>
                  </a:lnTo>
                  <a:lnTo>
                    <a:pt x="82484" y="1791"/>
                  </a:lnTo>
                  <a:lnTo>
                    <a:pt x="83059" y="1846"/>
                  </a:lnTo>
                  <a:lnTo>
                    <a:pt x="83282" y="1822"/>
                  </a:lnTo>
                  <a:lnTo>
                    <a:pt x="84287" y="1717"/>
                  </a:lnTo>
                  <a:lnTo>
                    <a:pt x="84642" y="1946"/>
                  </a:lnTo>
                  <a:lnTo>
                    <a:pt x="84884" y="2102"/>
                  </a:lnTo>
                  <a:lnTo>
                    <a:pt x="85973" y="2004"/>
                  </a:lnTo>
                  <a:lnTo>
                    <a:pt x="88189" y="2127"/>
                  </a:lnTo>
                  <a:lnTo>
                    <a:pt x="91133" y="2384"/>
                  </a:lnTo>
                  <a:lnTo>
                    <a:pt x="91269" y="2419"/>
                  </a:lnTo>
                  <a:lnTo>
                    <a:pt x="91455" y="2412"/>
                  </a:lnTo>
                  <a:lnTo>
                    <a:pt x="93677" y="2330"/>
                  </a:lnTo>
                  <a:lnTo>
                    <a:pt x="94875" y="2285"/>
                  </a:lnTo>
                  <a:lnTo>
                    <a:pt x="95896" y="2248"/>
                  </a:lnTo>
                  <a:lnTo>
                    <a:pt x="96391" y="2229"/>
                  </a:lnTo>
                  <a:lnTo>
                    <a:pt x="97823" y="2176"/>
                  </a:lnTo>
                  <a:lnTo>
                    <a:pt x="98172" y="2060"/>
                  </a:lnTo>
                  <a:lnTo>
                    <a:pt x="98314" y="2013"/>
                  </a:lnTo>
                  <a:lnTo>
                    <a:pt x="98664" y="1897"/>
                  </a:lnTo>
                  <a:lnTo>
                    <a:pt x="106905" y="4054"/>
                  </a:lnTo>
                  <a:lnTo>
                    <a:pt x="104829" y="12505"/>
                  </a:lnTo>
                  <a:lnTo>
                    <a:pt x="106374" y="16363"/>
                  </a:lnTo>
                  <a:lnTo>
                    <a:pt x="107636" y="16363"/>
                  </a:lnTo>
                  <a:lnTo>
                    <a:pt x="110751" y="24558"/>
                  </a:lnTo>
                  <a:lnTo>
                    <a:pt x="106686" y="25917"/>
                  </a:lnTo>
                  <a:lnTo>
                    <a:pt x="103988" y="25684"/>
                  </a:lnTo>
                  <a:lnTo>
                    <a:pt x="104634" y="34888"/>
                  </a:lnTo>
                  <a:lnTo>
                    <a:pt x="89531" y="35316"/>
                  </a:lnTo>
                  <a:lnTo>
                    <a:pt x="89170" y="39219"/>
                  </a:lnTo>
                  <a:lnTo>
                    <a:pt x="96142" y="42850"/>
                  </a:lnTo>
                  <a:lnTo>
                    <a:pt x="97738" y="42501"/>
                  </a:lnTo>
                  <a:lnTo>
                    <a:pt x="99201" y="43355"/>
                  </a:lnTo>
                  <a:lnTo>
                    <a:pt x="98384" y="45025"/>
                  </a:lnTo>
                  <a:lnTo>
                    <a:pt x="101309" y="46656"/>
                  </a:lnTo>
                  <a:lnTo>
                    <a:pt x="99258" y="51550"/>
                  </a:lnTo>
                  <a:lnTo>
                    <a:pt x="103285" y="53589"/>
                  </a:lnTo>
                  <a:lnTo>
                    <a:pt x="107104" y="57414"/>
                  </a:lnTo>
                  <a:lnTo>
                    <a:pt x="109172" y="55802"/>
                  </a:lnTo>
                  <a:lnTo>
                    <a:pt x="112734" y="60427"/>
                  </a:lnTo>
                  <a:lnTo>
                    <a:pt x="114183" y="59371"/>
                  </a:lnTo>
                  <a:lnTo>
                    <a:pt x="122504" y="50750"/>
                  </a:lnTo>
                  <a:lnTo>
                    <a:pt x="126190" y="53236"/>
                  </a:lnTo>
                  <a:lnTo>
                    <a:pt x="121977" y="57729"/>
                  </a:lnTo>
                  <a:lnTo>
                    <a:pt x="124531" y="59489"/>
                  </a:lnTo>
                  <a:lnTo>
                    <a:pt x="120476" y="62716"/>
                  </a:lnTo>
                  <a:lnTo>
                    <a:pt x="128361" y="73773"/>
                  </a:lnTo>
                  <a:lnTo>
                    <a:pt x="127495" y="77408"/>
                  </a:lnTo>
                  <a:lnTo>
                    <a:pt x="130071" y="81603"/>
                  </a:lnTo>
                  <a:lnTo>
                    <a:pt x="132191" y="80251"/>
                  </a:lnTo>
                  <a:lnTo>
                    <a:pt x="133696" y="82931"/>
                  </a:lnTo>
                  <a:lnTo>
                    <a:pt x="132122" y="83933"/>
                  </a:lnTo>
                  <a:lnTo>
                    <a:pt x="132576" y="84967"/>
                  </a:lnTo>
                  <a:lnTo>
                    <a:pt x="134950" y="84080"/>
                  </a:lnTo>
                  <a:lnTo>
                    <a:pt x="135567" y="83669"/>
                  </a:lnTo>
                  <a:lnTo>
                    <a:pt x="134880" y="81139"/>
                  </a:lnTo>
                  <a:lnTo>
                    <a:pt x="138470" y="79274"/>
                  </a:lnTo>
                  <a:lnTo>
                    <a:pt x="138926" y="79973"/>
                  </a:lnTo>
                  <a:lnTo>
                    <a:pt x="140807" y="78342"/>
                  </a:lnTo>
                  <a:lnTo>
                    <a:pt x="140408" y="67448"/>
                  </a:lnTo>
                  <a:lnTo>
                    <a:pt x="142175" y="57370"/>
                  </a:lnTo>
                  <a:lnTo>
                    <a:pt x="144562" y="52770"/>
                  </a:lnTo>
                  <a:lnTo>
                    <a:pt x="155405" y="58843"/>
                  </a:lnTo>
                  <a:lnTo>
                    <a:pt x="165550" y="65659"/>
                  </a:lnTo>
                  <a:lnTo>
                    <a:pt x="169198" y="67348"/>
                  </a:lnTo>
                  <a:lnTo>
                    <a:pt x="173472" y="65659"/>
                  </a:lnTo>
                  <a:lnTo>
                    <a:pt x="178219" y="69296"/>
                  </a:lnTo>
                  <a:lnTo>
                    <a:pt x="177837" y="69871"/>
                  </a:lnTo>
                  <a:lnTo>
                    <a:pt x="175037" y="73903"/>
                  </a:lnTo>
                  <a:lnTo>
                    <a:pt x="172437" y="77648"/>
                  </a:lnTo>
                  <a:lnTo>
                    <a:pt x="173756" y="79695"/>
                  </a:lnTo>
                  <a:lnTo>
                    <a:pt x="175935" y="83079"/>
                  </a:lnTo>
                  <a:lnTo>
                    <a:pt x="176910" y="84593"/>
                  </a:lnTo>
                  <a:lnTo>
                    <a:pt x="179684" y="82905"/>
                  </a:lnTo>
                  <a:lnTo>
                    <a:pt x="179949" y="82744"/>
                  </a:lnTo>
                  <a:lnTo>
                    <a:pt x="180241" y="82566"/>
                  </a:lnTo>
                  <a:lnTo>
                    <a:pt x="183392" y="81279"/>
                  </a:lnTo>
                  <a:lnTo>
                    <a:pt x="182662" y="82896"/>
                  </a:lnTo>
                  <a:lnTo>
                    <a:pt x="181384" y="89968"/>
                  </a:lnTo>
                  <a:lnTo>
                    <a:pt x="181466" y="93521"/>
                  </a:lnTo>
                  <a:lnTo>
                    <a:pt x="181790" y="97422"/>
                  </a:lnTo>
                  <a:lnTo>
                    <a:pt x="181048" y="98311"/>
                  </a:lnTo>
                  <a:lnTo>
                    <a:pt x="180775" y="98670"/>
                  </a:lnTo>
                  <a:lnTo>
                    <a:pt x="180613" y="98883"/>
                  </a:lnTo>
                  <a:lnTo>
                    <a:pt x="180324" y="99053"/>
                  </a:lnTo>
                  <a:lnTo>
                    <a:pt x="179897" y="99306"/>
                  </a:lnTo>
                  <a:lnTo>
                    <a:pt x="179668" y="99450"/>
                  </a:lnTo>
                  <a:lnTo>
                    <a:pt x="176330" y="101549"/>
                  </a:lnTo>
                  <a:lnTo>
                    <a:pt x="175065" y="102344"/>
                  </a:lnTo>
                  <a:lnTo>
                    <a:pt x="172829" y="103750"/>
                  </a:lnTo>
                  <a:lnTo>
                    <a:pt x="170487" y="105223"/>
                  </a:lnTo>
                  <a:lnTo>
                    <a:pt x="169795" y="105658"/>
                  </a:lnTo>
                  <a:lnTo>
                    <a:pt x="170375" y="106133"/>
                  </a:lnTo>
                  <a:lnTo>
                    <a:pt x="171548" y="107514"/>
                  </a:lnTo>
                  <a:lnTo>
                    <a:pt x="173273" y="109544"/>
                  </a:lnTo>
                  <a:lnTo>
                    <a:pt x="173665" y="110006"/>
                  </a:lnTo>
                  <a:lnTo>
                    <a:pt x="174359" y="110823"/>
                  </a:lnTo>
                  <a:lnTo>
                    <a:pt x="173827" y="111120"/>
                  </a:lnTo>
                  <a:lnTo>
                    <a:pt x="173618" y="110900"/>
                  </a:lnTo>
                  <a:lnTo>
                    <a:pt x="168600" y="110643"/>
                  </a:lnTo>
                  <a:lnTo>
                    <a:pt x="167739" y="110599"/>
                  </a:lnTo>
                  <a:lnTo>
                    <a:pt x="162798" y="110346"/>
                  </a:lnTo>
                  <a:lnTo>
                    <a:pt x="162294" y="110321"/>
                  </a:lnTo>
                  <a:lnTo>
                    <a:pt x="160935" y="110251"/>
                  </a:lnTo>
                  <a:lnTo>
                    <a:pt x="158338" y="110184"/>
                  </a:lnTo>
                  <a:lnTo>
                    <a:pt x="153811" y="110067"/>
                  </a:lnTo>
                  <a:lnTo>
                    <a:pt x="153201" y="110051"/>
                  </a:lnTo>
                  <a:lnTo>
                    <a:pt x="152810" y="110041"/>
                  </a:lnTo>
                  <a:lnTo>
                    <a:pt x="146553" y="109879"/>
                  </a:lnTo>
                  <a:lnTo>
                    <a:pt x="146083" y="109856"/>
                  </a:lnTo>
                  <a:lnTo>
                    <a:pt x="144631" y="109783"/>
                  </a:lnTo>
                  <a:lnTo>
                    <a:pt x="139543" y="109529"/>
                  </a:lnTo>
                  <a:lnTo>
                    <a:pt x="138855" y="109495"/>
                  </a:lnTo>
                  <a:lnTo>
                    <a:pt x="131948" y="109151"/>
                  </a:lnTo>
                  <a:lnTo>
                    <a:pt x="130984" y="109116"/>
                  </a:lnTo>
                  <a:lnTo>
                    <a:pt x="127533" y="109089"/>
                  </a:lnTo>
                  <a:lnTo>
                    <a:pt x="124721" y="109068"/>
                  </a:lnTo>
                  <a:lnTo>
                    <a:pt x="124202" y="109064"/>
                  </a:lnTo>
                  <a:lnTo>
                    <a:pt x="121346" y="109007"/>
                  </a:lnTo>
                  <a:lnTo>
                    <a:pt x="121001" y="109066"/>
                  </a:lnTo>
                  <a:lnTo>
                    <a:pt x="118727" y="109456"/>
                  </a:lnTo>
                  <a:lnTo>
                    <a:pt x="115246" y="110053"/>
                  </a:lnTo>
                  <a:lnTo>
                    <a:pt x="111370" y="110717"/>
                  </a:lnTo>
                  <a:lnTo>
                    <a:pt x="109799" y="110986"/>
                  </a:lnTo>
                  <a:lnTo>
                    <a:pt x="108570" y="111197"/>
                  </a:lnTo>
                  <a:lnTo>
                    <a:pt x="108647" y="111334"/>
                  </a:lnTo>
                  <a:lnTo>
                    <a:pt x="105960" y="111923"/>
                  </a:lnTo>
                  <a:lnTo>
                    <a:pt x="103328" y="112500"/>
                  </a:lnTo>
                  <a:lnTo>
                    <a:pt x="102913" y="112461"/>
                  </a:lnTo>
                  <a:lnTo>
                    <a:pt x="101907" y="112368"/>
                  </a:lnTo>
                  <a:lnTo>
                    <a:pt x="89017" y="109494"/>
                  </a:lnTo>
                  <a:lnTo>
                    <a:pt x="86472" y="108817"/>
                  </a:lnTo>
                  <a:lnTo>
                    <a:pt x="85764" y="108629"/>
                  </a:lnTo>
                  <a:lnTo>
                    <a:pt x="84399" y="108266"/>
                  </a:lnTo>
                  <a:lnTo>
                    <a:pt x="83424" y="108007"/>
                  </a:lnTo>
                  <a:lnTo>
                    <a:pt x="82479" y="107756"/>
                  </a:lnTo>
                  <a:lnTo>
                    <a:pt x="80791" y="107307"/>
                  </a:lnTo>
                  <a:lnTo>
                    <a:pt x="79993" y="107095"/>
                  </a:lnTo>
                  <a:lnTo>
                    <a:pt x="77915" y="107937"/>
                  </a:lnTo>
                  <a:lnTo>
                    <a:pt x="77084" y="108273"/>
                  </a:lnTo>
                  <a:lnTo>
                    <a:pt x="73393" y="109768"/>
                  </a:lnTo>
                  <a:lnTo>
                    <a:pt x="72655" y="110067"/>
                  </a:lnTo>
                  <a:lnTo>
                    <a:pt x="73392" y="111844"/>
                  </a:lnTo>
                  <a:lnTo>
                    <a:pt x="71132" y="112759"/>
                  </a:lnTo>
                  <a:lnTo>
                    <a:pt x="70749" y="112914"/>
                  </a:lnTo>
                  <a:lnTo>
                    <a:pt x="70304" y="113094"/>
                  </a:lnTo>
                  <a:lnTo>
                    <a:pt x="69826" y="113287"/>
                  </a:lnTo>
                  <a:lnTo>
                    <a:pt x="64996" y="115242"/>
                  </a:lnTo>
                  <a:lnTo>
                    <a:pt x="62253" y="116352"/>
                  </a:lnTo>
                  <a:lnTo>
                    <a:pt x="61820" y="116528"/>
                  </a:lnTo>
                  <a:lnTo>
                    <a:pt x="58562" y="117846"/>
                  </a:lnTo>
                  <a:lnTo>
                    <a:pt x="57612" y="118231"/>
                  </a:lnTo>
                  <a:lnTo>
                    <a:pt x="57468" y="118218"/>
                  </a:lnTo>
                  <a:lnTo>
                    <a:pt x="57189" y="118195"/>
                  </a:lnTo>
                  <a:lnTo>
                    <a:pt x="56616" y="117963"/>
                  </a:lnTo>
                  <a:lnTo>
                    <a:pt x="55944" y="117348"/>
                  </a:lnTo>
                  <a:lnTo>
                    <a:pt x="55298" y="116756"/>
                  </a:lnTo>
                  <a:lnTo>
                    <a:pt x="54582" y="116269"/>
                  </a:lnTo>
                  <a:lnTo>
                    <a:pt x="54183" y="115997"/>
                  </a:lnTo>
                  <a:lnTo>
                    <a:pt x="53899" y="115803"/>
                  </a:lnTo>
                  <a:lnTo>
                    <a:pt x="52951" y="115158"/>
                  </a:lnTo>
                  <a:lnTo>
                    <a:pt x="52732" y="115008"/>
                  </a:lnTo>
                  <a:lnTo>
                    <a:pt x="52437" y="114807"/>
                  </a:lnTo>
                  <a:lnTo>
                    <a:pt x="51294" y="113953"/>
                  </a:lnTo>
                  <a:lnTo>
                    <a:pt x="49998" y="112986"/>
                  </a:lnTo>
                  <a:lnTo>
                    <a:pt x="49658" y="112732"/>
                  </a:lnTo>
                  <a:lnTo>
                    <a:pt x="47944" y="111724"/>
                  </a:lnTo>
                  <a:lnTo>
                    <a:pt x="47284" y="111336"/>
                  </a:lnTo>
                  <a:lnTo>
                    <a:pt x="45917" y="110689"/>
                  </a:lnTo>
                  <a:lnTo>
                    <a:pt x="45584" y="110531"/>
                  </a:lnTo>
                  <a:lnTo>
                    <a:pt x="45215" y="110357"/>
                  </a:lnTo>
                  <a:lnTo>
                    <a:pt x="45080" y="110292"/>
                  </a:lnTo>
                  <a:lnTo>
                    <a:pt x="44541" y="110037"/>
                  </a:lnTo>
                  <a:lnTo>
                    <a:pt x="43318" y="109697"/>
                  </a:lnTo>
                  <a:lnTo>
                    <a:pt x="43077" y="109684"/>
                  </a:lnTo>
                  <a:lnTo>
                    <a:pt x="42819" y="109670"/>
                  </a:lnTo>
                  <a:lnTo>
                    <a:pt x="42214" y="109637"/>
                  </a:lnTo>
                  <a:lnTo>
                    <a:pt x="41204" y="109649"/>
                  </a:lnTo>
                  <a:lnTo>
                    <a:pt x="40067" y="109851"/>
                  </a:lnTo>
                  <a:lnTo>
                    <a:pt x="39129" y="110194"/>
                  </a:lnTo>
                  <a:lnTo>
                    <a:pt x="37582" y="110952"/>
                  </a:lnTo>
                  <a:lnTo>
                    <a:pt x="36947" y="111376"/>
                  </a:lnTo>
                  <a:lnTo>
                    <a:pt x="36624" y="111592"/>
                  </a:lnTo>
                  <a:lnTo>
                    <a:pt x="35488" y="113039"/>
                  </a:lnTo>
                  <a:lnTo>
                    <a:pt x="34297" y="114558"/>
                  </a:lnTo>
                  <a:lnTo>
                    <a:pt x="34151" y="114764"/>
                  </a:lnTo>
                  <a:lnTo>
                    <a:pt x="33665" y="115452"/>
                  </a:lnTo>
                  <a:lnTo>
                    <a:pt x="32503" y="116165"/>
                  </a:lnTo>
                  <a:lnTo>
                    <a:pt x="32305" y="115582"/>
                  </a:lnTo>
                  <a:lnTo>
                    <a:pt x="29139" y="116950"/>
                  </a:lnTo>
                  <a:lnTo>
                    <a:pt x="28930" y="117041"/>
                  </a:lnTo>
                  <a:lnTo>
                    <a:pt x="28678" y="117150"/>
                  </a:lnTo>
                  <a:lnTo>
                    <a:pt x="27776" y="117539"/>
                  </a:lnTo>
                  <a:lnTo>
                    <a:pt x="25563" y="118496"/>
                  </a:lnTo>
                  <a:lnTo>
                    <a:pt x="24327" y="119030"/>
                  </a:lnTo>
                  <a:lnTo>
                    <a:pt x="21451" y="120273"/>
                  </a:lnTo>
                  <a:lnTo>
                    <a:pt x="19195" y="121248"/>
                  </a:lnTo>
                  <a:lnTo>
                    <a:pt x="18810" y="121414"/>
                  </a:lnTo>
                  <a:lnTo>
                    <a:pt x="18568" y="121519"/>
                  </a:lnTo>
                  <a:lnTo>
                    <a:pt x="17415" y="118307"/>
                  </a:lnTo>
                  <a:lnTo>
                    <a:pt x="13689" y="107927"/>
                  </a:lnTo>
                  <a:lnTo>
                    <a:pt x="13503" y="107409"/>
                  </a:lnTo>
                  <a:lnTo>
                    <a:pt x="4290" y="81744"/>
                  </a:lnTo>
                  <a:lnTo>
                    <a:pt x="653" y="72382"/>
                  </a:lnTo>
                  <a:lnTo>
                    <a:pt x="0" y="70699"/>
                  </a:lnTo>
                  <a:lnTo>
                    <a:pt x="287" y="70591"/>
                  </a:lnTo>
                  <a:lnTo>
                    <a:pt x="3080" y="69533"/>
                  </a:lnTo>
                  <a:lnTo>
                    <a:pt x="8860" y="67343"/>
                  </a:lnTo>
                  <a:lnTo>
                    <a:pt x="11560" y="66321"/>
                  </a:lnTo>
                  <a:lnTo>
                    <a:pt x="11902" y="66191"/>
                  </a:lnTo>
                  <a:lnTo>
                    <a:pt x="12060" y="66131"/>
                  </a:lnTo>
                  <a:lnTo>
                    <a:pt x="19276" y="63398"/>
                  </a:lnTo>
                  <a:lnTo>
                    <a:pt x="19536" y="63300"/>
                  </a:lnTo>
                  <a:lnTo>
                    <a:pt x="20254" y="63028"/>
                  </a:lnTo>
                  <a:lnTo>
                    <a:pt x="21251" y="62650"/>
                  </a:lnTo>
                  <a:lnTo>
                    <a:pt x="21580" y="62525"/>
                  </a:lnTo>
                  <a:lnTo>
                    <a:pt x="22008" y="62363"/>
                  </a:lnTo>
                  <a:lnTo>
                    <a:pt x="22329" y="62244"/>
                  </a:lnTo>
                  <a:lnTo>
                    <a:pt x="22809" y="62066"/>
                  </a:lnTo>
                  <a:lnTo>
                    <a:pt x="27616" y="60280"/>
                  </a:lnTo>
                  <a:lnTo>
                    <a:pt x="28070" y="60111"/>
                  </a:lnTo>
                  <a:lnTo>
                    <a:pt x="29812" y="59464"/>
                  </a:lnTo>
                  <a:lnTo>
                    <a:pt x="30994" y="59025"/>
                  </a:lnTo>
                  <a:lnTo>
                    <a:pt x="31437" y="58860"/>
                  </a:lnTo>
                  <a:lnTo>
                    <a:pt x="31729" y="58752"/>
                  </a:lnTo>
                  <a:lnTo>
                    <a:pt x="38766" y="56137"/>
                  </a:lnTo>
                  <a:lnTo>
                    <a:pt x="39392" y="56011"/>
                  </a:lnTo>
                  <a:lnTo>
                    <a:pt x="41498" y="55584"/>
                  </a:lnTo>
                  <a:lnTo>
                    <a:pt x="41186" y="54751"/>
                  </a:lnTo>
                  <a:lnTo>
                    <a:pt x="40490" y="53112"/>
                  </a:lnTo>
                  <a:lnTo>
                    <a:pt x="44499" y="51484"/>
                  </a:lnTo>
                  <a:lnTo>
                    <a:pt x="45826" y="50945"/>
                  </a:lnTo>
                  <a:lnTo>
                    <a:pt x="47114" y="50423"/>
                  </a:lnTo>
                  <a:lnTo>
                    <a:pt x="47153" y="50280"/>
                  </a:lnTo>
                  <a:lnTo>
                    <a:pt x="47450" y="49209"/>
                  </a:lnTo>
                  <a:lnTo>
                    <a:pt x="47970" y="47331"/>
                  </a:lnTo>
                  <a:lnTo>
                    <a:pt x="48039" y="47082"/>
                  </a:lnTo>
                  <a:lnTo>
                    <a:pt x="48120" y="46787"/>
                  </a:lnTo>
                  <a:lnTo>
                    <a:pt x="48353" y="45947"/>
                  </a:lnTo>
                  <a:lnTo>
                    <a:pt x="47647" y="43635"/>
                  </a:lnTo>
                  <a:lnTo>
                    <a:pt x="47558" y="43398"/>
                  </a:lnTo>
                  <a:lnTo>
                    <a:pt x="47482" y="43021"/>
                  </a:lnTo>
                  <a:lnTo>
                    <a:pt x="48526" y="42567"/>
                  </a:lnTo>
                  <a:lnTo>
                    <a:pt x="50147" y="41861"/>
                  </a:lnTo>
                  <a:lnTo>
                    <a:pt x="50532" y="41682"/>
                  </a:lnTo>
                  <a:lnTo>
                    <a:pt x="51484" y="41240"/>
                  </a:lnTo>
                  <a:lnTo>
                    <a:pt x="51745" y="41118"/>
                  </a:lnTo>
                  <a:lnTo>
                    <a:pt x="56208" y="39043"/>
                  </a:lnTo>
                  <a:lnTo>
                    <a:pt x="56718" y="38806"/>
                  </a:lnTo>
                  <a:lnTo>
                    <a:pt x="57956" y="38082"/>
                  </a:lnTo>
                  <a:lnTo>
                    <a:pt x="58550" y="37829"/>
                  </a:lnTo>
                  <a:lnTo>
                    <a:pt x="59033" y="37624"/>
                  </a:lnTo>
                  <a:lnTo>
                    <a:pt x="60436" y="36117"/>
                  </a:lnTo>
                  <a:lnTo>
                    <a:pt x="60750" y="35780"/>
                  </a:lnTo>
                  <a:lnTo>
                    <a:pt x="64732" y="31507"/>
                  </a:lnTo>
                  <a:lnTo>
                    <a:pt x="65551" y="31020"/>
                  </a:lnTo>
                  <a:lnTo>
                    <a:pt x="68005" y="29561"/>
                  </a:lnTo>
                  <a:lnTo>
                    <a:pt x="68817" y="29079"/>
                  </a:lnTo>
                  <a:lnTo>
                    <a:pt x="70101" y="28760"/>
                  </a:lnTo>
                  <a:lnTo>
                    <a:pt x="74855" y="27580"/>
                  </a:lnTo>
                  <a:lnTo>
                    <a:pt x="73698" y="26242"/>
                  </a:lnTo>
                  <a:lnTo>
                    <a:pt x="72469" y="24819"/>
                  </a:lnTo>
                  <a:lnTo>
                    <a:pt x="72074" y="24361"/>
                  </a:lnTo>
                  <a:lnTo>
                    <a:pt x="71493" y="23689"/>
                  </a:lnTo>
                  <a:lnTo>
                    <a:pt x="70464" y="22498"/>
                  </a:lnTo>
                  <a:lnTo>
                    <a:pt x="69501" y="21383"/>
                  </a:lnTo>
                  <a:lnTo>
                    <a:pt x="69193" y="21027"/>
                  </a:lnTo>
                  <a:lnTo>
                    <a:pt x="68511" y="20237"/>
                  </a:lnTo>
                  <a:lnTo>
                    <a:pt x="67257" y="18786"/>
                  </a:lnTo>
                  <a:lnTo>
                    <a:pt x="67010" y="18500"/>
                  </a:lnTo>
                  <a:lnTo>
                    <a:pt x="66379" y="17770"/>
                  </a:lnTo>
                  <a:lnTo>
                    <a:pt x="66049" y="17339"/>
                  </a:lnTo>
                  <a:lnTo>
                    <a:pt x="65082" y="16081"/>
                  </a:lnTo>
                  <a:lnTo>
                    <a:pt x="65326" y="15866"/>
                  </a:lnTo>
                  <a:lnTo>
                    <a:pt x="65467" y="15742"/>
                  </a:lnTo>
                  <a:lnTo>
                    <a:pt x="68940" y="12682"/>
                  </a:lnTo>
                  <a:lnTo>
                    <a:pt x="69441" y="12242"/>
                  </a:lnTo>
                  <a:lnTo>
                    <a:pt x="68961" y="12331"/>
                  </a:lnTo>
                  <a:lnTo>
                    <a:pt x="68654" y="11945"/>
                  </a:lnTo>
                  <a:lnTo>
                    <a:pt x="68408" y="11634"/>
                  </a:lnTo>
                  <a:lnTo>
                    <a:pt x="68262" y="11449"/>
                  </a:lnTo>
                  <a:lnTo>
                    <a:pt x="67853" y="10933"/>
                  </a:lnTo>
                  <a:lnTo>
                    <a:pt x="67346" y="10292"/>
                  </a:lnTo>
                  <a:lnTo>
                    <a:pt x="67214" y="10079"/>
                  </a:lnTo>
                  <a:lnTo>
                    <a:pt x="66963" y="9671"/>
                  </a:lnTo>
                  <a:lnTo>
                    <a:pt x="66601" y="9084"/>
                  </a:lnTo>
                  <a:lnTo>
                    <a:pt x="66472" y="8875"/>
                  </a:lnTo>
                  <a:lnTo>
                    <a:pt x="65981" y="7842"/>
                  </a:lnTo>
                  <a:lnTo>
                    <a:pt x="65826" y="7516"/>
                  </a:lnTo>
                  <a:lnTo>
                    <a:pt x="65689" y="6635"/>
                  </a:lnTo>
                  <a:lnTo>
                    <a:pt x="65491" y="5365"/>
                  </a:lnTo>
                  <a:lnTo>
                    <a:pt x="64741" y="4235"/>
                  </a:lnTo>
                  <a:lnTo>
                    <a:pt x="65050" y="3969"/>
                  </a:lnTo>
                  <a:lnTo>
                    <a:pt x="65509" y="3576"/>
                  </a:lnTo>
                  <a:lnTo>
                    <a:pt x="65897" y="3243"/>
                  </a:lnTo>
                  <a:lnTo>
                    <a:pt x="66918" y="2367"/>
                  </a:lnTo>
                  <a:lnTo>
                    <a:pt x="67240" y="2091"/>
                  </a:lnTo>
                  <a:lnTo>
                    <a:pt x="67902" y="1523"/>
                  </a:lnTo>
                  <a:lnTo>
                    <a:pt x="68103" y="1350"/>
                  </a:lnTo>
                  <a:lnTo>
                    <a:pt x="68321" y="1163"/>
                  </a:lnTo>
                  <a:lnTo>
                    <a:pt x="68647" y="883"/>
                  </a:lnTo>
                  <a:lnTo>
                    <a:pt x="69537" y="0"/>
                  </a:lnTo>
                  <a:lnTo>
                    <a:pt x="70698" y="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581276" y="3846271"/>
              <a:ext cx="105187" cy="91799"/>
            </a:xfrm>
            <a:custGeom>
              <a:avLst/>
              <a:pathLst>
                <a:path w="105187" h="91799">
                  <a:moveTo>
                    <a:pt x="82640" y="0"/>
                  </a:moveTo>
                  <a:lnTo>
                    <a:pt x="83009" y="11262"/>
                  </a:lnTo>
                  <a:lnTo>
                    <a:pt x="86001" y="11845"/>
                  </a:lnTo>
                  <a:lnTo>
                    <a:pt x="92822" y="19876"/>
                  </a:lnTo>
                  <a:lnTo>
                    <a:pt x="93506" y="20681"/>
                  </a:lnTo>
                  <a:lnTo>
                    <a:pt x="95291" y="25332"/>
                  </a:lnTo>
                  <a:lnTo>
                    <a:pt x="95481" y="25827"/>
                  </a:lnTo>
                  <a:lnTo>
                    <a:pt x="95291" y="27361"/>
                  </a:lnTo>
                  <a:lnTo>
                    <a:pt x="94790" y="28788"/>
                  </a:lnTo>
                  <a:lnTo>
                    <a:pt x="93826" y="30264"/>
                  </a:lnTo>
                  <a:lnTo>
                    <a:pt x="94224" y="32196"/>
                  </a:lnTo>
                  <a:lnTo>
                    <a:pt x="94010" y="32522"/>
                  </a:lnTo>
                  <a:lnTo>
                    <a:pt x="93691" y="33009"/>
                  </a:lnTo>
                  <a:lnTo>
                    <a:pt x="93509" y="33286"/>
                  </a:lnTo>
                  <a:lnTo>
                    <a:pt x="93756" y="34257"/>
                  </a:lnTo>
                  <a:lnTo>
                    <a:pt x="92063" y="37345"/>
                  </a:lnTo>
                  <a:lnTo>
                    <a:pt x="92293" y="39345"/>
                  </a:lnTo>
                  <a:lnTo>
                    <a:pt x="90754" y="40743"/>
                  </a:lnTo>
                  <a:lnTo>
                    <a:pt x="91961" y="43309"/>
                  </a:lnTo>
                  <a:lnTo>
                    <a:pt x="93474" y="47538"/>
                  </a:lnTo>
                  <a:lnTo>
                    <a:pt x="93898" y="48720"/>
                  </a:lnTo>
                  <a:lnTo>
                    <a:pt x="94741" y="51098"/>
                  </a:lnTo>
                  <a:lnTo>
                    <a:pt x="96047" y="53816"/>
                  </a:lnTo>
                  <a:lnTo>
                    <a:pt x="97739" y="56682"/>
                  </a:lnTo>
                  <a:lnTo>
                    <a:pt x="99330" y="58830"/>
                  </a:lnTo>
                  <a:lnTo>
                    <a:pt x="99770" y="59304"/>
                  </a:lnTo>
                  <a:lnTo>
                    <a:pt x="100233" y="60942"/>
                  </a:lnTo>
                  <a:lnTo>
                    <a:pt x="100254" y="61215"/>
                  </a:lnTo>
                  <a:lnTo>
                    <a:pt x="100503" y="64361"/>
                  </a:lnTo>
                  <a:lnTo>
                    <a:pt x="100714" y="67020"/>
                  </a:lnTo>
                  <a:lnTo>
                    <a:pt x="100810" y="67557"/>
                  </a:lnTo>
                  <a:lnTo>
                    <a:pt x="101864" y="73478"/>
                  </a:lnTo>
                  <a:lnTo>
                    <a:pt x="102127" y="75118"/>
                  </a:lnTo>
                  <a:lnTo>
                    <a:pt x="102473" y="77271"/>
                  </a:lnTo>
                  <a:lnTo>
                    <a:pt x="103954" y="77232"/>
                  </a:lnTo>
                  <a:lnTo>
                    <a:pt x="104762" y="83099"/>
                  </a:lnTo>
                  <a:lnTo>
                    <a:pt x="105074" y="85373"/>
                  </a:lnTo>
                  <a:lnTo>
                    <a:pt x="105116" y="85678"/>
                  </a:lnTo>
                  <a:lnTo>
                    <a:pt x="105187" y="86195"/>
                  </a:lnTo>
                  <a:lnTo>
                    <a:pt x="104943" y="86221"/>
                  </a:lnTo>
                  <a:lnTo>
                    <a:pt x="97487" y="87151"/>
                  </a:lnTo>
                  <a:lnTo>
                    <a:pt x="88235" y="88305"/>
                  </a:lnTo>
                  <a:lnTo>
                    <a:pt x="86025" y="88581"/>
                  </a:lnTo>
                  <a:lnTo>
                    <a:pt x="84411" y="88783"/>
                  </a:lnTo>
                  <a:lnTo>
                    <a:pt x="79585" y="89408"/>
                  </a:lnTo>
                  <a:lnTo>
                    <a:pt x="78849" y="89503"/>
                  </a:lnTo>
                  <a:lnTo>
                    <a:pt x="78301" y="89574"/>
                  </a:lnTo>
                  <a:lnTo>
                    <a:pt x="77675" y="89655"/>
                  </a:lnTo>
                  <a:lnTo>
                    <a:pt x="77117" y="89728"/>
                  </a:lnTo>
                  <a:lnTo>
                    <a:pt x="66476" y="91106"/>
                  </a:lnTo>
                  <a:lnTo>
                    <a:pt x="62896" y="91570"/>
                  </a:lnTo>
                  <a:lnTo>
                    <a:pt x="61128" y="91799"/>
                  </a:lnTo>
                  <a:lnTo>
                    <a:pt x="60892" y="91642"/>
                  </a:lnTo>
                  <a:lnTo>
                    <a:pt x="60066" y="91090"/>
                  </a:lnTo>
                  <a:lnTo>
                    <a:pt x="59892" y="91053"/>
                  </a:lnTo>
                  <a:lnTo>
                    <a:pt x="58907" y="90588"/>
                  </a:lnTo>
                  <a:lnTo>
                    <a:pt x="55806" y="89123"/>
                  </a:lnTo>
                  <a:lnTo>
                    <a:pt x="53955" y="88219"/>
                  </a:lnTo>
                  <a:lnTo>
                    <a:pt x="48086" y="85354"/>
                  </a:lnTo>
                  <a:lnTo>
                    <a:pt x="42313" y="82013"/>
                  </a:lnTo>
                  <a:lnTo>
                    <a:pt x="41738" y="81680"/>
                  </a:lnTo>
                  <a:lnTo>
                    <a:pt x="33919" y="77156"/>
                  </a:lnTo>
                  <a:lnTo>
                    <a:pt x="30973" y="75452"/>
                  </a:lnTo>
                  <a:lnTo>
                    <a:pt x="27802" y="73608"/>
                  </a:lnTo>
                  <a:lnTo>
                    <a:pt x="22492" y="70151"/>
                  </a:lnTo>
                  <a:lnTo>
                    <a:pt x="20049" y="68561"/>
                  </a:lnTo>
                  <a:lnTo>
                    <a:pt x="16191" y="66049"/>
                  </a:lnTo>
                  <a:lnTo>
                    <a:pt x="13867" y="64474"/>
                  </a:lnTo>
                  <a:lnTo>
                    <a:pt x="14212" y="63924"/>
                  </a:lnTo>
                  <a:lnTo>
                    <a:pt x="13931" y="63745"/>
                  </a:lnTo>
                  <a:lnTo>
                    <a:pt x="4414" y="57676"/>
                  </a:lnTo>
                  <a:lnTo>
                    <a:pt x="3245" y="56930"/>
                  </a:lnTo>
                  <a:lnTo>
                    <a:pt x="0" y="54861"/>
                  </a:lnTo>
                  <a:lnTo>
                    <a:pt x="4284" y="48129"/>
                  </a:lnTo>
                  <a:lnTo>
                    <a:pt x="7930" y="42575"/>
                  </a:lnTo>
                  <a:lnTo>
                    <a:pt x="14092" y="33190"/>
                  </a:lnTo>
                  <a:lnTo>
                    <a:pt x="14429" y="33402"/>
                  </a:lnTo>
                  <a:lnTo>
                    <a:pt x="16619" y="34783"/>
                  </a:lnTo>
                  <a:lnTo>
                    <a:pt x="21925" y="26094"/>
                  </a:lnTo>
                  <a:lnTo>
                    <a:pt x="25453" y="20316"/>
                  </a:lnTo>
                  <a:lnTo>
                    <a:pt x="27312" y="17386"/>
                  </a:lnTo>
                  <a:lnTo>
                    <a:pt x="27405" y="17232"/>
                  </a:lnTo>
                  <a:lnTo>
                    <a:pt x="32941" y="8115"/>
                  </a:lnTo>
                  <a:lnTo>
                    <a:pt x="34694" y="5227"/>
                  </a:lnTo>
                  <a:lnTo>
                    <a:pt x="34935" y="2531"/>
                  </a:lnTo>
                  <a:lnTo>
                    <a:pt x="45574" y="2873"/>
                  </a:lnTo>
                  <a:lnTo>
                    <a:pt x="47344" y="2930"/>
                  </a:lnTo>
                  <a:lnTo>
                    <a:pt x="51619" y="3037"/>
                  </a:lnTo>
                  <a:lnTo>
                    <a:pt x="57898" y="2979"/>
                  </a:lnTo>
                  <a:lnTo>
                    <a:pt x="58154" y="2862"/>
                  </a:lnTo>
                  <a:lnTo>
                    <a:pt x="59950" y="2628"/>
                  </a:lnTo>
                  <a:lnTo>
                    <a:pt x="60261" y="2588"/>
                  </a:lnTo>
                  <a:lnTo>
                    <a:pt x="61061" y="2483"/>
                  </a:lnTo>
                  <a:lnTo>
                    <a:pt x="62970" y="1920"/>
                  </a:lnTo>
                  <a:lnTo>
                    <a:pt x="66095" y="1305"/>
                  </a:lnTo>
                  <a:lnTo>
                    <a:pt x="70754" y="1487"/>
                  </a:lnTo>
                  <a:lnTo>
                    <a:pt x="73901" y="1029"/>
                  </a:lnTo>
                  <a:lnTo>
                    <a:pt x="74282" y="1043"/>
                  </a:lnTo>
                  <a:lnTo>
                    <a:pt x="75971" y="1106"/>
                  </a:lnTo>
                  <a:lnTo>
                    <a:pt x="76716" y="1179"/>
                  </a:lnTo>
                  <a:lnTo>
                    <a:pt x="77168" y="1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300088" y="3453865"/>
              <a:ext cx="346745" cy="209132"/>
            </a:xfrm>
            <a:custGeom>
              <a:avLst/>
              <a:pathLst>
                <a:path w="346745" h="209132">
                  <a:moveTo>
                    <a:pt x="180137" y="1126"/>
                  </a:moveTo>
                  <a:lnTo>
                    <a:pt x="180061" y="6524"/>
                  </a:lnTo>
                  <a:lnTo>
                    <a:pt x="173906" y="6485"/>
                  </a:lnTo>
                  <a:lnTo>
                    <a:pt x="172158" y="7262"/>
                  </a:lnTo>
                  <a:lnTo>
                    <a:pt x="171360" y="9476"/>
                  </a:lnTo>
                  <a:lnTo>
                    <a:pt x="166522" y="13817"/>
                  </a:lnTo>
                  <a:lnTo>
                    <a:pt x="170600" y="17632"/>
                  </a:lnTo>
                  <a:lnTo>
                    <a:pt x="168244" y="20855"/>
                  </a:lnTo>
                  <a:lnTo>
                    <a:pt x="170448" y="22953"/>
                  </a:lnTo>
                  <a:lnTo>
                    <a:pt x="170141" y="23704"/>
                  </a:lnTo>
                  <a:lnTo>
                    <a:pt x="169004" y="26487"/>
                  </a:lnTo>
                  <a:lnTo>
                    <a:pt x="167446" y="29982"/>
                  </a:lnTo>
                  <a:lnTo>
                    <a:pt x="159999" y="39458"/>
                  </a:lnTo>
                  <a:lnTo>
                    <a:pt x="158137" y="42565"/>
                  </a:lnTo>
                  <a:lnTo>
                    <a:pt x="162811" y="45789"/>
                  </a:lnTo>
                  <a:lnTo>
                    <a:pt x="164787" y="43032"/>
                  </a:lnTo>
                  <a:lnTo>
                    <a:pt x="169156" y="32002"/>
                  </a:lnTo>
                  <a:lnTo>
                    <a:pt x="169954" y="32040"/>
                  </a:lnTo>
                  <a:lnTo>
                    <a:pt x="171892" y="32002"/>
                  </a:lnTo>
                  <a:lnTo>
                    <a:pt x="172006" y="29244"/>
                  </a:lnTo>
                  <a:lnTo>
                    <a:pt x="173716" y="26914"/>
                  </a:lnTo>
                  <a:lnTo>
                    <a:pt x="173871" y="25818"/>
                  </a:lnTo>
                  <a:lnTo>
                    <a:pt x="175273" y="15923"/>
                  </a:lnTo>
                  <a:lnTo>
                    <a:pt x="187280" y="17787"/>
                  </a:lnTo>
                  <a:lnTo>
                    <a:pt x="186254" y="26098"/>
                  </a:lnTo>
                  <a:lnTo>
                    <a:pt x="198527" y="24700"/>
                  </a:lnTo>
                  <a:lnTo>
                    <a:pt x="202365" y="21127"/>
                  </a:lnTo>
                  <a:lnTo>
                    <a:pt x="208216" y="20079"/>
                  </a:lnTo>
                  <a:lnTo>
                    <a:pt x="213725" y="11495"/>
                  </a:lnTo>
                  <a:lnTo>
                    <a:pt x="217829" y="13903"/>
                  </a:lnTo>
                  <a:lnTo>
                    <a:pt x="221515" y="8427"/>
                  </a:lnTo>
                  <a:lnTo>
                    <a:pt x="232419" y="18952"/>
                  </a:lnTo>
                  <a:lnTo>
                    <a:pt x="231014" y="20972"/>
                  </a:lnTo>
                  <a:lnTo>
                    <a:pt x="230216" y="22253"/>
                  </a:lnTo>
                  <a:lnTo>
                    <a:pt x="230596" y="24428"/>
                  </a:lnTo>
                  <a:lnTo>
                    <a:pt x="240171" y="36701"/>
                  </a:lnTo>
                  <a:lnTo>
                    <a:pt x="230976" y="47886"/>
                  </a:lnTo>
                  <a:lnTo>
                    <a:pt x="225276" y="42410"/>
                  </a:lnTo>
                  <a:lnTo>
                    <a:pt x="223110" y="44507"/>
                  </a:lnTo>
                  <a:lnTo>
                    <a:pt x="217753" y="40585"/>
                  </a:lnTo>
                  <a:lnTo>
                    <a:pt x="215739" y="39886"/>
                  </a:lnTo>
                  <a:lnTo>
                    <a:pt x="214447" y="40235"/>
                  </a:lnTo>
                  <a:lnTo>
                    <a:pt x="212358" y="42332"/>
                  </a:lnTo>
                  <a:lnTo>
                    <a:pt x="211537" y="43992"/>
                  </a:lnTo>
                  <a:lnTo>
                    <a:pt x="210572" y="45944"/>
                  </a:lnTo>
                  <a:lnTo>
                    <a:pt x="212671" y="46014"/>
                  </a:lnTo>
                  <a:lnTo>
                    <a:pt x="214105" y="46061"/>
                  </a:lnTo>
                  <a:lnTo>
                    <a:pt x="213687" y="50993"/>
                  </a:lnTo>
                  <a:lnTo>
                    <a:pt x="208900" y="52353"/>
                  </a:lnTo>
                  <a:lnTo>
                    <a:pt x="207760" y="53595"/>
                  </a:lnTo>
                  <a:lnTo>
                    <a:pt x="205632" y="60042"/>
                  </a:lnTo>
                  <a:lnTo>
                    <a:pt x="207380" y="62955"/>
                  </a:lnTo>
                  <a:lnTo>
                    <a:pt x="203923" y="69712"/>
                  </a:lnTo>
                  <a:lnTo>
                    <a:pt x="202631" y="72237"/>
                  </a:lnTo>
                  <a:lnTo>
                    <a:pt x="200389" y="71461"/>
                  </a:lnTo>
                  <a:lnTo>
                    <a:pt x="199933" y="74762"/>
                  </a:lnTo>
                  <a:lnTo>
                    <a:pt x="203808" y="75111"/>
                  </a:lnTo>
                  <a:lnTo>
                    <a:pt x="204074" y="85481"/>
                  </a:lnTo>
                  <a:lnTo>
                    <a:pt x="206354" y="85831"/>
                  </a:lnTo>
                  <a:lnTo>
                    <a:pt x="206658" y="79267"/>
                  </a:lnTo>
                  <a:lnTo>
                    <a:pt x="210932" y="67880"/>
                  </a:lnTo>
                  <a:lnTo>
                    <a:pt x="213165" y="67540"/>
                  </a:lnTo>
                  <a:lnTo>
                    <a:pt x="211977" y="64919"/>
                  </a:lnTo>
                  <a:lnTo>
                    <a:pt x="216223" y="63026"/>
                  </a:lnTo>
                  <a:lnTo>
                    <a:pt x="216829" y="64584"/>
                  </a:lnTo>
                  <a:lnTo>
                    <a:pt x="217523" y="66150"/>
                  </a:lnTo>
                  <a:lnTo>
                    <a:pt x="217894" y="66988"/>
                  </a:lnTo>
                  <a:lnTo>
                    <a:pt x="218938" y="69347"/>
                  </a:lnTo>
                  <a:lnTo>
                    <a:pt x="221190" y="75190"/>
                  </a:lnTo>
                  <a:lnTo>
                    <a:pt x="222087" y="77518"/>
                  </a:lnTo>
                  <a:lnTo>
                    <a:pt x="223075" y="78688"/>
                  </a:lnTo>
                  <a:lnTo>
                    <a:pt x="224243" y="81323"/>
                  </a:lnTo>
                  <a:lnTo>
                    <a:pt x="225761" y="84751"/>
                  </a:lnTo>
                  <a:lnTo>
                    <a:pt x="225872" y="85004"/>
                  </a:lnTo>
                  <a:lnTo>
                    <a:pt x="231976" y="84341"/>
                  </a:lnTo>
                  <a:lnTo>
                    <a:pt x="232221" y="86184"/>
                  </a:lnTo>
                  <a:lnTo>
                    <a:pt x="232146" y="87508"/>
                  </a:lnTo>
                  <a:lnTo>
                    <a:pt x="231954" y="90916"/>
                  </a:lnTo>
                  <a:lnTo>
                    <a:pt x="231632" y="93127"/>
                  </a:lnTo>
                  <a:lnTo>
                    <a:pt x="230039" y="96812"/>
                  </a:lnTo>
                  <a:lnTo>
                    <a:pt x="229638" y="97739"/>
                  </a:lnTo>
                  <a:lnTo>
                    <a:pt x="229044" y="99114"/>
                  </a:lnTo>
                  <a:lnTo>
                    <a:pt x="228831" y="99606"/>
                  </a:lnTo>
                  <a:lnTo>
                    <a:pt x="228634" y="101322"/>
                  </a:lnTo>
                  <a:lnTo>
                    <a:pt x="228229" y="102445"/>
                  </a:lnTo>
                  <a:lnTo>
                    <a:pt x="227680" y="103695"/>
                  </a:lnTo>
                  <a:lnTo>
                    <a:pt x="227671" y="104438"/>
                  </a:lnTo>
                  <a:lnTo>
                    <a:pt x="227658" y="105515"/>
                  </a:lnTo>
                  <a:lnTo>
                    <a:pt x="229430" y="106489"/>
                  </a:lnTo>
                  <a:lnTo>
                    <a:pt x="235151" y="109633"/>
                  </a:lnTo>
                  <a:lnTo>
                    <a:pt x="237259" y="110792"/>
                  </a:lnTo>
                  <a:lnTo>
                    <a:pt x="237418" y="110879"/>
                  </a:lnTo>
                  <a:lnTo>
                    <a:pt x="240236" y="111462"/>
                  </a:lnTo>
                  <a:lnTo>
                    <a:pt x="241797" y="111785"/>
                  </a:lnTo>
                  <a:lnTo>
                    <a:pt x="244403" y="112324"/>
                  </a:lnTo>
                  <a:lnTo>
                    <a:pt x="247392" y="112942"/>
                  </a:lnTo>
                  <a:lnTo>
                    <a:pt x="252782" y="114277"/>
                  </a:lnTo>
                  <a:lnTo>
                    <a:pt x="256986" y="119156"/>
                  </a:lnTo>
                  <a:lnTo>
                    <a:pt x="257327" y="120050"/>
                  </a:lnTo>
                  <a:lnTo>
                    <a:pt x="257532" y="120588"/>
                  </a:lnTo>
                  <a:lnTo>
                    <a:pt x="257675" y="120746"/>
                  </a:lnTo>
                  <a:lnTo>
                    <a:pt x="260209" y="123540"/>
                  </a:lnTo>
                  <a:lnTo>
                    <a:pt x="262445" y="126006"/>
                  </a:lnTo>
                  <a:lnTo>
                    <a:pt x="265036" y="128429"/>
                  </a:lnTo>
                  <a:lnTo>
                    <a:pt x="265273" y="128550"/>
                  </a:lnTo>
                  <a:lnTo>
                    <a:pt x="268242" y="130079"/>
                  </a:lnTo>
                  <a:lnTo>
                    <a:pt x="269876" y="130043"/>
                  </a:lnTo>
                  <a:lnTo>
                    <a:pt x="272659" y="129982"/>
                  </a:lnTo>
                  <a:lnTo>
                    <a:pt x="273480" y="129986"/>
                  </a:lnTo>
                  <a:lnTo>
                    <a:pt x="274677" y="129993"/>
                  </a:lnTo>
                  <a:lnTo>
                    <a:pt x="282134" y="130031"/>
                  </a:lnTo>
                  <a:lnTo>
                    <a:pt x="285697" y="130273"/>
                  </a:lnTo>
                  <a:lnTo>
                    <a:pt x="286081" y="130345"/>
                  </a:lnTo>
                  <a:lnTo>
                    <a:pt x="289971" y="131074"/>
                  </a:lnTo>
                  <a:lnTo>
                    <a:pt x="291537" y="131267"/>
                  </a:lnTo>
                  <a:lnTo>
                    <a:pt x="297855" y="132045"/>
                  </a:lnTo>
                  <a:lnTo>
                    <a:pt x="298305" y="132108"/>
                  </a:lnTo>
                  <a:lnTo>
                    <a:pt x="300236" y="132376"/>
                  </a:lnTo>
                  <a:lnTo>
                    <a:pt x="302419" y="132679"/>
                  </a:lnTo>
                  <a:lnTo>
                    <a:pt x="305072" y="133047"/>
                  </a:lnTo>
                  <a:lnTo>
                    <a:pt x="305642" y="133112"/>
                  </a:lnTo>
                  <a:lnTo>
                    <a:pt x="306923" y="133260"/>
                  </a:lnTo>
                  <a:lnTo>
                    <a:pt x="312613" y="133917"/>
                  </a:lnTo>
                  <a:lnTo>
                    <a:pt x="313434" y="134012"/>
                  </a:lnTo>
                  <a:lnTo>
                    <a:pt x="317756" y="134376"/>
                  </a:lnTo>
                  <a:lnTo>
                    <a:pt x="321456" y="134973"/>
                  </a:lnTo>
                  <a:lnTo>
                    <a:pt x="327928" y="135396"/>
                  </a:lnTo>
                  <a:lnTo>
                    <a:pt x="329518" y="135501"/>
                  </a:lnTo>
                  <a:lnTo>
                    <a:pt x="337599" y="135803"/>
                  </a:lnTo>
                  <a:lnTo>
                    <a:pt x="346745" y="136291"/>
                  </a:lnTo>
                  <a:lnTo>
                    <a:pt x="346676" y="137207"/>
                  </a:lnTo>
                  <a:lnTo>
                    <a:pt x="346639" y="137699"/>
                  </a:lnTo>
                  <a:lnTo>
                    <a:pt x="346620" y="137942"/>
                  </a:lnTo>
                  <a:lnTo>
                    <a:pt x="346519" y="139280"/>
                  </a:lnTo>
                  <a:lnTo>
                    <a:pt x="346472" y="139900"/>
                  </a:lnTo>
                  <a:lnTo>
                    <a:pt x="346375" y="141192"/>
                  </a:lnTo>
                  <a:lnTo>
                    <a:pt x="346338" y="141677"/>
                  </a:lnTo>
                  <a:lnTo>
                    <a:pt x="346322" y="141887"/>
                  </a:lnTo>
                  <a:lnTo>
                    <a:pt x="346230" y="143111"/>
                  </a:lnTo>
                  <a:lnTo>
                    <a:pt x="346171" y="143884"/>
                  </a:lnTo>
                  <a:lnTo>
                    <a:pt x="346069" y="145234"/>
                  </a:lnTo>
                  <a:lnTo>
                    <a:pt x="346022" y="145855"/>
                  </a:lnTo>
                  <a:lnTo>
                    <a:pt x="345933" y="147030"/>
                  </a:lnTo>
                  <a:lnTo>
                    <a:pt x="345895" y="147544"/>
                  </a:lnTo>
                  <a:lnTo>
                    <a:pt x="345605" y="151372"/>
                  </a:lnTo>
                  <a:lnTo>
                    <a:pt x="345577" y="151750"/>
                  </a:lnTo>
                  <a:lnTo>
                    <a:pt x="345487" y="152933"/>
                  </a:lnTo>
                  <a:lnTo>
                    <a:pt x="345450" y="153421"/>
                  </a:lnTo>
                  <a:lnTo>
                    <a:pt x="345214" y="156551"/>
                  </a:lnTo>
                  <a:lnTo>
                    <a:pt x="345192" y="156837"/>
                  </a:lnTo>
                  <a:lnTo>
                    <a:pt x="344880" y="156827"/>
                  </a:lnTo>
                  <a:lnTo>
                    <a:pt x="344457" y="156813"/>
                  </a:lnTo>
                  <a:lnTo>
                    <a:pt x="340751" y="156691"/>
                  </a:lnTo>
                  <a:lnTo>
                    <a:pt x="338725" y="156233"/>
                  </a:lnTo>
                  <a:lnTo>
                    <a:pt x="337367" y="155927"/>
                  </a:lnTo>
                  <a:lnTo>
                    <a:pt x="334845" y="156075"/>
                  </a:lnTo>
                  <a:lnTo>
                    <a:pt x="334311" y="156388"/>
                  </a:lnTo>
                  <a:lnTo>
                    <a:pt x="333589" y="155511"/>
                  </a:lnTo>
                  <a:lnTo>
                    <a:pt x="332906" y="154670"/>
                  </a:lnTo>
                  <a:lnTo>
                    <a:pt x="332055" y="153385"/>
                  </a:lnTo>
                  <a:lnTo>
                    <a:pt x="331710" y="152864"/>
                  </a:lnTo>
                  <a:lnTo>
                    <a:pt x="331570" y="152653"/>
                  </a:lnTo>
                  <a:lnTo>
                    <a:pt x="330934" y="151693"/>
                  </a:lnTo>
                  <a:lnTo>
                    <a:pt x="330821" y="151523"/>
                  </a:lnTo>
                  <a:lnTo>
                    <a:pt x="330396" y="150881"/>
                  </a:lnTo>
                  <a:lnTo>
                    <a:pt x="330221" y="150618"/>
                  </a:lnTo>
                  <a:lnTo>
                    <a:pt x="329932" y="150181"/>
                  </a:lnTo>
                  <a:lnTo>
                    <a:pt x="329525" y="150385"/>
                  </a:lnTo>
                  <a:lnTo>
                    <a:pt x="329313" y="150491"/>
                  </a:lnTo>
                  <a:lnTo>
                    <a:pt x="326331" y="151984"/>
                  </a:lnTo>
                  <a:lnTo>
                    <a:pt x="324890" y="152706"/>
                  </a:lnTo>
                  <a:lnTo>
                    <a:pt x="324436" y="152933"/>
                  </a:lnTo>
                  <a:lnTo>
                    <a:pt x="324020" y="153142"/>
                  </a:lnTo>
                  <a:lnTo>
                    <a:pt x="323745" y="153279"/>
                  </a:lnTo>
                  <a:lnTo>
                    <a:pt x="323462" y="153421"/>
                  </a:lnTo>
                  <a:lnTo>
                    <a:pt x="323003" y="153511"/>
                  </a:lnTo>
                  <a:lnTo>
                    <a:pt x="321744" y="153757"/>
                  </a:lnTo>
                  <a:lnTo>
                    <a:pt x="320877" y="153927"/>
                  </a:lnTo>
                  <a:lnTo>
                    <a:pt x="320651" y="153963"/>
                  </a:lnTo>
                  <a:lnTo>
                    <a:pt x="320388" y="154004"/>
                  </a:lnTo>
                  <a:lnTo>
                    <a:pt x="318568" y="154291"/>
                  </a:lnTo>
                  <a:lnTo>
                    <a:pt x="317141" y="154543"/>
                  </a:lnTo>
                  <a:lnTo>
                    <a:pt x="315775" y="154784"/>
                  </a:lnTo>
                  <a:lnTo>
                    <a:pt x="315115" y="154901"/>
                  </a:lnTo>
                  <a:lnTo>
                    <a:pt x="314049" y="155089"/>
                  </a:lnTo>
                  <a:lnTo>
                    <a:pt x="313866" y="155121"/>
                  </a:lnTo>
                  <a:lnTo>
                    <a:pt x="312759" y="155183"/>
                  </a:lnTo>
                  <a:lnTo>
                    <a:pt x="311758" y="155238"/>
                  </a:lnTo>
                  <a:lnTo>
                    <a:pt x="311427" y="155555"/>
                  </a:lnTo>
                  <a:lnTo>
                    <a:pt x="311204" y="155707"/>
                  </a:lnTo>
                  <a:lnTo>
                    <a:pt x="310653" y="155823"/>
                  </a:lnTo>
                  <a:lnTo>
                    <a:pt x="307155" y="156563"/>
                  </a:lnTo>
                  <a:lnTo>
                    <a:pt x="306981" y="156589"/>
                  </a:lnTo>
                  <a:lnTo>
                    <a:pt x="306430" y="156671"/>
                  </a:lnTo>
                  <a:lnTo>
                    <a:pt x="306110" y="156718"/>
                  </a:lnTo>
                  <a:lnTo>
                    <a:pt x="305784" y="156766"/>
                  </a:lnTo>
                  <a:lnTo>
                    <a:pt x="305123" y="156864"/>
                  </a:lnTo>
                  <a:lnTo>
                    <a:pt x="302140" y="157306"/>
                  </a:lnTo>
                  <a:lnTo>
                    <a:pt x="301769" y="157376"/>
                  </a:lnTo>
                  <a:lnTo>
                    <a:pt x="301635" y="157401"/>
                  </a:lnTo>
                  <a:lnTo>
                    <a:pt x="301234" y="157477"/>
                  </a:lnTo>
                  <a:lnTo>
                    <a:pt x="300950" y="157531"/>
                  </a:lnTo>
                  <a:lnTo>
                    <a:pt x="300697" y="157579"/>
                  </a:lnTo>
                  <a:lnTo>
                    <a:pt x="300216" y="157670"/>
                  </a:lnTo>
                  <a:lnTo>
                    <a:pt x="300211" y="157411"/>
                  </a:lnTo>
                  <a:lnTo>
                    <a:pt x="300186" y="156250"/>
                  </a:lnTo>
                  <a:lnTo>
                    <a:pt x="300177" y="155842"/>
                  </a:lnTo>
                  <a:lnTo>
                    <a:pt x="300173" y="155654"/>
                  </a:lnTo>
                  <a:lnTo>
                    <a:pt x="298011" y="154982"/>
                  </a:lnTo>
                  <a:lnTo>
                    <a:pt x="297840" y="154929"/>
                  </a:lnTo>
                  <a:lnTo>
                    <a:pt x="297709" y="154885"/>
                  </a:lnTo>
                  <a:lnTo>
                    <a:pt x="293589" y="153517"/>
                  </a:lnTo>
                  <a:lnTo>
                    <a:pt x="292482" y="153029"/>
                  </a:lnTo>
                  <a:lnTo>
                    <a:pt x="291236" y="152108"/>
                  </a:lnTo>
                  <a:lnTo>
                    <a:pt x="290642" y="152436"/>
                  </a:lnTo>
                  <a:lnTo>
                    <a:pt x="290420" y="152861"/>
                  </a:lnTo>
                  <a:lnTo>
                    <a:pt x="289646" y="154342"/>
                  </a:lnTo>
                  <a:lnTo>
                    <a:pt x="289473" y="154673"/>
                  </a:lnTo>
                  <a:lnTo>
                    <a:pt x="289241" y="155118"/>
                  </a:lnTo>
                  <a:lnTo>
                    <a:pt x="288335" y="156318"/>
                  </a:lnTo>
                  <a:lnTo>
                    <a:pt x="284174" y="157021"/>
                  </a:lnTo>
                  <a:lnTo>
                    <a:pt x="286008" y="157757"/>
                  </a:lnTo>
                  <a:lnTo>
                    <a:pt x="285714" y="158590"/>
                  </a:lnTo>
                  <a:lnTo>
                    <a:pt x="284633" y="161647"/>
                  </a:lnTo>
                  <a:lnTo>
                    <a:pt x="283056" y="162244"/>
                  </a:lnTo>
                  <a:lnTo>
                    <a:pt x="282865" y="162317"/>
                  </a:lnTo>
                  <a:lnTo>
                    <a:pt x="281932" y="162670"/>
                  </a:lnTo>
                  <a:lnTo>
                    <a:pt x="281363" y="167348"/>
                  </a:lnTo>
                  <a:lnTo>
                    <a:pt x="281325" y="167655"/>
                  </a:lnTo>
                  <a:lnTo>
                    <a:pt x="281195" y="167478"/>
                  </a:lnTo>
                  <a:lnTo>
                    <a:pt x="281096" y="167344"/>
                  </a:lnTo>
                  <a:lnTo>
                    <a:pt x="280762" y="167420"/>
                  </a:lnTo>
                  <a:lnTo>
                    <a:pt x="280484" y="167483"/>
                  </a:lnTo>
                  <a:lnTo>
                    <a:pt x="280356" y="167512"/>
                  </a:lnTo>
                  <a:lnTo>
                    <a:pt x="280141" y="167561"/>
                  </a:lnTo>
                  <a:lnTo>
                    <a:pt x="279800" y="167638"/>
                  </a:lnTo>
                  <a:lnTo>
                    <a:pt x="279557" y="167693"/>
                  </a:lnTo>
                  <a:lnTo>
                    <a:pt x="279101" y="167478"/>
                  </a:lnTo>
                  <a:lnTo>
                    <a:pt x="278817" y="167344"/>
                  </a:lnTo>
                  <a:lnTo>
                    <a:pt x="278529" y="167529"/>
                  </a:lnTo>
                  <a:lnTo>
                    <a:pt x="277987" y="167877"/>
                  </a:lnTo>
                  <a:lnTo>
                    <a:pt x="277335" y="168296"/>
                  </a:lnTo>
                  <a:lnTo>
                    <a:pt x="276947" y="168546"/>
                  </a:lnTo>
                  <a:lnTo>
                    <a:pt x="275750" y="169315"/>
                  </a:lnTo>
                  <a:lnTo>
                    <a:pt x="275621" y="169399"/>
                  </a:lnTo>
                  <a:lnTo>
                    <a:pt x="273993" y="168065"/>
                  </a:lnTo>
                  <a:lnTo>
                    <a:pt x="273589" y="167733"/>
                  </a:lnTo>
                  <a:lnTo>
                    <a:pt x="272164" y="167964"/>
                  </a:lnTo>
                  <a:lnTo>
                    <a:pt x="271876" y="168122"/>
                  </a:lnTo>
                  <a:lnTo>
                    <a:pt x="271562" y="168389"/>
                  </a:lnTo>
                  <a:lnTo>
                    <a:pt x="269046" y="170530"/>
                  </a:lnTo>
                  <a:lnTo>
                    <a:pt x="270806" y="172575"/>
                  </a:lnTo>
                  <a:lnTo>
                    <a:pt x="270590" y="172718"/>
                  </a:lnTo>
                  <a:lnTo>
                    <a:pt x="269323" y="173556"/>
                  </a:lnTo>
                  <a:lnTo>
                    <a:pt x="268817" y="174187"/>
                  </a:lnTo>
                  <a:lnTo>
                    <a:pt x="267803" y="175450"/>
                  </a:lnTo>
                  <a:lnTo>
                    <a:pt x="266017" y="177676"/>
                  </a:lnTo>
                  <a:lnTo>
                    <a:pt x="265674" y="178103"/>
                  </a:lnTo>
                  <a:lnTo>
                    <a:pt x="265238" y="178646"/>
                  </a:lnTo>
                  <a:lnTo>
                    <a:pt x="264725" y="179285"/>
                  </a:lnTo>
                  <a:lnTo>
                    <a:pt x="264489" y="179540"/>
                  </a:lnTo>
                  <a:lnTo>
                    <a:pt x="264069" y="179995"/>
                  </a:lnTo>
                  <a:lnTo>
                    <a:pt x="263213" y="180920"/>
                  </a:lnTo>
                  <a:lnTo>
                    <a:pt x="260573" y="183886"/>
                  </a:lnTo>
                  <a:lnTo>
                    <a:pt x="267304" y="191081"/>
                  </a:lnTo>
                  <a:lnTo>
                    <a:pt x="267670" y="191471"/>
                  </a:lnTo>
                  <a:lnTo>
                    <a:pt x="267441" y="191601"/>
                  </a:lnTo>
                  <a:lnTo>
                    <a:pt x="264567" y="193243"/>
                  </a:lnTo>
                  <a:lnTo>
                    <a:pt x="261284" y="190093"/>
                  </a:lnTo>
                  <a:lnTo>
                    <a:pt x="258682" y="195111"/>
                  </a:lnTo>
                  <a:lnTo>
                    <a:pt x="258538" y="195389"/>
                  </a:lnTo>
                  <a:lnTo>
                    <a:pt x="258007" y="195485"/>
                  </a:lnTo>
                  <a:lnTo>
                    <a:pt x="257573" y="195118"/>
                  </a:lnTo>
                  <a:lnTo>
                    <a:pt x="254704" y="194653"/>
                  </a:lnTo>
                  <a:lnTo>
                    <a:pt x="248644" y="198854"/>
                  </a:lnTo>
                  <a:lnTo>
                    <a:pt x="249499" y="200408"/>
                  </a:lnTo>
                  <a:lnTo>
                    <a:pt x="247504" y="202835"/>
                  </a:lnTo>
                  <a:lnTo>
                    <a:pt x="243386" y="205491"/>
                  </a:lnTo>
                  <a:lnTo>
                    <a:pt x="242198" y="208646"/>
                  </a:lnTo>
                  <a:lnTo>
                    <a:pt x="238304" y="209132"/>
                  </a:lnTo>
                  <a:lnTo>
                    <a:pt x="234884" y="199519"/>
                  </a:lnTo>
                  <a:lnTo>
                    <a:pt x="224625" y="190781"/>
                  </a:lnTo>
                  <a:lnTo>
                    <a:pt x="223770" y="184664"/>
                  </a:lnTo>
                  <a:lnTo>
                    <a:pt x="218926" y="176508"/>
                  </a:lnTo>
                  <a:lnTo>
                    <a:pt x="211517" y="172430"/>
                  </a:lnTo>
                  <a:lnTo>
                    <a:pt x="206672" y="167187"/>
                  </a:lnTo>
                  <a:lnTo>
                    <a:pt x="199833" y="161944"/>
                  </a:lnTo>
                  <a:lnTo>
                    <a:pt x="190714" y="160488"/>
                  </a:lnTo>
                  <a:lnTo>
                    <a:pt x="183401" y="164418"/>
                  </a:lnTo>
                  <a:lnTo>
                    <a:pt x="185538" y="174030"/>
                  </a:lnTo>
                  <a:lnTo>
                    <a:pt x="180076" y="183157"/>
                  </a:lnTo>
                  <a:lnTo>
                    <a:pt x="179501" y="183729"/>
                  </a:lnTo>
                  <a:lnTo>
                    <a:pt x="176939" y="182616"/>
                  </a:lnTo>
                  <a:lnTo>
                    <a:pt x="176652" y="182282"/>
                  </a:lnTo>
                  <a:lnTo>
                    <a:pt x="173953" y="179348"/>
                  </a:lnTo>
                  <a:lnTo>
                    <a:pt x="173289" y="179103"/>
                  </a:lnTo>
                  <a:lnTo>
                    <a:pt x="169652" y="177758"/>
                  </a:lnTo>
                  <a:lnTo>
                    <a:pt x="169489" y="177698"/>
                  </a:lnTo>
                  <a:lnTo>
                    <a:pt x="164549" y="176383"/>
                  </a:lnTo>
                  <a:lnTo>
                    <a:pt x="159286" y="176806"/>
                  </a:lnTo>
                  <a:lnTo>
                    <a:pt x="157932" y="176915"/>
                  </a:lnTo>
                  <a:lnTo>
                    <a:pt x="157195" y="176974"/>
                  </a:lnTo>
                  <a:lnTo>
                    <a:pt x="156746" y="177038"/>
                  </a:lnTo>
                  <a:lnTo>
                    <a:pt x="151104" y="177850"/>
                  </a:lnTo>
                  <a:lnTo>
                    <a:pt x="149740" y="178046"/>
                  </a:lnTo>
                  <a:lnTo>
                    <a:pt x="145834" y="175431"/>
                  </a:lnTo>
                  <a:lnTo>
                    <a:pt x="142222" y="178907"/>
                  </a:lnTo>
                  <a:lnTo>
                    <a:pt x="141326" y="179869"/>
                  </a:lnTo>
                  <a:lnTo>
                    <a:pt x="139093" y="178801"/>
                  </a:lnTo>
                  <a:lnTo>
                    <a:pt x="137241" y="178462"/>
                  </a:lnTo>
                  <a:lnTo>
                    <a:pt x="135294" y="179433"/>
                  </a:lnTo>
                  <a:lnTo>
                    <a:pt x="133727" y="180840"/>
                  </a:lnTo>
                  <a:lnTo>
                    <a:pt x="130259" y="179433"/>
                  </a:lnTo>
                  <a:lnTo>
                    <a:pt x="129689" y="180840"/>
                  </a:lnTo>
                  <a:lnTo>
                    <a:pt x="122708" y="180695"/>
                  </a:lnTo>
                  <a:lnTo>
                    <a:pt x="122138" y="183802"/>
                  </a:lnTo>
                  <a:lnTo>
                    <a:pt x="112306" y="183802"/>
                  </a:lnTo>
                  <a:lnTo>
                    <a:pt x="108507" y="182345"/>
                  </a:lnTo>
                  <a:lnTo>
                    <a:pt x="106702" y="180064"/>
                  </a:lnTo>
                  <a:lnTo>
                    <a:pt x="104612" y="176568"/>
                  </a:lnTo>
                  <a:lnTo>
                    <a:pt x="103803" y="172959"/>
                  </a:lnTo>
                  <a:lnTo>
                    <a:pt x="102950" y="173316"/>
                  </a:lnTo>
                  <a:lnTo>
                    <a:pt x="99815" y="171034"/>
                  </a:lnTo>
                  <a:lnTo>
                    <a:pt x="95778" y="178801"/>
                  </a:lnTo>
                  <a:lnTo>
                    <a:pt x="83334" y="187394"/>
                  </a:lnTo>
                  <a:lnTo>
                    <a:pt x="71746" y="191084"/>
                  </a:lnTo>
                  <a:lnTo>
                    <a:pt x="69236" y="188167"/>
                  </a:lnTo>
                  <a:lnTo>
                    <a:pt x="61342" y="192665"/>
                  </a:lnTo>
                  <a:lnTo>
                    <a:pt x="59054" y="188115"/>
                  </a:lnTo>
                  <a:lnTo>
                    <a:pt x="58148" y="186312"/>
                  </a:lnTo>
                  <a:lnTo>
                    <a:pt x="59429" y="185593"/>
                  </a:lnTo>
                  <a:lnTo>
                    <a:pt x="68521" y="180487"/>
                  </a:lnTo>
                  <a:lnTo>
                    <a:pt x="70345" y="183516"/>
                  </a:lnTo>
                  <a:lnTo>
                    <a:pt x="82314" y="175710"/>
                  </a:lnTo>
                  <a:lnTo>
                    <a:pt x="71599" y="173612"/>
                  </a:lnTo>
                  <a:lnTo>
                    <a:pt x="71941" y="166622"/>
                  </a:lnTo>
                  <a:lnTo>
                    <a:pt x="79464" y="167437"/>
                  </a:lnTo>
                  <a:lnTo>
                    <a:pt x="83681" y="159864"/>
                  </a:lnTo>
                  <a:lnTo>
                    <a:pt x="76842" y="157417"/>
                  </a:lnTo>
                  <a:lnTo>
                    <a:pt x="74676" y="161961"/>
                  </a:lnTo>
                  <a:lnTo>
                    <a:pt x="70798" y="160545"/>
                  </a:lnTo>
                  <a:lnTo>
                    <a:pt x="66697" y="165806"/>
                  </a:lnTo>
                  <a:lnTo>
                    <a:pt x="60919" y="163315"/>
                  </a:lnTo>
                  <a:lnTo>
                    <a:pt x="54239" y="167742"/>
                  </a:lnTo>
                  <a:lnTo>
                    <a:pt x="50241" y="159569"/>
                  </a:lnTo>
                  <a:lnTo>
                    <a:pt x="49014" y="157062"/>
                  </a:lnTo>
                  <a:lnTo>
                    <a:pt x="45991" y="158166"/>
                  </a:lnTo>
                  <a:lnTo>
                    <a:pt x="43695" y="159004"/>
                  </a:lnTo>
                  <a:lnTo>
                    <a:pt x="38998" y="151824"/>
                  </a:lnTo>
                  <a:lnTo>
                    <a:pt x="34211" y="144950"/>
                  </a:lnTo>
                  <a:lnTo>
                    <a:pt x="30776" y="133080"/>
                  </a:lnTo>
                  <a:lnTo>
                    <a:pt x="27927" y="128128"/>
                  </a:lnTo>
                  <a:lnTo>
                    <a:pt x="22037" y="122108"/>
                  </a:lnTo>
                  <a:lnTo>
                    <a:pt x="19757" y="123953"/>
                  </a:lnTo>
                  <a:lnTo>
                    <a:pt x="11719" y="121188"/>
                  </a:lnTo>
                  <a:lnTo>
                    <a:pt x="8987" y="120248"/>
                  </a:lnTo>
                  <a:lnTo>
                    <a:pt x="0" y="117157"/>
                  </a:lnTo>
                  <a:lnTo>
                    <a:pt x="7330" y="106017"/>
                  </a:lnTo>
                  <a:lnTo>
                    <a:pt x="7988" y="105017"/>
                  </a:lnTo>
                  <a:lnTo>
                    <a:pt x="10677" y="106939"/>
                  </a:lnTo>
                  <a:lnTo>
                    <a:pt x="13509" y="108962"/>
                  </a:lnTo>
                  <a:lnTo>
                    <a:pt x="17665" y="109569"/>
                  </a:lnTo>
                  <a:lnTo>
                    <a:pt x="18210" y="109012"/>
                  </a:lnTo>
                  <a:lnTo>
                    <a:pt x="18410" y="108807"/>
                  </a:lnTo>
                  <a:lnTo>
                    <a:pt x="18971" y="108234"/>
                  </a:lnTo>
                  <a:lnTo>
                    <a:pt x="17190" y="103986"/>
                  </a:lnTo>
                  <a:lnTo>
                    <a:pt x="10163" y="97641"/>
                  </a:lnTo>
                  <a:lnTo>
                    <a:pt x="13700" y="93338"/>
                  </a:lnTo>
                  <a:lnTo>
                    <a:pt x="8997" y="84203"/>
                  </a:lnTo>
                  <a:lnTo>
                    <a:pt x="14756" y="80683"/>
                  </a:lnTo>
                  <a:lnTo>
                    <a:pt x="22830" y="80623"/>
                  </a:lnTo>
                  <a:lnTo>
                    <a:pt x="27461" y="78195"/>
                  </a:lnTo>
                  <a:lnTo>
                    <a:pt x="28208" y="77760"/>
                  </a:lnTo>
                  <a:lnTo>
                    <a:pt x="34581" y="74052"/>
                  </a:lnTo>
                  <a:lnTo>
                    <a:pt x="35179" y="73705"/>
                  </a:lnTo>
                  <a:lnTo>
                    <a:pt x="36606" y="78982"/>
                  </a:lnTo>
                  <a:lnTo>
                    <a:pt x="37197" y="81169"/>
                  </a:lnTo>
                  <a:lnTo>
                    <a:pt x="37441" y="81015"/>
                  </a:lnTo>
                  <a:lnTo>
                    <a:pt x="42956" y="77528"/>
                  </a:lnTo>
                  <a:lnTo>
                    <a:pt x="46221" y="75586"/>
                  </a:lnTo>
                  <a:lnTo>
                    <a:pt x="64982" y="73644"/>
                  </a:lnTo>
                  <a:lnTo>
                    <a:pt x="64829" y="75455"/>
                  </a:lnTo>
                  <a:lnTo>
                    <a:pt x="64784" y="76333"/>
                  </a:lnTo>
                  <a:lnTo>
                    <a:pt x="65503" y="85661"/>
                  </a:lnTo>
                  <a:lnTo>
                    <a:pt x="77586" y="84147"/>
                  </a:lnTo>
                  <a:lnTo>
                    <a:pt x="80921" y="85008"/>
                  </a:lnTo>
                  <a:lnTo>
                    <a:pt x="82762" y="85484"/>
                  </a:lnTo>
                  <a:lnTo>
                    <a:pt x="88187" y="86885"/>
                  </a:lnTo>
                  <a:lnTo>
                    <a:pt x="96835" y="89630"/>
                  </a:lnTo>
                  <a:lnTo>
                    <a:pt x="97400" y="89918"/>
                  </a:lnTo>
                  <a:lnTo>
                    <a:pt x="97770" y="90008"/>
                  </a:lnTo>
                  <a:lnTo>
                    <a:pt x="98214" y="91492"/>
                  </a:lnTo>
                  <a:lnTo>
                    <a:pt x="97124" y="93324"/>
                  </a:lnTo>
                  <a:lnTo>
                    <a:pt x="96947" y="93509"/>
                  </a:lnTo>
                  <a:lnTo>
                    <a:pt x="96729" y="93736"/>
                  </a:lnTo>
                  <a:lnTo>
                    <a:pt x="96294" y="94287"/>
                  </a:lnTo>
                  <a:lnTo>
                    <a:pt x="95766" y="94955"/>
                  </a:lnTo>
                  <a:lnTo>
                    <a:pt x="95316" y="95438"/>
                  </a:lnTo>
                  <a:lnTo>
                    <a:pt x="95052" y="95720"/>
                  </a:lnTo>
                  <a:lnTo>
                    <a:pt x="94686" y="96113"/>
                  </a:lnTo>
                  <a:lnTo>
                    <a:pt x="95435" y="96756"/>
                  </a:lnTo>
                  <a:lnTo>
                    <a:pt x="98366" y="99272"/>
                  </a:lnTo>
                  <a:lnTo>
                    <a:pt x="99311" y="100000"/>
                  </a:lnTo>
                  <a:lnTo>
                    <a:pt x="99784" y="100365"/>
                  </a:lnTo>
                  <a:lnTo>
                    <a:pt x="100923" y="101373"/>
                  </a:lnTo>
                  <a:lnTo>
                    <a:pt x="101745" y="102299"/>
                  </a:lnTo>
                  <a:lnTo>
                    <a:pt x="102373" y="103006"/>
                  </a:lnTo>
                  <a:lnTo>
                    <a:pt x="102659" y="103397"/>
                  </a:lnTo>
                  <a:lnTo>
                    <a:pt x="103702" y="104820"/>
                  </a:lnTo>
                  <a:lnTo>
                    <a:pt x="104409" y="105538"/>
                  </a:lnTo>
                  <a:lnTo>
                    <a:pt x="105728" y="106650"/>
                  </a:lnTo>
                  <a:lnTo>
                    <a:pt x="106195" y="107043"/>
                  </a:lnTo>
                  <a:lnTo>
                    <a:pt x="106819" y="107569"/>
                  </a:lnTo>
                  <a:lnTo>
                    <a:pt x="107323" y="107949"/>
                  </a:lnTo>
                  <a:lnTo>
                    <a:pt x="109708" y="109745"/>
                  </a:lnTo>
                  <a:lnTo>
                    <a:pt x="110939" y="110509"/>
                  </a:lnTo>
                  <a:lnTo>
                    <a:pt x="111229" y="110689"/>
                  </a:lnTo>
                  <a:lnTo>
                    <a:pt x="112994" y="111784"/>
                  </a:lnTo>
                  <a:lnTo>
                    <a:pt x="112232" y="113140"/>
                  </a:lnTo>
                  <a:lnTo>
                    <a:pt x="111988" y="113574"/>
                  </a:lnTo>
                  <a:lnTo>
                    <a:pt x="111345" y="113660"/>
                  </a:lnTo>
                  <a:lnTo>
                    <a:pt x="110538" y="115441"/>
                  </a:lnTo>
                  <a:lnTo>
                    <a:pt x="110344" y="116467"/>
                  </a:lnTo>
                  <a:lnTo>
                    <a:pt x="110596" y="116613"/>
                  </a:lnTo>
                  <a:lnTo>
                    <a:pt x="111181" y="116951"/>
                  </a:lnTo>
                  <a:lnTo>
                    <a:pt x="112641" y="117796"/>
                  </a:lnTo>
                  <a:lnTo>
                    <a:pt x="113358" y="118212"/>
                  </a:lnTo>
                  <a:lnTo>
                    <a:pt x="113622" y="118365"/>
                  </a:lnTo>
                  <a:lnTo>
                    <a:pt x="114297" y="118755"/>
                  </a:lnTo>
                  <a:lnTo>
                    <a:pt x="115809" y="119631"/>
                  </a:lnTo>
                  <a:lnTo>
                    <a:pt x="118757" y="121337"/>
                  </a:lnTo>
                  <a:lnTo>
                    <a:pt x="119030" y="121533"/>
                  </a:lnTo>
                  <a:lnTo>
                    <a:pt x="119954" y="122196"/>
                  </a:lnTo>
                  <a:lnTo>
                    <a:pt x="120648" y="122722"/>
                  </a:lnTo>
                  <a:lnTo>
                    <a:pt x="126263" y="126976"/>
                  </a:lnTo>
                  <a:lnTo>
                    <a:pt x="126507" y="126580"/>
                  </a:lnTo>
                  <a:lnTo>
                    <a:pt x="126592" y="126442"/>
                  </a:lnTo>
                  <a:lnTo>
                    <a:pt x="126698" y="126270"/>
                  </a:lnTo>
                  <a:lnTo>
                    <a:pt x="129036" y="123735"/>
                  </a:lnTo>
                  <a:lnTo>
                    <a:pt x="130393" y="122193"/>
                  </a:lnTo>
                  <a:lnTo>
                    <a:pt x="130546" y="121002"/>
                  </a:lnTo>
                  <a:lnTo>
                    <a:pt x="130571" y="120834"/>
                  </a:lnTo>
                  <a:lnTo>
                    <a:pt x="130744" y="119686"/>
                  </a:lnTo>
                  <a:lnTo>
                    <a:pt x="130979" y="118120"/>
                  </a:lnTo>
                  <a:lnTo>
                    <a:pt x="131448" y="115007"/>
                  </a:lnTo>
                  <a:lnTo>
                    <a:pt x="137631" y="117292"/>
                  </a:lnTo>
                  <a:lnTo>
                    <a:pt x="139854" y="118114"/>
                  </a:lnTo>
                  <a:lnTo>
                    <a:pt x="142066" y="114030"/>
                  </a:lnTo>
                  <a:lnTo>
                    <a:pt x="142802" y="112843"/>
                  </a:lnTo>
                  <a:lnTo>
                    <a:pt x="144651" y="109864"/>
                  </a:lnTo>
                  <a:lnTo>
                    <a:pt x="145875" y="107890"/>
                  </a:lnTo>
                  <a:lnTo>
                    <a:pt x="149926" y="109054"/>
                  </a:lnTo>
                  <a:lnTo>
                    <a:pt x="154373" y="108925"/>
                  </a:lnTo>
                  <a:lnTo>
                    <a:pt x="155175" y="108324"/>
                  </a:lnTo>
                  <a:lnTo>
                    <a:pt x="155706" y="107541"/>
                  </a:lnTo>
                  <a:lnTo>
                    <a:pt x="155074" y="106149"/>
                  </a:lnTo>
                  <a:lnTo>
                    <a:pt x="154614" y="104876"/>
                  </a:lnTo>
                  <a:lnTo>
                    <a:pt x="157109" y="103802"/>
                  </a:lnTo>
                  <a:lnTo>
                    <a:pt x="156233" y="102297"/>
                  </a:lnTo>
                  <a:lnTo>
                    <a:pt x="154646" y="100389"/>
                  </a:lnTo>
                  <a:lnTo>
                    <a:pt x="154272" y="100028"/>
                  </a:lnTo>
                  <a:lnTo>
                    <a:pt x="152880" y="98688"/>
                  </a:lnTo>
                  <a:lnTo>
                    <a:pt x="148368" y="95775"/>
                  </a:lnTo>
                  <a:lnTo>
                    <a:pt x="146112" y="91042"/>
                  </a:lnTo>
                  <a:lnTo>
                    <a:pt x="145603" y="89879"/>
                  </a:lnTo>
                  <a:lnTo>
                    <a:pt x="140523" y="85781"/>
                  </a:lnTo>
                  <a:lnTo>
                    <a:pt x="139285" y="85071"/>
                  </a:lnTo>
                  <a:lnTo>
                    <a:pt x="136007" y="83189"/>
                  </a:lnTo>
                  <a:lnTo>
                    <a:pt x="134761" y="82473"/>
                  </a:lnTo>
                  <a:lnTo>
                    <a:pt x="134525" y="82352"/>
                  </a:lnTo>
                  <a:lnTo>
                    <a:pt x="132060" y="80740"/>
                  </a:lnTo>
                  <a:lnTo>
                    <a:pt x="126525" y="77119"/>
                  </a:lnTo>
                  <a:lnTo>
                    <a:pt x="124291" y="74472"/>
                  </a:lnTo>
                  <a:lnTo>
                    <a:pt x="121890" y="73328"/>
                  </a:lnTo>
                  <a:lnTo>
                    <a:pt x="123780" y="70164"/>
                  </a:lnTo>
                  <a:lnTo>
                    <a:pt x="127170" y="65324"/>
                  </a:lnTo>
                  <a:lnTo>
                    <a:pt x="144801" y="72043"/>
                  </a:lnTo>
                  <a:lnTo>
                    <a:pt x="148372" y="66994"/>
                  </a:lnTo>
                  <a:lnTo>
                    <a:pt x="146206" y="64276"/>
                  </a:lnTo>
                  <a:lnTo>
                    <a:pt x="148372" y="61518"/>
                  </a:lnTo>
                  <a:lnTo>
                    <a:pt x="146548" y="59227"/>
                  </a:lnTo>
                  <a:lnTo>
                    <a:pt x="145713" y="55227"/>
                  </a:lnTo>
                  <a:lnTo>
                    <a:pt x="141609" y="51149"/>
                  </a:lnTo>
                  <a:lnTo>
                    <a:pt x="140773" y="49284"/>
                  </a:lnTo>
                  <a:lnTo>
                    <a:pt x="141381" y="38954"/>
                  </a:lnTo>
                  <a:lnTo>
                    <a:pt x="139291" y="37206"/>
                  </a:lnTo>
                  <a:lnTo>
                    <a:pt x="138037" y="35497"/>
                  </a:lnTo>
                  <a:lnTo>
                    <a:pt x="139253" y="33982"/>
                  </a:lnTo>
                  <a:lnTo>
                    <a:pt x="130628" y="28273"/>
                  </a:lnTo>
                  <a:lnTo>
                    <a:pt x="131692" y="27225"/>
                  </a:lnTo>
                  <a:lnTo>
                    <a:pt x="138151" y="21360"/>
                  </a:lnTo>
                  <a:lnTo>
                    <a:pt x="138797" y="20040"/>
                  </a:lnTo>
                  <a:lnTo>
                    <a:pt x="139405" y="18059"/>
                  </a:lnTo>
                  <a:lnTo>
                    <a:pt x="140127" y="17205"/>
                  </a:lnTo>
                  <a:lnTo>
                    <a:pt x="141343" y="16544"/>
                  </a:lnTo>
                  <a:lnTo>
                    <a:pt x="142407" y="16544"/>
                  </a:lnTo>
                  <a:lnTo>
                    <a:pt x="144269" y="16894"/>
                  </a:lnTo>
                  <a:lnTo>
                    <a:pt x="148106" y="16156"/>
                  </a:lnTo>
                  <a:lnTo>
                    <a:pt x="160911" y="4466"/>
                  </a:lnTo>
                  <a:lnTo>
                    <a:pt x="166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57613" y="4931522"/>
              <a:ext cx="140841" cy="119094"/>
            </a:xfrm>
            <a:custGeom>
              <a:avLst/>
              <a:pathLst>
                <a:path w="140841" h="119094">
                  <a:moveTo>
                    <a:pt x="133088" y="18163"/>
                  </a:moveTo>
                  <a:lnTo>
                    <a:pt x="128478" y="36628"/>
                  </a:lnTo>
                  <a:lnTo>
                    <a:pt x="132040" y="36483"/>
                  </a:lnTo>
                  <a:lnTo>
                    <a:pt x="134608" y="35818"/>
                  </a:lnTo>
                  <a:lnTo>
                    <a:pt x="134961" y="51144"/>
                  </a:lnTo>
                  <a:lnTo>
                    <a:pt x="140708" y="52891"/>
                  </a:lnTo>
                  <a:lnTo>
                    <a:pt x="140841" y="52968"/>
                  </a:lnTo>
                  <a:lnTo>
                    <a:pt x="140318" y="54176"/>
                  </a:lnTo>
                  <a:lnTo>
                    <a:pt x="139359" y="56015"/>
                  </a:lnTo>
                  <a:lnTo>
                    <a:pt x="138760" y="56677"/>
                  </a:lnTo>
                  <a:lnTo>
                    <a:pt x="138076" y="57317"/>
                  </a:lnTo>
                  <a:lnTo>
                    <a:pt x="137939" y="57517"/>
                  </a:lnTo>
                  <a:lnTo>
                    <a:pt x="137307" y="58434"/>
                  </a:lnTo>
                  <a:lnTo>
                    <a:pt x="136597" y="60536"/>
                  </a:lnTo>
                  <a:lnTo>
                    <a:pt x="136374" y="61173"/>
                  </a:lnTo>
                  <a:lnTo>
                    <a:pt x="134769" y="64511"/>
                  </a:lnTo>
                  <a:lnTo>
                    <a:pt x="134289" y="65382"/>
                  </a:lnTo>
                  <a:lnTo>
                    <a:pt x="131971" y="64489"/>
                  </a:lnTo>
                  <a:lnTo>
                    <a:pt x="130253" y="64097"/>
                  </a:lnTo>
                  <a:lnTo>
                    <a:pt x="128596" y="64128"/>
                  </a:lnTo>
                  <a:lnTo>
                    <a:pt x="121532" y="65114"/>
                  </a:lnTo>
                  <a:lnTo>
                    <a:pt x="121089" y="65176"/>
                  </a:lnTo>
                  <a:lnTo>
                    <a:pt x="120251" y="65744"/>
                  </a:lnTo>
                  <a:lnTo>
                    <a:pt x="121206" y="64746"/>
                  </a:lnTo>
                  <a:lnTo>
                    <a:pt x="122743" y="63141"/>
                  </a:lnTo>
                  <a:lnTo>
                    <a:pt x="120208" y="62421"/>
                  </a:lnTo>
                  <a:lnTo>
                    <a:pt x="120012" y="62365"/>
                  </a:lnTo>
                  <a:lnTo>
                    <a:pt x="117661" y="60919"/>
                  </a:lnTo>
                  <a:lnTo>
                    <a:pt x="115667" y="59692"/>
                  </a:lnTo>
                  <a:lnTo>
                    <a:pt x="115176" y="59397"/>
                  </a:lnTo>
                  <a:lnTo>
                    <a:pt x="111873" y="57412"/>
                  </a:lnTo>
                  <a:lnTo>
                    <a:pt x="111646" y="57276"/>
                  </a:lnTo>
                  <a:lnTo>
                    <a:pt x="110092" y="56346"/>
                  </a:lnTo>
                  <a:lnTo>
                    <a:pt x="108551" y="55038"/>
                  </a:lnTo>
                  <a:lnTo>
                    <a:pt x="109099" y="54008"/>
                  </a:lnTo>
                  <a:lnTo>
                    <a:pt x="109445" y="53358"/>
                  </a:lnTo>
                  <a:lnTo>
                    <a:pt x="109920" y="52465"/>
                  </a:lnTo>
                  <a:lnTo>
                    <a:pt x="110049" y="52223"/>
                  </a:lnTo>
                  <a:lnTo>
                    <a:pt x="110398" y="51740"/>
                  </a:lnTo>
                  <a:lnTo>
                    <a:pt x="110221" y="51666"/>
                  </a:lnTo>
                  <a:lnTo>
                    <a:pt x="107007" y="49773"/>
                  </a:lnTo>
                  <a:lnTo>
                    <a:pt x="104846" y="48739"/>
                  </a:lnTo>
                  <a:lnTo>
                    <a:pt x="103315" y="48076"/>
                  </a:lnTo>
                  <a:lnTo>
                    <a:pt x="103165" y="48011"/>
                  </a:lnTo>
                  <a:lnTo>
                    <a:pt x="101903" y="47809"/>
                  </a:lnTo>
                  <a:lnTo>
                    <a:pt x="101478" y="47742"/>
                  </a:lnTo>
                  <a:lnTo>
                    <a:pt x="100382" y="47613"/>
                  </a:lnTo>
                  <a:lnTo>
                    <a:pt x="99384" y="47574"/>
                  </a:lnTo>
                  <a:lnTo>
                    <a:pt x="98664" y="47680"/>
                  </a:lnTo>
                  <a:lnTo>
                    <a:pt x="95349" y="48167"/>
                  </a:lnTo>
                  <a:lnTo>
                    <a:pt x="95214" y="48195"/>
                  </a:lnTo>
                  <a:lnTo>
                    <a:pt x="95175" y="48036"/>
                  </a:lnTo>
                  <a:lnTo>
                    <a:pt x="94920" y="48032"/>
                  </a:lnTo>
                  <a:lnTo>
                    <a:pt x="94234" y="48022"/>
                  </a:lnTo>
                  <a:lnTo>
                    <a:pt x="93703" y="48015"/>
                  </a:lnTo>
                  <a:lnTo>
                    <a:pt x="92821" y="47844"/>
                  </a:lnTo>
                  <a:lnTo>
                    <a:pt x="92169" y="47518"/>
                  </a:lnTo>
                  <a:lnTo>
                    <a:pt x="91434" y="47151"/>
                  </a:lnTo>
                  <a:lnTo>
                    <a:pt x="90759" y="46071"/>
                  </a:lnTo>
                  <a:lnTo>
                    <a:pt x="90227" y="45433"/>
                  </a:lnTo>
                  <a:lnTo>
                    <a:pt x="90098" y="45304"/>
                  </a:lnTo>
                  <a:lnTo>
                    <a:pt x="89203" y="44674"/>
                  </a:lnTo>
                  <a:lnTo>
                    <a:pt x="89058" y="44571"/>
                  </a:lnTo>
                  <a:lnTo>
                    <a:pt x="88238" y="44195"/>
                  </a:lnTo>
                  <a:lnTo>
                    <a:pt x="87623" y="44032"/>
                  </a:lnTo>
                  <a:lnTo>
                    <a:pt x="87437" y="43983"/>
                  </a:lnTo>
                  <a:lnTo>
                    <a:pt x="86701" y="44031"/>
                  </a:lnTo>
                  <a:lnTo>
                    <a:pt x="85822" y="44365"/>
                  </a:lnTo>
                  <a:lnTo>
                    <a:pt x="84021" y="45299"/>
                  </a:lnTo>
                  <a:lnTo>
                    <a:pt x="83731" y="45449"/>
                  </a:lnTo>
                  <a:lnTo>
                    <a:pt x="82401" y="46049"/>
                  </a:lnTo>
                  <a:lnTo>
                    <a:pt x="81857" y="46382"/>
                  </a:lnTo>
                  <a:lnTo>
                    <a:pt x="80851" y="46834"/>
                  </a:lnTo>
                  <a:lnTo>
                    <a:pt x="78708" y="48385"/>
                  </a:lnTo>
                  <a:lnTo>
                    <a:pt x="78239" y="48725"/>
                  </a:lnTo>
                  <a:lnTo>
                    <a:pt x="80281" y="50668"/>
                  </a:lnTo>
                  <a:lnTo>
                    <a:pt x="81468" y="51797"/>
                  </a:lnTo>
                  <a:lnTo>
                    <a:pt x="83616" y="54054"/>
                  </a:lnTo>
                  <a:lnTo>
                    <a:pt x="83871" y="54321"/>
                  </a:lnTo>
                  <a:lnTo>
                    <a:pt x="86121" y="56684"/>
                  </a:lnTo>
                  <a:lnTo>
                    <a:pt x="86569" y="57138"/>
                  </a:lnTo>
                  <a:lnTo>
                    <a:pt x="88826" y="59423"/>
                  </a:lnTo>
                  <a:lnTo>
                    <a:pt x="89853" y="60463"/>
                  </a:lnTo>
                  <a:lnTo>
                    <a:pt x="89731" y="60633"/>
                  </a:lnTo>
                  <a:lnTo>
                    <a:pt x="86104" y="65688"/>
                  </a:lnTo>
                  <a:lnTo>
                    <a:pt x="82924" y="64279"/>
                  </a:lnTo>
                  <a:lnTo>
                    <a:pt x="80825" y="63349"/>
                  </a:lnTo>
                  <a:lnTo>
                    <a:pt x="79259" y="62528"/>
                  </a:lnTo>
                  <a:lnTo>
                    <a:pt x="75972" y="61130"/>
                  </a:lnTo>
                  <a:lnTo>
                    <a:pt x="75742" y="60806"/>
                  </a:lnTo>
                  <a:lnTo>
                    <a:pt x="74148" y="58567"/>
                  </a:lnTo>
                  <a:lnTo>
                    <a:pt x="73435" y="57718"/>
                  </a:lnTo>
                  <a:lnTo>
                    <a:pt x="69362" y="56213"/>
                  </a:lnTo>
                  <a:lnTo>
                    <a:pt x="68768" y="56223"/>
                  </a:lnTo>
                  <a:lnTo>
                    <a:pt x="63184" y="56316"/>
                  </a:lnTo>
                  <a:lnTo>
                    <a:pt x="62921" y="56321"/>
                  </a:lnTo>
                  <a:lnTo>
                    <a:pt x="62885" y="57419"/>
                  </a:lnTo>
                  <a:lnTo>
                    <a:pt x="62878" y="57651"/>
                  </a:lnTo>
                  <a:lnTo>
                    <a:pt x="62824" y="59294"/>
                  </a:lnTo>
                  <a:lnTo>
                    <a:pt x="62796" y="60162"/>
                  </a:lnTo>
                  <a:lnTo>
                    <a:pt x="62852" y="62339"/>
                  </a:lnTo>
                  <a:lnTo>
                    <a:pt x="60729" y="63207"/>
                  </a:lnTo>
                  <a:lnTo>
                    <a:pt x="58636" y="64052"/>
                  </a:lnTo>
                  <a:lnTo>
                    <a:pt x="57461" y="64527"/>
                  </a:lnTo>
                  <a:lnTo>
                    <a:pt x="54838" y="65586"/>
                  </a:lnTo>
                  <a:lnTo>
                    <a:pt x="52887" y="66374"/>
                  </a:lnTo>
                  <a:lnTo>
                    <a:pt x="52451" y="66550"/>
                  </a:lnTo>
                  <a:lnTo>
                    <a:pt x="52189" y="66656"/>
                  </a:lnTo>
                  <a:lnTo>
                    <a:pt x="50672" y="65625"/>
                  </a:lnTo>
                  <a:lnTo>
                    <a:pt x="50454" y="65600"/>
                  </a:lnTo>
                  <a:lnTo>
                    <a:pt x="45184" y="68370"/>
                  </a:lnTo>
                  <a:lnTo>
                    <a:pt x="44076" y="68952"/>
                  </a:lnTo>
                  <a:lnTo>
                    <a:pt x="43413" y="70271"/>
                  </a:lnTo>
                  <a:lnTo>
                    <a:pt x="42769" y="71551"/>
                  </a:lnTo>
                  <a:lnTo>
                    <a:pt x="42066" y="71371"/>
                  </a:lnTo>
                  <a:lnTo>
                    <a:pt x="39435" y="70698"/>
                  </a:lnTo>
                  <a:lnTo>
                    <a:pt x="39410" y="71445"/>
                  </a:lnTo>
                  <a:lnTo>
                    <a:pt x="39375" y="72531"/>
                  </a:lnTo>
                  <a:lnTo>
                    <a:pt x="39285" y="75299"/>
                  </a:lnTo>
                  <a:lnTo>
                    <a:pt x="39456" y="76736"/>
                  </a:lnTo>
                  <a:lnTo>
                    <a:pt x="39559" y="76919"/>
                  </a:lnTo>
                  <a:lnTo>
                    <a:pt x="40102" y="77882"/>
                  </a:lnTo>
                  <a:lnTo>
                    <a:pt x="40644" y="79112"/>
                  </a:lnTo>
                  <a:lnTo>
                    <a:pt x="40937" y="79776"/>
                  </a:lnTo>
                  <a:lnTo>
                    <a:pt x="41052" y="80037"/>
                  </a:lnTo>
                  <a:lnTo>
                    <a:pt x="41171" y="80313"/>
                  </a:lnTo>
                  <a:lnTo>
                    <a:pt x="41831" y="81843"/>
                  </a:lnTo>
                  <a:lnTo>
                    <a:pt x="41953" y="82436"/>
                  </a:lnTo>
                  <a:lnTo>
                    <a:pt x="42124" y="83261"/>
                  </a:lnTo>
                  <a:lnTo>
                    <a:pt x="42382" y="84387"/>
                  </a:lnTo>
                  <a:lnTo>
                    <a:pt x="42788" y="85827"/>
                  </a:lnTo>
                  <a:lnTo>
                    <a:pt x="44642" y="88011"/>
                  </a:lnTo>
                  <a:lnTo>
                    <a:pt x="46495" y="89900"/>
                  </a:lnTo>
                  <a:lnTo>
                    <a:pt x="46653" y="90061"/>
                  </a:lnTo>
                  <a:lnTo>
                    <a:pt x="46861" y="90273"/>
                  </a:lnTo>
                  <a:lnTo>
                    <a:pt x="47179" y="90592"/>
                  </a:lnTo>
                  <a:lnTo>
                    <a:pt x="49122" y="92540"/>
                  </a:lnTo>
                  <a:lnTo>
                    <a:pt x="49691" y="93749"/>
                  </a:lnTo>
                  <a:lnTo>
                    <a:pt x="50663" y="96112"/>
                  </a:lnTo>
                  <a:lnTo>
                    <a:pt x="50859" y="96522"/>
                  </a:lnTo>
                  <a:lnTo>
                    <a:pt x="50988" y="96793"/>
                  </a:lnTo>
                  <a:lnTo>
                    <a:pt x="51515" y="97856"/>
                  </a:lnTo>
                  <a:lnTo>
                    <a:pt x="52783" y="99385"/>
                  </a:lnTo>
                  <a:lnTo>
                    <a:pt x="53879" y="100554"/>
                  </a:lnTo>
                  <a:lnTo>
                    <a:pt x="54532" y="101514"/>
                  </a:lnTo>
                  <a:lnTo>
                    <a:pt x="54670" y="101716"/>
                  </a:lnTo>
                  <a:lnTo>
                    <a:pt x="55006" y="102211"/>
                  </a:lnTo>
                  <a:lnTo>
                    <a:pt x="56346" y="103405"/>
                  </a:lnTo>
                  <a:lnTo>
                    <a:pt x="58112" y="104148"/>
                  </a:lnTo>
                  <a:lnTo>
                    <a:pt x="59722" y="104759"/>
                  </a:lnTo>
                  <a:lnTo>
                    <a:pt x="60658" y="105984"/>
                  </a:lnTo>
                  <a:lnTo>
                    <a:pt x="60677" y="107493"/>
                  </a:lnTo>
                  <a:lnTo>
                    <a:pt x="60464" y="108561"/>
                  </a:lnTo>
                  <a:lnTo>
                    <a:pt x="60155" y="109484"/>
                  </a:lnTo>
                  <a:lnTo>
                    <a:pt x="60013" y="110382"/>
                  </a:lnTo>
                  <a:lnTo>
                    <a:pt x="59965" y="111256"/>
                  </a:lnTo>
                  <a:lnTo>
                    <a:pt x="60108" y="112057"/>
                  </a:lnTo>
                  <a:lnTo>
                    <a:pt x="60392" y="113222"/>
                  </a:lnTo>
                  <a:lnTo>
                    <a:pt x="57795" y="114174"/>
                  </a:lnTo>
                  <a:lnTo>
                    <a:pt x="56142" y="114923"/>
                  </a:lnTo>
                  <a:lnTo>
                    <a:pt x="55030" y="115427"/>
                  </a:lnTo>
                  <a:lnTo>
                    <a:pt x="52757" y="116588"/>
                  </a:lnTo>
                  <a:lnTo>
                    <a:pt x="52213" y="116834"/>
                  </a:lnTo>
                  <a:lnTo>
                    <a:pt x="47433" y="119000"/>
                  </a:lnTo>
                  <a:lnTo>
                    <a:pt x="47214" y="119094"/>
                  </a:lnTo>
                  <a:lnTo>
                    <a:pt x="46347" y="118146"/>
                  </a:lnTo>
                  <a:lnTo>
                    <a:pt x="43331" y="114851"/>
                  </a:lnTo>
                  <a:lnTo>
                    <a:pt x="42170" y="113582"/>
                  </a:lnTo>
                  <a:lnTo>
                    <a:pt x="41777" y="113153"/>
                  </a:lnTo>
                  <a:lnTo>
                    <a:pt x="37029" y="107224"/>
                  </a:lnTo>
                  <a:lnTo>
                    <a:pt x="30477" y="100601"/>
                  </a:lnTo>
                  <a:lnTo>
                    <a:pt x="23889" y="88573"/>
                  </a:lnTo>
                  <a:lnTo>
                    <a:pt x="26293" y="87061"/>
                  </a:lnTo>
                  <a:lnTo>
                    <a:pt x="24875" y="85816"/>
                  </a:lnTo>
                  <a:lnTo>
                    <a:pt x="23799" y="84871"/>
                  </a:lnTo>
                  <a:lnTo>
                    <a:pt x="21885" y="84148"/>
                  </a:lnTo>
                  <a:lnTo>
                    <a:pt x="18960" y="83565"/>
                  </a:lnTo>
                  <a:lnTo>
                    <a:pt x="12633" y="77685"/>
                  </a:lnTo>
                  <a:lnTo>
                    <a:pt x="17820" y="72031"/>
                  </a:lnTo>
                  <a:lnTo>
                    <a:pt x="13298" y="67215"/>
                  </a:lnTo>
                  <a:lnTo>
                    <a:pt x="7733" y="72135"/>
                  </a:lnTo>
                  <a:lnTo>
                    <a:pt x="3096" y="66177"/>
                  </a:lnTo>
                  <a:lnTo>
                    <a:pt x="4749" y="65079"/>
                  </a:lnTo>
                  <a:lnTo>
                    <a:pt x="2280" y="61646"/>
                  </a:lnTo>
                  <a:lnTo>
                    <a:pt x="0" y="58476"/>
                  </a:lnTo>
                  <a:lnTo>
                    <a:pt x="1464" y="57121"/>
                  </a:lnTo>
                  <a:lnTo>
                    <a:pt x="10470" y="48792"/>
                  </a:lnTo>
                  <a:lnTo>
                    <a:pt x="11783" y="47697"/>
                  </a:lnTo>
                  <a:lnTo>
                    <a:pt x="14775" y="50464"/>
                  </a:lnTo>
                  <a:lnTo>
                    <a:pt x="26459" y="40342"/>
                  </a:lnTo>
                  <a:lnTo>
                    <a:pt x="24955" y="37342"/>
                  </a:lnTo>
                  <a:lnTo>
                    <a:pt x="42702" y="22792"/>
                  </a:lnTo>
                  <a:lnTo>
                    <a:pt x="45585" y="20126"/>
                  </a:lnTo>
                  <a:lnTo>
                    <a:pt x="46037" y="20083"/>
                  </a:lnTo>
                  <a:lnTo>
                    <a:pt x="51964" y="25195"/>
                  </a:lnTo>
                  <a:lnTo>
                    <a:pt x="58967" y="29312"/>
                  </a:lnTo>
                  <a:lnTo>
                    <a:pt x="62365" y="38376"/>
                  </a:lnTo>
                  <a:lnTo>
                    <a:pt x="65999" y="38813"/>
                  </a:lnTo>
                  <a:lnTo>
                    <a:pt x="68445" y="29704"/>
                  </a:lnTo>
                  <a:lnTo>
                    <a:pt x="86730" y="27671"/>
                  </a:lnTo>
                  <a:lnTo>
                    <a:pt x="87375" y="23435"/>
                  </a:lnTo>
                  <a:lnTo>
                    <a:pt x="87906" y="19945"/>
                  </a:lnTo>
                  <a:lnTo>
                    <a:pt x="88955" y="13054"/>
                  </a:lnTo>
                  <a:lnTo>
                    <a:pt x="98628" y="5024"/>
                  </a:lnTo>
                  <a:lnTo>
                    <a:pt x="107034" y="291"/>
                  </a:lnTo>
                  <a:lnTo>
                    <a:pt x="113019" y="0"/>
                  </a:lnTo>
                  <a:lnTo>
                    <a:pt x="118433" y="2621"/>
                  </a:lnTo>
                  <a:lnTo>
                    <a:pt x="124275" y="76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96899" y="4953309"/>
              <a:ext cx="215102" cy="262843"/>
            </a:xfrm>
            <a:custGeom>
              <a:avLst/>
              <a:pathLst>
                <a:path w="215102" h="262843">
                  <a:moveTo>
                    <a:pt x="150828" y="2575"/>
                  </a:moveTo>
                  <a:lnTo>
                    <a:pt x="146245" y="12959"/>
                  </a:lnTo>
                  <a:lnTo>
                    <a:pt x="151831" y="15522"/>
                  </a:lnTo>
                  <a:lnTo>
                    <a:pt x="154331" y="9249"/>
                  </a:lnTo>
                  <a:lnTo>
                    <a:pt x="159026" y="11370"/>
                  </a:lnTo>
                  <a:lnTo>
                    <a:pt x="153273" y="27453"/>
                  </a:lnTo>
                  <a:lnTo>
                    <a:pt x="152412" y="30242"/>
                  </a:lnTo>
                  <a:lnTo>
                    <a:pt x="159162" y="31942"/>
                  </a:lnTo>
                  <a:lnTo>
                    <a:pt x="162899" y="32883"/>
                  </a:lnTo>
                  <a:lnTo>
                    <a:pt x="161300" y="40268"/>
                  </a:lnTo>
                  <a:lnTo>
                    <a:pt x="160847" y="42360"/>
                  </a:lnTo>
                  <a:lnTo>
                    <a:pt x="162624" y="42008"/>
                  </a:lnTo>
                  <a:lnTo>
                    <a:pt x="173006" y="39952"/>
                  </a:lnTo>
                  <a:lnTo>
                    <a:pt x="179769" y="47642"/>
                  </a:lnTo>
                  <a:lnTo>
                    <a:pt x="187824" y="53856"/>
                  </a:lnTo>
                  <a:lnTo>
                    <a:pt x="189572" y="55642"/>
                  </a:lnTo>
                  <a:lnTo>
                    <a:pt x="185459" y="63575"/>
                  </a:lnTo>
                  <a:lnTo>
                    <a:pt x="190104" y="63254"/>
                  </a:lnTo>
                  <a:lnTo>
                    <a:pt x="193980" y="64342"/>
                  </a:lnTo>
                  <a:lnTo>
                    <a:pt x="198691" y="67527"/>
                  </a:lnTo>
                  <a:lnTo>
                    <a:pt x="204466" y="72808"/>
                  </a:lnTo>
                  <a:lnTo>
                    <a:pt x="211914" y="78013"/>
                  </a:lnTo>
                  <a:lnTo>
                    <a:pt x="215102" y="82902"/>
                  </a:lnTo>
                  <a:lnTo>
                    <a:pt x="214542" y="92265"/>
                  </a:lnTo>
                  <a:lnTo>
                    <a:pt x="206373" y="108189"/>
                  </a:lnTo>
                  <a:lnTo>
                    <a:pt x="203865" y="109354"/>
                  </a:lnTo>
                  <a:lnTo>
                    <a:pt x="190833" y="105897"/>
                  </a:lnTo>
                  <a:lnTo>
                    <a:pt x="189199" y="106713"/>
                  </a:lnTo>
                  <a:lnTo>
                    <a:pt x="187641" y="111412"/>
                  </a:lnTo>
                  <a:lnTo>
                    <a:pt x="188933" y="114985"/>
                  </a:lnTo>
                  <a:lnTo>
                    <a:pt x="190225" y="117005"/>
                  </a:lnTo>
                  <a:lnTo>
                    <a:pt x="193351" y="121568"/>
                  </a:lnTo>
                  <a:lnTo>
                    <a:pt x="192294" y="127198"/>
                  </a:lnTo>
                  <a:lnTo>
                    <a:pt x="192195" y="127724"/>
                  </a:lnTo>
                  <a:lnTo>
                    <a:pt x="185432" y="127336"/>
                  </a:lnTo>
                  <a:lnTo>
                    <a:pt x="184031" y="126598"/>
                  </a:lnTo>
                  <a:lnTo>
                    <a:pt x="183074" y="127865"/>
                  </a:lnTo>
                  <a:lnTo>
                    <a:pt x="184150" y="129526"/>
                  </a:lnTo>
                  <a:lnTo>
                    <a:pt x="185983" y="132356"/>
                  </a:lnTo>
                  <a:lnTo>
                    <a:pt x="185851" y="134343"/>
                  </a:lnTo>
                  <a:lnTo>
                    <a:pt x="185746" y="135936"/>
                  </a:lnTo>
                  <a:lnTo>
                    <a:pt x="183905" y="137271"/>
                  </a:lnTo>
                  <a:lnTo>
                    <a:pt x="180996" y="137817"/>
                  </a:lnTo>
                  <a:lnTo>
                    <a:pt x="176425" y="142672"/>
                  </a:lnTo>
                  <a:lnTo>
                    <a:pt x="175712" y="144796"/>
                  </a:lnTo>
                  <a:lnTo>
                    <a:pt x="172566" y="147223"/>
                  </a:lnTo>
                  <a:lnTo>
                    <a:pt x="168111" y="155687"/>
                  </a:lnTo>
                  <a:lnTo>
                    <a:pt x="170733" y="159221"/>
                  </a:lnTo>
                  <a:lnTo>
                    <a:pt x="170695" y="163688"/>
                  </a:lnTo>
                  <a:lnTo>
                    <a:pt x="161820" y="166763"/>
                  </a:lnTo>
                  <a:lnTo>
                    <a:pt x="168469" y="181085"/>
                  </a:lnTo>
                  <a:lnTo>
                    <a:pt x="168469" y="184058"/>
                  </a:lnTo>
                  <a:lnTo>
                    <a:pt x="165738" y="189034"/>
                  </a:lnTo>
                  <a:lnTo>
                    <a:pt x="164373" y="196256"/>
                  </a:lnTo>
                  <a:lnTo>
                    <a:pt x="168232" y="200139"/>
                  </a:lnTo>
                  <a:lnTo>
                    <a:pt x="170666" y="203113"/>
                  </a:lnTo>
                  <a:lnTo>
                    <a:pt x="173337" y="202385"/>
                  </a:lnTo>
                  <a:lnTo>
                    <a:pt x="173931" y="198622"/>
                  </a:lnTo>
                  <a:lnTo>
                    <a:pt x="176959" y="190066"/>
                  </a:lnTo>
                  <a:lnTo>
                    <a:pt x="178628" y="188116"/>
                  </a:lnTo>
                  <a:lnTo>
                    <a:pt x="180284" y="186182"/>
                  </a:lnTo>
                  <a:lnTo>
                    <a:pt x="182457" y="165358"/>
                  </a:lnTo>
                  <a:lnTo>
                    <a:pt x="184287" y="165358"/>
                  </a:lnTo>
                  <a:lnTo>
                    <a:pt x="186412" y="165358"/>
                  </a:lnTo>
                  <a:lnTo>
                    <a:pt x="189410" y="165358"/>
                  </a:lnTo>
                  <a:lnTo>
                    <a:pt x="189380" y="165667"/>
                  </a:lnTo>
                  <a:lnTo>
                    <a:pt x="188897" y="170688"/>
                  </a:lnTo>
                  <a:lnTo>
                    <a:pt x="190026" y="170819"/>
                  </a:lnTo>
                  <a:lnTo>
                    <a:pt x="192943" y="171155"/>
                  </a:lnTo>
                  <a:lnTo>
                    <a:pt x="193334" y="171531"/>
                  </a:lnTo>
                  <a:lnTo>
                    <a:pt x="203791" y="181611"/>
                  </a:lnTo>
                  <a:lnTo>
                    <a:pt x="204040" y="183246"/>
                  </a:lnTo>
                  <a:lnTo>
                    <a:pt x="203561" y="185713"/>
                  </a:lnTo>
                  <a:lnTo>
                    <a:pt x="192715" y="185591"/>
                  </a:lnTo>
                  <a:lnTo>
                    <a:pt x="192769" y="187588"/>
                  </a:lnTo>
                  <a:lnTo>
                    <a:pt x="192737" y="188794"/>
                  </a:lnTo>
                  <a:lnTo>
                    <a:pt x="192621" y="193227"/>
                  </a:lnTo>
                  <a:lnTo>
                    <a:pt x="192534" y="196553"/>
                  </a:lnTo>
                  <a:lnTo>
                    <a:pt x="192694" y="196580"/>
                  </a:lnTo>
                  <a:lnTo>
                    <a:pt x="194353" y="196849"/>
                  </a:lnTo>
                  <a:lnTo>
                    <a:pt x="199005" y="194389"/>
                  </a:lnTo>
                  <a:lnTo>
                    <a:pt x="202723" y="200401"/>
                  </a:lnTo>
                  <a:lnTo>
                    <a:pt x="202019" y="200792"/>
                  </a:lnTo>
                  <a:lnTo>
                    <a:pt x="201677" y="200981"/>
                  </a:lnTo>
                  <a:lnTo>
                    <a:pt x="198115" y="202956"/>
                  </a:lnTo>
                  <a:lnTo>
                    <a:pt x="197198" y="203683"/>
                  </a:lnTo>
                  <a:lnTo>
                    <a:pt x="196164" y="204503"/>
                  </a:lnTo>
                  <a:lnTo>
                    <a:pt x="195867" y="204739"/>
                  </a:lnTo>
                  <a:lnTo>
                    <a:pt x="194706" y="205785"/>
                  </a:lnTo>
                  <a:lnTo>
                    <a:pt x="194044" y="206381"/>
                  </a:lnTo>
                  <a:lnTo>
                    <a:pt x="193718" y="206675"/>
                  </a:lnTo>
                  <a:lnTo>
                    <a:pt x="192051" y="208176"/>
                  </a:lnTo>
                  <a:lnTo>
                    <a:pt x="191508" y="208665"/>
                  </a:lnTo>
                  <a:lnTo>
                    <a:pt x="191284" y="208867"/>
                  </a:lnTo>
                  <a:lnTo>
                    <a:pt x="189922" y="210094"/>
                  </a:lnTo>
                  <a:lnTo>
                    <a:pt x="189654" y="210335"/>
                  </a:lnTo>
                  <a:lnTo>
                    <a:pt x="189259" y="210691"/>
                  </a:lnTo>
                  <a:lnTo>
                    <a:pt x="188908" y="211005"/>
                  </a:lnTo>
                  <a:lnTo>
                    <a:pt x="188663" y="211189"/>
                  </a:lnTo>
                  <a:lnTo>
                    <a:pt x="188248" y="211502"/>
                  </a:lnTo>
                  <a:lnTo>
                    <a:pt x="188014" y="211678"/>
                  </a:lnTo>
                  <a:lnTo>
                    <a:pt x="187571" y="212012"/>
                  </a:lnTo>
                  <a:lnTo>
                    <a:pt x="187272" y="212099"/>
                  </a:lnTo>
                  <a:lnTo>
                    <a:pt x="186973" y="212186"/>
                  </a:lnTo>
                  <a:lnTo>
                    <a:pt x="186493" y="212183"/>
                  </a:lnTo>
                  <a:lnTo>
                    <a:pt x="185431" y="212176"/>
                  </a:lnTo>
                  <a:lnTo>
                    <a:pt x="185114" y="212183"/>
                  </a:lnTo>
                  <a:lnTo>
                    <a:pt x="181170" y="212266"/>
                  </a:lnTo>
                  <a:lnTo>
                    <a:pt x="180881" y="212268"/>
                  </a:lnTo>
                  <a:lnTo>
                    <a:pt x="180663" y="212270"/>
                  </a:lnTo>
                  <a:lnTo>
                    <a:pt x="180423" y="212271"/>
                  </a:lnTo>
                  <a:lnTo>
                    <a:pt x="179202" y="223889"/>
                  </a:lnTo>
                  <a:lnTo>
                    <a:pt x="184463" y="224302"/>
                  </a:lnTo>
                  <a:lnTo>
                    <a:pt x="183571" y="230807"/>
                  </a:lnTo>
                  <a:lnTo>
                    <a:pt x="183246" y="233178"/>
                  </a:lnTo>
                  <a:lnTo>
                    <a:pt x="184453" y="233687"/>
                  </a:lnTo>
                  <a:lnTo>
                    <a:pt x="181250" y="241433"/>
                  </a:lnTo>
                  <a:lnTo>
                    <a:pt x="179739" y="245086"/>
                  </a:lnTo>
                  <a:lnTo>
                    <a:pt x="179355" y="246015"/>
                  </a:lnTo>
                  <a:lnTo>
                    <a:pt x="175542" y="244121"/>
                  </a:lnTo>
                  <a:lnTo>
                    <a:pt x="168866" y="245599"/>
                  </a:lnTo>
                  <a:lnTo>
                    <a:pt x="167940" y="245804"/>
                  </a:lnTo>
                  <a:lnTo>
                    <a:pt x="167051" y="246001"/>
                  </a:lnTo>
                  <a:lnTo>
                    <a:pt x="166884" y="246067"/>
                  </a:lnTo>
                  <a:lnTo>
                    <a:pt x="166755" y="246118"/>
                  </a:lnTo>
                  <a:lnTo>
                    <a:pt x="159390" y="249110"/>
                  </a:lnTo>
                  <a:lnTo>
                    <a:pt x="153495" y="251505"/>
                  </a:lnTo>
                  <a:lnTo>
                    <a:pt x="150401" y="252762"/>
                  </a:lnTo>
                  <a:lnTo>
                    <a:pt x="141201" y="256499"/>
                  </a:lnTo>
                  <a:lnTo>
                    <a:pt x="134122" y="259562"/>
                  </a:lnTo>
                  <a:lnTo>
                    <a:pt x="125586" y="262843"/>
                  </a:lnTo>
                  <a:lnTo>
                    <a:pt x="121707" y="253690"/>
                  </a:lnTo>
                  <a:lnTo>
                    <a:pt x="112088" y="230356"/>
                  </a:lnTo>
                  <a:lnTo>
                    <a:pt x="108622" y="222012"/>
                  </a:lnTo>
                  <a:lnTo>
                    <a:pt x="106180" y="216135"/>
                  </a:lnTo>
                  <a:lnTo>
                    <a:pt x="102749" y="207875"/>
                  </a:lnTo>
                  <a:lnTo>
                    <a:pt x="102485" y="207240"/>
                  </a:lnTo>
                  <a:lnTo>
                    <a:pt x="100148" y="201613"/>
                  </a:lnTo>
                  <a:lnTo>
                    <a:pt x="98253" y="197051"/>
                  </a:lnTo>
                  <a:lnTo>
                    <a:pt x="94150" y="187175"/>
                  </a:lnTo>
                  <a:lnTo>
                    <a:pt x="93872" y="186505"/>
                  </a:lnTo>
                  <a:lnTo>
                    <a:pt x="100084" y="171522"/>
                  </a:lnTo>
                  <a:lnTo>
                    <a:pt x="92393" y="169381"/>
                  </a:lnTo>
                  <a:lnTo>
                    <a:pt x="79143" y="165694"/>
                  </a:lnTo>
                  <a:lnTo>
                    <a:pt x="58913" y="160134"/>
                  </a:lnTo>
                  <a:lnTo>
                    <a:pt x="58571" y="160044"/>
                  </a:lnTo>
                  <a:lnTo>
                    <a:pt x="54128" y="158876"/>
                  </a:lnTo>
                  <a:lnTo>
                    <a:pt x="44541" y="156354"/>
                  </a:lnTo>
                  <a:lnTo>
                    <a:pt x="26406" y="151456"/>
                  </a:lnTo>
                  <a:lnTo>
                    <a:pt x="22154" y="150307"/>
                  </a:lnTo>
                  <a:lnTo>
                    <a:pt x="32738" y="143064"/>
                  </a:lnTo>
                  <a:lnTo>
                    <a:pt x="36920" y="140201"/>
                  </a:lnTo>
                  <a:lnTo>
                    <a:pt x="40814" y="136804"/>
                  </a:lnTo>
                  <a:lnTo>
                    <a:pt x="43128" y="133709"/>
                  </a:lnTo>
                  <a:lnTo>
                    <a:pt x="41658" y="132428"/>
                  </a:lnTo>
                  <a:lnTo>
                    <a:pt x="39205" y="130291"/>
                  </a:lnTo>
                  <a:lnTo>
                    <a:pt x="37395" y="128428"/>
                  </a:lnTo>
                  <a:lnTo>
                    <a:pt x="37224" y="128292"/>
                  </a:lnTo>
                  <a:lnTo>
                    <a:pt x="36200" y="127475"/>
                  </a:lnTo>
                  <a:lnTo>
                    <a:pt x="35585" y="126986"/>
                  </a:lnTo>
                  <a:lnTo>
                    <a:pt x="34474" y="125427"/>
                  </a:lnTo>
                  <a:lnTo>
                    <a:pt x="33605" y="124743"/>
                  </a:lnTo>
                  <a:lnTo>
                    <a:pt x="32550" y="124262"/>
                  </a:lnTo>
                  <a:lnTo>
                    <a:pt x="32244" y="124040"/>
                  </a:lnTo>
                  <a:lnTo>
                    <a:pt x="31445" y="123459"/>
                  </a:lnTo>
                  <a:lnTo>
                    <a:pt x="30885" y="122776"/>
                  </a:lnTo>
                  <a:lnTo>
                    <a:pt x="29657" y="120706"/>
                  </a:lnTo>
                  <a:lnTo>
                    <a:pt x="29354" y="120195"/>
                  </a:lnTo>
                  <a:lnTo>
                    <a:pt x="27920" y="118586"/>
                  </a:lnTo>
                  <a:lnTo>
                    <a:pt x="26675" y="117836"/>
                  </a:lnTo>
                  <a:lnTo>
                    <a:pt x="26207" y="117692"/>
                  </a:lnTo>
                  <a:lnTo>
                    <a:pt x="24651" y="115779"/>
                  </a:lnTo>
                  <a:lnTo>
                    <a:pt x="24073" y="115069"/>
                  </a:lnTo>
                  <a:lnTo>
                    <a:pt x="23559" y="114436"/>
                  </a:lnTo>
                  <a:lnTo>
                    <a:pt x="23016" y="113227"/>
                  </a:lnTo>
                  <a:lnTo>
                    <a:pt x="22923" y="111951"/>
                  </a:lnTo>
                  <a:lnTo>
                    <a:pt x="22629" y="110618"/>
                  </a:lnTo>
                  <a:lnTo>
                    <a:pt x="22543" y="110227"/>
                  </a:lnTo>
                  <a:lnTo>
                    <a:pt x="22446" y="109512"/>
                  </a:lnTo>
                  <a:lnTo>
                    <a:pt x="22238" y="109141"/>
                  </a:lnTo>
                  <a:lnTo>
                    <a:pt x="21751" y="108801"/>
                  </a:lnTo>
                  <a:lnTo>
                    <a:pt x="21115" y="108552"/>
                  </a:lnTo>
                  <a:lnTo>
                    <a:pt x="20494" y="108309"/>
                  </a:lnTo>
                  <a:lnTo>
                    <a:pt x="19865" y="108062"/>
                  </a:lnTo>
                  <a:lnTo>
                    <a:pt x="18815" y="107651"/>
                  </a:lnTo>
                  <a:lnTo>
                    <a:pt x="13401" y="105530"/>
                  </a:lnTo>
                  <a:lnTo>
                    <a:pt x="12774" y="105285"/>
                  </a:lnTo>
                  <a:lnTo>
                    <a:pt x="12415" y="105168"/>
                  </a:lnTo>
                  <a:lnTo>
                    <a:pt x="10873" y="104669"/>
                  </a:lnTo>
                  <a:lnTo>
                    <a:pt x="11652" y="104536"/>
                  </a:lnTo>
                  <a:lnTo>
                    <a:pt x="14469" y="104057"/>
                  </a:lnTo>
                  <a:lnTo>
                    <a:pt x="15215" y="103930"/>
                  </a:lnTo>
                  <a:lnTo>
                    <a:pt x="15864" y="103504"/>
                  </a:lnTo>
                  <a:lnTo>
                    <a:pt x="16187" y="103127"/>
                  </a:lnTo>
                  <a:lnTo>
                    <a:pt x="16817" y="102393"/>
                  </a:lnTo>
                  <a:lnTo>
                    <a:pt x="18386" y="100566"/>
                  </a:lnTo>
                  <a:lnTo>
                    <a:pt x="15611" y="97238"/>
                  </a:lnTo>
                  <a:lnTo>
                    <a:pt x="14431" y="95822"/>
                  </a:lnTo>
                  <a:lnTo>
                    <a:pt x="14030" y="95341"/>
                  </a:lnTo>
                  <a:lnTo>
                    <a:pt x="13571" y="94751"/>
                  </a:lnTo>
                  <a:lnTo>
                    <a:pt x="15745" y="93640"/>
                  </a:lnTo>
                  <a:lnTo>
                    <a:pt x="16856" y="93136"/>
                  </a:lnTo>
                  <a:lnTo>
                    <a:pt x="18509" y="92387"/>
                  </a:lnTo>
                  <a:lnTo>
                    <a:pt x="21107" y="91435"/>
                  </a:lnTo>
                  <a:lnTo>
                    <a:pt x="20822" y="90270"/>
                  </a:lnTo>
                  <a:lnTo>
                    <a:pt x="20679" y="89469"/>
                  </a:lnTo>
                  <a:lnTo>
                    <a:pt x="20727" y="88595"/>
                  </a:lnTo>
                  <a:lnTo>
                    <a:pt x="20869" y="87697"/>
                  </a:lnTo>
                  <a:lnTo>
                    <a:pt x="21178" y="86775"/>
                  </a:lnTo>
                  <a:lnTo>
                    <a:pt x="21392" y="85707"/>
                  </a:lnTo>
                  <a:lnTo>
                    <a:pt x="21294" y="84094"/>
                  </a:lnTo>
                  <a:lnTo>
                    <a:pt x="20437" y="82973"/>
                  </a:lnTo>
                  <a:lnTo>
                    <a:pt x="18827" y="82361"/>
                  </a:lnTo>
                  <a:lnTo>
                    <a:pt x="17060" y="81618"/>
                  </a:lnTo>
                  <a:lnTo>
                    <a:pt x="15721" y="80424"/>
                  </a:lnTo>
                  <a:lnTo>
                    <a:pt x="15384" y="79929"/>
                  </a:lnTo>
                  <a:lnTo>
                    <a:pt x="15247" y="79727"/>
                  </a:lnTo>
                  <a:lnTo>
                    <a:pt x="14581" y="78749"/>
                  </a:lnTo>
                  <a:lnTo>
                    <a:pt x="13498" y="77599"/>
                  </a:lnTo>
                  <a:lnTo>
                    <a:pt x="12230" y="76069"/>
                  </a:lnTo>
                  <a:lnTo>
                    <a:pt x="11703" y="75006"/>
                  </a:lnTo>
                  <a:lnTo>
                    <a:pt x="11559" y="74704"/>
                  </a:lnTo>
                  <a:lnTo>
                    <a:pt x="11378" y="74325"/>
                  </a:lnTo>
                  <a:lnTo>
                    <a:pt x="10406" y="71962"/>
                  </a:lnTo>
                  <a:lnTo>
                    <a:pt x="9836" y="70753"/>
                  </a:lnTo>
                  <a:lnTo>
                    <a:pt x="7894" y="68806"/>
                  </a:lnTo>
                  <a:lnTo>
                    <a:pt x="7575" y="68486"/>
                  </a:lnTo>
                  <a:lnTo>
                    <a:pt x="7368" y="68275"/>
                  </a:lnTo>
                  <a:lnTo>
                    <a:pt x="7210" y="68113"/>
                  </a:lnTo>
                  <a:lnTo>
                    <a:pt x="5356" y="66225"/>
                  </a:lnTo>
                  <a:lnTo>
                    <a:pt x="3448" y="63962"/>
                  </a:lnTo>
                  <a:lnTo>
                    <a:pt x="3096" y="62600"/>
                  </a:lnTo>
                  <a:lnTo>
                    <a:pt x="2838" y="61474"/>
                  </a:lnTo>
                  <a:lnTo>
                    <a:pt x="2668" y="60650"/>
                  </a:lnTo>
                  <a:lnTo>
                    <a:pt x="2545" y="60057"/>
                  </a:lnTo>
                  <a:lnTo>
                    <a:pt x="1885" y="58527"/>
                  </a:lnTo>
                  <a:lnTo>
                    <a:pt x="1766" y="58251"/>
                  </a:lnTo>
                  <a:lnTo>
                    <a:pt x="1645" y="57976"/>
                  </a:lnTo>
                  <a:lnTo>
                    <a:pt x="1358" y="57325"/>
                  </a:lnTo>
                  <a:lnTo>
                    <a:pt x="816" y="56095"/>
                  </a:lnTo>
                  <a:lnTo>
                    <a:pt x="274" y="55133"/>
                  </a:lnTo>
                  <a:lnTo>
                    <a:pt x="171" y="54949"/>
                  </a:lnTo>
                  <a:lnTo>
                    <a:pt x="0" y="53512"/>
                  </a:lnTo>
                  <a:lnTo>
                    <a:pt x="89" y="50745"/>
                  </a:lnTo>
                  <a:lnTo>
                    <a:pt x="125" y="49659"/>
                  </a:lnTo>
                  <a:lnTo>
                    <a:pt x="149" y="48911"/>
                  </a:lnTo>
                  <a:lnTo>
                    <a:pt x="2779" y="49565"/>
                  </a:lnTo>
                  <a:lnTo>
                    <a:pt x="3491" y="49748"/>
                  </a:lnTo>
                  <a:lnTo>
                    <a:pt x="4127" y="48484"/>
                  </a:lnTo>
                  <a:lnTo>
                    <a:pt x="4791" y="47165"/>
                  </a:lnTo>
                  <a:lnTo>
                    <a:pt x="5898" y="46583"/>
                  </a:lnTo>
                  <a:lnTo>
                    <a:pt x="11221" y="43819"/>
                  </a:lnTo>
                  <a:lnTo>
                    <a:pt x="11386" y="43839"/>
                  </a:lnTo>
                  <a:lnTo>
                    <a:pt x="12944" y="44853"/>
                  </a:lnTo>
                  <a:lnTo>
                    <a:pt x="13166" y="44763"/>
                  </a:lnTo>
                  <a:lnTo>
                    <a:pt x="13602" y="44587"/>
                  </a:lnTo>
                  <a:lnTo>
                    <a:pt x="15553" y="43799"/>
                  </a:lnTo>
                  <a:lnTo>
                    <a:pt x="18175" y="42740"/>
                  </a:lnTo>
                  <a:lnTo>
                    <a:pt x="19350" y="42265"/>
                  </a:lnTo>
                  <a:lnTo>
                    <a:pt x="21444" y="41420"/>
                  </a:lnTo>
                  <a:lnTo>
                    <a:pt x="23566" y="40553"/>
                  </a:lnTo>
                  <a:lnTo>
                    <a:pt x="23511" y="38375"/>
                  </a:lnTo>
                  <a:lnTo>
                    <a:pt x="23539" y="37508"/>
                  </a:lnTo>
                  <a:lnTo>
                    <a:pt x="23592" y="35865"/>
                  </a:lnTo>
                  <a:lnTo>
                    <a:pt x="23600" y="35633"/>
                  </a:lnTo>
                  <a:lnTo>
                    <a:pt x="23635" y="34534"/>
                  </a:lnTo>
                  <a:lnTo>
                    <a:pt x="23899" y="34530"/>
                  </a:lnTo>
                  <a:lnTo>
                    <a:pt x="29482" y="34436"/>
                  </a:lnTo>
                  <a:lnTo>
                    <a:pt x="30077" y="34427"/>
                  </a:lnTo>
                  <a:lnTo>
                    <a:pt x="34272" y="36077"/>
                  </a:lnTo>
                  <a:lnTo>
                    <a:pt x="34863" y="36780"/>
                  </a:lnTo>
                  <a:lnTo>
                    <a:pt x="36456" y="39020"/>
                  </a:lnTo>
                  <a:lnTo>
                    <a:pt x="36687" y="39343"/>
                  </a:lnTo>
                  <a:lnTo>
                    <a:pt x="39973" y="40742"/>
                  </a:lnTo>
                  <a:lnTo>
                    <a:pt x="41540" y="41562"/>
                  </a:lnTo>
                  <a:lnTo>
                    <a:pt x="43638" y="42492"/>
                  </a:lnTo>
                  <a:lnTo>
                    <a:pt x="46834" y="43880"/>
                  </a:lnTo>
                  <a:lnTo>
                    <a:pt x="50446" y="38847"/>
                  </a:lnTo>
                  <a:lnTo>
                    <a:pt x="50568" y="38677"/>
                  </a:lnTo>
                  <a:lnTo>
                    <a:pt x="49540" y="37636"/>
                  </a:lnTo>
                  <a:lnTo>
                    <a:pt x="47284" y="35352"/>
                  </a:lnTo>
                  <a:lnTo>
                    <a:pt x="46835" y="34898"/>
                  </a:lnTo>
                  <a:lnTo>
                    <a:pt x="44585" y="32534"/>
                  </a:lnTo>
                  <a:lnTo>
                    <a:pt x="44331" y="32267"/>
                  </a:lnTo>
                  <a:lnTo>
                    <a:pt x="42182" y="30011"/>
                  </a:lnTo>
                  <a:lnTo>
                    <a:pt x="40996" y="28881"/>
                  </a:lnTo>
                  <a:lnTo>
                    <a:pt x="38954" y="26939"/>
                  </a:lnTo>
                  <a:lnTo>
                    <a:pt x="39423" y="26599"/>
                  </a:lnTo>
                  <a:lnTo>
                    <a:pt x="41565" y="25047"/>
                  </a:lnTo>
                  <a:lnTo>
                    <a:pt x="42571" y="24595"/>
                  </a:lnTo>
                  <a:lnTo>
                    <a:pt x="43115" y="24262"/>
                  </a:lnTo>
                  <a:lnTo>
                    <a:pt x="44445" y="23663"/>
                  </a:lnTo>
                  <a:lnTo>
                    <a:pt x="44736" y="23512"/>
                  </a:lnTo>
                  <a:lnTo>
                    <a:pt x="46537" y="22578"/>
                  </a:lnTo>
                  <a:lnTo>
                    <a:pt x="47415" y="22245"/>
                  </a:lnTo>
                  <a:lnTo>
                    <a:pt x="48151" y="22196"/>
                  </a:lnTo>
                  <a:lnTo>
                    <a:pt x="48337" y="22245"/>
                  </a:lnTo>
                  <a:lnTo>
                    <a:pt x="48953" y="22409"/>
                  </a:lnTo>
                  <a:lnTo>
                    <a:pt x="49772" y="22785"/>
                  </a:lnTo>
                  <a:lnTo>
                    <a:pt x="49918" y="22887"/>
                  </a:lnTo>
                  <a:lnTo>
                    <a:pt x="50812" y="23518"/>
                  </a:lnTo>
                  <a:lnTo>
                    <a:pt x="50942" y="23647"/>
                  </a:lnTo>
                  <a:lnTo>
                    <a:pt x="51473" y="24284"/>
                  </a:lnTo>
                  <a:lnTo>
                    <a:pt x="52149" y="25364"/>
                  </a:lnTo>
                  <a:lnTo>
                    <a:pt x="52883" y="25731"/>
                  </a:lnTo>
                  <a:lnTo>
                    <a:pt x="53536" y="26057"/>
                  </a:lnTo>
                  <a:lnTo>
                    <a:pt x="54417" y="26228"/>
                  </a:lnTo>
                  <a:lnTo>
                    <a:pt x="54948" y="26236"/>
                  </a:lnTo>
                  <a:lnTo>
                    <a:pt x="55634" y="26245"/>
                  </a:lnTo>
                  <a:lnTo>
                    <a:pt x="55889" y="26249"/>
                  </a:lnTo>
                  <a:lnTo>
                    <a:pt x="55929" y="26409"/>
                  </a:lnTo>
                  <a:lnTo>
                    <a:pt x="56064" y="26381"/>
                  </a:lnTo>
                  <a:lnTo>
                    <a:pt x="59481" y="25878"/>
                  </a:lnTo>
                  <a:lnTo>
                    <a:pt x="60099" y="25787"/>
                  </a:lnTo>
                  <a:lnTo>
                    <a:pt x="61096" y="25826"/>
                  </a:lnTo>
                  <a:lnTo>
                    <a:pt x="62193" y="25955"/>
                  </a:lnTo>
                  <a:lnTo>
                    <a:pt x="62618" y="26023"/>
                  </a:lnTo>
                  <a:lnTo>
                    <a:pt x="63879" y="26224"/>
                  </a:lnTo>
                  <a:lnTo>
                    <a:pt x="64029" y="26289"/>
                  </a:lnTo>
                  <a:lnTo>
                    <a:pt x="65561" y="26953"/>
                  </a:lnTo>
                  <a:lnTo>
                    <a:pt x="67783" y="28016"/>
                  </a:lnTo>
                  <a:lnTo>
                    <a:pt x="70935" y="29879"/>
                  </a:lnTo>
                  <a:lnTo>
                    <a:pt x="71113" y="29954"/>
                  </a:lnTo>
                  <a:lnTo>
                    <a:pt x="70763" y="30436"/>
                  </a:lnTo>
                  <a:lnTo>
                    <a:pt x="70634" y="30678"/>
                  </a:lnTo>
                  <a:lnTo>
                    <a:pt x="70159" y="31571"/>
                  </a:lnTo>
                  <a:lnTo>
                    <a:pt x="69814" y="32221"/>
                  </a:lnTo>
                  <a:lnTo>
                    <a:pt x="69243" y="33294"/>
                  </a:lnTo>
                  <a:lnTo>
                    <a:pt x="70806" y="34560"/>
                  </a:lnTo>
                  <a:lnTo>
                    <a:pt x="72360" y="35489"/>
                  </a:lnTo>
                  <a:lnTo>
                    <a:pt x="72588" y="35626"/>
                  </a:lnTo>
                  <a:lnTo>
                    <a:pt x="75891" y="37610"/>
                  </a:lnTo>
                  <a:lnTo>
                    <a:pt x="76381" y="37905"/>
                  </a:lnTo>
                  <a:lnTo>
                    <a:pt x="78376" y="39132"/>
                  </a:lnTo>
                  <a:lnTo>
                    <a:pt x="80726" y="40579"/>
                  </a:lnTo>
                  <a:lnTo>
                    <a:pt x="80923" y="40635"/>
                  </a:lnTo>
                  <a:lnTo>
                    <a:pt x="83457" y="41355"/>
                  </a:lnTo>
                  <a:lnTo>
                    <a:pt x="81920" y="42960"/>
                  </a:lnTo>
                  <a:lnTo>
                    <a:pt x="80965" y="43957"/>
                  </a:lnTo>
                  <a:lnTo>
                    <a:pt x="81803" y="43390"/>
                  </a:lnTo>
                  <a:lnTo>
                    <a:pt x="82246" y="43328"/>
                  </a:lnTo>
                  <a:lnTo>
                    <a:pt x="89311" y="42341"/>
                  </a:lnTo>
                  <a:lnTo>
                    <a:pt x="90967" y="42310"/>
                  </a:lnTo>
                  <a:lnTo>
                    <a:pt x="92686" y="42702"/>
                  </a:lnTo>
                  <a:lnTo>
                    <a:pt x="95004" y="43596"/>
                  </a:lnTo>
                  <a:lnTo>
                    <a:pt x="95484" y="42724"/>
                  </a:lnTo>
                  <a:lnTo>
                    <a:pt x="97117" y="39326"/>
                  </a:lnTo>
                  <a:lnTo>
                    <a:pt x="97312" y="38749"/>
                  </a:lnTo>
                  <a:lnTo>
                    <a:pt x="98021" y="36647"/>
                  </a:lnTo>
                  <a:lnTo>
                    <a:pt x="98653" y="35730"/>
                  </a:lnTo>
                  <a:lnTo>
                    <a:pt x="98791" y="35531"/>
                  </a:lnTo>
                  <a:lnTo>
                    <a:pt x="99475" y="34890"/>
                  </a:lnTo>
                  <a:lnTo>
                    <a:pt x="100076" y="34225"/>
                  </a:lnTo>
                  <a:lnTo>
                    <a:pt x="101032" y="32390"/>
                  </a:lnTo>
                  <a:lnTo>
                    <a:pt x="101555" y="31182"/>
                  </a:lnTo>
                  <a:lnTo>
                    <a:pt x="101592" y="29518"/>
                  </a:lnTo>
                  <a:lnTo>
                    <a:pt x="104609" y="24005"/>
                  </a:lnTo>
                  <a:lnTo>
                    <a:pt x="101044" y="21810"/>
                  </a:lnTo>
                  <a:lnTo>
                    <a:pt x="107100" y="15236"/>
                  </a:lnTo>
                  <a:lnTo>
                    <a:pt x="98259" y="7149"/>
                  </a:lnTo>
                  <a:lnTo>
                    <a:pt x="99535" y="5674"/>
                  </a:lnTo>
                  <a:lnTo>
                    <a:pt x="100851" y="4155"/>
                  </a:lnTo>
                  <a:lnTo>
                    <a:pt x="101336" y="3595"/>
                  </a:lnTo>
                  <a:lnTo>
                    <a:pt x="104642" y="3216"/>
                  </a:lnTo>
                  <a:lnTo>
                    <a:pt x="109201" y="2605"/>
                  </a:lnTo>
                  <a:lnTo>
                    <a:pt x="114616" y="3362"/>
                  </a:lnTo>
                  <a:lnTo>
                    <a:pt x="116725" y="3741"/>
                  </a:lnTo>
                  <a:lnTo>
                    <a:pt x="118947" y="4381"/>
                  </a:lnTo>
                  <a:lnTo>
                    <a:pt x="120743" y="4760"/>
                  </a:lnTo>
                  <a:lnTo>
                    <a:pt x="121958" y="4749"/>
                  </a:lnTo>
                  <a:lnTo>
                    <a:pt x="129141" y="3909"/>
                  </a:lnTo>
                  <a:lnTo>
                    <a:pt x="133377" y="8956"/>
                  </a:lnTo>
                  <a:lnTo>
                    <a:pt x="134325" y="7984"/>
                  </a:lnTo>
                  <a:lnTo>
                    <a:pt x="137781" y="4443"/>
                  </a:lnTo>
                  <a:lnTo>
                    <a:pt x="139244" y="2944"/>
                  </a:lnTo>
                  <a:lnTo>
                    <a:pt x="142117" y="0"/>
                  </a:lnTo>
                  <a:lnTo>
                    <a:pt x="149232" y="1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005941" y="4262746"/>
              <a:ext cx="399874" cy="211363"/>
            </a:xfrm>
            <a:custGeom>
              <a:avLst/>
              <a:pathLst>
                <a:path w="399874" h="211363">
                  <a:moveTo>
                    <a:pt x="76305" y="3691"/>
                  </a:moveTo>
                  <a:lnTo>
                    <a:pt x="76941" y="8350"/>
                  </a:lnTo>
                  <a:lnTo>
                    <a:pt x="109524" y="3843"/>
                  </a:lnTo>
                  <a:lnTo>
                    <a:pt x="122487" y="7016"/>
                  </a:lnTo>
                  <a:lnTo>
                    <a:pt x="128791" y="17485"/>
                  </a:lnTo>
                  <a:lnTo>
                    <a:pt x="97410" y="21774"/>
                  </a:lnTo>
                  <a:lnTo>
                    <a:pt x="90381" y="26823"/>
                  </a:lnTo>
                  <a:lnTo>
                    <a:pt x="88861" y="30124"/>
                  </a:lnTo>
                  <a:lnTo>
                    <a:pt x="93800" y="38086"/>
                  </a:lnTo>
                  <a:lnTo>
                    <a:pt x="93230" y="42941"/>
                  </a:lnTo>
                  <a:lnTo>
                    <a:pt x="88671" y="43717"/>
                  </a:lnTo>
                  <a:lnTo>
                    <a:pt x="83541" y="40416"/>
                  </a:lnTo>
                  <a:lnTo>
                    <a:pt x="77652" y="42552"/>
                  </a:lnTo>
                  <a:lnTo>
                    <a:pt x="73662" y="50320"/>
                  </a:lnTo>
                  <a:lnTo>
                    <a:pt x="82021" y="60806"/>
                  </a:lnTo>
                  <a:lnTo>
                    <a:pt x="91520" y="54203"/>
                  </a:lnTo>
                  <a:lnTo>
                    <a:pt x="99500" y="56340"/>
                  </a:lnTo>
                  <a:lnTo>
                    <a:pt x="110139" y="47601"/>
                  </a:lnTo>
                  <a:lnTo>
                    <a:pt x="115838" y="48572"/>
                  </a:lnTo>
                  <a:lnTo>
                    <a:pt x="123057" y="56728"/>
                  </a:lnTo>
                  <a:lnTo>
                    <a:pt x="126097" y="61777"/>
                  </a:lnTo>
                  <a:lnTo>
                    <a:pt x="132366" y="59447"/>
                  </a:lnTo>
                  <a:lnTo>
                    <a:pt x="147185" y="61000"/>
                  </a:lnTo>
                  <a:lnTo>
                    <a:pt x="150794" y="59252"/>
                  </a:lnTo>
                  <a:lnTo>
                    <a:pt x="147945" y="54980"/>
                  </a:lnTo>
                  <a:lnTo>
                    <a:pt x="157302" y="50746"/>
                  </a:lnTo>
                  <a:lnTo>
                    <a:pt x="165506" y="60317"/>
                  </a:lnTo>
                  <a:lnTo>
                    <a:pt x="166888" y="63160"/>
                  </a:lnTo>
                  <a:lnTo>
                    <a:pt x="167264" y="63933"/>
                  </a:lnTo>
                  <a:lnTo>
                    <a:pt x="167774" y="64981"/>
                  </a:lnTo>
                  <a:lnTo>
                    <a:pt x="169788" y="67229"/>
                  </a:lnTo>
                  <a:lnTo>
                    <a:pt x="171930" y="69617"/>
                  </a:lnTo>
                  <a:lnTo>
                    <a:pt x="173633" y="71471"/>
                  </a:lnTo>
                  <a:lnTo>
                    <a:pt x="173889" y="71749"/>
                  </a:lnTo>
                  <a:lnTo>
                    <a:pt x="174429" y="72337"/>
                  </a:lnTo>
                  <a:lnTo>
                    <a:pt x="174874" y="72821"/>
                  </a:lnTo>
                  <a:lnTo>
                    <a:pt x="177088" y="75040"/>
                  </a:lnTo>
                  <a:lnTo>
                    <a:pt x="177296" y="75249"/>
                  </a:lnTo>
                  <a:lnTo>
                    <a:pt x="177651" y="75954"/>
                  </a:lnTo>
                  <a:lnTo>
                    <a:pt x="177897" y="76442"/>
                  </a:lnTo>
                  <a:lnTo>
                    <a:pt x="178478" y="77596"/>
                  </a:lnTo>
                  <a:lnTo>
                    <a:pt x="179600" y="79824"/>
                  </a:lnTo>
                  <a:lnTo>
                    <a:pt x="180090" y="80798"/>
                  </a:lnTo>
                  <a:lnTo>
                    <a:pt x="180446" y="80693"/>
                  </a:lnTo>
                  <a:lnTo>
                    <a:pt x="184900" y="79384"/>
                  </a:lnTo>
                  <a:lnTo>
                    <a:pt x="194837" y="76464"/>
                  </a:lnTo>
                  <a:lnTo>
                    <a:pt x="196966" y="75965"/>
                  </a:lnTo>
                  <a:lnTo>
                    <a:pt x="198570" y="75589"/>
                  </a:lnTo>
                  <a:lnTo>
                    <a:pt x="201681" y="74859"/>
                  </a:lnTo>
                  <a:lnTo>
                    <a:pt x="202266" y="74627"/>
                  </a:lnTo>
                  <a:lnTo>
                    <a:pt x="203019" y="74328"/>
                  </a:lnTo>
                  <a:lnTo>
                    <a:pt x="203744" y="74068"/>
                  </a:lnTo>
                  <a:lnTo>
                    <a:pt x="207323" y="72786"/>
                  </a:lnTo>
                  <a:lnTo>
                    <a:pt x="210131" y="80628"/>
                  </a:lnTo>
                  <a:lnTo>
                    <a:pt x="210180" y="80765"/>
                  </a:lnTo>
                  <a:lnTo>
                    <a:pt x="210334" y="81195"/>
                  </a:lnTo>
                  <a:lnTo>
                    <a:pt x="221662" y="76983"/>
                  </a:lnTo>
                  <a:lnTo>
                    <a:pt x="224707" y="75851"/>
                  </a:lnTo>
                  <a:lnTo>
                    <a:pt x="227047" y="77305"/>
                  </a:lnTo>
                  <a:lnTo>
                    <a:pt x="234879" y="82168"/>
                  </a:lnTo>
                  <a:lnTo>
                    <a:pt x="239571" y="85081"/>
                  </a:lnTo>
                  <a:lnTo>
                    <a:pt x="242920" y="87161"/>
                  </a:lnTo>
                  <a:lnTo>
                    <a:pt x="243109" y="87275"/>
                  </a:lnTo>
                  <a:lnTo>
                    <a:pt x="243875" y="87735"/>
                  </a:lnTo>
                  <a:lnTo>
                    <a:pt x="249562" y="91159"/>
                  </a:lnTo>
                  <a:lnTo>
                    <a:pt x="250999" y="92024"/>
                  </a:lnTo>
                  <a:lnTo>
                    <a:pt x="251792" y="92501"/>
                  </a:lnTo>
                  <a:lnTo>
                    <a:pt x="252986" y="93242"/>
                  </a:lnTo>
                  <a:lnTo>
                    <a:pt x="255192" y="94610"/>
                  </a:lnTo>
                  <a:lnTo>
                    <a:pt x="255395" y="94736"/>
                  </a:lnTo>
                  <a:lnTo>
                    <a:pt x="258652" y="96756"/>
                  </a:lnTo>
                  <a:lnTo>
                    <a:pt x="259203" y="97098"/>
                  </a:lnTo>
                  <a:lnTo>
                    <a:pt x="261159" y="98311"/>
                  </a:lnTo>
                  <a:lnTo>
                    <a:pt x="262556" y="99178"/>
                  </a:lnTo>
                  <a:lnTo>
                    <a:pt x="267117" y="102007"/>
                  </a:lnTo>
                  <a:lnTo>
                    <a:pt x="267257" y="102094"/>
                  </a:lnTo>
                  <a:lnTo>
                    <a:pt x="270675" y="104410"/>
                  </a:lnTo>
                  <a:lnTo>
                    <a:pt x="271646" y="105069"/>
                  </a:lnTo>
                  <a:lnTo>
                    <a:pt x="274801" y="107207"/>
                  </a:lnTo>
                  <a:lnTo>
                    <a:pt x="286483" y="115124"/>
                  </a:lnTo>
                  <a:lnTo>
                    <a:pt x="288894" y="111321"/>
                  </a:lnTo>
                  <a:lnTo>
                    <a:pt x="296572" y="99208"/>
                  </a:lnTo>
                  <a:lnTo>
                    <a:pt x="300273" y="101548"/>
                  </a:lnTo>
                  <a:lnTo>
                    <a:pt x="300431" y="101648"/>
                  </a:lnTo>
                  <a:lnTo>
                    <a:pt x="307426" y="106071"/>
                  </a:lnTo>
                  <a:lnTo>
                    <a:pt x="319054" y="113424"/>
                  </a:lnTo>
                  <a:lnTo>
                    <a:pt x="319266" y="113558"/>
                  </a:lnTo>
                  <a:lnTo>
                    <a:pt x="321510" y="114978"/>
                  </a:lnTo>
                  <a:lnTo>
                    <a:pt x="329137" y="119800"/>
                  </a:lnTo>
                  <a:lnTo>
                    <a:pt x="329554" y="120064"/>
                  </a:lnTo>
                  <a:lnTo>
                    <a:pt x="330301" y="120536"/>
                  </a:lnTo>
                  <a:lnTo>
                    <a:pt x="330445" y="120622"/>
                  </a:lnTo>
                  <a:lnTo>
                    <a:pt x="334685" y="123140"/>
                  </a:lnTo>
                  <a:lnTo>
                    <a:pt x="335777" y="123788"/>
                  </a:lnTo>
                  <a:lnTo>
                    <a:pt x="342879" y="128006"/>
                  </a:lnTo>
                  <a:lnTo>
                    <a:pt x="343789" y="128547"/>
                  </a:lnTo>
                  <a:lnTo>
                    <a:pt x="344093" y="128742"/>
                  </a:lnTo>
                  <a:lnTo>
                    <a:pt x="347641" y="131021"/>
                  </a:lnTo>
                  <a:lnTo>
                    <a:pt x="348714" y="131710"/>
                  </a:lnTo>
                  <a:lnTo>
                    <a:pt x="349199" y="132021"/>
                  </a:lnTo>
                  <a:lnTo>
                    <a:pt x="353485" y="134774"/>
                  </a:lnTo>
                  <a:lnTo>
                    <a:pt x="354363" y="135327"/>
                  </a:lnTo>
                  <a:lnTo>
                    <a:pt x="354828" y="135619"/>
                  </a:lnTo>
                  <a:lnTo>
                    <a:pt x="357509" y="137306"/>
                  </a:lnTo>
                  <a:lnTo>
                    <a:pt x="360451" y="139157"/>
                  </a:lnTo>
                  <a:lnTo>
                    <a:pt x="363021" y="140774"/>
                  </a:lnTo>
                  <a:lnTo>
                    <a:pt x="364420" y="141654"/>
                  </a:lnTo>
                  <a:lnTo>
                    <a:pt x="365115" y="142091"/>
                  </a:lnTo>
                  <a:lnTo>
                    <a:pt x="366321" y="142870"/>
                  </a:lnTo>
                  <a:lnTo>
                    <a:pt x="372583" y="146913"/>
                  </a:lnTo>
                  <a:lnTo>
                    <a:pt x="381911" y="152936"/>
                  </a:lnTo>
                  <a:lnTo>
                    <a:pt x="399275" y="164146"/>
                  </a:lnTo>
                  <a:lnTo>
                    <a:pt x="399874" y="164533"/>
                  </a:lnTo>
                  <a:lnTo>
                    <a:pt x="399457" y="165217"/>
                  </a:lnTo>
                  <a:lnTo>
                    <a:pt x="394085" y="174029"/>
                  </a:lnTo>
                  <a:lnTo>
                    <a:pt x="390225" y="180575"/>
                  </a:lnTo>
                  <a:lnTo>
                    <a:pt x="388108" y="184164"/>
                  </a:lnTo>
                  <a:lnTo>
                    <a:pt x="385108" y="189252"/>
                  </a:lnTo>
                  <a:lnTo>
                    <a:pt x="384852" y="189686"/>
                  </a:lnTo>
                  <a:lnTo>
                    <a:pt x="385257" y="194478"/>
                  </a:lnTo>
                  <a:lnTo>
                    <a:pt x="384747" y="195308"/>
                  </a:lnTo>
                  <a:lnTo>
                    <a:pt x="379916" y="203161"/>
                  </a:lnTo>
                  <a:lnTo>
                    <a:pt x="375138" y="210928"/>
                  </a:lnTo>
                  <a:lnTo>
                    <a:pt x="374844" y="211363"/>
                  </a:lnTo>
                  <a:lnTo>
                    <a:pt x="373809" y="210942"/>
                  </a:lnTo>
                  <a:lnTo>
                    <a:pt x="371807" y="210128"/>
                  </a:lnTo>
                  <a:lnTo>
                    <a:pt x="360588" y="205565"/>
                  </a:lnTo>
                  <a:lnTo>
                    <a:pt x="354551" y="203111"/>
                  </a:lnTo>
                  <a:lnTo>
                    <a:pt x="354084" y="202921"/>
                  </a:lnTo>
                  <a:lnTo>
                    <a:pt x="350082" y="201293"/>
                  </a:lnTo>
                  <a:lnTo>
                    <a:pt x="347125" y="200091"/>
                  </a:lnTo>
                  <a:lnTo>
                    <a:pt x="339260" y="196892"/>
                  </a:lnTo>
                  <a:lnTo>
                    <a:pt x="338450" y="196563"/>
                  </a:lnTo>
                  <a:lnTo>
                    <a:pt x="338102" y="196420"/>
                  </a:lnTo>
                  <a:lnTo>
                    <a:pt x="328785" y="192576"/>
                  </a:lnTo>
                  <a:lnTo>
                    <a:pt x="313971" y="186465"/>
                  </a:lnTo>
                  <a:lnTo>
                    <a:pt x="309494" y="182990"/>
                  </a:lnTo>
                  <a:lnTo>
                    <a:pt x="306670" y="180797"/>
                  </a:lnTo>
                  <a:lnTo>
                    <a:pt x="304740" y="179299"/>
                  </a:lnTo>
                  <a:lnTo>
                    <a:pt x="295743" y="172313"/>
                  </a:lnTo>
                  <a:lnTo>
                    <a:pt x="294365" y="171243"/>
                  </a:lnTo>
                  <a:lnTo>
                    <a:pt x="293662" y="170697"/>
                  </a:lnTo>
                  <a:lnTo>
                    <a:pt x="293506" y="170568"/>
                  </a:lnTo>
                  <a:lnTo>
                    <a:pt x="287029" y="165229"/>
                  </a:lnTo>
                  <a:lnTo>
                    <a:pt x="285224" y="163740"/>
                  </a:lnTo>
                  <a:lnTo>
                    <a:pt x="279812" y="159279"/>
                  </a:lnTo>
                  <a:lnTo>
                    <a:pt x="279566" y="159090"/>
                  </a:lnTo>
                  <a:lnTo>
                    <a:pt x="279771" y="158821"/>
                  </a:lnTo>
                  <a:lnTo>
                    <a:pt x="282399" y="155381"/>
                  </a:lnTo>
                  <a:lnTo>
                    <a:pt x="285253" y="151645"/>
                  </a:lnTo>
                  <a:lnTo>
                    <a:pt x="285588" y="151208"/>
                  </a:lnTo>
                  <a:lnTo>
                    <a:pt x="285969" y="150659"/>
                  </a:lnTo>
                  <a:lnTo>
                    <a:pt x="281164" y="146766"/>
                  </a:lnTo>
                  <a:lnTo>
                    <a:pt x="280338" y="143224"/>
                  </a:lnTo>
                  <a:lnTo>
                    <a:pt x="279377" y="138889"/>
                  </a:lnTo>
                  <a:lnTo>
                    <a:pt x="279272" y="139041"/>
                  </a:lnTo>
                  <a:lnTo>
                    <a:pt x="278483" y="139272"/>
                  </a:lnTo>
                  <a:lnTo>
                    <a:pt x="277685" y="139301"/>
                  </a:lnTo>
                  <a:lnTo>
                    <a:pt x="277134" y="139045"/>
                  </a:lnTo>
                  <a:lnTo>
                    <a:pt x="276773" y="138878"/>
                  </a:lnTo>
                  <a:lnTo>
                    <a:pt x="276018" y="138398"/>
                  </a:lnTo>
                  <a:lnTo>
                    <a:pt x="274793" y="137378"/>
                  </a:lnTo>
                  <a:lnTo>
                    <a:pt x="273525" y="135864"/>
                  </a:lnTo>
                  <a:lnTo>
                    <a:pt x="271505" y="133031"/>
                  </a:lnTo>
                  <a:lnTo>
                    <a:pt x="271257" y="133947"/>
                  </a:lnTo>
                  <a:lnTo>
                    <a:pt x="271113" y="134478"/>
                  </a:lnTo>
                  <a:lnTo>
                    <a:pt x="267619" y="134711"/>
                  </a:lnTo>
                  <a:lnTo>
                    <a:pt x="267118" y="134744"/>
                  </a:lnTo>
                  <a:lnTo>
                    <a:pt x="265510" y="134606"/>
                  </a:lnTo>
                  <a:lnTo>
                    <a:pt x="264515" y="134521"/>
                  </a:lnTo>
                  <a:lnTo>
                    <a:pt x="262232" y="133523"/>
                  </a:lnTo>
                  <a:lnTo>
                    <a:pt x="261628" y="133259"/>
                  </a:lnTo>
                  <a:lnTo>
                    <a:pt x="261371" y="131288"/>
                  </a:lnTo>
                  <a:lnTo>
                    <a:pt x="260397" y="130906"/>
                  </a:lnTo>
                  <a:lnTo>
                    <a:pt x="260155" y="130811"/>
                  </a:lnTo>
                  <a:lnTo>
                    <a:pt x="260128" y="129656"/>
                  </a:lnTo>
                  <a:lnTo>
                    <a:pt x="257492" y="129518"/>
                  </a:lnTo>
                  <a:lnTo>
                    <a:pt x="257387" y="129854"/>
                  </a:lnTo>
                  <a:lnTo>
                    <a:pt x="257178" y="130524"/>
                  </a:lnTo>
                  <a:lnTo>
                    <a:pt x="256989" y="131132"/>
                  </a:lnTo>
                  <a:lnTo>
                    <a:pt x="253524" y="131462"/>
                  </a:lnTo>
                  <a:lnTo>
                    <a:pt x="253597" y="132922"/>
                  </a:lnTo>
                  <a:lnTo>
                    <a:pt x="250601" y="133303"/>
                  </a:lnTo>
                  <a:lnTo>
                    <a:pt x="250104" y="133303"/>
                  </a:lnTo>
                  <a:lnTo>
                    <a:pt x="249227" y="133274"/>
                  </a:lnTo>
                  <a:lnTo>
                    <a:pt x="248378" y="133070"/>
                  </a:lnTo>
                  <a:lnTo>
                    <a:pt x="247328" y="131968"/>
                  </a:lnTo>
                  <a:lnTo>
                    <a:pt x="246781" y="131813"/>
                  </a:lnTo>
                  <a:lnTo>
                    <a:pt x="245889" y="131560"/>
                  </a:lnTo>
                  <a:lnTo>
                    <a:pt x="244635" y="130580"/>
                  </a:lnTo>
                  <a:lnTo>
                    <a:pt x="243467" y="129667"/>
                  </a:lnTo>
                  <a:lnTo>
                    <a:pt x="242164" y="128786"/>
                  </a:lnTo>
                  <a:lnTo>
                    <a:pt x="241805" y="128543"/>
                  </a:lnTo>
                  <a:lnTo>
                    <a:pt x="240145" y="128133"/>
                  </a:lnTo>
                  <a:lnTo>
                    <a:pt x="239748" y="127976"/>
                  </a:lnTo>
                  <a:lnTo>
                    <a:pt x="239097" y="127719"/>
                  </a:lnTo>
                  <a:lnTo>
                    <a:pt x="238184" y="127359"/>
                  </a:lnTo>
                  <a:lnTo>
                    <a:pt x="235562" y="126323"/>
                  </a:lnTo>
                  <a:lnTo>
                    <a:pt x="235349" y="126239"/>
                  </a:lnTo>
                  <a:lnTo>
                    <a:pt x="235303" y="125943"/>
                  </a:lnTo>
                  <a:lnTo>
                    <a:pt x="235039" y="124237"/>
                  </a:lnTo>
                  <a:lnTo>
                    <a:pt x="235389" y="123519"/>
                  </a:lnTo>
                  <a:lnTo>
                    <a:pt x="236286" y="121676"/>
                  </a:lnTo>
                  <a:lnTo>
                    <a:pt x="236584" y="121203"/>
                  </a:lnTo>
                  <a:lnTo>
                    <a:pt x="234078" y="122524"/>
                  </a:lnTo>
                  <a:lnTo>
                    <a:pt x="232370" y="123424"/>
                  </a:lnTo>
                  <a:lnTo>
                    <a:pt x="231219" y="124031"/>
                  </a:lnTo>
                  <a:lnTo>
                    <a:pt x="230643" y="124334"/>
                  </a:lnTo>
                  <a:lnTo>
                    <a:pt x="229468" y="124613"/>
                  </a:lnTo>
                  <a:lnTo>
                    <a:pt x="227393" y="124689"/>
                  </a:lnTo>
                  <a:lnTo>
                    <a:pt x="226530" y="124720"/>
                  </a:lnTo>
                  <a:lnTo>
                    <a:pt x="225201" y="124487"/>
                  </a:lnTo>
                  <a:lnTo>
                    <a:pt x="221578" y="121176"/>
                  </a:lnTo>
                  <a:lnTo>
                    <a:pt x="221373" y="120988"/>
                  </a:lnTo>
                  <a:lnTo>
                    <a:pt x="220985" y="120361"/>
                  </a:lnTo>
                  <a:lnTo>
                    <a:pt x="218302" y="121027"/>
                  </a:lnTo>
                  <a:lnTo>
                    <a:pt x="218098" y="120321"/>
                  </a:lnTo>
                  <a:lnTo>
                    <a:pt x="217943" y="119788"/>
                  </a:lnTo>
                  <a:lnTo>
                    <a:pt x="217001" y="119411"/>
                  </a:lnTo>
                  <a:lnTo>
                    <a:pt x="214729" y="118504"/>
                  </a:lnTo>
                  <a:lnTo>
                    <a:pt x="210693" y="116892"/>
                  </a:lnTo>
                  <a:lnTo>
                    <a:pt x="210553" y="116836"/>
                  </a:lnTo>
                  <a:lnTo>
                    <a:pt x="210154" y="116021"/>
                  </a:lnTo>
                  <a:lnTo>
                    <a:pt x="210100" y="115115"/>
                  </a:lnTo>
                  <a:lnTo>
                    <a:pt x="209975" y="114639"/>
                  </a:lnTo>
                  <a:lnTo>
                    <a:pt x="209235" y="114346"/>
                  </a:lnTo>
                  <a:lnTo>
                    <a:pt x="207502" y="113658"/>
                  </a:lnTo>
                  <a:lnTo>
                    <a:pt x="206745" y="113357"/>
                  </a:lnTo>
                  <a:lnTo>
                    <a:pt x="206471" y="114002"/>
                  </a:lnTo>
                  <a:lnTo>
                    <a:pt x="206344" y="114242"/>
                  </a:lnTo>
                  <a:lnTo>
                    <a:pt x="205935" y="114078"/>
                  </a:lnTo>
                  <a:lnTo>
                    <a:pt x="202578" y="112734"/>
                  </a:lnTo>
                  <a:lnTo>
                    <a:pt x="201088" y="112138"/>
                  </a:lnTo>
                  <a:lnTo>
                    <a:pt x="196006" y="110111"/>
                  </a:lnTo>
                  <a:lnTo>
                    <a:pt x="195692" y="109977"/>
                  </a:lnTo>
                  <a:lnTo>
                    <a:pt x="195044" y="109659"/>
                  </a:lnTo>
                  <a:lnTo>
                    <a:pt x="191213" y="107778"/>
                  </a:lnTo>
                  <a:lnTo>
                    <a:pt x="189474" y="106924"/>
                  </a:lnTo>
                  <a:lnTo>
                    <a:pt x="185991" y="107626"/>
                  </a:lnTo>
                  <a:lnTo>
                    <a:pt x="183409" y="108147"/>
                  </a:lnTo>
                  <a:lnTo>
                    <a:pt x="182814" y="108173"/>
                  </a:lnTo>
                  <a:lnTo>
                    <a:pt x="181415" y="108234"/>
                  </a:lnTo>
                  <a:lnTo>
                    <a:pt x="180807" y="108101"/>
                  </a:lnTo>
                  <a:lnTo>
                    <a:pt x="180218" y="107972"/>
                  </a:lnTo>
                  <a:lnTo>
                    <a:pt x="178650" y="107156"/>
                  </a:lnTo>
                  <a:lnTo>
                    <a:pt x="178129" y="106835"/>
                  </a:lnTo>
                  <a:lnTo>
                    <a:pt x="178001" y="106755"/>
                  </a:lnTo>
                  <a:lnTo>
                    <a:pt x="177573" y="106491"/>
                  </a:lnTo>
                  <a:lnTo>
                    <a:pt x="177371" y="106245"/>
                  </a:lnTo>
                  <a:lnTo>
                    <a:pt x="176606" y="105315"/>
                  </a:lnTo>
                  <a:lnTo>
                    <a:pt x="176228" y="104855"/>
                  </a:lnTo>
                  <a:lnTo>
                    <a:pt x="169611" y="107488"/>
                  </a:lnTo>
                  <a:lnTo>
                    <a:pt x="169275" y="107622"/>
                  </a:lnTo>
                  <a:lnTo>
                    <a:pt x="166205" y="108703"/>
                  </a:lnTo>
                  <a:lnTo>
                    <a:pt x="162910" y="109862"/>
                  </a:lnTo>
                  <a:lnTo>
                    <a:pt x="162481" y="110013"/>
                  </a:lnTo>
                  <a:lnTo>
                    <a:pt x="162306" y="109952"/>
                  </a:lnTo>
                  <a:lnTo>
                    <a:pt x="158660" y="108665"/>
                  </a:lnTo>
                  <a:lnTo>
                    <a:pt x="158437" y="108586"/>
                  </a:lnTo>
                  <a:lnTo>
                    <a:pt x="158230" y="108513"/>
                  </a:lnTo>
                  <a:lnTo>
                    <a:pt x="157694" y="108324"/>
                  </a:lnTo>
                  <a:lnTo>
                    <a:pt x="157052" y="108098"/>
                  </a:lnTo>
                  <a:lnTo>
                    <a:pt x="156684" y="107968"/>
                  </a:lnTo>
                  <a:lnTo>
                    <a:pt x="156020" y="107734"/>
                  </a:lnTo>
                  <a:lnTo>
                    <a:pt x="155751" y="107650"/>
                  </a:lnTo>
                  <a:lnTo>
                    <a:pt x="154884" y="107487"/>
                  </a:lnTo>
                  <a:lnTo>
                    <a:pt x="154220" y="107363"/>
                  </a:lnTo>
                  <a:lnTo>
                    <a:pt x="154054" y="107332"/>
                  </a:lnTo>
                  <a:lnTo>
                    <a:pt x="153735" y="107272"/>
                  </a:lnTo>
                  <a:lnTo>
                    <a:pt x="153544" y="107236"/>
                  </a:lnTo>
                  <a:lnTo>
                    <a:pt x="153138" y="107174"/>
                  </a:lnTo>
                  <a:lnTo>
                    <a:pt x="152746" y="107184"/>
                  </a:lnTo>
                  <a:lnTo>
                    <a:pt x="152652" y="107435"/>
                  </a:lnTo>
                  <a:lnTo>
                    <a:pt x="152427" y="107725"/>
                  </a:lnTo>
                  <a:lnTo>
                    <a:pt x="151398" y="109051"/>
                  </a:lnTo>
                  <a:lnTo>
                    <a:pt x="151802" y="109532"/>
                  </a:lnTo>
                  <a:lnTo>
                    <a:pt x="153108" y="111090"/>
                  </a:lnTo>
                  <a:lnTo>
                    <a:pt x="152481" y="112196"/>
                  </a:lnTo>
                  <a:lnTo>
                    <a:pt x="150655" y="113012"/>
                  </a:lnTo>
                  <a:lnTo>
                    <a:pt x="150084" y="112970"/>
                  </a:lnTo>
                  <a:lnTo>
                    <a:pt x="148052" y="112821"/>
                  </a:lnTo>
                  <a:lnTo>
                    <a:pt x="146068" y="112891"/>
                  </a:lnTo>
                  <a:lnTo>
                    <a:pt x="145374" y="113256"/>
                  </a:lnTo>
                  <a:lnTo>
                    <a:pt x="144637" y="115982"/>
                  </a:lnTo>
                  <a:lnTo>
                    <a:pt x="143681" y="116118"/>
                  </a:lnTo>
                  <a:lnTo>
                    <a:pt x="143523" y="116140"/>
                  </a:lnTo>
                  <a:lnTo>
                    <a:pt x="142980" y="116217"/>
                  </a:lnTo>
                  <a:lnTo>
                    <a:pt x="140320" y="117149"/>
                  </a:lnTo>
                  <a:lnTo>
                    <a:pt x="135115" y="116567"/>
                  </a:lnTo>
                  <a:lnTo>
                    <a:pt x="134104" y="116254"/>
                  </a:lnTo>
                  <a:lnTo>
                    <a:pt x="133469" y="116059"/>
                  </a:lnTo>
                  <a:lnTo>
                    <a:pt x="133096" y="115944"/>
                  </a:lnTo>
                  <a:lnTo>
                    <a:pt x="130730" y="111283"/>
                  </a:lnTo>
                  <a:lnTo>
                    <a:pt x="130656" y="111138"/>
                  </a:lnTo>
                  <a:lnTo>
                    <a:pt x="130251" y="110424"/>
                  </a:lnTo>
                  <a:lnTo>
                    <a:pt x="128873" y="109497"/>
                  </a:lnTo>
                  <a:lnTo>
                    <a:pt x="126365" y="111450"/>
                  </a:lnTo>
                  <a:lnTo>
                    <a:pt x="125884" y="111825"/>
                  </a:lnTo>
                  <a:lnTo>
                    <a:pt x="124289" y="112519"/>
                  </a:lnTo>
                  <a:lnTo>
                    <a:pt x="123652" y="112796"/>
                  </a:lnTo>
                  <a:lnTo>
                    <a:pt x="121482" y="111637"/>
                  </a:lnTo>
                  <a:lnTo>
                    <a:pt x="118355" y="109968"/>
                  </a:lnTo>
                  <a:lnTo>
                    <a:pt x="103853" y="102224"/>
                  </a:lnTo>
                  <a:lnTo>
                    <a:pt x="83376" y="91290"/>
                  </a:lnTo>
                  <a:lnTo>
                    <a:pt x="76039" y="100386"/>
                  </a:lnTo>
                  <a:lnTo>
                    <a:pt x="74939" y="101750"/>
                  </a:lnTo>
                  <a:lnTo>
                    <a:pt x="68174" y="110138"/>
                  </a:lnTo>
                  <a:lnTo>
                    <a:pt x="62693" y="105055"/>
                  </a:lnTo>
                  <a:lnTo>
                    <a:pt x="65543" y="91656"/>
                  </a:lnTo>
                  <a:lnTo>
                    <a:pt x="51674" y="81364"/>
                  </a:lnTo>
                  <a:lnTo>
                    <a:pt x="53194" y="73791"/>
                  </a:lnTo>
                  <a:lnTo>
                    <a:pt x="47115" y="73014"/>
                  </a:lnTo>
                  <a:lnTo>
                    <a:pt x="15633" y="56480"/>
                  </a:lnTo>
                  <a:lnTo>
                    <a:pt x="12728" y="54955"/>
                  </a:lnTo>
                  <a:lnTo>
                    <a:pt x="0" y="27186"/>
                  </a:lnTo>
                  <a:lnTo>
                    <a:pt x="2996" y="21979"/>
                  </a:lnTo>
                  <a:lnTo>
                    <a:pt x="5699" y="17282"/>
                  </a:lnTo>
                  <a:lnTo>
                    <a:pt x="29066" y="14564"/>
                  </a:lnTo>
                  <a:lnTo>
                    <a:pt x="30966" y="26409"/>
                  </a:lnTo>
                  <a:lnTo>
                    <a:pt x="49774" y="35342"/>
                  </a:lnTo>
                  <a:lnTo>
                    <a:pt x="58133" y="31264"/>
                  </a:lnTo>
                  <a:lnTo>
                    <a:pt x="59083" y="11651"/>
                  </a:lnTo>
                  <a:lnTo>
                    <a:pt x="68712" y="4940"/>
                  </a:lnTo>
                  <a:lnTo>
                    <a:pt x="75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081980" y="4354036"/>
              <a:ext cx="298805" cy="154088"/>
            </a:xfrm>
            <a:custGeom>
              <a:avLst/>
              <a:pathLst>
                <a:path w="298805" h="154088">
                  <a:moveTo>
                    <a:pt x="45443" y="20347"/>
                  </a:moveTo>
                  <a:lnTo>
                    <a:pt x="47612" y="21506"/>
                  </a:lnTo>
                  <a:lnTo>
                    <a:pt x="48250" y="21228"/>
                  </a:lnTo>
                  <a:lnTo>
                    <a:pt x="49845" y="20535"/>
                  </a:lnTo>
                  <a:lnTo>
                    <a:pt x="50422" y="20085"/>
                  </a:lnTo>
                  <a:lnTo>
                    <a:pt x="52833" y="18207"/>
                  </a:lnTo>
                  <a:lnTo>
                    <a:pt x="54276" y="19177"/>
                  </a:lnTo>
                  <a:lnTo>
                    <a:pt x="54617" y="19848"/>
                  </a:lnTo>
                  <a:lnTo>
                    <a:pt x="54690" y="19993"/>
                  </a:lnTo>
                  <a:lnTo>
                    <a:pt x="57057" y="24653"/>
                  </a:lnTo>
                  <a:lnTo>
                    <a:pt x="57430" y="24768"/>
                  </a:lnTo>
                  <a:lnTo>
                    <a:pt x="58064" y="24964"/>
                  </a:lnTo>
                  <a:lnTo>
                    <a:pt x="59076" y="25276"/>
                  </a:lnTo>
                  <a:lnTo>
                    <a:pt x="64281" y="25859"/>
                  </a:lnTo>
                  <a:lnTo>
                    <a:pt x="66941" y="24927"/>
                  </a:lnTo>
                  <a:lnTo>
                    <a:pt x="67484" y="24850"/>
                  </a:lnTo>
                  <a:lnTo>
                    <a:pt x="67642" y="24828"/>
                  </a:lnTo>
                  <a:lnTo>
                    <a:pt x="68598" y="24692"/>
                  </a:lnTo>
                  <a:lnTo>
                    <a:pt x="69335" y="21965"/>
                  </a:lnTo>
                  <a:lnTo>
                    <a:pt x="70029" y="21601"/>
                  </a:lnTo>
                  <a:lnTo>
                    <a:pt x="72012" y="21531"/>
                  </a:lnTo>
                  <a:lnTo>
                    <a:pt x="74045" y="21680"/>
                  </a:lnTo>
                  <a:lnTo>
                    <a:pt x="74616" y="21722"/>
                  </a:lnTo>
                  <a:lnTo>
                    <a:pt x="76442" y="20906"/>
                  </a:lnTo>
                  <a:lnTo>
                    <a:pt x="77069" y="19799"/>
                  </a:lnTo>
                  <a:lnTo>
                    <a:pt x="75763" y="18242"/>
                  </a:lnTo>
                  <a:lnTo>
                    <a:pt x="75359" y="17761"/>
                  </a:lnTo>
                  <a:lnTo>
                    <a:pt x="76388" y="16435"/>
                  </a:lnTo>
                  <a:lnTo>
                    <a:pt x="76670" y="16071"/>
                  </a:lnTo>
                  <a:lnTo>
                    <a:pt x="76946" y="15888"/>
                  </a:lnTo>
                  <a:lnTo>
                    <a:pt x="77164" y="15882"/>
                  </a:lnTo>
                  <a:lnTo>
                    <a:pt x="77505" y="15946"/>
                  </a:lnTo>
                  <a:lnTo>
                    <a:pt x="77696" y="15982"/>
                  </a:lnTo>
                  <a:lnTo>
                    <a:pt x="78015" y="16042"/>
                  </a:lnTo>
                  <a:lnTo>
                    <a:pt x="78181" y="16073"/>
                  </a:lnTo>
                  <a:lnTo>
                    <a:pt x="78845" y="16197"/>
                  </a:lnTo>
                  <a:lnTo>
                    <a:pt x="79783" y="16374"/>
                  </a:lnTo>
                  <a:lnTo>
                    <a:pt x="79981" y="16443"/>
                  </a:lnTo>
                  <a:lnTo>
                    <a:pt x="80645" y="16678"/>
                  </a:lnTo>
                  <a:lnTo>
                    <a:pt x="81012" y="16807"/>
                  </a:lnTo>
                  <a:lnTo>
                    <a:pt x="81655" y="17034"/>
                  </a:lnTo>
                  <a:lnTo>
                    <a:pt x="82191" y="17223"/>
                  </a:lnTo>
                  <a:lnTo>
                    <a:pt x="82398" y="17296"/>
                  </a:lnTo>
                  <a:lnTo>
                    <a:pt x="82621" y="17375"/>
                  </a:lnTo>
                  <a:lnTo>
                    <a:pt x="86267" y="18662"/>
                  </a:lnTo>
                  <a:lnTo>
                    <a:pt x="86442" y="18723"/>
                  </a:lnTo>
                  <a:lnTo>
                    <a:pt x="86871" y="18572"/>
                  </a:lnTo>
                  <a:lnTo>
                    <a:pt x="90166" y="17413"/>
                  </a:lnTo>
                  <a:lnTo>
                    <a:pt x="93236" y="16332"/>
                  </a:lnTo>
                  <a:lnTo>
                    <a:pt x="93572" y="16198"/>
                  </a:lnTo>
                  <a:lnTo>
                    <a:pt x="100189" y="13565"/>
                  </a:lnTo>
                  <a:lnTo>
                    <a:pt x="100567" y="14025"/>
                  </a:lnTo>
                  <a:lnTo>
                    <a:pt x="101332" y="14955"/>
                  </a:lnTo>
                  <a:lnTo>
                    <a:pt x="101534" y="15201"/>
                  </a:lnTo>
                  <a:lnTo>
                    <a:pt x="101962" y="15465"/>
                  </a:lnTo>
                  <a:lnTo>
                    <a:pt x="102090" y="15544"/>
                  </a:lnTo>
                  <a:lnTo>
                    <a:pt x="102611" y="15866"/>
                  </a:lnTo>
                  <a:lnTo>
                    <a:pt x="104179" y="16682"/>
                  </a:lnTo>
                  <a:lnTo>
                    <a:pt x="104777" y="16813"/>
                  </a:lnTo>
                  <a:lnTo>
                    <a:pt x="105375" y="16944"/>
                  </a:lnTo>
                  <a:lnTo>
                    <a:pt x="106775" y="16883"/>
                  </a:lnTo>
                  <a:lnTo>
                    <a:pt x="107370" y="16857"/>
                  </a:lnTo>
                  <a:lnTo>
                    <a:pt x="109952" y="16336"/>
                  </a:lnTo>
                  <a:lnTo>
                    <a:pt x="113435" y="15634"/>
                  </a:lnTo>
                  <a:lnTo>
                    <a:pt x="115174" y="16488"/>
                  </a:lnTo>
                  <a:lnTo>
                    <a:pt x="119005" y="18369"/>
                  </a:lnTo>
                  <a:lnTo>
                    <a:pt x="119652" y="18687"/>
                  </a:lnTo>
                  <a:lnTo>
                    <a:pt x="119968" y="18813"/>
                  </a:lnTo>
                  <a:lnTo>
                    <a:pt x="125049" y="20847"/>
                  </a:lnTo>
                  <a:lnTo>
                    <a:pt x="126582" y="21461"/>
                  </a:lnTo>
                  <a:lnTo>
                    <a:pt x="129896" y="22788"/>
                  </a:lnTo>
                  <a:lnTo>
                    <a:pt x="130326" y="22961"/>
                  </a:lnTo>
                  <a:lnTo>
                    <a:pt x="130432" y="22712"/>
                  </a:lnTo>
                  <a:lnTo>
                    <a:pt x="130706" y="22067"/>
                  </a:lnTo>
                  <a:lnTo>
                    <a:pt x="131462" y="22367"/>
                  </a:lnTo>
                  <a:lnTo>
                    <a:pt x="133196" y="23055"/>
                  </a:lnTo>
                  <a:lnTo>
                    <a:pt x="133936" y="23349"/>
                  </a:lnTo>
                  <a:lnTo>
                    <a:pt x="134061" y="23825"/>
                  </a:lnTo>
                  <a:lnTo>
                    <a:pt x="134115" y="24731"/>
                  </a:lnTo>
                  <a:lnTo>
                    <a:pt x="134514" y="25546"/>
                  </a:lnTo>
                  <a:lnTo>
                    <a:pt x="134654" y="25602"/>
                  </a:lnTo>
                  <a:lnTo>
                    <a:pt x="138690" y="27214"/>
                  </a:lnTo>
                  <a:lnTo>
                    <a:pt x="140962" y="28121"/>
                  </a:lnTo>
                  <a:lnTo>
                    <a:pt x="141904" y="28497"/>
                  </a:lnTo>
                  <a:lnTo>
                    <a:pt x="142059" y="29031"/>
                  </a:lnTo>
                  <a:lnTo>
                    <a:pt x="142263" y="29737"/>
                  </a:lnTo>
                  <a:lnTo>
                    <a:pt x="144946" y="29071"/>
                  </a:lnTo>
                  <a:lnTo>
                    <a:pt x="145334" y="29698"/>
                  </a:lnTo>
                  <a:lnTo>
                    <a:pt x="145539" y="29886"/>
                  </a:lnTo>
                  <a:lnTo>
                    <a:pt x="149161" y="33197"/>
                  </a:lnTo>
                  <a:lnTo>
                    <a:pt x="150491" y="33430"/>
                  </a:lnTo>
                  <a:lnTo>
                    <a:pt x="151353" y="33398"/>
                  </a:lnTo>
                  <a:lnTo>
                    <a:pt x="153429" y="33323"/>
                  </a:lnTo>
                  <a:lnTo>
                    <a:pt x="154604" y="33044"/>
                  </a:lnTo>
                  <a:lnTo>
                    <a:pt x="155180" y="32740"/>
                  </a:lnTo>
                  <a:lnTo>
                    <a:pt x="156331" y="32134"/>
                  </a:lnTo>
                  <a:lnTo>
                    <a:pt x="158039" y="31234"/>
                  </a:lnTo>
                  <a:lnTo>
                    <a:pt x="160544" y="29913"/>
                  </a:lnTo>
                  <a:lnTo>
                    <a:pt x="160247" y="30386"/>
                  </a:lnTo>
                  <a:lnTo>
                    <a:pt x="159349" y="32229"/>
                  </a:lnTo>
                  <a:lnTo>
                    <a:pt x="159000" y="32947"/>
                  </a:lnTo>
                  <a:lnTo>
                    <a:pt x="159264" y="34653"/>
                  </a:lnTo>
                  <a:lnTo>
                    <a:pt x="159310" y="34949"/>
                  </a:lnTo>
                  <a:lnTo>
                    <a:pt x="159523" y="35033"/>
                  </a:lnTo>
                  <a:lnTo>
                    <a:pt x="162145" y="36068"/>
                  </a:lnTo>
                  <a:lnTo>
                    <a:pt x="163163" y="36470"/>
                  </a:lnTo>
                  <a:lnTo>
                    <a:pt x="163709" y="36686"/>
                  </a:lnTo>
                  <a:lnTo>
                    <a:pt x="164106" y="36843"/>
                  </a:lnTo>
                  <a:lnTo>
                    <a:pt x="165766" y="37253"/>
                  </a:lnTo>
                  <a:lnTo>
                    <a:pt x="166125" y="37495"/>
                  </a:lnTo>
                  <a:lnTo>
                    <a:pt x="167428" y="38377"/>
                  </a:lnTo>
                  <a:lnTo>
                    <a:pt x="168596" y="39290"/>
                  </a:lnTo>
                  <a:lnTo>
                    <a:pt x="169850" y="40270"/>
                  </a:lnTo>
                  <a:lnTo>
                    <a:pt x="170742" y="40523"/>
                  </a:lnTo>
                  <a:lnTo>
                    <a:pt x="171289" y="40678"/>
                  </a:lnTo>
                  <a:lnTo>
                    <a:pt x="172339" y="41780"/>
                  </a:lnTo>
                  <a:lnTo>
                    <a:pt x="173308" y="42013"/>
                  </a:lnTo>
                  <a:lnTo>
                    <a:pt x="174065" y="42013"/>
                  </a:lnTo>
                  <a:lnTo>
                    <a:pt x="174562" y="42013"/>
                  </a:lnTo>
                  <a:lnTo>
                    <a:pt x="177558" y="41632"/>
                  </a:lnTo>
                  <a:lnTo>
                    <a:pt x="177485" y="40172"/>
                  </a:lnTo>
                  <a:lnTo>
                    <a:pt x="180949" y="39842"/>
                  </a:lnTo>
                  <a:lnTo>
                    <a:pt x="181139" y="39234"/>
                  </a:lnTo>
                  <a:lnTo>
                    <a:pt x="181383" y="38452"/>
                  </a:lnTo>
                  <a:lnTo>
                    <a:pt x="181453" y="38228"/>
                  </a:lnTo>
                  <a:lnTo>
                    <a:pt x="184089" y="38366"/>
                  </a:lnTo>
                  <a:lnTo>
                    <a:pt x="184129" y="39526"/>
                  </a:lnTo>
                  <a:lnTo>
                    <a:pt x="184358" y="39616"/>
                  </a:lnTo>
                  <a:lnTo>
                    <a:pt x="185332" y="39998"/>
                  </a:lnTo>
                  <a:lnTo>
                    <a:pt x="185588" y="41969"/>
                  </a:lnTo>
                  <a:lnTo>
                    <a:pt x="186193" y="42233"/>
                  </a:lnTo>
                  <a:lnTo>
                    <a:pt x="188476" y="43231"/>
                  </a:lnTo>
                  <a:lnTo>
                    <a:pt x="189471" y="43316"/>
                  </a:lnTo>
                  <a:lnTo>
                    <a:pt x="191079" y="43454"/>
                  </a:lnTo>
                  <a:lnTo>
                    <a:pt x="191580" y="43421"/>
                  </a:lnTo>
                  <a:lnTo>
                    <a:pt x="195074" y="43188"/>
                  </a:lnTo>
                  <a:lnTo>
                    <a:pt x="195218" y="42657"/>
                  </a:lnTo>
                  <a:lnTo>
                    <a:pt x="195466" y="41741"/>
                  </a:lnTo>
                  <a:lnTo>
                    <a:pt x="197486" y="44574"/>
                  </a:lnTo>
                  <a:lnTo>
                    <a:pt x="198754" y="46088"/>
                  </a:lnTo>
                  <a:lnTo>
                    <a:pt x="199979" y="47108"/>
                  </a:lnTo>
                  <a:lnTo>
                    <a:pt x="200734" y="47588"/>
                  </a:lnTo>
                  <a:lnTo>
                    <a:pt x="201095" y="47755"/>
                  </a:lnTo>
                  <a:lnTo>
                    <a:pt x="201646" y="48011"/>
                  </a:lnTo>
                  <a:lnTo>
                    <a:pt x="202444" y="47982"/>
                  </a:lnTo>
                  <a:lnTo>
                    <a:pt x="203233" y="47751"/>
                  </a:lnTo>
                  <a:lnTo>
                    <a:pt x="203338" y="47599"/>
                  </a:lnTo>
                  <a:lnTo>
                    <a:pt x="204299" y="51934"/>
                  </a:lnTo>
                  <a:lnTo>
                    <a:pt x="205125" y="55476"/>
                  </a:lnTo>
                  <a:lnTo>
                    <a:pt x="209930" y="59369"/>
                  </a:lnTo>
                  <a:lnTo>
                    <a:pt x="209548" y="59917"/>
                  </a:lnTo>
                  <a:lnTo>
                    <a:pt x="209214" y="60355"/>
                  </a:lnTo>
                  <a:lnTo>
                    <a:pt x="206360" y="64090"/>
                  </a:lnTo>
                  <a:lnTo>
                    <a:pt x="203732" y="67531"/>
                  </a:lnTo>
                  <a:lnTo>
                    <a:pt x="203526" y="67800"/>
                  </a:lnTo>
                  <a:lnTo>
                    <a:pt x="203773" y="67989"/>
                  </a:lnTo>
                  <a:lnTo>
                    <a:pt x="209185" y="72450"/>
                  </a:lnTo>
                  <a:lnTo>
                    <a:pt x="211092" y="74023"/>
                  </a:lnTo>
                  <a:lnTo>
                    <a:pt x="217466" y="79278"/>
                  </a:lnTo>
                  <a:lnTo>
                    <a:pt x="217623" y="79407"/>
                  </a:lnTo>
                  <a:lnTo>
                    <a:pt x="218326" y="79953"/>
                  </a:lnTo>
                  <a:lnTo>
                    <a:pt x="219704" y="81023"/>
                  </a:lnTo>
                  <a:lnTo>
                    <a:pt x="228701" y="88008"/>
                  </a:lnTo>
                  <a:lnTo>
                    <a:pt x="230631" y="89506"/>
                  </a:lnTo>
                  <a:lnTo>
                    <a:pt x="233455" y="91700"/>
                  </a:lnTo>
                  <a:lnTo>
                    <a:pt x="237932" y="95175"/>
                  </a:lnTo>
                  <a:lnTo>
                    <a:pt x="252745" y="101286"/>
                  </a:lnTo>
                  <a:lnTo>
                    <a:pt x="262063" y="105129"/>
                  </a:lnTo>
                  <a:lnTo>
                    <a:pt x="262411" y="105273"/>
                  </a:lnTo>
                  <a:lnTo>
                    <a:pt x="263221" y="105602"/>
                  </a:lnTo>
                  <a:lnTo>
                    <a:pt x="271086" y="108801"/>
                  </a:lnTo>
                  <a:lnTo>
                    <a:pt x="274043" y="110003"/>
                  </a:lnTo>
                  <a:lnTo>
                    <a:pt x="278044" y="111630"/>
                  </a:lnTo>
                  <a:lnTo>
                    <a:pt x="278512" y="111820"/>
                  </a:lnTo>
                  <a:lnTo>
                    <a:pt x="284549" y="114275"/>
                  </a:lnTo>
                  <a:lnTo>
                    <a:pt x="295768" y="118838"/>
                  </a:lnTo>
                  <a:lnTo>
                    <a:pt x="297770" y="119652"/>
                  </a:lnTo>
                  <a:lnTo>
                    <a:pt x="298805" y="120073"/>
                  </a:lnTo>
                  <a:lnTo>
                    <a:pt x="298669" y="120274"/>
                  </a:lnTo>
                  <a:lnTo>
                    <a:pt x="298338" y="120763"/>
                  </a:lnTo>
                  <a:lnTo>
                    <a:pt x="296188" y="123939"/>
                  </a:lnTo>
                  <a:lnTo>
                    <a:pt x="295061" y="125605"/>
                  </a:lnTo>
                  <a:lnTo>
                    <a:pt x="294376" y="126617"/>
                  </a:lnTo>
                  <a:lnTo>
                    <a:pt x="293661" y="127674"/>
                  </a:lnTo>
                  <a:lnTo>
                    <a:pt x="293030" y="128606"/>
                  </a:lnTo>
                  <a:lnTo>
                    <a:pt x="292801" y="128945"/>
                  </a:lnTo>
                  <a:lnTo>
                    <a:pt x="292679" y="129125"/>
                  </a:lnTo>
                  <a:lnTo>
                    <a:pt x="287632" y="136583"/>
                  </a:lnTo>
                  <a:lnTo>
                    <a:pt x="287350" y="136999"/>
                  </a:lnTo>
                  <a:lnTo>
                    <a:pt x="286803" y="137807"/>
                  </a:lnTo>
                  <a:lnTo>
                    <a:pt x="286592" y="138119"/>
                  </a:lnTo>
                  <a:lnTo>
                    <a:pt x="285975" y="138790"/>
                  </a:lnTo>
                  <a:lnTo>
                    <a:pt x="285236" y="139594"/>
                  </a:lnTo>
                  <a:lnTo>
                    <a:pt x="283647" y="141323"/>
                  </a:lnTo>
                  <a:lnTo>
                    <a:pt x="281234" y="143183"/>
                  </a:lnTo>
                  <a:lnTo>
                    <a:pt x="278458" y="145321"/>
                  </a:lnTo>
                  <a:lnTo>
                    <a:pt x="277473" y="146080"/>
                  </a:lnTo>
                  <a:lnTo>
                    <a:pt x="277012" y="146392"/>
                  </a:lnTo>
                  <a:lnTo>
                    <a:pt x="275934" y="147122"/>
                  </a:lnTo>
                  <a:lnTo>
                    <a:pt x="275401" y="147483"/>
                  </a:lnTo>
                  <a:lnTo>
                    <a:pt x="271115" y="150383"/>
                  </a:lnTo>
                  <a:lnTo>
                    <a:pt x="268042" y="152463"/>
                  </a:lnTo>
                  <a:lnTo>
                    <a:pt x="267068" y="153640"/>
                  </a:lnTo>
                  <a:lnTo>
                    <a:pt x="266697" y="154088"/>
                  </a:lnTo>
                  <a:lnTo>
                    <a:pt x="264638" y="152392"/>
                  </a:lnTo>
                  <a:lnTo>
                    <a:pt x="262913" y="150970"/>
                  </a:lnTo>
                  <a:lnTo>
                    <a:pt x="262339" y="150497"/>
                  </a:lnTo>
                  <a:lnTo>
                    <a:pt x="262105" y="150304"/>
                  </a:lnTo>
                  <a:lnTo>
                    <a:pt x="259984" y="149351"/>
                  </a:lnTo>
                  <a:lnTo>
                    <a:pt x="258087" y="148498"/>
                  </a:lnTo>
                  <a:lnTo>
                    <a:pt x="255566" y="147410"/>
                  </a:lnTo>
                  <a:lnTo>
                    <a:pt x="254058" y="146851"/>
                  </a:lnTo>
                  <a:lnTo>
                    <a:pt x="248346" y="144733"/>
                  </a:lnTo>
                  <a:lnTo>
                    <a:pt x="247269" y="144271"/>
                  </a:lnTo>
                  <a:lnTo>
                    <a:pt x="245467" y="143497"/>
                  </a:lnTo>
                  <a:lnTo>
                    <a:pt x="245265" y="143417"/>
                  </a:lnTo>
                  <a:lnTo>
                    <a:pt x="244267" y="143018"/>
                  </a:lnTo>
                  <a:lnTo>
                    <a:pt x="243003" y="142515"/>
                  </a:lnTo>
                  <a:lnTo>
                    <a:pt x="242426" y="142285"/>
                  </a:lnTo>
                  <a:lnTo>
                    <a:pt x="240349" y="141456"/>
                  </a:lnTo>
                  <a:lnTo>
                    <a:pt x="239683" y="141191"/>
                  </a:lnTo>
                  <a:lnTo>
                    <a:pt x="238310" y="140643"/>
                  </a:lnTo>
                  <a:lnTo>
                    <a:pt x="237972" y="140508"/>
                  </a:lnTo>
                  <a:lnTo>
                    <a:pt x="236972" y="140109"/>
                  </a:lnTo>
                  <a:lnTo>
                    <a:pt x="236147" y="139780"/>
                  </a:lnTo>
                  <a:lnTo>
                    <a:pt x="235792" y="139639"/>
                  </a:lnTo>
                  <a:lnTo>
                    <a:pt x="234142" y="138981"/>
                  </a:lnTo>
                  <a:lnTo>
                    <a:pt x="233876" y="138875"/>
                  </a:lnTo>
                  <a:lnTo>
                    <a:pt x="232297" y="138245"/>
                  </a:lnTo>
                  <a:lnTo>
                    <a:pt x="230440" y="137505"/>
                  </a:lnTo>
                  <a:lnTo>
                    <a:pt x="229836" y="137303"/>
                  </a:lnTo>
                  <a:lnTo>
                    <a:pt x="229258" y="137109"/>
                  </a:lnTo>
                  <a:lnTo>
                    <a:pt x="228107" y="136798"/>
                  </a:lnTo>
                  <a:lnTo>
                    <a:pt x="227538" y="136643"/>
                  </a:lnTo>
                  <a:lnTo>
                    <a:pt x="225999" y="136585"/>
                  </a:lnTo>
                  <a:lnTo>
                    <a:pt x="222832" y="137388"/>
                  </a:lnTo>
                  <a:lnTo>
                    <a:pt x="222181" y="137553"/>
                  </a:lnTo>
                  <a:lnTo>
                    <a:pt x="220271" y="138037"/>
                  </a:lnTo>
                  <a:lnTo>
                    <a:pt x="219817" y="138152"/>
                  </a:lnTo>
                  <a:lnTo>
                    <a:pt x="216278" y="139049"/>
                  </a:lnTo>
                  <a:lnTo>
                    <a:pt x="215313" y="139294"/>
                  </a:lnTo>
                  <a:lnTo>
                    <a:pt x="215071" y="139416"/>
                  </a:lnTo>
                  <a:lnTo>
                    <a:pt x="213078" y="140481"/>
                  </a:lnTo>
                  <a:lnTo>
                    <a:pt x="210813" y="143433"/>
                  </a:lnTo>
                  <a:lnTo>
                    <a:pt x="208240" y="146787"/>
                  </a:lnTo>
                  <a:lnTo>
                    <a:pt x="207379" y="147909"/>
                  </a:lnTo>
                  <a:lnTo>
                    <a:pt x="205836" y="149824"/>
                  </a:lnTo>
                  <a:lnTo>
                    <a:pt x="205266" y="149982"/>
                  </a:lnTo>
                  <a:lnTo>
                    <a:pt x="203166" y="150565"/>
                  </a:lnTo>
                  <a:lnTo>
                    <a:pt x="200234" y="151378"/>
                  </a:lnTo>
                  <a:lnTo>
                    <a:pt x="195639" y="151354"/>
                  </a:lnTo>
                  <a:lnTo>
                    <a:pt x="195113" y="151471"/>
                  </a:lnTo>
                  <a:lnTo>
                    <a:pt x="194863" y="150565"/>
                  </a:lnTo>
                  <a:lnTo>
                    <a:pt x="194281" y="148457"/>
                  </a:lnTo>
                  <a:lnTo>
                    <a:pt x="195740" y="148014"/>
                  </a:lnTo>
                  <a:lnTo>
                    <a:pt x="196466" y="147793"/>
                  </a:lnTo>
                  <a:lnTo>
                    <a:pt x="198318" y="146590"/>
                  </a:lnTo>
                  <a:lnTo>
                    <a:pt x="200325" y="145285"/>
                  </a:lnTo>
                  <a:lnTo>
                    <a:pt x="200523" y="144936"/>
                  </a:lnTo>
                  <a:lnTo>
                    <a:pt x="200810" y="144431"/>
                  </a:lnTo>
                  <a:lnTo>
                    <a:pt x="201859" y="142579"/>
                  </a:lnTo>
                  <a:lnTo>
                    <a:pt x="202130" y="142100"/>
                  </a:lnTo>
                  <a:lnTo>
                    <a:pt x="203821" y="140916"/>
                  </a:lnTo>
                  <a:lnTo>
                    <a:pt x="204395" y="140598"/>
                  </a:lnTo>
                  <a:lnTo>
                    <a:pt x="205337" y="140076"/>
                  </a:lnTo>
                  <a:lnTo>
                    <a:pt x="206101" y="139653"/>
                  </a:lnTo>
                  <a:lnTo>
                    <a:pt x="207173" y="138526"/>
                  </a:lnTo>
                  <a:lnTo>
                    <a:pt x="207575" y="138103"/>
                  </a:lnTo>
                  <a:lnTo>
                    <a:pt x="207608" y="137840"/>
                  </a:lnTo>
                  <a:lnTo>
                    <a:pt x="207654" y="137467"/>
                  </a:lnTo>
                  <a:lnTo>
                    <a:pt x="207715" y="136588"/>
                  </a:lnTo>
                  <a:lnTo>
                    <a:pt x="203228" y="133622"/>
                  </a:lnTo>
                  <a:lnTo>
                    <a:pt x="201577" y="132529"/>
                  </a:lnTo>
                  <a:lnTo>
                    <a:pt x="199625" y="131239"/>
                  </a:lnTo>
                  <a:lnTo>
                    <a:pt x="198235" y="130319"/>
                  </a:lnTo>
                  <a:lnTo>
                    <a:pt x="197985" y="129953"/>
                  </a:lnTo>
                  <a:lnTo>
                    <a:pt x="197665" y="129484"/>
                  </a:lnTo>
                  <a:lnTo>
                    <a:pt x="196620" y="128980"/>
                  </a:lnTo>
                  <a:lnTo>
                    <a:pt x="196464" y="128949"/>
                  </a:lnTo>
                  <a:lnTo>
                    <a:pt x="195508" y="128765"/>
                  </a:lnTo>
                  <a:lnTo>
                    <a:pt x="193504" y="128378"/>
                  </a:lnTo>
                  <a:lnTo>
                    <a:pt x="191911" y="128235"/>
                  </a:lnTo>
                  <a:lnTo>
                    <a:pt x="191488" y="128197"/>
                  </a:lnTo>
                  <a:lnTo>
                    <a:pt x="190019" y="131477"/>
                  </a:lnTo>
                  <a:lnTo>
                    <a:pt x="187334" y="129641"/>
                  </a:lnTo>
                  <a:lnTo>
                    <a:pt x="187035" y="129437"/>
                  </a:lnTo>
                  <a:lnTo>
                    <a:pt x="186802" y="129277"/>
                  </a:lnTo>
                  <a:lnTo>
                    <a:pt x="186217" y="128877"/>
                  </a:lnTo>
                  <a:lnTo>
                    <a:pt x="185671" y="128532"/>
                  </a:lnTo>
                  <a:lnTo>
                    <a:pt x="183376" y="127080"/>
                  </a:lnTo>
                  <a:lnTo>
                    <a:pt x="182113" y="127274"/>
                  </a:lnTo>
                  <a:lnTo>
                    <a:pt x="180487" y="126828"/>
                  </a:lnTo>
                  <a:lnTo>
                    <a:pt x="180012" y="126698"/>
                  </a:lnTo>
                  <a:lnTo>
                    <a:pt x="179814" y="126643"/>
                  </a:lnTo>
                  <a:lnTo>
                    <a:pt x="177945" y="126258"/>
                  </a:lnTo>
                  <a:lnTo>
                    <a:pt x="177072" y="126078"/>
                  </a:lnTo>
                  <a:lnTo>
                    <a:pt x="175788" y="125814"/>
                  </a:lnTo>
                  <a:lnTo>
                    <a:pt x="174960" y="125643"/>
                  </a:lnTo>
                  <a:lnTo>
                    <a:pt x="173526" y="125335"/>
                  </a:lnTo>
                  <a:lnTo>
                    <a:pt x="173038" y="125230"/>
                  </a:lnTo>
                  <a:lnTo>
                    <a:pt x="172700" y="125158"/>
                  </a:lnTo>
                  <a:lnTo>
                    <a:pt x="169669" y="124867"/>
                  </a:lnTo>
                  <a:lnTo>
                    <a:pt x="168977" y="124886"/>
                  </a:lnTo>
                  <a:lnTo>
                    <a:pt x="168522" y="124899"/>
                  </a:lnTo>
                  <a:lnTo>
                    <a:pt x="164380" y="125018"/>
                  </a:lnTo>
                  <a:lnTo>
                    <a:pt x="162993" y="128185"/>
                  </a:lnTo>
                  <a:lnTo>
                    <a:pt x="162479" y="128168"/>
                  </a:lnTo>
                  <a:lnTo>
                    <a:pt x="161413" y="128134"/>
                  </a:lnTo>
                  <a:lnTo>
                    <a:pt x="160758" y="128112"/>
                  </a:lnTo>
                  <a:lnTo>
                    <a:pt x="142633" y="127525"/>
                  </a:lnTo>
                  <a:lnTo>
                    <a:pt x="142240" y="120164"/>
                  </a:lnTo>
                  <a:lnTo>
                    <a:pt x="155235" y="111154"/>
                  </a:lnTo>
                  <a:lnTo>
                    <a:pt x="154399" y="109135"/>
                  </a:lnTo>
                  <a:lnTo>
                    <a:pt x="143684" y="108202"/>
                  </a:lnTo>
                  <a:lnTo>
                    <a:pt x="130157" y="114727"/>
                  </a:lnTo>
                  <a:lnTo>
                    <a:pt x="128029" y="109678"/>
                  </a:lnTo>
                  <a:lnTo>
                    <a:pt x="116859" y="105095"/>
                  </a:lnTo>
                  <a:lnTo>
                    <a:pt x="106904" y="109678"/>
                  </a:lnTo>
                  <a:lnTo>
                    <a:pt x="103028" y="114805"/>
                  </a:lnTo>
                  <a:lnTo>
                    <a:pt x="97177" y="111309"/>
                  </a:lnTo>
                  <a:lnTo>
                    <a:pt x="96645" y="107581"/>
                  </a:lnTo>
                  <a:lnTo>
                    <a:pt x="89273" y="108125"/>
                  </a:lnTo>
                  <a:lnTo>
                    <a:pt x="88438" y="104629"/>
                  </a:lnTo>
                  <a:lnTo>
                    <a:pt x="65412" y="109523"/>
                  </a:lnTo>
                  <a:lnTo>
                    <a:pt x="64196" y="105872"/>
                  </a:lnTo>
                  <a:lnTo>
                    <a:pt x="63534" y="104154"/>
                  </a:lnTo>
                  <a:lnTo>
                    <a:pt x="85992" y="92666"/>
                  </a:lnTo>
                  <a:lnTo>
                    <a:pt x="87298" y="86919"/>
                  </a:lnTo>
                  <a:lnTo>
                    <a:pt x="89045" y="85055"/>
                  </a:lnTo>
                  <a:lnTo>
                    <a:pt x="83650" y="77288"/>
                  </a:lnTo>
                  <a:lnTo>
                    <a:pt x="85778" y="75424"/>
                  </a:lnTo>
                  <a:lnTo>
                    <a:pt x="76127" y="72938"/>
                  </a:lnTo>
                  <a:lnTo>
                    <a:pt x="71111" y="68821"/>
                  </a:lnTo>
                  <a:lnTo>
                    <a:pt x="67616" y="69365"/>
                  </a:lnTo>
                  <a:lnTo>
                    <a:pt x="52797" y="65714"/>
                  </a:lnTo>
                  <a:lnTo>
                    <a:pt x="46262" y="67423"/>
                  </a:lnTo>
                  <a:lnTo>
                    <a:pt x="39119" y="77288"/>
                  </a:lnTo>
                  <a:lnTo>
                    <a:pt x="19337" y="72540"/>
                  </a:lnTo>
                  <a:lnTo>
                    <a:pt x="15838" y="69257"/>
                  </a:lnTo>
                  <a:lnTo>
                    <a:pt x="14991" y="68462"/>
                  </a:lnTo>
                  <a:lnTo>
                    <a:pt x="18515" y="65019"/>
                  </a:lnTo>
                  <a:lnTo>
                    <a:pt x="14693" y="57040"/>
                  </a:lnTo>
                  <a:lnTo>
                    <a:pt x="10189" y="47637"/>
                  </a:lnTo>
                  <a:lnTo>
                    <a:pt x="19028" y="45020"/>
                  </a:lnTo>
                  <a:lnTo>
                    <a:pt x="21029" y="44412"/>
                  </a:lnTo>
                  <a:lnTo>
                    <a:pt x="23267" y="48524"/>
                  </a:lnTo>
                  <a:lnTo>
                    <a:pt x="25260" y="47505"/>
                  </a:lnTo>
                  <a:lnTo>
                    <a:pt x="28451" y="42690"/>
                  </a:lnTo>
                  <a:lnTo>
                    <a:pt x="30579" y="43311"/>
                  </a:lnTo>
                  <a:lnTo>
                    <a:pt x="33163" y="38340"/>
                  </a:lnTo>
                  <a:lnTo>
                    <a:pt x="23004" y="37163"/>
                  </a:lnTo>
                  <a:lnTo>
                    <a:pt x="16207" y="36376"/>
                  </a:lnTo>
                  <a:lnTo>
                    <a:pt x="16133" y="35432"/>
                  </a:lnTo>
                  <a:lnTo>
                    <a:pt x="17830" y="28679"/>
                  </a:lnTo>
                  <a:lnTo>
                    <a:pt x="6541" y="16281"/>
                  </a:lnTo>
                  <a:lnTo>
                    <a:pt x="0" y="9096"/>
                  </a:lnTo>
                  <a:lnTo>
                    <a:pt x="7337" y="0"/>
                  </a:lnTo>
                  <a:lnTo>
                    <a:pt x="27814" y="10934"/>
                  </a:lnTo>
                  <a:lnTo>
                    <a:pt x="42316" y="1867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040647" y="4172981"/>
              <a:ext cx="61992" cy="62123"/>
            </a:xfrm>
            <a:custGeom>
              <a:avLst/>
              <a:pathLst>
                <a:path w="61992" h="62123">
                  <a:moveTo>
                    <a:pt x="41671" y="2767"/>
                  </a:moveTo>
                  <a:lnTo>
                    <a:pt x="43933" y="4448"/>
                  </a:lnTo>
                  <a:lnTo>
                    <a:pt x="44811" y="3629"/>
                  </a:lnTo>
                  <a:lnTo>
                    <a:pt x="45267" y="3447"/>
                  </a:lnTo>
                  <a:lnTo>
                    <a:pt x="46958" y="4464"/>
                  </a:lnTo>
                  <a:lnTo>
                    <a:pt x="48108" y="5155"/>
                  </a:lnTo>
                  <a:lnTo>
                    <a:pt x="48907" y="5669"/>
                  </a:lnTo>
                  <a:lnTo>
                    <a:pt x="49984" y="6796"/>
                  </a:lnTo>
                  <a:lnTo>
                    <a:pt x="50912" y="7767"/>
                  </a:lnTo>
                  <a:lnTo>
                    <a:pt x="52764" y="10097"/>
                  </a:lnTo>
                  <a:lnTo>
                    <a:pt x="53157" y="10592"/>
                  </a:lnTo>
                  <a:lnTo>
                    <a:pt x="53825" y="10881"/>
                  </a:lnTo>
                  <a:lnTo>
                    <a:pt x="54900" y="11585"/>
                  </a:lnTo>
                  <a:lnTo>
                    <a:pt x="55554" y="11908"/>
                  </a:lnTo>
                  <a:lnTo>
                    <a:pt x="58320" y="12910"/>
                  </a:lnTo>
                  <a:lnTo>
                    <a:pt x="59417" y="13187"/>
                  </a:lnTo>
                  <a:lnTo>
                    <a:pt x="59272" y="14065"/>
                  </a:lnTo>
                  <a:lnTo>
                    <a:pt x="58850" y="16628"/>
                  </a:lnTo>
                  <a:lnTo>
                    <a:pt x="58973" y="17929"/>
                  </a:lnTo>
                  <a:lnTo>
                    <a:pt x="59008" y="19130"/>
                  </a:lnTo>
                  <a:lnTo>
                    <a:pt x="59099" y="19890"/>
                  </a:lnTo>
                  <a:lnTo>
                    <a:pt x="59282" y="21418"/>
                  </a:lnTo>
                  <a:lnTo>
                    <a:pt x="59418" y="22549"/>
                  </a:lnTo>
                  <a:lnTo>
                    <a:pt x="59410" y="22871"/>
                  </a:lnTo>
                  <a:lnTo>
                    <a:pt x="59403" y="23116"/>
                  </a:lnTo>
                  <a:lnTo>
                    <a:pt x="59399" y="23287"/>
                  </a:lnTo>
                  <a:lnTo>
                    <a:pt x="59494" y="23802"/>
                  </a:lnTo>
                  <a:lnTo>
                    <a:pt x="59589" y="24316"/>
                  </a:lnTo>
                  <a:lnTo>
                    <a:pt x="59608" y="25948"/>
                  </a:lnTo>
                  <a:lnTo>
                    <a:pt x="59488" y="27176"/>
                  </a:lnTo>
                  <a:lnTo>
                    <a:pt x="59456" y="27501"/>
                  </a:lnTo>
                  <a:lnTo>
                    <a:pt x="59220" y="28107"/>
                  </a:lnTo>
                  <a:lnTo>
                    <a:pt x="59055" y="28532"/>
                  </a:lnTo>
                  <a:lnTo>
                    <a:pt x="58709" y="29472"/>
                  </a:lnTo>
                  <a:lnTo>
                    <a:pt x="58573" y="29839"/>
                  </a:lnTo>
                  <a:lnTo>
                    <a:pt x="58421" y="30441"/>
                  </a:lnTo>
                  <a:lnTo>
                    <a:pt x="58060" y="33315"/>
                  </a:lnTo>
                  <a:lnTo>
                    <a:pt x="57969" y="34571"/>
                  </a:lnTo>
                  <a:lnTo>
                    <a:pt x="57739" y="35238"/>
                  </a:lnTo>
                  <a:lnTo>
                    <a:pt x="57697" y="35454"/>
                  </a:lnTo>
                  <a:lnTo>
                    <a:pt x="57539" y="36270"/>
                  </a:lnTo>
                  <a:lnTo>
                    <a:pt x="57440" y="36777"/>
                  </a:lnTo>
                  <a:lnTo>
                    <a:pt x="57368" y="38098"/>
                  </a:lnTo>
                  <a:lnTo>
                    <a:pt x="57236" y="40534"/>
                  </a:lnTo>
                  <a:lnTo>
                    <a:pt x="57219" y="42310"/>
                  </a:lnTo>
                  <a:lnTo>
                    <a:pt x="57203" y="43973"/>
                  </a:lnTo>
                  <a:lnTo>
                    <a:pt x="57188" y="45525"/>
                  </a:lnTo>
                  <a:lnTo>
                    <a:pt x="57131" y="46379"/>
                  </a:lnTo>
                  <a:lnTo>
                    <a:pt x="56865" y="47020"/>
                  </a:lnTo>
                  <a:lnTo>
                    <a:pt x="55374" y="48709"/>
                  </a:lnTo>
                  <a:lnTo>
                    <a:pt x="57654" y="51447"/>
                  </a:lnTo>
                  <a:lnTo>
                    <a:pt x="59466" y="54712"/>
                  </a:lnTo>
                  <a:lnTo>
                    <a:pt x="61037" y="57543"/>
                  </a:lnTo>
                  <a:lnTo>
                    <a:pt x="61689" y="58717"/>
                  </a:lnTo>
                  <a:lnTo>
                    <a:pt x="61992" y="59263"/>
                  </a:lnTo>
                  <a:lnTo>
                    <a:pt x="60490" y="59605"/>
                  </a:lnTo>
                  <a:lnTo>
                    <a:pt x="60126" y="59881"/>
                  </a:lnTo>
                  <a:lnTo>
                    <a:pt x="58669" y="60880"/>
                  </a:lnTo>
                  <a:lnTo>
                    <a:pt x="57682" y="61308"/>
                  </a:lnTo>
                  <a:lnTo>
                    <a:pt x="56732" y="61851"/>
                  </a:lnTo>
                  <a:lnTo>
                    <a:pt x="54946" y="62123"/>
                  </a:lnTo>
                  <a:lnTo>
                    <a:pt x="53654" y="62084"/>
                  </a:lnTo>
                  <a:lnTo>
                    <a:pt x="52438" y="61036"/>
                  </a:lnTo>
                  <a:lnTo>
                    <a:pt x="51982" y="60414"/>
                  </a:lnTo>
                  <a:lnTo>
                    <a:pt x="51184" y="60026"/>
                  </a:lnTo>
                  <a:lnTo>
                    <a:pt x="48297" y="59016"/>
                  </a:lnTo>
                  <a:lnTo>
                    <a:pt x="47271" y="58977"/>
                  </a:lnTo>
                  <a:lnTo>
                    <a:pt x="46476" y="60482"/>
                  </a:lnTo>
                  <a:lnTo>
                    <a:pt x="43266" y="59416"/>
                  </a:lnTo>
                  <a:lnTo>
                    <a:pt x="41457" y="59012"/>
                  </a:lnTo>
                  <a:lnTo>
                    <a:pt x="39961" y="58678"/>
                  </a:lnTo>
                  <a:lnTo>
                    <a:pt x="38346" y="58284"/>
                  </a:lnTo>
                  <a:lnTo>
                    <a:pt x="35667" y="57629"/>
                  </a:lnTo>
                  <a:lnTo>
                    <a:pt x="35324" y="57571"/>
                  </a:lnTo>
                  <a:lnTo>
                    <a:pt x="33208" y="57210"/>
                  </a:lnTo>
                  <a:lnTo>
                    <a:pt x="31946" y="55359"/>
                  </a:lnTo>
                  <a:lnTo>
                    <a:pt x="30831" y="53725"/>
                  </a:lnTo>
                  <a:lnTo>
                    <a:pt x="28665" y="53638"/>
                  </a:lnTo>
                  <a:lnTo>
                    <a:pt x="28094" y="52806"/>
                  </a:lnTo>
                  <a:lnTo>
                    <a:pt x="27625" y="52090"/>
                  </a:lnTo>
                  <a:lnTo>
                    <a:pt x="27301" y="51594"/>
                  </a:lnTo>
                  <a:lnTo>
                    <a:pt x="26967" y="51136"/>
                  </a:lnTo>
                  <a:lnTo>
                    <a:pt x="26325" y="50256"/>
                  </a:lnTo>
                  <a:lnTo>
                    <a:pt x="25180" y="49011"/>
                  </a:lnTo>
                  <a:lnTo>
                    <a:pt x="24657" y="48442"/>
                  </a:lnTo>
                  <a:lnTo>
                    <a:pt x="24358" y="48117"/>
                  </a:lnTo>
                  <a:lnTo>
                    <a:pt x="24180" y="47924"/>
                  </a:lnTo>
                  <a:lnTo>
                    <a:pt x="22799" y="46094"/>
                  </a:lnTo>
                  <a:lnTo>
                    <a:pt x="22586" y="45811"/>
                  </a:lnTo>
                  <a:lnTo>
                    <a:pt x="22461" y="45646"/>
                  </a:lnTo>
                  <a:lnTo>
                    <a:pt x="21220" y="44360"/>
                  </a:lnTo>
                  <a:lnTo>
                    <a:pt x="20797" y="43921"/>
                  </a:lnTo>
                  <a:lnTo>
                    <a:pt x="20244" y="43349"/>
                  </a:lnTo>
                  <a:lnTo>
                    <a:pt x="18795" y="41848"/>
                  </a:lnTo>
                  <a:lnTo>
                    <a:pt x="18591" y="41637"/>
                  </a:lnTo>
                  <a:lnTo>
                    <a:pt x="17712" y="40726"/>
                  </a:lnTo>
                  <a:lnTo>
                    <a:pt x="16512" y="39483"/>
                  </a:lnTo>
                  <a:lnTo>
                    <a:pt x="22754" y="34564"/>
                  </a:lnTo>
                  <a:lnTo>
                    <a:pt x="22265" y="32366"/>
                  </a:lnTo>
                  <a:lnTo>
                    <a:pt x="26977" y="30172"/>
                  </a:lnTo>
                  <a:lnTo>
                    <a:pt x="27788" y="30283"/>
                  </a:lnTo>
                  <a:lnTo>
                    <a:pt x="28059" y="28898"/>
                  </a:lnTo>
                  <a:lnTo>
                    <a:pt x="26462" y="25928"/>
                  </a:lnTo>
                  <a:lnTo>
                    <a:pt x="25884" y="26207"/>
                  </a:lnTo>
                  <a:lnTo>
                    <a:pt x="22197" y="27983"/>
                  </a:lnTo>
                  <a:lnTo>
                    <a:pt x="21627" y="28042"/>
                  </a:lnTo>
                  <a:lnTo>
                    <a:pt x="20701" y="27925"/>
                  </a:lnTo>
                  <a:lnTo>
                    <a:pt x="19533" y="27692"/>
                  </a:lnTo>
                  <a:lnTo>
                    <a:pt x="18977" y="27415"/>
                  </a:lnTo>
                  <a:lnTo>
                    <a:pt x="18179" y="26906"/>
                  </a:lnTo>
                  <a:lnTo>
                    <a:pt x="17609" y="26658"/>
                  </a:lnTo>
                  <a:lnTo>
                    <a:pt x="16897" y="26556"/>
                  </a:lnTo>
                  <a:lnTo>
                    <a:pt x="16400" y="26514"/>
                  </a:lnTo>
                  <a:lnTo>
                    <a:pt x="14660" y="26367"/>
                  </a:lnTo>
                  <a:lnTo>
                    <a:pt x="13904" y="26367"/>
                  </a:lnTo>
                  <a:lnTo>
                    <a:pt x="13505" y="26411"/>
                  </a:lnTo>
                  <a:lnTo>
                    <a:pt x="11667" y="26818"/>
                  </a:lnTo>
                  <a:lnTo>
                    <a:pt x="10641" y="27051"/>
                  </a:lnTo>
                  <a:lnTo>
                    <a:pt x="26" y="24359"/>
                  </a:lnTo>
                  <a:lnTo>
                    <a:pt x="0" y="23682"/>
                  </a:lnTo>
                  <a:lnTo>
                    <a:pt x="1605" y="20390"/>
                  </a:lnTo>
                  <a:lnTo>
                    <a:pt x="1614" y="19151"/>
                  </a:lnTo>
                  <a:lnTo>
                    <a:pt x="1595" y="18859"/>
                  </a:lnTo>
                  <a:lnTo>
                    <a:pt x="1524" y="17795"/>
                  </a:lnTo>
                  <a:lnTo>
                    <a:pt x="5239" y="19188"/>
                  </a:lnTo>
                  <a:lnTo>
                    <a:pt x="9177" y="20539"/>
                  </a:lnTo>
                  <a:lnTo>
                    <a:pt x="9363" y="19936"/>
                  </a:lnTo>
                  <a:lnTo>
                    <a:pt x="9984" y="17928"/>
                  </a:lnTo>
                  <a:lnTo>
                    <a:pt x="7461" y="16643"/>
                  </a:lnTo>
                  <a:lnTo>
                    <a:pt x="7251" y="16536"/>
                  </a:lnTo>
                  <a:lnTo>
                    <a:pt x="5636" y="15492"/>
                  </a:lnTo>
                  <a:lnTo>
                    <a:pt x="5043" y="14946"/>
                  </a:lnTo>
                  <a:lnTo>
                    <a:pt x="4948" y="14473"/>
                  </a:lnTo>
                  <a:lnTo>
                    <a:pt x="5160" y="10744"/>
                  </a:lnTo>
                  <a:lnTo>
                    <a:pt x="5280" y="7871"/>
                  </a:lnTo>
                  <a:lnTo>
                    <a:pt x="5302" y="7322"/>
                  </a:lnTo>
                  <a:lnTo>
                    <a:pt x="4964" y="5533"/>
                  </a:lnTo>
                  <a:lnTo>
                    <a:pt x="4838" y="4870"/>
                  </a:lnTo>
                  <a:lnTo>
                    <a:pt x="5045" y="4878"/>
                  </a:lnTo>
                  <a:lnTo>
                    <a:pt x="5695" y="4905"/>
                  </a:lnTo>
                  <a:lnTo>
                    <a:pt x="6799" y="5034"/>
                  </a:lnTo>
                  <a:lnTo>
                    <a:pt x="8451" y="5227"/>
                  </a:lnTo>
                  <a:lnTo>
                    <a:pt x="10789" y="5501"/>
                  </a:lnTo>
                  <a:lnTo>
                    <a:pt x="11089" y="5569"/>
                  </a:lnTo>
                  <a:lnTo>
                    <a:pt x="11490" y="5659"/>
                  </a:lnTo>
                  <a:lnTo>
                    <a:pt x="13936" y="6059"/>
                  </a:lnTo>
                  <a:lnTo>
                    <a:pt x="15432" y="6041"/>
                  </a:lnTo>
                  <a:lnTo>
                    <a:pt x="15567" y="6039"/>
                  </a:lnTo>
                  <a:lnTo>
                    <a:pt x="15769" y="6037"/>
                  </a:lnTo>
                  <a:lnTo>
                    <a:pt x="15917" y="6035"/>
                  </a:lnTo>
                  <a:lnTo>
                    <a:pt x="21342" y="5885"/>
                  </a:lnTo>
                  <a:lnTo>
                    <a:pt x="23887" y="4882"/>
                  </a:lnTo>
                  <a:lnTo>
                    <a:pt x="27343" y="3291"/>
                  </a:lnTo>
                  <a:lnTo>
                    <a:pt x="27536" y="2844"/>
                  </a:lnTo>
                  <a:lnTo>
                    <a:pt x="28863" y="2203"/>
                  </a:lnTo>
                  <a:lnTo>
                    <a:pt x="29716" y="2689"/>
                  </a:lnTo>
                  <a:lnTo>
                    <a:pt x="32407" y="4221"/>
                  </a:lnTo>
                  <a:lnTo>
                    <a:pt x="32814" y="4776"/>
                  </a:lnTo>
                  <a:lnTo>
                    <a:pt x="32879" y="4576"/>
                  </a:lnTo>
                  <a:lnTo>
                    <a:pt x="33437" y="3314"/>
                  </a:lnTo>
                  <a:lnTo>
                    <a:pt x="35388" y="1597"/>
                  </a:lnTo>
                  <a:lnTo>
                    <a:pt x="35816" y="1219"/>
                  </a:lnTo>
                  <a:lnTo>
                    <a:pt x="38418" y="422"/>
                  </a:lnTo>
                  <a:lnTo>
                    <a:pt x="39426" y="113"/>
                  </a:lnTo>
                  <a:lnTo>
                    <a:pt x="39781" y="47"/>
                  </a:lnTo>
                  <a:lnTo>
                    <a:pt x="40042" y="0"/>
                  </a:lnTo>
                  <a:lnTo>
                    <a:pt x="40577" y="750"/>
                  </a:lnTo>
                  <a:lnTo>
                    <a:pt x="41380" y="2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364872" y="3518000"/>
              <a:ext cx="92325" cy="62841"/>
            </a:xfrm>
            <a:custGeom>
              <a:avLst/>
              <a:pathLst>
                <a:path w="92325" h="62841">
                  <a:moveTo>
                    <a:pt x="33815" y="0"/>
                  </a:moveTo>
                  <a:lnTo>
                    <a:pt x="52386" y="6942"/>
                  </a:lnTo>
                  <a:lnTo>
                    <a:pt x="57106" y="9194"/>
                  </a:lnTo>
                  <a:lnTo>
                    <a:pt x="59507" y="10337"/>
                  </a:lnTo>
                  <a:lnTo>
                    <a:pt x="61741" y="12985"/>
                  </a:lnTo>
                  <a:lnTo>
                    <a:pt x="67276" y="16606"/>
                  </a:lnTo>
                  <a:lnTo>
                    <a:pt x="69740" y="18218"/>
                  </a:lnTo>
                  <a:lnTo>
                    <a:pt x="69976" y="18339"/>
                  </a:lnTo>
                  <a:lnTo>
                    <a:pt x="71223" y="19054"/>
                  </a:lnTo>
                  <a:lnTo>
                    <a:pt x="74501" y="20936"/>
                  </a:lnTo>
                  <a:lnTo>
                    <a:pt x="75739" y="21647"/>
                  </a:lnTo>
                  <a:lnTo>
                    <a:pt x="80819" y="25745"/>
                  </a:lnTo>
                  <a:lnTo>
                    <a:pt x="81328" y="26907"/>
                  </a:lnTo>
                  <a:lnTo>
                    <a:pt x="83584" y="31641"/>
                  </a:lnTo>
                  <a:lnTo>
                    <a:pt x="88096" y="34553"/>
                  </a:lnTo>
                  <a:lnTo>
                    <a:pt x="89488" y="35894"/>
                  </a:lnTo>
                  <a:lnTo>
                    <a:pt x="89860" y="36324"/>
                  </a:lnTo>
                  <a:lnTo>
                    <a:pt x="91449" y="38163"/>
                  </a:lnTo>
                  <a:lnTo>
                    <a:pt x="92325" y="39668"/>
                  </a:lnTo>
                  <a:lnTo>
                    <a:pt x="89731" y="40784"/>
                  </a:lnTo>
                  <a:lnTo>
                    <a:pt x="90290" y="42015"/>
                  </a:lnTo>
                  <a:lnTo>
                    <a:pt x="90922" y="43407"/>
                  </a:lnTo>
                  <a:lnTo>
                    <a:pt x="90391" y="44190"/>
                  </a:lnTo>
                  <a:lnTo>
                    <a:pt x="89588" y="44791"/>
                  </a:lnTo>
                  <a:lnTo>
                    <a:pt x="85142" y="44919"/>
                  </a:lnTo>
                  <a:lnTo>
                    <a:pt x="81091" y="43756"/>
                  </a:lnTo>
                  <a:lnTo>
                    <a:pt x="79866" y="45729"/>
                  </a:lnTo>
                  <a:lnTo>
                    <a:pt x="78018" y="48709"/>
                  </a:lnTo>
                  <a:lnTo>
                    <a:pt x="77282" y="49895"/>
                  </a:lnTo>
                  <a:lnTo>
                    <a:pt x="75070" y="53980"/>
                  </a:lnTo>
                  <a:lnTo>
                    <a:pt x="72847" y="53158"/>
                  </a:lnTo>
                  <a:lnTo>
                    <a:pt x="66664" y="50873"/>
                  </a:lnTo>
                  <a:lnTo>
                    <a:pt x="66195" y="53986"/>
                  </a:lnTo>
                  <a:lnTo>
                    <a:pt x="65959" y="55552"/>
                  </a:lnTo>
                  <a:lnTo>
                    <a:pt x="65787" y="56700"/>
                  </a:lnTo>
                  <a:lnTo>
                    <a:pt x="65761" y="56868"/>
                  </a:lnTo>
                  <a:lnTo>
                    <a:pt x="65531" y="58146"/>
                  </a:lnTo>
                  <a:lnTo>
                    <a:pt x="64252" y="59601"/>
                  </a:lnTo>
                  <a:lnTo>
                    <a:pt x="61914" y="62135"/>
                  </a:lnTo>
                  <a:lnTo>
                    <a:pt x="61808" y="62308"/>
                  </a:lnTo>
                  <a:lnTo>
                    <a:pt x="61723" y="62446"/>
                  </a:lnTo>
                  <a:lnTo>
                    <a:pt x="61479" y="62841"/>
                  </a:lnTo>
                  <a:lnTo>
                    <a:pt x="55863" y="58587"/>
                  </a:lnTo>
                  <a:lnTo>
                    <a:pt x="55170" y="58062"/>
                  </a:lnTo>
                  <a:lnTo>
                    <a:pt x="54246" y="57399"/>
                  </a:lnTo>
                  <a:lnTo>
                    <a:pt x="53973" y="57203"/>
                  </a:lnTo>
                  <a:lnTo>
                    <a:pt x="50964" y="55461"/>
                  </a:lnTo>
                  <a:lnTo>
                    <a:pt x="49513" y="54621"/>
                  </a:lnTo>
                  <a:lnTo>
                    <a:pt x="48838" y="54230"/>
                  </a:lnTo>
                  <a:lnTo>
                    <a:pt x="48574" y="54077"/>
                  </a:lnTo>
                  <a:lnTo>
                    <a:pt x="47856" y="53662"/>
                  </a:lnTo>
                  <a:lnTo>
                    <a:pt x="46397" y="52817"/>
                  </a:lnTo>
                  <a:lnTo>
                    <a:pt x="45710" y="52419"/>
                  </a:lnTo>
                  <a:lnTo>
                    <a:pt x="45560" y="52332"/>
                  </a:lnTo>
                  <a:lnTo>
                    <a:pt x="45754" y="51307"/>
                  </a:lnTo>
                  <a:lnTo>
                    <a:pt x="46561" y="49525"/>
                  </a:lnTo>
                  <a:lnTo>
                    <a:pt x="47204" y="49440"/>
                  </a:lnTo>
                  <a:lnTo>
                    <a:pt x="47448" y="49005"/>
                  </a:lnTo>
                  <a:lnTo>
                    <a:pt x="48210" y="47649"/>
                  </a:lnTo>
                  <a:lnTo>
                    <a:pt x="46445" y="46554"/>
                  </a:lnTo>
                  <a:lnTo>
                    <a:pt x="46155" y="46374"/>
                  </a:lnTo>
                  <a:lnTo>
                    <a:pt x="44924" y="45611"/>
                  </a:lnTo>
                  <a:lnTo>
                    <a:pt x="42539" y="43815"/>
                  </a:lnTo>
                  <a:lnTo>
                    <a:pt x="42035" y="43435"/>
                  </a:lnTo>
                  <a:lnTo>
                    <a:pt x="41411" y="42909"/>
                  </a:lnTo>
                  <a:lnTo>
                    <a:pt x="40944" y="42515"/>
                  </a:lnTo>
                  <a:lnTo>
                    <a:pt x="39625" y="41404"/>
                  </a:lnTo>
                  <a:lnTo>
                    <a:pt x="38918" y="40686"/>
                  </a:lnTo>
                  <a:lnTo>
                    <a:pt x="37875" y="39263"/>
                  </a:lnTo>
                  <a:lnTo>
                    <a:pt x="37575" y="38857"/>
                  </a:lnTo>
                  <a:lnTo>
                    <a:pt x="36961" y="38165"/>
                  </a:lnTo>
                  <a:lnTo>
                    <a:pt x="36139" y="37239"/>
                  </a:lnTo>
                  <a:lnTo>
                    <a:pt x="35000" y="36231"/>
                  </a:lnTo>
                  <a:lnTo>
                    <a:pt x="34526" y="35866"/>
                  </a:lnTo>
                  <a:lnTo>
                    <a:pt x="33582" y="35138"/>
                  </a:lnTo>
                  <a:lnTo>
                    <a:pt x="30650" y="32622"/>
                  </a:lnTo>
                  <a:lnTo>
                    <a:pt x="29902" y="31979"/>
                  </a:lnTo>
                  <a:lnTo>
                    <a:pt x="30268" y="31586"/>
                  </a:lnTo>
                  <a:lnTo>
                    <a:pt x="30613" y="31217"/>
                  </a:lnTo>
                  <a:lnTo>
                    <a:pt x="30982" y="30821"/>
                  </a:lnTo>
                  <a:lnTo>
                    <a:pt x="31510" y="30152"/>
                  </a:lnTo>
                  <a:lnTo>
                    <a:pt x="31945" y="29602"/>
                  </a:lnTo>
                  <a:lnTo>
                    <a:pt x="32162" y="29375"/>
                  </a:lnTo>
                  <a:lnTo>
                    <a:pt x="32340" y="29190"/>
                  </a:lnTo>
                  <a:lnTo>
                    <a:pt x="33430" y="27358"/>
                  </a:lnTo>
                  <a:lnTo>
                    <a:pt x="32985" y="25874"/>
                  </a:lnTo>
                  <a:lnTo>
                    <a:pt x="32579" y="25663"/>
                  </a:lnTo>
                  <a:lnTo>
                    <a:pt x="32051" y="25496"/>
                  </a:lnTo>
                  <a:lnTo>
                    <a:pt x="23403" y="22750"/>
                  </a:lnTo>
                  <a:lnTo>
                    <a:pt x="17978" y="21349"/>
                  </a:lnTo>
                  <a:lnTo>
                    <a:pt x="16136" y="20874"/>
                  </a:lnTo>
                  <a:lnTo>
                    <a:pt x="12802" y="20012"/>
                  </a:lnTo>
                  <a:lnTo>
                    <a:pt x="719" y="21527"/>
                  </a:lnTo>
                  <a:lnTo>
                    <a:pt x="0" y="12199"/>
                  </a:lnTo>
                  <a:lnTo>
                    <a:pt x="4311" y="12182"/>
                  </a:lnTo>
                  <a:lnTo>
                    <a:pt x="4368" y="7437"/>
                  </a:lnTo>
                  <a:lnTo>
                    <a:pt x="4425" y="6825"/>
                  </a:lnTo>
                  <a:lnTo>
                    <a:pt x="14857" y="6697"/>
                  </a:lnTo>
                  <a:lnTo>
                    <a:pt x="17933" y="6709"/>
                  </a:lnTo>
                  <a:lnTo>
                    <a:pt x="19215" y="3388"/>
                  </a:lnTo>
                  <a:lnTo>
                    <a:pt x="30964" y="6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723250" y="3214735"/>
              <a:ext cx="211528" cy="197718"/>
            </a:xfrm>
            <a:custGeom>
              <a:avLst/>
              <a:pathLst>
                <a:path w="211528" h="197718">
                  <a:moveTo>
                    <a:pt x="137013" y="155403"/>
                  </a:moveTo>
                  <a:lnTo>
                    <a:pt x="137620" y="154900"/>
                  </a:lnTo>
                  <a:lnTo>
                    <a:pt x="138015" y="154320"/>
                  </a:lnTo>
                  <a:lnTo>
                    <a:pt x="138596" y="153468"/>
                  </a:lnTo>
                  <a:lnTo>
                    <a:pt x="139837" y="151647"/>
                  </a:lnTo>
                  <a:lnTo>
                    <a:pt x="139958" y="151470"/>
                  </a:lnTo>
                  <a:lnTo>
                    <a:pt x="145666" y="140020"/>
                  </a:lnTo>
                  <a:lnTo>
                    <a:pt x="148492" y="138236"/>
                  </a:lnTo>
                  <a:lnTo>
                    <a:pt x="152886" y="135463"/>
                  </a:lnTo>
                  <a:lnTo>
                    <a:pt x="157255" y="132706"/>
                  </a:lnTo>
                  <a:lnTo>
                    <a:pt x="162586" y="129290"/>
                  </a:lnTo>
                  <a:lnTo>
                    <a:pt x="165241" y="132690"/>
                  </a:lnTo>
                  <a:lnTo>
                    <a:pt x="166405" y="134181"/>
                  </a:lnTo>
                  <a:lnTo>
                    <a:pt x="169909" y="131918"/>
                  </a:lnTo>
                  <a:lnTo>
                    <a:pt x="170531" y="131336"/>
                  </a:lnTo>
                  <a:lnTo>
                    <a:pt x="171212" y="132199"/>
                  </a:lnTo>
                  <a:lnTo>
                    <a:pt x="172531" y="133871"/>
                  </a:lnTo>
                  <a:lnTo>
                    <a:pt x="172703" y="134089"/>
                  </a:lnTo>
                  <a:lnTo>
                    <a:pt x="172831" y="134251"/>
                  </a:lnTo>
                  <a:lnTo>
                    <a:pt x="173100" y="133992"/>
                  </a:lnTo>
                  <a:lnTo>
                    <a:pt x="173430" y="133676"/>
                  </a:lnTo>
                  <a:lnTo>
                    <a:pt x="175287" y="131892"/>
                  </a:lnTo>
                  <a:lnTo>
                    <a:pt x="177839" y="133660"/>
                  </a:lnTo>
                  <a:lnTo>
                    <a:pt x="179255" y="134368"/>
                  </a:lnTo>
                  <a:lnTo>
                    <a:pt x="179702" y="134592"/>
                  </a:lnTo>
                  <a:lnTo>
                    <a:pt x="179460" y="135430"/>
                  </a:lnTo>
                  <a:lnTo>
                    <a:pt x="179421" y="135693"/>
                  </a:lnTo>
                  <a:lnTo>
                    <a:pt x="182988" y="137448"/>
                  </a:lnTo>
                  <a:lnTo>
                    <a:pt x="183920" y="137906"/>
                  </a:lnTo>
                  <a:lnTo>
                    <a:pt x="186152" y="138594"/>
                  </a:lnTo>
                  <a:lnTo>
                    <a:pt x="187998" y="138627"/>
                  </a:lnTo>
                  <a:lnTo>
                    <a:pt x="189186" y="138649"/>
                  </a:lnTo>
                  <a:lnTo>
                    <a:pt x="190374" y="138646"/>
                  </a:lnTo>
                  <a:lnTo>
                    <a:pt x="193049" y="138364"/>
                  </a:lnTo>
                  <a:lnTo>
                    <a:pt x="193898" y="138274"/>
                  </a:lnTo>
                  <a:lnTo>
                    <a:pt x="194050" y="138258"/>
                  </a:lnTo>
                  <a:lnTo>
                    <a:pt x="196476" y="134343"/>
                  </a:lnTo>
                  <a:lnTo>
                    <a:pt x="198874" y="135143"/>
                  </a:lnTo>
                  <a:lnTo>
                    <a:pt x="201524" y="132094"/>
                  </a:lnTo>
                  <a:lnTo>
                    <a:pt x="207611" y="134261"/>
                  </a:lnTo>
                  <a:lnTo>
                    <a:pt x="211528" y="138130"/>
                  </a:lnTo>
                  <a:lnTo>
                    <a:pt x="210859" y="143567"/>
                  </a:lnTo>
                  <a:lnTo>
                    <a:pt x="210321" y="148034"/>
                  </a:lnTo>
                  <a:lnTo>
                    <a:pt x="209081" y="147852"/>
                  </a:lnTo>
                  <a:lnTo>
                    <a:pt x="206915" y="147852"/>
                  </a:lnTo>
                  <a:lnTo>
                    <a:pt x="205892" y="148084"/>
                  </a:lnTo>
                  <a:lnTo>
                    <a:pt x="204180" y="148473"/>
                  </a:lnTo>
                  <a:lnTo>
                    <a:pt x="200304" y="149988"/>
                  </a:lnTo>
                  <a:lnTo>
                    <a:pt x="198670" y="150959"/>
                  </a:lnTo>
                  <a:lnTo>
                    <a:pt x="198132" y="151465"/>
                  </a:lnTo>
                  <a:lnTo>
                    <a:pt x="197226" y="152318"/>
                  </a:lnTo>
                  <a:lnTo>
                    <a:pt x="195843" y="155015"/>
                  </a:lnTo>
                  <a:lnTo>
                    <a:pt x="195639" y="155411"/>
                  </a:lnTo>
                  <a:lnTo>
                    <a:pt x="195442" y="155795"/>
                  </a:lnTo>
                  <a:lnTo>
                    <a:pt x="194478" y="157841"/>
                  </a:lnTo>
                  <a:lnTo>
                    <a:pt x="194281" y="158259"/>
                  </a:lnTo>
                  <a:lnTo>
                    <a:pt x="194221" y="158386"/>
                  </a:lnTo>
                  <a:lnTo>
                    <a:pt x="192692" y="161630"/>
                  </a:lnTo>
                  <a:lnTo>
                    <a:pt x="191481" y="164200"/>
                  </a:lnTo>
                  <a:lnTo>
                    <a:pt x="185966" y="162983"/>
                  </a:lnTo>
                  <a:lnTo>
                    <a:pt x="182699" y="162262"/>
                  </a:lnTo>
                  <a:lnTo>
                    <a:pt x="179328" y="162075"/>
                  </a:lnTo>
                  <a:lnTo>
                    <a:pt x="177412" y="164537"/>
                  </a:lnTo>
                  <a:lnTo>
                    <a:pt x="177295" y="164688"/>
                  </a:lnTo>
                  <a:lnTo>
                    <a:pt x="176266" y="165238"/>
                  </a:lnTo>
                  <a:lnTo>
                    <a:pt x="173139" y="166908"/>
                  </a:lnTo>
                  <a:lnTo>
                    <a:pt x="171325" y="167876"/>
                  </a:lnTo>
                  <a:lnTo>
                    <a:pt x="170377" y="168372"/>
                  </a:lnTo>
                  <a:lnTo>
                    <a:pt x="165876" y="171669"/>
                  </a:lnTo>
                  <a:lnTo>
                    <a:pt x="161937" y="166571"/>
                  </a:lnTo>
                  <a:lnTo>
                    <a:pt x="161447" y="165968"/>
                  </a:lnTo>
                  <a:lnTo>
                    <a:pt x="157678" y="169032"/>
                  </a:lnTo>
                  <a:lnTo>
                    <a:pt x="152870" y="172940"/>
                  </a:lnTo>
                  <a:lnTo>
                    <a:pt x="152499" y="173253"/>
                  </a:lnTo>
                  <a:lnTo>
                    <a:pt x="149577" y="175720"/>
                  </a:lnTo>
                  <a:lnTo>
                    <a:pt x="149170" y="176064"/>
                  </a:lnTo>
                  <a:lnTo>
                    <a:pt x="148960" y="176240"/>
                  </a:lnTo>
                  <a:lnTo>
                    <a:pt x="149288" y="180114"/>
                  </a:lnTo>
                  <a:lnTo>
                    <a:pt x="148638" y="180683"/>
                  </a:lnTo>
                  <a:lnTo>
                    <a:pt x="148154" y="181106"/>
                  </a:lnTo>
                  <a:lnTo>
                    <a:pt x="146219" y="182893"/>
                  </a:lnTo>
                  <a:lnTo>
                    <a:pt x="140951" y="187855"/>
                  </a:lnTo>
                  <a:lnTo>
                    <a:pt x="139979" y="188770"/>
                  </a:lnTo>
                  <a:lnTo>
                    <a:pt x="138700" y="189975"/>
                  </a:lnTo>
                  <a:lnTo>
                    <a:pt x="138497" y="190147"/>
                  </a:lnTo>
                  <a:lnTo>
                    <a:pt x="136822" y="189033"/>
                  </a:lnTo>
                  <a:lnTo>
                    <a:pt x="136200" y="188619"/>
                  </a:lnTo>
                  <a:lnTo>
                    <a:pt x="136468" y="183059"/>
                  </a:lnTo>
                  <a:lnTo>
                    <a:pt x="134477" y="182971"/>
                  </a:lnTo>
                  <a:lnTo>
                    <a:pt x="133007" y="182905"/>
                  </a:lnTo>
                  <a:lnTo>
                    <a:pt x="132814" y="182897"/>
                  </a:lnTo>
                  <a:lnTo>
                    <a:pt x="132238" y="190078"/>
                  </a:lnTo>
                  <a:lnTo>
                    <a:pt x="132201" y="190535"/>
                  </a:lnTo>
                  <a:lnTo>
                    <a:pt x="132055" y="192348"/>
                  </a:lnTo>
                  <a:lnTo>
                    <a:pt x="132037" y="192582"/>
                  </a:lnTo>
                  <a:lnTo>
                    <a:pt x="132021" y="192776"/>
                  </a:lnTo>
                  <a:lnTo>
                    <a:pt x="130388" y="192716"/>
                  </a:lnTo>
                  <a:lnTo>
                    <a:pt x="127478" y="192607"/>
                  </a:lnTo>
                  <a:lnTo>
                    <a:pt x="126718" y="193878"/>
                  </a:lnTo>
                  <a:lnTo>
                    <a:pt x="126303" y="194571"/>
                  </a:lnTo>
                  <a:lnTo>
                    <a:pt x="124419" y="197718"/>
                  </a:lnTo>
                  <a:lnTo>
                    <a:pt x="120175" y="192996"/>
                  </a:lnTo>
                  <a:lnTo>
                    <a:pt x="111617" y="183415"/>
                  </a:lnTo>
                  <a:lnTo>
                    <a:pt x="106588" y="177784"/>
                  </a:lnTo>
                  <a:lnTo>
                    <a:pt x="106385" y="177557"/>
                  </a:lnTo>
                  <a:lnTo>
                    <a:pt x="106037" y="177168"/>
                  </a:lnTo>
                  <a:lnTo>
                    <a:pt x="105127" y="177953"/>
                  </a:lnTo>
                  <a:lnTo>
                    <a:pt x="100192" y="182635"/>
                  </a:lnTo>
                  <a:lnTo>
                    <a:pt x="95156" y="187414"/>
                  </a:lnTo>
                  <a:lnTo>
                    <a:pt x="90132" y="192181"/>
                  </a:lnTo>
                  <a:lnTo>
                    <a:pt x="89805" y="192473"/>
                  </a:lnTo>
                  <a:lnTo>
                    <a:pt x="89459" y="192050"/>
                  </a:lnTo>
                  <a:lnTo>
                    <a:pt x="86597" y="188547"/>
                  </a:lnTo>
                  <a:lnTo>
                    <a:pt x="85737" y="185040"/>
                  </a:lnTo>
                  <a:lnTo>
                    <a:pt x="85739" y="183247"/>
                  </a:lnTo>
                  <a:lnTo>
                    <a:pt x="85772" y="178339"/>
                  </a:lnTo>
                  <a:lnTo>
                    <a:pt x="85781" y="174234"/>
                  </a:lnTo>
                  <a:lnTo>
                    <a:pt x="83229" y="172411"/>
                  </a:lnTo>
                  <a:lnTo>
                    <a:pt x="80517" y="170474"/>
                  </a:lnTo>
                  <a:lnTo>
                    <a:pt x="80026" y="170923"/>
                  </a:lnTo>
                  <a:lnTo>
                    <a:pt x="79148" y="171726"/>
                  </a:lnTo>
                  <a:lnTo>
                    <a:pt x="79022" y="171872"/>
                  </a:lnTo>
                  <a:lnTo>
                    <a:pt x="78611" y="172348"/>
                  </a:lnTo>
                  <a:lnTo>
                    <a:pt x="78396" y="172598"/>
                  </a:lnTo>
                  <a:lnTo>
                    <a:pt x="77273" y="171997"/>
                  </a:lnTo>
                  <a:lnTo>
                    <a:pt x="70087" y="168154"/>
                  </a:lnTo>
                  <a:lnTo>
                    <a:pt x="66538" y="166256"/>
                  </a:lnTo>
                  <a:lnTo>
                    <a:pt x="64735" y="165684"/>
                  </a:lnTo>
                  <a:lnTo>
                    <a:pt x="63414" y="163081"/>
                  </a:lnTo>
                  <a:lnTo>
                    <a:pt x="62131" y="160554"/>
                  </a:lnTo>
                  <a:lnTo>
                    <a:pt x="61993" y="160281"/>
                  </a:lnTo>
                  <a:lnTo>
                    <a:pt x="61927" y="160152"/>
                  </a:lnTo>
                  <a:lnTo>
                    <a:pt x="61773" y="159848"/>
                  </a:lnTo>
                  <a:lnTo>
                    <a:pt x="56855" y="161590"/>
                  </a:lnTo>
                  <a:lnTo>
                    <a:pt x="52734" y="160661"/>
                  </a:lnTo>
                  <a:lnTo>
                    <a:pt x="43709" y="158627"/>
                  </a:lnTo>
                  <a:lnTo>
                    <a:pt x="40748" y="157310"/>
                  </a:lnTo>
                  <a:lnTo>
                    <a:pt x="40476" y="157189"/>
                  </a:lnTo>
                  <a:lnTo>
                    <a:pt x="36479" y="155412"/>
                  </a:lnTo>
                  <a:lnTo>
                    <a:pt x="36899" y="151046"/>
                  </a:lnTo>
                  <a:lnTo>
                    <a:pt x="42646" y="149104"/>
                  </a:lnTo>
                  <a:lnTo>
                    <a:pt x="42969" y="144199"/>
                  </a:lnTo>
                  <a:lnTo>
                    <a:pt x="40224" y="143618"/>
                  </a:lnTo>
                  <a:lnTo>
                    <a:pt x="38920" y="138055"/>
                  </a:lnTo>
                  <a:lnTo>
                    <a:pt x="36641" y="136424"/>
                  </a:lnTo>
                  <a:lnTo>
                    <a:pt x="34840" y="132704"/>
                  </a:lnTo>
                  <a:lnTo>
                    <a:pt x="37477" y="126248"/>
                  </a:lnTo>
                  <a:lnTo>
                    <a:pt x="37644" y="121963"/>
                  </a:lnTo>
                  <a:lnTo>
                    <a:pt x="37780" y="118481"/>
                  </a:lnTo>
                  <a:lnTo>
                    <a:pt x="39141" y="117581"/>
                  </a:lnTo>
                  <a:lnTo>
                    <a:pt x="40364" y="116772"/>
                  </a:lnTo>
                  <a:lnTo>
                    <a:pt x="40896" y="114209"/>
                  </a:lnTo>
                  <a:lnTo>
                    <a:pt x="40367" y="113991"/>
                  </a:lnTo>
                  <a:lnTo>
                    <a:pt x="39371" y="113582"/>
                  </a:lnTo>
                  <a:lnTo>
                    <a:pt x="34681" y="111654"/>
                  </a:lnTo>
                  <a:lnTo>
                    <a:pt x="38464" y="104499"/>
                  </a:lnTo>
                  <a:lnTo>
                    <a:pt x="37705" y="101858"/>
                  </a:lnTo>
                  <a:lnTo>
                    <a:pt x="34632" y="102636"/>
                  </a:lnTo>
                  <a:lnTo>
                    <a:pt x="34255" y="101790"/>
                  </a:lnTo>
                  <a:lnTo>
                    <a:pt x="28600" y="89125"/>
                  </a:lnTo>
                  <a:lnTo>
                    <a:pt x="17069" y="93871"/>
                  </a:lnTo>
                  <a:lnTo>
                    <a:pt x="14416" y="88350"/>
                  </a:lnTo>
                  <a:lnTo>
                    <a:pt x="14330" y="88170"/>
                  </a:lnTo>
                  <a:lnTo>
                    <a:pt x="14170" y="87837"/>
                  </a:lnTo>
                  <a:lnTo>
                    <a:pt x="13640" y="88121"/>
                  </a:lnTo>
                  <a:lnTo>
                    <a:pt x="6742" y="91813"/>
                  </a:lnTo>
                  <a:lnTo>
                    <a:pt x="244" y="80802"/>
                  </a:lnTo>
                  <a:lnTo>
                    <a:pt x="5112" y="76821"/>
                  </a:lnTo>
                  <a:lnTo>
                    <a:pt x="0" y="69481"/>
                  </a:lnTo>
                  <a:lnTo>
                    <a:pt x="794" y="67897"/>
                  </a:lnTo>
                  <a:lnTo>
                    <a:pt x="1142" y="67202"/>
                  </a:lnTo>
                  <a:lnTo>
                    <a:pt x="1661" y="66166"/>
                  </a:lnTo>
                  <a:lnTo>
                    <a:pt x="3913" y="61675"/>
                  </a:lnTo>
                  <a:lnTo>
                    <a:pt x="7827" y="60510"/>
                  </a:lnTo>
                  <a:lnTo>
                    <a:pt x="8365" y="60329"/>
                  </a:lnTo>
                  <a:lnTo>
                    <a:pt x="13995" y="58438"/>
                  </a:lnTo>
                  <a:lnTo>
                    <a:pt x="15976" y="55950"/>
                  </a:lnTo>
                  <a:lnTo>
                    <a:pt x="16655" y="55098"/>
                  </a:lnTo>
                  <a:lnTo>
                    <a:pt x="25090" y="59914"/>
                  </a:lnTo>
                  <a:lnTo>
                    <a:pt x="26306" y="47719"/>
                  </a:lnTo>
                  <a:lnTo>
                    <a:pt x="26500" y="46339"/>
                  </a:lnTo>
                  <a:lnTo>
                    <a:pt x="26397" y="42698"/>
                  </a:lnTo>
                  <a:lnTo>
                    <a:pt x="26265" y="38334"/>
                  </a:lnTo>
                  <a:lnTo>
                    <a:pt x="26217" y="36763"/>
                  </a:lnTo>
                  <a:lnTo>
                    <a:pt x="19855" y="24529"/>
                  </a:lnTo>
                  <a:lnTo>
                    <a:pt x="19387" y="24339"/>
                  </a:lnTo>
                  <a:lnTo>
                    <a:pt x="9027" y="20128"/>
                  </a:lnTo>
                  <a:lnTo>
                    <a:pt x="8442" y="19893"/>
                  </a:lnTo>
                  <a:lnTo>
                    <a:pt x="7694" y="8382"/>
                  </a:lnTo>
                  <a:lnTo>
                    <a:pt x="17118" y="4252"/>
                  </a:lnTo>
                  <a:lnTo>
                    <a:pt x="22248" y="0"/>
                  </a:lnTo>
                  <a:lnTo>
                    <a:pt x="25838" y="1456"/>
                  </a:lnTo>
                  <a:lnTo>
                    <a:pt x="23683" y="16873"/>
                  </a:lnTo>
                  <a:lnTo>
                    <a:pt x="21831" y="21563"/>
                  </a:lnTo>
                  <a:lnTo>
                    <a:pt x="23195" y="23382"/>
                  </a:lnTo>
                  <a:lnTo>
                    <a:pt x="26042" y="26510"/>
                  </a:lnTo>
                  <a:lnTo>
                    <a:pt x="27944" y="29717"/>
                  </a:lnTo>
                  <a:lnTo>
                    <a:pt x="30350" y="33725"/>
                  </a:lnTo>
                  <a:lnTo>
                    <a:pt x="36997" y="28591"/>
                  </a:lnTo>
                  <a:lnTo>
                    <a:pt x="42471" y="23081"/>
                  </a:lnTo>
                  <a:lnTo>
                    <a:pt x="43193" y="22324"/>
                  </a:lnTo>
                  <a:lnTo>
                    <a:pt x="47408" y="25503"/>
                  </a:lnTo>
                  <a:lnTo>
                    <a:pt x="50500" y="27835"/>
                  </a:lnTo>
                  <a:lnTo>
                    <a:pt x="65800" y="51726"/>
                  </a:lnTo>
                  <a:lnTo>
                    <a:pt x="71553" y="48794"/>
                  </a:lnTo>
                  <a:lnTo>
                    <a:pt x="76966" y="57845"/>
                  </a:lnTo>
                  <a:lnTo>
                    <a:pt x="78799" y="71718"/>
                  </a:lnTo>
                  <a:lnTo>
                    <a:pt x="66375" y="79602"/>
                  </a:lnTo>
                  <a:lnTo>
                    <a:pt x="67974" y="82013"/>
                  </a:lnTo>
                  <a:lnTo>
                    <a:pt x="64723" y="84129"/>
                  </a:lnTo>
                  <a:lnTo>
                    <a:pt x="61328" y="86338"/>
                  </a:lnTo>
                  <a:lnTo>
                    <a:pt x="60524" y="86861"/>
                  </a:lnTo>
                  <a:lnTo>
                    <a:pt x="58912" y="87910"/>
                  </a:lnTo>
                  <a:lnTo>
                    <a:pt x="58844" y="89761"/>
                  </a:lnTo>
                  <a:lnTo>
                    <a:pt x="58859" y="90003"/>
                  </a:lnTo>
                  <a:lnTo>
                    <a:pt x="58215" y="93143"/>
                  </a:lnTo>
                  <a:lnTo>
                    <a:pt x="61599" y="93224"/>
                  </a:lnTo>
                  <a:lnTo>
                    <a:pt x="61428" y="95429"/>
                  </a:lnTo>
                  <a:lnTo>
                    <a:pt x="61285" y="97273"/>
                  </a:lnTo>
                  <a:lnTo>
                    <a:pt x="61277" y="100025"/>
                  </a:lnTo>
                  <a:lnTo>
                    <a:pt x="67207" y="104223"/>
                  </a:lnTo>
                  <a:lnTo>
                    <a:pt x="72682" y="100855"/>
                  </a:lnTo>
                  <a:lnTo>
                    <a:pt x="75368" y="103895"/>
                  </a:lnTo>
                  <a:lnTo>
                    <a:pt x="73464" y="105634"/>
                  </a:lnTo>
                  <a:lnTo>
                    <a:pt x="72879" y="106095"/>
                  </a:lnTo>
                  <a:lnTo>
                    <a:pt x="77430" y="112399"/>
                  </a:lnTo>
                  <a:lnTo>
                    <a:pt x="81607" y="104423"/>
                  </a:lnTo>
                  <a:lnTo>
                    <a:pt x="82081" y="103809"/>
                  </a:lnTo>
                  <a:lnTo>
                    <a:pt x="94033" y="105005"/>
                  </a:lnTo>
                  <a:lnTo>
                    <a:pt x="94659" y="105066"/>
                  </a:lnTo>
                  <a:lnTo>
                    <a:pt x="94762" y="108168"/>
                  </a:lnTo>
                  <a:lnTo>
                    <a:pt x="94810" y="109611"/>
                  </a:lnTo>
                  <a:lnTo>
                    <a:pt x="97193" y="110505"/>
                  </a:lnTo>
                  <a:lnTo>
                    <a:pt x="97444" y="110599"/>
                  </a:lnTo>
                  <a:lnTo>
                    <a:pt x="97755" y="111397"/>
                  </a:lnTo>
                  <a:lnTo>
                    <a:pt x="98896" y="114322"/>
                  </a:lnTo>
                  <a:lnTo>
                    <a:pt x="99437" y="115708"/>
                  </a:lnTo>
                  <a:lnTo>
                    <a:pt x="99934" y="116731"/>
                  </a:lnTo>
                  <a:lnTo>
                    <a:pt x="100255" y="117207"/>
                  </a:lnTo>
                  <a:lnTo>
                    <a:pt x="102887" y="121119"/>
                  </a:lnTo>
                  <a:lnTo>
                    <a:pt x="103050" y="121361"/>
                  </a:lnTo>
                  <a:lnTo>
                    <a:pt x="103706" y="122464"/>
                  </a:lnTo>
                  <a:lnTo>
                    <a:pt x="105261" y="125079"/>
                  </a:lnTo>
                  <a:lnTo>
                    <a:pt x="106294" y="126818"/>
                  </a:lnTo>
                  <a:lnTo>
                    <a:pt x="106513" y="127187"/>
                  </a:lnTo>
                  <a:lnTo>
                    <a:pt x="106664" y="127795"/>
                  </a:lnTo>
                  <a:lnTo>
                    <a:pt x="106874" y="127804"/>
                  </a:lnTo>
                  <a:lnTo>
                    <a:pt x="107582" y="127834"/>
                  </a:lnTo>
                  <a:lnTo>
                    <a:pt x="109479" y="127916"/>
                  </a:lnTo>
                  <a:lnTo>
                    <a:pt x="110187" y="128937"/>
                  </a:lnTo>
                  <a:lnTo>
                    <a:pt x="111041" y="129203"/>
                  </a:lnTo>
                  <a:lnTo>
                    <a:pt x="116616" y="130939"/>
                  </a:lnTo>
                  <a:lnTo>
                    <a:pt x="118289" y="131110"/>
                  </a:lnTo>
                  <a:lnTo>
                    <a:pt x="119671" y="130610"/>
                  </a:lnTo>
                  <a:lnTo>
                    <a:pt x="121546" y="129933"/>
                  </a:lnTo>
                  <a:lnTo>
                    <a:pt x="121247" y="129381"/>
                  </a:lnTo>
                  <a:lnTo>
                    <a:pt x="120567" y="128186"/>
                  </a:lnTo>
                  <a:lnTo>
                    <a:pt x="118956" y="126217"/>
                  </a:lnTo>
                  <a:lnTo>
                    <a:pt x="117946" y="124878"/>
                  </a:lnTo>
                  <a:lnTo>
                    <a:pt x="117831" y="124745"/>
                  </a:lnTo>
                  <a:lnTo>
                    <a:pt x="116291" y="122952"/>
                  </a:lnTo>
                  <a:lnTo>
                    <a:pt x="113034" y="119229"/>
                  </a:lnTo>
                  <a:lnTo>
                    <a:pt x="109257" y="114576"/>
                  </a:lnTo>
                  <a:lnTo>
                    <a:pt x="108331" y="112158"/>
                  </a:lnTo>
                  <a:lnTo>
                    <a:pt x="111372" y="110273"/>
                  </a:lnTo>
                  <a:lnTo>
                    <a:pt x="113719" y="113415"/>
                  </a:lnTo>
                  <a:lnTo>
                    <a:pt x="117558" y="118313"/>
                  </a:lnTo>
                  <a:lnTo>
                    <a:pt x="123696" y="125386"/>
                  </a:lnTo>
                  <a:lnTo>
                    <a:pt x="126116" y="128410"/>
                  </a:lnTo>
                  <a:lnTo>
                    <a:pt x="128894" y="131880"/>
                  </a:lnTo>
                  <a:lnTo>
                    <a:pt x="131607" y="134745"/>
                  </a:lnTo>
                  <a:lnTo>
                    <a:pt x="134509" y="135920"/>
                  </a:lnTo>
                  <a:lnTo>
                    <a:pt x="138915" y="137705"/>
                  </a:lnTo>
                  <a:lnTo>
                    <a:pt x="133635" y="151659"/>
                  </a:lnTo>
                  <a:lnTo>
                    <a:pt x="132285" y="155225"/>
                  </a:lnTo>
                  <a:lnTo>
                    <a:pt x="132047" y="155854"/>
                  </a:lnTo>
                  <a:lnTo>
                    <a:pt x="131210" y="158066"/>
                  </a:lnTo>
                  <a:lnTo>
                    <a:pt x="129390" y="163332"/>
                  </a:lnTo>
                  <a:lnTo>
                    <a:pt x="133037" y="163471"/>
                  </a:lnTo>
                  <a:lnTo>
                    <a:pt x="134202" y="163515"/>
                  </a:lnTo>
                  <a:lnTo>
                    <a:pt x="134384" y="159728"/>
                  </a:lnTo>
                  <a:lnTo>
                    <a:pt x="134564" y="158675"/>
                  </a:lnTo>
                  <a:lnTo>
                    <a:pt x="134947" y="157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789533" y="3127041"/>
              <a:ext cx="184458" cy="251210"/>
            </a:xfrm>
            <a:custGeom>
              <a:avLst/>
              <a:pathLst>
                <a:path w="184458" h="251210">
                  <a:moveTo>
                    <a:pt x="54824" y="3611"/>
                  </a:moveTo>
                  <a:lnTo>
                    <a:pt x="44353" y="22481"/>
                  </a:lnTo>
                  <a:lnTo>
                    <a:pt x="35558" y="30262"/>
                  </a:lnTo>
                  <a:lnTo>
                    <a:pt x="35688" y="33210"/>
                  </a:lnTo>
                  <a:lnTo>
                    <a:pt x="42399" y="32332"/>
                  </a:lnTo>
                  <a:lnTo>
                    <a:pt x="46154" y="41745"/>
                  </a:lnTo>
                  <a:lnTo>
                    <a:pt x="66238" y="31894"/>
                  </a:lnTo>
                  <a:lnTo>
                    <a:pt x="70170" y="33794"/>
                  </a:lnTo>
                  <a:lnTo>
                    <a:pt x="70515" y="44059"/>
                  </a:lnTo>
                  <a:lnTo>
                    <a:pt x="71107" y="45059"/>
                  </a:lnTo>
                  <a:lnTo>
                    <a:pt x="75170" y="51924"/>
                  </a:lnTo>
                  <a:lnTo>
                    <a:pt x="80204" y="52409"/>
                  </a:lnTo>
                  <a:lnTo>
                    <a:pt x="83244" y="55710"/>
                  </a:lnTo>
                  <a:lnTo>
                    <a:pt x="80204" y="68138"/>
                  </a:lnTo>
                  <a:lnTo>
                    <a:pt x="79919" y="74061"/>
                  </a:lnTo>
                  <a:lnTo>
                    <a:pt x="75930" y="80760"/>
                  </a:lnTo>
                  <a:lnTo>
                    <a:pt x="75645" y="86295"/>
                  </a:lnTo>
                  <a:lnTo>
                    <a:pt x="70895" y="90179"/>
                  </a:lnTo>
                  <a:lnTo>
                    <a:pt x="67665" y="87363"/>
                  </a:lnTo>
                  <a:lnTo>
                    <a:pt x="60541" y="98529"/>
                  </a:lnTo>
                  <a:lnTo>
                    <a:pt x="59229" y="97847"/>
                  </a:lnTo>
                  <a:lnTo>
                    <a:pt x="57433" y="96914"/>
                  </a:lnTo>
                  <a:lnTo>
                    <a:pt x="52940" y="104534"/>
                  </a:lnTo>
                  <a:lnTo>
                    <a:pt x="43728" y="101150"/>
                  </a:lnTo>
                  <a:lnTo>
                    <a:pt x="45022" y="106784"/>
                  </a:lnTo>
                  <a:lnTo>
                    <a:pt x="46244" y="112104"/>
                  </a:lnTo>
                  <a:lnTo>
                    <a:pt x="46618" y="113041"/>
                  </a:lnTo>
                  <a:lnTo>
                    <a:pt x="53919" y="131329"/>
                  </a:lnTo>
                  <a:lnTo>
                    <a:pt x="46377" y="134581"/>
                  </a:lnTo>
                  <a:lnTo>
                    <a:pt x="50832" y="149070"/>
                  </a:lnTo>
                  <a:lnTo>
                    <a:pt x="51420" y="148860"/>
                  </a:lnTo>
                  <a:lnTo>
                    <a:pt x="57786" y="146590"/>
                  </a:lnTo>
                  <a:lnTo>
                    <a:pt x="61454" y="152815"/>
                  </a:lnTo>
                  <a:lnTo>
                    <a:pt x="63106" y="155620"/>
                  </a:lnTo>
                  <a:lnTo>
                    <a:pt x="69185" y="156397"/>
                  </a:lnTo>
                  <a:lnTo>
                    <a:pt x="70610" y="147852"/>
                  </a:lnTo>
                  <a:lnTo>
                    <a:pt x="78684" y="142318"/>
                  </a:lnTo>
                  <a:lnTo>
                    <a:pt x="80032" y="140872"/>
                  </a:lnTo>
                  <a:lnTo>
                    <a:pt x="83501" y="137150"/>
                  </a:lnTo>
                  <a:lnTo>
                    <a:pt x="90108" y="131525"/>
                  </a:lnTo>
                  <a:lnTo>
                    <a:pt x="96404" y="129350"/>
                  </a:lnTo>
                  <a:lnTo>
                    <a:pt x="99133" y="129057"/>
                  </a:lnTo>
                  <a:lnTo>
                    <a:pt x="104996" y="128919"/>
                  </a:lnTo>
                  <a:lnTo>
                    <a:pt x="106791" y="129219"/>
                  </a:lnTo>
                  <a:lnTo>
                    <a:pt x="109540" y="132106"/>
                  </a:lnTo>
                  <a:lnTo>
                    <a:pt x="118761" y="129326"/>
                  </a:lnTo>
                  <a:lnTo>
                    <a:pt x="121827" y="128402"/>
                  </a:lnTo>
                  <a:lnTo>
                    <a:pt x="122617" y="129760"/>
                  </a:lnTo>
                  <a:lnTo>
                    <a:pt x="123711" y="132754"/>
                  </a:lnTo>
                  <a:lnTo>
                    <a:pt x="123949" y="133406"/>
                  </a:lnTo>
                  <a:lnTo>
                    <a:pt x="124265" y="134262"/>
                  </a:lnTo>
                  <a:lnTo>
                    <a:pt x="124476" y="134831"/>
                  </a:lnTo>
                  <a:lnTo>
                    <a:pt x="125943" y="137542"/>
                  </a:lnTo>
                  <a:lnTo>
                    <a:pt x="127686" y="140702"/>
                  </a:lnTo>
                  <a:lnTo>
                    <a:pt x="129385" y="143111"/>
                  </a:lnTo>
                  <a:lnTo>
                    <a:pt x="131522" y="144021"/>
                  </a:lnTo>
                  <a:lnTo>
                    <a:pt x="133303" y="144142"/>
                  </a:lnTo>
                  <a:lnTo>
                    <a:pt x="135875" y="144069"/>
                  </a:lnTo>
                  <a:lnTo>
                    <a:pt x="137575" y="144021"/>
                  </a:lnTo>
                  <a:lnTo>
                    <a:pt x="141674" y="144021"/>
                  </a:lnTo>
                  <a:lnTo>
                    <a:pt x="147196" y="145053"/>
                  </a:lnTo>
                  <a:lnTo>
                    <a:pt x="150887" y="146101"/>
                  </a:lnTo>
                  <a:lnTo>
                    <a:pt x="153349" y="146801"/>
                  </a:lnTo>
                  <a:lnTo>
                    <a:pt x="153921" y="146963"/>
                  </a:lnTo>
                  <a:lnTo>
                    <a:pt x="161326" y="148572"/>
                  </a:lnTo>
                  <a:lnTo>
                    <a:pt x="164878" y="150287"/>
                  </a:lnTo>
                  <a:lnTo>
                    <a:pt x="165600" y="150636"/>
                  </a:lnTo>
                  <a:lnTo>
                    <a:pt x="168434" y="152682"/>
                  </a:lnTo>
                  <a:lnTo>
                    <a:pt x="171062" y="154580"/>
                  </a:lnTo>
                  <a:lnTo>
                    <a:pt x="173852" y="158403"/>
                  </a:lnTo>
                  <a:lnTo>
                    <a:pt x="174802" y="159313"/>
                  </a:lnTo>
                  <a:lnTo>
                    <a:pt x="176821" y="160284"/>
                  </a:lnTo>
                  <a:lnTo>
                    <a:pt x="178097" y="161254"/>
                  </a:lnTo>
                  <a:lnTo>
                    <a:pt x="179611" y="164289"/>
                  </a:lnTo>
                  <a:lnTo>
                    <a:pt x="180374" y="166658"/>
                  </a:lnTo>
                  <a:lnTo>
                    <a:pt x="180959" y="168474"/>
                  </a:lnTo>
                  <a:lnTo>
                    <a:pt x="181452" y="170600"/>
                  </a:lnTo>
                  <a:lnTo>
                    <a:pt x="181393" y="176825"/>
                  </a:lnTo>
                  <a:lnTo>
                    <a:pt x="180680" y="181888"/>
                  </a:lnTo>
                  <a:lnTo>
                    <a:pt x="180237" y="183610"/>
                  </a:lnTo>
                  <a:lnTo>
                    <a:pt x="182202" y="190852"/>
                  </a:lnTo>
                  <a:lnTo>
                    <a:pt x="183271" y="195221"/>
                  </a:lnTo>
                  <a:lnTo>
                    <a:pt x="184458" y="198741"/>
                  </a:lnTo>
                  <a:lnTo>
                    <a:pt x="177738" y="200367"/>
                  </a:lnTo>
                  <a:lnTo>
                    <a:pt x="170519" y="202892"/>
                  </a:lnTo>
                  <a:lnTo>
                    <a:pt x="164439" y="206581"/>
                  </a:lnTo>
                  <a:lnTo>
                    <a:pt x="155130" y="211047"/>
                  </a:lnTo>
                  <a:lnTo>
                    <a:pt x="151141" y="214931"/>
                  </a:lnTo>
                  <a:lnTo>
                    <a:pt x="141328" y="221956"/>
                  </a:lnTo>
                  <a:lnTo>
                    <a:pt x="135241" y="219788"/>
                  </a:lnTo>
                  <a:lnTo>
                    <a:pt x="132591" y="222838"/>
                  </a:lnTo>
                  <a:lnTo>
                    <a:pt x="130194" y="222038"/>
                  </a:lnTo>
                  <a:lnTo>
                    <a:pt x="127767" y="225952"/>
                  </a:lnTo>
                  <a:lnTo>
                    <a:pt x="127580" y="225972"/>
                  </a:lnTo>
                  <a:lnTo>
                    <a:pt x="126766" y="226058"/>
                  </a:lnTo>
                  <a:lnTo>
                    <a:pt x="124070" y="226340"/>
                  </a:lnTo>
                  <a:lnTo>
                    <a:pt x="122904" y="226344"/>
                  </a:lnTo>
                  <a:lnTo>
                    <a:pt x="121715" y="226322"/>
                  </a:lnTo>
                  <a:lnTo>
                    <a:pt x="119870" y="226289"/>
                  </a:lnTo>
                  <a:lnTo>
                    <a:pt x="117638" y="225601"/>
                  </a:lnTo>
                  <a:lnTo>
                    <a:pt x="116706" y="225142"/>
                  </a:lnTo>
                  <a:lnTo>
                    <a:pt x="113139" y="223388"/>
                  </a:lnTo>
                  <a:lnTo>
                    <a:pt x="113177" y="223125"/>
                  </a:lnTo>
                  <a:lnTo>
                    <a:pt x="113308" y="222231"/>
                  </a:lnTo>
                  <a:lnTo>
                    <a:pt x="112972" y="222063"/>
                  </a:lnTo>
                  <a:lnTo>
                    <a:pt x="111556" y="221355"/>
                  </a:lnTo>
                  <a:lnTo>
                    <a:pt x="109005" y="219587"/>
                  </a:lnTo>
                  <a:lnTo>
                    <a:pt x="107147" y="221370"/>
                  </a:lnTo>
                  <a:lnTo>
                    <a:pt x="106817" y="221687"/>
                  </a:lnTo>
                  <a:lnTo>
                    <a:pt x="106548" y="221945"/>
                  </a:lnTo>
                  <a:lnTo>
                    <a:pt x="106390" y="221744"/>
                  </a:lnTo>
                  <a:lnTo>
                    <a:pt x="106248" y="221565"/>
                  </a:lnTo>
                  <a:lnTo>
                    <a:pt x="104930" y="219894"/>
                  </a:lnTo>
                  <a:lnTo>
                    <a:pt x="104157" y="219092"/>
                  </a:lnTo>
                  <a:lnTo>
                    <a:pt x="103627" y="219612"/>
                  </a:lnTo>
                  <a:lnTo>
                    <a:pt x="100123" y="221876"/>
                  </a:lnTo>
                  <a:lnTo>
                    <a:pt x="98958" y="220385"/>
                  </a:lnTo>
                  <a:lnTo>
                    <a:pt x="96303" y="216985"/>
                  </a:lnTo>
                  <a:lnTo>
                    <a:pt x="90972" y="220401"/>
                  </a:lnTo>
                  <a:lnTo>
                    <a:pt x="86604" y="223158"/>
                  </a:lnTo>
                  <a:lnTo>
                    <a:pt x="82210" y="225931"/>
                  </a:lnTo>
                  <a:lnTo>
                    <a:pt x="79383" y="227714"/>
                  </a:lnTo>
                  <a:lnTo>
                    <a:pt x="73676" y="239165"/>
                  </a:lnTo>
                  <a:lnTo>
                    <a:pt x="73555" y="239342"/>
                  </a:lnTo>
                  <a:lnTo>
                    <a:pt x="72314" y="241163"/>
                  </a:lnTo>
                  <a:lnTo>
                    <a:pt x="71732" y="242015"/>
                  </a:lnTo>
                  <a:lnTo>
                    <a:pt x="71337" y="242595"/>
                  </a:lnTo>
                  <a:lnTo>
                    <a:pt x="70730" y="243098"/>
                  </a:lnTo>
                  <a:lnTo>
                    <a:pt x="68665" y="244810"/>
                  </a:lnTo>
                  <a:lnTo>
                    <a:pt x="68282" y="246370"/>
                  </a:lnTo>
                  <a:lnTo>
                    <a:pt x="68102" y="247422"/>
                  </a:lnTo>
                  <a:lnTo>
                    <a:pt x="67919" y="251210"/>
                  </a:lnTo>
                  <a:lnTo>
                    <a:pt x="66754" y="251165"/>
                  </a:lnTo>
                  <a:lnTo>
                    <a:pt x="63108" y="251027"/>
                  </a:lnTo>
                  <a:lnTo>
                    <a:pt x="64928" y="245761"/>
                  </a:lnTo>
                  <a:lnTo>
                    <a:pt x="65765" y="243549"/>
                  </a:lnTo>
                  <a:lnTo>
                    <a:pt x="66003" y="242920"/>
                  </a:lnTo>
                  <a:lnTo>
                    <a:pt x="67352" y="239354"/>
                  </a:lnTo>
                  <a:lnTo>
                    <a:pt x="72633" y="225399"/>
                  </a:lnTo>
                  <a:lnTo>
                    <a:pt x="68227" y="223615"/>
                  </a:lnTo>
                  <a:lnTo>
                    <a:pt x="65324" y="222440"/>
                  </a:lnTo>
                  <a:lnTo>
                    <a:pt x="62611" y="219575"/>
                  </a:lnTo>
                  <a:lnTo>
                    <a:pt x="59834" y="216104"/>
                  </a:lnTo>
                  <a:lnTo>
                    <a:pt x="57414" y="213080"/>
                  </a:lnTo>
                  <a:lnTo>
                    <a:pt x="51275" y="206007"/>
                  </a:lnTo>
                  <a:lnTo>
                    <a:pt x="47437" y="201109"/>
                  </a:lnTo>
                  <a:lnTo>
                    <a:pt x="44995" y="198027"/>
                  </a:lnTo>
                  <a:lnTo>
                    <a:pt x="42049" y="199852"/>
                  </a:lnTo>
                  <a:lnTo>
                    <a:pt x="42974" y="202271"/>
                  </a:lnTo>
                  <a:lnTo>
                    <a:pt x="46751" y="206923"/>
                  </a:lnTo>
                  <a:lnTo>
                    <a:pt x="50009" y="210647"/>
                  </a:lnTo>
                  <a:lnTo>
                    <a:pt x="51549" y="212439"/>
                  </a:lnTo>
                  <a:lnTo>
                    <a:pt x="51664" y="212572"/>
                  </a:lnTo>
                  <a:lnTo>
                    <a:pt x="52674" y="213912"/>
                  </a:lnTo>
                  <a:lnTo>
                    <a:pt x="54380" y="215997"/>
                  </a:lnTo>
                  <a:lnTo>
                    <a:pt x="54964" y="217076"/>
                  </a:lnTo>
                  <a:lnTo>
                    <a:pt x="55263" y="217628"/>
                  </a:lnTo>
                  <a:lnTo>
                    <a:pt x="53387" y="218304"/>
                  </a:lnTo>
                  <a:lnTo>
                    <a:pt x="52007" y="218804"/>
                  </a:lnTo>
                  <a:lnTo>
                    <a:pt x="50333" y="218634"/>
                  </a:lnTo>
                  <a:lnTo>
                    <a:pt x="44759" y="216897"/>
                  </a:lnTo>
                  <a:lnTo>
                    <a:pt x="43905" y="216631"/>
                  </a:lnTo>
                  <a:lnTo>
                    <a:pt x="43196" y="215610"/>
                  </a:lnTo>
                  <a:lnTo>
                    <a:pt x="41300" y="215529"/>
                  </a:lnTo>
                  <a:lnTo>
                    <a:pt x="40591" y="215498"/>
                  </a:lnTo>
                  <a:lnTo>
                    <a:pt x="40381" y="215489"/>
                  </a:lnTo>
                  <a:lnTo>
                    <a:pt x="40230" y="214881"/>
                  </a:lnTo>
                  <a:lnTo>
                    <a:pt x="40012" y="214513"/>
                  </a:lnTo>
                  <a:lnTo>
                    <a:pt x="38978" y="212774"/>
                  </a:lnTo>
                  <a:lnTo>
                    <a:pt x="37424" y="210159"/>
                  </a:lnTo>
                  <a:lnTo>
                    <a:pt x="36768" y="209055"/>
                  </a:lnTo>
                  <a:lnTo>
                    <a:pt x="36605" y="208813"/>
                  </a:lnTo>
                  <a:lnTo>
                    <a:pt x="33897" y="204790"/>
                  </a:lnTo>
                  <a:lnTo>
                    <a:pt x="33539" y="204226"/>
                  </a:lnTo>
                  <a:lnTo>
                    <a:pt x="33154" y="203403"/>
                  </a:lnTo>
                  <a:lnTo>
                    <a:pt x="32614" y="202017"/>
                  </a:lnTo>
                  <a:lnTo>
                    <a:pt x="31473" y="199092"/>
                  </a:lnTo>
                  <a:lnTo>
                    <a:pt x="31161" y="198293"/>
                  </a:lnTo>
                  <a:lnTo>
                    <a:pt x="30910" y="198199"/>
                  </a:lnTo>
                  <a:lnTo>
                    <a:pt x="28527" y="197305"/>
                  </a:lnTo>
                  <a:lnTo>
                    <a:pt x="28479" y="195862"/>
                  </a:lnTo>
                  <a:lnTo>
                    <a:pt x="28376" y="192760"/>
                  </a:lnTo>
                  <a:lnTo>
                    <a:pt x="35339" y="190528"/>
                  </a:lnTo>
                  <a:lnTo>
                    <a:pt x="32334" y="186243"/>
                  </a:lnTo>
                  <a:lnTo>
                    <a:pt x="32235" y="185917"/>
                  </a:lnTo>
                  <a:lnTo>
                    <a:pt x="30352" y="179700"/>
                  </a:lnTo>
                  <a:lnTo>
                    <a:pt x="30016" y="178592"/>
                  </a:lnTo>
                  <a:lnTo>
                    <a:pt x="29944" y="175480"/>
                  </a:lnTo>
                  <a:lnTo>
                    <a:pt x="29906" y="174704"/>
                  </a:lnTo>
                  <a:lnTo>
                    <a:pt x="34669" y="174425"/>
                  </a:lnTo>
                  <a:lnTo>
                    <a:pt x="29180" y="152209"/>
                  </a:lnTo>
                  <a:lnTo>
                    <a:pt x="22910" y="153267"/>
                  </a:lnTo>
                  <a:lnTo>
                    <a:pt x="17907" y="127864"/>
                  </a:lnTo>
                  <a:lnTo>
                    <a:pt x="0" y="128790"/>
                  </a:lnTo>
                  <a:lnTo>
                    <a:pt x="6946" y="108043"/>
                  </a:lnTo>
                  <a:lnTo>
                    <a:pt x="14194" y="90386"/>
                  </a:lnTo>
                  <a:lnTo>
                    <a:pt x="21318" y="80070"/>
                  </a:lnTo>
                  <a:lnTo>
                    <a:pt x="18330" y="78570"/>
                  </a:lnTo>
                  <a:lnTo>
                    <a:pt x="18378" y="77549"/>
                  </a:lnTo>
                  <a:lnTo>
                    <a:pt x="18777" y="69121"/>
                  </a:lnTo>
                  <a:lnTo>
                    <a:pt x="24464" y="70906"/>
                  </a:lnTo>
                  <a:lnTo>
                    <a:pt x="23236" y="59690"/>
                  </a:lnTo>
                  <a:lnTo>
                    <a:pt x="15203" y="58284"/>
                  </a:lnTo>
                  <a:lnTo>
                    <a:pt x="15344" y="57183"/>
                  </a:lnTo>
                  <a:lnTo>
                    <a:pt x="17672" y="38997"/>
                  </a:lnTo>
                  <a:lnTo>
                    <a:pt x="24838" y="39648"/>
                  </a:lnTo>
                  <a:lnTo>
                    <a:pt x="27140" y="33623"/>
                  </a:lnTo>
                  <a:lnTo>
                    <a:pt x="21793" y="32433"/>
                  </a:lnTo>
                  <a:lnTo>
                    <a:pt x="16593" y="32056"/>
                  </a:lnTo>
                  <a:lnTo>
                    <a:pt x="13816" y="31855"/>
                  </a:lnTo>
                  <a:lnTo>
                    <a:pt x="13018" y="17614"/>
                  </a:lnTo>
                  <a:lnTo>
                    <a:pt x="17440" y="17279"/>
                  </a:lnTo>
                  <a:lnTo>
                    <a:pt x="17379" y="13573"/>
                  </a:lnTo>
                  <a:lnTo>
                    <a:pt x="25415" y="9146"/>
                  </a:lnTo>
                  <a:lnTo>
                    <a:pt x="31187" y="17996"/>
                  </a:lnTo>
                  <a:lnTo>
                    <a:pt x="490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036857" y="1979510"/>
              <a:ext cx="2714616" cy="3599205"/>
            </a:xfrm>
            <a:custGeom>
              <a:avLst/>
              <a:pathLst>
                <a:path w="2714616" h="3599205">
                  <a:moveTo>
                    <a:pt x="1791647" y="26319"/>
                  </a:moveTo>
                  <a:lnTo>
                    <a:pt x="1813803" y="49986"/>
                  </a:lnTo>
                  <a:lnTo>
                    <a:pt x="1826178" y="72020"/>
                  </a:lnTo>
                  <a:lnTo>
                    <a:pt x="1839152" y="101196"/>
                  </a:lnTo>
                  <a:lnTo>
                    <a:pt x="1846338" y="126087"/>
                  </a:lnTo>
                  <a:lnTo>
                    <a:pt x="1847735" y="130984"/>
                  </a:lnTo>
                  <a:lnTo>
                    <a:pt x="1861109" y="151386"/>
                  </a:lnTo>
                  <a:lnTo>
                    <a:pt x="1879472" y="169544"/>
                  </a:lnTo>
                  <a:lnTo>
                    <a:pt x="1893644" y="175053"/>
                  </a:lnTo>
                  <a:lnTo>
                    <a:pt x="1913006" y="182806"/>
                  </a:lnTo>
                  <a:lnTo>
                    <a:pt x="1956120" y="192599"/>
                  </a:lnTo>
                  <a:lnTo>
                    <a:pt x="1958715" y="193211"/>
                  </a:lnTo>
                  <a:lnTo>
                    <a:pt x="2001431" y="198720"/>
                  </a:lnTo>
                  <a:lnTo>
                    <a:pt x="2029974" y="199128"/>
                  </a:lnTo>
                  <a:lnTo>
                    <a:pt x="2036361" y="199332"/>
                  </a:lnTo>
                  <a:lnTo>
                    <a:pt x="2065503" y="195456"/>
                  </a:lnTo>
                  <a:lnTo>
                    <a:pt x="2100035" y="182806"/>
                  </a:lnTo>
                  <a:lnTo>
                    <a:pt x="2143748" y="156283"/>
                  </a:lnTo>
                  <a:lnTo>
                    <a:pt x="2177082" y="129351"/>
                  </a:lnTo>
                  <a:lnTo>
                    <a:pt x="2207821" y="116702"/>
                  </a:lnTo>
                  <a:lnTo>
                    <a:pt x="2236365" y="113845"/>
                  </a:lnTo>
                  <a:lnTo>
                    <a:pt x="2285068" y="106297"/>
                  </a:lnTo>
                  <a:lnTo>
                    <a:pt x="2286066" y="106093"/>
                  </a:lnTo>
                  <a:lnTo>
                    <a:pt x="2309220" y="99972"/>
                  </a:lnTo>
                  <a:lnTo>
                    <a:pt x="2322594" y="96299"/>
                  </a:lnTo>
                  <a:lnTo>
                    <a:pt x="2377086" y="83038"/>
                  </a:lnTo>
                  <a:lnTo>
                    <a:pt x="2391058" y="83242"/>
                  </a:lnTo>
                  <a:lnTo>
                    <a:pt x="2415410" y="83650"/>
                  </a:lnTo>
                  <a:lnTo>
                    <a:pt x="2446149" y="83038"/>
                  </a:lnTo>
                  <a:lnTo>
                    <a:pt x="2486668" y="81814"/>
                  </a:lnTo>
                  <a:lnTo>
                    <a:pt x="2528186" y="83038"/>
                  </a:lnTo>
                  <a:lnTo>
                    <a:pt x="2531978" y="82630"/>
                  </a:lnTo>
                  <a:lnTo>
                    <a:pt x="2543955" y="81201"/>
                  </a:lnTo>
                  <a:lnTo>
                    <a:pt x="2560921" y="79161"/>
                  </a:lnTo>
                  <a:lnTo>
                    <a:pt x="2604036" y="75897"/>
                  </a:lnTo>
                  <a:lnTo>
                    <a:pt x="2643358" y="68960"/>
                  </a:lnTo>
                  <a:lnTo>
                    <a:pt x="2657529" y="66512"/>
                  </a:lnTo>
                  <a:lnTo>
                    <a:pt x="2691462" y="66512"/>
                  </a:lnTo>
                  <a:lnTo>
                    <a:pt x="2707630" y="79161"/>
                  </a:lnTo>
                  <a:lnTo>
                    <a:pt x="2714616" y="99564"/>
                  </a:lnTo>
                  <a:lnTo>
                    <a:pt x="2701642" y="128127"/>
                  </a:lnTo>
                  <a:lnTo>
                    <a:pt x="2679087" y="159139"/>
                  </a:lnTo>
                  <a:lnTo>
                    <a:pt x="2663318" y="194231"/>
                  </a:lnTo>
                  <a:lnTo>
                    <a:pt x="2656931" y="247278"/>
                  </a:lnTo>
                  <a:lnTo>
                    <a:pt x="2660723" y="295224"/>
                  </a:lnTo>
                  <a:lnTo>
                    <a:pt x="2667110" y="335213"/>
                  </a:lnTo>
                  <a:lnTo>
                    <a:pt x="2672101" y="365612"/>
                  </a:lnTo>
                  <a:lnTo>
                    <a:pt x="2665114" y="403765"/>
                  </a:lnTo>
                  <a:lnTo>
                    <a:pt x="2638767" y="436409"/>
                  </a:lnTo>
                  <a:lnTo>
                    <a:pt x="2635373" y="440694"/>
                  </a:lnTo>
                  <a:lnTo>
                    <a:pt x="2613816" y="458240"/>
                  </a:lnTo>
                  <a:lnTo>
                    <a:pt x="2552338" y="496801"/>
                  </a:lnTo>
                  <a:lnTo>
                    <a:pt x="2511419" y="516183"/>
                  </a:lnTo>
                  <a:lnTo>
                    <a:pt x="2477886" y="528832"/>
                  </a:lnTo>
                  <a:lnTo>
                    <a:pt x="2444552" y="539238"/>
                  </a:lnTo>
                  <a:lnTo>
                    <a:pt x="2421997" y="553111"/>
                  </a:lnTo>
                  <a:lnTo>
                    <a:pt x="2403034" y="564741"/>
                  </a:lnTo>
                  <a:lnTo>
                    <a:pt x="2371696" y="579431"/>
                  </a:lnTo>
                  <a:lnTo>
                    <a:pt x="2357125" y="613707"/>
                  </a:lnTo>
                  <a:lnTo>
                    <a:pt x="2345947" y="663897"/>
                  </a:lnTo>
                  <a:lnTo>
                    <a:pt x="2345349" y="696949"/>
                  </a:lnTo>
                  <a:lnTo>
                    <a:pt x="2335169" y="743671"/>
                  </a:lnTo>
                  <a:lnTo>
                    <a:pt x="2319001" y="797125"/>
                  </a:lnTo>
                  <a:lnTo>
                    <a:pt x="2292453" y="855681"/>
                  </a:lnTo>
                  <a:lnTo>
                    <a:pt x="2275886" y="884652"/>
                  </a:lnTo>
                  <a:lnTo>
                    <a:pt x="2265507" y="903014"/>
                  </a:lnTo>
                  <a:lnTo>
                    <a:pt x="2254129" y="929946"/>
                  </a:lnTo>
                  <a:lnTo>
                    <a:pt x="2253131" y="961978"/>
                  </a:lnTo>
                  <a:lnTo>
                    <a:pt x="2253531" y="964426"/>
                  </a:lnTo>
                  <a:lnTo>
                    <a:pt x="2257922" y="994010"/>
                  </a:lnTo>
                  <a:lnTo>
                    <a:pt x="2258521" y="998294"/>
                  </a:lnTo>
                  <a:lnTo>
                    <a:pt x="2272493" y="1027470"/>
                  </a:lnTo>
                  <a:lnTo>
                    <a:pt x="2282872" y="1060522"/>
                  </a:lnTo>
                  <a:lnTo>
                    <a:pt x="2276285" y="1090309"/>
                  </a:lnTo>
                  <a:lnTo>
                    <a:pt x="2267104" y="1118669"/>
                  </a:lnTo>
                  <a:lnTo>
                    <a:pt x="2265507" y="1123361"/>
                  </a:lnTo>
                  <a:lnTo>
                    <a:pt x="2257123" y="1136419"/>
                  </a:lnTo>
                  <a:lnTo>
                    <a:pt x="2247742" y="1150905"/>
                  </a:lnTo>
                  <a:lnTo>
                    <a:pt x="2245147" y="1171307"/>
                  </a:lnTo>
                  <a:lnTo>
                    <a:pt x="2248740" y="1199463"/>
                  </a:lnTo>
                  <a:lnTo>
                    <a:pt x="2261714" y="1222110"/>
                  </a:lnTo>
                  <a:lnTo>
                    <a:pt x="2300637" y="1258426"/>
                  </a:lnTo>
                  <a:lnTo>
                    <a:pt x="2313013" y="1279849"/>
                  </a:lnTo>
                  <a:lnTo>
                    <a:pt x="2318402" y="1308004"/>
                  </a:lnTo>
                  <a:lnTo>
                    <a:pt x="2320598" y="1330651"/>
                  </a:lnTo>
                  <a:lnTo>
                    <a:pt x="2316406" y="1342892"/>
                  </a:lnTo>
                  <a:lnTo>
                    <a:pt x="2313611" y="1351665"/>
                  </a:lnTo>
                  <a:lnTo>
                    <a:pt x="2294649" y="1372476"/>
                  </a:lnTo>
                  <a:lnTo>
                    <a:pt x="2274689" y="1389002"/>
                  </a:lnTo>
                  <a:lnTo>
                    <a:pt x="2240756" y="1413893"/>
                  </a:lnTo>
                  <a:lnTo>
                    <a:pt x="2187861" y="1436336"/>
                  </a:lnTo>
                  <a:lnTo>
                    <a:pt x="2129177" y="1457350"/>
                  </a:lnTo>
                  <a:lnTo>
                    <a:pt x="2081073" y="1482650"/>
                  </a:lnTo>
                  <a:lnTo>
                    <a:pt x="2063907" y="1494279"/>
                  </a:lnTo>
                  <a:lnTo>
                    <a:pt x="2043946" y="1518558"/>
                  </a:lnTo>
                  <a:lnTo>
                    <a:pt x="2035762" y="1534472"/>
                  </a:lnTo>
                  <a:lnTo>
                    <a:pt x="2029974" y="1546101"/>
                  </a:lnTo>
                  <a:lnTo>
                    <a:pt x="2026780" y="1570380"/>
                  </a:lnTo>
                  <a:lnTo>
                    <a:pt x="2026980" y="1577521"/>
                  </a:lnTo>
                  <a:lnTo>
                    <a:pt x="2027778" y="1599556"/>
                  </a:lnTo>
                  <a:lnTo>
                    <a:pt x="2019794" y="1628119"/>
                  </a:lnTo>
                  <a:lnTo>
                    <a:pt x="2005622" y="1646890"/>
                  </a:lnTo>
                  <a:lnTo>
                    <a:pt x="1987259" y="1658723"/>
                  </a:lnTo>
                  <a:lnTo>
                    <a:pt x="1974085" y="1681778"/>
                  </a:lnTo>
                  <a:lnTo>
                    <a:pt x="1966899" y="1710138"/>
                  </a:lnTo>
                  <a:lnTo>
                    <a:pt x="1943745" y="1734008"/>
                  </a:lnTo>
                  <a:lnTo>
                    <a:pt x="1916200" y="1746454"/>
                  </a:lnTo>
                  <a:lnTo>
                    <a:pt x="1902826" y="1752371"/>
                  </a:lnTo>
                  <a:lnTo>
                    <a:pt x="1872287" y="1769305"/>
                  </a:lnTo>
                  <a:lnTo>
                    <a:pt x="1853723" y="1784199"/>
                  </a:lnTo>
                  <a:lnTo>
                    <a:pt x="1851727" y="1788483"/>
                  </a:lnTo>
                  <a:lnTo>
                    <a:pt x="1845140" y="1801745"/>
                  </a:lnTo>
                  <a:lnTo>
                    <a:pt x="1836757" y="1819087"/>
                  </a:lnTo>
                  <a:lnTo>
                    <a:pt x="1820190" y="1844794"/>
                  </a:lnTo>
                  <a:lnTo>
                    <a:pt x="1797036" y="1864380"/>
                  </a:lnTo>
                  <a:lnTo>
                    <a:pt x="1761906" y="1876010"/>
                  </a:lnTo>
                  <a:lnTo>
                    <a:pt x="1722583" y="1881927"/>
                  </a:lnTo>
                  <a:lnTo>
                    <a:pt x="1691046" y="1868665"/>
                  </a:lnTo>
                  <a:lnTo>
                    <a:pt x="1652922" y="1861728"/>
                  </a:lnTo>
                  <a:lnTo>
                    <a:pt x="1631165" y="1871317"/>
                  </a:lnTo>
                  <a:lnTo>
                    <a:pt x="1620785" y="1884171"/>
                  </a:lnTo>
                  <a:lnTo>
                    <a:pt x="1612003" y="1894984"/>
                  </a:lnTo>
                  <a:lnTo>
                    <a:pt x="1614598" y="1930893"/>
                  </a:lnTo>
                  <a:lnTo>
                    <a:pt x="1610007" y="1979451"/>
                  </a:lnTo>
                  <a:lnTo>
                    <a:pt x="1604218" y="2036986"/>
                  </a:lnTo>
                  <a:lnTo>
                    <a:pt x="1598629" y="2074730"/>
                  </a:lnTo>
                  <a:lnTo>
                    <a:pt x="1545535" y="2215100"/>
                  </a:lnTo>
                  <a:lnTo>
                    <a:pt x="1528369" y="2248152"/>
                  </a:lnTo>
                  <a:lnTo>
                    <a:pt x="1520983" y="2262229"/>
                  </a:lnTo>
                  <a:lnTo>
                    <a:pt x="1477669" y="2320784"/>
                  </a:lnTo>
                  <a:lnTo>
                    <a:pt x="1461102" y="2348532"/>
                  </a:lnTo>
                  <a:lnTo>
                    <a:pt x="1457310" y="2356693"/>
                  </a:lnTo>
                  <a:lnTo>
                    <a:pt x="1432159" y="2410964"/>
                  </a:lnTo>
                  <a:lnTo>
                    <a:pt x="1395632" y="2466254"/>
                  </a:lnTo>
                  <a:lnTo>
                    <a:pt x="1368286" y="2508079"/>
                  </a:lnTo>
                  <a:lnTo>
                    <a:pt x="1356509" y="2531950"/>
                  </a:lnTo>
                  <a:lnTo>
                    <a:pt x="1351919" y="2547456"/>
                  </a:lnTo>
                  <a:lnTo>
                    <a:pt x="1340741" y="2558678"/>
                  </a:lnTo>
                  <a:lnTo>
                    <a:pt x="1342936" y="2577652"/>
                  </a:lnTo>
                  <a:lnTo>
                    <a:pt x="1339543" y="2589485"/>
                  </a:lnTo>
                  <a:lnTo>
                    <a:pt x="1309203" y="2615397"/>
                  </a:lnTo>
                  <a:lnTo>
                    <a:pt x="1297027" y="2647837"/>
                  </a:lnTo>
                  <a:lnTo>
                    <a:pt x="1286648" y="2661710"/>
                  </a:lnTo>
                  <a:lnTo>
                    <a:pt x="1276468" y="2686193"/>
                  </a:lnTo>
                  <a:lnTo>
                    <a:pt x="1251917" y="2707616"/>
                  </a:lnTo>
                  <a:lnTo>
                    <a:pt x="1228164" y="2735159"/>
                  </a:lnTo>
                  <a:lnTo>
                    <a:pt x="1220978" y="2768415"/>
                  </a:lnTo>
                  <a:lnTo>
                    <a:pt x="1222974" y="2798815"/>
                  </a:lnTo>
                  <a:lnTo>
                    <a:pt x="1223573" y="2809629"/>
                  </a:lnTo>
                  <a:lnTo>
                    <a:pt x="1223174" y="2821666"/>
                  </a:lnTo>
                  <a:lnTo>
                    <a:pt x="1232755" y="2849209"/>
                  </a:lnTo>
                  <a:lnTo>
                    <a:pt x="1267885" y="2925923"/>
                  </a:lnTo>
                  <a:lnTo>
                    <a:pt x="1291239" y="2937348"/>
                  </a:lnTo>
                  <a:lnTo>
                    <a:pt x="1315591" y="2944693"/>
                  </a:lnTo>
                  <a:lnTo>
                    <a:pt x="1350122" y="2960607"/>
                  </a:lnTo>
                  <a:lnTo>
                    <a:pt x="1381460" y="2966728"/>
                  </a:lnTo>
                  <a:lnTo>
                    <a:pt x="1384654" y="2967340"/>
                  </a:lnTo>
                  <a:lnTo>
                    <a:pt x="1394035" y="2973257"/>
                  </a:lnTo>
                  <a:lnTo>
                    <a:pt x="1404015" y="2973257"/>
                  </a:lnTo>
                  <a:lnTo>
                    <a:pt x="1414195" y="2973257"/>
                  </a:lnTo>
                  <a:lnTo>
                    <a:pt x="1420982" y="2983866"/>
                  </a:lnTo>
                  <a:lnTo>
                    <a:pt x="1423576" y="2992435"/>
                  </a:lnTo>
                  <a:lnTo>
                    <a:pt x="1427569" y="2998964"/>
                  </a:lnTo>
                  <a:lnTo>
                    <a:pt x="1437549" y="3003656"/>
                  </a:lnTo>
                  <a:lnTo>
                    <a:pt x="1441341" y="3015286"/>
                  </a:lnTo>
                  <a:lnTo>
                    <a:pt x="1445733" y="3022019"/>
                  </a:lnTo>
                  <a:lnTo>
                    <a:pt x="1452918" y="3026099"/>
                  </a:lnTo>
                  <a:lnTo>
                    <a:pt x="1461900" y="3027935"/>
                  </a:lnTo>
                  <a:lnTo>
                    <a:pt x="1468887" y="3031200"/>
                  </a:lnTo>
                  <a:lnTo>
                    <a:pt x="1479266" y="3035892"/>
                  </a:lnTo>
                  <a:lnTo>
                    <a:pt x="1490444" y="3038749"/>
                  </a:lnTo>
                  <a:lnTo>
                    <a:pt x="1497829" y="3046706"/>
                  </a:lnTo>
                  <a:lnTo>
                    <a:pt x="1502420" y="3055887"/>
                  </a:lnTo>
                  <a:lnTo>
                    <a:pt x="1505614" y="3064864"/>
                  </a:lnTo>
                  <a:lnTo>
                    <a:pt x="1509406" y="3073433"/>
                  </a:lnTo>
                  <a:lnTo>
                    <a:pt x="1513199" y="3080166"/>
                  </a:lnTo>
                  <a:lnTo>
                    <a:pt x="1524576" y="3087103"/>
                  </a:lnTo>
                  <a:lnTo>
                    <a:pt x="1535155" y="3099548"/>
                  </a:lnTo>
                  <a:lnTo>
                    <a:pt x="1539347" y="3114034"/>
                  </a:lnTo>
                  <a:lnTo>
                    <a:pt x="1532760" y="3124439"/>
                  </a:lnTo>
                  <a:lnTo>
                    <a:pt x="1529167" y="3126479"/>
                  </a:lnTo>
                  <a:lnTo>
                    <a:pt x="1529367" y="3131172"/>
                  </a:lnTo>
                  <a:lnTo>
                    <a:pt x="1526772" y="3136885"/>
                  </a:lnTo>
                  <a:lnTo>
                    <a:pt x="1525574" y="3143414"/>
                  </a:lnTo>
                  <a:lnTo>
                    <a:pt x="1528568" y="3150758"/>
                  </a:lnTo>
                  <a:lnTo>
                    <a:pt x="1532760" y="3154023"/>
                  </a:lnTo>
                  <a:lnTo>
                    <a:pt x="1538548" y="3157287"/>
                  </a:lnTo>
                  <a:lnTo>
                    <a:pt x="1543938" y="3157695"/>
                  </a:lnTo>
                  <a:lnTo>
                    <a:pt x="1547531" y="3158511"/>
                  </a:lnTo>
                  <a:lnTo>
                    <a:pt x="1556912" y="3181770"/>
                  </a:lnTo>
                  <a:lnTo>
                    <a:pt x="1558309" y="3185647"/>
                  </a:lnTo>
                  <a:lnTo>
                    <a:pt x="1559507" y="3188707"/>
                  </a:lnTo>
                  <a:lnTo>
                    <a:pt x="1559906" y="3188911"/>
                  </a:lnTo>
                  <a:lnTo>
                    <a:pt x="1565695" y="3190543"/>
                  </a:lnTo>
                  <a:lnTo>
                    <a:pt x="1571483" y="3190135"/>
                  </a:lnTo>
                  <a:lnTo>
                    <a:pt x="1570685" y="3200541"/>
                  </a:lnTo>
                  <a:lnTo>
                    <a:pt x="1570485" y="3204621"/>
                  </a:lnTo>
                  <a:lnTo>
                    <a:pt x="1571683" y="3211150"/>
                  </a:lnTo>
                  <a:lnTo>
                    <a:pt x="1572880" y="3217883"/>
                  </a:lnTo>
                  <a:lnTo>
                    <a:pt x="1574477" y="3219311"/>
                  </a:lnTo>
                  <a:lnTo>
                    <a:pt x="1573878" y="3228492"/>
                  </a:lnTo>
                  <a:lnTo>
                    <a:pt x="1569287" y="3248282"/>
                  </a:lnTo>
                  <a:lnTo>
                    <a:pt x="1563100" y="3263380"/>
                  </a:lnTo>
                  <a:lnTo>
                    <a:pt x="1567491" y="3275622"/>
                  </a:lnTo>
                  <a:lnTo>
                    <a:pt x="1543938" y="3285007"/>
                  </a:lnTo>
                  <a:lnTo>
                    <a:pt x="1529766" y="3290924"/>
                  </a:lnTo>
                  <a:lnTo>
                    <a:pt x="1452719" y="3321731"/>
                  </a:lnTo>
                  <a:lnTo>
                    <a:pt x="1435553" y="3327240"/>
                  </a:lnTo>
                  <a:lnTo>
                    <a:pt x="1344533" y="3355804"/>
                  </a:lnTo>
                  <a:lnTo>
                    <a:pt x="1301219" y="3371922"/>
                  </a:lnTo>
                  <a:lnTo>
                    <a:pt x="1296229" y="3372942"/>
                  </a:lnTo>
                  <a:lnTo>
                    <a:pt x="1250120" y="3381919"/>
                  </a:lnTo>
                  <a:lnTo>
                    <a:pt x="1241737" y="3380491"/>
                  </a:lnTo>
                  <a:lnTo>
                    <a:pt x="1213992" y="3378858"/>
                  </a:lnTo>
                  <a:lnTo>
                    <a:pt x="1195429" y="3374166"/>
                  </a:lnTo>
                  <a:lnTo>
                    <a:pt x="1183453" y="3374574"/>
                  </a:lnTo>
                  <a:lnTo>
                    <a:pt x="1175668" y="3376818"/>
                  </a:lnTo>
                  <a:lnTo>
                    <a:pt x="1163093" y="3377226"/>
                  </a:lnTo>
                  <a:lnTo>
                    <a:pt x="1154310" y="3372738"/>
                  </a:lnTo>
                  <a:lnTo>
                    <a:pt x="1146925" y="3371105"/>
                  </a:lnTo>
                  <a:lnTo>
                    <a:pt x="1135548" y="3370901"/>
                  </a:lnTo>
                  <a:lnTo>
                    <a:pt x="1128561" y="3371718"/>
                  </a:lnTo>
                  <a:lnTo>
                    <a:pt x="1120178" y="3371922"/>
                  </a:lnTo>
                  <a:lnTo>
                    <a:pt x="1117384" y="3372126"/>
                  </a:lnTo>
                  <a:lnTo>
                    <a:pt x="1109799" y="3376410"/>
                  </a:lnTo>
                  <a:lnTo>
                    <a:pt x="1106206" y="3376818"/>
                  </a:lnTo>
                  <a:lnTo>
                    <a:pt x="1083251" y="3372738"/>
                  </a:lnTo>
                  <a:lnTo>
                    <a:pt x="1071674" y="3370901"/>
                  </a:lnTo>
                  <a:lnTo>
                    <a:pt x="1065087" y="3369677"/>
                  </a:lnTo>
                  <a:lnTo>
                    <a:pt x="1047522" y="3366413"/>
                  </a:lnTo>
                  <a:lnTo>
                    <a:pt x="1043331" y="3365801"/>
                  </a:lnTo>
                  <a:lnTo>
                    <a:pt x="1028360" y="3364169"/>
                  </a:lnTo>
                  <a:lnTo>
                    <a:pt x="1022372" y="3363353"/>
                  </a:lnTo>
                  <a:lnTo>
                    <a:pt x="1013589" y="3360088"/>
                  </a:lnTo>
                  <a:lnTo>
                    <a:pt x="1011593" y="3359476"/>
                  </a:lnTo>
                  <a:lnTo>
                    <a:pt x="1007601" y="3358864"/>
                  </a:lnTo>
                  <a:lnTo>
                    <a:pt x="1003010" y="3358456"/>
                  </a:lnTo>
                  <a:lnTo>
                    <a:pt x="993230" y="3358456"/>
                  </a:lnTo>
                  <a:lnTo>
                    <a:pt x="975665" y="3361516"/>
                  </a:lnTo>
                  <a:lnTo>
                    <a:pt x="960295" y="3366209"/>
                  </a:lnTo>
                  <a:lnTo>
                    <a:pt x="951313" y="3367229"/>
                  </a:lnTo>
                  <a:lnTo>
                    <a:pt x="937341" y="3370493"/>
                  </a:lnTo>
                  <a:lnTo>
                    <a:pt x="909196" y="3372942"/>
                  </a:lnTo>
                  <a:lnTo>
                    <a:pt x="889236" y="3376818"/>
                  </a:lnTo>
                  <a:lnTo>
                    <a:pt x="885444" y="3378654"/>
                  </a:lnTo>
                  <a:lnTo>
                    <a:pt x="856301" y="3382939"/>
                  </a:lnTo>
                  <a:lnTo>
                    <a:pt x="836940" y="3386815"/>
                  </a:lnTo>
                  <a:lnTo>
                    <a:pt x="790632" y="3387019"/>
                  </a:lnTo>
                  <a:lnTo>
                    <a:pt x="786041" y="3386815"/>
                  </a:lnTo>
                  <a:lnTo>
                    <a:pt x="777258" y="3385387"/>
                  </a:lnTo>
                  <a:lnTo>
                    <a:pt x="769673" y="3385591"/>
                  </a:lnTo>
                  <a:lnTo>
                    <a:pt x="750910" y="3389468"/>
                  </a:lnTo>
                  <a:lnTo>
                    <a:pt x="736140" y="3391100"/>
                  </a:lnTo>
                  <a:lnTo>
                    <a:pt x="726958" y="3391304"/>
                  </a:lnTo>
                  <a:lnTo>
                    <a:pt x="715381" y="3390284"/>
                  </a:lnTo>
                  <a:lnTo>
                    <a:pt x="713185" y="3390284"/>
                  </a:lnTo>
                  <a:lnTo>
                    <a:pt x="708794" y="3390488"/>
                  </a:lnTo>
                  <a:lnTo>
                    <a:pt x="698015" y="3389264"/>
                  </a:lnTo>
                  <a:lnTo>
                    <a:pt x="697416" y="3389264"/>
                  </a:lnTo>
                  <a:lnTo>
                    <a:pt x="682845" y="3393344"/>
                  </a:lnTo>
                  <a:lnTo>
                    <a:pt x="676458" y="3394568"/>
                  </a:lnTo>
                  <a:lnTo>
                    <a:pt x="668673" y="3395793"/>
                  </a:lnTo>
                  <a:lnTo>
                    <a:pt x="661887" y="3397017"/>
                  </a:lnTo>
                  <a:lnTo>
                    <a:pt x="645919" y="3402525"/>
                  </a:lnTo>
                  <a:lnTo>
                    <a:pt x="637136" y="3404362"/>
                  </a:lnTo>
                  <a:lnTo>
                    <a:pt x="626757" y="3404974"/>
                  </a:lnTo>
                  <a:lnTo>
                    <a:pt x="620569" y="3405382"/>
                  </a:lnTo>
                  <a:lnTo>
                    <a:pt x="595818" y="3413339"/>
                  </a:lnTo>
                  <a:lnTo>
                    <a:pt x="575858" y="3419663"/>
                  </a:lnTo>
                  <a:lnTo>
                    <a:pt x="571466" y="3422520"/>
                  </a:lnTo>
                  <a:lnTo>
                    <a:pt x="556895" y="3430477"/>
                  </a:lnTo>
                  <a:lnTo>
                    <a:pt x="544120" y="3436189"/>
                  </a:lnTo>
                  <a:lnTo>
                    <a:pt x="534539" y="3440678"/>
                  </a:lnTo>
                  <a:lnTo>
                    <a:pt x="515178" y="3443534"/>
                  </a:lnTo>
                  <a:lnTo>
                    <a:pt x="497613" y="3446391"/>
                  </a:lnTo>
                  <a:lnTo>
                    <a:pt x="494020" y="3447003"/>
                  </a:lnTo>
                  <a:lnTo>
                    <a:pt x="488830" y="3447207"/>
                  </a:lnTo>
                  <a:lnTo>
                    <a:pt x="468870" y="3450675"/>
                  </a:lnTo>
                  <a:lnTo>
                    <a:pt x="460486" y="3453736"/>
                  </a:lnTo>
                  <a:lnTo>
                    <a:pt x="439927" y="3457816"/>
                  </a:lnTo>
                  <a:lnTo>
                    <a:pt x="423759" y="3462305"/>
                  </a:lnTo>
                  <a:lnTo>
                    <a:pt x="423560" y="3462305"/>
                  </a:lnTo>
                  <a:lnTo>
                    <a:pt x="420765" y="3463733"/>
                  </a:lnTo>
                  <a:lnTo>
                    <a:pt x="419567" y="3464141"/>
                  </a:lnTo>
                  <a:lnTo>
                    <a:pt x="401803" y="3475566"/>
                  </a:lnTo>
                  <a:lnTo>
                    <a:pt x="396413" y="3482503"/>
                  </a:lnTo>
                  <a:lnTo>
                    <a:pt x="378449" y="3519840"/>
                  </a:lnTo>
                  <a:lnTo>
                    <a:pt x="374058" y="3541262"/>
                  </a:lnTo>
                  <a:lnTo>
                    <a:pt x="373060" y="3545955"/>
                  </a:lnTo>
                  <a:lnTo>
                    <a:pt x="371263" y="3553096"/>
                  </a:lnTo>
                  <a:lnTo>
                    <a:pt x="367271" y="3578191"/>
                  </a:lnTo>
                  <a:lnTo>
                    <a:pt x="360684" y="3599205"/>
                  </a:lnTo>
                  <a:lnTo>
                    <a:pt x="342520" y="3596145"/>
                  </a:lnTo>
                  <a:lnTo>
                    <a:pt x="339726" y="3596757"/>
                  </a:lnTo>
                  <a:lnTo>
                    <a:pt x="339327" y="3592677"/>
                  </a:lnTo>
                  <a:lnTo>
                    <a:pt x="337730" y="3592881"/>
                  </a:lnTo>
                  <a:lnTo>
                    <a:pt x="333338" y="3591044"/>
                  </a:lnTo>
                  <a:lnTo>
                    <a:pt x="332740" y="3592065"/>
                  </a:lnTo>
                  <a:lnTo>
                    <a:pt x="328947" y="3590228"/>
                  </a:lnTo>
                  <a:lnTo>
                    <a:pt x="328348" y="3591453"/>
                  </a:lnTo>
                  <a:lnTo>
                    <a:pt x="327350" y="3590840"/>
                  </a:lnTo>
                  <a:lnTo>
                    <a:pt x="326752" y="3592269"/>
                  </a:lnTo>
                  <a:lnTo>
                    <a:pt x="322959" y="3590432"/>
                  </a:lnTo>
                  <a:lnTo>
                    <a:pt x="322560" y="3590840"/>
                  </a:lnTo>
                  <a:lnTo>
                    <a:pt x="319765" y="3589004"/>
                  </a:lnTo>
                  <a:lnTo>
                    <a:pt x="318767" y="3589616"/>
                  </a:lnTo>
                  <a:lnTo>
                    <a:pt x="316971" y="3588596"/>
                  </a:lnTo>
                  <a:lnTo>
                    <a:pt x="317171" y="3587576"/>
                  </a:lnTo>
                  <a:lnTo>
                    <a:pt x="314576" y="3587576"/>
                  </a:lnTo>
                  <a:lnTo>
                    <a:pt x="314576" y="3587372"/>
                  </a:lnTo>
                  <a:lnTo>
                    <a:pt x="314376" y="3586352"/>
                  </a:lnTo>
                  <a:lnTo>
                    <a:pt x="313977" y="3585536"/>
                  </a:lnTo>
                  <a:lnTo>
                    <a:pt x="310384" y="3583904"/>
                  </a:lnTo>
                  <a:lnTo>
                    <a:pt x="308787" y="3583904"/>
                  </a:lnTo>
                  <a:lnTo>
                    <a:pt x="302999" y="3581251"/>
                  </a:lnTo>
                  <a:lnTo>
                    <a:pt x="300404" y="3579211"/>
                  </a:lnTo>
                  <a:lnTo>
                    <a:pt x="294815" y="3578599"/>
                  </a:lnTo>
                  <a:lnTo>
                    <a:pt x="292420" y="3577375"/>
                  </a:lnTo>
                  <a:lnTo>
                    <a:pt x="289026" y="3576559"/>
                  </a:lnTo>
                  <a:lnTo>
                    <a:pt x="284236" y="3576355"/>
                  </a:lnTo>
                  <a:lnTo>
                    <a:pt x="280443" y="3575743"/>
                  </a:lnTo>
                  <a:lnTo>
                    <a:pt x="279246" y="3574518"/>
                  </a:lnTo>
                  <a:lnTo>
                    <a:pt x="276252" y="3572886"/>
                  </a:lnTo>
                  <a:lnTo>
                    <a:pt x="273258" y="3571458"/>
                  </a:lnTo>
                  <a:lnTo>
                    <a:pt x="269864" y="3569826"/>
                  </a:lnTo>
                  <a:lnTo>
                    <a:pt x="266870" y="3568398"/>
                  </a:lnTo>
                  <a:lnTo>
                    <a:pt x="264076" y="3565337"/>
                  </a:lnTo>
                  <a:lnTo>
                    <a:pt x="261281" y="3561461"/>
                  </a:lnTo>
                  <a:lnTo>
                    <a:pt x="261681" y="3555136"/>
                  </a:lnTo>
                  <a:lnTo>
                    <a:pt x="262679" y="3549219"/>
                  </a:lnTo>
                  <a:lnTo>
                    <a:pt x="265074" y="3540446"/>
                  </a:lnTo>
                  <a:lnTo>
                    <a:pt x="262679" y="3536162"/>
                  </a:lnTo>
                  <a:lnTo>
                    <a:pt x="251501" y="3525348"/>
                  </a:lnTo>
                  <a:lnTo>
                    <a:pt x="246311" y="3517187"/>
                  </a:lnTo>
                  <a:lnTo>
                    <a:pt x="240523" y="3505966"/>
                  </a:lnTo>
                  <a:lnTo>
                    <a:pt x="236930" y="3497601"/>
                  </a:lnTo>
                  <a:lnTo>
                    <a:pt x="234534" y="3493112"/>
                  </a:lnTo>
                  <a:lnTo>
                    <a:pt x="231540" y="3489236"/>
                  </a:lnTo>
                  <a:lnTo>
                    <a:pt x="229345" y="3482299"/>
                  </a:lnTo>
                  <a:lnTo>
                    <a:pt x="226949" y="3475362"/>
                  </a:lnTo>
                  <a:lnTo>
                    <a:pt x="223556" y="3472098"/>
                  </a:lnTo>
                  <a:lnTo>
                    <a:pt x="220961" y="3469650"/>
                  </a:lnTo>
                  <a:lnTo>
                    <a:pt x="219165" y="3467609"/>
                  </a:lnTo>
                  <a:lnTo>
                    <a:pt x="216570" y="3461489"/>
                  </a:lnTo>
                  <a:lnTo>
                    <a:pt x="213177" y="3458632"/>
                  </a:lnTo>
                  <a:lnTo>
                    <a:pt x="212179" y="3458020"/>
                  </a:lnTo>
                  <a:lnTo>
                    <a:pt x="205392" y="3453736"/>
                  </a:lnTo>
                  <a:lnTo>
                    <a:pt x="203596" y="3453532"/>
                  </a:lnTo>
                  <a:lnTo>
                    <a:pt x="201201" y="3448227"/>
                  </a:lnTo>
                  <a:lnTo>
                    <a:pt x="197208" y="3442106"/>
                  </a:lnTo>
                  <a:lnTo>
                    <a:pt x="193216" y="3438638"/>
                  </a:lnTo>
                  <a:lnTo>
                    <a:pt x="188825" y="3433129"/>
                  </a:lnTo>
                  <a:lnTo>
                    <a:pt x="184035" y="3425784"/>
                  </a:lnTo>
                  <a:lnTo>
                    <a:pt x="179444" y="3420071"/>
                  </a:lnTo>
                  <a:lnTo>
                    <a:pt x="176450" y="3416603"/>
                  </a:lnTo>
                  <a:lnTo>
                    <a:pt x="173655" y="3413951"/>
                  </a:lnTo>
                  <a:lnTo>
                    <a:pt x="171659" y="3411502"/>
                  </a:lnTo>
                  <a:lnTo>
                    <a:pt x="171260" y="3407830"/>
                  </a:lnTo>
                  <a:lnTo>
                    <a:pt x="171060" y="3405790"/>
                  </a:lnTo>
                  <a:lnTo>
                    <a:pt x="169663" y="3403545"/>
                  </a:lnTo>
                  <a:lnTo>
                    <a:pt x="169064" y="3401505"/>
                  </a:lnTo>
                  <a:lnTo>
                    <a:pt x="172058" y="3392528"/>
                  </a:lnTo>
                  <a:lnTo>
                    <a:pt x="174653" y="3388856"/>
                  </a:lnTo>
                  <a:lnTo>
                    <a:pt x="174454" y="3386203"/>
                  </a:lnTo>
                  <a:lnTo>
                    <a:pt x="175052" y="3385999"/>
                  </a:lnTo>
                  <a:lnTo>
                    <a:pt x="177847" y="3384367"/>
                  </a:lnTo>
                  <a:lnTo>
                    <a:pt x="177847" y="3381919"/>
                  </a:lnTo>
                  <a:lnTo>
                    <a:pt x="177048" y="3380695"/>
                  </a:lnTo>
                  <a:lnTo>
                    <a:pt x="176450" y="3377838"/>
                  </a:lnTo>
                  <a:lnTo>
                    <a:pt x="175252" y="3376818"/>
                  </a:lnTo>
                  <a:lnTo>
                    <a:pt x="175252" y="3372330"/>
                  </a:lnTo>
                  <a:lnTo>
                    <a:pt x="176450" y="3371718"/>
                  </a:lnTo>
                  <a:lnTo>
                    <a:pt x="176250" y="3367637"/>
                  </a:lnTo>
                  <a:lnTo>
                    <a:pt x="176649" y="3361516"/>
                  </a:lnTo>
                  <a:lnTo>
                    <a:pt x="175851" y="3358048"/>
                  </a:lnTo>
                  <a:lnTo>
                    <a:pt x="176849" y="3357640"/>
                  </a:lnTo>
                  <a:lnTo>
                    <a:pt x="177248" y="3351519"/>
                  </a:lnTo>
                  <a:lnTo>
                    <a:pt x="187029" y="3347235"/>
                  </a:lnTo>
                  <a:lnTo>
                    <a:pt x="189224" y="3346214"/>
                  </a:lnTo>
                  <a:lnTo>
                    <a:pt x="196210" y="3342746"/>
                  </a:lnTo>
                  <a:lnTo>
                    <a:pt x="206390" y="3327240"/>
                  </a:lnTo>
                  <a:lnTo>
                    <a:pt x="215971" y="3318467"/>
                  </a:lnTo>
                  <a:lnTo>
                    <a:pt x="216171" y="3296840"/>
                  </a:lnTo>
                  <a:lnTo>
                    <a:pt x="222758" y="3284803"/>
                  </a:lnTo>
                  <a:lnTo>
                    <a:pt x="228746" y="3271133"/>
                  </a:lnTo>
                  <a:lnTo>
                    <a:pt x="228347" y="3261748"/>
                  </a:lnTo>
                  <a:lnTo>
                    <a:pt x="223157" y="3249915"/>
                  </a:lnTo>
                  <a:lnTo>
                    <a:pt x="216969" y="3244610"/>
                  </a:lnTo>
                  <a:lnTo>
                    <a:pt x="212977" y="3234001"/>
                  </a:lnTo>
                  <a:lnTo>
                    <a:pt x="206590" y="3222983"/>
                  </a:lnTo>
                  <a:lnTo>
                    <a:pt x="208586" y="3206661"/>
                  </a:lnTo>
                  <a:lnTo>
                    <a:pt x="211380" y="3186463"/>
                  </a:lnTo>
                  <a:lnTo>
                    <a:pt x="215572" y="3171977"/>
                  </a:lnTo>
                  <a:lnTo>
                    <a:pt x="214774" y="3157083"/>
                  </a:lnTo>
                  <a:lnTo>
                    <a:pt x="206590" y="3147290"/>
                  </a:lnTo>
                  <a:lnTo>
                    <a:pt x="199404" y="3138109"/>
                  </a:lnTo>
                  <a:lnTo>
                    <a:pt x="194214" y="3134436"/>
                  </a:lnTo>
                  <a:lnTo>
                    <a:pt x="189424" y="3131172"/>
                  </a:lnTo>
                  <a:lnTo>
                    <a:pt x="181639" y="3118114"/>
                  </a:lnTo>
                  <a:lnTo>
                    <a:pt x="171859" y="3104445"/>
                  </a:lnTo>
                  <a:lnTo>
                    <a:pt x="169863" y="3078738"/>
                  </a:lnTo>
                  <a:lnTo>
                    <a:pt x="174054" y="3069352"/>
                  </a:lnTo>
                  <a:lnTo>
                    <a:pt x="174254" y="3057111"/>
                  </a:lnTo>
                  <a:lnTo>
                    <a:pt x="173256" y="3046910"/>
                  </a:lnTo>
                  <a:lnTo>
                    <a:pt x="166469" y="3036708"/>
                  </a:lnTo>
                  <a:lnTo>
                    <a:pt x="155491" y="3032220"/>
                  </a:lnTo>
                  <a:lnTo>
                    <a:pt x="142517" y="3029772"/>
                  </a:lnTo>
                  <a:lnTo>
                    <a:pt x="132537" y="3027935"/>
                  </a:lnTo>
                  <a:lnTo>
                    <a:pt x="125151" y="3023447"/>
                  </a:lnTo>
                  <a:lnTo>
                    <a:pt x="111578" y="3022427"/>
                  </a:lnTo>
                  <a:lnTo>
                    <a:pt x="111179" y="3019162"/>
                  </a:lnTo>
                  <a:lnTo>
                    <a:pt x="107786" y="2986110"/>
                  </a:lnTo>
                  <a:lnTo>
                    <a:pt x="107786" y="2971828"/>
                  </a:lnTo>
                  <a:lnTo>
                    <a:pt x="107786" y="2967544"/>
                  </a:lnTo>
                  <a:lnTo>
                    <a:pt x="106588" y="2956119"/>
                  </a:lnTo>
                  <a:lnTo>
                    <a:pt x="100999" y="2947549"/>
                  </a:lnTo>
                  <a:lnTo>
                    <a:pt x="92416" y="2946325"/>
                  </a:lnTo>
                  <a:lnTo>
                    <a:pt x="78045" y="2930207"/>
                  </a:lnTo>
                  <a:lnTo>
                    <a:pt x="63474" y="2902460"/>
                  </a:lnTo>
                  <a:lnTo>
                    <a:pt x="51497" y="2888994"/>
                  </a:lnTo>
                  <a:lnTo>
                    <a:pt x="49102" y="2877773"/>
                  </a:lnTo>
                  <a:lnTo>
                    <a:pt x="49102" y="2861451"/>
                  </a:lnTo>
                  <a:lnTo>
                    <a:pt x="51497" y="2857574"/>
                  </a:lnTo>
                  <a:lnTo>
                    <a:pt x="55090" y="2849413"/>
                  </a:lnTo>
                  <a:lnTo>
                    <a:pt x="55090" y="2839212"/>
                  </a:lnTo>
                  <a:lnTo>
                    <a:pt x="52296" y="2826359"/>
                  </a:lnTo>
                  <a:lnTo>
                    <a:pt x="47106" y="2818810"/>
                  </a:lnTo>
                  <a:lnTo>
                    <a:pt x="38324" y="2804324"/>
                  </a:lnTo>
                  <a:lnTo>
                    <a:pt x="35928" y="2799427"/>
                  </a:lnTo>
                  <a:lnTo>
                    <a:pt x="30539" y="2792082"/>
                  </a:lnTo>
                  <a:lnTo>
                    <a:pt x="20758" y="2785962"/>
                  </a:lnTo>
                  <a:lnTo>
                    <a:pt x="12974" y="2783513"/>
                  </a:lnTo>
                  <a:lnTo>
                    <a:pt x="6786" y="2784329"/>
                  </a:lnTo>
                  <a:lnTo>
                    <a:pt x="3193" y="2779025"/>
                  </a:lnTo>
                  <a:lnTo>
                    <a:pt x="0" y="2773312"/>
                  </a:lnTo>
                  <a:lnTo>
                    <a:pt x="5588" y="2764947"/>
                  </a:lnTo>
                  <a:lnTo>
                    <a:pt x="7385" y="2729855"/>
                  </a:lnTo>
                  <a:lnTo>
                    <a:pt x="12575" y="2706188"/>
                  </a:lnTo>
                  <a:lnTo>
                    <a:pt x="18163" y="2683337"/>
                  </a:lnTo>
                  <a:lnTo>
                    <a:pt x="1596" y="2630699"/>
                  </a:lnTo>
                  <a:lnTo>
                    <a:pt x="14770" y="2599279"/>
                  </a:lnTo>
                  <a:lnTo>
                    <a:pt x="17565" y="2589077"/>
                  </a:lnTo>
                  <a:lnTo>
                    <a:pt x="17565" y="2585609"/>
                  </a:lnTo>
                  <a:lnTo>
                    <a:pt x="15569" y="2580100"/>
                  </a:lnTo>
                  <a:lnTo>
                    <a:pt x="12974" y="2573163"/>
                  </a:lnTo>
                  <a:lnTo>
                    <a:pt x="6786" y="2558474"/>
                  </a:lnTo>
                  <a:lnTo>
                    <a:pt x="7984" y="2547048"/>
                  </a:lnTo>
                  <a:lnTo>
                    <a:pt x="13173" y="2536031"/>
                  </a:lnTo>
                  <a:lnTo>
                    <a:pt x="14571" y="2533379"/>
                  </a:lnTo>
                  <a:lnTo>
                    <a:pt x="14571" y="2533175"/>
                  </a:lnTo>
                  <a:lnTo>
                    <a:pt x="20359" y="2520525"/>
                  </a:lnTo>
                  <a:lnTo>
                    <a:pt x="25748" y="2512364"/>
                  </a:lnTo>
                  <a:lnTo>
                    <a:pt x="39920" y="2495838"/>
                  </a:lnTo>
                  <a:lnTo>
                    <a:pt x="44312" y="2485637"/>
                  </a:lnTo>
                  <a:lnTo>
                    <a:pt x="46707" y="2479924"/>
                  </a:lnTo>
                  <a:lnTo>
                    <a:pt x="44910" y="2469111"/>
                  </a:lnTo>
                  <a:lnTo>
                    <a:pt x="45908" y="2464418"/>
                  </a:lnTo>
                  <a:lnTo>
                    <a:pt x="41118" y="2452993"/>
                  </a:lnTo>
                  <a:lnTo>
                    <a:pt x="36327" y="2441771"/>
                  </a:lnTo>
                  <a:lnTo>
                    <a:pt x="38523" y="2434018"/>
                  </a:lnTo>
                  <a:lnTo>
                    <a:pt x="40120" y="2429326"/>
                  </a:lnTo>
                  <a:lnTo>
                    <a:pt x="37525" y="2423613"/>
                  </a:lnTo>
                  <a:lnTo>
                    <a:pt x="39521" y="2414228"/>
                  </a:lnTo>
                  <a:lnTo>
                    <a:pt x="40120" y="2404231"/>
                  </a:lnTo>
                  <a:lnTo>
                    <a:pt x="33533" y="2399334"/>
                  </a:lnTo>
                  <a:lnTo>
                    <a:pt x="33333" y="2399130"/>
                  </a:lnTo>
                  <a:lnTo>
                    <a:pt x="31337" y="2392601"/>
                  </a:lnTo>
                  <a:lnTo>
                    <a:pt x="27545" y="2383216"/>
                  </a:lnTo>
                  <a:lnTo>
                    <a:pt x="29341" y="2366078"/>
                  </a:lnTo>
                  <a:lnTo>
                    <a:pt x="29741" y="2352000"/>
                  </a:lnTo>
                  <a:lnTo>
                    <a:pt x="27146" y="2343635"/>
                  </a:lnTo>
                  <a:lnTo>
                    <a:pt x="24551" y="2334046"/>
                  </a:lnTo>
                  <a:lnTo>
                    <a:pt x="22555" y="2309563"/>
                  </a:lnTo>
                  <a:lnTo>
                    <a:pt x="25150" y="2295281"/>
                  </a:lnTo>
                  <a:lnTo>
                    <a:pt x="28144" y="2287732"/>
                  </a:lnTo>
                  <a:lnTo>
                    <a:pt x="34132" y="2279775"/>
                  </a:lnTo>
                  <a:lnTo>
                    <a:pt x="42116" y="2268350"/>
                  </a:lnTo>
                  <a:lnTo>
                    <a:pt x="41517" y="2262025"/>
                  </a:lnTo>
                  <a:lnTo>
                    <a:pt x="38523" y="2258149"/>
                  </a:lnTo>
                  <a:lnTo>
                    <a:pt x="33733" y="2252232"/>
                  </a:lnTo>
                  <a:lnTo>
                    <a:pt x="29341" y="2245091"/>
                  </a:lnTo>
                  <a:lnTo>
                    <a:pt x="31337" y="2220200"/>
                  </a:lnTo>
                  <a:lnTo>
                    <a:pt x="31138" y="2219996"/>
                  </a:lnTo>
                  <a:lnTo>
                    <a:pt x="35529" y="2212855"/>
                  </a:lnTo>
                  <a:lnTo>
                    <a:pt x="38124" y="2206530"/>
                  </a:lnTo>
                  <a:lnTo>
                    <a:pt x="42515" y="2196941"/>
                  </a:lnTo>
                  <a:lnTo>
                    <a:pt x="44312" y="2191433"/>
                  </a:lnTo>
                  <a:lnTo>
                    <a:pt x="52695" y="2182660"/>
                  </a:lnTo>
                  <a:lnTo>
                    <a:pt x="65270" y="2156748"/>
                  </a:lnTo>
                  <a:lnTo>
                    <a:pt x="69661" y="2146343"/>
                  </a:lnTo>
                  <a:lnTo>
                    <a:pt x="47505" y="2104314"/>
                  </a:lnTo>
                  <a:lnTo>
                    <a:pt x="44112" y="2074322"/>
                  </a:lnTo>
                  <a:lnTo>
                    <a:pt x="44112" y="2073914"/>
                  </a:lnTo>
                  <a:lnTo>
                    <a:pt x="52895" y="2036374"/>
                  </a:lnTo>
                  <a:lnTo>
                    <a:pt x="76049" y="1999649"/>
                  </a:lnTo>
                  <a:lnTo>
                    <a:pt x="96209" y="1980267"/>
                  </a:lnTo>
                  <a:lnTo>
                    <a:pt x="112177" y="1959660"/>
                  </a:lnTo>
                  <a:lnTo>
                    <a:pt x="137926" y="1931301"/>
                  </a:lnTo>
                  <a:lnTo>
                    <a:pt x="176050" y="1902533"/>
                  </a:lnTo>
                  <a:lnTo>
                    <a:pt x="207388" y="1878050"/>
                  </a:lnTo>
                  <a:lnTo>
                    <a:pt x="215572" y="1870297"/>
                  </a:lnTo>
                  <a:lnTo>
                    <a:pt x="237928" y="1849079"/>
                  </a:lnTo>
                  <a:lnTo>
                    <a:pt x="260084" y="1815210"/>
                  </a:lnTo>
                  <a:lnTo>
                    <a:pt x="259685" y="1779098"/>
                  </a:lnTo>
                  <a:lnTo>
                    <a:pt x="273457" y="1754411"/>
                  </a:lnTo>
                  <a:lnTo>
                    <a:pt x="272858" y="1728908"/>
                  </a:lnTo>
                  <a:lnTo>
                    <a:pt x="277849" y="1692999"/>
                  </a:lnTo>
                  <a:lnTo>
                    <a:pt x="292420" y="1660559"/>
                  </a:lnTo>
                  <a:lnTo>
                    <a:pt x="309386" y="1648930"/>
                  </a:lnTo>
                  <a:lnTo>
                    <a:pt x="310783" y="1638321"/>
                  </a:lnTo>
                  <a:lnTo>
                    <a:pt x="303198" y="1617102"/>
                  </a:lnTo>
                  <a:lnTo>
                    <a:pt x="275453" y="1573237"/>
                  </a:lnTo>
                  <a:lnTo>
                    <a:pt x="274854" y="1558955"/>
                  </a:lnTo>
                  <a:lnTo>
                    <a:pt x="311582" y="1544877"/>
                  </a:lnTo>
                  <a:lnTo>
                    <a:pt x="321562" y="1532024"/>
                  </a:lnTo>
                  <a:lnTo>
                    <a:pt x="335734" y="1526107"/>
                  </a:lnTo>
                  <a:lnTo>
                    <a:pt x="343319" y="1523047"/>
                  </a:lnTo>
                  <a:lnTo>
                    <a:pt x="361882" y="1514273"/>
                  </a:lnTo>
                  <a:lnTo>
                    <a:pt x="374657" y="1504276"/>
                  </a:lnTo>
                  <a:lnTo>
                    <a:pt x="387631" y="1490607"/>
                  </a:lnTo>
                  <a:lnTo>
                    <a:pt x="396613" y="1483670"/>
                  </a:lnTo>
                  <a:lnTo>
                    <a:pt x="404597" y="1481425"/>
                  </a:lnTo>
                  <a:lnTo>
                    <a:pt x="420166" y="1465715"/>
                  </a:lnTo>
                  <a:lnTo>
                    <a:pt x="449308" y="1453066"/>
                  </a:lnTo>
                  <a:lnTo>
                    <a:pt x="465676" y="1447761"/>
                  </a:lnTo>
                  <a:lnTo>
                    <a:pt x="483840" y="1434704"/>
                  </a:lnTo>
                  <a:lnTo>
                    <a:pt x="506794" y="1411241"/>
                  </a:lnTo>
                  <a:lnTo>
                    <a:pt x="510188" y="1403488"/>
                  </a:lnTo>
                  <a:lnTo>
                    <a:pt x="509988" y="1385942"/>
                  </a:lnTo>
                  <a:lnTo>
                    <a:pt x="512383" y="1376965"/>
                  </a:lnTo>
                  <a:lnTo>
                    <a:pt x="516775" y="1372476"/>
                  </a:lnTo>
                  <a:lnTo>
                    <a:pt x="528352" y="1369824"/>
                  </a:lnTo>
                  <a:lnTo>
                    <a:pt x="534340" y="1368600"/>
                  </a:lnTo>
                  <a:lnTo>
                    <a:pt x="546915" y="1361255"/>
                  </a:lnTo>
                  <a:lnTo>
                    <a:pt x="552504" y="1355950"/>
                  </a:lnTo>
                  <a:lnTo>
                    <a:pt x="557893" y="1322082"/>
                  </a:lnTo>
                  <a:lnTo>
                    <a:pt x="601606" y="1306168"/>
                  </a:lnTo>
                  <a:lnTo>
                    <a:pt x="617176" y="1298007"/>
                  </a:lnTo>
                  <a:lnTo>
                    <a:pt x="626158" y="1279237"/>
                  </a:lnTo>
                  <a:lnTo>
                    <a:pt x="632146" y="1227618"/>
                  </a:lnTo>
                  <a:lnTo>
                    <a:pt x="652106" y="1200687"/>
                  </a:lnTo>
                  <a:lnTo>
                    <a:pt x="678654" y="1175592"/>
                  </a:lnTo>
                  <a:lnTo>
                    <a:pt x="703804" y="1151721"/>
                  </a:lnTo>
                  <a:lnTo>
                    <a:pt x="762088" y="1142336"/>
                  </a:lnTo>
                  <a:lnTo>
                    <a:pt x="808596" y="1144784"/>
                  </a:lnTo>
                  <a:lnTo>
                    <a:pt x="837539" y="1141112"/>
                  </a:lnTo>
                  <a:lnTo>
                    <a:pt x="849116" y="1131114"/>
                  </a:lnTo>
                  <a:lnTo>
                    <a:pt x="841730" y="1108876"/>
                  </a:lnTo>
                  <a:lnTo>
                    <a:pt x="840533" y="1105407"/>
                  </a:lnTo>
                  <a:lnTo>
                    <a:pt x="829355" y="1092758"/>
                  </a:lnTo>
                  <a:lnTo>
                    <a:pt x="812987" y="1073987"/>
                  </a:lnTo>
                  <a:lnTo>
                    <a:pt x="813187" y="1065214"/>
                  </a:lnTo>
                  <a:lnTo>
                    <a:pt x="814185" y="1033794"/>
                  </a:lnTo>
                  <a:lnTo>
                    <a:pt x="805003" y="971159"/>
                  </a:lnTo>
                  <a:lnTo>
                    <a:pt x="806201" y="947288"/>
                  </a:lnTo>
                  <a:lnTo>
                    <a:pt x="818177" y="917704"/>
                  </a:lnTo>
                  <a:lnTo>
                    <a:pt x="833147" y="880980"/>
                  </a:lnTo>
                  <a:lnTo>
                    <a:pt x="834345" y="877715"/>
                  </a:lnTo>
                  <a:lnTo>
                    <a:pt x="845523" y="824465"/>
                  </a:lnTo>
                  <a:lnTo>
                    <a:pt x="844924" y="786108"/>
                  </a:lnTo>
                  <a:lnTo>
                    <a:pt x="857898" y="740202"/>
                  </a:lnTo>
                  <a:lnTo>
                    <a:pt x="888038" y="713883"/>
                  </a:lnTo>
                  <a:lnTo>
                    <a:pt x="899017" y="704498"/>
                  </a:lnTo>
                  <a:lnTo>
                    <a:pt x="936343" y="683279"/>
                  </a:lnTo>
                  <a:lnTo>
                    <a:pt x="977461" y="657776"/>
                  </a:lnTo>
                  <a:lnTo>
                    <a:pt x="1030157" y="640638"/>
                  </a:lnTo>
                  <a:lnTo>
                    <a:pt x="1083651" y="620236"/>
                  </a:lnTo>
                  <a:lnTo>
                    <a:pt x="1123372" y="586776"/>
                  </a:lnTo>
                  <a:lnTo>
                    <a:pt x="1152314" y="545971"/>
                  </a:lnTo>
                  <a:lnTo>
                    <a:pt x="1182055" y="505166"/>
                  </a:lnTo>
                  <a:lnTo>
                    <a:pt x="1207006" y="476194"/>
                  </a:lnTo>
                  <a:lnTo>
                    <a:pt x="1219980" y="455791"/>
                  </a:lnTo>
                  <a:lnTo>
                    <a:pt x="1246328" y="408458"/>
                  </a:lnTo>
                  <a:lnTo>
                    <a:pt x="1268284" y="369081"/>
                  </a:lnTo>
                  <a:lnTo>
                    <a:pt x="1291838" y="341537"/>
                  </a:lnTo>
                  <a:lnTo>
                    <a:pt x="1305411" y="325623"/>
                  </a:lnTo>
                  <a:lnTo>
                    <a:pt x="1328565" y="299304"/>
                  </a:lnTo>
                  <a:lnTo>
                    <a:pt x="1352517" y="267884"/>
                  </a:lnTo>
                  <a:lnTo>
                    <a:pt x="1373675" y="245442"/>
                  </a:lnTo>
                  <a:lnTo>
                    <a:pt x="1403217" y="223203"/>
                  </a:lnTo>
                  <a:lnTo>
                    <a:pt x="1434754" y="208105"/>
                  </a:lnTo>
                  <a:lnTo>
                    <a:pt x="1469485" y="196272"/>
                  </a:lnTo>
                  <a:lnTo>
                    <a:pt x="1471881" y="195047"/>
                  </a:lnTo>
                  <a:lnTo>
                    <a:pt x="1486851" y="187703"/>
                  </a:lnTo>
                  <a:lnTo>
                    <a:pt x="1509406" y="149550"/>
                  </a:lnTo>
                  <a:lnTo>
                    <a:pt x="1537151" y="117926"/>
                  </a:lnTo>
                  <a:lnTo>
                    <a:pt x="1562102" y="94259"/>
                  </a:lnTo>
                  <a:lnTo>
                    <a:pt x="1613001" y="64063"/>
                  </a:lnTo>
                  <a:lnTo>
                    <a:pt x="1649528" y="39784"/>
                  </a:lnTo>
                  <a:lnTo>
                    <a:pt x="1668291" y="25299"/>
                  </a:lnTo>
                  <a:lnTo>
                    <a:pt x="1695238" y="20606"/>
                  </a:lnTo>
                  <a:lnTo>
                    <a:pt x="1744540" y="13669"/>
                  </a:lnTo>
                  <a:lnTo>
                    <a:pt x="1769490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981444" y="521208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7036308" y="555955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219188" y="550468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703630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219188" y="577900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1239" y="1508760"/>
            <a:ext cx="3669339" cy="4544568"/>
            <a:chOff x="2001239" y="1508760"/>
            <a:chExt cx="3669339" cy="4544568"/>
          </a:xfrm>
        </p:grpSpPr>
        <p:sp>
          <p:nvSpPr>
            <p:cNvPr id="6" name="pg3"/>
            <p:cNvSpPr/>
            <p:nvPr/>
          </p:nvSpPr>
          <p:spPr>
            <a:xfrm>
              <a:off x="3679197" y="3625860"/>
              <a:ext cx="37589" cy="55665"/>
            </a:xfrm>
            <a:custGeom>
              <a:avLst/>
              <a:pathLst>
                <a:path w="37589" h="55665">
                  <a:moveTo>
                    <a:pt x="271" y="49598"/>
                  </a:moveTo>
                  <a:lnTo>
                    <a:pt x="531" y="43794"/>
                  </a:lnTo>
                  <a:lnTo>
                    <a:pt x="736" y="39217"/>
                  </a:lnTo>
                  <a:lnTo>
                    <a:pt x="912" y="35307"/>
                  </a:lnTo>
                  <a:lnTo>
                    <a:pt x="1057" y="32065"/>
                  </a:lnTo>
                  <a:lnTo>
                    <a:pt x="1226" y="28284"/>
                  </a:lnTo>
                  <a:lnTo>
                    <a:pt x="1396" y="24496"/>
                  </a:lnTo>
                  <a:lnTo>
                    <a:pt x="1597" y="20023"/>
                  </a:lnTo>
                  <a:lnTo>
                    <a:pt x="1887" y="13551"/>
                  </a:lnTo>
                  <a:lnTo>
                    <a:pt x="2233" y="5819"/>
                  </a:lnTo>
                  <a:lnTo>
                    <a:pt x="19308" y="2953"/>
                  </a:lnTo>
                  <a:lnTo>
                    <a:pt x="36906" y="0"/>
                  </a:lnTo>
                  <a:lnTo>
                    <a:pt x="37153" y="81"/>
                  </a:lnTo>
                  <a:lnTo>
                    <a:pt x="37199" y="5321"/>
                  </a:lnTo>
                  <a:lnTo>
                    <a:pt x="37247" y="10766"/>
                  </a:lnTo>
                  <a:lnTo>
                    <a:pt x="37290" y="15726"/>
                  </a:lnTo>
                  <a:lnTo>
                    <a:pt x="37344" y="21943"/>
                  </a:lnTo>
                  <a:lnTo>
                    <a:pt x="37394" y="27614"/>
                  </a:lnTo>
                  <a:lnTo>
                    <a:pt x="37442" y="33153"/>
                  </a:lnTo>
                  <a:lnTo>
                    <a:pt x="37519" y="41938"/>
                  </a:lnTo>
                  <a:lnTo>
                    <a:pt x="37589" y="49971"/>
                  </a:lnTo>
                  <a:lnTo>
                    <a:pt x="37561" y="50399"/>
                  </a:lnTo>
                  <a:lnTo>
                    <a:pt x="34086" y="50730"/>
                  </a:lnTo>
                  <a:lnTo>
                    <a:pt x="28121" y="51297"/>
                  </a:lnTo>
                  <a:lnTo>
                    <a:pt x="17175" y="52997"/>
                  </a:lnTo>
                  <a:lnTo>
                    <a:pt x="0" y="55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01238" y="4744446"/>
              <a:ext cx="26440" cy="37300"/>
            </a:xfrm>
            <a:custGeom>
              <a:avLst/>
              <a:pathLst>
                <a:path w="26440" h="37300">
                  <a:moveTo>
                    <a:pt x="14483" y="24289"/>
                  </a:moveTo>
                  <a:lnTo>
                    <a:pt x="0" y="26670"/>
                  </a:lnTo>
                  <a:lnTo>
                    <a:pt x="0" y="0"/>
                  </a:lnTo>
                  <a:lnTo>
                    <a:pt x="26440" y="2303"/>
                  </a:lnTo>
                  <a:lnTo>
                    <a:pt x="26122" y="19801"/>
                  </a:lnTo>
                  <a:lnTo>
                    <a:pt x="25804" y="37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001238" y="4787686"/>
              <a:ext cx="25694" cy="81430"/>
            </a:xfrm>
            <a:custGeom>
              <a:avLst/>
              <a:pathLst>
                <a:path w="25694" h="81430">
                  <a:moveTo>
                    <a:pt x="25036" y="36280"/>
                  </a:moveTo>
                  <a:lnTo>
                    <a:pt x="24215" y="81430"/>
                  </a:lnTo>
                  <a:lnTo>
                    <a:pt x="18997" y="80777"/>
                  </a:lnTo>
                  <a:lnTo>
                    <a:pt x="13778" y="80123"/>
                  </a:lnTo>
                  <a:lnTo>
                    <a:pt x="0" y="63222"/>
                  </a:lnTo>
                  <a:lnTo>
                    <a:pt x="0" y="0"/>
                  </a:lnTo>
                  <a:lnTo>
                    <a:pt x="1868" y="8"/>
                  </a:lnTo>
                  <a:lnTo>
                    <a:pt x="13781" y="65"/>
                  </a:lnTo>
                  <a:lnTo>
                    <a:pt x="25694" y="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001238" y="3375851"/>
              <a:ext cx="350693" cy="452105"/>
            </a:xfrm>
            <a:custGeom>
              <a:avLst/>
              <a:pathLst>
                <a:path w="350693" h="452105">
                  <a:moveTo>
                    <a:pt x="333577" y="398965"/>
                  </a:moveTo>
                  <a:lnTo>
                    <a:pt x="300094" y="424634"/>
                  </a:lnTo>
                  <a:lnTo>
                    <a:pt x="281591" y="427786"/>
                  </a:lnTo>
                  <a:lnTo>
                    <a:pt x="265511" y="433416"/>
                  </a:lnTo>
                  <a:lnTo>
                    <a:pt x="221015" y="445125"/>
                  </a:lnTo>
                  <a:lnTo>
                    <a:pt x="190176" y="450979"/>
                  </a:lnTo>
                  <a:lnTo>
                    <a:pt x="174977" y="452105"/>
                  </a:lnTo>
                  <a:lnTo>
                    <a:pt x="148984" y="447151"/>
                  </a:lnTo>
                  <a:lnTo>
                    <a:pt x="121670" y="441522"/>
                  </a:lnTo>
                  <a:lnTo>
                    <a:pt x="111758" y="439045"/>
                  </a:lnTo>
                  <a:lnTo>
                    <a:pt x="104048" y="437469"/>
                  </a:lnTo>
                  <a:lnTo>
                    <a:pt x="97880" y="436793"/>
                  </a:lnTo>
                  <a:lnTo>
                    <a:pt x="82901" y="435668"/>
                  </a:lnTo>
                  <a:lnTo>
                    <a:pt x="72769" y="434767"/>
                  </a:lnTo>
                  <a:lnTo>
                    <a:pt x="62856" y="434542"/>
                  </a:lnTo>
                  <a:lnTo>
                    <a:pt x="46932" y="433913"/>
                  </a:lnTo>
                  <a:lnTo>
                    <a:pt x="35478" y="408243"/>
                  </a:lnTo>
                  <a:lnTo>
                    <a:pt x="29090" y="396309"/>
                  </a:lnTo>
                  <a:lnTo>
                    <a:pt x="16975" y="389779"/>
                  </a:lnTo>
                  <a:lnTo>
                    <a:pt x="0" y="375145"/>
                  </a:lnTo>
                  <a:lnTo>
                    <a:pt x="0" y="130070"/>
                  </a:lnTo>
                  <a:lnTo>
                    <a:pt x="32945" y="84042"/>
                  </a:lnTo>
                  <a:lnTo>
                    <a:pt x="87197" y="0"/>
                  </a:lnTo>
                  <a:lnTo>
                    <a:pt x="144405" y="36981"/>
                  </a:lnTo>
                  <a:lnTo>
                    <a:pt x="173517" y="57351"/>
                  </a:lnTo>
                  <a:lnTo>
                    <a:pt x="184541" y="65065"/>
                  </a:lnTo>
                  <a:lnTo>
                    <a:pt x="217845" y="84425"/>
                  </a:lnTo>
                  <a:lnTo>
                    <a:pt x="285603" y="103604"/>
                  </a:lnTo>
                  <a:lnTo>
                    <a:pt x="284387" y="107212"/>
                  </a:lnTo>
                  <a:lnTo>
                    <a:pt x="277027" y="129065"/>
                  </a:lnTo>
                  <a:lnTo>
                    <a:pt x="250530" y="169132"/>
                  </a:lnTo>
                  <a:lnTo>
                    <a:pt x="221942" y="212361"/>
                  </a:lnTo>
                  <a:lnTo>
                    <a:pt x="275604" y="320456"/>
                  </a:lnTo>
                  <a:lnTo>
                    <a:pt x="281858" y="333053"/>
                  </a:lnTo>
                  <a:lnTo>
                    <a:pt x="307036" y="319723"/>
                  </a:lnTo>
                  <a:lnTo>
                    <a:pt x="332457" y="357810"/>
                  </a:lnTo>
                  <a:lnTo>
                    <a:pt x="350693" y="385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253613" y="3101534"/>
              <a:ext cx="177348" cy="177585"/>
            </a:xfrm>
            <a:custGeom>
              <a:avLst/>
              <a:pathLst>
                <a:path w="177348" h="177585">
                  <a:moveTo>
                    <a:pt x="16801" y="111799"/>
                  </a:moveTo>
                  <a:lnTo>
                    <a:pt x="17882" y="110219"/>
                  </a:lnTo>
                  <a:lnTo>
                    <a:pt x="28550" y="94631"/>
                  </a:lnTo>
                  <a:lnTo>
                    <a:pt x="41036" y="76386"/>
                  </a:lnTo>
                  <a:lnTo>
                    <a:pt x="44880" y="70769"/>
                  </a:lnTo>
                  <a:lnTo>
                    <a:pt x="64806" y="41652"/>
                  </a:lnTo>
                  <a:lnTo>
                    <a:pt x="89687" y="5295"/>
                  </a:lnTo>
                  <a:lnTo>
                    <a:pt x="92109" y="1756"/>
                  </a:lnTo>
                  <a:lnTo>
                    <a:pt x="92932" y="1308"/>
                  </a:lnTo>
                  <a:lnTo>
                    <a:pt x="95335" y="0"/>
                  </a:lnTo>
                  <a:lnTo>
                    <a:pt x="99523" y="323"/>
                  </a:lnTo>
                  <a:lnTo>
                    <a:pt x="100862" y="998"/>
                  </a:lnTo>
                  <a:lnTo>
                    <a:pt x="103049" y="2099"/>
                  </a:lnTo>
                  <a:lnTo>
                    <a:pt x="105978" y="6127"/>
                  </a:lnTo>
                  <a:lnTo>
                    <a:pt x="119433" y="35540"/>
                  </a:lnTo>
                  <a:lnTo>
                    <a:pt x="121101" y="39042"/>
                  </a:lnTo>
                  <a:lnTo>
                    <a:pt x="126162" y="49674"/>
                  </a:lnTo>
                  <a:lnTo>
                    <a:pt x="134412" y="67002"/>
                  </a:lnTo>
                  <a:lnTo>
                    <a:pt x="141619" y="82140"/>
                  </a:lnTo>
                  <a:lnTo>
                    <a:pt x="177348" y="157187"/>
                  </a:lnTo>
                  <a:lnTo>
                    <a:pt x="173147" y="158181"/>
                  </a:lnTo>
                  <a:lnTo>
                    <a:pt x="171262" y="158627"/>
                  </a:lnTo>
                  <a:lnTo>
                    <a:pt x="125955" y="169345"/>
                  </a:lnTo>
                  <a:lnTo>
                    <a:pt x="118364" y="171141"/>
                  </a:lnTo>
                  <a:lnTo>
                    <a:pt x="106296" y="173219"/>
                  </a:lnTo>
                  <a:lnTo>
                    <a:pt x="80932" y="177585"/>
                  </a:lnTo>
                  <a:lnTo>
                    <a:pt x="75038" y="177172"/>
                  </a:lnTo>
                  <a:lnTo>
                    <a:pt x="72979" y="177027"/>
                  </a:lnTo>
                  <a:lnTo>
                    <a:pt x="65388" y="176495"/>
                  </a:lnTo>
                  <a:lnTo>
                    <a:pt x="47595" y="170697"/>
                  </a:lnTo>
                  <a:lnTo>
                    <a:pt x="35175" y="162158"/>
                  </a:lnTo>
                  <a:lnTo>
                    <a:pt x="21087" y="152473"/>
                  </a:lnTo>
                  <a:lnTo>
                    <a:pt x="20264" y="151907"/>
                  </a:lnTo>
                  <a:lnTo>
                    <a:pt x="14533" y="147507"/>
                  </a:lnTo>
                  <a:lnTo>
                    <a:pt x="0" y="136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12207" y="3240216"/>
              <a:ext cx="236174" cy="116292"/>
            </a:xfrm>
            <a:custGeom>
              <a:avLst/>
              <a:pathLst>
                <a:path w="236174" h="116292">
                  <a:moveTo>
                    <a:pt x="4922" y="47329"/>
                  </a:moveTo>
                  <a:lnTo>
                    <a:pt x="11090" y="38401"/>
                  </a:lnTo>
                  <a:lnTo>
                    <a:pt x="20396" y="24930"/>
                  </a:lnTo>
                  <a:lnTo>
                    <a:pt x="27040" y="15313"/>
                  </a:lnTo>
                  <a:lnTo>
                    <a:pt x="37618" y="0"/>
                  </a:lnTo>
                  <a:lnTo>
                    <a:pt x="50059" y="9121"/>
                  </a:lnTo>
                  <a:lnTo>
                    <a:pt x="83288" y="33486"/>
                  </a:lnTo>
                  <a:lnTo>
                    <a:pt x="84701" y="34367"/>
                  </a:lnTo>
                  <a:lnTo>
                    <a:pt x="85664" y="34792"/>
                  </a:lnTo>
                  <a:lnTo>
                    <a:pt x="107651" y="41631"/>
                  </a:lnTo>
                  <a:lnTo>
                    <a:pt x="110045" y="41669"/>
                  </a:lnTo>
                  <a:lnTo>
                    <a:pt x="127937" y="41956"/>
                  </a:lnTo>
                  <a:lnTo>
                    <a:pt x="140626" y="39104"/>
                  </a:lnTo>
                  <a:lnTo>
                    <a:pt x="167732" y="33013"/>
                  </a:lnTo>
                  <a:lnTo>
                    <a:pt x="214214" y="22566"/>
                  </a:lnTo>
                  <a:lnTo>
                    <a:pt x="222916" y="23561"/>
                  </a:lnTo>
                  <a:lnTo>
                    <a:pt x="224900" y="33973"/>
                  </a:lnTo>
                  <a:lnTo>
                    <a:pt x="227478" y="47497"/>
                  </a:lnTo>
                  <a:lnTo>
                    <a:pt x="229377" y="57465"/>
                  </a:lnTo>
                  <a:lnTo>
                    <a:pt x="231291" y="67506"/>
                  </a:lnTo>
                  <a:lnTo>
                    <a:pt x="233623" y="79739"/>
                  </a:lnTo>
                  <a:lnTo>
                    <a:pt x="236174" y="93125"/>
                  </a:lnTo>
                  <a:lnTo>
                    <a:pt x="233435" y="93716"/>
                  </a:lnTo>
                  <a:lnTo>
                    <a:pt x="193320" y="102373"/>
                  </a:lnTo>
                  <a:lnTo>
                    <a:pt x="139841" y="113914"/>
                  </a:lnTo>
                  <a:lnTo>
                    <a:pt x="126699" y="114743"/>
                  </a:lnTo>
                  <a:lnTo>
                    <a:pt x="102178" y="116292"/>
                  </a:lnTo>
                  <a:lnTo>
                    <a:pt x="85280" y="113681"/>
                  </a:lnTo>
                  <a:lnTo>
                    <a:pt x="31582" y="82556"/>
                  </a:lnTo>
                  <a:lnTo>
                    <a:pt x="4263" y="66721"/>
                  </a:lnTo>
                  <a:lnTo>
                    <a:pt x="1466" y="61388"/>
                  </a:lnTo>
                  <a:lnTo>
                    <a:pt x="644" y="57503"/>
                  </a:lnTo>
                  <a:lnTo>
                    <a:pt x="0" y="5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147835" y="3328677"/>
              <a:ext cx="155890" cy="132069"/>
            </a:xfrm>
            <a:custGeom>
              <a:avLst/>
              <a:pathLst>
                <a:path w="155890" h="132069">
                  <a:moveTo>
                    <a:pt x="9178" y="68873"/>
                  </a:moveTo>
                  <a:lnTo>
                    <a:pt x="0" y="61339"/>
                  </a:lnTo>
                  <a:lnTo>
                    <a:pt x="127" y="57701"/>
                  </a:lnTo>
                  <a:lnTo>
                    <a:pt x="2923" y="53503"/>
                  </a:lnTo>
                  <a:lnTo>
                    <a:pt x="9089" y="44242"/>
                  </a:lnTo>
                  <a:lnTo>
                    <a:pt x="15085" y="35238"/>
                  </a:lnTo>
                  <a:lnTo>
                    <a:pt x="21885" y="25026"/>
                  </a:lnTo>
                  <a:lnTo>
                    <a:pt x="23912" y="21981"/>
                  </a:lnTo>
                  <a:lnTo>
                    <a:pt x="27686" y="16314"/>
                  </a:lnTo>
                  <a:lnTo>
                    <a:pt x="34141" y="6620"/>
                  </a:lnTo>
                  <a:lnTo>
                    <a:pt x="38549" y="0"/>
                  </a:lnTo>
                  <a:lnTo>
                    <a:pt x="43252" y="3104"/>
                  </a:lnTo>
                  <a:lnTo>
                    <a:pt x="50371" y="7803"/>
                  </a:lnTo>
                  <a:lnTo>
                    <a:pt x="57128" y="12264"/>
                  </a:lnTo>
                  <a:lnTo>
                    <a:pt x="64906" y="17398"/>
                  </a:lnTo>
                  <a:lnTo>
                    <a:pt x="72201" y="22213"/>
                  </a:lnTo>
                  <a:lnTo>
                    <a:pt x="82479" y="28998"/>
                  </a:lnTo>
                  <a:lnTo>
                    <a:pt x="84861" y="30570"/>
                  </a:lnTo>
                  <a:lnTo>
                    <a:pt x="89456" y="32818"/>
                  </a:lnTo>
                  <a:lnTo>
                    <a:pt x="98147" y="37070"/>
                  </a:lnTo>
                  <a:lnTo>
                    <a:pt x="110732" y="43228"/>
                  </a:lnTo>
                  <a:lnTo>
                    <a:pt x="123911" y="49099"/>
                  </a:lnTo>
                  <a:lnTo>
                    <a:pt x="131447" y="52457"/>
                  </a:lnTo>
                  <a:lnTo>
                    <a:pt x="143421" y="56445"/>
                  </a:lnTo>
                  <a:lnTo>
                    <a:pt x="155890" y="59103"/>
                  </a:lnTo>
                  <a:lnTo>
                    <a:pt x="154657" y="67273"/>
                  </a:lnTo>
                  <a:lnTo>
                    <a:pt x="153272" y="76448"/>
                  </a:lnTo>
                  <a:lnTo>
                    <a:pt x="151998" y="84896"/>
                  </a:lnTo>
                  <a:lnTo>
                    <a:pt x="150368" y="95695"/>
                  </a:lnTo>
                  <a:lnTo>
                    <a:pt x="149142" y="103818"/>
                  </a:lnTo>
                  <a:lnTo>
                    <a:pt x="148150" y="110393"/>
                  </a:lnTo>
                  <a:lnTo>
                    <a:pt x="147426" y="115187"/>
                  </a:lnTo>
                  <a:lnTo>
                    <a:pt x="144771" y="132069"/>
                  </a:lnTo>
                  <a:lnTo>
                    <a:pt x="139630" y="130886"/>
                  </a:lnTo>
                  <a:lnTo>
                    <a:pt x="135894" y="130026"/>
                  </a:lnTo>
                  <a:lnTo>
                    <a:pt x="126758" y="128460"/>
                  </a:lnTo>
                  <a:lnTo>
                    <a:pt x="116188" y="126649"/>
                  </a:lnTo>
                  <a:lnTo>
                    <a:pt x="111435" y="125834"/>
                  </a:lnTo>
                  <a:lnTo>
                    <a:pt x="101296" y="122096"/>
                  </a:lnTo>
                  <a:lnTo>
                    <a:pt x="97688" y="120766"/>
                  </a:lnTo>
                  <a:lnTo>
                    <a:pt x="84682" y="114603"/>
                  </a:lnTo>
                  <a:lnTo>
                    <a:pt x="65147" y="105483"/>
                  </a:lnTo>
                  <a:lnTo>
                    <a:pt x="50946" y="96194"/>
                  </a:lnTo>
                  <a:lnTo>
                    <a:pt x="37444" y="87362"/>
                  </a:lnTo>
                  <a:lnTo>
                    <a:pt x="22025" y="77277"/>
                  </a:lnTo>
                  <a:lnTo>
                    <a:pt x="19335" y="75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24795" y="3367624"/>
              <a:ext cx="147800" cy="95073"/>
            </a:xfrm>
            <a:custGeom>
              <a:avLst/>
              <a:pathLst>
                <a:path w="147800" h="95073">
                  <a:moveTo>
                    <a:pt x="418" y="28720"/>
                  </a:moveTo>
                  <a:lnTo>
                    <a:pt x="4233" y="23693"/>
                  </a:lnTo>
                  <a:lnTo>
                    <a:pt x="17311" y="23463"/>
                  </a:lnTo>
                  <a:lnTo>
                    <a:pt x="32180" y="21503"/>
                  </a:lnTo>
                  <a:lnTo>
                    <a:pt x="48619" y="19337"/>
                  </a:lnTo>
                  <a:lnTo>
                    <a:pt x="69305" y="16611"/>
                  </a:lnTo>
                  <a:lnTo>
                    <a:pt x="69475" y="16589"/>
                  </a:lnTo>
                  <a:lnTo>
                    <a:pt x="70978" y="16193"/>
                  </a:lnTo>
                  <a:lnTo>
                    <a:pt x="93013" y="10386"/>
                  </a:lnTo>
                  <a:lnTo>
                    <a:pt x="132424" y="0"/>
                  </a:lnTo>
                  <a:lnTo>
                    <a:pt x="134116" y="8190"/>
                  </a:lnTo>
                  <a:lnTo>
                    <a:pt x="135769" y="16193"/>
                  </a:lnTo>
                  <a:lnTo>
                    <a:pt x="136670" y="20553"/>
                  </a:lnTo>
                  <a:lnTo>
                    <a:pt x="139105" y="32337"/>
                  </a:lnTo>
                  <a:lnTo>
                    <a:pt x="140857" y="40813"/>
                  </a:lnTo>
                  <a:lnTo>
                    <a:pt x="144581" y="58840"/>
                  </a:lnTo>
                  <a:lnTo>
                    <a:pt x="147800" y="74416"/>
                  </a:lnTo>
                  <a:lnTo>
                    <a:pt x="145982" y="74778"/>
                  </a:lnTo>
                  <a:lnTo>
                    <a:pt x="142419" y="75487"/>
                  </a:lnTo>
                  <a:lnTo>
                    <a:pt x="135967" y="76771"/>
                  </a:lnTo>
                  <a:lnTo>
                    <a:pt x="127769" y="78403"/>
                  </a:lnTo>
                  <a:lnTo>
                    <a:pt x="119959" y="79957"/>
                  </a:lnTo>
                  <a:lnTo>
                    <a:pt x="115971" y="80750"/>
                  </a:lnTo>
                  <a:lnTo>
                    <a:pt x="115236" y="80876"/>
                  </a:lnTo>
                  <a:lnTo>
                    <a:pt x="109957" y="81776"/>
                  </a:lnTo>
                  <a:lnTo>
                    <a:pt x="101899" y="83150"/>
                  </a:lnTo>
                  <a:lnTo>
                    <a:pt x="92984" y="84670"/>
                  </a:lnTo>
                  <a:lnTo>
                    <a:pt x="77381" y="87331"/>
                  </a:lnTo>
                  <a:lnTo>
                    <a:pt x="63836" y="89640"/>
                  </a:lnTo>
                  <a:lnTo>
                    <a:pt x="59531" y="90374"/>
                  </a:lnTo>
                  <a:lnTo>
                    <a:pt x="49381" y="92130"/>
                  </a:lnTo>
                  <a:lnTo>
                    <a:pt x="32376" y="95073"/>
                  </a:lnTo>
                  <a:lnTo>
                    <a:pt x="27837" y="95031"/>
                  </a:lnTo>
                  <a:lnTo>
                    <a:pt x="0" y="94773"/>
                  </a:lnTo>
                  <a:lnTo>
                    <a:pt x="29" y="90089"/>
                  </a:lnTo>
                  <a:lnTo>
                    <a:pt x="66" y="84330"/>
                  </a:lnTo>
                  <a:lnTo>
                    <a:pt x="109" y="77485"/>
                  </a:lnTo>
                  <a:lnTo>
                    <a:pt x="139" y="72788"/>
                  </a:lnTo>
                  <a:lnTo>
                    <a:pt x="173" y="67384"/>
                  </a:lnTo>
                  <a:lnTo>
                    <a:pt x="201" y="63058"/>
                  </a:lnTo>
                  <a:lnTo>
                    <a:pt x="235" y="57652"/>
                  </a:lnTo>
                  <a:lnTo>
                    <a:pt x="269" y="52255"/>
                  </a:lnTo>
                  <a:lnTo>
                    <a:pt x="301" y="47221"/>
                  </a:lnTo>
                  <a:lnTo>
                    <a:pt x="338" y="41438"/>
                  </a:lnTo>
                  <a:lnTo>
                    <a:pt x="379" y="34967"/>
                  </a:lnTo>
                  <a:lnTo>
                    <a:pt x="412" y="29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14866" y="3179724"/>
              <a:ext cx="118678" cy="150991"/>
            </a:xfrm>
            <a:custGeom>
              <a:avLst/>
              <a:pathLst>
                <a:path w="118678" h="150991">
                  <a:moveTo>
                    <a:pt x="3677" y="0"/>
                  </a:moveTo>
                  <a:lnTo>
                    <a:pt x="53040" y="13346"/>
                  </a:lnTo>
                  <a:lnTo>
                    <a:pt x="87725" y="22724"/>
                  </a:lnTo>
                  <a:lnTo>
                    <a:pt x="95032" y="24804"/>
                  </a:lnTo>
                  <a:lnTo>
                    <a:pt x="104855" y="71993"/>
                  </a:lnTo>
                  <a:lnTo>
                    <a:pt x="106918" y="81900"/>
                  </a:lnTo>
                  <a:lnTo>
                    <a:pt x="107438" y="84399"/>
                  </a:lnTo>
                  <a:lnTo>
                    <a:pt x="112161" y="107087"/>
                  </a:lnTo>
                  <a:lnTo>
                    <a:pt x="118678" y="138394"/>
                  </a:lnTo>
                  <a:lnTo>
                    <a:pt x="112473" y="139473"/>
                  </a:lnTo>
                  <a:lnTo>
                    <a:pt x="75157" y="145962"/>
                  </a:lnTo>
                  <a:lnTo>
                    <a:pt x="46239" y="150991"/>
                  </a:lnTo>
                  <a:lnTo>
                    <a:pt x="39003" y="111623"/>
                  </a:lnTo>
                  <a:lnTo>
                    <a:pt x="36605" y="98576"/>
                  </a:lnTo>
                  <a:lnTo>
                    <a:pt x="30669" y="66279"/>
                  </a:lnTo>
                  <a:lnTo>
                    <a:pt x="29107" y="63038"/>
                  </a:lnTo>
                  <a:lnTo>
                    <a:pt x="3679" y="10277"/>
                  </a:lnTo>
                  <a:lnTo>
                    <a:pt x="0" y="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537270" y="3226792"/>
              <a:ext cx="70209" cy="83952"/>
            </a:xfrm>
            <a:custGeom>
              <a:avLst/>
              <a:pathLst>
                <a:path w="70209" h="83952">
                  <a:moveTo>
                    <a:pt x="55552" y="47840"/>
                  </a:moveTo>
                  <a:lnTo>
                    <a:pt x="60246" y="76806"/>
                  </a:lnTo>
                  <a:lnTo>
                    <a:pt x="56276" y="77416"/>
                  </a:lnTo>
                  <a:lnTo>
                    <a:pt x="52371" y="78016"/>
                  </a:lnTo>
                  <a:lnTo>
                    <a:pt x="45842" y="79018"/>
                  </a:lnTo>
                  <a:lnTo>
                    <a:pt x="26177" y="82038"/>
                  </a:lnTo>
                  <a:lnTo>
                    <a:pt x="19727" y="83029"/>
                  </a:lnTo>
                  <a:lnTo>
                    <a:pt x="14737" y="83952"/>
                  </a:lnTo>
                  <a:lnTo>
                    <a:pt x="12533" y="82606"/>
                  </a:lnTo>
                  <a:lnTo>
                    <a:pt x="10362" y="70200"/>
                  </a:lnTo>
                  <a:lnTo>
                    <a:pt x="8891" y="61796"/>
                  </a:lnTo>
                  <a:lnTo>
                    <a:pt x="6230" y="46597"/>
                  </a:lnTo>
                  <a:lnTo>
                    <a:pt x="4233" y="35187"/>
                  </a:lnTo>
                  <a:lnTo>
                    <a:pt x="2727" y="26585"/>
                  </a:lnTo>
                  <a:lnTo>
                    <a:pt x="356" y="13034"/>
                  </a:lnTo>
                  <a:lnTo>
                    <a:pt x="0" y="10999"/>
                  </a:lnTo>
                  <a:lnTo>
                    <a:pt x="9580" y="9368"/>
                  </a:lnTo>
                  <a:lnTo>
                    <a:pt x="18667" y="7821"/>
                  </a:lnTo>
                  <a:lnTo>
                    <a:pt x="30212" y="5856"/>
                  </a:lnTo>
                  <a:lnTo>
                    <a:pt x="40500" y="4105"/>
                  </a:lnTo>
                  <a:lnTo>
                    <a:pt x="64617" y="0"/>
                  </a:lnTo>
                  <a:lnTo>
                    <a:pt x="66048" y="6643"/>
                  </a:lnTo>
                  <a:lnTo>
                    <a:pt x="68171" y="16491"/>
                  </a:lnTo>
                  <a:lnTo>
                    <a:pt x="70209" y="25950"/>
                  </a:lnTo>
                  <a:lnTo>
                    <a:pt x="67348" y="26537"/>
                  </a:lnTo>
                  <a:lnTo>
                    <a:pt x="60486" y="27945"/>
                  </a:lnTo>
                  <a:lnTo>
                    <a:pt x="51996" y="29686"/>
                  </a:lnTo>
                  <a:lnTo>
                    <a:pt x="52805" y="338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94499" y="3227390"/>
              <a:ext cx="89371" cy="77043"/>
            </a:xfrm>
            <a:custGeom>
              <a:avLst/>
              <a:pathLst>
                <a:path w="89371" h="77043">
                  <a:moveTo>
                    <a:pt x="19796" y="1288"/>
                  </a:moveTo>
                  <a:lnTo>
                    <a:pt x="28035" y="2645"/>
                  </a:lnTo>
                  <a:lnTo>
                    <a:pt x="36635" y="4840"/>
                  </a:lnTo>
                  <a:lnTo>
                    <a:pt x="46401" y="7332"/>
                  </a:lnTo>
                  <a:lnTo>
                    <a:pt x="56415" y="9888"/>
                  </a:lnTo>
                  <a:lnTo>
                    <a:pt x="68046" y="12857"/>
                  </a:lnTo>
                  <a:lnTo>
                    <a:pt x="77206" y="15195"/>
                  </a:lnTo>
                  <a:lnTo>
                    <a:pt x="80455" y="17367"/>
                  </a:lnTo>
                  <a:lnTo>
                    <a:pt x="82922" y="21761"/>
                  </a:lnTo>
                  <a:lnTo>
                    <a:pt x="84018" y="28483"/>
                  </a:lnTo>
                  <a:lnTo>
                    <a:pt x="85111" y="35187"/>
                  </a:lnTo>
                  <a:lnTo>
                    <a:pt x="86196" y="41847"/>
                  </a:lnTo>
                  <a:lnTo>
                    <a:pt x="87468" y="49647"/>
                  </a:lnTo>
                  <a:lnTo>
                    <a:pt x="89371" y="61323"/>
                  </a:lnTo>
                  <a:lnTo>
                    <a:pt x="86726" y="61822"/>
                  </a:lnTo>
                  <a:lnTo>
                    <a:pt x="81503" y="62806"/>
                  </a:lnTo>
                  <a:lnTo>
                    <a:pt x="74413" y="64142"/>
                  </a:lnTo>
                  <a:lnTo>
                    <a:pt x="61502" y="66576"/>
                  </a:lnTo>
                  <a:lnTo>
                    <a:pt x="46022" y="69493"/>
                  </a:lnTo>
                  <a:lnTo>
                    <a:pt x="32069" y="72123"/>
                  </a:lnTo>
                  <a:lnTo>
                    <a:pt x="15627" y="75221"/>
                  </a:lnTo>
                  <a:lnTo>
                    <a:pt x="5959" y="77043"/>
                  </a:lnTo>
                  <a:lnTo>
                    <a:pt x="4915" y="71297"/>
                  </a:lnTo>
                  <a:lnTo>
                    <a:pt x="3901" y="65715"/>
                  </a:lnTo>
                  <a:lnTo>
                    <a:pt x="2594" y="58517"/>
                  </a:lnTo>
                  <a:lnTo>
                    <a:pt x="1157" y="50604"/>
                  </a:lnTo>
                  <a:lnTo>
                    <a:pt x="982" y="49637"/>
                  </a:lnTo>
                  <a:lnTo>
                    <a:pt x="0" y="44230"/>
                  </a:lnTo>
                  <a:lnTo>
                    <a:pt x="3558" y="43531"/>
                  </a:lnTo>
                  <a:lnTo>
                    <a:pt x="6000" y="43052"/>
                  </a:lnTo>
                  <a:lnTo>
                    <a:pt x="9049" y="42454"/>
                  </a:lnTo>
                  <a:lnTo>
                    <a:pt x="12211" y="41833"/>
                  </a:lnTo>
                  <a:lnTo>
                    <a:pt x="15853" y="41118"/>
                  </a:lnTo>
                  <a:lnTo>
                    <a:pt x="18090" y="40680"/>
                  </a:lnTo>
                  <a:lnTo>
                    <a:pt x="19040" y="40493"/>
                  </a:lnTo>
                  <a:lnTo>
                    <a:pt x="18256" y="36005"/>
                  </a:lnTo>
                  <a:lnTo>
                    <a:pt x="17236" y="30165"/>
                  </a:lnTo>
                  <a:lnTo>
                    <a:pt x="16213" y="24301"/>
                  </a:lnTo>
                  <a:lnTo>
                    <a:pt x="14363" y="13710"/>
                  </a:lnTo>
                  <a:lnTo>
                    <a:pt x="1196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438478" y="3455542"/>
              <a:ext cx="62491" cy="80529"/>
            </a:xfrm>
            <a:custGeom>
              <a:avLst/>
              <a:pathLst>
                <a:path w="62491" h="80529">
                  <a:moveTo>
                    <a:pt x="2832" y="48606"/>
                  </a:moveTo>
                  <a:lnTo>
                    <a:pt x="0" y="39173"/>
                  </a:lnTo>
                  <a:lnTo>
                    <a:pt x="2097" y="37820"/>
                  </a:lnTo>
                  <a:lnTo>
                    <a:pt x="3537" y="36267"/>
                  </a:lnTo>
                  <a:lnTo>
                    <a:pt x="5070" y="34613"/>
                  </a:lnTo>
                  <a:lnTo>
                    <a:pt x="10743" y="28493"/>
                  </a:lnTo>
                  <a:lnTo>
                    <a:pt x="18753" y="19852"/>
                  </a:lnTo>
                  <a:lnTo>
                    <a:pt x="19959" y="18551"/>
                  </a:lnTo>
                  <a:lnTo>
                    <a:pt x="17672" y="13463"/>
                  </a:lnTo>
                  <a:lnTo>
                    <a:pt x="18733" y="11428"/>
                  </a:lnTo>
                  <a:lnTo>
                    <a:pt x="19641" y="9686"/>
                  </a:lnTo>
                  <a:lnTo>
                    <a:pt x="22150" y="4871"/>
                  </a:lnTo>
                  <a:lnTo>
                    <a:pt x="30200" y="3357"/>
                  </a:lnTo>
                  <a:lnTo>
                    <a:pt x="37937" y="1901"/>
                  </a:lnTo>
                  <a:lnTo>
                    <a:pt x="48042" y="0"/>
                  </a:lnTo>
                  <a:lnTo>
                    <a:pt x="50423" y="11239"/>
                  </a:lnTo>
                  <a:lnTo>
                    <a:pt x="52247" y="19852"/>
                  </a:lnTo>
                  <a:lnTo>
                    <a:pt x="53109" y="23918"/>
                  </a:lnTo>
                  <a:lnTo>
                    <a:pt x="54567" y="30804"/>
                  </a:lnTo>
                  <a:lnTo>
                    <a:pt x="56677" y="40763"/>
                  </a:lnTo>
                  <a:lnTo>
                    <a:pt x="62491" y="68207"/>
                  </a:lnTo>
                  <a:lnTo>
                    <a:pt x="60557" y="68647"/>
                  </a:lnTo>
                  <a:lnTo>
                    <a:pt x="57993" y="69231"/>
                  </a:lnTo>
                  <a:lnTo>
                    <a:pt x="55737" y="69744"/>
                  </a:lnTo>
                  <a:lnTo>
                    <a:pt x="44431" y="72318"/>
                  </a:lnTo>
                  <a:lnTo>
                    <a:pt x="31503" y="75261"/>
                  </a:lnTo>
                  <a:lnTo>
                    <a:pt x="18768" y="78843"/>
                  </a:lnTo>
                  <a:lnTo>
                    <a:pt x="12773" y="80529"/>
                  </a:lnTo>
                  <a:lnTo>
                    <a:pt x="11730" y="80216"/>
                  </a:lnTo>
                  <a:lnTo>
                    <a:pt x="8478" y="79240"/>
                  </a:lnTo>
                  <a:lnTo>
                    <a:pt x="4918" y="78172"/>
                  </a:lnTo>
                  <a:lnTo>
                    <a:pt x="5405" y="70366"/>
                  </a:lnTo>
                  <a:lnTo>
                    <a:pt x="5749" y="64854"/>
                  </a:lnTo>
                  <a:lnTo>
                    <a:pt x="6270" y="64412"/>
                  </a:lnTo>
                  <a:lnTo>
                    <a:pt x="7311" y="63528"/>
                  </a:lnTo>
                  <a:lnTo>
                    <a:pt x="6618" y="61218"/>
                  </a:lnTo>
                  <a:lnTo>
                    <a:pt x="4983" y="55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409718" y="3488923"/>
              <a:ext cx="30181" cy="46237"/>
            </a:xfrm>
            <a:custGeom>
              <a:avLst/>
              <a:pathLst>
                <a:path w="30181" h="46237">
                  <a:moveTo>
                    <a:pt x="0" y="8920"/>
                  </a:moveTo>
                  <a:lnTo>
                    <a:pt x="11870" y="4449"/>
                  </a:lnTo>
                  <a:lnTo>
                    <a:pt x="23684" y="0"/>
                  </a:lnTo>
                  <a:lnTo>
                    <a:pt x="26208" y="5403"/>
                  </a:lnTo>
                  <a:lnTo>
                    <a:pt x="28585" y="10494"/>
                  </a:lnTo>
                  <a:lnTo>
                    <a:pt x="30181" y="19668"/>
                  </a:lnTo>
                  <a:lnTo>
                    <a:pt x="30131" y="28279"/>
                  </a:lnTo>
                  <a:lnTo>
                    <a:pt x="30027" y="46237"/>
                  </a:lnTo>
                  <a:lnTo>
                    <a:pt x="27516" y="46122"/>
                  </a:lnTo>
                  <a:lnTo>
                    <a:pt x="17356" y="45658"/>
                  </a:lnTo>
                  <a:lnTo>
                    <a:pt x="12921" y="44280"/>
                  </a:lnTo>
                  <a:lnTo>
                    <a:pt x="1488" y="40730"/>
                  </a:lnTo>
                  <a:lnTo>
                    <a:pt x="247" y="40345"/>
                  </a:lnTo>
                  <a:lnTo>
                    <a:pt x="2881" y="31018"/>
                  </a:lnTo>
                  <a:lnTo>
                    <a:pt x="1903" y="23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361592" y="3648874"/>
              <a:ext cx="102729" cy="63185"/>
            </a:xfrm>
            <a:custGeom>
              <a:avLst/>
              <a:pathLst>
                <a:path w="102729" h="63185">
                  <a:moveTo>
                    <a:pt x="4444" y="24098"/>
                  </a:moveTo>
                  <a:lnTo>
                    <a:pt x="5977" y="21005"/>
                  </a:lnTo>
                  <a:lnTo>
                    <a:pt x="9140" y="14621"/>
                  </a:lnTo>
                  <a:lnTo>
                    <a:pt x="13606" y="5607"/>
                  </a:lnTo>
                  <a:lnTo>
                    <a:pt x="16384" y="0"/>
                  </a:lnTo>
                  <a:lnTo>
                    <a:pt x="40553" y="3919"/>
                  </a:lnTo>
                  <a:lnTo>
                    <a:pt x="67530" y="8294"/>
                  </a:lnTo>
                  <a:lnTo>
                    <a:pt x="87747" y="12543"/>
                  </a:lnTo>
                  <a:lnTo>
                    <a:pt x="102729" y="19013"/>
                  </a:lnTo>
                  <a:lnTo>
                    <a:pt x="101391" y="23065"/>
                  </a:lnTo>
                  <a:lnTo>
                    <a:pt x="98964" y="30419"/>
                  </a:lnTo>
                  <a:lnTo>
                    <a:pt x="96625" y="37507"/>
                  </a:lnTo>
                  <a:lnTo>
                    <a:pt x="94157" y="44982"/>
                  </a:lnTo>
                  <a:lnTo>
                    <a:pt x="93046" y="48143"/>
                  </a:lnTo>
                  <a:lnTo>
                    <a:pt x="69008" y="55100"/>
                  </a:lnTo>
                  <a:lnTo>
                    <a:pt x="29683" y="59719"/>
                  </a:lnTo>
                  <a:lnTo>
                    <a:pt x="176" y="63185"/>
                  </a:lnTo>
                  <a:lnTo>
                    <a:pt x="74" y="54852"/>
                  </a:lnTo>
                  <a:lnTo>
                    <a:pt x="0" y="48704"/>
                  </a:lnTo>
                  <a:lnTo>
                    <a:pt x="659" y="45054"/>
                  </a:lnTo>
                  <a:lnTo>
                    <a:pt x="2454" y="35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452207" y="3704570"/>
              <a:ext cx="27676" cy="35914"/>
            </a:xfrm>
            <a:custGeom>
              <a:avLst/>
              <a:pathLst>
                <a:path w="27676" h="35914">
                  <a:moveTo>
                    <a:pt x="1646" y="2201"/>
                  </a:moveTo>
                  <a:lnTo>
                    <a:pt x="3738" y="1186"/>
                  </a:lnTo>
                  <a:lnTo>
                    <a:pt x="5124" y="513"/>
                  </a:lnTo>
                  <a:lnTo>
                    <a:pt x="6183" y="0"/>
                  </a:lnTo>
                  <a:lnTo>
                    <a:pt x="14249" y="9189"/>
                  </a:lnTo>
                  <a:lnTo>
                    <a:pt x="23749" y="20012"/>
                  </a:lnTo>
                  <a:lnTo>
                    <a:pt x="27676" y="30935"/>
                  </a:lnTo>
                  <a:lnTo>
                    <a:pt x="26873" y="31412"/>
                  </a:lnTo>
                  <a:lnTo>
                    <a:pt x="25900" y="31990"/>
                  </a:lnTo>
                  <a:lnTo>
                    <a:pt x="24599" y="32763"/>
                  </a:lnTo>
                  <a:lnTo>
                    <a:pt x="23268" y="33553"/>
                  </a:lnTo>
                  <a:lnTo>
                    <a:pt x="21841" y="34400"/>
                  </a:lnTo>
                  <a:lnTo>
                    <a:pt x="20518" y="35186"/>
                  </a:lnTo>
                  <a:lnTo>
                    <a:pt x="19293" y="35914"/>
                  </a:lnTo>
                  <a:lnTo>
                    <a:pt x="14852" y="25074"/>
                  </a:lnTo>
                  <a:lnTo>
                    <a:pt x="14219" y="24214"/>
                  </a:lnTo>
                  <a:lnTo>
                    <a:pt x="7439" y="15011"/>
                  </a:lnTo>
                  <a:lnTo>
                    <a:pt x="4499" y="10264"/>
                  </a:lnTo>
                  <a:lnTo>
                    <a:pt x="0" y="3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307400" y="3706918"/>
              <a:ext cx="179730" cy="177745"/>
            </a:xfrm>
            <a:custGeom>
              <a:avLst/>
              <a:pathLst>
                <a:path w="179730" h="177745">
                  <a:moveTo>
                    <a:pt x="65051" y="10231"/>
                  </a:moveTo>
                  <a:lnTo>
                    <a:pt x="72894" y="9183"/>
                  </a:lnTo>
                  <a:lnTo>
                    <a:pt x="81968" y="7970"/>
                  </a:lnTo>
                  <a:lnTo>
                    <a:pt x="91008" y="6762"/>
                  </a:lnTo>
                  <a:lnTo>
                    <a:pt x="102297" y="5253"/>
                  </a:lnTo>
                  <a:lnTo>
                    <a:pt x="113778" y="3719"/>
                  </a:lnTo>
                  <a:lnTo>
                    <a:pt x="121558" y="2679"/>
                  </a:lnTo>
                  <a:lnTo>
                    <a:pt x="126543" y="1793"/>
                  </a:lnTo>
                  <a:lnTo>
                    <a:pt x="136640" y="0"/>
                  </a:lnTo>
                  <a:lnTo>
                    <a:pt x="140099" y="5334"/>
                  </a:lnTo>
                  <a:lnTo>
                    <a:pt x="147580" y="16871"/>
                  </a:lnTo>
                  <a:lnTo>
                    <a:pt x="150185" y="23093"/>
                  </a:lnTo>
                  <a:lnTo>
                    <a:pt x="151616" y="27663"/>
                  </a:lnTo>
                  <a:lnTo>
                    <a:pt x="152965" y="31969"/>
                  </a:lnTo>
                  <a:lnTo>
                    <a:pt x="152938" y="37302"/>
                  </a:lnTo>
                  <a:lnTo>
                    <a:pt x="152912" y="42310"/>
                  </a:lnTo>
                  <a:lnTo>
                    <a:pt x="152885" y="47719"/>
                  </a:lnTo>
                  <a:lnTo>
                    <a:pt x="146259" y="53912"/>
                  </a:lnTo>
                  <a:lnTo>
                    <a:pt x="133981" y="59868"/>
                  </a:lnTo>
                  <a:lnTo>
                    <a:pt x="119049" y="63789"/>
                  </a:lnTo>
                  <a:lnTo>
                    <a:pt x="114600" y="63153"/>
                  </a:lnTo>
                  <a:lnTo>
                    <a:pt x="109920" y="66638"/>
                  </a:lnTo>
                  <a:lnTo>
                    <a:pt x="109127" y="72210"/>
                  </a:lnTo>
                  <a:lnTo>
                    <a:pt x="112337" y="76613"/>
                  </a:lnTo>
                  <a:lnTo>
                    <a:pt x="112614" y="77229"/>
                  </a:lnTo>
                  <a:lnTo>
                    <a:pt x="115063" y="79508"/>
                  </a:lnTo>
                  <a:lnTo>
                    <a:pt x="118885" y="74287"/>
                  </a:lnTo>
                  <a:lnTo>
                    <a:pt x="121296" y="69422"/>
                  </a:lnTo>
                  <a:lnTo>
                    <a:pt x="123181" y="69067"/>
                  </a:lnTo>
                  <a:lnTo>
                    <a:pt x="124944" y="68735"/>
                  </a:lnTo>
                  <a:lnTo>
                    <a:pt x="125179" y="68798"/>
                  </a:lnTo>
                  <a:lnTo>
                    <a:pt x="131533" y="70508"/>
                  </a:lnTo>
                  <a:lnTo>
                    <a:pt x="132341" y="70447"/>
                  </a:lnTo>
                  <a:lnTo>
                    <a:pt x="138305" y="73722"/>
                  </a:lnTo>
                  <a:lnTo>
                    <a:pt x="138360" y="74845"/>
                  </a:lnTo>
                  <a:lnTo>
                    <a:pt x="138491" y="75157"/>
                  </a:lnTo>
                  <a:lnTo>
                    <a:pt x="139665" y="77955"/>
                  </a:lnTo>
                  <a:lnTo>
                    <a:pt x="139148" y="79188"/>
                  </a:lnTo>
                  <a:lnTo>
                    <a:pt x="138530" y="80663"/>
                  </a:lnTo>
                  <a:lnTo>
                    <a:pt x="138221" y="81398"/>
                  </a:lnTo>
                  <a:lnTo>
                    <a:pt x="137023" y="84870"/>
                  </a:lnTo>
                  <a:lnTo>
                    <a:pt x="136921" y="85112"/>
                  </a:lnTo>
                  <a:lnTo>
                    <a:pt x="136526" y="88495"/>
                  </a:lnTo>
                  <a:lnTo>
                    <a:pt x="136987" y="88619"/>
                  </a:lnTo>
                  <a:lnTo>
                    <a:pt x="140493" y="90628"/>
                  </a:lnTo>
                  <a:lnTo>
                    <a:pt x="140723" y="90690"/>
                  </a:lnTo>
                  <a:lnTo>
                    <a:pt x="141536" y="93564"/>
                  </a:lnTo>
                  <a:lnTo>
                    <a:pt x="141210" y="94321"/>
                  </a:lnTo>
                  <a:lnTo>
                    <a:pt x="141026" y="94748"/>
                  </a:lnTo>
                  <a:lnTo>
                    <a:pt x="139531" y="98805"/>
                  </a:lnTo>
                  <a:lnTo>
                    <a:pt x="139361" y="102133"/>
                  </a:lnTo>
                  <a:lnTo>
                    <a:pt x="140830" y="102744"/>
                  </a:lnTo>
                  <a:lnTo>
                    <a:pt x="147012" y="105316"/>
                  </a:lnTo>
                  <a:lnTo>
                    <a:pt x="154189" y="100502"/>
                  </a:lnTo>
                  <a:lnTo>
                    <a:pt x="166458" y="104749"/>
                  </a:lnTo>
                  <a:lnTo>
                    <a:pt x="167582" y="105049"/>
                  </a:lnTo>
                  <a:lnTo>
                    <a:pt x="176061" y="111167"/>
                  </a:lnTo>
                  <a:lnTo>
                    <a:pt x="179730" y="115967"/>
                  </a:lnTo>
                  <a:lnTo>
                    <a:pt x="174418" y="123028"/>
                  </a:lnTo>
                  <a:lnTo>
                    <a:pt x="167011" y="133566"/>
                  </a:lnTo>
                  <a:lnTo>
                    <a:pt x="159697" y="143972"/>
                  </a:lnTo>
                  <a:lnTo>
                    <a:pt x="149169" y="150239"/>
                  </a:lnTo>
                  <a:lnTo>
                    <a:pt x="139568" y="149134"/>
                  </a:lnTo>
                  <a:lnTo>
                    <a:pt x="131258" y="148178"/>
                  </a:lnTo>
                  <a:lnTo>
                    <a:pt x="131008" y="148297"/>
                  </a:lnTo>
                  <a:lnTo>
                    <a:pt x="130578" y="148100"/>
                  </a:lnTo>
                  <a:lnTo>
                    <a:pt x="129872" y="148019"/>
                  </a:lnTo>
                  <a:lnTo>
                    <a:pt x="128153" y="147821"/>
                  </a:lnTo>
                  <a:lnTo>
                    <a:pt x="126472" y="146216"/>
                  </a:lnTo>
                  <a:lnTo>
                    <a:pt x="116766" y="136948"/>
                  </a:lnTo>
                  <a:lnTo>
                    <a:pt x="112507" y="139289"/>
                  </a:lnTo>
                  <a:lnTo>
                    <a:pt x="109626" y="140873"/>
                  </a:lnTo>
                  <a:lnTo>
                    <a:pt x="102873" y="144585"/>
                  </a:lnTo>
                  <a:lnTo>
                    <a:pt x="96090" y="144829"/>
                  </a:lnTo>
                  <a:lnTo>
                    <a:pt x="94258" y="144423"/>
                  </a:lnTo>
                  <a:lnTo>
                    <a:pt x="90230" y="143531"/>
                  </a:lnTo>
                  <a:lnTo>
                    <a:pt x="78201" y="140867"/>
                  </a:lnTo>
                  <a:lnTo>
                    <a:pt x="65775" y="140007"/>
                  </a:lnTo>
                  <a:lnTo>
                    <a:pt x="61704" y="139725"/>
                  </a:lnTo>
                  <a:lnTo>
                    <a:pt x="48697" y="151134"/>
                  </a:lnTo>
                  <a:lnTo>
                    <a:pt x="32194" y="162806"/>
                  </a:lnTo>
                  <a:lnTo>
                    <a:pt x="24387" y="169931"/>
                  </a:lnTo>
                  <a:lnTo>
                    <a:pt x="4275" y="177745"/>
                  </a:lnTo>
                  <a:lnTo>
                    <a:pt x="1228" y="174529"/>
                  </a:lnTo>
                  <a:lnTo>
                    <a:pt x="0" y="173231"/>
                  </a:lnTo>
                  <a:lnTo>
                    <a:pt x="1103" y="162342"/>
                  </a:lnTo>
                  <a:lnTo>
                    <a:pt x="28100" y="134680"/>
                  </a:lnTo>
                  <a:lnTo>
                    <a:pt x="34536" y="128861"/>
                  </a:lnTo>
                  <a:lnTo>
                    <a:pt x="46183" y="118678"/>
                  </a:lnTo>
                  <a:lnTo>
                    <a:pt x="65430" y="102033"/>
                  </a:lnTo>
                  <a:lnTo>
                    <a:pt x="74632" y="107613"/>
                  </a:lnTo>
                  <a:lnTo>
                    <a:pt x="85899" y="114445"/>
                  </a:lnTo>
                  <a:lnTo>
                    <a:pt x="92966" y="116825"/>
                  </a:lnTo>
                  <a:lnTo>
                    <a:pt x="95374" y="117167"/>
                  </a:lnTo>
                  <a:lnTo>
                    <a:pt x="102536" y="118184"/>
                  </a:lnTo>
                  <a:lnTo>
                    <a:pt x="105763" y="118642"/>
                  </a:lnTo>
                  <a:lnTo>
                    <a:pt x="113487" y="121436"/>
                  </a:lnTo>
                  <a:lnTo>
                    <a:pt x="125002" y="123364"/>
                  </a:lnTo>
                  <a:lnTo>
                    <a:pt x="130536" y="123911"/>
                  </a:lnTo>
                  <a:lnTo>
                    <a:pt x="135430" y="123101"/>
                  </a:lnTo>
                  <a:lnTo>
                    <a:pt x="135756" y="121985"/>
                  </a:lnTo>
                  <a:lnTo>
                    <a:pt x="136138" y="120676"/>
                  </a:lnTo>
                  <a:lnTo>
                    <a:pt x="133856" y="118148"/>
                  </a:lnTo>
                  <a:lnTo>
                    <a:pt x="119111" y="111036"/>
                  </a:lnTo>
                  <a:lnTo>
                    <a:pt x="100889" y="102757"/>
                  </a:lnTo>
                  <a:lnTo>
                    <a:pt x="88698" y="97219"/>
                  </a:lnTo>
                  <a:lnTo>
                    <a:pt x="79007" y="92816"/>
                  </a:lnTo>
                  <a:lnTo>
                    <a:pt x="75772" y="90297"/>
                  </a:lnTo>
                  <a:lnTo>
                    <a:pt x="74473" y="86083"/>
                  </a:lnTo>
                  <a:lnTo>
                    <a:pt x="73237" y="82073"/>
                  </a:lnTo>
                  <a:lnTo>
                    <a:pt x="68058" y="65272"/>
                  </a:lnTo>
                  <a:lnTo>
                    <a:pt x="65490" y="53722"/>
                  </a:lnTo>
                  <a:lnTo>
                    <a:pt x="64148" y="44538"/>
                  </a:lnTo>
                  <a:lnTo>
                    <a:pt x="63064" y="37683"/>
                  </a:lnTo>
                  <a:lnTo>
                    <a:pt x="58858" y="23345"/>
                  </a:lnTo>
                  <a:lnTo>
                    <a:pt x="57690" y="17633"/>
                  </a:lnTo>
                  <a:lnTo>
                    <a:pt x="56414" y="11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259820" y="3903866"/>
              <a:ext cx="96200" cy="80036"/>
            </a:xfrm>
            <a:custGeom>
              <a:avLst/>
              <a:pathLst>
                <a:path w="96200" h="80036">
                  <a:moveTo>
                    <a:pt x="63754" y="3862"/>
                  </a:moveTo>
                  <a:lnTo>
                    <a:pt x="68910" y="5693"/>
                  </a:lnTo>
                  <a:lnTo>
                    <a:pt x="71653" y="6667"/>
                  </a:lnTo>
                  <a:lnTo>
                    <a:pt x="73185" y="7468"/>
                  </a:lnTo>
                  <a:lnTo>
                    <a:pt x="78781" y="10926"/>
                  </a:lnTo>
                  <a:lnTo>
                    <a:pt x="79051" y="11338"/>
                  </a:lnTo>
                  <a:lnTo>
                    <a:pt x="83676" y="16045"/>
                  </a:lnTo>
                  <a:lnTo>
                    <a:pt x="87503" y="20808"/>
                  </a:lnTo>
                  <a:lnTo>
                    <a:pt x="90076" y="25106"/>
                  </a:lnTo>
                  <a:lnTo>
                    <a:pt x="92043" y="29566"/>
                  </a:lnTo>
                  <a:lnTo>
                    <a:pt x="95177" y="38524"/>
                  </a:lnTo>
                  <a:lnTo>
                    <a:pt x="95533" y="40515"/>
                  </a:lnTo>
                  <a:lnTo>
                    <a:pt x="96200" y="43702"/>
                  </a:lnTo>
                  <a:lnTo>
                    <a:pt x="90571" y="44303"/>
                  </a:lnTo>
                  <a:lnTo>
                    <a:pt x="90386" y="44342"/>
                  </a:lnTo>
                  <a:lnTo>
                    <a:pt x="83423" y="45809"/>
                  </a:lnTo>
                  <a:lnTo>
                    <a:pt x="76606" y="48504"/>
                  </a:lnTo>
                  <a:lnTo>
                    <a:pt x="75335" y="48537"/>
                  </a:lnTo>
                  <a:lnTo>
                    <a:pt x="70542" y="50349"/>
                  </a:lnTo>
                  <a:lnTo>
                    <a:pt x="64216" y="53542"/>
                  </a:lnTo>
                  <a:lnTo>
                    <a:pt x="63109" y="54168"/>
                  </a:lnTo>
                  <a:lnTo>
                    <a:pt x="58278" y="58693"/>
                  </a:lnTo>
                  <a:lnTo>
                    <a:pt x="57766" y="59152"/>
                  </a:lnTo>
                  <a:lnTo>
                    <a:pt x="57175" y="59316"/>
                  </a:lnTo>
                  <a:lnTo>
                    <a:pt x="51211" y="63666"/>
                  </a:lnTo>
                  <a:lnTo>
                    <a:pt x="44199" y="69877"/>
                  </a:lnTo>
                  <a:lnTo>
                    <a:pt x="43612" y="70039"/>
                  </a:lnTo>
                  <a:lnTo>
                    <a:pt x="39240" y="74243"/>
                  </a:lnTo>
                  <a:lnTo>
                    <a:pt x="38735" y="74698"/>
                  </a:lnTo>
                  <a:lnTo>
                    <a:pt x="38043" y="75046"/>
                  </a:lnTo>
                  <a:lnTo>
                    <a:pt x="37351" y="75394"/>
                  </a:lnTo>
                  <a:lnTo>
                    <a:pt x="32837" y="78996"/>
                  </a:lnTo>
                  <a:lnTo>
                    <a:pt x="30767" y="80036"/>
                  </a:lnTo>
                  <a:lnTo>
                    <a:pt x="25333" y="74276"/>
                  </a:lnTo>
                  <a:lnTo>
                    <a:pt x="20876" y="69539"/>
                  </a:lnTo>
                  <a:lnTo>
                    <a:pt x="15373" y="65595"/>
                  </a:lnTo>
                  <a:lnTo>
                    <a:pt x="8704" y="63779"/>
                  </a:lnTo>
                  <a:lnTo>
                    <a:pt x="2495" y="60431"/>
                  </a:lnTo>
                  <a:lnTo>
                    <a:pt x="1066" y="59842"/>
                  </a:lnTo>
                  <a:lnTo>
                    <a:pt x="0" y="59403"/>
                  </a:lnTo>
                  <a:lnTo>
                    <a:pt x="2223" y="53647"/>
                  </a:lnTo>
                  <a:lnTo>
                    <a:pt x="12862" y="38160"/>
                  </a:lnTo>
                  <a:lnTo>
                    <a:pt x="19633" y="28302"/>
                  </a:lnTo>
                  <a:lnTo>
                    <a:pt x="26096" y="18894"/>
                  </a:lnTo>
                  <a:lnTo>
                    <a:pt x="28759" y="15018"/>
                  </a:lnTo>
                  <a:lnTo>
                    <a:pt x="31686" y="10757"/>
                  </a:lnTo>
                  <a:lnTo>
                    <a:pt x="40772" y="2120"/>
                  </a:lnTo>
                  <a:lnTo>
                    <a:pt x="42917" y="965"/>
                  </a:lnTo>
                  <a:lnTo>
                    <a:pt x="47969" y="0"/>
                  </a:lnTo>
                  <a:lnTo>
                    <a:pt x="56207" y="1880"/>
                  </a:lnTo>
                  <a:lnTo>
                    <a:pt x="58425" y="2449"/>
                  </a:lnTo>
                  <a:lnTo>
                    <a:pt x="61921" y="3345"/>
                  </a:lnTo>
                  <a:lnTo>
                    <a:pt x="62301" y="35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689787" y="3254592"/>
              <a:ext cx="49394" cy="36914"/>
            </a:xfrm>
            <a:custGeom>
              <a:avLst/>
              <a:pathLst>
                <a:path w="49394" h="36914">
                  <a:moveTo>
                    <a:pt x="12849" y="4884"/>
                  </a:moveTo>
                  <a:lnTo>
                    <a:pt x="49394" y="29694"/>
                  </a:lnTo>
                  <a:lnTo>
                    <a:pt x="43673" y="36914"/>
                  </a:lnTo>
                  <a:lnTo>
                    <a:pt x="35298" y="35270"/>
                  </a:lnTo>
                  <a:lnTo>
                    <a:pt x="26921" y="34863"/>
                  </a:lnTo>
                  <a:lnTo>
                    <a:pt x="24546" y="34747"/>
                  </a:lnTo>
                  <a:lnTo>
                    <a:pt x="13799" y="34670"/>
                  </a:lnTo>
                  <a:lnTo>
                    <a:pt x="3286" y="35314"/>
                  </a:lnTo>
                  <a:lnTo>
                    <a:pt x="2061" y="26301"/>
                  </a:lnTo>
                  <a:lnTo>
                    <a:pt x="0" y="11148"/>
                  </a:lnTo>
                  <a:lnTo>
                    <a:pt x="56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272633" y="3491232"/>
              <a:ext cx="116329" cy="160682"/>
            </a:xfrm>
            <a:custGeom>
              <a:avLst/>
              <a:pathLst>
                <a:path w="116329" h="160682">
                  <a:moveTo>
                    <a:pt x="12365" y="96015"/>
                  </a:moveTo>
                  <a:lnTo>
                    <a:pt x="40178" y="0"/>
                  </a:lnTo>
                  <a:lnTo>
                    <a:pt x="84975" y="12239"/>
                  </a:lnTo>
                  <a:lnTo>
                    <a:pt x="116329" y="20806"/>
                  </a:lnTo>
                  <a:lnTo>
                    <a:pt x="101045" y="79661"/>
                  </a:lnTo>
                  <a:lnTo>
                    <a:pt x="97820" y="92077"/>
                  </a:lnTo>
                  <a:lnTo>
                    <a:pt x="80004" y="160682"/>
                  </a:lnTo>
                  <a:lnTo>
                    <a:pt x="42474" y="150373"/>
                  </a:lnTo>
                  <a:lnTo>
                    <a:pt x="0" y="138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200205" y="4371870"/>
              <a:ext cx="67351" cy="73998"/>
            </a:xfrm>
            <a:custGeom>
              <a:avLst/>
              <a:pathLst>
                <a:path w="67351" h="73998">
                  <a:moveTo>
                    <a:pt x="6677" y="45963"/>
                  </a:moveTo>
                  <a:lnTo>
                    <a:pt x="16306" y="32526"/>
                  </a:lnTo>
                  <a:lnTo>
                    <a:pt x="27858" y="16406"/>
                  </a:lnTo>
                  <a:lnTo>
                    <a:pt x="33835" y="0"/>
                  </a:lnTo>
                  <a:lnTo>
                    <a:pt x="44449" y="14493"/>
                  </a:lnTo>
                  <a:lnTo>
                    <a:pt x="53896" y="27394"/>
                  </a:lnTo>
                  <a:lnTo>
                    <a:pt x="59898" y="37825"/>
                  </a:lnTo>
                  <a:lnTo>
                    <a:pt x="67351" y="50778"/>
                  </a:lnTo>
                  <a:lnTo>
                    <a:pt x="60511" y="57888"/>
                  </a:lnTo>
                  <a:lnTo>
                    <a:pt x="58827" y="58707"/>
                  </a:lnTo>
                  <a:lnTo>
                    <a:pt x="43240" y="66282"/>
                  </a:lnTo>
                  <a:lnTo>
                    <a:pt x="27363" y="73998"/>
                  </a:lnTo>
                  <a:lnTo>
                    <a:pt x="21770" y="70173"/>
                  </a:lnTo>
                  <a:lnTo>
                    <a:pt x="11921" y="63435"/>
                  </a:lnTo>
                  <a:lnTo>
                    <a:pt x="706" y="55765"/>
                  </a:lnTo>
                  <a:lnTo>
                    <a:pt x="0" y="55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344762" y="4364260"/>
              <a:ext cx="40087" cy="47039"/>
            </a:xfrm>
            <a:custGeom>
              <a:avLst/>
              <a:pathLst>
                <a:path w="40087" h="47039">
                  <a:moveTo>
                    <a:pt x="13510" y="10803"/>
                  </a:moveTo>
                  <a:lnTo>
                    <a:pt x="17750" y="0"/>
                  </a:lnTo>
                  <a:lnTo>
                    <a:pt x="32122" y="8903"/>
                  </a:lnTo>
                  <a:lnTo>
                    <a:pt x="40087" y="13837"/>
                  </a:lnTo>
                  <a:lnTo>
                    <a:pt x="35963" y="21603"/>
                  </a:lnTo>
                  <a:lnTo>
                    <a:pt x="30016" y="27099"/>
                  </a:lnTo>
                  <a:lnTo>
                    <a:pt x="28071" y="28897"/>
                  </a:lnTo>
                  <a:lnTo>
                    <a:pt x="26405" y="30436"/>
                  </a:lnTo>
                  <a:lnTo>
                    <a:pt x="19486" y="35099"/>
                  </a:lnTo>
                  <a:lnTo>
                    <a:pt x="18209" y="37142"/>
                  </a:lnTo>
                  <a:lnTo>
                    <a:pt x="16697" y="39559"/>
                  </a:lnTo>
                  <a:lnTo>
                    <a:pt x="9553" y="43029"/>
                  </a:lnTo>
                  <a:lnTo>
                    <a:pt x="7512" y="44327"/>
                  </a:lnTo>
                  <a:lnTo>
                    <a:pt x="5440" y="45645"/>
                  </a:lnTo>
                  <a:lnTo>
                    <a:pt x="3333" y="47039"/>
                  </a:lnTo>
                  <a:lnTo>
                    <a:pt x="1568" y="46078"/>
                  </a:lnTo>
                  <a:lnTo>
                    <a:pt x="0" y="45225"/>
                  </a:lnTo>
                  <a:lnTo>
                    <a:pt x="3837" y="35447"/>
                  </a:lnTo>
                  <a:lnTo>
                    <a:pt x="10072" y="195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06835" y="4356058"/>
              <a:ext cx="50524" cy="66028"/>
            </a:xfrm>
            <a:custGeom>
              <a:avLst/>
              <a:pathLst>
                <a:path w="50524" h="66028">
                  <a:moveTo>
                    <a:pt x="7993" y="39061"/>
                  </a:moveTo>
                  <a:lnTo>
                    <a:pt x="14374" y="20679"/>
                  </a:lnTo>
                  <a:lnTo>
                    <a:pt x="15699" y="16778"/>
                  </a:lnTo>
                  <a:lnTo>
                    <a:pt x="21398" y="0"/>
                  </a:lnTo>
                  <a:lnTo>
                    <a:pt x="33667" y="2502"/>
                  </a:lnTo>
                  <a:lnTo>
                    <a:pt x="50524" y="5941"/>
                  </a:lnTo>
                  <a:lnTo>
                    <a:pt x="44226" y="23387"/>
                  </a:lnTo>
                  <a:lnTo>
                    <a:pt x="39650" y="36062"/>
                  </a:lnTo>
                  <a:lnTo>
                    <a:pt x="32373" y="56217"/>
                  </a:lnTo>
                  <a:lnTo>
                    <a:pt x="26261" y="61919"/>
                  </a:lnTo>
                  <a:lnTo>
                    <a:pt x="20810" y="65159"/>
                  </a:lnTo>
                  <a:lnTo>
                    <a:pt x="14257" y="65997"/>
                  </a:lnTo>
                  <a:lnTo>
                    <a:pt x="13376" y="66028"/>
                  </a:lnTo>
                  <a:lnTo>
                    <a:pt x="5752" y="64006"/>
                  </a:lnTo>
                  <a:lnTo>
                    <a:pt x="2755" y="63211"/>
                  </a:lnTo>
                  <a:lnTo>
                    <a:pt x="0" y="62087"/>
                  </a:lnTo>
                  <a:lnTo>
                    <a:pt x="3644" y="51587"/>
                  </a:lnTo>
                  <a:lnTo>
                    <a:pt x="4647" y="486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62388" y="4333992"/>
              <a:ext cx="41109" cy="41139"/>
            </a:xfrm>
            <a:custGeom>
              <a:avLst/>
              <a:pathLst>
                <a:path w="41109" h="41139">
                  <a:moveTo>
                    <a:pt x="4112" y="19738"/>
                  </a:moveTo>
                  <a:lnTo>
                    <a:pt x="11883" y="8522"/>
                  </a:lnTo>
                  <a:lnTo>
                    <a:pt x="17602" y="3732"/>
                  </a:lnTo>
                  <a:lnTo>
                    <a:pt x="20379" y="2458"/>
                  </a:lnTo>
                  <a:lnTo>
                    <a:pt x="22728" y="1382"/>
                  </a:lnTo>
                  <a:lnTo>
                    <a:pt x="25608" y="791"/>
                  </a:lnTo>
                  <a:lnTo>
                    <a:pt x="29470" y="0"/>
                  </a:lnTo>
                  <a:lnTo>
                    <a:pt x="34111" y="644"/>
                  </a:lnTo>
                  <a:lnTo>
                    <a:pt x="36530" y="2007"/>
                  </a:lnTo>
                  <a:lnTo>
                    <a:pt x="38014" y="2843"/>
                  </a:lnTo>
                  <a:lnTo>
                    <a:pt x="40834" y="5713"/>
                  </a:lnTo>
                  <a:lnTo>
                    <a:pt x="40925" y="7753"/>
                  </a:lnTo>
                  <a:lnTo>
                    <a:pt x="41109" y="11900"/>
                  </a:lnTo>
                  <a:lnTo>
                    <a:pt x="38743" y="12870"/>
                  </a:lnTo>
                  <a:lnTo>
                    <a:pt x="36595" y="11759"/>
                  </a:lnTo>
                  <a:lnTo>
                    <a:pt x="33892" y="11188"/>
                  </a:lnTo>
                  <a:lnTo>
                    <a:pt x="30679" y="10741"/>
                  </a:lnTo>
                  <a:lnTo>
                    <a:pt x="29509" y="12618"/>
                  </a:lnTo>
                  <a:lnTo>
                    <a:pt x="28504" y="14232"/>
                  </a:lnTo>
                  <a:lnTo>
                    <a:pt x="29225" y="16637"/>
                  </a:lnTo>
                  <a:lnTo>
                    <a:pt x="29632" y="17996"/>
                  </a:lnTo>
                  <a:lnTo>
                    <a:pt x="30905" y="23578"/>
                  </a:lnTo>
                  <a:lnTo>
                    <a:pt x="31375" y="27986"/>
                  </a:lnTo>
                  <a:lnTo>
                    <a:pt x="29748" y="31338"/>
                  </a:lnTo>
                  <a:lnTo>
                    <a:pt x="28486" y="33937"/>
                  </a:lnTo>
                  <a:lnTo>
                    <a:pt x="24988" y="41139"/>
                  </a:lnTo>
                  <a:lnTo>
                    <a:pt x="14618" y="34721"/>
                  </a:lnTo>
                  <a:lnTo>
                    <a:pt x="10819" y="32370"/>
                  </a:lnTo>
                  <a:lnTo>
                    <a:pt x="0" y="2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86124" y="4325377"/>
              <a:ext cx="83964" cy="98141"/>
            </a:xfrm>
            <a:custGeom>
              <a:avLst/>
              <a:pathLst>
                <a:path w="83964" h="98141">
                  <a:moveTo>
                    <a:pt x="32321" y="2301"/>
                  </a:moveTo>
                  <a:lnTo>
                    <a:pt x="36892" y="3052"/>
                  </a:lnTo>
                  <a:lnTo>
                    <a:pt x="47191" y="4743"/>
                  </a:lnTo>
                  <a:lnTo>
                    <a:pt x="50388" y="5268"/>
                  </a:lnTo>
                  <a:lnTo>
                    <a:pt x="60780" y="6975"/>
                  </a:lnTo>
                  <a:lnTo>
                    <a:pt x="71611" y="8754"/>
                  </a:lnTo>
                  <a:lnTo>
                    <a:pt x="77100" y="14180"/>
                  </a:lnTo>
                  <a:lnTo>
                    <a:pt x="83964" y="20965"/>
                  </a:lnTo>
                  <a:lnTo>
                    <a:pt x="83877" y="25874"/>
                  </a:lnTo>
                  <a:lnTo>
                    <a:pt x="83687" y="36605"/>
                  </a:lnTo>
                  <a:lnTo>
                    <a:pt x="83666" y="37750"/>
                  </a:lnTo>
                  <a:lnTo>
                    <a:pt x="77513" y="49129"/>
                  </a:lnTo>
                  <a:lnTo>
                    <a:pt x="73377" y="56776"/>
                  </a:lnTo>
                  <a:lnTo>
                    <a:pt x="57333" y="73629"/>
                  </a:lnTo>
                  <a:lnTo>
                    <a:pt x="50080" y="81247"/>
                  </a:lnTo>
                  <a:lnTo>
                    <a:pt x="31147" y="98141"/>
                  </a:lnTo>
                  <a:lnTo>
                    <a:pt x="27372" y="93243"/>
                  </a:lnTo>
                  <a:lnTo>
                    <a:pt x="19188" y="82625"/>
                  </a:lnTo>
                  <a:lnTo>
                    <a:pt x="12683" y="74184"/>
                  </a:lnTo>
                  <a:lnTo>
                    <a:pt x="10768" y="71398"/>
                  </a:lnTo>
                  <a:lnTo>
                    <a:pt x="0" y="55737"/>
                  </a:lnTo>
                  <a:lnTo>
                    <a:pt x="5729" y="47426"/>
                  </a:lnTo>
                  <a:lnTo>
                    <a:pt x="11390" y="39955"/>
                  </a:lnTo>
                  <a:lnTo>
                    <a:pt x="15771" y="33611"/>
                  </a:lnTo>
                  <a:lnTo>
                    <a:pt x="18555" y="26845"/>
                  </a:lnTo>
                  <a:lnTo>
                    <a:pt x="18495" y="20265"/>
                  </a:lnTo>
                  <a:lnTo>
                    <a:pt x="183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8720" y="4313749"/>
              <a:ext cx="72335" cy="107727"/>
            </a:xfrm>
            <a:custGeom>
              <a:avLst/>
              <a:pathLst>
                <a:path w="72335" h="107727">
                  <a:moveTo>
                    <a:pt x="0" y="54338"/>
                  </a:moveTo>
                  <a:lnTo>
                    <a:pt x="1727" y="49313"/>
                  </a:lnTo>
                  <a:lnTo>
                    <a:pt x="4062" y="42523"/>
                  </a:lnTo>
                  <a:lnTo>
                    <a:pt x="6992" y="34003"/>
                  </a:lnTo>
                  <a:lnTo>
                    <a:pt x="10357" y="24218"/>
                  </a:lnTo>
                  <a:lnTo>
                    <a:pt x="13002" y="16527"/>
                  </a:lnTo>
                  <a:lnTo>
                    <a:pt x="18685" y="0"/>
                  </a:lnTo>
                  <a:lnTo>
                    <a:pt x="35060" y="6341"/>
                  </a:lnTo>
                  <a:lnTo>
                    <a:pt x="46074" y="10606"/>
                  </a:lnTo>
                  <a:lnTo>
                    <a:pt x="72335" y="20775"/>
                  </a:lnTo>
                  <a:lnTo>
                    <a:pt x="72317" y="25906"/>
                  </a:lnTo>
                  <a:lnTo>
                    <a:pt x="72277" y="36962"/>
                  </a:lnTo>
                  <a:lnTo>
                    <a:pt x="69342" y="44352"/>
                  </a:lnTo>
                  <a:lnTo>
                    <a:pt x="67578" y="48793"/>
                  </a:lnTo>
                  <a:lnTo>
                    <a:pt x="60842" y="65947"/>
                  </a:lnTo>
                  <a:lnTo>
                    <a:pt x="56174" y="77835"/>
                  </a:lnTo>
                  <a:lnTo>
                    <a:pt x="49640" y="94475"/>
                  </a:lnTo>
                  <a:lnTo>
                    <a:pt x="47094" y="99847"/>
                  </a:lnTo>
                  <a:lnTo>
                    <a:pt x="43360" y="107727"/>
                  </a:lnTo>
                  <a:lnTo>
                    <a:pt x="42765" y="107414"/>
                  </a:lnTo>
                  <a:lnTo>
                    <a:pt x="38702" y="103852"/>
                  </a:lnTo>
                  <a:lnTo>
                    <a:pt x="35851" y="100241"/>
                  </a:lnTo>
                  <a:lnTo>
                    <a:pt x="30994" y="94088"/>
                  </a:lnTo>
                  <a:lnTo>
                    <a:pt x="27247" y="89052"/>
                  </a:lnTo>
                  <a:lnTo>
                    <a:pt x="20806" y="80395"/>
                  </a:lnTo>
                  <a:lnTo>
                    <a:pt x="9592" y="64606"/>
                  </a:lnTo>
                  <a:lnTo>
                    <a:pt x="4553" y="58648"/>
                  </a:lnTo>
                  <a:lnTo>
                    <a:pt x="2217" y="558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12872" y="4307213"/>
              <a:ext cx="50987" cy="57124"/>
            </a:xfrm>
            <a:custGeom>
              <a:avLst/>
              <a:pathLst>
                <a:path w="50987" h="57124">
                  <a:moveTo>
                    <a:pt x="6589" y="29534"/>
                  </a:moveTo>
                  <a:lnTo>
                    <a:pt x="8024" y="26366"/>
                  </a:lnTo>
                  <a:lnTo>
                    <a:pt x="9651" y="22772"/>
                  </a:lnTo>
                  <a:lnTo>
                    <a:pt x="15489" y="17180"/>
                  </a:lnTo>
                  <a:lnTo>
                    <a:pt x="17956" y="14817"/>
                  </a:lnTo>
                  <a:lnTo>
                    <a:pt x="23216" y="9065"/>
                  </a:lnTo>
                  <a:lnTo>
                    <a:pt x="26093" y="5919"/>
                  </a:lnTo>
                  <a:lnTo>
                    <a:pt x="28499" y="2473"/>
                  </a:lnTo>
                  <a:lnTo>
                    <a:pt x="30225" y="0"/>
                  </a:lnTo>
                  <a:lnTo>
                    <a:pt x="36541" y="1353"/>
                  </a:lnTo>
                  <a:lnTo>
                    <a:pt x="40996" y="2307"/>
                  </a:lnTo>
                  <a:lnTo>
                    <a:pt x="42871" y="2980"/>
                  </a:lnTo>
                  <a:lnTo>
                    <a:pt x="45835" y="4043"/>
                  </a:lnTo>
                  <a:lnTo>
                    <a:pt x="50987" y="5723"/>
                  </a:lnTo>
                  <a:lnTo>
                    <a:pt x="48100" y="14082"/>
                  </a:lnTo>
                  <a:lnTo>
                    <a:pt x="47098" y="16984"/>
                  </a:lnTo>
                  <a:lnTo>
                    <a:pt x="45641" y="21201"/>
                  </a:lnTo>
                  <a:lnTo>
                    <a:pt x="42014" y="31702"/>
                  </a:lnTo>
                  <a:lnTo>
                    <a:pt x="35103" y="51713"/>
                  </a:lnTo>
                  <a:lnTo>
                    <a:pt x="33235" y="57124"/>
                  </a:lnTo>
                  <a:lnTo>
                    <a:pt x="31523" y="56467"/>
                  </a:lnTo>
                  <a:lnTo>
                    <a:pt x="23552" y="53406"/>
                  </a:lnTo>
                  <a:lnTo>
                    <a:pt x="7874" y="47387"/>
                  </a:lnTo>
                  <a:lnTo>
                    <a:pt x="503" y="44300"/>
                  </a:lnTo>
                  <a:lnTo>
                    <a:pt x="0" y="44089"/>
                  </a:lnTo>
                  <a:lnTo>
                    <a:pt x="3119" y="37199"/>
                  </a:lnTo>
                  <a:lnTo>
                    <a:pt x="4543" y="34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2929" y="4301891"/>
              <a:ext cx="134138" cy="49433"/>
            </a:xfrm>
            <a:custGeom>
              <a:avLst/>
              <a:pathLst>
                <a:path w="134138" h="49433">
                  <a:moveTo>
                    <a:pt x="1616" y="43458"/>
                  </a:moveTo>
                  <a:lnTo>
                    <a:pt x="0" y="39849"/>
                  </a:lnTo>
                  <a:lnTo>
                    <a:pt x="1417" y="34781"/>
                  </a:lnTo>
                  <a:lnTo>
                    <a:pt x="2423" y="31798"/>
                  </a:lnTo>
                  <a:lnTo>
                    <a:pt x="3854" y="27553"/>
                  </a:lnTo>
                  <a:lnTo>
                    <a:pt x="6323" y="20529"/>
                  </a:lnTo>
                  <a:lnTo>
                    <a:pt x="9027" y="12833"/>
                  </a:lnTo>
                  <a:lnTo>
                    <a:pt x="20323" y="10211"/>
                  </a:lnTo>
                  <a:lnTo>
                    <a:pt x="28374" y="8343"/>
                  </a:lnTo>
                  <a:lnTo>
                    <a:pt x="42671" y="5024"/>
                  </a:lnTo>
                  <a:lnTo>
                    <a:pt x="55160" y="2126"/>
                  </a:lnTo>
                  <a:lnTo>
                    <a:pt x="62068" y="2100"/>
                  </a:lnTo>
                  <a:lnTo>
                    <a:pt x="75013" y="2051"/>
                  </a:lnTo>
                  <a:lnTo>
                    <a:pt x="81962" y="824"/>
                  </a:lnTo>
                  <a:lnTo>
                    <a:pt x="84676" y="344"/>
                  </a:lnTo>
                  <a:lnTo>
                    <a:pt x="91615" y="0"/>
                  </a:lnTo>
                  <a:lnTo>
                    <a:pt x="102939" y="1023"/>
                  </a:lnTo>
                  <a:lnTo>
                    <a:pt x="107339" y="925"/>
                  </a:lnTo>
                  <a:lnTo>
                    <a:pt x="134136" y="327"/>
                  </a:lnTo>
                  <a:lnTo>
                    <a:pt x="134136" y="5738"/>
                  </a:lnTo>
                  <a:lnTo>
                    <a:pt x="134136" y="7182"/>
                  </a:lnTo>
                  <a:lnTo>
                    <a:pt x="134137" y="12473"/>
                  </a:lnTo>
                  <a:lnTo>
                    <a:pt x="134137" y="17156"/>
                  </a:lnTo>
                  <a:lnTo>
                    <a:pt x="134138" y="22200"/>
                  </a:lnTo>
                  <a:lnTo>
                    <a:pt x="134138" y="28542"/>
                  </a:lnTo>
                  <a:lnTo>
                    <a:pt x="110893" y="30774"/>
                  </a:lnTo>
                  <a:lnTo>
                    <a:pt x="106901" y="31269"/>
                  </a:lnTo>
                  <a:lnTo>
                    <a:pt x="90092" y="33354"/>
                  </a:lnTo>
                  <a:lnTo>
                    <a:pt x="89454" y="33433"/>
                  </a:lnTo>
                  <a:lnTo>
                    <a:pt x="80919" y="32458"/>
                  </a:lnTo>
                  <a:lnTo>
                    <a:pt x="66792" y="30969"/>
                  </a:lnTo>
                  <a:lnTo>
                    <a:pt x="55168" y="29054"/>
                  </a:lnTo>
                  <a:lnTo>
                    <a:pt x="50470" y="29322"/>
                  </a:lnTo>
                  <a:lnTo>
                    <a:pt x="42740" y="29763"/>
                  </a:lnTo>
                  <a:lnTo>
                    <a:pt x="35205" y="30911"/>
                  </a:lnTo>
                  <a:lnTo>
                    <a:pt x="34911" y="30950"/>
                  </a:lnTo>
                  <a:lnTo>
                    <a:pt x="27398" y="35275"/>
                  </a:lnTo>
                  <a:lnTo>
                    <a:pt x="26854" y="35647"/>
                  </a:lnTo>
                  <a:lnTo>
                    <a:pt x="22735" y="40370"/>
                  </a:lnTo>
                  <a:lnTo>
                    <a:pt x="22484" y="40699"/>
                  </a:lnTo>
                  <a:lnTo>
                    <a:pt x="20552" y="42438"/>
                  </a:lnTo>
                  <a:lnTo>
                    <a:pt x="18303" y="44463"/>
                  </a:lnTo>
                  <a:lnTo>
                    <a:pt x="13578" y="48715"/>
                  </a:lnTo>
                  <a:lnTo>
                    <a:pt x="12647" y="48902"/>
                  </a:lnTo>
                  <a:lnTo>
                    <a:pt x="9996" y="49433"/>
                  </a:lnTo>
                  <a:lnTo>
                    <a:pt x="1813" y="43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04107" y="4187759"/>
              <a:ext cx="67551" cy="139292"/>
            </a:xfrm>
            <a:custGeom>
              <a:avLst/>
              <a:pathLst>
                <a:path w="67551" h="139292">
                  <a:moveTo>
                    <a:pt x="62498" y="120838"/>
                  </a:moveTo>
                  <a:lnTo>
                    <a:pt x="56485" y="139292"/>
                  </a:lnTo>
                  <a:lnTo>
                    <a:pt x="49327" y="137366"/>
                  </a:lnTo>
                  <a:lnTo>
                    <a:pt x="39088" y="134612"/>
                  </a:lnTo>
                  <a:lnTo>
                    <a:pt x="31976" y="131837"/>
                  </a:lnTo>
                  <a:lnTo>
                    <a:pt x="28002" y="130286"/>
                  </a:lnTo>
                  <a:lnTo>
                    <a:pt x="24115" y="129034"/>
                  </a:lnTo>
                  <a:lnTo>
                    <a:pt x="19458" y="127534"/>
                  </a:lnTo>
                  <a:lnTo>
                    <a:pt x="16312" y="127611"/>
                  </a:lnTo>
                  <a:lnTo>
                    <a:pt x="7820" y="127818"/>
                  </a:lnTo>
                  <a:lnTo>
                    <a:pt x="411" y="127999"/>
                  </a:lnTo>
                  <a:lnTo>
                    <a:pt x="1874" y="100366"/>
                  </a:lnTo>
                  <a:lnTo>
                    <a:pt x="0" y="88518"/>
                  </a:lnTo>
                  <a:lnTo>
                    <a:pt x="1030" y="78259"/>
                  </a:lnTo>
                  <a:lnTo>
                    <a:pt x="1817" y="70423"/>
                  </a:lnTo>
                  <a:lnTo>
                    <a:pt x="2365" y="64101"/>
                  </a:lnTo>
                  <a:lnTo>
                    <a:pt x="3500" y="51032"/>
                  </a:lnTo>
                  <a:lnTo>
                    <a:pt x="7417" y="22507"/>
                  </a:lnTo>
                  <a:lnTo>
                    <a:pt x="15228" y="0"/>
                  </a:lnTo>
                  <a:lnTo>
                    <a:pt x="24183" y="4649"/>
                  </a:lnTo>
                  <a:lnTo>
                    <a:pt x="30940" y="8158"/>
                  </a:lnTo>
                  <a:lnTo>
                    <a:pt x="36626" y="11111"/>
                  </a:lnTo>
                  <a:lnTo>
                    <a:pt x="42530" y="14176"/>
                  </a:lnTo>
                  <a:lnTo>
                    <a:pt x="51064" y="18608"/>
                  </a:lnTo>
                  <a:lnTo>
                    <a:pt x="59603" y="23042"/>
                  </a:lnTo>
                  <a:lnTo>
                    <a:pt x="67551" y="27169"/>
                  </a:lnTo>
                  <a:lnTo>
                    <a:pt x="62547" y="39493"/>
                  </a:lnTo>
                  <a:lnTo>
                    <a:pt x="54509" y="59288"/>
                  </a:lnTo>
                  <a:lnTo>
                    <a:pt x="51608" y="66433"/>
                  </a:lnTo>
                  <a:lnTo>
                    <a:pt x="42368" y="75931"/>
                  </a:lnTo>
                  <a:lnTo>
                    <a:pt x="41742" y="93713"/>
                  </a:lnTo>
                  <a:lnTo>
                    <a:pt x="41922" y="99832"/>
                  </a:lnTo>
                  <a:lnTo>
                    <a:pt x="67040" y="10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68646" y="4270562"/>
              <a:ext cx="86886" cy="72770"/>
            </a:xfrm>
            <a:custGeom>
              <a:avLst/>
              <a:pathLst>
                <a:path w="86886" h="72770">
                  <a:moveTo>
                    <a:pt x="45054" y="55860"/>
                  </a:moveTo>
                  <a:lnTo>
                    <a:pt x="37996" y="61926"/>
                  </a:lnTo>
                  <a:lnTo>
                    <a:pt x="25377" y="72770"/>
                  </a:lnTo>
                  <a:lnTo>
                    <a:pt x="21395" y="69210"/>
                  </a:lnTo>
                  <a:lnTo>
                    <a:pt x="16310" y="64664"/>
                  </a:lnTo>
                  <a:lnTo>
                    <a:pt x="9011" y="58140"/>
                  </a:lnTo>
                  <a:lnTo>
                    <a:pt x="5280" y="53928"/>
                  </a:lnTo>
                  <a:lnTo>
                    <a:pt x="4559" y="53114"/>
                  </a:lnTo>
                  <a:lnTo>
                    <a:pt x="5832" y="47599"/>
                  </a:lnTo>
                  <a:lnTo>
                    <a:pt x="9040" y="43352"/>
                  </a:lnTo>
                  <a:lnTo>
                    <a:pt x="11957" y="37851"/>
                  </a:lnTo>
                  <a:lnTo>
                    <a:pt x="15929" y="31881"/>
                  </a:lnTo>
                  <a:lnTo>
                    <a:pt x="16092" y="31685"/>
                  </a:lnTo>
                  <a:lnTo>
                    <a:pt x="18542" y="28743"/>
                  </a:lnTo>
                  <a:lnTo>
                    <a:pt x="20014" y="26975"/>
                  </a:lnTo>
                  <a:lnTo>
                    <a:pt x="20862" y="24349"/>
                  </a:lnTo>
                  <a:lnTo>
                    <a:pt x="19276" y="21022"/>
                  </a:lnTo>
                  <a:lnTo>
                    <a:pt x="17335" y="18930"/>
                  </a:lnTo>
                  <a:lnTo>
                    <a:pt x="3169" y="3660"/>
                  </a:lnTo>
                  <a:lnTo>
                    <a:pt x="0" y="244"/>
                  </a:lnTo>
                  <a:lnTo>
                    <a:pt x="19199" y="628"/>
                  </a:lnTo>
                  <a:lnTo>
                    <a:pt x="28672" y="818"/>
                  </a:lnTo>
                  <a:lnTo>
                    <a:pt x="40325" y="1051"/>
                  </a:lnTo>
                  <a:lnTo>
                    <a:pt x="49555" y="1236"/>
                  </a:lnTo>
                  <a:lnTo>
                    <a:pt x="52653" y="1075"/>
                  </a:lnTo>
                  <a:lnTo>
                    <a:pt x="69869" y="178"/>
                  </a:lnTo>
                  <a:lnTo>
                    <a:pt x="73305" y="0"/>
                  </a:lnTo>
                  <a:lnTo>
                    <a:pt x="82614" y="265"/>
                  </a:lnTo>
                  <a:lnTo>
                    <a:pt x="86886" y="2471"/>
                  </a:lnTo>
                  <a:lnTo>
                    <a:pt x="82963" y="6798"/>
                  </a:lnTo>
                  <a:lnTo>
                    <a:pt x="77617" y="12693"/>
                  </a:lnTo>
                  <a:lnTo>
                    <a:pt x="76676" y="13730"/>
                  </a:lnTo>
                  <a:lnTo>
                    <a:pt x="73645" y="17595"/>
                  </a:lnTo>
                  <a:lnTo>
                    <a:pt x="59542" y="35573"/>
                  </a:lnTo>
                  <a:lnTo>
                    <a:pt x="57013" y="38717"/>
                  </a:lnTo>
                  <a:lnTo>
                    <a:pt x="53094" y="43588"/>
                  </a:lnTo>
                  <a:lnTo>
                    <a:pt x="52137" y="46063"/>
                  </a:lnTo>
                  <a:lnTo>
                    <a:pt x="50266" y="50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252217" y="4250601"/>
              <a:ext cx="68735" cy="77040"/>
            </a:xfrm>
            <a:custGeom>
              <a:avLst/>
              <a:pathLst>
                <a:path w="68735" h="77040">
                  <a:moveTo>
                    <a:pt x="261" y="45894"/>
                  </a:moveTo>
                  <a:lnTo>
                    <a:pt x="9454" y="33480"/>
                  </a:lnTo>
                  <a:lnTo>
                    <a:pt x="19937" y="19325"/>
                  </a:lnTo>
                  <a:lnTo>
                    <a:pt x="31405" y="3840"/>
                  </a:lnTo>
                  <a:lnTo>
                    <a:pt x="43361" y="0"/>
                  </a:lnTo>
                  <a:lnTo>
                    <a:pt x="44883" y="1915"/>
                  </a:lnTo>
                  <a:lnTo>
                    <a:pt x="46664" y="9839"/>
                  </a:lnTo>
                  <a:lnTo>
                    <a:pt x="47755" y="17806"/>
                  </a:lnTo>
                  <a:lnTo>
                    <a:pt x="50464" y="26777"/>
                  </a:lnTo>
                  <a:lnTo>
                    <a:pt x="52505" y="36121"/>
                  </a:lnTo>
                  <a:lnTo>
                    <a:pt x="68735" y="69881"/>
                  </a:lnTo>
                  <a:lnTo>
                    <a:pt x="68664" y="73904"/>
                  </a:lnTo>
                  <a:lnTo>
                    <a:pt x="67485" y="76680"/>
                  </a:lnTo>
                  <a:lnTo>
                    <a:pt x="63413" y="77040"/>
                  </a:lnTo>
                  <a:lnTo>
                    <a:pt x="61100" y="76127"/>
                  </a:lnTo>
                  <a:lnTo>
                    <a:pt x="48831" y="71286"/>
                  </a:lnTo>
                  <a:lnTo>
                    <a:pt x="28416" y="63231"/>
                  </a:lnTo>
                  <a:lnTo>
                    <a:pt x="6009" y="54390"/>
                  </a:lnTo>
                  <a:lnTo>
                    <a:pt x="1458" y="52144"/>
                  </a:lnTo>
                  <a:lnTo>
                    <a:pt x="323" y="49516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8924" y="4249957"/>
              <a:ext cx="98648" cy="49341"/>
            </a:xfrm>
            <a:custGeom>
              <a:avLst/>
              <a:pathLst>
                <a:path w="98648" h="49341">
                  <a:moveTo>
                    <a:pt x="0" y="21022"/>
                  </a:moveTo>
                  <a:lnTo>
                    <a:pt x="20424" y="13023"/>
                  </a:lnTo>
                  <a:lnTo>
                    <a:pt x="37689" y="4881"/>
                  </a:lnTo>
                  <a:lnTo>
                    <a:pt x="42373" y="2672"/>
                  </a:lnTo>
                  <a:lnTo>
                    <a:pt x="57792" y="0"/>
                  </a:lnTo>
                  <a:lnTo>
                    <a:pt x="58278" y="2315"/>
                  </a:lnTo>
                  <a:lnTo>
                    <a:pt x="59702" y="9102"/>
                  </a:lnTo>
                  <a:lnTo>
                    <a:pt x="60690" y="13812"/>
                  </a:lnTo>
                  <a:lnTo>
                    <a:pt x="72776" y="13698"/>
                  </a:lnTo>
                  <a:lnTo>
                    <a:pt x="84953" y="13583"/>
                  </a:lnTo>
                  <a:lnTo>
                    <a:pt x="90659" y="13529"/>
                  </a:lnTo>
                  <a:lnTo>
                    <a:pt x="93292" y="23326"/>
                  </a:lnTo>
                  <a:lnTo>
                    <a:pt x="95560" y="31767"/>
                  </a:lnTo>
                  <a:lnTo>
                    <a:pt x="98648" y="43259"/>
                  </a:lnTo>
                  <a:lnTo>
                    <a:pt x="95262" y="43784"/>
                  </a:lnTo>
                  <a:lnTo>
                    <a:pt x="73987" y="47078"/>
                  </a:lnTo>
                  <a:lnTo>
                    <a:pt x="67994" y="48006"/>
                  </a:lnTo>
                  <a:lnTo>
                    <a:pt x="22771" y="48936"/>
                  </a:lnTo>
                  <a:lnTo>
                    <a:pt x="3118" y="49341"/>
                  </a:lnTo>
                  <a:lnTo>
                    <a:pt x="2266" y="41601"/>
                  </a:lnTo>
                  <a:lnTo>
                    <a:pt x="1262" y="32486"/>
                  </a:lnTo>
                  <a:lnTo>
                    <a:pt x="823" y="28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306330" y="4196325"/>
              <a:ext cx="68271" cy="102916"/>
            </a:xfrm>
            <a:custGeom>
              <a:avLst/>
              <a:pathLst>
                <a:path w="68271" h="102916">
                  <a:moveTo>
                    <a:pt x="4435" y="39353"/>
                  </a:moveTo>
                  <a:lnTo>
                    <a:pt x="5774" y="33230"/>
                  </a:lnTo>
                  <a:lnTo>
                    <a:pt x="6427" y="30240"/>
                  </a:lnTo>
                  <a:lnTo>
                    <a:pt x="12325" y="23632"/>
                  </a:lnTo>
                  <a:lnTo>
                    <a:pt x="33417" y="0"/>
                  </a:lnTo>
                  <a:lnTo>
                    <a:pt x="36780" y="2727"/>
                  </a:lnTo>
                  <a:lnTo>
                    <a:pt x="41854" y="6843"/>
                  </a:lnTo>
                  <a:lnTo>
                    <a:pt x="47319" y="11277"/>
                  </a:lnTo>
                  <a:lnTo>
                    <a:pt x="53657" y="16418"/>
                  </a:lnTo>
                  <a:lnTo>
                    <a:pt x="51349" y="19028"/>
                  </a:lnTo>
                  <a:lnTo>
                    <a:pt x="45047" y="26159"/>
                  </a:lnTo>
                  <a:lnTo>
                    <a:pt x="25307" y="48492"/>
                  </a:lnTo>
                  <a:lnTo>
                    <a:pt x="24075" y="57338"/>
                  </a:lnTo>
                  <a:lnTo>
                    <a:pt x="25861" y="64448"/>
                  </a:lnTo>
                  <a:lnTo>
                    <a:pt x="30705" y="68290"/>
                  </a:lnTo>
                  <a:lnTo>
                    <a:pt x="34776" y="71088"/>
                  </a:lnTo>
                  <a:lnTo>
                    <a:pt x="40129" y="74766"/>
                  </a:lnTo>
                  <a:lnTo>
                    <a:pt x="47469" y="77246"/>
                  </a:lnTo>
                  <a:lnTo>
                    <a:pt x="53310" y="79219"/>
                  </a:lnTo>
                  <a:lnTo>
                    <a:pt x="67984" y="80602"/>
                  </a:lnTo>
                  <a:lnTo>
                    <a:pt x="68035" y="84585"/>
                  </a:lnTo>
                  <a:lnTo>
                    <a:pt x="68088" y="88725"/>
                  </a:lnTo>
                  <a:lnTo>
                    <a:pt x="68138" y="92627"/>
                  </a:lnTo>
                  <a:lnTo>
                    <a:pt x="68271" y="102916"/>
                  </a:lnTo>
                  <a:lnTo>
                    <a:pt x="54875" y="102587"/>
                  </a:lnTo>
                  <a:lnTo>
                    <a:pt x="37447" y="102159"/>
                  </a:lnTo>
                  <a:lnTo>
                    <a:pt x="27130" y="101232"/>
                  </a:lnTo>
                  <a:lnTo>
                    <a:pt x="24279" y="100975"/>
                  </a:lnTo>
                  <a:lnTo>
                    <a:pt x="13264" y="97796"/>
                  </a:lnTo>
                  <a:lnTo>
                    <a:pt x="6324" y="88376"/>
                  </a:lnTo>
                  <a:lnTo>
                    <a:pt x="4043" y="84182"/>
                  </a:lnTo>
                  <a:lnTo>
                    <a:pt x="2461" y="81272"/>
                  </a:lnTo>
                  <a:lnTo>
                    <a:pt x="1904" y="71276"/>
                  </a:lnTo>
                  <a:lnTo>
                    <a:pt x="1580" y="67660"/>
                  </a:lnTo>
                  <a:lnTo>
                    <a:pt x="1003" y="61223"/>
                  </a:lnTo>
                  <a:lnTo>
                    <a:pt x="720" y="58075"/>
                  </a:lnTo>
                  <a:lnTo>
                    <a:pt x="306" y="54563"/>
                  </a:lnTo>
                  <a:lnTo>
                    <a:pt x="0" y="51958"/>
                  </a:lnTo>
                  <a:lnTo>
                    <a:pt x="1853" y="46991"/>
                  </a:lnTo>
                  <a:lnTo>
                    <a:pt x="4055" y="410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75016" y="4165259"/>
              <a:ext cx="98523" cy="95968"/>
            </a:xfrm>
            <a:custGeom>
              <a:avLst/>
              <a:pathLst>
                <a:path w="98523" h="95968">
                  <a:moveTo>
                    <a:pt x="4437" y="84992"/>
                  </a:moveTo>
                  <a:lnTo>
                    <a:pt x="9022" y="78682"/>
                  </a:lnTo>
                  <a:lnTo>
                    <a:pt x="13301" y="73354"/>
                  </a:lnTo>
                  <a:lnTo>
                    <a:pt x="15765" y="70286"/>
                  </a:lnTo>
                  <a:lnTo>
                    <a:pt x="15927" y="70102"/>
                  </a:lnTo>
                  <a:lnTo>
                    <a:pt x="23521" y="58284"/>
                  </a:lnTo>
                  <a:lnTo>
                    <a:pt x="26609" y="53479"/>
                  </a:lnTo>
                  <a:lnTo>
                    <a:pt x="31983" y="45737"/>
                  </a:lnTo>
                  <a:lnTo>
                    <a:pt x="40151" y="33971"/>
                  </a:lnTo>
                  <a:lnTo>
                    <a:pt x="41632" y="31838"/>
                  </a:lnTo>
                  <a:lnTo>
                    <a:pt x="69551" y="0"/>
                  </a:lnTo>
                  <a:lnTo>
                    <a:pt x="75919" y="4520"/>
                  </a:lnTo>
                  <a:lnTo>
                    <a:pt x="86683" y="12161"/>
                  </a:lnTo>
                  <a:lnTo>
                    <a:pt x="98523" y="20566"/>
                  </a:lnTo>
                  <a:lnTo>
                    <a:pt x="96759" y="24690"/>
                  </a:lnTo>
                  <a:lnTo>
                    <a:pt x="95627" y="27336"/>
                  </a:lnTo>
                  <a:lnTo>
                    <a:pt x="94513" y="29939"/>
                  </a:lnTo>
                  <a:lnTo>
                    <a:pt x="85893" y="37236"/>
                  </a:lnTo>
                  <a:lnTo>
                    <a:pt x="72597" y="48077"/>
                  </a:lnTo>
                  <a:lnTo>
                    <a:pt x="64354" y="54798"/>
                  </a:lnTo>
                  <a:lnTo>
                    <a:pt x="53414" y="64294"/>
                  </a:lnTo>
                  <a:lnTo>
                    <a:pt x="25483" y="88540"/>
                  </a:lnTo>
                  <a:lnTo>
                    <a:pt x="10481" y="95088"/>
                  </a:lnTo>
                  <a:lnTo>
                    <a:pt x="4165" y="95968"/>
                  </a:lnTo>
                  <a:lnTo>
                    <a:pt x="2780" y="94971"/>
                  </a:lnTo>
                  <a:lnTo>
                    <a:pt x="980" y="93675"/>
                  </a:lnTo>
                  <a:lnTo>
                    <a:pt x="0" y="929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125306" y="4121060"/>
              <a:ext cx="62076" cy="53132"/>
            </a:xfrm>
            <a:custGeom>
              <a:avLst/>
              <a:pathLst>
                <a:path w="62076" h="53132">
                  <a:moveTo>
                    <a:pt x="20608" y="32134"/>
                  </a:moveTo>
                  <a:lnTo>
                    <a:pt x="577" y="19148"/>
                  </a:lnTo>
                  <a:lnTo>
                    <a:pt x="0" y="18775"/>
                  </a:lnTo>
                  <a:lnTo>
                    <a:pt x="1628" y="14602"/>
                  </a:lnTo>
                  <a:lnTo>
                    <a:pt x="4327" y="7690"/>
                  </a:lnTo>
                  <a:lnTo>
                    <a:pt x="7329" y="0"/>
                  </a:lnTo>
                  <a:lnTo>
                    <a:pt x="26583" y="11096"/>
                  </a:lnTo>
                  <a:lnTo>
                    <a:pt x="62076" y="31552"/>
                  </a:lnTo>
                  <a:lnTo>
                    <a:pt x="61024" y="34053"/>
                  </a:lnTo>
                  <a:lnTo>
                    <a:pt x="60332" y="35699"/>
                  </a:lnTo>
                  <a:lnTo>
                    <a:pt x="57121" y="43333"/>
                  </a:lnTo>
                  <a:lnTo>
                    <a:pt x="56232" y="45448"/>
                  </a:lnTo>
                  <a:lnTo>
                    <a:pt x="55074" y="48202"/>
                  </a:lnTo>
                  <a:lnTo>
                    <a:pt x="53000" y="53132"/>
                  </a:lnTo>
                  <a:lnTo>
                    <a:pt x="52696" y="52935"/>
                  </a:lnTo>
                  <a:lnTo>
                    <a:pt x="48925" y="50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201183" y="4140618"/>
              <a:ext cx="56681" cy="50676"/>
            </a:xfrm>
            <a:custGeom>
              <a:avLst/>
              <a:pathLst>
                <a:path w="56681" h="50676">
                  <a:moveTo>
                    <a:pt x="35546" y="44952"/>
                  </a:moveTo>
                  <a:lnTo>
                    <a:pt x="28082" y="39742"/>
                  </a:lnTo>
                  <a:lnTo>
                    <a:pt x="15379" y="30876"/>
                  </a:lnTo>
                  <a:lnTo>
                    <a:pt x="3673" y="22705"/>
                  </a:lnTo>
                  <a:lnTo>
                    <a:pt x="0" y="20141"/>
                  </a:lnTo>
                  <a:lnTo>
                    <a:pt x="7356" y="11502"/>
                  </a:lnTo>
                  <a:lnTo>
                    <a:pt x="17150" y="0"/>
                  </a:lnTo>
                  <a:lnTo>
                    <a:pt x="22683" y="4616"/>
                  </a:lnTo>
                  <a:lnTo>
                    <a:pt x="33231" y="13416"/>
                  </a:lnTo>
                  <a:lnTo>
                    <a:pt x="41855" y="20612"/>
                  </a:lnTo>
                  <a:lnTo>
                    <a:pt x="56681" y="32982"/>
                  </a:lnTo>
                  <a:lnTo>
                    <a:pt x="55377" y="34766"/>
                  </a:lnTo>
                  <a:lnTo>
                    <a:pt x="50242" y="41791"/>
                  </a:lnTo>
                  <a:lnTo>
                    <a:pt x="45634" y="48094"/>
                  </a:lnTo>
                  <a:lnTo>
                    <a:pt x="43747" y="50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67137" y="4148084"/>
              <a:ext cx="71007" cy="78810"/>
            </a:xfrm>
            <a:custGeom>
              <a:avLst/>
              <a:pathLst>
                <a:path w="71007" h="78810">
                  <a:moveTo>
                    <a:pt x="13901" y="73505"/>
                  </a:moveTo>
                  <a:lnTo>
                    <a:pt x="0" y="65147"/>
                  </a:lnTo>
                  <a:lnTo>
                    <a:pt x="1842" y="62582"/>
                  </a:lnTo>
                  <a:lnTo>
                    <a:pt x="3323" y="60522"/>
                  </a:lnTo>
                  <a:lnTo>
                    <a:pt x="14284" y="44323"/>
                  </a:lnTo>
                  <a:lnTo>
                    <a:pt x="16573" y="41214"/>
                  </a:lnTo>
                  <a:lnTo>
                    <a:pt x="26306" y="27993"/>
                  </a:lnTo>
                  <a:lnTo>
                    <a:pt x="39820" y="12214"/>
                  </a:lnTo>
                  <a:lnTo>
                    <a:pt x="49946" y="0"/>
                  </a:lnTo>
                  <a:lnTo>
                    <a:pt x="58801" y="6901"/>
                  </a:lnTo>
                  <a:lnTo>
                    <a:pt x="71007" y="16413"/>
                  </a:lnTo>
                  <a:lnTo>
                    <a:pt x="68217" y="20435"/>
                  </a:lnTo>
                  <a:lnTo>
                    <a:pt x="63241" y="27608"/>
                  </a:lnTo>
                  <a:lnTo>
                    <a:pt x="56058" y="36909"/>
                  </a:lnTo>
                  <a:lnTo>
                    <a:pt x="53151" y="40673"/>
                  </a:lnTo>
                  <a:lnTo>
                    <a:pt x="40438" y="55201"/>
                  </a:lnTo>
                  <a:lnTo>
                    <a:pt x="36200" y="59862"/>
                  </a:lnTo>
                  <a:lnTo>
                    <a:pt x="31657" y="64859"/>
                  </a:lnTo>
                  <a:lnTo>
                    <a:pt x="22725" y="78810"/>
                  </a:lnTo>
                  <a:lnTo>
                    <a:pt x="18076" y="760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41164" y="4129145"/>
              <a:ext cx="73284" cy="81971"/>
            </a:xfrm>
            <a:custGeom>
              <a:avLst/>
              <a:pathLst>
                <a:path w="73284" h="81971">
                  <a:moveTo>
                    <a:pt x="14035" y="47996"/>
                  </a:moveTo>
                  <a:lnTo>
                    <a:pt x="24185" y="36058"/>
                  </a:lnTo>
                  <a:lnTo>
                    <a:pt x="46283" y="10065"/>
                  </a:lnTo>
                  <a:lnTo>
                    <a:pt x="53903" y="0"/>
                  </a:lnTo>
                  <a:lnTo>
                    <a:pt x="58334" y="4046"/>
                  </a:lnTo>
                  <a:lnTo>
                    <a:pt x="65753" y="10820"/>
                  </a:lnTo>
                  <a:lnTo>
                    <a:pt x="73284" y="17698"/>
                  </a:lnTo>
                  <a:lnTo>
                    <a:pt x="70984" y="19965"/>
                  </a:lnTo>
                  <a:lnTo>
                    <a:pt x="61389" y="29424"/>
                  </a:lnTo>
                  <a:lnTo>
                    <a:pt x="57472" y="35404"/>
                  </a:lnTo>
                  <a:lnTo>
                    <a:pt x="53399" y="41623"/>
                  </a:lnTo>
                  <a:lnTo>
                    <a:pt x="44116" y="54138"/>
                  </a:lnTo>
                  <a:lnTo>
                    <a:pt x="41426" y="57217"/>
                  </a:lnTo>
                  <a:lnTo>
                    <a:pt x="35636" y="63841"/>
                  </a:lnTo>
                  <a:lnTo>
                    <a:pt x="25656" y="75633"/>
                  </a:lnTo>
                  <a:lnTo>
                    <a:pt x="21090" y="81971"/>
                  </a:lnTo>
                  <a:lnTo>
                    <a:pt x="18153" y="79538"/>
                  </a:lnTo>
                  <a:lnTo>
                    <a:pt x="12269" y="74665"/>
                  </a:lnTo>
                  <a:lnTo>
                    <a:pt x="8057" y="71178"/>
                  </a:lnTo>
                  <a:lnTo>
                    <a:pt x="5941" y="69425"/>
                  </a:lnTo>
                  <a:lnTo>
                    <a:pt x="5545" y="69097"/>
                  </a:lnTo>
                  <a:lnTo>
                    <a:pt x="3593" y="67481"/>
                  </a:lnTo>
                  <a:lnTo>
                    <a:pt x="1181" y="65483"/>
                  </a:lnTo>
                  <a:lnTo>
                    <a:pt x="0" y="64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94378" y="4070861"/>
              <a:ext cx="92294" cy="104927"/>
            </a:xfrm>
            <a:custGeom>
              <a:avLst/>
              <a:pathLst>
                <a:path w="92294" h="104927">
                  <a:moveTo>
                    <a:pt x="40716" y="21299"/>
                  </a:moveTo>
                  <a:lnTo>
                    <a:pt x="42624" y="23941"/>
                  </a:lnTo>
                  <a:lnTo>
                    <a:pt x="51247" y="35460"/>
                  </a:lnTo>
                  <a:lnTo>
                    <a:pt x="56187" y="43797"/>
                  </a:lnTo>
                  <a:lnTo>
                    <a:pt x="59838" y="49958"/>
                  </a:lnTo>
                  <a:lnTo>
                    <a:pt x="72512" y="61076"/>
                  </a:lnTo>
                  <a:lnTo>
                    <a:pt x="92294" y="77524"/>
                  </a:lnTo>
                  <a:lnTo>
                    <a:pt x="88341" y="82661"/>
                  </a:lnTo>
                  <a:lnTo>
                    <a:pt x="86700" y="84793"/>
                  </a:lnTo>
                  <a:lnTo>
                    <a:pt x="82047" y="90841"/>
                  </a:lnTo>
                  <a:lnTo>
                    <a:pt x="71208" y="104927"/>
                  </a:lnTo>
                  <a:lnTo>
                    <a:pt x="55970" y="94201"/>
                  </a:lnTo>
                  <a:lnTo>
                    <a:pt x="45475" y="89939"/>
                  </a:lnTo>
                  <a:lnTo>
                    <a:pt x="30327" y="75234"/>
                  </a:lnTo>
                  <a:lnTo>
                    <a:pt x="26859" y="72430"/>
                  </a:lnTo>
                  <a:lnTo>
                    <a:pt x="1100" y="51607"/>
                  </a:lnTo>
                  <a:lnTo>
                    <a:pt x="0" y="50717"/>
                  </a:lnTo>
                  <a:lnTo>
                    <a:pt x="9416" y="35400"/>
                  </a:lnTo>
                  <a:lnTo>
                    <a:pt x="13365" y="28975"/>
                  </a:lnTo>
                  <a:lnTo>
                    <a:pt x="6574" y="6253"/>
                  </a:lnTo>
                  <a:lnTo>
                    <a:pt x="13353" y="3366"/>
                  </a:lnTo>
                  <a:lnTo>
                    <a:pt x="18516" y="1168"/>
                  </a:lnTo>
                  <a:lnTo>
                    <a:pt x="21260" y="0"/>
                  </a:lnTo>
                  <a:lnTo>
                    <a:pt x="28291" y="3107"/>
                  </a:lnTo>
                  <a:lnTo>
                    <a:pt x="29180" y="4620"/>
                  </a:lnTo>
                  <a:lnTo>
                    <a:pt x="32750" y="10696"/>
                  </a:lnTo>
                  <a:lnTo>
                    <a:pt x="33591" y="11434"/>
                  </a:lnTo>
                  <a:lnTo>
                    <a:pt x="36798" y="15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145576" y="4051157"/>
              <a:ext cx="68495" cy="97348"/>
            </a:xfrm>
            <a:custGeom>
              <a:avLst/>
              <a:pathLst>
                <a:path w="68495" h="97348">
                  <a:moveTo>
                    <a:pt x="8587" y="69712"/>
                  </a:moveTo>
                  <a:lnTo>
                    <a:pt x="15795" y="58777"/>
                  </a:lnTo>
                  <a:lnTo>
                    <a:pt x="18838" y="54162"/>
                  </a:lnTo>
                  <a:lnTo>
                    <a:pt x="20089" y="52265"/>
                  </a:lnTo>
                  <a:lnTo>
                    <a:pt x="20732" y="38549"/>
                  </a:lnTo>
                  <a:lnTo>
                    <a:pt x="19156" y="35269"/>
                  </a:lnTo>
                  <a:lnTo>
                    <a:pt x="12937" y="29585"/>
                  </a:lnTo>
                  <a:lnTo>
                    <a:pt x="10144" y="27034"/>
                  </a:lnTo>
                  <a:lnTo>
                    <a:pt x="0" y="17434"/>
                  </a:lnTo>
                  <a:lnTo>
                    <a:pt x="15731" y="15391"/>
                  </a:lnTo>
                  <a:lnTo>
                    <a:pt x="14568" y="12517"/>
                  </a:lnTo>
                  <a:lnTo>
                    <a:pt x="9503" y="0"/>
                  </a:lnTo>
                  <a:lnTo>
                    <a:pt x="26232" y="2700"/>
                  </a:lnTo>
                  <a:lnTo>
                    <a:pt x="42136" y="5267"/>
                  </a:lnTo>
                  <a:lnTo>
                    <a:pt x="50143" y="6560"/>
                  </a:lnTo>
                  <a:lnTo>
                    <a:pt x="55123" y="12296"/>
                  </a:lnTo>
                  <a:lnTo>
                    <a:pt x="58923" y="19991"/>
                  </a:lnTo>
                  <a:lnTo>
                    <a:pt x="63318" y="28890"/>
                  </a:lnTo>
                  <a:lnTo>
                    <a:pt x="68495" y="39372"/>
                  </a:lnTo>
                  <a:lnTo>
                    <a:pt x="67259" y="46233"/>
                  </a:lnTo>
                  <a:lnTo>
                    <a:pt x="66418" y="50897"/>
                  </a:lnTo>
                  <a:lnTo>
                    <a:pt x="63463" y="67300"/>
                  </a:lnTo>
                  <a:lnTo>
                    <a:pt x="62485" y="72727"/>
                  </a:lnTo>
                  <a:lnTo>
                    <a:pt x="59814" y="77206"/>
                  </a:lnTo>
                  <a:lnTo>
                    <a:pt x="47799" y="97348"/>
                  </a:lnTo>
                  <a:lnTo>
                    <a:pt x="32236" y="88547"/>
                  </a:lnTo>
                  <a:lnTo>
                    <a:pt x="24278" y="84047"/>
                  </a:lnTo>
                  <a:lnTo>
                    <a:pt x="21600" y="81600"/>
                  </a:lnTo>
                  <a:lnTo>
                    <a:pt x="18548" y="788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26421" y="4051195"/>
              <a:ext cx="79961" cy="90722"/>
            </a:xfrm>
            <a:custGeom>
              <a:avLst/>
              <a:pathLst>
                <a:path w="79961" h="90722">
                  <a:moveTo>
                    <a:pt x="20918" y="63170"/>
                  </a:moveTo>
                  <a:lnTo>
                    <a:pt x="20016" y="62281"/>
                  </a:lnTo>
                  <a:lnTo>
                    <a:pt x="12665" y="55040"/>
                  </a:lnTo>
                  <a:lnTo>
                    <a:pt x="8429" y="50911"/>
                  </a:lnTo>
                  <a:lnTo>
                    <a:pt x="4623" y="32419"/>
                  </a:lnTo>
                  <a:lnTo>
                    <a:pt x="2788" y="28642"/>
                  </a:lnTo>
                  <a:lnTo>
                    <a:pt x="526" y="23988"/>
                  </a:lnTo>
                  <a:lnTo>
                    <a:pt x="0" y="22905"/>
                  </a:lnTo>
                  <a:lnTo>
                    <a:pt x="8984" y="19706"/>
                  </a:lnTo>
                  <a:lnTo>
                    <a:pt x="14636" y="18337"/>
                  </a:lnTo>
                  <a:lnTo>
                    <a:pt x="18931" y="18746"/>
                  </a:lnTo>
                  <a:lnTo>
                    <a:pt x="20074" y="18855"/>
                  </a:lnTo>
                  <a:lnTo>
                    <a:pt x="20414" y="18762"/>
                  </a:lnTo>
                  <a:lnTo>
                    <a:pt x="25883" y="18723"/>
                  </a:lnTo>
                  <a:lnTo>
                    <a:pt x="30392" y="17850"/>
                  </a:lnTo>
                  <a:lnTo>
                    <a:pt x="31072" y="17663"/>
                  </a:lnTo>
                  <a:lnTo>
                    <a:pt x="36014" y="17038"/>
                  </a:lnTo>
                  <a:lnTo>
                    <a:pt x="36477" y="16728"/>
                  </a:lnTo>
                  <a:lnTo>
                    <a:pt x="41511" y="14431"/>
                  </a:lnTo>
                  <a:lnTo>
                    <a:pt x="42221" y="13688"/>
                  </a:lnTo>
                  <a:lnTo>
                    <a:pt x="42807" y="13161"/>
                  </a:lnTo>
                  <a:lnTo>
                    <a:pt x="46822" y="11144"/>
                  </a:lnTo>
                  <a:lnTo>
                    <a:pt x="47965" y="10647"/>
                  </a:lnTo>
                  <a:lnTo>
                    <a:pt x="52352" y="7980"/>
                  </a:lnTo>
                  <a:lnTo>
                    <a:pt x="53371" y="7700"/>
                  </a:lnTo>
                  <a:lnTo>
                    <a:pt x="59334" y="4782"/>
                  </a:lnTo>
                  <a:lnTo>
                    <a:pt x="59797" y="4472"/>
                  </a:lnTo>
                  <a:lnTo>
                    <a:pt x="66348" y="1026"/>
                  </a:lnTo>
                  <a:lnTo>
                    <a:pt x="70088" y="0"/>
                  </a:lnTo>
                  <a:lnTo>
                    <a:pt x="69660" y="14142"/>
                  </a:lnTo>
                  <a:lnTo>
                    <a:pt x="69373" y="23601"/>
                  </a:lnTo>
                  <a:lnTo>
                    <a:pt x="68883" y="39796"/>
                  </a:lnTo>
                  <a:lnTo>
                    <a:pt x="73293" y="41854"/>
                  </a:lnTo>
                  <a:lnTo>
                    <a:pt x="79961" y="44965"/>
                  </a:lnTo>
                  <a:lnTo>
                    <a:pt x="78722" y="52756"/>
                  </a:lnTo>
                  <a:lnTo>
                    <a:pt x="78415" y="54688"/>
                  </a:lnTo>
                  <a:lnTo>
                    <a:pt x="75298" y="60645"/>
                  </a:lnTo>
                  <a:lnTo>
                    <a:pt x="72676" y="65737"/>
                  </a:lnTo>
                  <a:lnTo>
                    <a:pt x="71413" y="67947"/>
                  </a:lnTo>
                  <a:lnTo>
                    <a:pt x="67989" y="73942"/>
                  </a:lnTo>
                  <a:lnTo>
                    <a:pt x="67280" y="74683"/>
                  </a:lnTo>
                  <a:lnTo>
                    <a:pt x="64445" y="77804"/>
                  </a:lnTo>
                  <a:lnTo>
                    <a:pt x="62656" y="79773"/>
                  </a:lnTo>
                  <a:lnTo>
                    <a:pt x="59668" y="83504"/>
                  </a:lnTo>
                  <a:lnTo>
                    <a:pt x="58713" y="84675"/>
                  </a:lnTo>
                  <a:lnTo>
                    <a:pt x="55293" y="88160"/>
                  </a:lnTo>
                  <a:lnTo>
                    <a:pt x="51257" y="90722"/>
                  </a:lnTo>
                  <a:lnTo>
                    <a:pt x="26882" y="70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203065" y="4001558"/>
              <a:ext cx="81717" cy="69477"/>
            </a:xfrm>
            <a:custGeom>
              <a:avLst/>
              <a:pathLst>
                <a:path w="81717" h="69477">
                  <a:moveTo>
                    <a:pt x="10091" y="32626"/>
                  </a:moveTo>
                  <a:lnTo>
                    <a:pt x="13620" y="27458"/>
                  </a:lnTo>
                  <a:lnTo>
                    <a:pt x="20912" y="16780"/>
                  </a:lnTo>
                  <a:lnTo>
                    <a:pt x="32371" y="0"/>
                  </a:lnTo>
                  <a:lnTo>
                    <a:pt x="45980" y="8335"/>
                  </a:lnTo>
                  <a:lnTo>
                    <a:pt x="55902" y="14569"/>
                  </a:lnTo>
                  <a:lnTo>
                    <a:pt x="59318" y="18680"/>
                  </a:lnTo>
                  <a:lnTo>
                    <a:pt x="64060" y="24387"/>
                  </a:lnTo>
                  <a:lnTo>
                    <a:pt x="72429" y="34321"/>
                  </a:lnTo>
                  <a:lnTo>
                    <a:pt x="81717" y="45634"/>
                  </a:lnTo>
                  <a:lnTo>
                    <a:pt x="79804" y="47982"/>
                  </a:lnTo>
                  <a:lnTo>
                    <a:pt x="77644" y="49726"/>
                  </a:lnTo>
                  <a:lnTo>
                    <a:pt x="75022" y="51845"/>
                  </a:lnTo>
                  <a:lnTo>
                    <a:pt x="74312" y="52587"/>
                  </a:lnTo>
                  <a:lnTo>
                    <a:pt x="70518" y="54721"/>
                  </a:lnTo>
                  <a:lnTo>
                    <a:pt x="69407" y="54661"/>
                  </a:lnTo>
                  <a:lnTo>
                    <a:pt x="65028" y="57320"/>
                  </a:lnTo>
                  <a:lnTo>
                    <a:pt x="59971" y="60164"/>
                  </a:lnTo>
                  <a:lnTo>
                    <a:pt x="59292" y="60351"/>
                  </a:lnTo>
                  <a:lnTo>
                    <a:pt x="55684" y="61158"/>
                  </a:lnTo>
                  <a:lnTo>
                    <a:pt x="55129" y="61128"/>
                  </a:lnTo>
                  <a:lnTo>
                    <a:pt x="51491" y="62490"/>
                  </a:lnTo>
                  <a:lnTo>
                    <a:pt x="50596" y="62553"/>
                  </a:lnTo>
                  <a:lnTo>
                    <a:pt x="45139" y="64597"/>
                  </a:lnTo>
                  <a:lnTo>
                    <a:pt x="44800" y="64690"/>
                  </a:lnTo>
                  <a:lnTo>
                    <a:pt x="39311" y="65284"/>
                  </a:lnTo>
                  <a:lnTo>
                    <a:pt x="33852" y="65324"/>
                  </a:lnTo>
                  <a:lnTo>
                    <a:pt x="27714" y="65550"/>
                  </a:lnTo>
                  <a:lnTo>
                    <a:pt x="20041" y="69477"/>
                  </a:lnTo>
                  <a:lnTo>
                    <a:pt x="17339" y="66630"/>
                  </a:lnTo>
                  <a:lnTo>
                    <a:pt x="13248" y="62319"/>
                  </a:lnTo>
                  <a:lnTo>
                    <a:pt x="8668" y="57492"/>
                  </a:lnTo>
                  <a:lnTo>
                    <a:pt x="4230" y="52815"/>
                  </a:lnTo>
                  <a:lnTo>
                    <a:pt x="924" y="49331"/>
                  </a:lnTo>
                  <a:lnTo>
                    <a:pt x="0" y="483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23778" y="4151666"/>
              <a:ext cx="49518" cy="55267"/>
            </a:xfrm>
            <a:custGeom>
              <a:avLst/>
              <a:pathLst>
                <a:path w="49518" h="55267">
                  <a:moveTo>
                    <a:pt x="220" y="0"/>
                  </a:moveTo>
                  <a:lnTo>
                    <a:pt x="18133" y="9772"/>
                  </a:lnTo>
                  <a:lnTo>
                    <a:pt x="49518" y="26894"/>
                  </a:lnTo>
                  <a:lnTo>
                    <a:pt x="49152" y="29425"/>
                  </a:lnTo>
                  <a:lnTo>
                    <a:pt x="49420" y="29542"/>
                  </a:lnTo>
                  <a:lnTo>
                    <a:pt x="48510" y="33853"/>
                  </a:lnTo>
                  <a:lnTo>
                    <a:pt x="48003" y="37350"/>
                  </a:lnTo>
                  <a:lnTo>
                    <a:pt x="45407" y="55267"/>
                  </a:lnTo>
                  <a:lnTo>
                    <a:pt x="44145" y="54529"/>
                  </a:lnTo>
                  <a:lnTo>
                    <a:pt x="31823" y="47326"/>
                  </a:lnTo>
                  <a:lnTo>
                    <a:pt x="10429" y="34820"/>
                  </a:lnTo>
                  <a:lnTo>
                    <a:pt x="0" y="28723"/>
                  </a:lnTo>
                  <a:lnTo>
                    <a:pt x="130" y="11708"/>
                  </a:lnTo>
                  <a:lnTo>
                    <a:pt x="158" y="8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90984" y="3807696"/>
              <a:ext cx="43861" cy="67377"/>
            </a:xfrm>
            <a:custGeom>
              <a:avLst/>
              <a:pathLst>
                <a:path w="43861" h="67377">
                  <a:moveTo>
                    <a:pt x="6698" y="65590"/>
                  </a:moveTo>
                  <a:lnTo>
                    <a:pt x="3760" y="62012"/>
                  </a:lnTo>
                  <a:lnTo>
                    <a:pt x="1799" y="59624"/>
                  </a:lnTo>
                  <a:lnTo>
                    <a:pt x="36" y="57476"/>
                  </a:lnTo>
                  <a:lnTo>
                    <a:pt x="0" y="57280"/>
                  </a:lnTo>
                  <a:lnTo>
                    <a:pt x="1953" y="41689"/>
                  </a:lnTo>
                  <a:lnTo>
                    <a:pt x="3096" y="39234"/>
                  </a:lnTo>
                  <a:lnTo>
                    <a:pt x="5793" y="33438"/>
                  </a:lnTo>
                  <a:lnTo>
                    <a:pt x="10033" y="29109"/>
                  </a:lnTo>
                  <a:lnTo>
                    <a:pt x="11312" y="28069"/>
                  </a:lnTo>
                  <a:lnTo>
                    <a:pt x="16306" y="24009"/>
                  </a:lnTo>
                  <a:lnTo>
                    <a:pt x="23205" y="18402"/>
                  </a:lnTo>
                  <a:lnTo>
                    <a:pt x="19830" y="13029"/>
                  </a:lnTo>
                  <a:lnTo>
                    <a:pt x="17877" y="9920"/>
                  </a:lnTo>
                  <a:lnTo>
                    <a:pt x="16299" y="7408"/>
                  </a:lnTo>
                  <a:lnTo>
                    <a:pt x="21292" y="0"/>
                  </a:lnTo>
                  <a:lnTo>
                    <a:pt x="25293" y="4817"/>
                  </a:lnTo>
                  <a:lnTo>
                    <a:pt x="34725" y="16172"/>
                  </a:lnTo>
                  <a:lnTo>
                    <a:pt x="43861" y="27173"/>
                  </a:lnTo>
                  <a:lnTo>
                    <a:pt x="42027" y="29239"/>
                  </a:lnTo>
                  <a:lnTo>
                    <a:pt x="39424" y="32171"/>
                  </a:lnTo>
                  <a:lnTo>
                    <a:pt x="32505" y="39964"/>
                  </a:lnTo>
                  <a:lnTo>
                    <a:pt x="25741" y="47581"/>
                  </a:lnTo>
                  <a:lnTo>
                    <a:pt x="18929" y="55253"/>
                  </a:lnTo>
                  <a:lnTo>
                    <a:pt x="8366" y="67151"/>
                  </a:lnTo>
                  <a:lnTo>
                    <a:pt x="8165" y="673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182927" y="4194148"/>
              <a:ext cx="53000" cy="37605"/>
            </a:xfrm>
            <a:custGeom>
              <a:avLst/>
              <a:pathLst>
                <a:path w="53000" h="37605">
                  <a:moveTo>
                    <a:pt x="0" y="31359"/>
                  </a:moveTo>
                  <a:lnTo>
                    <a:pt x="1690" y="26711"/>
                  </a:lnTo>
                  <a:lnTo>
                    <a:pt x="5280" y="16842"/>
                  </a:lnTo>
                  <a:lnTo>
                    <a:pt x="8527" y="7915"/>
                  </a:lnTo>
                  <a:lnTo>
                    <a:pt x="11407" y="0"/>
                  </a:lnTo>
                  <a:lnTo>
                    <a:pt x="22038" y="357"/>
                  </a:lnTo>
                  <a:lnTo>
                    <a:pt x="31553" y="676"/>
                  </a:lnTo>
                  <a:lnTo>
                    <a:pt x="41807" y="1021"/>
                  </a:lnTo>
                  <a:lnTo>
                    <a:pt x="52039" y="1364"/>
                  </a:lnTo>
                  <a:lnTo>
                    <a:pt x="52188" y="6972"/>
                  </a:lnTo>
                  <a:lnTo>
                    <a:pt x="52539" y="20224"/>
                  </a:lnTo>
                  <a:lnTo>
                    <a:pt x="53000" y="37605"/>
                  </a:lnTo>
                  <a:lnTo>
                    <a:pt x="49923" y="37481"/>
                  </a:lnTo>
                  <a:lnTo>
                    <a:pt x="45769" y="37313"/>
                  </a:lnTo>
                  <a:lnTo>
                    <a:pt x="36470" y="36939"/>
                  </a:lnTo>
                  <a:lnTo>
                    <a:pt x="26989" y="36557"/>
                  </a:lnTo>
                  <a:lnTo>
                    <a:pt x="14036" y="36036"/>
                  </a:lnTo>
                  <a:lnTo>
                    <a:pt x="4170" y="35639"/>
                  </a:lnTo>
                  <a:lnTo>
                    <a:pt x="2356" y="34495"/>
                  </a:lnTo>
                  <a:lnTo>
                    <a:pt x="1072" y="33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196930" y="4187500"/>
              <a:ext cx="110731" cy="77630"/>
            </a:xfrm>
            <a:custGeom>
              <a:avLst/>
              <a:pathLst>
                <a:path w="110731" h="77630">
                  <a:moveTo>
                    <a:pt x="87746" y="58879"/>
                  </a:moveTo>
                  <a:lnTo>
                    <a:pt x="84021" y="63992"/>
                  </a:lnTo>
                  <a:lnTo>
                    <a:pt x="81096" y="68008"/>
                  </a:lnTo>
                  <a:lnTo>
                    <a:pt x="77237" y="71051"/>
                  </a:lnTo>
                  <a:lnTo>
                    <a:pt x="68895" y="77630"/>
                  </a:lnTo>
                  <a:lnTo>
                    <a:pt x="65962" y="77592"/>
                  </a:lnTo>
                  <a:lnTo>
                    <a:pt x="57824" y="77486"/>
                  </a:lnTo>
                  <a:lnTo>
                    <a:pt x="53410" y="77429"/>
                  </a:lnTo>
                  <a:lnTo>
                    <a:pt x="45490" y="77326"/>
                  </a:lnTo>
                  <a:lnTo>
                    <a:pt x="39538" y="77249"/>
                  </a:lnTo>
                  <a:lnTo>
                    <a:pt x="33162" y="77166"/>
                  </a:lnTo>
                  <a:lnTo>
                    <a:pt x="27213" y="77089"/>
                  </a:lnTo>
                  <a:lnTo>
                    <a:pt x="19672" y="76991"/>
                  </a:lnTo>
                  <a:lnTo>
                    <a:pt x="15535" y="76937"/>
                  </a:lnTo>
                  <a:lnTo>
                    <a:pt x="0" y="76736"/>
                  </a:lnTo>
                  <a:lnTo>
                    <a:pt x="44" y="67304"/>
                  </a:lnTo>
                  <a:lnTo>
                    <a:pt x="124" y="50138"/>
                  </a:lnTo>
                  <a:lnTo>
                    <a:pt x="19091" y="50533"/>
                  </a:lnTo>
                  <a:lnTo>
                    <a:pt x="51712" y="51212"/>
                  </a:lnTo>
                  <a:lnTo>
                    <a:pt x="56738" y="52462"/>
                  </a:lnTo>
                  <a:lnTo>
                    <a:pt x="64524" y="53348"/>
                  </a:lnTo>
                  <a:lnTo>
                    <a:pt x="64490" y="45541"/>
                  </a:lnTo>
                  <a:lnTo>
                    <a:pt x="52250" y="37256"/>
                  </a:lnTo>
                  <a:lnTo>
                    <a:pt x="45201" y="19242"/>
                  </a:lnTo>
                  <a:lnTo>
                    <a:pt x="48436" y="13818"/>
                  </a:lnTo>
                  <a:lnTo>
                    <a:pt x="52536" y="6943"/>
                  </a:lnTo>
                  <a:lnTo>
                    <a:pt x="63406" y="0"/>
                  </a:lnTo>
                  <a:lnTo>
                    <a:pt x="65988" y="1637"/>
                  </a:lnTo>
                  <a:lnTo>
                    <a:pt x="69020" y="3560"/>
                  </a:lnTo>
                  <a:lnTo>
                    <a:pt x="72256" y="5612"/>
                  </a:lnTo>
                  <a:lnTo>
                    <a:pt x="75810" y="7866"/>
                  </a:lnTo>
                  <a:lnTo>
                    <a:pt x="79539" y="10231"/>
                  </a:lnTo>
                  <a:lnTo>
                    <a:pt x="81836" y="11688"/>
                  </a:lnTo>
                  <a:lnTo>
                    <a:pt x="85549" y="14043"/>
                  </a:lnTo>
                  <a:lnTo>
                    <a:pt x="89344" y="16450"/>
                  </a:lnTo>
                  <a:lnTo>
                    <a:pt x="91886" y="18344"/>
                  </a:lnTo>
                  <a:lnTo>
                    <a:pt x="96340" y="21662"/>
                  </a:lnTo>
                  <a:lnTo>
                    <a:pt x="101105" y="25211"/>
                  </a:lnTo>
                  <a:lnTo>
                    <a:pt x="110731" y="32383"/>
                  </a:lnTo>
                  <a:lnTo>
                    <a:pt x="104577" y="39817"/>
                  </a:lnTo>
                  <a:lnTo>
                    <a:pt x="100016" y="45326"/>
                  </a:lnTo>
                  <a:lnTo>
                    <a:pt x="94802" y="491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286265" y="4099792"/>
              <a:ext cx="64365" cy="66438"/>
            </a:xfrm>
            <a:custGeom>
              <a:avLst/>
              <a:pathLst>
                <a:path w="64365" h="66438">
                  <a:moveTo>
                    <a:pt x="17334" y="66240"/>
                  </a:moveTo>
                  <a:lnTo>
                    <a:pt x="13796" y="63246"/>
                  </a:lnTo>
                  <a:lnTo>
                    <a:pt x="9798" y="59862"/>
                  </a:lnTo>
                  <a:lnTo>
                    <a:pt x="5754" y="56439"/>
                  </a:lnTo>
                  <a:lnTo>
                    <a:pt x="1625" y="52945"/>
                  </a:lnTo>
                  <a:lnTo>
                    <a:pt x="0" y="51569"/>
                  </a:lnTo>
                  <a:lnTo>
                    <a:pt x="1215" y="49954"/>
                  </a:lnTo>
                  <a:lnTo>
                    <a:pt x="5776" y="43898"/>
                  </a:lnTo>
                  <a:lnTo>
                    <a:pt x="6424" y="43037"/>
                  </a:lnTo>
                  <a:lnTo>
                    <a:pt x="8651" y="40080"/>
                  </a:lnTo>
                  <a:lnTo>
                    <a:pt x="11185" y="36715"/>
                  </a:lnTo>
                  <a:lnTo>
                    <a:pt x="12583" y="34859"/>
                  </a:lnTo>
                  <a:lnTo>
                    <a:pt x="16625" y="29490"/>
                  </a:lnTo>
                  <a:lnTo>
                    <a:pt x="17724" y="28032"/>
                  </a:lnTo>
                  <a:lnTo>
                    <a:pt x="22747" y="21361"/>
                  </a:lnTo>
                  <a:lnTo>
                    <a:pt x="23407" y="20484"/>
                  </a:lnTo>
                  <a:lnTo>
                    <a:pt x="25584" y="17593"/>
                  </a:lnTo>
                  <a:lnTo>
                    <a:pt x="27814" y="14632"/>
                  </a:lnTo>
                  <a:lnTo>
                    <a:pt x="29037" y="13008"/>
                  </a:lnTo>
                  <a:lnTo>
                    <a:pt x="33570" y="6988"/>
                  </a:lnTo>
                  <a:lnTo>
                    <a:pt x="34083" y="6307"/>
                  </a:lnTo>
                  <a:lnTo>
                    <a:pt x="38704" y="171"/>
                  </a:lnTo>
                  <a:lnTo>
                    <a:pt x="38906" y="0"/>
                  </a:lnTo>
                  <a:lnTo>
                    <a:pt x="39385" y="160"/>
                  </a:lnTo>
                  <a:lnTo>
                    <a:pt x="40736" y="612"/>
                  </a:lnTo>
                  <a:lnTo>
                    <a:pt x="43439" y="1516"/>
                  </a:lnTo>
                  <a:lnTo>
                    <a:pt x="45138" y="2085"/>
                  </a:lnTo>
                  <a:lnTo>
                    <a:pt x="48878" y="3336"/>
                  </a:lnTo>
                  <a:lnTo>
                    <a:pt x="49468" y="3534"/>
                  </a:lnTo>
                  <a:lnTo>
                    <a:pt x="52284" y="4476"/>
                  </a:lnTo>
                  <a:lnTo>
                    <a:pt x="54402" y="5184"/>
                  </a:lnTo>
                  <a:lnTo>
                    <a:pt x="54810" y="5321"/>
                  </a:lnTo>
                  <a:lnTo>
                    <a:pt x="64365" y="8518"/>
                  </a:lnTo>
                  <a:lnTo>
                    <a:pt x="51899" y="23947"/>
                  </a:lnTo>
                  <a:lnTo>
                    <a:pt x="36059" y="43553"/>
                  </a:lnTo>
                  <a:lnTo>
                    <a:pt x="19890" y="63565"/>
                  </a:lnTo>
                  <a:lnTo>
                    <a:pt x="17568" y="66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295767" y="3950564"/>
              <a:ext cx="75087" cy="84479"/>
            </a:xfrm>
            <a:custGeom>
              <a:avLst/>
              <a:pathLst>
                <a:path w="75087" h="84479">
                  <a:moveTo>
                    <a:pt x="14418" y="25388"/>
                  </a:moveTo>
                  <a:lnTo>
                    <a:pt x="21511" y="19867"/>
                  </a:lnTo>
                  <a:lnTo>
                    <a:pt x="25880" y="16959"/>
                  </a:lnTo>
                  <a:lnTo>
                    <a:pt x="26509" y="16540"/>
                  </a:lnTo>
                  <a:lnTo>
                    <a:pt x="28565" y="15171"/>
                  </a:lnTo>
                  <a:lnTo>
                    <a:pt x="36241" y="9231"/>
                  </a:lnTo>
                  <a:lnTo>
                    <a:pt x="42310" y="5727"/>
                  </a:lnTo>
                  <a:lnTo>
                    <a:pt x="42743" y="5095"/>
                  </a:lnTo>
                  <a:lnTo>
                    <a:pt x="49908" y="1310"/>
                  </a:lnTo>
                  <a:lnTo>
                    <a:pt x="54838" y="0"/>
                  </a:lnTo>
                  <a:lnTo>
                    <a:pt x="61744" y="45"/>
                  </a:lnTo>
                  <a:lnTo>
                    <a:pt x="63923" y="12699"/>
                  </a:lnTo>
                  <a:lnTo>
                    <a:pt x="64584" y="16540"/>
                  </a:lnTo>
                  <a:lnTo>
                    <a:pt x="67292" y="32261"/>
                  </a:lnTo>
                  <a:lnTo>
                    <a:pt x="68049" y="36657"/>
                  </a:lnTo>
                  <a:lnTo>
                    <a:pt x="74657" y="75033"/>
                  </a:lnTo>
                  <a:lnTo>
                    <a:pt x="75087" y="77527"/>
                  </a:lnTo>
                  <a:lnTo>
                    <a:pt x="72220" y="77588"/>
                  </a:lnTo>
                  <a:lnTo>
                    <a:pt x="62962" y="77785"/>
                  </a:lnTo>
                  <a:lnTo>
                    <a:pt x="59562" y="77857"/>
                  </a:lnTo>
                  <a:lnTo>
                    <a:pt x="52160" y="78483"/>
                  </a:lnTo>
                  <a:lnTo>
                    <a:pt x="45874" y="79014"/>
                  </a:lnTo>
                  <a:lnTo>
                    <a:pt x="40365" y="80739"/>
                  </a:lnTo>
                  <a:lnTo>
                    <a:pt x="28418" y="84479"/>
                  </a:lnTo>
                  <a:lnTo>
                    <a:pt x="9807" y="53132"/>
                  </a:lnTo>
                  <a:lnTo>
                    <a:pt x="3019" y="41697"/>
                  </a:lnTo>
                  <a:lnTo>
                    <a:pt x="0" y="366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136525" y="4349172"/>
              <a:ext cx="94681" cy="75618"/>
            </a:xfrm>
            <a:custGeom>
              <a:avLst/>
              <a:pathLst>
                <a:path w="94681" h="75618">
                  <a:moveTo>
                    <a:pt x="2926" y="61733"/>
                  </a:moveTo>
                  <a:lnTo>
                    <a:pt x="4897" y="59473"/>
                  </a:lnTo>
                  <a:lnTo>
                    <a:pt x="25015" y="36409"/>
                  </a:lnTo>
                  <a:lnTo>
                    <a:pt x="26909" y="33525"/>
                  </a:lnTo>
                  <a:lnTo>
                    <a:pt x="29255" y="29951"/>
                  </a:lnTo>
                  <a:lnTo>
                    <a:pt x="36886" y="15177"/>
                  </a:lnTo>
                  <a:lnTo>
                    <a:pt x="43133" y="10581"/>
                  </a:lnTo>
                  <a:lnTo>
                    <a:pt x="43301" y="10325"/>
                  </a:lnTo>
                  <a:lnTo>
                    <a:pt x="46071" y="0"/>
                  </a:lnTo>
                  <a:lnTo>
                    <a:pt x="53958" y="3478"/>
                  </a:lnTo>
                  <a:lnTo>
                    <a:pt x="94681" y="21440"/>
                  </a:lnTo>
                  <a:lnTo>
                    <a:pt x="92643" y="27322"/>
                  </a:lnTo>
                  <a:lnTo>
                    <a:pt x="91042" y="31942"/>
                  </a:lnTo>
                  <a:lnTo>
                    <a:pt x="87660" y="39728"/>
                  </a:lnTo>
                  <a:lnTo>
                    <a:pt x="86048" y="41788"/>
                  </a:lnTo>
                  <a:lnTo>
                    <a:pt x="61592" y="73046"/>
                  </a:lnTo>
                  <a:lnTo>
                    <a:pt x="57513" y="69685"/>
                  </a:lnTo>
                  <a:lnTo>
                    <a:pt x="48776" y="64610"/>
                  </a:lnTo>
                  <a:lnTo>
                    <a:pt x="45904" y="64228"/>
                  </a:lnTo>
                  <a:lnTo>
                    <a:pt x="39911" y="63431"/>
                  </a:lnTo>
                  <a:lnTo>
                    <a:pt x="32829" y="68139"/>
                  </a:lnTo>
                  <a:lnTo>
                    <a:pt x="24646" y="69665"/>
                  </a:lnTo>
                  <a:lnTo>
                    <a:pt x="7574" y="75618"/>
                  </a:lnTo>
                  <a:lnTo>
                    <a:pt x="0" y="72143"/>
                  </a:lnTo>
                  <a:lnTo>
                    <a:pt x="1149" y="680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336911" y="4220971"/>
              <a:ext cx="46271" cy="46924"/>
            </a:xfrm>
            <a:custGeom>
              <a:avLst/>
              <a:pathLst>
                <a:path w="46271" h="46924">
                  <a:moveTo>
                    <a:pt x="7154" y="19939"/>
                  </a:moveTo>
                  <a:lnTo>
                    <a:pt x="12708" y="13279"/>
                  </a:lnTo>
                  <a:lnTo>
                    <a:pt x="17903" y="7049"/>
                  </a:lnTo>
                  <a:lnTo>
                    <a:pt x="23781" y="0"/>
                  </a:lnTo>
                  <a:lnTo>
                    <a:pt x="27010" y="2254"/>
                  </a:lnTo>
                  <a:lnTo>
                    <a:pt x="31011" y="5048"/>
                  </a:lnTo>
                  <a:lnTo>
                    <a:pt x="40360" y="11576"/>
                  </a:lnTo>
                  <a:lnTo>
                    <a:pt x="46271" y="15703"/>
                  </a:lnTo>
                  <a:lnTo>
                    <a:pt x="32079" y="34799"/>
                  </a:lnTo>
                  <a:lnTo>
                    <a:pt x="23069" y="46924"/>
                  </a:lnTo>
                  <a:lnTo>
                    <a:pt x="12780" y="38716"/>
                  </a:lnTo>
                  <a:lnTo>
                    <a:pt x="0" y="285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432597" y="4054038"/>
              <a:ext cx="54409" cy="71253"/>
            </a:xfrm>
            <a:custGeom>
              <a:avLst/>
              <a:pathLst>
                <a:path w="54409" h="71253">
                  <a:moveTo>
                    <a:pt x="0" y="26780"/>
                  </a:moveTo>
                  <a:lnTo>
                    <a:pt x="11240" y="10255"/>
                  </a:lnTo>
                  <a:lnTo>
                    <a:pt x="18217" y="0"/>
                  </a:lnTo>
                  <a:lnTo>
                    <a:pt x="27069" y="11745"/>
                  </a:lnTo>
                  <a:lnTo>
                    <a:pt x="32500" y="19078"/>
                  </a:lnTo>
                  <a:lnTo>
                    <a:pt x="38664" y="27402"/>
                  </a:lnTo>
                  <a:lnTo>
                    <a:pt x="42851" y="34507"/>
                  </a:lnTo>
                  <a:lnTo>
                    <a:pt x="46056" y="39947"/>
                  </a:lnTo>
                  <a:lnTo>
                    <a:pt x="47823" y="42771"/>
                  </a:lnTo>
                  <a:lnTo>
                    <a:pt x="54409" y="53298"/>
                  </a:lnTo>
                  <a:lnTo>
                    <a:pt x="53118" y="61748"/>
                  </a:lnTo>
                  <a:lnTo>
                    <a:pt x="49068" y="71253"/>
                  </a:lnTo>
                  <a:lnTo>
                    <a:pt x="43268" y="68531"/>
                  </a:lnTo>
                  <a:lnTo>
                    <a:pt x="42938" y="68242"/>
                  </a:lnTo>
                  <a:lnTo>
                    <a:pt x="31772" y="59343"/>
                  </a:lnTo>
                  <a:lnTo>
                    <a:pt x="30617" y="58331"/>
                  </a:lnTo>
                  <a:lnTo>
                    <a:pt x="29626" y="57463"/>
                  </a:lnTo>
                  <a:lnTo>
                    <a:pt x="24160" y="50020"/>
                  </a:lnTo>
                  <a:lnTo>
                    <a:pt x="20682" y="45191"/>
                  </a:lnTo>
                  <a:lnTo>
                    <a:pt x="17809" y="412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171957" y="4238543"/>
              <a:ext cx="22891" cy="26328"/>
            </a:xfrm>
            <a:custGeom>
              <a:avLst/>
              <a:pathLst>
                <a:path w="22891" h="26328">
                  <a:moveTo>
                    <a:pt x="0" y="25696"/>
                  </a:moveTo>
                  <a:lnTo>
                    <a:pt x="415" y="20650"/>
                  </a:lnTo>
                  <a:lnTo>
                    <a:pt x="2323" y="15752"/>
                  </a:lnTo>
                  <a:lnTo>
                    <a:pt x="5053" y="8741"/>
                  </a:lnTo>
                  <a:lnTo>
                    <a:pt x="5707" y="7062"/>
                  </a:lnTo>
                  <a:lnTo>
                    <a:pt x="7074" y="3551"/>
                  </a:lnTo>
                  <a:lnTo>
                    <a:pt x="8075" y="982"/>
                  </a:lnTo>
                  <a:lnTo>
                    <a:pt x="8457" y="0"/>
                  </a:lnTo>
                  <a:lnTo>
                    <a:pt x="10753" y="68"/>
                  </a:lnTo>
                  <a:lnTo>
                    <a:pt x="12199" y="111"/>
                  </a:lnTo>
                  <a:lnTo>
                    <a:pt x="16714" y="245"/>
                  </a:lnTo>
                  <a:lnTo>
                    <a:pt x="22891" y="429"/>
                  </a:lnTo>
                  <a:lnTo>
                    <a:pt x="22879" y="3872"/>
                  </a:lnTo>
                  <a:lnTo>
                    <a:pt x="22857" y="9573"/>
                  </a:lnTo>
                  <a:lnTo>
                    <a:pt x="22848" y="12037"/>
                  </a:lnTo>
                  <a:lnTo>
                    <a:pt x="22796" y="25889"/>
                  </a:lnTo>
                  <a:lnTo>
                    <a:pt x="18593" y="25987"/>
                  </a:lnTo>
                  <a:lnTo>
                    <a:pt x="16816" y="26028"/>
                  </a:lnTo>
                  <a:lnTo>
                    <a:pt x="4388" y="26318"/>
                  </a:lnTo>
                  <a:lnTo>
                    <a:pt x="3947" y="263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21067" y="4117789"/>
              <a:ext cx="107578" cy="86375"/>
            </a:xfrm>
            <a:custGeom>
              <a:avLst/>
              <a:pathLst>
                <a:path w="107578" h="86375">
                  <a:moveTo>
                    <a:pt x="15209" y="32995"/>
                  </a:moveTo>
                  <a:lnTo>
                    <a:pt x="864" y="20418"/>
                  </a:lnTo>
                  <a:lnTo>
                    <a:pt x="0" y="19660"/>
                  </a:lnTo>
                  <a:lnTo>
                    <a:pt x="3067" y="15814"/>
                  </a:lnTo>
                  <a:lnTo>
                    <a:pt x="8046" y="9572"/>
                  </a:lnTo>
                  <a:lnTo>
                    <a:pt x="10512" y="6480"/>
                  </a:lnTo>
                  <a:lnTo>
                    <a:pt x="15681" y="0"/>
                  </a:lnTo>
                  <a:lnTo>
                    <a:pt x="30842" y="12779"/>
                  </a:lnTo>
                  <a:lnTo>
                    <a:pt x="61369" y="38510"/>
                  </a:lnTo>
                  <a:lnTo>
                    <a:pt x="85051" y="55749"/>
                  </a:lnTo>
                  <a:lnTo>
                    <a:pt x="107578" y="73569"/>
                  </a:lnTo>
                  <a:lnTo>
                    <a:pt x="106062" y="75615"/>
                  </a:lnTo>
                  <a:lnTo>
                    <a:pt x="104244" y="78069"/>
                  </a:lnTo>
                  <a:lnTo>
                    <a:pt x="101330" y="82000"/>
                  </a:lnTo>
                  <a:lnTo>
                    <a:pt x="98087" y="86375"/>
                  </a:lnTo>
                  <a:lnTo>
                    <a:pt x="72199" y="65055"/>
                  </a:lnTo>
                  <a:lnTo>
                    <a:pt x="67277" y="71737"/>
                  </a:lnTo>
                  <a:lnTo>
                    <a:pt x="60650" y="65946"/>
                  </a:lnTo>
                  <a:lnTo>
                    <a:pt x="46625" y="53688"/>
                  </a:lnTo>
                  <a:lnTo>
                    <a:pt x="38406" y="53228"/>
                  </a:lnTo>
                  <a:lnTo>
                    <a:pt x="37344" y="52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237801" y="3965239"/>
              <a:ext cx="102240" cy="128001"/>
            </a:xfrm>
            <a:custGeom>
              <a:avLst/>
              <a:pathLst>
                <a:path w="102240" h="128001">
                  <a:moveTo>
                    <a:pt x="51251" y="22023"/>
                  </a:moveTo>
                  <a:lnTo>
                    <a:pt x="54006" y="28387"/>
                  </a:lnTo>
                  <a:lnTo>
                    <a:pt x="59786" y="35497"/>
                  </a:lnTo>
                  <a:lnTo>
                    <a:pt x="63089" y="39559"/>
                  </a:lnTo>
                  <a:lnTo>
                    <a:pt x="66853" y="45776"/>
                  </a:lnTo>
                  <a:lnTo>
                    <a:pt x="68883" y="49127"/>
                  </a:lnTo>
                  <a:lnTo>
                    <a:pt x="80269" y="68845"/>
                  </a:lnTo>
                  <a:lnTo>
                    <a:pt x="89282" y="78890"/>
                  </a:lnTo>
                  <a:lnTo>
                    <a:pt x="102240" y="127062"/>
                  </a:lnTo>
                  <a:lnTo>
                    <a:pt x="99267" y="127162"/>
                  </a:lnTo>
                  <a:lnTo>
                    <a:pt x="95870" y="127275"/>
                  </a:lnTo>
                  <a:lnTo>
                    <a:pt x="91646" y="127417"/>
                  </a:lnTo>
                  <a:lnTo>
                    <a:pt x="86791" y="127580"/>
                  </a:lnTo>
                  <a:lnTo>
                    <a:pt x="83093" y="127704"/>
                  </a:lnTo>
                  <a:lnTo>
                    <a:pt x="79771" y="127815"/>
                  </a:lnTo>
                  <a:lnTo>
                    <a:pt x="76618" y="127921"/>
                  </a:lnTo>
                  <a:lnTo>
                    <a:pt x="74210" y="128001"/>
                  </a:lnTo>
                  <a:lnTo>
                    <a:pt x="72497" y="98138"/>
                  </a:lnTo>
                  <a:lnTo>
                    <a:pt x="72322" y="95078"/>
                  </a:lnTo>
                  <a:lnTo>
                    <a:pt x="72300" y="74283"/>
                  </a:lnTo>
                  <a:lnTo>
                    <a:pt x="55657" y="80133"/>
                  </a:lnTo>
                  <a:lnTo>
                    <a:pt x="49923" y="72887"/>
                  </a:lnTo>
                  <a:lnTo>
                    <a:pt x="41639" y="64194"/>
                  </a:lnTo>
                  <a:lnTo>
                    <a:pt x="39377" y="61765"/>
                  </a:lnTo>
                  <a:lnTo>
                    <a:pt x="35617" y="57727"/>
                  </a:lnTo>
                  <a:lnTo>
                    <a:pt x="29597" y="51263"/>
                  </a:lnTo>
                  <a:lnTo>
                    <a:pt x="19749" y="45197"/>
                  </a:lnTo>
                  <a:lnTo>
                    <a:pt x="785" y="33433"/>
                  </a:lnTo>
                  <a:lnTo>
                    <a:pt x="0" y="32946"/>
                  </a:lnTo>
                  <a:lnTo>
                    <a:pt x="6083" y="23981"/>
                  </a:lnTo>
                  <a:lnTo>
                    <a:pt x="8768" y="20025"/>
                  </a:lnTo>
                  <a:lnTo>
                    <a:pt x="9849" y="18432"/>
                  </a:lnTo>
                  <a:lnTo>
                    <a:pt x="14087" y="12186"/>
                  </a:lnTo>
                  <a:lnTo>
                    <a:pt x="15716" y="9787"/>
                  </a:lnTo>
                  <a:lnTo>
                    <a:pt x="18059" y="5528"/>
                  </a:lnTo>
                  <a:lnTo>
                    <a:pt x="21101" y="0"/>
                  </a:lnTo>
                  <a:lnTo>
                    <a:pt x="25959" y="2932"/>
                  </a:lnTo>
                  <a:lnTo>
                    <a:pt x="36395" y="7441"/>
                  </a:lnTo>
                  <a:lnTo>
                    <a:pt x="43787" y="11909"/>
                  </a:lnTo>
                  <a:lnTo>
                    <a:pt x="49242" y="17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20301" y="3776573"/>
              <a:ext cx="50126" cy="51792"/>
            </a:xfrm>
            <a:custGeom>
              <a:avLst/>
              <a:pathLst>
                <a:path w="50126" h="51792">
                  <a:moveTo>
                    <a:pt x="5768" y="22208"/>
                  </a:moveTo>
                  <a:lnTo>
                    <a:pt x="14824" y="12820"/>
                  </a:lnTo>
                  <a:lnTo>
                    <a:pt x="22369" y="4997"/>
                  </a:lnTo>
                  <a:lnTo>
                    <a:pt x="27190" y="0"/>
                  </a:lnTo>
                  <a:lnTo>
                    <a:pt x="28481" y="1670"/>
                  </a:lnTo>
                  <a:lnTo>
                    <a:pt x="30934" y="4844"/>
                  </a:lnTo>
                  <a:lnTo>
                    <a:pt x="33675" y="8391"/>
                  </a:lnTo>
                  <a:lnTo>
                    <a:pt x="37737" y="13647"/>
                  </a:lnTo>
                  <a:lnTo>
                    <a:pt x="50126" y="29678"/>
                  </a:lnTo>
                  <a:lnTo>
                    <a:pt x="45539" y="33214"/>
                  </a:lnTo>
                  <a:lnTo>
                    <a:pt x="39112" y="38168"/>
                  </a:lnTo>
                  <a:lnTo>
                    <a:pt x="31299" y="44189"/>
                  </a:lnTo>
                  <a:lnTo>
                    <a:pt x="21436" y="51792"/>
                  </a:lnTo>
                  <a:lnTo>
                    <a:pt x="8406" y="37444"/>
                  </a:lnTo>
                  <a:lnTo>
                    <a:pt x="3567" y="32116"/>
                  </a:lnTo>
                  <a:lnTo>
                    <a:pt x="0" y="28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379971" y="3592715"/>
              <a:ext cx="113040" cy="67219"/>
            </a:xfrm>
            <a:custGeom>
              <a:avLst/>
              <a:pathLst>
                <a:path w="113040" h="67219">
                  <a:moveTo>
                    <a:pt x="92499" y="12508"/>
                  </a:moveTo>
                  <a:lnTo>
                    <a:pt x="102483" y="17731"/>
                  </a:lnTo>
                  <a:lnTo>
                    <a:pt x="113040" y="24077"/>
                  </a:lnTo>
                  <a:lnTo>
                    <a:pt x="112661" y="31676"/>
                  </a:lnTo>
                  <a:lnTo>
                    <a:pt x="112304" y="38847"/>
                  </a:lnTo>
                  <a:lnTo>
                    <a:pt x="109220" y="49881"/>
                  </a:lnTo>
                  <a:lnTo>
                    <a:pt x="100638" y="60739"/>
                  </a:lnTo>
                  <a:lnTo>
                    <a:pt x="92479" y="67219"/>
                  </a:lnTo>
                  <a:lnTo>
                    <a:pt x="84238" y="66128"/>
                  </a:lnTo>
                  <a:lnTo>
                    <a:pt x="72891" y="64613"/>
                  </a:lnTo>
                  <a:lnTo>
                    <a:pt x="59522" y="61611"/>
                  </a:lnTo>
                  <a:lnTo>
                    <a:pt x="31723" y="55367"/>
                  </a:lnTo>
                  <a:lnTo>
                    <a:pt x="19127" y="52829"/>
                  </a:lnTo>
                  <a:lnTo>
                    <a:pt x="0" y="48975"/>
                  </a:lnTo>
                  <a:lnTo>
                    <a:pt x="3992" y="34221"/>
                  </a:lnTo>
                  <a:lnTo>
                    <a:pt x="6553" y="24758"/>
                  </a:lnTo>
                  <a:lnTo>
                    <a:pt x="9611" y="13458"/>
                  </a:lnTo>
                  <a:lnTo>
                    <a:pt x="12714" y="1990"/>
                  </a:lnTo>
                  <a:lnTo>
                    <a:pt x="13253" y="0"/>
                  </a:lnTo>
                  <a:lnTo>
                    <a:pt x="28735" y="2305"/>
                  </a:lnTo>
                  <a:lnTo>
                    <a:pt x="47574" y="5111"/>
                  </a:lnTo>
                  <a:lnTo>
                    <a:pt x="55627" y="6311"/>
                  </a:lnTo>
                  <a:lnTo>
                    <a:pt x="68861" y="8857"/>
                  </a:lnTo>
                  <a:lnTo>
                    <a:pt x="87437" y="12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453716" y="3528446"/>
              <a:ext cx="56222" cy="68772"/>
            </a:xfrm>
            <a:custGeom>
              <a:avLst/>
              <a:pathLst>
                <a:path w="56222" h="68772">
                  <a:moveTo>
                    <a:pt x="9539" y="7036"/>
                  </a:moveTo>
                  <a:lnTo>
                    <a:pt x="19552" y="5045"/>
                  </a:lnTo>
                  <a:lnTo>
                    <a:pt x="27556" y="3453"/>
                  </a:lnTo>
                  <a:lnTo>
                    <a:pt x="36273" y="1720"/>
                  </a:lnTo>
                  <a:lnTo>
                    <a:pt x="44921" y="0"/>
                  </a:lnTo>
                  <a:lnTo>
                    <a:pt x="46500" y="7573"/>
                  </a:lnTo>
                  <a:lnTo>
                    <a:pt x="47356" y="11683"/>
                  </a:lnTo>
                  <a:lnTo>
                    <a:pt x="48690" y="18078"/>
                  </a:lnTo>
                  <a:lnTo>
                    <a:pt x="49470" y="21824"/>
                  </a:lnTo>
                  <a:lnTo>
                    <a:pt x="50309" y="25846"/>
                  </a:lnTo>
                  <a:lnTo>
                    <a:pt x="51353" y="30856"/>
                  </a:lnTo>
                  <a:lnTo>
                    <a:pt x="52061" y="34250"/>
                  </a:lnTo>
                  <a:lnTo>
                    <a:pt x="52923" y="38386"/>
                  </a:lnTo>
                  <a:lnTo>
                    <a:pt x="54080" y="43934"/>
                  </a:lnTo>
                  <a:lnTo>
                    <a:pt x="56222" y="54210"/>
                  </a:lnTo>
                  <a:lnTo>
                    <a:pt x="55989" y="54250"/>
                  </a:lnTo>
                  <a:lnTo>
                    <a:pt x="47977" y="55613"/>
                  </a:lnTo>
                  <a:lnTo>
                    <a:pt x="36660" y="57538"/>
                  </a:lnTo>
                  <a:lnTo>
                    <a:pt x="27430" y="59108"/>
                  </a:lnTo>
                  <a:lnTo>
                    <a:pt x="17824" y="60742"/>
                  </a:lnTo>
                  <a:lnTo>
                    <a:pt x="18905" y="68772"/>
                  </a:lnTo>
                  <a:lnTo>
                    <a:pt x="10438" y="68741"/>
                  </a:lnTo>
                  <a:lnTo>
                    <a:pt x="9846" y="60748"/>
                  </a:lnTo>
                  <a:lnTo>
                    <a:pt x="9313" y="53557"/>
                  </a:lnTo>
                  <a:lnTo>
                    <a:pt x="8739" y="45801"/>
                  </a:lnTo>
                  <a:lnTo>
                    <a:pt x="8453" y="41944"/>
                  </a:lnTo>
                  <a:lnTo>
                    <a:pt x="5619" y="40536"/>
                  </a:lnTo>
                  <a:lnTo>
                    <a:pt x="4923" y="36620"/>
                  </a:lnTo>
                  <a:lnTo>
                    <a:pt x="2744" y="24367"/>
                  </a:lnTo>
                  <a:lnTo>
                    <a:pt x="1393" y="16773"/>
                  </a:lnTo>
                  <a:lnTo>
                    <a:pt x="309" y="10675"/>
                  </a:lnTo>
                  <a:lnTo>
                    <a:pt x="0" y="89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395106" y="3534364"/>
              <a:ext cx="66510" cy="62974"/>
            </a:xfrm>
            <a:custGeom>
              <a:avLst/>
              <a:pathLst>
                <a:path w="66510" h="62974">
                  <a:moveTo>
                    <a:pt x="14643" y="0"/>
                  </a:moveTo>
                  <a:lnTo>
                    <a:pt x="28293" y="2645"/>
                  </a:lnTo>
                  <a:lnTo>
                    <a:pt x="39809" y="4877"/>
                  </a:lnTo>
                  <a:lnTo>
                    <a:pt x="47014" y="3330"/>
                  </a:lnTo>
                  <a:lnTo>
                    <a:pt x="56379" y="3890"/>
                  </a:lnTo>
                  <a:lnTo>
                    <a:pt x="58542" y="26115"/>
                  </a:lnTo>
                  <a:lnTo>
                    <a:pt x="59338" y="34302"/>
                  </a:lnTo>
                  <a:lnTo>
                    <a:pt x="62777" y="36367"/>
                  </a:lnTo>
                  <a:lnTo>
                    <a:pt x="66510" y="62974"/>
                  </a:lnTo>
                  <a:lnTo>
                    <a:pt x="63005" y="62678"/>
                  </a:lnTo>
                  <a:lnTo>
                    <a:pt x="53527" y="61877"/>
                  </a:lnTo>
                  <a:lnTo>
                    <a:pt x="35773" y="59545"/>
                  </a:lnTo>
                  <a:lnTo>
                    <a:pt x="26584" y="58306"/>
                  </a:lnTo>
                  <a:lnTo>
                    <a:pt x="19954" y="57413"/>
                  </a:lnTo>
                  <a:lnTo>
                    <a:pt x="10225" y="54771"/>
                  </a:lnTo>
                  <a:lnTo>
                    <a:pt x="5431" y="53690"/>
                  </a:lnTo>
                  <a:lnTo>
                    <a:pt x="0" y="49647"/>
                  </a:lnTo>
                  <a:lnTo>
                    <a:pt x="1210" y="44841"/>
                  </a:lnTo>
                  <a:lnTo>
                    <a:pt x="4024" y="35447"/>
                  </a:lnTo>
                  <a:lnTo>
                    <a:pt x="13381" y="4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313575" y="4109316"/>
              <a:ext cx="66721" cy="76198"/>
            </a:xfrm>
            <a:custGeom>
              <a:avLst/>
              <a:pathLst>
                <a:path w="66721" h="76198">
                  <a:moveTo>
                    <a:pt x="0" y="59006"/>
                  </a:moveTo>
                  <a:lnTo>
                    <a:pt x="11113" y="44545"/>
                  </a:lnTo>
                  <a:lnTo>
                    <a:pt x="26017" y="25154"/>
                  </a:lnTo>
                  <a:lnTo>
                    <a:pt x="45350" y="0"/>
                  </a:lnTo>
                  <a:lnTo>
                    <a:pt x="49886" y="3565"/>
                  </a:lnTo>
                  <a:lnTo>
                    <a:pt x="59288" y="10954"/>
                  </a:lnTo>
                  <a:lnTo>
                    <a:pt x="63839" y="14530"/>
                  </a:lnTo>
                  <a:lnTo>
                    <a:pt x="66721" y="16796"/>
                  </a:lnTo>
                  <a:lnTo>
                    <a:pt x="65926" y="17801"/>
                  </a:lnTo>
                  <a:lnTo>
                    <a:pt x="44816" y="44453"/>
                  </a:lnTo>
                  <a:lnTo>
                    <a:pt x="19673" y="76198"/>
                  </a:lnTo>
                  <a:lnTo>
                    <a:pt x="6065" y="64306"/>
                  </a:lnTo>
                  <a:lnTo>
                    <a:pt x="863" y="59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359504" y="3899326"/>
              <a:ext cx="43644" cy="136498"/>
            </a:xfrm>
            <a:custGeom>
              <a:avLst/>
              <a:pathLst>
                <a:path w="43644" h="136498">
                  <a:moveTo>
                    <a:pt x="5455" y="14418"/>
                  </a:moveTo>
                  <a:lnTo>
                    <a:pt x="13283" y="7386"/>
                  </a:lnTo>
                  <a:lnTo>
                    <a:pt x="18784" y="2444"/>
                  </a:lnTo>
                  <a:lnTo>
                    <a:pt x="34645" y="0"/>
                  </a:lnTo>
                  <a:lnTo>
                    <a:pt x="37634" y="20031"/>
                  </a:lnTo>
                  <a:lnTo>
                    <a:pt x="37951" y="30537"/>
                  </a:lnTo>
                  <a:lnTo>
                    <a:pt x="38458" y="38616"/>
                  </a:lnTo>
                  <a:lnTo>
                    <a:pt x="39397" y="53599"/>
                  </a:lnTo>
                  <a:lnTo>
                    <a:pt x="40209" y="58020"/>
                  </a:lnTo>
                  <a:lnTo>
                    <a:pt x="43644" y="76709"/>
                  </a:lnTo>
                  <a:lnTo>
                    <a:pt x="42953" y="104559"/>
                  </a:lnTo>
                  <a:lnTo>
                    <a:pt x="38853" y="116675"/>
                  </a:lnTo>
                  <a:lnTo>
                    <a:pt x="32358" y="135868"/>
                  </a:lnTo>
                  <a:lnTo>
                    <a:pt x="24759" y="136498"/>
                  </a:lnTo>
                  <a:lnTo>
                    <a:pt x="17489" y="93536"/>
                  </a:lnTo>
                  <a:lnTo>
                    <a:pt x="9944" y="59640"/>
                  </a:lnTo>
                  <a:lnTo>
                    <a:pt x="7445" y="48411"/>
                  </a:lnTo>
                  <a:lnTo>
                    <a:pt x="5326" y="38450"/>
                  </a:lnTo>
                  <a:lnTo>
                    <a:pt x="3480" y="29767"/>
                  </a:lnTo>
                  <a:lnTo>
                    <a:pt x="0" y="193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141030" y="3980578"/>
              <a:ext cx="87149" cy="70793"/>
            </a:xfrm>
            <a:custGeom>
              <a:avLst/>
              <a:pathLst>
                <a:path w="87149" h="70793">
                  <a:moveTo>
                    <a:pt x="3409" y="61365"/>
                  </a:moveTo>
                  <a:lnTo>
                    <a:pt x="11256" y="46200"/>
                  </a:lnTo>
                  <a:lnTo>
                    <a:pt x="21717" y="25985"/>
                  </a:lnTo>
                  <a:lnTo>
                    <a:pt x="25764" y="18164"/>
                  </a:lnTo>
                  <a:lnTo>
                    <a:pt x="30268" y="9461"/>
                  </a:lnTo>
                  <a:lnTo>
                    <a:pt x="35164" y="0"/>
                  </a:lnTo>
                  <a:lnTo>
                    <a:pt x="45986" y="5062"/>
                  </a:lnTo>
                  <a:lnTo>
                    <a:pt x="56953" y="10193"/>
                  </a:lnTo>
                  <a:lnTo>
                    <a:pt x="63957" y="13469"/>
                  </a:lnTo>
                  <a:lnTo>
                    <a:pt x="77856" y="19971"/>
                  </a:lnTo>
                  <a:lnTo>
                    <a:pt x="87149" y="24318"/>
                  </a:lnTo>
                  <a:lnTo>
                    <a:pt x="82232" y="31728"/>
                  </a:lnTo>
                  <a:lnTo>
                    <a:pt x="73892" y="44297"/>
                  </a:lnTo>
                  <a:lnTo>
                    <a:pt x="62067" y="62118"/>
                  </a:lnTo>
                  <a:lnTo>
                    <a:pt x="56310" y="70793"/>
                  </a:lnTo>
                  <a:lnTo>
                    <a:pt x="52100" y="69679"/>
                  </a:lnTo>
                  <a:lnTo>
                    <a:pt x="50097" y="69149"/>
                  </a:lnTo>
                  <a:lnTo>
                    <a:pt x="41332" y="66830"/>
                  </a:lnTo>
                  <a:lnTo>
                    <a:pt x="29172" y="66830"/>
                  </a:lnTo>
                  <a:lnTo>
                    <a:pt x="27410" y="66830"/>
                  </a:lnTo>
                  <a:lnTo>
                    <a:pt x="19057" y="67704"/>
                  </a:lnTo>
                  <a:lnTo>
                    <a:pt x="5328" y="69139"/>
                  </a:lnTo>
                  <a:lnTo>
                    <a:pt x="0" y="679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069609" y="3946681"/>
              <a:ext cx="100974" cy="100696"/>
            </a:xfrm>
            <a:custGeom>
              <a:avLst/>
              <a:pathLst>
                <a:path w="100974" h="100696">
                  <a:moveTo>
                    <a:pt x="19623" y="50837"/>
                  </a:moveTo>
                  <a:lnTo>
                    <a:pt x="32783" y="33225"/>
                  </a:lnTo>
                  <a:lnTo>
                    <a:pt x="39166" y="22116"/>
                  </a:lnTo>
                  <a:lnTo>
                    <a:pt x="48813" y="0"/>
                  </a:lnTo>
                  <a:lnTo>
                    <a:pt x="63684" y="9295"/>
                  </a:lnTo>
                  <a:lnTo>
                    <a:pt x="80189" y="19612"/>
                  </a:lnTo>
                  <a:lnTo>
                    <a:pt x="88745" y="24960"/>
                  </a:lnTo>
                  <a:lnTo>
                    <a:pt x="100974" y="32604"/>
                  </a:lnTo>
                  <a:lnTo>
                    <a:pt x="96310" y="41763"/>
                  </a:lnTo>
                  <a:lnTo>
                    <a:pt x="85243" y="63495"/>
                  </a:lnTo>
                  <a:lnTo>
                    <a:pt x="75371" y="82878"/>
                  </a:lnTo>
                  <a:lnTo>
                    <a:pt x="73714" y="86132"/>
                  </a:lnTo>
                  <a:lnTo>
                    <a:pt x="63263" y="100696"/>
                  </a:lnTo>
                  <a:lnTo>
                    <a:pt x="45647" y="97877"/>
                  </a:lnTo>
                  <a:lnTo>
                    <a:pt x="38560" y="96742"/>
                  </a:lnTo>
                  <a:lnTo>
                    <a:pt x="24497" y="91777"/>
                  </a:lnTo>
                  <a:lnTo>
                    <a:pt x="12511" y="87546"/>
                  </a:lnTo>
                  <a:lnTo>
                    <a:pt x="0" y="77098"/>
                  </a:lnTo>
                  <a:lnTo>
                    <a:pt x="11873" y="61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074916" y="3872028"/>
              <a:ext cx="208822" cy="128403"/>
            </a:xfrm>
            <a:custGeom>
              <a:avLst/>
              <a:pathLst>
                <a:path w="208822" h="128403">
                  <a:moveTo>
                    <a:pt x="66346" y="35583"/>
                  </a:moveTo>
                  <a:lnTo>
                    <a:pt x="121958" y="76078"/>
                  </a:lnTo>
                  <a:lnTo>
                    <a:pt x="129082" y="64859"/>
                  </a:lnTo>
                  <a:lnTo>
                    <a:pt x="134944" y="56640"/>
                  </a:lnTo>
                  <a:lnTo>
                    <a:pt x="153985" y="29943"/>
                  </a:lnTo>
                  <a:lnTo>
                    <a:pt x="159129" y="29946"/>
                  </a:lnTo>
                  <a:lnTo>
                    <a:pt x="164855" y="29949"/>
                  </a:lnTo>
                  <a:lnTo>
                    <a:pt x="172124" y="29952"/>
                  </a:lnTo>
                  <a:lnTo>
                    <a:pt x="176009" y="29954"/>
                  </a:lnTo>
                  <a:lnTo>
                    <a:pt x="179431" y="31222"/>
                  </a:lnTo>
                  <a:lnTo>
                    <a:pt x="185994" y="33655"/>
                  </a:lnTo>
                  <a:lnTo>
                    <a:pt x="190827" y="35447"/>
                  </a:lnTo>
                  <a:lnTo>
                    <a:pt x="196999" y="37734"/>
                  </a:lnTo>
                  <a:lnTo>
                    <a:pt x="203776" y="40247"/>
                  </a:lnTo>
                  <a:lnTo>
                    <a:pt x="208822" y="42117"/>
                  </a:lnTo>
                  <a:lnTo>
                    <a:pt x="185221" y="81131"/>
                  </a:lnTo>
                  <a:lnTo>
                    <a:pt x="171003" y="104633"/>
                  </a:lnTo>
                  <a:lnTo>
                    <a:pt x="169339" y="107383"/>
                  </a:lnTo>
                  <a:lnTo>
                    <a:pt x="155952" y="128403"/>
                  </a:lnTo>
                  <a:lnTo>
                    <a:pt x="129021" y="115266"/>
                  </a:lnTo>
                  <a:lnTo>
                    <a:pt x="109184" y="105590"/>
                  </a:lnTo>
                  <a:lnTo>
                    <a:pt x="104629" y="103369"/>
                  </a:lnTo>
                  <a:lnTo>
                    <a:pt x="85689" y="91444"/>
                  </a:lnTo>
                  <a:lnTo>
                    <a:pt x="72715" y="83275"/>
                  </a:lnTo>
                  <a:lnTo>
                    <a:pt x="62953" y="77308"/>
                  </a:lnTo>
                  <a:lnTo>
                    <a:pt x="47003" y="67558"/>
                  </a:lnTo>
                  <a:lnTo>
                    <a:pt x="42293" y="64679"/>
                  </a:lnTo>
                  <a:lnTo>
                    <a:pt x="1346" y="24279"/>
                  </a:lnTo>
                  <a:lnTo>
                    <a:pt x="0" y="14061"/>
                  </a:lnTo>
                  <a:lnTo>
                    <a:pt x="2024" y="12432"/>
                  </a:lnTo>
                  <a:lnTo>
                    <a:pt x="4368" y="10547"/>
                  </a:lnTo>
                  <a:lnTo>
                    <a:pt x="6831" y="8566"/>
                  </a:lnTo>
                  <a:lnTo>
                    <a:pt x="9258" y="6613"/>
                  </a:lnTo>
                  <a:lnTo>
                    <a:pt x="11327" y="4949"/>
                  </a:lnTo>
                  <a:lnTo>
                    <a:pt x="13669" y="3065"/>
                  </a:lnTo>
                  <a:lnTo>
                    <a:pt x="1748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015706" y="3886833"/>
              <a:ext cx="97533" cy="130361"/>
            </a:xfrm>
            <a:custGeom>
              <a:avLst/>
              <a:pathLst>
                <a:path w="97533" h="130361">
                  <a:moveTo>
                    <a:pt x="22622" y="19951"/>
                  </a:moveTo>
                  <a:lnTo>
                    <a:pt x="38107" y="0"/>
                  </a:lnTo>
                  <a:lnTo>
                    <a:pt x="43369" y="5195"/>
                  </a:lnTo>
                  <a:lnTo>
                    <a:pt x="49693" y="11441"/>
                  </a:lnTo>
                  <a:lnTo>
                    <a:pt x="59101" y="20732"/>
                  </a:lnTo>
                  <a:lnTo>
                    <a:pt x="68127" y="29646"/>
                  </a:lnTo>
                  <a:lnTo>
                    <a:pt x="79668" y="41042"/>
                  </a:lnTo>
                  <a:lnTo>
                    <a:pt x="97533" y="58685"/>
                  </a:lnTo>
                  <a:lnTo>
                    <a:pt x="94511" y="66929"/>
                  </a:lnTo>
                  <a:lnTo>
                    <a:pt x="88240" y="84039"/>
                  </a:lnTo>
                  <a:lnTo>
                    <a:pt x="86115" y="86647"/>
                  </a:lnTo>
                  <a:lnTo>
                    <a:pt x="75392" y="99804"/>
                  </a:lnTo>
                  <a:lnTo>
                    <a:pt x="62632" y="115460"/>
                  </a:lnTo>
                  <a:lnTo>
                    <a:pt x="50488" y="130361"/>
                  </a:lnTo>
                  <a:lnTo>
                    <a:pt x="39513" y="120622"/>
                  </a:lnTo>
                  <a:lnTo>
                    <a:pt x="27808" y="110236"/>
                  </a:lnTo>
                  <a:lnTo>
                    <a:pt x="21119" y="104301"/>
                  </a:lnTo>
                  <a:lnTo>
                    <a:pt x="9759" y="90105"/>
                  </a:lnTo>
                  <a:lnTo>
                    <a:pt x="0" y="77909"/>
                  </a:lnTo>
                  <a:lnTo>
                    <a:pt x="3875" y="66333"/>
                  </a:lnTo>
                  <a:lnTo>
                    <a:pt x="8094" y="53730"/>
                  </a:lnTo>
                  <a:lnTo>
                    <a:pt x="12699" y="39974"/>
                  </a:lnTo>
                  <a:lnTo>
                    <a:pt x="16961" y="27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247969" y="3874386"/>
              <a:ext cx="50774" cy="35079"/>
            </a:xfrm>
            <a:custGeom>
              <a:avLst/>
              <a:pathLst>
                <a:path w="50774" h="35079">
                  <a:moveTo>
                    <a:pt x="12237" y="0"/>
                  </a:moveTo>
                  <a:lnTo>
                    <a:pt x="17177" y="1439"/>
                  </a:lnTo>
                  <a:lnTo>
                    <a:pt x="27070" y="4323"/>
                  </a:lnTo>
                  <a:lnTo>
                    <a:pt x="39295" y="7886"/>
                  </a:lnTo>
                  <a:lnTo>
                    <a:pt x="41445" y="11337"/>
                  </a:lnTo>
                  <a:lnTo>
                    <a:pt x="50774" y="26308"/>
                  </a:lnTo>
                  <a:lnTo>
                    <a:pt x="47288" y="28500"/>
                  </a:lnTo>
                  <a:lnTo>
                    <a:pt x="42234" y="31678"/>
                  </a:lnTo>
                  <a:lnTo>
                    <a:pt x="36825" y="35079"/>
                  </a:lnTo>
                  <a:lnTo>
                    <a:pt x="34458" y="32322"/>
                  </a:lnTo>
                  <a:lnTo>
                    <a:pt x="28555" y="25442"/>
                  </a:lnTo>
                  <a:lnTo>
                    <a:pt x="23952" y="20078"/>
                  </a:lnTo>
                  <a:lnTo>
                    <a:pt x="22227" y="18067"/>
                  </a:lnTo>
                  <a:lnTo>
                    <a:pt x="13775" y="15043"/>
                  </a:lnTo>
                  <a:lnTo>
                    <a:pt x="0" y="10115"/>
                  </a:lnTo>
                  <a:lnTo>
                    <a:pt x="372" y="8011"/>
                  </a:lnTo>
                  <a:lnTo>
                    <a:pt x="708" y="6120"/>
                  </a:lnTo>
                  <a:lnTo>
                    <a:pt x="1011" y="4407"/>
                  </a:lnTo>
                  <a:lnTo>
                    <a:pt x="1344" y="2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67031" y="3835160"/>
              <a:ext cx="25865" cy="29063"/>
            </a:xfrm>
            <a:custGeom>
              <a:avLst/>
              <a:pathLst>
                <a:path w="25865" h="29063">
                  <a:moveTo>
                    <a:pt x="25865" y="20757"/>
                  </a:moveTo>
                  <a:lnTo>
                    <a:pt x="25287" y="28093"/>
                  </a:lnTo>
                  <a:lnTo>
                    <a:pt x="25210" y="29063"/>
                  </a:lnTo>
                  <a:lnTo>
                    <a:pt x="21676" y="28905"/>
                  </a:lnTo>
                  <a:lnTo>
                    <a:pt x="12648" y="28501"/>
                  </a:lnTo>
                  <a:lnTo>
                    <a:pt x="7099" y="28252"/>
                  </a:lnTo>
                  <a:lnTo>
                    <a:pt x="6877" y="24252"/>
                  </a:lnTo>
                  <a:lnTo>
                    <a:pt x="6750" y="21965"/>
                  </a:lnTo>
                  <a:lnTo>
                    <a:pt x="6683" y="20761"/>
                  </a:lnTo>
                  <a:lnTo>
                    <a:pt x="0" y="20562"/>
                  </a:lnTo>
                  <a:lnTo>
                    <a:pt x="136" y="19374"/>
                  </a:lnTo>
                  <a:lnTo>
                    <a:pt x="457" y="16580"/>
                  </a:lnTo>
                  <a:lnTo>
                    <a:pt x="1274" y="9468"/>
                  </a:lnTo>
                  <a:lnTo>
                    <a:pt x="4611" y="9826"/>
                  </a:lnTo>
                  <a:lnTo>
                    <a:pt x="9305" y="10330"/>
                  </a:lnTo>
                  <a:lnTo>
                    <a:pt x="10628" y="4587"/>
                  </a:lnTo>
                  <a:lnTo>
                    <a:pt x="11432" y="1094"/>
                  </a:lnTo>
                  <a:lnTo>
                    <a:pt x="11661" y="100"/>
                  </a:lnTo>
                  <a:lnTo>
                    <a:pt x="14135" y="79"/>
                  </a:lnTo>
                  <a:lnTo>
                    <a:pt x="20212" y="25"/>
                  </a:lnTo>
                  <a:lnTo>
                    <a:pt x="23183" y="0"/>
                  </a:lnTo>
                  <a:lnTo>
                    <a:pt x="22969" y="1440"/>
                  </a:lnTo>
                  <a:lnTo>
                    <a:pt x="22296" y="5968"/>
                  </a:lnTo>
                  <a:lnTo>
                    <a:pt x="21739" y="9715"/>
                  </a:lnTo>
                  <a:lnTo>
                    <a:pt x="21316" y="12555"/>
                  </a:lnTo>
                  <a:lnTo>
                    <a:pt x="20247" y="19746"/>
                  </a:lnTo>
                  <a:lnTo>
                    <a:pt x="25332" y="2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196002" y="3837397"/>
              <a:ext cx="29935" cy="20204"/>
            </a:xfrm>
            <a:custGeom>
              <a:avLst/>
              <a:pathLst>
                <a:path w="29935" h="20204">
                  <a:moveTo>
                    <a:pt x="1626" y="4206"/>
                  </a:moveTo>
                  <a:lnTo>
                    <a:pt x="2426" y="252"/>
                  </a:lnTo>
                  <a:lnTo>
                    <a:pt x="6077" y="134"/>
                  </a:lnTo>
                  <a:lnTo>
                    <a:pt x="10250" y="0"/>
                  </a:lnTo>
                  <a:lnTo>
                    <a:pt x="11536" y="4763"/>
                  </a:lnTo>
                  <a:lnTo>
                    <a:pt x="21243" y="7351"/>
                  </a:lnTo>
                  <a:lnTo>
                    <a:pt x="29935" y="7889"/>
                  </a:lnTo>
                  <a:lnTo>
                    <a:pt x="29629" y="12300"/>
                  </a:lnTo>
                  <a:lnTo>
                    <a:pt x="29164" y="18976"/>
                  </a:lnTo>
                  <a:lnTo>
                    <a:pt x="29079" y="20204"/>
                  </a:lnTo>
                  <a:lnTo>
                    <a:pt x="26513" y="19502"/>
                  </a:lnTo>
                  <a:lnTo>
                    <a:pt x="23921" y="18792"/>
                  </a:lnTo>
                  <a:lnTo>
                    <a:pt x="14348" y="16170"/>
                  </a:lnTo>
                  <a:lnTo>
                    <a:pt x="6381" y="13988"/>
                  </a:lnTo>
                  <a:lnTo>
                    <a:pt x="0" y="12241"/>
                  </a:lnTo>
                  <a:lnTo>
                    <a:pt x="650" y="9028"/>
                  </a:lnTo>
                  <a:lnTo>
                    <a:pt x="1119" y="6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226939" y="3827262"/>
              <a:ext cx="14580" cy="19963"/>
            </a:xfrm>
            <a:custGeom>
              <a:avLst/>
              <a:pathLst>
                <a:path w="14580" h="19963">
                  <a:moveTo>
                    <a:pt x="0" y="11062"/>
                  </a:moveTo>
                  <a:lnTo>
                    <a:pt x="226" y="10657"/>
                  </a:lnTo>
                  <a:lnTo>
                    <a:pt x="2107" y="7296"/>
                  </a:lnTo>
                  <a:lnTo>
                    <a:pt x="5454" y="1317"/>
                  </a:lnTo>
                  <a:lnTo>
                    <a:pt x="9759" y="574"/>
                  </a:lnTo>
                  <a:lnTo>
                    <a:pt x="13094" y="0"/>
                  </a:lnTo>
                  <a:lnTo>
                    <a:pt x="13890" y="10693"/>
                  </a:lnTo>
                  <a:lnTo>
                    <a:pt x="14580" y="19963"/>
                  </a:lnTo>
                  <a:lnTo>
                    <a:pt x="13414" y="19850"/>
                  </a:lnTo>
                  <a:lnTo>
                    <a:pt x="10123" y="19532"/>
                  </a:lnTo>
                  <a:lnTo>
                    <a:pt x="1122" y="18661"/>
                  </a:lnTo>
                  <a:lnTo>
                    <a:pt x="528" y="14639"/>
                  </a:lnTo>
                  <a:lnTo>
                    <a:pt x="251" y="12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251528" y="3810935"/>
              <a:ext cx="39887" cy="36402"/>
            </a:xfrm>
            <a:custGeom>
              <a:avLst/>
              <a:pathLst>
                <a:path w="39887" h="36402">
                  <a:moveTo>
                    <a:pt x="1266" y="21012"/>
                  </a:moveTo>
                  <a:lnTo>
                    <a:pt x="0" y="19635"/>
                  </a:lnTo>
                  <a:lnTo>
                    <a:pt x="3005" y="14507"/>
                  </a:lnTo>
                  <a:lnTo>
                    <a:pt x="3969" y="12862"/>
                  </a:lnTo>
                  <a:lnTo>
                    <a:pt x="8343" y="16853"/>
                  </a:lnTo>
                  <a:lnTo>
                    <a:pt x="9615" y="18014"/>
                  </a:lnTo>
                  <a:lnTo>
                    <a:pt x="12473" y="14426"/>
                  </a:lnTo>
                  <a:lnTo>
                    <a:pt x="19683" y="5373"/>
                  </a:lnTo>
                  <a:lnTo>
                    <a:pt x="19882" y="5281"/>
                  </a:lnTo>
                  <a:lnTo>
                    <a:pt x="24400" y="7417"/>
                  </a:lnTo>
                  <a:lnTo>
                    <a:pt x="26432" y="8377"/>
                  </a:lnTo>
                  <a:lnTo>
                    <a:pt x="31926" y="3493"/>
                  </a:lnTo>
                  <a:lnTo>
                    <a:pt x="35857" y="0"/>
                  </a:lnTo>
                  <a:lnTo>
                    <a:pt x="37494" y="1122"/>
                  </a:lnTo>
                  <a:lnTo>
                    <a:pt x="39887" y="2761"/>
                  </a:lnTo>
                  <a:lnTo>
                    <a:pt x="37154" y="6519"/>
                  </a:lnTo>
                  <a:lnTo>
                    <a:pt x="30171" y="16120"/>
                  </a:lnTo>
                  <a:lnTo>
                    <a:pt x="23767" y="24925"/>
                  </a:lnTo>
                  <a:lnTo>
                    <a:pt x="15420" y="36402"/>
                  </a:lnTo>
                  <a:lnTo>
                    <a:pt x="4600" y="2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049665" y="3815324"/>
              <a:ext cx="99153" cy="36882"/>
            </a:xfrm>
            <a:custGeom>
              <a:avLst/>
              <a:pathLst>
                <a:path w="99153" h="36882">
                  <a:moveTo>
                    <a:pt x="10144" y="13329"/>
                  </a:moveTo>
                  <a:lnTo>
                    <a:pt x="18660" y="3295"/>
                  </a:lnTo>
                  <a:lnTo>
                    <a:pt x="21457" y="0"/>
                  </a:lnTo>
                  <a:lnTo>
                    <a:pt x="38736" y="1496"/>
                  </a:lnTo>
                  <a:lnTo>
                    <a:pt x="50413" y="2507"/>
                  </a:lnTo>
                  <a:lnTo>
                    <a:pt x="59110" y="3907"/>
                  </a:lnTo>
                  <a:lnTo>
                    <a:pt x="63755" y="5345"/>
                  </a:lnTo>
                  <a:lnTo>
                    <a:pt x="68813" y="6911"/>
                  </a:lnTo>
                  <a:lnTo>
                    <a:pt x="84580" y="10718"/>
                  </a:lnTo>
                  <a:lnTo>
                    <a:pt x="93548" y="12099"/>
                  </a:lnTo>
                  <a:lnTo>
                    <a:pt x="97099" y="13951"/>
                  </a:lnTo>
                  <a:lnTo>
                    <a:pt x="98602" y="18647"/>
                  </a:lnTo>
                  <a:lnTo>
                    <a:pt x="99153" y="20368"/>
                  </a:lnTo>
                  <a:lnTo>
                    <a:pt x="98308" y="25593"/>
                  </a:lnTo>
                  <a:lnTo>
                    <a:pt x="97806" y="28703"/>
                  </a:lnTo>
                  <a:lnTo>
                    <a:pt x="97483" y="30696"/>
                  </a:lnTo>
                  <a:lnTo>
                    <a:pt x="95415" y="36815"/>
                  </a:lnTo>
                  <a:lnTo>
                    <a:pt x="85644" y="36840"/>
                  </a:lnTo>
                  <a:lnTo>
                    <a:pt x="73485" y="36871"/>
                  </a:lnTo>
                  <a:lnTo>
                    <a:pt x="69225" y="36882"/>
                  </a:lnTo>
                  <a:lnTo>
                    <a:pt x="43175" y="32580"/>
                  </a:lnTo>
                  <a:lnTo>
                    <a:pt x="25930" y="29733"/>
                  </a:lnTo>
                  <a:lnTo>
                    <a:pt x="13885" y="27665"/>
                  </a:lnTo>
                  <a:lnTo>
                    <a:pt x="2105" y="25644"/>
                  </a:lnTo>
                  <a:lnTo>
                    <a:pt x="0" y="252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3439" y="3977041"/>
              <a:ext cx="60551" cy="77302"/>
            </a:xfrm>
            <a:custGeom>
              <a:avLst/>
              <a:pathLst>
                <a:path w="60551" h="77302">
                  <a:moveTo>
                    <a:pt x="992" y="65358"/>
                  </a:moveTo>
                  <a:lnTo>
                    <a:pt x="1976" y="57122"/>
                  </a:lnTo>
                  <a:lnTo>
                    <a:pt x="2755" y="50595"/>
                  </a:lnTo>
                  <a:lnTo>
                    <a:pt x="3463" y="44669"/>
                  </a:lnTo>
                  <a:lnTo>
                    <a:pt x="5360" y="36686"/>
                  </a:lnTo>
                  <a:lnTo>
                    <a:pt x="7417" y="28032"/>
                  </a:lnTo>
                  <a:lnTo>
                    <a:pt x="9890" y="17632"/>
                  </a:lnTo>
                  <a:lnTo>
                    <a:pt x="12235" y="7766"/>
                  </a:lnTo>
                  <a:lnTo>
                    <a:pt x="14081" y="0"/>
                  </a:lnTo>
                  <a:lnTo>
                    <a:pt x="37414" y="4275"/>
                  </a:lnTo>
                  <a:lnTo>
                    <a:pt x="60551" y="8515"/>
                  </a:lnTo>
                  <a:lnTo>
                    <a:pt x="59780" y="13307"/>
                  </a:lnTo>
                  <a:lnTo>
                    <a:pt x="58300" y="22510"/>
                  </a:lnTo>
                  <a:lnTo>
                    <a:pt x="56687" y="32534"/>
                  </a:lnTo>
                  <a:lnTo>
                    <a:pt x="54873" y="43812"/>
                  </a:lnTo>
                  <a:lnTo>
                    <a:pt x="54011" y="49171"/>
                  </a:lnTo>
                  <a:lnTo>
                    <a:pt x="53298" y="56934"/>
                  </a:lnTo>
                  <a:lnTo>
                    <a:pt x="52374" y="66984"/>
                  </a:lnTo>
                  <a:lnTo>
                    <a:pt x="51426" y="77302"/>
                  </a:lnTo>
                  <a:lnTo>
                    <a:pt x="25042" y="75439"/>
                  </a:lnTo>
                  <a:lnTo>
                    <a:pt x="0" y="73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010" y="3985366"/>
              <a:ext cx="62872" cy="76527"/>
            </a:xfrm>
            <a:custGeom>
              <a:avLst/>
              <a:pathLst>
                <a:path w="62872" h="76527">
                  <a:moveTo>
                    <a:pt x="10375" y="6306"/>
                  </a:moveTo>
                  <a:lnTo>
                    <a:pt x="11676" y="0"/>
                  </a:lnTo>
                  <a:lnTo>
                    <a:pt x="36710" y="3868"/>
                  </a:lnTo>
                  <a:lnTo>
                    <a:pt x="62872" y="7910"/>
                  </a:lnTo>
                  <a:lnTo>
                    <a:pt x="61590" y="16388"/>
                  </a:lnTo>
                  <a:lnTo>
                    <a:pt x="60334" y="24691"/>
                  </a:lnTo>
                  <a:lnTo>
                    <a:pt x="58848" y="34518"/>
                  </a:lnTo>
                  <a:lnTo>
                    <a:pt x="57593" y="42821"/>
                  </a:lnTo>
                  <a:lnTo>
                    <a:pt x="56478" y="50191"/>
                  </a:lnTo>
                  <a:lnTo>
                    <a:pt x="55090" y="59368"/>
                  </a:lnTo>
                  <a:lnTo>
                    <a:pt x="53861" y="67502"/>
                  </a:lnTo>
                  <a:lnTo>
                    <a:pt x="52496" y="76527"/>
                  </a:lnTo>
                  <a:lnTo>
                    <a:pt x="28212" y="73406"/>
                  </a:lnTo>
                  <a:lnTo>
                    <a:pt x="6876" y="70664"/>
                  </a:lnTo>
                  <a:lnTo>
                    <a:pt x="0" y="69780"/>
                  </a:lnTo>
                  <a:lnTo>
                    <a:pt x="868" y="64235"/>
                  </a:lnTo>
                  <a:lnTo>
                    <a:pt x="1932" y="57449"/>
                  </a:lnTo>
                  <a:lnTo>
                    <a:pt x="2779" y="52039"/>
                  </a:lnTo>
                  <a:lnTo>
                    <a:pt x="3613" y="46714"/>
                  </a:lnTo>
                  <a:lnTo>
                    <a:pt x="4415" y="41599"/>
                  </a:lnTo>
                  <a:lnTo>
                    <a:pt x="5761" y="33007"/>
                  </a:lnTo>
                  <a:lnTo>
                    <a:pt x="7187" y="23909"/>
                  </a:lnTo>
                  <a:lnTo>
                    <a:pt x="8590" y="149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38278" y="4070411"/>
              <a:ext cx="23120" cy="26988"/>
            </a:xfrm>
            <a:custGeom>
              <a:avLst/>
              <a:pathLst>
                <a:path w="23120" h="26988">
                  <a:moveTo>
                    <a:pt x="1145" y="1262"/>
                  </a:moveTo>
                  <a:lnTo>
                    <a:pt x="11137" y="688"/>
                  </a:lnTo>
                  <a:lnTo>
                    <a:pt x="23120" y="0"/>
                  </a:lnTo>
                  <a:lnTo>
                    <a:pt x="22788" y="4121"/>
                  </a:lnTo>
                  <a:lnTo>
                    <a:pt x="22116" y="12447"/>
                  </a:lnTo>
                  <a:lnTo>
                    <a:pt x="21699" y="17627"/>
                  </a:lnTo>
                  <a:lnTo>
                    <a:pt x="19254" y="24498"/>
                  </a:lnTo>
                  <a:lnTo>
                    <a:pt x="10818" y="25948"/>
                  </a:lnTo>
                  <a:lnTo>
                    <a:pt x="4916" y="26963"/>
                  </a:lnTo>
                  <a:lnTo>
                    <a:pt x="264" y="26988"/>
                  </a:lnTo>
                  <a:lnTo>
                    <a:pt x="77" y="15147"/>
                  </a:lnTo>
                  <a:lnTo>
                    <a:pt x="0" y="10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91639" y="3995305"/>
              <a:ext cx="83249" cy="88289"/>
            </a:xfrm>
            <a:custGeom>
              <a:avLst/>
              <a:pathLst>
                <a:path w="83249" h="88289">
                  <a:moveTo>
                    <a:pt x="11630" y="8533"/>
                  </a:moveTo>
                  <a:lnTo>
                    <a:pt x="17031" y="3499"/>
                  </a:lnTo>
                  <a:lnTo>
                    <a:pt x="20785" y="0"/>
                  </a:lnTo>
                  <a:lnTo>
                    <a:pt x="25844" y="4455"/>
                  </a:lnTo>
                  <a:lnTo>
                    <a:pt x="29515" y="7688"/>
                  </a:lnTo>
                  <a:lnTo>
                    <a:pt x="33437" y="11142"/>
                  </a:lnTo>
                  <a:lnTo>
                    <a:pt x="38118" y="16235"/>
                  </a:lnTo>
                  <a:lnTo>
                    <a:pt x="42462" y="20964"/>
                  </a:lnTo>
                  <a:lnTo>
                    <a:pt x="45532" y="24304"/>
                  </a:lnTo>
                  <a:lnTo>
                    <a:pt x="49967" y="29130"/>
                  </a:lnTo>
                  <a:lnTo>
                    <a:pt x="56940" y="36719"/>
                  </a:lnTo>
                  <a:lnTo>
                    <a:pt x="62366" y="42623"/>
                  </a:lnTo>
                  <a:lnTo>
                    <a:pt x="68451" y="49246"/>
                  </a:lnTo>
                  <a:lnTo>
                    <a:pt x="75750" y="57189"/>
                  </a:lnTo>
                  <a:lnTo>
                    <a:pt x="83249" y="65350"/>
                  </a:lnTo>
                  <a:lnTo>
                    <a:pt x="75075" y="79496"/>
                  </a:lnTo>
                  <a:lnTo>
                    <a:pt x="72602" y="83776"/>
                  </a:lnTo>
                  <a:lnTo>
                    <a:pt x="69995" y="88289"/>
                  </a:lnTo>
                  <a:lnTo>
                    <a:pt x="60936" y="82478"/>
                  </a:lnTo>
                  <a:lnTo>
                    <a:pt x="37350" y="67348"/>
                  </a:lnTo>
                  <a:lnTo>
                    <a:pt x="21226" y="81399"/>
                  </a:lnTo>
                  <a:lnTo>
                    <a:pt x="0" y="55549"/>
                  </a:lnTo>
                  <a:lnTo>
                    <a:pt x="4695" y="43145"/>
                  </a:lnTo>
                  <a:lnTo>
                    <a:pt x="11454" y="25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43772" y="3959769"/>
              <a:ext cx="73924" cy="56051"/>
            </a:xfrm>
            <a:custGeom>
              <a:avLst/>
              <a:pathLst>
                <a:path w="73924" h="56051">
                  <a:moveTo>
                    <a:pt x="2425" y="28992"/>
                  </a:moveTo>
                  <a:lnTo>
                    <a:pt x="5101" y="20582"/>
                  </a:lnTo>
                  <a:lnTo>
                    <a:pt x="8470" y="13718"/>
                  </a:lnTo>
                  <a:lnTo>
                    <a:pt x="9719" y="11174"/>
                  </a:lnTo>
                  <a:lnTo>
                    <a:pt x="14377" y="6446"/>
                  </a:lnTo>
                  <a:lnTo>
                    <a:pt x="20073" y="2868"/>
                  </a:lnTo>
                  <a:lnTo>
                    <a:pt x="24724" y="1135"/>
                  </a:lnTo>
                  <a:lnTo>
                    <a:pt x="27246" y="791"/>
                  </a:lnTo>
                  <a:lnTo>
                    <a:pt x="33048" y="0"/>
                  </a:lnTo>
                  <a:lnTo>
                    <a:pt x="40129" y="832"/>
                  </a:lnTo>
                  <a:lnTo>
                    <a:pt x="60947" y="4626"/>
                  </a:lnTo>
                  <a:lnTo>
                    <a:pt x="73924" y="6991"/>
                  </a:lnTo>
                  <a:lnTo>
                    <a:pt x="72545" y="13861"/>
                  </a:lnTo>
                  <a:lnTo>
                    <a:pt x="71056" y="21281"/>
                  </a:lnTo>
                  <a:lnTo>
                    <a:pt x="69419" y="29432"/>
                  </a:lnTo>
                  <a:lnTo>
                    <a:pt x="67428" y="39352"/>
                  </a:lnTo>
                  <a:lnTo>
                    <a:pt x="64075" y="56051"/>
                  </a:lnTo>
                  <a:lnTo>
                    <a:pt x="58611" y="54461"/>
                  </a:lnTo>
                  <a:lnTo>
                    <a:pt x="49322" y="51760"/>
                  </a:lnTo>
                  <a:lnTo>
                    <a:pt x="41360" y="49445"/>
                  </a:lnTo>
                  <a:lnTo>
                    <a:pt x="29765" y="46073"/>
                  </a:lnTo>
                  <a:lnTo>
                    <a:pt x="14888" y="41746"/>
                  </a:lnTo>
                  <a:lnTo>
                    <a:pt x="0" y="374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0960" y="3967662"/>
              <a:ext cx="64494" cy="79461"/>
            </a:xfrm>
            <a:custGeom>
              <a:avLst/>
              <a:pathLst>
                <a:path w="64494" h="79461">
                  <a:moveTo>
                    <a:pt x="10190" y="20485"/>
                  </a:moveTo>
                  <a:lnTo>
                    <a:pt x="11803" y="10809"/>
                  </a:lnTo>
                  <a:lnTo>
                    <a:pt x="13606" y="0"/>
                  </a:lnTo>
                  <a:lnTo>
                    <a:pt x="27071" y="1889"/>
                  </a:lnTo>
                  <a:lnTo>
                    <a:pt x="37251" y="3317"/>
                  </a:lnTo>
                  <a:lnTo>
                    <a:pt x="44515" y="4336"/>
                  </a:lnTo>
                  <a:lnTo>
                    <a:pt x="52217" y="5416"/>
                  </a:lnTo>
                  <a:lnTo>
                    <a:pt x="63833" y="7046"/>
                  </a:lnTo>
                  <a:lnTo>
                    <a:pt x="64181" y="13369"/>
                  </a:lnTo>
                  <a:lnTo>
                    <a:pt x="64494" y="19070"/>
                  </a:lnTo>
                  <a:lnTo>
                    <a:pt x="63930" y="24022"/>
                  </a:lnTo>
                  <a:lnTo>
                    <a:pt x="62908" y="32985"/>
                  </a:lnTo>
                  <a:lnTo>
                    <a:pt x="60631" y="41936"/>
                  </a:lnTo>
                  <a:lnTo>
                    <a:pt x="57753" y="53251"/>
                  </a:lnTo>
                  <a:lnTo>
                    <a:pt x="56541" y="61264"/>
                  </a:lnTo>
                  <a:lnTo>
                    <a:pt x="55525" y="67983"/>
                  </a:lnTo>
                  <a:lnTo>
                    <a:pt x="53789" y="79461"/>
                  </a:lnTo>
                  <a:lnTo>
                    <a:pt x="49327" y="79002"/>
                  </a:lnTo>
                  <a:lnTo>
                    <a:pt x="28810" y="76892"/>
                  </a:lnTo>
                  <a:lnTo>
                    <a:pt x="0" y="73928"/>
                  </a:lnTo>
                  <a:lnTo>
                    <a:pt x="1804" y="64645"/>
                  </a:lnTo>
                  <a:lnTo>
                    <a:pt x="3755" y="54612"/>
                  </a:lnTo>
                  <a:lnTo>
                    <a:pt x="5655" y="44841"/>
                  </a:lnTo>
                  <a:lnTo>
                    <a:pt x="7797" y="33824"/>
                  </a:lnTo>
                  <a:lnTo>
                    <a:pt x="8984" y="277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31669" y="4001549"/>
              <a:ext cx="76341" cy="65378"/>
            </a:xfrm>
            <a:custGeom>
              <a:avLst/>
              <a:pathLst>
                <a:path w="76341" h="65378">
                  <a:moveTo>
                    <a:pt x="0" y="24568"/>
                  </a:moveTo>
                  <a:lnTo>
                    <a:pt x="1256" y="20317"/>
                  </a:lnTo>
                  <a:lnTo>
                    <a:pt x="7261" y="0"/>
                  </a:lnTo>
                  <a:lnTo>
                    <a:pt x="13319" y="1982"/>
                  </a:lnTo>
                  <a:lnTo>
                    <a:pt x="19081" y="3868"/>
                  </a:lnTo>
                  <a:lnTo>
                    <a:pt x="27113" y="6497"/>
                  </a:lnTo>
                  <a:lnTo>
                    <a:pt x="35737" y="9320"/>
                  </a:lnTo>
                  <a:lnTo>
                    <a:pt x="42107" y="11405"/>
                  </a:lnTo>
                  <a:lnTo>
                    <a:pt x="50738" y="14230"/>
                  </a:lnTo>
                  <a:lnTo>
                    <a:pt x="59362" y="17053"/>
                  </a:lnTo>
                  <a:lnTo>
                    <a:pt x="67921" y="19854"/>
                  </a:lnTo>
                  <a:lnTo>
                    <a:pt x="76341" y="22610"/>
                  </a:lnTo>
                  <a:lnTo>
                    <a:pt x="71844" y="38818"/>
                  </a:lnTo>
                  <a:lnTo>
                    <a:pt x="65695" y="42895"/>
                  </a:lnTo>
                  <a:lnTo>
                    <a:pt x="31786" y="65378"/>
                  </a:lnTo>
                  <a:lnTo>
                    <a:pt x="26264" y="63860"/>
                  </a:lnTo>
                  <a:lnTo>
                    <a:pt x="21618" y="62583"/>
                  </a:lnTo>
                  <a:lnTo>
                    <a:pt x="15891" y="61008"/>
                  </a:lnTo>
                  <a:lnTo>
                    <a:pt x="8314" y="58925"/>
                  </a:lnTo>
                  <a:lnTo>
                    <a:pt x="2675" y="573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47157" y="3931897"/>
              <a:ext cx="95689" cy="59798"/>
            </a:xfrm>
            <a:custGeom>
              <a:avLst/>
              <a:pathLst>
                <a:path w="95689" h="59798">
                  <a:moveTo>
                    <a:pt x="8577" y="16858"/>
                  </a:moveTo>
                  <a:lnTo>
                    <a:pt x="15458" y="0"/>
                  </a:lnTo>
                  <a:lnTo>
                    <a:pt x="36289" y="5706"/>
                  </a:lnTo>
                  <a:lnTo>
                    <a:pt x="52679" y="10084"/>
                  </a:lnTo>
                  <a:lnTo>
                    <a:pt x="95689" y="21570"/>
                  </a:lnTo>
                  <a:lnTo>
                    <a:pt x="90743" y="37670"/>
                  </a:lnTo>
                  <a:lnTo>
                    <a:pt x="90114" y="39719"/>
                  </a:lnTo>
                  <a:lnTo>
                    <a:pt x="84769" y="59798"/>
                  </a:lnTo>
                  <a:lnTo>
                    <a:pt x="80036" y="58888"/>
                  </a:lnTo>
                  <a:lnTo>
                    <a:pt x="75353" y="57989"/>
                  </a:lnTo>
                  <a:lnTo>
                    <a:pt x="69988" y="56593"/>
                  </a:lnTo>
                  <a:lnTo>
                    <a:pt x="65948" y="55543"/>
                  </a:lnTo>
                  <a:lnTo>
                    <a:pt x="60302" y="54074"/>
                  </a:lnTo>
                  <a:lnTo>
                    <a:pt x="54864" y="52659"/>
                  </a:lnTo>
                  <a:lnTo>
                    <a:pt x="48033" y="50882"/>
                  </a:lnTo>
                  <a:lnTo>
                    <a:pt x="43011" y="49576"/>
                  </a:lnTo>
                  <a:lnTo>
                    <a:pt x="36072" y="47771"/>
                  </a:lnTo>
                  <a:lnTo>
                    <a:pt x="29237" y="45993"/>
                  </a:lnTo>
                  <a:lnTo>
                    <a:pt x="23595" y="44526"/>
                  </a:lnTo>
                  <a:lnTo>
                    <a:pt x="16603" y="42707"/>
                  </a:lnTo>
                  <a:lnTo>
                    <a:pt x="8843" y="40448"/>
                  </a:lnTo>
                  <a:lnTo>
                    <a:pt x="2333" y="38554"/>
                  </a:lnTo>
                  <a:lnTo>
                    <a:pt x="0" y="3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47557" y="3898287"/>
              <a:ext cx="48240" cy="49312"/>
            </a:xfrm>
            <a:custGeom>
              <a:avLst/>
              <a:pathLst>
                <a:path w="48240" h="49312">
                  <a:moveTo>
                    <a:pt x="3461" y="18394"/>
                  </a:moveTo>
                  <a:lnTo>
                    <a:pt x="6057" y="0"/>
                  </a:lnTo>
                  <a:lnTo>
                    <a:pt x="24962" y="695"/>
                  </a:lnTo>
                  <a:lnTo>
                    <a:pt x="48240" y="1552"/>
                  </a:lnTo>
                  <a:lnTo>
                    <a:pt x="48030" y="6181"/>
                  </a:lnTo>
                  <a:lnTo>
                    <a:pt x="47773" y="11831"/>
                  </a:lnTo>
                  <a:lnTo>
                    <a:pt x="47465" y="18620"/>
                  </a:lnTo>
                  <a:lnTo>
                    <a:pt x="46520" y="23259"/>
                  </a:lnTo>
                  <a:lnTo>
                    <a:pt x="46135" y="25151"/>
                  </a:lnTo>
                  <a:lnTo>
                    <a:pt x="43404" y="38558"/>
                  </a:lnTo>
                  <a:lnTo>
                    <a:pt x="41214" y="49312"/>
                  </a:lnTo>
                  <a:lnTo>
                    <a:pt x="36981" y="48861"/>
                  </a:lnTo>
                  <a:lnTo>
                    <a:pt x="32247" y="48356"/>
                  </a:lnTo>
                  <a:lnTo>
                    <a:pt x="27748" y="47877"/>
                  </a:lnTo>
                  <a:lnTo>
                    <a:pt x="23199" y="47392"/>
                  </a:lnTo>
                  <a:lnTo>
                    <a:pt x="18312" y="46451"/>
                  </a:lnTo>
                  <a:lnTo>
                    <a:pt x="11427" y="45126"/>
                  </a:lnTo>
                  <a:lnTo>
                    <a:pt x="5539" y="43992"/>
                  </a:lnTo>
                  <a:lnTo>
                    <a:pt x="0" y="42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91456" y="3934826"/>
              <a:ext cx="58585" cy="65033"/>
            </a:xfrm>
            <a:custGeom>
              <a:avLst/>
              <a:pathLst>
                <a:path w="58585" h="65033">
                  <a:moveTo>
                    <a:pt x="318" y="52694"/>
                  </a:moveTo>
                  <a:lnTo>
                    <a:pt x="616" y="42802"/>
                  </a:lnTo>
                  <a:lnTo>
                    <a:pt x="860" y="34704"/>
                  </a:lnTo>
                  <a:lnTo>
                    <a:pt x="1070" y="27741"/>
                  </a:lnTo>
                  <a:lnTo>
                    <a:pt x="2293" y="18939"/>
                  </a:lnTo>
                  <a:lnTo>
                    <a:pt x="3846" y="7768"/>
                  </a:lnTo>
                  <a:lnTo>
                    <a:pt x="30002" y="4056"/>
                  </a:lnTo>
                  <a:lnTo>
                    <a:pt x="58585" y="0"/>
                  </a:lnTo>
                  <a:lnTo>
                    <a:pt x="55301" y="15326"/>
                  </a:lnTo>
                  <a:lnTo>
                    <a:pt x="53825" y="22218"/>
                  </a:lnTo>
                  <a:lnTo>
                    <a:pt x="52941" y="32130"/>
                  </a:lnTo>
                  <a:lnTo>
                    <a:pt x="51805" y="44859"/>
                  </a:lnTo>
                  <a:lnTo>
                    <a:pt x="50006" y="65033"/>
                  </a:lnTo>
                  <a:lnTo>
                    <a:pt x="41855" y="64740"/>
                  </a:lnTo>
                  <a:lnTo>
                    <a:pt x="37235" y="64574"/>
                  </a:lnTo>
                  <a:lnTo>
                    <a:pt x="30893" y="64345"/>
                  </a:lnTo>
                  <a:lnTo>
                    <a:pt x="24953" y="64132"/>
                  </a:lnTo>
                  <a:lnTo>
                    <a:pt x="16350" y="63823"/>
                  </a:lnTo>
                  <a:lnTo>
                    <a:pt x="8202" y="63530"/>
                  </a:lnTo>
                  <a:lnTo>
                    <a:pt x="0" y="632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45195" y="3921275"/>
              <a:ext cx="67283" cy="84659"/>
            </a:xfrm>
            <a:custGeom>
              <a:avLst/>
              <a:pathLst>
                <a:path w="67283" h="84659">
                  <a:moveTo>
                    <a:pt x="10846" y="5828"/>
                  </a:moveTo>
                  <a:lnTo>
                    <a:pt x="35433" y="3019"/>
                  </a:lnTo>
                  <a:lnTo>
                    <a:pt x="61864" y="0"/>
                  </a:lnTo>
                  <a:lnTo>
                    <a:pt x="67283" y="9592"/>
                  </a:lnTo>
                  <a:lnTo>
                    <a:pt x="65345" y="16490"/>
                  </a:lnTo>
                  <a:lnTo>
                    <a:pt x="63039" y="24695"/>
                  </a:lnTo>
                  <a:lnTo>
                    <a:pt x="60894" y="32329"/>
                  </a:lnTo>
                  <a:lnTo>
                    <a:pt x="59391" y="37680"/>
                  </a:lnTo>
                  <a:lnTo>
                    <a:pt x="57396" y="44778"/>
                  </a:lnTo>
                  <a:lnTo>
                    <a:pt x="56447" y="48156"/>
                  </a:lnTo>
                  <a:lnTo>
                    <a:pt x="56230" y="51469"/>
                  </a:lnTo>
                  <a:lnTo>
                    <a:pt x="55894" y="56580"/>
                  </a:lnTo>
                  <a:lnTo>
                    <a:pt x="55435" y="63574"/>
                  </a:lnTo>
                  <a:lnTo>
                    <a:pt x="54920" y="71429"/>
                  </a:lnTo>
                  <a:lnTo>
                    <a:pt x="54052" y="84659"/>
                  </a:lnTo>
                  <a:lnTo>
                    <a:pt x="51545" y="84406"/>
                  </a:lnTo>
                  <a:lnTo>
                    <a:pt x="48784" y="84127"/>
                  </a:lnTo>
                  <a:lnTo>
                    <a:pt x="44844" y="83729"/>
                  </a:lnTo>
                  <a:lnTo>
                    <a:pt x="40342" y="83275"/>
                  </a:lnTo>
                  <a:lnTo>
                    <a:pt x="36089" y="82845"/>
                  </a:lnTo>
                  <a:lnTo>
                    <a:pt x="33859" y="82620"/>
                  </a:lnTo>
                  <a:lnTo>
                    <a:pt x="30242" y="82118"/>
                  </a:lnTo>
                  <a:lnTo>
                    <a:pt x="23647" y="81203"/>
                  </a:lnTo>
                  <a:lnTo>
                    <a:pt x="17572" y="80360"/>
                  </a:lnTo>
                  <a:lnTo>
                    <a:pt x="10866" y="79430"/>
                  </a:lnTo>
                  <a:lnTo>
                    <a:pt x="4902" y="78603"/>
                  </a:lnTo>
                  <a:lnTo>
                    <a:pt x="2051" y="78207"/>
                  </a:lnTo>
                  <a:lnTo>
                    <a:pt x="0" y="77922"/>
                  </a:lnTo>
                  <a:lnTo>
                    <a:pt x="996" y="70560"/>
                  </a:lnTo>
                  <a:lnTo>
                    <a:pt x="1887" y="63973"/>
                  </a:lnTo>
                  <a:lnTo>
                    <a:pt x="2347" y="60573"/>
                  </a:lnTo>
                  <a:lnTo>
                    <a:pt x="2562" y="58980"/>
                  </a:lnTo>
                  <a:lnTo>
                    <a:pt x="3150" y="54642"/>
                  </a:lnTo>
                  <a:lnTo>
                    <a:pt x="3924" y="48928"/>
                  </a:lnTo>
                  <a:lnTo>
                    <a:pt x="4992" y="41052"/>
                  </a:lnTo>
                  <a:lnTo>
                    <a:pt x="5396" y="38067"/>
                  </a:lnTo>
                  <a:lnTo>
                    <a:pt x="6358" y="32548"/>
                  </a:lnTo>
                  <a:lnTo>
                    <a:pt x="7786" y="24350"/>
                  </a:lnTo>
                  <a:lnTo>
                    <a:pt x="9355" y="15343"/>
                  </a:lnTo>
                  <a:lnTo>
                    <a:pt x="9692" y="134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21235" y="4004272"/>
              <a:ext cx="116000" cy="59315"/>
            </a:xfrm>
            <a:custGeom>
              <a:avLst/>
              <a:pathLst>
                <a:path w="116000" h="59315">
                  <a:moveTo>
                    <a:pt x="63456" y="59126"/>
                  </a:moveTo>
                  <a:lnTo>
                    <a:pt x="54164" y="58704"/>
                  </a:lnTo>
                  <a:lnTo>
                    <a:pt x="46040" y="58335"/>
                  </a:lnTo>
                  <a:lnTo>
                    <a:pt x="41643" y="58135"/>
                  </a:lnTo>
                  <a:lnTo>
                    <a:pt x="36337" y="57894"/>
                  </a:lnTo>
                  <a:lnTo>
                    <a:pt x="31182" y="57660"/>
                  </a:lnTo>
                  <a:lnTo>
                    <a:pt x="28529" y="57303"/>
                  </a:lnTo>
                  <a:lnTo>
                    <a:pt x="22902" y="56545"/>
                  </a:lnTo>
                  <a:lnTo>
                    <a:pt x="16404" y="55670"/>
                  </a:lnTo>
                  <a:lnTo>
                    <a:pt x="8410" y="54594"/>
                  </a:lnTo>
                  <a:lnTo>
                    <a:pt x="3720" y="53962"/>
                  </a:lnTo>
                  <a:lnTo>
                    <a:pt x="0" y="53461"/>
                  </a:lnTo>
                  <a:lnTo>
                    <a:pt x="103" y="52288"/>
                  </a:lnTo>
                  <a:lnTo>
                    <a:pt x="1772" y="33299"/>
                  </a:lnTo>
                  <a:lnTo>
                    <a:pt x="1835" y="32582"/>
                  </a:lnTo>
                  <a:lnTo>
                    <a:pt x="2643" y="23401"/>
                  </a:lnTo>
                  <a:lnTo>
                    <a:pt x="6150" y="10974"/>
                  </a:lnTo>
                  <a:lnTo>
                    <a:pt x="9248" y="0"/>
                  </a:lnTo>
                  <a:lnTo>
                    <a:pt x="15389" y="559"/>
                  </a:lnTo>
                  <a:lnTo>
                    <a:pt x="20036" y="982"/>
                  </a:lnTo>
                  <a:lnTo>
                    <a:pt x="25102" y="1443"/>
                  </a:lnTo>
                  <a:lnTo>
                    <a:pt x="31697" y="2044"/>
                  </a:lnTo>
                  <a:lnTo>
                    <a:pt x="38928" y="2702"/>
                  </a:lnTo>
                  <a:lnTo>
                    <a:pt x="46675" y="3408"/>
                  </a:lnTo>
                  <a:lnTo>
                    <a:pt x="51104" y="3811"/>
                  </a:lnTo>
                  <a:lnTo>
                    <a:pt x="57005" y="4251"/>
                  </a:lnTo>
                  <a:lnTo>
                    <a:pt x="65583" y="4890"/>
                  </a:lnTo>
                  <a:lnTo>
                    <a:pt x="74678" y="5569"/>
                  </a:lnTo>
                  <a:lnTo>
                    <a:pt x="83052" y="6193"/>
                  </a:lnTo>
                  <a:lnTo>
                    <a:pt x="92068" y="6865"/>
                  </a:lnTo>
                  <a:lnTo>
                    <a:pt x="99769" y="7440"/>
                  </a:lnTo>
                  <a:lnTo>
                    <a:pt x="116000" y="8650"/>
                  </a:lnTo>
                  <a:lnTo>
                    <a:pt x="114876" y="27619"/>
                  </a:lnTo>
                  <a:lnTo>
                    <a:pt x="114259" y="38045"/>
                  </a:lnTo>
                  <a:lnTo>
                    <a:pt x="111418" y="58757"/>
                  </a:lnTo>
                  <a:lnTo>
                    <a:pt x="105519" y="58832"/>
                  </a:lnTo>
                  <a:lnTo>
                    <a:pt x="96048" y="58953"/>
                  </a:lnTo>
                  <a:lnTo>
                    <a:pt x="84601" y="59099"/>
                  </a:lnTo>
                  <a:lnTo>
                    <a:pt x="71819" y="59262"/>
                  </a:lnTo>
                  <a:lnTo>
                    <a:pt x="67625" y="59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36532" y="4014079"/>
              <a:ext cx="85713" cy="65328"/>
            </a:xfrm>
            <a:custGeom>
              <a:avLst/>
              <a:pathLst>
                <a:path w="85713" h="65328">
                  <a:moveTo>
                    <a:pt x="3187" y="22952"/>
                  </a:moveTo>
                  <a:lnTo>
                    <a:pt x="5996" y="0"/>
                  </a:lnTo>
                  <a:lnTo>
                    <a:pt x="10090" y="375"/>
                  </a:lnTo>
                  <a:lnTo>
                    <a:pt x="14417" y="771"/>
                  </a:lnTo>
                  <a:lnTo>
                    <a:pt x="19446" y="1232"/>
                  </a:lnTo>
                  <a:lnTo>
                    <a:pt x="25417" y="1779"/>
                  </a:lnTo>
                  <a:lnTo>
                    <a:pt x="29135" y="2120"/>
                  </a:lnTo>
                  <a:lnTo>
                    <a:pt x="37084" y="2848"/>
                  </a:lnTo>
                  <a:lnTo>
                    <a:pt x="44616" y="3539"/>
                  </a:lnTo>
                  <a:lnTo>
                    <a:pt x="50957" y="4120"/>
                  </a:lnTo>
                  <a:lnTo>
                    <a:pt x="56474" y="4625"/>
                  </a:lnTo>
                  <a:lnTo>
                    <a:pt x="58098" y="4949"/>
                  </a:lnTo>
                  <a:lnTo>
                    <a:pt x="65580" y="6443"/>
                  </a:lnTo>
                  <a:lnTo>
                    <a:pt x="70914" y="9219"/>
                  </a:lnTo>
                  <a:lnTo>
                    <a:pt x="73667" y="11470"/>
                  </a:lnTo>
                  <a:lnTo>
                    <a:pt x="76145" y="13666"/>
                  </a:lnTo>
                  <a:lnTo>
                    <a:pt x="78844" y="17381"/>
                  </a:lnTo>
                  <a:lnTo>
                    <a:pt x="81720" y="24663"/>
                  </a:lnTo>
                  <a:lnTo>
                    <a:pt x="84249" y="34104"/>
                  </a:lnTo>
                  <a:lnTo>
                    <a:pt x="85713" y="39568"/>
                  </a:lnTo>
                  <a:lnTo>
                    <a:pt x="84956" y="51982"/>
                  </a:lnTo>
                  <a:lnTo>
                    <a:pt x="84215" y="64157"/>
                  </a:lnTo>
                  <a:lnTo>
                    <a:pt x="72584" y="65328"/>
                  </a:lnTo>
                  <a:lnTo>
                    <a:pt x="66927" y="61180"/>
                  </a:lnTo>
                  <a:lnTo>
                    <a:pt x="62007" y="57572"/>
                  </a:lnTo>
                  <a:lnTo>
                    <a:pt x="52700" y="55643"/>
                  </a:lnTo>
                  <a:lnTo>
                    <a:pt x="38399" y="52679"/>
                  </a:lnTo>
                  <a:lnTo>
                    <a:pt x="30321" y="51004"/>
                  </a:lnTo>
                  <a:lnTo>
                    <a:pt x="26683" y="50250"/>
                  </a:lnTo>
                  <a:lnTo>
                    <a:pt x="12599" y="49589"/>
                  </a:lnTo>
                  <a:lnTo>
                    <a:pt x="0" y="48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317574" y="3877637"/>
              <a:ext cx="62486" cy="69795"/>
            </a:xfrm>
            <a:custGeom>
              <a:avLst/>
              <a:pathLst>
                <a:path w="62486" h="69795">
                  <a:moveTo>
                    <a:pt x="27916" y="68825"/>
                  </a:moveTo>
                  <a:lnTo>
                    <a:pt x="17762" y="67951"/>
                  </a:lnTo>
                  <a:lnTo>
                    <a:pt x="9942" y="67277"/>
                  </a:lnTo>
                  <a:lnTo>
                    <a:pt x="5648" y="66907"/>
                  </a:lnTo>
                  <a:lnTo>
                    <a:pt x="0" y="59328"/>
                  </a:lnTo>
                  <a:lnTo>
                    <a:pt x="2117" y="44171"/>
                  </a:lnTo>
                  <a:lnTo>
                    <a:pt x="4848" y="27089"/>
                  </a:lnTo>
                  <a:lnTo>
                    <a:pt x="9178" y="0"/>
                  </a:lnTo>
                  <a:lnTo>
                    <a:pt x="36167" y="1596"/>
                  </a:lnTo>
                  <a:lnTo>
                    <a:pt x="62486" y="3152"/>
                  </a:lnTo>
                  <a:lnTo>
                    <a:pt x="61109" y="20830"/>
                  </a:lnTo>
                  <a:lnTo>
                    <a:pt x="60635" y="26905"/>
                  </a:lnTo>
                  <a:lnTo>
                    <a:pt x="59393" y="35850"/>
                  </a:lnTo>
                  <a:lnTo>
                    <a:pt x="54866" y="68436"/>
                  </a:lnTo>
                  <a:lnTo>
                    <a:pt x="47787" y="69050"/>
                  </a:lnTo>
                  <a:lnTo>
                    <a:pt x="40458" y="69685"/>
                  </a:lnTo>
                  <a:lnTo>
                    <a:pt x="39187" y="697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80861" y="3883356"/>
              <a:ext cx="57924" cy="59071"/>
            </a:xfrm>
            <a:custGeom>
              <a:avLst/>
              <a:pathLst>
                <a:path w="57924" h="59071">
                  <a:moveTo>
                    <a:pt x="2409" y="39893"/>
                  </a:moveTo>
                  <a:lnTo>
                    <a:pt x="3867" y="28288"/>
                  </a:lnTo>
                  <a:lnTo>
                    <a:pt x="4350" y="22543"/>
                  </a:lnTo>
                  <a:lnTo>
                    <a:pt x="6247" y="0"/>
                  </a:lnTo>
                  <a:lnTo>
                    <a:pt x="25411" y="1756"/>
                  </a:lnTo>
                  <a:lnTo>
                    <a:pt x="31371" y="5955"/>
                  </a:lnTo>
                  <a:lnTo>
                    <a:pt x="56636" y="23754"/>
                  </a:lnTo>
                  <a:lnTo>
                    <a:pt x="57162" y="35379"/>
                  </a:lnTo>
                  <a:lnTo>
                    <a:pt x="57924" y="52194"/>
                  </a:lnTo>
                  <a:lnTo>
                    <a:pt x="54717" y="52575"/>
                  </a:lnTo>
                  <a:lnTo>
                    <a:pt x="48697" y="53290"/>
                  </a:lnTo>
                  <a:lnTo>
                    <a:pt x="41449" y="54150"/>
                  </a:lnTo>
                  <a:lnTo>
                    <a:pt x="35839" y="54816"/>
                  </a:lnTo>
                  <a:lnTo>
                    <a:pt x="29652" y="55551"/>
                  </a:lnTo>
                  <a:lnTo>
                    <a:pt x="23683" y="56259"/>
                  </a:lnTo>
                  <a:lnTo>
                    <a:pt x="17714" y="56968"/>
                  </a:lnTo>
                  <a:lnTo>
                    <a:pt x="9571" y="57935"/>
                  </a:lnTo>
                  <a:lnTo>
                    <a:pt x="0" y="5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429294" y="3925670"/>
              <a:ext cx="233330" cy="53872"/>
            </a:xfrm>
            <a:custGeom>
              <a:avLst/>
              <a:pathLst>
                <a:path w="233330" h="53872">
                  <a:moveTo>
                    <a:pt x="217025" y="3803"/>
                  </a:moveTo>
                  <a:lnTo>
                    <a:pt x="224000" y="0"/>
                  </a:lnTo>
                  <a:lnTo>
                    <a:pt x="225302" y="2333"/>
                  </a:lnTo>
                  <a:lnTo>
                    <a:pt x="228691" y="8409"/>
                  </a:lnTo>
                  <a:lnTo>
                    <a:pt x="233330" y="16724"/>
                  </a:lnTo>
                  <a:lnTo>
                    <a:pt x="219903" y="28001"/>
                  </a:lnTo>
                  <a:lnTo>
                    <a:pt x="205813" y="33596"/>
                  </a:lnTo>
                  <a:lnTo>
                    <a:pt x="189146" y="40275"/>
                  </a:lnTo>
                  <a:lnTo>
                    <a:pt x="166806" y="48844"/>
                  </a:lnTo>
                  <a:lnTo>
                    <a:pt x="160768" y="50734"/>
                  </a:lnTo>
                  <a:lnTo>
                    <a:pt x="155522" y="52041"/>
                  </a:lnTo>
                  <a:lnTo>
                    <a:pt x="148174" y="53872"/>
                  </a:lnTo>
                  <a:lnTo>
                    <a:pt x="139208" y="53084"/>
                  </a:lnTo>
                  <a:lnTo>
                    <a:pt x="138975" y="53032"/>
                  </a:lnTo>
                  <a:lnTo>
                    <a:pt x="134675" y="48818"/>
                  </a:lnTo>
                  <a:lnTo>
                    <a:pt x="132823" y="44996"/>
                  </a:lnTo>
                  <a:lnTo>
                    <a:pt x="131814" y="42915"/>
                  </a:lnTo>
                  <a:lnTo>
                    <a:pt x="126479" y="41456"/>
                  </a:lnTo>
                  <a:lnTo>
                    <a:pt x="113533" y="40530"/>
                  </a:lnTo>
                  <a:lnTo>
                    <a:pt x="102592" y="40556"/>
                  </a:lnTo>
                  <a:lnTo>
                    <a:pt x="93617" y="38774"/>
                  </a:lnTo>
                  <a:lnTo>
                    <a:pt x="83114" y="38145"/>
                  </a:lnTo>
                  <a:lnTo>
                    <a:pt x="74789" y="36758"/>
                  </a:lnTo>
                  <a:lnTo>
                    <a:pt x="66755" y="35188"/>
                  </a:lnTo>
                  <a:lnTo>
                    <a:pt x="57389" y="35062"/>
                  </a:lnTo>
                  <a:lnTo>
                    <a:pt x="48795" y="34859"/>
                  </a:lnTo>
                  <a:lnTo>
                    <a:pt x="41166" y="35867"/>
                  </a:lnTo>
                  <a:lnTo>
                    <a:pt x="35065" y="36719"/>
                  </a:lnTo>
                  <a:lnTo>
                    <a:pt x="28245" y="38640"/>
                  </a:lnTo>
                  <a:lnTo>
                    <a:pt x="27960" y="38823"/>
                  </a:lnTo>
                  <a:lnTo>
                    <a:pt x="21400" y="43006"/>
                  </a:lnTo>
                  <a:lnTo>
                    <a:pt x="14325" y="46311"/>
                  </a:lnTo>
                  <a:lnTo>
                    <a:pt x="5337" y="48433"/>
                  </a:lnTo>
                  <a:lnTo>
                    <a:pt x="2299" y="32320"/>
                  </a:lnTo>
                  <a:lnTo>
                    <a:pt x="195" y="21165"/>
                  </a:lnTo>
                  <a:lnTo>
                    <a:pt x="416" y="21133"/>
                  </a:lnTo>
                  <a:lnTo>
                    <a:pt x="0" y="18822"/>
                  </a:lnTo>
                  <a:lnTo>
                    <a:pt x="8179" y="18862"/>
                  </a:lnTo>
                  <a:lnTo>
                    <a:pt x="16330" y="18903"/>
                  </a:lnTo>
                  <a:lnTo>
                    <a:pt x="24480" y="18943"/>
                  </a:lnTo>
                  <a:lnTo>
                    <a:pt x="34168" y="18991"/>
                  </a:lnTo>
                  <a:lnTo>
                    <a:pt x="38594" y="19013"/>
                  </a:lnTo>
                  <a:lnTo>
                    <a:pt x="44941" y="19384"/>
                  </a:lnTo>
                  <a:lnTo>
                    <a:pt x="52625" y="19832"/>
                  </a:lnTo>
                  <a:lnTo>
                    <a:pt x="60824" y="20311"/>
                  </a:lnTo>
                  <a:lnTo>
                    <a:pt x="69180" y="20799"/>
                  </a:lnTo>
                  <a:lnTo>
                    <a:pt x="73129" y="21029"/>
                  </a:lnTo>
                  <a:lnTo>
                    <a:pt x="79199" y="21707"/>
                  </a:lnTo>
                  <a:lnTo>
                    <a:pt x="89501" y="22858"/>
                  </a:lnTo>
                  <a:lnTo>
                    <a:pt x="101779" y="24229"/>
                  </a:lnTo>
                  <a:lnTo>
                    <a:pt x="105474" y="26591"/>
                  </a:lnTo>
                  <a:lnTo>
                    <a:pt x="109079" y="27465"/>
                  </a:lnTo>
                  <a:lnTo>
                    <a:pt x="121508" y="30480"/>
                  </a:lnTo>
                  <a:lnTo>
                    <a:pt x="130790" y="32435"/>
                  </a:lnTo>
                  <a:lnTo>
                    <a:pt x="137171" y="33778"/>
                  </a:lnTo>
                  <a:lnTo>
                    <a:pt x="140108" y="33458"/>
                  </a:lnTo>
                  <a:lnTo>
                    <a:pt x="150784" y="32293"/>
                  </a:lnTo>
                  <a:lnTo>
                    <a:pt x="158802" y="31229"/>
                  </a:lnTo>
                  <a:lnTo>
                    <a:pt x="161415" y="30882"/>
                  </a:lnTo>
                  <a:lnTo>
                    <a:pt x="168150" y="30499"/>
                  </a:lnTo>
                  <a:lnTo>
                    <a:pt x="176705" y="30012"/>
                  </a:lnTo>
                  <a:lnTo>
                    <a:pt x="180514" y="27902"/>
                  </a:lnTo>
                  <a:lnTo>
                    <a:pt x="191212" y="21977"/>
                  </a:lnTo>
                  <a:lnTo>
                    <a:pt x="199213" y="16786"/>
                  </a:lnTo>
                  <a:lnTo>
                    <a:pt x="204663" y="11756"/>
                  </a:lnTo>
                  <a:lnTo>
                    <a:pt x="215332" y="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308975" y="3946357"/>
              <a:ext cx="116181" cy="40225"/>
            </a:xfrm>
            <a:custGeom>
              <a:avLst/>
              <a:pathLst>
                <a:path w="116181" h="40225">
                  <a:moveTo>
                    <a:pt x="1654" y="40225"/>
                  </a:moveTo>
                  <a:lnTo>
                    <a:pt x="1052" y="35853"/>
                  </a:lnTo>
                  <a:lnTo>
                    <a:pt x="853" y="35302"/>
                  </a:lnTo>
                  <a:lnTo>
                    <a:pt x="0" y="32937"/>
                  </a:lnTo>
                  <a:lnTo>
                    <a:pt x="83" y="29063"/>
                  </a:lnTo>
                  <a:lnTo>
                    <a:pt x="232" y="24800"/>
                  </a:lnTo>
                  <a:lnTo>
                    <a:pt x="291" y="19918"/>
                  </a:lnTo>
                  <a:lnTo>
                    <a:pt x="1984" y="16904"/>
                  </a:lnTo>
                  <a:lnTo>
                    <a:pt x="3523" y="13656"/>
                  </a:lnTo>
                  <a:lnTo>
                    <a:pt x="4275" y="12871"/>
                  </a:lnTo>
                  <a:lnTo>
                    <a:pt x="7299" y="9711"/>
                  </a:lnTo>
                  <a:lnTo>
                    <a:pt x="7837" y="9150"/>
                  </a:lnTo>
                  <a:lnTo>
                    <a:pt x="11449" y="6474"/>
                  </a:lnTo>
                  <a:lnTo>
                    <a:pt x="14988" y="5365"/>
                  </a:lnTo>
                  <a:lnTo>
                    <a:pt x="20177" y="4967"/>
                  </a:lnTo>
                  <a:lnTo>
                    <a:pt x="25076" y="5109"/>
                  </a:lnTo>
                  <a:lnTo>
                    <a:pt x="30147" y="6475"/>
                  </a:lnTo>
                  <a:lnTo>
                    <a:pt x="32665" y="6791"/>
                  </a:lnTo>
                  <a:lnTo>
                    <a:pt x="39198" y="7610"/>
                  </a:lnTo>
                  <a:lnTo>
                    <a:pt x="46254" y="6773"/>
                  </a:lnTo>
                  <a:lnTo>
                    <a:pt x="53164" y="5706"/>
                  </a:lnTo>
                  <a:lnTo>
                    <a:pt x="61760" y="5158"/>
                  </a:lnTo>
                  <a:lnTo>
                    <a:pt x="69967" y="4541"/>
                  </a:lnTo>
                  <a:lnTo>
                    <a:pt x="72995" y="4314"/>
                  </a:lnTo>
                  <a:lnTo>
                    <a:pt x="77740" y="3996"/>
                  </a:lnTo>
                  <a:lnTo>
                    <a:pt x="83827" y="3588"/>
                  </a:lnTo>
                  <a:lnTo>
                    <a:pt x="92594" y="1863"/>
                  </a:lnTo>
                  <a:lnTo>
                    <a:pt x="95181" y="1354"/>
                  </a:lnTo>
                  <a:lnTo>
                    <a:pt x="99100" y="848"/>
                  </a:lnTo>
                  <a:lnTo>
                    <a:pt x="103949" y="222"/>
                  </a:lnTo>
                  <a:lnTo>
                    <a:pt x="109912" y="94"/>
                  </a:lnTo>
                  <a:lnTo>
                    <a:pt x="114324" y="0"/>
                  </a:lnTo>
                  <a:lnTo>
                    <a:pt x="114516" y="3196"/>
                  </a:lnTo>
                  <a:lnTo>
                    <a:pt x="114673" y="5832"/>
                  </a:lnTo>
                  <a:lnTo>
                    <a:pt x="115206" y="14727"/>
                  </a:lnTo>
                  <a:lnTo>
                    <a:pt x="115609" y="21457"/>
                  </a:lnTo>
                  <a:lnTo>
                    <a:pt x="116181" y="31025"/>
                  </a:lnTo>
                  <a:lnTo>
                    <a:pt x="66489" y="36250"/>
                  </a:lnTo>
                  <a:lnTo>
                    <a:pt x="63708" y="36420"/>
                  </a:lnTo>
                  <a:lnTo>
                    <a:pt x="57620" y="36793"/>
                  </a:lnTo>
                  <a:lnTo>
                    <a:pt x="54187" y="3700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321745" y="3983182"/>
              <a:ext cx="125649" cy="105803"/>
            </a:xfrm>
            <a:custGeom>
              <a:avLst/>
              <a:pathLst>
                <a:path w="125649" h="105803">
                  <a:moveTo>
                    <a:pt x="16430" y="98643"/>
                  </a:moveTo>
                  <a:lnTo>
                    <a:pt x="15223" y="88779"/>
                  </a:lnTo>
                  <a:lnTo>
                    <a:pt x="13935" y="78245"/>
                  </a:lnTo>
                  <a:lnTo>
                    <a:pt x="12371" y="67385"/>
                  </a:lnTo>
                  <a:lnTo>
                    <a:pt x="9391" y="59249"/>
                  </a:lnTo>
                  <a:lnTo>
                    <a:pt x="6698" y="51898"/>
                  </a:lnTo>
                  <a:lnTo>
                    <a:pt x="6659" y="49255"/>
                  </a:lnTo>
                  <a:lnTo>
                    <a:pt x="6617" y="46470"/>
                  </a:lnTo>
                  <a:lnTo>
                    <a:pt x="4639" y="42098"/>
                  </a:lnTo>
                  <a:lnTo>
                    <a:pt x="2371" y="37088"/>
                  </a:lnTo>
                  <a:lnTo>
                    <a:pt x="0" y="31846"/>
                  </a:lnTo>
                  <a:lnTo>
                    <a:pt x="6734" y="27095"/>
                  </a:lnTo>
                  <a:lnTo>
                    <a:pt x="9404" y="27491"/>
                  </a:lnTo>
                  <a:lnTo>
                    <a:pt x="10618" y="27671"/>
                  </a:lnTo>
                  <a:lnTo>
                    <a:pt x="15230" y="28356"/>
                  </a:lnTo>
                  <a:lnTo>
                    <a:pt x="16686" y="28572"/>
                  </a:lnTo>
                  <a:lnTo>
                    <a:pt x="24967" y="29550"/>
                  </a:lnTo>
                  <a:lnTo>
                    <a:pt x="25452" y="29622"/>
                  </a:lnTo>
                  <a:lnTo>
                    <a:pt x="26665" y="29802"/>
                  </a:lnTo>
                  <a:lnTo>
                    <a:pt x="34378" y="29443"/>
                  </a:lnTo>
                  <a:lnTo>
                    <a:pt x="36352" y="29485"/>
                  </a:lnTo>
                  <a:lnTo>
                    <a:pt x="37807" y="29701"/>
                  </a:lnTo>
                  <a:lnTo>
                    <a:pt x="39362" y="29180"/>
                  </a:lnTo>
                  <a:lnTo>
                    <a:pt x="40090" y="29288"/>
                  </a:lnTo>
                  <a:lnTo>
                    <a:pt x="47813" y="28928"/>
                  </a:lnTo>
                  <a:lnTo>
                    <a:pt x="48818" y="28826"/>
                  </a:lnTo>
                  <a:lnTo>
                    <a:pt x="49580" y="28688"/>
                  </a:lnTo>
                  <a:lnTo>
                    <a:pt x="52237" y="28207"/>
                  </a:lnTo>
                  <a:lnTo>
                    <a:pt x="57971" y="27168"/>
                  </a:lnTo>
                  <a:lnTo>
                    <a:pt x="59359" y="26115"/>
                  </a:lnTo>
                  <a:lnTo>
                    <a:pt x="65866" y="22285"/>
                  </a:lnTo>
                  <a:lnTo>
                    <a:pt x="66181" y="21826"/>
                  </a:lnTo>
                  <a:lnTo>
                    <a:pt x="69957" y="18079"/>
                  </a:lnTo>
                  <a:lnTo>
                    <a:pt x="70553" y="17405"/>
                  </a:lnTo>
                  <a:lnTo>
                    <a:pt x="72353" y="13602"/>
                  </a:lnTo>
                  <a:lnTo>
                    <a:pt x="72707" y="12890"/>
                  </a:lnTo>
                  <a:lnTo>
                    <a:pt x="73670" y="9714"/>
                  </a:lnTo>
                  <a:lnTo>
                    <a:pt x="73815" y="9481"/>
                  </a:lnTo>
                  <a:lnTo>
                    <a:pt x="74978" y="7606"/>
                  </a:lnTo>
                  <a:lnTo>
                    <a:pt x="94082" y="2237"/>
                  </a:lnTo>
                  <a:lnTo>
                    <a:pt x="106746" y="0"/>
                  </a:lnTo>
                  <a:lnTo>
                    <a:pt x="107184" y="3821"/>
                  </a:lnTo>
                  <a:lnTo>
                    <a:pt x="107587" y="7342"/>
                  </a:lnTo>
                  <a:lnTo>
                    <a:pt x="108794" y="7674"/>
                  </a:lnTo>
                  <a:lnTo>
                    <a:pt x="111670" y="8467"/>
                  </a:lnTo>
                  <a:lnTo>
                    <a:pt x="118403" y="8703"/>
                  </a:lnTo>
                  <a:lnTo>
                    <a:pt x="120551" y="9355"/>
                  </a:lnTo>
                  <a:lnTo>
                    <a:pt x="125089" y="10731"/>
                  </a:lnTo>
                  <a:lnTo>
                    <a:pt x="125649" y="13380"/>
                  </a:lnTo>
                  <a:lnTo>
                    <a:pt x="122269" y="15432"/>
                  </a:lnTo>
                  <a:lnTo>
                    <a:pt x="120916" y="16254"/>
                  </a:lnTo>
                  <a:lnTo>
                    <a:pt x="120345" y="16680"/>
                  </a:lnTo>
                  <a:lnTo>
                    <a:pt x="115300" y="18479"/>
                  </a:lnTo>
                  <a:lnTo>
                    <a:pt x="114488" y="18867"/>
                  </a:lnTo>
                  <a:lnTo>
                    <a:pt x="108156" y="20976"/>
                  </a:lnTo>
                  <a:lnTo>
                    <a:pt x="107385" y="21115"/>
                  </a:lnTo>
                  <a:lnTo>
                    <a:pt x="102889" y="22731"/>
                  </a:lnTo>
                  <a:lnTo>
                    <a:pt x="98819" y="26431"/>
                  </a:lnTo>
                  <a:lnTo>
                    <a:pt x="100304" y="31197"/>
                  </a:lnTo>
                  <a:lnTo>
                    <a:pt x="103198" y="36406"/>
                  </a:lnTo>
                  <a:lnTo>
                    <a:pt x="104703" y="39388"/>
                  </a:lnTo>
                  <a:lnTo>
                    <a:pt x="106490" y="43654"/>
                  </a:lnTo>
                  <a:lnTo>
                    <a:pt x="108315" y="49156"/>
                  </a:lnTo>
                  <a:lnTo>
                    <a:pt x="109571" y="55047"/>
                  </a:lnTo>
                  <a:lnTo>
                    <a:pt x="109632" y="56240"/>
                  </a:lnTo>
                  <a:lnTo>
                    <a:pt x="109863" y="60767"/>
                  </a:lnTo>
                  <a:lnTo>
                    <a:pt x="107783" y="61786"/>
                  </a:lnTo>
                  <a:lnTo>
                    <a:pt x="102180" y="64528"/>
                  </a:lnTo>
                  <a:lnTo>
                    <a:pt x="91176" y="69914"/>
                  </a:lnTo>
                  <a:lnTo>
                    <a:pt x="78739" y="76002"/>
                  </a:lnTo>
                  <a:lnTo>
                    <a:pt x="64424" y="83008"/>
                  </a:lnTo>
                  <a:lnTo>
                    <a:pt x="44085" y="92964"/>
                  </a:lnTo>
                  <a:lnTo>
                    <a:pt x="41549" y="94205"/>
                  </a:lnTo>
                  <a:lnTo>
                    <a:pt x="41128" y="94411"/>
                  </a:lnTo>
                  <a:lnTo>
                    <a:pt x="24845" y="102381"/>
                  </a:lnTo>
                  <a:lnTo>
                    <a:pt x="17854" y="105803"/>
                  </a:lnTo>
                  <a:lnTo>
                    <a:pt x="16644" y="999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84952" y="4119362"/>
              <a:ext cx="72935" cy="76919"/>
            </a:xfrm>
            <a:custGeom>
              <a:avLst/>
              <a:pathLst>
                <a:path w="72935" h="76919">
                  <a:moveTo>
                    <a:pt x="12803" y="15564"/>
                  </a:moveTo>
                  <a:lnTo>
                    <a:pt x="23403" y="10240"/>
                  </a:lnTo>
                  <a:lnTo>
                    <a:pt x="32158" y="5843"/>
                  </a:lnTo>
                  <a:lnTo>
                    <a:pt x="43793" y="0"/>
                  </a:lnTo>
                  <a:lnTo>
                    <a:pt x="49023" y="9433"/>
                  </a:lnTo>
                  <a:lnTo>
                    <a:pt x="53915" y="18624"/>
                  </a:lnTo>
                  <a:lnTo>
                    <a:pt x="56169" y="24538"/>
                  </a:lnTo>
                  <a:lnTo>
                    <a:pt x="58414" y="29398"/>
                  </a:lnTo>
                  <a:lnTo>
                    <a:pt x="58898" y="30307"/>
                  </a:lnTo>
                  <a:lnTo>
                    <a:pt x="61376" y="35088"/>
                  </a:lnTo>
                  <a:lnTo>
                    <a:pt x="61859" y="35994"/>
                  </a:lnTo>
                  <a:lnTo>
                    <a:pt x="61979" y="36477"/>
                  </a:lnTo>
                  <a:lnTo>
                    <a:pt x="63484" y="40457"/>
                  </a:lnTo>
                  <a:lnTo>
                    <a:pt x="64025" y="41600"/>
                  </a:lnTo>
                  <a:lnTo>
                    <a:pt x="64687" y="42201"/>
                  </a:lnTo>
                  <a:lnTo>
                    <a:pt x="64866" y="42923"/>
                  </a:lnTo>
                  <a:lnTo>
                    <a:pt x="66244" y="46406"/>
                  </a:lnTo>
                  <a:lnTo>
                    <a:pt x="66724" y="47305"/>
                  </a:lnTo>
                  <a:lnTo>
                    <a:pt x="67143" y="47964"/>
                  </a:lnTo>
                  <a:lnTo>
                    <a:pt x="69237" y="51253"/>
                  </a:lnTo>
                  <a:lnTo>
                    <a:pt x="69534" y="52449"/>
                  </a:lnTo>
                  <a:lnTo>
                    <a:pt x="72935" y="56916"/>
                  </a:lnTo>
                  <a:lnTo>
                    <a:pt x="68154" y="60553"/>
                  </a:lnTo>
                  <a:lnTo>
                    <a:pt x="59331" y="67264"/>
                  </a:lnTo>
                  <a:lnTo>
                    <a:pt x="46640" y="76919"/>
                  </a:lnTo>
                  <a:lnTo>
                    <a:pt x="41486" y="74364"/>
                  </a:lnTo>
                  <a:lnTo>
                    <a:pt x="39913" y="73584"/>
                  </a:lnTo>
                  <a:lnTo>
                    <a:pt x="37652" y="71403"/>
                  </a:lnTo>
                  <a:lnTo>
                    <a:pt x="35138" y="68980"/>
                  </a:lnTo>
                  <a:lnTo>
                    <a:pt x="31703" y="64258"/>
                  </a:lnTo>
                  <a:lnTo>
                    <a:pt x="26393" y="56960"/>
                  </a:lnTo>
                  <a:lnTo>
                    <a:pt x="22303" y="51338"/>
                  </a:lnTo>
                  <a:lnTo>
                    <a:pt x="20721" y="49256"/>
                  </a:lnTo>
                  <a:lnTo>
                    <a:pt x="14079" y="40518"/>
                  </a:lnTo>
                  <a:lnTo>
                    <a:pt x="7121" y="31364"/>
                  </a:lnTo>
                  <a:lnTo>
                    <a:pt x="1390" y="23824"/>
                  </a:lnTo>
                  <a:lnTo>
                    <a:pt x="0" y="21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98460" y="3897812"/>
              <a:ext cx="108599" cy="39654"/>
            </a:xfrm>
            <a:custGeom>
              <a:avLst/>
              <a:pathLst>
                <a:path w="108599" h="39654">
                  <a:moveTo>
                    <a:pt x="42847" y="4222"/>
                  </a:moveTo>
                  <a:lnTo>
                    <a:pt x="54095" y="4097"/>
                  </a:lnTo>
                  <a:lnTo>
                    <a:pt x="69835" y="1451"/>
                  </a:lnTo>
                  <a:lnTo>
                    <a:pt x="78465" y="0"/>
                  </a:lnTo>
                  <a:lnTo>
                    <a:pt x="107013" y="135"/>
                  </a:lnTo>
                  <a:lnTo>
                    <a:pt x="107614" y="6331"/>
                  </a:lnTo>
                  <a:lnTo>
                    <a:pt x="108599" y="16482"/>
                  </a:lnTo>
                  <a:lnTo>
                    <a:pt x="96440" y="17428"/>
                  </a:lnTo>
                  <a:lnTo>
                    <a:pt x="78250" y="21589"/>
                  </a:lnTo>
                  <a:lnTo>
                    <a:pt x="68685" y="23778"/>
                  </a:lnTo>
                  <a:lnTo>
                    <a:pt x="54981" y="26749"/>
                  </a:lnTo>
                  <a:lnTo>
                    <a:pt x="44863" y="28942"/>
                  </a:lnTo>
                  <a:lnTo>
                    <a:pt x="30364" y="32442"/>
                  </a:lnTo>
                  <a:lnTo>
                    <a:pt x="26935" y="33270"/>
                  </a:lnTo>
                  <a:lnTo>
                    <a:pt x="487" y="39654"/>
                  </a:lnTo>
                  <a:lnTo>
                    <a:pt x="313" y="37797"/>
                  </a:lnTo>
                  <a:lnTo>
                    <a:pt x="0" y="34443"/>
                  </a:lnTo>
                  <a:lnTo>
                    <a:pt x="2715" y="22565"/>
                  </a:lnTo>
                  <a:lnTo>
                    <a:pt x="6819" y="46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36521" y="3953365"/>
              <a:ext cx="52815" cy="42429"/>
            </a:xfrm>
            <a:custGeom>
              <a:avLst/>
              <a:pathLst>
                <a:path w="52815" h="42429">
                  <a:moveTo>
                    <a:pt x="3429" y="26504"/>
                  </a:moveTo>
                  <a:lnTo>
                    <a:pt x="6551" y="15334"/>
                  </a:lnTo>
                  <a:lnTo>
                    <a:pt x="10837" y="0"/>
                  </a:lnTo>
                  <a:lnTo>
                    <a:pt x="33566" y="3384"/>
                  </a:lnTo>
                  <a:lnTo>
                    <a:pt x="43511" y="4865"/>
                  </a:lnTo>
                  <a:lnTo>
                    <a:pt x="52815" y="6250"/>
                  </a:lnTo>
                  <a:lnTo>
                    <a:pt x="51732" y="25336"/>
                  </a:lnTo>
                  <a:lnTo>
                    <a:pt x="50761" y="42429"/>
                  </a:lnTo>
                  <a:lnTo>
                    <a:pt x="46964" y="42156"/>
                  </a:lnTo>
                  <a:lnTo>
                    <a:pt x="43019" y="41872"/>
                  </a:lnTo>
                  <a:lnTo>
                    <a:pt x="38520" y="41548"/>
                  </a:lnTo>
                  <a:lnTo>
                    <a:pt x="33739" y="41203"/>
                  </a:lnTo>
                  <a:lnTo>
                    <a:pt x="27013" y="40719"/>
                  </a:lnTo>
                  <a:lnTo>
                    <a:pt x="21490" y="40321"/>
                  </a:lnTo>
                  <a:lnTo>
                    <a:pt x="16887" y="39990"/>
                  </a:lnTo>
                  <a:lnTo>
                    <a:pt x="11213" y="39581"/>
                  </a:lnTo>
                  <a:lnTo>
                    <a:pt x="5634" y="39180"/>
                  </a:lnTo>
                  <a:lnTo>
                    <a:pt x="3078" y="38996"/>
                  </a:lnTo>
                  <a:lnTo>
                    <a:pt x="0" y="38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46055" y="4064977"/>
              <a:ext cx="83251" cy="70905"/>
            </a:xfrm>
            <a:custGeom>
              <a:avLst/>
              <a:pathLst>
                <a:path w="83251" h="70905">
                  <a:moveTo>
                    <a:pt x="344" y="27115"/>
                  </a:moveTo>
                  <a:lnTo>
                    <a:pt x="10487" y="22180"/>
                  </a:lnTo>
                  <a:lnTo>
                    <a:pt x="22225" y="16467"/>
                  </a:lnTo>
                  <a:lnTo>
                    <a:pt x="32835" y="11304"/>
                  </a:lnTo>
                  <a:lnTo>
                    <a:pt x="46353" y="4727"/>
                  </a:lnTo>
                  <a:lnTo>
                    <a:pt x="56067" y="0"/>
                  </a:lnTo>
                  <a:lnTo>
                    <a:pt x="59076" y="1448"/>
                  </a:lnTo>
                  <a:lnTo>
                    <a:pt x="59343" y="1563"/>
                  </a:lnTo>
                  <a:lnTo>
                    <a:pt x="61971" y="4267"/>
                  </a:lnTo>
                  <a:lnTo>
                    <a:pt x="62199" y="4839"/>
                  </a:lnTo>
                  <a:lnTo>
                    <a:pt x="62656" y="5981"/>
                  </a:lnTo>
                  <a:lnTo>
                    <a:pt x="64027" y="9407"/>
                  </a:lnTo>
                  <a:lnTo>
                    <a:pt x="64484" y="10550"/>
                  </a:lnTo>
                  <a:lnTo>
                    <a:pt x="64751" y="11768"/>
                  </a:lnTo>
                  <a:lnTo>
                    <a:pt x="65779" y="14890"/>
                  </a:lnTo>
                  <a:lnTo>
                    <a:pt x="66008" y="15461"/>
                  </a:lnTo>
                  <a:lnTo>
                    <a:pt x="66579" y="18544"/>
                  </a:lnTo>
                  <a:lnTo>
                    <a:pt x="66960" y="19496"/>
                  </a:lnTo>
                  <a:lnTo>
                    <a:pt x="67912" y="22427"/>
                  </a:lnTo>
                  <a:lnTo>
                    <a:pt x="68217" y="23188"/>
                  </a:lnTo>
                  <a:lnTo>
                    <a:pt x="71529" y="27603"/>
                  </a:lnTo>
                  <a:lnTo>
                    <a:pt x="75335" y="31599"/>
                  </a:lnTo>
                  <a:lnTo>
                    <a:pt x="76287" y="32322"/>
                  </a:lnTo>
                  <a:lnTo>
                    <a:pt x="76439" y="32703"/>
                  </a:lnTo>
                  <a:lnTo>
                    <a:pt x="79673" y="36926"/>
                  </a:lnTo>
                  <a:lnTo>
                    <a:pt x="83251" y="44764"/>
                  </a:lnTo>
                  <a:lnTo>
                    <a:pt x="78534" y="47162"/>
                  </a:lnTo>
                  <a:lnTo>
                    <a:pt x="75660" y="48622"/>
                  </a:lnTo>
                  <a:lnTo>
                    <a:pt x="66910" y="53071"/>
                  </a:lnTo>
                  <a:lnTo>
                    <a:pt x="59289" y="56945"/>
                  </a:lnTo>
                  <a:lnTo>
                    <a:pt x="50257" y="61536"/>
                  </a:lnTo>
                  <a:lnTo>
                    <a:pt x="31826" y="70905"/>
                  </a:lnTo>
                  <a:lnTo>
                    <a:pt x="28680" y="67202"/>
                  </a:lnTo>
                  <a:lnTo>
                    <a:pt x="25408" y="63352"/>
                  </a:lnTo>
                  <a:lnTo>
                    <a:pt x="22398" y="59809"/>
                  </a:lnTo>
                  <a:lnTo>
                    <a:pt x="18440" y="55150"/>
                  </a:lnTo>
                  <a:lnTo>
                    <a:pt x="14615" y="50648"/>
                  </a:lnTo>
                  <a:lnTo>
                    <a:pt x="10616" y="45941"/>
                  </a:lnTo>
                  <a:lnTo>
                    <a:pt x="7321" y="42063"/>
                  </a:lnTo>
                  <a:lnTo>
                    <a:pt x="4212" y="38404"/>
                  </a:lnTo>
                  <a:lnTo>
                    <a:pt x="0" y="33445"/>
                  </a:lnTo>
                  <a:lnTo>
                    <a:pt x="195" y="2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410706" y="4051241"/>
              <a:ext cx="42278" cy="54097"/>
            </a:xfrm>
            <a:custGeom>
              <a:avLst/>
              <a:pathLst>
                <a:path w="42278" h="54097">
                  <a:moveTo>
                    <a:pt x="0" y="8739"/>
                  </a:moveTo>
                  <a:lnTo>
                    <a:pt x="10231" y="4103"/>
                  </a:lnTo>
                  <a:lnTo>
                    <a:pt x="12159" y="3229"/>
                  </a:lnTo>
                  <a:lnTo>
                    <a:pt x="17492" y="0"/>
                  </a:lnTo>
                  <a:lnTo>
                    <a:pt x="20120" y="2705"/>
                  </a:lnTo>
                  <a:lnTo>
                    <a:pt x="23624" y="8151"/>
                  </a:lnTo>
                  <a:lnTo>
                    <a:pt x="23701" y="8341"/>
                  </a:lnTo>
                  <a:lnTo>
                    <a:pt x="27585" y="14738"/>
                  </a:lnTo>
                  <a:lnTo>
                    <a:pt x="27813" y="15308"/>
                  </a:lnTo>
                  <a:lnTo>
                    <a:pt x="30174" y="19001"/>
                  </a:lnTo>
                  <a:lnTo>
                    <a:pt x="30859" y="19610"/>
                  </a:lnTo>
                  <a:lnTo>
                    <a:pt x="33029" y="23379"/>
                  </a:lnTo>
                  <a:lnTo>
                    <a:pt x="33181" y="23759"/>
                  </a:lnTo>
                  <a:lnTo>
                    <a:pt x="34438" y="27451"/>
                  </a:lnTo>
                  <a:lnTo>
                    <a:pt x="34552" y="28288"/>
                  </a:lnTo>
                  <a:lnTo>
                    <a:pt x="35808" y="33083"/>
                  </a:lnTo>
                  <a:lnTo>
                    <a:pt x="39538" y="40198"/>
                  </a:lnTo>
                  <a:lnTo>
                    <a:pt x="42278" y="44840"/>
                  </a:lnTo>
                  <a:lnTo>
                    <a:pt x="40152" y="45862"/>
                  </a:lnTo>
                  <a:lnTo>
                    <a:pt x="32508" y="49536"/>
                  </a:lnTo>
                  <a:lnTo>
                    <a:pt x="23020" y="54097"/>
                  </a:lnTo>
                  <a:lnTo>
                    <a:pt x="21572" y="50481"/>
                  </a:lnTo>
                  <a:lnTo>
                    <a:pt x="20429" y="47625"/>
                  </a:lnTo>
                  <a:lnTo>
                    <a:pt x="19896" y="46293"/>
                  </a:lnTo>
                  <a:lnTo>
                    <a:pt x="18448" y="42676"/>
                  </a:lnTo>
                  <a:lnTo>
                    <a:pt x="18296" y="42295"/>
                  </a:lnTo>
                  <a:lnTo>
                    <a:pt x="18448" y="40468"/>
                  </a:lnTo>
                  <a:lnTo>
                    <a:pt x="18410" y="39820"/>
                  </a:lnTo>
                  <a:lnTo>
                    <a:pt x="18486" y="38907"/>
                  </a:lnTo>
                  <a:lnTo>
                    <a:pt x="18105" y="37955"/>
                  </a:lnTo>
                  <a:lnTo>
                    <a:pt x="17000" y="35746"/>
                  </a:lnTo>
                  <a:lnTo>
                    <a:pt x="16923" y="35556"/>
                  </a:lnTo>
                  <a:lnTo>
                    <a:pt x="14713" y="32243"/>
                  </a:lnTo>
                  <a:lnTo>
                    <a:pt x="14218" y="31558"/>
                  </a:lnTo>
                  <a:lnTo>
                    <a:pt x="12275" y="29463"/>
                  </a:lnTo>
                  <a:lnTo>
                    <a:pt x="11665" y="29044"/>
                  </a:lnTo>
                  <a:lnTo>
                    <a:pt x="11093" y="28168"/>
                  </a:lnTo>
                  <a:lnTo>
                    <a:pt x="8616" y="24740"/>
                  </a:lnTo>
                  <a:lnTo>
                    <a:pt x="8311" y="23978"/>
                  </a:lnTo>
                  <a:lnTo>
                    <a:pt x="8006" y="23216"/>
                  </a:lnTo>
                  <a:lnTo>
                    <a:pt x="4880" y="18721"/>
                  </a:lnTo>
                  <a:lnTo>
                    <a:pt x="4384" y="18035"/>
                  </a:lnTo>
                  <a:lnTo>
                    <a:pt x="1714" y="13579"/>
                  </a:lnTo>
                  <a:lnTo>
                    <a:pt x="1243" y="122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56715" y="3801020"/>
              <a:ext cx="88753" cy="143186"/>
            </a:xfrm>
            <a:custGeom>
              <a:avLst/>
              <a:pathLst>
                <a:path w="88753" h="143186">
                  <a:moveTo>
                    <a:pt x="1434" y="113211"/>
                  </a:moveTo>
                  <a:lnTo>
                    <a:pt x="3595" y="104990"/>
                  </a:lnTo>
                  <a:lnTo>
                    <a:pt x="5495" y="97761"/>
                  </a:lnTo>
                  <a:lnTo>
                    <a:pt x="8002" y="88223"/>
                  </a:lnTo>
                  <a:lnTo>
                    <a:pt x="10718" y="77885"/>
                  </a:lnTo>
                  <a:lnTo>
                    <a:pt x="13369" y="67798"/>
                  </a:lnTo>
                  <a:lnTo>
                    <a:pt x="14082" y="65085"/>
                  </a:lnTo>
                  <a:lnTo>
                    <a:pt x="14964" y="61307"/>
                  </a:lnTo>
                  <a:lnTo>
                    <a:pt x="17916" y="48655"/>
                  </a:lnTo>
                  <a:lnTo>
                    <a:pt x="20248" y="38661"/>
                  </a:lnTo>
                  <a:lnTo>
                    <a:pt x="22229" y="30172"/>
                  </a:lnTo>
                  <a:lnTo>
                    <a:pt x="23713" y="26188"/>
                  </a:lnTo>
                  <a:lnTo>
                    <a:pt x="26812" y="17863"/>
                  </a:lnTo>
                  <a:lnTo>
                    <a:pt x="30627" y="7618"/>
                  </a:lnTo>
                  <a:lnTo>
                    <a:pt x="33463" y="0"/>
                  </a:lnTo>
                  <a:lnTo>
                    <a:pt x="47341" y="6079"/>
                  </a:lnTo>
                  <a:lnTo>
                    <a:pt x="42455" y="28383"/>
                  </a:lnTo>
                  <a:lnTo>
                    <a:pt x="51129" y="34168"/>
                  </a:lnTo>
                  <a:lnTo>
                    <a:pt x="59225" y="39569"/>
                  </a:lnTo>
                  <a:lnTo>
                    <a:pt x="57659" y="47202"/>
                  </a:lnTo>
                  <a:lnTo>
                    <a:pt x="80382" y="52014"/>
                  </a:lnTo>
                  <a:lnTo>
                    <a:pt x="79344" y="57092"/>
                  </a:lnTo>
                  <a:lnTo>
                    <a:pt x="77865" y="64321"/>
                  </a:lnTo>
                  <a:lnTo>
                    <a:pt x="76186" y="72529"/>
                  </a:lnTo>
                  <a:lnTo>
                    <a:pt x="75316" y="76783"/>
                  </a:lnTo>
                  <a:lnTo>
                    <a:pt x="77734" y="81442"/>
                  </a:lnTo>
                  <a:lnTo>
                    <a:pt x="85895" y="97170"/>
                  </a:lnTo>
                  <a:lnTo>
                    <a:pt x="88753" y="102678"/>
                  </a:lnTo>
                  <a:lnTo>
                    <a:pt x="87608" y="110463"/>
                  </a:lnTo>
                  <a:lnTo>
                    <a:pt x="85947" y="121759"/>
                  </a:lnTo>
                  <a:lnTo>
                    <a:pt x="84835" y="129327"/>
                  </a:lnTo>
                  <a:lnTo>
                    <a:pt x="84313" y="132625"/>
                  </a:lnTo>
                  <a:lnTo>
                    <a:pt x="82894" y="141604"/>
                  </a:lnTo>
                  <a:lnTo>
                    <a:pt x="82644" y="143186"/>
                  </a:lnTo>
                  <a:lnTo>
                    <a:pt x="58070" y="136924"/>
                  </a:lnTo>
                  <a:lnTo>
                    <a:pt x="39312" y="132143"/>
                  </a:lnTo>
                  <a:lnTo>
                    <a:pt x="30881" y="129254"/>
                  </a:lnTo>
                  <a:lnTo>
                    <a:pt x="0" y="1186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96283" y="3970729"/>
              <a:ext cx="127484" cy="86172"/>
            </a:xfrm>
            <a:custGeom>
              <a:avLst/>
              <a:pathLst>
                <a:path w="127484" h="86172">
                  <a:moveTo>
                    <a:pt x="9280" y="22701"/>
                  </a:moveTo>
                  <a:lnTo>
                    <a:pt x="16156" y="0"/>
                  </a:lnTo>
                  <a:lnTo>
                    <a:pt x="23871" y="2554"/>
                  </a:lnTo>
                  <a:lnTo>
                    <a:pt x="29647" y="4466"/>
                  </a:lnTo>
                  <a:lnTo>
                    <a:pt x="34356" y="6025"/>
                  </a:lnTo>
                  <a:lnTo>
                    <a:pt x="39123" y="7604"/>
                  </a:lnTo>
                  <a:lnTo>
                    <a:pt x="45885" y="9842"/>
                  </a:lnTo>
                  <a:lnTo>
                    <a:pt x="50787" y="11466"/>
                  </a:lnTo>
                  <a:lnTo>
                    <a:pt x="56751" y="13440"/>
                  </a:lnTo>
                  <a:lnTo>
                    <a:pt x="62187" y="15240"/>
                  </a:lnTo>
                  <a:lnTo>
                    <a:pt x="69682" y="17721"/>
                  </a:lnTo>
                  <a:lnTo>
                    <a:pt x="76103" y="19847"/>
                  </a:lnTo>
                  <a:lnTo>
                    <a:pt x="81604" y="21669"/>
                  </a:lnTo>
                  <a:lnTo>
                    <a:pt x="89550" y="24300"/>
                  </a:lnTo>
                  <a:lnTo>
                    <a:pt x="94194" y="25837"/>
                  </a:lnTo>
                  <a:lnTo>
                    <a:pt x="99560" y="27614"/>
                  </a:lnTo>
                  <a:lnTo>
                    <a:pt x="105201" y="29482"/>
                  </a:lnTo>
                  <a:lnTo>
                    <a:pt x="114010" y="32398"/>
                  </a:lnTo>
                  <a:lnTo>
                    <a:pt x="125469" y="36192"/>
                  </a:lnTo>
                  <a:lnTo>
                    <a:pt x="127484" y="36859"/>
                  </a:lnTo>
                  <a:lnTo>
                    <a:pt x="123544" y="51414"/>
                  </a:lnTo>
                  <a:lnTo>
                    <a:pt x="119047" y="68027"/>
                  </a:lnTo>
                  <a:lnTo>
                    <a:pt x="114135" y="86172"/>
                  </a:lnTo>
                  <a:lnTo>
                    <a:pt x="108324" y="84447"/>
                  </a:lnTo>
                  <a:lnTo>
                    <a:pt x="102249" y="82644"/>
                  </a:lnTo>
                  <a:lnTo>
                    <a:pt x="96233" y="80859"/>
                  </a:lnTo>
                  <a:lnTo>
                    <a:pt x="89286" y="78798"/>
                  </a:lnTo>
                  <a:lnTo>
                    <a:pt x="82136" y="76676"/>
                  </a:lnTo>
                  <a:lnTo>
                    <a:pt x="76179" y="74909"/>
                  </a:lnTo>
                  <a:lnTo>
                    <a:pt x="63892" y="71262"/>
                  </a:lnTo>
                  <a:lnTo>
                    <a:pt x="56860" y="69176"/>
                  </a:lnTo>
                  <a:lnTo>
                    <a:pt x="49592" y="67019"/>
                  </a:lnTo>
                  <a:lnTo>
                    <a:pt x="38523" y="63734"/>
                  </a:lnTo>
                  <a:lnTo>
                    <a:pt x="34328" y="62490"/>
                  </a:lnTo>
                  <a:lnTo>
                    <a:pt x="25908" y="60245"/>
                  </a:lnTo>
                  <a:lnTo>
                    <a:pt x="17004" y="57872"/>
                  </a:lnTo>
                  <a:lnTo>
                    <a:pt x="6566" y="55091"/>
                  </a:lnTo>
                  <a:lnTo>
                    <a:pt x="0" y="533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20484" y="3857768"/>
              <a:ext cx="130350" cy="110842"/>
            </a:xfrm>
            <a:custGeom>
              <a:avLst/>
              <a:pathLst>
                <a:path w="130350" h="110842">
                  <a:moveTo>
                    <a:pt x="64730" y="14539"/>
                  </a:moveTo>
                  <a:lnTo>
                    <a:pt x="99478" y="25962"/>
                  </a:lnTo>
                  <a:lnTo>
                    <a:pt x="121021" y="56086"/>
                  </a:lnTo>
                  <a:lnTo>
                    <a:pt x="130350" y="65626"/>
                  </a:lnTo>
                  <a:lnTo>
                    <a:pt x="129806" y="81068"/>
                  </a:lnTo>
                  <a:lnTo>
                    <a:pt x="129493" y="89948"/>
                  </a:lnTo>
                  <a:lnTo>
                    <a:pt x="127025" y="97152"/>
                  </a:lnTo>
                  <a:lnTo>
                    <a:pt x="122445" y="110842"/>
                  </a:lnTo>
                  <a:lnTo>
                    <a:pt x="116738" y="108795"/>
                  </a:lnTo>
                  <a:lnTo>
                    <a:pt x="109240" y="106105"/>
                  </a:lnTo>
                  <a:lnTo>
                    <a:pt x="103719" y="104125"/>
                  </a:lnTo>
                  <a:lnTo>
                    <a:pt x="100180" y="102855"/>
                  </a:lnTo>
                  <a:lnTo>
                    <a:pt x="97310" y="101276"/>
                  </a:lnTo>
                  <a:lnTo>
                    <a:pt x="91777" y="98231"/>
                  </a:lnTo>
                  <a:lnTo>
                    <a:pt x="85046" y="94527"/>
                  </a:lnTo>
                  <a:lnTo>
                    <a:pt x="79860" y="91673"/>
                  </a:lnTo>
                  <a:lnTo>
                    <a:pt x="75587" y="89322"/>
                  </a:lnTo>
                  <a:lnTo>
                    <a:pt x="69424" y="85930"/>
                  </a:lnTo>
                  <a:lnTo>
                    <a:pt x="62346" y="82036"/>
                  </a:lnTo>
                  <a:lnTo>
                    <a:pt x="58484" y="79910"/>
                  </a:lnTo>
                  <a:lnTo>
                    <a:pt x="53980" y="77432"/>
                  </a:lnTo>
                  <a:lnTo>
                    <a:pt x="49844" y="75590"/>
                  </a:lnTo>
                  <a:lnTo>
                    <a:pt x="45902" y="73834"/>
                  </a:lnTo>
                  <a:lnTo>
                    <a:pt x="41642" y="71935"/>
                  </a:lnTo>
                  <a:lnTo>
                    <a:pt x="34038" y="68548"/>
                  </a:lnTo>
                  <a:lnTo>
                    <a:pt x="27448" y="65612"/>
                  </a:lnTo>
                  <a:lnTo>
                    <a:pt x="23017" y="63638"/>
                  </a:lnTo>
                  <a:lnTo>
                    <a:pt x="20582" y="62798"/>
                  </a:lnTo>
                  <a:lnTo>
                    <a:pt x="16801" y="62155"/>
                  </a:lnTo>
                  <a:lnTo>
                    <a:pt x="11743" y="61293"/>
                  </a:lnTo>
                  <a:lnTo>
                    <a:pt x="4798" y="60111"/>
                  </a:lnTo>
                  <a:lnTo>
                    <a:pt x="0" y="59294"/>
                  </a:lnTo>
                  <a:lnTo>
                    <a:pt x="2202" y="42483"/>
                  </a:lnTo>
                  <a:lnTo>
                    <a:pt x="4608" y="24118"/>
                  </a:lnTo>
                  <a:lnTo>
                    <a:pt x="6781" y="10939"/>
                  </a:lnTo>
                  <a:lnTo>
                    <a:pt x="205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3960" y="3911017"/>
              <a:ext cx="215410" cy="111207"/>
            </a:xfrm>
            <a:custGeom>
              <a:avLst/>
              <a:pathLst>
                <a:path w="215410" h="111207">
                  <a:moveTo>
                    <a:pt x="151110" y="86220"/>
                  </a:moveTo>
                  <a:lnTo>
                    <a:pt x="146754" y="84276"/>
                  </a:lnTo>
                  <a:lnTo>
                    <a:pt x="141982" y="82147"/>
                  </a:lnTo>
                  <a:lnTo>
                    <a:pt x="134990" y="79027"/>
                  </a:lnTo>
                  <a:lnTo>
                    <a:pt x="129598" y="76620"/>
                  </a:lnTo>
                  <a:lnTo>
                    <a:pt x="123971" y="75090"/>
                  </a:lnTo>
                  <a:lnTo>
                    <a:pt x="117175" y="73243"/>
                  </a:lnTo>
                  <a:lnTo>
                    <a:pt x="111735" y="72230"/>
                  </a:lnTo>
                  <a:lnTo>
                    <a:pt x="105269" y="71026"/>
                  </a:lnTo>
                  <a:lnTo>
                    <a:pt x="100780" y="70191"/>
                  </a:lnTo>
                  <a:lnTo>
                    <a:pt x="95523" y="69212"/>
                  </a:lnTo>
                  <a:lnTo>
                    <a:pt x="87824" y="67779"/>
                  </a:lnTo>
                  <a:lnTo>
                    <a:pt x="81145" y="66535"/>
                  </a:lnTo>
                  <a:lnTo>
                    <a:pt x="75812" y="65607"/>
                  </a:lnTo>
                  <a:lnTo>
                    <a:pt x="69855" y="64569"/>
                  </a:lnTo>
                  <a:lnTo>
                    <a:pt x="64461" y="63630"/>
                  </a:lnTo>
                  <a:lnTo>
                    <a:pt x="57820" y="62473"/>
                  </a:lnTo>
                  <a:lnTo>
                    <a:pt x="52463" y="61540"/>
                  </a:lnTo>
                  <a:lnTo>
                    <a:pt x="46293" y="60465"/>
                  </a:lnTo>
                  <a:lnTo>
                    <a:pt x="41024" y="59548"/>
                  </a:lnTo>
                  <a:lnTo>
                    <a:pt x="34903" y="58482"/>
                  </a:lnTo>
                  <a:lnTo>
                    <a:pt x="29120" y="57474"/>
                  </a:lnTo>
                  <a:lnTo>
                    <a:pt x="21408" y="56131"/>
                  </a:lnTo>
                  <a:lnTo>
                    <a:pt x="13909" y="54825"/>
                  </a:lnTo>
                  <a:lnTo>
                    <a:pt x="7525" y="53713"/>
                  </a:lnTo>
                  <a:lnTo>
                    <a:pt x="0" y="52402"/>
                  </a:lnTo>
                  <a:lnTo>
                    <a:pt x="5772" y="25651"/>
                  </a:lnTo>
                  <a:lnTo>
                    <a:pt x="11307" y="0"/>
                  </a:lnTo>
                  <a:lnTo>
                    <a:pt x="15565" y="638"/>
                  </a:lnTo>
                  <a:lnTo>
                    <a:pt x="22704" y="1708"/>
                  </a:lnTo>
                  <a:lnTo>
                    <a:pt x="27734" y="2463"/>
                  </a:lnTo>
                  <a:lnTo>
                    <a:pt x="33061" y="3261"/>
                  </a:lnTo>
                  <a:lnTo>
                    <a:pt x="38533" y="4082"/>
                  </a:lnTo>
                  <a:lnTo>
                    <a:pt x="43305" y="4797"/>
                  </a:lnTo>
                  <a:lnTo>
                    <a:pt x="48077" y="5513"/>
                  </a:lnTo>
                  <a:lnTo>
                    <a:pt x="53069" y="6261"/>
                  </a:lnTo>
                  <a:lnTo>
                    <a:pt x="58396" y="7060"/>
                  </a:lnTo>
                  <a:lnTo>
                    <a:pt x="63388" y="7808"/>
                  </a:lnTo>
                  <a:lnTo>
                    <a:pt x="69902" y="8785"/>
                  </a:lnTo>
                  <a:lnTo>
                    <a:pt x="77148" y="9872"/>
                  </a:lnTo>
                  <a:lnTo>
                    <a:pt x="84808" y="11020"/>
                  </a:lnTo>
                  <a:lnTo>
                    <a:pt x="88786" y="11971"/>
                  </a:lnTo>
                  <a:lnTo>
                    <a:pt x="94961" y="13448"/>
                  </a:lnTo>
                  <a:lnTo>
                    <a:pt x="99638" y="14566"/>
                  </a:lnTo>
                  <a:lnTo>
                    <a:pt x="106207" y="16137"/>
                  </a:lnTo>
                  <a:lnTo>
                    <a:pt x="110376" y="17134"/>
                  </a:lnTo>
                  <a:lnTo>
                    <a:pt x="116556" y="18612"/>
                  </a:lnTo>
                  <a:lnTo>
                    <a:pt x="122000" y="19796"/>
                  </a:lnTo>
                  <a:lnTo>
                    <a:pt x="127832" y="21064"/>
                  </a:lnTo>
                  <a:lnTo>
                    <a:pt x="134224" y="22455"/>
                  </a:lnTo>
                  <a:lnTo>
                    <a:pt x="141375" y="24010"/>
                  </a:lnTo>
                  <a:lnTo>
                    <a:pt x="146846" y="25201"/>
                  </a:lnTo>
                  <a:lnTo>
                    <a:pt x="154049" y="26767"/>
                  </a:lnTo>
                  <a:lnTo>
                    <a:pt x="158343" y="28913"/>
                  </a:lnTo>
                  <a:lnTo>
                    <a:pt x="162377" y="30928"/>
                  </a:lnTo>
                  <a:lnTo>
                    <a:pt x="165995" y="32736"/>
                  </a:lnTo>
                  <a:lnTo>
                    <a:pt x="172632" y="36052"/>
                  </a:lnTo>
                  <a:lnTo>
                    <a:pt x="177464" y="38466"/>
                  </a:lnTo>
                  <a:lnTo>
                    <a:pt x="183305" y="41384"/>
                  </a:lnTo>
                  <a:lnTo>
                    <a:pt x="189839" y="44648"/>
                  </a:lnTo>
                  <a:lnTo>
                    <a:pt x="195059" y="47771"/>
                  </a:lnTo>
                  <a:lnTo>
                    <a:pt x="203827" y="53018"/>
                  </a:lnTo>
                  <a:lnTo>
                    <a:pt x="215410" y="59948"/>
                  </a:lnTo>
                  <a:lnTo>
                    <a:pt x="209716" y="76856"/>
                  </a:lnTo>
                  <a:lnTo>
                    <a:pt x="206584" y="86158"/>
                  </a:lnTo>
                  <a:lnTo>
                    <a:pt x="202887" y="97136"/>
                  </a:lnTo>
                  <a:lnTo>
                    <a:pt x="198148" y="111207"/>
                  </a:lnTo>
                  <a:lnTo>
                    <a:pt x="195255" y="109648"/>
                  </a:lnTo>
                  <a:lnTo>
                    <a:pt x="191280" y="107507"/>
                  </a:lnTo>
                  <a:lnTo>
                    <a:pt x="185006" y="104128"/>
                  </a:lnTo>
                  <a:lnTo>
                    <a:pt x="179365" y="101090"/>
                  </a:lnTo>
                  <a:lnTo>
                    <a:pt x="173276" y="97810"/>
                  </a:lnTo>
                  <a:lnTo>
                    <a:pt x="170166" y="96135"/>
                  </a:lnTo>
                  <a:lnTo>
                    <a:pt x="166389" y="94083"/>
                  </a:lnTo>
                  <a:lnTo>
                    <a:pt x="161751" y="91563"/>
                  </a:lnTo>
                  <a:lnTo>
                    <a:pt x="155635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8224" y="3842300"/>
              <a:ext cx="103089" cy="69659"/>
            </a:xfrm>
            <a:custGeom>
              <a:avLst/>
              <a:pathLst>
                <a:path w="103089" h="69659">
                  <a:moveTo>
                    <a:pt x="2859" y="38669"/>
                  </a:moveTo>
                  <a:lnTo>
                    <a:pt x="5250" y="25128"/>
                  </a:lnTo>
                  <a:lnTo>
                    <a:pt x="7521" y="12269"/>
                  </a:lnTo>
                  <a:lnTo>
                    <a:pt x="8883" y="4552"/>
                  </a:lnTo>
                  <a:lnTo>
                    <a:pt x="29050" y="0"/>
                  </a:lnTo>
                  <a:lnTo>
                    <a:pt x="42927" y="450"/>
                  </a:lnTo>
                  <a:lnTo>
                    <a:pt x="56144" y="4728"/>
                  </a:lnTo>
                  <a:lnTo>
                    <a:pt x="59936" y="5983"/>
                  </a:lnTo>
                  <a:lnTo>
                    <a:pt x="78275" y="12052"/>
                  </a:lnTo>
                  <a:lnTo>
                    <a:pt x="98637" y="16434"/>
                  </a:lnTo>
                  <a:lnTo>
                    <a:pt x="103089" y="17392"/>
                  </a:lnTo>
                  <a:lnTo>
                    <a:pt x="101557" y="25754"/>
                  </a:lnTo>
                  <a:lnTo>
                    <a:pt x="100475" y="31660"/>
                  </a:lnTo>
                  <a:lnTo>
                    <a:pt x="99062" y="39371"/>
                  </a:lnTo>
                  <a:lnTo>
                    <a:pt x="97894" y="45748"/>
                  </a:lnTo>
                  <a:lnTo>
                    <a:pt x="97338" y="48780"/>
                  </a:lnTo>
                  <a:lnTo>
                    <a:pt x="95453" y="59069"/>
                  </a:lnTo>
                  <a:lnTo>
                    <a:pt x="93513" y="69659"/>
                  </a:lnTo>
                  <a:lnTo>
                    <a:pt x="89779" y="69068"/>
                  </a:lnTo>
                  <a:lnTo>
                    <a:pt x="85516" y="68394"/>
                  </a:lnTo>
                  <a:lnTo>
                    <a:pt x="81967" y="67832"/>
                  </a:lnTo>
                  <a:lnTo>
                    <a:pt x="78618" y="67302"/>
                  </a:lnTo>
                  <a:lnTo>
                    <a:pt x="75585" y="66822"/>
                  </a:lnTo>
                  <a:lnTo>
                    <a:pt x="72408" y="66319"/>
                  </a:lnTo>
                  <a:lnTo>
                    <a:pt x="69058" y="65789"/>
                  </a:lnTo>
                  <a:lnTo>
                    <a:pt x="65020" y="65150"/>
                  </a:lnTo>
                  <a:lnTo>
                    <a:pt x="59697" y="64307"/>
                  </a:lnTo>
                  <a:lnTo>
                    <a:pt x="56837" y="63855"/>
                  </a:lnTo>
                  <a:lnTo>
                    <a:pt x="53460" y="63321"/>
                  </a:lnTo>
                  <a:lnTo>
                    <a:pt x="48562" y="62545"/>
                  </a:lnTo>
                  <a:lnTo>
                    <a:pt x="45120" y="62001"/>
                  </a:lnTo>
                  <a:lnTo>
                    <a:pt x="40936" y="61339"/>
                  </a:lnTo>
                  <a:lnTo>
                    <a:pt x="36818" y="60687"/>
                  </a:lnTo>
                  <a:lnTo>
                    <a:pt x="32501" y="60004"/>
                  </a:lnTo>
                  <a:lnTo>
                    <a:pt x="28107" y="59308"/>
                  </a:lnTo>
                  <a:lnTo>
                    <a:pt x="23102" y="58516"/>
                  </a:lnTo>
                  <a:lnTo>
                    <a:pt x="18494" y="57787"/>
                  </a:lnTo>
                  <a:lnTo>
                    <a:pt x="14972" y="57229"/>
                  </a:lnTo>
                  <a:lnTo>
                    <a:pt x="11966" y="56754"/>
                  </a:lnTo>
                  <a:lnTo>
                    <a:pt x="9875" y="56423"/>
                  </a:lnTo>
                  <a:lnTo>
                    <a:pt x="7465" y="56041"/>
                  </a:lnTo>
                  <a:lnTo>
                    <a:pt x="4712" y="55606"/>
                  </a:lnTo>
                  <a:lnTo>
                    <a:pt x="2632" y="55277"/>
                  </a:lnTo>
                  <a:lnTo>
                    <a:pt x="0" y="5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72726" y="3889768"/>
              <a:ext cx="221439" cy="107826"/>
            </a:xfrm>
            <a:custGeom>
              <a:avLst/>
              <a:pathLst>
                <a:path w="221439" h="107826">
                  <a:moveTo>
                    <a:pt x="105949" y="52853"/>
                  </a:moveTo>
                  <a:lnTo>
                    <a:pt x="102897" y="52495"/>
                  </a:lnTo>
                  <a:lnTo>
                    <a:pt x="100800" y="52601"/>
                  </a:lnTo>
                  <a:lnTo>
                    <a:pt x="96153" y="52837"/>
                  </a:lnTo>
                  <a:lnTo>
                    <a:pt x="92394" y="53027"/>
                  </a:lnTo>
                  <a:lnTo>
                    <a:pt x="85703" y="54679"/>
                  </a:lnTo>
                  <a:lnTo>
                    <a:pt x="82814" y="55392"/>
                  </a:lnTo>
                  <a:lnTo>
                    <a:pt x="81142" y="56517"/>
                  </a:lnTo>
                  <a:lnTo>
                    <a:pt x="77103" y="59231"/>
                  </a:lnTo>
                  <a:lnTo>
                    <a:pt x="72311" y="62452"/>
                  </a:lnTo>
                  <a:lnTo>
                    <a:pt x="69676" y="65116"/>
                  </a:lnTo>
                  <a:lnTo>
                    <a:pt x="66240" y="68590"/>
                  </a:lnTo>
                  <a:lnTo>
                    <a:pt x="63935" y="70920"/>
                  </a:lnTo>
                  <a:lnTo>
                    <a:pt x="59739" y="76893"/>
                  </a:lnTo>
                  <a:lnTo>
                    <a:pt x="58313" y="78923"/>
                  </a:lnTo>
                  <a:lnTo>
                    <a:pt x="55586" y="84474"/>
                  </a:lnTo>
                  <a:lnTo>
                    <a:pt x="53692" y="88328"/>
                  </a:lnTo>
                  <a:lnTo>
                    <a:pt x="51016" y="96741"/>
                  </a:lnTo>
                  <a:lnTo>
                    <a:pt x="47009" y="107826"/>
                  </a:lnTo>
                  <a:lnTo>
                    <a:pt x="33312" y="103711"/>
                  </a:lnTo>
                  <a:lnTo>
                    <a:pt x="18288" y="99197"/>
                  </a:lnTo>
                  <a:lnTo>
                    <a:pt x="0" y="93703"/>
                  </a:lnTo>
                  <a:lnTo>
                    <a:pt x="1537" y="88591"/>
                  </a:lnTo>
                  <a:lnTo>
                    <a:pt x="3218" y="83006"/>
                  </a:lnTo>
                  <a:lnTo>
                    <a:pt x="5713" y="74711"/>
                  </a:lnTo>
                  <a:lnTo>
                    <a:pt x="7439" y="70876"/>
                  </a:lnTo>
                  <a:lnTo>
                    <a:pt x="9588" y="66104"/>
                  </a:lnTo>
                  <a:lnTo>
                    <a:pt x="12586" y="59445"/>
                  </a:lnTo>
                  <a:lnTo>
                    <a:pt x="16023" y="54190"/>
                  </a:lnTo>
                  <a:lnTo>
                    <a:pt x="19352" y="49104"/>
                  </a:lnTo>
                  <a:lnTo>
                    <a:pt x="22340" y="44537"/>
                  </a:lnTo>
                  <a:lnTo>
                    <a:pt x="26199" y="38639"/>
                  </a:lnTo>
                  <a:lnTo>
                    <a:pt x="29030" y="34670"/>
                  </a:lnTo>
                  <a:lnTo>
                    <a:pt x="31368" y="31394"/>
                  </a:lnTo>
                  <a:lnTo>
                    <a:pt x="34467" y="27050"/>
                  </a:lnTo>
                  <a:lnTo>
                    <a:pt x="38074" y="23818"/>
                  </a:lnTo>
                  <a:lnTo>
                    <a:pt x="42499" y="19852"/>
                  </a:lnTo>
                  <a:lnTo>
                    <a:pt x="49013" y="14015"/>
                  </a:lnTo>
                  <a:lnTo>
                    <a:pt x="51910" y="12810"/>
                  </a:lnTo>
                  <a:lnTo>
                    <a:pt x="56193" y="11029"/>
                  </a:lnTo>
                  <a:lnTo>
                    <a:pt x="60133" y="9391"/>
                  </a:lnTo>
                  <a:lnTo>
                    <a:pt x="65550" y="7138"/>
                  </a:lnTo>
                  <a:lnTo>
                    <a:pt x="68095" y="6079"/>
                  </a:lnTo>
                  <a:lnTo>
                    <a:pt x="74793" y="4162"/>
                  </a:lnTo>
                  <a:lnTo>
                    <a:pt x="79369" y="2852"/>
                  </a:lnTo>
                  <a:lnTo>
                    <a:pt x="84616" y="1350"/>
                  </a:lnTo>
                  <a:lnTo>
                    <a:pt x="89604" y="883"/>
                  </a:lnTo>
                  <a:lnTo>
                    <a:pt x="94907" y="385"/>
                  </a:lnTo>
                  <a:lnTo>
                    <a:pt x="99022" y="0"/>
                  </a:lnTo>
                  <a:lnTo>
                    <a:pt x="103021" y="342"/>
                  </a:lnTo>
                  <a:lnTo>
                    <a:pt x="107633" y="737"/>
                  </a:lnTo>
                  <a:lnTo>
                    <a:pt x="114652" y="1338"/>
                  </a:lnTo>
                  <a:lnTo>
                    <a:pt x="118888" y="1496"/>
                  </a:lnTo>
                  <a:lnTo>
                    <a:pt x="124616" y="1710"/>
                  </a:lnTo>
                  <a:lnTo>
                    <a:pt x="130988" y="1948"/>
                  </a:lnTo>
                  <a:lnTo>
                    <a:pt x="136943" y="2170"/>
                  </a:lnTo>
                  <a:lnTo>
                    <a:pt x="143959" y="2431"/>
                  </a:lnTo>
                  <a:lnTo>
                    <a:pt x="149756" y="3651"/>
                  </a:lnTo>
                  <a:lnTo>
                    <a:pt x="156108" y="4987"/>
                  </a:lnTo>
                  <a:lnTo>
                    <a:pt x="164226" y="6694"/>
                  </a:lnTo>
                  <a:lnTo>
                    <a:pt x="172691" y="8475"/>
                  </a:lnTo>
                  <a:lnTo>
                    <a:pt x="181492" y="10327"/>
                  </a:lnTo>
                  <a:lnTo>
                    <a:pt x="191095" y="12347"/>
                  </a:lnTo>
                  <a:lnTo>
                    <a:pt x="198205" y="13842"/>
                  </a:lnTo>
                  <a:lnTo>
                    <a:pt x="206584" y="15605"/>
                  </a:lnTo>
                  <a:lnTo>
                    <a:pt x="214030" y="17171"/>
                  </a:lnTo>
                  <a:lnTo>
                    <a:pt x="217073" y="17811"/>
                  </a:lnTo>
                  <a:lnTo>
                    <a:pt x="221439" y="18564"/>
                  </a:lnTo>
                  <a:lnTo>
                    <a:pt x="219032" y="36330"/>
                  </a:lnTo>
                  <a:lnTo>
                    <a:pt x="214227" y="71784"/>
                  </a:lnTo>
                  <a:lnTo>
                    <a:pt x="212668" y="71523"/>
                  </a:lnTo>
                  <a:lnTo>
                    <a:pt x="209235" y="70949"/>
                  </a:lnTo>
                  <a:lnTo>
                    <a:pt x="203872" y="70052"/>
                  </a:lnTo>
                  <a:lnTo>
                    <a:pt x="197834" y="69043"/>
                  </a:lnTo>
                  <a:lnTo>
                    <a:pt x="193188" y="68266"/>
                  </a:lnTo>
                  <a:lnTo>
                    <a:pt x="187684" y="67346"/>
                  </a:lnTo>
                  <a:lnTo>
                    <a:pt x="181642" y="66335"/>
                  </a:lnTo>
                  <a:lnTo>
                    <a:pt x="178088" y="65741"/>
                  </a:lnTo>
                  <a:lnTo>
                    <a:pt x="172687" y="64757"/>
                  </a:lnTo>
                  <a:lnTo>
                    <a:pt x="167723" y="63852"/>
                  </a:lnTo>
                  <a:lnTo>
                    <a:pt x="163378" y="63060"/>
                  </a:lnTo>
                  <a:lnTo>
                    <a:pt x="158666" y="62201"/>
                  </a:lnTo>
                  <a:lnTo>
                    <a:pt x="154092" y="61367"/>
                  </a:lnTo>
                  <a:lnTo>
                    <a:pt x="149029" y="60445"/>
                  </a:lnTo>
                  <a:lnTo>
                    <a:pt x="144119" y="59550"/>
                  </a:lnTo>
                  <a:lnTo>
                    <a:pt x="139986" y="58796"/>
                  </a:lnTo>
                  <a:lnTo>
                    <a:pt x="134634" y="57821"/>
                  </a:lnTo>
                  <a:lnTo>
                    <a:pt x="130388" y="57047"/>
                  </a:lnTo>
                  <a:lnTo>
                    <a:pt x="125828" y="56216"/>
                  </a:lnTo>
                  <a:lnTo>
                    <a:pt x="120651" y="55272"/>
                  </a:lnTo>
                  <a:lnTo>
                    <a:pt x="116092" y="54441"/>
                  </a:lnTo>
                  <a:lnTo>
                    <a:pt x="109980" y="533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592528" y="4113937"/>
              <a:ext cx="66344" cy="61544"/>
            </a:xfrm>
            <a:custGeom>
              <a:avLst/>
              <a:pathLst>
                <a:path w="66344" h="61544">
                  <a:moveTo>
                    <a:pt x="10290" y="18268"/>
                  </a:moveTo>
                  <a:lnTo>
                    <a:pt x="19654" y="14434"/>
                  </a:lnTo>
                  <a:lnTo>
                    <a:pt x="29474" y="10413"/>
                  </a:lnTo>
                  <a:lnTo>
                    <a:pt x="42278" y="5171"/>
                  </a:lnTo>
                  <a:lnTo>
                    <a:pt x="54908" y="0"/>
                  </a:lnTo>
                  <a:lnTo>
                    <a:pt x="60355" y="19285"/>
                  </a:lnTo>
                  <a:lnTo>
                    <a:pt x="66344" y="40485"/>
                  </a:lnTo>
                  <a:lnTo>
                    <a:pt x="56915" y="44334"/>
                  </a:lnTo>
                  <a:lnTo>
                    <a:pt x="45883" y="48837"/>
                  </a:lnTo>
                  <a:lnTo>
                    <a:pt x="31091" y="54875"/>
                  </a:lnTo>
                  <a:lnTo>
                    <a:pt x="14752" y="61544"/>
                  </a:lnTo>
                  <a:lnTo>
                    <a:pt x="13647" y="58616"/>
                  </a:lnTo>
                  <a:lnTo>
                    <a:pt x="12099" y="54517"/>
                  </a:lnTo>
                  <a:lnTo>
                    <a:pt x="10127" y="49296"/>
                  </a:lnTo>
                  <a:lnTo>
                    <a:pt x="8384" y="44682"/>
                  </a:lnTo>
                  <a:lnTo>
                    <a:pt x="6696" y="40212"/>
                  </a:lnTo>
                  <a:lnTo>
                    <a:pt x="5000" y="35723"/>
                  </a:lnTo>
                  <a:lnTo>
                    <a:pt x="3042" y="30537"/>
                  </a:lnTo>
                  <a:lnTo>
                    <a:pt x="0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09112" y="4156194"/>
              <a:ext cx="66940" cy="62142"/>
            </a:xfrm>
            <a:custGeom>
              <a:avLst/>
              <a:pathLst>
                <a:path w="66940" h="62142">
                  <a:moveTo>
                    <a:pt x="15869" y="14470"/>
                  </a:moveTo>
                  <a:lnTo>
                    <a:pt x="27717" y="9693"/>
                  </a:lnTo>
                  <a:lnTo>
                    <a:pt x="36757" y="6047"/>
                  </a:lnTo>
                  <a:lnTo>
                    <a:pt x="51753" y="0"/>
                  </a:lnTo>
                  <a:lnTo>
                    <a:pt x="59190" y="20683"/>
                  </a:lnTo>
                  <a:lnTo>
                    <a:pt x="66261" y="40348"/>
                  </a:lnTo>
                  <a:lnTo>
                    <a:pt x="66940" y="42237"/>
                  </a:lnTo>
                  <a:lnTo>
                    <a:pt x="54950" y="46867"/>
                  </a:lnTo>
                  <a:lnTo>
                    <a:pt x="49278" y="49058"/>
                  </a:lnTo>
                  <a:lnTo>
                    <a:pt x="36196" y="54110"/>
                  </a:lnTo>
                  <a:lnTo>
                    <a:pt x="15395" y="62142"/>
                  </a:lnTo>
                  <a:lnTo>
                    <a:pt x="14587" y="59976"/>
                  </a:lnTo>
                  <a:lnTo>
                    <a:pt x="12768" y="55098"/>
                  </a:lnTo>
                  <a:lnTo>
                    <a:pt x="11473" y="51627"/>
                  </a:lnTo>
                  <a:lnTo>
                    <a:pt x="9935" y="47504"/>
                  </a:lnTo>
                  <a:lnTo>
                    <a:pt x="8359" y="43279"/>
                  </a:lnTo>
                  <a:lnTo>
                    <a:pt x="6733" y="38920"/>
                  </a:lnTo>
                  <a:lnTo>
                    <a:pt x="4853" y="33881"/>
                  </a:lnTo>
                  <a:lnTo>
                    <a:pt x="3017" y="28960"/>
                  </a:lnTo>
                  <a:lnTo>
                    <a:pt x="0" y="20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26138" y="4199963"/>
              <a:ext cx="67079" cy="62611"/>
            </a:xfrm>
            <a:custGeom>
              <a:avLst/>
              <a:pathLst>
                <a:path w="67079" h="62611">
                  <a:moveTo>
                    <a:pt x="5728" y="33845"/>
                  </a:moveTo>
                  <a:lnTo>
                    <a:pt x="3244" y="27908"/>
                  </a:lnTo>
                  <a:lnTo>
                    <a:pt x="0" y="20152"/>
                  </a:lnTo>
                  <a:lnTo>
                    <a:pt x="7404" y="17232"/>
                  </a:lnTo>
                  <a:lnTo>
                    <a:pt x="13283" y="14914"/>
                  </a:lnTo>
                  <a:lnTo>
                    <a:pt x="19967" y="12278"/>
                  </a:lnTo>
                  <a:lnTo>
                    <a:pt x="26766" y="9597"/>
                  </a:lnTo>
                  <a:lnTo>
                    <a:pt x="32476" y="7345"/>
                  </a:lnTo>
                  <a:lnTo>
                    <a:pt x="40745" y="4085"/>
                  </a:lnTo>
                  <a:lnTo>
                    <a:pt x="51104" y="0"/>
                  </a:lnTo>
                  <a:lnTo>
                    <a:pt x="52838" y="2720"/>
                  </a:lnTo>
                  <a:lnTo>
                    <a:pt x="58446" y="15537"/>
                  </a:lnTo>
                  <a:lnTo>
                    <a:pt x="61653" y="22866"/>
                  </a:lnTo>
                  <a:lnTo>
                    <a:pt x="67079" y="39066"/>
                  </a:lnTo>
                  <a:lnTo>
                    <a:pt x="64388" y="44494"/>
                  </a:lnTo>
                  <a:lnTo>
                    <a:pt x="55421" y="47946"/>
                  </a:lnTo>
                  <a:lnTo>
                    <a:pt x="42798" y="52804"/>
                  </a:lnTo>
                  <a:lnTo>
                    <a:pt x="17322" y="62611"/>
                  </a:lnTo>
                  <a:lnTo>
                    <a:pt x="16014" y="59351"/>
                  </a:lnTo>
                  <a:lnTo>
                    <a:pt x="14122" y="54633"/>
                  </a:lnTo>
                  <a:lnTo>
                    <a:pt x="11923" y="49153"/>
                  </a:lnTo>
                  <a:lnTo>
                    <a:pt x="10109" y="44631"/>
                  </a:lnTo>
                  <a:lnTo>
                    <a:pt x="7865" y="39036"/>
                  </a:lnTo>
                  <a:lnTo>
                    <a:pt x="7041" y="36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51153" y="4240040"/>
              <a:ext cx="160540" cy="218825"/>
            </a:xfrm>
            <a:custGeom>
              <a:avLst/>
              <a:pathLst>
                <a:path w="160540" h="218825">
                  <a:moveTo>
                    <a:pt x="63371" y="0"/>
                  </a:moveTo>
                  <a:lnTo>
                    <a:pt x="113024" y="49919"/>
                  </a:lnTo>
                  <a:lnTo>
                    <a:pt x="127627" y="64600"/>
                  </a:lnTo>
                  <a:lnTo>
                    <a:pt x="131993" y="93180"/>
                  </a:lnTo>
                  <a:lnTo>
                    <a:pt x="138866" y="109122"/>
                  </a:lnTo>
                  <a:lnTo>
                    <a:pt x="152081" y="109664"/>
                  </a:lnTo>
                  <a:lnTo>
                    <a:pt x="153933" y="126685"/>
                  </a:lnTo>
                  <a:lnTo>
                    <a:pt x="160540" y="128847"/>
                  </a:lnTo>
                  <a:lnTo>
                    <a:pt x="159219" y="141818"/>
                  </a:lnTo>
                  <a:lnTo>
                    <a:pt x="105855" y="138504"/>
                  </a:lnTo>
                  <a:lnTo>
                    <a:pt x="105479" y="146611"/>
                  </a:lnTo>
                  <a:lnTo>
                    <a:pt x="115925" y="147025"/>
                  </a:lnTo>
                  <a:lnTo>
                    <a:pt x="114443" y="162482"/>
                  </a:lnTo>
                  <a:lnTo>
                    <a:pt x="102656" y="162051"/>
                  </a:lnTo>
                  <a:lnTo>
                    <a:pt x="101339" y="180433"/>
                  </a:lnTo>
                  <a:lnTo>
                    <a:pt x="101339" y="194556"/>
                  </a:lnTo>
                  <a:lnTo>
                    <a:pt x="113154" y="195124"/>
                  </a:lnTo>
                  <a:lnTo>
                    <a:pt x="121127" y="218108"/>
                  </a:lnTo>
                  <a:lnTo>
                    <a:pt x="106127" y="218515"/>
                  </a:lnTo>
                  <a:lnTo>
                    <a:pt x="94722" y="218825"/>
                  </a:lnTo>
                  <a:lnTo>
                    <a:pt x="92525" y="213180"/>
                  </a:lnTo>
                  <a:lnTo>
                    <a:pt x="88996" y="204109"/>
                  </a:lnTo>
                  <a:lnTo>
                    <a:pt x="85181" y="194305"/>
                  </a:lnTo>
                  <a:lnTo>
                    <a:pt x="82551" y="186404"/>
                  </a:lnTo>
                  <a:lnTo>
                    <a:pt x="80819" y="181200"/>
                  </a:lnTo>
                  <a:lnTo>
                    <a:pt x="80156" y="177393"/>
                  </a:lnTo>
                  <a:lnTo>
                    <a:pt x="78625" y="168601"/>
                  </a:lnTo>
                  <a:lnTo>
                    <a:pt x="78044" y="165258"/>
                  </a:lnTo>
                  <a:lnTo>
                    <a:pt x="77961" y="159645"/>
                  </a:lnTo>
                  <a:lnTo>
                    <a:pt x="77830" y="150656"/>
                  </a:lnTo>
                  <a:lnTo>
                    <a:pt x="77698" y="141652"/>
                  </a:lnTo>
                  <a:lnTo>
                    <a:pt x="77592" y="134432"/>
                  </a:lnTo>
                  <a:lnTo>
                    <a:pt x="77515" y="129186"/>
                  </a:lnTo>
                  <a:lnTo>
                    <a:pt x="77486" y="124327"/>
                  </a:lnTo>
                  <a:lnTo>
                    <a:pt x="77455" y="119104"/>
                  </a:lnTo>
                  <a:lnTo>
                    <a:pt x="77426" y="114240"/>
                  </a:lnTo>
                  <a:lnTo>
                    <a:pt x="77395" y="109014"/>
                  </a:lnTo>
                  <a:lnTo>
                    <a:pt x="77383" y="107029"/>
                  </a:lnTo>
                  <a:lnTo>
                    <a:pt x="76643" y="104318"/>
                  </a:lnTo>
                  <a:lnTo>
                    <a:pt x="75797" y="101219"/>
                  </a:lnTo>
                  <a:lnTo>
                    <a:pt x="73814" y="96356"/>
                  </a:lnTo>
                  <a:lnTo>
                    <a:pt x="73108" y="94911"/>
                  </a:lnTo>
                  <a:lnTo>
                    <a:pt x="71171" y="90952"/>
                  </a:lnTo>
                  <a:lnTo>
                    <a:pt x="70573" y="83850"/>
                  </a:lnTo>
                  <a:lnTo>
                    <a:pt x="70246" y="80413"/>
                  </a:lnTo>
                  <a:lnTo>
                    <a:pt x="65099" y="76500"/>
                  </a:lnTo>
                  <a:lnTo>
                    <a:pt x="58596" y="71557"/>
                  </a:lnTo>
                  <a:lnTo>
                    <a:pt x="52998" y="67301"/>
                  </a:lnTo>
                  <a:lnTo>
                    <a:pt x="44880" y="61130"/>
                  </a:lnTo>
                  <a:lnTo>
                    <a:pt x="38790" y="56500"/>
                  </a:lnTo>
                  <a:lnTo>
                    <a:pt x="35977" y="54545"/>
                  </a:lnTo>
                  <a:lnTo>
                    <a:pt x="29355" y="49940"/>
                  </a:lnTo>
                  <a:lnTo>
                    <a:pt x="23610" y="45946"/>
                  </a:lnTo>
                  <a:lnTo>
                    <a:pt x="16365" y="40908"/>
                  </a:lnTo>
                  <a:lnTo>
                    <a:pt x="10097" y="36803"/>
                  </a:lnTo>
                  <a:lnTo>
                    <a:pt x="3568" y="32527"/>
                  </a:lnTo>
                  <a:lnTo>
                    <a:pt x="1189" y="29960"/>
                  </a:lnTo>
                  <a:lnTo>
                    <a:pt x="528" y="28204"/>
                  </a:lnTo>
                  <a:lnTo>
                    <a:pt x="264" y="25637"/>
                  </a:lnTo>
                  <a:lnTo>
                    <a:pt x="0" y="24286"/>
                  </a:lnTo>
                  <a:lnTo>
                    <a:pt x="29961" y="11816"/>
                  </a:lnTo>
                  <a:lnTo>
                    <a:pt x="37006" y="8884"/>
                  </a:lnTo>
                  <a:lnTo>
                    <a:pt x="46687" y="49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85952" y="4347253"/>
              <a:ext cx="41182" cy="94102"/>
            </a:xfrm>
            <a:custGeom>
              <a:avLst/>
              <a:pathLst>
                <a:path w="41182" h="94102">
                  <a:moveTo>
                    <a:pt x="13892" y="31607"/>
                  </a:moveTo>
                  <a:lnTo>
                    <a:pt x="16335" y="0"/>
                  </a:lnTo>
                  <a:lnTo>
                    <a:pt x="25699" y="376"/>
                  </a:lnTo>
                  <a:lnTo>
                    <a:pt x="33120" y="675"/>
                  </a:lnTo>
                  <a:lnTo>
                    <a:pt x="33478" y="5676"/>
                  </a:lnTo>
                  <a:lnTo>
                    <a:pt x="34134" y="14834"/>
                  </a:lnTo>
                  <a:lnTo>
                    <a:pt x="34706" y="22832"/>
                  </a:lnTo>
                  <a:lnTo>
                    <a:pt x="34857" y="34853"/>
                  </a:lnTo>
                  <a:lnTo>
                    <a:pt x="34971" y="43908"/>
                  </a:lnTo>
                  <a:lnTo>
                    <a:pt x="35026" y="51507"/>
                  </a:lnTo>
                  <a:lnTo>
                    <a:pt x="35075" y="58263"/>
                  </a:lnTo>
                  <a:lnTo>
                    <a:pt x="35103" y="62147"/>
                  </a:lnTo>
                  <a:lnTo>
                    <a:pt x="35356" y="66190"/>
                  </a:lnTo>
                  <a:lnTo>
                    <a:pt x="35543" y="69172"/>
                  </a:lnTo>
                  <a:lnTo>
                    <a:pt x="37669" y="76334"/>
                  </a:lnTo>
                  <a:lnTo>
                    <a:pt x="41182" y="88177"/>
                  </a:lnTo>
                  <a:lnTo>
                    <a:pt x="39620" y="88713"/>
                  </a:lnTo>
                  <a:lnTo>
                    <a:pt x="32855" y="91038"/>
                  </a:lnTo>
                  <a:lnTo>
                    <a:pt x="23935" y="94102"/>
                  </a:lnTo>
                  <a:lnTo>
                    <a:pt x="17606" y="83241"/>
                  </a:lnTo>
                  <a:lnTo>
                    <a:pt x="11976" y="73579"/>
                  </a:lnTo>
                  <a:lnTo>
                    <a:pt x="5761" y="58516"/>
                  </a:lnTo>
                  <a:lnTo>
                    <a:pt x="2985" y="45912"/>
                  </a:lnTo>
                  <a:lnTo>
                    <a:pt x="0" y="3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60861" y="4179546"/>
              <a:ext cx="56963" cy="55642"/>
            </a:xfrm>
            <a:custGeom>
              <a:avLst/>
              <a:pathLst>
                <a:path w="56963" h="55642">
                  <a:moveTo>
                    <a:pt x="9312" y="12469"/>
                  </a:moveTo>
                  <a:lnTo>
                    <a:pt x="15617" y="9948"/>
                  </a:lnTo>
                  <a:lnTo>
                    <a:pt x="20939" y="7821"/>
                  </a:lnTo>
                  <a:lnTo>
                    <a:pt x="29446" y="4420"/>
                  </a:lnTo>
                  <a:lnTo>
                    <a:pt x="40502" y="0"/>
                  </a:lnTo>
                  <a:lnTo>
                    <a:pt x="41911" y="3571"/>
                  </a:lnTo>
                  <a:lnTo>
                    <a:pt x="43784" y="8319"/>
                  </a:lnTo>
                  <a:lnTo>
                    <a:pt x="45492" y="12647"/>
                  </a:lnTo>
                  <a:lnTo>
                    <a:pt x="47189" y="16950"/>
                  </a:lnTo>
                  <a:lnTo>
                    <a:pt x="48621" y="20581"/>
                  </a:lnTo>
                  <a:lnTo>
                    <a:pt x="52468" y="30331"/>
                  </a:lnTo>
                  <a:lnTo>
                    <a:pt x="56963" y="41727"/>
                  </a:lnTo>
                  <a:lnTo>
                    <a:pt x="50909" y="43963"/>
                  </a:lnTo>
                  <a:lnTo>
                    <a:pt x="43050" y="46867"/>
                  </a:lnTo>
                  <a:lnTo>
                    <a:pt x="32791" y="50657"/>
                  </a:lnTo>
                  <a:lnTo>
                    <a:pt x="19296" y="55642"/>
                  </a:lnTo>
                  <a:lnTo>
                    <a:pt x="12920" y="42420"/>
                  </a:lnTo>
                  <a:lnTo>
                    <a:pt x="8872" y="34204"/>
                  </a:lnTo>
                  <a:lnTo>
                    <a:pt x="0" y="16192"/>
                  </a:lnTo>
                  <a:lnTo>
                    <a:pt x="2260" y="15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29934" y="4139176"/>
              <a:ext cx="69960" cy="55518"/>
            </a:xfrm>
            <a:custGeom>
              <a:avLst/>
              <a:pathLst>
                <a:path w="69960" h="55518">
                  <a:moveTo>
                    <a:pt x="6696" y="39089"/>
                  </a:moveTo>
                  <a:lnTo>
                    <a:pt x="0" y="18373"/>
                  </a:lnTo>
                  <a:lnTo>
                    <a:pt x="13921" y="7205"/>
                  </a:lnTo>
                  <a:lnTo>
                    <a:pt x="23966" y="3422"/>
                  </a:lnTo>
                  <a:lnTo>
                    <a:pt x="26950" y="9509"/>
                  </a:lnTo>
                  <a:lnTo>
                    <a:pt x="41635" y="4679"/>
                  </a:lnTo>
                  <a:lnTo>
                    <a:pt x="46968" y="2925"/>
                  </a:lnTo>
                  <a:lnTo>
                    <a:pt x="55862" y="0"/>
                  </a:lnTo>
                  <a:lnTo>
                    <a:pt x="58287" y="6413"/>
                  </a:lnTo>
                  <a:lnTo>
                    <a:pt x="59940" y="10785"/>
                  </a:lnTo>
                  <a:lnTo>
                    <a:pt x="61514" y="14949"/>
                  </a:lnTo>
                  <a:lnTo>
                    <a:pt x="63668" y="20648"/>
                  </a:lnTo>
                  <a:lnTo>
                    <a:pt x="65157" y="24584"/>
                  </a:lnTo>
                  <a:lnTo>
                    <a:pt x="66468" y="28053"/>
                  </a:lnTo>
                  <a:lnTo>
                    <a:pt x="67899" y="31837"/>
                  </a:lnTo>
                  <a:lnTo>
                    <a:pt x="69960" y="37288"/>
                  </a:lnTo>
                  <a:lnTo>
                    <a:pt x="61179" y="40666"/>
                  </a:lnTo>
                  <a:lnTo>
                    <a:pt x="50320" y="44843"/>
                  </a:lnTo>
                  <a:lnTo>
                    <a:pt x="41826" y="48110"/>
                  </a:lnTo>
                  <a:lnTo>
                    <a:pt x="32199" y="51813"/>
                  </a:lnTo>
                  <a:lnTo>
                    <a:pt x="22569" y="55518"/>
                  </a:lnTo>
                  <a:lnTo>
                    <a:pt x="12818" y="37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302437" y="4180750"/>
              <a:ext cx="58260" cy="62557"/>
            </a:xfrm>
            <a:custGeom>
              <a:avLst/>
              <a:pathLst>
                <a:path w="58260" h="62557">
                  <a:moveTo>
                    <a:pt x="14764" y="1289"/>
                  </a:moveTo>
                  <a:lnTo>
                    <a:pt x="18176" y="3537"/>
                  </a:lnTo>
                  <a:lnTo>
                    <a:pt x="18571" y="3797"/>
                  </a:lnTo>
                  <a:lnTo>
                    <a:pt x="20990" y="5390"/>
                  </a:lnTo>
                  <a:lnTo>
                    <a:pt x="27486" y="9670"/>
                  </a:lnTo>
                  <a:lnTo>
                    <a:pt x="38335" y="16818"/>
                  </a:lnTo>
                  <a:lnTo>
                    <a:pt x="47538" y="22881"/>
                  </a:lnTo>
                  <a:lnTo>
                    <a:pt x="58260" y="29945"/>
                  </a:lnTo>
                  <a:lnTo>
                    <a:pt x="57210" y="31213"/>
                  </a:lnTo>
                  <a:lnTo>
                    <a:pt x="46197" y="44510"/>
                  </a:lnTo>
                  <a:lnTo>
                    <a:pt x="40556" y="54567"/>
                  </a:lnTo>
                  <a:lnTo>
                    <a:pt x="29121" y="62557"/>
                  </a:lnTo>
                  <a:lnTo>
                    <a:pt x="23445" y="56254"/>
                  </a:lnTo>
                  <a:lnTo>
                    <a:pt x="15418" y="47339"/>
                  </a:lnTo>
                  <a:lnTo>
                    <a:pt x="12174" y="43737"/>
                  </a:lnTo>
                  <a:lnTo>
                    <a:pt x="6817" y="32835"/>
                  </a:lnTo>
                  <a:lnTo>
                    <a:pt x="0" y="18958"/>
                  </a:lnTo>
                  <a:lnTo>
                    <a:pt x="6957" y="8660"/>
                  </a:lnTo>
                  <a:lnTo>
                    <a:pt x="12808" y="0"/>
                  </a:lnTo>
                  <a:lnTo>
                    <a:pt x="13466" y="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58467" y="4101648"/>
              <a:ext cx="87560" cy="96624"/>
            </a:xfrm>
            <a:custGeom>
              <a:avLst/>
              <a:pathLst>
                <a:path w="87560" h="96624">
                  <a:moveTo>
                    <a:pt x="38371" y="96624"/>
                  </a:moveTo>
                  <a:lnTo>
                    <a:pt x="30485" y="88939"/>
                  </a:lnTo>
                  <a:lnTo>
                    <a:pt x="18428" y="77190"/>
                  </a:lnTo>
                  <a:lnTo>
                    <a:pt x="9571" y="68559"/>
                  </a:lnTo>
                  <a:lnTo>
                    <a:pt x="4626" y="63095"/>
                  </a:lnTo>
                  <a:lnTo>
                    <a:pt x="0" y="57981"/>
                  </a:lnTo>
                  <a:lnTo>
                    <a:pt x="9621" y="47855"/>
                  </a:lnTo>
                  <a:lnTo>
                    <a:pt x="19183" y="37792"/>
                  </a:lnTo>
                  <a:lnTo>
                    <a:pt x="28625" y="27855"/>
                  </a:lnTo>
                  <a:lnTo>
                    <a:pt x="38180" y="17799"/>
                  </a:lnTo>
                  <a:lnTo>
                    <a:pt x="47103" y="8408"/>
                  </a:lnTo>
                  <a:lnTo>
                    <a:pt x="48496" y="7132"/>
                  </a:lnTo>
                  <a:lnTo>
                    <a:pt x="56280" y="0"/>
                  </a:lnTo>
                  <a:lnTo>
                    <a:pt x="61045" y="5178"/>
                  </a:lnTo>
                  <a:lnTo>
                    <a:pt x="66184" y="10765"/>
                  </a:lnTo>
                  <a:lnTo>
                    <a:pt x="71860" y="16934"/>
                  </a:lnTo>
                  <a:lnTo>
                    <a:pt x="79985" y="25767"/>
                  </a:lnTo>
                  <a:lnTo>
                    <a:pt x="87560" y="34000"/>
                  </a:lnTo>
                  <a:lnTo>
                    <a:pt x="86670" y="35109"/>
                  </a:lnTo>
                  <a:lnTo>
                    <a:pt x="78682" y="45057"/>
                  </a:lnTo>
                  <a:lnTo>
                    <a:pt x="64375" y="62876"/>
                  </a:lnTo>
                  <a:lnTo>
                    <a:pt x="60123" y="68171"/>
                  </a:lnTo>
                  <a:lnTo>
                    <a:pt x="47197" y="86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226082" y="4090316"/>
              <a:ext cx="68096" cy="74995"/>
            </a:xfrm>
            <a:custGeom>
              <a:avLst/>
              <a:pathLst>
                <a:path w="68096" h="74995">
                  <a:moveTo>
                    <a:pt x="1917" y="59961"/>
                  </a:moveTo>
                  <a:lnTo>
                    <a:pt x="19349" y="35883"/>
                  </a:lnTo>
                  <a:lnTo>
                    <a:pt x="12790" y="25857"/>
                  </a:lnTo>
                  <a:lnTo>
                    <a:pt x="12150" y="24878"/>
                  </a:lnTo>
                  <a:lnTo>
                    <a:pt x="15159" y="20727"/>
                  </a:lnTo>
                  <a:lnTo>
                    <a:pt x="22356" y="10796"/>
                  </a:lnTo>
                  <a:lnTo>
                    <a:pt x="34605" y="2875"/>
                  </a:lnTo>
                  <a:lnTo>
                    <a:pt x="38861" y="2314"/>
                  </a:lnTo>
                  <a:lnTo>
                    <a:pt x="48272" y="1073"/>
                  </a:lnTo>
                  <a:lnTo>
                    <a:pt x="56415" y="0"/>
                  </a:lnTo>
                  <a:lnTo>
                    <a:pt x="58916" y="1733"/>
                  </a:lnTo>
                  <a:lnTo>
                    <a:pt x="66552" y="7022"/>
                  </a:lnTo>
                  <a:lnTo>
                    <a:pt x="68096" y="8092"/>
                  </a:lnTo>
                  <a:lnTo>
                    <a:pt x="61027" y="17770"/>
                  </a:lnTo>
                  <a:lnTo>
                    <a:pt x="53357" y="28272"/>
                  </a:lnTo>
                  <a:lnTo>
                    <a:pt x="46451" y="37728"/>
                  </a:lnTo>
                  <a:lnTo>
                    <a:pt x="39277" y="47550"/>
                  </a:lnTo>
                  <a:lnTo>
                    <a:pt x="38018" y="49275"/>
                  </a:lnTo>
                  <a:lnTo>
                    <a:pt x="28330" y="62540"/>
                  </a:lnTo>
                  <a:lnTo>
                    <a:pt x="19233" y="74995"/>
                  </a:lnTo>
                  <a:lnTo>
                    <a:pt x="15376" y="74335"/>
                  </a:lnTo>
                  <a:lnTo>
                    <a:pt x="7417" y="68266"/>
                  </a:lnTo>
                  <a:lnTo>
                    <a:pt x="970" y="63350"/>
                  </a:lnTo>
                  <a:lnTo>
                    <a:pt x="0" y="626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46936" y="3871732"/>
              <a:ext cx="140573" cy="73793"/>
            </a:xfrm>
            <a:custGeom>
              <a:avLst/>
              <a:pathLst>
                <a:path w="140573" h="73793">
                  <a:moveTo>
                    <a:pt x="83551" y="7083"/>
                  </a:moveTo>
                  <a:lnTo>
                    <a:pt x="98051" y="0"/>
                  </a:lnTo>
                  <a:lnTo>
                    <a:pt x="100366" y="1522"/>
                  </a:lnTo>
                  <a:lnTo>
                    <a:pt x="116306" y="9823"/>
                  </a:lnTo>
                  <a:lnTo>
                    <a:pt x="127408" y="12885"/>
                  </a:lnTo>
                  <a:lnTo>
                    <a:pt x="128829" y="23782"/>
                  </a:lnTo>
                  <a:lnTo>
                    <a:pt x="129875" y="31799"/>
                  </a:lnTo>
                  <a:lnTo>
                    <a:pt x="132877" y="40377"/>
                  </a:lnTo>
                  <a:lnTo>
                    <a:pt x="136954" y="52023"/>
                  </a:lnTo>
                  <a:lnTo>
                    <a:pt x="140573" y="62360"/>
                  </a:lnTo>
                  <a:lnTo>
                    <a:pt x="139557" y="73793"/>
                  </a:lnTo>
                  <a:lnTo>
                    <a:pt x="130111" y="73563"/>
                  </a:lnTo>
                  <a:lnTo>
                    <a:pt x="121103" y="73343"/>
                  </a:lnTo>
                  <a:lnTo>
                    <a:pt x="111064" y="73099"/>
                  </a:lnTo>
                  <a:lnTo>
                    <a:pt x="102611" y="72893"/>
                  </a:lnTo>
                  <a:lnTo>
                    <a:pt x="97488" y="72768"/>
                  </a:lnTo>
                  <a:lnTo>
                    <a:pt x="94922" y="72039"/>
                  </a:lnTo>
                  <a:lnTo>
                    <a:pt x="85898" y="69473"/>
                  </a:lnTo>
                  <a:lnTo>
                    <a:pt x="71083" y="65260"/>
                  </a:lnTo>
                  <a:lnTo>
                    <a:pt x="57936" y="65102"/>
                  </a:lnTo>
                  <a:lnTo>
                    <a:pt x="45240" y="64949"/>
                  </a:lnTo>
                  <a:lnTo>
                    <a:pt x="33347" y="64806"/>
                  </a:lnTo>
                  <a:lnTo>
                    <a:pt x="15627" y="64592"/>
                  </a:lnTo>
                  <a:lnTo>
                    <a:pt x="0" y="64404"/>
                  </a:lnTo>
                  <a:lnTo>
                    <a:pt x="1180" y="50999"/>
                  </a:lnTo>
                  <a:lnTo>
                    <a:pt x="1585" y="46390"/>
                  </a:lnTo>
                  <a:lnTo>
                    <a:pt x="3640" y="34011"/>
                  </a:lnTo>
                  <a:lnTo>
                    <a:pt x="4934" y="26215"/>
                  </a:lnTo>
                  <a:lnTo>
                    <a:pt x="7119" y="21612"/>
                  </a:lnTo>
                  <a:lnTo>
                    <a:pt x="8456" y="18798"/>
                  </a:lnTo>
                  <a:lnTo>
                    <a:pt x="62684" y="18098"/>
                  </a:lnTo>
                  <a:lnTo>
                    <a:pt x="75775" y="179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4011385" y="3803902"/>
              <a:ext cx="66894" cy="105449"/>
            </a:xfrm>
            <a:custGeom>
              <a:avLst/>
              <a:pathLst>
                <a:path w="66894" h="105449">
                  <a:moveTo>
                    <a:pt x="18978" y="76333"/>
                  </a:moveTo>
                  <a:lnTo>
                    <a:pt x="13418" y="67085"/>
                  </a:lnTo>
                  <a:lnTo>
                    <a:pt x="12450" y="65475"/>
                  </a:lnTo>
                  <a:lnTo>
                    <a:pt x="9381" y="60372"/>
                  </a:lnTo>
                  <a:lnTo>
                    <a:pt x="5124" y="51216"/>
                  </a:lnTo>
                  <a:lnTo>
                    <a:pt x="0" y="40193"/>
                  </a:lnTo>
                  <a:lnTo>
                    <a:pt x="3999" y="36904"/>
                  </a:lnTo>
                  <a:lnTo>
                    <a:pt x="11323" y="30882"/>
                  </a:lnTo>
                  <a:lnTo>
                    <a:pt x="19241" y="25452"/>
                  </a:lnTo>
                  <a:lnTo>
                    <a:pt x="26698" y="20339"/>
                  </a:lnTo>
                  <a:lnTo>
                    <a:pt x="35224" y="14492"/>
                  </a:lnTo>
                  <a:lnTo>
                    <a:pt x="45827" y="7221"/>
                  </a:lnTo>
                  <a:lnTo>
                    <a:pt x="52930" y="2350"/>
                  </a:lnTo>
                  <a:lnTo>
                    <a:pt x="56123" y="160"/>
                  </a:lnTo>
                  <a:lnTo>
                    <a:pt x="60780" y="91"/>
                  </a:lnTo>
                  <a:lnTo>
                    <a:pt x="66894" y="0"/>
                  </a:lnTo>
                  <a:lnTo>
                    <a:pt x="66831" y="7270"/>
                  </a:lnTo>
                  <a:lnTo>
                    <a:pt x="66766" y="14859"/>
                  </a:lnTo>
                  <a:lnTo>
                    <a:pt x="66701" y="22416"/>
                  </a:lnTo>
                  <a:lnTo>
                    <a:pt x="42222" y="31168"/>
                  </a:lnTo>
                  <a:lnTo>
                    <a:pt x="51535" y="43217"/>
                  </a:lnTo>
                  <a:lnTo>
                    <a:pt x="56477" y="49610"/>
                  </a:lnTo>
                  <a:lnTo>
                    <a:pt x="52625" y="62185"/>
                  </a:lnTo>
                  <a:lnTo>
                    <a:pt x="49625" y="71977"/>
                  </a:lnTo>
                  <a:lnTo>
                    <a:pt x="48475" y="79067"/>
                  </a:lnTo>
                  <a:lnTo>
                    <a:pt x="44923" y="100945"/>
                  </a:lnTo>
                  <a:lnTo>
                    <a:pt x="39757" y="103008"/>
                  </a:lnTo>
                  <a:lnTo>
                    <a:pt x="33645" y="105449"/>
                  </a:lnTo>
                  <a:lnTo>
                    <a:pt x="30492" y="98637"/>
                  </a:lnTo>
                  <a:lnTo>
                    <a:pt x="27319" y="91782"/>
                  </a:lnTo>
                  <a:lnTo>
                    <a:pt x="24143" y="84923"/>
                  </a:lnTo>
                  <a:lnTo>
                    <a:pt x="22430" y="820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18936" y="4054088"/>
              <a:ext cx="26562" cy="26225"/>
            </a:xfrm>
            <a:custGeom>
              <a:avLst/>
              <a:pathLst>
                <a:path w="26562" h="26225">
                  <a:moveTo>
                    <a:pt x="10454" y="3468"/>
                  </a:moveTo>
                  <a:lnTo>
                    <a:pt x="20073" y="0"/>
                  </a:lnTo>
                  <a:lnTo>
                    <a:pt x="23053" y="8321"/>
                  </a:lnTo>
                  <a:lnTo>
                    <a:pt x="26562" y="18120"/>
                  </a:lnTo>
                  <a:lnTo>
                    <a:pt x="17898" y="21662"/>
                  </a:lnTo>
                  <a:lnTo>
                    <a:pt x="6737" y="26225"/>
                  </a:lnTo>
                  <a:lnTo>
                    <a:pt x="3585" y="17341"/>
                  </a:lnTo>
                  <a:lnTo>
                    <a:pt x="0" y="7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73812" y="4038815"/>
              <a:ext cx="60307" cy="54628"/>
            </a:xfrm>
            <a:custGeom>
              <a:avLst/>
              <a:pathLst>
                <a:path w="60307" h="54628">
                  <a:moveTo>
                    <a:pt x="8516" y="16229"/>
                  </a:moveTo>
                  <a:lnTo>
                    <a:pt x="15618" y="0"/>
                  </a:lnTo>
                  <a:lnTo>
                    <a:pt x="33882" y="6355"/>
                  </a:lnTo>
                  <a:lnTo>
                    <a:pt x="60307" y="15551"/>
                  </a:lnTo>
                  <a:lnTo>
                    <a:pt x="53502" y="34170"/>
                  </a:lnTo>
                  <a:lnTo>
                    <a:pt x="46025" y="54628"/>
                  </a:lnTo>
                  <a:lnTo>
                    <a:pt x="21599" y="44579"/>
                  </a:lnTo>
                  <a:lnTo>
                    <a:pt x="0" y="35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29031" y="4055312"/>
              <a:ext cx="58812" cy="34895"/>
            </a:xfrm>
            <a:custGeom>
              <a:avLst/>
              <a:pathLst>
                <a:path w="58812" h="34895">
                  <a:moveTo>
                    <a:pt x="5865" y="15815"/>
                  </a:moveTo>
                  <a:lnTo>
                    <a:pt x="11232" y="0"/>
                  </a:lnTo>
                  <a:lnTo>
                    <a:pt x="19013" y="2209"/>
                  </a:lnTo>
                  <a:lnTo>
                    <a:pt x="27386" y="4587"/>
                  </a:lnTo>
                  <a:lnTo>
                    <a:pt x="36156" y="7077"/>
                  </a:lnTo>
                  <a:lnTo>
                    <a:pt x="47233" y="10223"/>
                  </a:lnTo>
                  <a:lnTo>
                    <a:pt x="58812" y="13510"/>
                  </a:lnTo>
                  <a:lnTo>
                    <a:pt x="57305" y="18041"/>
                  </a:lnTo>
                  <a:lnTo>
                    <a:pt x="26955" y="28016"/>
                  </a:lnTo>
                  <a:lnTo>
                    <a:pt x="6022" y="34895"/>
                  </a:lnTo>
                  <a:lnTo>
                    <a:pt x="0" y="331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43050" y="4058702"/>
              <a:ext cx="64616" cy="78777"/>
            </a:xfrm>
            <a:custGeom>
              <a:avLst/>
              <a:pathLst>
                <a:path w="64616" h="78777">
                  <a:moveTo>
                    <a:pt x="23512" y="8919"/>
                  </a:moveTo>
                  <a:lnTo>
                    <a:pt x="44496" y="0"/>
                  </a:lnTo>
                  <a:lnTo>
                    <a:pt x="54645" y="31163"/>
                  </a:lnTo>
                  <a:lnTo>
                    <a:pt x="64616" y="61781"/>
                  </a:lnTo>
                  <a:lnTo>
                    <a:pt x="59340" y="63721"/>
                  </a:lnTo>
                  <a:lnTo>
                    <a:pt x="40589" y="70617"/>
                  </a:lnTo>
                  <a:lnTo>
                    <a:pt x="18398" y="78777"/>
                  </a:lnTo>
                  <a:lnTo>
                    <a:pt x="8876" y="47797"/>
                  </a:lnTo>
                  <a:lnTo>
                    <a:pt x="0" y="18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58838" y="4003827"/>
              <a:ext cx="56106" cy="59826"/>
            </a:xfrm>
            <a:custGeom>
              <a:avLst/>
              <a:pathLst>
                <a:path w="56106" h="59826">
                  <a:moveTo>
                    <a:pt x="0" y="59826"/>
                  </a:moveTo>
                  <a:lnTo>
                    <a:pt x="399" y="41133"/>
                  </a:lnTo>
                  <a:lnTo>
                    <a:pt x="431" y="39648"/>
                  </a:lnTo>
                  <a:lnTo>
                    <a:pt x="1412" y="36324"/>
                  </a:lnTo>
                  <a:lnTo>
                    <a:pt x="4857" y="24650"/>
                  </a:lnTo>
                  <a:lnTo>
                    <a:pt x="11328" y="2723"/>
                  </a:lnTo>
                  <a:lnTo>
                    <a:pt x="12132" y="0"/>
                  </a:lnTo>
                  <a:lnTo>
                    <a:pt x="14353" y="679"/>
                  </a:lnTo>
                  <a:lnTo>
                    <a:pt x="34138" y="6732"/>
                  </a:lnTo>
                  <a:lnTo>
                    <a:pt x="52507" y="12353"/>
                  </a:lnTo>
                  <a:lnTo>
                    <a:pt x="56106" y="13455"/>
                  </a:lnTo>
                  <a:lnTo>
                    <a:pt x="54978" y="17071"/>
                  </a:lnTo>
                  <a:lnTo>
                    <a:pt x="52699" y="24381"/>
                  </a:lnTo>
                  <a:lnTo>
                    <a:pt x="48227" y="38721"/>
                  </a:lnTo>
                  <a:lnTo>
                    <a:pt x="31456" y="46061"/>
                  </a:lnTo>
                  <a:lnTo>
                    <a:pt x="28018" y="47565"/>
                  </a:lnTo>
                  <a:lnTo>
                    <a:pt x="24753" y="48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37804" y="3824134"/>
              <a:ext cx="86605" cy="72054"/>
            </a:xfrm>
            <a:custGeom>
              <a:avLst/>
              <a:pathLst>
                <a:path w="86605" h="72054">
                  <a:moveTo>
                    <a:pt x="5046" y="26878"/>
                  </a:moveTo>
                  <a:lnTo>
                    <a:pt x="9884" y="13266"/>
                  </a:lnTo>
                  <a:lnTo>
                    <a:pt x="33739" y="0"/>
                  </a:lnTo>
                  <a:lnTo>
                    <a:pt x="49422" y="1080"/>
                  </a:lnTo>
                  <a:lnTo>
                    <a:pt x="54078" y="3460"/>
                  </a:lnTo>
                  <a:lnTo>
                    <a:pt x="66692" y="9907"/>
                  </a:lnTo>
                  <a:lnTo>
                    <a:pt x="86605" y="19815"/>
                  </a:lnTo>
                  <a:lnTo>
                    <a:pt x="85530" y="25828"/>
                  </a:lnTo>
                  <a:lnTo>
                    <a:pt x="84368" y="32327"/>
                  </a:lnTo>
                  <a:lnTo>
                    <a:pt x="83195" y="38889"/>
                  </a:lnTo>
                  <a:lnTo>
                    <a:pt x="81722" y="47130"/>
                  </a:lnTo>
                  <a:lnTo>
                    <a:pt x="80157" y="55880"/>
                  </a:lnTo>
                  <a:lnTo>
                    <a:pt x="78839" y="63252"/>
                  </a:lnTo>
                  <a:lnTo>
                    <a:pt x="77265" y="72054"/>
                  </a:lnTo>
                  <a:lnTo>
                    <a:pt x="67191" y="70199"/>
                  </a:lnTo>
                  <a:lnTo>
                    <a:pt x="57946" y="68496"/>
                  </a:lnTo>
                  <a:lnTo>
                    <a:pt x="50976" y="67212"/>
                  </a:lnTo>
                  <a:lnTo>
                    <a:pt x="47108" y="66560"/>
                  </a:lnTo>
                  <a:lnTo>
                    <a:pt x="32729" y="64138"/>
                  </a:lnTo>
                  <a:lnTo>
                    <a:pt x="16122" y="61341"/>
                  </a:lnTo>
                  <a:lnTo>
                    <a:pt x="0" y="58625"/>
                  </a:lnTo>
                  <a:lnTo>
                    <a:pt x="571" y="39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53809" y="3781725"/>
              <a:ext cx="24292" cy="12493"/>
            </a:xfrm>
            <a:custGeom>
              <a:avLst/>
              <a:pathLst>
                <a:path w="24292" h="12493">
                  <a:moveTo>
                    <a:pt x="815" y="7950"/>
                  </a:moveTo>
                  <a:lnTo>
                    <a:pt x="1476" y="5020"/>
                  </a:lnTo>
                  <a:lnTo>
                    <a:pt x="2128" y="2136"/>
                  </a:lnTo>
                  <a:lnTo>
                    <a:pt x="2611" y="0"/>
                  </a:lnTo>
                  <a:lnTo>
                    <a:pt x="8965" y="628"/>
                  </a:lnTo>
                  <a:lnTo>
                    <a:pt x="13016" y="1029"/>
                  </a:lnTo>
                  <a:lnTo>
                    <a:pt x="17955" y="1518"/>
                  </a:lnTo>
                  <a:lnTo>
                    <a:pt x="24292" y="2145"/>
                  </a:lnTo>
                  <a:lnTo>
                    <a:pt x="23573" y="4560"/>
                  </a:lnTo>
                  <a:lnTo>
                    <a:pt x="22641" y="7688"/>
                  </a:lnTo>
                  <a:lnTo>
                    <a:pt x="22036" y="9721"/>
                  </a:lnTo>
                  <a:lnTo>
                    <a:pt x="21210" y="12493"/>
                  </a:lnTo>
                  <a:lnTo>
                    <a:pt x="15613" y="12246"/>
                  </a:lnTo>
                  <a:lnTo>
                    <a:pt x="7753" y="11898"/>
                  </a:lnTo>
                  <a:lnTo>
                    <a:pt x="3337" y="11703"/>
                  </a:lnTo>
                  <a:lnTo>
                    <a:pt x="0" y="11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92648" y="3757254"/>
              <a:ext cx="45038" cy="85545"/>
            </a:xfrm>
            <a:custGeom>
              <a:avLst/>
              <a:pathLst>
                <a:path w="45038" h="85545">
                  <a:moveTo>
                    <a:pt x="14" y="51629"/>
                  </a:moveTo>
                  <a:lnTo>
                    <a:pt x="33" y="42622"/>
                  </a:lnTo>
                  <a:lnTo>
                    <a:pt x="52" y="33613"/>
                  </a:lnTo>
                  <a:lnTo>
                    <a:pt x="71" y="24246"/>
                  </a:lnTo>
                  <a:lnTo>
                    <a:pt x="88" y="15963"/>
                  </a:lnTo>
                  <a:lnTo>
                    <a:pt x="102" y="9547"/>
                  </a:lnTo>
                  <a:lnTo>
                    <a:pt x="6622" y="0"/>
                  </a:lnTo>
                  <a:lnTo>
                    <a:pt x="17591" y="5408"/>
                  </a:lnTo>
                  <a:lnTo>
                    <a:pt x="21601" y="7385"/>
                  </a:lnTo>
                  <a:lnTo>
                    <a:pt x="20720" y="23237"/>
                  </a:lnTo>
                  <a:lnTo>
                    <a:pt x="23363" y="26480"/>
                  </a:lnTo>
                  <a:lnTo>
                    <a:pt x="38838" y="30081"/>
                  </a:lnTo>
                  <a:lnTo>
                    <a:pt x="45038" y="31524"/>
                  </a:lnTo>
                  <a:lnTo>
                    <a:pt x="42885" y="38577"/>
                  </a:lnTo>
                  <a:lnTo>
                    <a:pt x="35353" y="63260"/>
                  </a:lnTo>
                  <a:lnTo>
                    <a:pt x="33933" y="67910"/>
                  </a:lnTo>
                  <a:lnTo>
                    <a:pt x="19417" y="79298"/>
                  </a:lnTo>
                  <a:lnTo>
                    <a:pt x="11454" y="85545"/>
                  </a:lnTo>
                  <a:lnTo>
                    <a:pt x="979" y="85140"/>
                  </a:lnTo>
                  <a:lnTo>
                    <a:pt x="620" y="75456"/>
                  </a:lnTo>
                  <a:lnTo>
                    <a:pt x="313" y="67168"/>
                  </a:lnTo>
                  <a:lnTo>
                    <a:pt x="0" y="58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40441" y="3744329"/>
              <a:ext cx="45370" cy="109395"/>
            </a:xfrm>
            <a:custGeom>
              <a:avLst/>
              <a:pathLst>
                <a:path w="45370" h="109395">
                  <a:moveTo>
                    <a:pt x="2282" y="85384"/>
                  </a:moveTo>
                  <a:lnTo>
                    <a:pt x="4709" y="72617"/>
                  </a:lnTo>
                  <a:lnTo>
                    <a:pt x="7413" y="58393"/>
                  </a:lnTo>
                  <a:lnTo>
                    <a:pt x="9998" y="44796"/>
                  </a:lnTo>
                  <a:lnTo>
                    <a:pt x="11884" y="34878"/>
                  </a:lnTo>
                  <a:lnTo>
                    <a:pt x="12515" y="31491"/>
                  </a:lnTo>
                  <a:lnTo>
                    <a:pt x="15660" y="14622"/>
                  </a:lnTo>
                  <a:lnTo>
                    <a:pt x="18386" y="0"/>
                  </a:lnTo>
                  <a:lnTo>
                    <a:pt x="29017" y="2153"/>
                  </a:lnTo>
                  <a:lnTo>
                    <a:pt x="42837" y="4953"/>
                  </a:lnTo>
                  <a:lnTo>
                    <a:pt x="42401" y="15157"/>
                  </a:lnTo>
                  <a:lnTo>
                    <a:pt x="41983" y="24929"/>
                  </a:lnTo>
                  <a:lnTo>
                    <a:pt x="41460" y="37155"/>
                  </a:lnTo>
                  <a:lnTo>
                    <a:pt x="41075" y="46160"/>
                  </a:lnTo>
                  <a:lnTo>
                    <a:pt x="41335" y="50167"/>
                  </a:lnTo>
                  <a:lnTo>
                    <a:pt x="42196" y="63415"/>
                  </a:lnTo>
                  <a:lnTo>
                    <a:pt x="42950" y="75012"/>
                  </a:lnTo>
                  <a:lnTo>
                    <a:pt x="43952" y="90436"/>
                  </a:lnTo>
                  <a:lnTo>
                    <a:pt x="44576" y="100045"/>
                  </a:lnTo>
                  <a:lnTo>
                    <a:pt x="45370" y="109395"/>
                  </a:lnTo>
                  <a:lnTo>
                    <a:pt x="23783" y="107369"/>
                  </a:lnTo>
                  <a:lnTo>
                    <a:pt x="0" y="973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0028" y="3739183"/>
              <a:ext cx="82952" cy="101511"/>
            </a:xfrm>
            <a:custGeom>
              <a:avLst/>
              <a:pathLst>
                <a:path w="82952" h="101511">
                  <a:moveTo>
                    <a:pt x="16304" y="77029"/>
                  </a:moveTo>
                  <a:lnTo>
                    <a:pt x="8911" y="80135"/>
                  </a:lnTo>
                  <a:lnTo>
                    <a:pt x="5475" y="81578"/>
                  </a:lnTo>
                  <a:lnTo>
                    <a:pt x="4237" y="79580"/>
                  </a:lnTo>
                  <a:lnTo>
                    <a:pt x="0" y="72740"/>
                  </a:lnTo>
                  <a:lnTo>
                    <a:pt x="6212" y="68149"/>
                  </a:lnTo>
                  <a:lnTo>
                    <a:pt x="6993" y="66081"/>
                  </a:lnTo>
                  <a:lnTo>
                    <a:pt x="11147" y="55086"/>
                  </a:lnTo>
                  <a:lnTo>
                    <a:pt x="13085" y="49956"/>
                  </a:lnTo>
                  <a:lnTo>
                    <a:pt x="13157" y="49762"/>
                  </a:lnTo>
                  <a:lnTo>
                    <a:pt x="16522" y="45112"/>
                  </a:lnTo>
                  <a:lnTo>
                    <a:pt x="18371" y="42557"/>
                  </a:lnTo>
                  <a:lnTo>
                    <a:pt x="21014" y="38504"/>
                  </a:lnTo>
                  <a:lnTo>
                    <a:pt x="23182" y="36383"/>
                  </a:lnTo>
                  <a:lnTo>
                    <a:pt x="26080" y="33550"/>
                  </a:lnTo>
                  <a:lnTo>
                    <a:pt x="30385" y="30533"/>
                  </a:lnTo>
                  <a:lnTo>
                    <a:pt x="33790" y="28146"/>
                  </a:lnTo>
                  <a:lnTo>
                    <a:pt x="40553" y="21884"/>
                  </a:lnTo>
                  <a:lnTo>
                    <a:pt x="49195" y="13882"/>
                  </a:lnTo>
                  <a:lnTo>
                    <a:pt x="56101" y="7487"/>
                  </a:lnTo>
                  <a:lnTo>
                    <a:pt x="61439" y="2545"/>
                  </a:lnTo>
                  <a:lnTo>
                    <a:pt x="64188" y="0"/>
                  </a:lnTo>
                  <a:lnTo>
                    <a:pt x="67933" y="450"/>
                  </a:lnTo>
                  <a:lnTo>
                    <a:pt x="74900" y="14107"/>
                  </a:lnTo>
                  <a:lnTo>
                    <a:pt x="76754" y="17742"/>
                  </a:lnTo>
                  <a:lnTo>
                    <a:pt x="82952" y="29891"/>
                  </a:lnTo>
                  <a:lnTo>
                    <a:pt x="81266" y="35518"/>
                  </a:lnTo>
                  <a:lnTo>
                    <a:pt x="79035" y="42962"/>
                  </a:lnTo>
                  <a:lnTo>
                    <a:pt x="78335" y="46609"/>
                  </a:lnTo>
                  <a:lnTo>
                    <a:pt x="75342" y="50618"/>
                  </a:lnTo>
                  <a:lnTo>
                    <a:pt x="74735" y="55646"/>
                  </a:lnTo>
                  <a:lnTo>
                    <a:pt x="74193" y="60136"/>
                  </a:lnTo>
                  <a:lnTo>
                    <a:pt x="73658" y="64572"/>
                  </a:lnTo>
                  <a:lnTo>
                    <a:pt x="72973" y="70254"/>
                  </a:lnTo>
                  <a:lnTo>
                    <a:pt x="72237" y="76352"/>
                  </a:lnTo>
                  <a:lnTo>
                    <a:pt x="71582" y="81788"/>
                  </a:lnTo>
                  <a:lnTo>
                    <a:pt x="70893" y="85378"/>
                  </a:lnTo>
                  <a:lnTo>
                    <a:pt x="69079" y="94825"/>
                  </a:lnTo>
                  <a:lnTo>
                    <a:pt x="67796" y="101511"/>
                  </a:lnTo>
                  <a:lnTo>
                    <a:pt x="56416" y="99405"/>
                  </a:lnTo>
                  <a:lnTo>
                    <a:pt x="34080" y="88130"/>
                  </a:lnTo>
                  <a:lnTo>
                    <a:pt x="25088" y="83590"/>
                  </a:lnTo>
                  <a:lnTo>
                    <a:pt x="22456" y="82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49432" y="3730760"/>
              <a:ext cx="79108" cy="81982"/>
            </a:xfrm>
            <a:custGeom>
              <a:avLst/>
              <a:pathLst>
                <a:path w="79108" h="81982">
                  <a:moveTo>
                    <a:pt x="23156" y="33906"/>
                  </a:moveTo>
                  <a:lnTo>
                    <a:pt x="23957" y="31880"/>
                  </a:lnTo>
                  <a:lnTo>
                    <a:pt x="28194" y="21179"/>
                  </a:lnTo>
                  <a:lnTo>
                    <a:pt x="33524" y="7712"/>
                  </a:lnTo>
                  <a:lnTo>
                    <a:pt x="36577" y="0"/>
                  </a:lnTo>
                  <a:lnTo>
                    <a:pt x="56262" y="1447"/>
                  </a:lnTo>
                  <a:lnTo>
                    <a:pt x="67830" y="2298"/>
                  </a:lnTo>
                  <a:lnTo>
                    <a:pt x="79108" y="5721"/>
                  </a:lnTo>
                  <a:lnTo>
                    <a:pt x="69142" y="15445"/>
                  </a:lnTo>
                  <a:lnTo>
                    <a:pt x="60246" y="24126"/>
                  </a:lnTo>
                  <a:lnTo>
                    <a:pt x="55847" y="28418"/>
                  </a:lnTo>
                  <a:lnTo>
                    <a:pt x="53869" y="30194"/>
                  </a:lnTo>
                  <a:lnTo>
                    <a:pt x="44438" y="37727"/>
                  </a:lnTo>
                  <a:lnTo>
                    <a:pt x="37536" y="43240"/>
                  </a:lnTo>
                  <a:lnTo>
                    <a:pt x="35719" y="46836"/>
                  </a:lnTo>
                  <a:lnTo>
                    <a:pt x="32204" y="53790"/>
                  </a:lnTo>
                  <a:lnTo>
                    <a:pt x="29076" y="60185"/>
                  </a:lnTo>
                  <a:lnTo>
                    <a:pt x="27650" y="63586"/>
                  </a:lnTo>
                  <a:lnTo>
                    <a:pt x="25375" y="69012"/>
                  </a:lnTo>
                  <a:lnTo>
                    <a:pt x="16917" y="81982"/>
                  </a:lnTo>
                  <a:lnTo>
                    <a:pt x="8876" y="80098"/>
                  </a:lnTo>
                  <a:lnTo>
                    <a:pt x="0" y="78019"/>
                  </a:lnTo>
                  <a:lnTo>
                    <a:pt x="2819" y="69012"/>
                  </a:lnTo>
                  <a:lnTo>
                    <a:pt x="5654" y="66732"/>
                  </a:lnTo>
                  <a:lnTo>
                    <a:pt x="16036" y="58384"/>
                  </a:lnTo>
                  <a:lnTo>
                    <a:pt x="19709" y="45345"/>
                  </a:lnTo>
                  <a:lnTo>
                    <a:pt x="22380" y="3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7814" y="3699332"/>
              <a:ext cx="45727" cy="139813"/>
            </a:xfrm>
            <a:custGeom>
              <a:avLst/>
              <a:pathLst>
                <a:path w="45727" h="139813">
                  <a:moveTo>
                    <a:pt x="13918" y="68992"/>
                  </a:moveTo>
                  <a:lnTo>
                    <a:pt x="14661" y="66046"/>
                  </a:lnTo>
                  <a:lnTo>
                    <a:pt x="17503" y="54785"/>
                  </a:lnTo>
                  <a:lnTo>
                    <a:pt x="26078" y="0"/>
                  </a:lnTo>
                  <a:lnTo>
                    <a:pt x="35314" y="1075"/>
                  </a:lnTo>
                  <a:lnTo>
                    <a:pt x="45727" y="2286"/>
                  </a:lnTo>
                  <a:lnTo>
                    <a:pt x="44779" y="17435"/>
                  </a:lnTo>
                  <a:lnTo>
                    <a:pt x="43882" y="31764"/>
                  </a:lnTo>
                  <a:lnTo>
                    <a:pt x="42739" y="50022"/>
                  </a:lnTo>
                  <a:lnTo>
                    <a:pt x="40538" y="67231"/>
                  </a:lnTo>
                  <a:lnTo>
                    <a:pt x="38758" y="73936"/>
                  </a:lnTo>
                  <a:lnTo>
                    <a:pt x="34251" y="90920"/>
                  </a:lnTo>
                  <a:lnTo>
                    <a:pt x="29086" y="110380"/>
                  </a:lnTo>
                  <a:lnTo>
                    <a:pt x="21293" y="139813"/>
                  </a:lnTo>
                  <a:lnTo>
                    <a:pt x="9807" y="136610"/>
                  </a:lnTo>
                  <a:lnTo>
                    <a:pt x="0" y="133875"/>
                  </a:lnTo>
                  <a:lnTo>
                    <a:pt x="8754" y="88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7207" y="3678850"/>
              <a:ext cx="87257" cy="162303"/>
            </a:xfrm>
            <a:custGeom>
              <a:avLst/>
              <a:pathLst>
                <a:path w="87257" h="162303">
                  <a:moveTo>
                    <a:pt x="3870" y="136071"/>
                  </a:moveTo>
                  <a:lnTo>
                    <a:pt x="14291" y="99449"/>
                  </a:lnTo>
                  <a:lnTo>
                    <a:pt x="17614" y="88245"/>
                  </a:lnTo>
                  <a:lnTo>
                    <a:pt x="18663" y="84709"/>
                  </a:lnTo>
                  <a:lnTo>
                    <a:pt x="24885" y="85203"/>
                  </a:lnTo>
                  <a:lnTo>
                    <a:pt x="28383" y="78213"/>
                  </a:lnTo>
                  <a:lnTo>
                    <a:pt x="37988" y="59023"/>
                  </a:lnTo>
                  <a:lnTo>
                    <a:pt x="49557" y="35906"/>
                  </a:lnTo>
                  <a:lnTo>
                    <a:pt x="51661" y="31704"/>
                  </a:lnTo>
                  <a:lnTo>
                    <a:pt x="57822" y="17707"/>
                  </a:lnTo>
                  <a:lnTo>
                    <a:pt x="64348" y="2882"/>
                  </a:lnTo>
                  <a:lnTo>
                    <a:pt x="76860" y="0"/>
                  </a:lnTo>
                  <a:lnTo>
                    <a:pt x="87257" y="2161"/>
                  </a:lnTo>
                  <a:lnTo>
                    <a:pt x="83928" y="17361"/>
                  </a:lnTo>
                  <a:lnTo>
                    <a:pt x="79327" y="38369"/>
                  </a:lnTo>
                  <a:lnTo>
                    <a:pt x="73055" y="64674"/>
                  </a:lnTo>
                  <a:lnTo>
                    <a:pt x="70946" y="73517"/>
                  </a:lnTo>
                  <a:lnTo>
                    <a:pt x="68476" y="83875"/>
                  </a:lnTo>
                  <a:lnTo>
                    <a:pt x="65582" y="96012"/>
                  </a:lnTo>
                  <a:lnTo>
                    <a:pt x="63579" y="105072"/>
                  </a:lnTo>
                  <a:lnTo>
                    <a:pt x="57206" y="133890"/>
                  </a:lnTo>
                  <a:lnTo>
                    <a:pt x="55185" y="143028"/>
                  </a:lnTo>
                  <a:lnTo>
                    <a:pt x="49017" y="162303"/>
                  </a:lnTo>
                  <a:lnTo>
                    <a:pt x="24123" y="158098"/>
                  </a:lnTo>
                  <a:lnTo>
                    <a:pt x="0" y="154022"/>
                  </a:lnTo>
                  <a:lnTo>
                    <a:pt x="2233" y="141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8519" y="3685163"/>
              <a:ext cx="22162" cy="35929"/>
            </a:xfrm>
            <a:custGeom>
              <a:avLst/>
              <a:pathLst>
                <a:path w="22162" h="35929">
                  <a:moveTo>
                    <a:pt x="461" y="21028"/>
                  </a:moveTo>
                  <a:lnTo>
                    <a:pt x="940" y="16907"/>
                  </a:lnTo>
                  <a:lnTo>
                    <a:pt x="1421" y="12759"/>
                  </a:lnTo>
                  <a:lnTo>
                    <a:pt x="1945" y="8239"/>
                  </a:lnTo>
                  <a:lnTo>
                    <a:pt x="2447" y="3915"/>
                  </a:lnTo>
                  <a:lnTo>
                    <a:pt x="2901" y="0"/>
                  </a:lnTo>
                  <a:lnTo>
                    <a:pt x="7829" y="692"/>
                  </a:lnTo>
                  <a:lnTo>
                    <a:pt x="12660" y="1371"/>
                  </a:lnTo>
                  <a:lnTo>
                    <a:pt x="16812" y="1955"/>
                  </a:lnTo>
                  <a:lnTo>
                    <a:pt x="22162" y="2707"/>
                  </a:lnTo>
                  <a:lnTo>
                    <a:pt x="20753" y="6944"/>
                  </a:lnTo>
                  <a:lnTo>
                    <a:pt x="18095" y="14930"/>
                  </a:lnTo>
                  <a:lnTo>
                    <a:pt x="15964" y="21336"/>
                  </a:lnTo>
                  <a:lnTo>
                    <a:pt x="13128" y="29859"/>
                  </a:lnTo>
                  <a:lnTo>
                    <a:pt x="11109" y="35929"/>
                  </a:lnTo>
                  <a:lnTo>
                    <a:pt x="5757" y="35206"/>
                  </a:lnTo>
                  <a:lnTo>
                    <a:pt x="402" y="34482"/>
                  </a:lnTo>
                  <a:lnTo>
                    <a:pt x="234" y="30516"/>
                  </a:lnTo>
                  <a:lnTo>
                    <a:pt x="0" y="250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450" y="3664446"/>
              <a:ext cx="77197" cy="81231"/>
            </a:xfrm>
            <a:custGeom>
              <a:avLst/>
              <a:pathLst>
                <a:path w="77197" h="81231">
                  <a:moveTo>
                    <a:pt x="73814" y="20378"/>
                  </a:moveTo>
                  <a:lnTo>
                    <a:pt x="72231" y="24267"/>
                  </a:lnTo>
                  <a:lnTo>
                    <a:pt x="70441" y="28417"/>
                  </a:lnTo>
                  <a:lnTo>
                    <a:pt x="67807" y="34528"/>
                  </a:lnTo>
                  <a:lnTo>
                    <a:pt x="65111" y="40782"/>
                  </a:lnTo>
                  <a:lnTo>
                    <a:pt x="61637" y="48839"/>
                  </a:lnTo>
                  <a:lnTo>
                    <a:pt x="57272" y="58963"/>
                  </a:lnTo>
                  <a:lnTo>
                    <a:pt x="53087" y="68670"/>
                  </a:lnTo>
                  <a:lnTo>
                    <a:pt x="48645" y="75135"/>
                  </a:lnTo>
                  <a:lnTo>
                    <a:pt x="44456" y="81231"/>
                  </a:lnTo>
                  <a:lnTo>
                    <a:pt x="24452" y="72134"/>
                  </a:lnTo>
                  <a:lnTo>
                    <a:pt x="0" y="61014"/>
                  </a:lnTo>
                  <a:lnTo>
                    <a:pt x="754" y="59615"/>
                  </a:lnTo>
                  <a:lnTo>
                    <a:pt x="2250" y="56841"/>
                  </a:lnTo>
                  <a:lnTo>
                    <a:pt x="4026" y="53548"/>
                  </a:lnTo>
                  <a:lnTo>
                    <a:pt x="6204" y="49511"/>
                  </a:lnTo>
                  <a:lnTo>
                    <a:pt x="7721" y="46699"/>
                  </a:lnTo>
                  <a:lnTo>
                    <a:pt x="9344" y="43689"/>
                  </a:lnTo>
                  <a:lnTo>
                    <a:pt x="11018" y="40586"/>
                  </a:lnTo>
                  <a:lnTo>
                    <a:pt x="13191" y="36556"/>
                  </a:lnTo>
                  <a:lnTo>
                    <a:pt x="15269" y="32703"/>
                  </a:lnTo>
                  <a:lnTo>
                    <a:pt x="17390" y="28772"/>
                  </a:lnTo>
                  <a:lnTo>
                    <a:pt x="20035" y="23868"/>
                  </a:lnTo>
                  <a:lnTo>
                    <a:pt x="22468" y="19357"/>
                  </a:lnTo>
                  <a:lnTo>
                    <a:pt x="33373" y="21598"/>
                  </a:lnTo>
                  <a:lnTo>
                    <a:pt x="40826" y="23130"/>
                  </a:lnTo>
                  <a:lnTo>
                    <a:pt x="41368" y="22290"/>
                  </a:lnTo>
                  <a:lnTo>
                    <a:pt x="46969" y="13621"/>
                  </a:lnTo>
                  <a:lnTo>
                    <a:pt x="50875" y="7401"/>
                  </a:lnTo>
                  <a:lnTo>
                    <a:pt x="55522" y="0"/>
                  </a:lnTo>
                  <a:lnTo>
                    <a:pt x="55731" y="116"/>
                  </a:lnTo>
                  <a:lnTo>
                    <a:pt x="69918" y="8016"/>
                  </a:lnTo>
                  <a:lnTo>
                    <a:pt x="77197" y="1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27862" y="3675289"/>
              <a:ext cx="42469" cy="121266"/>
            </a:xfrm>
            <a:custGeom>
              <a:avLst/>
              <a:pathLst>
                <a:path w="42469" h="121266">
                  <a:moveTo>
                    <a:pt x="4882" y="115929"/>
                  </a:moveTo>
                  <a:lnTo>
                    <a:pt x="5018" y="108546"/>
                  </a:lnTo>
                  <a:lnTo>
                    <a:pt x="5180" y="99767"/>
                  </a:lnTo>
                  <a:lnTo>
                    <a:pt x="5357" y="90193"/>
                  </a:lnTo>
                  <a:lnTo>
                    <a:pt x="4916" y="81520"/>
                  </a:lnTo>
                  <a:lnTo>
                    <a:pt x="4644" y="76165"/>
                  </a:lnTo>
                  <a:lnTo>
                    <a:pt x="4300" y="69387"/>
                  </a:lnTo>
                  <a:lnTo>
                    <a:pt x="3803" y="61366"/>
                  </a:lnTo>
                  <a:lnTo>
                    <a:pt x="3201" y="51651"/>
                  </a:lnTo>
                  <a:lnTo>
                    <a:pt x="2657" y="42876"/>
                  </a:lnTo>
                  <a:lnTo>
                    <a:pt x="2056" y="33175"/>
                  </a:lnTo>
                  <a:lnTo>
                    <a:pt x="1512" y="24401"/>
                  </a:lnTo>
                  <a:lnTo>
                    <a:pt x="775" y="12514"/>
                  </a:lnTo>
                  <a:lnTo>
                    <a:pt x="0" y="0"/>
                  </a:lnTo>
                  <a:lnTo>
                    <a:pt x="13764" y="1592"/>
                  </a:lnTo>
                  <a:lnTo>
                    <a:pt x="27185" y="3144"/>
                  </a:lnTo>
                  <a:lnTo>
                    <a:pt x="27464" y="11945"/>
                  </a:lnTo>
                  <a:lnTo>
                    <a:pt x="27794" y="22306"/>
                  </a:lnTo>
                  <a:lnTo>
                    <a:pt x="28123" y="32639"/>
                  </a:lnTo>
                  <a:lnTo>
                    <a:pt x="28496" y="44357"/>
                  </a:lnTo>
                  <a:lnTo>
                    <a:pt x="28961" y="58991"/>
                  </a:lnTo>
                  <a:lnTo>
                    <a:pt x="30901" y="60520"/>
                  </a:lnTo>
                  <a:lnTo>
                    <a:pt x="42469" y="69639"/>
                  </a:lnTo>
                  <a:lnTo>
                    <a:pt x="41588" y="79367"/>
                  </a:lnTo>
                  <a:lnTo>
                    <a:pt x="33130" y="79547"/>
                  </a:lnTo>
                  <a:lnTo>
                    <a:pt x="32652" y="83313"/>
                  </a:lnTo>
                  <a:lnTo>
                    <a:pt x="31650" y="91207"/>
                  </a:lnTo>
                  <a:lnTo>
                    <a:pt x="31110" y="95462"/>
                  </a:lnTo>
                  <a:lnTo>
                    <a:pt x="30545" y="99909"/>
                  </a:lnTo>
                  <a:lnTo>
                    <a:pt x="29684" y="106696"/>
                  </a:lnTo>
                  <a:lnTo>
                    <a:pt x="28900" y="112872"/>
                  </a:lnTo>
                  <a:lnTo>
                    <a:pt x="26525" y="115380"/>
                  </a:lnTo>
                  <a:lnTo>
                    <a:pt x="20953" y="121266"/>
                  </a:lnTo>
                  <a:lnTo>
                    <a:pt x="13489" y="118788"/>
                  </a:lnTo>
                  <a:lnTo>
                    <a:pt x="11022" y="1179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0402" y="3681017"/>
              <a:ext cx="58167" cy="43232"/>
            </a:xfrm>
            <a:custGeom>
              <a:avLst/>
              <a:pathLst>
                <a:path w="58167" h="43232">
                  <a:moveTo>
                    <a:pt x="23357" y="42209"/>
                  </a:moveTo>
                  <a:lnTo>
                    <a:pt x="176" y="42332"/>
                  </a:lnTo>
                  <a:lnTo>
                    <a:pt x="84" y="28131"/>
                  </a:lnTo>
                  <a:lnTo>
                    <a:pt x="0" y="14951"/>
                  </a:lnTo>
                  <a:lnTo>
                    <a:pt x="2643" y="0"/>
                  </a:lnTo>
                  <a:lnTo>
                    <a:pt x="9936" y="494"/>
                  </a:lnTo>
                  <a:lnTo>
                    <a:pt x="21165" y="1255"/>
                  </a:lnTo>
                  <a:lnTo>
                    <a:pt x="31147" y="1931"/>
                  </a:lnTo>
                  <a:lnTo>
                    <a:pt x="37400" y="1988"/>
                  </a:lnTo>
                  <a:lnTo>
                    <a:pt x="44950" y="2057"/>
                  </a:lnTo>
                  <a:lnTo>
                    <a:pt x="58167" y="2178"/>
                  </a:lnTo>
                  <a:lnTo>
                    <a:pt x="57299" y="11770"/>
                  </a:lnTo>
                  <a:lnTo>
                    <a:pt x="56471" y="20923"/>
                  </a:lnTo>
                  <a:lnTo>
                    <a:pt x="55328" y="33550"/>
                  </a:lnTo>
                  <a:lnTo>
                    <a:pt x="54452" y="43232"/>
                  </a:lnTo>
                  <a:lnTo>
                    <a:pt x="34186" y="42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46985" y="4222693"/>
              <a:ext cx="31344" cy="30877"/>
            </a:xfrm>
            <a:custGeom>
              <a:avLst/>
              <a:pathLst>
                <a:path w="31344" h="30877">
                  <a:moveTo>
                    <a:pt x="6206" y="7847"/>
                  </a:moveTo>
                  <a:lnTo>
                    <a:pt x="7494" y="6913"/>
                  </a:lnTo>
                  <a:lnTo>
                    <a:pt x="8115" y="6463"/>
                  </a:lnTo>
                  <a:lnTo>
                    <a:pt x="12407" y="0"/>
                  </a:lnTo>
                  <a:lnTo>
                    <a:pt x="13360" y="557"/>
                  </a:lnTo>
                  <a:lnTo>
                    <a:pt x="22117" y="5684"/>
                  </a:lnTo>
                  <a:lnTo>
                    <a:pt x="30164" y="10395"/>
                  </a:lnTo>
                  <a:lnTo>
                    <a:pt x="31344" y="11086"/>
                  </a:lnTo>
                  <a:lnTo>
                    <a:pt x="26332" y="19742"/>
                  </a:lnTo>
                  <a:lnTo>
                    <a:pt x="20283" y="30191"/>
                  </a:lnTo>
                  <a:lnTo>
                    <a:pt x="19886" y="30877"/>
                  </a:lnTo>
                  <a:lnTo>
                    <a:pt x="18802" y="29820"/>
                  </a:lnTo>
                  <a:lnTo>
                    <a:pt x="17992" y="29030"/>
                  </a:lnTo>
                  <a:lnTo>
                    <a:pt x="16989" y="28053"/>
                  </a:lnTo>
                  <a:lnTo>
                    <a:pt x="12334" y="23512"/>
                  </a:lnTo>
                  <a:lnTo>
                    <a:pt x="10730" y="21948"/>
                  </a:lnTo>
                  <a:lnTo>
                    <a:pt x="8986" y="24469"/>
                  </a:lnTo>
                  <a:lnTo>
                    <a:pt x="8586" y="25048"/>
                  </a:lnTo>
                  <a:lnTo>
                    <a:pt x="7127" y="23317"/>
                  </a:lnTo>
                  <a:lnTo>
                    <a:pt x="4500" y="20199"/>
                  </a:lnTo>
                  <a:lnTo>
                    <a:pt x="476" y="15423"/>
                  </a:lnTo>
                  <a:lnTo>
                    <a:pt x="0" y="14858"/>
                  </a:lnTo>
                  <a:lnTo>
                    <a:pt x="1860" y="10998"/>
                  </a:lnTo>
                  <a:lnTo>
                    <a:pt x="3492" y="98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81743" y="4223840"/>
              <a:ext cx="101893" cy="98118"/>
            </a:xfrm>
            <a:custGeom>
              <a:avLst/>
              <a:pathLst>
                <a:path w="101893" h="98118">
                  <a:moveTo>
                    <a:pt x="58858" y="46925"/>
                  </a:moveTo>
                  <a:lnTo>
                    <a:pt x="67102" y="52238"/>
                  </a:lnTo>
                  <a:lnTo>
                    <a:pt x="68091" y="53165"/>
                  </a:lnTo>
                  <a:lnTo>
                    <a:pt x="77319" y="59454"/>
                  </a:lnTo>
                  <a:lnTo>
                    <a:pt x="91219" y="68927"/>
                  </a:lnTo>
                  <a:lnTo>
                    <a:pt x="101893" y="76199"/>
                  </a:lnTo>
                  <a:lnTo>
                    <a:pt x="97744" y="81469"/>
                  </a:lnTo>
                  <a:lnTo>
                    <a:pt x="95081" y="85558"/>
                  </a:lnTo>
                  <a:lnTo>
                    <a:pt x="86902" y="98118"/>
                  </a:lnTo>
                  <a:lnTo>
                    <a:pt x="77876" y="92187"/>
                  </a:lnTo>
                  <a:lnTo>
                    <a:pt x="50554" y="74294"/>
                  </a:lnTo>
                  <a:lnTo>
                    <a:pt x="35897" y="62100"/>
                  </a:lnTo>
                  <a:lnTo>
                    <a:pt x="32806" y="59529"/>
                  </a:lnTo>
                  <a:lnTo>
                    <a:pt x="15315" y="37405"/>
                  </a:lnTo>
                  <a:lnTo>
                    <a:pt x="0" y="13510"/>
                  </a:lnTo>
                  <a:lnTo>
                    <a:pt x="11699" y="9223"/>
                  </a:lnTo>
                  <a:lnTo>
                    <a:pt x="25696" y="4095"/>
                  </a:lnTo>
                  <a:lnTo>
                    <a:pt x="36874" y="0"/>
                  </a:lnTo>
                  <a:lnTo>
                    <a:pt x="38345" y="3571"/>
                  </a:lnTo>
                  <a:lnTo>
                    <a:pt x="39530" y="6448"/>
                  </a:lnTo>
                  <a:lnTo>
                    <a:pt x="40417" y="8602"/>
                  </a:lnTo>
                  <a:lnTo>
                    <a:pt x="42500" y="13658"/>
                  </a:lnTo>
                  <a:lnTo>
                    <a:pt x="45170" y="20140"/>
                  </a:lnTo>
                  <a:lnTo>
                    <a:pt x="47447" y="25669"/>
                  </a:lnTo>
                  <a:lnTo>
                    <a:pt x="51437" y="34991"/>
                  </a:lnTo>
                  <a:lnTo>
                    <a:pt x="52998" y="38639"/>
                  </a:lnTo>
                  <a:lnTo>
                    <a:pt x="54716" y="41881"/>
                  </a:lnTo>
                  <a:lnTo>
                    <a:pt x="56523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87817" y="4097805"/>
              <a:ext cx="39744" cy="41762"/>
            </a:xfrm>
            <a:custGeom>
              <a:avLst/>
              <a:pathLst>
                <a:path w="39744" h="41762">
                  <a:moveTo>
                    <a:pt x="16245" y="36157"/>
                  </a:moveTo>
                  <a:lnTo>
                    <a:pt x="0" y="30308"/>
                  </a:lnTo>
                  <a:lnTo>
                    <a:pt x="4420" y="15165"/>
                  </a:lnTo>
                  <a:lnTo>
                    <a:pt x="8846" y="0"/>
                  </a:lnTo>
                  <a:lnTo>
                    <a:pt x="22210" y="3892"/>
                  </a:lnTo>
                  <a:lnTo>
                    <a:pt x="31581" y="6622"/>
                  </a:lnTo>
                  <a:lnTo>
                    <a:pt x="39744" y="3603"/>
                  </a:lnTo>
                  <a:lnTo>
                    <a:pt x="39610" y="22314"/>
                  </a:lnTo>
                  <a:lnTo>
                    <a:pt x="39471" y="41762"/>
                  </a:lnTo>
                  <a:lnTo>
                    <a:pt x="20391" y="37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406443" y="4189518"/>
              <a:ext cx="186446" cy="127725"/>
            </a:xfrm>
            <a:custGeom>
              <a:avLst/>
              <a:pathLst>
                <a:path w="186446" h="127725">
                  <a:moveTo>
                    <a:pt x="55816" y="123202"/>
                  </a:moveTo>
                  <a:lnTo>
                    <a:pt x="54793" y="122304"/>
                  </a:lnTo>
                  <a:lnTo>
                    <a:pt x="54235" y="122321"/>
                  </a:lnTo>
                  <a:lnTo>
                    <a:pt x="47561" y="117568"/>
                  </a:lnTo>
                  <a:lnTo>
                    <a:pt x="42099" y="111844"/>
                  </a:lnTo>
                  <a:lnTo>
                    <a:pt x="35755" y="97759"/>
                  </a:lnTo>
                  <a:lnTo>
                    <a:pt x="35746" y="97449"/>
                  </a:lnTo>
                  <a:lnTo>
                    <a:pt x="35698" y="95897"/>
                  </a:lnTo>
                  <a:lnTo>
                    <a:pt x="32907" y="86043"/>
                  </a:lnTo>
                  <a:lnTo>
                    <a:pt x="32878" y="85112"/>
                  </a:lnTo>
                  <a:lnTo>
                    <a:pt x="32530" y="83880"/>
                  </a:lnTo>
                  <a:lnTo>
                    <a:pt x="28581" y="76858"/>
                  </a:lnTo>
                  <a:lnTo>
                    <a:pt x="27912" y="75326"/>
                  </a:lnTo>
                  <a:lnTo>
                    <a:pt x="23352" y="68632"/>
                  </a:lnTo>
                  <a:lnTo>
                    <a:pt x="15379" y="62354"/>
                  </a:lnTo>
                  <a:lnTo>
                    <a:pt x="9956" y="58171"/>
                  </a:lnTo>
                  <a:lnTo>
                    <a:pt x="2625" y="52802"/>
                  </a:lnTo>
                  <a:lnTo>
                    <a:pt x="281" y="47589"/>
                  </a:lnTo>
                  <a:lnTo>
                    <a:pt x="48" y="40134"/>
                  </a:lnTo>
                  <a:lnTo>
                    <a:pt x="0" y="38581"/>
                  </a:lnTo>
                  <a:lnTo>
                    <a:pt x="252" y="36708"/>
                  </a:lnTo>
                  <a:lnTo>
                    <a:pt x="1002" y="30777"/>
                  </a:lnTo>
                  <a:lnTo>
                    <a:pt x="8937" y="25562"/>
                  </a:lnTo>
                  <a:lnTo>
                    <a:pt x="15412" y="23501"/>
                  </a:lnTo>
                  <a:lnTo>
                    <a:pt x="24129" y="23549"/>
                  </a:lnTo>
                  <a:lnTo>
                    <a:pt x="35592" y="21960"/>
                  </a:lnTo>
                  <a:lnTo>
                    <a:pt x="45721" y="17615"/>
                  </a:lnTo>
                  <a:lnTo>
                    <a:pt x="47245" y="16637"/>
                  </a:lnTo>
                  <a:lnTo>
                    <a:pt x="62249" y="9354"/>
                  </a:lnTo>
                  <a:lnTo>
                    <a:pt x="84322" y="0"/>
                  </a:lnTo>
                  <a:lnTo>
                    <a:pt x="93369" y="817"/>
                  </a:lnTo>
                  <a:lnTo>
                    <a:pt x="102371" y="1631"/>
                  </a:lnTo>
                  <a:lnTo>
                    <a:pt x="121281" y="11616"/>
                  </a:lnTo>
                  <a:lnTo>
                    <a:pt x="140237" y="23761"/>
                  </a:lnTo>
                  <a:lnTo>
                    <a:pt x="146717" y="28164"/>
                  </a:lnTo>
                  <a:lnTo>
                    <a:pt x="164249" y="40076"/>
                  </a:lnTo>
                  <a:lnTo>
                    <a:pt x="186446" y="58284"/>
                  </a:lnTo>
                  <a:lnTo>
                    <a:pt x="186078" y="69824"/>
                  </a:lnTo>
                  <a:lnTo>
                    <a:pt x="185506" y="87734"/>
                  </a:lnTo>
                  <a:lnTo>
                    <a:pt x="139271" y="62852"/>
                  </a:lnTo>
                  <a:lnTo>
                    <a:pt x="126329" y="54883"/>
                  </a:lnTo>
                  <a:lnTo>
                    <a:pt x="114487" y="52768"/>
                  </a:lnTo>
                  <a:lnTo>
                    <a:pt x="106218" y="56127"/>
                  </a:lnTo>
                  <a:lnTo>
                    <a:pt x="100868" y="63740"/>
                  </a:lnTo>
                  <a:lnTo>
                    <a:pt x="94324" y="72943"/>
                  </a:lnTo>
                  <a:lnTo>
                    <a:pt x="93413" y="73593"/>
                  </a:lnTo>
                  <a:lnTo>
                    <a:pt x="91475" y="76641"/>
                  </a:lnTo>
                  <a:lnTo>
                    <a:pt x="88380" y="81509"/>
                  </a:lnTo>
                  <a:lnTo>
                    <a:pt x="87798" y="82769"/>
                  </a:lnTo>
                  <a:lnTo>
                    <a:pt x="83074" y="90678"/>
                  </a:lnTo>
                  <a:lnTo>
                    <a:pt x="83094" y="91298"/>
                  </a:lnTo>
                  <a:lnTo>
                    <a:pt x="82540" y="93488"/>
                  </a:lnTo>
                  <a:lnTo>
                    <a:pt x="82588" y="95039"/>
                  </a:lnTo>
                  <a:lnTo>
                    <a:pt x="84463" y="105532"/>
                  </a:lnTo>
                  <a:lnTo>
                    <a:pt x="85450" y="107363"/>
                  </a:lnTo>
                  <a:lnTo>
                    <a:pt x="86579" y="110046"/>
                  </a:lnTo>
                  <a:lnTo>
                    <a:pt x="88799" y="115322"/>
                  </a:lnTo>
                  <a:lnTo>
                    <a:pt x="77650" y="126226"/>
                  </a:lnTo>
                  <a:lnTo>
                    <a:pt x="69623" y="127725"/>
                  </a:lnTo>
                  <a:lnTo>
                    <a:pt x="68683" y="127445"/>
                  </a:lnTo>
                  <a:lnTo>
                    <a:pt x="67423" y="126864"/>
                  </a:lnTo>
                  <a:lnTo>
                    <a:pt x="58657" y="12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84188" y="4104812"/>
              <a:ext cx="46269" cy="48955"/>
            </a:xfrm>
            <a:custGeom>
              <a:avLst/>
              <a:pathLst>
                <a:path w="46269" h="48955">
                  <a:moveTo>
                    <a:pt x="46269" y="19334"/>
                  </a:moveTo>
                  <a:lnTo>
                    <a:pt x="37354" y="32126"/>
                  </a:lnTo>
                  <a:lnTo>
                    <a:pt x="25625" y="48955"/>
                  </a:lnTo>
                  <a:lnTo>
                    <a:pt x="19467" y="43996"/>
                  </a:lnTo>
                  <a:lnTo>
                    <a:pt x="9805" y="36215"/>
                  </a:lnTo>
                  <a:lnTo>
                    <a:pt x="6424" y="33492"/>
                  </a:lnTo>
                  <a:lnTo>
                    <a:pt x="0" y="28318"/>
                  </a:lnTo>
                  <a:lnTo>
                    <a:pt x="8956" y="15023"/>
                  </a:lnTo>
                  <a:lnTo>
                    <a:pt x="19077" y="0"/>
                  </a:lnTo>
                  <a:lnTo>
                    <a:pt x="31086" y="8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518068" y="4135931"/>
              <a:ext cx="67406" cy="54686"/>
            </a:xfrm>
            <a:custGeom>
              <a:avLst/>
              <a:pathLst>
                <a:path w="67406" h="54686">
                  <a:moveTo>
                    <a:pt x="39948" y="1866"/>
                  </a:moveTo>
                  <a:lnTo>
                    <a:pt x="45293" y="5676"/>
                  </a:lnTo>
                  <a:lnTo>
                    <a:pt x="49970" y="9010"/>
                  </a:lnTo>
                  <a:lnTo>
                    <a:pt x="55715" y="13104"/>
                  </a:lnTo>
                  <a:lnTo>
                    <a:pt x="60378" y="16428"/>
                  </a:lnTo>
                  <a:lnTo>
                    <a:pt x="67406" y="21437"/>
                  </a:lnTo>
                  <a:lnTo>
                    <a:pt x="56158" y="36296"/>
                  </a:lnTo>
                  <a:lnTo>
                    <a:pt x="42237" y="54686"/>
                  </a:lnTo>
                  <a:lnTo>
                    <a:pt x="23860" y="39810"/>
                  </a:lnTo>
                  <a:lnTo>
                    <a:pt x="0" y="20493"/>
                  </a:lnTo>
                  <a:lnTo>
                    <a:pt x="8196" y="12373"/>
                  </a:lnTo>
                  <a:lnTo>
                    <a:pt x="14339" y="6288"/>
                  </a:lnTo>
                  <a:lnTo>
                    <a:pt x="24397" y="16239"/>
                  </a:lnTo>
                  <a:lnTo>
                    <a:pt x="37054" y="344"/>
                  </a:lnTo>
                  <a:lnTo>
                    <a:pt x="3732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62268" y="4161880"/>
              <a:ext cx="61391" cy="64471"/>
            </a:xfrm>
            <a:custGeom>
              <a:avLst/>
              <a:pathLst>
                <a:path w="61391" h="64471">
                  <a:moveTo>
                    <a:pt x="50714" y="16065"/>
                  </a:moveTo>
                  <a:lnTo>
                    <a:pt x="58427" y="22044"/>
                  </a:lnTo>
                  <a:lnTo>
                    <a:pt x="50289" y="33485"/>
                  </a:lnTo>
                  <a:lnTo>
                    <a:pt x="53836" y="37030"/>
                  </a:lnTo>
                  <a:lnTo>
                    <a:pt x="61391" y="44580"/>
                  </a:lnTo>
                  <a:lnTo>
                    <a:pt x="53584" y="54397"/>
                  </a:lnTo>
                  <a:lnTo>
                    <a:pt x="45571" y="64471"/>
                  </a:lnTo>
                  <a:lnTo>
                    <a:pt x="34515" y="56633"/>
                  </a:lnTo>
                  <a:lnTo>
                    <a:pt x="21259" y="47234"/>
                  </a:lnTo>
                  <a:lnTo>
                    <a:pt x="9662" y="39013"/>
                  </a:lnTo>
                  <a:lnTo>
                    <a:pt x="0" y="32162"/>
                  </a:lnTo>
                  <a:lnTo>
                    <a:pt x="12877" y="18353"/>
                  </a:lnTo>
                  <a:lnTo>
                    <a:pt x="29991" y="0"/>
                  </a:lnTo>
                  <a:lnTo>
                    <a:pt x="36113" y="4746"/>
                  </a:lnTo>
                  <a:lnTo>
                    <a:pt x="42332" y="9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610850" y="4170072"/>
              <a:ext cx="81526" cy="108583"/>
            </a:xfrm>
            <a:custGeom>
              <a:avLst/>
              <a:pathLst>
                <a:path w="81526" h="108583">
                  <a:moveTo>
                    <a:pt x="33767" y="49171"/>
                  </a:moveTo>
                  <a:lnTo>
                    <a:pt x="30878" y="54386"/>
                  </a:lnTo>
                  <a:lnTo>
                    <a:pt x="26158" y="62908"/>
                  </a:lnTo>
                  <a:lnTo>
                    <a:pt x="52984" y="82297"/>
                  </a:lnTo>
                  <a:lnTo>
                    <a:pt x="59956" y="74820"/>
                  </a:lnTo>
                  <a:lnTo>
                    <a:pt x="81526" y="92101"/>
                  </a:lnTo>
                  <a:lnTo>
                    <a:pt x="78316" y="95815"/>
                  </a:lnTo>
                  <a:lnTo>
                    <a:pt x="74750" y="99941"/>
                  </a:lnTo>
                  <a:lnTo>
                    <a:pt x="71349" y="103877"/>
                  </a:lnTo>
                  <a:lnTo>
                    <a:pt x="67281" y="108583"/>
                  </a:lnTo>
                  <a:lnTo>
                    <a:pt x="58764" y="102648"/>
                  </a:lnTo>
                  <a:lnTo>
                    <a:pt x="49069" y="95891"/>
                  </a:lnTo>
                  <a:lnTo>
                    <a:pt x="36350" y="87027"/>
                  </a:lnTo>
                  <a:lnTo>
                    <a:pt x="25118" y="79200"/>
                  </a:lnTo>
                  <a:lnTo>
                    <a:pt x="12355" y="70305"/>
                  </a:lnTo>
                  <a:lnTo>
                    <a:pt x="0" y="61694"/>
                  </a:lnTo>
                  <a:lnTo>
                    <a:pt x="19076" y="32441"/>
                  </a:lnTo>
                  <a:lnTo>
                    <a:pt x="40232" y="0"/>
                  </a:lnTo>
                  <a:lnTo>
                    <a:pt x="48626" y="5179"/>
                  </a:lnTo>
                  <a:lnTo>
                    <a:pt x="55712" y="9552"/>
                  </a:lnTo>
                  <a:lnTo>
                    <a:pt x="42840" y="32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84634" y="4261266"/>
              <a:ext cx="66983" cy="50489"/>
            </a:xfrm>
            <a:custGeom>
              <a:avLst/>
              <a:pathLst>
                <a:path w="66983" h="50489">
                  <a:moveTo>
                    <a:pt x="36622" y="13705"/>
                  </a:moveTo>
                  <a:lnTo>
                    <a:pt x="66983" y="31013"/>
                  </a:lnTo>
                  <a:lnTo>
                    <a:pt x="63080" y="37305"/>
                  </a:lnTo>
                  <a:lnTo>
                    <a:pt x="59380" y="43271"/>
                  </a:lnTo>
                  <a:lnTo>
                    <a:pt x="54903" y="50489"/>
                  </a:lnTo>
                  <a:lnTo>
                    <a:pt x="53475" y="50219"/>
                  </a:lnTo>
                  <a:lnTo>
                    <a:pt x="53334" y="50171"/>
                  </a:lnTo>
                  <a:lnTo>
                    <a:pt x="46508" y="46768"/>
                  </a:lnTo>
                  <a:lnTo>
                    <a:pt x="38813" y="44835"/>
                  </a:lnTo>
                  <a:lnTo>
                    <a:pt x="33934" y="44304"/>
                  </a:lnTo>
                  <a:lnTo>
                    <a:pt x="24872" y="40102"/>
                  </a:lnTo>
                  <a:lnTo>
                    <a:pt x="19211" y="35763"/>
                  </a:lnTo>
                  <a:lnTo>
                    <a:pt x="0" y="21035"/>
                  </a:lnTo>
                  <a:lnTo>
                    <a:pt x="6477" y="10205"/>
                  </a:lnTo>
                  <a:lnTo>
                    <a:pt x="12581" y="0"/>
                  </a:lnTo>
                  <a:lnTo>
                    <a:pt x="30079" y="9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761919" y="4308985"/>
              <a:ext cx="95136" cy="63838"/>
            </a:xfrm>
            <a:custGeom>
              <a:avLst/>
              <a:pathLst>
                <a:path w="95136" h="63838">
                  <a:moveTo>
                    <a:pt x="36134" y="15883"/>
                  </a:moveTo>
                  <a:lnTo>
                    <a:pt x="47067" y="23138"/>
                  </a:lnTo>
                  <a:lnTo>
                    <a:pt x="50892" y="24168"/>
                  </a:lnTo>
                  <a:lnTo>
                    <a:pt x="82404" y="32660"/>
                  </a:lnTo>
                  <a:lnTo>
                    <a:pt x="95136" y="36090"/>
                  </a:lnTo>
                  <a:lnTo>
                    <a:pt x="91216" y="48507"/>
                  </a:lnTo>
                  <a:lnTo>
                    <a:pt x="86376" y="63838"/>
                  </a:lnTo>
                  <a:lnTo>
                    <a:pt x="83488" y="62613"/>
                  </a:lnTo>
                  <a:lnTo>
                    <a:pt x="82268" y="62096"/>
                  </a:lnTo>
                  <a:lnTo>
                    <a:pt x="77458" y="60055"/>
                  </a:lnTo>
                  <a:lnTo>
                    <a:pt x="68892" y="56422"/>
                  </a:lnTo>
                  <a:lnTo>
                    <a:pt x="55118" y="50579"/>
                  </a:lnTo>
                  <a:lnTo>
                    <a:pt x="44102" y="45906"/>
                  </a:lnTo>
                  <a:lnTo>
                    <a:pt x="36029" y="42481"/>
                  </a:lnTo>
                  <a:lnTo>
                    <a:pt x="33065" y="41079"/>
                  </a:lnTo>
                  <a:lnTo>
                    <a:pt x="31658" y="40142"/>
                  </a:lnTo>
                  <a:lnTo>
                    <a:pt x="19459" y="32018"/>
                  </a:lnTo>
                  <a:lnTo>
                    <a:pt x="8713" y="24861"/>
                  </a:lnTo>
                  <a:lnTo>
                    <a:pt x="5005" y="22392"/>
                  </a:lnTo>
                  <a:lnTo>
                    <a:pt x="2933" y="21012"/>
                  </a:lnTo>
                  <a:lnTo>
                    <a:pt x="0" y="19058"/>
                  </a:lnTo>
                  <a:lnTo>
                    <a:pt x="939" y="17525"/>
                  </a:lnTo>
                  <a:lnTo>
                    <a:pt x="2975" y="14202"/>
                  </a:lnTo>
                  <a:lnTo>
                    <a:pt x="5378" y="10281"/>
                  </a:lnTo>
                  <a:lnTo>
                    <a:pt x="9496" y="3559"/>
                  </a:lnTo>
                  <a:lnTo>
                    <a:pt x="10039" y="2673"/>
                  </a:lnTo>
                  <a:lnTo>
                    <a:pt x="11677" y="0"/>
                  </a:lnTo>
                  <a:lnTo>
                    <a:pt x="26965" y="9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433721" y="4104263"/>
              <a:ext cx="44381" cy="58419"/>
            </a:xfrm>
            <a:custGeom>
              <a:avLst/>
              <a:pathLst>
                <a:path w="44381" h="58419">
                  <a:moveTo>
                    <a:pt x="34704" y="29331"/>
                  </a:moveTo>
                  <a:lnTo>
                    <a:pt x="44381" y="49076"/>
                  </a:lnTo>
                  <a:lnTo>
                    <a:pt x="43661" y="49422"/>
                  </a:lnTo>
                  <a:lnTo>
                    <a:pt x="40546" y="50919"/>
                  </a:lnTo>
                  <a:lnTo>
                    <a:pt x="35320" y="53432"/>
                  </a:lnTo>
                  <a:lnTo>
                    <a:pt x="31090" y="55465"/>
                  </a:lnTo>
                  <a:lnTo>
                    <a:pt x="24943" y="58419"/>
                  </a:lnTo>
                  <a:lnTo>
                    <a:pt x="24530" y="57597"/>
                  </a:lnTo>
                  <a:lnTo>
                    <a:pt x="20588" y="49753"/>
                  </a:lnTo>
                  <a:lnTo>
                    <a:pt x="16200" y="41020"/>
                  </a:lnTo>
                  <a:lnTo>
                    <a:pt x="8710" y="26115"/>
                  </a:lnTo>
                  <a:lnTo>
                    <a:pt x="167" y="9115"/>
                  </a:lnTo>
                  <a:lnTo>
                    <a:pt x="0" y="8782"/>
                  </a:lnTo>
                  <a:lnTo>
                    <a:pt x="8103" y="5281"/>
                  </a:lnTo>
                  <a:lnTo>
                    <a:pt x="11024" y="4019"/>
                  </a:lnTo>
                  <a:lnTo>
                    <a:pt x="20329" y="0"/>
                  </a:lnTo>
                  <a:lnTo>
                    <a:pt x="25023" y="9576"/>
                  </a:lnTo>
                  <a:lnTo>
                    <a:pt x="33090" y="26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62006" y="4182113"/>
              <a:ext cx="47101" cy="48739"/>
            </a:xfrm>
            <a:custGeom>
              <a:avLst/>
              <a:pathLst>
                <a:path w="47101" h="48739">
                  <a:moveTo>
                    <a:pt x="36214" y="32706"/>
                  </a:moveTo>
                  <a:lnTo>
                    <a:pt x="34178" y="35449"/>
                  </a:lnTo>
                  <a:lnTo>
                    <a:pt x="30030" y="40157"/>
                  </a:lnTo>
                  <a:lnTo>
                    <a:pt x="28327" y="42529"/>
                  </a:lnTo>
                  <a:lnTo>
                    <a:pt x="27171" y="44138"/>
                  </a:lnTo>
                  <a:lnTo>
                    <a:pt x="24296" y="47920"/>
                  </a:lnTo>
                  <a:lnTo>
                    <a:pt x="22062" y="48739"/>
                  </a:lnTo>
                  <a:lnTo>
                    <a:pt x="18847" y="47737"/>
                  </a:lnTo>
                  <a:lnTo>
                    <a:pt x="14112" y="45355"/>
                  </a:lnTo>
                  <a:lnTo>
                    <a:pt x="11250" y="44118"/>
                  </a:lnTo>
                  <a:lnTo>
                    <a:pt x="6229" y="42726"/>
                  </a:lnTo>
                  <a:lnTo>
                    <a:pt x="2761" y="41358"/>
                  </a:lnTo>
                  <a:lnTo>
                    <a:pt x="0" y="37776"/>
                  </a:lnTo>
                  <a:lnTo>
                    <a:pt x="6135" y="26410"/>
                  </a:lnTo>
                  <a:lnTo>
                    <a:pt x="8496" y="22036"/>
                  </a:lnTo>
                  <a:lnTo>
                    <a:pt x="17057" y="12542"/>
                  </a:lnTo>
                  <a:lnTo>
                    <a:pt x="28365" y="0"/>
                  </a:lnTo>
                  <a:lnTo>
                    <a:pt x="36720" y="7712"/>
                  </a:lnTo>
                  <a:lnTo>
                    <a:pt x="41202" y="11850"/>
                  </a:lnTo>
                  <a:lnTo>
                    <a:pt x="46771" y="20269"/>
                  </a:lnTo>
                  <a:lnTo>
                    <a:pt x="47101" y="25308"/>
                  </a:lnTo>
                  <a:lnTo>
                    <a:pt x="44224" y="27566"/>
                  </a:lnTo>
                  <a:lnTo>
                    <a:pt x="39853" y="30371"/>
                  </a:lnTo>
                  <a:lnTo>
                    <a:pt x="38701" y="311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317503" y="4138045"/>
              <a:ext cx="71244" cy="69521"/>
            </a:xfrm>
            <a:custGeom>
              <a:avLst/>
              <a:pathLst>
                <a:path w="71244" h="69521">
                  <a:moveTo>
                    <a:pt x="69562" y="39034"/>
                  </a:moveTo>
                  <a:lnTo>
                    <a:pt x="71244" y="40819"/>
                  </a:lnTo>
                  <a:lnTo>
                    <a:pt x="58952" y="53248"/>
                  </a:lnTo>
                  <a:lnTo>
                    <a:pt x="55780" y="57454"/>
                  </a:lnTo>
                  <a:lnTo>
                    <a:pt x="45786" y="69521"/>
                  </a:lnTo>
                  <a:lnTo>
                    <a:pt x="30221" y="59517"/>
                  </a:lnTo>
                  <a:lnTo>
                    <a:pt x="24032" y="55539"/>
                  </a:lnTo>
                  <a:lnTo>
                    <a:pt x="0" y="40092"/>
                  </a:lnTo>
                  <a:lnTo>
                    <a:pt x="3350" y="35994"/>
                  </a:lnTo>
                  <a:lnTo>
                    <a:pt x="7341" y="31115"/>
                  </a:lnTo>
                  <a:lnTo>
                    <a:pt x="22535" y="12535"/>
                  </a:lnTo>
                  <a:lnTo>
                    <a:pt x="24803" y="9762"/>
                  </a:lnTo>
                  <a:lnTo>
                    <a:pt x="32787" y="0"/>
                  </a:lnTo>
                  <a:lnTo>
                    <a:pt x="41984" y="9762"/>
                  </a:lnTo>
                  <a:lnTo>
                    <a:pt x="50356" y="18648"/>
                  </a:lnTo>
                  <a:lnTo>
                    <a:pt x="50963" y="19292"/>
                  </a:lnTo>
                  <a:lnTo>
                    <a:pt x="56834" y="25524"/>
                  </a:lnTo>
                  <a:lnTo>
                    <a:pt x="57807" y="26557"/>
                  </a:lnTo>
                  <a:lnTo>
                    <a:pt x="62238" y="31260"/>
                  </a:lnTo>
                  <a:lnTo>
                    <a:pt x="66699" y="35994"/>
                  </a:lnTo>
                  <a:lnTo>
                    <a:pt x="68502" y="3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76667" y="3815886"/>
              <a:ext cx="52737" cy="30942"/>
            </a:xfrm>
            <a:custGeom>
              <a:avLst/>
              <a:pathLst>
                <a:path w="52737" h="30942">
                  <a:moveTo>
                    <a:pt x="26772" y="9259"/>
                  </a:moveTo>
                  <a:lnTo>
                    <a:pt x="39237" y="16312"/>
                  </a:lnTo>
                  <a:lnTo>
                    <a:pt x="52737" y="23950"/>
                  </a:lnTo>
                  <a:lnTo>
                    <a:pt x="50574" y="27679"/>
                  </a:lnTo>
                  <a:lnTo>
                    <a:pt x="48681" y="30942"/>
                  </a:lnTo>
                  <a:lnTo>
                    <a:pt x="27108" y="27935"/>
                  </a:lnTo>
                  <a:lnTo>
                    <a:pt x="24450" y="27564"/>
                  </a:lnTo>
                  <a:lnTo>
                    <a:pt x="20485" y="26664"/>
                  </a:lnTo>
                  <a:lnTo>
                    <a:pt x="7929" y="21710"/>
                  </a:lnTo>
                  <a:lnTo>
                    <a:pt x="0" y="13829"/>
                  </a:lnTo>
                  <a:lnTo>
                    <a:pt x="5173" y="6955"/>
                  </a:lnTo>
                  <a:lnTo>
                    <a:pt x="104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33456" y="4076931"/>
              <a:ext cx="60308" cy="75616"/>
            </a:xfrm>
            <a:custGeom>
              <a:avLst/>
              <a:pathLst>
                <a:path w="60308" h="75616">
                  <a:moveTo>
                    <a:pt x="19738" y="15000"/>
                  </a:moveTo>
                  <a:lnTo>
                    <a:pt x="60308" y="0"/>
                  </a:lnTo>
                  <a:lnTo>
                    <a:pt x="58908" y="15432"/>
                  </a:lnTo>
                  <a:lnTo>
                    <a:pt x="57208" y="34152"/>
                  </a:lnTo>
                  <a:lnTo>
                    <a:pt x="53445" y="75616"/>
                  </a:lnTo>
                  <a:lnTo>
                    <a:pt x="51080" y="75085"/>
                  </a:lnTo>
                  <a:lnTo>
                    <a:pt x="38295" y="72216"/>
                  </a:lnTo>
                  <a:lnTo>
                    <a:pt x="26213" y="69613"/>
                  </a:lnTo>
                  <a:lnTo>
                    <a:pt x="1015" y="64183"/>
                  </a:lnTo>
                  <a:lnTo>
                    <a:pt x="287" y="34173"/>
                  </a:lnTo>
                  <a:lnTo>
                    <a:pt x="0" y="22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101185" y="4076946"/>
              <a:ext cx="62471" cy="38655"/>
            </a:xfrm>
            <a:custGeom>
              <a:avLst/>
              <a:pathLst>
                <a:path w="62471" h="38655">
                  <a:moveTo>
                    <a:pt x="495" y="28294"/>
                  </a:moveTo>
                  <a:lnTo>
                    <a:pt x="1198" y="14623"/>
                  </a:lnTo>
                  <a:lnTo>
                    <a:pt x="1622" y="6378"/>
                  </a:lnTo>
                  <a:lnTo>
                    <a:pt x="1950" y="0"/>
                  </a:lnTo>
                  <a:lnTo>
                    <a:pt x="8069" y="10"/>
                  </a:lnTo>
                  <a:lnTo>
                    <a:pt x="31177" y="47"/>
                  </a:lnTo>
                  <a:lnTo>
                    <a:pt x="60542" y="95"/>
                  </a:lnTo>
                  <a:lnTo>
                    <a:pt x="61069" y="10631"/>
                  </a:lnTo>
                  <a:lnTo>
                    <a:pt x="61804" y="25320"/>
                  </a:lnTo>
                  <a:lnTo>
                    <a:pt x="62471" y="38655"/>
                  </a:lnTo>
                  <a:lnTo>
                    <a:pt x="29375" y="38266"/>
                  </a:lnTo>
                  <a:lnTo>
                    <a:pt x="0" y="379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68777" y="4077053"/>
              <a:ext cx="51162" cy="73664"/>
            </a:xfrm>
            <a:custGeom>
              <a:avLst/>
              <a:pathLst>
                <a:path w="51162" h="73664">
                  <a:moveTo>
                    <a:pt x="5789" y="47354"/>
                  </a:moveTo>
                  <a:lnTo>
                    <a:pt x="3539" y="28952"/>
                  </a:lnTo>
                  <a:lnTo>
                    <a:pt x="1501" y="12280"/>
                  </a:lnTo>
                  <a:lnTo>
                    <a:pt x="0" y="0"/>
                  </a:lnTo>
                  <a:lnTo>
                    <a:pt x="25264" y="41"/>
                  </a:lnTo>
                  <a:lnTo>
                    <a:pt x="51162" y="83"/>
                  </a:lnTo>
                  <a:lnTo>
                    <a:pt x="50892" y="4774"/>
                  </a:lnTo>
                  <a:lnTo>
                    <a:pt x="50295" y="15143"/>
                  </a:lnTo>
                  <a:lnTo>
                    <a:pt x="49301" y="32409"/>
                  </a:lnTo>
                  <a:lnTo>
                    <a:pt x="49138" y="35235"/>
                  </a:lnTo>
                  <a:lnTo>
                    <a:pt x="28703" y="63244"/>
                  </a:lnTo>
                  <a:lnTo>
                    <a:pt x="9006" y="73664"/>
                  </a:lnTo>
                  <a:lnTo>
                    <a:pt x="7840" y="6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95538" y="4118749"/>
              <a:ext cx="84057" cy="55616"/>
            </a:xfrm>
            <a:custGeom>
              <a:avLst/>
              <a:pathLst>
                <a:path w="84057" h="55616">
                  <a:moveTo>
                    <a:pt x="22459" y="525"/>
                  </a:moveTo>
                  <a:lnTo>
                    <a:pt x="34423" y="856"/>
                  </a:lnTo>
                  <a:lnTo>
                    <a:pt x="56268" y="1461"/>
                  </a:lnTo>
                  <a:lnTo>
                    <a:pt x="70408" y="1852"/>
                  </a:lnTo>
                  <a:lnTo>
                    <a:pt x="73757" y="23715"/>
                  </a:lnTo>
                  <a:lnTo>
                    <a:pt x="74779" y="30388"/>
                  </a:lnTo>
                  <a:lnTo>
                    <a:pt x="84057" y="46059"/>
                  </a:lnTo>
                  <a:lnTo>
                    <a:pt x="77084" y="55616"/>
                  </a:lnTo>
                  <a:lnTo>
                    <a:pt x="67836" y="49076"/>
                  </a:lnTo>
                  <a:lnTo>
                    <a:pt x="34485" y="42972"/>
                  </a:lnTo>
                  <a:lnTo>
                    <a:pt x="22368" y="40754"/>
                  </a:lnTo>
                  <a:lnTo>
                    <a:pt x="0" y="35735"/>
                  </a:lnTo>
                  <a:lnTo>
                    <a:pt x="1839" y="16958"/>
                  </a:lnTo>
                  <a:lnTo>
                    <a:pt x="35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00599" y="3914795"/>
              <a:ext cx="58153" cy="60120"/>
            </a:xfrm>
            <a:custGeom>
              <a:avLst/>
              <a:pathLst>
                <a:path w="58153" h="60120">
                  <a:moveTo>
                    <a:pt x="374" y="17248"/>
                  </a:moveTo>
                  <a:lnTo>
                    <a:pt x="660" y="8556"/>
                  </a:lnTo>
                  <a:lnTo>
                    <a:pt x="10865" y="7037"/>
                  </a:lnTo>
                  <a:lnTo>
                    <a:pt x="33123" y="3725"/>
                  </a:lnTo>
                  <a:lnTo>
                    <a:pt x="58153" y="0"/>
                  </a:lnTo>
                  <a:lnTo>
                    <a:pt x="57043" y="6010"/>
                  </a:lnTo>
                  <a:lnTo>
                    <a:pt x="55950" y="11933"/>
                  </a:lnTo>
                  <a:lnTo>
                    <a:pt x="45225" y="23664"/>
                  </a:lnTo>
                  <a:lnTo>
                    <a:pt x="35336" y="34480"/>
                  </a:lnTo>
                  <a:lnTo>
                    <a:pt x="11895" y="60120"/>
                  </a:lnTo>
                  <a:lnTo>
                    <a:pt x="2305" y="34706"/>
                  </a:lnTo>
                  <a:lnTo>
                    <a:pt x="0" y="28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9628" y="3872783"/>
              <a:ext cx="87963" cy="49429"/>
            </a:xfrm>
            <a:custGeom>
              <a:avLst/>
              <a:pathLst>
                <a:path w="87963" h="49429">
                  <a:moveTo>
                    <a:pt x="12114" y="28868"/>
                  </a:moveTo>
                  <a:lnTo>
                    <a:pt x="4645" y="16769"/>
                  </a:lnTo>
                  <a:lnTo>
                    <a:pt x="0" y="9243"/>
                  </a:lnTo>
                  <a:lnTo>
                    <a:pt x="5594" y="7553"/>
                  </a:lnTo>
                  <a:lnTo>
                    <a:pt x="17812" y="6394"/>
                  </a:lnTo>
                  <a:lnTo>
                    <a:pt x="33020" y="4141"/>
                  </a:lnTo>
                  <a:lnTo>
                    <a:pt x="52359" y="1276"/>
                  </a:lnTo>
                  <a:lnTo>
                    <a:pt x="83807" y="0"/>
                  </a:lnTo>
                  <a:lnTo>
                    <a:pt x="87963" y="11199"/>
                  </a:lnTo>
                  <a:lnTo>
                    <a:pt x="70105" y="15740"/>
                  </a:lnTo>
                  <a:lnTo>
                    <a:pt x="74055" y="21263"/>
                  </a:lnTo>
                  <a:lnTo>
                    <a:pt x="76370" y="25695"/>
                  </a:lnTo>
                  <a:lnTo>
                    <a:pt x="81252" y="47646"/>
                  </a:lnTo>
                  <a:lnTo>
                    <a:pt x="82822" y="49429"/>
                  </a:lnTo>
                  <a:lnTo>
                    <a:pt x="57210" y="48057"/>
                  </a:lnTo>
                  <a:lnTo>
                    <a:pt x="48739" y="47603"/>
                  </a:lnTo>
                  <a:lnTo>
                    <a:pt x="29380" y="39297"/>
                  </a:lnTo>
                  <a:lnTo>
                    <a:pt x="29703" y="38326"/>
                  </a:lnTo>
                  <a:lnTo>
                    <a:pt x="23891" y="34946"/>
                  </a:lnTo>
                  <a:lnTo>
                    <a:pt x="16842" y="36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42840" y="3811126"/>
              <a:ext cx="66613" cy="121209"/>
            </a:xfrm>
            <a:custGeom>
              <a:avLst/>
              <a:pathLst>
                <a:path w="66613" h="121209">
                  <a:moveTo>
                    <a:pt x="58401" y="70455"/>
                  </a:moveTo>
                  <a:lnTo>
                    <a:pt x="56929" y="79617"/>
                  </a:lnTo>
                  <a:lnTo>
                    <a:pt x="54372" y="95529"/>
                  </a:lnTo>
                  <a:lnTo>
                    <a:pt x="50247" y="121209"/>
                  </a:lnTo>
                  <a:lnTo>
                    <a:pt x="33506" y="117246"/>
                  </a:lnTo>
                  <a:lnTo>
                    <a:pt x="25992" y="116388"/>
                  </a:lnTo>
                  <a:lnTo>
                    <a:pt x="0" y="113421"/>
                  </a:lnTo>
                  <a:lnTo>
                    <a:pt x="1863" y="104282"/>
                  </a:lnTo>
                  <a:lnTo>
                    <a:pt x="3851" y="94527"/>
                  </a:lnTo>
                  <a:lnTo>
                    <a:pt x="5406" y="86899"/>
                  </a:lnTo>
                  <a:lnTo>
                    <a:pt x="7223" y="77986"/>
                  </a:lnTo>
                  <a:lnTo>
                    <a:pt x="9266" y="67962"/>
                  </a:lnTo>
                  <a:lnTo>
                    <a:pt x="11544" y="56788"/>
                  </a:lnTo>
                  <a:lnTo>
                    <a:pt x="16039" y="39208"/>
                  </a:lnTo>
                  <a:lnTo>
                    <a:pt x="24717" y="5268"/>
                  </a:lnTo>
                  <a:lnTo>
                    <a:pt x="31051" y="4300"/>
                  </a:lnTo>
                  <a:lnTo>
                    <a:pt x="35292" y="3652"/>
                  </a:lnTo>
                  <a:lnTo>
                    <a:pt x="41625" y="2683"/>
                  </a:lnTo>
                  <a:lnTo>
                    <a:pt x="50312" y="1355"/>
                  </a:lnTo>
                  <a:lnTo>
                    <a:pt x="55644" y="540"/>
                  </a:lnTo>
                  <a:lnTo>
                    <a:pt x="66613" y="0"/>
                  </a:lnTo>
                  <a:lnTo>
                    <a:pt x="65935" y="7393"/>
                  </a:lnTo>
                  <a:lnTo>
                    <a:pt x="65343" y="13854"/>
                  </a:lnTo>
                  <a:lnTo>
                    <a:pt x="64973" y="17890"/>
                  </a:lnTo>
                  <a:lnTo>
                    <a:pt x="64709" y="20765"/>
                  </a:lnTo>
                  <a:lnTo>
                    <a:pt x="63748" y="28649"/>
                  </a:lnTo>
                  <a:lnTo>
                    <a:pt x="62418" y="39558"/>
                  </a:lnTo>
                  <a:lnTo>
                    <a:pt x="61275" y="48936"/>
                  </a:lnTo>
                  <a:lnTo>
                    <a:pt x="60046" y="59014"/>
                  </a:lnTo>
                  <a:lnTo>
                    <a:pt x="59440" y="63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05323" y="3861990"/>
              <a:ext cx="85978" cy="47535"/>
            </a:xfrm>
            <a:custGeom>
              <a:avLst/>
              <a:pathLst>
                <a:path w="85978" h="47535">
                  <a:moveTo>
                    <a:pt x="67656" y="43042"/>
                  </a:moveTo>
                  <a:lnTo>
                    <a:pt x="46750" y="46116"/>
                  </a:lnTo>
                  <a:lnTo>
                    <a:pt x="37106" y="47535"/>
                  </a:lnTo>
                  <a:lnTo>
                    <a:pt x="14960" y="46744"/>
                  </a:lnTo>
                  <a:lnTo>
                    <a:pt x="0" y="46210"/>
                  </a:lnTo>
                  <a:lnTo>
                    <a:pt x="1164" y="37346"/>
                  </a:lnTo>
                  <a:lnTo>
                    <a:pt x="2362" y="28231"/>
                  </a:lnTo>
                  <a:lnTo>
                    <a:pt x="3278" y="21256"/>
                  </a:lnTo>
                  <a:lnTo>
                    <a:pt x="5323" y="5694"/>
                  </a:lnTo>
                  <a:lnTo>
                    <a:pt x="18641" y="4723"/>
                  </a:lnTo>
                  <a:lnTo>
                    <a:pt x="25998" y="4187"/>
                  </a:lnTo>
                  <a:lnTo>
                    <a:pt x="34389" y="3575"/>
                  </a:lnTo>
                  <a:lnTo>
                    <a:pt x="43797" y="2890"/>
                  </a:lnTo>
                  <a:lnTo>
                    <a:pt x="52564" y="2251"/>
                  </a:lnTo>
                  <a:lnTo>
                    <a:pt x="62504" y="1526"/>
                  </a:lnTo>
                  <a:lnTo>
                    <a:pt x="80923" y="183"/>
                  </a:lnTo>
                  <a:lnTo>
                    <a:pt x="83447" y="0"/>
                  </a:lnTo>
                  <a:lnTo>
                    <a:pt x="84375" y="14795"/>
                  </a:lnTo>
                  <a:lnTo>
                    <a:pt x="85978" y="403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27641" y="3859559"/>
              <a:ext cx="47328" cy="126264"/>
            </a:xfrm>
            <a:custGeom>
              <a:avLst/>
              <a:pathLst>
                <a:path w="47328" h="126264">
                  <a:moveTo>
                    <a:pt x="34293" y="126264"/>
                  </a:moveTo>
                  <a:lnTo>
                    <a:pt x="21915" y="125933"/>
                  </a:lnTo>
                  <a:lnTo>
                    <a:pt x="12087" y="125670"/>
                  </a:lnTo>
                  <a:lnTo>
                    <a:pt x="19322" y="93124"/>
                  </a:lnTo>
                  <a:lnTo>
                    <a:pt x="18268" y="83796"/>
                  </a:lnTo>
                  <a:lnTo>
                    <a:pt x="16549" y="49353"/>
                  </a:lnTo>
                  <a:lnTo>
                    <a:pt x="7705" y="25686"/>
                  </a:lnTo>
                  <a:lnTo>
                    <a:pt x="5335" y="19345"/>
                  </a:lnTo>
                  <a:lnTo>
                    <a:pt x="0" y="7739"/>
                  </a:lnTo>
                  <a:lnTo>
                    <a:pt x="14444" y="3283"/>
                  </a:lnTo>
                  <a:lnTo>
                    <a:pt x="25086" y="0"/>
                  </a:lnTo>
                  <a:lnTo>
                    <a:pt x="26765" y="4655"/>
                  </a:lnTo>
                  <a:lnTo>
                    <a:pt x="28890" y="10548"/>
                  </a:lnTo>
                  <a:lnTo>
                    <a:pt x="31347" y="17361"/>
                  </a:lnTo>
                  <a:lnTo>
                    <a:pt x="34358" y="25709"/>
                  </a:lnTo>
                  <a:lnTo>
                    <a:pt x="36714" y="33056"/>
                  </a:lnTo>
                  <a:lnTo>
                    <a:pt x="39009" y="40213"/>
                  </a:lnTo>
                  <a:lnTo>
                    <a:pt x="40743" y="45620"/>
                  </a:lnTo>
                  <a:lnTo>
                    <a:pt x="43348" y="53742"/>
                  </a:lnTo>
                  <a:lnTo>
                    <a:pt x="46071" y="62233"/>
                  </a:lnTo>
                  <a:lnTo>
                    <a:pt x="47328" y="70994"/>
                  </a:lnTo>
                  <a:lnTo>
                    <a:pt x="45809" y="80908"/>
                  </a:lnTo>
                  <a:lnTo>
                    <a:pt x="45257" y="84512"/>
                  </a:lnTo>
                  <a:lnTo>
                    <a:pt x="41820" y="95940"/>
                  </a:lnTo>
                  <a:lnTo>
                    <a:pt x="38683" y="106371"/>
                  </a:lnTo>
                  <a:lnTo>
                    <a:pt x="37580" y="110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072499" y="3824862"/>
              <a:ext cx="75190" cy="155565"/>
            </a:xfrm>
            <a:custGeom>
              <a:avLst/>
              <a:pathLst>
                <a:path w="75190" h="155565">
                  <a:moveTo>
                    <a:pt x="2029" y="139344"/>
                  </a:moveTo>
                  <a:lnTo>
                    <a:pt x="3267" y="133473"/>
                  </a:lnTo>
                  <a:lnTo>
                    <a:pt x="4949" y="125492"/>
                  </a:lnTo>
                  <a:lnTo>
                    <a:pt x="6456" y="118344"/>
                  </a:lnTo>
                  <a:lnTo>
                    <a:pt x="8183" y="110153"/>
                  </a:lnTo>
                  <a:lnTo>
                    <a:pt x="9288" y="104913"/>
                  </a:lnTo>
                  <a:lnTo>
                    <a:pt x="10253" y="100336"/>
                  </a:lnTo>
                  <a:lnTo>
                    <a:pt x="10933" y="94552"/>
                  </a:lnTo>
                  <a:lnTo>
                    <a:pt x="11629" y="88628"/>
                  </a:lnTo>
                  <a:lnTo>
                    <a:pt x="12448" y="81662"/>
                  </a:lnTo>
                  <a:lnTo>
                    <a:pt x="13131" y="75853"/>
                  </a:lnTo>
                  <a:lnTo>
                    <a:pt x="13596" y="71890"/>
                  </a:lnTo>
                  <a:lnTo>
                    <a:pt x="14335" y="65604"/>
                  </a:lnTo>
                  <a:lnTo>
                    <a:pt x="15039" y="59616"/>
                  </a:lnTo>
                  <a:lnTo>
                    <a:pt x="15885" y="52424"/>
                  </a:lnTo>
                  <a:lnTo>
                    <a:pt x="16506" y="47139"/>
                  </a:lnTo>
                  <a:lnTo>
                    <a:pt x="17484" y="38815"/>
                  </a:lnTo>
                  <a:lnTo>
                    <a:pt x="18782" y="31879"/>
                  </a:lnTo>
                  <a:lnTo>
                    <a:pt x="24747" y="0"/>
                  </a:lnTo>
                  <a:lnTo>
                    <a:pt x="47610" y="918"/>
                  </a:lnTo>
                  <a:lnTo>
                    <a:pt x="75190" y="2026"/>
                  </a:lnTo>
                  <a:lnTo>
                    <a:pt x="74300" y="7538"/>
                  </a:lnTo>
                  <a:lnTo>
                    <a:pt x="73356" y="13381"/>
                  </a:lnTo>
                  <a:lnTo>
                    <a:pt x="72425" y="19149"/>
                  </a:lnTo>
                  <a:lnTo>
                    <a:pt x="71363" y="25725"/>
                  </a:lnTo>
                  <a:lnTo>
                    <a:pt x="70431" y="31496"/>
                  </a:lnTo>
                  <a:lnTo>
                    <a:pt x="69556" y="36915"/>
                  </a:lnTo>
                  <a:lnTo>
                    <a:pt x="69002" y="40343"/>
                  </a:lnTo>
                  <a:lnTo>
                    <a:pt x="68166" y="45521"/>
                  </a:lnTo>
                  <a:lnTo>
                    <a:pt x="66986" y="52825"/>
                  </a:lnTo>
                  <a:lnTo>
                    <a:pt x="65983" y="59034"/>
                  </a:lnTo>
                  <a:lnTo>
                    <a:pt x="64006" y="71280"/>
                  </a:lnTo>
                  <a:lnTo>
                    <a:pt x="62579" y="80798"/>
                  </a:lnTo>
                  <a:lnTo>
                    <a:pt x="61068" y="90883"/>
                  </a:lnTo>
                  <a:lnTo>
                    <a:pt x="58852" y="105673"/>
                  </a:lnTo>
                  <a:lnTo>
                    <a:pt x="56648" y="120376"/>
                  </a:lnTo>
                  <a:lnTo>
                    <a:pt x="52261" y="126537"/>
                  </a:lnTo>
                  <a:lnTo>
                    <a:pt x="45168" y="136495"/>
                  </a:lnTo>
                  <a:lnTo>
                    <a:pt x="31585" y="155565"/>
                  </a:lnTo>
                  <a:lnTo>
                    <a:pt x="21914" y="153546"/>
                  </a:lnTo>
                  <a:lnTo>
                    <a:pt x="0" y="1489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057307" y="3825322"/>
              <a:ext cx="30908" cy="80160"/>
            </a:xfrm>
            <a:custGeom>
              <a:avLst/>
              <a:pathLst>
                <a:path w="30908" h="80160">
                  <a:moveTo>
                    <a:pt x="785" y="19155"/>
                  </a:moveTo>
                  <a:lnTo>
                    <a:pt x="1744" y="11173"/>
                  </a:lnTo>
                  <a:lnTo>
                    <a:pt x="2867" y="1820"/>
                  </a:lnTo>
                  <a:lnTo>
                    <a:pt x="8916" y="1404"/>
                  </a:lnTo>
                  <a:lnTo>
                    <a:pt x="19149" y="701"/>
                  </a:lnTo>
                  <a:lnTo>
                    <a:pt x="29365" y="0"/>
                  </a:lnTo>
                  <a:lnTo>
                    <a:pt x="30908" y="9740"/>
                  </a:lnTo>
                  <a:lnTo>
                    <a:pt x="28180" y="33297"/>
                  </a:lnTo>
                  <a:lnTo>
                    <a:pt x="26913" y="44246"/>
                  </a:lnTo>
                  <a:lnTo>
                    <a:pt x="23609" y="80160"/>
                  </a:lnTo>
                  <a:lnTo>
                    <a:pt x="19724" y="79672"/>
                  </a:lnTo>
                  <a:lnTo>
                    <a:pt x="16450" y="79260"/>
                  </a:lnTo>
                  <a:lnTo>
                    <a:pt x="0" y="25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17836" y="3792231"/>
              <a:ext cx="134404" cy="82277"/>
            </a:xfrm>
            <a:custGeom>
              <a:avLst/>
              <a:pathLst>
                <a:path w="134404" h="82277">
                  <a:moveTo>
                    <a:pt x="59083" y="81040"/>
                  </a:moveTo>
                  <a:lnTo>
                    <a:pt x="52254" y="81483"/>
                  </a:lnTo>
                  <a:lnTo>
                    <a:pt x="40037" y="82277"/>
                  </a:lnTo>
                  <a:lnTo>
                    <a:pt x="35575" y="81074"/>
                  </a:lnTo>
                  <a:lnTo>
                    <a:pt x="7418" y="73485"/>
                  </a:lnTo>
                  <a:lnTo>
                    <a:pt x="0" y="66735"/>
                  </a:lnTo>
                  <a:lnTo>
                    <a:pt x="30" y="62446"/>
                  </a:lnTo>
                  <a:lnTo>
                    <a:pt x="64" y="57633"/>
                  </a:lnTo>
                  <a:lnTo>
                    <a:pt x="23099" y="56350"/>
                  </a:lnTo>
                  <a:lnTo>
                    <a:pt x="28227" y="50023"/>
                  </a:lnTo>
                  <a:lnTo>
                    <a:pt x="36538" y="39769"/>
                  </a:lnTo>
                  <a:lnTo>
                    <a:pt x="46812" y="27093"/>
                  </a:lnTo>
                  <a:lnTo>
                    <a:pt x="59340" y="9059"/>
                  </a:lnTo>
                  <a:lnTo>
                    <a:pt x="65014" y="891"/>
                  </a:lnTo>
                  <a:lnTo>
                    <a:pt x="65633" y="0"/>
                  </a:lnTo>
                  <a:lnTo>
                    <a:pt x="76664" y="9205"/>
                  </a:lnTo>
                  <a:lnTo>
                    <a:pt x="86150" y="17120"/>
                  </a:lnTo>
                  <a:lnTo>
                    <a:pt x="94528" y="24112"/>
                  </a:lnTo>
                  <a:lnTo>
                    <a:pt x="103857" y="31897"/>
                  </a:lnTo>
                  <a:lnTo>
                    <a:pt x="116091" y="42106"/>
                  </a:lnTo>
                  <a:lnTo>
                    <a:pt x="124888" y="49447"/>
                  </a:lnTo>
                  <a:lnTo>
                    <a:pt x="134404" y="61606"/>
                  </a:lnTo>
                  <a:lnTo>
                    <a:pt x="133875" y="76333"/>
                  </a:lnTo>
                  <a:lnTo>
                    <a:pt x="128463" y="76672"/>
                  </a:lnTo>
                  <a:lnTo>
                    <a:pt x="120303" y="77184"/>
                  </a:lnTo>
                  <a:lnTo>
                    <a:pt x="109675" y="77851"/>
                  </a:lnTo>
                  <a:lnTo>
                    <a:pt x="101968" y="78334"/>
                  </a:lnTo>
                  <a:lnTo>
                    <a:pt x="94945" y="78775"/>
                  </a:lnTo>
                  <a:lnTo>
                    <a:pt x="86660" y="79294"/>
                  </a:lnTo>
                  <a:lnTo>
                    <a:pt x="79158" y="79765"/>
                  </a:lnTo>
                  <a:lnTo>
                    <a:pt x="71988" y="80215"/>
                  </a:lnTo>
                  <a:lnTo>
                    <a:pt x="66061" y="80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14204" y="3798124"/>
              <a:ext cx="68889" cy="62723"/>
            </a:xfrm>
            <a:custGeom>
              <a:avLst/>
              <a:pathLst>
                <a:path w="68889" h="62723">
                  <a:moveTo>
                    <a:pt x="893" y="46448"/>
                  </a:moveTo>
                  <a:lnTo>
                    <a:pt x="2506" y="17078"/>
                  </a:lnTo>
                  <a:lnTo>
                    <a:pt x="2937" y="9218"/>
                  </a:lnTo>
                  <a:lnTo>
                    <a:pt x="9985" y="8134"/>
                  </a:lnTo>
                  <a:lnTo>
                    <a:pt x="15166" y="7336"/>
                  </a:lnTo>
                  <a:lnTo>
                    <a:pt x="21489" y="6363"/>
                  </a:lnTo>
                  <a:lnTo>
                    <a:pt x="28113" y="5344"/>
                  </a:lnTo>
                  <a:lnTo>
                    <a:pt x="34628" y="4341"/>
                  </a:lnTo>
                  <a:lnTo>
                    <a:pt x="41403" y="3299"/>
                  </a:lnTo>
                  <a:lnTo>
                    <a:pt x="49234" y="2094"/>
                  </a:lnTo>
                  <a:lnTo>
                    <a:pt x="62845" y="0"/>
                  </a:lnTo>
                  <a:lnTo>
                    <a:pt x="65124" y="21251"/>
                  </a:lnTo>
                  <a:lnTo>
                    <a:pt x="68889" y="56357"/>
                  </a:lnTo>
                  <a:lnTo>
                    <a:pt x="58551" y="57312"/>
                  </a:lnTo>
                  <a:lnTo>
                    <a:pt x="49634" y="58136"/>
                  </a:lnTo>
                  <a:lnTo>
                    <a:pt x="40557" y="58975"/>
                  </a:lnTo>
                  <a:lnTo>
                    <a:pt x="30090" y="59942"/>
                  </a:lnTo>
                  <a:lnTo>
                    <a:pt x="16584" y="61190"/>
                  </a:lnTo>
                  <a:lnTo>
                    <a:pt x="0" y="62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954575" y="3826273"/>
              <a:ext cx="89750" cy="39723"/>
            </a:xfrm>
            <a:custGeom>
              <a:avLst/>
              <a:pathLst>
                <a:path w="89750" h="39723">
                  <a:moveTo>
                    <a:pt x="12280" y="30507"/>
                  </a:moveTo>
                  <a:lnTo>
                    <a:pt x="0" y="16778"/>
                  </a:lnTo>
                  <a:lnTo>
                    <a:pt x="9829" y="13829"/>
                  </a:lnTo>
                  <a:lnTo>
                    <a:pt x="20265" y="10698"/>
                  </a:lnTo>
                  <a:lnTo>
                    <a:pt x="26389" y="13423"/>
                  </a:lnTo>
                  <a:lnTo>
                    <a:pt x="31000" y="12753"/>
                  </a:lnTo>
                  <a:lnTo>
                    <a:pt x="49906" y="10005"/>
                  </a:lnTo>
                  <a:lnTo>
                    <a:pt x="65389" y="7754"/>
                  </a:lnTo>
                  <a:lnTo>
                    <a:pt x="64471" y="1446"/>
                  </a:lnTo>
                  <a:lnTo>
                    <a:pt x="88397" y="0"/>
                  </a:lnTo>
                  <a:lnTo>
                    <a:pt x="88773" y="4121"/>
                  </a:lnTo>
                  <a:lnTo>
                    <a:pt x="89354" y="10503"/>
                  </a:lnTo>
                  <a:lnTo>
                    <a:pt x="89750" y="14850"/>
                  </a:lnTo>
                  <a:lnTo>
                    <a:pt x="80313" y="20212"/>
                  </a:lnTo>
                  <a:lnTo>
                    <a:pt x="59288" y="32158"/>
                  </a:lnTo>
                  <a:lnTo>
                    <a:pt x="46645" y="35018"/>
                  </a:lnTo>
                  <a:lnTo>
                    <a:pt x="20525" y="39723"/>
                  </a:lnTo>
                  <a:lnTo>
                    <a:pt x="16600" y="35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890889" y="3760257"/>
              <a:ext cx="76638" cy="77819"/>
            </a:xfrm>
            <a:custGeom>
              <a:avLst/>
              <a:pathLst>
                <a:path w="76638" h="77819">
                  <a:moveTo>
                    <a:pt x="6727" y="18198"/>
                  </a:moveTo>
                  <a:lnTo>
                    <a:pt x="17440" y="6037"/>
                  </a:lnTo>
                  <a:lnTo>
                    <a:pt x="22759" y="0"/>
                  </a:lnTo>
                  <a:lnTo>
                    <a:pt x="35369" y="13104"/>
                  </a:lnTo>
                  <a:lnTo>
                    <a:pt x="49280" y="27560"/>
                  </a:lnTo>
                  <a:lnTo>
                    <a:pt x="76638" y="67956"/>
                  </a:lnTo>
                  <a:lnTo>
                    <a:pt x="71630" y="71293"/>
                  </a:lnTo>
                  <a:lnTo>
                    <a:pt x="61836" y="77819"/>
                  </a:lnTo>
                  <a:lnTo>
                    <a:pt x="56134" y="72043"/>
                  </a:lnTo>
                  <a:lnTo>
                    <a:pt x="51769" y="67622"/>
                  </a:lnTo>
                  <a:lnTo>
                    <a:pt x="49383" y="65751"/>
                  </a:lnTo>
                  <a:lnTo>
                    <a:pt x="40156" y="58513"/>
                  </a:lnTo>
                  <a:lnTo>
                    <a:pt x="33420" y="53230"/>
                  </a:lnTo>
                  <a:lnTo>
                    <a:pt x="26597" y="47637"/>
                  </a:lnTo>
                  <a:lnTo>
                    <a:pt x="20449" y="42597"/>
                  </a:lnTo>
                  <a:lnTo>
                    <a:pt x="13606" y="36988"/>
                  </a:lnTo>
                  <a:lnTo>
                    <a:pt x="4240" y="29311"/>
                  </a:lnTo>
                  <a:lnTo>
                    <a:pt x="0" y="258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956626" y="3758611"/>
              <a:ext cx="58725" cy="48958"/>
            </a:xfrm>
            <a:custGeom>
              <a:avLst/>
              <a:pathLst>
                <a:path w="58725" h="48958">
                  <a:moveTo>
                    <a:pt x="19929" y="12329"/>
                  </a:moveTo>
                  <a:lnTo>
                    <a:pt x="41502" y="0"/>
                  </a:lnTo>
                  <a:lnTo>
                    <a:pt x="43508" y="2191"/>
                  </a:lnTo>
                  <a:lnTo>
                    <a:pt x="45872" y="4773"/>
                  </a:lnTo>
                  <a:lnTo>
                    <a:pt x="49150" y="8353"/>
                  </a:lnTo>
                  <a:lnTo>
                    <a:pt x="52584" y="16254"/>
                  </a:lnTo>
                  <a:lnTo>
                    <a:pt x="58725" y="30380"/>
                  </a:lnTo>
                  <a:lnTo>
                    <a:pt x="35788" y="39327"/>
                  </a:lnTo>
                  <a:lnTo>
                    <a:pt x="18143" y="46211"/>
                  </a:lnTo>
                  <a:lnTo>
                    <a:pt x="11099" y="48958"/>
                  </a:lnTo>
                  <a:lnTo>
                    <a:pt x="4712" y="36113"/>
                  </a:lnTo>
                  <a:lnTo>
                    <a:pt x="3890" y="34459"/>
                  </a:lnTo>
                  <a:lnTo>
                    <a:pt x="0" y="26634"/>
                  </a:lnTo>
                  <a:lnTo>
                    <a:pt x="1461" y="228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17430" y="3740477"/>
              <a:ext cx="79166" cy="75469"/>
            </a:xfrm>
            <a:custGeom>
              <a:avLst/>
              <a:pathLst>
                <a:path w="79166" h="75469">
                  <a:moveTo>
                    <a:pt x="0" y="21564"/>
                  </a:moveTo>
                  <a:lnTo>
                    <a:pt x="6681" y="18262"/>
                  </a:lnTo>
                  <a:lnTo>
                    <a:pt x="19565" y="11220"/>
                  </a:lnTo>
                  <a:lnTo>
                    <a:pt x="33089" y="10318"/>
                  </a:lnTo>
                  <a:lnTo>
                    <a:pt x="34235" y="3202"/>
                  </a:lnTo>
                  <a:lnTo>
                    <a:pt x="52662" y="1643"/>
                  </a:lnTo>
                  <a:lnTo>
                    <a:pt x="72078" y="0"/>
                  </a:lnTo>
                  <a:lnTo>
                    <a:pt x="73432" y="13342"/>
                  </a:lnTo>
                  <a:lnTo>
                    <a:pt x="75153" y="30298"/>
                  </a:lnTo>
                  <a:lnTo>
                    <a:pt x="79166" y="69836"/>
                  </a:lnTo>
                  <a:lnTo>
                    <a:pt x="57823" y="72365"/>
                  </a:lnTo>
                  <a:lnTo>
                    <a:pt x="31637" y="75469"/>
                  </a:lnTo>
                  <a:lnTo>
                    <a:pt x="23450" y="67110"/>
                  </a:lnTo>
                  <a:lnTo>
                    <a:pt x="17102" y="58079"/>
                  </a:lnTo>
                  <a:lnTo>
                    <a:pt x="14202" y="53952"/>
                  </a:lnTo>
                  <a:lnTo>
                    <a:pt x="3715" y="33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096906" y="3732280"/>
              <a:ext cx="60223" cy="76366"/>
            </a:xfrm>
            <a:custGeom>
              <a:avLst/>
              <a:pathLst>
                <a:path w="60223" h="76366">
                  <a:moveTo>
                    <a:pt x="7690" y="68903"/>
                  </a:moveTo>
                  <a:lnTo>
                    <a:pt x="7005" y="62946"/>
                  </a:lnTo>
                  <a:lnTo>
                    <a:pt x="6290" y="56722"/>
                  </a:lnTo>
                  <a:lnTo>
                    <a:pt x="5509" y="49933"/>
                  </a:lnTo>
                  <a:lnTo>
                    <a:pt x="4626" y="42252"/>
                  </a:lnTo>
                  <a:lnTo>
                    <a:pt x="3621" y="33519"/>
                  </a:lnTo>
                  <a:lnTo>
                    <a:pt x="3089" y="28894"/>
                  </a:lnTo>
                  <a:lnTo>
                    <a:pt x="2339" y="22372"/>
                  </a:lnTo>
                  <a:lnTo>
                    <a:pt x="0" y="2026"/>
                  </a:lnTo>
                  <a:lnTo>
                    <a:pt x="14318" y="1437"/>
                  </a:lnTo>
                  <a:lnTo>
                    <a:pt x="26511" y="936"/>
                  </a:lnTo>
                  <a:lnTo>
                    <a:pt x="49298" y="0"/>
                  </a:lnTo>
                  <a:lnTo>
                    <a:pt x="50230" y="7075"/>
                  </a:lnTo>
                  <a:lnTo>
                    <a:pt x="51786" y="18880"/>
                  </a:lnTo>
                  <a:lnTo>
                    <a:pt x="53191" y="29536"/>
                  </a:lnTo>
                  <a:lnTo>
                    <a:pt x="53755" y="33817"/>
                  </a:lnTo>
                  <a:lnTo>
                    <a:pt x="55100" y="41812"/>
                  </a:lnTo>
                  <a:lnTo>
                    <a:pt x="57038" y="53331"/>
                  </a:lnTo>
                  <a:lnTo>
                    <a:pt x="57787" y="57784"/>
                  </a:lnTo>
                  <a:lnTo>
                    <a:pt x="59857" y="71764"/>
                  </a:lnTo>
                  <a:lnTo>
                    <a:pt x="60223" y="74238"/>
                  </a:lnTo>
                  <a:lnTo>
                    <a:pt x="33209" y="75351"/>
                  </a:lnTo>
                  <a:lnTo>
                    <a:pt x="8549" y="76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152923" y="3726088"/>
              <a:ext cx="55906" cy="79634"/>
            </a:xfrm>
            <a:custGeom>
              <a:avLst/>
              <a:pathLst>
                <a:path w="55906" h="79634">
                  <a:moveTo>
                    <a:pt x="25292" y="3210"/>
                  </a:moveTo>
                  <a:lnTo>
                    <a:pt x="50091" y="0"/>
                  </a:lnTo>
                  <a:lnTo>
                    <a:pt x="50859" y="9082"/>
                  </a:lnTo>
                  <a:lnTo>
                    <a:pt x="51475" y="16370"/>
                  </a:lnTo>
                  <a:lnTo>
                    <a:pt x="52150" y="24356"/>
                  </a:lnTo>
                  <a:lnTo>
                    <a:pt x="52736" y="31283"/>
                  </a:lnTo>
                  <a:lnTo>
                    <a:pt x="53363" y="38700"/>
                  </a:lnTo>
                  <a:lnTo>
                    <a:pt x="54107" y="47491"/>
                  </a:lnTo>
                  <a:lnTo>
                    <a:pt x="54934" y="57275"/>
                  </a:lnTo>
                  <a:lnTo>
                    <a:pt x="55906" y="68767"/>
                  </a:lnTo>
                  <a:lnTo>
                    <a:pt x="53875" y="69248"/>
                  </a:lnTo>
                  <a:lnTo>
                    <a:pt x="37612" y="73106"/>
                  </a:lnTo>
                  <a:lnTo>
                    <a:pt x="10089" y="79634"/>
                  </a:lnTo>
                  <a:lnTo>
                    <a:pt x="9494" y="75317"/>
                  </a:lnTo>
                  <a:lnTo>
                    <a:pt x="8711" y="69641"/>
                  </a:lnTo>
                  <a:lnTo>
                    <a:pt x="7642" y="61887"/>
                  </a:lnTo>
                  <a:lnTo>
                    <a:pt x="6723" y="55226"/>
                  </a:lnTo>
                  <a:lnTo>
                    <a:pt x="5783" y="48416"/>
                  </a:lnTo>
                  <a:lnTo>
                    <a:pt x="5026" y="42927"/>
                  </a:lnTo>
                  <a:lnTo>
                    <a:pt x="4264" y="37404"/>
                  </a:lnTo>
                  <a:lnTo>
                    <a:pt x="3664" y="33053"/>
                  </a:lnTo>
                  <a:lnTo>
                    <a:pt x="2907" y="27567"/>
                  </a:lnTo>
                  <a:lnTo>
                    <a:pt x="1702" y="18824"/>
                  </a:lnTo>
                  <a:lnTo>
                    <a:pt x="0" y="6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10877" y="3716335"/>
              <a:ext cx="55509" cy="77203"/>
            </a:xfrm>
            <a:custGeom>
              <a:avLst/>
              <a:pathLst>
                <a:path w="55509" h="77203">
                  <a:moveTo>
                    <a:pt x="3920" y="70725"/>
                  </a:moveTo>
                  <a:lnTo>
                    <a:pt x="3609" y="65538"/>
                  </a:lnTo>
                  <a:lnTo>
                    <a:pt x="3203" y="58780"/>
                  </a:lnTo>
                  <a:lnTo>
                    <a:pt x="2753" y="51295"/>
                  </a:lnTo>
                  <a:lnTo>
                    <a:pt x="2362" y="44776"/>
                  </a:lnTo>
                  <a:lnTo>
                    <a:pt x="1994" y="38664"/>
                  </a:lnTo>
                  <a:lnTo>
                    <a:pt x="1574" y="31669"/>
                  </a:lnTo>
                  <a:lnTo>
                    <a:pt x="0" y="5451"/>
                  </a:lnTo>
                  <a:lnTo>
                    <a:pt x="1667" y="5264"/>
                  </a:lnTo>
                  <a:lnTo>
                    <a:pt x="13092" y="3984"/>
                  </a:lnTo>
                  <a:lnTo>
                    <a:pt x="24626" y="2692"/>
                  </a:lnTo>
                  <a:lnTo>
                    <a:pt x="48647" y="0"/>
                  </a:lnTo>
                  <a:lnTo>
                    <a:pt x="49624" y="9950"/>
                  </a:lnTo>
                  <a:lnTo>
                    <a:pt x="50213" y="15947"/>
                  </a:lnTo>
                  <a:lnTo>
                    <a:pt x="50973" y="23682"/>
                  </a:lnTo>
                  <a:lnTo>
                    <a:pt x="52003" y="34161"/>
                  </a:lnTo>
                  <a:lnTo>
                    <a:pt x="53194" y="46289"/>
                  </a:lnTo>
                  <a:lnTo>
                    <a:pt x="55509" y="69850"/>
                  </a:lnTo>
                  <a:lnTo>
                    <a:pt x="53799" y="70155"/>
                  </a:lnTo>
                  <a:lnTo>
                    <a:pt x="36634" y="73211"/>
                  </a:lnTo>
                  <a:lnTo>
                    <a:pt x="33302" y="73622"/>
                  </a:lnTo>
                  <a:lnTo>
                    <a:pt x="4310" y="77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04471" y="3654846"/>
              <a:ext cx="52575" cy="34502"/>
            </a:xfrm>
            <a:custGeom>
              <a:avLst/>
              <a:pathLst>
                <a:path w="52575" h="34502">
                  <a:moveTo>
                    <a:pt x="37687" y="27272"/>
                  </a:moveTo>
                  <a:lnTo>
                    <a:pt x="2518" y="34502"/>
                  </a:lnTo>
                  <a:lnTo>
                    <a:pt x="2259" y="31839"/>
                  </a:lnTo>
                  <a:lnTo>
                    <a:pt x="1426" y="23264"/>
                  </a:lnTo>
                  <a:lnTo>
                    <a:pt x="1163" y="20554"/>
                  </a:lnTo>
                  <a:lnTo>
                    <a:pt x="438" y="13089"/>
                  </a:lnTo>
                  <a:lnTo>
                    <a:pt x="0" y="8577"/>
                  </a:lnTo>
                  <a:lnTo>
                    <a:pt x="25015" y="4246"/>
                  </a:lnTo>
                  <a:lnTo>
                    <a:pt x="49544" y="0"/>
                  </a:lnTo>
                  <a:lnTo>
                    <a:pt x="50682" y="9091"/>
                  </a:lnTo>
                  <a:lnTo>
                    <a:pt x="52575" y="24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071184" y="3982012"/>
              <a:ext cx="19056" cy="44509"/>
            </a:xfrm>
            <a:custGeom>
              <a:avLst/>
              <a:pathLst>
                <a:path w="19056" h="44509">
                  <a:moveTo>
                    <a:pt x="689" y="16907"/>
                  </a:moveTo>
                  <a:lnTo>
                    <a:pt x="5761" y="0"/>
                  </a:lnTo>
                  <a:lnTo>
                    <a:pt x="13059" y="1136"/>
                  </a:lnTo>
                  <a:lnTo>
                    <a:pt x="19056" y="2069"/>
                  </a:lnTo>
                  <a:lnTo>
                    <a:pt x="18356" y="8901"/>
                  </a:lnTo>
                  <a:lnTo>
                    <a:pt x="17323" y="18987"/>
                  </a:lnTo>
                  <a:lnTo>
                    <a:pt x="14709" y="44509"/>
                  </a:lnTo>
                  <a:lnTo>
                    <a:pt x="11692" y="43355"/>
                  </a:lnTo>
                  <a:lnTo>
                    <a:pt x="6803" y="41484"/>
                  </a:lnTo>
                  <a:lnTo>
                    <a:pt x="0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265207" y="3688615"/>
              <a:ext cx="59043" cy="59042"/>
            </a:xfrm>
            <a:custGeom>
              <a:avLst/>
              <a:pathLst>
                <a:path w="59043" h="59042">
                  <a:moveTo>
                    <a:pt x="26864" y="57542"/>
                  </a:moveTo>
                  <a:lnTo>
                    <a:pt x="3880" y="59042"/>
                  </a:lnTo>
                  <a:lnTo>
                    <a:pt x="0" y="20169"/>
                  </a:lnTo>
                  <a:lnTo>
                    <a:pt x="51658" y="0"/>
                  </a:lnTo>
                  <a:lnTo>
                    <a:pt x="58169" y="13825"/>
                  </a:lnTo>
                  <a:lnTo>
                    <a:pt x="59043" y="1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879821" y="3974665"/>
              <a:ext cx="290960" cy="869437"/>
            </a:xfrm>
            <a:custGeom>
              <a:avLst/>
              <a:pathLst>
                <a:path w="290960" h="869437">
                  <a:moveTo>
                    <a:pt x="202237" y="71203"/>
                  </a:moveTo>
                  <a:lnTo>
                    <a:pt x="213521" y="95451"/>
                  </a:lnTo>
                  <a:lnTo>
                    <a:pt x="215201" y="104166"/>
                  </a:lnTo>
                  <a:lnTo>
                    <a:pt x="220669" y="132525"/>
                  </a:lnTo>
                  <a:lnTo>
                    <a:pt x="224111" y="150374"/>
                  </a:lnTo>
                  <a:lnTo>
                    <a:pt x="240709" y="189561"/>
                  </a:lnTo>
                  <a:lnTo>
                    <a:pt x="243545" y="223874"/>
                  </a:lnTo>
                  <a:lnTo>
                    <a:pt x="274480" y="346736"/>
                  </a:lnTo>
                  <a:lnTo>
                    <a:pt x="247223" y="408278"/>
                  </a:lnTo>
                  <a:lnTo>
                    <a:pt x="290772" y="445513"/>
                  </a:lnTo>
                  <a:lnTo>
                    <a:pt x="290960" y="447239"/>
                  </a:lnTo>
                  <a:lnTo>
                    <a:pt x="290898" y="449693"/>
                  </a:lnTo>
                  <a:lnTo>
                    <a:pt x="290836" y="452143"/>
                  </a:lnTo>
                  <a:lnTo>
                    <a:pt x="290524" y="455316"/>
                  </a:lnTo>
                  <a:lnTo>
                    <a:pt x="290214" y="458481"/>
                  </a:lnTo>
                  <a:lnTo>
                    <a:pt x="289904" y="461638"/>
                  </a:lnTo>
                  <a:lnTo>
                    <a:pt x="289813" y="465277"/>
                  </a:lnTo>
                  <a:lnTo>
                    <a:pt x="289317" y="466720"/>
                  </a:lnTo>
                  <a:lnTo>
                    <a:pt x="289474" y="469625"/>
                  </a:lnTo>
                  <a:lnTo>
                    <a:pt x="288673" y="474190"/>
                  </a:lnTo>
                  <a:lnTo>
                    <a:pt x="288830" y="477077"/>
                  </a:lnTo>
                  <a:lnTo>
                    <a:pt x="287844" y="479938"/>
                  </a:lnTo>
                  <a:lnTo>
                    <a:pt x="287540" y="483043"/>
                  </a:lnTo>
                  <a:lnTo>
                    <a:pt x="287511" y="484236"/>
                  </a:lnTo>
                  <a:lnTo>
                    <a:pt x="286991" y="486851"/>
                  </a:lnTo>
                  <a:lnTo>
                    <a:pt x="286472" y="489460"/>
                  </a:lnTo>
                  <a:lnTo>
                    <a:pt x="285710" y="492773"/>
                  </a:lnTo>
                  <a:lnTo>
                    <a:pt x="284733" y="495600"/>
                  </a:lnTo>
                  <a:lnTo>
                    <a:pt x="284218" y="498192"/>
                  </a:lnTo>
                  <a:lnTo>
                    <a:pt x="283705" y="500780"/>
                  </a:lnTo>
                  <a:lnTo>
                    <a:pt x="282733" y="503591"/>
                  </a:lnTo>
                  <a:lnTo>
                    <a:pt x="282005" y="505695"/>
                  </a:lnTo>
                  <a:lnTo>
                    <a:pt x="281037" y="508496"/>
                  </a:lnTo>
                  <a:lnTo>
                    <a:pt x="279855" y="510821"/>
                  </a:lnTo>
                  <a:lnTo>
                    <a:pt x="278433" y="513840"/>
                  </a:lnTo>
                  <a:lnTo>
                    <a:pt x="278168" y="515702"/>
                  </a:lnTo>
                  <a:lnTo>
                    <a:pt x="277207" y="518483"/>
                  </a:lnTo>
                  <a:lnTo>
                    <a:pt x="276487" y="520565"/>
                  </a:lnTo>
                  <a:lnTo>
                    <a:pt x="275746" y="523802"/>
                  </a:lnTo>
                  <a:lnTo>
                    <a:pt x="275245" y="526340"/>
                  </a:lnTo>
                  <a:lnTo>
                    <a:pt x="274291" y="529100"/>
                  </a:lnTo>
                  <a:lnTo>
                    <a:pt x="274268" y="530252"/>
                  </a:lnTo>
                  <a:lnTo>
                    <a:pt x="273101" y="532541"/>
                  </a:lnTo>
                  <a:lnTo>
                    <a:pt x="272388" y="534602"/>
                  </a:lnTo>
                  <a:lnTo>
                    <a:pt x="271676" y="536660"/>
                  </a:lnTo>
                  <a:lnTo>
                    <a:pt x="270966" y="538715"/>
                  </a:lnTo>
                  <a:lnTo>
                    <a:pt x="269332" y="542357"/>
                  </a:lnTo>
                  <a:lnTo>
                    <a:pt x="268192" y="543487"/>
                  </a:lnTo>
                  <a:lnTo>
                    <a:pt x="267950" y="545296"/>
                  </a:lnTo>
                  <a:lnTo>
                    <a:pt x="266802" y="547555"/>
                  </a:lnTo>
                  <a:lnTo>
                    <a:pt x="265202" y="550036"/>
                  </a:lnTo>
                  <a:lnTo>
                    <a:pt x="263826" y="552965"/>
                  </a:lnTo>
                  <a:lnTo>
                    <a:pt x="262682" y="555216"/>
                  </a:lnTo>
                  <a:lnTo>
                    <a:pt x="261087" y="557690"/>
                  </a:lnTo>
                  <a:lnTo>
                    <a:pt x="259946" y="559936"/>
                  </a:lnTo>
                  <a:lnTo>
                    <a:pt x="258575" y="562853"/>
                  </a:lnTo>
                  <a:lnTo>
                    <a:pt x="257665" y="564422"/>
                  </a:lnTo>
                  <a:lnTo>
                    <a:pt x="255626" y="567108"/>
                  </a:lnTo>
                  <a:lnTo>
                    <a:pt x="254046" y="568448"/>
                  </a:lnTo>
                  <a:lnTo>
                    <a:pt x="253361" y="570461"/>
                  </a:lnTo>
                  <a:lnTo>
                    <a:pt x="251555" y="572470"/>
                  </a:lnTo>
                  <a:lnTo>
                    <a:pt x="249973" y="574923"/>
                  </a:lnTo>
                  <a:lnTo>
                    <a:pt x="248841" y="577152"/>
                  </a:lnTo>
                  <a:lnTo>
                    <a:pt x="247040" y="579154"/>
                  </a:lnTo>
                  <a:lnTo>
                    <a:pt x="245009" y="582935"/>
                  </a:lnTo>
                  <a:lnTo>
                    <a:pt x="244783" y="583602"/>
                  </a:lnTo>
                  <a:lnTo>
                    <a:pt x="243429" y="586490"/>
                  </a:lnTo>
                  <a:lnTo>
                    <a:pt x="241635" y="588482"/>
                  </a:lnTo>
                  <a:lnTo>
                    <a:pt x="240059" y="592028"/>
                  </a:lnTo>
                  <a:lnTo>
                    <a:pt x="239162" y="593576"/>
                  </a:lnTo>
                  <a:lnTo>
                    <a:pt x="237594" y="596007"/>
                  </a:lnTo>
                  <a:lnTo>
                    <a:pt x="236689" y="599768"/>
                  </a:lnTo>
                  <a:lnTo>
                    <a:pt x="235341" y="603747"/>
                  </a:lnTo>
                  <a:lnTo>
                    <a:pt x="234891" y="605076"/>
                  </a:lnTo>
                  <a:lnTo>
                    <a:pt x="233772" y="607291"/>
                  </a:lnTo>
                  <a:lnTo>
                    <a:pt x="233095" y="610388"/>
                  </a:lnTo>
                  <a:lnTo>
                    <a:pt x="232418" y="613483"/>
                  </a:lnTo>
                  <a:lnTo>
                    <a:pt x="231745" y="615473"/>
                  </a:lnTo>
                  <a:lnTo>
                    <a:pt x="231738" y="617680"/>
                  </a:lnTo>
                  <a:lnTo>
                    <a:pt x="231506" y="620547"/>
                  </a:lnTo>
                  <a:lnTo>
                    <a:pt x="231054" y="622974"/>
                  </a:lnTo>
                  <a:lnTo>
                    <a:pt x="230823" y="625838"/>
                  </a:lnTo>
                  <a:lnTo>
                    <a:pt x="230148" y="628924"/>
                  </a:lnTo>
                  <a:lnTo>
                    <a:pt x="229032" y="631133"/>
                  </a:lnTo>
                  <a:lnTo>
                    <a:pt x="227916" y="633341"/>
                  </a:lnTo>
                  <a:lnTo>
                    <a:pt x="227024" y="634888"/>
                  </a:lnTo>
                  <a:lnTo>
                    <a:pt x="226353" y="636872"/>
                  </a:lnTo>
                  <a:lnTo>
                    <a:pt x="225458" y="639516"/>
                  </a:lnTo>
                  <a:lnTo>
                    <a:pt x="224787" y="641499"/>
                  </a:lnTo>
                  <a:lnTo>
                    <a:pt x="224338" y="643917"/>
                  </a:lnTo>
                  <a:lnTo>
                    <a:pt x="223667" y="645898"/>
                  </a:lnTo>
                  <a:lnTo>
                    <a:pt x="223439" y="648750"/>
                  </a:lnTo>
                  <a:lnTo>
                    <a:pt x="222990" y="651165"/>
                  </a:lnTo>
                  <a:lnTo>
                    <a:pt x="222541" y="653579"/>
                  </a:lnTo>
                  <a:lnTo>
                    <a:pt x="222314" y="656426"/>
                  </a:lnTo>
                  <a:lnTo>
                    <a:pt x="221866" y="658837"/>
                  </a:lnTo>
                  <a:lnTo>
                    <a:pt x="221194" y="661905"/>
                  </a:lnTo>
                  <a:lnTo>
                    <a:pt x="220968" y="664747"/>
                  </a:lnTo>
                  <a:lnTo>
                    <a:pt x="220078" y="666289"/>
                  </a:lnTo>
                  <a:lnTo>
                    <a:pt x="219631" y="668695"/>
                  </a:lnTo>
                  <a:lnTo>
                    <a:pt x="219848" y="671307"/>
                  </a:lnTo>
                  <a:lnTo>
                    <a:pt x="218958" y="673937"/>
                  </a:lnTo>
                  <a:lnTo>
                    <a:pt x="218733" y="675683"/>
                  </a:lnTo>
                  <a:lnTo>
                    <a:pt x="218287" y="678085"/>
                  </a:lnTo>
                  <a:lnTo>
                    <a:pt x="217840" y="680485"/>
                  </a:lnTo>
                  <a:lnTo>
                    <a:pt x="217394" y="682885"/>
                  </a:lnTo>
                  <a:lnTo>
                    <a:pt x="217391" y="685057"/>
                  </a:lnTo>
                  <a:lnTo>
                    <a:pt x="216946" y="687455"/>
                  </a:lnTo>
                  <a:lnTo>
                    <a:pt x="216943" y="689624"/>
                  </a:lnTo>
                  <a:lnTo>
                    <a:pt x="216940" y="691793"/>
                  </a:lnTo>
                  <a:lnTo>
                    <a:pt x="218042" y="695018"/>
                  </a:lnTo>
                  <a:lnTo>
                    <a:pt x="218480" y="698037"/>
                  </a:lnTo>
                  <a:lnTo>
                    <a:pt x="218697" y="700627"/>
                  </a:lnTo>
                  <a:lnTo>
                    <a:pt x="219577" y="702334"/>
                  </a:lnTo>
                  <a:lnTo>
                    <a:pt x="220235" y="704693"/>
                  </a:lnTo>
                  <a:lnTo>
                    <a:pt x="220011" y="706424"/>
                  </a:lnTo>
                  <a:lnTo>
                    <a:pt x="221112" y="709591"/>
                  </a:lnTo>
                  <a:lnTo>
                    <a:pt x="221111" y="711716"/>
                  </a:lnTo>
                  <a:lnTo>
                    <a:pt x="221770" y="715093"/>
                  </a:lnTo>
                  <a:lnTo>
                    <a:pt x="221548" y="717854"/>
                  </a:lnTo>
                  <a:lnTo>
                    <a:pt x="222425" y="720584"/>
                  </a:lnTo>
                  <a:lnTo>
                    <a:pt x="222420" y="722741"/>
                  </a:lnTo>
                  <a:lnTo>
                    <a:pt x="222194" y="725544"/>
                  </a:lnTo>
                  <a:lnTo>
                    <a:pt x="222406" y="728127"/>
                  </a:lnTo>
                  <a:lnTo>
                    <a:pt x="222401" y="730281"/>
                  </a:lnTo>
                  <a:lnTo>
                    <a:pt x="222615" y="731785"/>
                  </a:lnTo>
                  <a:lnTo>
                    <a:pt x="223048" y="733718"/>
                  </a:lnTo>
                  <a:lnTo>
                    <a:pt x="223480" y="735649"/>
                  </a:lnTo>
                  <a:lnTo>
                    <a:pt x="223475" y="737799"/>
                  </a:lnTo>
                  <a:lnTo>
                    <a:pt x="224124" y="740156"/>
                  </a:lnTo>
                  <a:lnTo>
                    <a:pt x="224774" y="742512"/>
                  </a:lnTo>
                  <a:lnTo>
                    <a:pt x="224988" y="744012"/>
                  </a:lnTo>
                  <a:lnTo>
                    <a:pt x="224982" y="746158"/>
                  </a:lnTo>
                  <a:lnTo>
                    <a:pt x="224976" y="748303"/>
                  </a:lnTo>
                  <a:lnTo>
                    <a:pt x="224970" y="750447"/>
                  </a:lnTo>
                  <a:lnTo>
                    <a:pt x="224747" y="752164"/>
                  </a:lnTo>
                  <a:lnTo>
                    <a:pt x="224958" y="754732"/>
                  </a:lnTo>
                  <a:lnTo>
                    <a:pt x="225386" y="757724"/>
                  </a:lnTo>
                  <a:lnTo>
                    <a:pt x="225600" y="759220"/>
                  </a:lnTo>
                  <a:lnTo>
                    <a:pt x="225582" y="765634"/>
                  </a:lnTo>
                  <a:lnTo>
                    <a:pt x="223165" y="771306"/>
                  </a:lnTo>
                  <a:lnTo>
                    <a:pt x="222090" y="773379"/>
                  </a:lnTo>
                  <a:lnTo>
                    <a:pt x="220595" y="775663"/>
                  </a:lnTo>
                  <a:lnTo>
                    <a:pt x="219521" y="777735"/>
                  </a:lnTo>
                  <a:lnTo>
                    <a:pt x="217825" y="779610"/>
                  </a:lnTo>
                  <a:lnTo>
                    <a:pt x="216114" y="782512"/>
                  </a:lnTo>
                  <a:lnTo>
                    <a:pt x="215056" y="783556"/>
                  </a:lnTo>
                  <a:lnTo>
                    <a:pt x="213563" y="785838"/>
                  </a:lnTo>
                  <a:lnTo>
                    <a:pt x="212707" y="787288"/>
                  </a:lnTo>
                  <a:lnTo>
                    <a:pt x="210390" y="788967"/>
                  </a:lnTo>
                  <a:lnTo>
                    <a:pt x="209535" y="790417"/>
                  </a:lnTo>
                  <a:lnTo>
                    <a:pt x="207014" y="791690"/>
                  </a:lnTo>
                  <a:lnTo>
                    <a:pt x="205319" y="793564"/>
                  </a:lnTo>
                  <a:lnTo>
                    <a:pt x="203639" y="794412"/>
                  </a:lnTo>
                  <a:lnTo>
                    <a:pt x="201958" y="795260"/>
                  </a:lnTo>
                  <a:lnTo>
                    <a:pt x="200480" y="796516"/>
                  </a:lnTo>
                  <a:lnTo>
                    <a:pt x="197959" y="797789"/>
                  </a:lnTo>
                  <a:lnTo>
                    <a:pt x="195857" y="798850"/>
                  </a:lnTo>
                  <a:lnTo>
                    <a:pt x="193335" y="800123"/>
                  </a:lnTo>
                  <a:lnTo>
                    <a:pt x="191232" y="801184"/>
                  </a:lnTo>
                  <a:lnTo>
                    <a:pt x="189130" y="802246"/>
                  </a:lnTo>
                  <a:lnTo>
                    <a:pt x="186606" y="803520"/>
                  </a:lnTo>
                  <a:lnTo>
                    <a:pt x="183661" y="805006"/>
                  </a:lnTo>
                  <a:lnTo>
                    <a:pt x="181137" y="806280"/>
                  </a:lnTo>
                  <a:lnTo>
                    <a:pt x="179249" y="806724"/>
                  </a:lnTo>
                  <a:lnTo>
                    <a:pt x="177361" y="807168"/>
                  </a:lnTo>
                  <a:lnTo>
                    <a:pt x="174220" y="807223"/>
                  </a:lnTo>
                  <a:lnTo>
                    <a:pt x="171693" y="808499"/>
                  </a:lnTo>
                  <a:lnTo>
                    <a:pt x="169598" y="808536"/>
                  </a:lnTo>
                  <a:lnTo>
                    <a:pt x="167080" y="808786"/>
                  </a:lnTo>
                  <a:lnTo>
                    <a:pt x="164983" y="808824"/>
                  </a:lnTo>
                  <a:lnTo>
                    <a:pt x="163092" y="809268"/>
                  </a:lnTo>
                  <a:lnTo>
                    <a:pt x="160572" y="809519"/>
                  </a:lnTo>
                  <a:lnTo>
                    <a:pt x="157629" y="809982"/>
                  </a:lnTo>
                  <a:lnTo>
                    <a:pt x="155951" y="809807"/>
                  </a:lnTo>
                  <a:lnTo>
                    <a:pt x="153006" y="810271"/>
                  </a:lnTo>
                  <a:lnTo>
                    <a:pt x="151111" y="810715"/>
                  </a:lnTo>
                  <a:lnTo>
                    <a:pt x="148802" y="810347"/>
                  </a:lnTo>
                  <a:lnTo>
                    <a:pt x="146699" y="810384"/>
                  </a:lnTo>
                  <a:lnTo>
                    <a:pt x="144388" y="810015"/>
                  </a:lnTo>
                  <a:lnTo>
                    <a:pt x="142920" y="809220"/>
                  </a:lnTo>
                  <a:lnTo>
                    <a:pt x="141030" y="808637"/>
                  </a:lnTo>
                  <a:lnTo>
                    <a:pt x="138723" y="807239"/>
                  </a:lnTo>
                  <a:lnTo>
                    <a:pt x="136413" y="806918"/>
                  </a:lnTo>
                  <a:lnTo>
                    <a:pt x="134744" y="805815"/>
                  </a:lnTo>
                  <a:lnTo>
                    <a:pt x="132650" y="804932"/>
                  </a:lnTo>
                  <a:lnTo>
                    <a:pt x="130346" y="803661"/>
                  </a:lnTo>
                  <a:lnTo>
                    <a:pt x="127822" y="802997"/>
                  </a:lnTo>
                  <a:lnTo>
                    <a:pt x="125510" y="801721"/>
                  </a:lnTo>
                  <a:lnTo>
                    <a:pt x="123611" y="801221"/>
                  </a:lnTo>
                  <a:lnTo>
                    <a:pt x="121292" y="799943"/>
                  </a:lnTo>
                  <a:lnTo>
                    <a:pt x="118544" y="798884"/>
                  </a:lnTo>
                  <a:lnTo>
                    <a:pt x="117273" y="798549"/>
                  </a:lnTo>
                  <a:lnTo>
                    <a:pt x="114727" y="797878"/>
                  </a:lnTo>
                  <a:lnTo>
                    <a:pt x="112389" y="797596"/>
                  </a:lnTo>
                  <a:lnTo>
                    <a:pt x="110048" y="797314"/>
                  </a:lnTo>
                  <a:lnTo>
                    <a:pt x="107916" y="797444"/>
                  </a:lnTo>
                  <a:lnTo>
                    <a:pt x="105781" y="797616"/>
                  </a:lnTo>
                  <a:lnTo>
                    <a:pt x="103855" y="798174"/>
                  </a:lnTo>
                  <a:lnTo>
                    <a:pt x="102143" y="798111"/>
                  </a:lnTo>
                  <a:lnTo>
                    <a:pt x="100643" y="798433"/>
                  </a:lnTo>
                  <a:lnTo>
                    <a:pt x="98497" y="798607"/>
                  </a:lnTo>
                  <a:lnTo>
                    <a:pt x="96133" y="799402"/>
                  </a:lnTo>
                  <a:lnTo>
                    <a:pt x="94411" y="800348"/>
                  </a:lnTo>
                  <a:lnTo>
                    <a:pt x="92258" y="801532"/>
                  </a:lnTo>
                  <a:lnTo>
                    <a:pt x="90533" y="802480"/>
                  </a:lnTo>
                  <a:lnTo>
                    <a:pt x="89023" y="803813"/>
                  </a:lnTo>
                  <a:lnTo>
                    <a:pt x="87946" y="805918"/>
                  </a:lnTo>
                  <a:lnTo>
                    <a:pt x="86869" y="808023"/>
                  </a:lnTo>
                  <a:lnTo>
                    <a:pt x="86872" y="810036"/>
                  </a:lnTo>
                  <a:lnTo>
                    <a:pt x="87307" y="811809"/>
                  </a:lnTo>
                  <a:lnTo>
                    <a:pt x="87309" y="813817"/>
                  </a:lnTo>
                  <a:lnTo>
                    <a:pt x="87528" y="816207"/>
                  </a:lnTo>
                  <a:lnTo>
                    <a:pt x="88177" y="818355"/>
                  </a:lnTo>
                  <a:lnTo>
                    <a:pt x="89470" y="820643"/>
                  </a:lnTo>
                  <a:lnTo>
                    <a:pt x="89902" y="823402"/>
                  </a:lnTo>
                  <a:lnTo>
                    <a:pt x="90118" y="825776"/>
                  </a:lnTo>
                  <a:lnTo>
                    <a:pt x="91405" y="828051"/>
                  </a:lnTo>
                  <a:lnTo>
                    <a:pt x="92262" y="829565"/>
                  </a:lnTo>
                  <a:lnTo>
                    <a:pt x="93545" y="831831"/>
                  </a:lnTo>
                  <a:lnTo>
                    <a:pt x="94186" y="832963"/>
                  </a:lnTo>
                  <a:lnTo>
                    <a:pt x="95892" y="834985"/>
                  </a:lnTo>
                  <a:lnTo>
                    <a:pt x="96530" y="836113"/>
                  </a:lnTo>
                  <a:lnTo>
                    <a:pt x="97382" y="837554"/>
                  </a:lnTo>
                  <a:lnTo>
                    <a:pt x="99297" y="838865"/>
                  </a:lnTo>
                  <a:lnTo>
                    <a:pt x="100570" y="840044"/>
                  </a:lnTo>
                  <a:lnTo>
                    <a:pt x="100994" y="840744"/>
                  </a:lnTo>
                  <a:lnTo>
                    <a:pt x="103531" y="842186"/>
                  </a:lnTo>
                  <a:lnTo>
                    <a:pt x="105004" y="843843"/>
                  </a:lnTo>
                  <a:lnTo>
                    <a:pt x="106055" y="844750"/>
                  </a:lnTo>
                  <a:lnTo>
                    <a:pt x="106893" y="846242"/>
                  </a:lnTo>
                  <a:lnTo>
                    <a:pt x="108360" y="847891"/>
                  </a:lnTo>
                  <a:lnTo>
                    <a:pt x="109195" y="849394"/>
                  </a:lnTo>
                  <a:lnTo>
                    <a:pt x="110446" y="851658"/>
                  </a:lnTo>
                  <a:lnTo>
                    <a:pt x="111902" y="854295"/>
                  </a:lnTo>
                  <a:lnTo>
                    <a:pt x="112941" y="856174"/>
                  </a:lnTo>
                  <a:lnTo>
                    <a:pt x="113978" y="858051"/>
                  </a:lnTo>
                  <a:lnTo>
                    <a:pt x="114386" y="859750"/>
                  </a:lnTo>
                  <a:lnTo>
                    <a:pt x="114375" y="861643"/>
                  </a:lnTo>
                  <a:lnTo>
                    <a:pt x="114364" y="863535"/>
                  </a:lnTo>
                  <a:lnTo>
                    <a:pt x="114347" y="866367"/>
                  </a:lnTo>
                  <a:lnTo>
                    <a:pt x="113292" y="868275"/>
                  </a:lnTo>
                  <a:lnTo>
                    <a:pt x="111825" y="869437"/>
                  </a:lnTo>
                  <a:lnTo>
                    <a:pt x="110161" y="868343"/>
                  </a:lnTo>
                  <a:lnTo>
                    <a:pt x="108913" y="867049"/>
                  </a:lnTo>
                  <a:lnTo>
                    <a:pt x="107871" y="866152"/>
                  </a:lnTo>
                  <a:lnTo>
                    <a:pt x="105788" y="863425"/>
                  </a:lnTo>
                  <a:lnTo>
                    <a:pt x="104743" y="862533"/>
                  </a:lnTo>
                  <a:lnTo>
                    <a:pt x="103490" y="860322"/>
                  </a:lnTo>
                  <a:lnTo>
                    <a:pt x="102233" y="859058"/>
                  </a:lnTo>
                  <a:lnTo>
                    <a:pt x="100765" y="857422"/>
                  </a:lnTo>
                  <a:lnTo>
                    <a:pt x="99504" y="856153"/>
                  </a:lnTo>
                  <a:lnTo>
                    <a:pt x="97398" y="855307"/>
                  </a:lnTo>
                  <a:lnTo>
                    <a:pt x="96344" y="854406"/>
                  </a:lnTo>
                  <a:lnTo>
                    <a:pt x="94445" y="852974"/>
                  </a:lnTo>
                  <a:lnTo>
                    <a:pt x="92752" y="851955"/>
                  </a:lnTo>
                  <a:lnTo>
                    <a:pt x="91265" y="851360"/>
                  </a:lnTo>
                  <a:lnTo>
                    <a:pt x="89137" y="850641"/>
                  </a:lnTo>
                  <a:lnTo>
                    <a:pt x="86788" y="849572"/>
                  </a:lnTo>
                  <a:lnTo>
                    <a:pt x="84866" y="849196"/>
                  </a:lnTo>
                  <a:lnTo>
                    <a:pt x="82515" y="849043"/>
                  </a:lnTo>
                  <a:lnTo>
                    <a:pt x="80159" y="848889"/>
                  </a:lnTo>
                  <a:lnTo>
                    <a:pt x="77799" y="848735"/>
                  </a:lnTo>
                  <a:lnTo>
                    <a:pt x="75435" y="848581"/>
                  </a:lnTo>
                  <a:lnTo>
                    <a:pt x="73714" y="848553"/>
                  </a:lnTo>
                  <a:lnTo>
                    <a:pt x="70914" y="848622"/>
                  </a:lnTo>
                  <a:lnTo>
                    <a:pt x="68537" y="848468"/>
                  </a:lnTo>
                  <a:lnTo>
                    <a:pt x="67236" y="848215"/>
                  </a:lnTo>
                  <a:lnTo>
                    <a:pt x="64423" y="848284"/>
                  </a:lnTo>
                  <a:lnTo>
                    <a:pt x="63340" y="848382"/>
                  </a:lnTo>
                  <a:lnTo>
                    <a:pt x="60725" y="847875"/>
                  </a:lnTo>
                  <a:lnTo>
                    <a:pt x="58554" y="848071"/>
                  </a:lnTo>
                  <a:lnTo>
                    <a:pt x="56585" y="847690"/>
                  </a:lnTo>
                  <a:lnTo>
                    <a:pt x="54387" y="846956"/>
                  </a:lnTo>
                  <a:lnTo>
                    <a:pt x="52615" y="845994"/>
                  </a:lnTo>
                  <a:lnTo>
                    <a:pt x="50839" y="845030"/>
                  </a:lnTo>
                  <a:lnTo>
                    <a:pt x="48601" y="843354"/>
                  </a:lnTo>
                  <a:lnTo>
                    <a:pt x="47020" y="841802"/>
                  </a:lnTo>
                  <a:lnTo>
                    <a:pt x="45435" y="840246"/>
                  </a:lnTo>
                  <a:lnTo>
                    <a:pt x="43615" y="838327"/>
                  </a:lnTo>
                  <a:lnTo>
                    <a:pt x="42459" y="836527"/>
                  </a:lnTo>
                  <a:lnTo>
                    <a:pt x="41553" y="834994"/>
                  </a:lnTo>
                  <a:lnTo>
                    <a:pt x="40192" y="832689"/>
                  </a:lnTo>
                  <a:lnTo>
                    <a:pt x="39484" y="829510"/>
                  </a:lnTo>
                  <a:lnTo>
                    <a:pt x="38346" y="827581"/>
                  </a:lnTo>
                  <a:lnTo>
                    <a:pt x="37434" y="826036"/>
                  </a:lnTo>
                  <a:lnTo>
                    <a:pt x="37191" y="824633"/>
                  </a:lnTo>
                  <a:lnTo>
                    <a:pt x="36492" y="822453"/>
                  </a:lnTo>
                  <a:lnTo>
                    <a:pt x="35791" y="820271"/>
                  </a:lnTo>
                  <a:lnTo>
                    <a:pt x="35090" y="818085"/>
                  </a:lnTo>
                  <a:lnTo>
                    <a:pt x="34157" y="815505"/>
                  </a:lnTo>
                  <a:lnTo>
                    <a:pt x="33683" y="813702"/>
                  </a:lnTo>
                  <a:lnTo>
                    <a:pt x="32073" y="810965"/>
                  </a:lnTo>
                  <a:lnTo>
                    <a:pt x="30458" y="808222"/>
                  </a:lnTo>
                  <a:lnTo>
                    <a:pt x="29534" y="806651"/>
                  </a:lnTo>
                  <a:lnTo>
                    <a:pt x="28608" y="805078"/>
                  </a:lnTo>
                  <a:lnTo>
                    <a:pt x="27665" y="802472"/>
                  </a:lnTo>
                  <a:lnTo>
                    <a:pt x="26736" y="800893"/>
                  </a:lnTo>
                  <a:lnTo>
                    <a:pt x="25806" y="799312"/>
                  </a:lnTo>
                  <a:lnTo>
                    <a:pt x="24642" y="797333"/>
                  </a:lnTo>
                  <a:lnTo>
                    <a:pt x="23476" y="795350"/>
                  </a:lnTo>
                  <a:lnTo>
                    <a:pt x="22292" y="793408"/>
                  </a:lnTo>
                  <a:lnTo>
                    <a:pt x="20636" y="791756"/>
                  </a:lnTo>
                  <a:lnTo>
                    <a:pt x="19671" y="790231"/>
                  </a:lnTo>
                  <a:lnTo>
                    <a:pt x="18250" y="788953"/>
                  </a:lnTo>
                  <a:lnTo>
                    <a:pt x="16826" y="787671"/>
                  </a:lnTo>
                  <a:lnTo>
                    <a:pt x="14911" y="785619"/>
                  </a:lnTo>
                  <a:lnTo>
                    <a:pt x="13691" y="783696"/>
                  </a:lnTo>
                  <a:lnTo>
                    <a:pt x="12256" y="782403"/>
                  </a:lnTo>
                  <a:lnTo>
                    <a:pt x="9868" y="780583"/>
                  </a:lnTo>
                  <a:lnTo>
                    <a:pt x="8425" y="779283"/>
                  </a:lnTo>
                  <a:lnTo>
                    <a:pt x="6978" y="777980"/>
                  </a:lnTo>
                  <a:lnTo>
                    <a:pt x="6235" y="776813"/>
                  </a:lnTo>
                  <a:lnTo>
                    <a:pt x="4747" y="774475"/>
                  </a:lnTo>
                  <a:lnTo>
                    <a:pt x="3254" y="772129"/>
                  </a:lnTo>
                  <a:lnTo>
                    <a:pt x="2968" y="770703"/>
                  </a:lnTo>
                  <a:lnTo>
                    <a:pt x="2182" y="768490"/>
                  </a:lnTo>
                  <a:lnTo>
                    <a:pt x="2108" y="766416"/>
                  </a:lnTo>
                  <a:lnTo>
                    <a:pt x="1997" y="763298"/>
                  </a:lnTo>
                  <a:lnTo>
                    <a:pt x="2386" y="760965"/>
                  </a:lnTo>
                  <a:lnTo>
                    <a:pt x="2136" y="760569"/>
                  </a:lnTo>
                  <a:lnTo>
                    <a:pt x="2879" y="754848"/>
                  </a:lnTo>
                  <a:lnTo>
                    <a:pt x="3521" y="752903"/>
                  </a:lnTo>
                  <a:lnTo>
                    <a:pt x="3699" y="751206"/>
                  </a:lnTo>
                  <a:lnTo>
                    <a:pt x="4378" y="750308"/>
                  </a:lnTo>
                  <a:lnTo>
                    <a:pt x="4232" y="746105"/>
                  </a:lnTo>
                  <a:lnTo>
                    <a:pt x="4589" y="742695"/>
                  </a:lnTo>
                  <a:lnTo>
                    <a:pt x="4982" y="740335"/>
                  </a:lnTo>
                  <a:lnTo>
                    <a:pt x="5377" y="737972"/>
                  </a:lnTo>
                  <a:lnTo>
                    <a:pt x="4837" y="736103"/>
                  </a:lnTo>
                  <a:lnTo>
                    <a:pt x="4297" y="734230"/>
                  </a:lnTo>
                  <a:lnTo>
                    <a:pt x="3503" y="731947"/>
                  </a:lnTo>
                  <a:lnTo>
                    <a:pt x="3718" y="731291"/>
                  </a:lnTo>
                  <a:lnTo>
                    <a:pt x="2885" y="727934"/>
                  </a:lnTo>
                  <a:lnTo>
                    <a:pt x="2087" y="725637"/>
                  </a:lnTo>
                  <a:lnTo>
                    <a:pt x="2012" y="723497"/>
                  </a:lnTo>
                  <a:lnTo>
                    <a:pt x="740" y="721438"/>
                  </a:lnTo>
                  <a:lnTo>
                    <a:pt x="1390" y="719455"/>
                  </a:lnTo>
                  <a:lnTo>
                    <a:pt x="332" y="716726"/>
                  </a:lnTo>
                  <a:lnTo>
                    <a:pt x="0" y="714155"/>
                  </a:lnTo>
                  <a:lnTo>
                    <a:pt x="178" y="712412"/>
                  </a:lnTo>
                  <a:lnTo>
                    <a:pt x="574" y="710002"/>
                  </a:lnTo>
                  <a:lnTo>
                    <a:pt x="1443" y="707341"/>
                  </a:lnTo>
                  <a:lnTo>
                    <a:pt x="2113" y="705319"/>
                  </a:lnTo>
                  <a:lnTo>
                    <a:pt x="2791" y="703284"/>
                  </a:lnTo>
                  <a:lnTo>
                    <a:pt x="3469" y="701248"/>
                  </a:lnTo>
                  <a:lnTo>
                    <a:pt x="5123" y="699816"/>
                  </a:lnTo>
                  <a:lnTo>
                    <a:pt x="6798" y="699490"/>
                  </a:lnTo>
                  <a:lnTo>
                    <a:pt x="9442" y="699767"/>
                  </a:lnTo>
                  <a:lnTo>
                    <a:pt x="12327" y="700469"/>
                  </a:lnTo>
                  <a:lnTo>
                    <a:pt x="14485" y="700995"/>
                  </a:lnTo>
                  <a:lnTo>
                    <a:pt x="16884" y="701943"/>
                  </a:lnTo>
                  <a:lnTo>
                    <a:pt x="19032" y="702466"/>
                  </a:lnTo>
                  <a:lnTo>
                    <a:pt x="21419" y="703410"/>
                  </a:lnTo>
                  <a:lnTo>
                    <a:pt x="23088" y="704179"/>
                  </a:lnTo>
                  <a:lnTo>
                    <a:pt x="25932" y="704870"/>
                  </a:lnTo>
                  <a:lnTo>
                    <a:pt x="27593" y="705636"/>
                  </a:lnTo>
                  <a:lnTo>
                    <a:pt x="30423" y="706323"/>
                  </a:lnTo>
                  <a:lnTo>
                    <a:pt x="32542" y="706834"/>
                  </a:lnTo>
                  <a:lnTo>
                    <a:pt x="34878" y="706681"/>
                  </a:lnTo>
                  <a:lnTo>
                    <a:pt x="36990" y="707185"/>
                  </a:lnTo>
                  <a:lnTo>
                    <a:pt x="39537" y="706372"/>
                  </a:lnTo>
                  <a:lnTo>
                    <a:pt x="42097" y="706636"/>
                  </a:lnTo>
                  <a:lnTo>
                    <a:pt x="44177" y="706065"/>
                  </a:lnTo>
                  <a:lnTo>
                    <a:pt x="46267" y="706575"/>
                  </a:lnTo>
                  <a:lnTo>
                    <a:pt x="48799" y="705758"/>
                  </a:lnTo>
                  <a:lnTo>
                    <a:pt x="51102" y="705605"/>
                  </a:lnTo>
                  <a:lnTo>
                    <a:pt x="54091" y="705623"/>
                  </a:lnTo>
                  <a:lnTo>
                    <a:pt x="56840" y="705225"/>
                  </a:lnTo>
                  <a:lnTo>
                    <a:pt x="59126" y="705073"/>
                  </a:lnTo>
                  <a:lnTo>
                    <a:pt x="60731" y="705827"/>
                  </a:lnTo>
                  <a:lnTo>
                    <a:pt x="63693" y="705844"/>
                  </a:lnTo>
                  <a:lnTo>
                    <a:pt x="66436" y="707574"/>
                  </a:lnTo>
                  <a:lnTo>
                    <a:pt x="68712" y="708473"/>
                  </a:lnTo>
                  <a:lnTo>
                    <a:pt x="70532" y="709610"/>
                  </a:lnTo>
                  <a:lnTo>
                    <a:pt x="72567" y="710101"/>
                  </a:lnTo>
                  <a:lnTo>
                    <a:pt x="74598" y="710591"/>
                  </a:lnTo>
                  <a:lnTo>
                    <a:pt x="76177" y="711319"/>
                  </a:lnTo>
                  <a:lnTo>
                    <a:pt x="78199" y="711807"/>
                  </a:lnTo>
                  <a:lnTo>
                    <a:pt x="81114" y="712855"/>
                  </a:lnTo>
                  <a:lnTo>
                    <a:pt x="83124" y="713340"/>
                  </a:lnTo>
                  <a:lnTo>
                    <a:pt x="86689" y="714543"/>
                  </a:lnTo>
                  <a:lnTo>
                    <a:pt x="89129" y="714786"/>
                  </a:lnTo>
                  <a:lnTo>
                    <a:pt x="92889" y="715348"/>
                  </a:lnTo>
                  <a:lnTo>
                    <a:pt x="95314" y="715589"/>
                  </a:lnTo>
                  <a:lnTo>
                    <a:pt x="98610" y="715355"/>
                  </a:lnTo>
                  <a:lnTo>
                    <a:pt x="100364" y="715441"/>
                  </a:lnTo>
                  <a:lnTo>
                    <a:pt x="102988" y="715094"/>
                  </a:lnTo>
                  <a:lnTo>
                    <a:pt x="105609" y="714747"/>
                  </a:lnTo>
                  <a:lnTo>
                    <a:pt x="107572" y="714226"/>
                  </a:lnTo>
                  <a:lnTo>
                    <a:pt x="110185" y="713910"/>
                  </a:lnTo>
                  <a:lnTo>
                    <a:pt x="112144" y="713428"/>
                  </a:lnTo>
                  <a:lnTo>
                    <a:pt x="113886" y="712535"/>
                  </a:lnTo>
                  <a:lnTo>
                    <a:pt x="114983" y="710408"/>
                  </a:lnTo>
                  <a:lnTo>
                    <a:pt x="114989" y="709361"/>
                  </a:lnTo>
                  <a:lnTo>
                    <a:pt x="116092" y="706176"/>
                  </a:lnTo>
                  <a:lnTo>
                    <a:pt x="116103" y="704046"/>
                  </a:lnTo>
                  <a:lnTo>
                    <a:pt x="116328" y="702334"/>
                  </a:lnTo>
                  <a:lnTo>
                    <a:pt x="116780" y="698909"/>
                  </a:lnTo>
                  <a:lnTo>
                    <a:pt x="116577" y="696386"/>
                  </a:lnTo>
                  <a:lnTo>
                    <a:pt x="116589" y="694280"/>
                  </a:lnTo>
                  <a:lnTo>
                    <a:pt x="116601" y="692172"/>
                  </a:lnTo>
                  <a:lnTo>
                    <a:pt x="116392" y="690704"/>
                  </a:lnTo>
                  <a:lnTo>
                    <a:pt x="116182" y="689234"/>
                  </a:lnTo>
                  <a:lnTo>
                    <a:pt x="115109" y="686106"/>
                  </a:lnTo>
                  <a:lnTo>
                    <a:pt x="114250" y="683387"/>
                  </a:lnTo>
                  <a:lnTo>
                    <a:pt x="113606" y="681079"/>
                  </a:lnTo>
                  <a:lnTo>
                    <a:pt x="112961" y="678767"/>
                  </a:lnTo>
                  <a:lnTo>
                    <a:pt x="111658" y="676263"/>
                  </a:lnTo>
                  <a:lnTo>
                    <a:pt x="111006" y="675009"/>
                  </a:lnTo>
                  <a:lnTo>
                    <a:pt x="109481" y="672078"/>
                  </a:lnTo>
                  <a:lnTo>
                    <a:pt x="109267" y="670591"/>
                  </a:lnTo>
                  <a:lnTo>
                    <a:pt x="107956" y="668081"/>
                  </a:lnTo>
                  <a:lnTo>
                    <a:pt x="107299" y="666830"/>
                  </a:lnTo>
                  <a:lnTo>
                    <a:pt x="106423" y="665159"/>
                  </a:lnTo>
                  <a:lnTo>
                    <a:pt x="106433" y="661938"/>
                  </a:lnTo>
                  <a:lnTo>
                    <a:pt x="105554" y="660261"/>
                  </a:lnTo>
                  <a:lnTo>
                    <a:pt x="105564" y="657031"/>
                  </a:lnTo>
                  <a:lnTo>
                    <a:pt x="104683" y="655347"/>
                  </a:lnTo>
                  <a:lnTo>
                    <a:pt x="104468" y="652767"/>
                  </a:lnTo>
                  <a:lnTo>
                    <a:pt x="104030" y="650841"/>
                  </a:lnTo>
                  <a:lnTo>
                    <a:pt x="102924" y="648724"/>
                  </a:lnTo>
                  <a:lnTo>
                    <a:pt x="102929" y="646557"/>
                  </a:lnTo>
                  <a:lnTo>
                    <a:pt x="102267" y="644197"/>
                  </a:lnTo>
                  <a:lnTo>
                    <a:pt x="102050" y="641599"/>
                  </a:lnTo>
                  <a:lnTo>
                    <a:pt x="101608" y="639658"/>
                  </a:lnTo>
                  <a:lnTo>
                    <a:pt x="101166" y="637715"/>
                  </a:lnTo>
                  <a:lnTo>
                    <a:pt x="101170" y="635534"/>
                  </a:lnTo>
                  <a:lnTo>
                    <a:pt x="100508" y="630972"/>
                  </a:lnTo>
                  <a:lnTo>
                    <a:pt x="100287" y="629448"/>
                  </a:lnTo>
                  <a:lnTo>
                    <a:pt x="98946" y="626862"/>
                  </a:lnTo>
                  <a:lnTo>
                    <a:pt x="98050" y="625135"/>
                  </a:lnTo>
                  <a:lnTo>
                    <a:pt x="96929" y="622973"/>
                  </a:lnTo>
                  <a:lnTo>
                    <a:pt x="95805" y="620805"/>
                  </a:lnTo>
                  <a:lnTo>
                    <a:pt x="95129" y="619503"/>
                  </a:lnTo>
                  <a:lnTo>
                    <a:pt x="92871" y="617359"/>
                  </a:lnTo>
                  <a:lnTo>
                    <a:pt x="91060" y="616081"/>
                  </a:lnTo>
                  <a:lnTo>
                    <a:pt x="89018" y="614364"/>
                  </a:lnTo>
                  <a:lnTo>
                    <a:pt x="87198" y="613080"/>
                  </a:lnTo>
                  <a:lnTo>
                    <a:pt x="85831" y="612670"/>
                  </a:lnTo>
                  <a:lnTo>
                    <a:pt x="83774" y="610943"/>
                  </a:lnTo>
                  <a:lnTo>
                    <a:pt x="81485" y="609884"/>
                  </a:lnTo>
                  <a:lnTo>
                    <a:pt x="79875" y="607914"/>
                  </a:lnTo>
                  <a:lnTo>
                    <a:pt x="78034" y="606617"/>
                  </a:lnTo>
                  <a:lnTo>
                    <a:pt x="75954" y="604876"/>
                  </a:lnTo>
                  <a:lnTo>
                    <a:pt x="74562" y="603340"/>
                  </a:lnTo>
                  <a:lnTo>
                    <a:pt x="73395" y="601122"/>
                  </a:lnTo>
                  <a:lnTo>
                    <a:pt x="72459" y="599345"/>
                  </a:lnTo>
                  <a:lnTo>
                    <a:pt x="71287" y="597118"/>
                  </a:lnTo>
                  <a:lnTo>
                    <a:pt x="70583" y="595780"/>
                  </a:lnTo>
                  <a:lnTo>
                    <a:pt x="68700" y="592202"/>
                  </a:lnTo>
                  <a:lnTo>
                    <a:pt x="68449" y="589492"/>
                  </a:lnTo>
                  <a:lnTo>
                    <a:pt x="67969" y="587462"/>
                  </a:lnTo>
                  <a:lnTo>
                    <a:pt x="67252" y="584977"/>
                  </a:lnTo>
                  <a:lnTo>
                    <a:pt x="67237" y="582707"/>
                  </a:lnTo>
                  <a:lnTo>
                    <a:pt x="66755" y="580666"/>
                  </a:lnTo>
                  <a:lnTo>
                    <a:pt x="66510" y="579076"/>
                  </a:lnTo>
                  <a:lnTo>
                    <a:pt x="66731" y="577252"/>
                  </a:lnTo>
                  <a:lnTo>
                    <a:pt x="66231" y="575214"/>
                  </a:lnTo>
                  <a:lnTo>
                    <a:pt x="65217" y="571130"/>
                  </a:lnTo>
                  <a:lnTo>
                    <a:pt x="65641" y="568618"/>
                  </a:lnTo>
                  <a:lnTo>
                    <a:pt x="65132" y="566563"/>
                  </a:lnTo>
                  <a:lnTo>
                    <a:pt x="65334" y="564730"/>
                  </a:lnTo>
                  <a:lnTo>
                    <a:pt x="64110" y="562438"/>
                  </a:lnTo>
                  <a:lnTo>
                    <a:pt x="64066" y="560136"/>
                  </a:lnTo>
                  <a:lnTo>
                    <a:pt x="63552" y="558060"/>
                  </a:lnTo>
                  <a:lnTo>
                    <a:pt x="62791" y="555515"/>
                  </a:lnTo>
                  <a:lnTo>
                    <a:pt x="62544" y="555051"/>
                  </a:lnTo>
                  <a:lnTo>
                    <a:pt x="62251" y="552265"/>
                  </a:lnTo>
                  <a:lnTo>
                    <a:pt x="61508" y="550867"/>
                  </a:lnTo>
                  <a:lnTo>
                    <a:pt x="60716" y="547131"/>
                  </a:lnTo>
                  <a:lnTo>
                    <a:pt x="60194" y="545021"/>
                  </a:lnTo>
                  <a:lnTo>
                    <a:pt x="59671" y="542906"/>
                  </a:lnTo>
                  <a:lnTo>
                    <a:pt x="58895" y="540313"/>
                  </a:lnTo>
                  <a:lnTo>
                    <a:pt x="58118" y="537711"/>
                  </a:lnTo>
                  <a:lnTo>
                    <a:pt x="57589" y="535577"/>
                  </a:lnTo>
                  <a:lnTo>
                    <a:pt x="56330" y="533192"/>
                  </a:lnTo>
                  <a:lnTo>
                    <a:pt x="55291" y="530086"/>
                  </a:lnTo>
                  <a:lnTo>
                    <a:pt x="55236" y="527699"/>
                  </a:lnTo>
                  <a:lnTo>
                    <a:pt x="54220" y="525771"/>
                  </a:lnTo>
                  <a:lnTo>
                    <a:pt x="54644" y="523141"/>
                  </a:lnTo>
                  <a:lnTo>
                    <a:pt x="53370" y="520716"/>
                  </a:lnTo>
                  <a:lnTo>
                    <a:pt x="53794" y="518072"/>
                  </a:lnTo>
                  <a:lnTo>
                    <a:pt x="53254" y="515888"/>
                  </a:lnTo>
                  <a:lnTo>
                    <a:pt x="53167" y="512251"/>
                  </a:lnTo>
                  <a:lnTo>
                    <a:pt x="53365" y="510312"/>
                  </a:lnTo>
                  <a:lnTo>
                    <a:pt x="53791" y="507644"/>
                  </a:lnTo>
                  <a:lnTo>
                    <a:pt x="53991" y="505696"/>
                  </a:lnTo>
                  <a:lnTo>
                    <a:pt x="55417" y="503777"/>
                  </a:lnTo>
                  <a:lnTo>
                    <a:pt x="57841" y="502616"/>
                  </a:lnTo>
                  <a:lnTo>
                    <a:pt x="59778" y="501688"/>
                  </a:lnTo>
                  <a:lnTo>
                    <a:pt x="61967" y="501257"/>
                  </a:lnTo>
                  <a:lnTo>
                    <a:pt x="64406" y="501321"/>
                  </a:lnTo>
                  <a:lnTo>
                    <a:pt x="67572" y="501648"/>
                  </a:lnTo>
                  <a:lnTo>
                    <a:pt x="69997" y="501712"/>
                  </a:lnTo>
                  <a:lnTo>
                    <a:pt x="72665" y="502268"/>
                  </a:lnTo>
                  <a:lnTo>
                    <a:pt x="75078" y="502331"/>
                  </a:lnTo>
                  <a:lnTo>
                    <a:pt x="77486" y="502393"/>
                  </a:lnTo>
                  <a:lnTo>
                    <a:pt x="79656" y="503176"/>
                  </a:lnTo>
                  <a:lnTo>
                    <a:pt x="82773" y="503498"/>
                  </a:lnTo>
                  <a:lnTo>
                    <a:pt x="85637" y="503330"/>
                  </a:lnTo>
                  <a:lnTo>
                    <a:pt x="87787" y="504108"/>
                  </a:lnTo>
                  <a:lnTo>
                    <a:pt x="89931" y="504884"/>
                  </a:lnTo>
                  <a:lnTo>
                    <a:pt x="92542" y="505429"/>
                  </a:lnTo>
                  <a:lnTo>
                    <a:pt x="94440" y="506914"/>
                  </a:lnTo>
                  <a:lnTo>
                    <a:pt x="96565" y="507683"/>
                  </a:lnTo>
                  <a:lnTo>
                    <a:pt x="98685" y="508450"/>
                  </a:lnTo>
                  <a:lnTo>
                    <a:pt x="101268" y="508987"/>
                  </a:lnTo>
                  <a:lnTo>
                    <a:pt x="103843" y="509522"/>
                  </a:lnTo>
                  <a:lnTo>
                    <a:pt x="106643" y="510537"/>
                  </a:lnTo>
                  <a:lnTo>
                    <a:pt x="109206" y="509881"/>
                  </a:lnTo>
                  <a:lnTo>
                    <a:pt x="111294" y="510635"/>
                  </a:lnTo>
                  <a:lnTo>
                    <a:pt x="113849" y="509976"/>
                  </a:lnTo>
                  <a:lnTo>
                    <a:pt x="116164" y="510024"/>
                  </a:lnTo>
                  <a:lnTo>
                    <a:pt x="118247" y="509594"/>
                  </a:lnTo>
                  <a:lnTo>
                    <a:pt x="119638" y="508913"/>
                  </a:lnTo>
                  <a:lnTo>
                    <a:pt x="121717" y="508484"/>
                  </a:lnTo>
                  <a:lnTo>
                    <a:pt x="124481" y="508306"/>
                  </a:lnTo>
                  <a:lnTo>
                    <a:pt x="126091" y="508104"/>
                  </a:lnTo>
                  <a:lnTo>
                    <a:pt x="128385" y="508154"/>
                  </a:lnTo>
                  <a:lnTo>
                    <a:pt x="131151" y="506798"/>
                  </a:lnTo>
                  <a:lnTo>
                    <a:pt x="133455" y="505670"/>
                  </a:lnTo>
                  <a:lnTo>
                    <a:pt x="135297" y="504768"/>
                  </a:lnTo>
                  <a:lnTo>
                    <a:pt x="137816" y="504118"/>
                  </a:lnTo>
                  <a:lnTo>
                    <a:pt x="140333" y="503469"/>
                  </a:lnTo>
                  <a:lnTo>
                    <a:pt x="141710" y="502794"/>
                  </a:lnTo>
                  <a:lnTo>
                    <a:pt x="144680" y="501922"/>
                  </a:lnTo>
                  <a:lnTo>
                    <a:pt x="146271" y="501725"/>
                  </a:lnTo>
                  <a:lnTo>
                    <a:pt x="148560" y="500603"/>
                  </a:lnTo>
                  <a:lnTo>
                    <a:pt x="150148" y="500406"/>
                  </a:lnTo>
                  <a:lnTo>
                    <a:pt x="152890" y="499062"/>
                  </a:lnTo>
                  <a:lnTo>
                    <a:pt x="155174" y="497942"/>
                  </a:lnTo>
                  <a:lnTo>
                    <a:pt x="157211" y="497524"/>
                  </a:lnTo>
                  <a:lnTo>
                    <a:pt x="159491" y="496406"/>
                  </a:lnTo>
                  <a:lnTo>
                    <a:pt x="161769" y="495289"/>
                  </a:lnTo>
                  <a:lnTo>
                    <a:pt x="164045" y="494172"/>
                  </a:lnTo>
                  <a:lnTo>
                    <a:pt x="166319" y="493057"/>
                  </a:lnTo>
                  <a:lnTo>
                    <a:pt x="169046" y="491720"/>
                  </a:lnTo>
                  <a:lnTo>
                    <a:pt x="170863" y="490829"/>
                  </a:lnTo>
                  <a:lnTo>
                    <a:pt x="172471" y="489460"/>
                  </a:lnTo>
                  <a:lnTo>
                    <a:pt x="174080" y="488092"/>
                  </a:lnTo>
                  <a:lnTo>
                    <a:pt x="175690" y="486723"/>
                  </a:lnTo>
                  <a:lnTo>
                    <a:pt x="177752" y="485132"/>
                  </a:lnTo>
                  <a:lnTo>
                    <a:pt x="178952" y="482803"/>
                  </a:lnTo>
                  <a:lnTo>
                    <a:pt x="180562" y="481433"/>
                  </a:lnTo>
                  <a:lnTo>
                    <a:pt x="181765" y="479099"/>
                  </a:lnTo>
                  <a:lnTo>
                    <a:pt x="182970" y="476762"/>
                  </a:lnTo>
                  <a:lnTo>
                    <a:pt x="183973" y="473938"/>
                  </a:lnTo>
                  <a:lnTo>
                    <a:pt x="184929" y="472301"/>
                  </a:lnTo>
                  <a:lnTo>
                    <a:pt x="185684" y="470177"/>
                  </a:lnTo>
                  <a:lnTo>
                    <a:pt x="186894" y="467827"/>
                  </a:lnTo>
                  <a:lnTo>
                    <a:pt x="187448" y="465208"/>
                  </a:lnTo>
                  <a:lnTo>
                    <a:pt x="188207" y="463073"/>
                  </a:lnTo>
                  <a:lnTo>
                    <a:pt x="188054" y="461378"/>
                  </a:lnTo>
                  <a:lnTo>
                    <a:pt x="188661" y="457536"/>
                  </a:lnTo>
                  <a:lnTo>
                    <a:pt x="188559" y="454621"/>
                  </a:lnTo>
                  <a:lnTo>
                    <a:pt x="188457" y="451697"/>
                  </a:lnTo>
                  <a:lnTo>
                    <a:pt x="188558" y="449263"/>
                  </a:lnTo>
                  <a:lnTo>
                    <a:pt x="188659" y="446823"/>
                  </a:lnTo>
                  <a:lnTo>
                    <a:pt x="188725" y="444425"/>
                  </a:lnTo>
                  <a:lnTo>
                    <a:pt x="188578" y="441533"/>
                  </a:lnTo>
                  <a:lnTo>
                    <a:pt x="188610" y="440331"/>
                  </a:lnTo>
                  <a:lnTo>
                    <a:pt x="188250" y="436938"/>
                  </a:lnTo>
                  <a:lnTo>
                    <a:pt x="187857" y="434744"/>
                  </a:lnTo>
                  <a:lnTo>
                    <a:pt x="188167" y="431616"/>
                  </a:lnTo>
                  <a:lnTo>
                    <a:pt x="188231" y="429197"/>
                  </a:lnTo>
                  <a:lnTo>
                    <a:pt x="188509" y="427272"/>
                  </a:lnTo>
                  <a:lnTo>
                    <a:pt x="188607" y="423633"/>
                  </a:lnTo>
                  <a:lnTo>
                    <a:pt x="189378" y="420269"/>
                  </a:lnTo>
                  <a:lnTo>
                    <a:pt x="189690" y="417117"/>
                  </a:lnTo>
                  <a:lnTo>
                    <a:pt x="189970" y="415180"/>
                  </a:lnTo>
                  <a:lnTo>
                    <a:pt x="190956" y="412307"/>
                  </a:lnTo>
                  <a:lnTo>
                    <a:pt x="191697" y="410150"/>
                  </a:lnTo>
                  <a:lnTo>
                    <a:pt x="193111" y="408280"/>
                  </a:lnTo>
                  <a:lnTo>
                    <a:pt x="194525" y="406410"/>
                  </a:lnTo>
                  <a:lnTo>
                    <a:pt x="195939" y="404540"/>
                  </a:lnTo>
                  <a:lnTo>
                    <a:pt x="197353" y="402669"/>
                  </a:lnTo>
                  <a:lnTo>
                    <a:pt x="198979" y="401305"/>
                  </a:lnTo>
                  <a:lnTo>
                    <a:pt x="200392" y="399435"/>
                  </a:lnTo>
                  <a:lnTo>
                    <a:pt x="201347" y="397780"/>
                  </a:lnTo>
                  <a:lnTo>
                    <a:pt x="202550" y="395404"/>
                  </a:lnTo>
                  <a:lnTo>
                    <a:pt x="203754" y="393026"/>
                  </a:lnTo>
                  <a:lnTo>
                    <a:pt x="204958" y="390647"/>
                  </a:lnTo>
                  <a:lnTo>
                    <a:pt x="205914" y="388990"/>
                  </a:lnTo>
                  <a:lnTo>
                    <a:pt x="206451" y="386313"/>
                  </a:lnTo>
                  <a:lnTo>
                    <a:pt x="207618" y="385164"/>
                  </a:lnTo>
                  <a:lnTo>
                    <a:pt x="208156" y="382483"/>
                  </a:lnTo>
                  <a:lnTo>
                    <a:pt x="209363" y="380099"/>
                  </a:lnTo>
                  <a:lnTo>
                    <a:pt x="210112" y="377926"/>
                  </a:lnTo>
                  <a:lnTo>
                    <a:pt x="211320" y="375539"/>
                  </a:lnTo>
                  <a:lnTo>
                    <a:pt x="211402" y="373061"/>
                  </a:lnTo>
                  <a:lnTo>
                    <a:pt x="211943" y="370368"/>
                  </a:lnTo>
                  <a:lnTo>
                    <a:pt x="213153" y="367976"/>
                  </a:lnTo>
                  <a:lnTo>
                    <a:pt x="214156" y="365066"/>
                  </a:lnTo>
                  <a:lnTo>
                    <a:pt x="215368" y="362671"/>
                  </a:lnTo>
                  <a:lnTo>
                    <a:pt x="216121" y="360485"/>
                  </a:lnTo>
                  <a:lnTo>
                    <a:pt x="217334" y="358088"/>
                  </a:lnTo>
                  <a:lnTo>
                    <a:pt x="217420" y="355590"/>
                  </a:lnTo>
                  <a:lnTo>
                    <a:pt x="217967" y="352879"/>
                  </a:lnTo>
                  <a:lnTo>
                    <a:pt x="217593" y="350585"/>
                  </a:lnTo>
                  <a:lnTo>
                    <a:pt x="216758" y="348498"/>
                  </a:lnTo>
                  <a:lnTo>
                    <a:pt x="216131" y="346929"/>
                  </a:lnTo>
                  <a:lnTo>
                    <a:pt x="214873" y="343786"/>
                  </a:lnTo>
                  <a:lnTo>
                    <a:pt x="213570" y="341895"/>
                  </a:lnTo>
                  <a:lnTo>
                    <a:pt x="212258" y="340014"/>
                  </a:lnTo>
                  <a:lnTo>
                    <a:pt x="211141" y="338682"/>
                  </a:lnTo>
                  <a:lnTo>
                    <a:pt x="209122" y="336531"/>
                  </a:lnTo>
                  <a:lnTo>
                    <a:pt x="207784" y="334677"/>
                  </a:lnTo>
                  <a:lnTo>
                    <a:pt x="206443" y="332821"/>
                  </a:lnTo>
                  <a:lnTo>
                    <a:pt x="203944" y="330871"/>
                  </a:lnTo>
                  <a:lnTo>
                    <a:pt x="202846" y="328273"/>
                  </a:lnTo>
                  <a:lnTo>
                    <a:pt x="201027" y="326619"/>
                  </a:lnTo>
                  <a:lnTo>
                    <a:pt x="199013" y="323183"/>
                  </a:lnTo>
                  <a:lnTo>
                    <a:pt x="197686" y="320046"/>
                  </a:lnTo>
                  <a:lnTo>
                    <a:pt x="196106" y="317640"/>
                  </a:lnTo>
                  <a:lnTo>
                    <a:pt x="194735" y="315783"/>
                  </a:lnTo>
                  <a:lnTo>
                    <a:pt x="192413" y="314360"/>
                  </a:lnTo>
                  <a:lnTo>
                    <a:pt x="189204" y="309231"/>
                  </a:lnTo>
                  <a:lnTo>
                    <a:pt x="188117" y="306933"/>
                  </a:lnTo>
                  <a:lnTo>
                    <a:pt x="186785" y="305354"/>
                  </a:lnTo>
                  <a:lnTo>
                    <a:pt x="184988" y="304035"/>
                  </a:lnTo>
                  <a:lnTo>
                    <a:pt x="183652" y="302453"/>
                  </a:lnTo>
                  <a:lnTo>
                    <a:pt x="182534" y="301330"/>
                  </a:lnTo>
                  <a:lnTo>
                    <a:pt x="180048" y="299805"/>
                  </a:lnTo>
                  <a:lnTo>
                    <a:pt x="178487" y="297754"/>
                  </a:lnTo>
                  <a:lnTo>
                    <a:pt x="176458" y="295962"/>
                  </a:lnTo>
                  <a:lnTo>
                    <a:pt x="175798" y="294571"/>
                  </a:lnTo>
                  <a:lnTo>
                    <a:pt x="174451" y="292976"/>
                  </a:lnTo>
                  <a:lnTo>
                    <a:pt x="172882" y="290915"/>
                  </a:lnTo>
                  <a:lnTo>
                    <a:pt x="171777" y="288589"/>
                  </a:lnTo>
                  <a:lnTo>
                    <a:pt x="170892" y="286727"/>
                  </a:lnTo>
                  <a:lnTo>
                    <a:pt x="169785" y="284396"/>
                  </a:lnTo>
                  <a:lnTo>
                    <a:pt x="168898" y="282529"/>
                  </a:lnTo>
                  <a:lnTo>
                    <a:pt x="168479" y="280400"/>
                  </a:lnTo>
                  <a:lnTo>
                    <a:pt x="168528" y="278008"/>
                  </a:lnTo>
                  <a:lnTo>
                    <a:pt x="167418" y="275668"/>
                  </a:lnTo>
                  <a:lnTo>
                    <a:pt x="167466" y="273273"/>
                  </a:lnTo>
                  <a:lnTo>
                    <a:pt x="167268" y="271606"/>
                  </a:lnTo>
                  <a:lnTo>
                    <a:pt x="167563" y="268479"/>
                  </a:lnTo>
                  <a:lnTo>
                    <a:pt x="167365" y="266810"/>
                  </a:lnTo>
                  <a:lnTo>
                    <a:pt x="168105" y="264621"/>
                  </a:lnTo>
                  <a:lnTo>
                    <a:pt x="168870" y="261232"/>
                  </a:lnTo>
                  <a:lnTo>
                    <a:pt x="169387" y="258572"/>
                  </a:lnTo>
                  <a:lnTo>
                    <a:pt x="170621" y="254923"/>
                  </a:lnTo>
                  <a:lnTo>
                    <a:pt x="170666" y="251293"/>
                  </a:lnTo>
                  <a:lnTo>
                    <a:pt x="171154" y="248606"/>
                  </a:lnTo>
                  <a:lnTo>
                    <a:pt x="171170" y="246174"/>
                  </a:lnTo>
                  <a:lnTo>
                    <a:pt x="172129" y="243233"/>
                  </a:lnTo>
                  <a:lnTo>
                    <a:pt x="173561" y="240038"/>
                  </a:lnTo>
                  <a:lnTo>
                    <a:pt x="174280" y="237834"/>
                  </a:lnTo>
                  <a:lnTo>
                    <a:pt x="175942" y="235123"/>
                  </a:lnTo>
                  <a:lnTo>
                    <a:pt x="176892" y="233400"/>
                  </a:lnTo>
                  <a:lnTo>
                    <a:pt x="177610" y="231198"/>
                  </a:lnTo>
                  <a:lnTo>
                    <a:pt x="179971" y="228719"/>
                  </a:lnTo>
                  <a:lnTo>
                    <a:pt x="181860" y="226494"/>
                  </a:lnTo>
                  <a:lnTo>
                    <a:pt x="183748" y="224272"/>
                  </a:lnTo>
                  <a:lnTo>
                    <a:pt x="185156" y="223515"/>
                  </a:lnTo>
                  <a:lnTo>
                    <a:pt x="187041" y="221295"/>
                  </a:lnTo>
                  <a:lnTo>
                    <a:pt x="188217" y="220060"/>
                  </a:lnTo>
                  <a:lnTo>
                    <a:pt x="190100" y="217843"/>
                  </a:lnTo>
                  <a:lnTo>
                    <a:pt x="190815" y="215648"/>
                  </a:lnTo>
                  <a:lnTo>
                    <a:pt x="190593" y="213956"/>
                  </a:lnTo>
                  <a:lnTo>
                    <a:pt x="189911" y="211301"/>
                  </a:lnTo>
                  <a:lnTo>
                    <a:pt x="188053" y="209878"/>
                  </a:lnTo>
                  <a:lnTo>
                    <a:pt x="186185" y="209667"/>
                  </a:lnTo>
                  <a:lnTo>
                    <a:pt x="183846" y="209707"/>
                  </a:lnTo>
                  <a:lnTo>
                    <a:pt x="181744" y="209013"/>
                  </a:lnTo>
                  <a:lnTo>
                    <a:pt x="179161" y="209786"/>
                  </a:lnTo>
                  <a:lnTo>
                    <a:pt x="176814" y="209825"/>
                  </a:lnTo>
                  <a:lnTo>
                    <a:pt x="173993" y="210116"/>
                  </a:lnTo>
                  <a:lnTo>
                    <a:pt x="171169" y="210408"/>
                  </a:lnTo>
                  <a:lnTo>
                    <a:pt x="168814" y="210448"/>
                  </a:lnTo>
                  <a:lnTo>
                    <a:pt x="165751" y="210256"/>
                  </a:lnTo>
                  <a:lnTo>
                    <a:pt x="164105" y="209309"/>
                  </a:lnTo>
                  <a:lnTo>
                    <a:pt x="161517" y="207644"/>
                  </a:lnTo>
                  <a:lnTo>
                    <a:pt x="159635" y="206210"/>
                  </a:lnTo>
                  <a:lnTo>
                    <a:pt x="157275" y="205027"/>
                  </a:lnTo>
                  <a:lnTo>
                    <a:pt x="154679" y="203357"/>
                  </a:lnTo>
                  <a:lnTo>
                    <a:pt x="152791" y="201918"/>
                  </a:lnTo>
                  <a:lnTo>
                    <a:pt x="150901" y="200479"/>
                  </a:lnTo>
                  <a:lnTo>
                    <a:pt x="149009" y="199038"/>
                  </a:lnTo>
                  <a:lnTo>
                    <a:pt x="147115" y="197596"/>
                  </a:lnTo>
                  <a:lnTo>
                    <a:pt x="145462" y="195415"/>
                  </a:lnTo>
                  <a:lnTo>
                    <a:pt x="144044" y="193719"/>
                  </a:lnTo>
                  <a:lnTo>
                    <a:pt x="142624" y="192021"/>
                  </a:lnTo>
                  <a:lnTo>
                    <a:pt x="140967" y="189835"/>
                  </a:lnTo>
                  <a:lnTo>
                    <a:pt x="139310" y="187647"/>
                  </a:lnTo>
                  <a:lnTo>
                    <a:pt x="138126" y="185204"/>
                  </a:lnTo>
                  <a:lnTo>
                    <a:pt x="136941" y="182759"/>
                  </a:lnTo>
                  <a:lnTo>
                    <a:pt x="137192" y="179561"/>
                  </a:lnTo>
                  <a:lnTo>
                    <a:pt x="137680" y="176852"/>
                  </a:lnTo>
                  <a:lnTo>
                    <a:pt x="138405" y="174633"/>
                  </a:lnTo>
                  <a:lnTo>
                    <a:pt x="140087" y="171916"/>
                  </a:lnTo>
                  <a:lnTo>
                    <a:pt x="141526" y="169939"/>
                  </a:lnTo>
                  <a:lnTo>
                    <a:pt x="143678" y="168203"/>
                  </a:lnTo>
                  <a:lnTo>
                    <a:pt x="145115" y="166229"/>
                  </a:lnTo>
                  <a:lnTo>
                    <a:pt x="146788" y="164745"/>
                  </a:lnTo>
                  <a:lnTo>
                    <a:pt x="147982" y="163511"/>
                  </a:lnTo>
                  <a:lnTo>
                    <a:pt x="149657" y="160803"/>
                  </a:lnTo>
                  <a:lnTo>
                    <a:pt x="151090" y="158834"/>
                  </a:lnTo>
                  <a:lnTo>
                    <a:pt x="152522" y="156866"/>
                  </a:lnTo>
                  <a:lnTo>
                    <a:pt x="153242" y="154658"/>
                  </a:lnTo>
                  <a:lnTo>
                    <a:pt x="154198" y="152939"/>
                  </a:lnTo>
                  <a:lnTo>
                    <a:pt x="155868" y="150239"/>
                  </a:lnTo>
                  <a:lnTo>
                    <a:pt x="157297" y="148276"/>
                  </a:lnTo>
                  <a:lnTo>
                    <a:pt x="158491" y="145826"/>
                  </a:lnTo>
                  <a:lnTo>
                    <a:pt x="158974" y="143133"/>
                  </a:lnTo>
                  <a:lnTo>
                    <a:pt x="159692" y="140930"/>
                  </a:lnTo>
                  <a:lnTo>
                    <a:pt x="159936" y="138973"/>
                  </a:lnTo>
                  <a:lnTo>
                    <a:pt x="160185" y="135793"/>
                  </a:lnTo>
                  <a:lnTo>
                    <a:pt x="159952" y="134081"/>
                  </a:lnTo>
                  <a:lnTo>
                    <a:pt x="159224" y="131387"/>
                  </a:lnTo>
                  <a:lnTo>
                    <a:pt x="158262" y="129427"/>
                  </a:lnTo>
                  <a:lnTo>
                    <a:pt x="157535" y="126734"/>
                  </a:lnTo>
                  <a:lnTo>
                    <a:pt x="156807" y="124041"/>
                  </a:lnTo>
                  <a:lnTo>
                    <a:pt x="155604" y="121590"/>
                  </a:lnTo>
                  <a:lnTo>
                    <a:pt x="154636" y="118407"/>
                  </a:lnTo>
                  <a:lnTo>
                    <a:pt x="153432" y="115956"/>
                  </a:lnTo>
                  <a:lnTo>
                    <a:pt x="151746" y="112525"/>
                  </a:lnTo>
                  <a:lnTo>
                    <a:pt x="150788" y="111787"/>
                  </a:lnTo>
                  <a:lnTo>
                    <a:pt x="147910" y="109571"/>
                  </a:lnTo>
                  <a:lnTo>
                    <a:pt x="145991" y="108093"/>
                  </a:lnTo>
                  <a:lnTo>
                    <a:pt x="143592" y="106856"/>
                  </a:lnTo>
                  <a:lnTo>
                    <a:pt x="141671" y="105377"/>
                  </a:lnTo>
                  <a:lnTo>
                    <a:pt x="139269" y="104139"/>
                  </a:lnTo>
                  <a:lnTo>
                    <a:pt x="136866" y="102900"/>
                  </a:lnTo>
                  <a:lnTo>
                    <a:pt x="134941" y="101418"/>
                  </a:lnTo>
                  <a:lnTo>
                    <a:pt x="132777" y="100669"/>
                  </a:lnTo>
                  <a:lnTo>
                    <a:pt x="130612" y="99920"/>
                  </a:lnTo>
                  <a:lnTo>
                    <a:pt x="128442" y="97944"/>
                  </a:lnTo>
                  <a:lnTo>
                    <a:pt x="126032" y="96702"/>
                  </a:lnTo>
                  <a:lnTo>
                    <a:pt x="123620" y="95458"/>
                  </a:lnTo>
                  <a:lnTo>
                    <a:pt x="121449" y="94706"/>
                  </a:lnTo>
                  <a:lnTo>
                    <a:pt x="118794" y="94195"/>
                  </a:lnTo>
                  <a:lnTo>
                    <a:pt x="116138" y="93684"/>
                  </a:lnTo>
                  <a:lnTo>
                    <a:pt x="113479" y="93173"/>
                  </a:lnTo>
                  <a:lnTo>
                    <a:pt x="110817" y="92661"/>
                  </a:lnTo>
                  <a:lnTo>
                    <a:pt x="108164" y="92146"/>
                  </a:lnTo>
                  <a:lnTo>
                    <a:pt x="105549" y="91621"/>
                  </a:lnTo>
                  <a:lnTo>
                    <a:pt x="102928" y="91094"/>
                  </a:lnTo>
                  <a:lnTo>
                    <a:pt x="100780" y="90327"/>
                  </a:lnTo>
                  <a:lnTo>
                    <a:pt x="98390" y="89061"/>
                  </a:lnTo>
                  <a:lnTo>
                    <a:pt x="96715" y="89285"/>
                  </a:lnTo>
                  <a:lnTo>
                    <a:pt x="94558" y="88514"/>
                  </a:lnTo>
                  <a:lnTo>
                    <a:pt x="92397" y="87743"/>
                  </a:lnTo>
                  <a:lnTo>
                    <a:pt x="90234" y="86970"/>
                  </a:lnTo>
                  <a:lnTo>
                    <a:pt x="87826" y="85697"/>
                  </a:lnTo>
                  <a:lnTo>
                    <a:pt x="84931" y="85901"/>
                  </a:lnTo>
                  <a:lnTo>
                    <a:pt x="82272" y="85366"/>
                  </a:lnTo>
                  <a:lnTo>
                    <a:pt x="80337" y="85087"/>
                  </a:lnTo>
                  <a:lnTo>
                    <a:pt x="77437" y="84045"/>
                  </a:lnTo>
                  <a:lnTo>
                    <a:pt x="75498" y="83764"/>
                  </a:lnTo>
                  <a:lnTo>
                    <a:pt x="73073" y="82477"/>
                  </a:lnTo>
                  <a:lnTo>
                    <a:pt x="70644" y="81188"/>
                  </a:lnTo>
                  <a:lnTo>
                    <a:pt x="68699" y="79656"/>
                  </a:lnTo>
                  <a:lnTo>
                    <a:pt x="66993" y="78626"/>
                  </a:lnTo>
                  <a:lnTo>
                    <a:pt x="65042" y="77089"/>
                  </a:lnTo>
                  <a:lnTo>
                    <a:pt x="63331" y="76056"/>
                  </a:lnTo>
                  <a:lnTo>
                    <a:pt x="61375" y="74515"/>
                  </a:lnTo>
                  <a:lnTo>
                    <a:pt x="59416" y="72973"/>
                  </a:lnTo>
                  <a:lnTo>
                    <a:pt x="57453" y="71428"/>
                  </a:lnTo>
                  <a:lnTo>
                    <a:pt x="55733" y="70387"/>
                  </a:lnTo>
                  <a:lnTo>
                    <a:pt x="53270" y="69078"/>
                  </a:lnTo>
                  <a:lnTo>
                    <a:pt x="51299" y="67526"/>
                  </a:lnTo>
                  <a:lnTo>
                    <a:pt x="49570" y="66481"/>
                  </a:lnTo>
                  <a:lnTo>
                    <a:pt x="47839" y="65434"/>
                  </a:lnTo>
                  <a:lnTo>
                    <a:pt x="45115" y="63607"/>
                  </a:lnTo>
                  <a:lnTo>
                    <a:pt x="42884" y="61536"/>
                  </a:lnTo>
                  <a:lnTo>
                    <a:pt x="40896" y="59972"/>
                  </a:lnTo>
                  <a:lnTo>
                    <a:pt x="39154" y="58918"/>
                  </a:lnTo>
                  <a:lnTo>
                    <a:pt x="36660" y="57589"/>
                  </a:lnTo>
                  <a:lnTo>
                    <a:pt x="35166" y="55775"/>
                  </a:lnTo>
                  <a:lnTo>
                    <a:pt x="32667" y="54436"/>
                  </a:lnTo>
                  <a:lnTo>
                    <a:pt x="30666" y="52853"/>
                  </a:lnTo>
                  <a:lnTo>
                    <a:pt x="28406" y="52025"/>
                  </a:lnTo>
                  <a:lnTo>
                    <a:pt x="26148" y="49920"/>
                  </a:lnTo>
                  <a:lnTo>
                    <a:pt x="24392" y="47572"/>
                  </a:lnTo>
                  <a:lnTo>
                    <a:pt x="21869" y="46218"/>
                  </a:lnTo>
                  <a:lnTo>
                    <a:pt x="20358" y="44382"/>
                  </a:lnTo>
                  <a:lnTo>
                    <a:pt x="19861" y="42065"/>
                  </a:lnTo>
                  <a:lnTo>
                    <a:pt x="20632" y="39790"/>
                  </a:lnTo>
                  <a:lnTo>
                    <a:pt x="21910" y="37277"/>
                  </a:lnTo>
                  <a:lnTo>
                    <a:pt x="23187" y="34766"/>
                  </a:lnTo>
                  <a:lnTo>
                    <a:pt x="24207" y="33015"/>
                  </a:lnTo>
                  <a:lnTo>
                    <a:pt x="25732" y="31028"/>
                  </a:lnTo>
                  <a:lnTo>
                    <a:pt x="27007" y="28522"/>
                  </a:lnTo>
                  <a:lnTo>
                    <a:pt x="28530" y="26539"/>
                  </a:lnTo>
                  <a:lnTo>
                    <a:pt x="29802" y="24037"/>
                  </a:lnTo>
                  <a:lnTo>
                    <a:pt x="30818" y="22292"/>
                  </a:lnTo>
                  <a:lnTo>
                    <a:pt x="32337" y="20315"/>
                  </a:lnTo>
                  <a:lnTo>
                    <a:pt x="33606" y="17818"/>
                  </a:lnTo>
                  <a:lnTo>
                    <a:pt x="34868" y="16598"/>
                  </a:lnTo>
                  <a:lnTo>
                    <a:pt x="35887" y="13584"/>
                  </a:lnTo>
                  <a:lnTo>
                    <a:pt x="37656" y="10861"/>
                  </a:lnTo>
                  <a:lnTo>
                    <a:pt x="37669" y="8314"/>
                  </a:lnTo>
                  <a:lnTo>
                    <a:pt x="42025" y="0"/>
                  </a:lnTo>
                  <a:lnTo>
                    <a:pt x="56846" y="4471"/>
                  </a:lnTo>
                  <a:lnTo>
                    <a:pt x="74911" y="9922"/>
                  </a:lnTo>
                  <a:lnTo>
                    <a:pt x="93301" y="15470"/>
                  </a:lnTo>
                  <a:lnTo>
                    <a:pt x="113503" y="21565"/>
                  </a:lnTo>
                  <a:lnTo>
                    <a:pt x="117260" y="22699"/>
                  </a:lnTo>
                  <a:lnTo>
                    <a:pt x="136753" y="32420"/>
                  </a:lnTo>
                  <a:lnTo>
                    <a:pt x="162661" y="45339"/>
                  </a:lnTo>
                  <a:lnTo>
                    <a:pt x="184776" y="56368"/>
                  </a:lnTo>
                  <a:lnTo>
                    <a:pt x="198523" y="63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03549" y="3951871"/>
              <a:ext cx="483889" cy="724344"/>
            </a:xfrm>
            <a:custGeom>
              <a:avLst/>
              <a:pathLst>
                <a:path w="483889" h="724344">
                  <a:moveTo>
                    <a:pt x="126136" y="29127"/>
                  </a:moveTo>
                  <a:lnTo>
                    <a:pt x="151670" y="30280"/>
                  </a:lnTo>
                  <a:lnTo>
                    <a:pt x="177752" y="31458"/>
                  </a:lnTo>
                  <a:lnTo>
                    <a:pt x="213122" y="33055"/>
                  </a:lnTo>
                  <a:lnTo>
                    <a:pt x="272012" y="35715"/>
                  </a:lnTo>
                  <a:lnTo>
                    <a:pt x="285377" y="9542"/>
                  </a:lnTo>
                  <a:lnTo>
                    <a:pt x="308057" y="18962"/>
                  </a:lnTo>
                  <a:lnTo>
                    <a:pt x="305940" y="23536"/>
                  </a:lnTo>
                  <a:lnTo>
                    <a:pt x="303137" y="29589"/>
                  </a:lnTo>
                  <a:lnTo>
                    <a:pt x="300351" y="35607"/>
                  </a:lnTo>
                  <a:lnTo>
                    <a:pt x="297479" y="41810"/>
                  </a:lnTo>
                  <a:lnTo>
                    <a:pt x="295656" y="45748"/>
                  </a:lnTo>
                  <a:lnTo>
                    <a:pt x="291901" y="53858"/>
                  </a:lnTo>
                  <a:lnTo>
                    <a:pt x="286360" y="65827"/>
                  </a:lnTo>
                  <a:lnTo>
                    <a:pt x="334400" y="103676"/>
                  </a:lnTo>
                  <a:lnTo>
                    <a:pt x="347957" y="114357"/>
                  </a:lnTo>
                  <a:lnTo>
                    <a:pt x="361811" y="120311"/>
                  </a:lnTo>
                  <a:lnTo>
                    <a:pt x="380495" y="124900"/>
                  </a:lnTo>
                  <a:lnTo>
                    <a:pt x="405662" y="138663"/>
                  </a:lnTo>
                  <a:lnTo>
                    <a:pt x="418473" y="145215"/>
                  </a:lnTo>
                  <a:lnTo>
                    <a:pt x="423703" y="151952"/>
                  </a:lnTo>
                  <a:lnTo>
                    <a:pt x="425722" y="166591"/>
                  </a:lnTo>
                  <a:lnTo>
                    <a:pt x="422524" y="176173"/>
                  </a:lnTo>
                  <a:lnTo>
                    <a:pt x="404839" y="199556"/>
                  </a:lnTo>
                  <a:lnTo>
                    <a:pt x="402400" y="218043"/>
                  </a:lnTo>
                  <a:lnTo>
                    <a:pt x="407048" y="228440"/>
                  </a:lnTo>
                  <a:lnTo>
                    <a:pt x="421675" y="237359"/>
                  </a:lnTo>
                  <a:lnTo>
                    <a:pt x="429546" y="241799"/>
                  </a:lnTo>
                  <a:lnTo>
                    <a:pt x="430490" y="242472"/>
                  </a:lnTo>
                  <a:lnTo>
                    <a:pt x="436930" y="255188"/>
                  </a:lnTo>
                  <a:lnTo>
                    <a:pt x="436614" y="270260"/>
                  </a:lnTo>
                  <a:lnTo>
                    <a:pt x="441353" y="321877"/>
                  </a:lnTo>
                  <a:lnTo>
                    <a:pt x="445866" y="326391"/>
                  </a:lnTo>
                  <a:lnTo>
                    <a:pt x="458632" y="340075"/>
                  </a:lnTo>
                  <a:lnTo>
                    <a:pt x="469311" y="357953"/>
                  </a:lnTo>
                  <a:lnTo>
                    <a:pt x="480990" y="370465"/>
                  </a:lnTo>
                  <a:lnTo>
                    <a:pt x="483889" y="386520"/>
                  </a:lnTo>
                  <a:lnTo>
                    <a:pt x="477759" y="407394"/>
                  </a:lnTo>
                  <a:lnTo>
                    <a:pt x="471489" y="419786"/>
                  </a:lnTo>
                  <a:lnTo>
                    <a:pt x="462308" y="429422"/>
                  </a:lnTo>
                  <a:lnTo>
                    <a:pt x="461999" y="430358"/>
                  </a:lnTo>
                  <a:lnTo>
                    <a:pt x="457598" y="445918"/>
                  </a:lnTo>
                  <a:lnTo>
                    <a:pt x="457578" y="446544"/>
                  </a:lnTo>
                  <a:lnTo>
                    <a:pt x="458041" y="465478"/>
                  </a:lnTo>
                  <a:lnTo>
                    <a:pt x="460283" y="481895"/>
                  </a:lnTo>
                  <a:lnTo>
                    <a:pt x="456127" y="495462"/>
                  </a:lnTo>
                  <a:lnTo>
                    <a:pt x="443323" y="507614"/>
                  </a:lnTo>
                  <a:lnTo>
                    <a:pt x="431037" y="515326"/>
                  </a:lnTo>
                  <a:lnTo>
                    <a:pt x="408492" y="522302"/>
                  </a:lnTo>
                  <a:lnTo>
                    <a:pt x="393225" y="525448"/>
                  </a:lnTo>
                  <a:lnTo>
                    <a:pt x="376568" y="525649"/>
                  </a:lnTo>
                  <a:lnTo>
                    <a:pt x="364207" y="521206"/>
                  </a:lnTo>
                  <a:lnTo>
                    <a:pt x="354265" y="518493"/>
                  </a:lnTo>
                  <a:lnTo>
                    <a:pt x="352433" y="517881"/>
                  </a:lnTo>
                  <a:lnTo>
                    <a:pt x="351514" y="517573"/>
                  </a:lnTo>
                  <a:lnTo>
                    <a:pt x="349984" y="517268"/>
                  </a:lnTo>
                  <a:lnTo>
                    <a:pt x="348448" y="516962"/>
                  </a:lnTo>
                  <a:lnTo>
                    <a:pt x="346601" y="516657"/>
                  </a:lnTo>
                  <a:lnTo>
                    <a:pt x="345372" y="516662"/>
                  </a:lnTo>
                  <a:lnTo>
                    <a:pt x="343832" y="516667"/>
                  </a:lnTo>
                  <a:lnTo>
                    <a:pt x="342597" y="516672"/>
                  </a:lnTo>
                  <a:lnTo>
                    <a:pt x="340430" y="516681"/>
                  </a:lnTo>
                  <a:lnTo>
                    <a:pt x="339500" y="516685"/>
                  </a:lnTo>
                  <a:lnTo>
                    <a:pt x="337636" y="516696"/>
                  </a:lnTo>
                  <a:lnTo>
                    <a:pt x="336702" y="516703"/>
                  </a:lnTo>
                  <a:lnTo>
                    <a:pt x="335144" y="516714"/>
                  </a:lnTo>
                  <a:lnTo>
                    <a:pt x="333583" y="516725"/>
                  </a:lnTo>
                  <a:lnTo>
                    <a:pt x="332018" y="516737"/>
                  </a:lnTo>
                  <a:lnTo>
                    <a:pt x="330776" y="517062"/>
                  </a:lnTo>
                  <a:lnTo>
                    <a:pt x="329543" y="517703"/>
                  </a:lnTo>
                  <a:lnTo>
                    <a:pt x="328962" y="518970"/>
                  </a:lnTo>
                  <a:lnTo>
                    <a:pt x="328055" y="519924"/>
                  </a:lnTo>
                  <a:lnTo>
                    <a:pt x="327172" y="521507"/>
                  </a:lnTo>
                  <a:lnTo>
                    <a:pt x="327233" y="523078"/>
                  </a:lnTo>
                  <a:lnTo>
                    <a:pt x="326364" y="524970"/>
                  </a:lnTo>
                  <a:lnTo>
                    <a:pt x="325823" y="527167"/>
                  </a:lnTo>
                  <a:lnTo>
                    <a:pt x="325560" y="528420"/>
                  </a:lnTo>
                  <a:lnTo>
                    <a:pt x="324996" y="529987"/>
                  </a:lnTo>
                  <a:lnTo>
                    <a:pt x="324760" y="531857"/>
                  </a:lnTo>
                  <a:lnTo>
                    <a:pt x="324187" y="533110"/>
                  </a:lnTo>
                  <a:lnTo>
                    <a:pt x="323657" y="535289"/>
                  </a:lnTo>
                  <a:lnTo>
                    <a:pt x="323385" y="536221"/>
                  </a:lnTo>
                  <a:lnTo>
                    <a:pt x="322856" y="538392"/>
                  </a:lnTo>
                  <a:lnTo>
                    <a:pt x="322912" y="539622"/>
                  </a:lnTo>
                  <a:lnTo>
                    <a:pt x="322628" y="540242"/>
                  </a:lnTo>
                  <a:lnTo>
                    <a:pt x="322684" y="541468"/>
                  </a:lnTo>
                  <a:lnTo>
                    <a:pt x="322768" y="543303"/>
                  </a:lnTo>
                  <a:lnTo>
                    <a:pt x="322824" y="544522"/>
                  </a:lnTo>
                  <a:lnTo>
                    <a:pt x="323204" y="546035"/>
                  </a:lnTo>
                  <a:lnTo>
                    <a:pt x="323597" y="547845"/>
                  </a:lnTo>
                  <a:lnTo>
                    <a:pt x="323989" y="549649"/>
                  </a:lnTo>
                  <a:lnTo>
                    <a:pt x="324648" y="550534"/>
                  </a:lnTo>
                  <a:lnTo>
                    <a:pt x="324715" y="552037"/>
                  </a:lnTo>
                  <a:lnTo>
                    <a:pt x="325076" y="553227"/>
                  </a:lnTo>
                  <a:lnTo>
                    <a:pt x="325476" y="555308"/>
                  </a:lnTo>
                  <a:lnTo>
                    <a:pt x="325835" y="556490"/>
                  </a:lnTo>
                  <a:lnTo>
                    <a:pt x="325900" y="557976"/>
                  </a:lnTo>
                  <a:lnTo>
                    <a:pt x="326601" y="560027"/>
                  </a:lnTo>
                  <a:lnTo>
                    <a:pt x="326932" y="560606"/>
                  </a:lnTo>
                  <a:lnTo>
                    <a:pt x="327287" y="561773"/>
                  </a:lnTo>
                  <a:lnTo>
                    <a:pt x="327691" y="564112"/>
                  </a:lnTo>
                  <a:lnTo>
                    <a:pt x="327728" y="564991"/>
                  </a:lnTo>
                  <a:lnTo>
                    <a:pt x="328396" y="566427"/>
                  </a:lnTo>
                  <a:lnTo>
                    <a:pt x="328445" y="567593"/>
                  </a:lnTo>
                  <a:lnTo>
                    <a:pt x="328518" y="569338"/>
                  </a:lnTo>
                  <a:lnTo>
                    <a:pt x="328868" y="570484"/>
                  </a:lnTo>
                  <a:lnTo>
                    <a:pt x="329518" y="571613"/>
                  </a:lnTo>
                  <a:lnTo>
                    <a:pt x="329878" y="573042"/>
                  </a:lnTo>
                  <a:lnTo>
                    <a:pt x="330236" y="574466"/>
                  </a:lnTo>
                  <a:lnTo>
                    <a:pt x="330893" y="575870"/>
                  </a:lnTo>
                  <a:lnTo>
                    <a:pt x="331525" y="576699"/>
                  </a:lnTo>
                  <a:lnTo>
                    <a:pt x="331913" y="578965"/>
                  </a:lnTo>
                  <a:lnTo>
                    <a:pt x="332860" y="580339"/>
                  </a:lnTo>
                  <a:lnTo>
                    <a:pt x="333211" y="581739"/>
                  </a:lnTo>
                  <a:lnTo>
                    <a:pt x="333540" y="582571"/>
                  </a:lnTo>
                  <a:lnTo>
                    <a:pt x="333910" y="584527"/>
                  </a:lnTo>
                  <a:lnTo>
                    <a:pt x="334563" y="586179"/>
                  </a:lnTo>
                  <a:lnTo>
                    <a:pt x="335517" y="588085"/>
                  </a:lnTo>
                  <a:lnTo>
                    <a:pt x="335841" y="588904"/>
                  </a:lnTo>
                  <a:lnTo>
                    <a:pt x="336193" y="590555"/>
                  </a:lnTo>
                  <a:lnTo>
                    <a:pt x="336837" y="592183"/>
                  </a:lnTo>
                  <a:lnTo>
                    <a:pt x="336856" y="592736"/>
                  </a:lnTo>
                  <a:lnTo>
                    <a:pt x="337488" y="594079"/>
                  </a:lnTo>
                  <a:lnTo>
                    <a:pt x="337535" y="595456"/>
                  </a:lnTo>
                  <a:lnTo>
                    <a:pt x="337573" y="596555"/>
                  </a:lnTo>
                  <a:lnTo>
                    <a:pt x="337630" y="598199"/>
                  </a:lnTo>
                  <a:lnTo>
                    <a:pt x="337676" y="599567"/>
                  </a:lnTo>
                  <a:lnTo>
                    <a:pt x="337717" y="600965"/>
                  </a:lnTo>
                  <a:lnTo>
                    <a:pt x="337774" y="602920"/>
                  </a:lnTo>
                  <a:lnTo>
                    <a:pt x="337791" y="603478"/>
                  </a:lnTo>
                  <a:lnTo>
                    <a:pt x="337839" y="605150"/>
                  </a:lnTo>
                  <a:lnTo>
                    <a:pt x="337880" y="606541"/>
                  </a:lnTo>
                  <a:lnTo>
                    <a:pt x="337656" y="608786"/>
                  </a:lnTo>
                  <a:lnTo>
                    <a:pt x="337375" y="609086"/>
                  </a:lnTo>
                  <a:lnTo>
                    <a:pt x="336855" y="611073"/>
                  </a:lnTo>
                  <a:lnTo>
                    <a:pt x="336599" y="612204"/>
                  </a:lnTo>
                  <a:lnTo>
                    <a:pt x="336351" y="613611"/>
                  </a:lnTo>
                  <a:lnTo>
                    <a:pt x="336096" y="614741"/>
                  </a:lnTo>
                  <a:lnTo>
                    <a:pt x="335849" y="616146"/>
                  </a:lnTo>
                  <a:lnTo>
                    <a:pt x="335882" y="617250"/>
                  </a:lnTo>
                  <a:lnTo>
                    <a:pt x="335924" y="618628"/>
                  </a:lnTo>
                  <a:lnTo>
                    <a:pt x="336254" y="619979"/>
                  </a:lnTo>
                  <a:lnTo>
                    <a:pt x="336583" y="621328"/>
                  </a:lnTo>
                  <a:lnTo>
                    <a:pt x="336903" y="622400"/>
                  </a:lnTo>
                  <a:lnTo>
                    <a:pt x="337510" y="623445"/>
                  </a:lnTo>
                  <a:lnTo>
                    <a:pt x="338116" y="624487"/>
                  </a:lnTo>
                  <a:lnTo>
                    <a:pt x="339014" y="625775"/>
                  </a:lnTo>
                  <a:lnTo>
                    <a:pt x="339895" y="626513"/>
                  </a:lnTo>
                  <a:lnTo>
                    <a:pt x="341066" y="627496"/>
                  </a:lnTo>
                  <a:lnTo>
                    <a:pt x="342226" y="628205"/>
                  </a:lnTo>
                  <a:lnTo>
                    <a:pt x="342816" y="628965"/>
                  </a:lnTo>
                  <a:lnTo>
                    <a:pt x="344254" y="629643"/>
                  </a:lnTo>
                  <a:lnTo>
                    <a:pt x="345977" y="630562"/>
                  </a:lnTo>
                  <a:lnTo>
                    <a:pt x="347118" y="630993"/>
                  </a:lnTo>
                  <a:lnTo>
                    <a:pt x="348262" y="631692"/>
                  </a:lnTo>
                  <a:lnTo>
                    <a:pt x="349684" y="632361"/>
                  </a:lnTo>
                  <a:lnTo>
                    <a:pt x="350815" y="632788"/>
                  </a:lnTo>
                  <a:lnTo>
                    <a:pt x="352520" y="633967"/>
                  </a:lnTo>
                  <a:lnTo>
                    <a:pt x="354218" y="635145"/>
                  </a:lnTo>
                  <a:lnTo>
                    <a:pt x="355345" y="635839"/>
                  </a:lnTo>
                  <a:lnTo>
                    <a:pt x="355921" y="636853"/>
                  </a:lnTo>
                  <a:lnTo>
                    <a:pt x="357043" y="637544"/>
                  </a:lnTo>
                  <a:lnTo>
                    <a:pt x="358168" y="638499"/>
                  </a:lnTo>
                  <a:lnTo>
                    <a:pt x="359015" y="639479"/>
                  </a:lnTo>
                  <a:lnTo>
                    <a:pt x="360129" y="640164"/>
                  </a:lnTo>
                  <a:lnTo>
                    <a:pt x="360698" y="641169"/>
                  </a:lnTo>
                  <a:lnTo>
                    <a:pt x="361266" y="642171"/>
                  </a:lnTo>
                  <a:lnTo>
                    <a:pt x="361832" y="643172"/>
                  </a:lnTo>
                  <a:lnTo>
                    <a:pt x="362398" y="644171"/>
                  </a:lnTo>
                  <a:lnTo>
                    <a:pt x="363235" y="645139"/>
                  </a:lnTo>
                  <a:lnTo>
                    <a:pt x="363798" y="646134"/>
                  </a:lnTo>
                  <a:lnTo>
                    <a:pt x="364632" y="647099"/>
                  </a:lnTo>
                  <a:lnTo>
                    <a:pt x="365468" y="648323"/>
                  </a:lnTo>
                  <a:lnTo>
                    <a:pt x="366027" y="649312"/>
                  </a:lnTo>
                  <a:lnTo>
                    <a:pt x="366320" y="650591"/>
                  </a:lnTo>
                  <a:lnTo>
                    <a:pt x="366341" y="651898"/>
                  </a:lnTo>
                  <a:lnTo>
                    <a:pt x="366376" y="653987"/>
                  </a:lnTo>
                  <a:lnTo>
                    <a:pt x="366402" y="655550"/>
                  </a:lnTo>
                  <a:lnTo>
                    <a:pt x="366428" y="657112"/>
                  </a:lnTo>
                  <a:lnTo>
                    <a:pt x="366445" y="658152"/>
                  </a:lnTo>
                  <a:lnTo>
                    <a:pt x="366732" y="659159"/>
                  </a:lnTo>
                  <a:lnTo>
                    <a:pt x="366753" y="660456"/>
                  </a:lnTo>
                  <a:lnTo>
                    <a:pt x="366770" y="661492"/>
                  </a:lnTo>
                  <a:lnTo>
                    <a:pt x="366791" y="662786"/>
                  </a:lnTo>
                  <a:lnTo>
                    <a:pt x="366813" y="664079"/>
                  </a:lnTo>
                  <a:lnTo>
                    <a:pt x="366834" y="665370"/>
                  </a:lnTo>
                  <a:lnTo>
                    <a:pt x="366859" y="666918"/>
                  </a:lnTo>
                  <a:lnTo>
                    <a:pt x="367157" y="668687"/>
                  </a:lnTo>
                  <a:lnTo>
                    <a:pt x="367170" y="669458"/>
                  </a:lnTo>
                  <a:lnTo>
                    <a:pt x="367191" y="670743"/>
                  </a:lnTo>
                  <a:lnTo>
                    <a:pt x="367479" y="671992"/>
                  </a:lnTo>
                  <a:lnTo>
                    <a:pt x="367512" y="674042"/>
                  </a:lnTo>
                  <a:lnTo>
                    <a:pt x="367812" y="676052"/>
                  </a:lnTo>
                  <a:lnTo>
                    <a:pt x="368099" y="677293"/>
                  </a:lnTo>
                  <a:lnTo>
                    <a:pt x="368390" y="678787"/>
                  </a:lnTo>
                  <a:lnTo>
                    <a:pt x="368946" y="680243"/>
                  </a:lnTo>
                  <a:lnTo>
                    <a:pt x="369227" y="681223"/>
                  </a:lnTo>
                  <a:lnTo>
                    <a:pt x="369508" y="682202"/>
                  </a:lnTo>
                  <a:lnTo>
                    <a:pt x="370323" y="683360"/>
                  </a:lnTo>
                  <a:lnTo>
                    <a:pt x="370603" y="684336"/>
                  </a:lnTo>
                  <a:lnTo>
                    <a:pt x="371414" y="685489"/>
                  </a:lnTo>
                  <a:lnTo>
                    <a:pt x="371967" y="687181"/>
                  </a:lnTo>
                  <a:lnTo>
                    <a:pt x="372508" y="688114"/>
                  </a:lnTo>
                  <a:lnTo>
                    <a:pt x="373045" y="688794"/>
                  </a:lnTo>
                  <a:lnTo>
                    <a:pt x="373854" y="690188"/>
                  </a:lnTo>
                  <a:lnTo>
                    <a:pt x="374391" y="691115"/>
                  </a:lnTo>
                  <a:lnTo>
                    <a:pt x="375193" y="692253"/>
                  </a:lnTo>
                  <a:lnTo>
                    <a:pt x="375464" y="692965"/>
                  </a:lnTo>
                  <a:lnTo>
                    <a:pt x="376267" y="694349"/>
                  </a:lnTo>
                  <a:lnTo>
                    <a:pt x="377073" y="696226"/>
                  </a:lnTo>
                  <a:lnTo>
                    <a:pt x="377345" y="697182"/>
                  </a:lnTo>
                  <a:lnTo>
                    <a:pt x="377617" y="698137"/>
                  </a:lnTo>
                  <a:lnTo>
                    <a:pt x="378153" y="699547"/>
                  </a:lnTo>
                  <a:lnTo>
                    <a:pt x="378430" y="700993"/>
                  </a:lnTo>
                  <a:lnTo>
                    <a:pt x="378962" y="702151"/>
                  </a:lnTo>
                  <a:lnTo>
                    <a:pt x="379495" y="703552"/>
                  </a:lnTo>
                  <a:lnTo>
                    <a:pt x="379503" y="704292"/>
                  </a:lnTo>
                  <a:lnTo>
                    <a:pt x="379775" y="705483"/>
                  </a:lnTo>
                  <a:lnTo>
                    <a:pt x="380041" y="706181"/>
                  </a:lnTo>
                  <a:lnTo>
                    <a:pt x="380309" y="707124"/>
                  </a:lnTo>
                  <a:lnTo>
                    <a:pt x="380327" y="708843"/>
                  </a:lnTo>
                  <a:lnTo>
                    <a:pt x="380600" y="710272"/>
                  </a:lnTo>
                  <a:lnTo>
                    <a:pt x="380613" y="711496"/>
                  </a:lnTo>
                  <a:lnTo>
                    <a:pt x="380626" y="712719"/>
                  </a:lnTo>
                  <a:lnTo>
                    <a:pt x="380636" y="713696"/>
                  </a:lnTo>
                  <a:lnTo>
                    <a:pt x="380397" y="715446"/>
                  </a:lnTo>
                  <a:lnTo>
                    <a:pt x="380408" y="716422"/>
                  </a:lnTo>
                  <a:lnTo>
                    <a:pt x="380161" y="717438"/>
                  </a:lnTo>
                  <a:lnTo>
                    <a:pt x="379662" y="718741"/>
                  </a:lnTo>
                  <a:lnTo>
                    <a:pt x="379416" y="719757"/>
                  </a:lnTo>
                  <a:lnTo>
                    <a:pt x="379170" y="720772"/>
                  </a:lnTo>
                  <a:lnTo>
                    <a:pt x="379184" y="721986"/>
                  </a:lnTo>
                  <a:lnTo>
                    <a:pt x="378425" y="723088"/>
                  </a:lnTo>
                  <a:lnTo>
                    <a:pt x="377404" y="723749"/>
                  </a:lnTo>
                  <a:lnTo>
                    <a:pt x="376378" y="724167"/>
                  </a:lnTo>
                  <a:lnTo>
                    <a:pt x="375348" y="724344"/>
                  </a:lnTo>
                  <a:lnTo>
                    <a:pt x="374054" y="724322"/>
                  </a:lnTo>
                  <a:lnTo>
                    <a:pt x="372495" y="724101"/>
                  </a:lnTo>
                  <a:lnTo>
                    <a:pt x="371714" y="723990"/>
                  </a:lnTo>
                  <a:lnTo>
                    <a:pt x="370148" y="723768"/>
                  </a:lnTo>
                  <a:lnTo>
                    <a:pt x="369103" y="723701"/>
                  </a:lnTo>
                  <a:lnTo>
                    <a:pt x="368055" y="723633"/>
                  </a:lnTo>
                  <a:lnTo>
                    <a:pt x="366740" y="723365"/>
                  </a:lnTo>
                  <a:lnTo>
                    <a:pt x="365426" y="723342"/>
                  </a:lnTo>
                  <a:lnTo>
                    <a:pt x="364109" y="723319"/>
                  </a:lnTo>
                  <a:lnTo>
                    <a:pt x="362789" y="723295"/>
                  </a:lnTo>
                  <a:lnTo>
                    <a:pt x="361466" y="723272"/>
                  </a:lnTo>
                  <a:lnTo>
                    <a:pt x="360404" y="723204"/>
                  </a:lnTo>
                  <a:lnTo>
                    <a:pt x="359075" y="723180"/>
                  </a:lnTo>
                  <a:lnTo>
                    <a:pt x="357483" y="723448"/>
                  </a:lnTo>
                  <a:lnTo>
                    <a:pt x="355614" y="723515"/>
                  </a:lnTo>
                  <a:lnTo>
                    <a:pt x="354001" y="723288"/>
                  </a:lnTo>
                  <a:lnTo>
                    <a:pt x="352658" y="723265"/>
                  </a:lnTo>
                  <a:lnTo>
                    <a:pt x="351036" y="723037"/>
                  </a:lnTo>
                  <a:lnTo>
                    <a:pt x="349140" y="722854"/>
                  </a:lnTo>
                  <a:lnTo>
                    <a:pt x="348055" y="722785"/>
                  </a:lnTo>
                  <a:lnTo>
                    <a:pt x="346961" y="722466"/>
                  </a:lnTo>
                  <a:lnTo>
                    <a:pt x="345322" y="722237"/>
                  </a:lnTo>
                  <a:lnTo>
                    <a:pt x="344773" y="722077"/>
                  </a:lnTo>
                  <a:lnTo>
                    <a:pt x="343400" y="721801"/>
                  </a:lnTo>
                  <a:lnTo>
                    <a:pt x="341750" y="721570"/>
                  </a:lnTo>
                  <a:lnTo>
                    <a:pt x="340088" y="721086"/>
                  </a:lnTo>
                  <a:lnTo>
                    <a:pt x="338436" y="721105"/>
                  </a:lnTo>
                  <a:lnTo>
                    <a:pt x="337597" y="720736"/>
                  </a:lnTo>
                  <a:lnTo>
                    <a:pt x="336496" y="720916"/>
                  </a:lnTo>
                  <a:lnTo>
                    <a:pt x="335093" y="720385"/>
                  </a:lnTo>
                  <a:lnTo>
                    <a:pt x="333980" y="720312"/>
                  </a:lnTo>
                  <a:lnTo>
                    <a:pt x="332856" y="719986"/>
                  </a:lnTo>
                  <a:lnTo>
                    <a:pt x="331469" y="720212"/>
                  </a:lnTo>
                  <a:lnTo>
                    <a:pt x="330348" y="720139"/>
                  </a:lnTo>
                  <a:lnTo>
                    <a:pt x="328947" y="720111"/>
                  </a:lnTo>
                  <a:lnTo>
                    <a:pt x="327542" y="720083"/>
                  </a:lnTo>
                  <a:lnTo>
                    <a:pt x="326142" y="720309"/>
                  </a:lnTo>
                  <a:lnTo>
                    <a:pt x="325021" y="720490"/>
                  </a:lnTo>
                  <a:lnTo>
                    <a:pt x="323616" y="720718"/>
                  </a:lnTo>
                  <a:lnTo>
                    <a:pt x="322490" y="720900"/>
                  </a:lnTo>
                  <a:lnTo>
                    <a:pt x="321080" y="721128"/>
                  </a:lnTo>
                  <a:lnTo>
                    <a:pt x="319100" y="721448"/>
                  </a:lnTo>
                  <a:lnTo>
                    <a:pt x="317672" y="721422"/>
                  </a:lnTo>
                  <a:lnTo>
                    <a:pt x="316251" y="721651"/>
                  </a:lnTo>
                  <a:lnTo>
                    <a:pt x="314531" y="721671"/>
                  </a:lnTo>
                  <a:lnTo>
                    <a:pt x="313389" y="721855"/>
                  </a:lnTo>
                  <a:lnTo>
                    <a:pt x="312234" y="721783"/>
                  </a:lnTo>
                  <a:lnTo>
                    <a:pt x="310790" y="721756"/>
                  </a:lnTo>
                  <a:lnTo>
                    <a:pt x="309342" y="721730"/>
                  </a:lnTo>
                  <a:lnTo>
                    <a:pt x="307891" y="721704"/>
                  </a:lnTo>
                  <a:lnTo>
                    <a:pt x="307002" y="721326"/>
                  </a:lnTo>
                  <a:lnTo>
                    <a:pt x="305545" y="721299"/>
                  </a:lnTo>
                  <a:lnTo>
                    <a:pt x="304072" y="721013"/>
                  </a:lnTo>
                  <a:lnTo>
                    <a:pt x="302584" y="720467"/>
                  </a:lnTo>
                  <a:lnTo>
                    <a:pt x="301103" y="720179"/>
                  </a:lnTo>
                  <a:lnTo>
                    <a:pt x="299630" y="720150"/>
                  </a:lnTo>
                  <a:lnTo>
                    <a:pt x="298715" y="719508"/>
                  </a:lnTo>
                  <a:lnTo>
                    <a:pt x="297224" y="719218"/>
                  </a:lnTo>
                  <a:lnTo>
                    <a:pt x="296022" y="718880"/>
                  </a:lnTo>
                  <a:lnTo>
                    <a:pt x="294537" y="718850"/>
                  </a:lnTo>
                  <a:lnTo>
                    <a:pt x="293021" y="718296"/>
                  </a:lnTo>
                  <a:lnTo>
                    <a:pt x="292416" y="718126"/>
                  </a:lnTo>
                  <a:lnTo>
                    <a:pt x="291204" y="717786"/>
                  </a:lnTo>
                  <a:lnTo>
                    <a:pt x="289380" y="717274"/>
                  </a:lnTo>
                  <a:lnTo>
                    <a:pt x="288460" y="716886"/>
                  </a:lnTo>
                  <a:lnTo>
                    <a:pt x="286926" y="716326"/>
                  </a:lnTo>
                  <a:lnTo>
                    <a:pt x="285387" y="715763"/>
                  </a:lnTo>
                  <a:lnTo>
                    <a:pt x="284159" y="715418"/>
                  </a:lnTo>
                  <a:lnTo>
                    <a:pt x="282612" y="714853"/>
                  </a:lnTo>
                  <a:lnTo>
                    <a:pt x="281061" y="714287"/>
                  </a:lnTo>
                  <a:lnTo>
                    <a:pt x="279505" y="713718"/>
                  </a:lnTo>
                  <a:lnTo>
                    <a:pt x="278247" y="713102"/>
                  </a:lnTo>
                  <a:lnTo>
                    <a:pt x="277003" y="712752"/>
                  </a:lnTo>
                  <a:lnTo>
                    <a:pt x="275419" y="711912"/>
                  </a:lnTo>
                  <a:lnTo>
                    <a:pt x="274147" y="711300"/>
                  </a:lnTo>
                  <a:lnTo>
                    <a:pt x="272871" y="710688"/>
                  </a:lnTo>
                  <a:lnTo>
                    <a:pt x="271899" y="710029"/>
                  </a:lnTo>
                  <a:lnTo>
                    <a:pt x="271216" y="709054"/>
                  </a:lnTo>
                  <a:lnTo>
                    <a:pt x="269915" y="708170"/>
                  </a:lnTo>
                  <a:lnTo>
                    <a:pt x="268901" y="706968"/>
                  </a:lnTo>
                  <a:lnTo>
                    <a:pt x="267902" y="706032"/>
                  </a:lnTo>
                  <a:lnTo>
                    <a:pt x="267229" y="705317"/>
                  </a:lnTo>
                  <a:lnTo>
                    <a:pt x="265604" y="704469"/>
                  </a:lnTo>
                  <a:lnTo>
                    <a:pt x="264633" y="704066"/>
                  </a:lnTo>
                  <a:lnTo>
                    <a:pt x="256063" y="703729"/>
                  </a:lnTo>
                  <a:lnTo>
                    <a:pt x="213586" y="692961"/>
                  </a:lnTo>
                  <a:lnTo>
                    <a:pt x="173662" y="682840"/>
                  </a:lnTo>
                  <a:lnTo>
                    <a:pt x="137746" y="673735"/>
                  </a:lnTo>
                  <a:lnTo>
                    <a:pt x="126927" y="664220"/>
                  </a:lnTo>
                  <a:lnTo>
                    <a:pt x="106980" y="667477"/>
                  </a:lnTo>
                  <a:lnTo>
                    <a:pt x="106248" y="666212"/>
                  </a:lnTo>
                  <a:lnTo>
                    <a:pt x="104131" y="663663"/>
                  </a:lnTo>
                  <a:lnTo>
                    <a:pt x="102623" y="660507"/>
                  </a:lnTo>
                  <a:lnTo>
                    <a:pt x="100463" y="657330"/>
                  </a:lnTo>
                  <a:lnTo>
                    <a:pt x="98994" y="654795"/>
                  </a:lnTo>
                  <a:lnTo>
                    <a:pt x="98092" y="651023"/>
                  </a:lnTo>
                  <a:lnTo>
                    <a:pt x="96579" y="647857"/>
                  </a:lnTo>
                  <a:lnTo>
                    <a:pt x="96284" y="643467"/>
                  </a:lnTo>
                  <a:lnTo>
                    <a:pt x="95548" y="642195"/>
                  </a:lnTo>
                  <a:lnTo>
                    <a:pt x="95210" y="637167"/>
                  </a:lnTo>
                  <a:lnTo>
                    <a:pt x="95081" y="635283"/>
                  </a:lnTo>
                  <a:lnTo>
                    <a:pt x="94859" y="632150"/>
                  </a:lnTo>
                  <a:lnTo>
                    <a:pt x="94592" y="628386"/>
                  </a:lnTo>
                  <a:lnTo>
                    <a:pt x="93713" y="625233"/>
                  </a:lnTo>
                  <a:lnTo>
                    <a:pt x="93490" y="622088"/>
                  </a:lnTo>
                  <a:lnTo>
                    <a:pt x="93266" y="618940"/>
                  </a:lnTo>
                  <a:lnTo>
                    <a:pt x="92863" y="613262"/>
                  </a:lnTo>
                  <a:lnTo>
                    <a:pt x="93342" y="610746"/>
                  </a:lnTo>
                  <a:lnTo>
                    <a:pt x="93162" y="608216"/>
                  </a:lnTo>
                  <a:lnTo>
                    <a:pt x="92893" y="604416"/>
                  </a:lnTo>
                  <a:lnTo>
                    <a:pt x="93237" y="599985"/>
                  </a:lnTo>
                  <a:lnTo>
                    <a:pt x="93577" y="596256"/>
                  </a:lnTo>
                  <a:lnTo>
                    <a:pt x="93359" y="593766"/>
                  </a:lnTo>
                  <a:lnTo>
                    <a:pt x="93692" y="590034"/>
                  </a:lnTo>
                  <a:lnTo>
                    <a:pt x="93364" y="586284"/>
                  </a:lnTo>
                  <a:lnTo>
                    <a:pt x="93090" y="583154"/>
                  </a:lnTo>
                  <a:lnTo>
                    <a:pt x="92706" y="578763"/>
                  </a:lnTo>
                  <a:lnTo>
                    <a:pt x="93205" y="576887"/>
                  </a:lnTo>
                  <a:lnTo>
                    <a:pt x="93540" y="573119"/>
                  </a:lnTo>
                  <a:lnTo>
                    <a:pt x="93930" y="569974"/>
                  </a:lnTo>
                  <a:lnTo>
                    <a:pt x="94321" y="566823"/>
                  </a:lnTo>
                  <a:lnTo>
                    <a:pt x="94768" y="564300"/>
                  </a:lnTo>
                  <a:lnTo>
                    <a:pt x="95161" y="561139"/>
                  </a:lnTo>
                  <a:lnTo>
                    <a:pt x="94831" y="557330"/>
                  </a:lnTo>
                  <a:lnTo>
                    <a:pt x="95893" y="554162"/>
                  </a:lnTo>
                  <a:lnTo>
                    <a:pt x="96397" y="552258"/>
                  </a:lnTo>
                  <a:lnTo>
                    <a:pt x="96069" y="548430"/>
                  </a:lnTo>
                  <a:lnTo>
                    <a:pt x="96519" y="545880"/>
                  </a:lnTo>
                  <a:lnTo>
                    <a:pt x="97586" y="542690"/>
                  </a:lnTo>
                  <a:lnTo>
                    <a:pt x="98038" y="540131"/>
                  </a:lnTo>
                  <a:lnTo>
                    <a:pt x="99163" y="537573"/>
                  </a:lnTo>
                  <a:lnTo>
                    <a:pt x="100235" y="534368"/>
                  </a:lnTo>
                  <a:lnTo>
                    <a:pt x="101929" y="530515"/>
                  </a:lnTo>
                  <a:lnTo>
                    <a:pt x="103735" y="527946"/>
                  </a:lnTo>
                  <a:lnTo>
                    <a:pt x="104923" y="526015"/>
                  </a:lnTo>
                  <a:lnTo>
                    <a:pt x="108086" y="523446"/>
                  </a:lnTo>
                  <a:lnTo>
                    <a:pt x="109279" y="521508"/>
                  </a:lnTo>
                  <a:lnTo>
                    <a:pt x="111828" y="519576"/>
                  </a:lnTo>
                  <a:lnTo>
                    <a:pt x="113703" y="517636"/>
                  </a:lnTo>
                  <a:lnTo>
                    <a:pt x="116259" y="515698"/>
                  </a:lnTo>
                  <a:lnTo>
                    <a:pt x="118820" y="513756"/>
                  </a:lnTo>
                  <a:lnTo>
                    <a:pt x="120024" y="511805"/>
                  </a:lnTo>
                  <a:lnTo>
                    <a:pt x="122592" y="509857"/>
                  </a:lnTo>
                  <a:lnTo>
                    <a:pt x="125163" y="507906"/>
                  </a:lnTo>
                  <a:lnTo>
                    <a:pt x="127739" y="505951"/>
                  </a:lnTo>
                  <a:lnTo>
                    <a:pt x="129587" y="503335"/>
                  </a:lnTo>
                  <a:lnTo>
                    <a:pt x="131639" y="502619"/>
                  </a:lnTo>
                  <a:lnTo>
                    <a:pt x="134372" y="500472"/>
                  </a:lnTo>
                  <a:lnTo>
                    <a:pt x="137156" y="498980"/>
                  </a:lnTo>
                  <a:lnTo>
                    <a:pt x="139888" y="496834"/>
                  </a:lnTo>
                  <a:lnTo>
                    <a:pt x="141900" y="494733"/>
                  </a:lnTo>
                  <a:lnTo>
                    <a:pt x="144533" y="491274"/>
                  </a:lnTo>
                  <a:lnTo>
                    <a:pt x="146497" y="488514"/>
                  </a:lnTo>
                  <a:lnTo>
                    <a:pt x="147790" y="486454"/>
                  </a:lnTo>
                  <a:lnTo>
                    <a:pt x="150331" y="481672"/>
                  </a:lnTo>
                  <a:lnTo>
                    <a:pt x="152349" y="479563"/>
                  </a:lnTo>
                  <a:lnTo>
                    <a:pt x="152153" y="476924"/>
                  </a:lnTo>
                  <a:lnTo>
                    <a:pt x="154173" y="474813"/>
                  </a:lnTo>
                  <a:lnTo>
                    <a:pt x="156146" y="472040"/>
                  </a:lnTo>
                  <a:lnTo>
                    <a:pt x="157403" y="469301"/>
                  </a:lnTo>
                  <a:lnTo>
                    <a:pt x="159325" y="464423"/>
                  </a:lnTo>
                  <a:lnTo>
                    <a:pt x="159872" y="460985"/>
                  </a:lnTo>
                  <a:lnTo>
                    <a:pt x="161832" y="456780"/>
                  </a:lnTo>
                  <a:lnTo>
                    <a:pt x="163034" y="451933"/>
                  </a:lnTo>
                  <a:lnTo>
                    <a:pt x="163688" y="450529"/>
                  </a:lnTo>
                  <a:lnTo>
                    <a:pt x="164273" y="447763"/>
                  </a:lnTo>
                  <a:lnTo>
                    <a:pt x="164065" y="443670"/>
                  </a:lnTo>
                  <a:lnTo>
                    <a:pt x="164650" y="440898"/>
                  </a:lnTo>
                  <a:lnTo>
                    <a:pt x="165926" y="437401"/>
                  </a:lnTo>
                  <a:lnTo>
                    <a:pt x="166512" y="434626"/>
                  </a:lnTo>
                  <a:lnTo>
                    <a:pt x="167823" y="431809"/>
                  </a:lnTo>
                  <a:lnTo>
                    <a:pt x="168325" y="426955"/>
                  </a:lnTo>
                  <a:lnTo>
                    <a:pt x="168985" y="425542"/>
                  </a:lnTo>
                  <a:lnTo>
                    <a:pt x="168830" y="422094"/>
                  </a:lnTo>
                  <a:lnTo>
                    <a:pt x="168674" y="418643"/>
                  </a:lnTo>
                  <a:lnTo>
                    <a:pt x="168518" y="415189"/>
                  </a:lnTo>
                  <a:lnTo>
                    <a:pt x="168331" y="411040"/>
                  </a:lnTo>
                  <a:lnTo>
                    <a:pt x="167514" y="408997"/>
                  </a:lnTo>
                  <a:lnTo>
                    <a:pt x="167389" y="406226"/>
                  </a:lnTo>
                  <a:lnTo>
                    <a:pt x="167201" y="402067"/>
                  </a:lnTo>
                  <a:lnTo>
                    <a:pt x="166352" y="399324"/>
                  </a:lnTo>
                  <a:lnTo>
                    <a:pt x="166194" y="395851"/>
                  </a:lnTo>
                  <a:lnTo>
                    <a:pt x="166037" y="392375"/>
                  </a:lnTo>
                  <a:lnTo>
                    <a:pt x="165848" y="388200"/>
                  </a:lnTo>
                  <a:lnTo>
                    <a:pt x="158795" y="377310"/>
                  </a:lnTo>
                  <a:lnTo>
                    <a:pt x="140709" y="351274"/>
                  </a:lnTo>
                  <a:lnTo>
                    <a:pt x="138332" y="347823"/>
                  </a:lnTo>
                  <a:lnTo>
                    <a:pt x="135951" y="344368"/>
                  </a:lnTo>
                  <a:lnTo>
                    <a:pt x="134373" y="342297"/>
                  </a:lnTo>
                  <a:lnTo>
                    <a:pt x="132740" y="338800"/>
                  </a:lnTo>
                  <a:lnTo>
                    <a:pt x="131919" y="336689"/>
                  </a:lnTo>
                  <a:lnTo>
                    <a:pt x="129571" y="333201"/>
                  </a:lnTo>
                  <a:lnTo>
                    <a:pt x="128015" y="330388"/>
                  </a:lnTo>
                  <a:lnTo>
                    <a:pt x="127871" y="326823"/>
                  </a:lnTo>
                  <a:lnTo>
                    <a:pt x="127698" y="322542"/>
                  </a:lnTo>
                  <a:lnTo>
                    <a:pt x="127554" y="318972"/>
                  </a:lnTo>
                  <a:lnTo>
                    <a:pt x="127352" y="313971"/>
                  </a:lnTo>
                  <a:lnTo>
                    <a:pt x="127265" y="311827"/>
                  </a:lnTo>
                  <a:lnTo>
                    <a:pt x="127872" y="308948"/>
                  </a:lnTo>
                  <a:lnTo>
                    <a:pt x="127757" y="306086"/>
                  </a:lnTo>
                  <a:lnTo>
                    <a:pt x="129057" y="302471"/>
                  </a:lnTo>
                  <a:lnTo>
                    <a:pt x="131096" y="298833"/>
                  </a:lnTo>
                  <a:lnTo>
                    <a:pt x="133195" y="295184"/>
                  </a:lnTo>
                  <a:lnTo>
                    <a:pt x="134574" y="292274"/>
                  </a:lnTo>
                  <a:lnTo>
                    <a:pt x="135953" y="289364"/>
                  </a:lnTo>
                  <a:lnTo>
                    <a:pt x="138079" y="286433"/>
                  </a:lnTo>
                  <a:lnTo>
                    <a:pt x="139458" y="283524"/>
                  </a:lnTo>
                  <a:lnTo>
                    <a:pt x="140865" y="281332"/>
                  </a:lnTo>
                  <a:lnTo>
                    <a:pt x="143736" y="278385"/>
                  </a:lnTo>
                  <a:lnTo>
                    <a:pt x="146605" y="275439"/>
                  </a:lnTo>
                  <a:lnTo>
                    <a:pt x="148784" y="273948"/>
                  </a:lnTo>
                  <a:lnTo>
                    <a:pt x="151706" y="272439"/>
                  </a:lnTo>
                  <a:lnTo>
                    <a:pt x="155397" y="271629"/>
                  </a:lnTo>
                  <a:lnTo>
                    <a:pt x="159110" y="271535"/>
                  </a:lnTo>
                  <a:lnTo>
                    <a:pt x="162817" y="271442"/>
                  </a:lnTo>
                  <a:lnTo>
                    <a:pt x="166519" y="271348"/>
                  </a:lnTo>
                  <a:lnTo>
                    <a:pt x="170214" y="271255"/>
                  </a:lnTo>
                  <a:lnTo>
                    <a:pt x="173904" y="271162"/>
                  </a:lnTo>
                  <a:lnTo>
                    <a:pt x="176142" y="271819"/>
                  </a:lnTo>
                  <a:lnTo>
                    <a:pt x="179823" y="271726"/>
                  </a:lnTo>
                  <a:lnTo>
                    <a:pt x="183576" y="273767"/>
                  </a:lnTo>
                  <a:lnTo>
                    <a:pt x="187270" y="274383"/>
                  </a:lnTo>
                  <a:lnTo>
                    <a:pt x="190983" y="275708"/>
                  </a:lnTo>
                  <a:lnTo>
                    <a:pt x="193943" y="277052"/>
                  </a:lnTo>
                  <a:lnTo>
                    <a:pt x="197588" y="277669"/>
                  </a:lnTo>
                  <a:lnTo>
                    <a:pt x="200505" y="278303"/>
                  </a:lnTo>
                  <a:lnTo>
                    <a:pt x="204162" y="279627"/>
                  </a:lnTo>
                  <a:lnTo>
                    <a:pt x="207092" y="280968"/>
                  </a:lnTo>
                  <a:lnTo>
                    <a:pt x="210038" y="283016"/>
                  </a:lnTo>
                  <a:lnTo>
                    <a:pt x="212222" y="283666"/>
                  </a:lnTo>
                  <a:lnTo>
                    <a:pt x="215845" y="284276"/>
                  </a:lnTo>
                  <a:lnTo>
                    <a:pt x="218744" y="284906"/>
                  </a:lnTo>
                  <a:lnTo>
                    <a:pt x="221622" y="284828"/>
                  </a:lnTo>
                  <a:lnTo>
                    <a:pt x="224497" y="284750"/>
                  </a:lnTo>
                  <a:lnTo>
                    <a:pt x="228068" y="283946"/>
                  </a:lnTo>
                  <a:lnTo>
                    <a:pt x="230220" y="283888"/>
                  </a:lnTo>
                  <a:lnTo>
                    <a:pt x="241524" y="277940"/>
                  </a:lnTo>
                  <a:lnTo>
                    <a:pt x="317019" y="328375"/>
                  </a:lnTo>
                  <a:lnTo>
                    <a:pt x="325705" y="319873"/>
                  </a:lnTo>
                  <a:lnTo>
                    <a:pt x="323864" y="319054"/>
                  </a:lnTo>
                  <a:lnTo>
                    <a:pt x="321543" y="317346"/>
                  </a:lnTo>
                  <a:lnTo>
                    <a:pt x="319696" y="316524"/>
                  </a:lnTo>
                  <a:lnTo>
                    <a:pt x="317834" y="315245"/>
                  </a:lnTo>
                  <a:lnTo>
                    <a:pt x="316439" y="314398"/>
                  </a:lnTo>
                  <a:lnTo>
                    <a:pt x="314125" y="313592"/>
                  </a:lnTo>
                  <a:lnTo>
                    <a:pt x="312714" y="312287"/>
                  </a:lnTo>
                  <a:lnTo>
                    <a:pt x="310381" y="311021"/>
                  </a:lnTo>
                  <a:lnTo>
                    <a:pt x="309438" y="310148"/>
                  </a:lnTo>
                  <a:lnTo>
                    <a:pt x="307098" y="308878"/>
                  </a:lnTo>
                  <a:lnTo>
                    <a:pt x="305690" y="308024"/>
                  </a:lnTo>
                  <a:lnTo>
                    <a:pt x="303806" y="306730"/>
                  </a:lnTo>
                  <a:lnTo>
                    <a:pt x="301930" y="305892"/>
                  </a:lnTo>
                  <a:lnTo>
                    <a:pt x="300040" y="304595"/>
                  </a:lnTo>
                  <a:lnTo>
                    <a:pt x="298169" y="304214"/>
                  </a:lnTo>
                  <a:lnTo>
                    <a:pt x="296272" y="302912"/>
                  </a:lnTo>
                  <a:lnTo>
                    <a:pt x="293905" y="301629"/>
                  </a:lnTo>
                  <a:lnTo>
                    <a:pt x="292479" y="300767"/>
                  </a:lnTo>
                  <a:lnTo>
                    <a:pt x="291051" y="299904"/>
                  </a:lnTo>
                  <a:lnTo>
                    <a:pt x="288671" y="298616"/>
                  </a:lnTo>
                  <a:lnTo>
                    <a:pt x="287708" y="297732"/>
                  </a:lnTo>
                  <a:lnTo>
                    <a:pt x="285321" y="296440"/>
                  </a:lnTo>
                  <a:lnTo>
                    <a:pt x="282928" y="295145"/>
                  </a:lnTo>
                  <a:lnTo>
                    <a:pt x="281960" y="294257"/>
                  </a:lnTo>
                  <a:lnTo>
                    <a:pt x="279559" y="292958"/>
                  </a:lnTo>
                  <a:lnTo>
                    <a:pt x="277640" y="292102"/>
                  </a:lnTo>
                  <a:lnTo>
                    <a:pt x="275717" y="291244"/>
                  </a:lnTo>
                  <a:lnTo>
                    <a:pt x="273779" y="289921"/>
                  </a:lnTo>
                  <a:lnTo>
                    <a:pt x="271850" y="289060"/>
                  </a:lnTo>
                  <a:lnTo>
                    <a:pt x="269905" y="287733"/>
                  </a:lnTo>
                  <a:lnTo>
                    <a:pt x="267956" y="286403"/>
                  </a:lnTo>
                  <a:lnTo>
                    <a:pt x="266016" y="285536"/>
                  </a:lnTo>
                  <a:lnTo>
                    <a:pt x="264048" y="283735"/>
                  </a:lnTo>
                  <a:lnTo>
                    <a:pt x="262569" y="282382"/>
                  </a:lnTo>
                  <a:lnTo>
                    <a:pt x="261089" y="281028"/>
                  </a:lnTo>
                  <a:lnTo>
                    <a:pt x="260088" y="279656"/>
                  </a:lnTo>
                  <a:lnTo>
                    <a:pt x="259073" y="277815"/>
                  </a:lnTo>
                  <a:lnTo>
                    <a:pt x="248400" y="270575"/>
                  </a:lnTo>
                  <a:lnTo>
                    <a:pt x="247922" y="270143"/>
                  </a:lnTo>
                  <a:lnTo>
                    <a:pt x="247413" y="268315"/>
                  </a:lnTo>
                  <a:lnTo>
                    <a:pt x="246436" y="266520"/>
                  </a:lnTo>
                  <a:lnTo>
                    <a:pt x="245458" y="264723"/>
                  </a:lnTo>
                  <a:lnTo>
                    <a:pt x="244948" y="262893"/>
                  </a:lnTo>
                  <a:lnTo>
                    <a:pt x="243969" y="261094"/>
                  </a:lnTo>
                  <a:lnTo>
                    <a:pt x="242522" y="259327"/>
                  </a:lnTo>
                  <a:lnTo>
                    <a:pt x="242010" y="257493"/>
                  </a:lnTo>
                  <a:lnTo>
                    <a:pt x="240561" y="255724"/>
                  </a:lnTo>
                  <a:lnTo>
                    <a:pt x="239111" y="253952"/>
                  </a:lnTo>
                  <a:lnTo>
                    <a:pt x="238139" y="252615"/>
                  </a:lnTo>
                  <a:lnTo>
                    <a:pt x="237157" y="250809"/>
                  </a:lnTo>
                  <a:lnTo>
                    <a:pt x="235703" y="249034"/>
                  </a:lnTo>
                  <a:lnTo>
                    <a:pt x="234249" y="247257"/>
                  </a:lnTo>
                  <a:lnTo>
                    <a:pt x="233274" y="245916"/>
                  </a:lnTo>
                  <a:lnTo>
                    <a:pt x="231818" y="244137"/>
                  </a:lnTo>
                  <a:lnTo>
                    <a:pt x="230831" y="242325"/>
                  </a:lnTo>
                  <a:lnTo>
                    <a:pt x="228912" y="241042"/>
                  </a:lnTo>
                  <a:lnTo>
                    <a:pt x="227924" y="239242"/>
                  </a:lnTo>
                  <a:lnTo>
                    <a:pt x="226475" y="237966"/>
                  </a:lnTo>
                  <a:lnTo>
                    <a:pt x="225013" y="236226"/>
                  </a:lnTo>
                  <a:lnTo>
                    <a:pt x="224022" y="234446"/>
                  </a:lnTo>
                  <a:lnTo>
                    <a:pt x="222568" y="233165"/>
                  </a:lnTo>
                  <a:lnTo>
                    <a:pt x="220637" y="231918"/>
                  </a:lnTo>
                  <a:lnTo>
                    <a:pt x="219179" y="230632"/>
                  </a:lnTo>
                  <a:lnTo>
                    <a:pt x="217242" y="229381"/>
                  </a:lnTo>
                  <a:lnTo>
                    <a:pt x="215780" y="228093"/>
                  </a:lnTo>
                  <a:lnTo>
                    <a:pt x="213815" y="225907"/>
                  </a:lnTo>
                  <a:lnTo>
                    <a:pt x="212849" y="225512"/>
                  </a:lnTo>
                  <a:lnTo>
                    <a:pt x="211368" y="223752"/>
                  </a:lnTo>
                  <a:lnTo>
                    <a:pt x="209408" y="222025"/>
                  </a:lnTo>
                  <a:lnTo>
                    <a:pt x="207935" y="220727"/>
                  </a:lnTo>
                  <a:lnTo>
                    <a:pt x="205969" y="218995"/>
                  </a:lnTo>
                  <a:lnTo>
                    <a:pt x="204491" y="217694"/>
                  </a:lnTo>
                  <a:lnTo>
                    <a:pt x="203000" y="215922"/>
                  </a:lnTo>
                  <a:lnTo>
                    <a:pt x="201025" y="214182"/>
                  </a:lnTo>
                  <a:lnTo>
                    <a:pt x="199060" y="212908"/>
                  </a:lnTo>
                  <a:lnTo>
                    <a:pt x="196595" y="211196"/>
                  </a:lnTo>
                  <a:lnTo>
                    <a:pt x="195094" y="209409"/>
                  </a:lnTo>
                  <a:lnTo>
                    <a:pt x="193136" y="208582"/>
                  </a:lnTo>
                  <a:lnTo>
                    <a:pt x="191660" y="207721"/>
                  </a:lnTo>
                  <a:lnTo>
                    <a:pt x="190172" y="206378"/>
                  </a:lnTo>
                  <a:lnTo>
                    <a:pt x="187711" y="205100"/>
                  </a:lnTo>
                  <a:lnTo>
                    <a:pt x="186241" y="204717"/>
                  </a:lnTo>
                  <a:lnTo>
                    <a:pt x="184261" y="203404"/>
                  </a:lnTo>
                  <a:lnTo>
                    <a:pt x="182279" y="202088"/>
                  </a:lnTo>
                  <a:lnTo>
                    <a:pt x="180305" y="201254"/>
                  </a:lnTo>
                  <a:lnTo>
                    <a:pt x="177840" y="200451"/>
                  </a:lnTo>
                  <a:lnTo>
                    <a:pt x="175383" y="200129"/>
                  </a:lnTo>
                  <a:lnTo>
                    <a:pt x="173401" y="199292"/>
                  </a:lnTo>
                  <a:lnTo>
                    <a:pt x="170947" y="199454"/>
                  </a:lnTo>
                  <a:lnTo>
                    <a:pt x="168490" y="199615"/>
                  </a:lnTo>
                  <a:lnTo>
                    <a:pt x="165537" y="199810"/>
                  </a:lnTo>
                  <a:lnTo>
                    <a:pt x="163565" y="199939"/>
                  </a:lnTo>
                  <a:lnTo>
                    <a:pt x="161590" y="200069"/>
                  </a:lnTo>
                  <a:lnTo>
                    <a:pt x="159613" y="200200"/>
                  </a:lnTo>
                  <a:lnTo>
                    <a:pt x="156148" y="200428"/>
                  </a:lnTo>
                  <a:lnTo>
                    <a:pt x="153668" y="200591"/>
                  </a:lnTo>
                  <a:lnTo>
                    <a:pt x="151184" y="200754"/>
                  </a:lnTo>
                  <a:lnTo>
                    <a:pt x="148209" y="201438"/>
                  </a:lnTo>
                  <a:lnTo>
                    <a:pt x="146215" y="201570"/>
                  </a:lnTo>
                  <a:lnTo>
                    <a:pt x="144219" y="201702"/>
                  </a:lnTo>
                  <a:lnTo>
                    <a:pt x="141720" y="201867"/>
                  </a:lnTo>
                  <a:lnTo>
                    <a:pt x="138716" y="202065"/>
                  </a:lnTo>
                  <a:lnTo>
                    <a:pt x="135691" y="202289"/>
                  </a:lnTo>
                  <a:lnTo>
                    <a:pt x="132654" y="202521"/>
                  </a:lnTo>
                  <a:lnTo>
                    <a:pt x="130130" y="202696"/>
                  </a:lnTo>
                  <a:lnTo>
                    <a:pt x="126656" y="202845"/>
                  </a:lnTo>
                  <a:lnTo>
                    <a:pt x="124670" y="202931"/>
                  </a:lnTo>
                  <a:lnTo>
                    <a:pt x="122682" y="203016"/>
                  </a:lnTo>
                  <a:lnTo>
                    <a:pt x="119698" y="203144"/>
                  </a:lnTo>
                  <a:lnTo>
                    <a:pt x="117708" y="203230"/>
                  </a:lnTo>
                  <a:lnTo>
                    <a:pt x="115218" y="203337"/>
                  </a:lnTo>
                  <a:lnTo>
                    <a:pt x="112727" y="203444"/>
                  </a:lnTo>
                  <a:lnTo>
                    <a:pt x="109735" y="203572"/>
                  </a:lnTo>
                  <a:lnTo>
                    <a:pt x="107239" y="203679"/>
                  </a:lnTo>
                  <a:lnTo>
                    <a:pt x="105242" y="203765"/>
                  </a:lnTo>
                  <a:lnTo>
                    <a:pt x="103243" y="203851"/>
                  </a:lnTo>
                  <a:lnTo>
                    <a:pt x="100743" y="203959"/>
                  </a:lnTo>
                  <a:lnTo>
                    <a:pt x="98727" y="203557"/>
                  </a:lnTo>
                  <a:lnTo>
                    <a:pt x="96709" y="203156"/>
                  </a:lnTo>
                  <a:lnTo>
                    <a:pt x="94172" y="202288"/>
                  </a:lnTo>
                  <a:lnTo>
                    <a:pt x="91618" y="200931"/>
                  </a:lnTo>
                  <a:lnTo>
                    <a:pt x="89564" y="199552"/>
                  </a:lnTo>
                  <a:lnTo>
                    <a:pt x="87476" y="197195"/>
                  </a:lnTo>
                  <a:lnTo>
                    <a:pt x="85905" y="195303"/>
                  </a:lnTo>
                  <a:lnTo>
                    <a:pt x="83814" y="192943"/>
                  </a:lnTo>
                  <a:lnTo>
                    <a:pt x="82728" y="190539"/>
                  </a:lnTo>
                  <a:lnTo>
                    <a:pt x="81657" y="188622"/>
                  </a:lnTo>
                  <a:lnTo>
                    <a:pt x="81105" y="187175"/>
                  </a:lnTo>
                  <a:lnTo>
                    <a:pt x="80017" y="184767"/>
                  </a:lnTo>
                  <a:lnTo>
                    <a:pt x="79448" y="182828"/>
                  </a:lnTo>
                  <a:lnTo>
                    <a:pt x="78863" y="180398"/>
                  </a:lnTo>
                  <a:lnTo>
                    <a:pt x="78310" y="178947"/>
                  </a:lnTo>
                  <a:lnTo>
                    <a:pt x="77725" y="176515"/>
                  </a:lnTo>
                  <a:lnTo>
                    <a:pt x="77139" y="174082"/>
                  </a:lnTo>
                  <a:lnTo>
                    <a:pt x="77073" y="172120"/>
                  </a:lnTo>
                  <a:lnTo>
                    <a:pt x="76487" y="169685"/>
                  </a:lnTo>
                  <a:lnTo>
                    <a:pt x="76373" y="166248"/>
                  </a:lnTo>
                  <a:lnTo>
                    <a:pt x="76307" y="164283"/>
                  </a:lnTo>
                  <a:lnTo>
                    <a:pt x="76258" y="162809"/>
                  </a:lnTo>
                  <a:lnTo>
                    <a:pt x="75688" y="160862"/>
                  </a:lnTo>
                  <a:lnTo>
                    <a:pt x="75623" y="158896"/>
                  </a:lnTo>
                  <a:lnTo>
                    <a:pt x="75052" y="156947"/>
                  </a:lnTo>
                  <a:lnTo>
                    <a:pt x="74432" y="153522"/>
                  </a:lnTo>
                  <a:lnTo>
                    <a:pt x="74366" y="151553"/>
                  </a:lnTo>
                  <a:lnTo>
                    <a:pt x="66157" y="131767"/>
                  </a:lnTo>
                  <a:lnTo>
                    <a:pt x="64939" y="129371"/>
                  </a:lnTo>
                  <a:lnTo>
                    <a:pt x="63786" y="127949"/>
                  </a:lnTo>
                  <a:lnTo>
                    <a:pt x="62598" y="126034"/>
                  </a:lnTo>
                  <a:lnTo>
                    <a:pt x="60317" y="123670"/>
                  </a:lnTo>
                  <a:lnTo>
                    <a:pt x="49849" y="111209"/>
                  </a:lnTo>
                  <a:lnTo>
                    <a:pt x="74683" y="85428"/>
                  </a:lnTo>
                  <a:lnTo>
                    <a:pt x="32357" y="42797"/>
                  </a:lnTo>
                  <a:lnTo>
                    <a:pt x="0" y="11993"/>
                  </a:lnTo>
                  <a:lnTo>
                    <a:pt x="24011" y="0"/>
                  </a:lnTo>
                  <a:lnTo>
                    <a:pt x="51382" y="8499"/>
                  </a:lnTo>
                  <a:lnTo>
                    <a:pt x="88662" y="20074"/>
                  </a:lnTo>
                  <a:lnTo>
                    <a:pt x="116400" y="286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02493" y="4022840"/>
              <a:ext cx="107095" cy="49316"/>
            </a:xfrm>
            <a:custGeom>
              <a:avLst/>
              <a:pathLst>
                <a:path w="107095" h="49316">
                  <a:moveTo>
                    <a:pt x="38697" y="14413"/>
                  </a:moveTo>
                  <a:lnTo>
                    <a:pt x="104337" y="0"/>
                  </a:lnTo>
                  <a:lnTo>
                    <a:pt x="105232" y="6625"/>
                  </a:lnTo>
                  <a:lnTo>
                    <a:pt x="107095" y="20410"/>
                  </a:lnTo>
                  <a:lnTo>
                    <a:pt x="99945" y="23872"/>
                  </a:lnTo>
                  <a:lnTo>
                    <a:pt x="48360" y="39496"/>
                  </a:lnTo>
                  <a:lnTo>
                    <a:pt x="40470" y="41885"/>
                  </a:lnTo>
                  <a:lnTo>
                    <a:pt x="6768" y="49316"/>
                  </a:lnTo>
                  <a:lnTo>
                    <a:pt x="6253" y="46356"/>
                  </a:lnTo>
                  <a:lnTo>
                    <a:pt x="5386" y="41374"/>
                  </a:lnTo>
                  <a:lnTo>
                    <a:pt x="4226" y="34704"/>
                  </a:lnTo>
                  <a:lnTo>
                    <a:pt x="3243" y="29051"/>
                  </a:lnTo>
                  <a:lnTo>
                    <a:pt x="0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957412" y="3625557"/>
              <a:ext cx="57154" cy="90918"/>
            </a:xfrm>
            <a:custGeom>
              <a:avLst/>
              <a:pathLst>
                <a:path w="57154" h="90918">
                  <a:moveTo>
                    <a:pt x="13413" y="4307"/>
                  </a:moveTo>
                  <a:lnTo>
                    <a:pt x="22619" y="3081"/>
                  </a:lnTo>
                  <a:lnTo>
                    <a:pt x="45740" y="0"/>
                  </a:lnTo>
                  <a:lnTo>
                    <a:pt x="49829" y="7020"/>
                  </a:lnTo>
                  <a:lnTo>
                    <a:pt x="54420" y="14906"/>
                  </a:lnTo>
                  <a:lnTo>
                    <a:pt x="57154" y="19599"/>
                  </a:lnTo>
                  <a:lnTo>
                    <a:pt x="56137" y="31798"/>
                  </a:lnTo>
                  <a:lnTo>
                    <a:pt x="54878" y="46912"/>
                  </a:lnTo>
                  <a:lnTo>
                    <a:pt x="54622" y="49988"/>
                  </a:lnTo>
                  <a:lnTo>
                    <a:pt x="29375" y="71955"/>
                  </a:lnTo>
                  <a:lnTo>
                    <a:pt x="26205" y="74713"/>
                  </a:lnTo>
                  <a:lnTo>
                    <a:pt x="7581" y="90918"/>
                  </a:lnTo>
                  <a:lnTo>
                    <a:pt x="1773" y="85508"/>
                  </a:lnTo>
                  <a:lnTo>
                    <a:pt x="1958" y="79795"/>
                  </a:lnTo>
                  <a:lnTo>
                    <a:pt x="2220" y="71662"/>
                  </a:lnTo>
                  <a:lnTo>
                    <a:pt x="2559" y="61154"/>
                  </a:lnTo>
                  <a:lnTo>
                    <a:pt x="2831" y="52723"/>
                  </a:lnTo>
                  <a:lnTo>
                    <a:pt x="3134" y="45227"/>
                  </a:lnTo>
                  <a:lnTo>
                    <a:pt x="3611" y="33449"/>
                  </a:lnTo>
                  <a:lnTo>
                    <a:pt x="978" y="17771"/>
                  </a:lnTo>
                  <a:lnTo>
                    <a:pt x="0" y="11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20672" y="3646126"/>
              <a:ext cx="75808" cy="48817"/>
            </a:xfrm>
            <a:custGeom>
              <a:avLst/>
              <a:pathLst>
                <a:path w="75808" h="48817">
                  <a:moveTo>
                    <a:pt x="39180" y="292"/>
                  </a:moveTo>
                  <a:lnTo>
                    <a:pt x="75217" y="0"/>
                  </a:lnTo>
                  <a:lnTo>
                    <a:pt x="75285" y="2807"/>
                  </a:lnTo>
                  <a:lnTo>
                    <a:pt x="75539" y="13352"/>
                  </a:lnTo>
                  <a:lnTo>
                    <a:pt x="75808" y="24513"/>
                  </a:lnTo>
                  <a:lnTo>
                    <a:pt x="72600" y="27501"/>
                  </a:lnTo>
                  <a:lnTo>
                    <a:pt x="61375" y="37954"/>
                  </a:lnTo>
                  <a:lnTo>
                    <a:pt x="49711" y="48817"/>
                  </a:lnTo>
                  <a:lnTo>
                    <a:pt x="43090" y="48299"/>
                  </a:lnTo>
                  <a:lnTo>
                    <a:pt x="35954" y="47741"/>
                  </a:lnTo>
                  <a:lnTo>
                    <a:pt x="29061" y="47202"/>
                  </a:lnTo>
                  <a:lnTo>
                    <a:pt x="22674" y="46702"/>
                  </a:lnTo>
                  <a:lnTo>
                    <a:pt x="14022" y="46026"/>
                  </a:lnTo>
                  <a:lnTo>
                    <a:pt x="9594" y="45679"/>
                  </a:lnTo>
                  <a:lnTo>
                    <a:pt x="599" y="44976"/>
                  </a:lnTo>
                  <a:lnTo>
                    <a:pt x="537" y="40383"/>
                  </a:lnTo>
                  <a:lnTo>
                    <a:pt x="464" y="34991"/>
                  </a:lnTo>
                  <a:lnTo>
                    <a:pt x="391" y="29581"/>
                  </a:lnTo>
                  <a:lnTo>
                    <a:pt x="307" y="23356"/>
                  </a:lnTo>
                  <a:lnTo>
                    <a:pt x="223" y="17165"/>
                  </a:lnTo>
                  <a:lnTo>
                    <a:pt x="128" y="10130"/>
                  </a:lnTo>
                  <a:lnTo>
                    <a:pt x="0" y="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03441" y="3645647"/>
              <a:ext cx="54599" cy="51043"/>
            </a:xfrm>
            <a:custGeom>
              <a:avLst/>
              <a:pathLst>
                <a:path w="54599" h="51043">
                  <a:moveTo>
                    <a:pt x="27645" y="194"/>
                  </a:moveTo>
                  <a:lnTo>
                    <a:pt x="51608" y="0"/>
                  </a:lnTo>
                  <a:lnTo>
                    <a:pt x="52042" y="6303"/>
                  </a:lnTo>
                  <a:lnTo>
                    <a:pt x="52481" y="12695"/>
                  </a:lnTo>
                  <a:lnTo>
                    <a:pt x="52952" y="19554"/>
                  </a:lnTo>
                  <a:lnTo>
                    <a:pt x="53459" y="26927"/>
                  </a:lnTo>
                  <a:lnTo>
                    <a:pt x="54116" y="36489"/>
                  </a:lnTo>
                  <a:lnTo>
                    <a:pt x="54599" y="43508"/>
                  </a:lnTo>
                  <a:lnTo>
                    <a:pt x="31214" y="46746"/>
                  </a:lnTo>
                  <a:lnTo>
                    <a:pt x="176" y="51043"/>
                  </a:lnTo>
                  <a:lnTo>
                    <a:pt x="140" y="40778"/>
                  </a:lnTo>
                  <a:lnTo>
                    <a:pt x="111" y="32401"/>
                  </a:lnTo>
                  <a:lnTo>
                    <a:pt x="71" y="21042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993878" y="3710611"/>
              <a:ext cx="94389" cy="48191"/>
            </a:xfrm>
            <a:custGeom>
              <a:avLst/>
              <a:pathLst>
                <a:path w="94389" h="48191">
                  <a:moveTo>
                    <a:pt x="94389" y="21170"/>
                  </a:moveTo>
                  <a:lnTo>
                    <a:pt x="85911" y="23027"/>
                  </a:lnTo>
                  <a:lnTo>
                    <a:pt x="78970" y="24548"/>
                  </a:lnTo>
                  <a:lnTo>
                    <a:pt x="72072" y="24830"/>
                  </a:lnTo>
                  <a:lnTo>
                    <a:pt x="67956" y="24998"/>
                  </a:lnTo>
                  <a:lnTo>
                    <a:pt x="57187" y="22698"/>
                  </a:lnTo>
                  <a:lnTo>
                    <a:pt x="53198" y="21845"/>
                  </a:lnTo>
                  <a:lnTo>
                    <a:pt x="41824" y="26971"/>
                  </a:lnTo>
                  <a:lnTo>
                    <a:pt x="32712" y="31078"/>
                  </a:lnTo>
                  <a:lnTo>
                    <a:pt x="27067" y="36176"/>
                  </a:lnTo>
                  <a:lnTo>
                    <a:pt x="13768" y="48191"/>
                  </a:lnTo>
                  <a:lnTo>
                    <a:pt x="4813" y="37780"/>
                  </a:lnTo>
                  <a:lnTo>
                    <a:pt x="2534" y="35131"/>
                  </a:lnTo>
                  <a:lnTo>
                    <a:pt x="0" y="32770"/>
                  </a:lnTo>
                  <a:lnTo>
                    <a:pt x="28304" y="0"/>
                  </a:lnTo>
                  <a:lnTo>
                    <a:pt x="43384" y="172"/>
                  </a:lnTo>
                  <a:lnTo>
                    <a:pt x="72975" y="510"/>
                  </a:lnTo>
                  <a:lnTo>
                    <a:pt x="76535" y="4609"/>
                  </a:lnTo>
                  <a:lnTo>
                    <a:pt x="79354" y="7855"/>
                  </a:lnTo>
                  <a:lnTo>
                    <a:pt x="89232" y="9218"/>
                  </a:lnTo>
                  <a:lnTo>
                    <a:pt x="91866" y="13247"/>
                  </a:lnTo>
                  <a:lnTo>
                    <a:pt x="93553" y="1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098660" y="3693745"/>
              <a:ext cx="74585" cy="32176"/>
            </a:xfrm>
            <a:custGeom>
              <a:avLst/>
              <a:pathLst>
                <a:path w="74585" h="32176">
                  <a:moveTo>
                    <a:pt x="67379" y="28214"/>
                  </a:moveTo>
                  <a:lnTo>
                    <a:pt x="42950" y="30322"/>
                  </a:lnTo>
                  <a:lnTo>
                    <a:pt x="26615" y="31731"/>
                  </a:lnTo>
                  <a:lnTo>
                    <a:pt x="1635" y="32176"/>
                  </a:lnTo>
                  <a:lnTo>
                    <a:pt x="946" y="25496"/>
                  </a:lnTo>
                  <a:lnTo>
                    <a:pt x="0" y="16321"/>
                  </a:lnTo>
                  <a:lnTo>
                    <a:pt x="37098" y="7957"/>
                  </a:lnTo>
                  <a:lnTo>
                    <a:pt x="72390" y="0"/>
                  </a:lnTo>
                  <a:lnTo>
                    <a:pt x="73026" y="8008"/>
                  </a:lnTo>
                  <a:lnTo>
                    <a:pt x="73853" y="18407"/>
                  </a:lnTo>
                  <a:lnTo>
                    <a:pt x="74585" y="27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175393" y="3673522"/>
              <a:ext cx="27363" cy="47469"/>
            </a:xfrm>
            <a:custGeom>
              <a:avLst/>
              <a:pathLst>
                <a:path w="27363" h="47469">
                  <a:moveTo>
                    <a:pt x="27179" y="2933"/>
                  </a:moveTo>
                  <a:lnTo>
                    <a:pt x="27174" y="5815"/>
                  </a:lnTo>
                  <a:lnTo>
                    <a:pt x="27166" y="11024"/>
                  </a:lnTo>
                  <a:lnTo>
                    <a:pt x="27200" y="17063"/>
                  </a:lnTo>
                  <a:lnTo>
                    <a:pt x="27236" y="23370"/>
                  </a:lnTo>
                  <a:lnTo>
                    <a:pt x="27277" y="30370"/>
                  </a:lnTo>
                  <a:lnTo>
                    <a:pt x="27302" y="34853"/>
                  </a:lnTo>
                  <a:lnTo>
                    <a:pt x="27328" y="39361"/>
                  </a:lnTo>
                  <a:lnTo>
                    <a:pt x="27363" y="45443"/>
                  </a:lnTo>
                  <a:lnTo>
                    <a:pt x="19191" y="46109"/>
                  </a:lnTo>
                  <a:lnTo>
                    <a:pt x="2521" y="47469"/>
                  </a:lnTo>
                  <a:lnTo>
                    <a:pt x="1676" y="31565"/>
                  </a:lnTo>
                  <a:lnTo>
                    <a:pt x="1049" y="19757"/>
                  </a:lnTo>
                  <a:lnTo>
                    <a:pt x="0" y="0"/>
                  </a:lnTo>
                  <a:lnTo>
                    <a:pt x="15756" y="166"/>
                  </a:lnTo>
                  <a:lnTo>
                    <a:pt x="26066" y="275"/>
                  </a:lnTo>
                  <a:lnTo>
                    <a:pt x="27184" y="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160774" y="3628255"/>
              <a:ext cx="41855" cy="37575"/>
            </a:xfrm>
            <a:custGeom>
              <a:avLst/>
              <a:pathLst>
                <a:path w="41855" h="37575">
                  <a:moveTo>
                    <a:pt x="24813" y="30390"/>
                  </a:moveTo>
                  <a:lnTo>
                    <a:pt x="1986" y="37575"/>
                  </a:lnTo>
                  <a:lnTo>
                    <a:pt x="1645" y="31123"/>
                  </a:lnTo>
                  <a:lnTo>
                    <a:pt x="1345" y="25451"/>
                  </a:lnTo>
                  <a:lnTo>
                    <a:pt x="930" y="17609"/>
                  </a:lnTo>
                  <a:lnTo>
                    <a:pt x="543" y="10291"/>
                  </a:lnTo>
                  <a:lnTo>
                    <a:pt x="0" y="0"/>
                  </a:lnTo>
                  <a:lnTo>
                    <a:pt x="14713" y="441"/>
                  </a:lnTo>
                  <a:lnTo>
                    <a:pt x="22364" y="2059"/>
                  </a:lnTo>
                  <a:lnTo>
                    <a:pt x="41752" y="6159"/>
                  </a:lnTo>
                  <a:lnTo>
                    <a:pt x="41855" y="14389"/>
                  </a:lnTo>
                  <a:lnTo>
                    <a:pt x="41837" y="25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07176" y="3681017"/>
              <a:ext cx="52606" cy="29632"/>
            </a:xfrm>
            <a:custGeom>
              <a:avLst/>
              <a:pathLst>
                <a:path w="52606" h="29632">
                  <a:moveTo>
                    <a:pt x="10126" y="8188"/>
                  </a:moveTo>
                  <a:lnTo>
                    <a:pt x="30628" y="3990"/>
                  </a:lnTo>
                  <a:lnTo>
                    <a:pt x="50115" y="0"/>
                  </a:lnTo>
                  <a:lnTo>
                    <a:pt x="50906" y="6320"/>
                  </a:lnTo>
                  <a:lnTo>
                    <a:pt x="51625" y="12064"/>
                  </a:lnTo>
                  <a:lnTo>
                    <a:pt x="52606" y="19902"/>
                  </a:lnTo>
                  <a:lnTo>
                    <a:pt x="49939" y="20414"/>
                  </a:lnTo>
                  <a:lnTo>
                    <a:pt x="47870" y="20811"/>
                  </a:lnTo>
                  <a:lnTo>
                    <a:pt x="42527" y="21835"/>
                  </a:lnTo>
                  <a:lnTo>
                    <a:pt x="26681" y="24875"/>
                  </a:lnTo>
                  <a:lnTo>
                    <a:pt x="3564" y="29309"/>
                  </a:lnTo>
                  <a:lnTo>
                    <a:pt x="1881" y="29632"/>
                  </a:lnTo>
                  <a:lnTo>
                    <a:pt x="1586" y="26599"/>
                  </a:lnTo>
                  <a:lnTo>
                    <a:pt x="1096" y="21551"/>
                  </a:lnTo>
                  <a:lnTo>
                    <a:pt x="680" y="17270"/>
                  </a:lnTo>
                  <a:lnTo>
                    <a:pt x="149" y="11805"/>
                  </a:lnTo>
                  <a:lnTo>
                    <a:pt x="0" y="10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59391" y="3644997"/>
              <a:ext cx="55836" cy="56437"/>
            </a:xfrm>
            <a:custGeom>
              <a:avLst/>
              <a:pathLst>
                <a:path w="55836" h="56437">
                  <a:moveTo>
                    <a:pt x="31429" y="47460"/>
                  </a:moveTo>
                  <a:lnTo>
                    <a:pt x="5633" y="56437"/>
                  </a:lnTo>
                  <a:lnTo>
                    <a:pt x="5612" y="56223"/>
                  </a:lnTo>
                  <a:lnTo>
                    <a:pt x="4721" y="47301"/>
                  </a:lnTo>
                  <a:lnTo>
                    <a:pt x="3838" y="38450"/>
                  </a:lnTo>
                  <a:lnTo>
                    <a:pt x="2834" y="28399"/>
                  </a:lnTo>
                  <a:lnTo>
                    <a:pt x="2200" y="22046"/>
                  </a:lnTo>
                  <a:lnTo>
                    <a:pt x="1392" y="13950"/>
                  </a:lnTo>
                  <a:lnTo>
                    <a:pt x="0" y="0"/>
                  </a:lnTo>
                  <a:lnTo>
                    <a:pt x="17642" y="2043"/>
                  </a:lnTo>
                  <a:lnTo>
                    <a:pt x="39649" y="4593"/>
                  </a:lnTo>
                  <a:lnTo>
                    <a:pt x="44410" y="14702"/>
                  </a:lnTo>
                  <a:lnTo>
                    <a:pt x="55836" y="389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296457" y="3858727"/>
              <a:ext cx="41484" cy="50438"/>
            </a:xfrm>
            <a:custGeom>
              <a:avLst/>
              <a:pathLst>
                <a:path w="41484" h="50438">
                  <a:moveTo>
                    <a:pt x="373" y="30533"/>
                  </a:moveTo>
                  <a:lnTo>
                    <a:pt x="0" y="2702"/>
                  </a:lnTo>
                  <a:lnTo>
                    <a:pt x="20022" y="1243"/>
                  </a:lnTo>
                  <a:lnTo>
                    <a:pt x="37078" y="0"/>
                  </a:lnTo>
                  <a:lnTo>
                    <a:pt x="37790" y="7016"/>
                  </a:lnTo>
                  <a:lnTo>
                    <a:pt x="39251" y="21413"/>
                  </a:lnTo>
                  <a:lnTo>
                    <a:pt x="41484" y="43412"/>
                  </a:lnTo>
                  <a:lnTo>
                    <a:pt x="37431" y="46835"/>
                  </a:lnTo>
                  <a:lnTo>
                    <a:pt x="31263" y="49537"/>
                  </a:lnTo>
                  <a:lnTo>
                    <a:pt x="27562" y="50438"/>
                  </a:lnTo>
                  <a:lnTo>
                    <a:pt x="21747" y="50078"/>
                  </a:lnTo>
                  <a:lnTo>
                    <a:pt x="19662" y="49321"/>
                  </a:lnTo>
                  <a:lnTo>
                    <a:pt x="16284" y="48096"/>
                  </a:lnTo>
                  <a:lnTo>
                    <a:pt x="8354" y="45034"/>
                  </a:lnTo>
                  <a:lnTo>
                    <a:pt x="556" y="44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39503" y="3930209"/>
              <a:ext cx="58893" cy="29673"/>
            </a:xfrm>
            <a:custGeom>
              <a:avLst/>
              <a:pathLst>
                <a:path w="58893" h="29673">
                  <a:moveTo>
                    <a:pt x="29039" y="21893"/>
                  </a:moveTo>
                  <a:lnTo>
                    <a:pt x="0" y="14325"/>
                  </a:lnTo>
                  <a:lnTo>
                    <a:pt x="445" y="10837"/>
                  </a:lnTo>
                  <a:lnTo>
                    <a:pt x="856" y="7625"/>
                  </a:lnTo>
                  <a:lnTo>
                    <a:pt x="1307" y="4091"/>
                  </a:lnTo>
                  <a:lnTo>
                    <a:pt x="1830" y="0"/>
                  </a:lnTo>
                  <a:lnTo>
                    <a:pt x="13112" y="1547"/>
                  </a:lnTo>
                  <a:lnTo>
                    <a:pt x="24946" y="3169"/>
                  </a:lnTo>
                  <a:lnTo>
                    <a:pt x="27885" y="3572"/>
                  </a:lnTo>
                  <a:lnTo>
                    <a:pt x="58045" y="9727"/>
                  </a:lnTo>
                  <a:lnTo>
                    <a:pt x="58229" y="14058"/>
                  </a:lnTo>
                  <a:lnTo>
                    <a:pt x="58564" y="21932"/>
                  </a:lnTo>
                  <a:lnTo>
                    <a:pt x="58893" y="29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093841" y="3948369"/>
              <a:ext cx="72404" cy="90967"/>
            </a:xfrm>
            <a:custGeom>
              <a:avLst/>
              <a:pathLst>
                <a:path w="72404" h="90967">
                  <a:moveTo>
                    <a:pt x="64259" y="24071"/>
                  </a:moveTo>
                  <a:lnTo>
                    <a:pt x="63863" y="24845"/>
                  </a:lnTo>
                  <a:lnTo>
                    <a:pt x="61598" y="29284"/>
                  </a:lnTo>
                  <a:lnTo>
                    <a:pt x="55681" y="40875"/>
                  </a:lnTo>
                  <a:lnTo>
                    <a:pt x="46858" y="60325"/>
                  </a:lnTo>
                  <a:lnTo>
                    <a:pt x="46790" y="64903"/>
                  </a:lnTo>
                  <a:lnTo>
                    <a:pt x="46674" y="72765"/>
                  </a:lnTo>
                  <a:lnTo>
                    <a:pt x="45046" y="81115"/>
                  </a:lnTo>
                  <a:lnTo>
                    <a:pt x="26968" y="85592"/>
                  </a:lnTo>
                  <a:lnTo>
                    <a:pt x="5262" y="90967"/>
                  </a:lnTo>
                  <a:lnTo>
                    <a:pt x="0" y="81004"/>
                  </a:lnTo>
                  <a:lnTo>
                    <a:pt x="4066" y="60496"/>
                  </a:lnTo>
                  <a:lnTo>
                    <a:pt x="4945" y="56065"/>
                  </a:lnTo>
                  <a:lnTo>
                    <a:pt x="6432" y="48264"/>
                  </a:lnTo>
                  <a:lnTo>
                    <a:pt x="17005" y="39213"/>
                  </a:lnTo>
                  <a:lnTo>
                    <a:pt x="43972" y="0"/>
                  </a:lnTo>
                  <a:lnTo>
                    <a:pt x="53968" y="2455"/>
                  </a:lnTo>
                  <a:lnTo>
                    <a:pt x="72404" y="6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49629" y="3957397"/>
              <a:ext cx="55870" cy="69428"/>
            </a:xfrm>
            <a:custGeom>
              <a:avLst/>
              <a:pathLst>
                <a:path w="55870" h="69428">
                  <a:moveTo>
                    <a:pt x="34098" y="60984"/>
                  </a:moveTo>
                  <a:lnTo>
                    <a:pt x="0" y="69428"/>
                  </a:lnTo>
                  <a:lnTo>
                    <a:pt x="946" y="61577"/>
                  </a:lnTo>
                  <a:lnTo>
                    <a:pt x="2124" y="51806"/>
                  </a:lnTo>
                  <a:lnTo>
                    <a:pt x="2766" y="48568"/>
                  </a:lnTo>
                  <a:lnTo>
                    <a:pt x="5228" y="36145"/>
                  </a:lnTo>
                  <a:lnTo>
                    <a:pt x="8740" y="29274"/>
                  </a:lnTo>
                  <a:lnTo>
                    <a:pt x="13565" y="19833"/>
                  </a:lnTo>
                  <a:lnTo>
                    <a:pt x="14713" y="17587"/>
                  </a:lnTo>
                  <a:lnTo>
                    <a:pt x="23482" y="3763"/>
                  </a:lnTo>
                  <a:lnTo>
                    <a:pt x="23534" y="3299"/>
                  </a:lnTo>
                  <a:lnTo>
                    <a:pt x="24931" y="0"/>
                  </a:lnTo>
                  <a:lnTo>
                    <a:pt x="35199" y="2522"/>
                  </a:lnTo>
                  <a:lnTo>
                    <a:pt x="49164" y="5953"/>
                  </a:lnTo>
                  <a:lnTo>
                    <a:pt x="52132" y="27926"/>
                  </a:lnTo>
                  <a:lnTo>
                    <a:pt x="55715" y="54442"/>
                  </a:lnTo>
                  <a:lnTo>
                    <a:pt x="55870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09411" y="3936362"/>
              <a:ext cx="35348" cy="32472"/>
            </a:xfrm>
            <a:custGeom>
              <a:avLst/>
              <a:pathLst>
                <a:path w="35348" h="32472">
                  <a:moveTo>
                    <a:pt x="27657" y="31511"/>
                  </a:moveTo>
                  <a:lnTo>
                    <a:pt x="24020" y="30120"/>
                  </a:lnTo>
                  <a:lnTo>
                    <a:pt x="21514" y="29161"/>
                  </a:lnTo>
                  <a:lnTo>
                    <a:pt x="19833" y="28518"/>
                  </a:lnTo>
                  <a:lnTo>
                    <a:pt x="17646" y="27681"/>
                  </a:lnTo>
                  <a:lnTo>
                    <a:pt x="15284" y="26777"/>
                  </a:lnTo>
                  <a:lnTo>
                    <a:pt x="13256" y="26001"/>
                  </a:lnTo>
                  <a:lnTo>
                    <a:pt x="11358" y="25275"/>
                  </a:lnTo>
                  <a:lnTo>
                    <a:pt x="9156" y="24433"/>
                  </a:lnTo>
                  <a:lnTo>
                    <a:pt x="4534" y="22665"/>
                  </a:lnTo>
                  <a:lnTo>
                    <a:pt x="0" y="20930"/>
                  </a:lnTo>
                  <a:lnTo>
                    <a:pt x="2349" y="17165"/>
                  </a:lnTo>
                  <a:lnTo>
                    <a:pt x="4966" y="12971"/>
                  </a:lnTo>
                  <a:lnTo>
                    <a:pt x="7670" y="8639"/>
                  </a:lnTo>
                  <a:lnTo>
                    <a:pt x="12679" y="613"/>
                  </a:lnTo>
                  <a:lnTo>
                    <a:pt x="13061" y="0"/>
                  </a:lnTo>
                  <a:lnTo>
                    <a:pt x="15563" y="1061"/>
                  </a:lnTo>
                  <a:lnTo>
                    <a:pt x="16980" y="1946"/>
                  </a:lnTo>
                  <a:lnTo>
                    <a:pt x="18546" y="2925"/>
                  </a:lnTo>
                  <a:lnTo>
                    <a:pt x="20016" y="3844"/>
                  </a:lnTo>
                  <a:lnTo>
                    <a:pt x="21855" y="4994"/>
                  </a:lnTo>
                  <a:lnTo>
                    <a:pt x="23774" y="6194"/>
                  </a:lnTo>
                  <a:lnTo>
                    <a:pt x="25671" y="7380"/>
                  </a:lnTo>
                  <a:lnTo>
                    <a:pt x="29722" y="9912"/>
                  </a:lnTo>
                  <a:lnTo>
                    <a:pt x="35348" y="13429"/>
                  </a:lnTo>
                  <a:lnTo>
                    <a:pt x="33158" y="21481"/>
                  </a:lnTo>
                  <a:lnTo>
                    <a:pt x="30169" y="32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25777" y="3943830"/>
              <a:ext cx="113218" cy="52617"/>
            </a:xfrm>
            <a:custGeom>
              <a:avLst/>
              <a:pathLst>
                <a:path w="113218" h="52617">
                  <a:moveTo>
                    <a:pt x="109803" y="39712"/>
                  </a:moveTo>
                  <a:lnTo>
                    <a:pt x="106294" y="52617"/>
                  </a:lnTo>
                  <a:lnTo>
                    <a:pt x="84725" y="48614"/>
                  </a:lnTo>
                  <a:lnTo>
                    <a:pt x="73767" y="46581"/>
                  </a:lnTo>
                  <a:lnTo>
                    <a:pt x="69294" y="45751"/>
                  </a:lnTo>
                  <a:lnTo>
                    <a:pt x="62683" y="43446"/>
                  </a:lnTo>
                  <a:lnTo>
                    <a:pt x="30296" y="32153"/>
                  </a:lnTo>
                  <a:lnTo>
                    <a:pt x="11751" y="25686"/>
                  </a:lnTo>
                  <a:lnTo>
                    <a:pt x="9663" y="24737"/>
                  </a:lnTo>
                  <a:lnTo>
                    <a:pt x="0" y="20347"/>
                  </a:lnTo>
                  <a:lnTo>
                    <a:pt x="5394" y="10785"/>
                  </a:lnTo>
                  <a:lnTo>
                    <a:pt x="6614" y="8579"/>
                  </a:lnTo>
                  <a:lnTo>
                    <a:pt x="9461" y="3435"/>
                  </a:lnTo>
                  <a:lnTo>
                    <a:pt x="11362" y="0"/>
                  </a:lnTo>
                  <a:lnTo>
                    <a:pt x="12491" y="328"/>
                  </a:lnTo>
                  <a:lnTo>
                    <a:pt x="18528" y="2084"/>
                  </a:lnTo>
                  <a:lnTo>
                    <a:pt x="28463" y="4974"/>
                  </a:lnTo>
                  <a:lnTo>
                    <a:pt x="41279" y="8702"/>
                  </a:lnTo>
                  <a:lnTo>
                    <a:pt x="72448" y="17769"/>
                  </a:lnTo>
                  <a:lnTo>
                    <a:pt x="79885" y="18111"/>
                  </a:lnTo>
                  <a:lnTo>
                    <a:pt x="84262" y="18311"/>
                  </a:lnTo>
                  <a:lnTo>
                    <a:pt x="86590" y="19023"/>
                  </a:lnTo>
                  <a:lnTo>
                    <a:pt x="113218" y="27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938500" y="3920414"/>
              <a:ext cx="72981" cy="40117"/>
            </a:xfrm>
            <a:custGeom>
              <a:avLst/>
              <a:pathLst>
                <a:path w="72981" h="40117">
                  <a:moveTo>
                    <a:pt x="1919" y="17488"/>
                  </a:moveTo>
                  <a:lnTo>
                    <a:pt x="3057" y="14068"/>
                  </a:lnTo>
                  <a:lnTo>
                    <a:pt x="4536" y="9621"/>
                  </a:lnTo>
                  <a:lnTo>
                    <a:pt x="5989" y="5252"/>
                  </a:lnTo>
                  <a:lnTo>
                    <a:pt x="6892" y="2539"/>
                  </a:lnTo>
                  <a:lnTo>
                    <a:pt x="7736" y="0"/>
                  </a:lnTo>
                  <a:lnTo>
                    <a:pt x="13044" y="1154"/>
                  </a:lnTo>
                  <a:lnTo>
                    <a:pt x="31417" y="5152"/>
                  </a:lnTo>
                  <a:lnTo>
                    <a:pt x="72981" y="17114"/>
                  </a:lnTo>
                  <a:lnTo>
                    <a:pt x="71371" y="19655"/>
                  </a:lnTo>
                  <a:lnTo>
                    <a:pt x="68618" y="24001"/>
                  </a:lnTo>
                  <a:lnTo>
                    <a:pt x="65631" y="28717"/>
                  </a:lnTo>
                  <a:lnTo>
                    <a:pt x="58411" y="40117"/>
                  </a:lnTo>
                  <a:lnTo>
                    <a:pt x="38814" y="33689"/>
                  </a:lnTo>
                  <a:lnTo>
                    <a:pt x="27308" y="29915"/>
                  </a:lnTo>
                  <a:lnTo>
                    <a:pt x="11659" y="24782"/>
                  </a:lnTo>
                  <a:lnTo>
                    <a:pt x="0" y="20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899641" y="3934619"/>
              <a:ext cx="25983" cy="25335"/>
            </a:xfrm>
            <a:custGeom>
              <a:avLst/>
              <a:pathLst>
                <a:path w="25983" h="25335">
                  <a:moveTo>
                    <a:pt x="23800" y="12413"/>
                  </a:moveTo>
                  <a:lnTo>
                    <a:pt x="22268" y="15715"/>
                  </a:lnTo>
                  <a:lnTo>
                    <a:pt x="17807" y="25335"/>
                  </a:lnTo>
                  <a:lnTo>
                    <a:pt x="8590" y="21147"/>
                  </a:lnTo>
                  <a:lnTo>
                    <a:pt x="6952" y="20403"/>
                  </a:lnTo>
                  <a:lnTo>
                    <a:pt x="0" y="17244"/>
                  </a:lnTo>
                  <a:lnTo>
                    <a:pt x="2096" y="11998"/>
                  </a:lnTo>
                  <a:lnTo>
                    <a:pt x="6696" y="491"/>
                  </a:lnTo>
                  <a:lnTo>
                    <a:pt x="9558" y="308"/>
                  </a:lnTo>
                  <a:lnTo>
                    <a:pt x="13442" y="59"/>
                  </a:lnTo>
                  <a:lnTo>
                    <a:pt x="14366" y="0"/>
                  </a:lnTo>
                  <a:lnTo>
                    <a:pt x="16171" y="934"/>
                  </a:lnTo>
                  <a:lnTo>
                    <a:pt x="18967" y="2380"/>
                  </a:lnTo>
                  <a:lnTo>
                    <a:pt x="22210" y="4059"/>
                  </a:lnTo>
                  <a:lnTo>
                    <a:pt x="25983" y="60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20253" y="3874107"/>
              <a:ext cx="69662" cy="33325"/>
            </a:xfrm>
            <a:custGeom>
              <a:avLst/>
              <a:pathLst>
                <a:path w="69662" h="33325">
                  <a:moveTo>
                    <a:pt x="69436" y="19839"/>
                  </a:moveTo>
                  <a:lnTo>
                    <a:pt x="69088" y="33325"/>
                  </a:lnTo>
                  <a:lnTo>
                    <a:pt x="50223" y="31550"/>
                  </a:lnTo>
                  <a:lnTo>
                    <a:pt x="50098" y="23259"/>
                  </a:lnTo>
                  <a:lnTo>
                    <a:pt x="37701" y="23573"/>
                  </a:lnTo>
                  <a:lnTo>
                    <a:pt x="2114" y="23264"/>
                  </a:lnTo>
                  <a:lnTo>
                    <a:pt x="1029" y="14853"/>
                  </a:lnTo>
                  <a:lnTo>
                    <a:pt x="0" y="6872"/>
                  </a:lnTo>
                  <a:lnTo>
                    <a:pt x="2750" y="0"/>
                  </a:lnTo>
                  <a:lnTo>
                    <a:pt x="10016" y="2431"/>
                  </a:lnTo>
                  <a:lnTo>
                    <a:pt x="16289" y="4531"/>
                  </a:lnTo>
                  <a:lnTo>
                    <a:pt x="26577" y="7974"/>
                  </a:lnTo>
                  <a:lnTo>
                    <a:pt x="31896" y="9754"/>
                  </a:lnTo>
                  <a:lnTo>
                    <a:pt x="55484" y="10921"/>
                  </a:lnTo>
                  <a:lnTo>
                    <a:pt x="69662" y="11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19725" y="3916545"/>
              <a:ext cx="13317" cy="13026"/>
            </a:xfrm>
            <a:custGeom>
              <a:avLst/>
              <a:pathLst>
                <a:path w="13317" h="13026">
                  <a:moveTo>
                    <a:pt x="6674" y="12997"/>
                  </a:moveTo>
                  <a:lnTo>
                    <a:pt x="96" y="12934"/>
                  </a:lnTo>
                  <a:lnTo>
                    <a:pt x="89" y="12023"/>
                  </a:lnTo>
                  <a:lnTo>
                    <a:pt x="51" y="6914"/>
                  </a:lnTo>
                  <a:lnTo>
                    <a:pt x="43" y="5876"/>
                  </a:lnTo>
                  <a:lnTo>
                    <a:pt x="0" y="0"/>
                  </a:lnTo>
                  <a:lnTo>
                    <a:pt x="2646" y="464"/>
                  </a:lnTo>
                  <a:lnTo>
                    <a:pt x="4486" y="787"/>
                  </a:lnTo>
                  <a:lnTo>
                    <a:pt x="6820" y="1198"/>
                  </a:lnTo>
                  <a:lnTo>
                    <a:pt x="9520" y="1672"/>
                  </a:lnTo>
                  <a:lnTo>
                    <a:pt x="13317" y="2339"/>
                  </a:lnTo>
                  <a:lnTo>
                    <a:pt x="11729" y="6996"/>
                  </a:lnTo>
                  <a:lnTo>
                    <a:pt x="9672" y="13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6473" y="3884975"/>
              <a:ext cx="13394" cy="23931"/>
            </a:xfrm>
            <a:custGeom>
              <a:avLst/>
              <a:pathLst>
                <a:path w="13394" h="23931">
                  <a:moveTo>
                    <a:pt x="51" y="15498"/>
                  </a:moveTo>
                  <a:lnTo>
                    <a:pt x="31" y="9641"/>
                  </a:lnTo>
                  <a:lnTo>
                    <a:pt x="0" y="343"/>
                  </a:lnTo>
                  <a:lnTo>
                    <a:pt x="3591" y="394"/>
                  </a:lnTo>
                  <a:lnTo>
                    <a:pt x="6117" y="429"/>
                  </a:lnTo>
                  <a:lnTo>
                    <a:pt x="9432" y="475"/>
                  </a:lnTo>
                  <a:lnTo>
                    <a:pt x="11714" y="507"/>
                  </a:lnTo>
                  <a:lnTo>
                    <a:pt x="13394" y="0"/>
                  </a:lnTo>
                  <a:lnTo>
                    <a:pt x="11705" y="8317"/>
                  </a:lnTo>
                  <a:lnTo>
                    <a:pt x="11109" y="11249"/>
                  </a:lnTo>
                  <a:lnTo>
                    <a:pt x="8533" y="23931"/>
                  </a:lnTo>
                  <a:lnTo>
                    <a:pt x="6637" y="23753"/>
                  </a:lnTo>
                  <a:lnTo>
                    <a:pt x="4204" y="23524"/>
                  </a:lnTo>
                  <a:lnTo>
                    <a:pt x="1910" y="23308"/>
                  </a:lnTo>
                  <a:lnTo>
                    <a:pt x="77" y="2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960341" y="3748405"/>
              <a:ext cx="35575" cy="27306"/>
            </a:xfrm>
            <a:custGeom>
              <a:avLst/>
              <a:pathLst>
                <a:path w="35575" h="27306">
                  <a:moveTo>
                    <a:pt x="11663" y="20908"/>
                  </a:moveTo>
                  <a:lnTo>
                    <a:pt x="0" y="27306"/>
                  </a:lnTo>
                  <a:lnTo>
                    <a:pt x="5000" y="14473"/>
                  </a:lnTo>
                  <a:lnTo>
                    <a:pt x="8686" y="5014"/>
                  </a:lnTo>
                  <a:lnTo>
                    <a:pt x="15491" y="3287"/>
                  </a:lnTo>
                  <a:lnTo>
                    <a:pt x="28441" y="0"/>
                  </a:lnTo>
                  <a:lnTo>
                    <a:pt x="32292" y="4206"/>
                  </a:lnTo>
                  <a:lnTo>
                    <a:pt x="35575" y="77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83923" y="3480140"/>
              <a:ext cx="84041" cy="87281"/>
            </a:xfrm>
            <a:custGeom>
              <a:avLst/>
              <a:pathLst>
                <a:path w="84041" h="87281">
                  <a:moveTo>
                    <a:pt x="73196" y="57115"/>
                  </a:moveTo>
                  <a:lnTo>
                    <a:pt x="57074" y="73279"/>
                  </a:lnTo>
                  <a:lnTo>
                    <a:pt x="38949" y="87281"/>
                  </a:lnTo>
                  <a:lnTo>
                    <a:pt x="35006" y="82159"/>
                  </a:lnTo>
                  <a:lnTo>
                    <a:pt x="28297" y="73445"/>
                  </a:lnTo>
                  <a:lnTo>
                    <a:pt x="23327" y="66989"/>
                  </a:lnTo>
                  <a:lnTo>
                    <a:pt x="14917" y="56065"/>
                  </a:lnTo>
                  <a:lnTo>
                    <a:pt x="6850" y="45586"/>
                  </a:lnTo>
                  <a:lnTo>
                    <a:pt x="0" y="36688"/>
                  </a:lnTo>
                  <a:lnTo>
                    <a:pt x="9388" y="3878"/>
                  </a:lnTo>
                  <a:lnTo>
                    <a:pt x="16772" y="2726"/>
                  </a:lnTo>
                  <a:lnTo>
                    <a:pt x="34256" y="0"/>
                  </a:lnTo>
                  <a:lnTo>
                    <a:pt x="41801" y="7008"/>
                  </a:lnTo>
                  <a:lnTo>
                    <a:pt x="49802" y="14439"/>
                  </a:lnTo>
                  <a:lnTo>
                    <a:pt x="57680" y="21757"/>
                  </a:lnTo>
                  <a:lnTo>
                    <a:pt x="65471" y="28993"/>
                  </a:lnTo>
                  <a:lnTo>
                    <a:pt x="72191" y="35236"/>
                  </a:lnTo>
                  <a:lnTo>
                    <a:pt x="84041" y="46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109184" y="3483602"/>
              <a:ext cx="94357" cy="95696"/>
            </a:xfrm>
            <a:custGeom>
              <a:avLst/>
              <a:pathLst>
                <a:path w="94357" h="95696">
                  <a:moveTo>
                    <a:pt x="21989" y="95696"/>
                  </a:moveTo>
                  <a:lnTo>
                    <a:pt x="12590" y="87504"/>
                  </a:lnTo>
                  <a:lnTo>
                    <a:pt x="0" y="76530"/>
                  </a:lnTo>
                  <a:lnTo>
                    <a:pt x="10239" y="67101"/>
                  </a:lnTo>
                  <a:lnTo>
                    <a:pt x="16468" y="61365"/>
                  </a:lnTo>
                  <a:lnTo>
                    <a:pt x="22562" y="55752"/>
                  </a:lnTo>
                  <a:lnTo>
                    <a:pt x="30250" y="48673"/>
                  </a:lnTo>
                  <a:lnTo>
                    <a:pt x="38559" y="41021"/>
                  </a:lnTo>
                  <a:lnTo>
                    <a:pt x="46757" y="33472"/>
                  </a:lnTo>
                  <a:lnTo>
                    <a:pt x="56246" y="24734"/>
                  </a:lnTo>
                  <a:lnTo>
                    <a:pt x="62925" y="18584"/>
                  </a:lnTo>
                  <a:lnTo>
                    <a:pt x="83106" y="0"/>
                  </a:lnTo>
                  <a:lnTo>
                    <a:pt x="88838" y="5852"/>
                  </a:lnTo>
                  <a:lnTo>
                    <a:pt x="94357" y="11486"/>
                  </a:lnTo>
                  <a:lnTo>
                    <a:pt x="81036" y="23018"/>
                  </a:lnTo>
                  <a:lnTo>
                    <a:pt x="38974" y="59429"/>
                  </a:lnTo>
                  <a:lnTo>
                    <a:pt x="37219" y="78968"/>
                  </a:lnTo>
                  <a:lnTo>
                    <a:pt x="39327" y="860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5018371" y="3451908"/>
              <a:ext cx="115780" cy="94571"/>
            </a:xfrm>
            <a:custGeom>
              <a:avLst/>
              <a:pathLst>
                <a:path w="115780" h="94571">
                  <a:moveTo>
                    <a:pt x="107589" y="66945"/>
                  </a:moveTo>
                  <a:lnTo>
                    <a:pt x="99006" y="75421"/>
                  </a:lnTo>
                  <a:lnTo>
                    <a:pt x="89833" y="84481"/>
                  </a:lnTo>
                  <a:lnTo>
                    <a:pt x="79615" y="94571"/>
                  </a:lnTo>
                  <a:lnTo>
                    <a:pt x="73515" y="88268"/>
                  </a:lnTo>
                  <a:lnTo>
                    <a:pt x="66509" y="81028"/>
                  </a:lnTo>
                  <a:lnTo>
                    <a:pt x="59144" y="73417"/>
                  </a:lnTo>
                  <a:lnTo>
                    <a:pt x="51436" y="65452"/>
                  </a:lnTo>
                  <a:lnTo>
                    <a:pt x="46353" y="60199"/>
                  </a:lnTo>
                  <a:lnTo>
                    <a:pt x="39869" y="53499"/>
                  </a:lnTo>
                  <a:lnTo>
                    <a:pt x="34609" y="48064"/>
                  </a:lnTo>
                  <a:lnTo>
                    <a:pt x="29173" y="42447"/>
                  </a:lnTo>
                  <a:lnTo>
                    <a:pt x="21810" y="34838"/>
                  </a:lnTo>
                  <a:lnTo>
                    <a:pt x="13235" y="25977"/>
                  </a:lnTo>
                  <a:lnTo>
                    <a:pt x="0" y="12300"/>
                  </a:lnTo>
                  <a:lnTo>
                    <a:pt x="17884" y="1565"/>
                  </a:lnTo>
                  <a:lnTo>
                    <a:pt x="37943" y="816"/>
                  </a:lnTo>
                  <a:lnTo>
                    <a:pt x="59791" y="0"/>
                  </a:lnTo>
                  <a:lnTo>
                    <a:pt x="65369" y="5864"/>
                  </a:lnTo>
                  <a:lnTo>
                    <a:pt x="70772" y="11543"/>
                  </a:lnTo>
                  <a:lnTo>
                    <a:pt x="77197" y="18297"/>
                  </a:lnTo>
                  <a:lnTo>
                    <a:pt x="83089" y="24491"/>
                  </a:lnTo>
                  <a:lnTo>
                    <a:pt x="91770" y="33617"/>
                  </a:lnTo>
                  <a:lnTo>
                    <a:pt x="98387" y="40572"/>
                  </a:lnTo>
                  <a:lnTo>
                    <a:pt x="108115" y="50798"/>
                  </a:lnTo>
                  <a:lnTo>
                    <a:pt x="115780" y="58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976872" y="3867372"/>
              <a:ext cx="53051" cy="25821"/>
            </a:xfrm>
            <a:custGeom>
              <a:avLst/>
              <a:pathLst>
                <a:path w="53051" h="25821">
                  <a:moveTo>
                    <a:pt x="309" y="15118"/>
                  </a:moveTo>
                  <a:lnTo>
                    <a:pt x="685" y="8114"/>
                  </a:lnTo>
                  <a:lnTo>
                    <a:pt x="1027" y="1756"/>
                  </a:lnTo>
                  <a:lnTo>
                    <a:pt x="25918" y="0"/>
                  </a:lnTo>
                  <a:lnTo>
                    <a:pt x="35413" y="1746"/>
                  </a:lnTo>
                  <a:lnTo>
                    <a:pt x="52729" y="4931"/>
                  </a:lnTo>
                  <a:lnTo>
                    <a:pt x="52782" y="8339"/>
                  </a:lnTo>
                  <a:lnTo>
                    <a:pt x="52921" y="17296"/>
                  </a:lnTo>
                  <a:lnTo>
                    <a:pt x="53051" y="25753"/>
                  </a:lnTo>
                  <a:lnTo>
                    <a:pt x="45873" y="25821"/>
                  </a:lnTo>
                  <a:lnTo>
                    <a:pt x="25682" y="23448"/>
                  </a:lnTo>
                  <a:lnTo>
                    <a:pt x="14684" y="22156"/>
                  </a:lnTo>
                  <a:lnTo>
                    <a:pt x="0" y="208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5037154" y="3868453"/>
              <a:ext cx="52073" cy="54581"/>
            </a:xfrm>
            <a:custGeom>
              <a:avLst/>
              <a:pathLst>
                <a:path w="52073" h="54581">
                  <a:moveTo>
                    <a:pt x="47844" y="7700"/>
                  </a:moveTo>
                  <a:lnTo>
                    <a:pt x="48353" y="13341"/>
                  </a:lnTo>
                  <a:lnTo>
                    <a:pt x="49234" y="23106"/>
                  </a:lnTo>
                  <a:lnTo>
                    <a:pt x="50157" y="33337"/>
                  </a:lnTo>
                  <a:lnTo>
                    <a:pt x="52073" y="54581"/>
                  </a:lnTo>
                  <a:lnTo>
                    <a:pt x="32202" y="51664"/>
                  </a:lnTo>
                  <a:lnTo>
                    <a:pt x="1453" y="47150"/>
                  </a:lnTo>
                  <a:lnTo>
                    <a:pt x="183" y="37603"/>
                  </a:lnTo>
                  <a:lnTo>
                    <a:pt x="110" y="22696"/>
                  </a:lnTo>
                  <a:lnTo>
                    <a:pt x="64" y="13243"/>
                  </a:lnTo>
                  <a:lnTo>
                    <a:pt x="0" y="0"/>
                  </a:lnTo>
                  <a:lnTo>
                    <a:pt x="24722" y="4037"/>
                  </a:lnTo>
                  <a:lnTo>
                    <a:pt x="44720" y="7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864784" y="3812917"/>
              <a:ext cx="57109" cy="88108"/>
            </a:xfrm>
            <a:custGeom>
              <a:avLst/>
              <a:pathLst>
                <a:path w="57109" h="88108">
                  <a:moveTo>
                    <a:pt x="26432" y="524"/>
                  </a:moveTo>
                  <a:lnTo>
                    <a:pt x="44275" y="0"/>
                  </a:lnTo>
                  <a:lnTo>
                    <a:pt x="50041" y="102"/>
                  </a:lnTo>
                  <a:lnTo>
                    <a:pt x="57109" y="228"/>
                  </a:lnTo>
                  <a:lnTo>
                    <a:pt x="55968" y="10756"/>
                  </a:lnTo>
                  <a:lnTo>
                    <a:pt x="55392" y="16070"/>
                  </a:lnTo>
                  <a:lnTo>
                    <a:pt x="53152" y="28431"/>
                  </a:lnTo>
                  <a:lnTo>
                    <a:pt x="50292" y="44212"/>
                  </a:lnTo>
                  <a:lnTo>
                    <a:pt x="48959" y="51567"/>
                  </a:lnTo>
                  <a:lnTo>
                    <a:pt x="49458" y="64201"/>
                  </a:lnTo>
                  <a:lnTo>
                    <a:pt x="50403" y="88108"/>
                  </a:lnTo>
                  <a:lnTo>
                    <a:pt x="42185" y="83241"/>
                  </a:lnTo>
                  <a:lnTo>
                    <a:pt x="37605" y="80946"/>
                  </a:lnTo>
                  <a:lnTo>
                    <a:pt x="17955" y="71102"/>
                  </a:lnTo>
                  <a:lnTo>
                    <a:pt x="3053" y="63637"/>
                  </a:lnTo>
                  <a:lnTo>
                    <a:pt x="2681" y="57924"/>
                  </a:lnTo>
                  <a:lnTo>
                    <a:pt x="1975" y="47076"/>
                  </a:lnTo>
                  <a:lnTo>
                    <a:pt x="1605" y="41389"/>
                  </a:lnTo>
                  <a:lnTo>
                    <a:pt x="1077" y="33283"/>
                  </a:lnTo>
                  <a:lnTo>
                    <a:pt x="534" y="24941"/>
                  </a:lnTo>
                  <a:lnTo>
                    <a:pt x="311" y="15095"/>
                  </a:lnTo>
                  <a:lnTo>
                    <a:pt x="128" y="7000"/>
                  </a:lnTo>
                  <a:lnTo>
                    <a:pt x="0" y="1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918810" y="3814918"/>
              <a:ext cx="63219" cy="82442"/>
            </a:xfrm>
            <a:custGeom>
              <a:avLst/>
              <a:pathLst>
                <a:path w="63219" h="82442">
                  <a:moveTo>
                    <a:pt x="745" y="37108"/>
                  </a:moveTo>
                  <a:lnTo>
                    <a:pt x="2498" y="26870"/>
                  </a:lnTo>
                  <a:lnTo>
                    <a:pt x="4228" y="16770"/>
                  </a:lnTo>
                  <a:lnTo>
                    <a:pt x="5845" y="7332"/>
                  </a:lnTo>
                  <a:lnTo>
                    <a:pt x="7100" y="0"/>
                  </a:lnTo>
                  <a:lnTo>
                    <a:pt x="32565" y="422"/>
                  </a:lnTo>
                  <a:lnTo>
                    <a:pt x="52869" y="759"/>
                  </a:lnTo>
                  <a:lnTo>
                    <a:pt x="63219" y="930"/>
                  </a:lnTo>
                  <a:lnTo>
                    <a:pt x="61719" y="13404"/>
                  </a:lnTo>
                  <a:lnTo>
                    <a:pt x="60462" y="23850"/>
                  </a:lnTo>
                  <a:lnTo>
                    <a:pt x="59642" y="30669"/>
                  </a:lnTo>
                  <a:lnTo>
                    <a:pt x="58638" y="39018"/>
                  </a:lnTo>
                  <a:lnTo>
                    <a:pt x="57422" y="49129"/>
                  </a:lnTo>
                  <a:lnTo>
                    <a:pt x="56390" y="57708"/>
                  </a:lnTo>
                  <a:lnTo>
                    <a:pt x="55609" y="64199"/>
                  </a:lnTo>
                  <a:lnTo>
                    <a:pt x="54774" y="71148"/>
                  </a:lnTo>
                  <a:lnTo>
                    <a:pt x="54219" y="75759"/>
                  </a:lnTo>
                  <a:lnTo>
                    <a:pt x="27126" y="79182"/>
                  </a:lnTo>
                  <a:lnTo>
                    <a:pt x="10939" y="81227"/>
                  </a:lnTo>
                  <a:lnTo>
                    <a:pt x="1321" y="82442"/>
                  </a:lnTo>
                  <a:lnTo>
                    <a:pt x="1134" y="76631"/>
                  </a:lnTo>
                  <a:lnTo>
                    <a:pt x="873" y="68534"/>
                  </a:lnTo>
                  <a:lnTo>
                    <a:pt x="575" y="59321"/>
                  </a:lnTo>
                  <a:lnTo>
                    <a:pt x="193" y="47472"/>
                  </a:lnTo>
                  <a:lnTo>
                    <a:pt x="0" y="414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5046860" y="3780366"/>
              <a:ext cx="94925" cy="71390"/>
            </a:xfrm>
            <a:custGeom>
              <a:avLst/>
              <a:pathLst>
                <a:path w="94925" h="71390">
                  <a:moveTo>
                    <a:pt x="26149" y="24205"/>
                  </a:moveTo>
                  <a:lnTo>
                    <a:pt x="49408" y="37116"/>
                  </a:lnTo>
                  <a:lnTo>
                    <a:pt x="58656" y="19130"/>
                  </a:lnTo>
                  <a:lnTo>
                    <a:pt x="68492" y="0"/>
                  </a:lnTo>
                  <a:lnTo>
                    <a:pt x="81885" y="6845"/>
                  </a:lnTo>
                  <a:lnTo>
                    <a:pt x="94925" y="13510"/>
                  </a:lnTo>
                  <a:lnTo>
                    <a:pt x="86429" y="29236"/>
                  </a:lnTo>
                  <a:lnTo>
                    <a:pt x="84006" y="33722"/>
                  </a:lnTo>
                  <a:lnTo>
                    <a:pt x="80167" y="41294"/>
                  </a:lnTo>
                  <a:lnTo>
                    <a:pt x="74863" y="51759"/>
                  </a:lnTo>
                  <a:lnTo>
                    <a:pt x="64913" y="71390"/>
                  </a:lnTo>
                  <a:lnTo>
                    <a:pt x="53626" y="66815"/>
                  </a:lnTo>
                  <a:lnTo>
                    <a:pt x="37143" y="60135"/>
                  </a:lnTo>
                  <a:lnTo>
                    <a:pt x="26412" y="55786"/>
                  </a:lnTo>
                  <a:lnTo>
                    <a:pt x="21313" y="63455"/>
                  </a:lnTo>
                  <a:lnTo>
                    <a:pt x="16088" y="71312"/>
                  </a:lnTo>
                  <a:lnTo>
                    <a:pt x="4924" y="62117"/>
                  </a:lnTo>
                  <a:lnTo>
                    <a:pt x="0" y="58061"/>
                  </a:lnTo>
                  <a:lnTo>
                    <a:pt x="9812" y="44551"/>
                  </a:lnTo>
                  <a:lnTo>
                    <a:pt x="17313" y="34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79606" y="3758524"/>
              <a:ext cx="66397" cy="65389"/>
            </a:xfrm>
            <a:custGeom>
              <a:avLst/>
              <a:pathLst>
                <a:path w="66397" h="65389">
                  <a:moveTo>
                    <a:pt x="8445" y="18214"/>
                  </a:moveTo>
                  <a:lnTo>
                    <a:pt x="12196" y="11595"/>
                  </a:lnTo>
                  <a:lnTo>
                    <a:pt x="18767" y="0"/>
                  </a:lnTo>
                  <a:lnTo>
                    <a:pt x="23957" y="2985"/>
                  </a:lnTo>
                  <a:lnTo>
                    <a:pt x="31047" y="7063"/>
                  </a:lnTo>
                  <a:lnTo>
                    <a:pt x="37685" y="10881"/>
                  </a:lnTo>
                  <a:lnTo>
                    <a:pt x="45077" y="15133"/>
                  </a:lnTo>
                  <a:lnTo>
                    <a:pt x="52568" y="19442"/>
                  </a:lnTo>
                  <a:lnTo>
                    <a:pt x="58629" y="22928"/>
                  </a:lnTo>
                  <a:lnTo>
                    <a:pt x="66397" y="27396"/>
                  </a:lnTo>
                  <a:lnTo>
                    <a:pt x="58229" y="40131"/>
                  </a:lnTo>
                  <a:lnTo>
                    <a:pt x="55432" y="44492"/>
                  </a:lnTo>
                  <a:lnTo>
                    <a:pt x="51701" y="50309"/>
                  </a:lnTo>
                  <a:lnTo>
                    <a:pt x="49479" y="53773"/>
                  </a:lnTo>
                  <a:lnTo>
                    <a:pt x="42028" y="65389"/>
                  </a:lnTo>
                  <a:lnTo>
                    <a:pt x="23040" y="52694"/>
                  </a:lnTo>
                  <a:lnTo>
                    <a:pt x="0" y="37288"/>
                  </a:lnTo>
                  <a:lnTo>
                    <a:pt x="2985" y="27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915889" y="3727930"/>
              <a:ext cx="149014" cy="106675"/>
            </a:xfrm>
            <a:custGeom>
              <a:avLst/>
              <a:pathLst>
                <a:path w="149014" h="106675">
                  <a:moveTo>
                    <a:pt x="9210" y="18407"/>
                  </a:moveTo>
                  <a:lnTo>
                    <a:pt x="14731" y="0"/>
                  </a:lnTo>
                  <a:lnTo>
                    <a:pt x="50021" y="17826"/>
                  </a:lnTo>
                  <a:lnTo>
                    <a:pt x="122278" y="54327"/>
                  </a:lnTo>
                  <a:lnTo>
                    <a:pt x="149014" y="77434"/>
                  </a:lnTo>
                  <a:lnTo>
                    <a:pt x="139294" y="88829"/>
                  </a:lnTo>
                  <a:lnTo>
                    <a:pt x="131187" y="98334"/>
                  </a:lnTo>
                  <a:lnTo>
                    <a:pt x="124072" y="106675"/>
                  </a:lnTo>
                  <a:lnTo>
                    <a:pt x="114358" y="101025"/>
                  </a:lnTo>
                  <a:lnTo>
                    <a:pt x="101179" y="93359"/>
                  </a:lnTo>
                  <a:lnTo>
                    <a:pt x="90345" y="87058"/>
                  </a:lnTo>
                  <a:lnTo>
                    <a:pt x="79147" y="80544"/>
                  </a:lnTo>
                  <a:lnTo>
                    <a:pt x="75525" y="79106"/>
                  </a:lnTo>
                  <a:lnTo>
                    <a:pt x="67343" y="75857"/>
                  </a:lnTo>
                  <a:lnTo>
                    <a:pt x="58090" y="72182"/>
                  </a:lnTo>
                  <a:lnTo>
                    <a:pt x="46863" y="67724"/>
                  </a:lnTo>
                  <a:lnTo>
                    <a:pt x="36623" y="63658"/>
                  </a:lnTo>
                  <a:lnTo>
                    <a:pt x="22129" y="57903"/>
                  </a:lnTo>
                  <a:lnTo>
                    <a:pt x="0" y="49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96714" y="3674140"/>
              <a:ext cx="102859" cy="87934"/>
            </a:xfrm>
            <a:custGeom>
              <a:avLst/>
              <a:pathLst>
                <a:path w="102859" h="87934">
                  <a:moveTo>
                    <a:pt x="10193" y="33050"/>
                  </a:moveTo>
                  <a:lnTo>
                    <a:pt x="15708" y="23746"/>
                  </a:lnTo>
                  <a:lnTo>
                    <a:pt x="24347" y="13685"/>
                  </a:lnTo>
                  <a:lnTo>
                    <a:pt x="36073" y="29"/>
                  </a:lnTo>
                  <a:lnTo>
                    <a:pt x="51669" y="15"/>
                  </a:lnTo>
                  <a:lnTo>
                    <a:pt x="68466" y="0"/>
                  </a:lnTo>
                  <a:lnTo>
                    <a:pt x="79762" y="7923"/>
                  </a:lnTo>
                  <a:lnTo>
                    <a:pt x="83283" y="10393"/>
                  </a:lnTo>
                  <a:lnTo>
                    <a:pt x="90757" y="17469"/>
                  </a:lnTo>
                  <a:lnTo>
                    <a:pt x="102859" y="32178"/>
                  </a:lnTo>
                  <a:lnTo>
                    <a:pt x="94543" y="42441"/>
                  </a:lnTo>
                  <a:lnTo>
                    <a:pt x="85366" y="53767"/>
                  </a:lnTo>
                  <a:lnTo>
                    <a:pt x="81257" y="52635"/>
                  </a:lnTo>
                  <a:lnTo>
                    <a:pt x="74190" y="63382"/>
                  </a:lnTo>
                  <a:lnTo>
                    <a:pt x="65272" y="76944"/>
                  </a:lnTo>
                  <a:lnTo>
                    <a:pt x="58045" y="87934"/>
                  </a:lnTo>
                  <a:lnTo>
                    <a:pt x="52472" y="84316"/>
                  </a:lnTo>
                  <a:lnTo>
                    <a:pt x="43215" y="78305"/>
                  </a:lnTo>
                  <a:lnTo>
                    <a:pt x="37926" y="74871"/>
                  </a:lnTo>
                  <a:lnTo>
                    <a:pt x="31510" y="70704"/>
                  </a:lnTo>
                  <a:lnTo>
                    <a:pt x="22062" y="64570"/>
                  </a:lnTo>
                  <a:lnTo>
                    <a:pt x="18178" y="62048"/>
                  </a:lnTo>
                  <a:lnTo>
                    <a:pt x="11059" y="57426"/>
                  </a:lnTo>
                  <a:lnTo>
                    <a:pt x="4009" y="52848"/>
                  </a:lnTo>
                  <a:lnTo>
                    <a:pt x="0" y="50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860085" y="3629006"/>
              <a:ext cx="66303" cy="73405"/>
            </a:xfrm>
            <a:custGeom>
              <a:avLst/>
              <a:pathLst>
                <a:path w="66303" h="73405">
                  <a:moveTo>
                    <a:pt x="4204" y="26951"/>
                  </a:moveTo>
                  <a:lnTo>
                    <a:pt x="6828" y="14411"/>
                  </a:lnTo>
                  <a:lnTo>
                    <a:pt x="12245" y="8253"/>
                  </a:lnTo>
                  <a:lnTo>
                    <a:pt x="16959" y="2896"/>
                  </a:lnTo>
                  <a:lnTo>
                    <a:pt x="19604" y="0"/>
                  </a:lnTo>
                  <a:lnTo>
                    <a:pt x="29841" y="9724"/>
                  </a:lnTo>
                  <a:lnTo>
                    <a:pt x="37919" y="17397"/>
                  </a:lnTo>
                  <a:lnTo>
                    <a:pt x="45308" y="24415"/>
                  </a:lnTo>
                  <a:lnTo>
                    <a:pt x="52321" y="31077"/>
                  </a:lnTo>
                  <a:lnTo>
                    <a:pt x="66303" y="44358"/>
                  </a:lnTo>
                  <a:lnTo>
                    <a:pt x="54435" y="58208"/>
                  </a:lnTo>
                  <a:lnTo>
                    <a:pt x="41412" y="73405"/>
                  </a:lnTo>
                  <a:lnTo>
                    <a:pt x="36029" y="68137"/>
                  </a:lnTo>
                  <a:lnTo>
                    <a:pt x="30894" y="63111"/>
                  </a:lnTo>
                  <a:lnTo>
                    <a:pt x="24661" y="57012"/>
                  </a:lnTo>
                  <a:lnTo>
                    <a:pt x="0" y="32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82993" y="3604511"/>
              <a:ext cx="69387" cy="64574"/>
            </a:xfrm>
            <a:custGeom>
              <a:avLst/>
              <a:pathLst>
                <a:path w="69387" h="64574">
                  <a:moveTo>
                    <a:pt x="34029" y="54538"/>
                  </a:moveTo>
                  <a:lnTo>
                    <a:pt x="26023" y="46251"/>
                  </a:lnTo>
                  <a:lnTo>
                    <a:pt x="19451" y="39449"/>
                  </a:lnTo>
                  <a:lnTo>
                    <a:pt x="15120" y="34965"/>
                  </a:lnTo>
                  <a:lnTo>
                    <a:pt x="0" y="19315"/>
                  </a:lnTo>
                  <a:lnTo>
                    <a:pt x="13309" y="10156"/>
                  </a:lnTo>
                  <a:lnTo>
                    <a:pt x="28068" y="0"/>
                  </a:lnTo>
                  <a:lnTo>
                    <a:pt x="41191" y="1301"/>
                  </a:lnTo>
                  <a:lnTo>
                    <a:pt x="50976" y="14819"/>
                  </a:lnTo>
                  <a:lnTo>
                    <a:pt x="56918" y="23030"/>
                  </a:lnTo>
                  <a:lnTo>
                    <a:pt x="69387" y="40256"/>
                  </a:lnTo>
                  <a:lnTo>
                    <a:pt x="60855" y="48238"/>
                  </a:lnTo>
                  <a:lnTo>
                    <a:pt x="43394" y="64574"/>
                  </a:lnTo>
                  <a:lnTo>
                    <a:pt x="40349" y="61213"/>
                  </a:lnTo>
                  <a:lnTo>
                    <a:pt x="38403" y="59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137932" y="3587929"/>
              <a:ext cx="43594" cy="35496"/>
            </a:xfrm>
            <a:custGeom>
              <a:avLst/>
              <a:pathLst>
                <a:path w="43594" h="35496">
                  <a:moveTo>
                    <a:pt x="42235" y="27772"/>
                  </a:moveTo>
                  <a:lnTo>
                    <a:pt x="41017" y="30062"/>
                  </a:lnTo>
                  <a:lnTo>
                    <a:pt x="39278" y="33330"/>
                  </a:lnTo>
                  <a:lnTo>
                    <a:pt x="38126" y="35496"/>
                  </a:lnTo>
                  <a:lnTo>
                    <a:pt x="20742" y="23238"/>
                  </a:lnTo>
                  <a:lnTo>
                    <a:pt x="0" y="8610"/>
                  </a:lnTo>
                  <a:lnTo>
                    <a:pt x="6076" y="3789"/>
                  </a:lnTo>
                  <a:lnTo>
                    <a:pt x="10853" y="0"/>
                  </a:lnTo>
                  <a:lnTo>
                    <a:pt x="25210" y="11058"/>
                  </a:lnTo>
                  <a:lnTo>
                    <a:pt x="43594" y="25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153911" y="3552645"/>
              <a:ext cx="65246" cy="60972"/>
            </a:xfrm>
            <a:custGeom>
              <a:avLst/>
              <a:pathLst>
                <a:path w="65246" h="60972">
                  <a:moveTo>
                    <a:pt x="54150" y="53574"/>
                  </a:moveTo>
                  <a:lnTo>
                    <a:pt x="47119" y="60972"/>
                  </a:lnTo>
                  <a:lnTo>
                    <a:pt x="17734" y="35490"/>
                  </a:lnTo>
                  <a:lnTo>
                    <a:pt x="0" y="20110"/>
                  </a:lnTo>
                  <a:lnTo>
                    <a:pt x="12680" y="9749"/>
                  </a:lnTo>
                  <a:lnTo>
                    <a:pt x="24611" y="0"/>
                  </a:lnTo>
                  <a:lnTo>
                    <a:pt x="34809" y="10516"/>
                  </a:lnTo>
                  <a:lnTo>
                    <a:pt x="41170" y="17074"/>
                  </a:lnTo>
                  <a:lnTo>
                    <a:pt x="47969" y="24085"/>
                  </a:lnTo>
                  <a:lnTo>
                    <a:pt x="65246" y="41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5079740" y="3576161"/>
              <a:ext cx="68741" cy="44282"/>
            </a:xfrm>
            <a:custGeom>
              <a:avLst/>
              <a:pathLst>
                <a:path w="68741" h="44282">
                  <a:moveTo>
                    <a:pt x="2610" y="24529"/>
                  </a:moveTo>
                  <a:lnTo>
                    <a:pt x="6055" y="20058"/>
                  </a:lnTo>
                  <a:lnTo>
                    <a:pt x="9646" y="15397"/>
                  </a:lnTo>
                  <a:lnTo>
                    <a:pt x="13290" y="10669"/>
                  </a:lnTo>
                  <a:lnTo>
                    <a:pt x="17378" y="5364"/>
                  </a:lnTo>
                  <a:lnTo>
                    <a:pt x="21511" y="0"/>
                  </a:lnTo>
                  <a:lnTo>
                    <a:pt x="33264" y="9139"/>
                  </a:lnTo>
                  <a:lnTo>
                    <a:pt x="68741" y="36729"/>
                  </a:lnTo>
                  <a:lnTo>
                    <a:pt x="64419" y="41347"/>
                  </a:lnTo>
                  <a:lnTo>
                    <a:pt x="61672" y="44282"/>
                  </a:lnTo>
                  <a:lnTo>
                    <a:pt x="31080" y="42668"/>
                  </a:lnTo>
                  <a:lnTo>
                    <a:pt x="12121" y="41668"/>
                  </a:lnTo>
                  <a:lnTo>
                    <a:pt x="0" y="27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934979" y="3544121"/>
              <a:ext cx="163302" cy="97269"/>
            </a:xfrm>
            <a:custGeom>
              <a:avLst/>
              <a:pathLst>
                <a:path w="163302" h="97269">
                  <a:moveTo>
                    <a:pt x="124694" y="52913"/>
                  </a:moveTo>
                  <a:lnTo>
                    <a:pt x="117008" y="56621"/>
                  </a:lnTo>
                  <a:lnTo>
                    <a:pt x="106016" y="61923"/>
                  </a:lnTo>
                  <a:lnTo>
                    <a:pt x="98981" y="65317"/>
                  </a:lnTo>
                  <a:lnTo>
                    <a:pt x="90014" y="65618"/>
                  </a:lnTo>
                  <a:lnTo>
                    <a:pt x="72195" y="66218"/>
                  </a:lnTo>
                  <a:lnTo>
                    <a:pt x="60750" y="69986"/>
                  </a:lnTo>
                  <a:lnTo>
                    <a:pt x="56071" y="73185"/>
                  </a:lnTo>
                  <a:lnTo>
                    <a:pt x="39836" y="84281"/>
                  </a:lnTo>
                  <a:lnTo>
                    <a:pt x="21366" y="97269"/>
                  </a:lnTo>
                  <a:lnTo>
                    <a:pt x="15053" y="88844"/>
                  </a:lnTo>
                  <a:lnTo>
                    <a:pt x="9252" y="81103"/>
                  </a:lnTo>
                  <a:lnTo>
                    <a:pt x="0" y="67096"/>
                  </a:lnTo>
                  <a:lnTo>
                    <a:pt x="26212" y="50884"/>
                  </a:lnTo>
                  <a:lnTo>
                    <a:pt x="58703" y="55804"/>
                  </a:lnTo>
                  <a:lnTo>
                    <a:pt x="69718" y="52075"/>
                  </a:lnTo>
                  <a:lnTo>
                    <a:pt x="112571" y="38895"/>
                  </a:lnTo>
                  <a:lnTo>
                    <a:pt x="131520" y="18965"/>
                  </a:lnTo>
                  <a:lnTo>
                    <a:pt x="137021" y="13179"/>
                  </a:lnTo>
                  <a:lnTo>
                    <a:pt x="149552" y="0"/>
                  </a:lnTo>
                  <a:lnTo>
                    <a:pt x="159118" y="7660"/>
                  </a:lnTo>
                  <a:lnTo>
                    <a:pt x="163302" y="12897"/>
                  </a:lnTo>
                  <a:lnTo>
                    <a:pt x="157943" y="18961"/>
                  </a:lnTo>
                  <a:lnTo>
                    <a:pt x="152270" y="25380"/>
                  </a:lnTo>
                  <a:lnTo>
                    <a:pt x="145896" y="32593"/>
                  </a:lnTo>
                  <a:lnTo>
                    <a:pt x="139539" y="39786"/>
                  </a:lnTo>
                  <a:lnTo>
                    <a:pt x="133182" y="46980"/>
                  </a:lnTo>
                  <a:lnTo>
                    <a:pt x="130348" y="501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181722" y="3512492"/>
              <a:ext cx="99076" cy="96916"/>
            </a:xfrm>
            <a:custGeom>
              <a:avLst/>
              <a:pathLst>
                <a:path w="99076" h="96916">
                  <a:moveTo>
                    <a:pt x="51166" y="83965"/>
                  </a:moveTo>
                  <a:lnTo>
                    <a:pt x="40479" y="73883"/>
                  </a:lnTo>
                  <a:lnTo>
                    <a:pt x="0" y="35699"/>
                  </a:lnTo>
                  <a:lnTo>
                    <a:pt x="1826" y="33627"/>
                  </a:lnTo>
                  <a:lnTo>
                    <a:pt x="4693" y="30375"/>
                  </a:lnTo>
                  <a:lnTo>
                    <a:pt x="6814" y="27968"/>
                  </a:lnTo>
                  <a:lnTo>
                    <a:pt x="9322" y="25124"/>
                  </a:lnTo>
                  <a:lnTo>
                    <a:pt x="12383" y="21652"/>
                  </a:lnTo>
                  <a:lnTo>
                    <a:pt x="15452" y="18171"/>
                  </a:lnTo>
                  <a:lnTo>
                    <a:pt x="18486" y="14730"/>
                  </a:lnTo>
                  <a:lnTo>
                    <a:pt x="21889" y="10870"/>
                  </a:lnTo>
                  <a:lnTo>
                    <a:pt x="26343" y="5818"/>
                  </a:lnTo>
                  <a:lnTo>
                    <a:pt x="31472" y="0"/>
                  </a:lnTo>
                  <a:lnTo>
                    <a:pt x="51652" y="21220"/>
                  </a:lnTo>
                  <a:lnTo>
                    <a:pt x="99076" y="71090"/>
                  </a:lnTo>
                  <a:lnTo>
                    <a:pt x="96471" y="73058"/>
                  </a:lnTo>
                  <a:lnTo>
                    <a:pt x="94099" y="74850"/>
                  </a:lnTo>
                  <a:lnTo>
                    <a:pt x="91163" y="77069"/>
                  </a:lnTo>
                  <a:lnTo>
                    <a:pt x="88531" y="79058"/>
                  </a:lnTo>
                  <a:lnTo>
                    <a:pt x="85267" y="81524"/>
                  </a:lnTo>
                  <a:lnTo>
                    <a:pt x="81408" y="84439"/>
                  </a:lnTo>
                  <a:lnTo>
                    <a:pt x="77897" y="87093"/>
                  </a:lnTo>
                  <a:lnTo>
                    <a:pt x="64895" y="96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98819" y="3447963"/>
              <a:ext cx="24847" cy="17293"/>
            </a:xfrm>
            <a:custGeom>
              <a:avLst/>
              <a:pathLst>
                <a:path w="24847" h="17293">
                  <a:moveTo>
                    <a:pt x="23562" y="9451"/>
                  </a:moveTo>
                  <a:lnTo>
                    <a:pt x="21939" y="17293"/>
                  </a:lnTo>
                  <a:lnTo>
                    <a:pt x="11207" y="15046"/>
                  </a:lnTo>
                  <a:lnTo>
                    <a:pt x="0" y="12699"/>
                  </a:lnTo>
                  <a:lnTo>
                    <a:pt x="1944" y="5511"/>
                  </a:lnTo>
                  <a:lnTo>
                    <a:pt x="3436" y="0"/>
                  </a:lnTo>
                  <a:lnTo>
                    <a:pt x="12090" y="1310"/>
                  </a:lnTo>
                  <a:lnTo>
                    <a:pt x="24847" y="3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125152" y="3447405"/>
              <a:ext cx="72058" cy="58676"/>
            </a:xfrm>
            <a:custGeom>
              <a:avLst/>
              <a:pathLst>
                <a:path w="72058" h="58676">
                  <a:moveTo>
                    <a:pt x="54604" y="25247"/>
                  </a:moveTo>
                  <a:lnTo>
                    <a:pt x="12333" y="58676"/>
                  </a:lnTo>
                  <a:lnTo>
                    <a:pt x="7042" y="53977"/>
                  </a:lnTo>
                  <a:lnTo>
                    <a:pt x="0" y="47724"/>
                  </a:lnTo>
                  <a:lnTo>
                    <a:pt x="28125" y="20265"/>
                  </a:lnTo>
                  <a:lnTo>
                    <a:pt x="48572" y="8581"/>
                  </a:lnTo>
                  <a:lnTo>
                    <a:pt x="63589" y="0"/>
                  </a:lnTo>
                  <a:lnTo>
                    <a:pt x="64460" y="1176"/>
                  </a:lnTo>
                  <a:lnTo>
                    <a:pt x="65427" y="2483"/>
                  </a:lnTo>
                  <a:lnTo>
                    <a:pt x="66749" y="4270"/>
                  </a:lnTo>
                  <a:lnTo>
                    <a:pt x="67555" y="5359"/>
                  </a:lnTo>
                  <a:lnTo>
                    <a:pt x="68768" y="6999"/>
                  </a:lnTo>
                  <a:lnTo>
                    <a:pt x="69872" y="8490"/>
                  </a:lnTo>
                  <a:lnTo>
                    <a:pt x="71022" y="10044"/>
                  </a:lnTo>
                  <a:lnTo>
                    <a:pt x="72058" y="11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79026" y="3624997"/>
              <a:ext cx="154739" cy="171085"/>
            </a:xfrm>
            <a:custGeom>
              <a:avLst/>
              <a:pathLst>
                <a:path w="154739" h="171085">
                  <a:moveTo>
                    <a:pt x="71695" y="56968"/>
                  </a:moveTo>
                  <a:lnTo>
                    <a:pt x="64730" y="64084"/>
                  </a:lnTo>
                  <a:lnTo>
                    <a:pt x="45963" y="105155"/>
                  </a:lnTo>
                  <a:lnTo>
                    <a:pt x="24552" y="171085"/>
                  </a:lnTo>
                  <a:lnTo>
                    <a:pt x="8554" y="164796"/>
                  </a:lnTo>
                  <a:lnTo>
                    <a:pt x="498" y="161628"/>
                  </a:lnTo>
                  <a:lnTo>
                    <a:pt x="0" y="153501"/>
                  </a:lnTo>
                  <a:lnTo>
                    <a:pt x="852" y="150997"/>
                  </a:lnTo>
                  <a:lnTo>
                    <a:pt x="3052" y="144530"/>
                  </a:lnTo>
                  <a:lnTo>
                    <a:pt x="6155" y="135413"/>
                  </a:lnTo>
                  <a:lnTo>
                    <a:pt x="8901" y="127343"/>
                  </a:lnTo>
                  <a:lnTo>
                    <a:pt x="12382" y="117116"/>
                  </a:lnTo>
                  <a:lnTo>
                    <a:pt x="17935" y="108295"/>
                  </a:lnTo>
                  <a:lnTo>
                    <a:pt x="24476" y="97906"/>
                  </a:lnTo>
                  <a:lnTo>
                    <a:pt x="31034" y="87489"/>
                  </a:lnTo>
                  <a:lnTo>
                    <a:pt x="33011" y="84349"/>
                  </a:lnTo>
                  <a:lnTo>
                    <a:pt x="38485" y="77496"/>
                  </a:lnTo>
                  <a:lnTo>
                    <a:pt x="46332" y="67672"/>
                  </a:lnTo>
                  <a:lnTo>
                    <a:pt x="48351" y="65145"/>
                  </a:lnTo>
                  <a:lnTo>
                    <a:pt x="52661" y="58637"/>
                  </a:lnTo>
                  <a:lnTo>
                    <a:pt x="54421" y="55978"/>
                  </a:lnTo>
                  <a:lnTo>
                    <a:pt x="60091" y="50152"/>
                  </a:lnTo>
                  <a:lnTo>
                    <a:pt x="62223" y="47961"/>
                  </a:lnTo>
                  <a:lnTo>
                    <a:pt x="69286" y="41953"/>
                  </a:lnTo>
                  <a:lnTo>
                    <a:pt x="78443" y="34163"/>
                  </a:lnTo>
                  <a:lnTo>
                    <a:pt x="90566" y="23851"/>
                  </a:lnTo>
                  <a:lnTo>
                    <a:pt x="93723" y="21166"/>
                  </a:lnTo>
                  <a:lnTo>
                    <a:pt x="114869" y="6304"/>
                  </a:lnTo>
                  <a:lnTo>
                    <a:pt x="128306" y="1350"/>
                  </a:lnTo>
                  <a:lnTo>
                    <a:pt x="154299" y="0"/>
                  </a:lnTo>
                  <a:lnTo>
                    <a:pt x="154508" y="7699"/>
                  </a:lnTo>
                  <a:lnTo>
                    <a:pt x="154739" y="16212"/>
                  </a:lnTo>
                  <a:lnTo>
                    <a:pt x="134914" y="16212"/>
                  </a:lnTo>
                  <a:lnTo>
                    <a:pt x="117072" y="20040"/>
                  </a:lnTo>
                  <a:lnTo>
                    <a:pt x="97467" y="33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709892" y="3761095"/>
              <a:ext cx="61168" cy="92755"/>
            </a:xfrm>
            <a:custGeom>
              <a:avLst/>
              <a:pathLst>
                <a:path w="61168" h="92755">
                  <a:moveTo>
                    <a:pt x="53144" y="57072"/>
                  </a:moveTo>
                  <a:lnTo>
                    <a:pt x="32507" y="92755"/>
                  </a:lnTo>
                  <a:lnTo>
                    <a:pt x="16533" y="87613"/>
                  </a:lnTo>
                  <a:lnTo>
                    <a:pt x="0" y="82292"/>
                  </a:lnTo>
                  <a:lnTo>
                    <a:pt x="1811" y="78031"/>
                  </a:lnTo>
                  <a:lnTo>
                    <a:pt x="5550" y="69238"/>
                  </a:lnTo>
                  <a:lnTo>
                    <a:pt x="9351" y="60295"/>
                  </a:lnTo>
                  <a:lnTo>
                    <a:pt x="12578" y="52707"/>
                  </a:lnTo>
                  <a:lnTo>
                    <a:pt x="18417" y="38972"/>
                  </a:lnTo>
                  <a:lnTo>
                    <a:pt x="24718" y="24150"/>
                  </a:lnTo>
                  <a:lnTo>
                    <a:pt x="29276" y="13430"/>
                  </a:lnTo>
                  <a:lnTo>
                    <a:pt x="34985" y="0"/>
                  </a:lnTo>
                  <a:lnTo>
                    <a:pt x="41534" y="1548"/>
                  </a:lnTo>
                  <a:lnTo>
                    <a:pt x="52035" y="4031"/>
                  </a:lnTo>
                  <a:lnTo>
                    <a:pt x="61168" y="27465"/>
                  </a:lnTo>
                  <a:lnTo>
                    <a:pt x="56903" y="505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96097" y="3450697"/>
              <a:ext cx="81775" cy="66227"/>
            </a:xfrm>
            <a:custGeom>
              <a:avLst/>
              <a:pathLst>
                <a:path w="81775" h="66227">
                  <a:moveTo>
                    <a:pt x="60336" y="54464"/>
                  </a:moveTo>
                  <a:lnTo>
                    <a:pt x="36825" y="66227"/>
                  </a:lnTo>
                  <a:lnTo>
                    <a:pt x="30306" y="59861"/>
                  </a:lnTo>
                  <a:lnTo>
                    <a:pt x="22311" y="52056"/>
                  </a:lnTo>
                  <a:lnTo>
                    <a:pt x="14474" y="44404"/>
                  </a:lnTo>
                  <a:lnTo>
                    <a:pt x="5153" y="35304"/>
                  </a:lnTo>
                  <a:lnTo>
                    <a:pt x="0" y="30272"/>
                  </a:lnTo>
                  <a:lnTo>
                    <a:pt x="13657" y="19464"/>
                  </a:lnTo>
                  <a:lnTo>
                    <a:pt x="25422" y="11271"/>
                  </a:lnTo>
                  <a:lnTo>
                    <a:pt x="34633" y="4857"/>
                  </a:lnTo>
                  <a:lnTo>
                    <a:pt x="41609" y="0"/>
                  </a:lnTo>
                  <a:lnTo>
                    <a:pt x="49148" y="8209"/>
                  </a:lnTo>
                  <a:lnTo>
                    <a:pt x="57186" y="16962"/>
                  </a:lnTo>
                  <a:lnTo>
                    <a:pt x="65889" y="26438"/>
                  </a:lnTo>
                  <a:lnTo>
                    <a:pt x="81775" y="437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471327" y="3224776"/>
              <a:ext cx="64110" cy="40799"/>
            </a:xfrm>
            <a:custGeom>
              <a:avLst/>
              <a:pathLst>
                <a:path w="64110" h="40799">
                  <a:moveTo>
                    <a:pt x="44683" y="27846"/>
                  </a:moveTo>
                  <a:lnTo>
                    <a:pt x="31694" y="32105"/>
                  </a:lnTo>
                  <a:lnTo>
                    <a:pt x="5181" y="40799"/>
                  </a:lnTo>
                  <a:lnTo>
                    <a:pt x="4094" y="34005"/>
                  </a:lnTo>
                  <a:lnTo>
                    <a:pt x="2760" y="25670"/>
                  </a:lnTo>
                  <a:lnTo>
                    <a:pt x="1947" y="20588"/>
                  </a:lnTo>
                  <a:lnTo>
                    <a:pt x="0" y="8420"/>
                  </a:lnTo>
                  <a:lnTo>
                    <a:pt x="19861" y="6930"/>
                  </a:lnTo>
                  <a:lnTo>
                    <a:pt x="25903" y="6476"/>
                  </a:lnTo>
                  <a:lnTo>
                    <a:pt x="58281" y="0"/>
                  </a:lnTo>
                  <a:lnTo>
                    <a:pt x="60426" y="6196"/>
                  </a:lnTo>
                  <a:lnTo>
                    <a:pt x="64110" y="16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113146" y="3809278"/>
              <a:ext cx="78099" cy="57314"/>
            </a:xfrm>
            <a:custGeom>
              <a:avLst/>
              <a:pathLst>
                <a:path w="78099" h="57314">
                  <a:moveTo>
                    <a:pt x="50882" y="56417"/>
                  </a:moveTo>
                  <a:lnTo>
                    <a:pt x="37069" y="56752"/>
                  </a:lnTo>
                  <a:lnTo>
                    <a:pt x="24446" y="57059"/>
                  </a:lnTo>
                  <a:lnTo>
                    <a:pt x="13927" y="57314"/>
                  </a:lnTo>
                  <a:lnTo>
                    <a:pt x="0" y="55404"/>
                  </a:lnTo>
                  <a:lnTo>
                    <a:pt x="2375" y="49654"/>
                  </a:lnTo>
                  <a:lnTo>
                    <a:pt x="6665" y="39272"/>
                  </a:lnTo>
                  <a:lnTo>
                    <a:pt x="11002" y="28775"/>
                  </a:lnTo>
                  <a:lnTo>
                    <a:pt x="14630" y="19995"/>
                  </a:lnTo>
                  <a:lnTo>
                    <a:pt x="17022" y="15581"/>
                  </a:lnTo>
                  <a:lnTo>
                    <a:pt x="22978" y="4593"/>
                  </a:lnTo>
                  <a:lnTo>
                    <a:pt x="25467" y="0"/>
                  </a:lnTo>
                  <a:lnTo>
                    <a:pt x="48884" y="5768"/>
                  </a:lnTo>
                  <a:lnTo>
                    <a:pt x="78099" y="12964"/>
                  </a:lnTo>
                  <a:lnTo>
                    <a:pt x="76505" y="23493"/>
                  </a:lnTo>
                  <a:lnTo>
                    <a:pt x="74766" y="34980"/>
                  </a:lnTo>
                  <a:lnTo>
                    <a:pt x="73855" y="40995"/>
                  </a:lnTo>
                  <a:lnTo>
                    <a:pt x="69747" y="49567"/>
                  </a:lnTo>
                  <a:lnTo>
                    <a:pt x="57107" y="562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137998" y="3880665"/>
              <a:ext cx="60267" cy="102172"/>
            </a:xfrm>
            <a:custGeom>
              <a:avLst/>
              <a:pathLst>
                <a:path w="60267" h="102172">
                  <a:moveTo>
                    <a:pt x="15763" y="85574"/>
                  </a:moveTo>
                  <a:lnTo>
                    <a:pt x="12316" y="66872"/>
                  </a:lnTo>
                  <a:lnTo>
                    <a:pt x="7325" y="39794"/>
                  </a:lnTo>
                  <a:lnTo>
                    <a:pt x="0" y="47"/>
                  </a:lnTo>
                  <a:lnTo>
                    <a:pt x="16563" y="26"/>
                  </a:lnTo>
                  <a:lnTo>
                    <a:pt x="37638" y="0"/>
                  </a:lnTo>
                  <a:lnTo>
                    <a:pt x="41096" y="14030"/>
                  </a:lnTo>
                  <a:lnTo>
                    <a:pt x="44416" y="27501"/>
                  </a:lnTo>
                  <a:lnTo>
                    <a:pt x="49386" y="47669"/>
                  </a:lnTo>
                  <a:lnTo>
                    <a:pt x="53395" y="63936"/>
                  </a:lnTo>
                  <a:lnTo>
                    <a:pt x="60267" y="91816"/>
                  </a:lnTo>
                  <a:lnTo>
                    <a:pt x="51967" y="93890"/>
                  </a:lnTo>
                  <a:lnTo>
                    <a:pt x="43904" y="95905"/>
                  </a:lnTo>
                  <a:lnTo>
                    <a:pt x="37437" y="97521"/>
                  </a:lnTo>
                  <a:lnTo>
                    <a:pt x="26219" y="100324"/>
                  </a:lnTo>
                  <a:lnTo>
                    <a:pt x="18823" y="102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181764" y="3862745"/>
              <a:ext cx="30398" cy="72054"/>
            </a:xfrm>
            <a:custGeom>
              <a:avLst/>
              <a:pathLst>
                <a:path w="30398" h="72054">
                  <a:moveTo>
                    <a:pt x="26797" y="69638"/>
                  </a:moveTo>
                  <a:lnTo>
                    <a:pt x="20401" y="70946"/>
                  </a:lnTo>
                  <a:lnTo>
                    <a:pt x="14978" y="72054"/>
                  </a:lnTo>
                  <a:lnTo>
                    <a:pt x="5072" y="29164"/>
                  </a:lnTo>
                  <a:lnTo>
                    <a:pt x="0" y="7205"/>
                  </a:lnTo>
                  <a:lnTo>
                    <a:pt x="9150" y="3951"/>
                  </a:lnTo>
                  <a:lnTo>
                    <a:pt x="20265" y="0"/>
                  </a:lnTo>
                  <a:lnTo>
                    <a:pt x="22168" y="12936"/>
                  </a:lnTo>
                  <a:lnTo>
                    <a:pt x="24007" y="25444"/>
                  </a:lnTo>
                  <a:lnTo>
                    <a:pt x="26152" y="40033"/>
                  </a:lnTo>
                  <a:lnTo>
                    <a:pt x="30398" y="68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207610" y="3947299"/>
              <a:ext cx="106661" cy="108915"/>
            </a:xfrm>
            <a:custGeom>
              <a:avLst/>
              <a:pathLst>
                <a:path w="106661" h="108915">
                  <a:moveTo>
                    <a:pt x="105278" y="64807"/>
                  </a:moveTo>
                  <a:lnTo>
                    <a:pt x="103953" y="70315"/>
                  </a:lnTo>
                  <a:lnTo>
                    <a:pt x="102279" y="77277"/>
                  </a:lnTo>
                  <a:lnTo>
                    <a:pt x="100871" y="83130"/>
                  </a:lnTo>
                  <a:lnTo>
                    <a:pt x="99527" y="88722"/>
                  </a:lnTo>
                  <a:lnTo>
                    <a:pt x="98278" y="93913"/>
                  </a:lnTo>
                  <a:lnTo>
                    <a:pt x="94887" y="98348"/>
                  </a:lnTo>
                  <a:lnTo>
                    <a:pt x="91060" y="103353"/>
                  </a:lnTo>
                  <a:lnTo>
                    <a:pt x="86806" y="108915"/>
                  </a:lnTo>
                  <a:lnTo>
                    <a:pt x="81605" y="105447"/>
                  </a:lnTo>
                  <a:lnTo>
                    <a:pt x="68275" y="96561"/>
                  </a:lnTo>
                  <a:lnTo>
                    <a:pt x="71418" y="88084"/>
                  </a:lnTo>
                  <a:lnTo>
                    <a:pt x="78198" y="69803"/>
                  </a:lnTo>
                  <a:lnTo>
                    <a:pt x="74932" y="66525"/>
                  </a:lnTo>
                  <a:lnTo>
                    <a:pt x="66215" y="57774"/>
                  </a:lnTo>
                  <a:lnTo>
                    <a:pt x="53747" y="45259"/>
                  </a:lnTo>
                  <a:lnTo>
                    <a:pt x="27064" y="34888"/>
                  </a:lnTo>
                  <a:lnTo>
                    <a:pt x="11454" y="28822"/>
                  </a:lnTo>
                  <a:lnTo>
                    <a:pt x="0" y="14861"/>
                  </a:lnTo>
                  <a:lnTo>
                    <a:pt x="5855" y="11395"/>
                  </a:lnTo>
                  <a:lnTo>
                    <a:pt x="17206" y="4678"/>
                  </a:lnTo>
                  <a:lnTo>
                    <a:pt x="25111" y="0"/>
                  </a:lnTo>
                  <a:lnTo>
                    <a:pt x="34977" y="7144"/>
                  </a:lnTo>
                  <a:lnTo>
                    <a:pt x="52657" y="19947"/>
                  </a:lnTo>
                  <a:lnTo>
                    <a:pt x="65290" y="29096"/>
                  </a:lnTo>
                  <a:lnTo>
                    <a:pt x="76594" y="37282"/>
                  </a:lnTo>
                  <a:lnTo>
                    <a:pt x="88162" y="45659"/>
                  </a:lnTo>
                  <a:lnTo>
                    <a:pt x="106661" y="590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312066" y="4018268"/>
              <a:ext cx="28678" cy="56918"/>
            </a:xfrm>
            <a:custGeom>
              <a:avLst/>
              <a:pathLst>
                <a:path w="28678" h="56918">
                  <a:moveTo>
                    <a:pt x="17558" y="55132"/>
                  </a:moveTo>
                  <a:lnTo>
                    <a:pt x="0" y="56918"/>
                  </a:lnTo>
                  <a:lnTo>
                    <a:pt x="189" y="47925"/>
                  </a:lnTo>
                  <a:lnTo>
                    <a:pt x="544" y="31031"/>
                  </a:lnTo>
                  <a:lnTo>
                    <a:pt x="881" y="15002"/>
                  </a:lnTo>
                  <a:lnTo>
                    <a:pt x="8536" y="7566"/>
                  </a:lnTo>
                  <a:lnTo>
                    <a:pt x="16324" y="0"/>
                  </a:lnTo>
                  <a:lnTo>
                    <a:pt x="28678" y="3970"/>
                  </a:lnTo>
                  <a:lnTo>
                    <a:pt x="28087" y="15216"/>
                  </a:lnTo>
                  <a:lnTo>
                    <a:pt x="27445" y="27410"/>
                  </a:lnTo>
                  <a:lnTo>
                    <a:pt x="26872" y="38303"/>
                  </a:lnTo>
                  <a:lnTo>
                    <a:pt x="26032" y="54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184631" y="3735512"/>
              <a:ext cx="159243" cy="265735"/>
            </a:xfrm>
            <a:custGeom>
              <a:avLst/>
              <a:pathLst>
                <a:path w="159243" h="265735">
                  <a:moveTo>
                    <a:pt x="152398" y="50251"/>
                  </a:moveTo>
                  <a:lnTo>
                    <a:pt x="153852" y="53069"/>
                  </a:lnTo>
                  <a:lnTo>
                    <a:pt x="155257" y="54781"/>
                  </a:lnTo>
                  <a:lnTo>
                    <a:pt x="156711" y="57598"/>
                  </a:lnTo>
                  <a:lnTo>
                    <a:pt x="156655" y="61369"/>
                  </a:lnTo>
                  <a:lnTo>
                    <a:pt x="157907" y="64639"/>
                  </a:lnTo>
                  <a:lnTo>
                    <a:pt x="158255" y="67505"/>
                  </a:lnTo>
                  <a:lnTo>
                    <a:pt x="158353" y="69717"/>
                  </a:lnTo>
                  <a:lnTo>
                    <a:pt x="158700" y="72583"/>
                  </a:lnTo>
                  <a:lnTo>
                    <a:pt x="158798" y="74796"/>
                  </a:lnTo>
                  <a:lnTo>
                    <a:pt x="158492" y="77912"/>
                  </a:lnTo>
                  <a:lnTo>
                    <a:pt x="159243" y="79874"/>
                  </a:lnTo>
                  <a:lnTo>
                    <a:pt x="158888" y="81885"/>
                  </a:lnTo>
                  <a:lnTo>
                    <a:pt x="158331" y="84347"/>
                  </a:lnTo>
                  <a:lnTo>
                    <a:pt x="157977" y="86358"/>
                  </a:lnTo>
                  <a:lnTo>
                    <a:pt x="157670" y="89475"/>
                  </a:lnTo>
                  <a:lnTo>
                    <a:pt x="157065" y="90831"/>
                  </a:lnTo>
                  <a:lnTo>
                    <a:pt x="156105" y="94199"/>
                  </a:lnTo>
                  <a:lnTo>
                    <a:pt x="155096" y="96460"/>
                  </a:lnTo>
                  <a:lnTo>
                    <a:pt x="154491" y="97816"/>
                  </a:lnTo>
                  <a:lnTo>
                    <a:pt x="152877" y="101434"/>
                  </a:lnTo>
                  <a:lnTo>
                    <a:pt x="152119" y="104349"/>
                  </a:lnTo>
                  <a:lnTo>
                    <a:pt x="151513" y="105705"/>
                  </a:lnTo>
                  <a:lnTo>
                    <a:pt x="150706" y="107514"/>
                  </a:lnTo>
                  <a:lnTo>
                    <a:pt x="149899" y="109323"/>
                  </a:lnTo>
                  <a:lnTo>
                    <a:pt x="148890" y="111584"/>
                  </a:lnTo>
                  <a:lnTo>
                    <a:pt x="148083" y="113392"/>
                  </a:lnTo>
                  <a:lnTo>
                    <a:pt x="147075" y="115653"/>
                  </a:lnTo>
                  <a:lnTo>
                    <a:pt x="145864" y="118367"/>
                  </a:lnTo>
                  <a:lnTo>
                    <a:pt x="144201" y="120878"/>
                  </a:lnTo>
                  <a:lnTo>
                    <a:pt x="143394" y="122687"/>
                  </a:lnTo>
                  <a:lnTo>
                    <a:pt x="142385" y="124948"/>
                  </a:lnTo>
                  <a:lnTo>
                    <a:pt x="141126" y="126555"/>
                  </a:lnTo>
                  <a:lnTo>
                    <a:pt x="139665" y="128614"/>
                  </a:lnTo>
                  <a:lnTo>
                    <a:pt x="136945" y="132280"/>
                  </a:lnTo>
                  <a:lnTo>
                    <a:pt x="135484" y="134339"/>
                  </a:lnTo>
                  <a:lnTo>
                    <a:pt x="133821" y="136851"/>
                  </a:lnTo>
                  <a:lnTo>
                    <a:pt x="132360" y="138910"/>
                  </a:lnTo>
                  <a:lnTo>
                    <a:pt x="131101" y="140517"/>
                  </a:lnTo>
                  <a:lnTo>
                    <a:pt x="129890" y="143230"/>
                  </a:lnTo>
                  <a:lnTo>
                    <a:pt x="128882" y="145491"/>
                  </a:lnTo>
                  <a:lnTo>
                    <a:pt x="127873" y="147752"/>
                  </a:lnTo>
                  <a:lnTo>
                    <a:pt x="126864" y="150013"/>
                  </a:lnTo>
                  <a:lnTo>
                    <a:pt x="125855" y="152274"/>
                  </a:lnTo>
                  <a:lnTo>
                    <a:pt x="124846" y="154535"/>
                  </a:lnTo>
                  <a:lnTo>
                    <a:pt x="124290" y="156998"/>
                  </a:lnTo>
                  <a:lnTo>
                    <a:pt x="124387" y="159210"/>
                  </a:lnTo>
                  <a:lnTo>
                    <a:pt x="124484" y="161422"/>
                  </a:lnTo>
                  <a:lnTo>
                    <a:pt x="124380" y="164087"/>
                  </a:lnTo>
                  <a:lnTo>
                    <a:pt x="124227" y="165645"/>
                  </a:lnTo>
                  <a:lnTo>
                    <a:pt x="124776" y="168059"/>
                  </a:lnTo>
                  <a:lnTo>
                    <a:pt x="125124" y="170926"/>
                  </a:lnTo>
                  <a:lnTo>
                    <a:pt x="124818" y="174042"/>
                  </a:lnTo>
                  <a:lnTo>
                    <a:pt x="125667" y="178216"/>
                  </a:lnTo>
                  <a:lnTo>
                    <a:pt x="125764" y="180429"/>
                  </a:lnTo>
                  <a:lnTo>
                    <a:pt x="125861" y="182641"/>
                  </a:lnTo>
                  <a:lnTo>
                    <a:pt x="126411" y="185055"/>
                  </a:lnTo>
                  <a:lnTo>
                    <a:pt x="126710" y="186815"/>
                  </a:lnTo>
                  <a:lnTo>
                    <a:pt x="127211" y="188123"/>
                  </a:lnTo>
                  <a:lnTo>
                    <a:pt x="127308" y="190335"/>
                  </a:lnTo>
                  <a:lnTo>
                    <a:pt x="128811" y="194259"/>
                  </a:lnTo>
                  <a:lnTo>
                    <a:pt x="128908" y="196471"/>
                  </a:lnTo>
                  <a:lnTo>
                    <a:pt x="129458" y="198885"/>
                  </a:lnTo>
                  <a:lnTo>
                    <a:pt x="129806" y="201752"/>
                  </a:lnTo>
                  <a:lnTo>
                    <a:pt x="130759" y="203261"/>
                  </a:lnTo>
                  <a:lnTo>
                    <a:pt x="131559" y="206329"/>
                  </a:lnTo>
                  <a:lnTo>
                    <a:pt x="131656" y="208542"/>
                  </a:lnTo>
                  <a:lnTo>
                    <a:pt x="132706" y="212264"/>
                  </a:lnTo>
                  <a:lnTo>
                    <a:pt x="133506" y="215332"/>
                  </a:lnTo>
                  <a:lnTo>
                    <a:pt x="134056" y="217746"/>
                  </a:lnTo>
                  <a:lnTo>
                    <a:pt x="134355" y="219506"/>
                  </a:lnTo>
                  <a:lnTo>
                    <a:pt x="135405" y="223228"/>
                  </a:lnTo>
                  <a:lnTo>
                    <a:pt x="136157" y="225190"/>
                  </a:lnTo>
                  <a:lnTo>
                    <a:pt x="137207" y="228912"/>
                  </a:lnTo>
                  <a:lnTo>
                    <a:pt x="138710" y="232835"/>
                  </a:lnTo>
                  <a:lnTo>
                    <a:pt x="139510" y="235903"/>
                  </a:lnTo>
                  <a:lnTo>
                    <a:pt x="140511" y="238519"/>
                  </a:lnTo>
                  <a:lnTo>
                    <a:pt x="141465" y="240029"/>
                  </a:lnTo>
                  <a:lnTo>
                    <a:pt x="141562" y="242241"/>
                  </a:lnTo>
                  <a:lnTo>
                    <a:pt x="143315" y="246819"/>
                  </a:lnTo>
                  <a:lnTo>
                    <a:pt x="143565" y="247473"/>
                  </a:lnTo>
                  <a:lnTo>
                    <a:pt x="144818" y="250743"/>
                  </a:lnTo>
                  <a:lnTo>
                    <a:pt x="145367" y="253157"/>
                  </a:lnTo>
                  <a:lnTo>
                    <a:pt x="146772" y="254868"/>
                  </a:lnTo>
                  <a:lnTo>
                    <a:pt x="148525" y="259446"/>
                  </a:lnTo>
                  <a:lnTo>
                    <a:pt x="150181" y="261811"/>
                  </a:lnTo>
                  <a:lnTo>
                    <a:pt x="151635" y="264629"/>
                  </a:lnTo>
                  <a:lnTo>
                    <a:pt x="151684" y="265735"/>
                  </a:lnTo>
                  <a:lnTo>
                    <a:pt x="128167" y="250234"/>
                  </a:lnTo>
                  <a:lnTo>
                    <a:pt x="118760" y="244034"/>
                  </a:lnTo>
                  <a:lnTo>
                    <a:pt x="112449" y="239874"/>
                  </a:lnTo>
                  <a:lnTo>
                    <a:pt x="103717" y="234119"/>
                  </a:lnTo>
                  <a:lnTo>
                    <a:pt x="95400" y="228637"/>
                  </a:lnTo>
                  <a:lnTo>
                    <a:pt x="85364" y="222021"/>
                  </a:lnTo>
                  <a:lnTo>
                    <a:pt x="77221" y="216654"/>
                  </a:lnTo>
                  <a:lnTo>
                    <a:pt x="67286" y="210106"/>
                  </a:lnTo>
                  <a:lnTo>
                    <a:pt x="52382" y="200282"/>
                  </a:lnTo>
                  <a:lnTo>
                    <a:pt x="52243" y="192087"/>
                  </a:lnTo>
                  <a:lnTo>
                    <a:pt x="52348" y="189422"/>
                  </a:lnTo>
                  <a:lnTo>
                    <a:pt x="52250" y="187210"/>
                  </a:lnTo>
                  <a:lnTo>
                    <a:pt x="52355" y="184546"/>
                  </a:lnTo>
                  <a:lnTo>
                    <a:pt x="52709" y="182535"/>
                  </a:lnTo>
                  <a:lnTo>
                    <a:pt x="52410" y="180775"/>
                  </a:lnTo>
                  <a:lnTo>
                    <a:pt x="52967" y="178312"/>
                  </a:lnTo>
                  <a:lnTo>
                    <a:pt x="52417" y="175898"/>
                  </a:lnTo>
                  <a:lnTo>
                    <a:pt x="53426" y="173637"/>
                  </a:lnTo>
                  <a:lnTo>
                    <a:pt x="52724" y="172781"/>
                  </a:lnTo>
                  <a:lnTo>
                    <a:pt x="53030" y="169665"/>
                  </a:lnTo>
                  <a:lnTo>
                    <a:pt x="53586" y="167202"/>
                  </a:lnTo>
                  <a:lnTo>
                    <a:pt x="53538" y="166096"/>
                  </a:lnTo>
                  <a:lnTo>
                    <a:pt x="53893" y="164085"/>
                  </a:lnTo>
                  <a:lnTo>
                    <a:pt x="54400" y="160516"/>
                  </a:lnTo>
                  <a:lnTo>
                    <a:pt x="54053" y="157650"/>
                  </a:lnTo>
                  <a:lnTo>
                    <a:pt x="54407" y="155640"/>
                  </a:lnTo>
                  <a:lnTo>
                    <a:pt x="54310" y="153427"/>
                  </a:lnTo>
                  <a:lnTo>
                    <a:pt x="54011" y="151667"/>
                  </a:lnTo>
                  <a:lnTo>
                    <a:pt x="54366" y="149657"/>
                  </a:lnTo>
                  <a:lnTo>
                    <a:pt x="55326" y="146290"/>
                  </a:lnTo>
                  <a:lnTo>
                    <a:pt x="55681" y="144279"/>
                  </a:lnTo>
                  <a:lnTo>
                    <a:pt x="55834" y="142721"/>
                  </a:lnTo>
                  <a:lnTo>
                    <a:pt x="56996" y="138901"/>
                  </a:lnTo>
                  <a:lnTo>
                    <a:pt x="58005" y="136640"/>
                  </a:lnTo>
                  <a:lnTo>
                    <a:pt x="59013" y="134380"/>
                  </a:lnTo>
                  <a:lnTo>
                    <a:pt x="60474" y="132320"/>
                  </a:lnTo>
                  <a:lnTo>
                    <a:pt x="61935" y="130261"/>
                  </a:lnTo>
                  <a:lnTo>
                    <a:pt x="63146" y="127548"/>
                  </a:lnTo>
                  <a:lnTo>
                    <a:pt x="63953" y="125739"/>
                  </a:lnTo>
                  <a:lnTo>
                    <a:pt x="65164" y="123026"/>
                  </a:lnTo>
                  <a:lnTo>
                    <a:pt x="65769" y="121669"/>
                  </a:lnTo>
                  <a:lnTo>
                    <a:pt x="66979" y="118956"/>
                  </a:lnTo>
                  <a:lnTo>
                    <a:pt x="67536" y="116493"/>
                  </a:lnTo>
                  <a:lnTo>
                    <a:pt x="67891" y="114483"/>
                  </a:lnTo>
                  <a:lnTo>
                    <a:pt x="68044" y="112925"/>
                  </a:lnTo>
                  <a:lnTo>
                    <a:pt x="67898" y="109606"/>
                  </a:lnTo>
                  <a:lnTo>
                    <a:pt x="67801" y="107394"/>
                  </a:lnTo>
                  <a:lnTo>
                    <a:pt x="67049" y="105432"/>
                  </a:lnTo>
                  <a:lnTo>
                    <a:pt x="66298" y="103470"/>
                  </a:lnTo>
                  <a:lnTo>
                    <a:pt x="64642" y="101105"/>
                  </a:lnTo>
                  <a:lnTo>
                    <a:pt x="64141" y="99797"/>
                  </a:lnTo>
                  <a:lnTo>
                    <a:pt x="61581" y="97028"/>
                  </a:lnTo>
                  <a:lnTo>
                    <a:pt x="59926" y="94662"/>
                  </a:lnTo>
                  <a:lnTo>
                    <a:pt x="58520" y="92951"/>
                  </a:lnTo>
                  <a:lnTo>
                    <a:pt x="57115" y="91240"/>
                  </a:lnTo>
                  <a:lnTo>
                    <a:pt x="55258" y="89326"/>
                  </a:lnTo>
                  <a:lnTo>
                    <a:pt x="53852" y="87615"/>
                  </a:lnTo>
                  <a:lnTo>
                    <a:pt x="52246" y="86356"/>
                  </a:lnTo>
                  <a:lnTo>
                    <a:pt x="50138" y="83789"/>
                  </a:lnTo>
                  <a:lnTo>
                    <a:pt x="47626" y="82126"/>
                  </a:lnTo>
                  <a:lnTo>
                    <a:pt x="45518" y="79559"/>
                  </a:lnTo>
                  <a:lnTo>
                    <a:pt x="44162" y="78953"/>
                  </a:lnTo>
                  <a:lnTo>
                    <a:pt x="42103" y="77492"/>
                  </a:lnTo>
                  <a:lnTo>
                    <a:pt x="40294" y="76685"/>
                  </a:lnTo>
                  <a:lnTo>
                    <a:pt x="38687" y="75426"/>
                  </a:lnTo>
                  <a:lnTo>
                    <a:pt x="36579" y="72859"/>
                  </a:lnTo>
                  <a:lnTo>
                    <a:pt x="34770" y="72052"/>
                  </a:lnTo>
                  <a:lnTo>
                    <a:pt x="0" y="57622"/>
                  </a:lnTo>
                  <a:lnTo>
                    <a:pt x="1845" y="50878"/>
                  </a:lnTo>
                  <a:lnTo>
                    <a:pt x="3436" y="45058"/>
                  </a:lnTo>
                  <a:lnTo>
                    <a:pt x="19028" y="47876"/>
                  </a:lnTo>
                  <a:lnTo>
                    <a:pt x="32036" y="50228"/>
                  </a:lnTo>
                  <a:lnTo>
                    <a:pt x="37124" y="42543"/>
                  </a:lnTo>
                  <a:lnTo>
                    <a:pt x="49464" y="23906"/>
                  </a:lnTo>
                  <a:lnTo>
                    <a:pt x="59314" y="9028"/>
                  </a:lnTo>
                  <a:lnTo>
                    <a:pt x="65291" y="0"/>
                  </a:lnTo>
                  <a:lnTo>
                    <a:pt x="78451" y="4768"/>
                  </a:lnTo>
                  <a:lnTo>
                    <a:pt x="90917" y="9285"/>
                  </a:lnTo>
                  <a:lnTo>
                    <a:pt x="104566" y="14231"/>
                  </a:lnTo>
                  <a:lnTo>
                    <a:pt x="110567" y="16405"/>
                  </a:lnTo>
                  <a:lnTo>
                    <a:pt x="112376" y="17212"/>
                  </a:lnTo>
                  <a:lnTo>
                    <a:pt x="113983" y="18471"/>
                  </a:lnTo>
                  <a:lnTo>
                    <a:pt x="115590" y="19730"/>
                  </a:lnTo>
                  <a:lnTo>
                    <a:pt x="116995" y="21442"/>
                  </a:lnTo>
                  <a:lnTo>
                    <a:pt x="119054" y="22903"/>
                  </a:lnTo>
                  <a:lnTo>
                    <a:pt x="120863" y="23710"/>
                  </a:lnTo>
                  <a:lnTo>
                    <a:pt x="122470" y="24969"/>
                  </a:lnTo>
                  <a:lnTo>
                    <a:pt x="124077" y="26229"/>
                  </a:lnTo>
                  <a:lnTo>
                    <a:pt x="125232" y="27286"/>
                  </a:lnTo>
                  <a:lnTo>
                    <a:pt x="127945" y="28497"/>
                  </a:lnTo>
                  <a:lnTo>
                    <a:pt x="130909" y="30361"/>
                  </a:lnTo>
                  <a:lnTo>
                    <a:pt x="132717" y="31168"/>
                  </a:lnTo>
                  <a:lnTo>
                    <a:pt x="134526" y="31975"/>
                  </a:lnTo>
                  <a:lnTo>
                    <a:pt x="136384" y="33888"/>
                  </a:lnTo>
                  <a:lnTo>
                    <a:pt x="139347" y="35753"/>
                  </a:lnTo>
                  <a:lnTo>
                    <a:pt x="140752" y="37464"/>
                  </a:lnTo>
                  <a:lnTo>
                    <a:pt x="143264" y="39127"/>
                  </a:lnTo>
                  <a:lnTo>
                    <a:pt x="145824" y="41896"/>
                  </a:lnTo>
                  <a:lnTo>
                    <a:pt x="146979" y="42954"/>
                  </a:lnTo>
                  <a:lnTo>
                    <a:pt x="148182" y="45117"/>
                  </a:lnTo>
                  <a:lnTo>
                    <a:pt x="149337" y="46175"/>
                  </a:lnTo>
                  <a:lnTo>
                    <a:pt x="151243" y="491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639153" y="3898892"/>
              <a:ext cx="31424" cy="86297"/>
            </a:xfrm>
            <a:custGeom>
              <a:avLst/>
              <a:pathLst>
                <a:path w="31424" h="86297">
                  <a:moveTo>
                    <a:pt x="11694" y="62833"/>
                  </a:moveTo>
                  <a:lnTo>
                    <a:pt x="6635" y="39616"/>
                  </a:lnTo>
                  <a:lnTo>
                    <a:pt x="0" y="9162"/>
                  </a:lnTo>
                  <a:lnTo>
                    <a:pt x="2771" y="8101"/>
                  </a:lnTo>
                  <a:lnTo>
                    <a:pt x="5895" y="7963"/>
                  </a:lnTo>
                  <a:lnTo>
                    <a:pt x="8666" y="6902"/>
                  </a:lnTo>
                  <a:lnTo>
                    <a:pt x="11437" y="5841"/>
                  </a:lnTo>
                  <a:lnTo>
                    <a:pt x="14847" y="5064"/>
                  </a:lnTo>
                  <a:lnTo>
                    <a:pt x="17618" y="4003"/>
                  </a:lnTo>
                  <a:lnTo>
                    <a:pt x="20104" y="3581"/>
                  </a:lnTo>
                  <a:lnTo>
                    <a:pt x="23160" y="1881"/>
                  </a:lnTo>
                  <a:lnTo>
                    <a:pt x="26570" y="1104"/>
                  </a:lnTo>
                  <a:lnTo>
                    <a:pt x="29980" y="328"/>
                  </a:lnTo>
                  <a:lnTo>
                    <a:pt x="31424" y="0"/>
                  </a:lnTo>
                  <a:lnTo>
                    <a:pt x="31424" y="86297"/>
                  </a:lnTo>
                  <a:lnTo>
                    <a:pt x="29886" y="85611"/>
                  </a:lnTo>
                  <a:lnTo>
                    <a:pt x="26692" y="84186"/>
                  </a:lnTo>
                  <a:lnTo>
                    <a:pt x="23568" y="84323"/>
                  </a:lnTo>
                  <a:lnTo>
                    <a:pt x="21652" y="83469"/>
                  </a:lnTo>
                  <a:lnTo>
                    <a:pt x="17888" y="83321"/>
                  </a:lnTo>
                  <a:lnTo>
                    <a:pt x="15972" y="824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323032" y="3254570"/>
              <a:ext cx="41446" cy="86129"/>
            </a:xfrm>
            <a:custGeom>
              <a:avLst/>
              <a:pathLst>
                <a:path w="41446" h="86129">
                  <a:moveTo>
                    <a:pt x="24805" y="73911"/>
                  </a:moveTo>
                  <a:lnTo>
                    <a:pt x="2592" y="86129"/>
                  </a:lnTo>
                  <a:lnTo>
                    <a:pt x="1373" y="50505"/>
                  </a:lnTo>
                  <a:lnTo>
                    <a:pt x="0" y="10362"/>
                  </a:lnTo>
                  <a:lnTo>
                    <a:pt x="20355" y="4647"/>
                  </a:lnTo>
                  <a:lnTo>
                    <a:pt x="36911" y="0"/>
                  </a:lnTo>
                  <a:lnTo>
                    <a:pt x="37862" y="13570"/>
                  </a:lnTo>
                  <a:lnTo>
                    <a:pt x="39698" y="39800"/>
                  </a:lnTo>
                  <a:lnTo>
                    <a:pt x="41446" y="6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420816" y="3235140"/>
              <a:ext cx="50511" cy="42094"/>
            </a:xfrm>
            <a:custGeom>
              <a:avLst/>
              <a:pathLst>
                <a:path w="50511" h="42094">
                  <a:moveTo>
                    <a:pt x="32760" y="37240"/>
                  </a:moveTo>
                  <a:lnTo>
                    <a:pt x="3238" y="42094"/>
                  </a:lnTo>
                  <a:lnTo>
                    <a:pt x="2705" y="36446"/>
                  </a:lnTo>
                  <a:lnTo>
                    <a:pt x="1884" y="27741"/>
                  </a:lnTo>
                  <a:lnTo>
                    <a:pt x="1122" y="19667"/>
                  </a:lnTo>
                  <a:lnTo>
                    <a:pt x="0" y="7772"/>
                  </a:lnTo>
                  <a:lnTo>
                    <a:pt x="22133" y="3977"/>
                  </a:lnTo>
                  <a:lnTo>
                    <a:pt x="45330" y="0"/>
                  </a:lnTo>
                  <a:lnTo>
                    <a:pt x="46564" y="8175"/>
                  </a:lnTo>
                  <a:lnTo>
                    <a:pt x="48339" y="19931"/>
                  </a:lnTo>
                  <a:lnTo>
                    <a:pt x="50511" y="343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364477" y="3243560"/>
              <a:ext cx="51807" cy="73825"/>
            </a:xfrm>
            <a:custGeom>
              <a:avLst/>
              <a:pathLst>
                <a:path w="51807" h="73825">
                  <a:moveTo>
                    <a:pt x="43389" y="57635"/>
                  </a:moveTo>
                  <a:lnTo>
                    <a:pt x="33625" y="61703"/>
                  </a:lnTo>
                  <a:lnTo>
                    <a:pt x="4534" y="73825"/>
                  </a:lnTo>
                  <a:lnTo>
                    <a:pt x="4052" y="66796"/>
                  </a:lnTo>
                  <a:lnTo>
                    <a:pt x="0" y="7772"/>
                  </a:lnTo>
                  <a:lnTo>
                    <a:pt x="21667" y="4257"/>
                  </a:lnTo>
                  <a:lnTo>
                    <a:pt x="47920" y="0"/>
                  </a:lnTo>
                  <a:lnTo>
                    <a:pt x="48539" y="6700"/>
                  </a:lnTo>
                  <a:lnTo>
                    <a:pt x="49686" y="19121"/>
                  </a:lnTo>
                  <a:lnTo>
                    <a:pt x="50958" y="32906"/>
                  </a:lnTo>
                  <a:lnTo>
                    <a:pt x="51807" y="42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550330" y="3194338"/>
              <a:ext cx="47272" cy="31733"/>
            </a:xfrm>
            <a:custGeom>
              <a:avLst/>
              <a:pathLst>
                <a:path w="47272" h="31733">
                  <a:moveTo>
                    <a:pt x="1635" y="22416"/>
                  </a:moveTo>
                  <a:lnTo>
                    <a:pt x="0" y="18781"/>
                  </a:lnTo>
                  <a:lnTo>
                    <a:pt x="13828" y="13287"/>
                  </a:lnTo>
                  <a:lnTo>
                    <a:pt x="47272" y="0"/>
                  </a:lnTo>
                  <a:lnTo>
                    <a:pt x="17278" y="22965"/>
                  </a:lnTo>
                  <a:lnTo>
                    <a:pt x="5828" y="31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400746" y="3443015"/>
              <a:ext cx="40798" cy="45978"/>
            </a:xfrm>
            <a:custGeom>
              <a:avLst/>
              <a:pathLst>
                <a:path w="40798" h="45978">
                  <a:moveTo>
                    <a:pt x="28549" y="41443"/>
                  </a:moveTo>
                  <a:lnTo>
                    <a:pt x="14247" y="45978"/>
                  </a:lnTo>
                  <a:lnTo>
                    <a:pt x="4919" y="20538"/>
                  </a:lnTo>
                  <a:lnTo>
                    <a:pt x="0" y="7124"/>
                  </a:lnTo>
                  <a:lnTo>
                    <a:pt x="12701" y="3715"/>
                  </a:lnTo>
                  <a:lnTo>
                    <a:pt x="26550" y="0"/>
                  </a:lnTo>
                  <a:lnTo>
                    <a:pt x="29155" y="6866"/>
                  </a:lnTo>
                  <a:lnTo>
                    <a:pt x="32193" y="14876"/>
                  </a:lnTo>
                  <a:lnTo>
                    <a:pt x="35999" y="24909"/>
                  </a:lnTo>
                  <a:lnTo>
                    <a:pt x="40798" y="37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453200" y="3450138"/>
              <a:ext cx="20722" cy="25903"/>
            </a:xfrm>
            <a:custGeom>
              <a:avLst/>
              <a:pathLst>
                <a:path w="20722" h="25903">
                  <a:moveTo>
                    <a:pt x="14391" y="22057"/>
                  </a:moveTo>
                  <a:lnTo>
                    <a:pt x="9066" y="25903"/>
                  </a:lnTo>
                  <a:lnTo>
                    <a:pt x="3525" y="15613"/>
                  </a:lnTo>
                  <a:lnTo>
                    <a:pt x="0" y="9066"/>
                  </a:lnTo>
                  <a:lnTo>
                    <a:pt x="5659" y="4896"/>
                  </a:lnTo>
                  <a:lnTo>
                    <a:pt x="12303" y="0"/>
                  </a:lnTo>
                  <a:lnTo>
                    <a:pt x="13967" y="3456"/>
                  </a:lnTo>
                  <a:lnTo>
                    <a:pt x="17033" y="9822"/>
                  </a:lnTo>
                  <a:lnTo>
                    <a:pt x="20722" y="17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420173" y="3373723"/>
              <a:ext cx="69289" cy="47274"/>
            </a:xfrm>
            <a:custGeom>
              <a:avLst/>
              <a:pathLst>
                <a:path w="69289" h="47274">
                  <a:moveTo>
                    <a:pt x="67360" y="21846"/>
                  </a:moveTo>
                  <a:lnTo>
                    <a:pt x="64685" y="29696"/>
                  </a:lnTo>
                  <a:lnTo>
                    <a:pt x="59576" y="44682"/>
                  </a:lnTo>
                  <a:lnTo>
                    <a:pt x="38786" y="45586"/>
                  </a:lnTo>
                  <a:lnTo>
                    <a:pt x="0" y="47274"/>
                  </a:lnTo>
                  <a:lnTo>
                    <a:pt x="4483" y="36364"/>
                  </a:lnTo>
                  <a:lnTo>
                    <a:pt x="9772" y="23492"/>
                  </a:lnTo>
                  <a:lnTo>
                    <a:pt x="13972" y="13271"/>
                  </a:lnTo>
                  <a:lnTo>
                    <a:pt x="19425" y="0"/>
                  </a:lnTo>
                  <a:lnTo>
                    <a:pt x="43911" y="7949"/>
                  </a:lnTo>
                  <a:lnTo>
                    <a:pt x="69289" y="16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487521" y="3391028"/>
              <a:ext cx="34321" cy="27377"/>
            </a:xfrm>
            <a:custGeom>
              <a:avLst/>
              <a:pathLst>
                <a:path w="34321" h="27377">
                  <a:moveTo>
                    <a:pt x="29676" y="21055"/>
                  </a:moveTo>
                  <a:lnTo>
                    <a:pt x="27845" y="26729"/>
                  </a:lnTo>
                  <a:lnTo>
                    <a:pt x="15335" y="27020"/>
                  </a:lnTo>
                  <a:lnTo>
                    <a:pt x="0" y="27377"/>
                  </a:lnTo>
                  <a:lnTo>
                    <a:pt x="4014" y="16588"/>
                  </a:lnTo>
                  <a:lnTo>
                    <a:pt x="10186" y="0"/>
                  </a:lnTo>
                  <a:lnTo>
                    <a:pt x="20975" y="2974"/>
                  </a:lnTo>
                  <a:lnTo>
                    <a:pt x="34321" y="6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437655" y="3318031"/>
              <a:ext cx="46625" cy="40797"/>
            </a:xfrm>
            <a:custGeom>
              <a:avLst/>
              <a:pathLst>
                <a:path w="46625" h="40797">
                  <a:moveTo>
                    <a:pt x="23228" y="36015"/>
                  </a:moveTo>
                  <a:lnTo>
                    <a:pt x="0" y="40797"/>
                  </a:lnTo>
                  <a:lnTo>
                    <a:pt x="0" y="32151"/>
                  </a:lnTo>
                  <a:lnTo>
                    <a:pt x="0" y="18132"/>
                  </a:lnTo>
                  <a:lnTo>
                    <a:pt x="1236" y="14984"/>
                  </a:lnTo>
                  <a:lnTo>
                    <a:pt x="7122" y="0"/>
                  </a:lnTo>
                  <a:lnTo>
                    <a:pt x="22335" y="6732"/>
                  </a:lnTo>
                  <a:lnTo>
                    <a:pt x="46625" y="17483"/>
                  </a:lnTo>
                  <a:lnTo>
                    <a:pt x="45324" y="24640"/>
                  </a:lnTo>
                  <a:lnTo>
                    <a:pt x="44035" y="31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523785" y="3379549"/>
              <a:ext cx="32378" cy="29788"/>
            </a:xfrm>
            <a:custGeom>
              <a:avLst/>
              <a:pathLst>
                <a:path w="32378" h="29788">
                  <a:moveTo>
                    <a:pt x="29412" y="16452"/>
                  </a:moveTo>
                  <a:lnTo>
                    <a:pt x="25903" y="29788"/>
                  </a:lnTo>
                  <a:lnTo>
                    <a:pt x="18328" y="28462"/>
                  </a:lnTo>
                  <a:lnTo>
                    <a:pt x="0" y="25255"/>
                  </a:lnTo>
                  <a:lnTo>
                    <a:pt x="1512" y="20717"/>
                  </a:lnTo>
                  <a:lnTo>
                    <a:pt x="4289" y="12387"/>
                  </a:lnTo>
                  <a:lnTo>
                    <a:pt x="6524" y="5679"/>
                  </a:lnTo>
                  <a:lnTo>
                    <a:pt x="8417" y="0"/>
                  </a:lnTo>
                  <a:lnTo>
                    <a:pt x="18977" y="2282"/>
                  </a:lnTo>
                  <a:lnTo>
                    <a:pt x="32378" y="5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323275" y="3737388"/>
              <a:ext cx="101582" cy="213398"/>
            </a:xfrm>
            <a:custGeom>
              <a:avLst/>
              <a:pathLst>
                <a:path w="101582" h="213398">
                  <a:moveTo>
                    <a:pt x="92559" y="124257"/>
                  </a:moveTo>
                  <a:lnTo>
                    <a:pt x="78686" y="140167"/>
                  </a:lnTo>
                  <a:lnTo>
                    <a:pt x="61857" y="159466"/>
                  </a:lnTo>
                  <a:lnTo>
                    <a:pt x="41989" y="182250"/>
                  </a:lnTo>
                  <a:lnTo>
                    <a:pt x="14827" y="213398"/>
                  </a:lnTo>
                  <a:lnTo>
                    <a:pt x="13357" y="211298"/>
                  </a:lnTo>
                  <a:lnTo>
                    <a:pt x="11750" y="210039"/>
                  </a:lnTo>
                  <a:lnTo>
                    <a:pt x="10546" y="207875"/>
                  </a:lnTo>
                  <a:lnTo>
                    <a:pt x="8890" y="205509"/>
                  </a:lnTo>
                  <a:lnTo>
                    <a:pt x="7687" y="203346"/>
                  </a:lnTo>
                  <a:lnTo>
                    <a:pt x="6233" y="200528"/>
                  </a:lnTo>
                  <a:lnTo>
                    <a:pt x="4980" y="197258"/>
                  </a:lnTo>
                  <a:lnTo>
                    <a:pt x="4633" y="194391"/>
                  </a:lnTo>
                  <a:lnTo>
                    <a:pt x="3179" y="191573"/>
                  </a:lnTo>
                  <a:lnTo>
                    <a:pt x="2378" y="188505"/>
                  </a:lnTo>
                  <a:lnTo>
                    <a:pt x="1829" y="186091"/>
                  </a:lnTo>
                  <a:lnTo>
                    <a:pt x="1732" y="183878"/>
                  </a:lnTo>
                  <a:lnTo>
                    <a:pt x="1384" y="181012"/>
                  </a:lnTo>
                  <a:lnTo>
                    <a:pt x="1036" y="178145"/>
                  </a:lnTo>
                  <a:lnTo>
                    <a:pt x="737" y="176385"/>
                  </a:lnTo>
                  <a:lnTo>
                    <a:pt x="591" y="173066"/>
                  </a:lnTo>
                  <a:lnTo>
                    <a:pt x="744" y="171508"/>
                  </a:lnTo>
                  <a:lnTo>
                    <a:pt x="194" y="169094"/>
                  </a:lnTo>
                  <a:lnTo>
                    <a:pt x="299" y="166429"/>
                  </a:lnTo>
                  <a:lnTo>
                    <a:pt x="0" y="164669"/>
                  </a:lnTo>
                  <a:lnTo>
                    <a:pt x="556" y="162206"/>
                  </a:lnTo>
                  <a:lnTo>
                    <a:pt x="208" y="159339"/>
                  </a:lnTo>
                  <a:lnTo>
                    <a:pt x="1217" y="157078"/>
                  </a:lnTo>
                  <a:lnTo>
                    <a:pt x="1322" y="154413"/>
                  </a:lnTo>
                  <a:lnTo>
                    <a:pt x="2331" y="152152"/>
                  </a:lnTo>
                  <a:lnTo>
                    <a:pt x="3541" y="149439"/>
                  </a:lnTo>
                  <a:lnTo>
                    <a:pt x="4550" y="147177"/>
                  </a:lnTo>
                  <a:lnTo>
                    <a:pt x="6213" y="144666"/>
                  </a:lnTo>
                  <a:lnTo>
                    <a:pt x="7424" y="141952"/>
                  </a:lnTo>
                  <a:lnTo>
                    <a:pt x="8885" y="139893"/>
                  </a:lnTo>
                  <a:lnTo>
                    <a:pt x="9692" y="138084"/>
                  </a:lnTo>
                  <a:lnTo>
                    <a:pt x="10701" y="135823"/>
                  </a:lnTo>
                  <a:lnTo>
                    <a:pt x="11911" y="133110"/>
                  </a:lnTo>
                  <a:lnTo>
                    <a:pt x="12718" y="131301"/>
                  </a:lnTo>
                  <a:lnTo>
                    <a:pt x="13526" y="129492"/>
                  </a:lnTo>
                  <a:lnTo>
                    <a:pt x="14131" y="128135"/>
                  </a:lnTo>
                  <a:lnTo>
                    <a:pt x="15140" y="125874"/>
                  </a:lnTo>
                  <a:lnTo>
                    <a:pt x="16149" y="123613"/>
                  </a:lnTo>
                  <a:lnTo>
                    <a:pt x="17561" y="120447"/>
                  </a:lnTo>
                  <a:lnTo>
                    <a:pt x="18772" y="117734"/>
                  </a:lnTo>
                  <a:lnTo>
                    <a:pt x="19579" y="115925"/>
                  </a:lnTo>
                  <a:lnTo>
                    <a:pt x="20386" y="114116"/>
                  </a:lnTo>
                  <a:lnTo>
                    <a:pt x="21395" y="111855"/>
                  </a:lnTo>
                  <a:lnTo>
                    <a:pt x="22807" y="108689"/>
                  </a:lnTo>
                  <a:lnTo>
                    <a:pt x="23364" y="106226"/>
                  </a:lnTo>
                  <a:lnTo>
                    <a:pt x="24171" y="104417"/>
                  </a:lnTo>
                  <a:lnTo>
                    <a:pt x="24728" y="101954"/>
                  </a:lnTo>
                  <a:lnTo>
                    <a:pt x="25285" y="99491"/>
                  </a:lnTo>
                  <a:lnTo>
                    <a:pt x="26092" y="97682"/>
                  </a:lnTo>
                  <a:lnTo>
                    <a:pt x="26648" y="95219"/>
                  </a:lnTo>
                  <a:lnTo>
                    <a:pt x="26801" y="93661"/>
                  </a:lnTo>
                  <a:lnTo>
                    <a:pt x="27358" y="91198"/>
                  </a:lnTo>
                  <a:lnTo>
                    <a:pt x="28165" y="89389"/>
                  </a:lnTo>
                  <a:lnTo>
                    <a:pt x="28722" y="86926"/>
                  </a:lnTo>
                  <a:lnTo>
                    <a:pt x="28826" y="84261"/>
                  </a:lnTo>
                  <a:lnTo>
                    <a:pt x="29633" y="82452"/>
                  </a:lnTo>
                  <a:lnTo>
                    <a:pt x="30190" y="79989"/>
                  </a:lnTo>
                  <a:lnTo>
                    <a:pt x="30294" y="77325"/>
                  </a:lnTo>
                  <a:lnTo>
                    <a:pt x="29946" y="74458"/>
                  </a:lnTo>
                  <a:lnTo>
                    <a:pt x="29647" y="72698"/>
                  </a:lnTo>
                  <a:lnTo>
                    <a:pt x="29752" y="70033"/>
                  </a:lnTo>
                  <a:lnTo>
                    <a:pt x="29453" y="68273"/>
                  </a:lnTo>
                  <a:lnTo>
                    <a:pt x="29557" y="65608"/>
                  </a:lnTo>
                  <a:lnTo>
                    <a:pt x="28806" y="63646"/>
                  </a:lnTo>
                  <a:lnTo>
                    <a:pt x="28708" y="61434"/>
                  </a:lnTo>
                  <a:lnTo>
                    <a:pt x="28159" y="59019"/>
                  </a:lnTo>
                  <a:lnTo>
                    <a:pt x="28312" y="57461"/>
                  </a:lnTo>
                  <a:lnTo>
                    <a:pt x="27108" y="55297"/>
                  </a:lnTo>
                  <a:lnTo>
                    <a:pt x="26357" y="53335"/>
                  </a:lnTo>
                  <a:lnTo>
                    <a:pt x="26259" y="51122"/>
                  </a:lnTo>
                  <a:lnTo>
                    <a:pt x="24805" y="48305"/>
                  </a:lnTo>
                  <a:lnTo>
                    <a:pt x="23602" y="46141"/>
                  </a:lnTo>
                  <a:lnTo>
                    <a:pt x="22148" y="43323"/>
                  </a:lnTo>
                  <a:lnTo>
                    <a:pt x="21194" y="41813"/>
                  </a:lnTo>
                  <a:lnTo>
                    <a:pt x="20443" y="39851"/>
                  </a:lnTo>
                  <a:lnTo>
                    <a:pt x="14223" y="29484"/>
                  </a:lnTo>
                  <a:lnTo>
                    <a:pt x="40131" y="15709"/>
                  </a:lnTo>
                  <a:lnTo>
                    <a:pt x="69675" y="0"/>
                  </a:lnTo>
                  <a:lnTo>
                    <a:pt x="80898" y="40065"/>
                  </a:lnTo>
                  <a:lnTo>
                    <a:pt x="101582" y="113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343089" y="3853924"/>
              <a:ext cx="158402" cy="119754"/>
            </a:xfrm>
            <a:custGeom>
              <a:avLst/>
              <a:pathLst>
                <a:path w="158402" h="119754">
                  <a:moveTo>
                    <a:pt x="155737" y="67896"/>
                  </a:moveTo>
                  <a:lnTo>
                    <a:pt x="154178" y="67743"/>
                  </a:lnTo>
                  <a:lnTo>
                    <a:pt x="151514" y="67638"/>
                  </a:lnTo>
                  <a:lnTo>
                    <a:pt x="149301" y="67736"/>
                  </a:lnTo>
                  <a:lnTo>
                    <a:pt x="146838" y="67179"/>
                  </a:lnTo>
                  <a:lnTo>
                    <a:pt x="145280" y="67026"/>
                  </a:lnTo>
                  <a:lnTo>
                    <a:pt x="142866" y="67575"/>
                  </a:lnTo>
                  <a:lnTo>
                    <a:pt x="140855" y="67221"/>
                  </a:lnTo>
                  <a:lnTo>
                    <a:pt x="137988" y="67568"/>
                  </a:lnTo>
                  <a:lnTo>
                    <a:pt x="136228" y="67867"/>
                  </a:lnTo>
                  <a:lnTo>
                    <a:pt x="134016" y="67965"/>
                  </a:lnTo>
                  <a:lnTo>
                    <a:pt x="131852" y="69168"/>
                  </a:lnTo>
                  <a:lnTo>
                    <a:pt x="130092" y="69468"/>
                  </a:lnTo>
                  <a:lnTo>
                    <a:pt x="127928" y="70671"/>
                  </a:lnTo>
                  <a:lnTo>
                    <a:pt x="126418" y="71624"/>
                  </a:lnTo>
                  <a:lnTo>
                    <a:pt x="124254" y="72828"/>
                  </a:lnTo>
                  <a:lnTo>
                    <a:pt x="122090" y="74032"/>
                  </a:lnTo>
                  <a:lnTo>
                    <a:pt x="119927" y="75235"/>
                  </a:lnTo>
                  <a:lnTo>
                    <a:pt x="118417" y="76188"/>
                  </a:lnTo>
                  <a:lnTo>
                    <a:pt x="116253" y="77392"/>
                  </a:lnTo>
                  <a:lnTo>
                    <a:pt x="114291" y="78143"/>
                  </a:lnTo>
                  <a:lnTo>
                    <a:pt x="111675" y="79145"/>
                  </a:lnTo>
                  <a:lnTo>
                    <a:pt x="109915" y="79444"/>
                  </a:lnTo>
                  <a:lnTo>
                    <a:pt x="107952" y="80196"/>
                  </a:lnTo>
                  <a:lnTo>
                    <a:pt x="104884" y="80996"/>
                  </a:lnTo>
                  <a:lnTo>
                    <a:pt x="103124" y="81295"/>
                  </a:lnTo>
                  <a:lnTo>
                    <a:pt x="101162" y="82046"/>
                  </a:lnTo>
                  <a:lnTo>
                    <a:pt x="98998" y="83250"/>
                  </a:lnTo>
                  <a:lnTo>
                    <a:pt x="97036" y="84001"/>
                  </a:lnTo>
                  <a:lnTo>
                    <a:pt x="95074" y="84752"/>
                  </a:lnTo>
                  <a:lnTo>
                    <a:pt x="93112" y="85504"/>
                  </a:lnTo>
                  <a:lnTo>
                    <a:pt x="91150" y="86255"/>
                  </a:lnTo>
                  <a:lnTo>
                    <a:pt x="89188" y="87007"/>
                  </a:lnTo>
                  <a:lnTo>
                    <a:pt x="87226" y="87758"/>
                  </a:lnTo>
                  <a:lnTo>
                    <a:pt x="85062" y="88962"/>
                  </a:lnTo>
                  <a:lnTo>
                    <a:pt x="83100" y="89713"/>
                  </a:lnTo>
                  <a:lnTo>
                    <a:pt x="81388" y="91118"/>
                  </a:lnTo>
                  <a:lnTo>
                    <a:pt x="79879" y="92071"/>
                  </a:lnTo>
                  <a:lnTo>
                    <a:pt x="77965" y="93929"/>
                  </a:lnTo>
                  <a:lnTo>
                    <a:pt x="75802" y="95133"/>
                  </a:lnTo>
                  <a:lnTo>
                    <a:pt x="74292" y="96086"/>
                  </a:lnTo>
                  <a:lnTo>
                    <a:pt x="72128" y="97289"/>
                  </a:lnTo>
                  <a:lnTo>
                    <a:pt x="70416" y="98695"/>
                  </a:lnTo>
                  <a:lnTo>
                    <a:pt x="68253" y="99898"/>
                  </a:lnTo>
                  <a:lnTo>
                    <a:pt x="66541" y="101304"/>
                  </a:lnTo>
                  <a:lnTo>
                    <a:pt x="64830" y="102709"/>
                  </a:lnTo>
                  <a:lnTo>
                    <a:pt x="62666" y="103913"/>
                  </a:lnTo>
                  <a:lnTo>
                    <a:pt x="60704" y="104664"/>
                  </a:lnTo>
                  <a:lnTo>
                    <a:pt x="58540" y="105868"/>
                  </a:lnTo>
                  <a:lnTo>
                    <a:pt x="55924" y="106870"/>
                  </a:lnTo>
                  <a:lnTo>
                    <a:pt x="54414" y="107823"/>
                  </a:lnTo>
                  <a:lnTo>
                    <a:pt x="51798" y="108825"/>
                  </a:lnTo>
                  <a:lnTo>
                    <a:pt x="50086" y="110230"/>
                  </a:lnTo>
                  <a:lnTo>
                    <a:pt x="48326" y="110529"/>
                  </a:lnTo>
                  <a:lnTo>
                    <a:pt x="46162" y="111733"/>
                  </a:lnTo>
                  <a:lnTo>
                    <a:pt x="44402" y="112032"/>
                  </a:lnTo>
                  <a:lnTo>
                    <a:pt x="42440" y="112783"/>
                  </a:lnTo>
                  <a:lnTo>
                    <a:pt x="40026" y="113333"/>
                  </a:lnTo>
                  <a:lnTo>
                    <a:pt x="38063" y="114084"/>
                  </a:lnTo>
                  <a:lnTo>
                    <a:pt x="36352" y="115490"/>
                  </a:lnTo>
                  <a:lnTo>
                    <a:pt x="34640" y="116895"/>
                  </a:lnTo>
                  <a:lnTo>
                    <a:pt x="32275" y="118551"/>
                  </a:lnTo>
                  <a:lnTo>
                    <a:pt x="30111" y="119754"/>
                  </a:lnTo>
                  <a:lnTo>
                    <a:pt x="26994" y="119448"/>
                  </a:lnTo>
                  <a:lnTo>
                    <a:pt x="23174" y="118286"/>
                  </a:lnTo>
                  <a:lnTo>
                    <a:pt x="21164" y="117931"/>
                  </a:lnTo>
                  <a:lnTo>
                    <a:pt x="19807" y="117326"/>
                  </a:lnTo>
                  <a:lnTo>
                    <a:pt x="17344" y="116769"/>
                  </a:lnTo>
                  <a:lnTo>
                    <a:pt x="15083" y="115760"/>
                  </a:lnTo>
                  <a:lnTo>
                    <a:pt x="13726" y="115155"/>
                  </a:lnTo>
                  <a:lnTo>
                    <a:pt x="10060" y="112435"/>
                  </a:lnTo>
                  <a:lnTo>
                    <a:pt x="7548" y="110772"/>
                  </a:lnTo>
                  <a:lnTo>
                    <a:pt x="6344" y="108608"/>
                  </a:lnTo>
                  <a:lnTo>
                    <a:pt x="4939" y="106896"/>
                  </a:lnTo>
                  <a:lnTo>
                    <a:pt x="3784" y="105839"/>
                  </a:lnTo>
                  <a:lnTo>
                    <a:pt x="1224" y="103070"/>
                  </a:lnTo>
                  <a:lnTo>
                    <a:pt x="0" y="101941"/>
                  </a:lnTo>
                  <a:lnTo>
                    <a:pt x="53750" y="41172"/>
                  </a:lnTo>
                  <a:lnTo>
                    <a:pt x="89455" y="805"/>
                  </a:lnTo>
                  <a:lnTo>
                    <a:pt x="91264" y="1612"/>
                  </a:lnTo>
                  <a:lnTo>
                    <a:pt x="93073" y="2419"/>
                  </a:lnTo>
                  <a:lnTo>
                    <a:pt x="95988" y="3178"/>
                  </a:lnTo>
                  <a:lnTo>
                    <a:pt x="97547" y="3331"/>
                  </a:lnTo>
                  <a:lnTo>
                    <a:pt x="99759" y="3234"/>
                  </a:lnTo>
                  <a:lnTo>
                    <a:pt x="101568" y="4041"/>
                  </a:lnTo>
                  <a:lnTo>
                    <a:pt x="104233" y="4145"/>
                  </a:lnTo>
                  <a:lnTo>
                    <a:pt x="106898" y="4250"/>
                  </a:lnTo>
                  <a:lnTo>
                    <a:pt x="108456" y="4402"/>
                  </a:lnTo>
                  <a:lnTo>
                    <a:pt x="110870" y="3853"/>
                  </a:lnTo>
                  <a:lnTo>
                    <a:pt x="113083" y="3756"/>
                  </a:lnTo>
                  <a:lnTo>
                    <a:pt x="114843" y="3457"/>
                  </a:lnTo>
                  <a:lnTo>
                    <a:pt x="117508" y="3561"/>
                  </a:lnTo>
                  <a:lnTo>
                    <a:pt x="120374" y="3213"/>
                  </a:lnTo>
                  <a:lnTo>
                    <a:pt x="122337" y="2462"/>
                  </a:lnTo>
                  <a:lnTo>
                    <a:pt x="125001" y="2566"/>
                  </a:lnTo>
                  <a:lnTo>
                    <a:pt x="127416" y="2016"/>
                  </a:lnTo>
                  <a:lnTo>
                    <a:pt x="130282" y="1669"/>
                  </a:lnTo>
                  <a:lnTo>
                    <a:pt x="133802" y="1070"/>
                  </a:lnTo>
                  <a:lnTo>
                    <a:pt x="135361" y="1223"/>
                  </a:lnTo>
                  <a:lnTo>
                    <a:pt x="137775" y="674"/>
                  </a:lnTo>
                  <a:lnTo>
                    <a:pt x="139988" y="577"/>
                  </a:lnTo>
                  <a:lnTo>
                    <a:pt x="141998" y="931"/>
                  </a:lnTo>
                  <a:lnTo>
                    <a:pt x="144865" y="584"/>
                  </a:lnTo>
                  <a:lnTo>
                    <a:pt x="147077" y="486"/>
                  </a:lnTo>
                  <a:lnTo>
                    <a:pt x="150194" y="793"/>
                  </a:lnTo>
                  <a:lnTo>
                    <a:pt x="152859" y="897"/>
                  </a:lnTo>
                  <a:lnTo>
                    <a:pt x="154821" y="145"/>
                  </a:lnTo>
                  <a:lnTo>
                    <a:pt x="158140" y="0"/>
                  </a:lnTo>
                  <a:lnTo>
                    <a:pt x="158225" y="22143"/>
                  </a:lnTo>
                  <a:lnTo>
                    <a:pt x="158402" y="68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514908" y="3850516"/>
              <a:ext cx="55532" cy="72536"/>
            </a:xfrm>
            <a:custGeom>
              <a:avLst/>
              <a:pathLst>
                <a:path w="55532" h="72536">
                  <a:moveTo>
                    <a:pt x="53118" y="62052"/>
                  </a:moveTo>
                  <a:lnTo>
                    <a:pt x="51608" y="63005"/>
                  </a:lnTo>
                  <a:lnTo>
                    <a:pt x="49194" y="63554"/>
                  </a:lnTo>
                  <a:lnTo>
                    <a:pt x="46578" y="64556"/>
                  </a:lnTo>
                  <a:lnTo>
                    <a:pt x="44163" y="65106"/>
                  </a:lnTo>
                  <a:lnTo>
                    <a:pt x="42403" y="65405"/>
                  </a:lnTo>
                  <a:lnTo>
                    <a:pt x="40239" y="66608"/>
                  </a:lnTo>
                  <a:lnTo>
                    <a:pt x="37171" y="67409"/>
                  </a:lnTo>
                  <a:lnTo>
                    <a:pt x="35411" y="67708"/>
                  </a:lnTo>
                  <a:lnTo>
                    <a:pt x="33449" y="68459"/>
                  </a:lnTo>
                  <a:lnTo>
                    <a:pt x="31487" y="69210"/>
                  </a:lnTo>
                  <a:lnTo>
                    <a:pt x="28620" y="69558"/>
                  </a:lnTo>
                  <a:lnTo>
                    <a:pt x="26206" y="70108"/>
                  </a:lnTo>
                  <a:lnTo>
                    <a:pt x="23541" y="70003"/>
                  </a:lnTo>
                  <a:lnTo>
                    <a:pt x="21579" y="70755"/>
                  </a:lnTo>
                  <a:lnTo>
                    <a:pt x="19367" y="70852"/>
                  </a:lnTo>
                  <a:lnTo>
                    <a:pt x="16751" y="71854"/>
                  </a:lnTo>
                  <a:lnTo>
                    <a:pt x="14990" y="72153"/>
                  </a:lnTo>
                  <a:lnTo>
                    <a:pt x="12326" y="72049"/>
                  </a:lnTo>
                  <a:lnTo>
                    <a:pt x="9209" y="71743"/>
                  </a:lnTo>
                  <a:lnTo>
                    <a:pt x="7448" y="72042"/>
                  </a:lnTo>
                  <a:lnTo>
                    <a:pt x="5688" y="72341"/>
                  </a:lnTo>
                  <a:lnTo>
                    <a:pt x="3476" y="72438"/>
                  </a:lnTo>
                  <a:lnTo>
                    <a:pt x="1263" y="72536"/>
                  </a:lnTo>
                  <a:lnTo>
                    <a:pt x="461" y="27725"/>
                  </a:lnTo>
                  <a:lnTo>
                    <a:pt x="0" y="1919"/>
                  </a:lnTo>
                  <a:lnTo>
                    <a:pt x="2212" y="1822"/>
                  </a:lnTo>
                  <a:lnTo>
                    <a:pt x="5531" y="1676"/>
                  </a:lnTo>
                  <a:lnTo>
                    <a:pt x="7994" y="2232"/>
                  </a:lnTo>
                  <a:lnTo>
                    <a:pt x="8648" y="1982"/>
                  </a:lnTo>
                  <a:lnTo>
                    <a:pt x="11312" y="2086"/>
                  </a:lnTo>
                  <a:lnTo>
                    <a:pt x="13775" y="2643"/>
                  </a:lnTo>
                  <a:lnTo>
                    <a:pt x="15988" y="2545"/>
                  </a:lnTo>
                  <a:lnTo>
                    <a:pt x="18854" y="2198"/>
                  </a:lnTo>
                  <a:lnTo>
                    <a:pt x="31322" y="3422"/>
                  </a:lnTo>
                  <a:lnTo>
                    <a:pt x="46197" y="0"/>
                  </a:lnTo>
                  <a:lnTo>
                    <a:pt x="49223" y="19932"/>
                  </a:lnTo>
                  <a:lnTo>
                    <a:pt x="55532" y="61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567446" y="3832557"/>
              <a:ext cx="67122" cy="76407"/>
            </a:xfrm>
            <a:custGeom>
              <a:avLst/>
              <a:pathLst>
                <a:path w="67122" h="76407">
                  <a:moveTo>
                    <a:pt x="63601" y="66375"/>
                  </a:moveTo>
                  <a:lnTo>
                    <a:pt x="61639" y="67126"/>
                  </a:lnTo>
                  <a:lnTo>
                    <a:pt x="59879" y="67425"/>
                  </a:lnTo>
                  <a:lnTo>
                    <a:pt x="58119" y="67724"/>
                  </a:lnTo>
                  <a:lnTo>
                    <a:pt x="55704" y="68274"/>
                  </a:lnTo>
                  <a:lnTo>
                    <a:pt x="52838" y="68622"/>
                  </a:lnTo>
                  <a:lnTo>
                    <a:pt x="50876" y="69373"/>
                  </a:lnTo>
                  <a:lnTo>
                    <a:pt x="48461" y="69923"/>
                  </a:lnTo>
                  <a:lnTo>
                    <a:pt x="45595" y="70271"/>
                  </a:lnTo>
                  <a:lnTo>
                    <a:pt x="43835" y="70570"/>
                  </a:lnTo>
                  <a:lnTo>
                    <a:pt x="42075" y="70869"/>
                  </a:lnTo>
                  <a:lnTo>
                    <a:pt x="39660" y="71418"/>
                  </a:lnTo>
                  <a:lnTo>
                    <a:pt x="37246" y="71968"/>
                  </a:lnTo>
                  <a:lnTo>
                    <a:pt x="35486" y="72267"/>
                  </a:lnTo>
                  <a:lnTo>
                    <a:pt x="33071" y="72817"/>
                  </a:lnTo>
                  <a:lnTo>
                    <a:pt x="29753" y="72963"/>
                  </a:lnTo>
                  <a:lnTo>
                    <a:pt x="27993" y="73262"/>
                  </a:lnTo>
                  <a:lnTo>
                    <a:pt x="25578" y="73812"/>
                  </a:lnTo>
                  <a:lnTo>
                    <a:pt x="23616" y="74563"/>
                  </a:lnTo>
                  <a:lnTo>
                    <a:pt x="20750" y="74911"/>
                  </a:lnTo>
                  <a:lnTo>
                    <a:pt x="18335" y="75460"/>
                  </a:lnTo>
                  <a:lnTo>
                    <a:pt x="16123" y="75558"/>
                  </a:lnTo>
                  <a:lnTo>
                    <a:pt x="14161" y="76309"/>
                  </a:lnTo>
                  <a:lnTo>
                    <a:pt x="11948" y="76407"/>
                  </a:lnTo>
                  <a:lnTo>
                    <a:pt x="5977" y="46467"/>
                  </a:lnTo>
                  <a:lnTo>
                    <a:pt x="0" y="16499"/>
                  </a:lnTo>
                  <a:lnTo>
                    <a:pt x="23782" y="11027"/>
                  </a:lnTo>
                  <a:lnTo>
                    <a:pt x="24888" y="10978"/>
                  </a:lnTo>
                  <a:lnTo>
                    <a:pt x="27706" y="9524"/>
                  </a:lnTo>
                  <a:lnTo>
                    <a:pt x="28812" y="9475"/>
                  </a:lnTo>
                  <a:lnTo>
                    <a:pt x="31227" y="8926"/>
                  </a:lnTo>
                  <a:lnTo>
                    <a:pt x="33391" y="7722"/>
                  </a:lnTo>
                  <a:lnTo>
                    <a:pt x="35353" y="6971"/>
                  </a:lnTo>
                  <a:lnTo>
                    <a:pt x="37315" y="6219"/>
                  </a:lnTo>
                  <a:lnTo>
                    <a:pt x="40536" y="3861"/>
                  </a:lnTo>
                  <a:lnTo>
                    <a:pt x="42498" y="3109"/>
                  </a:lnTo>
                  <a:lnTo>
                    <a:pt x="44008" y="2156"/>
                  </a:lnTo>
                  <a:lnTo>
                    <a:pt x="46373" y="500"/>
                  </a:lnTo>
                  <a:lnTo>
                    <a:pt x="47681" y="0"/>
                  </a:lnTo>
                  <a:lnTo>
                    <a:pt x="55322" y="25850"/>
                  </a:lnTo>
                  <a:lnTo>
                    <a:pt x="67122" y="65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621668" y="3814144"/>
              <a:ext cx="48908" cy="82888"/>
            </a:xfrm>
            <a:custGeom>
              <a:avLst/>
              <a:pathLst>
                <a:path w="48908" h="82888">
                  <a:moveTo>
                    <a:pt x="32916" y="80648"/>
                  </a:moveTo>
                  <a:lnTo>
                    <a:pt x="29598" y="80794"/>
                  </a:lnTo>
                  <a:lnTo>
                    <a:pt x="26731" y="81142"/>
                  </a:lnTo>
                  <a:lnTo>
                    <a:pt x="24519" y="81239"/>
                  </a:lnTo>
                  <a:lnTo>
                    <a:pt x="22557" y="81991"/>
                  </a:lnTo>
                  <a:lnTo>
                    <a:pt x="19690" y="82338"/>
                  </a:lnTo>
                  <a:lnTo>
                    <a:pt x="17276" y="82888"/>
                  </a:lnTo>
                  <a:lnTo>
                    <a:pt x="14382" y="71667"/>
                  </a:lnTo>
                  <a:lnTo>
                    <a:pt x="11793" y="61632"/>
                  </a:lnTo>
                  <a:lnTo>
                    <a:pt x="8459" y="48706"/>
                  </a:lnTo>
                  <a:lnTo>
                    <a:pt x="4389" y="32926"/>
                  </a:lnTo>
                  <a:lnTo>
                    <a:pt x="2381" y="25141"/>
                  </a:lnTo>
                  <a:lnTo>
                    <a:pt x="0" y="15908"/>
                  </a:lnTo>
                  <a:lnTo>
                    <a:pt x="2163" y="14704"/>
                  </a:lnTo>
                  <a:lnTo>
                    <a:pt x="4327" y="13500"/>
                  </a:lnTo>
                  <a:lnTo>
                    <a:pt x="6491" y="12297"/>
                  </a:lnTo>
                  <a:lnTo>
                    <a:pt x="8202" y="10891"/>
                  </a:lnTo>
                  <a:lnTo>
                    <a:pt x="10617" y="10342"/>
                  </a:lnTo>
                  <a:lnTo>
                    <a:pt x="12078" y="8282"/>
                  </a:lnTo>
                  <a:lnTo>
                    <a:pt x="14040" y="7531"/>
                  </a:lnTo>
                  <a:lnTo>
                    <a:pt x="16656" y="6529"/>
                  </a:lnTo>
                  <a:lnTo>
                    <a:pt x="18618" y="5778"/>
                  </a:lnTo>
                  <a:lnTo>
                    <a:pt x="21888" y="4526"/>
                  </a:lnTo>
                  <a:lnTo>
                    <a:pt x="24302" y="3976"/>
                  </a:lnTo>
                  <a:lnTo>
                    <a:pt x="27370" y="3176"/>
                  </a:lnTo>
                  <a:lnTo>
                    <a:pt x="29583" y="3078"/>
                  </a:lnTo>
                  <a:lnTo>
                    <a:pt x="31795" y="2981"/>
                  </a:lnTo>
                  <a:lnTo>
                    <a:pt x="34662" y="2633"/>
                  </a:lnTo>
                  <a:lnTo>
                    <a:pt x="36221" y="2786"/>
                  </a:lnTo>
                  <a:lnTo>
                    <a:pt x="38635" y="2237"/>
                  </a:lnTo>
                  <a:lnTo>
                    <a:pt x="41049" y="1687"/>
                  </a:lnTo>
                  <a:lnTo>
                    <a:pt x="42809" y="1388"/>
                  </a:lnTo>
                  <a:lnTo>
                    <a:pt x="45224" y="838"/>
                  </a:lnTo>
                  <a:lnTo>
                    <a:pt x="47638" y="289"/>
                  </a:lnTo>
                  <a:lnTo>
                    <a:pt x="48908" y="0"/>
                  </a:lnTo>
                  <a:lnTo>
                    <a:pt x="48908" y="29365"/>
                  </a:lnTo>
                  <a:lnTo>
                    <a:pt x="46592" y="37416"/>
                  </a:lnTo>
                  <a:lnTo>
                    <a:pt x="34426" y="796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662934" y="3865575"/>
              <a:ext cx="7642" cy="27519"/>
            </a:xfrm>
            <a:custGeom>
              <a:avLst/>
              <a:pathLst>
                <a:path w="7642" h="27519">
                  <a:moveTo>
                    <a:pt x="7041" y="26323"/>
                  </a:moveTo>
                  <a:lnTo>
                    <a:pt x="4626" y="26872"/>
                  </a:lnTo>
                  <a:lnTo>
                    <a:pt x="2212" y="27422"/>
                  </a:lnTo>
                  <a:lnTo>
                    <a:pt x="0" y="27519"/>
                  </a:lnTo>
                  <a:lnTo>
                    <a:pt x="7642" y="0"/>
                  </a:lnTo>
                  <a:lnTo>
                    <a:pt x="7642" y="26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470235" y="3725114"/>
              <a:ext cx="85834" cy="122586"/>
            </a:xfrm>
            <a:custGeom>
              <a:avLst/>
              <a:pathLst>
                <a:path w="85834" h="122586">
                  <a:moveTo>
                    <a:pt x="81141" y="42720"/>
                  </a:moveTo>
                  <a:lnTo>
                    <a:pt x="71265" y="119094"/>
                  </a:lnTo>
                  <a:lnTo>
                    <a:pt x="68399" y="119442"/>
                  </a:lnTo>
                  <a:lnTo>
                    <a:pt x="66639" y="119741"/>
                  </a:lnTo>
                  <a:lnTo>
                    <a:pt x="64879" y="120040"/>
                  </a:lnTo>
                  <a:lnTo>
                    <a:pt x="62666" y="120138"/>
                  </a:lnTo>
                  <a:lnTo>
                    <a:pt x="59800" y="120485"/>
                  </a:lnTo>
                  <a:lnTo>
                    <a:pt x="57789" y="120131"/>
                  </a:lnTo>
                  <a:lnTo>
                    <a:pt x="56029" y="120430"/>
                  </a:lnTo>
                  <a:lnTo>
                    <a:pt x="54018" y="120075"/>
                  </a:lnTo>
                  <a:lnTo>
                    <a:pt x="51805" y="120172"/>
                  </a:lnTo>
                  <a:lnTo>
                    <a:pt x="49141" y="120068"/>
                  </a:lnTo>
                  <a:lnTo>
                    <a:pt x="46726" y="120618"/>
                  </a:lnTo>
                  <a:lnTo>
                    <a:pt x="44514" y="120715"/>
                  </a:lnTo>
                  <a:lnTo>
                    <a:pt x="41849" y="120610"/>
                  </a:lnTo>
                  <a:lnTo>
                    <a:pt x="39435" y="121160"/>
                  </a:lnTo>
                  <a:lnTo>
                    <a:pt x="37675" y="121459"/>
                  </a:lnTo>
                  <a:lnTo>
                    <a:pt x="35261" y="122009"/>
                  </a:lnTo>
                  <a:lnTo>
                    <a:pt x="32144" y="121703"/>
                  </a:lnTo>
                  <a:lnTo>
                    <a:pt x="29277" y="122050"/>
                  </a:lnTo>
                  <a:lnTo>
                    <a:pt x="27718" y="121897"/>
                  </a:lnTo>
                  <a:lnTo>
                    <a:pt x="25506" y="121995"/>
                  </a:lnTo>
                  <a:lnTo>
                    <a:pt x="23293" y="122092"/>
                  </a:lnTo>
                  <a:lnTo>
                    <a:pt x="21081" y="122189"/>
                  </a:lnTo>
                  <a:lnTo>
                    <a:pt x="19321" y="122489"/>
                  </a:lnTo>
                  <a:lnTo>
                    <a:pt x="17108" y="122586"/>
                  </a:lnTo>
                  <a:lnTo>
                    <a:pt x="0" y="120950"/>
                  </a:lnTo>
                  <a:lnTo>
                    <a:pt x="10811" y="80986"/>
                  </a:lnTo>
                  <a:lnTo>
                    <a:pt x="21479" y="41555"/>
                  </a:lnTo>
                  <a:lnTo>
                    <a:pt x="26590" y="22664"/>
                  </a:lnTo>
                  <a:lnTo>
                    <a:pt x="60541" y="0"/>
                  </a:lnTo>
                  <a:lnTo>
                    <a:pt x="62158" y="2369"/>
                  </a:lnTo>
                  <a:lnTo>
                    <a:pt x="63062" y="2773"/>
                  </a:lnTo>
                  <a:lnTo>
                    <a:pt x="65073" y="3127"/>
                  </a:lnTo>
                  <a:lnTo>
                    <a:pt x="66882" y="3935"/>
                  </a:lnTo>
                  <a:lnTo>
                    <a:pt x="68893" y="4290"/>
                  </a:lnTo>
                  <a:lnTo>
                    <a:pt x="71307" y="3740"/>
                  </a:lnTo>
                  <a:lnTo>
                    <a:pt x="73116" y="4547"/>
                  </a:lnTo>
                  <a:lnTo>
                    <a:pt x="75329" y="4450"/>
                  </a:lnTo>
                  <a:lnTo>
                    <a:pt x="77137" y="5257"/>
                  </a:lnTo>
                  <a:lnTo>
                    <a:pt x="79148" y="5612"/>
                  </a:lnTo>
                  <a:lnTo>
                    <a:pt x="81361" y="5514"/>
                  </a:lnTo>
                  <a:lnTo>
                    <a:pt x="83622" y="6523"/>
                  </a:lnTo>
                  <a:lnTo>
                    <a:pt x="85834" y="6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550754" y="3729419"/>
              <a:ext cx="64642" cy="113496"/>
            </a:xfrm>
            <a:custGeom>
              <a:avLst/>
              <a:pathLst>
                <a:path w="64642" h="113496">
                  <a:moveTo>
                    <a:pt x="61824" y="92819"/>
                  </a:moveTo>
                  <a:lnTo>
                    <a:pt x="59459" y="94475"/>
                  </a:lnTo>
                  <a:lnTo>
                    <a:pt x="56843" y="95477"/>
                  </a:lnTo>
                  <a:lnTo>
                    <a:pt x="55333" y="96430"/>
                  </a:lnTo>
                  <a:lnTo>
                    <a:pt x="53169" y="97633"/>
                  </a:lnTo>
                  <a:lnTo>
                    <a:pt x="51207" y="98385"/>
                  </a:lnTo>
                  <a:lnTo>
                    <a:pt x="49697" y="99338"/>
                  </a:lnTo>
                  <a:lnTo>
                    <a:pt x="47735" y="100089"/>
                  </a:lnTo>
                  <a:lnTo>
                    <a:pt x="44917" y="101543"/>
                  </a:lnTo>
                  <a:lnTo>
                    <a:pt x="41849" y="102343"/>
                  </a:lnTo>
                  <a:lnTo>
                    <a:pt x="38983" y="102691"/>
                  </a:lnTo>
                  <a:lnTo>
                    <a:pt x="35712" y="103944"/>
                  </a:lnTo>
                  <a:lnTo>
                    <a:pt x="33750" y="104695"/>
                  </a:lnTo>
                  <a:lnTo>
                    <a:pt x="31134" y="105697"/>
                  </a:lnTo>
                  <a:lnTo>
                    <a:pt x="27614" y="106295"/>
                  </a:lnTo>
                  <a:lnTo>
                    <a:pt x="25450" y="107499"/>
                  </a:lnTo>
                  <a:lnTo>
                    <a:pt x="23036" y="108048"/>
                  </a:lnTo>
                  <a:lnTo>
                    <a:pt x="19314" y="109099"/>
                  </a:lnTo>
                  <a:lnTo>
                    <a:pt x="17352" y="109850"/>
                  </a:lnTo>
                  <a:lnTo>
                    <a:pt x="15139" y="109948"/>
                  </a:lnTo>
                  <a:lnTo>
                    <a:pt x="13177" y="110699"/>
                  </a:lnTo>
                  <a:lnTo>
                    <a:pt x="9656" y="111297"/>
                  </a:lnTo>
                  <a:lnTo>
                    <a:pt x="7694" y="112049"/>
                  </a:lnTo>
                  <a:lnTo>
                    <a:pt x="5482" y="112146"/>
                  </a:lnTo>
                  <a:lnTo>
                    <a:pt x="3068" y="112696"/>
                  </a:lnTo>
                  <a:lnTo>
                    <a:pt x="0" y="113496"/>
                  </a:lnTo>
                  <a:lnTo>
                    <a:pt x="2491" y="89917"/>
                  </a:lnTo>
                  <a:lnTo>
                    <a:pt x="5009" y="66084"/>
                  </a:lnTo>
                  <a:lnTo>
                    <a:pt x="7830" y="39387"/>
                  </a:lnTo>
                  <a:lnTo>
                    <a:pt x="11751" y="2281"/>
                  </a:lnTo>
                  <a:lnTo>
                    <a:pt x="14165" y="1732"/>
                  </a:lnTo>
                  <a:lnTo>
                    <a:pt x="16377" y="1634"/>
                  </a:lnTo>
                  <a:lnTo>
                    <a:pt x="18590" y="1537"/>
                  </a:lnTo>
                  <a:lnTo>
                    <a:pt x="21456" y="1189"/>
                  </a:lnTo>
                  <a:lnTo>
                    <a:pt x="24323" y="841"/>
                  </a:lnTo>
                  <a:lnTo>
                    <a:pt x="26535" y="744"/>
                  </a:lnTo>
                  <a:lnTo>
                    <a:pt x="28748" y="647"/>
                  </a:lnTo>
                  <a:lnTo>
                    <a:pt x="30508" y="347"/>
                  </a:lnTo>
                  <a:lnTo>
                    <a:pt x="33374" y="0"/>
                  </a:lnTo>
                  <a:lnTo>
                    <a:pt x="43673" y="30091"/>
                  </a:lnTo>
                  <a:lnTo>
                    <a:pt x="48224" y="43391"/>
                  </a:lnTo>
                  <a:lnTo>
                    <a:pt x="54067" y="60463"/>
                  </a:lnTo>
                  <a:lnTo>
                    <a:pt x="64642" y="913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589410" y="3722299"/>
              <a:ext cx="78519" cy="94575"/>
            </a:xfrm>
            <a:custGeom>
              <a:avLst/>
              <a:pathLst>
                <a:path w="78519" h="94575">
                  <a:moveTo>
                    <a:pt x="77500" y="16396"/>
                  </a:moveTo>
                  <a:lnTo>
                    <a:pt x="77817" y="36777"/>
                  </a:lnTo>
                  <a:lnTo>
                    <a:pt x="78138" y="57452"/>
                  </a:lnTo>
                  <a:lnTo>
                    <a:pt x="78519" y="82019"/>
                  </a:lnTo>
                  <a:lnTo>
                    <a:pt x="71008" y="83868"/>
                  </a:lnTo>
                  <a:lnTo>
                    <a:pt x="54822" y="86531"/>
                  </a:lnTo>
                  <a:lnTo>
                    <a:pt x="45259" y="88105"/>
                  </a:lnTo>
                  <a:lnTo>
                    <a:pt x="42893" y="89760"/>
                  </a:lnTo>
                  <a:lnTo>
                    <a:pt x="40931" y="90512"/>
                  </a:lnTo>
                  <a:lnTo>
                    <a:pt x="39018" y="92369"/>
                  </a:lnTo>
                  <a:lnTo>
                    <a:pt x="35949" y="93169"/>
                  </a:lnTo>
                  <a:lnTo>
                    <a:pt x="34238" y="94575"/>
                  </a:lnTo>
                  <a:lnTo>
                    <a:pt x="26211" y="73862"/>
                  </a:lnTo>
                  <a:lnTo>
                    <a:pt x="13734" y="41664"/>
                  </a:lnTo>
                  <a:lnTo>
                    <a:pt x="0" y="6222"/>
                  </a:lnTo>
                  <a:lnTo>
                    <a:pt x="3972" y="5825"/>
                  </a:lnTo>
                  <a:lnTo>
                    <a:pt x="5732" y="5526"/>
                  </a:lnTo>
                  <a:lnTo>
                    <a:pt x="7493" y="5227"/>
                  </a:lnTo>
                  <a:lnTo>
                    <a:pt x="9253" y="4928"/>
                  </a:lnTo>
                  <a:lnTo>
                    <a:pt x="11465" y="4831"/>
                  </a:lnTo>
                  <a:lnTo>
                    <a:pt x="13880" y="4281"/>
                  </a:lnTo>
                  <a:lnTo>
                    <a:pt x="15842" y="3530"/>
                  </a:lnTo>
                  <a:lnTo>
                    <a:pt x="18054" y="3432"/>
                  </a:lnTo>
                  <a:lnTo>
                    <a:pt x="21122" y="2632"/>
                  </a:lnTo>
                  <a:lnTo>
                    <a:pt x="23335" y="2535"/>
                  </a:lnTo>
                  <a:lnTo>
                    <a:pt x="25297" y="1783"/>
                  </a:lnTo>
                  <a:lnTo>
                    <a:pt x="27711" y="1234"/>
                  </a:lnTo>
                  <a:lnTo>
                    <a:pt x="34667" y="0"/>
                  </a:lnTo>
                  <a:lnTo>
                    <a:pt x="36678" y="354"/>
                  </a:lnTo>
                  <a:lnTo>
                    <a:pt x="39795" y="661"/>
                  </a:lnTo>
                  <a:lnTo>
                    <a:pt x="42008" y="563"/>
                  </a:lnTo>
                  <a:lnTo>
                    <a:pt x="44673" y="668"/>
                  </a:lnTo>
                  <a:lnTo>
                    <a:pt x="46885" y="570"/>
                  </a:lnTo>
                  <a:lnTo>
                    <a:pt x="49097" y="473"/>
                  </a:lnTo>
                  <a:lnTo>
                    <a:pt x="52214" y="779"/>
                  </a:lnTo>
                  <a:lnTo>
                    <a:pt x="54427" y="682"/>
                  </a:lnTo>
                  <a:lnTo>
                    <a:pt x="56438" y="1036"/>
                  </a:lnTo>
                  <a:lnTo>
                    <a:pt x="58901" y="1593"/>
                  </a:lnTo>
                  <a:lnTo>
                    <a:pt x="60661" y="1294"/>
                  </a:lnTo>
                  <a:lnTo>
                    <a:pt x="62672" y="1649"/>
                  </a:lnTo>
                  <a:lnTo>
                    <a:pt x="65086" y="1099"/>
                  </a:lnTo>
                  <a:lnTo>
                    <a:pt x="66644" y="1252"/>
                  </a:lnTo>
                  <a:lnTo>
                    <a:pt x="69511" y="905"/>
                  </a:lnTo>
                  <a:lnTo>
                    <a:pt x="71271" y="606"/>
                  </a:lnTo>
                  <a:lnTo>
                    <a:pt x="73031" y="306"/>
                  </a:lnTo>
                  <a:lnTo>
                    <a:pt x="75244" y="209"/>
                  </a:lnTo>
                  <a:lnTo>
                    <a:pt x="77255" y="5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89290" y="3880720"/>
              <a:ext cx="61394" cy="103651"/>
            </a:xfrm>
            <a:custGeom>
              <a:avLst/>
              <a:pathLst>
                <a:path w="61394" h="103651">
                  <a:moveTo>
                    <a:pt x="42362" y="91761"/>
                  </a:moveTo>
                  <a:lnTo>
                    <a:pt x="14872" y="77981"/>
                  </a:lnTo>
                  <a:lnTo>
                    <a:pt x="10693" y="62376"/>
                  </a:lnTo>
                  <a:lnTo>
                    <a:pt x="7510" y="50490"/>
                  </a:lnTo>
                  <a:lnTo>
                    <a:pt x="5456" y="42818"/>
                  </a:lnTo>
                  <a:lnTo>
                    <a:pt x="4267" y="33499"/>
                  </a:lnTo>
                  <a:lnTo>
                    <a:pt x="3129" y="24581"/>
                  </a:lnTo>
                  <a:lnTo>
                    <a:pt x="0" y="54"/>
                  </a:lnTo>
                  <a:lnTo>
                    <a:pt x="11346" y="39"/>
                  </a:lnTo>
                  <a:lnTo>
                    <a:pt x="28618" y="18"/>
                  </a:lnTo>
                  <a:lnTo>
                    <a:pt x="42979" y="0"/>
                  </a:lnTo>
                  <a:lnTo>
                    <a:pt x="48676" y="32068"/>
                  </a:lnTo>
                  <a:lnTo>
                    <a:pt x="52608" y="54198"/>
                  </a:lnTo>
                  <a:lnTo>
                    <a:pt x="61394" y="103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358557" y="3930417"/>
              <a:ext cx="163656" cy="82776"/>
            </a:xfrm>
            <a:custGeom>
              <a:avLst/>
              <a:pathLst>
                <a:path w="163656" h="82776">
                  <a:moveTo>
                    <a:pt x="156559" y="33147"/>
                  </a:moveTo>
                  <a:lnTo>
                    <a:pt x="163656" y="82776"/>
                  </a:lnTo>
                  <a:lnTo>
                    <a:pt x="159539" y="81705"/>
                  </a:lnTo>
                  <a:lnTo>
                    <a:pt x="156699" y="81204"/>
                  </a:lnTo>
                  <a:lnTo>
                    <a:pt x="152651" y="81695"/>
                  </a:lnTo>
                  <a:lnTo>
                    <a:pt x="149172" y="80909"/>
                  </a:lnTo>
                  <a:lnTo>
                    <a:pt x="146332" y="80408"/>
                  </a:lnTo>
                  <a:lnTo>
                    <a:pt x="143493" y="79907"/>
                  </a:lnTo>
                  <a:lnTo>
                    <a:pt x="140653" y="79405"/>
                  </a:lnTo>
                  <a:lnTo>
                    <a:pt x="137528" y="79543"/>
                  </a:lnTo>
                  <a:lnTo>
                    <a:pt x="133126" y="79111"/>
                  </a:lnTo>
                  <a:lnTo>
                    <a:pt x="130001" y="79248"/>
                  </a:lnTo>
                  <a:lnTo>
                    <a:pt x="126876" y="79386"/>
                  </a:lnTo>
                  <a:lnTo>
                    <a:pt x="124390" y="79808"/>
                  </a:lnTo>
                  <a:lnTo>
                    <a:pt x="119703" y="80014"/>
                  </a:lnTo>
                  <a:lnTo>
                    <a:pt x="117217" y="80437"/>
                  </a:lnTo>
                  <a:lnTo>
                    <a:pt x="114731" y="80859"/>
                  </a:lnTo>
                  <a:lnTo>
                    <a:pt x="111606" y="80997"/>
                  </a:lnTo>
                  <a:lnTo>
                    <a:pt x="108766" y="80496"/>
                  </a:lnTo>
                  <a:lnTo>
                    <a:pt x="104718" y="80987"/>
                  </a:lnTo>
                  <a:lnTo>
                    <a:pt x="101878" y="80486"/>
                  </a:lnTo>
                  <a:lnTo>
                    <a:pt x="99392" y="80908"/>
                  </a:lnTo>
                  <a:lnTo>
                    <a:pt x="95629" y="80761"/>
                  </a:lnTo>
                  <a:lnTo>
                    <a:pt x="92150" y="79974"/>
                  </a:lnTo>
                  <a:lnTo>
                    <a:pt x="81214" y="80456"/>
                  </a:lnTo>
                  <a:lnTo>
                    <a:pt x="79297" y="79601"/>
                  </a:lnTo>
                  <a:lnTo>
                    <a:pt x="75819" y="78815"/>
                  </a:lnTo>
                  <a:lnTo>
                    <a:pt x="72694" y="78952"/>
                  </a:lnTo>
                  <a:lnTo>
                    <a:pt x="68577" y="77881"/>
                  </a:lnTo>
                  <a:lnTo>
                    <a:pt x="64175" y="77449"/>
                  </a:lnTo>
                  <a:lnTo>
                    <a:pt x="61335" y="76947"/>
                  </a:lnTo>
                  <a:lnTo>
                    <a:pt x="58495" y="76446"/>
                  </a:lnTo>
                  <a:lnTo>
                    <a:pt x="55370" y="76584"/>
                  </a:lnTo>
                  <a:lnTo>
                    <a:pt x="51607" y="76436"/>
                  </a:lnTo>
                  <a:lnTo>
                    <a:pt x="48482" y="76574"/>
                  </a:lnTo>
                  <a:lnTo>
                    <a:pt x="44080" y="76141"/>
                  </a:lnTo>
                  <a:lnTo>
                    <a:pt x="40955" y="76279"/>
                  </a:lnTo>
                  <a:lnTo>
                    <a:pt x="39393" y="76348"/>
                  </a:lnTo>
                  <a:lnTo>
                    <a:pt x="36907" y="76770"/>
                  </a:lnTo>
                  <a:lnTo>
                    <a:pt x="32573" y="77900"/>
                  </a:lnTo>
                  <a:lnTo>
                    <a:pt x="28879" y="79315"/>
                  </a:lnTo>
                  <a:lnTo>
                    <a:pt x="25754" y="79452"/>
                  </a:lnTo>
                  <a:lnTo>
                    <a:pt x="22629" y="79590"/>
                  </a:lnTo>
                  <a:lnTo>
                    <a:pt x="18866" y="79442"/>
                  </a:lnTo>
                  <a:lnTo>
                    <a:pt x="15387" y="78656"/>
                  </a:lnTo>
                  <a:lnTo>
                    <a:pt x="11555" y="76946"/>
                  </a:lnTo>
                  <a:lnTo>
                    <a:pt x="9000" y="75806"/>
                  </a:lnTo>
                  <a:lnTo>
                    <a:pt x="6730" y="74028"/>
                  </a:lnTo>
                  <a:lnTo>
                    <a:pt x="4745" y="71611"/>
                  </a:lnTo>
                  <a:lnTo>
                    <a:pt x="2475" y="69832"/>
                  </a:lnTo>
                  <a:lnTo>
                    <a:pt x="776" y="66776"/>
                  </a:lnTo>
                  <a:lnTo>
                    <a:pt x="0" y="63366"/>
                  </a:lnTo>
                  <a:lnTo>
                    <a:pt x="854" y="61450"/>
                  </a:lnTo>
                  <a:lnTo>
                    <a:pt x="1994" y="58895"/>
                  </a:lnTo>
                  <a:lnTo>
                    <a:pt x="3773" y="56626"/>
                  </a:lnTo>
                  <a:lnTo>
                    <a:pt x="6544" y="55564"/>
                  </a:lnTo>
                  <a:lnTo>
                    <a:pt x="10592" y="55073"/>
                  </a:lnTo>
                  <a:lnTo>
                    <a:pt x="13717" y="54936"/>
                  </a:lnTo>
                  <a:lnTo>
                    <a:pt x="17766" y="54444"/>
                  </a:lnTo>
                  <a:lnTo>
                    <a:pt x="20252" y="54022"/>
                  </a:lnTo>
                  <a:lnTo>
                    <a:pt x="23661" y="53246"/>
                  </a:lnTo>
                  <a:lnTo>
                    <a:pt x="26432" y="52185"/>
                  </a:lnTo>
                  <a:lnTo>
                    <a:pt x="29773" y="49846"/>
                  </a:lnTo>
                  <a:lnTo>
                    <a:pt x="32544" y="48785"/>
                  </a:lnTo>
                  <a:lnTo>
                    <a:pt x="35247" y="46161"/>
                  </a:lnTo>
                  <a:lnTo>
                    <a:pt x="38303" y="44461"/>
                  </a:lnTo>
                  <a:lnTo>
                    <a:pt x="41359" y="42761"/>
                  </a:lnTo>
                  <a:lnTo>
                    <a:pt x="44985" y="39784"/>
                  </a:lnTo>
                  <a:lnTo>
                    <a:pt x="47402" y="37799"/>
                  </a:lnTo>
                  <a:lnTo>
                    <a:pt x="50743" y="35461"/>
                  </a:lnTo>
                  <a:lnTo>
                    <a:pt x="52875" y="34115"/>
                  </a:lnTo>
                  <a:lnTo>
                    <a:pt x="55578" y="31491"/>
                  </a:lnTo>
                  <a:lnTo>
                    <a:pt x="58349" y="30430"/>
                  </a:lnTo>
                  <a:lnTo>
                    <a:pt x="61405" y="28730"/>
                  </a:lnTo>
                  <a:lnTo>
                    <a:pt x="64461" y="27030"/>
                  </a:lnTo>
                  <a:lnTo>
                    <a:pt x="67232" y="25969"/>
                  </a:lnTo>
                  <a:lnTo>
                    <a:pt x="70288" y="24269"/>
                  </a:lnTo>
                  <a:lnTo>
                    <a:pt x="72705" y="22284"/>
                  </a:lnTo>
                  <a:lnTo>
                    <a:pt x="75476" y="21223"/>
                  </a:lnTo>
                  <a:lnTo>
                    <a:pt x="79171" y="19808"/>
                  </a:lnTo>
                  <a:lnTo>
                    <a:pt x="82227" y="18108"/>
                  </a:lnTo>
                  <a:lnTo>
                    <a:pt x="84998" y="17047"/>
                  </a:lnTo>
                  <a:lnTo>
                    <a:pt x="88692" y="15632"/>
                  </a:lnTo>
                  <a:lnTo>
                    <a:pt x="91179" y="15210"/>
                  </a:lnTo>
                  <a:lnTo>
                    <a:pt x="91485" y="15092"/>
                  </a:lnTo>
                  <a:lnTo>
                    <a:pt x="94873" y="13795"/>
                  </a:lnTo>
                  <a:lnTo>
                    <a:pt x="99207" y="12665"/>
                  </a:lnTo>
                  <a:lnTo>
                    <a:pt x="100769" y="12596"/>
                  </a:lnTo>
                  <a:lnTo>
                    <a:pt x="103255" y="12174"/>
                  </a:lnTo>
                  <a:lnTo>
                    <a:pt x="106026" y="11112"/>
                  </a:lnTo>
                  <a:lnTo>
                    <a:pt x="108512" y="10690"/>
                  </a:lnTo>
                  <a:lnTo>
                    <a:pt x="111568" y="8990"/>
                  </a:lnTo>
                  <a:lnTo>
                    <a:pt x="113700" y="7644"/>
                  </a:lnTo>
                  <a:lnTo>
                    <a:pt x="116118" y="5659"/>
                  </a:lnTo>
                  <a:lnTo>
                    <a:pt x="120995" y="628"/>
                  </a:lnTo>
                  <a:lnTo>
                    <a:pt x="125043" y="137"/>
                  </a:lnTo>
                  <a:lnTo>
                    <a:pt x="128168" y="0"/>
                  </a:lnTo>
                  <a:lnTo>
                    <a:pt x="131647" y="786"/>
                  </a:lnTo>
                  <a:lnTo>
                    <a:pt x="134771" y="648"/>
                  </a:lnTo>
                  <a:lnTo>
                    <a:pt x="136973" y="864"/>
                  </a:lnTo>
                  <a:lnTo>
                    <a:pt x="141375" y="1297"/>
                  </a:lnTo>
                  <a:lnTo>
                    <a:pt x="143576" y="1513"/>
                  </a:lnTo>
                  <a:lnTo>
                    <a:pt x="148263" y="1307"/>
                  </a:lnTo>
                  <a:lnTo>
                    <a:pt x="152026" y="1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520244" y="3909390"/>
              <a:ext cx="127080" cy="105611"/>
            </a:xfrm>
            <a:custGeom>
              <a:avLst/>
              <a:pathLst>
                <a:path w="127080" h="105611">
                  <a:moveTo>
                    <a:pt x="121723" y="75445"/>
                  </a:moveTo>
                  <a:lnTo>
                    <a:pt x="118825" y="77057"/>
                  </a:lnTo>
                  <a:lnTo>
                    <a:pt x="115769" y="78757"/>
                  </a:lnTo>
                  <a:lnTo>
                    <a:pt x="113066" y="81381"/>
                  </a:lnTo>
                  <a:lnTo>
                    <a:pt x="110649" y="83366"/>
                  </a:lnTo>
                  <a:lnTo>
                    <a:pt x="108517" y="84712"/>
                  </a:lnTo>
                  <a:lnTo>
                    <a:pt x="105176" y="87051"/>
                  </a:lnTo>
                  <a:lnTo>
                    <a:pt x="102758" y="89035"/>
                  </a:lnTo>
                  <a:lnTo>
                    <a:pt x="99702" y="90735"/>
                  </a:lnTo>
                  <a:lnTo>
                    <a:pt x="96646" y="92435"/>
                  </a:lnTo>
                  <a:lnTo>
                    <a:pt x="93590" y="94135"/>
                  </a:lnTo>
                  <a:lnTo>
                    <a:pt x="90534" y="95835"/>
                  </a:lnTo>
                  <a:lnTo>
                    <a:pt x="87763" y="96896"/>
                  </a:lnTo>
                  <a:lnTo>
                    <a:pt x="83715" y="97387"/>
                  </a:lnTo>
                  <a:lnTo>
                    <a:pt x="80944" y="98449"/>
                  </a:lnTo>
                  <a:lnTo>
                    <a:pt x="76895" y="98940"/>
                  </a:lnTo>
                  <a:lnTo>
                    <a:pt x="74409" y="99362"/>
                  </a:lnTo>
                  <a:lnTo>
                    <a:pt x="70361" y="99854"/>
                  </a:lnTo>
                  <a:lnTo>
                    <a:pt x="67236" y="99991"/>
                  </a:lnTo>
                  <a:lnTo>
                    <a:pt x="64750" y="100414"/>
                  </a:lnTo>
                  <a:lnTo>
                    <a:pt x="62264" y="100836"/>
                  </a:lnTo>
                  <a:lnTo>
                    <a:pt x="58854" y="101612"/>
                  </a:lnTo>
                  <a:lnTo>
                    <a:pt x="56368" y="102035"/>
                  </a:lnTo>
                  <a:lnTo>
                    <a:pt x="52958" y="102811"/>
                  </a:lnTo>
                  <a:lnTo>
                    <a:pt x="48910" y="103302"/>
                  </a:lnTo>
                  <a:lnTo>
                    <a:pt x="45785" y="103440"/>
                  </a:lnTo>
                  <a:lnTo>
                    <a:pt x="42375" y="104216"/>
                  </a:lnTo>
                  <a:lnTo>
                    <a:pt x="38612" y="104069"/>
                  </a:lnTo>
                  <a:lnTo>
                    <a:pt x="35841" y="105130"/>
                  </a:lnTo>
                  <a:lnTo>
                    <a:pt x="32716" y="105267"/>
                  </a:lnTo>
                  <a:lnTo>
                    <a:pt x="28953" y="105120"/>
                  </a:lnTo>
                  <a:lnTo>
                    <a:pt x="24904" y="105611"/>
                  </a:lnTo>
                  <a:lnTo>
                    <a:pt x="21426" y="104825"/>
                  </a:lnTo>
                  <a:lnTo>
                    <a:pt x="17377" y="105316"/>
                  </a:lnTo>
                  <a:lnTo>
                    <a:pt x="15176" y="105100"/>
                  </a:lnTo>
                  <a:lnTo>
                    <a:pt x="10774" y="104668"/>
                  </a:lnTo>
                  <a:lnTo>
                    <a:pt x="8508" y="87162"/>
                  </a:lnTo>
                  <a:lnTo>
                    <a:pt x="4968" y="59813"/>
                  </a:lnTo>
                  <a:lnTo>
                    <a:pt x="0" y="21429"/>
                  </a:lnTo>
                  <a:lnTo>
                    <a:pt x="4048" y="20938"/>
                  </a:lnTo>
                  <a:lnTo>
                    <a:pt x="6534" y="20516"/>
                  </a:lnTo>
                  <a:lnTo>
                    <a:pt x="10229" y="19101"/>
                  </a:lnTo>
                  <a:lnTo>
                    <a:pt x="15201" y="18256"/>
                  </a:lnTo>
                  <a:lnTo>
                    <a:pt x="17048" y="17548"/>
                  </a:lnTo>
                  <a:lnTo>
                    <a:pt x="20458" y="16772"/>
                  </a:lnTo>
                  <a:lnTo>
                    <a:pt x="23583" y="16634"/>
                  </a:lnTo>
                  <a:lnTo>
                    <a:pt x="27631" y="16143"/>
                  </a:lnTo>
                  <a:lnTo>
                    <a:pt x="31041" y="15367"/>
                  </a:lnTo>
                  <a:lnTo>
                    <a:pt x="34166" y="15229"/>
                  </a:lnTo>
                  <a:lnTo>
                    <a:pt x="36937" y="14168"/>
                  </a:lnTo>
                  <a:lnTo>
                    <a:pt x="39708" y="13107"/>
                  </a:lnTo>
                  <a:lnTo>
                    <a:pt x="42479" y="12046"/>
                  </a:lnTo>
                  <a:lnTo>
                    <a:pt x="46528" y="11554"/>
                  </a:lnTo>
                  <a:lnTo>
                    <a:pt x="48660" y="10208"/>
                  </a:lnTo>
                  <a:lnTo>
                    <a:pt x="52070" y="9432"/>
                  </a:lnTo>
                  <a:lnTo>
                    <a:pt x="54841" y="8371"/>
                  </a:lnTo>
                  <a:lnTo>
                    <a:pt x="58535" y="6956"/>
                  </a:lnTo>
                  <a:lnTo>
                    <a:pt x="61022" y="6533"/>
                  </a:lnTo>
                  <a:lnTo>
                    <a:pt x="64431" y="5757"/>
                  </a:lnTo>
                  <a:lnTo>
                    <a:pt x="67841" y="4981"/>
                  </a:lnTo>
                  <a:lnTo>
                    <a:pt x="70327" y="4558"/>
                  </a:lnTo>
                  <a:lnTo>
                    <a:pt x="73737" y="3782"/>
                  </a:lnTo>
                  <a:lnTo>
                    <a:pt x="76862" y="3645"/>
                  </a:lnTo>
                  <a:lnTo>
                    <a:pt x="80910" y="3153"/>
                  </a:lnTo>
                  <a:lnTo>
                    <a:pt x="84035" y="3016"/>
                  </a:lnTo>
                  <a:lnTo>
                    <a:pt x="87160" y="2878"/>
                  </a:lnTo>
                  <a:lnTo>
                    <a:pt x="90923" y="3026"/>
                  </a:lnTo>
                  <a:lnTo>
                    <a:pt x="94333" y="2249"/>
                  </a:lnTo>
                  <a:lnTo>
                    <a:pt x="97458" y="2112"/>
                  </a:lnTo>
                  <a:lnTo>
                    <a:pt x="100867" y="1336"/>
                  </a:lnTo>
                  <a:lnTo>
                    <a:pt x="104916" y="845"/>
                  </a:lnTo>
                  <a:lnTo>
                    <a:pt x="107402" y="422"/>
                  </a:lnTo>
                  <a:lnTo>
                    <a:pt x="109888" y="0"/>
                  </a:lnTo>
                  <a:lnTo>
                    <a:pt x="115953" y="26039"/>
                  </a:lnTo>
                  <a:lnTo>
                    <a:pt x="127080" y="73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478372" y="3670274"/>
              <a:ext cx="79937" cy="71469"/>
            </a:xfrm>
            <a:custGeom>
              <a:avLst/>
              <a:pathLst>
                <a:path w="79937" h="71469">
                  <a:moveTo>
                    <a:pt x="31446" y="55720"/>
                  </a:moveTo>
                  <a:lnTo>
                    <a:pt x="13719" y="48511"/>
                  </a:lnTo>
                  <a:lnTo>
                    <a:pt x="0" y="38899"/>
                  </a:lnTo>
                  <a:lnTo>
                    <a:pt x="54" y="32796"/>
                  </a:lnTo>
                  <a:lnTo>
                    <a:pt x="147" y="22256"/>
                  </a:lnTo>
                  <a:lnTo>
                    <a:pt x="241" y="11687"/>
                  </a:lnTo>
                  <a:lnTo>
                    <a:pt x="8852" y="9668"/>
                  </a:lnTo>
                  <a:lnTo>
                    <a:pt x="17521" y="7635"/>
                  </a:lnTo>
                  <a:lnTo>
                    <a:pt x="26327" y="5571"/>
                  </a:lnTo>
                  <a:lnTo>
                    <a:pt x="38899" y="2623"/>
                  </a:lnTo>
                  <a:lnTo>
                    <a:pt x="42945" y="1675"/>
                  </a:lnTo>
                  <a:lnTo>
                    <a:pt x="53957" y="470"/>
                  </a:lnTo>
                  <a:lnTo>
                    <a:pt x="58256" y="0"/>
                  </a:lnTo>
                  <a:lnTo>
                    <a:pt x="65358" y="427"/>
                  </a:lnTo>
                  <a:lnTo>
                    <a:pt x="79937" y="1305"/>
                  </a:lnTo>
                  <a:lnTo>
                    <a:pt x="75529" y="17616"/>
                  </a:lnTo>
                  <a:lnTo>
                    <a:pt x="73873" y="27778"/>
                  </a:lnTo>
                  <a:lnTo>
                    <a:pt x="72218" y="37934"/>
                  </a:lnTo>
                  <a:lnTo>
                    <a:pt x="70174" y="714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478314" y="3623238"/>
              <a:ext cx="49114" cy="37787"/>
            </a:xfrm>
            <a:custGeom>
              <a:avLst/>
              <a:pathLst>
                <a:path w="49114" h="37787">
                  <a:moveTo>
                    <a:pt x="9374" y="28588"/>
                  </a:moveTo>
                  <a:lnTo>
                    <a:pt x="10705" y="27446"/>
                  </a:lnTo>
                  <a:lnTo>
                    <a:pt x="15331" y="20420"/>
                  </a:lnTo>
                  <a:lnTo>
                    <a:pt x="15954" y="18438"/>
                  </a:lnTo>
                  <a:lnTo>
                    <a:pt x="17710" y="12854"/>
                  </a:lnTo>
                  <a:lnTo>
                    <a:pt x="17811" y="10338"/>
                  </a:lnTo>
                  <a:lnTo>
                    <a:pt x="18167" y="1475"/>
                  </a:lnTo>
                  <a:lnTo>
                    <a:pt x="18226" y="0"/>
                  </a:lnTo>
                  <a:lnTo>
                    <a:pt x="25523" y="1392"/>
                  </a:lnTo>
                  <a:lnTo>
                    <a:pt x="31398" y="2514"/>
                  </a:lnTo>
                  <a:lnTo>
                    <a:pt x="38856" y="3938"/>
                  </a:lnTo>
                  <a:lnTo>
                    <a:pt x="43795" y="8337"/>
                  </a:lnTo>
                  <a:lnTo>
                    <a:pt x="47498" y="11635"/>
                  </a:lnTo>
                  <a:lnTo>
                    <a:pt x="47937" y="18455"/>
                  </a:lnTo>
                  <a:lnTo>
                    <a:pt x="48493" y="27082"/>
                  </a:lnTo>
                  <a:lnTo>
                    <a:pt x="49114" y="36725"/>
                  </a:lnTo>
                  <a:lnTo>
                    <a:pt x="42580" y="37479"/>
                  </a:lnTo>
                  <a:lnTo>
                    <a:pt x="39907" y="37787"/>
                  </a:lnTo>
                  <a:lnTo>
                    <a:pt x="35061" y="37647"/>
                  </a:lnTo>
                  <a:lnTo>
                    <a:pt x="26609" y="37402"/>
                  </a:lnTo>
                  <a:lnTo>
                    <a:pt x="21810" y="37264"/>
                  </a:lnTo>
                  <a:lnTo>
                    <a:pt x="16029" y="37096"/>
                  </a:lnTo>
                  <a:lnTo>
                    <a:pt x="0" y="36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774221" y="3636290"/>
              <a:ext cx="130507" cy="149760"/>
            </a:xfrm>
            <a:custGeom>
              <a:avLst/>
              <a:pathLst>
                <a:path w="130507" h="149760">
                  <a:moveTo>
                    <a:pt x="52157" y="9874"/>
                  </a:moveTo>
                  <a:lnTo>
                    <a:pt x="56645" y="18018"/>
                  </a:lnTo>
                  <a:lnTo>
                    <a:pt x="61493" y="26815"/>
                  </a:lnTo>
                  <a:lnTo>
                    <a:pt x="64887" y="32974"/>
                  </a:lnTo>
                  <a:lnTo>
                    <a:pt x="67205" y="37452"/>
                  </a:lnTo>
                  <a:lnTo>
                    <a:pt x="72623" y="47919"/>
                  </a:lnTo>
                  <a:lnTo>
                    <a:pt x="74491" y="51528"/>
                  </a:lnTo>
                  <a:lnTo>
                    <a:pt x="77501" y="59431"/>
                  </a:lnTo>
                  <a:lnTo>
                    <a:pt x="80779" y="68035"/>
                  </a:lnTo>
                  <a:lnTo>
                    <a:pt x="82245" y="71883"/>
                  </a:lnTo>
                  <a:lnTo>
                    <a:pt x="86046" y="78627"/>
                  </a:lnTo>
                  <a:lnTo>
                    <a:pt x="90122" y="85858"/>
                  </a:lnTo>
                  <a:lnTo>
                    <a:pt x="92906" y="90798"/>
                  </a:lnTo>
                  <a:lnTo>
                    <a:pt x="98779" y="99166"/>
                  </a:lnTo>
                  <a:lnTo>
                    <a:pt x="101008" y="102342"/>
                  </a:lnTo>
                  <a:lnTo>
                    <a:pt x="104537" y="107370"/>
                  </a:lnTo>
                  <a:lnTo>
                    <a:pt x="113328" y="113132"/>
                  </a:lnTo>
                  <a:lnTo>
                    <a:pt x="117814" y="116073"/>
                  </a:lnTo>
                  <a:lnTo>
                    <a:pt x="130507" y="124393"/>
                  </a:lnTo>
                  <a:lnTo>
                    <a:pt x="125724" y="129474"/>
                  </a:lnTo>
                  <a:lnTo>
                    <a:pt x="120419" y="135110"/>
                  </a:lnTo>
                  <a:lnTo>
                    <a:pt x="111651" y="144425"/>
                  </a:lnTo>
                  <a:lnTo>
                    <a:pt x="106629" y="149760"/>
                  </a:lnTo>
                  <a:lnTo>
                    <a:pt x="65149" y="115967"/>
                  </a:lnTo>
                  <a:lnTo>
                    <a:pt x="56204" y="108940"/>
                  </a:lnTo>
                  <a:lnTo>
                    <a:pt x="36834" y="93723"/>
                  </a:lnTo>
                  <a:lnTo>
                    <a:pt x="20272" y="64088"/>
                  </a:lnTo>
                  <a:lnTo>
                    <a:pt x="18034" y="60084"/>
                  </a:lnTo>
                  <a:lnTo>
                    <a:pt x="0" y="29318"/>
                  </a:lnTo>
                  <a:lnTo>
                    <a:pt x="4145" y="26701"/>
                  </a:lnTo>
                  <a:lnTo>
                    <a:pt x="9999" y="23007"/>
                  </a:lnTo>
                  <a:lnTo>
                    <a:pt x="18663" y="17539"/>
                  </a:lnTo>
                  <a:lnTo>
                    <a:pt x="23938" y="14210"/>
                  </a:lnTo>
                  <a:lnTo>
                    <a:pt x="29499" y="10700"/>
                  </a:lnTo>
                  <a:lnTo>
                    <a:pt x="38054" y="5301"/>
                  </a:lnTo>
                  <a:lnTo>
                    <a:pt x="46454" y="0"/>
                  </a:lnTo>
                  <a:lnTo>
                    <a:pt x="46985" y="881"/>
                  </a:lnTo>
                  <a:lnTo>
                    <a:pt x="49533" y="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18843" y="3609577"/>
              <a:ext cx="131669" cy="155875"/>
            </a:xfrm>
            <a:custGeom>
              <a:avLst/>
              <a:pathLst>
                <a:path w="131669" h="155875">
                  <a:moveTo>
                    <a:pt x="79274" y="10027"/>
                  </a:moveTo>
                  <a:lnTo>
                    <a:pt x="80020" y="18994"/>
                  </a:lnTo>
                  <a:lnTo>
                    <a:pt x="80857" y="29040"/>
                  </a:lnTo>
                  <a:lnTo>
                    <a:pt x="81773" y="40036"/>
                  </a:lnTo>
                  <a:lnTo>
                    <a:pt x="83189" y="57030"/>
                  </a:lnTo>
                  <a:lnTo>
                    <a:pt x="85103" y="80009"/>
                  </a:lnTo>
                  <a:lnTo>
                    <a:pt x="107536" y="92654"/>
                  </a:lnTo>
                  <a:lnTo>
                    <a:pt x="130924" y="105837"/>
                  </a:lnTo>
                  <a:lnTo>
                    <a:pt x="131669" y="106177"/>
                  </a:lnTo>
                  <a:lnTo>
                    <a:pt x="129779" y="114269"/>
                  </a:lnTo>
                  <a:lnTo>
                    <a:pt x="128703" y="119551"/>
                  </a:lnTo>
                  <a:lnTo>
                    <a:pt x="125093" y="137262"/>
                  </a:lnTo>
                  <a:lnTo>
                    <a:pt x="122731" y="148855"/>
                  </a:lnTo>
                  <a:lnTo>
                    <a:pt x="120528" y="151873"/>
                  </a:lnTo>
                  <a:lnTo>
                    <a:pt x="115770" y="154305"/>
                  </a:lnTo>
                  <a:lnTo>
                    <a:pt x="110340" y="155875"/>
                  </a:lnTo>
                  <a:lnTo>
                    <a:pt x="93780" y="144861"/>
                  </a:lnTo>
                  <a:lnTo>
                    <a:pt x="81501" y="140068"/>
                  </a:lnTo>
                  <a:lnTo>
                    <a:pt x="72287" y="136471"/>
                  </a:lnTo>
                  <a:lnTo>
                    <a:pt x="63036" y="127419"/>
                  </a:lnTo>
                  <a:lnTo>
                    <a:pt x="54445" y="118772"/>
                  </a:lnTo>
                  <a:lnTo>
                    <a:pt x="46694" y="103063"/>
                  </a:lnTo>
                  <a:lnTo>
                    <a:pt x="39113" y="87699"/>
                  </a:lnTo>
                  <a:lnTo>
                    <a:pt x="27598" y="63421"/>
                  </a:lnTo>
                  <a:lnTo>
                    <a:pt x="13787" y="34304"/>
                  </a:lnTo>
                  <a:lnTo>
                    <a:pt x="10668" y="27727"/>
                  </a:lnTo>
                  <a:lnTo>
                    <a:pt x="0" y="5789"/>
                  </a:lnTo>
                  <a:lnTo>
                    <a:pt x="10609" y="0"/>
                  </a:lnTo>
                  <a:lnTo>
                    <a:pt x="41685" y="4267"/>
                  </a:lnTo>
                  <a:lnTo>
                    <a:pt x="79153" y="94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43050" y="3518724"/>
              <a:ext cx="156645" cy="234824"/>
            </a:xfrm>
            <a:custGeom>
              <a:avLst/>
              <a:pathLst>
                <a:path w="156645" h="234824">
                  <a:moveTo>
                    <a:pt x="35448" y="46491"/>
                  </a:moveTo>
                  <a:lnTo>
                    <a:pt x="25371" y="57959"/>
                  </a:lnTo>
                  <a:lnTo>
                    <a:pt x="0" y="39854"/>
                  </a:lnTo>
                  <a:lnTo>
                    <a:pt x="5069" y="33719"/>
                  </a:lnTo>
                  <a:lnTo>
                    <a:pt x="9371" y="28515"/>
                  </a:lnTo>
                  <a:lnTo>
                    <a:pt x="14133" y="23838"/>
                  </a:lnTo>
                  <a:lnTo>
                    <a:pt x="20240" y="14807"/>
                  </a:lnTo>
                  <a:lnTo>
                    <a:pt x="24993" y="7778"/>
                  </a:lnTo>
                  <a:lnTo>
                    <a:pt x="30254" y="0"/>
                  </a:lnTo>
                  <a:lnTo>
                    <a:pt x="34410" y="2613"/>
                  </a:lnTo>
                  <a:lnTo>
                    <a:pt x="40531" y="6462"/>
                  </a:lnTo>
                  <a:lnTo>
                    <a:pt x="46136" y="9987"/>
                  </a:lnTo>
                  <a:lnTo>
                    <a:pt x="54457" y="15219"/>
                  </a:lnTo>
                  <a:lnTo>
                    <a:pt x="60408" y="19136"/>
                  </a:lnTo>
                  <a:lnTo>
                    <a:pt x="68420" y="24410"/>
                  </a:lnTo>
                  <a:lnTo>
                    <a:pt x="75809" y="29274"/>
                  </a:lnTo>
                  <a:lnTo>
                    <a:pt x="85822" y="35865"/>
                  </a:lnTo>
                  <a:lnTo>
                    <a:pt x="90302" y="39172"/>
                  </a:lnTo>
                  <a:lnTo>
                    <a:pt x="96285" y="43590"/>
                  </a:lnTo>
                  <a:lnTo>
                    <a:pt x="102719" y="48341"/>
                  </a:lnTo>
                  <a:lnTo>
                    <a:pt x="107691" y="52012"/>
                  </a:lnTo>
                  <a:lnTo>
                    <a:pt x="114363" y="58029"/>
                  </a:lnTo>
                  <a:lnTo>
                    <a:pt x="118094" y="61395"/>
                  </a:lnTo>
                  <a:lnTo>
                    <a:pt x="120872" y="64750"/>
                  </a:lnTo>
                  <a:lnTo>
                    <a:pt x="124328" y="68925"/>
                  </a:lnTo>
                  <a:lnTo>
                    <a:pt x="126935" y="72074"/>
                  </a:lnTo>
                  <a:lnTo>
                    <a:pt x="128192" y="73594"/>
                  </a:lnTo>
                  <a:lnTo>
                    <a:pt x="129231" y="75363"/>
                  </a:lnTo>
                  <a:lnTo>
                    <a:pt x="130910" y="78224"/>
                  </a:lnTo>
                  <a:lnTo>
                    <a:pt x="132776" y="81403"/>
                  </a:lnTo>
                  <a:lnTo>
                    <a:pt x="134617" y="84541"/>
                  </a:lnTo>
                  <a:lnTo>
                    <a:pt x="136671" y="88517"/>
                  </a:lnTo>
                  <a:lnTo>
                    <a:pt x="138326" y="91722"/>
                  </a:lnTo>
                  <a:lnTo>
                    <a:pt x="140431" y="95800"/>
                  </a:lnTo>
                  <a:lnTo>
                    <a:pt x="141936" y="101182"/>
                  </a:lnTo>
                  <a:lnTo>
                    <a:pt x="142993" y="104965"/>
                  </a:lnTo>
                  <a:lnTo>
                    <a:pt x="144124" y="109010"/>
                  </a:lnTo>
                  <a:lnTo>
                    <a:pt x="144654" y="110906"/>
                  </a:lnTo>
                  <a:lnTo>
                    <a:pt x="145520" y="114006"/>
                  </a:lnTo>
                  <a:lnTo>
                    <a:pt x="146856" y="118788"/>
                  </a:lnTo>
                  <a:lnTo>
                    <a:pt x="147536" y="121224"/>
                  </a:lnTo>
                  <a:lnTo>
                    <a:pt x="147992" y="123955"/>
                  </a:lnTo>
                  <a:lnTo>
                    <a:pt x="148690" y="128131"/>
                  </a:lnTo>
                  <a:lnTo>
                    <a:pt x="149655" y="133911"/>
                  </a:lnTo>
                  <a:lnTo>
                    <a:pt x="150645" y="139837"/>
                  </a:lnTo>
                  <a:lnTo>
                    <a:pt x="151306" y="143796"/>
                  </a:lnTo>
                  <a:lnTo>
                    <a:pt x="151384" y="145741"/>
                  </a:lnTo>
                  <a:lnTo>
                    <a:pt x="151721" y="154208"/>
                  </a:lnTo>
                  <a:lnTo>
                    <a:pt x="151965" y="160330"/>
                  </a:lnTo>
                  <a:lnTo>
                    <a:pt x="152167" y="165380"/>
                  </a:lnTo>
                  <a:lnTo>
                    <a:pt x="152353" y="170048"/>
                  </a:lnTo>
                  <a:lnTo>
                    <a:pt x="152472" y="173033"/>
                  </a:lnTo>
                  <a:lnTo>
                    <a:pt x="152323" y="176710"/>
                  </a:lnTo>
                  <a:lnTo>
                    <a:pt x="152090" y="182509"/>
                  </a:lnTo>
                  <a:lnTo>
                    <a:pt x="151903" y="187137"/>
                  </a:lnTo>
                  <a:lnTo>
                    <a:pt x="151951" y="190228"/>
                  </a:lnTo>
                  <a:lnTo>
                    <a:pt x="152006" y="193749"/>
                  </a:lnTo>
                  <a:lnTo>
                    <a:pt x="152256" y="195961"/>
                  </a:lnTo>
                  <a:lnTo>
                    <a:pt x="153028" y="202798"/>
                  </a:lnTo>
                  <a:lnTo>
                    <a:pt x="153704" y="208787"/>
                  </a:lnTo>
                  <a:lnTo>
                    <a:pt x="154456" y="215447"/>
                  </a:lnTo>
                  <a:lnTo>
                    <a:pt x="155351" y="223371"/>
                  </a:lnTo>
                  <a:lnTo>
                    <a:pt x="156645" y="234824"/>
                  </a:lnTo>
                  <a:lnTo>
                    <a:pt x="135560" y="234513"/>
                  </a:lnTo>
                  <a:lnTo>
                    <a:pt x="120035" y="234284"/>
                  </a:lnTo>
                  <a:lnTo>
                    <a:pt x="120431" y="206048"/>
                  </a:lnTo>
                  <a:lnTo>
                    <a:pt x="115012" y="162815"/>
                  </a:lnTo>
                  <a:lnTo>
                    <a:pt x="102853" y="130795"/>
                  </a:lnTo>
                  <a:lnTo>
                    <a:pt x="100810" y="125540"/>
                  </a:lnTo>
                  <a:lnTo>
                    <a:pt x="89169" y="95599"/>
                  </a:lnTo>
                  <a:lnTo>
                    <a:pt x="81939" y="81510"/>
                  </a:lnTo>
                  <a:lnTo>
                    <a:pt x="75206" y="74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2960042" y="3425658"/>
              <a:ext cx="38334" cy="57071"/>
            </a:xfrm>
            <a:custGeom>
              <a:avLst/>
              <a:pathLst>
                <a:path w="38334" h="57071">
                  <a:moveTo>
                    <a:pt x="1437" y="24943"/>
                  </a:moveTo>
                  <a:lnTo>
                    <a:pt x="2650" y="0"/>
                  </a:lnTo>
                  <a:lnTo>
                    <a:pt x="23708" y="1595"/>
                  </a:lnTo>
                  <a:lnTo>
                    <a:pt x="38334" y="2703"/>
                  </a:lnTo>
                  <a:lnTo>
                    <a:pt x="37031" y="25500"/>
                  </a:lnTo>
                  <a:lnTo>
                    <a:pt x="35227" y="57071"/>
                  </a:lnTo>
                  <a:lnTo>
                    <a:pt x="19160" y="55904"/>
                  </a:lnTo>
                  <a:lnTo>
                    <a:pt x="0" y="54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2951798" y="3493533"/>
              <a:ext cx="41913" cy="53646"/>
            </a:xfrm>
            <a:custGeom>
              <a:avLst/>
              <a:pathLst>
                <a:path w="41913" h="53646">
                  <a:moveTo>
                    <a:pt x="1529" y="25706"/>
                  </a:moveTo>
                  <a:lnTo>
                    <a:pt x="3090" y="0"/>
                  </a:lnTo>
                  <a:lnTo>
                    <a:pt x="22549" y="1762"/>
                  </a:lnTo>
                  <a:lnTo>
                    <a:pt x="41913" y="3517"/>
                  </a:lnTo>
                  <a:lnTo>
                    <a:pt x="40699" y="26065"/>
                  </a:lnTo>
                  <a:lnTo>
                    <a:pt x="39215" y="53646"/>
                  </a:lnTo>
                  <a:lnTo>
                    <a:pt x="20601" y="52340"/>
                  </a:lnTo>
                  <a:lnTo>
                    <a:pt x="0" y="508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469695" y="3327447"/>
              <a:ext cx="224207" cy="113278"/>
            </a:xfrm>
            <a:custGeom>
              <a:avLst/>
              <a:pathLst>
                <a:path w="224207" h="113278">
                  <a:moveTo>
                    <a:pt x="2398" y="41868"/>
                  </a:moveTo>
                  <a:lnTo>
                    <a:pt x="5721" y="41194"/>
                  </a:lnTo>
                  <a:lnTo>
                    <a:pt x="8840" y="40561"/>
                  </a:lnTo>
                  <a:lnTo>
                    <a:pt x="13111" y="39695"/>
                  </a:lnTo>
                  <a:lnTo>
                    <a:pt x="16467" y="39014"/>
                  </a:lnTo>
                  <a:lnTo>
                    <a:pt x="19450" y="38409"/>
                  </a:lnTo>
                  <a:lnTo>
                    <a:pt x="23179" y="37652"/>
                  </a:lnTo>
                  <a:lnTo>
                    <a:pt x="27755" y="36724"/>
                  </a:lnTo>
                  <a:lnTo>
                    <a:pt x="31925" y="35879"/>
                  </a:lnTo>
                  <a:lnTo>
                    <a:pt x="35654" y="35122"/>
                  </a:lnTo>
                  <a:lnTo>
                    <a:pt x="39722" y="34297"/>
                  </a:lnTo>
                  <a:lnTo>
                    <a:pt x="44603" y="33307"/>
                  </a:lnTo>
                  <a:lnTo>
                    <a:pt x="49281" y="32358"/>
                  </a:lnTo>
                  <a:lnTo>
                    <a:pt x="52637" y="31677"/>
                  </a:lnTo>
                  <a:lnTo>
                    <a:pt x="56739" y="30845"/>
                  </a:lnTo>
                  <a:lnTo>
                    <a:pt x="61011" y="29979"/>
                  </a:lnTo>
                  <a:lnTo>
                    <a:pt x="65350" y="29099"/>
                  </a:lnTo>
                  <a:lnTo>
                    <a:pt x="68570" y="28445"/>
                  </a:lnTo>
                  <a:lnTo>
                    <a:pt x="72435" y="27662"/>
                  </a:lnTo>
                  <a:lnTo>
                    <a:pt x="75791" y="26981"/>
                  </a:lnTo>
                  <a:lnTo>
                    <a:pt x="80231" y="26080"/>
                  </a:lnTo>
                  <a:lnTo>
                    <a:pt x="85147" y="25083"/>
                  </a:lnTo>
                  <a:lnTo>
                    <a:pt x="89696" y="24160"/>
                  </a:lnTo>
                  <a:lnTo>
                    <a:pt x="94570" y="23174"/>
                  </a:lnTo>
                  <a:lnTo>
                    <a:pt x="100098" y="22057"/>
                  </a:lnTo>
                  <a:lnTo>
                    <a:pt x="104675" y="21131"/>
                  </a:lnTo>
                  <a:lnTo>
                    <a:pt x="109963" y="20061"/>
                  </a:lnTo>
                  <a:lnTo>
                    <a:pt x="112981" y="19451"/>
                  </a:lnTo>
                  <a:lnTo>
                    <a:pt x="116913" y="18656"/>
                  </a:lnTo>
                  <a:lnTo>
                    <a:pt x="121117" y="17805"/>
                  </a:lnTo>
                  <a:lnTo>
                    <a:pt x="126372" y="16742"/>
                  </a:lnTo>
                  <a:lnTo>
                    <a:pt x="130949" y="15817"/>
                  </a:lnTo>
                  <a:lnTo>
                    <a:pt x="135729" y="14850"/>
                  </a:lnTo>
                  <a:lnTo>
                    <a:pt x="139628" y="14062"/>
                  </a:lnTo>
                  <a:lnTo>
                    <a:pt x="143560" y="13266"/>
                  </a:lnTo>
                  <a:lnTo>
                    <a:pt x="147662" y="12437"/>
                  </a:lnTo>
                  <a:lnTo>
                    <a:pt x="151933" y="11573"/>
                  </a:lnTo>
                  <a:lnTo>
                    <a:pt x="160513" y="9837"/>
                  </a:lnTo>
                  <a:lnTo>
                    <a:pt x="165021" y="8925"/>
                  </a:lnTo>
                  <a:lnTo>
                    <a:pt x="170919" y="7733"/>
                  </a:lnTo>
                  <a:lnTo>
                    <a:pt x="175496" y="6807"/>
                  </a:lnTo>
                  <a:lnTo>
                    <a:pt x="181429" y="5607"/>
                  </a:lnTo>
                  <a:lnTo>
                    <a:pt x="185633" y="4756"/>
                  </a:lnTo>
                  <a:lnTo>
                    <a:pt x="189635" y="3947"/>
                  </a:lnTo>
                  <a:lnTo>
                    <a:pt x="193569" y="3151"/>
                  </a:lnTo>
                  <a:lnTo>
                    <a:pt x="196653" y="2528"/>
                  </a:lnTo>
                  <a:lnTo>
                    <a:pt x="200551" y="1739"/>
                  </a:lnTo>
                  <a:lnTo>
                    <a:pt x="203705" y="1101"/>
                  </a:lnTo>
                  <a:lnTo>
                    <a:pt x="209153" y="0"/>
                  </a:lnTo>
                  <a:lnTo>
                    <a:pt x="210909" y="5514"/>
                  </a:lnTo>
                  <a:lnTo>
                    <a:pt x="212975" y="12002"/>
                  </a:lnTo>
                  <a:lnTo>
                    <a:pt x="215810" y="27747"/>
                  </a:lnTo>
                  <a:lnTo>
                    <a:pt x="218849" y="44625"/>
                  </a:lnTo>
                  <a:lnTo>
                    <a:pt x="224207" y="74382"/>
                  </a:lnTo>
                  <a:lnTo>
                    <a:pt x="212919" y="76476"/>
                  </a:lnTo>
                  <a:lnTo>
                    <a:pt x="199806" y="78908"/>
                  </a:lnTo>
                  <a:lnTo>
                    <a:pt x="190179" y="80694"/>
                  </a:lnTo>
                  <a:lnTo>
                    <a:pt x="183329" y="81964"/>
                  </a:lnTo>
                  <a:lnTo>
                    <a:pt x="176974" y="83143"/>
                  </a:lnTo>
                  <a:lnTo>
                    <a:pt x="171166" y="84220"/>
                  </a:lnTo>
                  <a:lnTo>
                    <a:pt x="165703" y="85234"/>
                  </a:lnTo>
                  <a:lnTo>
                    <a:pt x="160461" y="86206"/>
                  </a:lnTo>
                  <a:lnTo>
                    <a:pt x="153018" y="87587"/>
                  </a:lnTo>
                  <a:lnTo>
                    <a:pt x="148493" y="88426"/>
                  </a:lnTo>
                  <a:lnTo>
                    <a:pt x="144209" y="89220"/>
                  </a:lnTo>
                  <a:lnTo>
                    <a:pt x="140967" y="89822"/>
                  </a:lnTo>
                  <a:lnTo>
                    <a:pt x="136377" y="90673"/>
                  </a:lnTo>
                  <a:lnTo>
                    <a:pt x="130700" y="91726"/>
                  </a:lnTo>
                  <a:lnTo>
                    <a:pt x="126420" y="92520"/>
                  </a:lnTo>
                  <a:lnTo>
                    <a:pt x="122000" y="93340"/>
                  </a:lnTo>
                  <a:lnTo>
                    <a:pt x="118216" y="94041"/>
                  </a:lnTo>
                  <a:lnTo>
                    <a:pt x="114168" y="94792"/>
                  </a:lnTo>
                  <a:lnTo>
                    <a:pt x="111128" y="95356"/>
                  </a:lnTo>
                  <a:lnTo>
                    <a:pt x="108275" y="95885"/>
                  </a:lnTo>
                  <a:lnTo>
                    <a:pt x="105422" y="96415"/>
                  </a:lnTo>
                  <a:lnTo>
                    <a:pt x="99172" y="97574"/>
                  </a:lnTo>
                  <a:lnTo>
                    <a:pt x="95558" y="98244"/>
                  </a:lnTo>
                  <a:lnTo>
                    <a:pt x="91247" y="99044"/>
                  </a:lnTo>
                  <a:lnTo>
                    <a:pt x="87090" y="99815"/>
                  </a:lnTo>
                  <a:lnTo>
                    <a:pt x="81585" y="100836"/>
                  </a:lnTo>
                  <a:lnTo>
                    <a:pt x="76514" y="101776"/>
                  </a:lnTo>
                  <a:lnTo>
                    <a:pt x="72435" y="102533"/>
                  </a:lnTo>
                  <a:lnTo>
                    <a:pt x="66418" y="103649"/>
                  </a:lnTo>
                  <a:lnTo>
                    <a:pt x="61145" y="104627"/>
                  </a:lnTo>
                  <a:lnTo>
                    <a:pt x="55236" y="105723"/>
                  </a:lnTo>
                  <a:lnTo>
                    <a:pt x="49172" y="106848"/>
                  </a:lnTo>
                  <a:lnTo>
                    <a:pt x="46520" y="107340"/>
                  </a:lnTo>
                  <a:lnTo>
                    <a:pt x="41697" y="108234"/>
                  </a:lnTo>
                  <a:lnTo>
                    <a:pt x="37680" y="108980"/>
                  </a:lnTo>
                  <a:lnTo>
                    <a:pt x="32578" y="109926"/>
                  </a:lnTo>
                  <a:lnTo>
                    <a:pt x="25677" y="111206"/>
                  </a:lnTo>
                  <a:lnTo>
                    <a:pt x="14507" y="113278"/>
                  </a:lnTo>
                  <a:lnTo>
                    <a:pt x="12249" y="102238"/>
                  </a:lnTo>
                  <a:lnTo>
                    <a:pt x="10154" y="91996"/>
                  </a:lnTo>
                  <a:lnTo>
                    <a:pt x="8797" y="85365"/>
                  </a:lnTo>
                  <a:lnTo>
                    <a:pt x="7772" y="80352"/>
                  </a:lnTo>
                  <a:lnTo>
                    <a:pt x="6422" y="73750"/>
                  </a:lnTo>
                  <a:lnTo>
                    <a:pt x="5275" y="68147"/>
                  </a:lnTo>
                  <a:lnTo>
                    <a:pt x="3606" y="59983"/>
                  </a:lnTo>
                  <a:lnTo>
                    <a:pt x="2290" y="53553"/>
                  </a:lnTo>
                  <a:lnTo>
                    <a:pt x="0" y="4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689399" y="3327202"/>
              <a:ext cx="123129" cy="75894"/>
            </a:xfrm>
            <a:custGeom>
              <a:avLst/>
              <a:pathLst>
                <a:path w="123129" h="75894">
                  <a:moveTo>
                    <a:pt x="18742" y="531"/>
                  </a:moveTo>
                  <a:lnTo>
                    <a:pt x="21575" y="397"/>
                  </a:lnTo>
                  <a:lnTo>
                    <a:pt x="24201" y="331"/>
                  </a:lnTo>
                  <a:lnTo>
                    <a:pt x="30357" y="178"/>
                  </a:lnTo>
                  <a:lnTo>
                    <a:pt x="37505" y="0"/>
                  </a:lnTo>
                  <a:lnTo>
                    <a:pt x="43257" y="646"/>
                  </a:lnTo>
                  <a:lnTo>
                    <a:pt x="48518" y="1238"/>
                  </a:lnTo>
                  <a:lnTo>
                    <a:pt x="55795" y="3039"/>
                  </a:lnTo>
                  <a:lnTo>
                    <a:pt x="62616" y="4728"/>
                  </a:lnTo>
                  <a:lnTo>
                    <a:pt x="69510" y="7506"/>
                  </a:lnTo>
                  <a:lnTo>
                    <a:pt x="74070" y="9344"/>
                  </a:lnTo>
                  <a:lnTo>
                    <a:pt x="75752" y="10261"/>
                  </a:lnTo>
                  <a:lnTo>
                    <a:pt x="80550" y="12875"/>
                  </a:lnTo>
                  <a:lnTo>
                    <a:pt x="84964" y="15280"/>
                  </a:lnTo>
                  <a:lnTo>
                    <a:pt x="88874" y="17411"/>
                  </a:lnTo>
                  <a:lnTo>
                    <a:pt x="93690" y="20036"/>
                  </a:lnTo>
                  <a:lnTo>
                    <a:pt x="97482" y="22102"/>
                  </a:lnTo>
                  <a:lnTo>
                    <a:pt x="101575" y="24332"/>
                  </a:lnTo>
                  <a:lnTo>
                    <a:pt x="105339" y="26384"/>
                  </a:lnTo>
                  <a:lnTo>
                    <a:pt x="109653" y="28734"/>
                  </a:lnTo>
                  <a:lnTo>
                    <a:pt x="112821" y="30460"/>
                  </a:lnTo>
                  <a:lnTo>
                    <a:pt x="117743" y="33143"/>
                  </a:lnTo>
                  <a:lnTo>
                    <a:pt x="119389" y="34039"/>
                  </a:lnTo>
                  <a:lnTo>
                    <a:pt x="120597" y="35262"/>
                  </a:lnTo>
                  <a:lnTo>
                    <a:pt x="121226" y="36354"/>
                  </a:lnTo>
                  <a:lnTo>
                    <a:pt x="123129" y="39656"/>
                  </a:lnTo>
                  <a:lnTo>
                    <a:pt x="112641" y="55888"/>
                  </a:lnTo>
                  <a:lnTo>
                    <a:pt x="99714" y="75894"/>
                  </a:lnTo>
                  <a:lnTo>
                    <a:pt x="96513" y="73489"/>
                  </a:lnTo>
                  <a:lnTo>
                    <a:pt x="92873" y="70754"/>
                  </a:lnTo>
                  <a:lnTo>
                    <a:pt x="89643" y="68327"/>
                  </a:lnTo>
                  <a:lnTo>
                    <a:pt x="86537" y="65994"/>
                  </a:lnTo>
                  <a:lnTo>
                    <a:pt x="82721" y="63126"/>
                  </a:lnTo>
                  <a:lnTo>
                    <a:pt x="78707" y="60111"/>
                  </a:lnTo>
                  <a:lnTo>
                    <a:pt x="74625" y="57043"/>
                  </a:lnTo>
                  <a:lnTo>
                    <a:pt x="72022" y="55088"/>
                  </a:lnTo>
                  <a:lnTo>
                    <a:pt x="70540" y="54342"/>
                  </a:lnTo>
                  <a:lnTo>
                    <a:pt x="66144" y="52129"/>
                  </a:lnTo>
                  <a:lnTo>
                    <a:pt x="64839" y="51472"/>
                  </a:lnTo>
                  <a:lnTo>
                    <a:pt x="61191" y="49635"/>
                  </a:lnTo>
                  <a:lnTo>
                    <a:pt x="58597" y="48853"/>
                  </a:lnTo>
                  <a:lnTo>
                    <a:pt x="52981" y="47160"/>
                  </a:lnTo>
                  <a:lnTo>
                    <a:pt x="46162" y="45103"/>
                  </a:lnTo>
                  <a:lnTo>
                    <a:pt x="39212" y="43007"/>
                  </a:lnTo>
                  <a:lnTo>
                    <a:pt x="32956" y="42377"/>
                  </a:lnTo>
                  <a:lnTo>
                    <a:pt x="31199" y="42418"/>
                  </a:lnTo>
                  <a:lnTo>
                    <a:pt x="23271" y="42608"/>
                  </a:lnTo>
                  <a:lnTo>
                    <a:pt x="17657" y="42742"/>
                  </a:lnTo>
                  <a:lnTo>
                    <a:pt x="12371" y="42868"/>
                  </a:lnTo>
                  <a:lnTo>
                    <a:pt x="7370" y="42987"/>
                  </a:lnTo>
                  <a:lnTo>
                    <a:pt x="3314" y="20805"/>
                  </a:lnTo>
                  <a:lnTo>
                    <a:pt x="0" y="2675"/>
                  </a:lnTo>
                  <a:lnTo>
                    <a:pt x="4458" y="1966"/>
                  </a:lnTo>
                  <a:lnTo>
                    <a:pt x="8601" y="1307"/>
                  </a:lnTo>
                  <a:lnTo>
                    <a:pt x="12109" y="8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699129" y="3375673"/>
              <a:ext cx="85202" cy="85582"/>
            </a:xfrm>
            <a:custGeom>
              <a:avLst/>
              <a:pathLst>
                <a:path w="85202" h="85582">
                  <a:moveTo>
                    <a:pt x="41137" y="4777"/>
                  </a:moveTo>
                  <a:lnTo>
                    <a:pt x="45171" y="5866"/>
                  </a:lnTo>
                  <a:lnTo>
                    <a:pt x="50475" y="8125"/>
                  </a:lnTo>
                  <a:lnTo>
                    <a:pt x="62998" y="16050"/>
                  </a:lnTo>
                  <a:lnTo>
                    <a:pt x="85202" y="31902"/>
                  </a:lnTo>
                  <a:lnTo>
                    <a:pt x="66493" y="56897"/>
                  </a:lnTo>
                  <a:lnTo>
                    <a:pt x="45023" y="85582"/>
                  </a:lnTo>
                  <a:lnTo>
                    <a:pt x="33132" y="78273"/>
                  </a:lnTo>
                  <a:lnTo>
                    <a:pt x="25545" y="73609"/>
                  </a:lnTo>
                  <a:lnTo>
                    <a:pt x="3635" y="60140"/>
                  </a:lnTo>
                  <a:lnTo>
                    <a:pt x="4425" y="30609"/>
                  </a:lnTo>
                  <a:lnTo>
                    <a:pt x="0" y="762"/>
                  </a:lnTo>
                  <a:lnTo>
                    <a:pt x="11238" y="0"/>
                  </a:lnTo>
                  <a:lnTo>
                    <a:pt x="29516" y="16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791600" y="3368409"/>
              <a:ext cx="164547" cy="111217"/>
            </a:xfrm>
            <a:custGeom>
              <a:avLst/>
              <a:pathLst>
                <a:path w="164547" h="111217">
                  <a:moveTo>
                    <a:pt x="125698" y="107693"/>
                  </a:moveTo>
                  <a:lnTo>
                    <a:pt x="120557" y="106575"/>
                  </a:lnTo>
                  <a:lnTo>
                    <a:pt x="115898" y="105562"/>
                  </a:lnTo>
                  <a:lnTo>
                    <a:pt x="112506" y="104825"/>
                  </a:lnTo>
                  <a:lnTo>
                    <a:pt x="110514" y="104181"/>
                  </a:lnTo>
                  <a:lnTo>
                    <a:pt x="106694" y="102946"/>
                  </a:lnTo>
                  <a:lnTo>
                    <a:pt x="102013" y="101433"/>
                  </a:lnTo>
                  <a:lnTo>
                    <a:pt x="97392" y="99939"/>
                  </a:lnTo>
                  <a:lnTo>
                    <a:pt x="93404" y="98650"/>
                  </a:lnTo>
                  <a:lnTo>
                    <a:pt x="88622" y="97104"/>
                  </a:lnTo>
                  <a:lnTo>
                    <a:pt x="83766" y="95534"/>
                  </a:lnTo>
                  <a:lnTo>
                    <a:pt x="78309" y="93770"/>
                  </a:lnTo>
                  <a:lnTo>
                    <a:pt x="75187" y="92761"/>
                  </a:lnTo>
                  <a:lnTo>
                    <a:pt x="72706" y="91617"/>
                  </a:lnTo>
                  <a:lnTo>
                    <a:pt x="68612" y="89730"/>
                  </a:lnTo>
                  <a:lnTo>
                    <a:pt x="61792" y="86586"/>
                  </a:lnTo>
                  <a:lnTo>
                    <a:pt x="55676" y="83767"/>
                  </a:lnTo>
                  <a:lnTo>
                    <a:pt x="50637" y="81444"/>
                  </a:lnTo>
                  <a:lnTo>
                    <a:pt x="44324" y="78533"/>
                  </a:lnTo>
                  <a:lnTo>
                    <a:pt x="40019" y="75808"/>
                  </a:lnTo>
                  <a:lnTo>
                    <a:pt x="38230" y="74676"/>
                  </a:lnTo>
                  <a:lnTo>
                    <a:pt x="35423" y="72596"/>
                  </a:lnTo>
                  <a:lnTo>
                    <a:pt x="31343" y="69572"/>
                  </a:lnTo>
                  <a:lnTo>
                    <a:pt x="26697" y="66128"/>
                  </a:lnTo>
                  <a:lnTo>
                    <a:pt x="21788" y="62489"/>
                  </a:lnTo>
                  <a:lnTo>
                    <a:pt x="19735" y="60967"/>
                  </a:lnTo>
                  <a:lnTo>
                    <a:pt x="16983" y="58928"/>
                  </a:lnTo>
                  <a:lnTo>
                    <a:pt x="10911" y="54427"/>
                  </a:lnTo>
                  <a:lnTo>
                    <a:pt x="5121" y="50136"/>
                  </a:lnTo>
                  <a:lnTo>
                    <a:pt x="0" y="46340"/>
                  </a:lnTo>
                  <a:lnTo>
                    <a:pt x="6065" y="36164"/>
                  </a:lnTo>
                  <a:lnTo>
                    <a:pt x="13898" y="23024"/>
                  </a:lnTo>
                  <a:lnTo>
                    <a:pt x="27622" y="0"/>
                  </a:lnTo>
                  <a:lnTo>
                    <a:pt x="31191" y="2130"/>
                  </a:lnTo>
                  <a:lnTo>
                    <a:pt x="34856" y="4318"/>
                  </a:lnTo>
                  <a:lnTo>
                    <a:pt x="39078" y="6839"/>
                  </a:lnTo>
                  <a:lnTo>
                    <a:pt x="43662" y="9575"/>
                  </a:lnTo>
                  <a:lnTo>
                    <a:pt x="47655" y="11959"/>
                  </a:lnTo>
                  <a:lnTo>
                    <a:pt x="51056" y="13990"/>
                  </a:lnTo>
                  <a:lnTo>
                    <a:pt x="55049" y="16373"/>
                  </a:lnTo>
                  <a:lnTo>
                    <a:pt x="58499" y="18433"/>
                  </a:lnTo>
                  <a:lnTo>
                    <a:pt x="61982" y="20512"/>
                  </a:lnTo>
                  <a:lnTo>
                    <a:pt x="66451" y="23180"/>
                  </a:lnTo>
                  <a:lnTo>
                    <a:pt x="70986" y="25888"/>
                  </a:lnTo>
                  <a:lnTo>
                    <a:pt x="75598" y="28641"/>
                  </a:lnTo>
                  <a:lnTo>
                    <a:pt x="80596" y="31086"/>
                  </a:lnTo>
                  <a:lnTo>
                    <a:pt x="85487" y="33479"/>
                  </a:lnTo>
                  <a:lnTo>
                    <a:pt x="89219" y="35305"/>
                  </a:lnTo>
                  <a:lnTo>
                    <a:pt x="94549" y="37913"/>
                  </a:lnTo>
                  <a:lnTo>
                    <a:pt x="98926" y="40054"/>
                  </a:lnTo>
                  <a:lnTo>
                    <a:pt x="105641" y="43339"/>
                  </a:lnTo>
                  <a:lnTo>
                    <a:pt x="109565" y="45259"/>
                  </a:lnTo>
                  <a:lnTo>
                    <a:pt x="113323" y="46201"/>
                  </a:lnTo>
                  <a:lnTo>
                    <a:pt x="120417" y="47981"/>
                  </a:lnTo>
                  <a:lnTo>
                    <a:pt x="127892" y="49856"/>
                  </a:lnTo>
                  <a:lnTo>
                    <a:pt x="135174" y="51682"/>
                  </a:lnTo>
                  <a:lnTo>
                    <a:pt x="138113" y="52419"/>
                  </a:lnTo>
                  <a:lnTo>
                    <a:pt x="142638" y="52789"/>
                  </a:lnTo>
                  <a:lnTo>
                    <a:pt x="149120" y="53319"/>
                  </a:lnTo>
                  <a:lnTo>
                    <a:pt x="154657" y="53772"/>
                  </a:lnTo>
                  <a:lnTo>
                    <a:pt x="159647" y="54180"/>
                  </a:lnTo>
                  <a:lnTo>
                    <a:pt x="164547" y="54581"/>
                  </a:lnTo>
                  <a:lnTo>
                    <a:pt x="164426" y="58060"/>
                  </a:lnTo>
                  <a:lnTo>
                    <a:pt x="164296" y="61789"/>
                  </a:lnTo>
                  <a:lnTo>
                    <a:pt x="164014" y="69905"/>
                  </a:lnTo>
                  <a:lnTo>
                    <a:pt x="163571" y="82627"/>
                  </a:lnTo>
                  <a:lnTo>
                    <a:pt x="163094" y="96361"/>
                  </a:lnTo>
                  <a:lnTo>
                    <a:pt x="162577" y="111217"/>
                  </a:lnTo>
                  <a:lnTo>
                    <a:pt x="148000" y="110095"/>
                  </a:lnTo>
                  <a:lnTo>
                    <a:pt x="141774" y="109616"/>
                  </a:lnTo>
                  <a:lnTo>
                    <a:pt x="137381" y="109277"/>
                  </a:lnTo>
                  <a:lnTo>
                    <a:pt x="130570" y="1087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753914" y="3425676"/>
              <a:ext cx="196560" cy="118343"/>
            </a:xfrm>
            <a:custGeom>
              <a:avLst/>
              <a:pathLst>
                <a:path w="196560" h="118343">
                  <a:moveTo>
                    <a:pt x="107854" y="46600"/>
                  </a:moveTo>
                  <a:lnTo>
                    <a:pt x="109634" y="47195"/>
                  </a:lnTo>
                  <a:lnTo>
                    <a:pt x="114664" y="48876"/>
                  </a:lnTo>
                  <a:lnTo>
                    <a:pt x="120864" y="50948"/>
                  </a:lnTo>
                  <a:lnTo>
                    <a:pt x="126122" y="52706"/>
                  </a:lnTo>
                  <a:lnTo>
                    <a:pt x="134025" y="54160"/>
                  </a:lnTo>
                  <a:lnTo>
                    <a:pt x="140897" y="55425"/>
                  </a:lnTo>
                  <a:lnTo>
                    <a:pt x="146714" y="56495"/>
                  </a:lnTo>
                  <a:lnTo>
                    <a:pt x="152562" y="57572"/>
                  </a:lnTo>
                  <a:lnTo>
                    <a:pt x="158720" y="58705"/>
                  </a:lnTo>
                  <a:lnTo>
                    <a:pt x="164848" y="59833"/>
                  </a:lnTo>
                  <a:lnTo>
                    <a:pt x="169611" y="60710"/>
                  </a:lnTo>
                  <a:lnTo>
                    <a:pt x="175025" y="61706"/>
                  </a:lnTo>
                  <a:lnTo>
                    <a:pt x="179244" y="62483"/>
                  </a:lnTo>
                  <a:lnTo>
                    <a:pt x="183061" y="63185"/>
                  </a:lnTo>
                  <a:lnTo>
                    <a:pt x="187885" y="64073"/>
                  </a:lnTo>
                  <a:lnTo>
                    <a:pt x="190728" y="64596"/>
                  </a:lnTo>
                  <a:lnTo>
                    <a:pt x="192647" y="64944"/>
                  </a:lnTo>
                  <a:lnTo>
                    <a:pt x="194768" y="65328"/>
                  </a:lnTo>
                  <a:lnTo>
                    <a:pt x="196560" y="65653"/>
                  </a:lnTo>
                  <a:lnTo>
                    <a:pt x="195935" y="74558"/>
                  </a:lnTo>
                  <a:lnTo>
                    <a:pt x="195235" y="84530"/>
                  </a:lnTo>
                  <a:lnTo>
                    <a:pt x="194212" y="99085"/>
                  </a:lnTo>
                  <a:lnTo>
                    <a:pt x="192860" y="118343"/>
                  </a:lnTo>
                  <a:lnTo>
                    <a:pt x="188937" y="117931"/>
                  </a:lnTo>
                  <a:lnTo>
                    <a:pt x="181872" y="117190"/>
                  </a:lnTo>
                  <a:lnTo>
                    <a:pt x="176569" y="116633"/>
                  </a:lnTo>
                  <a:lnTo>
                    <a:pt x="171633" y="116115"/>
                  </a:lnTo>
                  <a:lnTo>
                    <a:pt x="166401" y="115566"/>
                  </a:lnTo>
                  <a:lnTo>
                    <a:pt x="162091" y="115113"/>
                  </a:lnTo>
                  <a:lnTo>
                    <a:pt x="154731" y="114340"/>
                  </a:lnTo>
                  <a:lnTo>
                    <a:pt x="148189" y="113654"/>
                  </a:lnTo>
                  <a:lnTo>
                    <a:pt x="142014" y="113006"/>
                  </a:lnTo>
                  <a:lnTo>
                    <a:pt x="138804" y="112668"/>
                  </a:lnTo>
                  <a:lnTo>
                    <a:pt x="135217" y="111711"/>
                  </a:lnTo>
                  <a:lnTo>
                    <a:pt x="127527" y="109659"/>
                  </a:lnTo>
                  <a:lnTo>
                    <a:pt x="122111" y="108214"/>
                  </a:lnTo>
                  <a:lnTo>
                    <a:pt x="113840" y="106007"/>
                  </a:lnTo>
                  <a:lnTo>
                    <a:pt x="108934" y="104698"/>
                  </a:lnTo>
                  <a:lnTo>
                    <a:pt x="107125" y="103949"/>
                  </a:lnTo>
                  <a:lnTo>
                    <a:pt x="102972" y="102231"/>
                  </a:lnTo>
                  <a:lnTo>
                    <a:pt x="98996" y="100586"/>
                  </a:lnTo>
                  <a:lnTo>
                    <a:pt x="94933" y="98905"/>
                  </a:lnTo>
                  <a:lnTo>
                    <a:pt x="89442" y="96633"/>
                  </a:lnTo>
                  <a:lnTo>
                    <a:pt x="85257" y="94901"/>
                  </a:lnTo>
                  <a:lnTo>
                    <a:pt x="80192" y="92805"/>
                  </a:lnTo>
                  <a:lnTo>
                    <a:pt x="72369" y="89568"/>
                  </a:lnTo>
                  <a:lnTo>
                    <a:pt x="70077" y="88620"/>
                  </a:lnTo>
                  <a:lnTo>
                    <a:pt x="66242" y="86178"/>
                  </a:lnTo>
                  <a:lnTo>
                    <a:pt x="62214" y="83614"/>
                  </a:lnTo>
                  <a:lnTo>
                    <a:pt x="57125" y="80375"/>
                  </a:lnTo>
                  <a:lnTo>
                    <a:pt x="53051" y="77781"/>
                  </a:lnTo>
                  <a:lnTo>
                    <a:pt x="51196" y="76600"/>
                  </a:lnTo>
                  <a:lnTo>
                    <a:pt x="47542" y="74275"/>
                  </a:lnTo>
                  <a:lnTo>
                    <a:pt x="45533" y="72997"/>
                  </a:lnTo>
                  <a:lnTo>
                    <a:pt x="42171" y="70858"/>
                  </a:lnTo>
                  <a:lnTo>
                    <a:pt x="37858" y="68114"/>
                  </a:lnTo>
                  <a:lnTo>
                    <a:pt x="32830" y="64915"/>
                  </a:lnTo>
                  <a:lnTo>
                    <a:pt x="26549" y="60919"/>
                  </a:lnTo>
                  <a:lnTo>
                    <a:pt x="21793" y="57893"/>
                  </a:lnTo>
                  <a:lnTo>
                    <a:pt x="16876" y="54765"/>
                  </a:lnTo>
                  <a:lnTo>
                    <a:pt x="10660" y="50810"/>
                  </a:lnTo>
                  <a:lnTo>
                    <a:pt x="3905" y="46512"/>
                  </a:lnTo>
                  <a:lnTo>
                    <a:pt x="0" y="44028"/>
                  </a:lnTo>
                  <a:lnTo>
                    <a:pt x="6123" y="35416"/>
                  </a:lnTo>
                  <a:lnTo>
                    <a:pt x="12721" y="26139"/>
                  </a:lnTo>
                  <a:lnTo>
                    <a:pt x="20110" y="15748"/>
                  </a:lnTo>
                  <a:lnTo>
                    <a:pt x="31310" y="0"/>
                  </a:lnTo>
                  <a:lnTo>
                    <a:pt x="33684" y="1804"/>
                  </a:lnTo>
                  <a:lnTo>
                    <a:pt x="36596" y="4019"/>
                  </a:lnTo>
                  <a:lnTo>
                    <a:pt x="40864" y="7264"/>
                  </a:lnTo>
                  <a:lnTo>
                    <a:pt x="44444" y="9986"/>
                  </a:lnTo>
                  <a:lnTo>
                    <a:pt x="48333" y="12942"/>
                  </a:lnTo>
                  <a:lnTo>
                    <a:pt x="51599" y="15425"/>
                  </a:lnTo>
                  <a:lnTo>
                    <a:pt x="55941" y="18726"/>
                  </a:lnTo>
                  <a:lnTo>
                    <a:pt x="60183" y="21951"/>
                  </a:lnTo>
                  <a:lnTo>
                    <a:pt x="61875" y="23237"/>
                  </a:lnTo>
                  <a:lnTo>
                    <a:pt x="65392" y="25600"/>
                  </a:lnTo>
                  <a:lnTo>
                    <a:pt x="68804" y="27893"/>
                  </a:lnTo>
                  <a:lnTo>
                    <a:pt x="72842" y="30447"/>
                  </a:lnTo>
                  <a:lnTo>
                    <a:pt x="77277" y="32492"/>
                  </a:lnTo>
                  <a:lnTo>
                    <a:pt x="80333" y="33901"/>
                  </a:lnTo>
                  <a:lnTo>
                    <a:pt x="82089" y="34711"/>
                  </a:lnTo>
                  <a:lnTo>
                    <a:pt x="86982" y="36966"/>
                  </a:lnTo>
                  <a:lnTo>
                    <a:pt x="91223" y="38921"/>
                  </a:lnTo>
                  <a:lnTo>
                    <a:pt x="93057" y="39767"/>
                  </a:lnTo>
                  <a:lnTo>
                    <a:pt x="95171" y="40741"/>
                  </a:lnTo>
                  <a:lnTo>
                    <a:pt x="100349" y="43127"/>
                  </a:lnTo>
                  <a:lnTo>
                    <a:pt x="103707" y="44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594474" y="3418353"/>
              <a:ext cx="360610" cy="286790"/>
            </a:xfrm>
            <a:custGeom>
              <a:avLst/>
              <a:pathLst>
                <a:path w="360610" h="286790">
                  <a:moveTo>
                    <a:pt x="358152" y="286790"/>
                  </a:moveTo>
                  <a:lnTo>
                    <a:pt x="352436" y="283474"/>
                  </a:lnTo>
                  <a:lnTo>
                    <a:pt x="344822" y="279058"/>
                  </a:lnTo>
                  <a:lnTo>
                    <a:pt x="335841" y="273848"/>
                  </a:lnTo>
                  <a:lnTo>
                    <a:pt x="325466" y="267830"/>
                  </a:lnTo>
                  <a:lnTo>
                    <a:pt x="316971" y="262903"/>
                  </a:lnTo>
                  <a:lnTo>
                    <a:pt x="315720" y="247349"/>
                  </a:lnTo>
                  <a:lnTo>
                    <a:pt x="313908" y="224829"/>
                  </a:lnTo>
                  <a:lnTo>
                    <a:pt x="312057" y="201810"/>
                  </a:lnTo>
                  <a:lnTo>
                    <a:pt x="311141" y="190421"/>
                  </a:lnTo>
                  <a:lnTo>
                    <a:pt x="256397" y="181593"/>
                  </a:lnTo>
                  <a:lnTo>
                    <a:pt x="239375" y="178849"/>
                  </a:lnTo>
                  <a:lnTo>
                    <a:pt x="208717" y="164946"/>
                  </a:lnTo>
                  <a:lnTo>
                    <a:pt x="161446" y="136908"/>
                  </a:lnTo>
                  <a:lnTo>
                    <a:pt x="82091" y="86070"/>
                  </a:lnTo>
                  <a:lnTo>
                    <a:pt x="59496" y="71594"/>
                  </a:lnTo>
                  <a:lnTo>
                    <a:pt x="55465" y="69979"/>
                  </a:lnTo>
                  <a:lnTo>
                    <a:pt x="52989" y="68988"/>
                  </a:lnTo>
                  <a:lnTo>
                    <a:pt x="88" y="35936"/>
                  </a:lnTo>
                  <a:lnTo>
                    <a:pt x="0" y="34314"/>
                  </a:lnTo>
                  <a:lnTo>
                    <a:pt x="0" y="33143"/>
                  </a:lnTo>
                  <a:lnTo>
                    <a:pt x="758" y="32265"/>
                  </a:lnTo>
                  <a:lnTo>
                    <a:pt x="1465" y="31445"/>
                  </a:lnTo>
                  <a:lnTo>
                    <a:pt x="8287" y="27616"/>
                  </a:lnTo>
                  <a:lnTo>
                    <a:pt x="18387" y="21948"/>
                  </a:lnTo>
                  <a:lnTo>
                    <a:pt x="27726" y="16708"/>
                  </a:lnTo>
                  <a:lnTo>
                    <a:pt x="36954" y="11529"/>
                  </a:lnTo>
                  <a:lnTo>
                    <a:pt x="39734" y="9969"/>
                  </a:lnTo>
                  <a:lnTo>
                    <a:pt x="47363" y="6831"/>
                  </a:lnTo>
                  <a:lnTo>
                    <a:pt x="63975" y="0"/>
                  </a:lnTo>
                  <a:lnTo>
                    <a:pt x="67783" y="2713"/>
                  </a:lnTo>
                  <a:lnTo>
                    <a:pt x="73379" y="6701"/>
                  </a:lnTo>
                  <a:lnTo>
                    <a:pt x="77837" y="9878"/>
                  </a:lnTo>
                  <a:lnTo>
                    <a:pt x="83789" y="14118"/>
                  </a:lnTo>
                  <a:lnTo>
                    <a:pt x="88942" y="17791"/>
                  </a:lnTo>
                  <a:lnTo>
                    <a:pt x="94075" y="21448"/>
                  </a:lnTo>
                  <a:lnTo>
                    <a:pt x="100468" y="26004"/>
                  </a:lnTo>
                  <a:lnTo>
                    <a:pt x="105444" y="29550"/>
                  </a:lnTo>
                  <a:lnTo>
                    <a:pt x="110862" y="33410"/>
                  </a:lnTo>
                  <a:lnTo>
                    <a:pt x="116441" y="37386"/>
                  </a:lnTo>
                  <a:lnTo>
                    <a:pt x="122889" y="41981"/>
                  </a:lnTo>
                  <a:lnTo>
                    <a:pt x="127881" y="45538"/>
                  </a:lnTo>
                  <a:lnTo>
                    <a:pt x="133369" y="49449"/>
                  </a:lnTo>
                  <a:lnTo>
                    <a:pt x="137687" y="52525"/>
                  </a:lnTo>
                  <a:lnTo>
                    <a:pt x="143050" y="56347"/>
                  </a:lnTo>
                  <a:lnTo>
                    <a:pt x="146849" y="58889"/>
                  </a:lnTo>
                  <a:lnTo>
                    <a:pt x="150715" y="61476"/>
                  </a:lnTo>
                  <a:lnTo>
                    <a:pt x="154760" y="64182"/>
                  </a:lnTo>
                  <a:lnTo>
                    <a:pt x="159110" y="67093"/>
                  </a:lnTo>
                  <a:lnTo>
                    <a:pt x="163289" y="69889"/>
                  </a:lnTo>
                  <a:lnTo>
                    <a:pt x="167084" y="72428"/>
                  </a:lnTo>
                  <a:lnTo>
                    <a:pt x="170586" y="74772"/>
                  </a:lnTo>
                  <a:lnTo>
                    <a:pt x="175919" y="78340"/>
                  </a:lnTo>
                  <a:lnTo>
                    <a:pt x="180277" y="81255"/>
                  </a:lnTo>
                  <a:lnTo>
                    <a:pt x="184449" y="84047"/>
                  </a:lnTo>
                  <a:lnTo>
                    <a:pt x="188920" y="87038"/>
                  </a:lnTo>
                  <a:lnTo>
                    <a:pt x="192365" y="89344"/>
                  </a:lnTo>
                  <a:lnTo>
                    <a:pt x="197271" y="92626"/>
                  </a:lnTo>
                  <a:lnTo>
                    <a:pt x="200524" y="94803"/>
                  </a:lnTo>
                  <a:lnTo>
                    <a:pt x="203283" y="96649"/>
                  </a:lnTo>
                  <a:lnTo>
                    <a:pt x="205813" y="98342"/>
                  </a:lnTo>
                  <a:lnTo>
                    <a:pt x="209378" y="100726"/>
                  </a:lnTo>
                  <a:lnTo>
                    <a:pt x="212810" y="103023"/>
                  </a:lnTo>
                  <a:lnTo>
                    <a:pt x="215052" y="104523"/>
                  </a:lnTo>
                  <a:lnTo>
                    <a:pt x="220011" y="106980"/>
                  </a:lnTo>
                  <a:lnTo>
                    <a:pt x="224690" y="109298"/>
                  </a:lnTo>
                  <a:lnTo>
                    <a:pt x="228447" y="111159"/>
                  </a:lnTo>
                  <a:lnTo>
                    <a:pt x="232352" y="113093"/>
                  </a:lnTo>
                  <a:lnTo>
                    <a:pt x="237960" y="115871"/>
                  </a:lnTo>
                  <a:lnTo>
                    <a:pt x="243260" y="117717"/>
                  </a:lnTo>
                  <a:lnTo>
                    <a:pt x="247479" y="119186"/>
                  </a:lnTo>
                  <a:lnTo>
                    <a:pt x="253178" y="121170"/>
                  </a:lnTo>
                  <a:lnTo>
                    <a:pt x="258557" y="123043"/>
                  </a:lnTo>
                  <a:lnTo>
                    <a:pt x="264836" y="125230"/>
                  </a:lnTo>
                  <a:lnTo>
                    <a:pt x="270033" y="127040"/>
                  </a:lnTo>
                  <a:lnTo>
                    <a:pt x="273982" y="128023"/>
                  </a:lnTo>
                  <a:lnTo>
                    <a:pt x="279171" y="129315"/>
                  </a:lnTo>
                  <a:lnTo>
                    <a:pt x="284445" y="130629"/>
                  </a:lnTo>
                  <a:lnTo>
                    <a:pt x="289180" y="131807"/>
                  </a:lnTo>
                  <a:lnTo>
                    <a:pt x="293995" y="133007"/>
                  </a:lnTo>
                  <a:lnTo>
                    <a:pt x="297523" y="133885"/>
                  </a:lnTo>
                  <a:lnTo>
                    <a:pt x="299519" y="134174"/>
                  </a:lnTo>
                  <a:lnTo>
                    <a:pt x="305342" y="135018"/>
                  </a:lnTo>
                  <a:lnTo>
                    <a:pt x="311190" y="135864"/>
                  </a:lnTo>
                  <a:lnTo>
                    <a:pt x="318670" y="136947"/>
                  </a:lnTo>
                  <a:lnTo>
                    <a:pt x="323367" y="137242"/>
                  </a:lnTo>
                  <a:lnTo>
                    <a:pt x="328985" y="137595"/>
                  </a:lnTo>
                  <a:lnTo>
                    <a:pt x="333571" y="137883"/>
                  </a:lnTo>
                  <a:lnTo>
                    <a:pt x="341153" y="138359"/>
                  </a:lnTo>
                  <a:lnTo>
                    <a:pt x="351772" y="139025"/>
                  </a:lnTo>
                  <a:lnTo>
                    <a:pt x="351662" y="144631"/>
                  </a:lnTo>
                  <a:lnTo>
                    <a:pt x="351422" y="156897"/>
                  </a:lnTo>
                  <a:lnTo>
                    <a:pt x="351155" y="170597"/>
                  </a:lnTo>
                  <a:lnTo>
                    <a:pt x="350878" y="184763"/>
                  </a:lnTo>
                  <a:lnTo>
                    <a:pt x="350742" y="191702"/>
                  </a:lnTo>
                  <a:lnTo>
                    <a:pt x="350343" y="199036"/>
                  </a:lnTo>
                  <a:lnTo>
                    <a:pt x="349909" y="207009"/>
                  </a:lnTo>
                  <a:lnTo>
                    <a:pt x="352172" y="211867"/>
                  </a:lnTo>
                  <a:lnTo>
                    <a:pt x="360610" y="229979"/>
                  </a:lnTo>
                  <a:lnTo>
                    <a:pt x="360474" y="235846"/>
                  </a:lnTo>
                  <a:lnTo>
                    <a:pt x="359882" y="261403"/>
                  </a:lnTo>
                  <a:lnTo>
                    <a:pt x="359611" y="273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567563" y="3455781"/>
              <a:ext cx="82111" cy="86758"/>
            </a:xfrm>
            <a:custGeom>
              <a:avLst/>
              <a:pathLst>
                <a:path w="82111" h="86758">
                  <a:moveTo>
                    <a:pt x="11014" y="9223"/>
                  </a:moveTo>
                  <a:lnTo>
                    <a:pt x="21392" y="0"/>
                  </a:lnTo>
                  <a:lnTo>
                    <a:pt x="26652" y="3267"/>
                  </a:lnTo>
                  <a:lnTo>
                    <a:pt x="30720" y="5794"/>
                  </a:lnTo>
                  <a:lnTo>
                    <a:pt x="35140" y="8539"/>
                  </a:lnTo>
                  <a:lnTo>
                    <a:pt x="39599" y="11309"/>
                  </a:lnTo>
                  <a:lnTo>
                    <a:pt x="44312" y="14237"/>
                  </a:lnTo>
                  <a:lnTo>
                    <a:pt x="48702" y="16964"/>
                  </a:lnTo>
                  <a:lnTo>
                    <a:pt x="51478" y="18688"/>
                  </a:lnTo>
                  <a:lnTo>
                    <a:pt x="57410" y="22372"/>
                  </a:lnTo>
                  <a:lnTo>
                    <a:pt x="60950" y="24571"/>
                  </a:lnTo>
                  <a:lnTo>
                    <a:pt x="65308" y="27279"/>
                  </a:lnTo>
                  <a:lnTo>
                    <a:pt x="70850" y="30721"/>
                  </a:lnTo>
                  <a:lnTo>
                    <a:pt x="77831" y="35057"/>
                  </a:lnTo>
                  <a:lnTo>
                    <a:pt x="80001" y="41562"/>
                  </a:lnTo>
                  <a:lnTo>
                    <a:pt x="82111" y="47886"/>
                  </a:lnTo>
                  <a:lnTo>
                    <a:pt x="78050" y="53422"/>
                  </a:lnTo>
                  <a:lnTo>
                    <a:pt x="74039" y="58891"/>
                  </a:lnTo>
                  <a:lnTo>
                    <a:pt x="68758" y="66091"/>
                  </a:lnTo>
                  <a:lnTo>
                    <a:pt x="63431" y="73355"/>
                  </a:lnTo>
                  <a:lnTo>
                    <a:pt x="53600" y="86758"/>
                  </a:lnTo>
                  <a:lnTo>
                    <a:pt x="45878" y="81304"/>
                  </a:lnTo>
                  <a:lnTo>
                    <a:pt x="38616" y="76175"/>
                  </a:lnTo>
                  <a:lnTo>
                    <a:pt x="31347" y="71040"/>
                  </a:lnTo>
                  <a:lnTo>
                    <a:pt x="17498" y="61258"/>
                  </a:lnTo>
                  <a:lnTo>
                    <a:pt x="6744" y="53663"/>
                  </a:lnTo>
                  <a:lnTo>
                    <a:pt x="2002" y="38575"/>
                  </a:lnTo>
                  <a:lnTo>
                    <a:pt x="1211" y="30848"/>
                  </a:lnTo>
                  <a:lnTo>
                    <a:pt x="514" y="24037"/>
                  </a:lnTo>
                  <a:lnTo>
                    <a:pt x="0" y="19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494732" y="3431959"/>
              <a:ext cx="93436" cy="94688"/>
            </a:xfrm>
            <a:custGeom>
              <a:avLst/>
              <a:pathLst>
                <a:path w="93436" h="94688">
                  <a:moveTo>
                    <a:pt x="93357" y="6616"/>
                  </a:moveTo>
                  <a:lnTo>
                    <a:pt x="93436" y="11889"/>
                  </a:lnTo>
                  <a:lnTo>
                    <a:pt x="86455" y="16163"/>
                  </a:lnTo>
                  <a:lnTo>
                    <a:pt x="70822" y="25735"/>
                  </a:lnTo>
                  <a:lnTo>
                    <a:pt x="56118" y="34739"/>
                  </a:lnTo>
                  <a:lnTo>
                    <a:pt x="56699" y="37779"/>
                  </a:lnTo>
                  <a:lnTo>
                    <a:pt x="57732" y="43188"/>
                  </a:lnTo>
                  <a:lnTo>
                    <a:pt x="58619" y="47835"/>
                  </a:lnTo>
                  <a:lnTo>
                    <a:pt x="59626" y="53104"/>
                  </a:lnTo>
                  <a:lnTo>
                    <a:pt x="60428" y="57302"/>
                  </a:lnTo>
                  <a:lnTo>
                    <a:pt x="61163" y="61150"/>
                  </a:lnTo>
                  <a:lnTo>
                    <a:pt x="62097" y="66038"/>
                  </a:lnTo>
                  <a:lnTo>
                    <a:pt x="63474" y="73250"/>
                  </a:lnTo>
                  <a:lnTo>
                    <a:pt x="66036" y="86663"/>
                  </a:lnTo>
                  <a:lnTo>
                    <a:pt x="38611" y="90751"/>
                  </a:lnTo>
                  <a:lnTo>
                    <a:pt x="12196" y="94688"/>
                  </a:lnTo>
                  <a:lnTo>
                    <a:pt x="10974" y="87503"/>
                  </a:lnTo>
                  <a:lnTo>
                    <a:pt x="9322" y="77795"/>
                  </a:lnTo>
                  <a:lnTo>
                    <a:pt x="8498" y="72953"/>
                  </a:lnTo>
                  <a:lnTo>
                    <a:pt x="7158" y="65077"/>
                  </a:lnTo>
                  <a:lnTo>
                    <a:pt x="5931" y="57870"/>
                  </a:lnTo>
                  <a:lnTo>
                    <a:pt x="4247" y="47972"/>
                  </a:lnTo>
                  <a:lnTo>
                    <a:pt x="2256" y="36273"/>
                  </a:lnTo>
                  <a:lnTo>
                    <a:pt x="0" y="23009"/>
                  </a:lnTo>
                  <a:lnTo>
                    <a:pt x="7357" y="21194"/>
                  </a:lnTo>
                  <a:lnTo>
                    <a:pt x="14839" y="19348"/>
                  </a:lnTo>
                  <a:lnTo>
                    <a:pt x="21741" y="17645"/>
                  </a:lnTo>
                  <a:lnTo>
                    <a:pt x="28137" y="16067"/>
                  </a:lnTo>
                  <a:lnTo>
                    <a:pt x="36325" y="14047"/>
                  </a:lnTo>
                  <a:lnTo>
                    <a:pt x="45007" y="11905"/>
                  </a:lnTo>
                  <a:lnTo>
                    <a:pt x="54063" y="9671"/>
                  </a:lnTo>
                  <a:lnTo>
                    <a:pt x="57106" y="8920"/>
                  </a:lnTo>
                  <a:lnTo>
                    <a:pt x="62538" y="7579"/>
                  </a:lnTo>
                  <a:lnTo>
                    <a:pt x="72093" y="5222"/>
                  </a:lnTo>
                  <a:lnTo>
                    <a:pt x="83858" y="2319"/>
                  </a:lnTo>
                  <a:lnTo>
                    <a:pt x="932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507759" y="3523096"/>
              <a:ext cx="91597" cy="64488"/>
            </a:xfrm>
            <a:custGeom>
              <a:avLst/>
              <a:pathLst>
                <a:path w="91597" h="64488">
                  <a:moveTo>
                    <a:pt x="13616" y="7266"/>
                  </a:moveTo>
                  <a:lnTo>
                    <a:pt x="23513" y="5642"/>
                  </a:lnTo>
                  <a:lnTo>
                    <a:pt x="40677" y="2825"/>
                  </a:lnTo>
                  <a:lnTo>
                    <a:pt x="54385" y="575"/>
                  </a:lnTo>
                  <a:lnTo>
                    <a:pt x="57895" y="0"/>
                  </a:lnTo>
                  <a:lnTo>
                    <a:pt x="64553" y="4116"/>
                  </a:lnTo>
                  <a:lnTo>
                    <a:pt x="76638" y="11588"/>
                  </a:lnTo>
                  <a:lnTo>
                    <a:pt x="90672" y="20265"/>
                  </a:lnTo>
                  <a:lnTo>
                    <a:pt x="91333" y="22021"/>
                  </a:lnTo>
                  <a:lnTo>
                    <a:pt x="91597" y="23507"/>
                  </a:lnTo>
                  <a:lnTo>
                    <a:pt x="91597" y="24859"/>
                  </a:lnTo>
                  <a:lnTo>
                    <a:pt x="91201" y="26750"/>
                  </a:lnTo>
                  <a:lnTo>
                    <a:pt x="87578" y="32518"/>
                  </a:lnTo>
                  <a:lnTo>
                    <a:pt x="82443" y="40693"/>
                  </a:lnTo>
                  <a:lnTo>
                    <a:pt x="73975" y="54176"/>
                  </a:lnTo>
                  <a:lnTo>
                    <a:pt x="64747" y="55675"/>
                  </a:lnTo>
                  <a:lnTo>
                    <a:pt x="51446" y="57837"/>
                  </a:lnTo>
                  <a:lnTo>
                    <a:pt x="36212" y="60313"/>
                  </a:lnTo>
                  <a:lnTo>
                    <a:pt x="10524" y="64488"/>
                  </a:lnTo>
                  <a:lnTo>
                    <a:pt x="9200" y="57570"/>
                  </a:lnTo>
                  <a:lnTo>
                    <a:pt x="8079" y="51715"/>
                  </a:lnTo>
                  <a:lnTo>
                    <a:pt x="6263" y="42224"/>
                  </a:lnTo>
                  <a:lnTo>
                    <a:pt x="4936" y="35289"/>
                  </a:lnTo>
                  <a:lnTo>
                    <a:pt x="2920" y="24757"/>
                  </a:lnTo>
                  <a:lnTo>
                    <a:pt x="0" y="95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624801" y="3502849"/>
              <a:ext cx="121239" cy="106647"/>
            </a:xfrm>
            <a:custGeom>
              <a:avLst/>
              <a:pathLst>
                <a:path w="121239" h="106647">
                  <a:moveTo>
                    <a:pt x="33050" y="1734"/>
                  </a:moveTo>
                  <a:lnTo>
                    <a:pt x="37196" y="4480"/>
                  </a:lnTo>
                  <a:lnTo>
                    <a:pt x="41660" y="7437"/>
                  </a:lnTo>
                  <a:lnTo>
                    <a:pt x="46225" y="10461"/>
                  </a:lnTo>
                  <a:lnTo>
                    <a:pt x="53090" y="15008"/>
                  </a:lnTo>
                  <a:lnTo>
                    <a:pt x="58757" y="18762"/>
                  </a:lnTo>
                  <a:lnTo>
                    <a:pt x="66285" y="24170"/>
                  </a:lnTo>
                  <a:lnTo>
                    <a:pt x="74140" y="29813"/>
                  </a:lnTo>
                  <a:lnTo>
                    <a:pt x="82689" y="35954"/>
                  </a:lnTo>
                  <a:lnTo>
                    <a:pt x="93230" y="43526"/>
                  </a:lnTo>
                  <a:lnTo>
                    <a:pt x="105174" y="52107"/>
                  </a:lnTo>
                  <a:lnTo>
                    <a:pt x="121239" y="63647"/>
                  </a:lnTo>
                  <a:lnTo>
                    <a:pt x="117839" y="68534"/>
                  </a:lnTo>
                  <a:lnTo>
                    <a:pt x="113251" y="75126"/>
                  </a:lnTo>
                  <a:lnTo>
                    <a:pt x="110238" y="79456"/>
                  </a:lnTo>
                  <a:lnTo>
                    <a:pt x="106201" y="85258"/>
                  </a:lnTo>
                  <a:lnTo>
                    <a:pt x="102164" y="91060"/>
                  </a:lnTo>
                  <a:lnTo>
                    <a:pt x="97844" y="97267"/>
                  </a:lnTo>
                  <a:lnTo>
                    <a:pt x="91317" y="106647"/>
                  </a:lnTo>
                  <a:lnTo>
                    <a:pt x="80383" y="98600"/>
                  </a:lnTo>
                  <a:lnTo>
                    <a:pt x="67512" y="89128"/>
                  </a:lnTo>
                  <a:lnTo>
                    <a:pt x="65088" y="87483"/>
                  </a:lnTo>
                  <a:lnTo>
                    <a:pt x="54907" y="80575"/>
                  </a:lnTo>
                  <a:lnTo>
                    <a:pt x="42385" y="72078"/>
                  </a:lnTo>
                  <a:lnTo>
                    <a:pt x="31543" y="64722"/>
                  </a:lnTo>
                  <a:lnTo>
                    <a:pt x="14899" y="53428"/>
                  </a:lnTo>
                  <a:lnTo>
                    <a:pt x="0" y="43318"/>
                  </a:lnTo>
                  <a:lnTo>
                    <a:pt x="4374" y="37091"/>
                  </a:lnTo>
                  <a:lnTo>
                    <a:pt x="9347" y="30013"/>
                  </a:lnTo>
                  <a:lnTo>
                    <a:pt x="14606" y="22527"/>
                  </a:lnTo>
                  <a:lnTo>
                    <a:pt x="19669" y="15319"/>
                  </a:lnTo>
                  <a:lnTo>
                    <a:pt x="24762" y="8070"/>
                  </a:lnTo>
                  <a:lnTo>
                    <a:pt x="3043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558039" y="3548661"/>
              <a:ext cx="97128" cy="108140"/>
            </a:xfrm>
            <a:custGeom>
              <a:avLst/>
              <a:pathLst>
                <a:path w="97128" h="108140">
                  <a:moveTo>
                    <a:pt x="58035" y="4981"/>
                  </a:moveTo>
                  <a:lnTo>
                    <a:pt x="64966" y="10233"/>
                  </a:lnTo>
                  <a:lnTo>
                    <a:pt x="71976" y="15544"/>
                  </a:lnTo>
                  <a:lnTo>
                    <a:pt x="78559" y="20532"/>
                  </a:lnTo>
                  <a:lnTo>
                    <a:pt x="85917" y="26107"/>
                  </a:lnTo>
                  <a:lnTo>
                    <a:pt x="97128" y="34601"/>
                  </a:lnTo>
                  <a:lnTo>
                    <a:pt x="91193" y="44008"/>
                  </a:lnTo>
                  <a:lnTo>
                    <a:pt x="86215" y="51897"/>
                  </a:lnTo>
                  <a:lnTo>
                    <a:pt x="80820" y="60447"/>
                  </a:lnTo>
                  <a:lnTo>
                    <a:pt x="71480" y="75250"/>
                  </a:lnTo>
                  <a:lnTo>
                    <a:pt x="64026" y="87063"/>
                  </a:lnTo>
                  <a:lnTo>
                    <a:pt x="50727" y="108140"/>
                  </a:lnTo>
                  <a:lnTo>
                    <a:pt x="22844" y="96429"/>
                  </a:lnTo>
                  <a:lnTo>
                    <a:pt x="0" y="86834"/>
                  </a:lnTo>
                  <a:lnTo>
                    <a:pt x="5320" y="77856"/>
                  </a:lnTo>
                  <a:lnTo>
                    <a:pt x="11215" y="67909"/>
                  </a:lnTo>
                  <a:lnTo>
                    <a:pt x="19298" y="54269"/>
                  </a:lnTo>
                  <a:lnTo>
                    <a:pt x="27521" y="40394"/>
                  </a:lnTo>
                  <a:lnTo>
                    <a:pt x="34507" y="28605"/>
                  </a:lnTo>
                  <a:lnTo>
                    <a:pt x="39598" y="20016"/>
                  </a:lnTo>
                  <a:lnTo>
                    <a:pt x="45214" y="10538"/>
                  </a:lnTo>
                  <a:lnTo>
                    <a:pt x="514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617548" y="3586544"/>
              <a:ext cx="89175" cy="92310"/>
            </a:xfrm>
            <a:custGeom>
              <a:avLst/>
              <a:pathLst>
                <a:path w="89175" h="92310">
                  <a:moveTo>
                    <a:pt x="5462" y="61960"/>
                  </a:moveTo>
                  <a:lnTo>
                    <a:pt x="12847" y="50598"/>
                  </a:lnTo>
                  <a:lnTo>
                    <a:pt x="21082" y="37928"/>
                  </a:lnTo>
                  <a:lnTo>
                    <a:pt x="28630" y="26316"/>
                  </a:lnTo>
                  <a:lnTo>
                    <a:pt x="37718" y="12334"/>
                  </a:lnTo>
                  <a:lnTo>
                    <a:pt x="45735" y="0"/>
                  </a:lnTo>
                  <a:lnTo>
                    <a:pt x="52234" y="4372"/>
                  </a:lnTo>
                  <a:lnTo>
                    <a:pt x="58967" y="8901"/>
                  </a:lnTo>
                  <a:lnTo>
                    <a:pt x="65094" y="13022"/>
                  </a:lnTo>
                  <a:lnTo>
                    <a:pt x="71157" y="17101"/>
                  </a:lnTo>
                  <a:lnTo>
                    <a:pt x="78570" y="22087"/>
                  </a:lnTo>
                  <a:lnTo>
                    <a:pt x="89175" y="29222"/>
                  </a:lnTo>
                  <a:lnTo>
                    <a:pt x="84583" y="36562"/>
                  </a:lnTo>
                  <a:lnTo>
                    <a:pt x="76815" y="48979"/>
                  </a:lnTo>
                  <a:lnTo>
                    <a:pt x="66941" y="64762"/>
                  </a:lnTo>
                  <a:lnTo>
                    <a:pt x="60464" y="75115"/>
                  </a:lnTo>
                  <a:lnTo>
                    <a:pt x="49707" y="92310"/>
                  </a:lnTo>
                  <a:lnTo>
                    <a:pt x="24583" y="81218"/>
                  </a:lnTo>
                  <a:lnTo>
                    <a:pt x="0" y="7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553024" y="3671683"/>
              <a:ext cx="75070" cy="104817"/>
            </a:xfrm>
            <a:custGeom>
              <a:avLst/>
              <a:pathLst>
                <a:path w="75070" h="104817">
                  <a:moveTo>
                    <a:pt x="57463" y="81162"/>
                  </a:moveTo>
                  <a:lnTo>
                    <a:pt x="55729" y="86623"/>
                  </a:lnTo>
                  <a:lnTo>
                    <a:pt x="61393" y="89788"/>
                  </a:lnTo>
                  <a:lnTo>
                    <a:pt x="72736" y="96126"/>
                  </a:lnTo>
                  <a:lnTo>
                    <a:pt x="68726" y="104817"/>
                  </a:lnTo>
                  <a:lnTo>
                    <a:pt x="34687" y="88088"/>
                  </a:lnTo>
                  <a:lnTo>
                    <a:pt x="0" y="71041"/>
                  </a:lnTo>
                  <a:lnTo>
                    <a:pt x="1205" y="62868"/>
                  </a:lnTo>
                  <a:lnTo>
                    <a:pt x="3149" y="49685"/>
                  </a:lnTo>
                  <a:lnTo>
                    <a:pt x="6279" y="28471"/>
                  </a:lnTo>
                  <a:lnTo>
                    <a:pt x="7665" y="19071"/>
                  </a:lnTo>
                  <a:lnTo>
                    <a:pt x="10070" y="2003"/>
                  </a:lnTo>
                  <a:lnTo>
                    <a:pt x="10352" y="0"/>
                  </a:lnTo>
                  <a:lnTo>
                    <a:pt x="19000" y="523"/>
                  </a:lnTo>
                  <a:lnTo>
                    <a:pt x="28131" y="1075"/>
                  </a:lnTo>
                  <a:lnTo>
                    <a:pt x="36581" y="1586"/>
                  </a:lnTo>
                  <a:lnTo>
                    <a:pt x="47579" y="2251"/>
                  </a:lnTo>
                  <a:lnTo>
                    <a:pt x="54012" y="2755"/>
                  </a:lnTo>
                  <a:lnTo>
                    <a:pt x="63580" y="3504"/>
                  </a:lnTo>
                  <a:lnTo>
                    <a:pt x="73748" y="4300"/>
                  </a:lnTo>
                  <a:lnTo>
                    <a:pt x="74464" y="14181"/>
                  </a:lnTo>
                  <a:lnTo>
                    <a:pt x="75070" y="22539"/>
                  </a:lnTo>
                  <a:lnTo>
                    <a:pt x="74853" y="27336"/>
                  </a:lnTo>
                  <a:lnTo>
                    <a:pt x="74673" y="31321"/>
                  </a:lnTo>
                  <a:lnTo>
                    <a:pt x="73352" y="39967"/>
                  </a:lnTo>
                  <a:lnTo>
                    <a:pt x="71600" y="43906"/>
                  </a:lnTo>
                  <a:lnTo>
                    <a:pt x="66743" y="54829"/>
                  </a:lnTo>
                  <a:lnTo>
                    <a:pt x="63469" y="63104"/>
                  </a:lnTo>
                  <a:lnTo>
                    <a:pt x="61985" y="66853"/>
                  </a:lnTo>
                  <a:lnTo>
                    <a:pt x="60730" y="708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618806" y="3688188"/>
              <a:ext cx="85283" cy="92770"/>
            </a:xfrm>
            <a:custGeom>
              <a:avLst/>
              <a:pathLst>
                <a:path w="85283" h="92770">
                  <a:moveTo>
                    <a:pt x="17401" y="77900"/>
                  </a:moveTo>
                  <a:lnTo>
                    <a:pt x="0" y="64330"/>
                  </a:lnTo>
                  <a:lnTo>
                    <a:pt x="7954" y="51114"/>
                  </a:lnTo>
                  <a:lnTo>
                    <a:pt x="16666" y="36640"/>
                  </a:lnTo>
                  <a:lnTo>
                    <a:pt x="23844" y="24715"/>
                  </a:lnTo>
                  <a:lnTo>
                    <a:pt x="30050" y="14404"/>
                  </a:lnTo>
                  <a:lnTo>
                    <a:pt x="37412" y="2927"/>
                  </a:lnTo>
                  <a:lnTo>
                    <a:pt x="39290" y="0"/>
                  </a:lnTo>
                  <a:lnTo>
                    <a:pt x="44868" y="3670"/>
                  </a:lnTo>
                  <a:lnTo>
                    <a:pt x="52881" y="8942"/>
                  </a:lnTo>
                  <a:lnTo>
                    <a:pt x="59345" y="13196"/>
                  </a:lnTo>
                  <a:lnTo>
                    <a:pt x="65756" y="17414"/>
                  </a:lnTo>
                  <a:lnTo>
                    <a:pt x="73528" y="22528"/>
                  </a:lnTo>
                  <a:lnTo>
                    <a:pt x="85283" y="30262"/>
                  </a:lnTo>
                  <a:lnTo>
                    <a:pt x="81386" y="37048"/>
                  </a:lnTo>
                  <a:lnTo>
                    <a:pt x="76893" y="44867"/>
                  </a:lnTo>
                  <a:lnTo>
                    <a:pt x="72278" y="52901"/>
                  </a:lnTo>
                  <a:lnTo>
                    <a:pt x="65082" y="65428"/>
                  </a:lnTo>
                  <a:lnTo>
                    <a:pt x="57746" y="73849"/>
                  </a:lnTo>
                  <a:lnTo>
                    <a:pt x="53437" y="78795"/>
                  </a:lnTo>
                  <a:lnTo>
                    <a:pt x="48043" y="83238"/>
                  </a:lnTo>
                  <a:lnTo>
                    <a:pt x="36470" y="927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678091" y="3661075"/>
              <a:ext cx="59167" cy="54302"/>
            </a:xfrm>
            <a:custGeom>
              <a:avLst/>
              <a:pathLst>
                <a:path w="59167" h="54302">
                  <a:moveTo>
                    <a:pt x="6626" y="12219"/>
                  </a:moveTo>
                  <a:lnTo>
                    <a:pt x="14136" y="0"/>
                  </a:lnTo>
                  <a:lnTo>
                    <a:pt x="33039" y="13947"/>
                  </a:lnTo>
                  <a:lnTo>
                    <a:pt x="55111" y="30233"/>
                  </a:lnTo>
                  <a:lnTo>
                    <a:pt x="59167" y="33226"/>
                  </a:lnTo>
                  <a:lnTo>
                    <a:pt x="50557" y="44668"/>
                  </a:lnTo>
                  <a:lnTo>
                    <a:pt x="43308" y="54302"/>
                  </a:lnTo>
                  <a:lnTo>
                    <a:pt x="23342" y="39871"/>
                  </a:lnTo>
                  <a:lnTo>
                    <a:pt x="0" y="23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698514" y="3621346"/>
              <a:ext cx="73760" cy="67373"/>
            </a:xfrm>
            <a:custGeom>
              <a:avLst/>
              <a:pathLst>
                <a:path w="73760" h="67373">
                  <a:moveTo>
                    <a:pt x="29596" y="4694"/>
                  </a:moveTo>
                  <a:lnTo>
                    <a:pt x="34876" y="8117"/>
                  </a:lnTo>
                  <a:lnTo>
                    <a:pt x="41953" y="12705"/>
                  </a:lnTo>
                  <a:lnTo>
                    <a:pt x="48815" y="17154"/>
                  </a:lnTo>
                  <a:lnTo>
                    <a:pt x="58873" y="23675"/>
                  </a:lnTo>
                  <a:lnTo>
                    <a:pt x="73760" y="33327"/>
                  </a:lnTo>
                  <a:lnTo>
                    <a:pt x="68715" y="39220"/>
                  </a:lnTo>
                  <a:lnTo>
                    <a:pt x="61423" y="47739"/>
                  </a:lnTo>
                  <a:lnTo>
                    <a:pt x="53462" y="57912"/>
                  </a:lnTo>
                  <a:lnTo>
                    <a:pt x="46058" y="67373"/>
                  </a:lnTo>
                  <a:lnTo>
                    <a:pt x="22778" y="50872"/>
                  </a:lnTo>
                  <a:lnTo>
                    <a:pt x="0" y="34728"/>
                  </a:lnTo>
                  <a:lnTo>
                    <a:pt x="5291" y="26508"/>
                  </a:lnTo>
                  <a:lnTo>
                    <a:pt x="13320" y="14036"/>
                  </a:lnTo>
                  <a:lnTo>
                    <a:pt x="2235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21522" y="3570730"/>
              <a:ext cx="98267" cy="82158"/>
            </a:xfrm>
            <a:custGeom>
              <a:avLst/>
              <a:pathLst>
                <a:path w="98267" h="82158">
                  <a:moveTo>
                    <a:pt x="6521" y="32523"/>
                  </a:moveTo>
                  <a:lnTo>
                    <a:pt x="14919" y="21978"/>
                  </a:lnTo>
                  <a:lnTo>
                    <a:pt x="22198" y="12838"/>
                  </a:lnTo>
                  <a:lnTo>
                    <a:pt x="32423" y="0"/>
                  </a:lnTo>
                  <a:lnTo>
                    <a:pt x="43420" y="7000"/>
                  </a:lnTo>
                  <a:lnTo>
                    <a:pt x="54737" y="14205"/>
                  </a:lnTo>
                  <a:lnTo>
                    <a:pt x="57920" y="16231"/>
                  </a:lnTo>
                  <a:lnTo>
                    <a:pt x="62916" y="20284"/>
                  </a:lnTo>
                  <a:lnTo>
                    <a:pt x="73909" y="29202"/>
                  </a:lnTo>
                  <a:lnTo>
                    <a:pt x="84043" y="37423"/>
                  </a:lnTo>
                  <a:lnTo>
                    <a:pt x="90678" y="42806"/>
                  </a:lnTo>
                  <a:lnTo>
                    <a:pt x="98267" y="56300"/>
                  </a:lnTo>
                  <a:lnTo>
                    <a:pt x="90162" y="61542"/>
                  </a:lnTo>
                  <a:lnTo>
                    <a:pt x="82095" y="66759"/>
                  </a:lnTo>
                  <a:lnTo>
                    <a:pt x="72130" y="73204"/>
                  </a:lnTo>
                  <a:lnTo>
                    <a:pt x="58286" y="82158"/>
                  </a:lnTo>
                  <a:lnTo>
                    <a:pt x="45825" y="73297"/>
                  </a:lnTo>
                  <a:lnTo>
                    <a:pt x="37770" y="67569"/>
                  </a:lnTo>
                  <a:lnTo>
                    <a:pt x="26321" y="59428"/>
                  </a:lnTo>
                  <a:lnTo>
                    <a:pt x="12941" y="49914"/>
                  </a:lnTo>
                  <a:lnTo>
                    <a:pt x="0" y="40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663325" y="3742216"/>
              <a:ext cx="82471" cy="74553"/>
            </a:xfrm>
            <a:custGeom>
              <a:avLst/>
              <a:pathLst>
                <a:path w="82471" h="74553">
                  <a:moveTo>
                    <a:pt x="0" y="41773"/>
                  </a:moveTo>
                  <a:lnTo>
                    <a:pt x="11143" y="30511"/>
                  </a:lnTo>
                  <a:lnTo>
                    <a:pt x="20533" y="21022"/>
                  </a:lnTo>
                  <a:lnTo>
                    <a:pt x="31977" y="9457"/>
                  </a:lnTo>
                  <a:lnTo>
                    <a:pt x="41336" y="0"/>
                  </a:lnTo>
                  <a:lnTo>
                    <a:pt x="48797" y="5028"/>
                  </a:lnTo>
                  <a:lnTo>
                    <a:pt x="54102" y="8603"/>
                  </a:lnTo>
                  <a:lnTo>
                    <a:pt x="59406" y="12178"/>
                  </a:lnTo>
                  <a:lnTo>
                    <a:pt x="66302" y="16825"/>
                  </a:lnTo>
                  <a:lnTo>
                    <a:pt x="70176" y="19436"/>
                  </a:lnTo>
                  <a:lnTo>
                    <a:pt x="73162" y="21448"/>
                  </a:lnTo>
                  <a:lnTo>
                    <a:pt x="82471" y="27722"/>
                  </a:lnTo>
                  <a:lnTo>
                    <a:pt x="75774" y="37983"/>
                  </a:lnTo>
                  <a:lnTo>
                    <a:pt x="64951" y="54566"/>
                  </a:lnTo>
                  <a:lnTo>
                    <a:pt x="60266" y="61743"/>
                  </a:lnTo>
                  <a:lnTo>
                    <a:pt x="51906" y="74553"/>
                  </a:lnTo>
                  <a:lnTo>
                    <a:pt x="28148" y="60498"/>
                  </a:lnTo>
                  <a:lnTo>
                    <a:pt x="6864" y="47906"/>
                  </a:lnTo>
                  <a:lnTo>
                    <a:pt x="4881" y="461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723329" y="3773797"/>
              <a:ext cx="109179" cy="71385"/>
            </a:xfrm>
            <a:custGeom>
              <a:avLst/>
              <a:pathLst>
                <a:path w="109179" h="71385">
                  <a:moveTo>
                    <a:pt x="4152" y="34627"/>
                  </a:moveTo>
                  <a:lnTo>
                    <a:pt x="10623" y="25964"/>
                  </a:lnTo>
                  <a:lnTo>
                    <a:pt x="17714" y="16473"/>
                  </a:lnTo>
                  <a:lnTo>
                    <a:pt x="23805" y="8319"/>
                  </a:lnTo>
                  <a:lnTo>
                    <a:pt x="30020" y="0"/>
                  </a:lnTo>
                  <a:lnTo>
                    <a:pt x="36043" y="4273"/>
                  </a:lnTo>
                  <a:lnTo>
                    <a:pt x="43412" y="9503"/>
                  </a:lnTo>
                  <a:lnTo>
                    <a:pt x="51339" y="15128"/>
                  </a:lnTo>
                  <a:lnTo>
                    <a:pt x="59859" y="21525"/>
                  </a:lnTo>
                  <a:lnTo>
                    <a:pt x="67666" y="27387"/>
                  </a:lnTo>
                  <a:lnTo>
                    <a:pt x="73774" y="31973"/>
                  </a:lnTo>
                  <a:lnTo>
                    <a:pt x="82222" y="38315"/>
                  </a:lnTo>
                  <a:lnTo>
                    <a:pt x="90286" y="44369"/>
                  </a:lnTo>
                  <a:lnTo>
                    <a:pt x="109179" y="58554"/>
                  </a:lnTo>
                  <a:lnTo>
                    <a:pt x="102506" y="66199"/>
                  </a:lnTo>
                  <a:lnTo>
                    <a:pt x="98117" y="71228"/>
                  </a:lnTo>
                  <a:lnTo>
                    <a:pt x="93284" y="71385"/>
                  </a:lnTo>
                  <a:lnTo>
                    <a:pt x="82697" y="70540"/>
                  </a:lnTo>
                  <a:lnTo>
                    <a:pt x="73033" y="69371"/>
                  </a:lnTo>
                  <a:lnTo>
                    <a:pt x="63801" y="67336"/>
                  </a:lnTo>
                  <a:lnTo>
                    <a:pt x="42914" y="59631"/>
                  </a:lnTo>
                  <a:lnTo>
                    <a:pt x="36345" y="57208"/>
                  </a:lnTo>
                  <a:lnTo>
                    <a:pt x="21939" y="52479"/>
                  </a:lnTo>
                  <a:lnTo>
                    <a:pt x="0" y="40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25181" y="3700811"/>
              <a:ext cx="151945" cy="132743"/>
            </a:xfrm>
            <a:custGeom>
              <a:avLst/>
              <a:pathLst>
                <a:path w="151945" h="132743">
                  <a:moveTo>
                    <a:pt x="3180" y="41253"/>
                  </a:moveTo>
                  <a:lnTo>
                    <a:pt x="6810" y="33015"/>
                  </a:lnTo>
                  <a:lnTo>
                    <a:pt x="9690" y="26480"/>
                  </a:lnTo>
                  <a:lnTo>
                    <a:pt x="11588" y="23965"/>
                  </a:lnTo>
                  <a:lnTo>
                    <a:pt x="15434" y="18866"/>
                  </a:lnTo>
                  <a:lnTo>
                    <a:pt x="19305" y="13735"/>
                  </a:lnTo>
                  <a:lnTo>
                    <a:pt x="24612" y="6700"/>
                  </a:lnTo>
                  <a:lnTo>
                    <a:pt x="29667" y="0"/>
                  </a:lnTo>
                  <a:lnTo>
                    <a:pt x="34471" y="3212"/>
                  </a:lnTo>
                  <a:lnTo>
                    <a:pt x="39506" y="6579"/>
                  </a:lnTo>
                  <a:lnTo>
                    <a:pt x="44106" y="9655"/>
                  </a:lnTo>
                  <a:lnTo>
                    <a:pt x="48827" y="12812"/>
                  </a:lnTo>
                  <a:lnTo>
                    <a:pt x="53555" y="15973"/>
                  </a:lnTo>
                  <a:lnTo>
                    <a:pt x="60121" y="20363"/>
                  </a:lnTo>
                  <a:lnTo>
                    <a:pt x="64970" y="23606"/>
                  </a:lnTo>
                  <a:lnTo>
                    <a:pt x="67865" y="25541"/>
                  </a:lnTo>
                  <a:lnTo>
                    <a:pt x="70334" y="27259"/>
                  </a:lnTo>
                  <a:lnTo>
                    <a:pt x="76941" y="31855"/>
                  </a:lnTo>
                  <a:lnTo>
                    <a:pt x="85435" y="37763"/>
                  </a:lnTo>
                  <a:lnTo>
                    <a:pt x="93978" y="43706"/>
                  </a:lnTo>
                  <a:lnTo>
                    <a:pt x="100947" y="48553"/>
                  </a:lnTo>
                  <a:lnTo>
                    <a:pt x="107257" y="52943"/>
                  </a:lnTo>
                  <a:lnTo>
                    <a:pt x="109872" y="54762"/>
                  </a:lnTo>
                  <a:lnTo>
                    <a:pt x="113676" y="57694"/>
                  </a:lnTo>
                  <a:lnTo>
                    <a:pt x="120472" y="62931"/>
                  </a:lnTo>
                  <a:lnTo>
                    <a:pt x="129042" y="69536"/>
                  </a:lnTo>
                  <a:lnTo>
                    <a:pt x="140734" y="78546"/>
                  </a:lnTo>
                  <a:lnTo>
                    <a:pt x="151945" y="87186"/>
                  </a:lnTo>
                  <a:lnTo>
                    <a:pt x="148353" y="91017"/>
                  </a:lnTo>
                  <a:lnTo>
                    <a:pt x="145638" y="93913"/>
                  </a:lnTo>
                  <a:lnTo>
                    <a:pt x="142546" y="97212"/>
                  </a:lnTo>
                  <a:lnTo>
                    <a:pt x="138884" y="102522"/>
                  </a:lnTo>
                  <a:lnTo>
                    <a:pt x="135953" y="106773"/>
                  </a:lnTo>
                  <a:lnTo>
                    <a:pt x="133001" y="111055"/>
                  </a:lnTo>
                  <a:lnTo>
                    <a:pt x="130398" y="117808"/>
                  </a:lnTo>
                  <a:lnTo>
                    <a:pt x="129212" y="120887"/>
                  </a:lnTo>
                  <a:lnTo>
                    <a:pt x="125424" y="125237"/>
                  </a:lnTo>
                  <a:lnTo>
                    <a:pt x="118888" y="132743"/>
                  </a:lnTo>
                  <a:lnTo>
                    <a:pt x="82282" y="106642"/>
                  </a:lnTo>
                  <a:lnTo>
                    <a:pt x="54696" y="86818"/>
                  </a:lnTo>
                  <a:lnTo>
                    <a:pt x="25318" y="65706"/>
                  </a:lnTo>
                  <a:lnTo>
                    <a:pt x="0" y="4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509431" y="3591854"/>
              <a:ext cx="71722" cy="39661"/>
            </a:xfrm>
            <a:custGeom>
              <a:avLst/>
              <a:pathLst>
                <a:path w="71722" h="39661">
                  <a:moveTo>
                    <a:pt x="0" y="19274"/>
                  </a:moveTo>
                  <a:lnTo>
                    <a:pt x="0" y="16932"/>
                  </a:lnTo>
                  <a:lnTo>
                    <a:pt x="352" y="14771"/>
                  </a:lnTo>
                  <a:lnTo>
                    <a:pt x="1938" y="11708"/>
                  </a:lnTo>
                  <a:lnTo>
                    <a:pt x="4581" y="10988"/>
                  </a:lnTo>
                  <a:lnTo>
                    <a:pt x="37523" y="5597"/>
                  </a:lnTo>
                  <a:lnTo>
                    <a:pt x="71722" y="0"/>
                  </a:lnTo>
                  <a:lnTo>
                    <a:pt x="55694" y="21716"/>
                  </a:lnTo>
                  <a:lnTo>
                    <a:pt x="42450" y="39661"/>
                  </a:lnTo>
                  <a:lnTo>
                    <a:pt x="20357" y="30279"/>
                  </a:lnTo>
                  <a:lnTo>
                    <a:pt x="3773" y="23236"/>
                  </a:lnTo>
                  <a:lnTo>
                    <a:pt x="881" y="20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299230" y="3441001"/>
              <a:ext cx="175487" cy="180091"/>
            </a:xfrm>
            <a:custGeom>
              <a:avLst/>
              <a:pathLst>
                <a:path w="175487" h="180091">
                  <a:moveTo>
                    <a:pt x="5036" y="39484"/>
                  </a:moveTo>
                  <a:lnTo>
                    <a:pt x="11685" y="29187"/>
                  </a:lnTo>
                  <a:lnTo>
                    <a:pt x="19001" y="17855"/>
                  </a:lnTo>
                  <a:lnTo>
                    <a:pt x="25898" y="7173"/>
                  </a:lnTo>
                  <a:lnTo>
                    <a:pt x="30530" y="0"/>
                  </a:lnTo>
                  <a:lnTo>
                    <a:pt x="33840" y="2410"/>
                  </a:lnTo>
                  <a:lnTo>
                    <a:pt x="38095" y="5508"/>
                  </a:lnTo>
                  <a:lnTo>
                    <a:pt x="41397" y="7913"/>
                  </a:lnTo>
                  <a:lnTo>
                    <a:pt x="44926" y="10482"/>
                  </a:lnTo>
                  <a:lnTo>
                    <a:pt x="49943" y="14135"/>
                  </a:lnTo>
                  <a:lnTo>
                    <a:pt x="53235" y="16532"/>
                  </a:lnTo>
                  <a:lnTo>
                    <a:pt x="56514" y="18919"/>
                  </a:lnTo>
                  <a:lnTo>
                    <a:pt x="59267" y="20924"/>
                  </a:lnTo>
                  <a:lnTo>
                    <a:pt x="62671" y="23402"/>
                  </a:lnTo>
                  <a:lnTo>
                    <a:pt x="66426" y="26136"/>
                  </a:lnTo>
                  <a:lnTo>
                    <a:pt x="69654" y="28487"/>
                  </a:lnTo>
                  <a:lnTo>
                    <a:pt x="72883" y="30838"/>
                  </a:lnTo>
                  <a:lnTo>
                    <a:pt x="76462" y="33443"/>
                  </a:lnTo>
                  <a:lnTo>
                    <a:pt x="79991" y="36013"/>
                  </a:lnTo>
                  <a:lnTo>
                    <a:pt x="83644" y="38673"/>
                  </a:lnTo>
                  <a:lnTo>
                    <a:pt x="89020" y="42587"/>
                  </a:lnTo>
                  <a:lnTo>
                    <a:pt x="90271" y="43638"/>
                  </a:lnTo>
                  <a:lnTo>
                    <a:pt x="91516" y="44694"/>
                  </a:lnTo>
                  <a:lnTo>
                    <a:pt x="92757" y="45756"/>
                  </a:lnTo>
                  <a:lnTo>
                    <a:pt x="93994" y="46824"/>
                  </a:lnTo>
                  <a:lnTo>
                    <a:pt x="95225" y="47896"/>
                  </a:lnTo>
                  <a:lnTo>
                    <a:pt x="96452" y="48976"/>
                  </a:lnTo>
                  <a:lnTo>
                    <a:pt x="97671" y="50061"/>
                  </a:lnTo>
                  <a:lnTo>
                    <a:pt x="98889" y="51150"/>
                  </a:lnTo>
                  <a:lnTo>
                    <a:pt x="100101" y="52244"/>
                  </a:lnTo>
                  <a:lnTo>
                    <a:pt x="101309" y="53346"/>
                  </a:lnTo>
                  <a:lnTo>
                    <a:pt x="102510" y="54452"/>
                  </a:lnTo>
                  <a:lnTo>
                    <a:pt x="103708" y="55563"/>
                  </a:lnTo>
                  <a:lnTo>
                    <a:pt x="104899" y="56679"/>
                  </a:lnTo>
                  <a:lnTo>
                    <a:pt x="106086" y="57802"/>
                  </a:lnTo>
                  <a:lnTo>
                    <a:pt x="107267" y="58931"/>
                  </a:lnTo>
                  <a:lnTo>
                    <a:pt x="108444" y="60064"/>
                  </a:lnTo>
                  <a:lnTo>
                    <a:pt x="109617" y="61201"/>
                  </a:lnTo>
                  <a:lnTo>
                    <a:pt x="110784" y="62346"/>
                  </a:lnTo>
                  <a:lnTo>
                    <a:pt x="111945" y="63494"/>
                  </a:lnTo>
                  <a:lnTo>
                    <a:pt x="113100" y="64649"/>
                  </a:lnTo>
                  <a:lnTo>
                    <a:pt x="114254" y="65808"/>
                  </a:lnTo>
                  <a:lnTo>
                    <a:pt x="115398" y="66973"/>
                  </a:lnTo>
                  <a:lnTo>
                    <a:pt x="116539" y="68144"/>
                  </a:lnTo>
                  <a:lnTo>
                    <a:pt x="117676" y="69319"/>
                  </a:lnTo>
                  <a:lnTo>
                    <a:pt x="118806" y="70500"/>
                  </a:lnTo>
                  <a:lnTo>
                    <a:pt x="119931" y="71686"/>
                  </a:lnTo>
                  <a:lnTo>
                    <a:pt x="121048" y="72875"/>
                  </a:lnTo>
                  <a:lnTo>
                    <a:pt x="122164" y="74071"/>
                  </a:lnTo>
                  <a:lnTo>
                    <a:pt x="123272" y="75271"/>
                  </a:lnTo>
                  <a:lnTo>
                    <a:pt x="124376" y="76477"/>
                  </a:lnTo>
                  <a:lnTo>
                    <a:pt x="125474" y="77690"/>
                  </a:lnTo>
                  <a:lnTo>
                    <a:pt x="126566" y="78905"/>
                  </a:lnTo>
                  <a:lnTo>
                    <a:pt x="127653" y="80125"/>
                  </a:lnTo>
                  <a:lnTo>
                    <a:pt x="128736" y="81350"/>
                  </a:lnTo>
                  <a:lnTo>
                    <a:pt x="129811" y="82582"/>
                  </a:lnTo>
                  <a:lnTo>
                    <a:pt x="130881" y="83817"/>
                  </a:lnTo>
                  <a:lnTo>
                    <a:pt x="131947" y="85056"/>
                  </a:lnTo>
                  <a:lnTo>
                    <a:pt x="133006" y="86303"/>
                  </a:lnTo>
                  <a:lnTo>
                    <a:pt x="134059" y="87552"/>
                  </a:lnTo>
                  <a:lnTo>
                    <a:pt x="135108" y="88806"/>
                  </a:lnTo>
                  <a:lnTo>
                    <a:pt x="136150" y="90068"/>
                  </a:lnTo>
                  <a:lnTo>
                    <a:pt x="137188" y="91331"/>
                  </a:lnTo>
                  <a:lnTo>
                    <a:pt x="138218" y="92600"/>
                  </a:lnTo>
                  <a:lnTo>
                    <a:pt x="139243" y="93873"/>
                  </a:lnTo>
                  <a:lnTo>
                    <a:pt x="140264" y="95152"/>
                  </a:lnTo>
                  <a:lnTo>
                    <a:pt x="141278" y="96435"/>
                  </a:lnTo>
                  <a:lnTo>
                    <a:pt x="142287" y="97722"/>
                  </a:lnTo>
                  <a:lnTo>
                    <a:pt x="143288" y="99015"/>
                  </a:lnTo>
                  <a:lnTo>
                    <a:pt x="144285" y="100310"/>
                  </a:lnTo>
                  <a:lnTo>
                    <a:pt x="145275" y="101613"/>
                  </a:lnTo>
                  <a:lnTo>
                    <a:pt x="146261" y="102918"/>
                  </a:lnTo>
                  <a:lnTo>
                    <a:pt x="147239" y="104227"/>
                  </a:lnTo>
                  <a:lnTo>
                    <a:pt x="148212" y="105542"/>
                  </a:lnTo>
                  <a:lnTo>
                    <a:pt x="149180" y="106861"/>
                  </a:lnTo>
                  <a:lnTo>
                    <a:pt x="150142" y="108183"/>
                  </a:lnTo>
                  <a:lnTo>
                    <a:pt x="151096" y="109512"/>
                  </a:lnTo>
                  <a:lnTo>
                    <a:pt x="151828" y="110538"/>
                  </a:lnTo>
                  <a:lnTo>
                    <a:pt x="152290" y="111262"/>
                  </a:lnTo>
                  <a:lnTo>
                    <a:pt x="153140" y="112616"/>
                  </a:lnTo>
                  <a:lnTo>
                    <a:pt x="153976" y="113971"/>
                  </a:lnTo>
                  <a:lnTo>
                    <a:pt x="154803" y="115332"/>
                  </a:lnTo>
                  <a:lnTo>
                    <a:pt x="155620" y="116697"/>
                  </a:lnTo>
                  <a:lnTo>
                    <a:pt x="156427" y="118070"/>
                  </a:lnTo>
                  <a:lnTo>
                    <a:pt x="157225" y="119450"/>
                  </a:lnTo>
                  <a:lnTo>
                    <a:pt x="158012" y="120832"/>
                  </a:lnTo>
                  <a:lnTo>
                    <a:pt x="158791" y="122224"/>
                  </a:lnTo>
                  <a:lnTo>
                    <a:pt x="159556" y="123618"/>
                  </a:lnTo>
                  <a:lnTo>
                    <a:pt x="160314" y="125020"/>
                  </a:lnTo>
                  <a:lnTo>
                    <a:pt x="161060" y="126427"/>
                  </a:lnTo>
                  <a:lnTo>
                    <a:pt x="161796" y="127840"/>
                  </a:lnTo>
                  <a:lnTo>
                    <a:pt x="162523" y="129257"/>
                  </a:lnTo>
                  <a:lnTo>
                    <a:pt x="163238" y="130680"/>
                  </a:lnTo>
                  <a:lnTo>
                    <a:pt x="163944" y="132108"/>
                  </a:lnTo>
                  <a:lnTo>
                    <a:pt x="164638" y="133541"/>
                  </a:lnTo>
                  <a:lnTo>
                    <a:pt x="165322" y="134982"/>
                  </a:lnTo>
                  <a:lnTo>
                    <a:pt x="165997" y="136425"/>
                  </a:lnTo>
                  <a:lnTo>
                    <a:pt x="166661" y="137872"/>
                  </a:lnTo>
                  <a:lnTo>
                    <a:pt x="167314" y="139327"/>
                  </a:lnTo>
                  <a:lnTo>
                    <a:pt x="167956" y="140785"/>
                  </a:lnTo>
                  <a:lnTo>
                    <a:pt x="168588" y="142247"/>
                  </a:lnTo>
                  <a:lnTo>
                    <a:pt x="169209" y="143714"/>
                  </a:lnTo>
                  <a:lnTo>
                    <a:pt x="169820" y="145186"/>
                  </a:lnTo>
                  <a:lnTo>
                    <a:pt x="170419" y="146662"/>
                  </a:lnTo>
                  <a:lnTo>
                    <a:pt x="171006" y="148144"/>
                  </a:lnTo>
                  <a:lnTo>
                    <a:pt x="171586" y="149628"/>
                  </a:lnTo>
                  <a:lnTo>
                    <a:pt x="172152" y="151119"/>
                  </a:lnTo>
                  <a:lnTo>
                    <a:pt x="172709" y="152613"/>
                  </a:lnTo>
                  <a:lnTo>
                    <a:pt x="173256" y="154109"/>
                  </a:lnTo>
                  <a:lnTo>
                    <a:pt x="173789" y="155610"/>
                  </a:lnTo>
                  <a:lnTo>
                    <a:pt x="174312" y="157116"/>
                  </a:lnTo>
                  <a:lnTo>
                    <a:pt x="174826" y="158626"/>
                  </a:lnTo>
                  <a:lnTo>
                    <a:pt x="175328" y="160139"/>
                  </a:lnTo>
                  <a:lnTo>
                    <a:pt x="175487" y="160631"/>
                  </a:lnTo>
                  <a:lnTo>
                    <a:pt x="165627" y="164525"/>
                  </a:lnTo>
                  <a:lnTo>
                    <a:pt x="148864" y="171147"/>
                  </a:lnTo>
                  <a:lnTo>
                    <a:pt x="129726" y="178706"/>
                  </a:lnTo>
                  <a:lnTo>
                    <a:pt x="126218" y="180091"/>
                  </a:lnTo>
                  <a:lnTo>
                    <a:pt x="125471" y="178203"/>
                  </a:lnTo>
                  <a:lnTo>
                    <a:pt x="123190" y="172447"/>
                  </a:lnTo>
                  <a:lnTo>
                    <a:pt x="120747" y="166278"/>
                  </a:lnTo>
                  <a:lnTo>
                    <a:pt x="118886" y="161579"/>
                  </a:lnTo>
                  <a:lnTo>
                    <a:pt x="117495" y="158070"/>
                  </a:lnTo>
                  <a:lnTo>
                    <a:pt x="113938" y="152166"/>
                  </a:lnTo>
                  <a:lnTo>
                    <a:pt x="111894" y="148776"/>
                  </a:lnTo>
                  <a:lnTo>
                    <a:pt x="108661" y="143410"/>
                  </a:lnTo>
                  <a:lnTo>
                    <a:pt x="105118" y="137532"/>
                  </a:lnTo>
                  <a:lnTo>
                    <a:pt x="102620" y="133388"/>
                  </a:lnTo>
                  <a:lnTo>
                    <a:pt x="99256" y="127807"/>
                  </a:lnTo>
                  <a:lnTo>
                    <a:pt x="94116" y="121551"/>
                  </a:lnTo>
                  <a:lnTo>
                    <a:pt x="89935" y="116462"/>
                  </a:lnTo>
                  <a:lnTo>
                    <a:pt x="86478" y="112254"/>
                  </a:lnTo>
                  <a:lnTo>
                    <a:pt x="81094" y="105702"/>
                  </a:lnTo>
                  <a:lnTo>
                    <a:pt x="78801" y="103298"/>
                  </a:lnTo>
                  <a:lnTo>
                    <a:pt x="75347" y="100455"/>
                  </a:lnTo>
                  <a:lnTo>
                    <a:pt x="71231" y="97068"/>
                  </a:lnTo>
                  <a:lnTo>
                    <a:pt x="65958" y="92728"/>
                  </a:lnTo>
                  <a:lnTo>
                    <a:pt x="61197" y="88810"/>
                  </a:lnTo>
                  <a:lnTo>
                    <a:pt x="57125" y="85458"/>
                  </a:lnTo>
                  <a:lnTo>
                    <a:pt x="52036" y="82109"/>
                  </a:lnTo>
                  <a:lnTo>
                    <a:pt x="48216" y="79595"/>
                  </a:lnTo>
                  <a:lnTo>
                    <a:pt x="44825" y="77363"/>
                  </a:lnTo>
                  <a:lnTo>
                    <a:pt x="41259" y="75016"/>
                  </a:lnTo>
                  <a:lnTo>
                    <a:pt x="37861" y="72779"/>
                  </a:lnTo>
                  <a:lnTo>
                    <a:pt x="34716" y="70710"/>
                  </a:lnTo>
                  <a:lnTo>
                    <a:pt x="31237" y="68420"/>
                  </a:lnTo>
                  <a:lnTo>
                    <a:pt x="27478" y="65946"/>
                  </a:lnTo>
                  <a:lnTo>
                    <a:pt x="23657" y="63431"/>
                  </a:lnTo>
                  <a:lnTo>
                    <a:pt x="19659" y="60917"/>
                  </a:lnTo>
                  <a:lnTo>
                    <a:pt x="16496" y="58927"/>
                  </a:lnTo>
                  <a:lnTo>
                    <a:pt x="14439" y="57633"/>
                  </a:lnTo>
                  <a:lnTo>
                    <a:pt x="11137" y="55267"/>
                  </a:lnTo>
                  <a:lnTo>
                    <a:pt x="7856" y="52916"/>
                  </a:lnTo>
                  <a:lnTo>
                    <a:pt x="3893" y="50076"/>
                  </a:lnTo>
                  <a:lnTo>
                    <a:pt x="2155" y="48830"/>
                  </a:lnTo>
                  <a:lnTo>
                    <a:pt x="0" y="47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35422" y="3339274"/>
              <a:ext cx="222008" cy="333654"/>
            </a:xfrm>
            <a:custGeom>
              <a:avLst/>
              <a:pathLst>
                <a:path w="222008" h="333654">
                  <a:moveTo>
                    <a:pt x="152577" y="145273"/>
                  </a:moveTo>
                  <a:lnTo>
                    <a:pt x="147059" y="154200"/>
                  </a:lnTo>
                  <a:lnTo>
                    <a:pt x="165968" y="176791"/>
                  </a:lnTo>
                  <a:lnTo>
                    <a:pt x="178010" y="191177"/>
                  </a:lnTo>
                  <a:lnTo>
                    <a:pt x="182125" y="196094"/>
                  </a:lnTo>
                  <a:lnTo>
                    <a:pt x="201390" y="215932"/>
                  </a:lnTo>
                  <a:lnTo>
                    <a:pt x="205796" y="218454"/>
                  </a:lnTo>
                  <a:lnTo>
                    <a:pt x="218307" y="231784"/>
                  </a:lnTo>
                  <a:lnTo>
                    <a:pt x="222008" y="245114"/>
                  </a:lnTo>
                  <a:lnTo>
                    <a:pt x="205443" y="249617"/>
                  </a:lnTo>
                  <a:lnTo>
                    <a:pt x="208792" y="264208"/>
                  </a:lnTo>
                  <a:lnTo>
                    <a:pt x="210025" y="271954"/>
                  </a:lnTo>
                  <a:lnTo>
                    <a:pt x="215312" y="311224"/>
                  </a:lnTo>
                  <a:lnTo>
                    <a:pt x="193583" y="312368"/>
                  </a:lnTo>
                  <a:lnTo>
                    <a:pt x="195793" y="333654"/>
                  </a:lnTo>
                  <a:lnTo>
                    <a:pt x="187530" y="333251"/>
                  </a:lnTo>
                  <a:lnTo>
                    <a:pt x="164757" y="332141"/>
                  </a:lnTo>
                  <a:lnTo>
                    <a:pt x="164260" y="326415"/>
                  </a:lnTo>
                  <a:lnTo>
                    <a:pt x="163755" y="320606"/>
                  </a:lnTo>
                  <a:lnTo>
                    <a:pt x="163021" y="314790"/>
                  </a:lnTo>
                  <a:lnTo>
                    <a:pt x="162323" y="310715"/>
                  </a:lnTo>
                  <a:lnTo>
                    <a:pt x="161492" y="305858"/>
                  </a:lnTo>
                  <a:lnTo>
                    <a:pt x="160607" y="300693"/>
                  </a:lnTo>
                  <a:lnTo>
                    <a:pt x="159963" y="296931"/>
                  </a:lnTo>
                  <a:lnTo>
                    <a:pt x="159222" y="292598"/>
                  </a:lnTo>
                  <a:lnTo>
                    <a:pt x="158615" y="289052"/>
                  </a:lnTo>
                  <a:lnTo>
                    <a:pt x="157738" y="283933"/>
                  </a:lnTo>
                  <a:lnTo>
                    <a:pt x="156947" y="279313"/>
                  </a:lnTo>
                  <a:lnTo>
                    <a:pt x="156213" y="275026"/>
                  </a:lnTo>
                  <a:lnTo>
                    <a:pt x="155729" y="272199"/>
                  </a:lnTo>
                  <a:lnTo>
                    <a:pt x="154784" y="269286"/>
                  </a:lnTo>
                  <a:lnTo>
                    <a:pt x="153223" y="264475"/>
                  </a:lnTo>
                  <a:lnTo>
                    <a:pt x="151943" y="260528"/>
                  </a:lnTo>
                  <a:lnTo>
                    <a:pt x="150452" y="255933"/>
                  </a:lnTo>
                  <a:lnTo>
                    <a:pt x="149137" y="251877"/>
                  </a:lnTo>
                  <a:lnTo>
                    <a:pt x="147400" y="246524"/>
                  </a:lnTo>
                  <a:lnTo>
                    <a:pt x="146208" y="242848"/>
                  </a:lnTo>
                  <a:lnTo>
                    <a:pt x="145409" y="240386"/>
                  </a:lnTo>
                  <a:lnTo>
                    <a:pt x="144576" y="237819"/>
                  </a:lnTo>
                  <a:lnTo>
                    <a:pt x="143209" y="233603"/>
                  </a:lnTo>
                  <a:lnTo>
                    <a:pt x="142519" y="231475"/>
                  </a:lnTo>
                  <a:lnTo>
                    <a:pt x="140419" y="228338"/>
                  </a:lnTo>
                  <a:lnTo>
                    <a:pt x="138046" y="224793"/>
                  </a:lnTo>
                  <a:lnTo>
                    <a:pt x="136140" y="221945"/>
                  </a:lnTo>
                  <a:lnTo>
                    <a:pt x="133789" y="218432"/>
                  </a:lnTo>
                  <a:lnTo>
                    <a:pt x="131581" y="215132"/>
                  </a:lnTo>
                  <a:lnTo>
                    <a:pt x="130189" y="213052"/>
                  </a:lnTo>
                  <a:lnTo>
                    <a:pt x="128366" y="210591"/>
                  </a:lnTo>
                  <a:lnTo>
                    <a:pt x="125155" y="206255"/>
                  </a:lnTo>
                  <a:lnTo>
                    <a:pt x="121966" y="201950"/>
                  </a:lnTo>
                  <a:lnTo>
                    <a:pt x="118486" y="197251"/>
                  </a:lnTo>
                  <a:lnTo>
                    <a:pt x="113200" y="190114"/>
                  </a:lnTo>
                  <a:lnTo>
                    <a:pt x="108734" y="184084"/>
                  </a:lnTo>
                  <a:lnTo>
                    <a:pt x="106673" y="181301"/>
                  </a:lnTo>
                  <a:lnTo>
                    <a:pt x="105716" y="180010"/>
                  </a:lnTo>
                  <a:lnTo>
                    <a:pt x="101763" y="174868"/>
                  </a:lnTo>
                  <a:lnTo>
                    <a:pt x="97885" y="169825"/>
                  </a:lnTo>
                  <a:lnTo>
                    <a:pt x="94961" y="166022"/>
                  </a:lnTo>
                  <a:lnTo>
                    <a:pt x="92010" y="162184"/>
                  </a:lnTo>
                  <a:lnTo>
                    <a:pt x="86448" y="157041"/>
                  </a:lnTo>
                  <a:lnTo>
                    <a:pt x="82766" y="153636"/>
                  </a:lnTo>
                  <a:lnTo>
                    <a:pt x="78311" y="149516"/>
                  </a:lnTo>
                  <a:lnTo>
                    <a:pt x="75182" y="147357"/>
                  </a:lnTo>
                  <a:lnTo>
                    <a:pt x="70521" y="144141"/>
                  </a:lnTo>
                  <a:lnTo>
                    <a:pt x="63063" y="138995"/>
                  </a:lnTo>
                  <a:lnTo>
                    <a:pt x="51320" y="130893"/>
                  </a:lnTo>
                  <a:lnTo>
                    <a:pt x="45062" y="126575"/>
                  </a:lnTo>
                  <a:lnTo>
                    <a:pt x="36701" y="120519"/>
                  </a:lnTo>
                  <a:lnTo>
                    <a:pt x="27573" y="113909"/>
                  </a:lnTo>
                  <a:lnTo>
                    <a:pt x="18616" y="107423"/>
                  </a:lnTo>
                  <a:lnTo>
                    <a:pt x="10593" y="101613"/>
                  </a:lnTo>
                  <a:lnTo>
                    <a:pt x="8953" y="100425"/>
                  </a:lnTo>
                  <a:lnTo>
                    <a:pt x="0" y="93941"/>
                  </a:lnTo>
                  <a:lnTo>
                    <a:pt x="26709" y="55083"/>
                  </a:lnTo>
                  <a:lnTo>
                    <a:pt x="38724" y="37603"/>
                  </a:lnTo>
                  <a:lnTo>
                    <a:pt x="43151" y="40339"/>
                  </a:lnTo>
                  <a:lnTo>
                    <a:pt x="51578" y="28712"/>
                  </a:lnTo>
                  <a:lnTo>
                    <a:pt x="60311" y="16662"/>
                  </a:lnTo>
                  <a:lnTo>
                    <a:pt x="76171" y="10357"/>
                  </a:lnTo>
                  <a:lnTo>
                    <a:pt x="129478" y="0"/>
                  </a:lnTo>
                  <a:lnTo>
                    <a:pt x="132881" y="6857"/>
                  </a:lnTo>
                  <a:lnTo>
                    <a:pt x="152975" y="47345"/>
                  </a:lnTo>
                  <a:lnTo>
                    <a:pt x="130549" y="58807"/>
                  </a:lnTo>
                  <a:lnTo>
                    <a:pt x="132135" y="68355"/>
                  </a:lnTo>
                  <a:lnTo>
                    <a:pt x="144514" y="83487"/>
                  </a:lnTo>
                  <a:lnTo>
                    <a:pt x="146349" y="93890"/>
                  </a:lnTo>
                  <a:lnTo>
                    <a:pt x="126006" y="1218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51277" y="3805666"/>
              <a:ext cx="88879" cy="76042"/>
            </a:xfrm>
            <a:custGeom>
              <a:avLst/>
              <a:pathLst>
                <a:path w="88879" h="76042">
                  <a:moveTo>
                    <a:pt x="45096" y="3852"/>
                  </a:moveTo>
                  <a:lnTo>
                    <a:pt x="54706" y="5008"/>
                  </a:lnTo>
                  <a:lnTo>
                    <a:pt x="86453" y="13542"/>
                  </a:lnTo>
                  <a:lnTo>
                    <a:pt x="88527" y="22733"/>
                  </a:lnTo>
                  <a:lnTo>
                    <a:pt x="88879" y="29758"/>
                  </a:lnTo>
                  <a:lnTo>
                    <a:pt x="87621" y="36881"/>
                  </a:lnTo>
                  <a:lnTo>
                    <a:pt x="86166" y="45111"/>
                  </a:lnTo>
                  <a:lnTo>
                    <a:pt x="85334" y="49819"/>
                  </a:lnTo>
                  <a:lnTo>
                    <a:pt x="83116" y="62375"/>
                  </a:lnTo>
                  <a:lnTo>
                    <a:pt x="80700" y="76042"/>
                  </a:lnTo>
                  <a:lnTo>
                    <a:pt x="69688" y="73884"/>
                  </a:lnTo>
                  <a:lnTo>
                    <a:pt x="60178" y="72021"/>
                  </a:lnTo>
                  <a:lnTo>
                    <a:pt x="51834" y="70387"/>
                  </a:lnTo>
                  <a:lnTo>
                    <a:pt x="42226" y="68504"/>
                  </a:lnTo>
                  <a:lnTo>
                    <a:pt x="40557" y="68194"/>
                  </a:lnTo>
                  <a:lnTo>
                    <a:pt x="38878" y="67926"/>
                  </a:lnTo>
                  <a:lnTo>
                    <a:pt x="32459" y="67557"/>
                  </a:lnTo>
                  <a:lnTo>
                    <a:pt x="27297" y="67260"/>
                  </a:lnTo>
                  <a:lnTo>
                    <a:pt x="6419" y="66059"/>
                  </a:lnTo>
                  <a:lnTo>
                    <a:pt x="1937" y="33140"/>
                  </a:lnTo>
                  <a:lnTo>
                    <a:pt x="0" y="18914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23455" y="3632572"/>
              <a:ext cx="52652" cy="57611"/>
            </a:xfrm>
            <a:custGeom>
              <a:avLst/>
              <a:pathLst>
                <a:path w="52652" h="57611">
                  <a:moveTo>
                    <a:pt x="45929" y="50477"/>
                  </a:moveTo>
                  <a:lnTo>
                    <a:pt x="40307" y="51350"/>
                  </a:lnTo>
                  <a:lnTo>
                    <a:pt x="33989" y="52332"/>
                  </a:lnTo>
                  <a:lnTo>
                    <a:pt x="28445" y="53193"/>
                  </a:lnTo>
                  <a:lnTo>
                    <a:pt x="22385" y="54134"/>
                  </a:lnTo>
                  <a:lnTo>
                    <a:pt x="16802" y="55001"/>
                  </a:lnTo>
                  <a:lnTo>
                    <a:pt x="10742" y="55942"/>
                  </a:lnTo>
                  <a:lnTo>
                    <a:pt x="350" y="57556"/>
                  </a:lnTo>
                  <a:lnTo>
                    <a:pt x="0" y="57611"/>
                  </a:lnTo>
                  <a:lnTo>
                    <a:pt x="1162" y="31745"/>
                  </a:lnTo>
                  <a:lnTo>
                    <a:pt x="2174" y="9235"/>
                  </a:lnTo>
                  <a:lnTo>
                    <a:pt x="3356" y="9017"/>
                  </a:lnTo>
                  <a:lnTo>
                    <a:pt x="18919" y="6150"/>
                  </a:lnTo>
                  <a:lnTo>
                    <a:pt x="33297" y="3500"/>
                  </a:lnTo>
                  <a:lnTo>
                    <a:pt x="36554" y="2900"/>
                  </a:lnTo>
                  <a:lnTo>
                    <a:pt x="48619" y="676"/>
                  </a:lnTo>
                  <a:lnTo>
                    <a:pt x="52652" y="0"/>
                  </a:lnTo>
                  <a:lnTo>
                    <a:pt x="51922" y="24253"/>
                  </a:lnTo>
                  <a:lnTo>
                    <a:pt x="51158" y="49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486525" y="3767822"/>
              <a:ext cx="96657" cy="210309"/>
            </a:xfrm>
            <a:custGeom>
              <a:avLst/>
              <a:pathLst>
                <a:path w="96657" h="210309">
                  <a:moveTo>
                    <a:pt x="82625" y="174057"/>
                  </a:moveTo>
                  <a:lnTo>
                    <a:pt x="79412" y="181514"/>
                  </a:lnTo>
                  <a:lnTo>
                    <a:pt x="77735" y="185405"/>
                  </a:lnTo>
                  <a:lnTo>
                    <a:pt x="71810" y="210309"/>
                  </a:lnTo>
                  <a:lnTo>
                    <a:pt x="67259" y="209874"/>
                  </a:lnTo>
                  <a:lnTo>
                    <a:pt x="59775" y="209114"/>
                  </a:lnTo>
                  <a:lnTo>
                    <a:pt x="53667" y="207533"/>
                  </a:lnTo>
                  <a:lnTo>
                    <a:pt x="48322" y="204751"/>
                  </a:lnTo>
                  <a:lnTo>
                    <a:pt x="47710" y="199775"/>
                  </a:lnTo>
                  <a:lnTo>
                    <a:pt x="47033" y="194278"/>
                  </a:lnTo>
                  <a:lnTo>
                    <a:pt x="46414" y="189245"/>
                  </a:lnTo>
                  <a:lnTo>
                    <a:pt x="45746" y="183814"/>
                  </a:lnTo>
                  <a:lnTo>
                    <a:pt x="45080" y="178405"/>
                  </a:lnTo>
                  <a:lnTo>
                    <a:pt x="44543" y="174039"/>
                  </a:lnTo>
                  <a:lnTo>
                    <a:pt x="44309" y="172142"/>
                  </a:lnTo>
                  <a:lnTo>
                    <a:pt x="43739" y="168044"/>
                  </a:lnTo>
                  <a:lnTo>
                    <a:pt x="43054" y="163126"/>
                  </a:lnTo>
                  <a:lnTo>
                    <a:pt x="42352" y="158082"/>
                  </a:lnTo>
                  <a:lnTo>
                    <a:pt x="41664" y="153139"/>
                  </a:lnTo>
                  <a:lnTo>
                    <a:pt x="40954" y="148044"/>
                  </a:lnTo>
                  <a:lnTo>
                    <a:pt x="40375" y="143882"/>
                  </a:lnTo>
                  <a:lnTo>
                    <a:pt x="39954" y="140855"/>
                  </a:lnTo>
                  <a:lnTo>
                    <a:pt x="39357" y="136568"/>
                  </a:lnTo>
                  <a:lnTo>
                    <a:pt x="38718" y="131978"/>
                  </a:lnTo>
                  <a:lnTo>
                    <a:pt x="38068" y="127312"/>
                  </a:lnTo>
                  <a:lnTo>
                    <a:pt x="37382" y="122380"/>
                  </a:lnTo>
                  <a:lnTo>
                    <a:pt x="36707" y="117629"/>
                  </a:lnTo>
                  <a:lnTo>
                    <a:pt x="36048" y="112991"/>
                  </a:lnTo>
                  <a:lnTo>
                    <a:pt x="34823" y="104371"/>
                  </a:lnTo>
                  <a:lnTo>
                    <a:pt x="33083" y="97134"/>
                  </a:lnTo>
                  <a:lnTo>
                    <a:pt x="31591" y="90929"/>
                  </a:lnTo>
                  <a:lnTo>
                    <a:pt x="30089" y="84686"/>
                  </a:lnTo>
                  <a:lnTo>
                    <a:pt x="29037" y="80998"/>
                  </a:lnTo>
                  <a:lnTo>
                    <a:pt x="27913" y="77056"/>
                  </a:lnTo>
                  <a:lnTo>
                    <a:pt x="26836" y="73279"/>
                  </a:lnTo>
                  <a:lnTo>
                    <a:pt x="25068" y="67081"/>
                  </a:lnTo>
                  <a:lnTo>
                    <a:pt x="23789" y="62597"/>
                  </a:lnTo>
                  <a:lnTo>
                    <a:pt x="22582" y="59848"/>
                  </a:lnTo>
                  <a:lnTo>
                    <a:pt x="19818" y="53554"/>
                  </a:lnTo>
                  <a:lnTo>
                    <a:pt x="17107" y="47380"/>
                  </a:lnTo>
                  <a:lnTo>
                    <a:pt x="14770" y="42059"/>
                  </a:lnTo>
                  <a:lnTo>
                    <a:pt x="11635" y="34918"/>
                  </a:lnTo>
                  <a:lnTo>
                    <a:pt x="9486" y="30025"/>
                  </a:lnTo>
                  <a:lnTo>
                    <a:pt x="7508" y="24609"/>
                  </a:lnTo>
                  <a:lnTo>
                    <a:pt x="0" y="4053"/>
                  </a:lnTo>
                  <a:lnTo>
                    <a:pt x="3414" y="0"/>
                  </a:lnTo>
                  <a:lnTo>
                    <a:pt x="8445" y="468"/>
                  </a:lnTo>
                  <a:lnTo>
                    <a:pt x="13959" y="980"/>
                  </a:lnTo>
                  <a:lnTo>
                    <a:pt x="20664" y="1604"/>
                  </a:lnTo>
                  <a:lnTo>
                    <a:pt x="23828" y="1898"/>
                  </a:lnTo>
                  <a:lnTo>
                    <a:pt x="30209" y="2961"/>
                  </a:lnTo>
                  <a:lnTo>
                    <a:pt x="39587" y="4524"/>
                  </a:lnTo>
                  <a:lnTo>
                    <a:pt x="49740" y="6215"/>
                  </a:lnTo>
                  <a:lnTo>
                    <a:pt x="57409" y="7493"/>
                  </a:lnTo>
                  <a:lnTo>
                    <a:pt x="59774" y="12285"/>
                  </a:lnTo>
                  <a:lnTo>
                    <a:pt x="63493" y="19820"/>
                  </a:lnTo>
                  <a:lnTo>
                    <a:pt x="64943" y="23292"/>
                  </a:lnTo>
                  <a:lnTo>
                    <a:pt x="67015" y="28254"/>
                  </a:lnTo>
                  <a:lnTo>
                    <a:pt x="70053" y="35529"/>
                  </a:lnTo>
                  <a:lnTo>
                    <a:pt x="73854" y="46139"/>
                  </a:lnTo>
                  <a:lnTo>
                    <a:pt x="75387" y="50667"/>
                  </a:lnTo>
                  <a:lnTo>
                    <a:pt x="77062" y="55617"/>
                  </a:lnTo>
                  <a:lnTo>
                    <a:pt x="79139" y="61755"/>
                  </a:lnTo>
                  <a:lnTo>
                    <a:pt x="80596" y="66062"/>
                  </a:lnTo>
                  <a:lnTo>
                    <a:pt x="82283" y="71045"/>
                  </a:lnTo>
                  <a:lnTo>
                    <a:pt x="83520" y="75652"/>
                  </a:lnTo>
                  <a:lnTo>
                    <a:pt x="84789" y="80375"/>
                  </a:lnTo>
                  <a:lnTo>
                    <a:pt x="86011" y="84923"/>
                  </a:lnTo>
                  <a:lnTo>
                    <a:pt x="87116" y="89037"/>
                  </a:lnTo>
                  <a:lnTo>
                    <a:pt x="88135" y="92826"/>
                  </a:lnTo>
                  <a:lnTo>
                    <a:pt x="89030" y="96159"/>
                  </a:lnTo>
                  <a:lnTo>
                    <a:pt x="89803" y="100799"/>
                  </a:lnTo>
                  <a:lnTo>
                    <a:pt x="90478" y="104850"/>
                  </a:lnTo>
                  <a:lnTo>
                    <a:pt x="91299" y="109776"/>
                  </a:lnTo>
                  <a:lnTo>
                    <a:pt x="92124" y="114726"/>
                  </a:lnTo>
                  <a:lnTo>
                    <a:pt x="92580" y="118347"/>
                  </a:lnTo>
                  <a:lnTo>
                    <a:pt x="93121" y="122641"/>
                  </a:lnTo>
                  <a:lnTo>
                    <a:pt x="93776" y="127840"/>
                  </a:lnTo>
                  <a:lnTo>
                    <a:pt x="94349" y="133844"/>
                  </a:lnTo>
                  <a:lnTo>
                    <a:pt x="94952" y="140155"/>
                  </a:lnTo>
                  <a:lnTo>
                    <a:pt x="95473" y="145617"/>
                  </a:lnTo>
                  <a:lnTo>
                    <a:pt x="96657" y="158020"/>
                  </a:lnTo>
                  <a:lnTo>
                    <a:pt x="90555" y="16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22915" y="3762027"/>
              <a:ext cx="132085" cy="283414"/>
            </a:xfrm>
            <a:custGeom>
              <a:avLst/>
              <a:pathLst>
                <a:path w="132085" h="283414">
                  <a:moveTo>
                    <a:pt x="109505" y="281001"/>
                  </a:moveTo>
                  <a:lnTo>
                    <a:pt x="103299" y="278853"/>
                  </a:lnTo>
                  <a:lnTo>
                    <a:pt x="97686" y="276911"/>
                  </a:lnTo>
                  <a:lnTo>
                    <a:pt x="92374" y="275073"/>
                  </a:lnTo>
                  <a:lnTo>
                    <a:pt x="84569" y="270646"/>
                  </a:lnTo>
                  <a:lnTo>
                    <a:pt x="80867" y="267956"/>
                  </a:lnTo>
                  <a:lnTo>
                    <a:pt x="75879" y="264332"/>
                  </a:lnTo>
                  <a:lnTo>
                    <a:pt x="71979" y="261498"/>
                  </a:lnTo>
                  <a:lnTo>
                    <a:pt x="66910" y="256612"/>
                  </a:lnTo>
                  <a:lnTo>
                    <a:pt x="62037" y="251916"/>
                  </a:lnTo>
                  <a:lnTo>
                    <a:pt x="60712" y="249836"/>
                  </a:lnTo>
                  <a:lnTo>
                    <a:pt x="57103" y="244170"/>
                  </a:lnTo>
                  <a:lnTo>
                    <a:pt x="54826" y="239690"/>
                  </a:lnTo>
                  <a:lnTo>
                    <a:pt x="52282" y="234684"/>
                  </a:lnTo>
                  <a:lnTo>
                    <a:pt x="50553" y="231283"/>
                  </a:lnTo>
                  <a:lnTo>
                    <a:pt x="49950" y="228651"/>
                  </a:lnTo>
                  <a:lnTo>
                    <a:pt x="48901" y="224077"/>
                  </a:lnTo>
                  <a:lnTo>
                    <a:pt x="48096" y="219617"/>
                  </a:lnTo>
                  <a:lnTo>
                    <a:pt x="47531" y="216488"/>
                  </a:lnTo>
                  <a:lnTo>
                    <a:pt x="46841" y="212666"/>
                  </a:lnTo>
                  <a:lnTo>
                    <a:pt x="46151" y="208843"/>
                  </a:lnTo>
                  <a:lnTo>
                    <a:pt x="45421" y="204803"/>
                  </a:lnTo>
                  <a:lnTo>
                    <a:pt x="44848" y="201628"/>
                  </a:lnTo>
                  <a:lnTo>
                    <a:pt x="44292" y="197398"/>
                  </a:lnTo>
                  <a:lnTo>
                    <a:pt x="43760" y="193357"/>
                  </a:lnTo>
                  <a:lnTo>
                    <a:pt x="42928" y="187029"/>
                  </a:lnTo>
                  <a:lnTo>
                    <a:pt x="42379" y="182856"/>
                  </a:lnTo>
                  <a:lnTo>
                    <a:pt x="41593" y="176885"/>
                  </a:lnTo>
                  <a:lnTo>
                    <a:pt x="40883" y="171487"/>
                  </a:lnTo>
                  <a:lnTo>
                    <a:pt x="40010" y="164852"/>
                  </a:lnTo>
                  <a:lnTo>
                    <a:pt x="39417" y="160340"/>
                  </a:lnTo>
                  <a:lnTo>
                    <a:pt x="38691" y="154823"/>
                  </a:lnTo>
                  <a:lnTo>
                    <a:pt x="38031" y="149809"/>
                  </a:lnTo>
                  <a:lnTo>
                    <a:pt x="37579" y="146371"/>
                  </a:lnTo>
                  <a:lnTo>
                    <a:pt x="36812" y="140488"/>
                  </a:lnTo>
                  <a:lnTo>
                    <a:pt x="36269" y="136329"/>
                  </a:lnTo>
                  <a:lnTo>
                    <a:pt x="35659" y="131653"/>
                  </a:lnTo>
                  <a:lnTo>
                    <a:pt x="35095" y="127332"/>
                  </a:lnTo>
                  <a:lnTo>
                    <a:pt x="34407" y="122052"/>
                  </a:lnTo>
                  <a:lnTo>
                    <a:pt x="33423" y="117541"/>
                  </a:lnTo>
                  <a:lnTo>
                    <a:pt x="32176" y="111821"/>
                  </a:lnTo>
                  <a:lnTo>
                    <a:pt x="31058" y="106696"/>
                  </a:lnTo>
                  <a:lnTo>
                    <a:pt x="29781" y="100841"/>
                  </a:lnTo>
                  <a:lnTo>
                    <a:pt x="27638" y="95708"/>
                  </a:lnTo>
                  <a:lnTo>
                    <a:pt x="25787" y="91276"/>
                  </a:lnTo>
                  <a:lnTo>
                    <a:pt x="24118" y="87278"/>
                  </a:lnTo>
                  <a:lnTo>
                    <a:pt x="22108" y="82465"/>
                  </a:lnTo>
                  <a:lnTo>
                    <a:pt x="20529" y="78684"/>
                  </a:lnTo>
                  <a:lnTo>
                    <a:pt x="19544" y="76175"/>
                  </a:lnTo>
                  <a:lnTo>
                    <a:pt x="17000" y="69696"/>
                  </a:lnTo>
                  <a:lnTo>
                    <a:pt x="14547" y="63448"/>
                  </a:lnTo>
                  <a:lnTo>
                    <a:pt x="11683" y="56153"/>
                  </a:lnTo>
                  <a:lnTo>
                    <a:pt x="8743" y="48664"/>
                  </a:lnTo>
                  <a:lnTo>
                    <a:pt x="4670" y="38289"/>
                  </a:lnTo>
                  <a:lnTo>
                    <a:pt x="1452" y="28105"/>
                  </a:lnTo>
                  <a:lnTo>
                    <a:pt x="771" y="25949"/>
                  </a:lnTo>
                  <a:lnTo>
                    <a:pt x="0" y="20432"/>
                  </a:lnTo>
                  <a:lnTo>
                    <a:pt x="220" y="8386"/>
                  </a:lnTo>
                  <a:lnTo>
                    <a:pt x="2890" y="0"/>
                  </a:lnTo>
                  <a:lnTo>
                    <a:pt x="8843" y="591"/>
                  </a:lnTo>
                  <a:lnTo>
                    <a:pt x="18581" y="1559"/>
                  </a:lnTo>
                  <a:lnTo>
                    <a:pt x="27394" y="2435"/>
                  </a:lnTo>
                  <a:lnTo>
                    <a:pt x="38111" y="3500"/>
                  </a:lnTo>
                  <a:lnTo>
                    <a:pt x="49892" y="4670"/>
                  </a:lnTo>
                  <a:lnTo>
                    <a:pt x="50912" y="7239"/>
                  </a:lnTo>
                  <a:lnTo>
                    <a:pt x="52711" y="11770"/>
                  </a:lnTo>
                  <a:lnTo>
                    <a:pt x="55235" y="18124"/>
                  </a:lnTo>
                  <a:lnTo>
                    <a:pt x="57306" y="23338"/>
                  </a:lnTo>
                  <a:lnTo>
                    <a:pt x="58278" y="26115"/>
                  </a:lnTo>
                  <a:lnTo>
                    <a:pt x="60335" y="31989"/>
                  </a:lnTo>
                  <a:lnTo>
                    <a:pt x="62118" y="37080"/>
                  </a:lnTo>
                  <a:lnTo>
                    <a:pt x="63996" y="42442"/>
                  </a:lnTo>
                  <a:lnTo>
                    <a:pt x="65923" y="47947"/>
                  </a:lnTo>
                  <a:lnTo>
                    <a:pt x="68250" y="54593"/>
                  </a:lnTo>
                  <a:lnTo>
                    <a:pt x="70011" y="59620"/>
                  </a:lnTo>
                  <a:lnTo>
                    <a:pt x="72143" y="64562"/>
                  </a:lnTo>
                  <a:lnTo>
                    <a:pt x="74444" y="69895"/>
                  </a:lnTo>
                  <a:lnTo>
                    <a:pt x="76628" y="74957"/>
                  </a:lnTo>
                  <a:lnTo>
                    <a:pt x="78307" y="78849"/>
                  </a:lnTo>
                  <a:lnTo>
                    <a:pt x="80945" y="84964"/>
                  </a:lnTo>
                  <a:lnTo>
                    <a:pt x="82068" y="91365"/>
                  </a:lnTo>
                  <a:lnTo>
                    <a:pt x="83027" y="96836"/>
                  </a:lnTo>
                  <a:lnTo>
                    <a:pt x="83851" y="101534"/>
                  </a:lnTo>
                  <a:lnTo>
                    <a:pt x="84636" y="106015"/>
                  </a:lnTo>
                  <a:lnTo>
                    <a:pt x="85321" y="109919"/>
                  </a:lnTo>
                  <a:lnTo>
                    <a:pt x="86325" y="115647"/>
                  </a:lnTo>
                  <a:lnTo>
                    <a:pt x="86818" y="118457"/>
                  </a:lnTo>
                  <a:lnTo>
                    <a:pt x="87984" y="122781"/>
                  </a:lnTo>
                  <a:lnTo>
                    <a:pt x="89184" y="127233"/>
                  </a:lnTo>
                  <a:lnTo>
                    <a:pt x="90849" y="133408"/>
                  </a:lnTo>
                  <a:lnTo>
                    <a:pt x="91497" y="138303"/>
                  </a:lnTo>
                  <a:lnTo>
                    <a:pt x="91999" y="142092"/>
                  </a:lnTo>
                  <a:lnTo>
                    <a:pt x="92776" y="147961"/>
                  </a:lnTo>
                  <a:lnTo>
                    <a:pt x="93557" y="153860"/>
                  </a:lnTo>
                  <a:lnTo>
                    <a:pt x="94301" y="159477"/>
                  </a:lnTo>
                  <a:lnTo>
                    <a:pt x="95008" y="164814"/>
                  </a:lnTo>
                  <a:lnTo>
                    <a:pt x="95730" y="170271"/>
                  </a:lnTo>
                  <a:lnTo>
                    <a:pt x="96390" y="175255"/>
                  </a:lnTo>
                  <a:lnTo>
                    <a:pt x="97325" y="182316"/>
                  </a:lnTo>
                  <a:lnTo>
                    <a:pt x="98227" y="188688"/>
                  </a:lnTo>
                  <a:lnTo>
                    <a:pt x="98887" y="193351"/>
                  </a:lnTo>
                  <a:lnTo>
                    <a:pt x="99623" y="198552"/>
                  </a:lnTo>
                  <a:lnTo>
                    <a:pt x="100484" y="204634"/>
                  </a:lnTo>
                  <a:lnTo>
                    <a:pt x="101390" y="211033"/>
                  </a:lnTo>
                  <a:lnTo>
                    <a:pt x="101819" y="214065"/>
                  </a:lnTo>
                  <a:lnTo>
                    <a:pt x="103953" y="216557"/>
                  </a:lnTo>
                  <a:lnTo>
                    <a:pt x="109220" y="222711"/>
                  </a:lnTo>
                  <a:lnTo>
                    <a:pt x="117415" y="226359"/>
                  </a:lnTo>
                  <a:lnTo>
                    <a:pt x="126402" y="228791"/>
                  </a:lnTo>
                  <a:lnTo>
                    <a:pt x="132085" y="230142"/>
                  </a:lnTo>
                  <a:lnTo>
                    <a:pt x="130871" y="234549"/>
                  </a:lnTo>
                  <a:lnTo>
                    <a:pt x="129120" y="240903"/>
                  </a:lnTo>
                  <a:lnTo>
                    <a:pt x="126380" y="250847"/>
                  </a:lnTo>
                  <a:lnTo>
                    <a:pt x="125698" y="253090"/>
                  </a:lnTo>
                  <a:lnTo>
                    <a:pt x="120281" y="270907"/>
                  </a:lnTo>
                  <a:lnTo>
                    <a:pt x="116478" y="28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29923" y="3611083"/>
              <a:ext cx="57177" cy="135534"/>
            </a:xfrm>
            <a:custGeom>
              <a:avLst/>
              <a:pathLst>
                <a:path w="57177" h="135534">
                  <a:moveTo>
                    <a:pt x="56923" y="52356"/>
                  </a:moveTo>
                  <a:lnTo>
                    <a:pt x="57061" y="59067"/>
                  </a:lnTo>
                  <a:lnTo>
                    <a:pt x="57177" y="64759"/>
                  </a:lnTo>
                  <a:lnTo>
                    <a:pt x="55515" y="91104"/>
                  </a:lnTo>
                  <a:lnTo>
                    <a:pt x="55205" y="95163"/>
                  </a:lnTo>
                  <a:lnTo>
                    <a:pt x="55013" y="97799"/>
                  </a:lnTo>
                  <a:lnTo>
                    <a:pt x="49008" y="135534"/>
                  </a:lnTo>
                  <a:lnTo>
                    <a:pt x="37577" y="133604"/>
                  </a:lnTo>
                  <a:lnTo>
                    <a:pt x="26878" y="131797"/>
                  </a:lnTo>
                  <a:lnTo>
                    <a:pt x="23574" y="128419"/>
                  </a:lnTo>
                  <a:lnTo>
                    <a:pt x="19829" y="122790"/>
                  </a:lnTo>
                  <a:lnTo>
                    <a:pt x="15644" y="117386"/>
                  </a:lnTo>
                  <a:lnTo>
                    <a:pt x="12560" y="110631"/>
                  </a:lnTo>
                  <a:lnTo>
                    <a:pt x="11018" y="103200"/>
                  </a:lnTo>
                  <a:lnTo>
                    <a:pt x="9696" y="95544"/>
                  </a:lnTo>
                  <a:lnTo>
                    <a:pt x="9035" y="82484"/>
                  </a:lnTo>
                  <a:lnTo>
                    <a:pt x="8585" y="71430"/>
                  </a:lnTo>
                  <a:lnTo>
                    <a:pt x="8375" y="66272"/>
                  </a:lnTo>
                  <a:lnTo>
                    <a:pt x="7053" y="56364"/>
                  </a:lnTo>
                  <a:lnTo>
                    <a:pt x="0" y="17872"/>
                  </a:lnTo>
                  <a:lnTo>
                    <a:pt x="21874" y="9452"/>
                  </a:lnTo>
                  <a:lnTo>
                    <a:pt x="46433" y="0"/>
                  </a:lnTo>
                  <a:lnTo>
                    <a:pt x="46914" y="1641"/>
                  </a:lnTo>
                  <a:lnTo>
                    <a:pt x="47380" y="3285"/>
                  </a:lnTo>
                  <a:lnTo>
                    <a:pt x="47835" y="4933"/>
                  </a:lnTo>
                  <a:lnTo>
                    <a:pt x="48278" y="6584"/>
                  </a:lnTo>
                  <a:lnTo>
                    <a:pt x="48709" y="8240"/>
                  </a:lnTo>
                  <a:lnTo>
                    <a:pt x="49128" y="9898"/>
                  </a:lnTo>
                  <a:lnTo>
                    <a:pt x="49535" y="11559"/>
                  </a:lnTo>
                  <a:lnTo>
                    <a:pt x="49928" y="13222"/>
                  </a:lnTo>
                  <a:lnTo>
                    <a:pt x="50312" y="14890"/>
                  </a:lnTo>
                  <a:lnTo>
                    <a:pt x="50682" y="16558"/>
                  </a:lnTo>
                  <a:lnTo>
                    <a:pt x="51039" y="18231"/>
                  </a:lnTo>
                  <a:lnTo>
                    <a:pt x="51387" y="19906"/>
                  </a:lnTo>
                  <a:lnTo>
                    <a:pt x="51721" y="21584"/>
                  </a:lnTo>
                  <a:lnTo>
                    <a:pt x="53716" y="333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488592" y="3681887"/>
              <a:ext cx="38522" cy="75185"/>
            </a:xfrm>
            <a:custGeom>
              <a:avLst/>
              <a:pathLst>
                <a:path w="38522" h="75185">
                  <a:moveTo>
                    <a:pt x="437" y="67228"/>
                  </a:moveTo>
                  <a:lnTo>
                    <a:pt x="1153" y="62732"/>
                  </a:lnTo>
                  <a:lnTo>
                    <a:pt x="2042" y="57143"/>
                  </a:lnTo>
                  <a:lnTo>
                    <a:pt x="3110" y="50433"/>
                  </a:lnTo>
                  <a:lnTo>
                    <a:pt x="4300" y="42959"/>
                  </a:lnTo>
                  <a:lnTo>
                    <a:pt x="5860" y="33158"/>
                  </a:lnTo>
                  <a:lnTo>
                    <a:pt x="7210" y="24676"/>
                  </a:lnTo>
                  <a:lnTo>
                    <a:pt x="8480" y="16697"/>
                  </a:lnTo>
                  <a:lnTo>
                    <a:pt x="10183" y="5996"/>
                  </a:lnTo>
                  <a:lnTo>
                    <a:pt x="11138" y="0"/>
                  </a:lnTo>
                  <a:lnTo>
                    <a:pt x="23622" y="2605"/>
                  </a:lnTo>
                  <a:lnTo>
                    <a:pt x="36216" y="5232"/>
                  </a:lnTo>
                  <a:lnTo>
                    <a:pt x="38522" y="5714"/>
                  </a:lnTo>
                  <a:lnTo>
                    <a:pt x="38048" y="9002"/>
                  </a:lnTo>
                  <a:lnTo>
                    <a:pt x="37398" y="13521"/>
                  </a:lnTo>
                  <a:lnTo>
                    <a:pt x="36576" y="19231"/>
                  </a:lnTo>
                  <a:lnTo>
                    <a:pt x="35182" y="28912"/>
                  </a:lnTo>
                  <a:lnTo>
                    <a:pt x="33821" y="38363"/>
                  </a:lnTo>
                  <a:lnTo>
                    <a:pt x="32469" y="46653"/>
                  </a:lnTo>
                  <a:lnTo>
                    <a:pt x="29063" y="67546"/>
                  </a:lnTo>
                  <a:lnTo>
                    <a:pt x="25079" y="75185"/>
                  </a:lnTo>
                  <a:lnTo>
                    <a:pt x="12623" y="72598"/>
                  </a:lnTo>
                  <a:lnTo>
                    <a:pt x="0" y="69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996947" y="3495121"/>
              <a:ext cx="151725" cy="62688"/>
            </a:xfrm>
            <a:custGeom>
              <a:avLst/>
              <a:pathLst>
                <a:path w="151725" h="62688">
                  <a:moveTo>
                    <a:pt x="836" y="40355"/>
                  </a:moveTo>
                  <a:lnTo>
                    <a:pt x="1581" y="29858"/>
                  </a:lnTo>
                  <a:lnTo>
                    <a:pt x="2446" y="17659"/>
                  </a:lnTo>
                  <a:lnTo>
                    <a:pt x="3699" y="0"/>
                  </a:lnTo>
                  <a:lnTo>
                    <a:pt x="6037" y="166"/>
                  </a:lnTo>
                  <a:lnTo>
                    <a:pt x="10446" y="480"/>
                  </a:lnTo>
                  <a:lnTo>
                    <a:pt x="15017" y="805"/>
                  </a:lnTo>
                  <a:lnTo>
                    <a:pt x="20678" y="1208"/>
                  </a:lnTo>
                  <a:lnTo>
                    <a:pt x="24899" y="1509"/>
                  </a:lnTo>
                  <a:lnTo>
                    <a:pt x="30536" y="1910"/>
                  </a:lnTo>
                  <a:lnTo>
                    <a:pt x="36510" y="2335"/>
                  </a:lnTo>
                  <a:lnTo>
                    <a:pt x="41845" y="2715"/>
                  </a:lnTo>
                  <a:lnTo>
                    <a:pt x="46930" y="3077"/>
                  </a:lnTo>
                  <a:lnTo>
                    <a:pt x="53105" y="3517"/>
                  </a:lnTo>
                  <a:lnTo>
                    <a:pt x="60332" y="4031"/>
                  </a:lnTo>
                  <a:lnTo>
                    <a:pt x="65805" y="4421"/>
                  </a:lnTo>
                  <a:lnTo>
                    <a:pt x="71955" y="4858"/>
                  </a:lnTo>
                  <a:lnTo>
                    <a:pt x="77604" y="5261"/>
                  </a:lnTo>
                  <a:lnTo>
                    <a:pt x="83742" y="5698"/>
                  </a:lnTo>
                  <a:lnTo>
                    <a:pt x="89227" y="6088"/>
                  </a:lnTo>
                  <a:lnTo>
                    <a:pt x="95202" y="6513"/>
                  </a:lnTo>
                  <a:lnTo>
                    <a:pt x="102417" y="7027"/>
                  </a:lnTo>
                  <a:lnTo>
                    <a:pt x="109130" y="7505"/>
                  </a:lnTo>
                  <a:lnTo>
                    <a:pt x="117409" y="8094"/>
                  </a:lnTo>
                  <a:lnTo>
                    <a:pt x="126226" y="8722"/>
                  </a:lnTo>
                  <a:lnTo>
                    <a:pt x="138473" y="9594"/>
                  </a:lnTo>
                  <a:lnTo>
                    <a:pt x="151725" y="10537"/>
                  </a:lnTo>
                  <a:lnTo>
                    <a:pt x="151509" y="14420"/>
                  </a:lnTo>
                  <a:lnTo>
                    <a:pt x="151159" y="20694"/>
                  </a:lnTo>
                  <a:lnTo>
                    <a:pt x="150828" y="26629"/>
                  </a:lnTo>
                  <a:lnTo>
                    <a:pt x="150424" y="33873"/>
                  </a:lnTo>
                  <a:lnTo>
                    <a:pt x="150162" y="38572"/>
                  </a:lnTo>
                  <a:lnTo>
                    <a:pt x="149800" y="45066"/>
                  </a:lnTo>
                  <a:lnTo>
                    <a:pt x="149389" y="52428"/>
                  </a:lnTo>
                  <a:lnTo>
                    <a:pt x="148817" y="62688"/>
                  </a:lnTo>
                  <a:lnTo>
                    <a:pt x="142939" y="62271"/>
                  </a:lnTo>
                  <a:lnTo>
                    <a:pt x="134884" y="61701"/>
                  </a:lnTo>
                  <a:lnTo>
                    <a:pt x="128171" y="61225"/>
                  </a:lnTo>
                  <a:lnTo>
                    <a:pt x="120769" y="60701"/>
                  </a:lnTo>
                  <a:lnTo>
                    <a:pt x="114557" y="60262"/>
                  </a:lnTo>
                  <a:lnTo>
                    <a:pt x="106853" y="59716"/>
                  </a:lnTo>
                  <a:lnTo>
                    <a:pt x="98223" y="59105"/>
                  </a:lnTo>
                  <a:lnTo>
                    <a:pt x="90784" y="58578"/>
                  </a:lnTo>
                  <a:lnTo>
                    <a:pt x="84622" y="58142"/>
                  </a:lnTo>
                  <a:lnTo>
                    <a:pt x="78084" y="57679"/>
                  </a:lnTo>
                  <a:lnTo>
                    <a:pt x="71020" y="57178"/>
                  </a:lnTo>
                  <a:lnTo>
                    <a:pt x="64718" y="56732"/>
                  </a:lnTo>
                  <a:lnTo>
                    <a:pt x="57128" y="56195"/>
                  </a:lnTo>
                  <a:lnTo>
                    <a:pt x="51141" y="55771"/>
                  </a:lnTo>
                  <a:lnTo>
                    <a:pt x="44652" y="55311"/>
                  </a:lnTo>
                  <a:lnTo>
                    <a:pt x="37413" y="54799"/>
                  </a:lnTo>
                  <a:lnTo>
                    <a:pt x="31601" y="54387"/>
                  </a:lnTo>
                  <a:lnTo>
                    <a:pt x="26817" y="54048"/>
                  </a:lnTo>
                  <a:lnTo>
                    <a:pt x="21169" y="53649"/>
                  </a:lnTo>
                  <a:lnTo>
                    <a:pt x="14329" y="53164"/>
                  </a:lnTo>
                  <a:lnTo>
                    <a:pt x="6551" y="52613"/>
                  </a:lnTo>
                  <a:lnTo>
                    <a:pt x="0" y="5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03143" y="3430589"/>
              <a:ext cx="154557" cy="64641"/>
            </a:xfrm>
            <a:custGeom>
              <a:avLst/>
              <a:pathLst>
                <a:path w="154557" h="64641">
                  <a:moveTo>
                    <a:pt x="100112" y="61105"/>
                  </a:moveTo>
                  <a:lnTo>
                    <a:pt x="93390" y="60801"/>
                  </a:lnTo>
                  <a:lnTo>
                    <a:pt x="88906" y="60598"/>
                  </a:lnTo>
                  <a:lnTo>
                    <a:pt x="82839" y="60175"/>
                  </a:lnTo>
                  <a:lnTo>
                    <a:pt x="78127" y="59845"/>
                  </a:lnTo>
                  <a:lnTo>
                    <a:pt x="73142" y="59497"/>
                  </a:lnTo>
                  <a:lnTo>
                    <a:pt x="67322" y="59053"/>
                  </a:lnTo>
                  <a:lnTo>
                    <a:pt x="62888" y="58715"/>
                  </a:lnTo>
                  <a:lnTo>
                    <a:pt x="58319" y="58366"/>
                  </a:lnTo>
                  <a:lnTo>
                    <a:pt x="56449" y="58224"/>
                  </a:lnTo>
                  <a:lnTo>
                    <a:pt x="52672" y="57937"/>
                  </a:lnTo>
                  <a:lnTo>
                    <a:pt x="49309" y="57681"/>
                  </a:lnTo>
                  <a:lnTo>
                    <a:pt x="43331" y="57224"/>
                  </a:lnTo>
                  <a:lnTo>
                    <a:pt x="38035" y="56820"/>
                  </a:lnTo>
                  <a:lnTo>
                    <a:pt x="34017" y="56512"/>
                  </a:lnTo>
                  <a:lnTo>
                    <a:pt x="29974" y="56203"/>
                  </a:lnTo>
                  <a:lnTo>
                    <a:pt x="24138" y="55757"/>
                  </a:lnTo>
                  <a:lnTo>
                    <a:pt x="17304" y="55235"/>
                  </a:lnTo>
                  <a:lnTo>
                    <a:pt x="9190" y="54615"/>
                  </a:lnTo>
                  <a:lnTo>
                    <a:pt x="0" y="53912"/>
                  </a:lnTo>
                  <a:lnTo>
                    <a:pt x="537" y="45801"/>
                  </a:lnTo>
                  <a:lnTo>
                    <a:pt x="1069" y="37777"/>
                  </a:lnTo>
                  <a:lnTo>
                    <a:pt x="1668" y="28751"/>
                  </a:lnTo>
                  <a:lnTo>
                    <a:pt x="2145" y="21542"/>
                  </a:lnTo>
                  <a:lnTo>
                    <a:pt x="3573" y="0"/>
                  </a:lnTo>
                  <a:lnTo>
                    <a:pt x="5789" y="108"/>
                  </a:lnTo>
                  <a:lnTo>
                    <a:pt x="9523" y="290"/>
                  </a:lnTo>
                  <a:lnTo>
                    <a:pt x="13927" y="505"/>
                  </a:lnTo>
                  <a:lnTo>
                    <a:pt x="18875" y="746"/>
                  </a:lnTo>
                  <a:lnTo>
                    <a:pt x="23790" y="986"/>
                  </a:lnTo>
                  <a:lnTo>
                    <a:pt x="26980" y="1142"/>
                  </a:lnTo>
                  <a:lnTo>
                    <a:pt x="32430" y="1408"/>
                  </a:lnTo>
                  <a:lnTo>
                    <a:pt x="38056" y="1683"/>
                  </a:lnTo>
                  <a:lnTo>
                    <a:pt x="42125" y="1882"/>
                  </a:lnTo>
                  <a:lnTo>
                    <a:pt x="47408" y="2139"/>
                  </a:lnTo>
                  <a:lnTo>
                    <a:pt x="54801" y="2500"/>
                  </a:lnTo>
                  <a:lnTo>
                    <a:pt x="60989" y="2802"/>
                  </a:lnTo>
                  <a:lnTo>
                    <a:pt x="64865" y="2992"/>
                  </a:lnTo>
                  <a:lnTo>
                    <a:pt x="71563" y="3319"/>
                  </a:lnTo>
                  <a:lnTo>
                    <a:pt x="75967" y="3534"/>
                  </a:lnTo>
                  <a:lnTo>
                    <a:pt x="80898" y="3775"/>
                  </a:lnTo>
                  <a:lnTo>
                    <a:pt x="86349" y="4041"/>
                  </a:lnTo>
                  <a:lnTo>
                    <a:pt x="92729" y="4352"/>
                  </a:lnTo>
                  <a:lnTo>
                    <a:pt x="96413" y="4532"/>
                  </a:lnTo>
                  <a:lnTo>
                    <a:pt x="101185" y="4765"/>
                  </a:lnTo>
                  <a:lnTo>
                    <a:pt x="106108" y="5005"/>
                  </a:lnTo>
                  <a:lnTo>
                    <a:pt x="111558" y="5271"/>
                  </a:lnTo>
                  <a:lnTo>
                    <a:pt x="117042" y="5539"/>
                  </a:lnTo>
                  <a:lnTo>
                    <a:pt x="123196" y="5840"/>
                  </a:lnTo>
                  <a:lnTo>
                    <a:pt x="127943" y="6071"/>
                  </a:lnTo>
                  <a:lnTo>
                    <a:pt x="136039" y="6467"/>
                  </a:lnTo>
                  <a:lnTo>
                    <a:pt x="146803" y="6992"/>
                  </a:lnTo>
                  <a:lnTo>
                    <a:pt x="151314" y="11289"/>
                  </a:lnTo>
                  <a:lnTo>
                    <a:pt x="151786" y="11738"/>
                  </a:lnTo>
                  <a:lnTo>
                    <a:pt x="154557" y="14378"/>
                  </a:lnTo>
                  <a:lnTo>
                    <a:pt x="154108" y="18563"/>
                  </a:lnTo>
                  <a:lnTo>
                    <a:pt x="153636" y="22974"/>
                  </a:lnTo>
                  <a:lnTo>
                    <a:pt x="153036" y="28571"/>
                  </a:lnTo>
                  <a:lnTo>
                    <a:pt x="152551" y="33098"/>
                  </a:lnTo>
                  <a:lnTo>
                    <a:pt x="152108" y="37232"/>
                  </a:lnTo>
                  <a:lnTo>
                    <a:pt x="151721" y="40850"/>
                  </a:lnTo>
                  <a:lnTo>
                    <a:pt x="151238" y="45358"/>
                  </a:lnTo>
                  <a:lnTo>
                    <a:pt x="150662" y="50738"/>
                  </a:lnTo>
                  <a:lnTo>
                    <a:pt x="149986" y="57046"/>
                  </a:lnTo>
                  <a:lnTo>
                    <a:pt x="149173" y="64641"/>
                  </a:lnTo>
                  <a:lnTo>
                    <a:pt x="145583" y="64373"/>
                  </a:lnTo>
                  <a:lnTo>
                    <a:pt x="139910" y="63950"/>
                  </a:lnTo>
                  <a:lnTo>
                    <a:pt x="134275" y="63530"/>
                  </a:lnTo>
                  <a:lnTo>
                    <a:pt x="128653" y="63110"/>
                  </a:lnTo>
                  <a:lnTo>
                    <a:pt x="124232" y="62780"/>
                  </a:lnTo>
                  <a:lnTo>
                    <a:pt x="120351" y="62491"/>
                  </a:lnTo>
                  <a:lnTo>
                    <a:pt x="115930" y="62161"/>
                  </a:lnTo>
                  <a:lnTo>
                    <a:pt x="112262" y="61887"/>
                  </a:lnTo>
                  <a:lnTo>
                    <a:pt x="107704" y="61547"/>
                  </a:lnTo>
                  <a:lnTo>
                    <a:pt x="104372" y="61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169375" y="3446496"/>
              <a:ext cx="44662" cy="48696"/>
            </a:xfrm>
            <a:custGeom>
              <a:avLst/>
              <a:pathLst>
                <a:path w="44662" h="48696">
                  <a:moveTo>
                    <a:pt x="18711" y="47868"/>
                  </a:moveTo>
                  <a:lnTo>
                    <a:pt x="15058" y="48379"/>
                  </a:lnTo>
                  <a:lnTo>
                    <a:pt x="8051" y="48696"/>
                  </a:lnTo>
                  <a:lnTo>
                    <a:pt x="0" y="48637"/>
                  </a:lnTo>
                  <a:lnTo>
                    <a:pt x="525" y="29311"/>
                  </a:lnTo>
                  <a:lnTo>
                    <a:pt x="1321" y="0"/>
                  </a:lnTo>
                  <a:lnTo>
                    <a:pt x="18952" y="12096"/>
                  </a:lnTo>
                  <a:lnTo>
                    <a:pt x="44662" y="29735"/>
                  </a:lnTo>
                  <a:lnTo>
                    <a:pt x="43424" y="32168"/>
                  </a:lnTo>
                  <a:lnTo>
                    <a:pt x="37816" y="38428"/>
                  </a:lnTo>
                  <a:lnTo>
                    <a:pt x="35612" y="40183"/>
                  </a:lnTo>
                  <a:lnTo>
                    <a:pt x="29267" y="44325"/>
                  </a:lnTo>
                  <a:lnTo>
                    <a:pt x="23600" y="46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162330" y="3483383"/>
              <a:ext cx="103134" cy="76542"/>
            </a:xfrm>
            <a:custGeom>
              <a:avLst/>
              <a:pathLst>
                <a:path w="103134" h="76542">
                  <a:moveTo>
                    <a:pt x="44394" y="72923"/>
                  </a:moveTo>
                  <a:lnTo>
                    <a:pt x="28996" y="75816"/>
                  </a:lnTo>
                  <a:lnTo>
                    <a:pt x="13278" y="76443"/>
                  </a:lnTo>
                  <a:lnTo>
                    <a:pt x="0" y="76542"/>
                  </a:lnTo>
                  <a:lnTo>
                    <a:pt x="1136" y="49182"/>
                  </a:lnTo>
                  <a:lnTo>
                    <a:pt x="2117" y="25588"/>
                  </a:lnTo>
                  <a:lnTo>
                    <a:pt x="20051" y="26043"/>
                  </a:lnTo>
                  <a:lnTo>
                    <a:pt x="29127" y="24523"/>
                  </a:lnTo>
                  <a:lnTo>
                    <a:pt x="37924" y="21041"/>
                  </a:lnTo>
                  <a:lnTo>
                    <a:pt x="45190" y="17396"/>
                  </a:lnTo>
                  <a:lnTo>
                    <a:pt x="51142" y="12539"/>
                  </a:lnTo>
                  <a:lnTo>
                    <a:pt x="57055" y="6497"/>
                  </a:lnTo>
                  <a:lnTo>
                    <a:pt x="61756" y="0"/>
                  </a:lnTo>
                  <a:lnTo>
                    <a:pt x="80516" y="13117"/>
                  </a:lnTo>
                  <a:lnTo>
                    <a:pt x="103134" y="28934"/>
                  </a:lnTo>
                  <a:lnTo>
                    <a:pt x="96598" y="37754"/>
                  </a:lnTo>
                  <a:lnTo>
                    <a:pt x="84373" y="48950"/>
                  </a:lnTo>
                  <a:lnTo>
                    <a:pt x="70806" y="60726"/>
                  </a:lnTo>
                  <a:lnTo>
                    <a:pt x="60150" y="6705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58250" y="3558420"/>
              <a:ext cx="282160" cy="63957"/>
            </a:xfrm>
            <a:custGeom>
              <a:avLst/>
              <a:pathLst>
                <a:path w="282160" h="63957">
                  <a:moveTo>
                    <a:pt x="630" y="33864"/>
                  </a:moveTo>
                  <a:lnTo>
                    <a:pt x="677" y="31663"/>
                  </a:lnTo>
                  <a:lnTo>
                    <a:pt x="806" y="25555"/>
                  </a:lnTo>
                  <a:lnTo>
                    <a:pt x="2017" y="0"/>
                  </a:lnTo>
                  <a:lnTo>
                    <a:pt x="4666" y="121"/>
                  </a:lnTo>
                  <a:lnTo>
                    <a:pt x="11491" y="435"/>
                  </a:lnTo>
                  <a:lnTo>
                    <a:pt x="17007" y="688"/>
                  </a:lnTo>
                  <a:lnTo>
                    <a:pt x="23612" y="991"/>
                  </a:lnTo>
                  <a:lnTo>
                    <a:pt x="28677" y="1224"/>
                  </a:lnTo>
                  <a:lnTo>
                    <a:pt x="36651" y="1590"/>
                  </a:lnTo>
                  <a:lnTo>
                    <a:pt x="41477" y="1812"/>
                  </a:lnTo>
                  <a:lnTo>
                    <a:pt x="47397" y="2084"/>
                  </a:lnTo>
                  <a:lnTo>
                    <a:pt x="51817" y="2346"/>
                  </a:lnTo>
                  <a:lnTo>
                    <a:pt x="57745" y="2698"/>
                  </a:lnTo>
                  <a:lnTo>
                    <a:pt x="62794" y="2998"/>
                  </a:lnTo>
                  <a:lnTo>
                    <a:pt x="66358" y="3210"/>
                  </a:lnTo>
                  <a:lnTo>
                    <a:pt x="70749" y="3471"/>
                  </a:lnTo>
                  <a:lnTo>
                    <a:pt x="74493" y="3693"/>
                  </a:lnTo>
                  <a:lnTo>
                    <a:pt x="78458" y="3929"/>
                  </a:lnTo>
                  <a:lnTo>
                    <a:pt x="83313" y="4217"/>
                  </a:lnTo>
                  <a:lnTo>
                    <a:pt x="90119" y="4621"/>
                  </a:lnTo>
                  <a:lnTo>
                    <a:pt x="96342" y="4991"/>
                  </a:lnTo>
                  <a:lnTo>
                    <a:pt x="101172" y="5278"/>
                  </a:lnTo>
                  <a:lnTo>
                    <a:pt x="106893" y="5618"/>
                  </a:lnTo>
                  <a:lnTo>
                    <a:pt x="113918" y="6035"/>
                  </a:lnTo>
                  <a:lnTo>
                    <a:pt x="120078" y="6401"/>
                  </a:lnTo>
                  <a:lnTo>
                    <a:pt x="125811" y="6741"/>
                  </a:lnTo>
                  <a:lnTo>
                    <a:pt x="130227" y="7004"/>
                  </a:lnTo>
                  <a:lnTo>
                    <a:pt x="133194" y="7180"/>
                  </a:lnTo>
                  <a:lnTo>
                    <a:pt x="137291" y="7380"/>
                  </a:lnTo>
                  <a:lnTo>
                    <a:pt x="143005" y="7659"/>
                  </a:lnTo>
                  <a:lnTo>
                    <a:pt x="149871" y="7994"/>
                  </a:lnTo>
                  <a:lnTo>
                    <a:pt x="155344" y="8262"/>
                  </a:lnTo>
                  <a:lnTo>
                    <a:pt x="163467" y="8659"/>
                  </a:lnTo>
                  <a:lnTo>
                    <a:pt x="168996" y="9025"/>
                  </a:lnTo>
                  <a:lnTo>
                    <a:pt x="178442" y="9651"/>
                  </a:lnTo>
                  <a:lnTo>
                    <a:pt x="185519" y="10120"/>
                  </a:lnTo>
                  <a:lnTo>
                    <a:pt x="193486" y="10648"/>
                  </a:lnTo>
                  <a:lnTo>
                    <a:pt x="203357" y="11302"/>
                  </a:lnTo>
                  <a:lnTo>
                    <a:pt x="211955" y="11871"/>
                  </a:lnTo>
                  <a:lnTo>
                    <a:pt x="219513" y="12372"/>
                  </a:lnTo>
                  <a:lnTo>
                    <a:pt x="222101" y="12287"/>
                  </a:lnTo>
                  <a:lnTo>
                    <a:pt x="233785" y="11901"/>
                  </a:lnTo>
                  <a:lnTo>
                    <a:pt x="239999" y="11696"/>
                  </a:lnTo>
                  <a:lnTo>
                    <a:pt x="244195" y="11035"/>
                  </a:lnTo>
                  <a:lnTo>
                    <a:pt x="255433" y="9264"/>
                  </a:lnTo>
                  <a:lnTo>
                    <a:pt x="268024" y="7280"/>
                  </a:lnTo>
                  <a:lnTo>
                    <a:pt x="274632" y="22815"/>
                  </a:lnTo>
                  <a:lnTo>
                    <a:pt x="278933" y="32928"/>
                  </a:lnTo>
                  <a:lnTo>
                    <a:pt x="282160" y="41014"/>
                  </a:lnTo>
                  <a:lnTo>
                    <a:pt x="259141" y="51552"/>
                  </a:lnTo>
                  <a:lnTo>
                    <a:pt x="134004" y="58528"/>
                  </a:lnTo>
                  <a:lnTo>
                    <a:pt x="42898" y="63608"/>
                  </a:lnTo>
                  <a:lnTo>
                    <a:pt x="4662" y="63957"/>
                  </a:lnTo>
                  <a:lnTo>
                    <a:pt x="0" y="635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29991" y="3634938"/>
              <a:ext cx="54981" cy="27634"/>
            </a:xfrm>
            <a:custGeom>
              <a:avLst/>
              <a:pathLst>
                <a:path w="54981" h="27634">
                  <a:moveTo>
                    <a:pt x="19803" y="9388"/>
                  </a:moveTo>
                  <a:lnTo>
                    <a:pt x="40867" y="20314"/>
                  </a:lnTo>
                  <a:lnTo>
                    <a:pt x="54981" y="27634"/>
                  </a:lnTo>
                  <a:lnTo>
                    <a:pt x="22594" y="27042"/>
                  </a:lnTo>
                  <a:lnTo>
                    <a:pt x="338" y="26636"/>
                  </a:lnTo>
                  <a:lnTo>
                    <a:pt x="162" y="13128"/>
                  </a:lnTo>
                  <a:lnTo>
                    <a:pt x="0" y="749"/>
                  </a:lnTo>
                  <a:lnTo>
                    <a:pt x="17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33938" y="3916591"/>
              <a:ext cx="122888" cy="154935"/>
            </a:xfrm>
            <a:custGeom>
              <a:avLst/>
              <a:pathLst>
                <a:path w="122888" h="154935">
                  <a:moveTo>
                    <a:pt x="122888" y="127195"/>
                  </a:moveTo>
                  <a:lnTo>
                    <a:pt x="115605" y="120277"/>
                  </a:lnTo>
                  <a:lnTo>
                    <a:pt x="108204" y="117305"/>
                  </a:lnTo>
                  <a:lnTo>
                    <a:pt x="100274" y="116494"/>
                  </a:lnTo>
                  <a:lnTo>
                    <a:pt x="92873" y="116494"/>
                  </a:lnTo>
                  <a:lnTo>
                    <a:pt x="84943" y="118115"/>
                  </a:lnTo>
                  <a:lnTo>
                    <a:pt x="75691" y="120277"/>
                  </a:lnTo>
                  <a:lnTo>
                    <a:pt x="71726" y="122979"/>
                  </a:lnTo>
                  <a:lnTo>
                    <a:pt x="68818" y="127573"/>
                  </a:lnTo>
                  <a:lnTo>
                    <a:pt x="66968" y="132977"/>
                  </a:lnTo>
                  <a:lnTo>
                    <a:pt x="65382" y="137300"/>
                  </a:lnTo>
                  <a:lnTo>
                    <a:pt x="49787" y="145136"/>
                  </a:lnTo>
                  <a:lnTo>
                    <a:pt x="37098" y="149729"/>
                  </a:lnTo>
                  <a:lnTo>
                    <a:pt x="32605" y="148108"/>
                  </a:lnTo>
                  <a:lnTo>
                    <a:pt x="18958" y="154935"/>
                  </a:lnTo>
                  <a:lnTo>
                    <a:pt x="18838" y="154428"/>
                  </a:lnTo>
                  <a:lnTo>
                    <a:pt x="3242" y="127137"/>
                  </a:lnTo>
                  <a:lnTo>
                    <a:pt x="1956" y="76714"/>
                  </a:lnTo>
                  <a:lnTo>
                    <a:pt x="0" y="0"/>
                  </a:lnTo>
                  <a:lnTo>
                    <a:pt x="46989" y="6376"/>
                  </a:lnTo>
                  <a:lnTo>
                    <a:pt x="99671" y="13524"/>
                  </a:lnTo>
                  <a:lnTo>
                    <a:pt x="107573" y="54314"/>
                  </a:lnTo>
                  <a:lnTo>
                    <a:pt x="114945" y="92370"/>
                  </a:lnTo>
                  <a:lnTo>
                    <a:pt x="122489" y="113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37555" y="3668340"/>
              <a:ext cx="110765" cy="234708"/>
            </a:xfrm>
            <a:custGeom>
              <a:avLst/>
              <a:pathLst>
                <a:path w="110765" h="234708">
                  <a:moveTo>
                    <a:pt x="55731" y="226680"/>
                  </a:moveTo>
                  <a:lnTo>
                    <a:pt x="54418" y="219923"/>
                  </a:lnTo>
                  <a:lnTo>
                    <a:pt x="52741" y="211295"/>
                  </a:lnTo>
                  <a:lnTo>
                    <a:pt x="51650" y="205681"/>
                  </a:lnTo>
                  <a:lnTo>
                    <a:pt x="50498" y="199756"/>
                  </a:lnTo>
                  <a:lnTo>
                    <a:pt x="49386" y="194039"/>
                  </a:lnTo>
                  <a:lnTo>
                    <a:pt x="48419" y="189064"/>
                  </a:lnTo>
                  <a:lnTo>
                    <a:pt x="47604" y="184870"/>
                  </a:lnTo>
                  <a:lnTo>
                    <a:pt x="46560" y="179499"/>
                  </a:lnTo>
                  <a:lnTo>
                    <a:pt x="45832" y="175757"/>
                  </a:lnTo>
                  <a:lnTo>
                    <a:pt x="44930" y="171113"/>
                  </a:lnTo>
                  <a:lnTo>
                    <a:pt x="44061" y="166643"/>
                  </a:lnTo>
                  <a:lnTo>
                    <a:pt x="43381" y="163144"/>
                  </a:lnTo>
                  <a:lnTo>
                    <a:pt x="42606" y="159159"/>
                  </a:lnTo>
                  <a:lnTo>
                    <a:pt x="41451" y="153216"/>
                  </a:lnTo>
                  <a:lnTo>
                    <a:pt x="39468" y="148295"/>
                  </a:lnTo>
                  <a:lnTo>
                    <a:pt x="37753" y="144036"/>
                  </a:lnTo>
                  <a:lnTo>
                    <a:pt x="36081" y="139887"/>
                  </a:lnTo>
                  <a:lnTo>
                    <a:pt x="33902" y="134476"/>
                  </a:lnTo>
                  <a:lnTo>
                    <a:pt x="32077" y="129946"/>
                  </a:lnTo>
                  <a:lnTo>
                    <a:pt x="30380" y="125733"/>
                  </a:lnTo>
                  <a:lnTo>
                    <a:pt x="28450" y="120942"/>
                  </a:lnTo>
                  <a:lnTo>
                    <a:pt x="26302" y="115608"/>
                  </a:lnTo>
                  <a:lnTo>
                    <a:pt x="23656" y="109039"/>
                  </a:lnTo>
                  <a:lnTo>
                    <a:pt x="20800" y="101950"/>
                  </a:lnTo>
                  <a:lnTo>
                    <a:pt x="18122" y="95302"/>
                  </a:lnTo>
                  <a:lnTo>
                    <a:pt x="16780" y="91969"/>
                  </a:lnTo>
                  <a:lnTo>
                    <a:pt x="15268" y="88278"/>
                  </a:lnTo>
                  <a:lnTo>
                    <a:pt x="12664" y="81920"/>
                  </a:lnTo>
                  <a:lnTo>
                    <a:pt x="10028" y="75482"/>
                  </a:lnTo>
                  <a:lnTo>
                    <a:pt x="7090" y="68308"/>
                  </a:lnTo>
                  <a:lnTo>
                    <a:pt x="4499" y="61981"/>
                  </a:lnTo>
                  <a:lnTo>
                    <a:pt x="1703" y="55153"/>
                  </a:lnTo>
                  <a:lnTo>
                    <a:pt x="0" y="50993"/>
                  </a:lnTo>
                  <a:lnTo>
                    <a:pt x="1306" y="41752"/>
                  </a:lnTo>
                  <a:lnTo>
                    <a:pt x="2281" y="34849"/>
                  </a:lnTo>
                  <a:lnTo>
                    <a:pt x="3672" y="25014"/>
                  </a:lnTo>
                  <a:lnTo>
                    <a:pt x="5306" y="13449"/>
                  </a:lnTo>
                  <a:lnTo>
                    <a:pt x="6882" y="2300"/>
                  </a:lnTo>
                  <a:lnTo>
                    <a:pt x="24373" y="1025"/>
                  </a:lnTo>
                  <a:lnTo>
                    <a:pt x="46912" y="0"/>
                  </a:lnTo>
                  <a:lnTo>
                    <a:pt x="49583" y="44055"/>
                  </a:lnTo>
                  <a:lnTo>
                    <a:pt x="57270" y="69200"/>
                  </a:lnTo>
                  <a:lnTo>
                    <a:pt x="70278" y="114712"/>
                  </a:lnTo>
                  <a:lnTo>
                    <a:pt x="81908" y="140246"/>
                  </a:lnTo>
                  <a:lnTo>
                    <a:pt x="94155" y="149039"/>
                  </a:lnTo>
                  <a:lnTo>
                    <a:pt x="105231" y="156992"/>
                  </a:lnTo>
                  <a:lnTo>
                    <a:pt x="105566" y="160244"/>
                  </a:lnTo>
                  <a:lnTo>
                    <a:pt x="106538" y="169682"/>
                  </a:lnTo>
                  <a:lnTo>
                    <a:pt x="107714" y="181103"/>
                  </a:lnTo>
                  <a:lnTo>
                    <a:pt x="108628" y="189979"/>
                  </a:lnTo>
                  <a:lnTo>
                    <a:pt x="109713" y="200514"/>
                  </a:lnTo>
                  <a:lnTo>
                    <a:pt x="110765" y="210725"/>
                  </a:lnTo>
                  <a:lnTo>
                    <a:pt x="98869" y="214553"/>
                  </a:lnTo>
                  <a:lnTo>
                    <a:pt x="86521" y="220657"/>
                  </a:lnTo>
                  <a:lnTo>
                    <a:pt x="75767" y="225973"/>
                  </a:lnTo>
                  <a:lnTo>
                    <a:pt x="64418" y="234708"/>
                  </a:lnTo>
                  <a:lnTo>
                    <a:pt x="56662" y="231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24392" y="3686389"/>
              <a:ext cx="71913" cy="56948"/>
            </a:xfrm>
            <a:custGeom>
              <a:avLst/>
              <a:pathLst>
                <a:path w="71913" h="56948">
                  <a:moveTo>
                    <a:pt x="6652" y="8872"/>
                  </a:moveTo>
                  <a:lnTo>
                    <a:pt x="14867" y="7666"/>
                  </a:lnTo>
                  <a:lnTo>
                    <a:pt x="24685" y="6224"/>
                  </a:lnTo>
                  <a:lnTo>
                    <a:pt x="34305" y="4811"/>
                  </a:lnTo>
                  <a:lnTo>
                    <a:pt x="42668" y="3583"/>
                  </a:lnTo>
                  <a:lnTo>
                    <a:pt x="45063" y="3231"/>
                  </a:lnTo>
                  <a:lnTo>
                    <a:pt x="54781" y="1804"/>
                  </a:lnTo>
                  <a:lnTo>
                    <a:pt x="67066" y="0"/>
                  </a:lnTo>
                  <a:lnTo>
                    <a:pt x="69126" y="15313"/>
                  </a:lnTo>
                  <a:lnTo>
                    <a:pt x="71913" y="36027"/>
                  </a:lnTo>
                  <a:lnTo>
                    <a:pt x="61373" y="39499"/>
                  </a:lnTo>
                  <a:lnTo>
                    <a:pt x="53263" y="42171"/>
                  </a:lnTo>
                  <a:lnTo>
                    <a:pt x="49210" y="43506"/>
                  </a:lnTo>
                  <a:lnTo>
                    <a:pt x="44988" y="44897"/>
                  </a:lnTo>
                  <a:lnTo>
                    <a:pt x="34484" y="48357"/>
                  </a:lnTo>
                  <a:lnTo>
                    <a:pt x="20328" y="53021"/>
                  </a:lnTo>
                  <a:lnTo>
                    <a:pt x="8405" y="56948"/>
                  </a:lnTo>
                  <a:lnTo>
                    <a:pt x="4054" y="32565"/>
                  </a:lnTo>
                  <a:lnTo>
                    <a:pt x="0" y="98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01838" y="3682240"/>
              <a:ext cx="26264" cy="45557"/>
            </a:xfrm>
            <a:custGeom>
              <a:avLst/>
              <a:pathLst>
                <a:path w="26264" h="45557">
                  <a:moveTo>
                    <a:pt x="1684" y="45557"/>
                  </a:moveTo>
                  <a:lnTo>
                    <a:pt x="767" y="20741"/>
                  </a:lnTo>
                  <a:lnTo>
                    <a:pt x="28" y="779"/>
                  </a:lnTo>
                  <a:lnTo>
                    <a:pt x="0" y="0"/>
                  </a:lnTo>
                  <a:lnTo>
                    <a:pt x="5151" y="40"/>
                  </a:lnTo>
                  <a:lnTo>
                    <a:pt x="7901" y="62"/>
                  </a:lnTo>
                  <a:lnTo>
                    <a:pt x="16488" y="130"/>
                  </a:lnTo>
                  <a:lnTo>
                    <a:pt x="22873" y="180"/>
                  </a:lnTo>
                  <a:lnTo>
                    <a:pt x="23143" y="3646"/>
                  </a:lnTo>
                  <a:lnTo>
                    <a:pt x="23673" y="10434"/>
                  </a:lnTo>
                  <a:lnTo>
                    <a:pt x="24241" y="17705"/>
                  </a:lnTo>
                  <a:lnTo>
                    <a:pt x="24766" y="24439"/>
                  </a:lnTo>
                  <a:lnTo>
                    <a:pt x="25019" y="27966"/>
                  </a:lnTo>
                  <a:lnTo>
                    <a:pt x="26077" y="42739"/>
                  </a:lnTo>
                  <a:lnTo>
                    <a:pt x="26264" y="45344"/>
                  </a:lnTo>
                  <a:lnTo>
                    <a:pt x="14375" y="45447"/>
                  </a:lnTo>
                  <a:lnTo>
                    <a:pt x="11588" y="45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35311" y="3736740"/>
              <a:ext cx="52039" cy="51062"/>
            </a:xfrm>
            <a:custGeom>
              <a:avLst/>
              <a:pathLst>
                <a:path w="52039" h="51062">
                  <a:moveTo>
                    <a:pt x="12185" y="10400"/>
                  </a:moveTo>
                  <a:lnTo>
                    <a:pt x="21702" y="6127"/>
                  </a:lnTo>
                  <a:lnTo>
                    <a:pt x="35350" y="0"/>
                  </a:lnTo>
                  <a:lnTo>
                    <a:pt x="43080" y="5400"/>
                  </a:lnTo>
                  <a:lnTo>
                    <a:pt x="52039" y="11657"/>
                  </a:lnTo>
                  <a:lnTo>
                    <a:pt x="50784" y="19678"/>
                  </a:lnTo>
                  <a:lnTo>
                    <a:pt x="48404" y="34879"/>
                  </a:lnTo>
                  <a:lnTo>
                    <a:pt x="45871" y="51062"/>
                  </a:lnTo>
                  <a:lnTo>
                    <a:pt x="37409" y="48179"/>
                  </a:lnTo>
                  <a:lnTo>
                    <a:pt x="26370" y="44918"/>
                  </a:lnTo>
                  <a:lnTo>
                    <a:pt x="15914" y="41830"/>
                  </a:lnTo>
                  <a:lnTo>
                    <a:pt x="8204" y="34400"/>
                  </a:lnTo>
                  <a:lnTo>
                    <a:pt x="6249" y="30402"/>
                  </a:lnTo>
                  <a:lnTo>
                    <a:pt x="2697" y="23141"/>
                  </a:lnTo>
                  <a:lnTo>
                    <a:pt x="0" y="158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85430" y="3737403"/>
              <a:ext cx="44081" cy="59428"/>
            </a:xfrm>
            <a:custGeom>
              <a:avLst/>
              <a:pathLst>
                <a:path w="44081" h="59428">
                  <a:moveTo>
                    <a:pt x="994" y="44195"/>
                  </a:moveTo>
                  <a:lnTo>
                    <a:pt x="2149" y="36916"/>
                  </a:lnTo>
                  <a:lnTo>
                    <a:pt x="2924" y="32027"/>
                  </a:lnTo>
                  <a:lnTo>
                    <a:pt x="3992" y="25296"/>
                  </a:lnTo>
                  <a:lnTo>
                    <a:pt x="5696" y="14555"/>
                  </a:lnTo>
                  <a:lnTo>
                    <a:pt x="8004" y="0"/>
                  </a:lnTo>
                  <a:lnTo>
                    <a:pt x="23513" y="644"/>
                  </a:lnTo>
                  <a:lnTo>
                    <a:pt x="42159" y="1418"/>
                  </a:lnTo>
                  <a:lnTo>
                    <a:pt x="42836" y="9887"/>
                  </a:lnTo>
                  <a:lnTo>
                    <a:pt x="43637" y="19895"/>
                  </a:lnTo>
                  <a:lnTo>
                    <a:pt x="44081" y="25450"/>
                  </a:lnTo>
                  <a:lnTo>
                    <a:pt x="44060" y="27614"/>
                  </a:lnTo>
                  <a:lnTo>
                    <a:pt x="43946" y="39357"/>
                  </a:lnTo>
                  <a:lnTo>
                    <a:pt x="43751" y="59428"/>
                  </a:lnTo>
                  <a:lnTo>
                    <a:pt x="24210" y="55426"/>
                  </a:lnTo>
                  <a:lnTo>
                    <a:pt x="0" y="50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001238" y="3787018"/>
              <a:ext cx="36499" cy="65632"/>
            </a:xfrm>
            <a:custGeom>
              <a:avLst/>
              <a:pathLst>
                <a:path w="36499" h="65632">
                  <a:moveTo>
                    <a:pt x="1915" y="1066"/>
                  </a:moveTo>
                  <a:lnTo>
                    <a:pt x="3139" y="1875"/>
                  </a:lnTo>
                  <a:lnTo>
                    <a:pt x="10367" y="6656"/>
                  </a:lnTo>
                  <a:lnTo>
                    <a:pt x="19077" y="12418"/>
                  </a:lnTo>
                  <a:lnTo>
                    <a:pt x="27788" y="18181"/>
                  </a:lnTo>
                  <a:lnTo>
                    <a:pt x="36499" y="23943"/>
                  </a:lnTo>
                  <a:lnTo>
                    <a:pt x="33761" y="29660"/>
                  </a:lnTo>
                  <a:lnTo>
                    <a:pt x="31306" y="34788"/>
                  </a:lnTo>
                  <a:lnTo>
                    <a:pt x="28358" y="40946"/>
                  </a:lnTo>
                  <a:lnTo>
                    <a:pt x="27332" y="43089"/>
                  </a:lnTo>
                  <a:lnTo>
                    <a:pt x="25642" y="45632"/>
                  </a:lnTo>
                  <a:lnTo>
                    <a:pt x="18996" y="55632"/>
                  </a:lnTo>
                  <a:lnTo>
                    <a:pt x="12350" y="65632"/>
                  </a:lnTo>
                  <a:lnTo>
                    <a:pt x="5329" y="61824"/>
                  </a:lnTo>
                  <a:lnTo>
                    <a:pt x="0" y="58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001238" y="3768955"/>
              <a:ext cx="7428" cy="13560"/>
            </a:xfrm>
            <a:custGeom>
              <a:avLst/>
              <a:pathLst>
                <a:path w="7428" h="13560">
                  <a:moveTo>
                    <a:pt x="4806" y="9159"/>
                  </a:moveTo>
                  <a:lnTo>
                    <a:pt x="2184" y="13560"/>
                  </a:lnTo>
                  <a:lnTo>
                    <a:pt x="0" y="12241"/>
                  </a:lnTo>
                  <a:lnTo>
                    <a:pt x="0" y="0"/>
                  </a:lnTo>
                  <a:lnTo>
                    <a:pt x="7428" y="47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001238" y="3937076"/>
              <a:ext cx="5561" cy="30714"/>
            </a:xfrm>
            <a:custGeom>
              <a:avLst/>
              <a:pathLst>
                <a:path w="5561" h="30714">
                  <a:moveTo>
                    <a:pt x="5561" y="4318"/>
                  </a:moveTo>
                  <a:lnTo>
                    <a:pt x="3695" y="19504"/>
                  </a:lnTo>
                  <a:lnTo>
                    <a:pt x="2317" y="30714"/>
                  </a:lnTo>
                  <a:lnTo>
                    <a:pt x="0" y="292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001238" y="3867344"/>
              <a:ext cx="22049" cy="58964"/>
            </a:xfrm>
            <a:custGeom>
              <a:avLst/>
              <a:pathLst>
                <a:path w="22049" h="58964">
                  <a:moveTo>
                    <a:pt x="0" y="57382"/>
                  </a:moveTo>
                  <a:lnTo>
                    <a:pt x="0" y="42839"/>
                  </a:lnTo>
                  <a:lnTo>
                    <a:pt x="4074" y="37108"/>
                  </a:lnTo>
                  <a:lnTo>
                    <a:pt x="7598" y="26480"/>
                  </a:lnTo>
                  <a:lnTo>
                    <a:pt x="8147" y="22141"/>
                  </a:lnTo>
                  <a:lnTo>
                    <a:pt x="10145" y="6343"/>
                  </a:lnTo>
                  <a:lnTo>
                    <a:pt x="10947" y="0"/>
                  </a:lnTo>
                  <a:lnTo>
                    <a:pt x="16498" y="1711"/>
                  </a:lnTo>
                  <a:lnTo>
                    <a:pt x="22049" y="3422"/>
                  </a:lnTo>
                  <a:lnTo>
                    <a:pt x="17834" y="25892"/>
                  </a:lnTo>
                  <a:lnTo>
                    <a:pt x="15506" y="38304"/>
                  </a:lnTo>
                  <a:lnTo>
                    <a:pt x="15424" y="38743"/>
                  </a:lnTo>
                  <a:lnTo>
                    <a:pt x="10976" y="46891"/>
                  </a:lnTo>
                  <a:lnTo>
                    <a:pt x="1161" y="589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001238" y="3856414"/>
              <a:ext cx="3457" cy="22984"/>
            </a:xfrm>
            <a:custGeom>
              <a:avLst/>
              <a:pathLst>
                <a:path w="3457" h="22984">
                  <a:moveTo>
                    <a:pt x="3457" y="2229"/>
                  </a:moveTo>
                  <a:lnTo>
                    <a:pt x="465" y="20190"/>
                  </a:lnTo>
                  <a:lnTo>
                    <a:pt x="0" y="22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001238" y="4497961"/>
              <a:ext cx="37659" cy="65343"/>
            </a:xfrm>
            <a:custGeom>
              <a:avLst/>
              <a:pathLst>
                <a:path w="37659" h="65343">
                  <a:moveTo>
                    <a:pt x="17922" y="6979"/>
                  </a:moveTo>
                  <a:lnTo>
                    <a:pt x="31315" y="15265"/>
                  </a:lnTo>
                  <a:lnTo>
                    <a:pt x="37659" y="24272"/>
                  </a:lnTo>
                  <a:lnTo>
                    <a:pt x="36249" y="33639"/>
                  </a:lnTo>
                  <a:lnTo>
                    <a:pt x="33254" y="39944"/>
                  </a:lnTo>
                  <a:lnTo>
                    <a:pt x="30258" y="46249"/>
                  </a:lnTo>
                  <a:lnTo>
                    <a:pt x="23209" y="57417"/>
                  </a:lnTo>
                  <a:lnTo>
                    <a:pt x="15455" y="65343"/>
                  </a:lnTo>
                  <a:lnTo>
                    <a:pt x="0" y="65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007552" y="4481298"/>
              <a:ext cx="112202" cy="43123"/>
            </a:xfrm>
            <a:custGeom>
              <a:avLst/>
              <a:pathLst>
                <a:path w="112202" h="43123">
                  <a:moveTo>
                    <a:pt x="82523" y="43123"/>
                  </a:moveTo>
                  <a:lnTo>
                    <a:pt x="68205" y="42898"/>
                  </a:lnTo>
                  <a:lnTo>
                    <a:pt x="51280" y="42968"/>
                  </a:lnTo>
                  <a:lnTo>
                    <a:pt x="40269" y="43013"/>
                  </a:lnTo>
                  <a:lnTo>
                    <a:pt x="39451" y="38414"/>
                  </a:lnTo>
                  <a:lnTo>
                    <a:pt x="35574" y="29047"/>
                  </a:lnTo>
                  <a:lnTo>
                    <a:pt x="23944" y="19680"/>
                  </a:lnTo>
                  <a:lnTo>
                    <a:pt x="0" y="7836"/>
                  </a:lnTo>
                  <a:lnTo>
                    <a:pt x="1145" y="3917"/>
                  </a:lnTo>
                  <a:lnTo>
                    <a:pt x="2290" y="0"/>
                  </a:lnTo>
                  <a:lnTo>
                    <a:pt x="35804" y="11534"/>
                  </a:lnTo>
                  <a:lnTo>
                    <a:pt x="43028" y="19827"/>
                  </a:lnTo>
                  <a:lnTo>
                    <a:pt x="45112" y="22219"/>
                  </a:lnTo>
                  <a:lnTo>
                    <a:pt x="53042" y="29200"/>
                  </a:lnTo>
                  <a:lnTo>
                    <a:pt x="63395" y="29425"/>
                  </a:lnTo>
                  <a:lnTo>
                    <a:pt x="77052" y="28074"/>
                  </a:lnTo>
                  <a:lnTo>
                    <a:pt x="94454" y="24471"/>
                  </a:lnTo>
                  <a:lnTo>
                    <a:pt x="104807" y="17491"/>
                  </a:lnTo>
                  <a:lnTo>
                    <a:pt x="110314" y="17491"/>
                  </a:lnTo>
                  <a:lnTo>
                    <a:pt x="110697" y="19713"/>
                  </a:lnTo>
                  <a:lnTo>
                    <a:pt x="111258" y="22974"/>
                  </a:lnTo>
                  <a:lnTo>
                    <a:pt x="112202" y="284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101530" y="4581117"/>
              <a:ext cx="62781" cy="64558"/>
            </a:xfrm>
            <a:custGeom>
              <a:avLst/>
              <a:pathLst>
                <a:path w="62781" h="64558">
                  <a:moveTo>
                    <a:pt x="33568" y="49733"/>
                  </a:moveTo>
                  <a:lnTo>
                    <a:pt x="16740" y="64558"/>
                  </a:lnTo>
                  <a:lnTo>
                    <a:pt x="12555" y="58366"/>
                  </a:lnTo>
                  <a:lnTo>
                    <a:pt x="8370" y="52174"/>
                  </a:lnTo>
                  <a:lnTo>
                    <a:pt x="4185" y="45981"/>
                  </a:lnTo>
                  <a:lnTo>
                    <a:pt x="2096" y="42891"/>
                  </a:lnTo>
                  <a:lnTo>
                    <a:pt x="0" y="39789"/>
                  </a:lnTo>
                  <a:lnTo>
                    <a:pt x="21884" y="22301"/>
                  </a:lnTo>
                  <a:lnTo>
                    <a:pt x="49793" y="0"/>
                  </a:lnTo>
                  <a:lnTo>
                    <a:pt x="54613" y="8905"/>
                  </a:lnTo>
                  <a:lnTo>
                    <a:pt x="56287" y="11998"/>
                  </a:lnTo>
                  <a:lnTo>
                    <a:pt x="62781" y="2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129814" y="4614467"/>
              <a:ext cx="65290" cy="58904"/>
            </a:xfrm>
            <a:custGeom>
              <a:avLst/>
              <a:pathLst>
                <a:path w="65290" h="58904">
                  <a:moveTo>
                    <a:pt x="50884" y="52014"/>
                  </a:moveTo>
                  <a:lnTo>
                    <a:pt x="36477" y="58904"/>
                  </a:lnTo>
                  <a:lnTo>
                    <a:pt x="32512" y="44988"/>
                  </a:lnTo>
                  <a:lnTo>
                    <a:pt x="28547" y="31073"/>
                  </a:lnTo>
                  <a:lnTo>
                    <a:pt x="6079" y="39720"/>
                  </a:lnTo>
                  <a:lnTo>
                    <a:pt x="0" y="25669"/>
                  </a:lnTo>
                  <a:lnTo>
                    <a:pt x="20617" y="10537"/>
                  </a:lnTo>
                  <a:lnTo>
                    <a:pt x="51544" y="0"/>
                  </a:lnTo>
                  <a:lnTo>
                    <a:pt x="54230" y="8406"/>
                  </a:lnTo>
                  <a:lnTo>
                    <a:pt x="55774" y="13240"/>
                  </a:lnTo>
                  <a:lnTo>
                    <a:pt x="65290" y="451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168230" y="4664209"/>
              <a:ext cx="38910" cy="44324"/>
            </a:xfrm>
            <a:custGeom>
              <a:avLst/>
              <a:pathLst>
                <a:path w="38910" h="44324">
                  <a:moveTo>
                    <a:pt x="3302" y="33228"/>
                  </a:moveTo>
                  <a:lnTo>
                    <a:pt x="0" y="22132"/>
                  </a:lnTo>
                  <a:lnTo>
                    <a:pt x="11591" y="11023"/>
                  </a:lnTo>
                  <a:lnTo>
                    <a:pt x="16917" y="5920"/>
                  </a:lnTo>
                  <a:lnTo>
                    <a:pt x="29394" y="0"/>
                  </a:lnTo>
                  <a:lnTo>
                    <a:pt x="32950" y="11306"/>
                  </a:lnTo>
                  <a:lnTo>
                    <a:pt x="34152" y="15131"/>
                  </a:lnTo>
                  <a:lnTo>
                    <a:pt x="38910" y="30263"/>
                  </a:lnTo>
                  <a:lnTo>
                    <a:pt x="22757" y="37293"/>
                  </a:lnTo>
                  <a:lnTo>
                    <a:pt x="6604" y="443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001238" y="4690980"/>
              <a:ext cx="59847" cy="25341"/>
            </a:xfrm>
            <a:custGeom>
              <a:avLst/>
              <a:pathLst>
                <a:path w="59847" h="25341">
                  <a:moveTo>
                    <a:pt x="5591" y="24901"/>
                  </a:moveTo>
                  <a:lnTo>
                    <a:pt x="0" y="25341"/>
                  </a:lnTo>
                  <a:lnTo>
                    <a:pt x="0" y="2316"/>
                  </a:lnTo>
                  <a:lnTo>
                    <a:pt x="11630" y="0"/>
                  </a:lnTo>
                  <a:lnTo>
                    <a:pt x="31895" y="0"/>
                  </a:lnTo>
                  <a:lnTo>
                    <a:pt x="51720" y="6304"/>
                  </a:lnTo>
                  <a:lnTo>
                    <a:pt x="58329" y="10357"/>
                  </a:lnTo>
                  <a:lnTo>
                    <a:pt x="59088" y="15490"/>
                  </a:lnTo>
                  <a:lnTo>
                    <a:pt x="59847" y="206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001238" y="4621102"/>
              <a:ext cx="77014" cy="40966"/>
            </a:xfrm>
            <a:custGeom>
              <a:avLst/>
              <a:pathLst>
                <a:path w="77014" h="40966">
                  <a:moveTo>
                    <a:pt x="23425" y="24958"/>
                  </a:moveTo>
                  <a:lnTo>
                    <a:pt x="59198" y="20274"/>
                  </a:lnTo>
                  <a:lnTo>
                    <a:pt x="65894" y="13609"/>
                  </a:lnTo>
                  <a:lnTo>
                    <a:pt x="57083" y="3702"/>
                  </a:lnTo>
                  <a:lnTo>
                    <a:pt x="60754" y="0"/>
                  </a:lnTo>
                  <a:lnTo>
                    <a:pt x="75939" y="10547"/>
                  </a:lnTo>
                  <a:lnTo>
                    <a:pt x="76476" y="20863"/>
                  </a:lnTo>
                  <a:lnTo>
                    <a:pt x="77014" y="31178"/>
                  </a:lnTo>
                  <a:lnTo>
                    <a:pt x="38884" y="39428"/>
                  </a:lnTo>
                  <a:lnTo>
                    <a:pt x="31775" y="40966"/>
                  </a:lnTo>
                  <a:lnTo>
                    <a:pt x="8992" y="34671"/>
                  </a:lnTo>
                  <a:lnTo>
                    <a:pt x="1927" y="30610"/>
                  </a:lnTo>
                  <a:lnTo>
                    <a:pt x="0" y="29502"/>
                  </a:lnTo>
                  <a:lnTo>
                    <a:pt x="0" y="14532"/>
                  </a:lnTo>
                  <a:lnTo>
                    <a:pt x="13116" y="20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001238" y="3210462"/>
              <a:ext cx="169501" cy="173763"/>
            </a:xfrm>
            <a:custGeom>
              <a:avLst/>
              <a:pathLst>
                <a:path w="169501" h="173763">
                  <a:moveTo>
                    <a:pt x="3947" y="2696"/>
                  </a:moveTo>
                  <a:lnTo>
                    <a:pt x="7354" y="5023"/>
                  </a:lnTo>
                  <a:lnTo>
                    <a:pt x="12630" y="8626"/>
                  </a:lnTo>
                  <a:lnTo>
                    <a:pt x="16328" y="11152"/>
                  </a:lnTo>
                  <a:lnTo>
                    <a:pt x="21562" y="14726"/>
                  </a:lnTo>
                  <a:lnTo>
                    <a:pt x="27967" y="19101"/>
                  </a:lnTo>
                  <a:lnTo>
                    <a:pt x="31661" y="21624"/>
                  </a:lnTo>
                  <a:lnTo>
                    <a:pt x="35246" y="24072"/>
                  </a:lnTo>
                  <a:lnTo>
                    <a:pt x="39565" y="27022"/>
                  </a:lnTo>
                  <a:lnTo>
                    <a:pt x="42475" y="29010"/>
                  </a:lnTo>
                  <a:lnTo>
                    <a:pt x="44575" y="30444"/>
                  </a:lnTo>
                  <a:lnTo>
                    <a:pt x="47792" y="32641"/>
                  </a:lnTo>
                  <a:lnTo>
                    <a:pt x="56260" y="38425"/>
                  </a:lnTo>
                  <a:lnTo>
                    <a:pt x="59403" y="40571"/>
                  </a:lnTo>
                  <a:lnTo>
                    <a:pt x="65837" y="44965"/>
                  </a:lnTo>
                  <a:lnTo>
                    <a:pt x="70652" y="48254"/>
                  </a:lnTo>
                  <a:lnTo>
                    <a:pt x="75020" y="51237"/>
                  </a:lnTo>
                  <a:lnTo>
                    <a:pt x="78103" y="53343"/>
                  </a:lnTo>
                  <a:lnTo>
                    <a:pt x="85055" y="58091"/>
                  </a:lnTo>
                  <a:lnTo>
                    <a:pt x="95577" y="65277"/>
                  </a:lnTo>
                  <a:lnTo>
                    <a:pt x="99118" y="67696"/>
                  </a:lnTo>
                  <a:lnTo>
                    <a:pt x="104208" y="71172"/>
                  </a:lnTo>
                  <a:lnTo>
                    <a:pt x="110599" y="75538"/>
                  </a:lnTo>
                  <a:lnTo>
                    <a:pt x="119524" y="81633"/>
                  </a:lnTo>
                  <a:lnTo>
                    <a:pt x="124853" y="85272"/>
                  </a:lnTo>
                  <a:lnTo>
                    <a:pt x="127269" y="86923"/>
                  </a:lnTo>
                  <a:lnTo>
                    <a:pt x="129663" y="88558"/>
                  </a:lnTo>
                  <a:lnTo>
                    <a:pt x="131317" y="89688"/>
                  </a:lnTo>
                  <a:lnTo>
                    <a:pt x="133373" y="91092"/>
                  </a:lnTo>
                  <a:lnTo>
                    <a:pt x="134677" y="91982"/>
                  </a:lnTo>
                  <a:lnTo>
                    <a:pt x="136952" y="93536"/>
                  </a:lnTo>
                  <a:lnTo>
                    <a:pt x="139201" y="95072"/>
                  </a:lnTo>
                  <a:lnTo>
                    <a:pt x="156966" y="107205"/>
                  </a:lnTo>
                  <a:lnTo>
                    <a:pt x="164172" y="112127"/>
                  </a:lnTo>
                  <a:lnTo>
                    <a:pt x="169501" y="115766"/>
                  </a:lnTo>
                  <a:lnTo>
                    <a:pt x="167635" y="118631"/>
                  </a:lnTo>
                  <a:lnTo>
                    <a:pt x="159977" y="130395"/>
                  </a:lnTo>
                  <a:lnTo>
                    <a:pt x="157070" y="134859"/>
                  </a:lnTo>
                  <a:lnTo>
                    <a:pt x="155658" y="137029"/>
                  </a:lnTo>
                  <a:lnTo>
                    <a:pt x="152805" y="141411"/>
                  </a:lnTo>
                  <a:lnTo>
                    <a:pt x="142932" y="156575"/>
                  </a:lnTo>
                  <a:lnTo>
                    <a:pt x="141625" y="158583"/>
                  </a:lnTo>
                  <a:lnTo>
                    <a:pt x="140512" y="160291"/>
                  </a:lnTo>
                  <a:lnTo>
                    <a:pt x="138559" y="163291"/>
                  </a:lnTo>
                  <a:lnTo>
                    <a:pt x="131742" y="173763"/>
                  </a:lnTo>
                  <a:lnTo>
                    <a:pt x="121455" y="166688"/>
                  </a:lnTo>
                  <a:lnTo>
                    <a:pt x="103094" y="154061"/>
                  </a:lnTo>
                  <a:lnTo>
                    <a:pt x="91750" y="146259"/>
                  </a:lnTo>
                  <a:lnTo>
                    <a:pt x="89115" y="144446"/>
                  </a:lnTo>
                  <a:lnTo>
                    <a:pt x="87434" y="143291"/>
                  </a:lnTo>
                  <a:lnTo>
                    <a:pt x="85432" y="141914"/>
                  </a:lnTo>
                  <a:lnTo>
                    <a:pt x="81949" y="139518"/>
                  </a:lnTo>
                  <a:lnTo>
                    <a:pt x="75759" y="135261"/>
                  </a:lnTo>
                  <a:lnTo>
                    <a:pt x="72257" y="132853"/>
                  </a:lnTo>
                  <a:lnTo>
                    <a:pt x="69153" y="130718"/>
                  </a:lnTo>
                  <a:lnTo>
                    <a:pt x="57617" y="122784"/>
                  </a:lnTo>
                  <a:lnTo>
                    <a:pt x="55280" y="121177"/>
                  </a:lnTo>
                  <a:lnTo>
                    <a:pt x="49153" y="116963"/>
                  </a:lnTo>
                  <a:lnTo>
                    <a:pt x="46356" y="115039"/>
                  </a:lnTo>
                  <a:lnTo>
                    <a:pt x="42084" y="112102"/>
                  </a:lnTo>
                  <a:lnTo>
                    <a:pt x="38607" y="109710"/>
                  </a:lnTo>
                  <a:lnTo>
                    <a:pt x="35562" y="107616"/>
                  </a:lnTo>
                  <a:lnTo>
                    <a:pt x="33050" y="105889"/>
                  </a:lnTo>
                  <a:lnTo>
                    <a:pt x="28120" y="102498"/>
                  </a:lnTo>
                  <a:lnTo>
                    <a:pt x="23616" y="99401"/>
                  </a:lnTo>
                  <a:lnTo>
                    <a:pt x="18929" y="96177"/>
                  </a:lnTo>
                  <a:lnTo>
                    <a:pt x="12363" y="91661"/>
                  </a:lnTo>
                  <a:lnTo>
                    <a:pt x="6520" y="87643"/>
                  </a:lnTo>
                  <a:lnTo>
                    <a:pt x="2553" y="84915"/>
                  </a:lnTo>
                  <a:lnTo>
                    <a:pt x="0" y="8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001238" y="3309888"/>
              <a:ext cx="74316" cy="105632"/>
            </a:xfrm>
            <a:custGeom>
              <a:avLst/>
              <a:pathLst>
                <a:path w="74316" h="105632">
                  <a:moveTo>
                    <a:pt x="3884" y="2691"/>
                  </a:moveTo>
                  <a:lnTo>
                    <a:pt x="7894" y="5469"/>
                  </a:lnTo>
                  <a:lnTo>
                    <a:pt x="13271" y="9195"/>
                  </a:lnTo>
                  <a:lnTo>
                    <a:pt x="16936" y="11734"/>
                  </a:lnTo>
                  <a:lnTo>
                    <a:pt x="20649" y="14306"/>
                  </a:lnTo>
                  <a:lnTo>
                    <a:pt x="25662" y="17780"/>
                  </a:lnTo>
                  <a:lnTo>
                    <a:pt x="28484" y="19735"/>
                  </a:lnTo>
                  <a:lnTo>
                    <a:pt x="31459" y="21796"/>
                  </a:lnTo>
                  <a:lnTo>
                    <a:pt x="34097" y="23624"/>
                  </a:lnTo>
                  <a:lnTo>
                    <a:pt x="36240" y="25109"/>
                  </a:lnTo>
                  <a:lnTo>
                    <a:pt x="38600" y="26743"/>
                  </a:lnTo>
                  <a:lnTo>
                    <a:pt x="42690" y="29578"/>
                  </a:lnTo>
                  <a:lnTo>
                    <a:pt x="46908" y="32499"/>
                  </a:lnTo>
                  <a:lnTo>
                    <a:pt x="50920" y="35280"/>
                  </a:lnTo>
                  <a:lnTo>
                    <a:pt x="55444" y="38414"/>
                  </a:lnTo>
                  <a:lnTo>
                    <a:pt x="60195" y="41705"/>
                  </a:lnTo>
                  <a:lnTo>
                    <a:pt x="66695" y="46209"/>
                  </a:lnTo>
                  <a:lnTo>
                    <a:pt x="74316" y="51489"/>
                  </a:lnTo>
                  <a:lnTo>
                    <a:pt x="72491" y="54190"/>
                  </a:lnTo>
                  <a:lnTo>
                    <a:pt x="70020" y="57848"/>
                  </a:lnTo>
                  <a:lnTo>
                    <a:pt x="68220" y="60512"/>
                  </a:lnTo>
                  <a:lnTo>
                    <a:pt x="65734" y="64193"/>
                  </a:lnTo>
                  <a:lnTo>
                    <a:pt x="64366" y="66218"/>
                  </a:lnTo>
                  <a:lnTo>
                    <a:pt x="54908" y="80219"/>
                  </a:lnTo>
                  <a:lnTo>
                    <a:pt x="53017" y="83018"/>
                  </a:lnTo>
                  <a:lnTo>
                    <a:pt x="50023" y="87451"/>
                  </a:lnTo>
                  <a:lnTo>
                    <a:pt x="46726" y="92332"/>
                  </a:lnTo>
                  <a:lnTo>
                    <a:pt x="37742" y="105632"/>
                  </a:lnTo>
                  <a:lnTo>
                    <a:pt x="35160" y="103838"/>
                  </a:lnTo>
                  <a:lnTo>
                    <a:pt x="30884" y="100868"/>
                  </a:lnTo>
                  <a:lnTo>
                    <a:pt x="29371" y="99817"/>
                  </a:lnTo>
                  <a:lnTo>
                    <a:pt x="26626" y="97910"/>
                  </a:lnTo>
                  <a:lnTo>
                    <a:pt x="24036" y="96111"/>
                  </a:lnTo>
                  <a:lnTo>
                    <a:pt x="20809" y="93869"/>
                  </a:lnTo>
                  <a:lnTo>
                    <a:pt x="15947" y="90491"/>
                  </a:lnTo>
                  <a:lnTo>
                    <a:pt x="1027" y="80126"/>
                  </a:lnTo>
                  <a:lnTo>
                    <a:pt x="0" y="794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001238" y="3400068"/>
              <a:ext cx="33629" cy="54613"/>
            </a:xfrm>
            <a:custGeom>
              <a:avLst/>
              <a:pathLst>
                <a:path w="33629" h="54613">
                  <a:moveTo>
                    <a:pt x="5032" y="3482"/>
                  </a:moveTo>
                  <a:lnTo>
                    <a:pt x="6938" y="5103"/>
                  </a:lnTo>
                  <a:lnTo>
                    <a:pt x="10632" y="8243"/>
                  </a:lnTo>
                  <a:lnTo>
                    <a:pt x="16325" y="13083"/>
                  </a:lnTo>
                  <a:lnTo>
                    <a:pt x="24259" y="19827"/>
                  </a:lnTo>
                  <a:lnTo>
                    <a:pt x="33629" y="27792"/>
                  </a:lnTo>
                  <a:lnTo>
                    <a:pt x="30702" y="31850"/>
                  </a:lnTo>
                  <a:lnTo>
                    <a:pt x="14280" y="54613"/>
                  </a:lnTo>
                  <a:lnTo>
                    <a:pt x="0" y="44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001238" y="3465136"/>
              <a:ext cx="5911" cy="14191"/>
            </a:xfrm>
            <a:custGeom>
              <a:avLst/>
              <a:pathLst>
                <a:path w="5911" h="14191">
                  <a:moveTo>
                    <a:pt x="5911" y="3982"/>
                  </a:moveTo>
                  <a:lnTo>
                    <a:pt x="3412" y="8297"/>
                  </a:lnTo>
                  <a:lnTo>
                    <a:pt x="0" y="14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001238" y="6018772"/>
              <a:ext cx="1714" cy="34555"/>
            </a:xfrm>
            <a:custGeom>
              <a:avLst/>
              <a:pathLst>
                <a:path w="1714" h="34555">
                  <a:moveTo>
                    <a:pt x="315" y="0"/>
                  </a:moveTo>
                  <a:lnTo>
                    <a:pt x="412" y="2397"/>
                  </a:lnTo>
                  <a:lnTo>
                    <a:pt x="767" y="11162"/>
                  </a:lnTo>
                  <a:lnTo>
                    <a:pt x="1134" y="20226"/>
                  </a:lnTo>
                  <a:lnTo>
                    <a:pt x="1562" y="30805"/>
                  </a:lnTo>
                  <a:lnTo>
                    <a:pt x="1714" y="34555"/>
                  </a:lnTo>
                  <a:lnTo>
                    <a:pt x="0" y="34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006508" y="5965251"/>
              <a:ext cx="55823" cy="88076"/>
            </a:xfrm>
            <a:custGeom>
              <a:avLst/>
              <a:pathLst>
                <a:path w="55823" h="88076">
                  <a:moveTo>
                    <a:pt x="55021" y="11785"/>
                  </a:moveTo>
                  <a:lnTo>
                    <a:pt x="54588" y="19715"/>
                  </a:lnTo>
                  <a:lnTo>
                    <a:pt x="54191" y="26971"/>
                  </a:lnTo>
                  <a:lnTo>
                    <a:pt x="54022" y="30074"/>
                  </a:lnTo>
                  <a:lnTo>
                    <a:pt x="53795" y="34223"/>
                  </a:lnTo>
                  <a:lnTo>
                    <a:pt x="53363" y="42128"/>
                  </a:lnTo>
                  <a:lnTo>
                    <a:pt x="52920" y="50234"/>
                  </a:lnTo>
                  <a:lnTo>
                    <a:pt x="52886" y="50863"/>
                  </a:lnTo>
                  <a:lnTo>
                    <a:pt x="52523" y="57505"/>
                  </a:lnTo>
                  <a:lnTo>
                    <a:pt x="52145" y="64428"/>
                  </a:lnTo>
                  <a:lnTo>
                    <a:pt x="51771" y="71268"/>
                  </a:lnTo>
                  <a:lnTo>
                    <a:pt x="51451" y="77127"/>
                  </a:lnTo>
                  <a:lnTo>
                    <a:pt x="51101" y="83547"/>
                  </a:lnTo>
                  <a:lnTo>
                    <a:pt x="50853" y="88076"/>
                  </a:lnTo>
                  <a:lnTo>
                    <a:pt x="1815" y="88076"/>
                  </a:lnTo>
                  <a:lnTo>
                    <a:pt x="1747" y="84823"/>
                  </a:lnTo>
                  <a:lnTo>
                    <a:pt x="1430" y="69519"/>
                  </a:lnTo>
                  <a:lnTo>
                    <a:pt x="1178" y="57362"/>
                  </a:lnTo>
                  <a:lnTo>
                    <a:pt x="974" y="47524"/>
                  </a:lnTo>
                  <a:lnTo>
                    <a:pt x="763" y="37365"/>
                  </a:lnTo>
                  <a:lnTo>
                    <a:pt x="547" y="26941"/>
                  </a:lnTo>
                  <a:lnTo>
                    <a:pt x="354" y="17617"/>
                  </a:lnTo>
                  <a:lnTo>
                    <a:pt x="163" y="8420"/>
                  </a:lnTo>
                  <a:lnTo>
                    <a:pt x="0" y="529"/>
                  </a:lnTo>
                  <a:lnTo>
                    <a:pt x="27599" y="267"/>
                  </a:lnTo>
                  <a:lnTo>
                    <a:pt x="558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340232" y="5946050"/>
              <a:ext cx="133629" cy="38309"/>
            </a:xfrm>
            <a:custGeom>
              <a:avLst/>
              <a:pathLst>
                <a:path w="133629" h="38309">
                  <a:moveTo>
                    <a:pt x="17950" y="14016"/>
                  </a:moveTo>
                  <a:lnTo>
                    <a:pt x="24747" y="12995"/>
                  </a:lnTo>
                  <a:lnTo>
                    <a:pt x="27567" y="12569"/>
                  </a:lnTo>
                  <a:lnTo>
                    <a:pt x="38812" y="10871"/>
                  </a:lnTo>
                  <a:lnTo>
                    <a:pt x="50922" y="9042"/>
                  </a:lnTo>
                  <a:lnTo>
                    <a:pt x="61145" y="7498"/>
                  </a:lnTo>
                  <a:lnTo>
                    <a:pt x="70075" y="6149"/>
                  </a:lnTo>
                  <a:lnTo>
                    <a:pt x="71144" y="6003"/>
                  </a:lnTo>
                  <a:lnTo>
                    <a:pt x="81545" y="4573"/>
                  </a:lnTo>
                  <a:lnTo>
                    <a:pt x="92112" y="3121"/>
                  </a:lnTo>
                  <a:lnTo>
                    <a:pt x="101849" y="1783"/>
                  </a:lnTo>
                  <a:lnTo>
                    <a:pt x="105734" y="1249"/>
                  </a:lnTo>
                  <a:lnTo>
                    <a:pt x="111512" y="663"/>
                  </a:lnTo>
                  <a:lnTo>
                    <a:pt x="114952" y="498"/>
                  </a:lnTo>
                  <a:lnTo>
                    <a:pt x="116432" y="427"/>
                  </a:lnTo>
                  <a:lnTo>
                    <a:pt x="131444" y="0"/>
                  </a:lnTo>
                  <a:lnTo>
                    <a:pt x="132586" y="13222"/>
                  </a:lnTo>
                  <a:lnTo>
                    <a:pt x="133629" y="25314"/>
                  </a:lnTo>
                  <a:lnTo>
                    <a:pt x="100145" y="28895"/>
                  </a:lnTo>
                  <a:lnTo>
                    <a:pt x="84845" y="30531"/>
                  </a:lnTo>
                  <a:lnTo>
                    <a:pt x="61632" y="33014"/>
                  </a:lnTo>
                  <a:lnTo>
                    <a:pt x="12122" y="38309"/>
                  </a:lnTo>
                  <a:lnTo>
                    <a:pt x="6589" y="28451"/>
                  </a:lnTo>
                  <a:lnTo>
                    <a:pt x="0" y="167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571438" y="5917637"/>
              <a:ext cx="375583" cy="46330"/>
            </a:xfrm>
            <a:custGeom>
              <a:avLst/>
              <a:pathLst>
                <a:path w="375583" h="46330">
                  <a:moveTo>
                    <a:pt x="103" y="37565"/>
                  </a:moveTo>
                  <a:lnTo>
                    <a:pt x="0" y="25708"/>
                  </a:lnTo>
                  <a:lnTo>
                    <a:pt x="6444" y="24470"/>
                  </a:lnTo>
                  <a:lnTo>
                    <a:pt x="21231" y="21630"/>
                  </a:lnTo>
                  <a:lnTo>
                    <a:pt x="35732" y="18844"/>
                  </a:lnTo>
                  <a:lnTo>
                    <a:pt x="51104" y="15891"/>
                  </a:lnTo>
                  <a:lnTo>
                    <a:pt x="57465" y="14669"/>
                  </a:lnTo>
                  <a:lnTo>
                    <a:pt x="65863" y="13362"/>
                  </a:lnTo>
                  <a:lnTo>
                    <a:pt x="80864" y="11029"/>
                  </a:lnTo>
                  <a:lnTo>
                    <a:pt x="94896" y="8847"/>
                  </a:lnTo>
                  <a:lnTo>
                    <a:pt x="110945" y="6351"/>
                  </a:lnTo>
                  <a:lnTo>
                    <a:pt x="127361" y="4072"/>
                  </a:lnTo>
                  <a:lnTo>
                    <a:pt x="142507" y="1970"/>
                  </a:lnTo>
                  <a:lnTo>
                    <a:pt x="160531" y="924"/>
                  </a:lnTo>
                  <a:lnTo>
                    <a:pt x="176464" y="0"/>
                  </a:lnTo>
                  <a:lnTo>
                    <a:pt x="180809" y="749"/>
                  </a:lnTo>
                  <a:lnTo>
                    <a:pt x="196341" y="3427"/>
                  </a:lnTo>
                  <a:lnTo>
                    <a:pt x="213447" y="6376"/>
                  </a:lnTo>
                  <a:lnTo>
                    <a:pt x="228827" y="9028"/>
                  </a:lnTo>
                  <a:lnTo>
                    <a:pt x="243628" y="11580"/>
                  </a:lnTo>
                  <a:lnTo>
                    <a:pt x="260023" y="14407"/>
                  </a:lnTo>
                  <a:lnTo>
                    <a:pt x="274876" y="16969"/>
                  </a:lnTo>
                  <a:lnTo>
                    <a:pt x="288029" y="19237"/>
                  </a:lnTo>
                  <a:lnTo>
                    <a:pt x="292188" y="19485"/>
                  </a:lnTo>
                  <a:lnTo>
                    <a:pt x="309504" y="20518"/>
                  </a:lnTo>
                  <a:lnTo>
                    <a:pt x="326344" y="21523"/>
                  </a:lnTo>
                  <a:lnTo>
                    <a:pt x="333705" y="21962"/>
                  </a:lnTo>
                  <a:lnTo>
                    <a:pt x="342981" y="21618"/>
                  </a:lnTo>
                  <a:lnTo>
                    <a:pt x="358224" y="21052"/>
                  </a:lnTo>
                  <a:lnTo>
                    <a:pt x="374692" y="20440"/>
                  </a:lnTo>
                  <a:lnTo>
                    <a:pt x="375165" y="30414"/>
                  </a:lnTo>
                  <a:lnTo>
                    <a:pt x="375583" y="39223"/>
                  </a:lnTo>
                  <a:lnTo>
                    <a:pt x="234156" y="28276"/>
                  </a:lnTo>
                  <a:lnTo>
                    <a:pt x="195274" y="31522"/>
                  </a:lnTo>
                  <a:lnTo>
                    <a:pt x="104436" y="39106"/>
                  </a:lnTo>
                  <a:lnTo>
                    <a:pt x="179" y="46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001238" y="5414746"/>
              <a:ext cx="315988" cy="253656"/>
            </a:xfrm>
            <a:custGeom>
              <a:avLst/>
              <a:pathLst>
                <a:path w="315988" h="253656">
                  <a:moveTo>
                    <a:pt x="86789" y="183897"/>
                  </a:moveTo>
                  <a:lnTo>
                    <a:pt x="115846" y="183273"/>
                  </a:lnTo>
                  <a:lnTo>
                    <a:pt x="138855" y="182779"/>
                  </a:lnTo>
                  <a:lnTo>
                    <a:pt x="161031" y="182302"/>
                  </a:lnTo>
                  <a:lnTo>
                    <a:pt x="184428" y="181800"/>
                  </a:lnTo>
                  <a:lnTo>
                    <a:pt x="187866" y="180630"/>
                  </a:lnTo>
                  <a:lnTo>
                    <a:pt x="209977" y="173108"/>
                  </a:lnTo>
                  <a:lnTo>
                    <a:pt x="235500" y="164424"/>
                  </a:lnTo>
                  <a:lnTo>
                    <a:pt x="260190" y="156024"/>
                  </a:lnTo>
                  <a:lnTo>
                    <a:pt x="296908" y="143532"/>
                  </a:lnTo>
                  <a:lnTo>
                    <a:pt x="305054" y="160671"/>
                  </a:lnTo>
                  <a:lnTo>
                    <a:pt x="315988" y="183678"/>
                  </a:lnTo>
                  <a:lnTo>
                    <a:pt x="305533" y="188843"/>
                  </a:lnTo>
                  <a:lnTo>
                    <a:pt x="295956" y="193574"/>
                  </a:lnTo>
                  <a:lnTo>
                    <a:pt x="280411" y="201252"/>
                  </a:lnTo>
                  <a:lnTo>
                    <a:pt x="269074" y="206853"/>
                  </a:lnTo>
                  <a:lnTo>
                    <a:pt x="254432" y="214085"/>
                  </a:lnTo>
                  <a:lnTo>
                    <a:pt x="242712" y="219874"/>
                  </a:lnTo>
                  <a:lnTo>
                    <a:pt x="229735" y="226284"/>
                  </a:lnTo>
                  <a:lnTo>
                    <a:pt x="218736" y="231718"/>
                  </a:lnTo>
                  <a:lnTo>
                    <a:pt x="207155" y="237438"/>
                  </a:lnTo>
                  <a:lnTo>
                    <a:pt x="195931" y="242983"/>
                  </a:lnTo>
                  <a:lnTo>
                    <a:pt x="185518" y="248127"/>
                  </a:lnTo>
                  <a:lnTo>
                    <a:pt x="181003" y="248261"/>
                  </a:lnTo>
                  <a:lnTo>
                    <a:pt x="166083" y="248706"/>
                  </a:lnTo>
                  <a:lnTo>
                    <a:pt x="152734" y="249104"/>
                  </a:lnTo>
                  <a:lnTo>
                    <a:pt x="139629" y="249495"/>
                  </a:lnTo>
                  <a:lnTo>
                    <a:pt x="125196" y="249925"/>
                  </a:lnTo>
                  <a:lnTo>
                    <a:pt x="111999" y="250318"/>
                  </a:lnTo>
                  <a:lnTo>
                    <a:pt x="97407" y="250753"/>
                  </a:lnTo>
                  <a:lnTo>
                    <a:pt x="84937" y="251125"/>
                  </a:lnTo>
                  <a:lnTo>
                    <a:pt x="80103" y="251269"/>
                  </a:lnTo>
                  <a:lnTo>
                    <a:pt x="71749" y="251518"/>
                  </a:lnTo>
                  <a:lnTo>
                    <a:pt x="63243" y="251771"/>
                  </a:lnTo>
                  <a:lnTo>
                    <a:pt x="51573" y="252119"/>
                  </a:lnTo>
                  <a:lnTo>
                    <a:pt x="42906" y="252377"/>
                  </a:lnTo>
                  <a:lnTo>
                    <a:pt x="40424" y="252451"/>
                  </a:lnTo>
                  <a:lnTo>
                    <a:pt x="29588" y="252774"/>
                  </a:lnTo>
                  <a:lnTo>
                    <a:pt x="19574" y="253073"/>
                  </a:lnTo>
                  <a:lnTo>
                    <a:pt x="10419" y="253346"/>
                  </a:lnTo>
                  <a:lnTo>
                    <a:pt x="0" y="253656"/>
                  </a:lnTo>
                  <a:lnTo>
                    <a:pt x="0" y="170345"/>
                  </a:lnTo>
                  <a:lnTo>
                    <a:pt x="3112" y="167771"/>
                  </a:lnTo>
                  <a:lnTo>
                    <a:pt x="15620" y="157430"/>
                  </a:lnTo>
                  <a:lnTo>
                    <a:pt x="21410" y="152500"/>
                  </a:lnTo>
                  <a:lnTo>
                    <a:pt x="26952" y="147343"/>
                  </a:lnTo>
                  <a:lnTo>
                    <a:pt x="32022" y="142627"/>
                  </a:lnTo>
                  <a:lnTo>
                    <a:pt x="37792" y="137258"/>
                  </a:lnTo>
                  <a:lnTo>
                    <a:pt x="48335" y="127450"/>
                  </a:lnTo>
                  <a:lnTo>
                    <a:pt x="53264" y="122864"/>
                  </a:lnTo>
                  <a:lnTo>
                    <a:pt x="56393" y="120364"/>
                  </a:lnTo>
                  <a:lnTo>
                    <a:pt x="61532" y="116259"/>
                  </a:lnTo>
                  <a:lnTo>
                    <a:pt x="66802" y="112162"/>
                  </a:lnTo>
                  <a:lnTo>
                    <a:pt x="76021" y="104995"/>
                  </a:lnTo>
                  <a:lnTo>
                    <a:pt x="85607" y="97543"/>
                  </a:lnTo>
                  <a:lnTo>
                    <a:pt x="97040" y="88655"/>
                  </a:lnTo>
                  <a:lnTo>
                    <a:pt x="107918" y="80197"/>
                  </a:lnTo>
                  <a:lnTo>
                    <a:pt x="117747" y="72556"/>
                  </a:lnTo>
                  <a:lnTo>
                    <a:pt x="127201" y="65206"/>
                  </a:lnTo>
                  <a:lnTo>
                    <a:pt x="136618" y="57885"/>
                  </a:lnTo>
                  <a:lnTo>
                    <a:pt x="146802" y="49967"/>
                  </a:lnTo>
                  <a:lnTo>
                    <a:pt x="155056" y="43550"/>
                  </a:lnTo>
                  <a:lnTo>
                    <a:pt x="163562" y="36938"/>
                  </a:lnTo>
                  <a:lnTo>
                    <a:pt x="171539" y="30736"/>
                  </a:lnTo>
                  <a:lnTo>
                    <a:pt x="180215" y="23991"/>
                  </a:lnTo>
                  <a:lnTo>
                    <a:pt x="187911" y="18008"/>
                  </a:lnTo>
                  <a:lnTo>
                    <a:pt x="196310" y="11478"/>
                  </a:lnTo>
                  <a:lnTo>
                    <a:pt x="211075" y="0"/>
                  </a:lnTo>
                  <a:lnTo>
                    <a:pt x="223207" y="11238"/>
                  </a:lnTo>
                  <a:lnTo>
                    <a:pt x="231992" y="19376"/>
                  </a:lnTo>
                  <a:lnTo>
                    <a:pt x="211385" y="37430"/>
                  </a:lnTo>
                  <a:lnTo>
                    <a:pt x="191649" y="54722"/>
                  </a:lnTo>
                  <a:lnTo>
                    <a:pt x="173428" y="70686"/>
                  </a:lnTo>
                  <a:lnTo>
                    <a:pt x="154808" y="87000"/>
                  </a:lnTo>
                  <a:lnTo>
                    <a:pt x="137538" y="102131"/>
                  </a:lnTo>
                  <a:lnTo>
                    <a:pt x="120335" y="117204"/>
                  </a:lnTo>
                  <a:lnTo>
                    <a:pt x="100094" y="134937"/>
                  </a:lnTo>
                  <a:lnTo>
                    <a:pt x="71273" y="157037"/>
                  </a:lnTo>
                  <a:lnTo>
                    <a:pt x="31240" y="187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001238" y="5503964"/>
              <a:ext cx="51554" cy="63708"/>
            </a:xfrm>
            <a:custGeom>
              <a:avLst/>
              <a:pathLst>
                <a:path w="51554" h="63708">
                  <a:moveTo>
                    <a:pt x="19714" y="0"/>
                  </a:moveTo>
                  <a:lnTo>
                    <a:pt x="31373" y="9034"/>
                  </a:lnTo>
                  <a:lnTo>
                    <a:pt x="51554" y="24673"/>
                  </a:lnTo>
                  <a:lnTo>
                    <a:pt x="32353" y="39211"/>
                  </a:lnTo>
                  <a:lnTo>
                    <a:pt x="16559" y="51170"/>
                  </a:lnTo>
                  <a:lnTo>
                    <a:pt x="0" y="63708"/>
                  </a:lnTo>
                  <a:lnTo>
                    <a:pt x="0" y="7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062985" y="5912922"/>
              <a:ext cx="408722" cy="140405"/>
            </a:xfrm>
            <a:custGeom>
              <a:avLst/>
              <a:pathLst>
                <a:path w="408722" h="140405">
                  <a:moveTo>
                    <a:pt x="265450" y="17047"/>
                  </a:moveTo>
                  <a:lnTo>
                    <a:pt x="355606" y="2821"/>
                  </a:lnTo>
                  <a:lnTo>
                    <a:pt x="405631" y="0"/>
                  </a:lnTo>
                  <a:lnTo>
                    <a:pt x="406981" y="12845"/>
                  </a:lnTo>
                  <a:lnTo>
                    <a:pt x="408722" y="29413"/>
                  </a:lnTo>
                  <a:lnTo>
                    <a:pt x="398107" y="30000"/>
                  </a:lnTo>
                  <a:lnTo>
                    <a:pt x="392042" y="30336"/>
                  </a:lnTo>
                  <a:lnTo>
                    <a:pt x="384766" y="30738"/>
                  </a:lnTo>
                  <a:lnTo>
                    <a:pt x="375927" y="31227"/>
                  </a:lnTo>
                  <a:lnTo>
                    <a:pt x="366535" y="32873"/>
                  </a:lnTo>
                  <a:lnTo>
                    <a:pt x="357808" y="34402"/>
                  </a:lnTo>
                  <a:lnTo>
                    <a:pt x="349263" y="35899"/>
                  </a:lnTo>
                  <a:lnTo>
                    <a:pt x="340670" y="37404"/>
                  </a:lnTo>
                  <a:lnTo>
                    <a:pt x="332406" y="38852"/>
                  </a:lnTo>
                  <a:lnTo>
                    <a:pt x="323615" y="40392"/>
                  </a:lnTo>
                  <a:lnTo>
                    <a:pt x="316328" y="41669"/>
                  </a:lnTo>
                  <a:lnTo>
                    <a:pt x="307947" y="43137"/>
                  </a:lnTo>
                  <a:lnTo>
                    <a:pt x="299768" y="44570"/>
                  </a:lnTo>
                  <a:lnTo>
                    <a:pt x="290850" y="46133"/>
                  </a:lnTo>
                  <a:lnTo>
                    <a:pt x="280462" y="47953"/>
                  </a:lnTo>
                  <a:lnTo>
                    <a:pt x="273640" y="49148"/>
                  </a:lnTo>
                  <a:lnTo>
                    <a:pt x="271374" y="51485"/>
                  </a:lnTo>
                  <a:lnTo>
                    <a:pt x="267453" y="55531"/>
                  </a:lnTo>
                  <a:lnTo>
                    <a:pt x="263014" y="60111"/>
                  </a:lnTo>
                  <a:lnTo>
                    <a:pt x="256354" y="66981"/>
                  </a:lnTo>
                  <a:lnTo>
                    <a:pt x="250282" y="73246"/>
                  </a:lnTo>
                  <a:lnTo>
                    <a:pt x="245227" y="78461"/>
                  </a:lnTo>
                  <a:lnTo>
                    <a:pt x="240612" y="83222"/>
                  </a:lnTo>
                  <a:lnTo>
                    <a:pt x="235575" y="88419"/>
                  </a:lnTo>
                  <a:lnTo>
                    <a:pt x="231384" y="92742"/>
                  </a:lnTo>
                  <a:lnTo>
                    <a:pt x="227323" y="96932"/>
                  </a:lnTo>
                  <a:lnTo>
                    <a:pt x="225186" y="99136"/>
                  </a:lnTo>
                  <a:lnTo>
                    <a:pt x="222398" y="100529"/>
                  </a:lnTo>
                  <a:lnTo>
                    <a:pt x="217694" y="102880"/>
                  </a:lnTo>
                  <a:lnTo>
                    <a:pt x="212196" y="105627"/>
                  </a:lnTo>
                  <a:lnTo>
                    <a:pt x="206591" y="108427"/>
                  </a:lnTo>
                  <a:lnTo>
                    <a:pt x="202207" y="110617"/>
                  </a:lnTo>
                  <a:lnTo>
                    <a:pt x="196462" y="113487"/>
                  </a:lnTo>
                  <a:lnTo>
                    <a:pt x="192041" y="115696"/>
                  </a:lnTo>
                  <a:lnTo>
                    <a:pt x="186981" y="118224"/>
                  </a:lnTo>
                  <a:lnTo>
                    <a:pt x="182431" y="120498"/>
                  </a:lnTo>
                  <a:lnTo>
                    <a:pt x="178123" y="122650"/>
                  </a:lnTo>
                  <a:lnTo>
                    <a:pt x="173897" y="124761"/>
                  </a:lnTo>
                  <a:lnTo>
                    <a:pt x="168154" y="127630"/>
                  </a:lnTo>
                  <a:lnTo>
                    <a:pt x="162525" y="130443"/>
                  </a:lnTo>
                  <a:lnTo>
                    <a:pt x="158553" y="132427"/>
                  </a:lnTo>
                  <a:lnTo>
                    <a:pt x="153790" y="134807"/>
                  </a:lnTo>
                  <a:lnTo>
                    <a:pt x="150550" y="136426"/>
                  </a:lnTo>
                  <a:lnTo>
                    <a:pt x="147489" y="136987"/>
                  </a:lnTo>
                  <a:lnTo>
                    <a:pt x="139854" y="138386"/>
                  </a:lnTo>
                  <a:lnTo>
                    <a:pt x="132473" y="139738"/>
                  </a:lnTo>
                  <a:lnTo>
                    <a:pt x="128836" y="140405"/>
                  </a:lnTo>
                  <a:lnTo>
                    <a:pt x="0" y="140405"/>
                  </a:lnTo>
                  <a:lnTo>
                    <a:pt x="403" y="133646"/>
                  </a:lnTo>
                  <a:lnTo>
                    <a:pt x="879" y="125678"/>
                  </a:lnTo>
                  <a:lnTo>
                    <a:pt x="1387" y="117181"/>
                  </a:lnTo>
                  <a:lnTo>
                    <a:pt x="1936" y="107996"/>
                  </a:lnTo>
                  <a:lnTo>
                    <a:pt x="2195" y="98508"/>
                  </a:lnTo>
                  <a:lnTo>
                    <a:pt x="2429" y="89920"/>
                  </a:lnTo>
                  <a:lnTo>
                    <a:pt x="2560" y="85134"/>
                  </a:lnTo>
                  <a:lnTo>
                    <a:pt x="2650" y="81809"/>
                  </a:lnTo>
                  <a:lnTo>
                    <a:pt x="2860" y="74134"/>
                  </a:lnTo>
                  <a:lnTo>
                    <a:pt x="3111" y="64927"/>
                  </a:lnTo>
                  <a:lnTo>
                    <a:pt x="3331" y="56855"/>
                  </a:lnTo>
                  <a:lnTo>
                    <a:pt x="3424" y="53452"/>
                  </a:lnTo>
                  <a:lnTo>
                    <a:pt x="4083" y="48143"/>
                  </a:lnTo>
                  <a:lnTo>
                    <a:pt x="5134" y="39676"/>
                  </a:lnTo>
                  <a:lnTo>
                    <a:pt x="6478" y="28853"/>
                  </a:lnTo>
                  <a:lnTo>
                    <a:pt x="6944" y="25102"/>
                  </a:lnTo>
                  <a:lnTo>
                    <a:pt x="25352" y="25900"/>
                  </a:lnTo>
                  <a:lnTo>
                    <a:pt x="30555" y="26126"/>
                  </a:lnTo>
                  <a:lnTo>
                    <a:pt x="36674" y="44346"/>
                  </a:lnTo>
                  <a:lnTo>
                    <a:pt x="39719" y="53413"/>
                  </a:lnTo>
                  <a:lnTo>
                    <a:pt x="41544" y="59278"/>
                  </a:lnTo>
                  <a:lnTo>
                    <a:pt x="42861" y="63507"/>
                  </a:lnTo>
                  <a:lnTo>
                    <a:pt x="51994" y="95014"/>
                  </a:lnTo>
                  <a:lnTo>
                    <a:pt x="41089" y="104934"/>
                  </a:lnTo>
                  <a:lnTo>
                    <a:pt x="43419" y="133394"/>
                  </a:lnTo>
                  <a:lnTo>
                    <a:pt x="172483" y="88576"/>
                  </a:lnTo>
                  <a:lnTo>
                    <a:pt x="189168" y="82677"/>
                  </a:lnTo>
                  <a:lnTo>
                    <a:pt x="234909" y="47688"/>
                  </a:lnTo>
                  <a:lnTo>
                    <a:pt x="240288" y="37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776144" y="5886985"/>
              <a:ext cx="225847" cy="47617"/>
            </a:xfrm>
            <a:custGeom>
              <a:avLst/>
              <a:pathLst>
                <a:path w="225847" h="47617">
                  <a:moveTo>
                    <a:pt x="224959" y="37863"/>
                  </a:moveTo>
                  <a:lnTo>
                    <a:pt x="225847" y="46942"/>
                  </a:lnTo>
                  <a:lnTo>
                    <a:pt x="217017" y="46059"/>
                  </a:lnTo>
                  <a:lnTo>
                    <a:pt x="206194" y="44976"/>
                  </a:lnTo>
                  <a:lnTo>
                    <a:pt x="202554" y="44612"/>
                  </a:lnTo>
                  <a:lnTo>
                    <a:pt x="196215" y="44785"/>
                  </a:lnTo>
                  <a:lnTo>
                    <a:pt x="186239" y="45057"/>
                  </a:lnTo>
                  <a:lnTo>
                    <a:pt x="176301" y="45328"/>
                  </a:lnTo>
                  <a:lnTo>
                    <a:pt x="168069" y="45552"/>
                  </a:lnTo>
                  <a:lnTo>
                    <a:pt x="165528" y="45622"/>
                  </a:lnTo>
                  <a:lnTo>
                    <a:pt x="158226" y="45821"/>
                  </a:lnTo>
                  <a:lnTo>
                    <a:pt x="150156" y="46041"/>
                  </a:lnTo>
                  <a:lnTo>
                    <a:pt x="139271" y="46338"/>
                  </a:lnTo>
                  <a:lnTo>
                    <a:pt x="129036" y="46617"/>
                  </a:lnTo>
                  <a:lnTo>
                    <a:pt x="117774" y="46924"/>
                  </a:lnTo>
                  <a:lnTo>
                    <a:pt x="107579" y="47202"/>
                  </a:lnTo>
                  <a:lnTo>
                    <a:pt x="97195" y="47485"/>
                  </a:lnTo>
                  <a:lnTo>
                    <a:pt x="92377" y="47617"/>
                  </a:lnTo>
                  <a:lnTo>
                    <a:pt x="86810" y="46461"/>
                  </a:lnTo>
                  <a:lnTo>
                    <a:pt x="74611" y="43927"/>
                  </a:lnTo>
                  <a:lnTo>
                    <a:pt x="63042" y="41525"/>
                  </a:lnTo>
                  <a:lnTo>
                    <a:pt x="51740" y="39178"/>
                  </a:lnTo>
                  <a:lnTo>
                    <a:pt x="40278" y="36798"/>
                  </a:lnTo>
                  <a:lnTo>
                    <a:pt x="28972" y="34450"/>
                  </a:lnTo>
                  <a:lnTo>
                    <a:pt x="18363" y="32247"/>
                  </a:lnTo>
                  <a:lnTo>
                    <a:pt x="5016" y="29475"/>
                  </a:lnTo>
                  <a:lnTo>
                    <a:pt x="0" y="28433"/>
                  </a:lnTo>
                  <a:lnTo>
                    <a:pt x="480" y="16662"/>
                  </a:lnTo>
                  <a:lnTo>
                    <a:pt x="1215" y="11098"/>
                  </a:lnTo>
                  <a:lnTo>
                    <a:pt x="2683" y="0"/>
                  </a:lnTo>
                  <a:lnTo>
                    <a:pt x="20745" y="2476"/>
                  </a:lnTo>
                  <a:lnTo>
                    <a:pt x="19644" y="14411"/>
                  </a:lnTo>
                  <a:lnTo>
                    <a:pt x="86812" y="29138"/>
                  </a:lnTo>
                  <a:lnTo>
                    <a:pt x="92556" y="30397"/>
                  </a:lnTo>
                  <a:lnTo>
                    <a:pt x="143219" y="29047"/>
                  </a:lnTo>
                  <a:lnTo>
                    <a:pt x="200051" y="27696"/>
                  </a:lnTo>
                  <a:lnTo>
                    <a:pt x="224046" y="28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218785" y="6027627"/>
              <a:ext cx="71921" cy="25700"/>
            </a:xfrm>
            <a:custGeom>
              <a:avLst/>
              <a:pathLst>
                <a:path w="71921" h="25700">
                  <a:moveTo>
                    <a:pt x="5161" y="23605"/>
                  </a:moveTo>
                  <a:lnTo>
                    <a:pt x="12156" y="20766"/>
                  </a:lnTo>
                  <a:lnTo>
                    <a:pt x="18538" y="18175"/>
                  </a:lnTo>
                  <a:lnTo>
                    <a:pt x="25234" y="15458"/>
                  </a:lnTo>
                  <a:lnTo>
                    <a:pt x="32176" y="12640"/>
                  </a:lnTo>
                  <a:lnTo>
                    <a:pt x="38286" y="10160"/>
                  </a:lnTo>
                  <a:lnTo>
                    <a:pt x="44409" y="7675"/>
                  </a:lnTo>
                  <a:lnTo>
                    <a:pt x="50877" y="5050"/>
                  </a:lnTo>
                  <a:lnTo>
                    <a:pt x="55960" y="2987"/>
                  </a:lnTo>
                  <a:lnTo>
                    <a:pt x="63321" y="0"/>
                  </a:lnTo>
                  <a:lnTo>
                    <a:pt x="67821" y="12914"/>
                  </a:lnTo>
                  <a:lnTo>
                    <a:pt x="71921" y="24680"/>
                  </a:lnTo>
                  <a:lnTo>
                    <a:pt x="68892" y="25700"/>
                  </a:lnTo>
                  <a:lnTo>
                    <a:pt x="0" y="25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420682" y="5977277"/>
              <a:ext cx="47058" cy="76050"/>
            </a:xfrm>
            <a:custGeom>
              <a:avLst/>
              <a:pathLst>
                <a:path w="47058" h="76050">
                  <a:moveTo>
                    <a:pt x="17474" y="2272"/>
                  </a:moveTo>
                  <a:lnTo>
                    <a:pt x="35447" y="0"/>
                  </a:lnTo>
                  <a:lnTo>
                    <a:pt x="37429" y="12979"/>
                  </a:lnTo>
                  <a:lnTo>
                    <a:pt x="39576" y="27041"/>
                  </a:lnTo>
                  <a:lnTo>
                    <a:pt x="41494" y="39606"/>
                  </a:lnTo>
                  <a:lnTo>
                    <a:pt x="43519" y="52868"/>
                  </a:lnTo>
                  <a:lnTo>
                    <a:pt x="45355" y="64894"/>
                  </a:lnTo>
                  <a:lnTo>
                    <a:pt x="47038" y="75919"/>
                  </a:lnTo>
                  <a:lnTo>
                    <a:pt x="47058" y="76050"/>
                  </a:lnTo>
                  <a:lnTo>
                    <a:pt x="16085" y="76050"/>
                  </a:lnTo>
                  <a:lnTo>
                    <a:pt x="14864" y="70616"/>
                  </a:lnTo>
                  <a:lnTo>
                    <a:pt x="0" y="44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756747" y="5722982"/>
              <a:ext cx="93874" cy="144169"/>
            </a:xfrm>
            <a:custGeom>
              <a:avLst/>
              <a:pathLst>
                <a:path w="93874" h="144169">
                  <a:moveTo>
                    <a:pt x="47932" y="71397"/>
                  </a:moveTo>
                  <a:lnTo>
                    <a:pt x="57114" y="60734"/>
                  </a:lnTo>
                  <a:lnTo>
                    <a:pt x="74998" y="0"/>
                  </a:lnTo>
                  <a:lnTo>
                    <a:pt x="91308" y="5347"/>
                  </a:lnTo>
                  <a:lnTo>
                    <a:pt x="93874" y="6188"/>
                  </a:lnTo>
                  <a:lnTo>
                    <a:pt x="88507" y="22426"/>
                  </a:lnTo>
                  <a:lnTo>
                    <a:pt x="82266" y="41311"/>
                  </a:lnTo>
                  <a:lnTo>
                    <a:pt x="75868" y="60668"/>
                  </a:lnTo>
                  <a:lnTo>
                    <a:pt x="74064" y="66127"/>
                  </a:lnTo>
                  <a:lnTo>
                    <a:pt x="65842" y="75223"/>
                  </a:lnTo>
                  <a:lnTo>
                    <a:pt x="57011" y="84992"/>
                  </a:lnTo>
                  <a:lnTo>
                    <a:pt x="47135" y="95916"/>
                  </a:lnTo>
                  <a:lnTo>
                    <a:pt x="36746" y="107409"/>
                  </a:lnTo>
                  <a:lnTo>
                    <a:pt x="26518" y="118724"/>
                  </a:lnTo>
                  <a:lnTo>
                    <a:pt x="16470" y="129839"/>
                  </a:lnTo>
                  <a:lnTo>
                    <a:pt x="3517" y="144169"/>
                  </a:lnTo>
                  <a:lnTo>
                    <a:pt x="2077" y="137166"/>
                  </a:lnTo>
                  <a:lnTo>
                    <a:pt x="0" y="127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796110" y="5800463"/>
              <a:ext cx="42157" cy="46992"/>
            </a:xfrm>
            <a:custGeom>
              <a:avLst/>
              <a:pathLst>
                <a:path w="42157" h="46992">
                  <a:moveTo>
                    <a:pt x="9556" y="28171"/>
                  </a:moveTo>
                  <a:lnTo>
                    <a:pt x="10887" y="26161"/>
                  </a:lnTo>
                  <a:lnTo>
                    <a:pt x="18056" y="15340"/>
                  </a:lnTo>
                  <a:lnTo>
                    <a:pt x="28220" y="0"/>
                  </a:lnTo>
                  <a:lnTo>
                    <a:pt x="32462" y="2763"/>
                  </a:lnTo>
                  <a:lnTo>
                    <a:pt x="42157" y="9080"/>
                  </a:lnTo>
                  <a:lnTo>
                    <a:pt x="30413" y="26168"/>
                  </a:lnTo>
                  <a:lnTo>
                    <a:pt x="11003" y="46992"/>
                  </a:lnTo>
                  <a:lnTo>
                    <a:pt x="3193" y="43871"/>
                  </a:lnTo>
                  <a:lnTo>
                    <a:pt x="0" y="42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949596" y="5937438"/>
              <a:ext cx="47083" cy="16148"/>
            </a:xfrm>
            <a:custGeom>
              <a:avLst/>
              <a:pathLst>
                <a:path w="47083" h="16148">
                  <a:moveTo>
                    <a:pt x="3084" y="437"/>
                  </a:moveTo>
                  <a:lnTo>
                    <a:pt x="6827" y="398"/>
                  </a:lnTo>
                  <a:lnTo>
                    <a:pt x="10353" y="362"/>
                  </a:lnTo>
                  <a:lnTo>
                    <a:pt x="13212" y="332"/>
                  </a:lnTo>
                  <a:lnTo>
                    <a:pt x="16350" y="300"/>
                  </a:lnTo>
                  <a:lnTo>
                    <a:pt x="19548" y="267"/>
                  </a:lnTo>
                  <a:lnTo>
                    <a:pt x="22632" y="235"/>
                  </a:lnTo>
                  <a:lnTo>
                    <a:pt x="25217" y="208"/>
                  </a:lnTo>
                  <a:lnTo>
                    <a:pt x="28582" y="173"/>
                  </a:lnTo>
                  <a:lnTo>
                    <a:pt x="31764" y="140"/>
                  </a:lnTo>
                  <a:lnTo>
                    <a:pt x="35089" y="106"/>
                  </a:lnTo>
                  <a:lnTo>
                    <a:pt x="38468" y="71"/>
                  </a:lnTo>
                  <a:lnTo>
                    <a:pt x="41793" y="37"/>
                  </a:lnTo>
                  <a:lnTo>
                    <a:pt x="45385" y="0"/>
                  </a:lnTo>
                  <a:lnTo>
                    <a:pt x="46129" y="6846"/>
                  </a:lnTo>
                  <a:lnTo>
                    <a:pt x="47083" y="15623"/>
                  </a:lnTo>
                  <a:lnTo>
                    <a:pt x="20560" y="15922"/>
                  </a:lnTo>
                  <a:lnTo>
                    <a:pt x="609" y="16148"/>
                  </a:lnTo>
                  <a:lnTo>
                    <a:pt x="351" y="9521"/>
                  </a:lnTo>
                  <a:lnTo>
                    <a:pt x="0" y="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38599" y="5975849"/>
              <a:ext cx="121224" cy="69121"/>
            </a:xfrm>
            <a:custGeom>
              <a:avLst/>
              <a:pathLst>
                <a:path w="121224" h="69121">
                  <a:moveTo>
                    <a:pt x="11366" y="28057"/>
                  </a:moveTo>
                  <a:lnTo>
                    <a:pt x="19132" y="0"/>
                  </a:lnTo>
                  <a:lnTo>
                    <a:pt x="28638" y="3271"/>
                  </a:lnTo>
                  <a:lnTo>
                    <a:pt x="39142" y="6885"/>
                  </a:lnTo>
                  <a:lnTo>
                    <a:pt x="50279" y="10717"/>
                  </a:lnTo>
                  <a:lnTo>
                    <a:pt x="60955" y="14390"/>
                  </a:lnTo>
                  <a:lnTo>
                    <a:pt x="71525" y="18027"/>
                  </a:lnTo>
                  <a:lnTo>
                    <a:pt x="83459" y="22134"/>
                  </a:lnTo>
                  <a:lnTo>
                    <a:pt x="95168" y="26163"/>
                  </a:lnTo>
                  <a:lnTo>
                    <a:pt x="115572" y="33184"/>
                  </a:lnTo>
                  <a:lnTo>
                    <a:pt x="117413" y="33649"/>
                  </a:lnTo>
                  <a:lnTo>
                    <a:pt x="118883" y="34097"/>
                  </a:lnTo>
                  <a:lnTo>
                    <a:pt x="119961" y="34897"/>
                  </a:lnTo>
                  <a:lnTo>
                    <a:pt x="120630" y="36422"/>
                  </a:lnTo>
                  <a:lnTo>
                    <a:pt x="120927" y="37929"/>
                  </a:lnTo>
                  <a:lnTo>
                    <a:pt x="121224" y="39436"/>
                  </a:lnTo>
                  <a:lnTo>
                    <a:pt x="120777" y="40906"/>
                  </a:lnTo>
                  <a:lnTo>
                    <a:pt x="119585" y="42337"/>
                  </a:lnTo>
                  <a:lnTo>
                    <a:pt x="117669" y="43359"/>
                  </a:lnTo>
                  <a:lnTo>
                    <a:pt x="115752" y="44382"/>
                  </a:lnTo>
                  <a:lnTo>
                    <a:pt x="114208" y="45422"/>
                  </a:lnTo>
                  <a:lnTo>
                    <a:pt x="112701" y="45719"/>
                  </a:lnTo>
                  <a:lnTo>
                    <a:pt x="111175" y="46388"/>
                  </a:lnTo>
                  <a:lnTo>
                    <a:pt x="109650" y="47057"/>
                  </a:lnTo>
                  <a:lnTo>
                    <a:pt x="106617" y="48023"/>
                  </a:lnTo>
                  <a:lnTo>
                    <a:pt x="104720" y="48673"/>
                  </a:lnTo>
                  <a:lnTo>
                    <a:pt x="102450" y="49304"/>
                  </a:lnTo>
                  <a:lnTo>
                    <a:pt x="100180" y="49936"/>
                  </a:lnTo>
                  <a:lnTo>
                    <a:pt x="98636" y="50977"/>
                  </a:lnTo>
                  <a:lnTo>
                    <a:pt x="96757" y="51255"/>
                  </a:lnTo>
                  <a:lnTo>
                    <a:pt x="95603" y="51942"/>
                  </a:lnTo>
                  <a:lnTo>
                    <a:pt x="93333" y="52574"/>
                  </a:lnTo>
                  <a:lnTo>
                    <a:pt x="91454" y="52852"/>
                  </a:lnTo>
                  <a:lnTo>
                    <a:pt x="89185" y="53483"/>
                  </a:lnTo>
                  <a:lnTo>
                    <a:pt x="87287" y="54133"/>
                  </a:lnTo>
                  <a:lnTo>
                    <a:pt x="84664" y="54374"/>
                  </a:lnTo>
                  <a:lnTo>
                    <a:pt x="83157" y="54671"/>
                  </a:lnTo>
                  <a:lnTo>
                    <a:pt x="80515" y="55283"/>
                  </a:lnTo>
                  <a:lnTo>
                    <a:pt x="79008" y="55580"/>
                  </a:lnTo>
                  <a:lnTo>
                    <a:pt x="77129" y="55858"/>
                  </a:lnTo>
                  <a:lnTo>
                    <a:pt x="74878" y="56118"/>
                  </a:lnTo>
                  <a:lnTo>
                    <a:pt x="73000" y="56396"/>
                  </a:lnTo>
                  <a:lnTo>
                    <a:pt x="70730" y="57027"/>
                  </a:lnTo>
                  <a:lnTo>
                    <a:pt x="68851" y="57305"/>
                  </a:lnTo>
                  <a:lnTo>
                    <a:pt x="66991" y="57211"/>
                  </a:lnTo>
                  <a:lnTo>
                    <a:pt x="65837" y="57899"/>
                  </a:lnTo>
                  <a:lnTo>
                    <a:pt x="64330" y="58196"/>
                  </a:lnTo>
                  <a:lnTo>
                    <a:pt x="62079" y="58455"/>
                  </a:lnTo>
                  <a:lnTo>
                    <a:pt x="59810" y="59087"/>
                  </a:lnTo>
                  <a:lnTo>
                    <a:pt x="58303" y="59384"/>
                  </a:lnTo>
                  <a:lnTo>
                    <a:pt x="56405" y="60034"/>
                  </a:lnTo>
                  <a:lnTo>
                    <a:pt x="54154" y="60293"/>
                  </a:lnTo>
                  <a:lnTo>
                    <a:pt x="51884" y="60924"/>
                  </a:lnTo>
                  <a:lnTo>
                    <a:pt x="51140" y="60887"/>
                  </a:lnTo>
                  <a:lnTo>
                    <a:pt x="49633" y="61184"/>
                  </a:lnTo>
                  <a:lnTo>
                    <a:pt x="46973" y="62168"/>
                  </a:lnTo>
                  <a:lnTo>
                    <a:pt x="45466" y="62465"/>
                  </a:lnTo>
                  <a:lnTo>
                    <a:pt x="43568" y="63115"/>
                  </a:lnTo>
                  <a:lnTo>
                    <a:pt x="41298" y="63747"/>
                  </a:lnTo>
                  <a:lnTo>
                    <a:pt x="40164" y="64062"/>
                  </a:lnTo>
                  <a:lnTo>
                    <a:pt x="37894" y="64694"/>
                  </a:lnTo>
                  <a:lnTo>
                    <a:pt x="36778" y="64637"/>
                  </a:lnTo>
                  <a:lnTo>
                    <a:pt x="35252" y="65306"/>
                  </a:lnTo>
                  <a:lnTo>
                    <a:pt x="33745" y="65603"/>
                  </a:lnTo>
                  <a:lnTo>
                    <a:pt x="31513" y="65490"/>
                  </a:lnTo>
                  <a:lnTo>
                    <a:pt x="29615" y="66140"/>
                  </a:lnTo>
                  <a:lnTo>
                    <a:pt x="28108" y="66437"/>
                  </a:lnTo>
                  <a:lnTo>
                    <a:pt x="26620" y="66362"/>
                  </a:lnTo>
                  <a:lnTo>
                    <a:pt x="24741" y="66640"/>
                  </a:lnTo>
                  <a:lnTo>
                    <a:pt x="23234" y="66937"/>
                  </a:lnTo>
                  <a:lnTo>
                    <a:pt x="0" y="69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161546" y="6022789"/>
              <a:ext cx="230741" cy="30538"/>
            </a:xfrm>
            <a:custGeom>
              <a:avLst/>
              <a:pathLst>
                <a:path w="230741" h="30538">
                  <a:moveTo>
                    <a:pt x="9488" y="28306"/>
                  </a:moveTo>
                  <a:lnTo>
                    <a:pt x="29341" y="23637"/>
                  </a:lnTo>
                  <a:lnTo>
                    <a:pt x="38253" y="21540"/>
                  </a:lnTo>
                  <a:lnTo>
                    <a:pt x="45095" y="19593"/>
                  </a:lnTo>
                  <a:lnTo>
                    <a:pt x="60294" y="15267"/>
                  </a:lnTo>
                  <a:lnTo>
                    <a:pt x="75764" y="10864"/>
                  </a:lnTo>
                  <a:lnTo>
                    <a:pt x="91311" y="6439"/>
                  </a:lnTo>
                  <a:lnTo>
                    <a:pt x="113937" y="0"/>
                  </a:lnTo>
                  <a:lnTo>
                    <a:pt x="125764" y="3092"/>
                  </a:lnTo>
                  <a:lnTo>
                    <a:pt x="141734" y="7267"/>
                  </a:lnTo>
                  <a:lnTo>
                    <a:pt x="156317" y="11080"/>
                  </a:lnTo>
                  <a:lnTo>
                    <a:pt x="172096" y="15206"/>
                  </a:lnTo>
                  <a:lnTo>
                    <a:pt x="186038" y="18851"/>
                  </a:lnTo>
                  <a:lnTo>
                    <a:pt x="199742" y="22434"/>
                  </a:lnTo>
                  <a:lnTo>
                    <a:pt x="214537" y="26302"/>
                  </a:lnTo>
                  <a:lnTo>
                    <a:pt x="229850" y="30305"/>
                  </a:lnTo>
                  <a:lnTo>
                    <a:pt x="230741" y="30538"/>
                  </a:lnTo>
                  <a:lnTo>
                    <a:pt x="0" y="30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880008" y="5770313"/>
              <a:ext cx="147273" cy="106142"/>
            </a:xfrm>
            <a:custGeom>
              <a:avLst/>
              <a:pathLst>
                <a:path w="147273" h="106142">
                  <a:moveTo>
                    <a:pt x="26445" y="66593"/>
                  </a:moveTo>
                  <a:lnTo>
                    <a:pt x="48382" y="59155"/>
                  </a:lnTo>
                  <a:lnTo>
                    <a:pt x="71225" y="51409"/>
                  </a:lnTo>
                  <a:lnTo>
                    <a:pt x="94685" y="43455"/>
                  </a:lnTo>
                  <a:lnTo>
                    <a:pt x="102476" y="40813"/>
                  </a:lnTo>
                  <a:lnTo>
                    <a:pt x="113872" y="28168"/>
                  </a:lnTo>
                  <a:lnTo>
                    <a:pt x="139256" y="0"/>
                  </a:lnTo>
                  <a:lnTo>
                    <a:pt x="147273" y="13807"/>
                  </a:lnTo>
                  <a:lnTo>
                    <a:pt x="143618" y="31378"/>
                  </a:lnTo>
                  <a:lnTo>
                    <a:pt x="135808" y="68914"/>
                  </a:lnTo>
                  <a:lnTo>
                    <a:pt x="111047" y="85514"/>
                  </a:lnTo>
                  <a:lnTo>
                    <a:pt x="80280" y="106142"/>
                  </a:lnTo>
                  <a:lnTo>
                    <a:pt x="56242" y="96985"/>
                  </a:lnTo>
                  <a:lnTo>
                    <a:pt x="41219" y="91262"/>
                  </a:lnTo>
                  <a:lnTo>
                    <a:pt x="22351" y="84074"/>
                  </a:lnTo>
                  <a:lnTo>
                    <a:pt x="0" y="75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554921" y="5801373"/>
              <a:ext cx="73725" cy="100655"/>
            </a:xfrm>
            <a:custGeom>
              <a:avLst/>
              <a:pathLst>
                <a:path w="73725" h="100655">
                  <a:moveTo>
                    <a:pt x="530" y="89484"/>
                  </a:moveTo>
                  <a:lnTo>
                    <a:pt x="1028" y="79968"/>
                  </a:lnTo>
                  <a:lnTo>
                    <a:pt x="1460" y="71723"/>
                  </a:lnTo>
                  <a:lnTo>
                    <a:pt x="1964" y="62079"/>
                  </a:lnTo>
                  <a:lnTo>
                    <a:pt x="2515" y="51571"/>
                  </a:lnTo>
                  <a:lnTo>
                    <a:pt x="3116" y="40093"/>
                  </a:lnTo>
                  <a:lnTo>
                    <a:pt x="3647" y="29948"/>
                  </a:lnTo>
                  <a:lnTo>
                    <a:pt x="4258" y="18270"/>
                  </a:lnTo>
                  <a:lnTo>
                    <a:pt x="4732" y="9217"/>
                  </a:lnTo>
                  <a:lnTo>
                    <a:pt x="16949" y="2062"/>
                  </a:lnTo>
                  <a:lnTo>
                    <a:pt x="31501" y="1492"/>
                  </a:lnTo>
                  <a:lnTo>
                    <a:pt x="69556" y="0"/>
                  </a:lnTo>
                  <a:lnTo>
                    <a:pt x="71947" y="33800"/>
                  </a:lnTo>
                  <a:lnTo>
                    <a:pt x="73725" y="58941"/>
                  </a:lnTo>
                  <a:lnTo>
                    <a:pt x="23841" y="62846"/>
                  </a:lnTo>
                  <a:lnTo>
                    <a:pt x="19628" y="100655"/>
                  </a:lnTo>
                  <a:lnTo>
                    <a:pt x="14168" y="100366"/>
                  </a:lnTo>
                  <a:lnTo>
                    <a:pt x="0" y="996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001238" y="5731118"/>
              <a:ext cx="111870" cy="114640"/>
            </a:xfrm>
            <a:custGeom>
              <a:avLst/>
              <a:pathLst>
                <a:path w="111870" h="114640">
                  <a:moveTo>
                    <a:pt x="59150" y="106895"/>
                  </a:moveTo>
                  <a:lnTo>
                    <a:pt x="48707" y="98576"/>
                  </a:lnTo>
                  <a:lnTo>
                    <a:pt x="37502" y="89650"/>
                  </a:lnTo>
                  <a:lnTo>
                    <a:pt x="25659" y="80216"/>
                  </a:lnTo>
                  <a:lnTo>
                    <a:pt x="15334" y="71991"/>
                  </a:lnTo>
                  <a:lnTo>
                    <a:pt x="4821" y="63617"/>
                  </a:lnTo>
                  <a:lnTo>
                    <a:pt x="0" y="59776"/>
                  </a:lnTo>
                  <a:lnTo>
                    <a:pt x="0" y="0"/>
                  </a:lnTo>
                  <a:lnTo>
                    <a:pt x="9258" y="366"/>
                  </a:lnTo>
                  <a:lnTo>
                    <a:pt x="19342" y="764"/>
                  </a:lnTo>
                  <a:lnTo>
                    <a:pt x="27962" y="1105"/>
                  </a:lnTo>
                  <a:lnTo>
                    <a:pt x="36540" y="1444"/>
                  </a:lnTo>
                  <a:lnTo>
                    <a:pt x="44744" y="1769"/>
                  </a:lnTo>
                  <a:lnTo>
                    <a:pt x="55656" y="2200"/>
                  </a:lnTo>
                  <a:lnTo>
                    <a:pt x="64495" y="2550"/>
                  </a:lnTo>
                  <a:lnTo>
                    <a:pt x="75318" y="2978"/>
                  </a:lnTo>
                  <a:lnTo>
                    <a:pt x="85853" y="3394"/>
                  </a:lnTo>
                  <a:lnTo>
                    <a:pt x="89578" y="11018"/>
                  </a:lnTo>
                  <a:lnTo>
                    <a:pt x="93261" y="18555"/>
                  </a:lnTo>
                  <a:lnTo>
                    <a:pt x="96923" y="26048"/>
                  </a:lnTo>
                  <a:lnTo>
                    <a:pt x="100762" y="33905"/>
                  </a:lnTo>
                  <a:lnTo>
                    <a:pt x="103631" y="39776"/>
                  </a:lnTo>
                  <a:lnTo>
                    <a:pt x="106853" y="46368"/>
                  </a:lnTo>
                  <a:lnTo>
                    <a:pt x="110365" y="53555"/>
                  </a:lnTo>
                  <a:lnTo>
                    <a:pt x="111870" y="56636"/>
                  </a:lnTo>
                  <a:lnTo>
                    <a:pt x="94462" y="82959"/>
                  </a:lnTo>
                  <a:lnTo>
                    <a:pt x="89129" y="89561"/>
                  </a:lnTo>
                  <a:lnTo>
                    <a:pt x="68872" y="1146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881875" y="5967510"/>
              <a:ext cx="116131" cy="85817"/>
            </a:xfrm>
            <a:custGeom>
              <a:avLst/>
              <a:pathLst>
                <a:path w="116131" h="85817">
                  <a:moveTo>
                    <a:pt x="115976" y="12769"/>
                  </a:moveTo>
                  <a:lnTo>
                    <a:pt x="116083" y="25646"/>
                  </a:lnTo>
                  <a:lnTo>
                    <a:pt x="116131" y="31428"/>
                  </a:lnTo>
                  <a:lnTo>
                    <a:pt x="108797" y="36371"/>
                  </a:lnTo>
                  <a:lnTo>
                    <a:pt x="97461" y="44011"/>
                  </a:lnTo>
                  <a:lnTo>
                    <a:pt x="86881" y="51142"/>
                  </a:lnTo>
                  <a:lnTo>
                    <a:pt x="74937" y="59191"/>
                  </a:lnTo>
                  <a:lnTo>
                    <a:pt x="65147" y="65789"/>
                  </a:lnTo>
                  <a:lnTo>
                    <a:pt x="54450" y="72998"/>
                  </a:lnTo>
                  <a:lnTo>
                    <a:pt x="42176" y="81271"/>
                  </a:lnTo>
                  <a:lnTo>
                    <a:pt x="35431" y="85817"/>
                  </a:lnTo>
                  <a:lnTo>
                    <a:pt x="21530" y="85817"/>
                  </a:lnTo>
                  <a:lnTo>
                    <a:pt x="21107" y="84025"/>
                  </a:lnTo>
                  <a:lnTo>
                    <a:pt x="18888" y="74639"/>
                  </a:lnTo>
                  <a:lnTo>
                    <a:pt x="17512" y="68817"/>
                  </a:lnTo>
                  <a:lnTo>
                    <a:pt x="15177" y="67560"/>
                  </a:lnTo>
                  <a:lnTo>
                    <a:pt x="6023" y="62632"/>
                  </a:lnTo>
                  <a:lnTo>
                    <a:pt x="0" y="59389"/>
                  </a:lnTo>
                  <a:lnTo>
                    <a:pt x="47" y="53631"/>
                  </a:lnTo>
                  <a:lnTo>
                    <a:pt x="121" y="44736"/>
                  </a:lnTo>
                  <a:lnTo>
                    <a:pt x="187" y="36830"/>
                  </a:lnTo>
                  <a:lnTo>
                    <a:pt x="265" y="27362"/>
                  </a:lnTo>
                  <a:lnTo>
                    <a:pt x="349" y="17330"/>
                  </a:lnTo>
                  <a:lnTo>
                    <a:pt x="430" y="7557"/>
                  </a:lnTo>
                  <a:lnTo>
                    <a:pt x="493" y="0"/>
                  </a:lnTo>
                  <a:lnTo>
                    <a:pt x="49139" y="1786"/>
                  </a:lnTo>
                  <a:lnTo>
                    <a:pt x="115905" y="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161051" y="5873515"/>
              <a:ext cx="309136" cy="179812"/>
            </a:xfrm>
            <a:custGeom>
              <a:avLst/>
              <a:pathLst>
                <a:path w="309136" h="179812">
                  <a:moveTo>
                    <a:pt x="181530" y="134676"/>
                  </a:moveTo>
                  <a:lnTo>
                    <a:pt x="183995" y="122517"/>
                  </a:lnTo>
                  <a:lnTo>
                    <a:pt x="188108" y="102228"/>
                  </a:lnTo>
                  <a:lnTo>
                    <a:pt x="217225" y="106527"/>
                  </a:lnTo>
                  <a:lnTo>
                    <a:pt x="257114" y="112416"/>
                  </a:lnTo>
                  <a:lnTo>
                    <a:pt x="275920" y="115192"/>
                  </a:lnTo>
                  <a:lnTo>
                    <a:pt x="277196" y="116604"/>
                  </a:lnTo>
                  <a:lnTo>
                    <a:pt x="278472" y="118015"/>
                  </a:lnTo>
                  <a:lnTo>
                    <a:pt x="279748" y="119427"/>
                  </a:lnTo>
                  <a:lnTo>
                    <a:pt x="280956" y="122182"/>
                  </a:lnTo>
                  <a:lnTo>
                    <a:pt x="283082" y="124535"/>
                  </a:lnTo>
                  <a:lnTo>
                    <a:pt x="284381" y="125498"/>
                  </a:lnTo>
                  <a:lnTo>
                    <a:pt x="285657" y="126910"/>
                  </a:lnTo>
                  <a:lnTo>
                    <a:pt x="287381" y="128344"/>
                  </a:lnTo>
                  <a:lnTo>
                    <a:pt x="288657" y="129756"/>
                  </a:lnTo>
                  <a:lnTo>
                    <a:pt x="290358" y="131638"/>
                  </a:lnTo>
                  <a:lnTo>
                    <a:pt x="291611" y="133497"/>
                  </a:lnTo>
                  <a:lnTo>
                    <a:pt x="292910" y="134461"/>
                  </a:lnTo>
                  <a:lnTo>
                    <a:pt x="294589" y="136791"/>
                  </a:lnTo>
                  <a:lnTo>
                    <a:pt x="295417" y="138180"/>
                  </a:lnTo>
                  <a:lnTo>
                    <a:pt x="296670" y="140039"/>
                  </a:lnTo>
                  <a:lnTo>
                    <a:pt x="298371" y="141921"/>
                  </a:lnTo>
                  <a:lnTo>
                    <a:pt x="299580" y="144677"/>
                  </a:lnTo>
                  <a:lnTo>
                    <a:pt x="300855" y="146088"/>
                  </a:lnTo>
                  <a:lnTo>
                    <a:pt x="302131" y="147500"/>
                  </a:lnTo>
                  <a:lnTo>
                    <a:pt x="303385" y="149359"/>
                  </a:lnTo>
                  <a:lnTo>
                    <a:pt x="305109" y="150793"/>
                  </a:lnTo>
                  <a:lnTo>
                    <a:pt x="306339" y="153101"/>
                  </a:lnTo>
                  <a:lnTo>
                    <a:pt x="307167" y="154490"/>
                  </a:lnTo>
                  <a:lnTo>
                    <a:pt x="308398" y="156797"/>
                  </a:lnTo>
                  <a:lnTo>
                    <a:pt x="308778" y="158163"/>
                  </a:lnTo>
                  <a:lnTo>
                    <a:pt x="309136" y="159978"/>
                  </a:lnTo>
                  <a:lnTo>
                    <a:pt x="309045" y="161769"/>
                  </a:lnTo>
                  <a:lnTo>
                    <a:pt x="308932" y="164009"/>
                  </a:lnTo>
                  <a:lnTo>
                    <a:pt x="308842" y="165800"/>
                  </a:lnTo>
                  <a:lnTo>
                    <a:pt x="308729" y="168040"/>
                  </a:lnTo>
                  <a:lnTo>
                    <a:pt x="308616" y="170280"/>
                  </a:lnTo>
                  <a:lnTo>
                    <a:pt x="308032" y="172944"/>
                  </a:lnTo>
                  <a:lnTo>
                    <a:pt x="307494" y="174713"/>
                  </a:lnTo>
                  <a:lnTo>
                    <a:pt x="306955" y="176482"/>
                  </a:lnTo>
                  <a:lnTo>
                    <a:pt x="306417" y="178251"/>
                  </a:lnTo>
                  <a:lnTo>
                    <a:pt x="305942" y="179812"/>
                  </a:lnTo>
                  <a:lnTo>
                    <a:pt x="279294" y="179812"/>
                  </a:lnTo>
                  <a:lnTo>
                    <a:pt x="272035" y="177869"/>
                  </a:lnTo>
                  <a:lnTo>
                    <a:pt x="247832" y="171391"/>
                  </a:lnTo>
                  <a:lnTo>
                    <a:pt x="222774" y="164684"/>
                  </a:lnTo>
                  <a:lnTo>
                    <a:pt x="195256" y="157319"/>
                  </a:lnTo>
                  <a:lnTo>
                    <a:pt x="169845" y="150518"/>
                  </a:lnTo>
                  <a:lnTo>
                    <a:pt x="150012" y="145210"/>
                  </a:lnTo>
                  <a:lnTo>
                    <a:pt x="145804" y="143725"/>
                  </a:lnTo>
                  <a:lnTo>
                    <a:pt x="120848" y="134920"/>
                  </a:lnTo>
                  <a:lnTo>
                    <a:pt x="97261" y="126599"/>
                  </a:lnTo>
                  <a:lnTo>
                    <a:pt x="74887" y="118705"/>
                  </a:lnTo>
                  <a:lnTo>
                    <a:pt x="50241" y="110009"/>
                  </a:lnTo>
                  <a:lnTo>
                    <a:pt x="33202" y="103998"/>
                  </a:lnTo>
                  <a:lnTo>
                    <a:pt x="13731" y="97128"/>
                  </a:lnTo>
                  <a:lnTo>
                    <a:pt x="0" y="92283"/>
                  </a:lnTo>
                  <a:lnTo>
                    <a:pt x="3692" y="76913"/>
                  </a:lnTo>
                  <a:lnTo>
                    <a:pt x="8128" y="58453"/>
                  </a:lnTo>
                  <a:lnTo>
                    <a:pt x="11805" y="43149"/>
                  </a:lnTo>
                  <a:lnTo>
                    <a:pt x="15317" y="28530"/>
                  </a:lnTo>
                  <a:lnTo>
                    <a:pt x="22172" y="0"/>
                  </a:lnTo>
                  <a:lnTo>
                    <a:pt x="43280" y="10207"/>
                  </a:lnTo>
                  <a:lnTo>
                    <a:pt x="87489" y="31587"/>
                  </a:lnTo>
                  <a:lnTo>
                    <a:pt x="84295" y="45955"/>
                  </a:lnTo>
                  <a:lnTo>
                    <a:pt x="78047" y="74057"/>
                  </a:lnTo>
                  <a:lnTo>
                    <a:pt x="72384" y="99530"/>
                  </a:lnTo>
                  <a:lnTo>
                    <a:pt x="145338" y="131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02407" y="6053275"/>
              <a:ext cx="150" cy="52"/>
            </a:xfrm>
            <a:custGeom>
              <a:avLst/>
              <a:pathLst>
                <a:path w="150" h="52">
                  <a:moveTo>
                    <a:pt x="0" y="0"/>
                  </a:moveTo>
                  <a:lnTo>
                    <a:pt x="150" y="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287501" y="5973046"/>
              <a:ext cx="82695" cy="79098"/>
            </a:xfrm>
            <a:custGeom>
              <a:avLst/>
              <a:pathLst>
                <a:path w="82695" h="79098">
                  <a:moveTo>
                    <a:pt x="53626" y="6137"/>
                  </a:moveTo>
                  <a:lnTo>
                    <a:pt x="60368" y="11440"/>
                  </a:lnTo>
                  <a:lnTo>
                    <a:pt x="70706" y="17240"/>
                  </a:lnTo>
                  <a:lnTo>
                    <a:pt x="82695" y="23966"/>
                  </a:lnTo>
                  <a:lnTo>
                    <a:pt x="78498" y="50196"/>
                  </a:lnTo>
                  <a:lnTo>
                    <a:pt x="74162" y="77302"/>
                  </a:lnTo>
                  <a:lnTo>
                    <a:pt x="60585" y="77677"/>
                  </a:lnTo>
                  <a:lnTo>
                    <a:pt x="41269" y="78210"/>
                  </a:lnTo>
                  <a:lnTo>
                    <a:pt x="24391" y="78677"/>
                  </a:lnTo>
                  <a:lnTo>
                    <a:pt x="9148" y="79098"/>
                  </a:lnTo>
                  <a:lnTo>
                    <a:pt x="4701" y="66115"/>
                  </a:lnTo>
                  <a:lnTo>
                    <a:pt x="0" y="52392"/>
                  </a:lnTo>
                  <a:lnTo>
                    <a:pt x="5096" y="45670"/>
                  </a:lnTo>
                  <a:lnTo>
                    <a:pt x="13245" y="34922"/>
                  </a:lnTo>
                  <a:lnTo>
                    <a:pt x="19779" y="26043"/>
                  </a:lnTo>
                  <a:lnTo>
                    <a:pt x="26657" y="16695"/>
                  </a:lnTo>
                  <a:lnTo>
                    <a:pt x="27759" y="15198"/>
                  </a:lnTo>
                  <a:lnTo>
                    <a:pt x="36016" y="8251"/>
                  </a:lnTo>
                  <a:lnTo>
                    <a:pt x="458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370088" y="6021236"/>
              <a:ext cx="53598" cy="32091"/>
            </a:xfrm>
            <a:custGeom>
              <a:avLst/>
              <a:pathLst>
                <a:path w="53598" h="32091">
                  <a:moveTo>
                    <a:pt x="0" y="24881"/>
                  </a:moveTo>
                  <a:lnTo>
                    <a:pt x="1165" y="20443"/>
                  </a:lnTo>
                  <a:lnTo>
                    <a:pt x="5558" y="3714"/>
                  </a:lnTo>
                  <a:lnTo>
                    <a:pt x="11995" y="3033"/>
                  </a:lnTo>
                  <a:lnTo>
                    <a:pt x="22079" y="1966"/>
                  </a:lnTo>
                  <a:lnTo>
                    <a:pt x="31598" y="958"/>
                  </a:lnTo>
                  <a:lnTo>
                    <a:pt x="40663" y="0"/>
                  </a:lnTo>
                  <a:lnTo>
                    <a:pt x="47707" y="17477"/>
                  </a:lnTo>
                  <a:lnTo>
                    <a:pt x="53598" y="32091"/>
                  </a:lnTo>
                  <a:lnTo>
                    <a:pt x="562" y="32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510784" y="5881504"/>
              <a:ext cx="251793" cy="57481"/>
            </a:xfrm>
            <a:custGeom>
              <a:avLst/>
              <a:pathLst>
                <a:path w="251793" h="57481">
                  <a:moveTo>
                    <a:pt x="67160" y="27307"/>
                  </a:moveTo>
                  <a:lnTo>
                    <a:pt x="107519" y="20091"/>
                  </a:lnTo>
                  <a:lnTo>
                    <a:pt x="146939" y="13042"/>
                  </a:lnTo>
                  <a:lnTo>
                    <a:pt x="185667" y="6118"/>
                  </a:lnTo>
                  <a:lnTo>
                    <a:pt x="249436" y="0"/>
                  </a:lnTo>
                  <a:lnTo>
                    <a:pt x="250394" y="10699"/>
                  </a:lnTo>
                  <a:lnTo>
                    <a:pt x="251793" y="26338"/>
                  </a:lnTo>
                  <a:lnTo>
                    <a:pt x="244317" y="27454"/>
                  </a:lnTo>
                  <a:lnTo>
                    <a:pt x="233433" y="29079"/>
                  </a:lnTo>
                  <a:lnTo>
                    <a:pt x="222288" y="30743"/>
                  </a:lnTo>
                  <a:lnTo>
                    <a:pt x="211268" y="32388"/>
                  </a:lnTo>
                  <a:lnTo>
                    <a:pt x="199717" y="34112"/>
                  </a:lnTo>
                  <a:lnTo>
                    <a:pt x="188170" y="35836"/>
                  </a:lnTo>
                  <a:lnTo>
                    <a:pt x="176408" y="37592"/>
                  </a:lnTo>
                  <a:lnTo>
                    <a:pt x="164383" y="39388"/>
                  </a:lnTo>
                  <a:lnTo>
                    <a:pt x="152575" y="41151"/>
                  </a:lnTo>
                  <a:lnTo>
                    <a:pt x="140712" y="42922"/>
                  </a:lnTo>
                  <a:lnTo>
                    <a:pt x="134332" y="43874"/>
                  </a:lnTo>
                  <a:lnTo>
                    <a:pt x="128561" y="44736"/>
                  </a:lnTo>
                  <a:lnTo>
                    <a:pt x="117946" y="46321"/>
                  </a:lnTo>
                  <a:lnTo>
                    <a:pt x="107140" y="47934"/>
                  </a:lnTo>
                  <a:lnTo>
                    <a:pt x="95881" y="49615"/>
                  </a:lnTo>
                  <a:lnTo>
                    <a:pt x="89663" y="50544"/>
                  </a:lnTo>
                  <a:lnTo>
                    <a:pt x="84402" y="51171"/>
                  </a:lnTo>
                  <a:lnTo>
                    <a:pt x="72851" y="52550"/>
                  </a:lnTo>
                  <a:lnTo>
                    <a:pt x="66814" y="53271"/>
                  </a:lnTo>
                  <a:lnTo>
                    <a:pt x="62167" y="53581"/>
                  </a:lnTo>
                  <a:lnTo>
                    <a:pt x="52114" y="54252"/>
                  </a:lnTo>
                  <a:lnTo>
                    <a:pt x="41343" y="54971"/>
                  </a:lnTo>
                  <a:lnTo>
                    <a:pt x="27934" y="55866"/>
                  </a:lnTo>
                  <a:lnTo>
                    <a:pt x="14265" y="56778"/>
                  </a:lnTo>
                  <a:lnTo>
                    <a:pt x="3732" y="57481"/>
                  </a:lnTo>
                  <a:lnTo>
                    <a:pt x="1735" y="42388"/>
                  </a:lnTo>
                  <a:lnTo>
                    <a:pt x="0" y="29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462077" y="5972773"/>
              <a:ext cx="46095" cy="80554"/>
            </a:xfrm>
            <a:custGeom>
              <a:avLst/>
              <a:pathLst>
                <a:path w="46095" h="80554">
                  <a:moveTo>
                    <a:pt x="18343" y="1730"/>
                  </a:moveTo>
                  <a:lnTo>
                    <a:pt x="33482" y="0"/>
                  </a:lnTo>
                  <a:lnTo>
                    <a:pt x="34636" y="7374"/>
                  </a:lnTo>
                  <a:lnTo>
                    <a:pt x="36500" y="19274"/>
                  </a:lnTo>
                  <a:lnTo>
                    <a:pt x="38364" y="31180"/>
                  </a:lnTo>
                  <a:lnTo>
                    <a:pt x="40236" y="43135"/>
                  </a:lnTo>
                  <a:lnTo>
                    <a:pt x="42289" y="56245"/>
                  </a:lnTo>
                  <a:lnTo>
                    <a:pt x="44225" y="68613"/>
                  </a:lnTo>
                  <a:lnTo>
                    <a:pt x="45805" y="78705"/>
                  </a:lnTo>
                  <a:lnTo>
                    <a:pt x="46095" y="80554"/>
                  </a:lnTo>
                  <a:lnTo>
                    <a:pt x="11497" y="80554"/>
                  </a:lnTo>
                  <a:lnTo>
                    <a:pt x="9543" y="67515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01594" y="5969520"/>
              <a:ext cx="45746" cy="83807"/>
            </a:xfrm>
            <a:custGeom>
              <a:avLst/>
              <a:pathLst>
                <a:path w="45746" h="83807">
                  <a:moveTo>
                    <a:pt x="11866" y="73878"/>
                  </a:moveTo>
                  <a:lnTo>
                    <a:pt x="10253" y="64159"/>
                  </a:lnTo>
                  <a:lnTo>
                    <a:pt x="8096" y="51164"/>
                  </a:lnTo>
                  <a:lnTo>
                    <a:pt x="5884" y="37833"/>
                  </a:lnTo>
                  <a:lnTo>
                    <a:pt x="4165" y="27480"/>
                  </a:lnTo>
                  <a:lnTo>
                    <a:pt x="2148" y="15327"/>
                  </a:lnTo>
                  <a:lnTo>
                    <a:pt x="0" y="2383"/>
                  </a:lnTo>
                  <a:lnTo>
                    <a:pt x="14693" y="1262"/>
                  </a:lnTo>
                  <a:lnTo>
                    <a:pt x="31222" y="0"/>
                  </a:lnTo>
                  <a:lnTo>
                    <a:pt x="35748" y="26114"/>
                  </a:lnTo>
                  <a:lnTo>
                    <a:pt x="41505" y="59333"/>
                  </a:lnTo>
                  <a:lnTo>
                    <a:pt x="45746" y="83807"/>
                  </a:lnTo>
                  <a:lnTo>
                    <a:pt x="13514" y="83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539920" y="5966338"/>
              <a:ext cx="63392" cy="86989"/>
            </a:xfrm>
            <a:custGeom>
              <a:avLst/>
              <a:pathLst>
                <a:path w="63392" h="86989">
                  <a:moveTo>
                    <a:pt x="20614" y="1631"/>
                  </a:moveTo>
                  <a:lnTo>
                    <a:pt x="49773" y="0"/>
                  </a:lnTo>
                  <a:lnTo>
                    <a:pt x="52538" y="17663"/>
                  </a:lnTo>
                  <a:lnTo>
                    <a:pt x="55612" y="37298"/>
                  </a:lnTo>
                  <a:lnTo>
                    <a:pt x="58546" y="56038"/>
                  </a:lnTo>
                  <a:lnTo>
                    <a:pt x="61251" y="73314"/>
                  </a:lnTo>
                  <a:lnTo>
                    <a:pt x="63392" y="86989"/>
                  </a:lnTo>
                  <a:lnTo>
                    <a:pt x="14375" y="86989"/>
                  </a:lnTo>
                  <a:lnTo>
                    <a:pt x="14342" y="86793"/>
                  </a:lnTo>
                  <a:lnTo>
                    <a:pt x="12100" y="73660"/>
                  </a:lnTo>
                  <a:lnTo>
                    <a:pt x="9457" y="58183"/>
                  </a:lnTo>
                  <a:lnTo>
                    <a:pt x="6895" y="43173"/>
                  </a:lnTo>
                  <a:lnTo>
                    <a:pt x="4639" y="29961"/>
                  </a:lnTo>
                  <a:lnTo>
                    <a:pt x="2062" y="14862"/>
                  </a:lnTo>
                  <a:lnTo>
                    <a:pt x="0" y="2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596245" y="5964376"/>
              <a:ext cx="39697" cy="88951"/>
            </a:xfrm>
            <a:custGeom>
              <a:avLst/>
              <a:pathLst>
                <a:path w="39697" h="88951">
                  <a:moveTo>
                    <a:pt x="12833" y="877"/>
                  </a:moveTo>
                  <a:lnTo>
                    <a:pt x="28518" y="0"/>
                  </a:lnTo>
                  <a:lnTo>
                    <a:pt x="29927" y="11207"/>
                  </a:lnTo>
                  <a:lnTo>
                    <a:pt x="32797" y="34051"/>
                  </a:lnTo>
                  <a:lnTo>
                    <a:pt x="36185" y="61006"/>
                  </a:lnTo>
                  <a:lnTo>
                    <a:pt x="39213" y="85101"/>
                  </a:lnTo>
                  <a:lnTo>
                    <a:pt x="39697" y="88951"/>
                  </a:lnTo>
                  <a:lnTo>
                    <a:pt x="13499" y="88951"/>
                  </a:lnTo>
                  <a:lnTo>
                    <a:pt x="12747" y="84080"/>
                  </a:lnTo>
                  <a:lnTo>
                    <a:pt x="10170" y="67408"/>
                  </a:lnTo>
                  <a:lnTo>
                    <a:pt x="7511" y="50200"/>
                  </a:lnTo>
                  <a:lnTo>
                    <a:pt x="5017" y="34065"/>
                  </a:lnTo>
                  <a:lnTo>
                    <a:pt x="2268" y="16275"/>
                  </a:lnTo>
                  <a:lnTo>
                    <a:pt x="0" y="1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637388" y="5963322"/>
              <a:ext cx="126361" cy="90005"/>
            </a:xfrm>
            <a:custGeom>
              <a:avLst/>
              <a:pathLst>
                <a:path w="126361" h="90005">
                  <a:moveTo>
                    <a:pt x="104170" y="32262"/>
                  </a:moveTo>
                  <a:lnTo>
                    <a:pt x="86232" y="45664"/>
                  </a:lnTo>
                  <a:lnTo>
                    <a:pt x="50245" y="72551"/>
                  </a:lnTo>
                  <a:lnTo>
                    <a:pt x="41031" y="79436"/>
                  </a:lnTo>
                  <a:lnTo>
                    <a:pt x="43482" y="90005"/>
                  </a:lnTo>
                  <a:lnTo>
                    <a:pt x="6693" y="90005"/>
                  </a:lnTo>
                  <a:lnTo>
                    <a:pt x="6293" y="84948"/>
                  </a:lnTo>
                  <a:lnTo>
                    <a:pt x="5816" y="78919"/>
                  </a:lnTo>
                  <a:lnTo>
                    <a:pt x="5267" y="71984"/>
                  </a:lnTo>
                  <a:lnTo>
                    <a:pt x="4819" y="66319"/>
                  </a:lnTo>
                  <a:lnTo>
                    <a:pt x="4348" y="60371"/>
                  </a:lnTo>
                  <a:lnTo>
                    <a:pt x="3904" y="54759"/>
                  </a:lnTo>
                  <a:lnTo>
                    <a:pt x="3413" y="48557"/>
                  </a:lnTo>
                  <a:lnTo>
                    <a:pt x="2955" y="42768"/>
                  </a:lnTo>
                  <a:lnTo>
                    <a:pt x="2412" y="35902"/>
                  </a:lnTo>
                  <a:lnTo>
                    <a:pt x="1824" y="28470"/>
                  </a:lnTo>
                  <a:lnTo>
                    <a:pt x="1091" y="19212"/>
                  </a:lnTo>
                  <a:lnTo>
                    <a:pt x="406" y="10555"/>
                  </a:lnTo>
                  <a:lnTo>
                    <a:pt x="0" y="5418"/>
                  </a:lnTo>
                  <a:lnTo>
                    <a:pt x="53244" y="3126"/>
                  </a:lnTo>
                  <a:lnTo>
                    <a:pt x="125868" y="0"/>
                  </a:lnTo>
                  <a:lnTo>
                    <a:pt x="126000" y="8208"/>
                  </a:lnTo>
                  <a:lnTo>
                    <a:pt x="126237" y="22953"/>
                  </a:lnTo>
                  <a:lnTo>
                    <a:pt x="126361" y="307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768515" y="5963330"/>
              <a:ext cx="61095" cy="60053"/>
            </a:xfrm>
            <a:custGeom>
              <a:avLst/>
              <a:pathLst>
                <a:path w="61095" h="60053">
                  <a:moveTo>
                    <a:pt x="60093" y="7632"/>
                  </a:moveTo>
                  <a:lnTo>
                    <a:pt x="58999" y="13517"/>
                  </a:lnTo>
                  <a:lnTo>
                    <a:pt x="57689" y="20558"/>
                  </a:lnTo>
                  <a:lnTo>
                    <a:pt x="56141" y="28883"/>
                  </a:lnTo>
                  <a:lnTo>
                    <a:pt x="54756" y="36331"/>
                  </a:lnTo>
                  <a:lnTo>
                    <a:pt x="54214" y="39247"/>
                  </a:lnTo>
                  <a:lnTo>
                    <a:pt x="45904" y="44479"/>
                  </a:lnTo>
                  <a:lnTo>
                    <a:pt x="38825" y="48936"/>
                  </a:lnTo>
                  <a:lnTo>
                    <a:pt x="37126" y="51819"/>
                  </a:lnTo>
                  <a:lnTo>
                    <a:pt x="32274" y="60053"/>
                  </a:lnTo>
                  <a:lnTo>
                    <a:pt x="18245" y="59694"/>
                  </a:lnTo>
                  <a:lnTo>
                    <a:pt x="1258" y="59259"/>
                  </a:lnTo>
                  <a:lnTo>
                    <a:pt x="623" y="29377"/>
                  </a:lnTo>
                  <a:lnTo>
                    <a:pt x="0" y="0"/>
                  </a:lnTo>
                  <a:lnTo>
                    <a:pt x="26099" y="958"/>
                  </a:lnTo>
                  <a:lnTo>
                    <a:pt x="61095" y="2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835030" y="5965774"/>
              <a:ext cx="38344" cy="56435"/>
            </a:xfrm>
            <a:custGeom>
              <a:avLst/>
              <a:pathLst>
                <a:path w="38344" h="56435">
                  <a:moveTo>
                    <a:pt x="38247" y="26746"/>
                  </a:moveTo>
                  <a:lnTo>
                    <a:pt x="38133" y="56435"/>
                  </a:lnTo>
                  <a:lnTo>
                    <a:pt x="20377" y="53351"/>
                  </a:lnTo>
                  <a:lnTo>
                    <a:pt x="0" y="49811"/>
                  </a:lnTo>
                  <a:lnTo>
                    <a:pt x="5" y="43752"/>
                  </a:lnTo>
                  <a:lnTo>
                    <a:pt x="14" y="34274"/>
                  </a:lnTo>
                  <a:lnTo>
                    <a:pt x="23" y="24442"/>
                  </a:lnTo>
                  <a:lnTo>
                    <a:pt x="32" y="15761"/>
                  </a:lnTo>
                  <a:lnTo>
                    <a:pt x="40" y="6349"/>
                  </a:lnTo>
                  <a:lnTo>
                    <a:pt x="46" y="0"/>
                  </a:lnTo>
                  <a:lnTo>
                    <a:pt x="18387" y="673"/>
                  </a:lnTo>
                  <a:lnTo>
                    <a:pt x="38344" y="1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91552" y="5959205"/>
              <a:ext cx="61349" cy="91037"/>
            </a:xfrm>
            <a:custGeom>
              <a:avLst/>
              <a:pathLst>
                <a:path w="61349" h="91037">
                  <a:moveTo>
                    <a:pt x="52269" y="48451"/>
                  </a:moveTo>
                  <a:lnTo>
                    <a:pt x="41697" y="87421"/>
                  </a:lnTo>
                  <a:lnTo>
                    <a:pt x="38273" y="88204"/>
                  </a:lnTo>
                  <a:lnTo>
                    <a:pt x="30220" y="90047"/>
                  </a:lnTo>
                  <a:lnTo>
                    <a:pt x="25893" y="91037"/>
                  </a:lnTo>
                  <a:lnTo>
                    <a:pt x="2941" y="21777"/>
                  </a:lnTo>
                  <a:lnTo>
                    <a:pt x="0" y="12900"/>
                  </a:lnTo>
                  <a:lnTo>
                    <a:pt x="17808" y="0"/>
                  </a:lnTo>
                  <a:lnTo>
                    <a:pt x="21176" y="1159"/>
                  </a:lnTo>
                  <a:lnTo>
                    <a:pt x="30723" y="4444"/>
                  </a:lnTo>
                  <a:lnTo>
                    <a:pt x="41043" y="7995"/>
                  </a:lnTo>
                  <a:lnTo>
                    <a:pt x="51076" y="11447"/>
                  </a:lnTo>
                  <a:lnTo>
                    <a:pt x="61349" y="14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787611" y="5847390"/>
              <a:ext cx="165659" cy="44854"/>
            </a:xfrm>
            <a:custGeom>
              <a:avLst/>
              <a:pathLst>
                <a:path w="165659" h="44854">
                  <a:moveTo>
                    <a:pt x="123590" y="40621"/>
                  </a:moveTo>
                  <a:lnTo>
                    <a:pt x="114074" y="38639"/>
                  </a:lnTo>
                  <a:lnTo>
                    <a:pt x="106841" y="35127"/>
                  </a:lnTo>
                  <a:lnTo>
                    <a:pt x="93698" y="32279"/>
                  </a:lnTo>
                  <a:lnTo>
                    <a:pt x="34244" y="17199"/>
                  </a:lnTo>
                  <a:lnTo>
                    <a:pt x="19620" y="15402"/>
                  </a:lnTo>
                  <a:lnTo>
                    <a:pt x="8517" y="12700"/>
                  </a:lnTo>
                  <a:lnTo>
                    <a:pt x="3841" y="9488"/>
                  </a:lnTo>
                  <a:lnTo>
                    <a:pt x="0" y="5939"/>
                  </a:lnTo>
                  <a:lnTo>
                    <a:pt x="9139" y="0"/>
                  </a:lnTo>
                  <a:lnTo>
                    <a:pt x="80403" y="17624"/>
                  </a:lnTo>
                  <a:lnTo>
                    <a:pt x="133255" y="30695"/>
                  </a:lnTo>
                  <a:lnTo>
                    <a:pt x="146807" y="24984"/>
                  </a:lnTo>
                  <a:lnTo>
                    <a:pt x="165659" y="30645"/>
                  </a:lnTo>
                  <a:lnTo>
                    <a:pt x="163496" y="41608"/>
                  </a:lnTo>
                  <a:lnTo>
                    <a:pt x="160641" y="44516"/>
                  </a:lnTo>
                  <a:lnTo>
                    <a:pt x="157337" y="44854"/>
                  </a:lnTo>
                  <a:lnTo>
                    <a:pt x="149865" y="44449"/>
                  </a:lnTo>
                  <a:lnTo>
                    <a:pt x="138275" y="41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497985" y="5940658"/>
              <a:ext cx="69279" cy="23339"/>
            </a:xfrm>
            <a:custGeom>
              <a:avLst/>
              <a:pathLst>
                <a:path w="69279" h="23339">
                  <a:moveTo>
                    <a:pt x="69061" y="13449"/>
                  </a:moveTo>
                  <a:lnTo>
                    <a:pt x="68844" y="23339"/>
                  </a:lnTo>
                  <a:lnTo>
                    <a:pt x="32316" y="20715"/>
                  </a:lnTo>
                  <a:lnTo>
                    <a:pt x="0" y="18394"/>
                  </a:lnTo>
                  <a:lnTo>
                    <a:pt x="19" y="10810"/>
                  </a:lnTo>
                  <a:lnTo>
                    <a:pt x="46" y="0"/>
                  </a:lnTo>
                  <a:lnTo>
                    <a:pt x="11498" y="577"/>
                  </a:lnTo>
                  <a:lnTo>
                    <a:pt x="22824" y="1147"/>
                  </a:lnTo>
                  <a:lnTo>
                    <a:pt x="34418" y="1732"/>
                  </a:lnTo>
                  <a:lnTo>
                    <a:pt x="43968" y="2213"/>
                  </a:lnTo>
                  <a:lnTo>
                    <a:pt x="55805" y="2810"/>
                  </a:lnTo>
                  <a:lnTo>
                    <a:pt x="63211" y="3183"/>
                  </a:lnTo>
                  <a:lnTo>
                    <a:pt x="69279" y="3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352407" y="5831658"/>
              <a:ext cx="59361" cy="85307"/>
            </a:xfrm>
            <a:custGeom>
              <a:avLst/>
              <a:pathLst>
                <a:path w="59361" h="85307">
                  <a:moveTo>
                    <a:pt x="36445" y="81742"/>
                  </a:moveTo>
                  <a:lnTo>
                    <a:pt x="12433" y="85307"/>
                  </a:lnTo>
                  <a:lnTo>
                    <a:pt x="11177" y="77082"/>
                  </a:lnTo>
                  <a:lnTo>
                    <a:pt x="9581" y="66627"/>
                  </a:lnTo>
                  <a:lnTo>
                    <a:pt x="7767" y="54745"/>
                  </a:lnTo>
                  <a:lnTo>
                    <a:pt x="5843" y="42140"/>
                  </a:lnTo>
                  <a:lnTo>
                    <a:pt x="4284" y="31927"/>
                  </a:lnTo>
                  <a:lnTo>
                    <a:pt x="2663" y="21308"/>
                  </a:lnTo>
                  <a:lnTo>
                    <a:pt x="1544" y="13982"/>
                  </a:lnTo>
                  <a:lnTo>
                    <a:pt x="0" y="3863"/>
                  </a:lnTo>
                  <a:lnTo>
                    <a:pt x="24742" y="1912"/>
                  </a:lnTo>
                  <a:lnTo>
                    <a:pt x="49002" y="0"/>
                  </a:lnTo>
                  <a:lnTo>
                    <a:pt x="50089" y="8218"/>
                  </a:lnTo>
                  <a:lnTo>
                    <a:pt x="52261" y="24639"/>
                  </a:lnTo>
                  <a:lnTo>
                    <a:pt x="54058" y="38231"/>
                  </a:lnTo>
                  <a:lnTo>
                    <a:pt x="55979" y="52761"/>
                  </a:lnTo>
                  <a:lnTo>
                    <a:pt x="57953" y="67688"/>
                  </a:lnTo>
                  <a:lnTo>
                    <a:pt x="59361" y="783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407686" y="5843179"/>
              <a:ext cx="48870" cy="66188"/>
            </a:xfrm>
            <a:custGeom>
              <a:avLst/>
              <a:pathLst>
                <a:path w="48870" h="66188">
                  <a:moveTo>
                    <a:pt x="29593" y="63031"/>
                  </a:moveTo>
                  <a:lnTo>
                    <a:pt x="8332" y="66188"/>
                  </a:lnTo>
                  <a:lnTo>
                    <a:pt x="7227" y="57736"/>
                  </a:lnTo>
                  <a:lnTo>
                    <a:pt x="5242" y="42549"/>
                  </a:lnTo>
                  <a:lnTo>
                    <a:pt x="3395" y="28416"/>
                  </a:lnTo>
                  <a:lnTo>
                    <a:pt x="1426" y="13357"/>
                  </a:lnTo>
                  <a:lnTo>
                    <a:pt x="0" y="2439"/>
                  </a:lnTo>
                  <a:lnTo>
                    <a:pt x="21415" y="1164"/>
                  </a:lnTo>
                  <a:lnTo>
                    <a:pt x="40963" y="0"/>
                  </a:lnTo>
                  <a:lnTo>
                    <a:pt x="41841" y="6683"/>
                  </a:lnTo>
                  <a:lnTo>
                    <a:pt x="43143" y="16591"/>
                  </a:lnTo>
                  <a:lnTo>
                    <a:pt x="44584" y="27553"/>
                  </a:lnTo>
                  <a:lnTo>
                    <a:pt x="45909" y="37636"/>
                  </a:lnTo>
                  <a:lnTo>
                    <a:pt x="47261" y="47923"/>
                  </a:lnTo>
                  <a:lnTo>
                    <a:pt x="48870" y="601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452293" y="5839748"/>
              <a:ext cx="58754" cy="63067"/>
            </a:xfrm>
            <a:custGeom>
              <a:avLst/>
              <a:pathLst>
                <a:path w="58754" h="63067">
                  <a:moveTo>
                    <a:pt x="32472" y="60920"/>
                  </a:moveTo>
                  <a:lnTo>
                    <a:pt x="11643" y="62505"/>
                  </a:lnTo>
                  <a:lnTo>
                    <a:pt x="7855" y="63067"/>
                  </a:lnTo>
                  <a:lnTo>
                    <a:pt x="5440" y="44668"/>
                  </a:lnTo>
                  <a:lnTo>
                    <a:pt x="3326" y="28560"/>
                  </a:lnTo>
                  <a:lnTo>
                    <a:pt x="1561" y="15113"/>
                  </a:lnTo>
                  <a:lnTo>
                    <a:pt x="0" y="3214"/>
                  </a:lnTo>
                  <a:lnTo>
                    <a:pt x="26152" y="1656"/>
                  </a:lnTo>
                  <a:lnTo>
                    <a:pt x="53970" y="0"/>
                  </a:lnTo>
                  <a:lnTo>
                    <a:pt x="55686" y="21134"/>
                  </a:lnTo>
                  <a:lnTo>
                    <a:pt x="56457" y="30627"/>
                  </a:lnTo>
                  <a:lnTo>
                    <a:pt x="57298" y="40989"/>
                  </a:lnTo>
                  <a:lnTo>
                    <a:pt x="58018" y="49862"/>
                  </a:lnTo>
                  <a:lnTo>
                    <a:pt x="58754" y="58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510274" y="5813426"/>
              <a:ext cx="44537" cy="87339"/>
            </a:xfrm>
            <a:custGeom>
              <a:avLst/>
              <a:pathLst>
                <a:path w="44537" h="87339">
                  <a:moveTo>
                    <a:pt x="22844" y="86411"/>
                  </a:moveTo>
                  <a:lnTo>
                    <a:pt x="4843" y="85458"/>
                  </a:lnTo>
                  <a:lnTo>
                    <a:pt x="4298" y="78781"/>
                  </a:lnTo>
                  <a:lnTo>
                    <a:pt x="3359" y="67272"/>
                  </a:lnTo>
                  <a:lnTo>
                    <a:pt x="2315" y="54474"/>
                  </a:lnTo>
                  <a:lnTo>
                    <a:pt x="1501" y="44492"/>
                  </a:lnTo>
                  <a:lnTo>
                    <a:pt x="668" y="34272"/>
                  </a:lnTo>
                  <a:lnTo>
                    <a:pt x="0" y="26083"/>
                  </a:lnTo>
                  <a:lnTo>
                    <a:pt x="21044" y="13758"/>
                  </a:lnTo>
                  <a:lnTo>
                    <a:pt x="44537" y="0"/>
                  </a:lnTo>
                  <a:lnTo>
                    <a:pt x="44218" y="6728"/>
                  </a:lnTo>
                  <a:lnTo>
                    <a:pt x="43681" y="18067"/>
                  </a:lnTo>
                  <a:lnTo>
                    <a:pt x="43188" y="28449"/>
                  </a:lnTo>
                  <a:lnTo>
                    <a:pt x="42695" y="38854"/>
                  </a:lnTo>
                  <a:lnTo>
                    <a:pt x="42265" y="47910"/>
                  </a:lnTo>
                  <a:lnTo>
                    <a:pt x="41783" y="58075"/>
                  </a:lnTo>
                  <a:lnTo>
                    <a:pt x="41272" y="68847"/>
                  </a:lnTo>
                  <a:lnTo>
                    <a:pt x="40697" y="80973"/>
                  </a:lnTo>
                  <a:lnTo>
                    <a:pt x="40395" y="873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629022" y="5776436"/>
              <a:ext cx="56242" cy="83276"/>
            </a:xfrm>
            <a:custGeom>
              <a:avLst/>
              <a:pathLst>
                <a:path w="56242" h="83276">
                  <a:moveTo>
                    <a:pt x="6015" y="68664"/>
                  </a:moveTo>
                  <a:lnTo>
                    <a:pt x="4690" y="53874"/>
                  </a:lnTo>
                  <a:lnTo>
                    <a:pt x="2943" y="34377"/>
                  </a:lnTo>
                  <a:lnTo>
                    <a:pt x="2074" y="24677"/>
                  </a:lnTo>
                  <a:lnTo>
                    <a:pt x="1411" y="16790"/>
                  </a:lnTo>
                  <a:lnTo>
                    <a:pt x="0" y="0"/>
                  </a:lnTo>
                  <a:lnTo>
                    <a:pt x="28852" y="1043"/>
                  </a:lnTo>
                  <a:lnTo>
                    <a:pt x="49527" y="1791"/>
                  </a:lnTo>
                  <a:lnTo>
                    <a:pt x="50740" y="15821"/>
                  </a:lnTo>
                  <a:lnTo>
                    <a:pt x="53003" y="41995"/>
                  </a:lnTo>
                  <a:lnTo>
                    <a:pt x="54773" y="62464"/>
                  </a:lnTo>
                  <a:lnTo>
                    <a:pt x="56242" y="79447"/>
                  </a:lnTo>
                  <a:lnTo>
                    <a:pt x="50010" y="79935"/>
                  </a:lnTo>
                  <a:lnTo>
                    <a:pt x="40061" y="80713"/>
                  </a:lnTo>
                  <a:lnTo>
                    <a:pt x="29760" y="81520"/>
                  </a:lnTo>
                  <a:lnTo>
                    <a:pt x="21762" y="82146"/>
                  </a:lnTo>
                  <a:lnTo>
                    <a:pt x="12937" y="82836"/>
                  </a:lnTo>
                  <a:lnTo>
                    <a:pt x="7323" y="83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684594" y="5778447"/>
              <a:ext cx="69533" cy="76946"/>
            </a:xfrm>
            <a:custGeom>
              <a:avLst/>
              <a:pathLst>
                <a:path w="69533" h="76946">
                  <a:moveTo>
                    <a:pt x="5430" y="60287"/>
                  </a:moveTo>
                  <a:lnTo>
                    <a:pt x="3522" y="39106"/>
                  </a:lnTo>
                  <a:lnTo>
                    <a:pt x="1249" y="13869"/>
                  </a:lnTo>
                  <a:lnTo>
                    <a:pt x="0" y="0"/>
                  </a:lnTo>
                  <a:lnTo>
                    <a:pt x="9140" y="330"/>
                  </a:lnTo>
                  <a:lnTo>
                    <a:pt x="24485" y="885"/>
                  </a:lnTo>
                  <a:lnTo>
                    <a:pt x="37238" y="1347"/>
                  </a:lnTo>
                  <a:lnTo>
                    <a:pt x="39371" y="10319"/>
                  </a:lnTo>
                  <a:lnTo>
                    <a:pt x="41438" y="19014"/>
                  </a:lnTo>
                  <a:lnTo>
                    <a:pt x="43953" y="29597"/>
                  </a:lnTo>
                  <a:lnTo>
                    <a:pt x="44907" y="33612"/>
                  </a:lnTo>
                  <a:lnTo>
                    <a:pt x="64915" y="31966"/>
                  </a:lnTo>
                  <a:lnTo>
                    <a:pt x="65572" y="37667"/>
                  </a:lnTo>
                  <a:lnTo>
                    <a:pt x="67066" y="50636"/>
                  </a:lnTo>
                  <a:lnTo>
                    <a:pt x="68326" y="61571"/>
                  </a:lnTo>
                  <a:lnTo>
                    <a:pt x="69533" y="72046"/>
                  </a:lnTo>
                  <a:lnTo>
                    <a:pt x="36230" y="74653"/>
                  </a:lnTo>
                  <a:lnTo>
                    <a:pt x="6931" y="76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006555" y="5894781"/>
              <a:ext cx="61477" cy="64226"/>
            </a:xfrm>
            <a:custGeom>
              <a:avLst/>
              <a:pathLst>
                <a:path w="61477" h="64226">
                  <a:moveTo>
                    <a:pt x="28912" y="64096"/>
                  </a:moveTo>
                  <a:lnTo>
                    <a:pt x="0" y="63958"/>
                  </a:lnTo>
                  <a:lnTo>
                    <a:pt x="85" y="51191"/>
                  </a:lnTo>
                  <a:lnTo>
                    <a:pt x="223" y="30689"/>
                  </a:lnTo>
                  <a:lnTo>
                    <a:pt x="332" y="14519"/>
                  </a:lnTo>
                  <a:lnTo>
                    <a:pt x="426" y="527"/>
                  </a:lnTo>
                  <a:lnTo>
                    <a:pt x="27700" y="291"/>
                  </a:lnTo>
                  <a:lnTo>
                    <a:pt x="61477" y="0"/>
                  </a:lnTo>
                  <a:lnTo>
                    <a:pt x="60485" y="11982"/>
                  </a:lnTo>
                  <a:lnTo>
                    <a:pt x="60294" y="14286"/>
                  </a:lnTo>
                  <a:lnTo>
                    <a:pt x="59880" y="19296"/>
                  </a:lnTo>
                  <a:lnTo>
                    <a:pt x="58109" y="40677"/>
                  </a:lnTo>
                  <a:lnTo>
                    <a:pt x="57804" y="44362"/>
                  </a:lnTo>
                  <a:lnTo>
                    <a:pt x="56392" y="61414"/>
                  </a:lnTo>
                  <a:lnTo>
                    <a:pt x="56201" y="64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001238" y="5796358"/>
              <a:ext cx="35676" cy="66218"/>
            </a:xfrm>
            <a:custGeom>
              <a:avLst/>
              <a:pathLst>
                <a:path w="35676" h="66218">
                  <a:moveTo>
                    <a:pt x="0" y="66218"/>
                  </a:moveTo>
                  <a:lnTo>
                    <a:pt x="0" y="0"/>
                  </a:lnTo>
                  <a:lnTo>
                    <a:pt x="4959" y="3998"/>
                  </a:lnTo>
                  <a:lnTo>
                    <a:pt x="20352" y="16408"/>
                  </a:lnTo>
                  <a:lnTo>
                    <a:pt x="35676" y="28763"/>
                  </a:lnTo>
                  <a:lnTo>
                    <a:pt x="17055" y="483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001238" y="5294089"/>
              <a:ext cx="164110" cy="81624"/>
            </a:xfrm>
            <a:custGeom>
              <a:avLst/>
              <a:pathLst>
                <a:path w="164110" h="81624">
                  <a:moveTo>
                    <a:pt x="85601" y="80100"/>
                  </a:moveTo>
                  <a:lnTo>
                    <a:pt x="69391" y="77684"/>
                  </a:lnTo>
                  <a:lnTo>
                    <a:pt x="64835" y="63988"/>
                  </a:lnTo>
                  <a:lnTo>
                    <a:pt x="60029" y="49537"/>
                  </a:lnTo>
                  <a:lnTo>
                    <a:pt x="52136" y="46962"/>
                  </a:lnTo>
                  <a:lnTo>
                    <a:pt x="34146" y="41093"/>
                  </a:lnTo>
                  <a:lnTo>
                    <a:pt x="24859" y="42922"/>
                  </a:lnTo>
                  <a:lnTo>
                    <a:pt x="7173" y="46404"/>
                  </a:lnTo>
                  <a:lnTo>
                    <a:pt x="0" y="47817"/>
                  </a:lnTo>
                  <a:lnTo>
                    <a:pt x="0" y="7137"/>
                  </a:lnTo>
                  <a:lnTo>
                    <a:pt x="5044" y="6176"/>
                  </a:lnTo>
                  <a:lnTo>
                    <a:pt x="26530" y="2081"/>
                  </a:lnTo>
                  <a:lnTo>
                    <a:pt x="37450" y="0"/>
                  </a:lnTo>
                  <a:lnTo>
                    <a:pt x="51826" y="1725"/>
                  </a:lnTo>
                  <a:lnTo>
                    <a:pt x="75770" y="4598"/>
                  </a:lnTo>
                  <a:lnTo>
                    <a:pt x="101549" y="7691"/>
                  </a:lnTo>
                  <a:lnTo>
                    <a:pt x="127682" y="10827"/>
                  </a:lnTo>
                  <a:lnTo>
                    <a:pt x="164110" y="15199"/>
                  </a:lnTo>
                  <a:lnTo>
                    <a:pt x="161962" y="32137"/>
                  </a:lnTo>
                  <a:lnTo>
                    <a:pt x="160255" y="45597"/>
                  </a:lnTo>
                  <a:lnTo>
                    <a:pt x="137387" y="47404"/>
                  </a:lnTo>
                  <a:lnTo>
                    <a:pt x="112391" y="49379"/>
                  </a:lnTo>
                  <a:lnTo>
                    <a:pt x="96176" y="50661"/>
                  </a:lnTo>
                  <a:lnTo>
                    <a:pt x="95824" y="8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001238" y="5466939"/>
              <a:ext cx="12484" cy="36395"/>
            </a:xfrm>
            <a:custGeom>
              <a:avLst/>
              <a:pathLst>
                <a:path w="12484" h="36395">
                  <a:moveTo>
                    <a:pt x="2686" y="2497"/>
                  </a:moveTo>
                  <a:lnTo>
                    <a:pt x="9489" y="0"/>
                  </a:lnTo>
                  <a:lnTo>
                    <a:pt x="10689" y="12595"/>
                  </a:lnTo>
                  <a:lnTo>
                    <a:pt x="12484" y="31441"/>
                  </a:lnTo>
                  <a:lnTo>
                    <a:pt x="4352" y="34668"/>
                  </a:lnTo>
                  <a:lnTo>
                    <a:pt x="0" y="36395"/>
                  </a:lnTo>
                  <a:lnTo>
                    <a:pt x="0" y="3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001238" y="5671413"/>
              <a:ext cx="48081" cy="27936"/>
            </a:xfrm>
            <a:custGeom>
              <a:avLst/>
              <a:pathLst>
                <a:path w="48081" h="27936">
                  <a:moveTo>
                    <a:pt x="2147" y="1949"/>
                  </a:moveTo>
                  <a:lnTo>
                    <a:pt x="7435" y="1724"/>
                  </a:lnTo>
                  <a:lnTo>
                    <a:pt x="12880" y="1493"/>
                  </a:lnTo>
                  <a:lnTo>
                    <a:pt x="19103" y="1229"/>
                  </a:lnTo>
                  <a:lnTo>
                    <a:pt x="25209" y="970"/>
                  </a:lnTo>
                  <a:lnTo>
                    <a:pt x="31754" y="692"/>
                  </a:lnTo>
                  <a:lnTo>
                    <a:pt x="40955" y="302"/>
                  </a:lnTo>
                  <a:lnTo>
                    <a:pt x="48081" y="0"/>
                  </a:lnTo>
                  <a:lnTo>
                    <a:pt x="47801" y="8977"/>
                  </a:lnTo>
                  <a:lnTo>
                    <a:pt x="47482" y="19244"/>
                  </a:lnTo>
                  <a:lnTo>
                    <a:pt x="0" y="27936"/>
                  </a:lnTo>
                  <a:lnTo>
                    <a:pt x="0" y="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052296" y="5602764"/>
              <a:ext cx="280027" cy="90134"/>
            </a:xfrm>
            <a:custGeom>
              <a:avLst/>
              <a:pathLst>
                <a:path w="280027" h="90134">
                  <a:moveTo>
                    <a:pt x="170834" y="49379"/>
                  </a:moveTo>
                  <a:lnTo>
                    <a:pt x="179800" y="44746"/>
                  </a:lnTo>
                  <a:lnTo>
                    <a:pt x="188412" y="40296"/>
                  </a:lnTo>
                  <a:lnTo>
                    <a:pt x="196344" y="36197"/>
                  </a:lnTo>
                  <a:lnTo>
                    <a:pt x="205269" y="31585"/>
                  </a:lnTo>
                  <a:lnTo>
                    <a:pt x="214058" y="27043"/>
                  </a:lnTo>
                  <a:lnTo>
                    <a:pt x="223100" y="22371"/>
                  </a:lnTo>
                  <a:lnTo>
                    <a:pt x="234287" y="16590"/>
                  </a:lnTo>
                  <a:lnTo>
                    <a:pt x="243852" y="11647"/>
                  </a:lnTo>
                  <a:lnTo>
                    <a:pt x="254468" y="6161"/>
                  </a:lnTo>
                  <a:lnTo>
                    <a:pt x="266392" y="0"/>
                  </a:lnTo>
                  <a:lnTo>
                    <a:pt x="272908" y="8046"/>
                  </a:lnTo>
                  <a:lnTo>
                    <a:pt x="280027" y="16837"/>
                  </a:lnTo>
                  <a:lnTo>
                    <a:pt x="176157" y="80321"/>
                  </a:lnTo>
                  <a:lnTo>
                    <a:pt x="165060" y="87103"/>
                  </a:lnTo>
                  <a:lnTo>
                    <a:pt x="109033" y="88132"/>
                  </a:lnTo>
                  <a:lnTo>
                    <a:pt x="0" y="90134"/>
                  </a:lnTo>
                  <a:lnTo>
                    <a:pt x="515" y="81126"/>
                  </a:lnTo>
                  <a:lnTo>
                    <a:pt x="1245" y="68366"/>
                  </a:lnTo>
                  <a:lnTo>
                    <a:pt x="8857" y="68184"/>
                  </a:lnTo>
                  <a:lnTo>
                    <a:pt x="16563" y="68001"/>
                  </a:lnTo>
                  <a:lnTo>
                    <a:pt x="24545" y="67810"/>
                  </a:lnTo>
                  <a:lnTo>
                    <a:pt x="33763" y="67590"/>
                  </a:lnTo>
                  <a:lnTo>
                    <a:pt x="42958" y="67371"/>
                  </a:lnTo>
                  <a:lnTo>
                    <a:pt x="52690" y="67139"/>
                  </a:lnTo>
                  <a:lnTo>
                    <a:pt x="63057" y="66892"/>
                  </a:lnTo>
                  <a:lnTo>
                    <a:pt x="72440" y="66668"/>
                  </a:lnTo>
                  <a:lnTo>
                    <a:pt x="82743" y="66422"/>
                  </a:lnTo>
                  <a:lnTo>
                    <a:pt x="93038" y="66177"/>
                  </a:lnTo>
                  <a:lnTo>
                    <a:pt x="104348" y="65907"/>
                  </a:lnTo>
                  <a:lnTo>
                    <a:pt x="116532" y="65616"/>
                  </a:lnTo>
                  <a:lnTo>
                    <a:pt x="127545" y="65354"/>
                  </a:lnTo>
                  <a:lnTo>
                    <a:pt x="129700" y="65302"/>
                  </a:lnTo>
                  <a:lnTo>
                    <a:pt x="138959" y="62323"/>
                  </a:lnTo>
                  <a:lnTo>
                    <a:pt x="150285" y="58679"/>
                  </a:lnTo>
                  <a:lnTo>
                    <a:pt x="153707" y="57578"/>
                  </a:lnTo>
                  <a:lnTo>
                    <a:pt x="161107" y="54087"/>
                  </a:lnTo>
                  <a:lnTo>
                    <a:pt x="168212" y="50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359567" y="5546033"/>
              <a:ext cx="108113" cy="115367"/>
            </a:xfrm>
            <a:custGeom>
              <a:avLst/>
              <a:pathLst>
                <a:path w="108113" h="115367">
                  <a:moveTo>
                    <a:pt x="30914" y="17443"/>
                  </a:moveTo>
                  <a:lnTo>
                    <a:pt x="69079" y="0"/>
                  </a:lnTo>
                  <a:lnTo>
                    <a:pt x="73253" y="9014"/>
                  </a:lnTo>
                  <a:lnTo>
                    <a:pt x="78030" y="19332"/>
                  </a:lnTo>
                  <a:lnTo>
                    <a:pt x="82906" y="29863"/>
                  </a:lnTo>
                  <a:lnTo>
                    <a:pt x="88512" y="41969"/>
                  </a:lnTo>
                  <a:lnTo>
                    <a:pt x="94331" y="54537"/>
                  </a:lnTo>
                  <a:lnTo>
                    <a:pt x="99391" y="65467"/>
                  </a:lnTo>
                  <a:lnTo>
                    <a:pt x="105129" y="77858"/>
                  </a:lnTo>
                  <a:lnTo>
                    <a:pt x="108113" y="84304"/>
                  </a:lnTo>
                  <a:lnTo>
                    <a:pt x="74175" y="99100"/>
                  </a:lnTo>
                  <a:lnTo>
                    <a:pt x="36864" y="115367"/>
                  </a:lnTo>
                  <a:lnTo>
                    <a:pt x="30354" y="100568"/>
                  </a:lnTo>
                  <a:lnTo>
                    <a:pt x="23427" y="84824"/>
                  </a:lnTo>
                  <a:lnTo>
                    <a:pt x="16934" y="70066"/>
                  </a:lnTo>
                  <a:lnTo>
                    <a:pt x="10765" y="56042"/>
                  </a:lnTo>
                  <a:lnTo>
                    <a:pt x="5652" y="44421"/>
                  </a:lnTo>
                  <a:lnTo>
                    <a:pt x="0" y="3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001238" y="4397452"/>
              <a:ext cx="125423" cy="93119"/>
            </a:xfrm>
            <a:custGeom>
              <a:avLst/>
              <a:pathLst>
                <a:path w="125423" h="93119">
                  <a:moveTo>
                    <a:pt x="1094" y="40075"/>
                  </a:moveTo>
                  <a:lnTo>
                    <a:pt x="8737" y="37237"/>
                  </a:lnTo>
                  <a:lnTo>
                    <a:pt x="12301" y="35734"/>
                  </a:lnTo>
                  <a:lnTo>
                    <a:pt x="31351" y="27701"/>
                  </a:lnTo>
                  <a:lnTo>
                    <a:pt x="46424" y="21344"/>
                  </a:lnTo>
                  <a:lnTo>
                    <a:pt x="51593" y="18234"/>
                  </a:lnTo>
                  <a:lnTo>
                    <a:pt x="70611" y="6789"/>
                  </a:lnTo>
                  <a:lnTo>
                    <a:pt x="81894" y="0"/>
                  </a:lnTo>
                  <a:lnTo>
                    <a:pt x="90063" y="12393"/>
                  </a:lnTo>
                  <a:lnTo>
                    <a:pt x="93641" y="17822"/>
                  </a:lnTo>
                  <a:lnTo>
                    <a:pt x="106352" y="40505"/>
                  </a:lnTo>
                  <a:lnTo>
                    <a:pt x="125423" y="74540"/>
                  </a:lnTo>
                  <a:lnTo>
                    <a:pt x="113700" y="81716"/>
                  </a:lnTo>
                  <a:lnTo>
                    <a:pt x="95074" y="93119"/>
                  </a:lnTo>
                  <a:lnTo>
                    <a:pt x="53069" y="82160"/>
                  </a:lnTo>
                  <a:lnTo>
                    <a:pt x="37324" y="76312"/>
                  </a:lnTo>
                  <a:lnTo>
                    <a:pt x="28288" y="72957"/>
                  </a:lnTo>
                  <a:lnTo>
                    <a:pt x="0" y="71111"/>
                  </a:lnTo>
                  <a:lnTo>
                    <a:pt x="0" y="40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001238" y="4335622"/>
              <a:ext cx="39751" cy="90898"/>
            </a:xfrm>
            <a:custGeom>
              <a:avLst/>
              <a:pathLst>
                <a:path w="39751" h="90898">
                  <a:moveTo>
                    <a:pt x="0" y="85999"/>
                  </a:moveTo>
                  <a:lnTo>
                    <a:pt x="0" y="0"/>
                  </a:lnTo>
                  <a:lnTo>
                    <a:pt x="728" y="1094"/>
                  </a:lnTo>
                  <a:lnTo>
                    <a:pt x="13008" y="19537"/>
                  </a:lnTo>
                  <a:lnTo>
                    <a:pt x="25353" y="38078"/>
                  </a:lnTo>
                  <a:lnTo>
                    <a:pt x="28114" y="44716"/>
                  </a:lnTo>
                  <a:lnTo>
                    <a:pt x="39751" y="72685"/>
                  </a:lnTo>
                  <a:lnTo>
                    <a:pt x="27137" y="79211"/>
                  </a:lnTo>
                  <a:lnTo>
                    <a:pt x="4545" y="90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026723" y="4321753"/>
              <a:ext cx="64537" cy="78667"/>
            </a:xfrm>
            <a:custGeom>
              <a:avLst/>
              <a:pathLst>
                <a:path w="64537" h="78667">
                  <a:moveTo>
                    <a:pt x="28944" y="0"/>
                  </a:moveTo>
                  <a:lnTo>
                    <a:pt x="36765" y="8661"/>
                  </a:lnTo>
                  <a:lnTo>
                    <a:pt x="41925" y="14375"/>
                  </a:lnTo>
                  <a:lnTo>
                    <a:pt x="48613" y="21782"/>
                  </a:lnTo>
                  <a:lnTo>
                    <a:pt x="64537" y="39416"/>
                  </a:lnTo>
                  <a:lnTo>
                    <a:pt x="58750" y="45516"/>
                  </a:lnTo>
                  <a:lnTo>
                    <a:pt x="48789" y="56017"/>
                  </a:lnTo>
                  <a:lnTo>
                    <a:pt x="40105" y="65171"/>
                  </a:lnTo>
                  <a:lnTo>
                    <a:pt x="27303" y="78667"/>
                  </a:lnTo>
                  <a:lnTo>
                    <a:pt x="13275" y="61224"/>
                  </a:lnTo>
                  <a:lnTo>
                    <a:pt x="7832" y="54457"/>
                  </a:lnTo>
                  <a:lnTo>
                    <a:pt x="6151" y="50129"/>
                  </a:lnTo>
                  <a:lnTo>
                    <a:pt x="0" y="34293"/>
                  </a:lnTo>
                  <a:lnTo>
                    <a:pt x="6150" y="28558"/>
                  </a:lnTo>
                  <a:lnTo>
                    <a:pt x="17107" y="18340"/>
                  </a:lnTo>
                  <a:lnTo>
                    <a:pt x="22600" y="132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001238" y="4288381"/>
              <a:ext cx="52249" cy="64288"/>
            </a:xfrm>
            <a:custGeom>
              <a:avLst/>
              <a:pathLst>
                <a:path w="52249" h="64288">
                  <a:moveTo>
                    <a:pt x="23833" y="64288"/>
                  </a:moveTo>
                  <a:lnTo>
                    <a:pt x="15805" y="45877"/>
                  </a:lnTo>
                  <a:lnTo>
                    <a:pt x="11315" y="35582"/>
                  </a:lnTo>
                  <a:lnTo>
                    <a:pt x="0" y="33093"/>
                  </a:lnTo>
                  <a:lnTo>
                    <a:pt x="0" y="0"/>
                  </a:lnTo>
                  <a:lnTo>
                    <a:pt x="6414" y="3000"/>
                  </a:lnTo>
                  <a:lnTo>
                    <a:pt x="20385" y="9537"/>
                  </a:lnTo>
                  <a:lnTo>
                    <a:pt x="28755" y="13453"/>
                  </a:lnTo>
                  <a:lnTo>
                    <a:pt x="36266" y="19395"/>
                  </a:lnTo>
                  <a:lnTo>
                    <a:pt x="45818" y="26954"/>
                  </a:lnTo>
                  <a:lnTo>
                    <a:pt x="47007" y="27895"/>
                  </a:lnTo>
                  <a:lnTo>
                    <a:pt x="51852" y="31729"/>
                  </a:lnTo>
                  <a:lnTo>
                    <a:pt x="52249" y="32043"/>
                  </a:lnTo>
                  <a:lnTo>
                    <a:pt x="46519" y="42362"/>
                  </a:lnTo>
                  <a:lnTo>
                    <a:pt x="44847" y="45374"/>
                  </a:lnTo>
                  <a:lnTo>
                    <a:pt x="37361" y="52910"/>
                  </a:lnTo>
                  <a:lnTo>
                    <a:pt x="36124" y="54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076291" y="4260147"/>
              <a:ext cx="19406" cy="42842"/>
            </a:xfrm>
            <a:custGeom>
              <a:avLst/>
              <a:pathLst>
                <a:path w="19406" h="42842">
                  <a:moveTo>
                    <a:pt x="2117" y="25756"/>
                  </a:moveTo>
                  <a:lnTo>
                    <a:pt x="6338" y="0"/>
                  </a:lnTo>
                  <a:lnTo>
                    <a:pt x="10614" y="1173"/>
                  </a:lnTo>
                  <a:lnTo>
                    <a:pt x="15350" y="2474"/>
                  </a:lnTo>
                  <a:lnTo>
                    <a:pt x="19406" y="3587"/>
                  </a:lnTo>
                  <a:lnTo>
                    <a:pt x="16676" y="21299"/>
                  </a:lnTo>
                  <a:lnTo>
                    <a:pt x="13356" y="42842"/>
                  </a:lnTo>
                  <a:lnTo>
                    <a:pt x="7808" y="41114"/>
                  </a:lnTo>
                  <a:lnTo>
                    <a:pt x="0" y="38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010046" y="4245579"/>
              <a:ext cx="67899" cy="50687"/>
            </a:xfrm>
            <a:custGeom>
              <a:avLst/>
              <a:pathLst>
                <a:path w="67899" h="50687">
                  <a:moveTo>
                    <a:pt x="2986" y="28016"/>
                  </a:moveTo>
                  <a:lnTo>
                    <a:pt x="6153" y="17497"/>
                  </a:lnTo>
                  <a:lnTo>
                    <a:pt x="11422" y="0"/>
                  </a:lnTo>
                  <a:lnTo>
                    <a:pt x="23045" y="1021"/>
                  </a:lnTo>
                  <a:lnTo>
                    <a:pt x="40621" y="2565"/>
                  </a:lnTo>
                  <a:lnTo>
                    <a:pt x="50974" y="5380"/>
                  </a:lnTo>
                  <a:lnTo>
                    <a:pt x="54074" y="6935"/>
                  </a:lnTo>
                  <a:lnTo>
                    <a:pt x="67899" y="13872"/>
                  </a:lnTo>
                  <a:lnTo>
                    <a:pt x="66329" y="23411"/>
                  </a:lnTo>
                  <a:lnTo>
                    <a:pt x="64578" y="34055"/>
                  </a:lnTo>
                  <a:lnTo>
                    <a:pt x="61841" y="50687"/>
                  </a:lnTo>
                  <a:lnTo>
                    <a:pt x="52957" y="49097"/>
                  </a:lnTo>
                  <a:lnTo>
                    <a:pt x="36845" y="46213"/>
                  </a:lnTo>
                  <a:lnTo>
                    <a:pt x="35255" y="45929"/>
                  </a:lnTo>
                  <a:lnTo>
                    <a:pt x="0" y="37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004050" y="4243506"/>
              <a:ext cx="15283" cy="23202"/>
            </a:xfrm>
            <a:custGeom>
              <a:avLst/>
              <a:pathLst>
                <a:path w="15283" h="23202">
                  <a:moveTo>
                    <a:pt x="2047" y="13053"/>
                  </a:moveTo>
                  <a:lnTo>
                    <a:pt x="5580" y="0"/>
                  </a:lnTo>
                  <a:lnTo>
                    <a:pt x="8652" y="480"/>
                  </a:lnTo>
                  <a:lnTo>
                    <a:pt x="11741" y="963"/>
                  </a:lnTo>
                  <a:lnTo>
                    <a:pt x="15283" y="1517"/>
                  </a:lnTo>
                  <a:lnTo>
                    <a:pt x="12280" y="12389"/>
                  </a:lnTo>
                  <a:lnTo>
                    <a:pt x="9293" y="23202"/>
                  </a:lnTo>
                  <a:lnTo>
                    <a:pt x="5682" y="22197"/>
                  </a:lnTo>
                  <a:lnTo>
                    <a:pt x="0" y="20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021843" y="4188410"/>
              <a:ext cx="81271" cy="64103"/>
            </a:xfrm>
            <a:custGeom>
              <a:avLst/>
              <a:pathLst>
                <a:path w="81271" h="64103">
                  <a:moveTo>
                    <a:pt x="81271" y="16215"/>
                  </a:moveTo>
                  <a:lnTo>
                    <a:pt x="80408" y="31663"/>
                  </a:lnTo>
                  <a:lnTo>
                    <a:pt x="79188" y="53516"/>
                  </a:lnTo>
                  <a:lnTo>
                    <a:pt x="77261" y="64103"/>
                  </a:lnTo>
                  <a:lnTo>
                    <a:pt x="74837" y="63506"/>
                  </a:lnTo>
                  <a:lnTo>
                    <a:pt x="70244" y="62374"/>
                  </a:lnTo>
                  <a:lnTo>
                    <a:pt x="62466" y="60458"/>
                  </a:lnTo>
                  <a:lnTo>
                    <a:pt x="58349" y="59444"/>
                  </a:lnTo>
                  <a:lnTo>
                    <a:pt x="53421" y="58229"/>
                  </a:lnTo>
                  <a:lnTo>
                    <a:pt x="44636" y="56064"/>
                  </a:lnTo>
                  <a:lnTo>
                    <a:pt x="39269" y="54741"/>
                  </a:lnTo>
                  <a:lnTo>
                    <a:pt x="31043" y="52714"/>
                  </a:lnTo>
                  <a:lnTo>
                    <a:pt x="24798" y="51175"/>
                  </a:lnTo>
                  <a:lnTo>
                    <a:pt x="13324" y="48347"/>
                  </a:lnTo>
                  <a:lnTo>
                    <a:pt x="0" y="45063"/>
                  </a:lnTo>
                  <a:lnTo>
                    <a:pt x="4312" y="20469"/>
                  </a:lnTo>
                  <a:lnTo>
                    <a:pt x="7901" y="0"/>
                  </a:lnTo>
                  <a:lnTo>
                    <a:pt x="18108" y="1884"/>
                  </a:lnTo>
                  <a:lnTo>
                    <a:pt x="24923" y="3142"/>
                  </a:lnTo>
                  <a:lnTo>
                    <a:pt x="32834" y="4603"/>
                  </a:lnTo>
                  <a:lnTo>
                    <a:pt x="41050" y="6120"/>
                  </a:lnTo>
                  <a:lnTo>
                    <a:pt x="49167" y="7618"/>
                  </a:lnTo>
                  <a:lnTo>
                    <a:pt x="57497" y="9156"/>
                  </a:lnTo>
                  <a:lnTo>
                    <a:pt x="61181" y="9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001238" y="4166934"/>
              <a:ext cx="15404" cy="44358"/>
            </a:xfrm>
            <a:custGeom>
              <a:avLst/>
              <a:pathLst>
                <a:path w="15404" h="44358">
                  <a:moveTo>
                    <a:pt x="1812" y="0"/>
                  </a:moveTo>
                  <a:lnTo>
                    <a:pt x="7945" y="2087"/>
                  </a:lnTo>
                  <a:lnTo>
                    <a:pt x="15404" y="4625"/>
                  </a:lnTo>
                  <a:lnTo>
                    <a:pt x="7531" y="24932"/>
                  </a:lnTo>
                  <a:lnTo>
                    <a:pt x="0" y="44358"/>
                  </a:lnTo>
                  <a:lnTo>
                    <a:pt x="0" y="37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025118" y="4140510"/>
              <a:ext cx="90313" cy="59592"/>
            </a:xfrm>
            <a:custGeom>
              <a:avLst/>
              <a:pathLst>
                <a:path w="90313" h="59592">
                  <a:moveTo>
                    <a:pt x="9276" y="17952"/>
                  </a:moveTo>
                  <a:lnTo>
                    <a:pt x="20881" y="0"/>
                  </a:lnTo>
                  <a:lnTo>
                    <a:pt x="30331" y="754"/>
                  </a:lnTo>
                  <a:lnTo>
                    <a:pt x="37162" y="1298"/>
                  </a:lnTo>
                  <a:lnTo>
                    <a:pt x="43550" y="1808"/>
                  </a:lnTo>
                  <a:lnTo>
                    <a:pt x="50077" y="2329"/>
                  </a:lnTo>
                  <a:lnTo>
                    <a:pt x="57778" y="2943"/>
                  </a:lnTo>
                  <a:lnTo>
                    <a:pt x="65701" y="3575"/>
                  </a:lnTo>
                  <a:lnTo>
                    <a:pt x="74433" y="4272"/>
                  </a:lnTo>
                  <a:lnTo>
                    <a:pt x="82294" y="4899"/>
                  </a:lnTo>
                  <a:lnTo>
                    <a:pt x="88991" y="5433"/>
                  </a:lnTo>
                  <a:lnTo>
                    <a:pt x="90313" y="19061"/>
                  </a:lnTo>
                  <a:lnTo>
                    <a:pt x="90108" y="26024"/>
                  </a:lnTo>
                  <a:lnTo>
                    <a:pt x="89990" y="30046"/>
                  </a:lnTo>
                  <a:lnTo>
                    <a:pt x="88331" y="39777"/>
                  </a:lnTo>
                  <a:lnTo>
                    <a:pt x="84145" y="59592"/>
                  </a:lnTo>
                  <a:lnTo>
                    <a:pt x="79372" y="58146"/>
                  </a:lnTo>
                  <a:lnTo>
                    <a:pt x="71578" y="55785"/>
                  </a:lnTo>
                  <a:lnTo>
                    <a:pt x="62695" y="53095"/>
                  </a:lnTo>
                  <a:lnTo>
                    <a:pt x="51428" y="49682"/>
                  </a:lnTo>
                  <a:lnTo>
                    <a:pt x="42513" y="46982"/>
                  </a:lnTo>
                  <a:lnTo>
                    <a:pt x="37647" y="46132"/>
                  </a:lnTo>
                  <a:lnTo>
                    <a:pt x="26891" y="44252"/>
                  </a:lnTo>
                  <a:lnTo>
                    <a:pt x="11563" y="41572"/>
                  </a:lnTo>
                  <a:lnTo>
                    <a:pt x="0" y="39551"/>
                  </a:lnTo>
                  <a:lnTo>
                    <a:pt x="5066" y="24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002278" y="4040509"/>
              <a:ext cx="108376" cy="116728"/>
            </a:xfrm>
            <a:custGeom>
              <a:avLst/>
              <a:pathLst>
                <a:path w="108376" h="116728">
                  <a:moveTo>
                    <a:pt x="106948" y="25254"/>
                  </a:moveTo>
                  <a:lnTo>
                    <a:pt x="103431" y="41312"/>
                  </a:lnTo>
                  <a:lnTo>
                    <a:pt x="87759" y="39704"/>
                  </a:lnTo>
                  <a:lnTo>
                    <a:pt x="78443" y="38748"/>
                  </a:lnTo>
                  <a:lnTo>
                    <a:pt x="75256" y="42056"/>
                  </a:lnTo>
                  <a:lnTo>
                    <a:pt x="72663" y="44749"/>
                  </a:lnTo>
                  <a:lnTo>
                    <a:pt x="69228" y="48315"/>
                  </a:lnTo>
                  <a:lnTo>
                    <a:pt x="55053" y="63030"/>
                  </a:lnTo>
                  <a:lnTo>
                    <a:pt x="49795" y="68490"/>
                  </a:lnTo>
                  <a:lnTo>
                    <a:pt x="49570" y="74852"/>
                  </a:lnTo>
                  <a:lnTo>
                    <a:pt x="49165" y="86330"/>
                  </a:lnTo>
                  <a:lnTo>
                    <a:pt x="44053" y="91110"/>
                  </a:lnTo>
                  <a:lnTo>
                    <a:pt x="29904" y="104338"/>
                  </a:lnTo>
                  <a:lnTo>
                    <a:pt x="16653" y="116728"/>
                  </a:lnTo>
                  <a:lnTo>
                    <a:pt x="7059" y="101732"/>
                  </a:lnTo>
                  <a:lnTo>
                    <a:pt x="1919" y="93697"/>
                  </a:lnTo>
                  <a:lnTo>
                    <a:pt x="0" y="90518"/>
                  </a:lnTo>
                  <a:lnTo>
                    <a:pt x="8319" y="80134"/>
                  </a:lnTo>
                  <a:lnTo>
                    <a:pt x="14516" y="72397"/>
                  </a:lnTo>
                  <a:lnTo>
                    <a:pt x="20668" y="64719"/>
                  </a:lnTo>
                  <a:lnTo>
                    <a:pt x="27384" y="56335"/>
                  </a:lnTo>
                  <a:lnTo>
                    <a:pt x="35104" y="46698"/>
                  </a:lnTo>
                  <a:lnTo>
                    <a:pt x="40311" y="38063"/>
                  </a:lnTo>
                  <a:lnTo>
                    <a:pt x="46919" y="27104"/>
                  </a:lnTo>
                  <a:lnTo>
                    <a:pt x="53162" y="16750"/>
                  </a:lnTo>
                  <a:lnTo>
                    <a:pt x="58605" y="7724"/>
                  </a:lnTo>
                  <a:lnTo>
                    <a:pt x="63263" y="0"/>
                  </a:lnTo>
                  <a:lnTo>
                    <a:pt x="75290" y="4994"/>
                  </a:lnTo>
                  <a:lnTo>
                    <a:pt x="108376" y="18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051620" y="4083561"/>
              <a:ext cx="62382" cy="57959"/>
            </a:xfrm>
            <a:custGeom>
              <a:avLst/>
              <a:pathLst>
                <a:path w="62382" h="57959">
                  <a:moveTo>
                    <a:pt x="3562" y="46655"/>
                  </a:moveTo>
                  <a:lnTo>
                    <a:pt x="6644" y="41085"/>
                  </a:lnTo>
                  <a:lnTo>
                    <a:pt x="9890" y="35219"/>
                  </a:lnTo>
                  <a:lnTo>
                    <a:pt x="12159" y="31118"/>
                  </a:lnTo>
                  <a:lnTo>
                    <a:pt x="16174" y="25247"/>
                  </a:lnTo>
                  <a:lnTo>
                    <a:pt x="19771" y="19986"/>
                  </a:lnTo>
                  <a:lnTo>
                    <a:pt x="23853" y="14016"/>
                  </a:lnTo>
                  <a:lnTo>
                    <a:pt x="29300" y="6050"/>
                  </a:lnTo>
                  <a:lnTo>
                    <a:pt x="33438" y="0"/>
                  </a:lnTo>
                  <a:lnTo>
                    <a:pt x="44687" y="1038"/>
                  </a:lnTo>
                  <a:lnTo>
                    <a:pt x="58329" y="2296"/>
                  </a:lnTo>
                  <a:lnTo>
                    <a:pt x="58800" y="8772"/>
                  </a:lnTo>
                  <a:lnTo>
                    <a:pt x="59327" y="16007"/>
                  </a:lnTo>
                  <a:lnTo>
                    <a:pt x="59855" y="23263"/>
                  </a:lnTo>
                  <a:lnTo>
                    <a:pt x="60504" y="32170"/>
                  </a:lnTo>
                  <a:lnTo>
                    <a:pt x="61286" y="42910"/>
                  </a:lnTo>
                  <a:lnTo>
                    <a:pt x="62382" y="57959"/>
                  </a:lnTo>
                  <a:lnTo>
                    <a:pt x="38416" y="57058"/>
                  </a:lnTo>
                  <a:lnTo>
                    <a:pt x="30773" y="56269"/>
                  </a:lnTo>
                  <a:lnTo>
                    <a:pt x="0" y="530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001238" y="4092214"/>
              <a:ext cx="3077" cy="8610"/>
            </a:xfrm>
            <a:custGeom>
              <a:avLst/>
              <a:pathLst>
                <a:path w="3077" h="8610">
                  <a:moveTo>
                    <a:pt x="3077" y="4191"/>
                  </a:moveTo>
                  <a:lnTo>
                    <a:pt x="573" y="7787"/>
                  </a:lnTo>
                  <a:lnTo>
                    <a:pt x="0" y="8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001238" y="4060536"/>
              <a:ext cx="14167" cy="20047"/>
            </a:xfrm>
            <a:custGeom>
              <a:avLst/>
              <a:pathLst>
                <a:path w="14167" h="20047">
                  <a:moveTo>
                    <a:pt x="3917" y="3714"/>
                  </a:moveTo>
                  <a:lnTo>
                    <a:pt x="14167" y="16915"/>
                  </a:lnTo>
                  <a:lnTo>
                    <a:pt x="11556" y="17999"/>
                  </a:lnTo>
                  <a:lnTo>
                    <a:pt x="6625" y="20047"/>
                  </a:lnTo>
                  <a:lnTo>
                    <a:pt x="1803" y="15264"/>
                  </a:lnTo>
                  <a:lnTo>
                    <a:pt x="0" y="13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001238" y="4026603"/>
              <a:ext cx="41507" cy="47021"/>
            </a:xfrm>
            <a:custGeom>
              <a:avLst/>
              <a:pathLst>
                <a:path w="41507" h="47021">
                  <a:moveTo>
                    <a:pt x="30581" y="23040"/>
                  </a:moveTo>
                  <a:lnTo>
                    <a:pt x="41507" y="36910"/>
                  </a:lnTo>
                  <a:lnTo>
                    <a:pt x="39157" y="38866"/>
                  </a:lnTo>
                  <a:lnTo>
                    <a:pt x="34292" y="42915"/>
                  </a:lnTo>
                  <a:lnTo>
                    <a:pt x="29357" y="47021"/>
                  </a:lnTo>
                  <a:lnTo>
                    <a:pt x="12959" y="25021"/>
                  </a:lnTo>
                  <a:lnTo>
                    <a:pt x="0" y="13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001238" y="3976690"/>
              <a:ext cx="22327" cy="43069"/>
            </a:xfrm>
            <a:custGeom>
              <a:avLst/>
              <a:pathLst>
                <a:path w="22327" h="43069">
                  <a:moveTo>
                    <a:pt x="14789" y="26528"/>
                  </a:moveTo>
                  <a:lnTo>
                    <a:pt x="0" y="43069"/>
                  </a:lnTo>
                  <a:lnTo>
                    <a:pt x="0" y="0"/>
                  </a:lnTo>
                  <a:lnTo>
                    <a:pt x="6290" y="5098"/>
                  </a:lnTo>
                  <a:lnTo>
                    <a:pt x="22327" y="1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007297" y="4001104"/>
              <a:ext cx="50119" cy="56489"/>
            </a:xfrm>
            <a:custGeom>
              <a:avLst/>
              <a:pathLst>
                <a:path w="50119" h="56489">
                  <a:moveTo>
                    <a:pt x="11802" y="12352"/>
                  </a:moveTo>
                  <a:lnTo>
                    <a:pt x="24060" y="0"/>
                  </a:lnTo>
                  <a:lnTo>
                    <a:pt x="30252" y="8437"/>
                  </a:lnTo>
                  <a:lnTo>
                    <a:pt x="35984" y="16247"/>
                  </a:lnTo>
                  <a:lnTo>
                    <a:pt x="42307" y="24864"/>
                  </a:lnTo>
                  <a:lnTo>
                    <a:pt x="50119" y="35509"/>
                  </a:lnTo>
                  <a:lnTo>
                    <a:pt x="45618" y="44402"/>
                  </a:lnTo>
                  <a:lnTo>
                    <a:pt x="44755" y="46109"/>
                  </a:lnTo>
                  <a:lnTo>
                    <a:pt x="39502" y="56489"/>
                  </a:lnTo>
                  <a:lnTo>
                    <a:pt x="25761" y="42710"/>
                  </a:lnTo>
                  <a:lnTo>
                    <a:pt x="17221" y="36589"/>
                  </a:lnTo>
                  <a:lnTo>
                    <a:pt x="0" y="24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367910" y="4682562"/>
              <a:ext cx="42368" cy="32974"/>
            </a:xfrm>
            <a:custGeom>
              <a:avLst/>
              <a:pathLst>
                <a:path w="42368" h="32974">
                  <a:moveTo>
                    <a:pt x="32743" y="0"/>
                  </a:moveTo>
                  <a:lnTo>
                    <a:pt x="33926" y="3215"/>
                  </a:lnTo>
                  <a:lnTo>
                    <a:pt x="36082" y="9076"/>
                  </a:lnTo>
                  <a:lnTo>
                    <a:pt x="38840" y="16574"/>
                  </a:lnTo>
                  <a:lnTo>
                    <a:pt x="42368" y="26167"/>
                  </a:lnTo>
                  <a:lnTo>
                    <a:pt x="29333" y="30447"/>
                  </a:lnTo>
                  <a:lnTo>
                    <a:pt x="25641" y="30782"/>
                  </a:lnTo>
                  <a:lnTo>
                    <a:pt x="1541" y="32974"/>
                  </a:lnTo>
                  <a:lnTo>
                    <a:pt x="961" y="28399"/>
                  </a:lnTo>
                  <a:lnTo>
                    <a:pt x="385" y="23855"/>
                  </a:lnTo>
                  <a:lnTo>
                    <a:pt x="0" y="20815"/>
                  </a:lnTo>
                  <a:lnTo>
                    <a:pt x="15558" y="7405"/>
                  </a:lnTo>
                  <a:lnTo>
                    <a:pt x="21221" y="2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401824" y="4667252"/>
              <a:ext cx="20896" cy="22881"/>
            </a:xfrm>
            <a:custGeom>
              <a:avLst/>
              <a:pathLst>
                <a:path w="20896" h="22881">
                  <a:moveTo>
                    <a:pt x="1465" y="7830"/>
                  </a:moveTo>
                  <a:lnTo>
                    <a:pt x="3945" y="6013"/>
                  </a:lnTo>
                  <a:lnTo>
                    <a:pt x="5883" y="4593"/>
                  </a:lnTo>
                  <a:lnTo>
                    <a:pt x="8924" y="2366"/>
                  </a:lnTo>
                  <a:lnTo>
                    <a:pt x="12155" y="0"/>
                  </a:lnTo>
                  <a:lnTo>
                    <a:pt x="16646" y="7426"/>
                  </a:lnTo>
                  <a:lnTo>
                    <a:pt x="19532" y="12198"/>
                  </a:lnTo>
                  <a:lnTo>
                    <a:pt x="20896" y="14454"/>
                  </a:lnTo>
                  <a:lnTo>
                    <a:pt x="14663" y="18828"/>
                  </a:lnTo>
                  <a:lnTo>
                    <a:pt x="4378" y="22881"/>
                  </a:lnTo>
                  <a:lnTo>
                    <a:pt x="3697" y="20708"/>
                  </a:lnTo>
                  <a:lnTo>
                    <a:pt x="2743" y="17662"/>
                  </a:lnTo>
                  <a:lnTo>
                    <a:pt x="1877" y="14898"/>
                  </a:lnTo>
                  <a:lnTo>
                    <a:pt x="1130" y="12512"/>
                  </a:lnTo>
                  <a:lnTo>
                    <a:pt x="0" y="8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432764" y="4649021"/>
              <a:ext cx="33202" cy="19961"/>
            </a:xfrm>
            <a:custGeom>
              <a:avLst/>
              <a:pathLst>
                <a:path w="33202" h="19961">
                  <a:moveTo>
                    <a:pt x="5158" y="8816"/>
                  </a:moveTo>
                  <a:lnTo>
                    <a:pt x="15503" y="5159"/>
                  </a:lnTo>
                  <a:lnTo>
                    <a:pt x="30097" y="0"/>
                  </a:lnTo>
                  <a:lnTo>
                    <a:pt x="31277" y="5371"/>
                  </a:lnTo>
                  <a:lnTo>
                    <a:pt x="33202" y="14133"/>
                  </a:lnTo>
                  <a:lnTo>
                    <a:pt x="22220" y="16166"/>
                  </a:lnTo>
                  <a:lnTo>
                    <a:pt x="7706" y="18853"/>
                  </a:lnTo>
                  <a:lnTo>
                    <a:pt x="1718" y="19961"/>
                  </a:lnTo>
                  <a:lnTo>
                    <a:pt x="1468" y="18605"/>
                  </a:lnTo>
                  <a:lnTo>
                    <a:pt x="1132" y="16783"/>
                  </a:lnTo>
                  <a:lnTo>
                    <a:pt x="764" y="14785"/>
                  </a:lnTo>
                  <a:lnTo>
                    <a:pt x="520" y="13461"/>
                  </a:lnTo>
                  <a:lnTo>
                    <a:pt x="239" y="11936"/>
                  </a:lnTo>
                  <a:lnTo>
                    <a:pt x="0" y="10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468009" y="4645528"/>
              <a:ext cx="16192" cy="14397"/>
            </a:xfrm>
            <a:custGeom>
              <a:avLst/>
              <a:pathLst>
                <a:path w="16192" h="14397">
                  <a:moveTo>
                    <a:pt x="2786" y="1447"/>
                  </a:moveTo>
                  <a:lnTo>
                    <a:pt x="6152" y="1075"/>
                  </a:lnTo>
                  <a:lnTo>
                    <a:pt x="9909" y="659"/>
                  </a:lnTo>
                  <a:lnTo>
                    <a:pt x="13294" y="284"/>
                  </a:lnTo>
                  <a:lnTo>
                    <a:pt x="15860" y="0"/>
                  </a:lnTo>
                  <a:lnTo>
                    <a:pt x="16022" y="6212"/>
                  </a:lnTo>
                  <a:lnTo>
                    <a:pt x="16192" y="12752"/>
                  </a:lnTo>
                  <a:lnTo>
                    <a:pt x="11330" y="13404"/>
                  </a:lnTo>
                  <a:lnTo>
                    <a:pt x="3932" y="14397"/>
                  </a:lnTo>
                  <a:lnTo>
                    <a:pt x="3211" y="12077"/>
                  </a:lnTo>
                  <a:lnTo>
                    <a:pt x="2258" y="9015"/>
                  </a:lnTo>
                  <a:lnTo>
                    <a:pt x="1477" y="6505"/>
                  </a:lnTo>
                  <a:lnTo>
                    <a:pt x="730" y="4103"/>
                  </a:lnTo>
                  <a:lnTo>
                    <a:pt x="0" y="1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347870" y="4619337"/>
              <a:ext cx="29159" cy="41911"/>
            </a:xfrm>
            <a:custGeom>
              <a:avLst/>
              <a:pathLst>
                <a:path w="29159" h="41911">
                  <a:moveTo>
                    <a:pt x="9684" y="3523"/>
                  </a:moveTo>
                  <a:lnTo>
                    <a:pt x="21392" y="0"/>
                  </a:lnTo>
                  <a:lnTo>
                    <a:pt x="25138" y="17816"/>
                  </a:lnTo>
                  <a:lnTo>
                    <a:pt x="29159" y="36946"/>
                  </a:lnTo>
                  <a:lnTo>
                    <a:pt x="22082" y="39382"/>
                  </a:lnTo>
                  <a:lnTo>
                    <a:pt x="14734" y="41911"/>
                  </a:lnTo>
                  <a:lnTo>
                    <a:pt x="6984" y="23252"/>
                  </a:lnTo>
                  <a:lnTo>
                    <a:pt x="0" y="6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441476" y="4594778"/>
              <a:ext cx="43792" cy="37011"/>
            </a:xfrm>
            <a:custGeom>
              <a:avLst/>
              <a:pathLst>
                <a:path w="43792" h="37011">
                  <a:moveTo>
                    <a:pt x="28524" y="1105"/>
                  </a:moveTo>
                  <a:lnTo>
                    <a:pt x="42293" y="0"/>
                  </a:lnTo>
                  <a:lnTo>
                    <a:pt x="42442" y="3684"/>
                  </a:lnTo>
                  <a:lnTo>
                    <a:pt x="42883" y="14558"/>
                  </a:lnTo>
                  <a:lnTo>
                    <a:pt x="43792" y="37011"/>
                  </a:lnTo>
                  <a:lnTo>
                    <a:pt x="31928" y="36763"/>
                  </a:lnTo>
                  <a:lnTo>
                    <a:pt x="23502" y="36587"/>
                  </a:lnTo>
                  <a:lnTo>
                    <a:pt x="13921" y="36387"/>
                  </a:lnTo>
                  <a:lnTo>
                    <a:pt x="10695" y="29917"/>
                  </a:lnTo>
                  <a:lnTo>
                    <a:pt x="4202" y="16894"/>
                  </a:lnTo>
                  <a:lnTo>
                    <a:pt x="0" y="8466"/>
                  </a:lnTo>
                  <a:lnTo>
                    <a:pt x="2482" y="7197"/>
                  </a:lnTo>
                  <a:lnTo>
                    <a:pt x="7225" y="4773"/>
                  </a:lnTo>
                  <a:lnTo>
                    <a:pt x="11770" y="24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467443" y="4492506"/>
              <a:ext cx="44672" cy="87492"/>
            </a:xfrm>
            <a:custGeom>
              <a:avLst/>
              <a:pathLst>
                <a:path w="44672" h="87492">
                  <a:moveTo>
                    <a:pt x="5462" y="3076"/>
                  </a:moveTo>
                  <a:lnTo>
                    <a:pt x="12185" y="2207"/>
                  </a:lnTo>
                  <a:lnTo>
                    <a:pt x="18863" y="1343"/>
                  </a:lnTo>
                  <a:lnTo>
                    <a:pt x="24414" y="625"/>
                  </a:lnTo>
                  <a:lnTo>
                    <a:pt x="29252" y="0"/>
                  </a:lnTo>
                  <a:lnTo>
                    <a:pt x="31922" y="10507"/>
                  </a:lnTo>
                  <a:lnTo>
                    <a:pt x="35130" y="29193"/>
                  </a:lnTo>
                  <a:lnTo>
                    <a:pt x="43868" y="80097"/>
                  </a:lnTo>
                  <a:lnTo>
                    <a:pt x="44672" y="84780"/>
                  </a:lnTo>
                  <a:lnTo>
                    <a:pt x="33752" y="86127"/>
                  </a:lnTo>
                  <a:lnTo>
                    <a:pt x="22679" y="87492"/>
                  </a:lnTo>
                  <a:lnTo>
                    <a:pt x="19392" y="73762"/>
                  </a:lnTo>
                  <a:lnTo>
                    <a:pt x="16891" y="63315"/>
                  </a:lnTo>
                  <a:lnTo>
                    <a:pt x="12687" y="45754"/>
                  </a:lnTo>
                  <a:lnTo>
                    <a:pt x="5064" y="20537"/>
                  </a:lnTo>
                  <a:lnTo>
                    <a:pt x="0" y="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363538" y="4568110"/>
              <a:ext cx="84998" cy="96791"/>
            </a:xfrm>
            <a:custGeom>
              <a:avLst/>
              <a:pathLst>
                <a:path w="84998" h="96791">
                  <a:moveTo>
                    <a:pt x="6283" y="7117"/>
                  </a:moveTo>
                  <a:lnTo>
                    <a:pt x="15063" y="4771"/>
                  </a:lnTo>
                  <a:lnTo>
                    <a:pt x="24990" y="2118"/>
                  </a:lnTo>
                  <a:lnTo>
                    <a:pt x="32920" y="0"/>
                  </a:lnTo>
                  <a:lnTo>
                    <a:pt x="41360" y="4424"/>
                  </a:lnTo>
                  <a:lnTo>
                    <a:pt x="54820" y="11480"/>
                  </a:lnTo>
                  <a:lnTo>
                    <a:pt x="84998" y="72501"/>
                  </a:lnTo>
                  <a:lnTo>
                    <a:pt x="81772" y="74482"/>
                  </a:lnTo>
                  <a:lnTo>
                    <a:pt x="76379" y="77795"/>
                  </a:lnTo>
                  <a:lnTo>
                    <a:pt x="71028" y="81082"/>
                  </a:lnTo>
                  <a:lnTo>
                    <a:pt x="62288" y="85283"/>
                  </a:lnTo>
                  <a:lnTo>
                    <a:pt x="38341" y="96791"/>
                  </a:lnTo>
                  <a:lnTo>
                    <a:pt x="15285" y="46841"/>
                  </a:lnTo>
                  <a:lnTo>
                    <a:pt x="9877" y="35126"/>
                  </a:lnTo>
                  <a:lnTo>
                    <a:pt x="0" y="8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390751" y="4531072"/>
              <a:ext cx="91894" cy="64849"/>
            </a:xfrm>
            <a:custGeom>
              <a:avLst/>
              <a:pathLst>
                <a:path w="91894" h="64849">
                  <a:moveTo>
                    <a:pt x="1119" y="23839"/>
                  </a:moveTo>
                  <a:lnTo>
                    <a:pt x="0" y="18689"/>
                  </a:lnTo>
                  <a:lnTo>
                    <a:pt x="22527" y="13537"/>
                  </a:lnTo>
                  <a:lnTo>
                    <a:pt x="47379" y="7854"/>
                  </a:lnTo>
                  <a:lnTo>
                    <a:pt x="81722" y="0"/>
                  </a:lnTo>
                  <a:lnTo>
                    <a:pt x="85219" y="18121"/>
                  </a:lnTo>
                  <a:lnTo>
                    <a:pt x="91894" y="52719"/>
                  </a:lnTo>
                  <a:lnTo>
                    <a:pt x="74468" y="57681"/>
                  </a:lnTo>
                  <a:lnTo>
                    <a:pt x="60255" y="61728"/>
                  </a:lnTo>
                  <a:lnTo>
                    <a:pt x="49298" y="64849"/>
                  </a:lnTo>
                  <a:lnTo>
                    <a:pt x="43655" y="56811"/>
                  </a:lnTo>
                  <a:lnTo>
                    <a:pt x="31279" y="39179"/>
                  </a:lnTo>
                  <a:lnTo>
                    <a:pt x="2202" y="288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206909" y="4545512"/>
              <a:ext cx="171573" cy="218255"/>
            </a:xfrm>
            <a:custGeom>
              <a:avLst/>
              <a:pathLst>
                <a:path w="171573" h="218255">
                  <a:moveTo>
                    <a:pt x="3171" y="79820"/>
                  </a:moveTo>
                  <a:lnTo>
                    <a:pt x="0" y="71714"/>
                  </a:lnTo>
                  <a:lnTo>
                    <a:pt x="37012" y="49357"/>
                  </a:lnTo>
                  <a:lnTo>
                    <a:pt x="41428" y="46690"/>
                  </a:lnTo>
                  <a:lnTo>
                    <a:pt x="52337" y="40100"/>
                  </a:lnTo>
                  <a:lnTo>
                    <a:pt x="55986" y="36412"/>
                  </a:lnTo>
                  <a:lnTo>
                    <a:pt x="68348" y="23916"/>
                  </a:lnTo>
                  <a:lnTo>
                    <a:pt x="76319" y="15858"/>
                  </a:lnTo>
                  <a:lnTo>
                    <a:pt x="92007" y="0"/>
                  </a:lnTo>
                  <a:lnTo>
                    <a:pt x="102777" y="5556"/>
                  </a:lnTo>
                  <a:lnTo>
                    <a:pt x="111441" y="10025"/>
                  </a:lnTo>
                  <a:lnTo>
                    <a:pt x="97142" y="56718"/>
                  </a:lnTo>
                  <a:lnTo>
                    <a:pt x="105552" y="76747"/>
                  </a:lnTo>
                  <a:lnTo>
                    <a:pt x="113574" y="95852"/>
                  </a:lnTo>
                  <a:lnTo>
                    <a:pt x="123375" y="120276"/>
                  </a:lnTo>
                  <a:lnTo>
                    <a:pt x="138576" y="140977"/>
                  </a:lnTo>
                  <a:lnTo>
                    <a:pt x="149766" y="193847"/>
                  </a:lnTo>
                  <a:lnTo>
                    <a:pt x="162116" y="194867"/>
                  </a:lnTo>
                  <a:lnTo>
                    <a:pt x="171573" y="195648"/>
                  </a:lnTo>
                  <a:lnTo>
                    <a:pt x="166331" y="217985"/>
                  </a:lnTo>
                  <a:lnTo>
                    <a:pt x="154575" y="218033"/>
                  </a:lnTo>
                  <a:lnTo>
                    <a:pt x="143114" y="218079"/>
                  </a:lnTo>
                  <a:lnTo>
                    <a:pt x="130773" y="218128"/>
                  </a:lnTo>
                  <a:lnTo>
                    <a:pt x="110511" y="218210"/>
                  </a:lnTo>
                  <a:lnTo>
                    <a:pt x="99190" y="218255"/>
                  </a:lnTo>
                  <a:lnTo>
                    <a:pt x="73413" y="187685"/>
                  </a:lnTo>
                  <a:lnTo>
                    <a:pt x="33041" y="139806"/>
                  </a:lnTo>
                  <a:lnTo>
                    <a:pt x="15331" y="104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211402" y="4524714"/>
              <a:ext cx="64586" cy="62332"/>
            </a:xfrm>
            <a:custGeom>
              <a:avLst/>
              <a:pathLst>
                <a:path w="64586" h="62332">
                  <a:moveTo>
                    <a:pt x="32658" y="11541"/>
                  </a:moveTo>
                  <a:lnTo>
                    <a:pt x="43028" y="0"/>
                  </a:lnTo>
                  <a:lnTo>
                    <a:pt x="48899" y="4073"/>
                  </a:lnTo>
                  <a:lnTo>
                    <a:pt x="56225" y="9155"/>
                  </a:lnTo>
                  <a:lnTo>
                    <a:pt x="64586" y="14955"/>
                  </a:lnTo>
                  <a:lnTo>
                    <a:pt x="53436" y="26397"/>
                  </a:lnTo>
                  <a:lnTo>
                    <a:pt x="41341" y="38808"/>
                  </a:lnTo>
                  <a:lnTo>
                    <a:pt x="18416" y="62332"/>
                  </a:lnTo>
                  <a:lnTo>
                    <a:pt x="16155" y="60558"/>
                  </a:lnTo>
                  <a:lnTo>
                    <a:pt x="10927" y="56458"/>
                  </a:lnTo>
                  <a:lnTo>
                    <a:pt x="0" y="47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312059" y="4512751"/>
              <a:ext cx="36506" cy="32532"/>
            </a:xfrm>
            <a:custGeom>
              <a:avLst/>
              <a:pathLst>
                <a:path w="36506" h="32532">
                  <a:moveTo>
                    <a:pt x="11641" y="5377"/>
                  </a:moveTo>
                  <a:lnTo>
                    <a:pt x="20049" y="0"/>
                  </a:lnTo>
                  <a:lnTo>
                    <a:pt x="27568" y="6568"/>
                  </a:lnTo>
                  <a:lnTo>
                    <a:pt x="36506" y="14375"/>
                  </a:lnTo>
                  <a:lnTo>
                    <a:pt x="27916" y="25194"/>
                  </a:lnTo>
                  <a:lnTo>
                    <a:pt x="22091" y="32532"/>
                  </a:lnTo>
                  <a:lnTo>
                    <a:pt x="9362" y="21175"/>
                  </a:lnTo>
                  <a:lnTo>
                    <a:pt x="0" y="1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350553" y="4475298"/>
              <a:ext cx="115753" cy="71759"/>
            </a:xfrm>
            <a:custGeom>
              <a:avLst/>
              <a:pathLst>
                <a:path w="115753" h="71759">
                  <a:moveTo>
                    <a:pt x="52395" y="4840"/>
                  </a:moveTo>
                  <a:lnTo>
                    <a:pt x="97822" y="0"/>
                  </a:lnTo>
                  <a:lnTo>
                    <a:pt x="104550" y="17885"/>
                  </a:lnTo>
                  <a:lnTo>
                    <a:pt x="109468" y="30959"/>
                  </a:lnTo>
                  <a:lnTo>
                    <a:pt x="115753" y="47668"/>
                  </a:lnTo>
                  <a:lnTo>
                    <a:pt x="90861" y="55572"/>
                  </a:lnTo>
                  <a:lnTo>
                    <a:pt x="73393" y="59477"/>
                  </a:lnTo>
                  <a:lnTo>
                    <a:pt x="18460" y="71759"/>
                  </a:lnTo>
                  <a:lnTo>
                    <a:pt x="9351" y="50262"/>
                  </a:lnTo>
                  <a:lnTo>
                    <a:pt x="0" y="28192"/>
                  </a:lnTo>
                  <a:lnTo>
                    <a:pt x="40770" y="6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131474" y="4467085"/>
              <a:ext cx="94731" cy="90199"/>
            </a:xfrm>
            <a:custGeom>
              <a:avLst/>
              <a:pathLst>
                <a:path w="94731" h="90199">
                  <a:moveTo>
                    <a:pt x="28442" y="10876"/>
                  </a:moveTo>
                  <a:lnTo>
                    <a:pt x="50539" y="0"/>
                  </a:lnTo>
                  <a:lnTo>
                    <a:pt x="57834" y="790"/>
                  </a:lnTo>
                  <a:lnTo>
                    <a:pt x="65476" y="1617"/>
                  </a:lnTo>
                  <a:lnTo>
                    <a:pt x="77744" y="2946"/>
                  </a:lnTo>
                  <a:lnTo>
                    <a:pt x="83066" y="10813"/>
                  </a:lnTo>
                  <a:lnTo>
                    <a:pt x="88699" y="24702"/>
                  </a:lnTo>
                  <a:lnTo>
                    <a:pt x="94731" y="39575"/>
                  </a:lnTo>
                  <a:lnTo>
                    <a:pt x="83724" y="49261"/>
                  </a:lnTo>
                  <a:lnTo>
                    <a:pt x="73425" y="58325"/>
                  </a:lnTo>
                  <a:lnTo>
                    <a:pt x="61927" y="68443"/>
                  </a:lnTo>
                  <a:lnTo>
                    <a:pt x="37205" y="90199"/>
                  </a:lnTo>
                  <a:lnTo>
                    <a:pt x="17367" y="65059"/>
                  </a:lnTo>
                  <a:lnTo>
                    <a:pt x="11816" y="58024"/>
                  </a:lnTo>
                  <a:lnTo>
                    <a:pt x="0" y="248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247515" y="4475270"/>
              <a:ext cx="70356" cy="56441"/>
            </a:xfrm>
            <a:custGeom>
              <a:avLst/>
              <a:pathLst>
                <a:path w="70356" h="56441">
                  <a:moveTo>
                    <a:pt x="30040" y="5508"/>
                  </a:moveTo>
                  <a:lnTo>
                    <a:pt x="38632" y="0"/>
                  </a:lnTo>
                  <a:lnTo>
                    <a:pt x="53094" y="11092"/>
                  </a:lnTo>
                  <a:lnTo>
                    <a:pt x="65167" y="20351"/>
                  </a:lnTo>
                  <a:lnTo>
                    <a:pt x="70356" y="24331"/>
                  </a:lnTo>
                  <a:lnTo>
                    <a:pt x="60899" y="34585"/>
                  </a:lnTo>
                  <a:lnTo>
                    <a:pt x="52938" y="43217"/>
                  </a:lnTo>
                  <a:lnTo>
                    <a:pt x="40743" y="56441"/>
                  </a:lnTo>
                  <a:lnTo>
                    <a:pt x="37545" y="54357"/>
                  </a:lnTo>
                  <a:lnTo>
                    <a:pt x="33784" y="51905"/>
                  </a:lnTo>
                  <a:lnTo>
                    <a:pt x="28092" y="48195"/>
                  </a:lnTo>
                  <a:lnTo>
                    <a:pt x="23751" y="45365"/>
                  </a:lnTo>
                  <a:lnTo>
                    <a:pt x="18399" y="41877"/>
                  </a:lnTo>
                  <a:lnTo>
                    <a:pt x="8862" y="35660"/>
                  </a:lnTo>
                  <a:lnTo>
                    <a:pt x="4933" y="33099"/>
                  </a:lnTo>
                  <a:lnTo>
                    <a:pt x="0" y="30230"/>
                  </a:lnTo>
                  <a:lnTo>
                    <a:pt x="8688" y="22200"/>
                  </a:lnTo>
                  <a:lnTo>
                    <a:pt x="19296" y="12397"/>
                  </a:lnTo>
                  <a:lnTo>
                    <a:pt x="23652" y="96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143488" y="4441776"/>
              <a:ext cx="40499" cy="32051"/>
            </a:xfrm>
            <a:custGeom>
              <a:avLst/>
              <a:pathLst>
                <a:path w="40499" h="32051">
                  <a:moveTo>
                    <a:pt x="30571" y="0"/>
                  </a:moveTo>
                  <a:lnTo>
                    <a:pt x="32471" y="1330"/>
                  </a:lnTo>
                  <a:lnTo>
                    <a:pt x="36773" y="4344"/>
                  </a:lnTo>
                  <a:lnTo>
                    <a:pt x="40499" y="6954"/>
                  </a:lnTo>
                  <a:lnTo>
                    <a:pt x="39616" y="11766"/>
                  </a:lnTo>
                  <a:lnTo>
                    <a:pt x="38920" y="15559"/>
                  </a:lnTo>
                  <a:lnTo>
                    <a:pt x="38111" y="19969"/>
                  </a:lnTo>
                  <a:lnTo>
                    <a:pt x="35564" y="20960"/>
                  </a:lnTo>
                  <a:lnTo>
                    <a:pt x="32192" y="22271"/>
                  </a:lnTo>
                  <a:lnTo>
                    <a:pt x="27896" y="23941"/>
                  </a:lnTo>
                  <a:lnTo>
                    <a:pt x="24039" y="25441"/>
                  </a:lnTo>
                  <a:lnTo>
                    <a:pt x="19659" y="27144"/>
                  </a:lnTo>
                  <a:lnTo>
                    <a:pt x="12669" y="29862"/>
                  </a:lnTo>
                  <a:lnTo>
                    <a:pt x="7040" y="32051"/>
                  </a:lnTo>
                  <a:lnTo>
                    <a:pt x="3729" y="21811"/>
                  </a:lnTo>
                  <a:lnTo>
                    <a:pt x="0" y="10275"/>
                  </a:lnTo>
                  <a:lnTo>
                    <a:pt x="12301" y="6140"/>
                  </a:lnTo>
                  <a:lnTo>
                    <a:pt x="25055" y="1854"/>
                  </a:lnTo>
                  <a:lnTo>
                    <a:pt x="26221" y="14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211271" y="4445782"/>
              <a:ext cx="66744" cy="52827"/>
            </a:xfrm>
            <a:custGeom>
              <a:avLst/>
              <a:pathLst>
                <a:path w="66744" h="52827">
                  <a:moveTo>
                    <a:pt x="24821" y="9698"/>
                  </a:moveTo>
                  <a:lnTo>
                    <a:pt x="30006" y="7746"/>
                  </a:lnTo>
                  <a:lnTo>
                    <a:pt x="50586" y="0"/>
                  </a:lnTo>
                  <a:lnTo>
                    <a:pt x="54764" y="6739"/>
                  </a:lnTo>
                  <a:lnTo>
                    <a:pt x="58550" y="12848"/>
                  </a:lnTo>
                  <a:lnTo>
                    <a:pt x="66744" y="26066"/>
                  </a:lnTo>
                  <a:lnTo>
                    <a:pt x="61048" y="30255"/>
                  </a:lnTo>
                  <a:lnTo>
                    <a:pt x="55238" y="34527"/>
                  </a:lnTo>
                  <a:lnTo>
                    <a:pt x="46977" y="40602"/>
                  </a:lnTo>
                  <a:lnTo>
                    <a:pt x="40165" y="45611"/>
                  </a:lnTo>
                  <a:lnTo>
                    <a:pt x="34611" y="49695"/>
                  </a:lnTo>
                  <a:lnTo>
                    <a:pt x="29643" y="52827"/>
                  </a:lnTo>
                  <a:lnTo>
                    <a:pt x="27398" y="50446"/>
                  </a:lnTo>
                  <a:lnTo>
                    <a:pt x="24173" y="47025"/>
                  </a:lnTo>
                  <a:lnTo>
                    <a:pt x="19824" y="42414"/>
                  </a:lnTo>
                  <a:lnTo>
                    <a:pt x="16012" y="38925"/>
                  </a:lnTo>
                  <a:lnTo>
                    <a:pt x="11935" y="35193"/>
                  </a:lnTo>
                  <a:lnTo>
                    <a:pt x="8458" y="32011"/>
                  </a:lnTo>
                  <a:lnTo>
                    <a:pt x="4649" y="26171"/>
                  </a:lnTo>
                  <a:lnTo>
                    <a:pt x="0" y="19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306852" y="4429915"/>
              <a:ext cx="71196" cy="67430"/>
            </a:xfrm>
            <a:custGeom>
              <a:avLst/>
              <a:pathLst>
                <a:path w="71196" h="67430">
                  <a:moveTo>
                    <a:pt x="21943" y="12900"/>
                  </a:moveTo>
                  <a:lnTo>
                    <a:pt x="35436" y="0"/>
                  </a:lnTo>
                  <a:lnTo>
                    <a:pt x="42194" y="8920"/>
                  </a:lnTo>
                  <a:lnTo>
                    <a:pt x="50128" y="19394"/>
                  </a:lnTo>
                  <a:lnTo>
                    <a:pt x="59565" y="31851"/>
                  </a:lnTo>
                  <a:lnTo>
                    <a:pt x="71196" y="47206"/>
                  </a:lnTo>
                  <a:lnTo>
                    <a:pt x="63544" y="51243"/>
                  </a:lnTo>
                  <a:lnTo>
                    <a:pt x="53673" y="56450"/>
                  </a:lnTo>
                  <a:lnTo>
                    <a:pt x="41586" y="62827"/>
                  </a:lnTo>
                  <a:lnTo>
                    <a:pt x="32861" y="67430"/>
                  </a:lnTo>
                  <a:lnTo>
                    <a:pt x="25215" y="59624"/>
                  </a:lnTo>
                  <a:lnTo>
                    <a:pt x="16356" y="50579"/>
                  </a:lnTo>
                  <a:lnTo>
                    <a:pt x="0" y="338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355756" y="4393538"/>
              <a:ext cx="67619" cy="75026"/>
            </a:xfrm>
            <a:custGeom>
              <a:avLst/>
              <a:pathLst>
                <a:path w="67619" h="75026">
                  <a:moveTo>
                    <a:pt x="49399" y="24237"/>
                  </a:moveTo>
                  <a:lnTo>
                    <a:pt x="67619" y="56232"/>
                  </a:lnTo>
                  <a:lnTo>
                    <a:pt x="51585" y="69914"/>
                  </a:lnTo>
                  <a:lnTo>
                    <a:pt x="44694" y="71286"/>
                  </a:lnTo>
                  <a:lnTo>
                    <a:pt x="25904" y="75026"/>
                  </a:lnTo>
                  <a:lnTo>
                    <a:pt x="8560" y="46443"/>
                  </a:lnTo>
                  <a:lnTo>
                    <a:pt x="0" y="32334"/>
                  </a:lnTo>
                  <a:lnTo>
                    <a:pt x="16360" y="17473"/>
                  </a:lnTo>
                  <a:lnTo>
                    <a:pt x="355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395982" y="4376981"/>
              <a:ext cx="60719" cy="74029"/>
            </a:xfrm>
            <a:custGeom>
              <a:avLst/>
              <a:pathLst>
                <a:path w="60719" h="74029">
                  <a:moveTo>
                    <a:pt x="11548" y="5132"/>
                  </a:moveTo>
                  <a:lnTo>
                    <a:pt x="20949" y="0"/>
                  </a:lnTo>
                  <a:lnTo>
                    <a:pt x="30010" y="15130"/>
                  </a:lnTo>
                  <a:lnTo>
                    <a:pt x="60719" y="66409"/>
                  </a:lnTo>
                  <a:lnTo>
                    <a:pt x="54321" y="68395"/>
                  </a:lnTo>
                  <a:lnTo>
                    <a:pt x="42801" y="71972"/>
                  </a:lnTo>
                  <a:lnTo>
                    <a:pt x="36176" y="74029"/>
                  </a:lnTo>
                  <a:lnTo>
                    <a:pt x="30533" y="64265"/>
                  </a:lnTo>
                  <a:lnTo>
                    <a:pt x="23077" y="51365"/>
                  </a:lnTo>
                  <a:lnTo>
                    <a:pt x="14806" y="37054"/>
                  </a:lnTo>
                  <a:lnTo>
                    <a:pt x="5787" y="21450"/>
                  </a:lnTo>
                  <a:lnTo>
                    <a:pt x="0" y="11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489720" y="4397478"/>
              <a:ext cx="32353" cy="35306"/>
            </a:xfrm>
            <a:custGeom>
              <a:avLst/>
              <a:pathLst>
                <a:path w="32353" h="35306">
                  <a:moveTo>
                    <a:pt x="2045" y="7588"/>
                  </a:moveTo>
                  <a:lnTo>
                    <a:pt x="8569" y="4088"/>
                  </a:lnTo>
                  <a:lnTo>
                    <a:pt x="16191" y="0"/>
                  </a:lnTo>
                  <a:lnTo>
                    <a:pt x="21308" y="7527"/>
                  </a:lnTo>
                  <a:lnTo>
                    <a:pt x="32353" y="23778"/>
                  </a:lnTo>
                  <a:lnTo>
                    <a:pt x="22642" y="29845"/>
                  </a:lnTo>
                  <a:lnTo>
                    <a:pt x="13901" y="35306"/>
                  </a:lnTo>
                  <a:lnTo>
                    <a:pt x="5615" y="19440"/>
                  </a:lnTo>
                  <a:lnTo>
                    <a:pt x="0" y="8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419801" y="4353097"/>
              <a:ext cx="72144" cy="115062"/>
            </a:xfrm>
            <a:custGeom>
              <a:avLst/>
              <a:pathLst>
                <a:path w="72144" h="115062">
                  <a:moveTo>
                    <a:pt x="20379" y="48862"/>
                  </a:moveTo>
                  <a:lnTo>
                    <a:pt x="17416" y="43305"/>
                  </a:lnTo>
                  <a:lnTo>
                    <a:pt x="8319" y="26246"/>
                  </a:lnTo>
                  <a:lnTo>
                    <a:pt x="0" y="10644"/>
                  </a:lnTo>
                  <a:lnTo>
                    <a:pt x="16487" y="3234"/>
                  </a:lnTo>
                  <a:lnTo>
                    <a:pt x="23683" y="0"/>
                  </a:lnTo>
                  <a:lnTo>
                    <a:pt x="33467" y="17050"/>
                  </a:lnTo>
                  <a:lnTo>
                    <a:pt x="46812" y="40305"/>
                  </a:lnTo>
                  <a:lnTo>
                    <a:pt x="68179" y="92095"/>
                  </a:lnTo>
                  <a:lnTo>
                    <a:pt x="72144" y="112135"/>
                  </a:lnTo>
                  <a:lnTo>
                    <a:pt x="64364" y="112975"/>
                  </a:lnTo>
                  <a:lnTo>
                    <a:pt x="55778" y="113903"/>
                  </a:lnTo>
                  <a:lnTo>
                    <a:pt x="45050" y="115062"/>
                  </a:lnTo>
                  <a:lnTo>
                    <a:pt x="44979" y="108888"/>
                  </a:lnTo>
                  <a:lnTo>
                    <a:pt x="44946" y="106026"/>
                  </a:lnTo>
                  <a:lnTo>
                    <a:pt x="44885" y="100664"/>
                  </a:lnTo>
                  <a:lnTo>
                    <a:pt x="40731" y="88677"/>
                  </a:lnTo>
                  <a:lnTo>
                    <a:pt x="37126" y="82304"/>
                  </a:lnTo>
                  <a:lnTo>
                    <a:pt x="34257" y="772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453882" y="4337054"/>
              <a:ext cx="43709" cy="44077"/>
            </a:xfrm>
            <a:custGeom>
              <a:avLst/>
              <a:pathLst>
                <a:path w="43709" h="44077">
                  <a:moveTo>
                    <a:pt x="27658" y="35027"/>
                  </a:moveTo>
                  <a:lnTo>
                    <a:pt x="18327" y="44077"/>
                  </a:lnTo>
                  <a:lnTo>
                    <a:pt x="12771" y="36869"/>
                  </a:lnTo>
                  <a:lnTo>
                    <a:pt x="4657" y="26341"/>
                  </a:lnTo>
                  <a:lnTo>
                    <a:pt x="0" y="20299"/>
                  </a:lnTo>
                  <a:lnTo>
                    <a:pt x="18691" y="8381"/>
                  </a:lnTo>
                  <a:lnTo>
                    <a:pt x="35650" y="0"/>
                  </a:lnTo>
                  <a:lnTo>
                    <a:pt x="38752" y="2728"/>
                  </a:lnTo>
                  <a:lnTo>
                    <a:pt x="43709" y="7088"/>
                  </a:lnTo>
                  <a:lnTo>
                    <a:pt x="40203" y="16091"/>
                  </a:lnTo>
                  <a:lnTo>
                    <a:pt x="38315" y="20939"/>
                  </a:lnTo>
                  <a:lnTo>
                    <a:pt x="35965" y="26972"/>
                  </a:lnTo>
                  <a:lnTo>
                    <a:pt x="33705" y="29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164913" y="4513370"/>
              <a:ext cx="86448" cy="73856"/>
            </a:xfrm>
            <a:custGeom>
              <a:avLst/>
              <a:pathLst>
                <a:path w="86448" h="73856">
                  <a:moveTo>
                    <a:pt x="0" y="56322"/>
                  </a:moveTo>
                  <a:lnTo>
                    <a:pt x="7030" y="48397"/>
                  </a:lnTo>
                  <a:lnTo>
                    <a:pt x="22439" y="35306"/>
                  </a:lnTo>
                  <a:lnTo>
                    <a:pt x="36445" y="23408"/>
                  </a:lnTo>
                  <a:lnTo>
                    <a:pt x="47447" y="14062"/>
                  </a:lnTo>
                  <a:lnTo>
                    <a:pt x="55197" y="7477"/>
                  </a:lnTo>
                  <a:lnTo>
                    <a:pt x="71117" y="0"/>
                  </a:lnTo>
                  <a:lnTo>
                    <a:pt x="74553" y="2099"/>
                  </a:lnTo>
                  <a:lnTo>
                    <a:pt x="76855" y="3505"/>
                  </a:lnTo>
                  <a:lnTo>
                    <a:pt x="80163" y="5526"/>
                  </a:lnTo>
                  <a:lnTo>
                    <a:pt x="83146" y="7349"/>
                  </a:lnTo>
                  <a:lnTo>
                    <a:pt x="86448" y="9367"/>
                  </a:lnTo>
                  <a:lnTo>
                    <a:pt x="77730" y="18863"/>
                  </a:lnTo>
                  <a:lnTo>
                    <a:pt x="68670" y="28730"/>
                  </a:lnTo>
                  <a:lnTo>
                    <a:pt x="59068" y="39188"/>
                  </a:lnTo>
                  <a:lnTo>
                    <a:pt x="27238" y="73856"/>
                  </a:lnTo>
                  <a:lnTo>
                    <a:pt x="17513" y="67596"/>
                  </a:lnTo>
                  <a:lnTo>
                    <a:pt x="15139" y="66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490024" y="4584285"/>
              <a:ext cx="29606" cy="79215"/>
            </a:xfrm>
            <a:custGeom>
              <a:avLst/>
              <a:pathLst>
                <a:path w="29606" h="79215">
                  <a:moveTo>
                    <a:pt x="572" y="27707"/>
                  </a:moveTo>
                  <a:lnTo>
                    <a:pt x="634" y="19016"/>
                  </a:lnTo>
                  <a:lnTo>
                    <a:pt x="0" y="3164"/>
                  </a:lnTo>
                  <a:lnTo>
                    <a:pt x="2785" y="2563"/>
                  </a:lnTo>
                  <a:lnTo>
                    <a:pt x="5405" y="1998"/>
                  </a:lnTo>
                  <a:lnTo>
                    <a:pt x="8779" y="1270"/>
                  </a:lnTo>
                  <a:lnTo>
                    <a:pt x="12299" y="511"/>
                  </a:lnTo>
                  <a:lnTo>
                    <a:pt x="14671" y="0"/>
                  </a:lnTo>
                  <a:lnTo>
                    <a:pt x="16759" y="29575"/>
                  </a:lnTo>
                  <a:lnTo>
                    <a:pt x="19385" y="66785"/>
                  </a:lnTo>
                  <a:lnTo>
                    <a:pt x="29606" y="70748"/>
                  </a:lnTo>
                  <a:lnTo>
                    <a:pt x="29267" y="74824"/>
                  </a:lnTo>
                  <a:lnTo>
                    <a:pt x="28901" y="79215"/>
                  </a:lnTo>
                  <a:lnTo>
                    <a:pt x="20795" y="78314"/>
                  </a:lnTo>
                  <a:lnTo>
                    <a:pt x="10750" y="72009"/>
                  </a:lnTo>
                  <a:lnTo>
                    <a:pt x="7047" y="59436"/>
                  </a:lnTo>
                  <a:lnTo>
                    <a:pt x="505" y="37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490460" y="4229603"/>
              <a:ext cx="175688" cy="354331"/>
            </a:xfrm>
            <a:custGeom>
              <a:avLst/>
              <a:pathLst>
                <a:path w="175688" h="354331">
                  <a:moveTo>
                    <a:pt x="161533" y="247948"/>
                  </a:moveTo>
                  <a:lnTo>
                    <a:pt x="161247" y="266282"/>
                  </a:lnTo>
                  <a:lnTo>
                    <a:pt x="161441" y="268936"/>
                  </a:lnTo>
                  <a:lnTo>
                    <a:pt x="161185" y="271294"/>
                  </a:lnTo>
                  <a:lnTo>
                    <a:pt x="161090" y="274378"/>
                  </a:lnTo>
                  <a:lnTo>
                    <a:pt x="160994" y="277455"/>
                  </a:lnTo>
                  <a:lnTo>
                    <a:pt x="161185" y="280089"/>
                  </a:lnTo>
                  <a:lnTo>
                    <a:pt x="161375" y="282718"/>
                  </a:lnTo>
                  <a:lnTo>
                    <a:pt x="161405" y="284614"/>
                  </a:lnTo>
                  <a:lnTo>
                    <a:pt x="161595" y="287235"/>
                  </a:lnTo>
                  <a:lnTo>
                    <a:pt x="161912" y="288687"/>
                  </a:lnTo>
                  <a:lnTo>
                    <a:pt x="161686" y="292900"/>
                  </a:lnTo>
                  <a:lnTo>
                    <a:pt x="161588" y="295942"/>
                  </a:lnTo>
                  <a:lnTo>
                    <a:pt x="161619" y="297821"/>
                  </a:lnTo>
                  <a:lnTo>
                    <a:pt x="161807" y="300417"/>
                  </a:lnTo>
                  <a:lnTo>
                    <a:pt x="162438" y="303294"/>
                  </a:lnTo>
                  <a:lnTo>
                    <a:pt x="162911" y="305449"/>
                  </a:lnTo>
                  <a:lnTo>
                    <a:pt x="163382" y="307600"/>
                  </a:lnTo>
                  <a:lnTo>
                    <a:pt x="164139" y="309317"/>
                  </a:lnTo>
                  <a:lnTo>
                    <a:pt x="165649" y="312745"/>
                  </a:lnTo>
                  <a:lnTo>
                    <a:pt x="166716" y="315884"/>
                  </a:lnTo>
                  <a:lnTo>
                    <a:pt x="167909" y="317876"/>
                  </a:lnTo>
                  <a:lnTo>
                    <a:pt x="169257" y="320577"/>
                  </a:lnTo>
                  <a:lnTo>
                    <a:pt x="169723" y="322714"/>
                  </a:lnTo>
                  <a:lnTo>
                    <a:pt x="171068" y="325424"/>
                  </a:lnTo>
                  <a:lnTo>
                    <a:pt x="171817" y="327135"/>
                  </a:lnTo>
                  <a:lnTo>
                    <a:pt x="173006" y="329129"/>
                  </a:lnTo>
                  <a:lnTo>
                    <a:pt x="173754" y="330837"/>
                  </a:lnTo>
                  <a:lnTo>
                    <a:pt x="174941" y="332829"/>
                  </a:lnTo>
                  <a:lnTo>
                    <a:pt x="175688" y="334535"/>
                  </a:lnTo>
                  <a:lnTo>
                    <a:pt x="151956" y="342910"/>
                  </a:lnTo>
                  <a:lnTo>
                    <a:pt x="134726" y="345469"/>
                  </a:lnTo>
                  <a:lnTo>
                    <a:pt x="75037" y="354331"/>
                  </a:lnTo>
                  <a:lnTo>
                    <a:pt x="46279" y="351848"/>
                  </a:lnTo>
                  <a:lnTo>
                    <a:pt x="41655" y="293991"/>
                  </a:lnTo>
                  <a:lnTo>
                    <a:pt x="111716" y="283327"/>
                  </a:lnTo>
                  <a:lnTo>
                    <a:pt x="84948" y="210048"/>
                  </a:lnTo>
                  <a:lnTo>
                    <a:pt x="58905" y="217692"/>
                  </a:lnTo>
                  <a:lnTo>
                    <a:pt x="52084" y="208079"/>
                  </a:lnTo>
                  <a:lnTo>
                    <a:pt x="13066" y="153093"/>
                  </a:lnTo>
                  <a:lnTo>
                    <a:pt x="14264" y="142065"/>
                  </a:lnTo>
                  <a:lnTo>
                    <a:pt x="38405" y="103029"/>
                  </a:lnTo>
                  <a:lnTo>
                    <a:pt x="17990" y="45339"/>
                  </a:lnTo>
                  <a:lnTo>
                    <a:pt x="3874" y="45119"/>
                  </a:lnTo>
                  <a:lnTo>
                    <a:pt x="0" y="26817"/>
                  </a:lnTo>
                  <a:lnTo>
                    <a:pt x="28589" y="13528"/>
                  </a:lnTo>
                  <a:lnTo>
                    <a:pt x="57692" y="0"/>
                  </a:lnTo>
                  <a:lnTo>
                    <a:pt x="114937" y="149856"/>
                  </a:lnTo>
                  <a:lnTo>
                    <a:pt x="130939" y="191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578085" y="2482442"/>
              <a:ext cx="36896" cy="27020"/>
            </a:xfrm>
            <a:custGeom>
              <a:avLst/>
              <a:pathLst>
                <a:path w="36896" h="27020">
                  <a:moveTo>
                    <a:pt x="32931" y="11033"/>
                  </a:moveTo>
                  <a:lnTo>
                    <a:pt x="36896" y="22066"/>
                  </a:lnTo>
                  <a:lnTo>
                    <a:pt x="30067" y="24543"/>
                  </a:lnTo>
                  <a:lnTo>
                    <a:pt x="23239" y="27020"/>
                  </a:lnTo>
                  <a:lnTo>
                    <a:pt x="19714" y="19927"/>
                  </a:lnTo>
                  <a:lnTo>
                    <a:pt x="2423" y="23192"/>
                  </a:lnTo>
                  <a:lnTo>
                    <a:pt x="1211" y="16437"/>
                  </a:lnTo>
                  <a:lnTo>
                    <a:pt x="0" y="9682"/>
                  </a:lnTo>
                  <a:lnTo>
                    <a:pt x="14483" y="4841"/>
                  </a:lnTo>
                  <a:lnTo>
                    <a:pt x="289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001238" y="2394313"/>
              <a:ext cx="379768" cy="435304"/>
            </a:xfrm>
            <a:custGeom>
              <a:avLst/>
              <a:pathLst>
                <a:path w="379768" h="435304">
                  <a:moveTo>
                    <a:pt x="327886" y="277085"/>
                  </a:moveTo>
                  <a:lnTo>
                    <a:pt x="324053" y="277780"/>
                  </a:lnTo>
                  <a:lnTo>
                    <a:pt x="316490" y="279152"/>
                  </a:lnTo>
                  <a:lnTo>
                    <a:pt x="313362" y="279720"/>
                  </a:lnTo>
                  <a:lnTo>
                    <a:pt x="310894" y="280597"/>
                  </a:lnTo>
                  <a:lnTo>
                    <a:pt x="312268" y="287304"/>
                  </a:lnTo>
                  <a:lnTo>
                    <a:pt x="313814" y="306627"/>
                  </a:lnTo>
                  <a:lnTo>
                    <a:pt x="315671" y="329835"/>
                  </a:lnTo>
                  <a:lnTo>
                    <a:pt x="317854" y="357133"/>
                  </a:lnTo>
                  <a:lnTo>
                    <a:pt x="313669" y="399240"/>
                  </a:lnTo>
                  <a:lnTo>
                    <a:pt x="313458" y="404837"/>
                  </a:lnTo>
                  <a:lnTo>
                    <a:pt x="293838" y="396813"/>
                  </a:lnTo>
                  <a:lnTo>
                    <a:pt x="275261" y="388976"/>
                  </a:lnTo>
                  <a:lnTo>
                    <a:pt x="272436" y="387785"/>
                  </a:lnTo>
                  <a:lnTo>
                    <a:pt x="268470" y="386748"/>
                  </a:lnTo>
                  <a:lnTo>
                    <a:pt x="246943" y="371960"/>
                  </a:lnTo>
                  <a:lnTo>
                    <a:pt x="216320" y="372118"/>
                  </a:lnTo>
                  <a:lnTo>
                    <a:pt x="194005" y="396501"/>
                  </a:lnTo>
                  <a:lnTo>
                    <a:pt x="190180" y="400681"/>
                  </a:lnTo>
                  <a:lnTo>
                    <a:pt x="173889" y="378312"/>
                  </a:lnTo>
                  <a:lnTo>
                    <a:pt x="167721" y="392272"/>
                  </a:lnTo>
                  <a:lnTo>
                    <a:pt x="122830" y="421942"/>
                  </a:lnTo>
                  <a:lnTo>
                    <a:pt x="95509" y="435304"/>
                  </a:lnTo>
                  <a:lnTo>
                    <a:pt x="83383" y="432820"/>
                  </a:lnTo>
                  <a:lnTo>
                    <a:pt x="47192" y="399703"/>
                  </a:lnTo>
                  <a:lnTo>
                    <a:pt x="28237" y="371517"/>
                  </a:lnTo>
                  <a:lnTo>
                    <a:pt x="17897" y="359185"/>
                  </a:lnTo>
                  <a:lnTo>
                    <a:pt x="15551" y="352176"/>
                  </a:lnTo>
                  <a:lnTo>
                    <a:pt x="11587" y="337049"/>
                  </a:lnTo>
                  <a:lnTo>
                    <a:pt x="0" y="292829"/>
                  </a:lnTo>
                  <a:lnTo>
                    <a:pt x="0" y="0"/>
                  </a:lnTo>
                  <a:lnTo>
                    <a:pt x="4708" y="3147"/>
                  </a:lnTo>
                  <a:lnTo>
                    <a:pt x="11070" y="7400"/>
                  </a:lnTo>
                  <a:lnTo>
                    <a:pt x="17432" y="11653"/>
                  </a:lnTo>
                  <a:lnTo>
                    <a:pt x="23794" y="15906"/>
                  </a:lnTo>
                  <a:lnTo>
                    <a:pt x="30156" y="20159"/>
                  </a:lnTo>
                  <a:lnTo>
                    <a:pt x="36518" y="24412"/>
                  </a:lnTo>
                  <a:lnTo>
                    <a:pt x="42880" y="28665"/>
                  </a:lnTo>
                  <a:lnTo>
                    <a:pt x="49242" y="32918"/>
                  </a:lnTo>
                  <a:lnTo>
                    <a:pt x="55604" y="37171"/>
                  </a:lnTo>
                  <a:lnTo>
                    <a:pt x="61966" y="41424"/>
                  </a:lnTo>
                  <a:lnTo>
                    <a:pt x="68328" y="45677"/>
                  </a:lnTo>
                  <a:lnTo>
                    <a:pt x="74690" y="49930"/>
                  </a:lnTo>
                  <a:lnTo>
                    <a:pt x="81052" y="54183"/>
                  </a:lnTo>
                  <a:lnTo>
                    <a:pt x="87414" y="58436"/>
                  </a:lnTo>
                  <a:lnTo>
                    <a:pt x="93776" y="62689"/>
                  </a:lnTo>
                  <a:lnTo>
                    <a:pt x="100138" y="66942"/>
                  </a:lnTo>
                  <a:lnTo>
                    <a:pt x="106172" y="70976"/>
                  </a:lnTo>
                  <a:lnTo>
                    <a:pt x="106426" y="71280"/>
                  </a:lnTo>
                  <a:lnTo>
                    <a:pt x="111361" y="77191"/>
                  </a:lnTo>
                  <a:lnTo>
                    <a:pt x="116296" y="83101"/>
                  </a:lnTo>
                  <a:lnTo>
                    <a:pt x="121231" y="89012"/>
                  </a:lnTo>
                  <a:lnTo>
                    <a:pt x="126201" y="94964"/>
                  </a:lnTo>
                  <a:lnTo>
                    <a:pt x="128377" y="97571"/>
                  </a:lnTo>
                  <a:lnTo>
                    <a:pt x="131563" y="100361"/>
                  </a:lnTo>
                  <a:lnTo>
                    <a:pt x="137334" y="105418"/>
                  </a:lnTo>
                  <a:lnTo>
                    <a:pt x="143106" y="110475"/>
                  </a:lnTo>
                  <a:lnTo>
                    <a:pt x="148877" y="115533"/>
                  </a:lnTo>
                  <a:lnTo>
                    <a:pt x="149254" y="115862"/>
                  </a:lnTo>
                  <a:lnTo>
                    <a:pt x="155250" y="119760"/>
                  </a:lnTo>
                  <a:lnTo>
                    <a:pt x="161665" y="123929"/>
                  </a:lnTo>
                  <a:lnTo>
                    <a:pt x="168079" y="128098"/>
                  </a:lnTo>
                  <a:lnTo>
                    <a:pt x="174494" y="132267"/>
                  </a:lnTo>
                  <a:lnTo>
                    <a:pt x="180909" y="136436"/>
                  </a:lnTo>
                  <a:lnTo>
                    <a:pt x="187324" y="140606"/>
                  </a:lnTo>
                  <a:lnTo>
                    <a:pt x="193739" y="144775"/>
                  </a:lnTo>
                  <a:lnTo>
                    <a:pt x="200153" y="148944"/>
                  </a:lnTo>
                  <a:lnTo>
                    <a:pt x="206568" y="153113"/>
                  </a:lnTo>
                  <a:lnTo>
                    <a:pt x="212983" y="157282"/>
                  </a:lnTo>
                  <a:lnTo>
                    <a:pt x="219398" y="161452"/>
                  </a:lnTo>
                  <a:lnTo>
                    <a:pt x="225812" y="165621"/>
                  </a:lnTo>
                  <a:lnTo>
                    <a:pt x="232228" y="169790"/>
                  </a:lnTo>
                  <a:lnTo>
                    <a:pt x="238642" y="173959"/>
                  </a:lnTo>
                  <a:lnTo>
                    <a:pt x="245057" y="178129"/>
                  </a:lnTo>
                  <a:lnTo>
                    <a:pt x="251472" y="182298"/>
                  </a:lnTo>
                  <a:lnTo>
                    <a:pt x="257887" y="186467"/>
                  </a:lnTo>
                  <a:lnTo>
                    <a:pt x="264301" y="190636"/>
                  </a:lnTo>
                  <a:lnTo>
                    <a:pt x="270716" y="194805"/>
                  </a:lnTo>
                  <a:lnTo>
                    <a:pt x="277131" y="198974"/>
                  </a:lnTo>
                  <a:lnTo>
                    <a:pt x="283546" y="203144"/>
                  </a:lnTo>
                  <a:lnTo>
                    <a:pt x="289961" y="207313"/>
                  </a:lnTo>
                  <a:lnTo>
                    <a:pt x="296375" y="211482"/>
                  </a:lnTo>
                  <a:lnTo>
                    <a:pt x="302790" y="215651"/>
                  </a:lnTo>
                  <a:lnTo>
                    <a:pt x="309205" y="219821"/>
                  </a:lnTo>
                  <a:lnTo>
                    <a:pt x="315620" y="223990"/>
                  </a:lnTo>
                  <a:lnTo>
                    <a:pt x="322035" y="228159"/>
                  </a:lnTo>
                  <a:lnTo>
                    <a:pt x="328449" y="232328"/>
                  </a:lnTo>
                  <a:lnTo>
                    <a:pt x="334864" y="236497"/>
                  </a:lnTo>
                  <a:lnTo>
                    <a:pt x="341279" y="240667"/>
                  </a:lnTo>
                  <a:lnTo>
                    <a:pt x="346546" y="244090"/>
                  </a:lnTo>
                  <a:lnTo>
                    <a:pt x="350619" y="246737"/>
                  </a:lnTo>
                  <a:lnTo>
                    <a:pt x="355324" y="249795"/>
                  </a:lnTo>
                  <a:lnTo>
                    <a:pt x="366585" y="257114"/>
                  </a:lnTo>
                  <a:lnTo>
                    <a:pt x="366938" y="257344"/>
                  </a:lnTo>
                  <a:lnTo>
                    <a:pt x="373353" y="261513"/>
                  </a:lnTo>
                  <a:lnTo>
                    <a:pt x="379768" y="265682"/>
                  </a:lnTo>
                  <a:lnTo>
                    <a:pt x="375365" y="274040"/>
                  </a:lnTo>
                  <a:lnTo>
                    <a:pt x="371874" y="280667"/>
                  </a:lnTo>
                  <a:lnTo>
                    <a:pt x="359846" y="274022"/>
                  </a:lnTo>
                  <a:lnTo>
                    <a:pt x="358020" y="273191"/>
                  </a:lnTo>
                  <a:lnTo>
                    <a:pt x="355993" y="277009"/>
                  </a:lnTo>
                  <a:lnTo>
                    <a:pt x="341331" y="268389"/>
                  </a:lnTo>
                  <a:lnTo>
                    <a:pt x="337856" y="275058"/>
                  </a:lnTo>
                  <a:lnTo>
                    <a:pt x="336385" y="275402"/>
                  </a:lnTo>
                  <a:lnTo>
                    <a:pt x="333693" y="276032"/>
                  </a:lnTo>
                  <a:lnTo>
                    <a:pt x="330347" y="276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001238" y="3072626"/>
              <a:ext cx="27698" cy="57099"/>
            </a:xfrm>
            <a:custGeom>
              <a:avLst/>
              <a:pathLst>
                <a:path w="27698" h="57099">
                  <a:moveTo>
                    <a:pt x="936" y="645"/>
                  </a:moveTo>
                  <a:lnTo>
                    <a:pt x="4759" y="3279"/>
                  </a:lnTo>
                  <a:lnTo>
                    <a:pt x="8582" y="5913"/>
                  </a:lnTo>
                  <a:lnTo>
                    <a:pt x="12405" y="8548"/>
                  </a:lnTo>
                  <a:lnTo>
                    <a:pt x="16229" y="11182"/>
                  </a:lnTo>
                  <a:lnTo>
                    <a:pt x="20052" y="13816"/>
                  </a:lnTo>
                  <a:lnTo>
                    <a:pt x="23875" y="16451"/>
                  </a:lnTo>
                  <a:lnTo>
                    <a:pt x="27698" y="19085"/>
                  </a:lnTo>
                  <a:lnTo>
                    <a:pt x="25944" y="21492"/>
                  </a:lnTo>
                  <a:lnTo>
                    <a:pt x="24223" y="23854"/>
                  </a:lnTo>
                  <a:lnTo>
                    <a:pt x="20749" y="28622"/>
                  </a:lnTo>
                  <a:lnTo>
                    <a:pt x="17274" y="33391"/>
                  </a:lnTo>
                  <a:lnTo>
                    <a:pt x="13799" y="38160"/>
                  </a:lnTo>
                  <a:lnTo>
                    <a:pt x="10325" y="42928"/>
                  </a:lnTo>
                  <a:lnTo>
                    <a:pt x="6850" y="47697"/>
                  </a:lnTo>
                  <a:lnTo>
                    <a:pt x="3376" y="52466"/>
                  </a:lnTo>
                  <a:lnTo>
                    <a:pt x="0" y="57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001238" y="2964226"/>
              <a:ext cx="75286" cy="114336"/>
            </a:xfrm>
            <a:custGeom>
              <a:avLst/>
              <a:pathLst>
                <a:path w="75286" h="114336">
                  <a:moveTo>
                    <a:pt x="127" y="86"/>
                  </a:moveTo>
                  <a:lnTo>
                    <a:pt x="3004" y="2037"/>
                  </a:lnTo>
                  <a:lnTo>
                    <a:pt x="7019" y="4761"/>
                  </a:lnTo>
                  <a:lnTo>
                    <a:pt x="11035" y="7485"/>
                  </a:lnTo>
                  <a:lnTo>
                    <a:pt x="15051" y="10208"/>
                  </a:lnTo>
                  <a:lnTo>
                    <a:pt x="19067" y="12932"/>
                  </a:lnTo>
                  <a:lnTo>
                    <a:pt x="23082" y="15656"/>
                  </a:lnTo>
                  <a:lnTo>
                    <a:pt x="27098" y="18380"/>
                  </a:lnTo>
                  <a:lnTo>
                    <a:pt x="31114" y="21103"/>
                  </a:lnTo>
                  <a:lnTo>
                    <a:pt x="35129" y="23827"/>
                  </a:lnTo>
                  <a:lnTo>
                    <a:pt x="39145" y="26551"/>
                  </a:lnTo>
                  <a:lnTo>
                    <a:pt x="43161" y="29275"/>
                  </a:lnTo>
                  <a:lnTo>
                    <a:pt x="47176" y="31998"/>
                  </a:lnTo>
                  <a:lnTo>
                    <a:pt x="51192" y="34722"/>
                  </a:lnTo>
                  <a:lnTo>
                    <a:pt x="55208" y="37446"/>
                  </a:lnTo>
                  <a:lnTo>
                    <a:pt x="59223" y="40169"/>
                  </a:lnTo>
                  <a:lnTo>
                    <a:pt x="63239" y="42893"/>
                  </a:lnTo>
                  <a:lnTo>
                    <a:pt x="67254" y="45617"/>
                  </a:lnTo>
                  <a:lnTo>
                    <a:pt x="71270" y="48341"/>
                  </a:lnTo>
                  <a:lnTo>
                    <a:pt x="75286" y="51064"/>
                  </a:lnTo>
                  <a:lnTo>
                    <a:pt x="73192" y="54395"/>
                  </a:lnTo>
                  <a:lnTo>
                    <a:pt x="71098" y="57725"/>
                  </a:lnTo>
                  <a:lnTo>
                    <a:pt x="69004" y="61055"/>
                  </a:lnTo>
                  <a:lnTo>
                    <a:pt x="66910" y="64385"/>
                  </a:lnTo>
                  <a:lnTo>
                    <a:pt x="64816" y="67715"/>
                  </a:lnTo>
                  <a:lnTo>
                    <a:pt x="62700" y="71080"/>
                  </a:lnTo>
                  <a:lnTo>
                    <a:pt x="58534" y="77705"/>
                  </a:lnTo>
                  <a:lnTo>
                    <a:pt x="57105" y="79977"/>
                  </a:lnTo>
                  <a:lnTo>
                    <a:pt x="54346" y="84366"/>
                  </a:lnTo>
                  <a:lnTo>
                    <a:pt x="53667" y="85445"/>
                  </a:lnTo>
                  <a:lnTo>
                    <a:pt x="52251" y="87696"/>
                  </a:lnTo>
                  <a:lnTo>
                    <a:pt x="49155" y="92620"/>
                  </a:lnTo>
                  <a:lnTo>
                    <a:pt x="47291" y="95585"/>
                  </a:lnTo>
                  <a:lnTo>
                    <a:pt x="43876" y="101016"/>
                  </a:lnTo>
                  <a:lnTo>
                    <a:pt x="41781" y="104346"/>
                  </a:lnTo>
                  <a:lnTo>
                    <a:pt x="40616" y="106199"/>
                  </a:lnTo>
                  <a:lnTo>
                    <a:pt x="39687" y="107676"/>
                  </a:lnTo>
                  <a:lnTo>
                    <a:pt x="37593" y="111006"/>
                  </a:lnTo>
                  <a:lnTo>
                    <a:pt x="35499" y="114336"/>
                  </a:lnTo>
                  <a:lnTo>
                    <a:pt x="31165" y="111339"/>
                  </a:lnTo>
                  <a:lnTo>
                    <a:pt x="26831" y="108342"/>
                  </a:lnTo>
                  <a:lnTo>
                    <a:pt x="22496" y="105345"/>
                  </a:lnTo>
                  <a:lnTo>
                    <a:pt x="18885" y="102848"/>
                  </a:lnTo>
                  <a:lnTo>
                    <a:pt x="15839" y="100741"/>
                  </a:lnTo>
                  <a:lnTo>
                    <a:pt x="11160" y="97505"/>
                  </a:lnTo>
                  <a:lnTo>
                    <a:pt x="5159" y="93355"/>
                  </a:lnTo>
                  <a:lnTo>
                    <a:pt x="1958" y="91142"/>
                  </a:lnTo>
                  <a:lnTo>
                    <a:pt x="0" y="897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001238" y="2798133"/>
              <a:ext cx="31787" cy="68142"/>
            </a:xfrm>
            <a:custGeom>
              <a:avLst/>
              <a:pathLst>
                <a:path w="31787" h="68142">
                  <a:moveTo>
                    <a:pt x="3435" y="2352"/>
                  </a:moveTo>
                  <a:lnTo>
                    <a:pt x="9034" y="6185"/>
                  </a:lnTo>
                  <a:lnTo>
                    <a:pt x="16691" y="11429"/>
                  </a:lnTo>
                  <a:lnTo>
                    <a:pt x="21346" y="14616"/>
                  </a:lnTo>
                  <a:lnTo>
                    <a:pt x="26380" y="18063"/>
                  </a:lnTo>
                  <a:lnTo>
                    <a:pt x="28989" y="19849"/>
                  </a:lnTo>
                  <a:lnTo>
                    <a:pt x="31787" y="21765"/>
                  </a:lnTo>
                  <a:lnTo>
                    <a:pt x="27016" y="28726"/>
                  </a:lnTo>
                  <a:lnTo>
                    <a:pt x="24132" y="32934"/>
                  </a:lnTo>
                  <a:lnTo>
                    <a:pt x="22483" y="35339"/>
                  </a:lnTo>
                  <a:lnTo>
                    <a:pt x="19382" y="39864"/>
                  </a:lnTo>
                  <a:lnTo>
                    <a:pt x="16280" y="44389"/>
                  </a:lnTo>
                  <a:lnTo>
                    <a:pt x="13179" y="48913"/>
                  </a:lnTo>
                  <a:lnTo>
                    <a:pt x="10078" y="53438"/>
                  </a:lnTo>
                  <a:lnTo>
                    <a:pt x="6976" y="57963"/>
                  </a:lnTo>
                  <a:lnTo>
                    <a:pt x="3875" y="62487"/>
                  </a:lnTo>
                  <a:lnTo>
                    <a:pt x="774" y="67012"/>
                  </a:lnTo>
                  <a:lnTo>
                    <a:pt x="0" y="68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001238" y="2826929"/>
              <a:ext cx="86212" cy="132849"/>
            </a:xfrm>
            <a:custGeom>
              <a:avLst/>
              <a:pathLst>
                <a:path w="86212" h="132849">
                  <a:moveTo>
                    <a:pt x="4736" y="53727"/>
                  </a:moveTo>
                  <a:lnTo>
                    <a:pt x="5582" y="52459"/>
                  </a:lnTo>
                  <a:lnTo>
                    <a:pt x="9573" y="46479"/>
                  </a:lnTo>
                  <a:lnTo>
                    <a:pt x="13700" y="40295"/>
                  </a:lnTo>
                  <a:lnTo>
                    <a:pt x="18182" y="33579"/>
                  </a:lnTo>
                  <a:lnTo>
                    <a:pt x="22995" y="26368"/>
                  </a:lnTo>
                  <a:lnTo>
                    <a:pt x="29214" y="17050"/>
                  </a:lnTo>
                  <a:lnTo>
                    <a:pt x="32028" y="12833"/>
                  </a:lnTo>
                  <a:lnTo>
                    <a:pt x="35361" y="7839"/>
                  </a:lnTo>
                  <a:lnTo>
                    <a:pt x="40593" y="0"/>
                  </a:lnTo>
                  <a:lnTo>
                    <a:pt x="47110" y="4607"/>
                  </a:lnTo>
                  <a:lnTo>
                    <a:pt x="53627" y="9214"/>
                  </a:lnTo>
                  <a:lnTo>
                    <a:pt x="60144" y="13821"/>
                  </a:lnTo>
                  <a:lnTo>
                    <a:pt x="66661" y="18428"/>
                  </a:lnTo>
                  <a:lnTo>
                    <a:pt x="73178" y="23036"/>
                  </a:lnTo>
                  <a:lnTo>
                    <a:pt x="79695" y="27643"/>
                  </a:lnTo>
                  <a:lnTo>
                    <a:pt x="82940" y="29937"/>
                  </a:lnTo>
                  <a:lnTo>
                    <a:pt x="86212" y="32250"/>
                  </a:lnTo>
                  <a:lnTo>
                    <a:pt x="84785" y="34372"/>
                  </a:lnTo>
                  <a:lnTo>
                    <a:pt x="82830" y="37280"/>
                  </a:lnTo>
                  <a:lnTo>
                    <a:pt x="76065" y="47340"/>
                  </a:lnTo>
                  <a:lnTo>
                    <a:pt x="72683" y="52370"/>
                  </a:lnTo>
                  <a:lnTo>
                    <a:pt x="70157" y="56127"/>
                  </a:lnTo>
                  <a:lnTo>
                    <a:pt x="65979" y="62340"/>
                  </a:lnTo>
                  <a:lnTo>
                    <a:pt x="64548" y="64468"/>
                  </a:lnTo>
                  <a:lnTo>
                    <a:pt x="59326" y="72233"/>
                  </a:lnTo>
                  <a:lnTo>
                    <a:pt x="56049" y="77106"/>
                  </a:lnTo>
                  <a:lnTo>
                    <a:pt x="55176" y="78405"/>
                  </a:lnTo>
                  <a:lnTo>
                    <a:pt x="52389" y="82549"/>
                  </a:lnTo>
                  <a:lnTo>
                    <a:pt x="49007" y="87579"/>
                  </a:lnTo>
                  <a:lnTo>
                    <a:pt x="45183" y="93266"/>
                  </a:lnTo>
                  <a:lnTo>
                    <a:pt x="38860" y="102669"/>
                  </a:lnTo>
                  <a:lnTo>
                    <a:pt x="35477" y="107699"/>
                  </a:lnTo>
                  <a:lnTo>
                    <a:pt x="33930" y="110001"/>
                  </a:lnTo>
                  <a:lnTo>
                    <a:pt x="32095" y="112729"/>
                  </a:lnTo>
                  <a:lnTo>
                    <a:pt x="28713" y="117759"/>
                  </a:lnTo>
                  <a:lnTo>
                    <a:pt x="25330" y="122789"/>
                  </a:lnTo>
                  <a:lnTo>
                    <a:pt x="21948" y="127819"/>
                  </a:lnTo>
                  <a:lnTo>
                    <a:pt x="18566" y="132849"/>
                  </a:lnTo>
                  <a:lnTo>
                    <a:pt x="13912" y="129543"/>
                  </a:lnTo>
                  <a:lnTo>
                    <a:pt x="9874" y="126675"/>
                  </a:lnTo>
                  <a:lnTo>
                    <a:pt x="7900" y="125273"/>
                  </a:lnTo>
                  <a:lnTo>
                    <a:pt x="5004" y="123216"/>
                  </a:lnTo>
                  <a:lnTo>
                    <a:pt x="0" y="119661"/>
                  </a:lnTo>
                  <a:lnTo>
                    <a:pt x="0" y="60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031663" y="2863653"/>
              <a:ext cx="124382" cy="138908"/>
            </a:xfrm>
            <a:custGeom>
              <a:avLst/>
              <a:pathLst>
                <a:path w="124382" h="138908">
                  <a:moveTo>
                    <a:pt x="73760" y="4134"/>
                  </a:moveTo>
                  <a:lnTo>
                    <a:pt x="75290" y="5133"/>
                  </a:lnTo>
                  <a:lnTo>
                    <a:pt x="80088" y="8269"/>
                  </a:lnTo>
                  <a:lnTo>
                    <a:pt x="90605" y="15140"/>
                  </a:lnTo>
                  <a:lnTo>
                    <a:pt x="96143" y="18759"/>
                  </a:lnTo>
                  <a:lnTo>
                    <a:pt x="99071" y="20672"/>
                  </a:lnTo>
                  <a:lnTo>
                    <a:pt x="105534" y="24895"/>
                  </a:lnTo>
                  <a:lnTo>
                    <a:pt x="116864" y="32299"/>
                  </a:lnTo>
                  <a:lnTo>
                    <a:pt x="118054" y="33076"/>
                  </a:lnTo>
                  <a:lnTo>
                    <a:pt x="124382" y="37211"/>
                  </a:lnTo>
                  <a:lnTo>
                    <a:pt x="121861" y="40920"/>
                  </a:lnTo>
                  <a:lnTo>
                    <a:pt x="119510" y="44381"/>
                  </a:lnTo>
                  <a:lnTo>
                    <a:pt x="117134" y="47878"/>
                  </a:lnTo>
                  <a:lnTo>
                    <a:pt x="115752" y="49912"/>
                  </a:lnTo>
                  <a:lnTo>
                    <a:pt x="112013" y="55414"/>
                  </a:lnTo>
                  <a:lnTo>
                    <a:pt x="109844" y="58606"/>
                  </a:lnTo>
                  <a:lnTo>
                    <a:pt x="109026" y="59810"/>
                  </a:lnTo>
                  <a:lnTo>
                    <a:pt x="105977" y="64298"/>
                  </a:lnTo>
                  <a:lnTo>
                    <a:pt x="102715" y="69099"/>
                  </a:lnTo>
                  <a:lnTo>
                    <a:pt x="98789" y="74876"/>
                  </a:lnTo>
                  <a:lnTo>
                    <a:pt x="96230" y="78643"/>
                  </a:lnTo>
                  <a:lnTo>
                    <a:pt x="91111" y="86176"/>
                  </a:lnTo>
                  <a:lnTo>
                    <a:pt x="88552" y="89943"/>
                  </a:lnTo>
                  <a:lnTo>
                    <a:pt x="85993" y="93709"/>
                  </a:lnTo>
                  <a:lnTo>
                    <a:pt x="83824" y="96902"/>
                  </a:lnTo>
                  <a:lnTo>
                    <a:pt x="81488" y="100338"/>
                  </a:lnTo>
                  <a:lnTo>
                    <a:pt x="79059" y="103913"/>
                  </a:lnTo>
                  <a:lnTo>
                    <a:pt x="78002" y="105469"/>
                  </a:lnTo>
                  <a:lnTo>
                    <a:pt x="75755" y="108776"/>
                  </a:lnTo>
                  <a:lnTo>
                    <a:pt x="70637" y="116309"/>
                  </a:lnTo>
                  <a:lnTo>
                    <a:pt x="68889" y="118881"/>
                  </a:lnTo>
                  <a:lnTo>
                    <a:pt x="68078" y="120075"/>
                  </a:lnTo>
                  <a:lnTo>
                    <a:pt x="63334" y="127056"/>
                  </a:lnTo>
                  <a:lnTo>
                    <a:pt x="60400" y="131375"/>
                  </a:lnTo>
                  <a:lnTo>
                    <a:pt x="59151" y="133213"/>
                  </a:lnTo>
                  <a:lnTo>
                    <a:pt x="57841" y="135142"/>
                  </a:lnTo>
                  <a:lnTo>
                    <a:pt x="55281" y="138908"/>
                  </a:lnTo>
                  <a:lnTo>
                    <a:pt x="41461" y="129088"/>
                  </a:lnTo>
                  <a:lnTo>
                    <a:pt x="27640" y="119268"/>
                  </a:lnTo>
                  <a:lnTo>
                    <a:pt x="13820" y="109448"/>
                  </a:lnTo>
                  <a:lnTo>
                    <a:pt x="7119" y="104686"/>
                  </a:lnTo>
                  <a:lnTo>
                    <a:pt x="0" y="99627"/>
                  </a:lnTo>
                  <a:lnTo>
                    <a:pt x="1683" y="97140"/>
                  </a:lnTo>
                  <a:lnTo>
                    <a:pt x="2931" y="95296"/>
                  </a:lnTo>
                  <a:lnTo>
                    <a:pt x="5863" y="90964"/>
                  </a:lnTo>
                  <a:lnTo>
                    <a:pt x="8795" y="86632"/>
                  </a:lnTo>
                  <a:lnTo>
                    <a:pt x="11727" y="82301"/>
                  </a:lnTo>
                  <a:lnTo>
                    <a:pt x="14659" y="77969"/>
                  </a:lnTo>
                  <a:lnTo>
                    <a:pt x="17591" y="73637"/>
                  </a:lnTo>
                  <a:lnTo>
                    <a:pt x="20523" y="69306"/>
                  </a:lnTo>
                  <a:lnTo>
                    <a:pt x="23455" y="64974"/>
                  </a:lnTo>
                  <a:lnTo>
                    <a:pt x="26386" y="60643"/>
                  </a:lnTo>
                  <a:lnTo>
                    <a:pt x="29318" y="56311"/>
                  </a:lnTo>
                  <a:lnTo>
                    <a:pt x="32250" y="51979"/>
                  </a:lnTo>
                  <a:lnTo>
                    <a:pt x="35182" y="47648"/>
                  </a:lnTo>
                  <a:lnTo>
                    <a:pt x="38114" y="43316"/>
                  </a:lnTo>
                  <a:lnTo>
                    <a:pt x="41046" y="38984"/>
                  </a:lnTo>
                  <a:lnTo>
                    <a:pt x="43978" y="34653"/>
                  </a:lnTo>
                  <a:lnTo>
                    <a:pt x="47766" y="29056"/>
                  </a:lnTo>
                  <a:lnTo>
                    <a:pt x="49842" y="25989"/>
                  </a:lnTo>
                  <a:lnTo>
                    <a:pt x="52773" y="21658"/>
                  </a:lnTo>
                  <a:lnTo>
                    <a:pt x="55705" y="17326"/>
                  </a:lnTo>
                  <a:lnTo>
                    <a:pt x="58637" y="12994"/>
                  </a:lnTo>
                  <a:lnTo>
                    <a:pt x="61569" y="8663"/>
                  </a:lnTo>
                  <a:lnTo>
                    <a:pt x="64501" y="4331"/>
                  </a:lnTo>
                  <a:lnTo>
                    <a:pt x="674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349360" y="2579652"/>
              <a:ext cx="73993" cy="77189"/>
            </a:xfrm>
            <a:custGeom>
              <a:avLst/>
              <a:pathLst>
                <a:path w="73993" h="77189">
                  <a:moveTo>
                    <a:pt x="10520" y="32452"/>
                  </a:moveTo>
                  <a:lnTo>
                    <a:pt x="21041" y="16226"/>
                  </a:lnTo>
                  <a:lnTo>
                    <a:pt x="24919" y="10244"/>
                  </a:lnTo>
                  <a:lnTo>
                    <a:pt x="31561" y="0"/>
                  </a:lnTo>
                  <a:lnTo>
                    <a:pt x="34528" y="1931"/>
                  </a:lnTo>
                  <a:lnTo>
                    <a:pt x="36865" y="3452"/>
                  </a:lnTo>
                  <a:lnTo>
                    <a:pt x="42169" y="6904"/>
                  </a:lnTo>
                  <a:lnTo>
                    <a:pt x="47473" y="10356"/>
                  </a:lnTo>
                  <a:lnTo>
                    <a:pt x="52777" y="13808"/>
                  </a:lnTo>
                  <a:lnTo>
                    <a:pt x="58081" y="17260"/>
                  </a:lnTo>
                  <a:lnTo>
                    <a:pt x="63385" y="20712"/>
                  </a:lnTo>
                  <a:lnTo>
                    <a:pt x="68689" y="24165"/>
                  </a:lnTo>
                  <a:lnTo>
                    <a:pt x="73993" y="27617"/>
                  </a:lnTo>
                  <a:lnTo>
                    <a:pt x="69961" y="34144"/>
                  </a:lnTo>
                  <a:lnTo>
                    <a:pt x="66336" y="40010"/>
                  </a:lnTo>
                  <a:lnTo>
                    <a:pt x="58680" y="52403"/>
                  </a:lnTo>
                  <a:lnTo>
                    <a:pt x="51024" y="64796"/>
                  </a:lnTo>
                  <a:lnTo>
                    <a:pt x="43368" y="77189"/>
                  </a:lnTo>
                  <a:lnTo>
                    <a:pt x="38549" y="74022"/>
                  </a:lnTo>
                  <a:lnTo>
                    <a:pt x="33731" y="70854"/>
                  </a:lnTo>
                  <a:lnTo>
                    <a:pt x="28912" y="67686"/>
                  </a:lnTo>
                  <a:lnTo>
                    <a:pt x="24093" y="64518"/>
                  </a:lnTo>
                  <a:lnTo>
                    <a:pt x="19274" y="61350"/>
                  </a:lnTo>
                  <a:lnTo>
                    <a:pt x="14456" y="58182"/>
                  </a:lnTo>
                  <a:lnTo>
                    <a:pt x="9637" y="55014"/>
                  </a:lnTo>
                  <a:lnTo>
                    <a:pt x="4818" y="51846"/>
                  </a:lnTo>
                  <a:lnTo>
                    <a:pt x="2665" y="50431"/>
                  </a:lnTo>
                  <a:lnTo>
                    <a:pt x="0" y="48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402890" y="2610367"/>
              <a:ext cx="76010" cy="52638"/>
            </a:xfrm>
            <a:custGeom>
              <a:avLst/>
              <a:pathLst>
                <a:path w="76010" h="52638">
                  <a:moveTo>
                    <a:pt x="4464" y="44698"/>
                  </a:moveTo>
                  <a:lnTo>
                    <a:pt x="8928" y="37248"/>
                  </a:lnTo>
                  <a:lnTo>
                    <a:pt x="13392" y="29798"/>
                  </a:lnTo>
                  <a:lnTo>
                    <a:pt x="17857" y="22349"/>
                  </a:lnTo>
                  <a:lnTo>
                    <a:pt x="22321" y="14899"/>
                  </a:lnTo>
                  <a:lnTo>
                    <a:pt x="26785" y="7449"/>
                  </a:lnTo>
                  <a:lnTo>
                    <a:pt x="28730" y="4204"/>
                  </a:lnTo>
                  <a:lnTo>
                    <a:pt x="31250" y="0"/>
                  </a:lnTo>
                  <a:lnTo>
                    <a:pt x="44152" y="6853"/>
                  </a:lnTo>
                  <a:lnTo>
                    <a:pt x="53630" y="11889"/>
                  </a:lnTo>
                  <a:lnTo>
                    <a:pt x="76010" y="23777"/>
                  </a:lnTo>
                  <a:lnTo>
                    <a:pt x="65855" y="34949"/>
                  </a:lnTo>
                  <a:lnTo>
                    <a:pt x="53380" y="41844"/>
                  </a:lnTo>
                  <a:lnTo>
                    <a:pt x="48070" y="44778"/>
                  </a:lnTo>
                  <a:lnTo>
                    <a:pt x="19708" y="52638"/>
                  </a:lnTo>
                  <a:lnTo>
                    <a:pt x="0" y="521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347504" y="2671604"/>
              <a:ext cx="99763" cy="162823"/>
            </a:xfrm>
            <a:custGeom>
              <a:avLst/>
              <a:pathLst>
                <a:path w="99763" h="162823">
                  <a:moveTo>
                    <a:pt x="5964" y="48932"/>
                  </a:moveTo>
                  <a:lnTo>
                    <a:pt x="3976" y="38545"/>
                  </a:lnTo>
                  <a:lnTo>
                    <a:pt x="2630" y="31513"/>
                  </a:lnTo>
                  <a:lnTo>
                    <a:pt x="1154" y="23802"/>
                  </a:lnTo>
                  <a:lnTo>
                    <a:pt x="0" y="17771"/>
                  </a:lnTo>
                  <a:lnTo>
                    <a:pt x="13742" y="12964"/>
                  </a:lnTo>
                  <a:lnTo>
                    <a:pt x="25402" y="8885"/>
                  </a:lnTo>
                  <a:lnTo>
                    <a:pt x="50806" y="0"/>
                  </a:lnTo>
                  <a:lnTo>
                    <a:pt x="52918" y="6632"/>
                  </a:lnTo>
                  <a:lnTo>
                    <a:pt x="53866" y="9605"/>
                  </a:lnTo>
                  <a:lnTo>
                    <a:pt x="56925" y="19210"/>
                  </a:lnTo>
                  <a:lnTo>
                    <a:pt x="59985" y="28815"/>
                  </a:lnTo>
                  <a:lnTo>
                    <a:pt x="63045" y="38421"/>
                  </a:lnTo>
                  <a:lnTo>
                    <a:pt x="66105" y="48026"/>
                  </a:lnTo>
                  <a:lnTo>
                    <a:pt x="69165" y="57631"/>
                  </a:lnTo>
                  <a:lnTo>
                    <a:pt x="72224" y="67237"/>
                  </a:lnTo>
                  <a:lnTo>
                    <a:pt x="75284" y="76842"/>
                  </a:lnTo>
                  <a:lnTo>
                    <a:pt x="78344" y="86447"/>
                  </a:lnTo>
                  <a:lnTo>
                    <a:pt x="81404" y="96052"/>
                  </a:lnTo>
                  <a:lnTo>
                    <a:pt x="84464" y="105658"/>
                  </a:lnTo>
                  <a:lnTo>
                    <a:pt x="87524" y="115263"/>
                  </a:lnTo>
                  <a:lnTo>
                    <a:pt x="90584" y="124868"/>
                  </a:lnTo>
                  <a:lnTo>
                    <a:pt x="93643" y="134474"/>
                  </a:lnTo>
                  <a:lnTo>
                    <a:pt x="96703" y="144079"/>
                  </a:lnTo>
                  <a:lnTo>
                    <a:pt x="99763" y="153684"/>
                  </a:lnTo>
                  <a:lnTo>
                    <a:pt x="86699" y="158253"/>
                  </a:lnTo>
                  <a:lnTo>
                    <a:pt x="73634" y="162823"/>
                  </a:lnTo>
                  <a:lnTo>
                    <a:pt x="50403" y="161216"/>
                  </a:lnTo>
                  <a:lnTo>
                    <a:pt x="42436" y="157925"/>
                  </a:lnTo>
                  <a:lnTo>
                    <a:pt x="28595" y="152209"/>
                  </a:lnTo>
                  <a:lnTo>
                    <a:pt x="26313" y="141885"/>
                  </a:lnTo>
                  <a:lnTo>
                    <a:pt x="24032" y="131561"/>
                  </a:lnTo>
                  <a:lnTo>
                    <a:pt x="21750" y="121238"/>
                  </a:lnTo>
                  <a:lnTo>
                    <a:pt x="19468" y="110914"/>
                  </a:lnTo>
                  <a:lnTo>
                    <a:pt x="17186" y="100590"/>
                  </a:lnTo>
                  <a:lnTo>
                    <a:pt x="14905" y="90267"/>
                  </a:lnTo>
                  <a:lnTo>
                    <a:pt x="12623" y="79943"/>
                  </a:lnTo>
                  <a:lnTo>
                    <a:pt x="10341" y="69619"/>
                  </a:lnTo>
                  <a:lnTo>
                    <a:pt x="8059" y="59296"/>
                  </a:lnTo>
                  <a:lnTo>
                    <a:pt x="7228" y="5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404914" y="2667157"/>
              <a:ext cx="128582" cy="176967"/>
            </a:xfrm>
            <a:custGeom>
              <a:avLst/>
              <a:pathLst>
                <a:path w="128582" h="176967">
                  <a:moveTo>
                    <a:pt x="23754" y="2225"/>
                  </a:moveTo>
                  <a:lnTo>
                    <a:pt x="26959" y="1153"/>
                  </a:lnTo>
                  <a:lnTo>
                    <a:pt x="30836" y="9980"/>
                  </a:lnTo>
                  <a:lnTo>
                    <a:pt x="54789" y="0"/>
                  </a:lnTo>
                  <a:lnTo>
                    <a:pt x="57478" y="5582"/>
                  </a:lnTo>
                  <a:lnTo>
                    <a:pt x="58888" y="8511"/>
                  </a:lnTo>
                  <a:lnTo>
                    <a:pt x="62988" y="17022"/>
                  </a:lnTo>
                  <a:lnTo>
                    <a:pt x="67088" y="25533"/>
                  </a:lnTo>
                  <a:lnTo>
                    <a:pt x="71187" y="34045"/>
                  </a:lnTo>
                  <a:lnTo>
                    <a:pt x="75287" y="42556"/>
                  </a:lnTo>
                  <a:lnTo>
                    <a:pt x="79386" y="51067"/>
                  </a:lnTo>
                  <a:lnTo>
                    <a:pt x="83486" y="59578"/>
                  </a:lnTo>
                  <a:lnTo>
                    <a:pt x="87586" y="68089"/>
                  </a:lnTo>
                  <a:lnTo>
                    <a:pt x="91686" y="76601"/>
                  </a:lnTo>
                  <a:lnTo>
                    <a:pt x="95785" y="85112"/>
                  </a:lnTo>
                  <a:lnTo>
                    <a:pt x="99885" y="93623"/>
                  </a:lnTo>
                  <a:lnTo>
                    <a:pt x="103985" y="102134"/>
                  </a:lnTo>
                  <a:lnTo>
                    <a:pt x="108084" y="110645"/>
                  </a:lnTo>
                  <a:lnTo>
                    <a:pt x="112184" y="119157"/>
                  </a:lnTo>
                  <a:lnTo>
                    <a:pt x="116283" y="127668"/>
                  </a:lnTo>
                  <a:lnTo>
                    <a:pt x="120383" y="136179"/>
                  </a:lnTo>
                  <a:lnTo>
                    <a:pt x="124483" y="144690"/>
                  </a:lnTo>
                  <a:lnTo>
                    <a:pt x="128582" y="153201"/>
                  </a:lnTo>
                  <a:lnTo>
                    <a:pt x="88151" y="174290"/>
                  </a:lnTo>
                  <a:lnTo>
                    <a:pt x="64847" y="176967"/>
                  </a:lnTo>
                  <a:lnTo>
                    <a:pt x="61929" y="169848"/>
                  </a:lnTo>
                  <a:lnTo>
                    <a:pt x="61616" y="169085"/>
                  </a:lnTo>
                  <a:lnTo>
                    <a:pt x="58385" y="161203"/>
                  </a:lnTo>
                  <a:lnTo>
                    <a:pt x="55155" y="153322"/>
                  </a:lnTo>
                  <a:lnTo>
                    <a:pt x="51924" y="145440"/>
                  </a:lnTo>
                  <a:lnTo>
                    <a:pt x="48693" y="137559"/>
                  </a:lnTo>
                  <a:lnTo>
                    <a:pt x="45463" y="129677"/>
                  </a:lnTo>
                  <a:lnTo>
                    <a:pt x="43153" y="124043"/>
                  </a:lnTo>
                  <a:lnTo>
                    <a:pt x="42282" y="121744"/>
                  </a:lnTo>
                  <a:lnTo>
                    <a:pt x="39262" y="113774"/>
                  </a:lnTo>
                  <a:lnTo>
                    <a:pt x="36242" y="105805"/>
                  </a:lnTo>
                  <a:lnTo>
                    <a:pt x="33221" y="97835"/>
                  </a:lnTo>
                  <a:lnTo>
                    <a:pt x="30201" y="89866"/>
                  </a:lnTo>
                  <a:lnTo>
                    <a:pt x="27181" y="81896"/>
                  </a:lnTo>
                  <a:lnTo>
                    <a:pt x="24161" y="73926"/>
                  </a:lnTo>
                  <a:lnTo>
                    <a:pt x="21141" y="65957"/>
                  </a:lnTo>
                  <a:lnTo>
                    <a:pt x="18121" y="57988"/>
                  </a:lnTo>
                  <a:lnTo>
                    <a:pt x="15100" y="50018"/>
                  </a:lnTo>
                  <a:lnTo>
                    <a:pt x="12080" y="42048"/>
                  </a:lnTo>
                  <a:lnTo>
                    <a:pt x="9060" y="34079"/>
                  </a:lnTo>
                  <a:lnTo>
                    <a:pt x="6040" y="26109"/>
                  </a:lnTo>
                  <a:lnTo>
                    <a:pt x="3020" y="18140"/>
                  </a:lnTo>
                  <a:lnTo>
                    <a:pt x="1960" y="15343"/>
                  </a:lnTo>
                  <a:lnTo>
                    <a:pt x="0" y="10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457985" y="2627644"/>
              <a:ext cx="139214" cy="175112"/>
            </a:xfrm>
            <a:custGeom>
              <a:avLst/>
              <a:pathLst>
                <a:path w="139214" h="175112">
                  <a:moveTo>
                    <a:pt x="50353" y="6996"/>
                  </a:moveTo>
                  <a:lnTo>
                    <a:pt x="52260" y="10335"/>
                  </a:lnTo>
                  <a:lnTo>
                    <a:pt x="53788" y="13012"/>
                  </a:lnTo>
                  <a:lnTo>
                    <a:pt x="57502" y="19518"/>
                  </a:lnTo>
                  <a:lnTo>
                    <a:pt x="61216" y="26024"/>
                  </a:lnTo>
                  <a:lnTo>
                    <a:pt x="64930" y="32530"/>
                  </a:lnTo>
                  <a:lnTo>
                    <a:pt x="68644" y="39036"/>
                  </a:lnTo>
                  <a:lnTo>
                    <a:pt x="72359" y="45542"/>
                  </a:lnTo>
                  <a:lnTo>
                    <a:pt x="76073" y="52048"/>
                  </a:lnTo>
                  <a:lnTo>
                    <a:pt x="79787" y="58554"/>
                  </a:lnTo>
                  <a:lnTo>
                    <a:pt x="83501" y="65060"/>
                  </a:lnTo>
                  <a:lnTo>
                    <a:pt x="87215" y="71566"/>
                  </a:lnTo>
                  <a:lnTo>
                    <a:pt x="90929" y="78072"/>
                  </a:lnTo>
                  <a:lnTo>
                    <a:pt x="94644" y="84579"/>
                  </a:lnTo>
                  <a:lnTo>
                    <a:pt x="98358" y="91085"/>
                  </a:lnTo>
                  <a:lnTo>
                    <a:pt x="102072" y="97591"/>
                  </a:lnTo>
                  <a:lnTo>
                    <a:pt x="105786" y="104097"/>
                  </a:lnTo>
                  <a:lnTo>
                    <a:pt x="109500" y="110603"/>
                  </a:lnTo>
                  <a:lnTo>
                    <a:pt x="113214" y="117109"/>
                  </a:lnTo>
                  <a:lnTo>
                    <a:pt x="116929" y="123615"/>
                  </a:lnTo>
                  <a:lnTo>
                    <a:pt x="120643" y="130121"/>
                  </a:lnTo>
                  <a:lnTo>
                    <a:pt x="124357" y="136627"/>
                  </a:lnTo>
                  <a:lnTo>
                    <a:pt x="128071" y="143133"/>
                  </a:lnTo>
                  <a:lnTo>
                    <a:pt x="131785" y="149639"/>
                  </a:lnTo>
                  <a:lnTo>
                    <a:pt x="135499" y="156146"/>
                  </a:lnTo>
                  <a:lnTo>
                    <a:pt x="139214" y="162652"/>
                  </a:lnTo>
                  <a:lnTo>
                    <a:pt x="115043" y="175112"/>
                  </a:lnTo>
                  <a:lnTo>
                    <a:pt x="97831" y="143268"/>
                  </a:lnTo>
                  <a:lnTo>
                    <a:pt x="86585" y="147157"/>
                  </a:lnTo>
                  <a:lnTo>
                    <a:pt x="60524" y="156170"/>
                  </a:lnTo>
                  <a:lnTo>
                    <a:pt x="56741" y="148234"/>
                  </a:lnTo>
                  <a:lnTo>
                    <a:pt x="52958" y="140299"/>
                  </a:lnTo>
                  <a:lnTo>
                    <a:pt x="49175" y="132363"/>
                  </a:lnTo>
                  <a:lnTo>
                    <a:pt x="45392" y="124427"/>
                  </a:lnTo>
                  <a:lnTo>
                    <a:pt x="41610" y="116491"/>
                  </a:lnTo>
                  <a:lnTo>
                    <a:pt x="37827" y="108555"/>
                  </a:lnTo>
                  <a:lnTo>
                    <a:pt x="34044" y="100619"/>
                  </a:lnTo>
                  <a:lnTo>
                    <a:pt x="30262" y="92684"/>
                  </a:lnTo>
                  <a:lnTo>
                    <a:pt x="26479" y="84748"/>
                  </a:lnTo>
                  <a:lnTo>
                    <a:pt x="22696" y="76812"/>
                  </a:lnTo>
                  <a:lnTo>
                    <a:pt x="18913" y="68876"/>
                  </a:lnTo>
                  <a:lnTo>
                    <a:pt x="15131" y="60940"/>
                  </a:lnTo>
                  <a:lnTo>
                    <a:pt x="11348" y="53004"/>
                  </a:lnTo>
                  <a:lnTo>
                    <a:pt x="7565" y="45069"/>
                  </a:lnTo>
                  <a:lnTo>
                    <a:pt x="3782" y="37133"/>
                  </a:lnTo>
                  <a:lnTo>
                    <a:pt x="2587" y="34625"/>
                  </a:lnTo>
                  <a:lnTo>
                    <a:pt x="0" y="29197"/>
                  </a:lnTo>
                  <a:lnTo>
                    <a:pt x="25719" y="12999"/>
                  </a:lnTo>
                  <a:lnTo>
                    <a:pt x="463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514940" y="2586026"/>
              <a:ext cx="88851" cy="125729"/>
            </a:xfrm>
            <a:custGeom>
              <a:avLst/>
              <a:pathLst>
                <a:path w="88851" h="125729">
                  <a:moveTo>
                    <a:pt x="65923" y="53407"/>
                  </a:moveTo>
                  <a:lnTo>
                    <a:pt x="88851" y="92239"/>
                  </a:lnTo>
                  <a:lnTo>
                    <a:pt x="66284" y="108984"/>
                  </a:lnTo>
                  <a:lnTo>
                    <a:pt x="43716" y="125729"/>
                  </a:lnTo>
                  <a:lnTo>
                    <a:pt x="38106" y="115402"/>
                  </a:lnTo>
                  <a:lnTo>
                    <a:pt x="31899" y="103978"/>
                  </a:lnTo>
                  <a:lnTo>
                    <a:pt x="25718" y="92602"/>
                  </a:lnTo>
                  <a:lnTo>
                    <a:pt x="23080" y="87745"/>
                  </a:lnTo>
                  <a:lnTo>
                    <a:pt x="21184" y="84256"/>
                  </a:lnTo>
                  <a:lnTo>
                    <a:pt x="17366" y="77230"/>
                  </a:lnTo>
                  <a:lnTo>
                    <a:pt x="15216" y="73272"/>
                  </a:lnTo>
                  <a:lnTo>
                    <a:pt x="10526" y="64639"/>
                  </a:lnTo>
                  <a:lnTo>
                    <a:pt x="6178" y="56638"/>
                  </a:lnTo>
                  <a:lnTo>
                    <a:pt x="0" y="45265"/>
                  </a:lnTo>
                  <a:lnTo>
                    <a:pt x="28022" y="22980"/>
                  </a:lnTo>
                  <a:lnTo>
                    <a:pt x="29971" y="21429"/>
                  </a:lnTo>
                  <a:lnTo>
                    <a:pt x="76322" y="0"/>
                  </a:lnTo>
                  <a:lnTo>
                    <a:pt x="79099" y="5232"/>
                  </a:lnTo>
                  <a:lnTo>
                    <a:pt x="81619" y="10296"/>
                  </a:lnTo>
                  <a:lnTo>
                    <a:pt x="84139" y="15360"/>
                  </a:lnTo>
                  <a:lnTo>
                    <a:pt x="86908" y="20925"/>
                  </a:lnTo>
                  <a:lnTo>
                    <a:pt x="67793" y="31520"/>
                  </a:lnTo>
                  <a:lnTo>
                    <a:pt x="56627" y="37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00345" y="2445360"/>
              <a:ext cx="195077" cy="153982"/>
            </a:xfrm>
            <a:custGeom>
              <a:avLst/>
              <a:pathLst>
                <a:path w="195077" h="153982">
                  <a:moveTo>
                    <a:pt x="130986" y="8523"/>
                  </a:moveTo>
                  <a:lnTo>
                    <a:pt x="144825" y="4261"/>
                  </a:lnTo>
                  <a:lnTo>
                    <a:pt x="158663" y="0"/>
                  </a:lnTo>
                  <a:lnTo>
                    <a:pt x="167556" y="6661"/>
                  </a:lnTo>
                  <a:lnTo>
                    <a:pt x="170309" y="14732"/>
                  </a:lnTo>
                  <a:lnTo>
                    <a:pt x="173061" y="22804"/>
                  </a:lnTo>
                  <a:lnTo>
                    <a:pt x="175096" y="28774"/>
                  </a:lnTo>
                  <a:lnTo>
                    <a:pt x="175813" y="30875"/>
                  </a:lnTo>
                  <a:lnTo>
                    <a:pt x="178565" y="38947"/>
                  </a:lnTo>
                  <a:lnTo>
                    <a:pt x="181317" y="47018"/>
                  </a:lnTo>
                  <a:lnTo>
                    <a:pt x="184069" y="55089"/>
                  </a:lnTo>
                  <a:lnTo>
                    <a:pt x="186821" y="63161"/>
                  </a:lnTo>
                  <a:lnTo>
                    <a:pt x="189573" y="71232"/>
                  </a:lnTo>
                  <a:lnTo>
                    <a:pt x="191380" y="76532"/>
                  </a:lnTo>
                  <a:lnTo>
                    <a:pt x="192325" y="79303"/>
                  </a:lnTo>
                  <a:lnTo>
                    <a:pt x="195077" y="87375"/>
                  </a:lnTo>
                  <a:lnTo>
                    <a:pt x="187859" y="90532"/>
                  </a:lnTo>
                  <a:lnTo>
                    <a:pt x="180642" y="93689"/>
                  </a:lnTo>
                  <a:lnTo>
                    <a:pt x="173424" y="96846"/>
                  </a:lnTo>
                  <a:lnTo>
                    <a:pt x="166207" y="100003"/>
                  </a:lnTo>
                  <a:lnTo>
                    <a:pt x="158989" y="103161"/>
                  </a:lnTo>
                  <a:lnTo>
                    <a:pt x="151772" y="106318"/>
                  </a:lnTo>
                  <a:lnTo>
                    <a:pt x="144554" y="109475"/>
                  </a:lnTo>
                  <a:lnTo>
                    <a:pt x="137337" y="112632"/>
                  </a:lnTo>
                  <a:lnTo>
                    <a:pt x="130119" y="115789"/>
                  </a:lnTo>
                  <a:lnTo>
                    <a:pt x="122902" y="118946"/>
                  </a:lnTo>
                  <a:lnTo>
                    <a:pt x="115684" y="122103"/>
                  </a:lnTo>
                  <a:lnTo>
                    <a:pt x="108467" y="125260"/>
                  </a:lnTo>
                  <a:lnTo>
                    <a:pt x="101250" y="128417"/>
                  </a:lnTo>
                  <a:lnTo>
                    <a:pt x="94032" y="131574"/>
                  </a:lnTo>
                  <a:lnTo>
                    <a:pt x="86814" y="134732"/>
                  </a:lnTo>
                  <a:lnTo>
                    <a:pt x="79563" y="137903"/>
                  </a:lnTo>
                  <a:lnTo>
                    <a:pt x="72077" y="140191"/>
                  </a:lnTo>
                  <a:lnTo>
                    <a:pt x="64555" y="142490"/>
                  </a:lnTo>
                  <a:lnTo>
                    <a:pt x="57034" y="144788"/>
                  </a:lnTo>
                  <a:lnTo>
                    <a:pt x="49512" y="147087"/>
                  </a:lnTo>
                  <a:lnTo>
                    <a:pt x="41990" y="149385"/>
                  </a:lnTo>
                  <a:lnTo>
                    <a:pt x="34469" y="151684"/>
                  </a:lnTo>
                  <a:lnTo>
                    <a:pt x="31301" y="152652"/>
                  </a:lnTo>
                  <a:lnTo>
                    <a:pt x="26947" y="153982"/>
                  </a:lnTo>
                  <a:lnTo>
                    <a:pt x="20210" y="138276"/>
                  </a:lnTo>
                  <a:lnTo>
                    <a:pt x="13473" y="122570"/>
                  </a:lnTo>
                  <a:lnTo>
                    <a:pt x="6736" y="106864"/>
                  </a:lnTo>
                  <a:lnTo>
                    <a:pt x="4336" y="101268"/>
                  </a:lnTo>
                  <a:lnTo>
                    <a:pt x="0" y="91158"/>
                  </a:lnTo>
                  <a:lnTo>
                    <a:pt x="15199" y="86564"/>
                  </a:lnTo>
                  <a:lnTo>
                    <a:pt x="30398" y="81971"/>
                  </a:lnTo>
                  <a:lnTo>
                    <a:pt x="37900" y="89859"/>
                  </a:lnTo>
                  <a:lnTo>
                    <a:pt x="38654" y="91752"/>
                  </a:lnTo>
                  <a:lnTo>
                    <a:pt x="43532" y="104001"/>
                  </a:lnTo>
                  <a:lnTo>
                    <a:pt x="44972" y="107616"/>
                  </a:lnTo>
                  <a:lnTo>
                    <a:pt x="91157" y="89112"/>
                  </a:lnTo>
                  <a:lnTo>
                    <a:pt x="148175" y="66268"/>
                  </a:lnTo>
                  <a:lnTo>
                    <a:pt x="142746" y="53732"/>
                  </a:lnTo>
                  <a:lnTo>
                    <a:pt x="137317" y="41195"/>
                  </a:lnTo>
                  <a:lnTo>
                    <a:pt x="132910" y="31017"/>
                  </a:lnTo>
                  <a:lnTo>
                    <a:pt x="131889" y="28659"/>
                  </a:lnTo>
                  <a:lnTo>
                    <a:pt x="126460" y="161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02397" y="2545066"/>
              <a:ext cx="154665" cy="59057"/>
            </a:xfrm>
            <a:custGeom>
              <a:avLst/>
              <a:pathLst>
                <a:path w="154665" h="59057">
                  <a:moveTo>
                    <a:pt x="4254" y="48923"/>
                  </a:moveTo>
                  <a:lnTo>
                    <a:pt x="0" y="38789"/>
                  </a:lnTo>
                  <a:lnTo>
                    <a:pt x="5010" y="36441"/>
                  </a:lnTo>
                  <a:lnTo>
                    <a:pt x="8230" y="34933"/>
                  </a:lnTo>
                  <a:lnTo>
                    <a:pt x="16461" y="31077"/>
                  </a:lnTo>
                  <a:lnTo>
                    <a:pt x="24692" y="27221"/>
                  </a:lnTo>
                  <a:lnTo>
                    <a:pt x="32922" y="23365"/>
                  </a:lnTo>
                  <a:lnTo>
                    <a:pt x="41153" y="19509"/>
                  </a:lnTo>
                  <a:lnTo>
                    <a:pt x="49384" y="15653"/>
                  </a:lnTo>
                  <a:lnTo>
                    <a:pt x="57615" y="11797"/>
                  </a:lnTo>
                  <a:lnTo>
                    <a:pt x="65846" y="7941"/>
                  </a:lnTo>
                  <a:lnTo>
                    <a:pt x="74076" y="4085"/>
                  </a:lnTo>
                  <a:lnTo>
                    <a:pt x="77877" y="2304"/>
                  </a:lnTo>
                  <a:lnTo>
                    <a:pt x="82656" y="1328"/>
                  </a:lnTo>
                  <a:lnTo>
                    <a:pt x="89154" y="0"/>
                  </a:lnTo>
                  <a:lnTo>
                    <a:pt x="91574" y="172"/>
                  </a:lnTo>
                  <a:lnTo>
                    <a:pt x="100604" y="814"/>
                  </a:lnTo>
                  <a:lnTo>
                    <a:pt x="109633" y="1456"/>
                  </a:lnTo>
                  <a:lnTo>
                    <a:pt x="118662" y="2098"/>
                  </a:lnTo>
                  <a:lnTo>
                    <a:pt x="127692" y="2741"/>
                  </a:lnTo>
                  <a:lnTo>
                    <a:pt x="133701" y="3168"/>
                  </a:lnTo>
                  <a:lnTo>
                    <a:pt x="136778" y="3636"/>
                  </a:lnTo>
                  <a:lnTo>
                    <a:pt x="145722" y="4995"/>
                  </a:lnTo>
                  <a:lnTo>
                    <a:pt x="154665" y="6353"/>
                  </a:lnTo>
                  <a:lnTo>
                    <a:pt x="150053" y="18803"/>
                  </a:lnTo>
                  <a:lnTo>
                    <a:pt x="145441" y="31254"/>
                  </a:lnTo>
                  <a:lnTo>
                    <a:pt x="128029" y="28936"/>
                  </a:lnTo>
                  <a:lnTo>
                    <a:pt x="85081" y="24738"/>
                  </a:lnTo>
                  <a:lnTo>
                    <a:pt x="58662" y="36579"/>
                  </a:lnTo>
                  <a:lnTo>
                    <a:pt x="8509" y="590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699814" y="2447550"/>
              <a:ext cx="72995" cy="93419"/>
            </a:xfrm>
            <a:custGeom>
              <a:avLst/>
              <a:pathLst>
                <a:path w="72995" h="93419">
                  <a:moveTo>
                    <a:pt x="1548" y="72781"/>
                  </a:moveTo>
                  <a:lnTo>
                    <a:pt x="3096" y="58225"/>
                  </a:lnTo>
                  <a:lnTo>
                    <a:pt x="4645" y="43668"/>
                  </a:lnTo>
                  <a:lnTo>
                    <a:pt x="6193" y="29112"/>
                  </a:lnTo>
                  <a:lnTo>
                    <a:pt x="7742" y="14556"/>
                  </a:lnTo>
                  <a:lnTo>
                    <a:pt x="8385" y="8506"/>
                  </a:lnTo>
                  <a:lnTo>
                    <a:pt x="9290" y="0"/>
                  </a:lnTo>
                  <a:lnTo>
                    <a:pt x="41143" y="4188"/>
                  </a:lnTo>
                  <a:lnTo>
                    <a:pt x="72995" y="8376"/>
                  </a:lnTo>
                  <a:lnTo>
                    <a:pt x="70978" y="18209"/>
                  </a:lnTo>
                  <a:lnTo>
                    <a:pt x="69505" y="25384"/>
                  </a:lnTo>
                  <a:lnTo>
                    <a:pt x="66016" y="42393"/>
                  </a:lnTo>
                  <a:lnTo>
                    <a:pt x="62527" y="59402"/>
                  </a:lnTo>
                  <a:lnTo>
                    <a:pt x="59038" y="76410"/>
                  </a:lnTo>
                  <a:lnTo>
                    <a:pt x="55549" y="93419"/>
                  </a:lnTo>
                  <a:lnTo>
                    <a:pt x="37032" y="91391"/>
                  </a:lnTo>
                  <a:lnTo>
                    <a:pt x="18516" y="89364"/>
                  </a:lnTo>
                  <a:lnTo>
                    <a:pt x="9783" y="88408"/>
                  </a:lnTo>
                  <a:lnTo>
                    <a:pt x="0" y="87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191504" y="2768797"/>
              <a:ext cx="76655" cy="65151"/>
            </a:xfrm>
            <a:custGeom>
              <a:avLst/>
              <a:pathLst>
                <a:path w="76655" h="65151">
                  <a:moveTo>
                    <a:pt x="71709" y="22757"/>
                  </a:moveTo>
                  <a:lnTo>
                    <a:pt x="68056" y="28660"/>
                  </a:lnTo>
                  <a:lnTo>
                    <a:pt x="58745" y="43702"/>
                  </a:lnTo>
                  <a:lnTo>
                    <a:pt x="54521" y="50527"/>
                  </a:lnTo>
                  <a:lnTo>
                    <a:pt x="49308" y="58951"/>
                  </a:lnTo>
                  <a:lnTo>
                    <a:pt x="45470" y="65151"/>
                  </a:lnTo>
                  <a:lnTo>
                    <a:pt x="24921" y="51173"/>
                  </a:lnTo>
                  <a:lnTo>
                    <a:pt x="9857" y="40926"/>
                  </a:lnTo>
                  <a:lnTo>
                    <a:pt x="0" y="34221"/>
                  </a:lnTo>
                  <a:lnTo>
                    <a:pt x="10805" y="20674"/>
                  </a:lnTo>
                  <a:lnTo>
                    <a:pt x="14712" y="15776"/>
                  </a:lnTo>
                  <a:lnTo>
                    <a:pt x="20984" y="7912"/>
                  </a:lnTo>
                  <a:lnTo>
                    <a:pt x="23586" y="4651"/>
                  </a:lnTo>
                  <a:lnTo>
                    <a:pt x="26577" y="900"/>
                  </a:lnTo>
                  <a:lnTo>
                    <a:pt x="55654" y="0"/>
                  </a:lnTo>
                  <a:lnTo>
                    <a:pt x="64431" y="6171"/>
                  </a:lnTo>
                  <a:lnTo>
                    <a:pt x="76655" y="147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142058" y="2812920"/>
              <a:ext cx="276578" cy="271701"/>
            </a:xfrm>
            <a:custGeom>
              <a:avLst/>
              <a:pathLst>
                <a:path w="276578" h="271701">
                  <a:moveTo>
                    <a:pt x="6066" y="48769"/>
                  </a:moveTo>
                  <a:lnTo>
                    <a:pt x="12132" y="40454"/>
                  </a:lnTo>
                  <a:lnTo>
                    <a:pt x="15778" y="35458"/>
                  </a:lnTo>
                  <a:lnTo>
                    <a:pt x="18348" y="32221"/>
                  </a:lnTo>
                  <a:lnTo>
                    <a:pt x="23463" y="25779"/>
                  </a:lnTo>
                  <a:lnTo>
                    <a:pt x="24744" y="24166"/>
                  </a:lnTo>
                  <a:lnTo>
                    <a:pt x="31140" y="16110"/>
                  </a:lnTo>
                  <a:lnTo>
                    <a:pt x="37536" y="8055"/>
                  </a:lnTo>
                  <a:lnTo>
                    <a:pt x="40942" y="3765"/>
                  </a:lnTo>
                  <a:lnTo>
                    <a:pt x="43932" y="0"/>
                  </a:lnTo>
                  <a:lnTo>
                    <a:pt x="114838" y="49675"/>
                  </a:lnTo>
                  <a:lnTo>
                    <a:pt x="226604" y="127975"/>
                  </a:lnTo>
                  <a:lnTo>
                    <a:pt x="276578" y="222908"/>
                  </a:lnTo>
                  <a:lnTo>
                    <a:pt x="273640" y="239919"/>
                  </a:lnTo>
                  <a:lnTo>
                    <a:pt x="271389" y="250355"/>
                  </a:lnTo>
                  <a:lnTo>
                    <a:pt x="252886" y="271701"/>
                  </a:lnTo>
                  <a:lnTo>
                    <a:pt x="242841" y="259001"/>
                  </a:lnTo>
                  <a:lnTo>
                    <a:pt x="240602" y="259792"/>
                  </a:lnTo>
                  <a:lnTo>
                    <a:pt x="220638" y="266837"/>
                  </a:lnTo>
                  <a:lnTo>
                    <a:pt x="218031" y="261062"/>
                  </a:lnTo>
                  <a:lnTo>
                    <a:pt x="215424" y="255286"/>
                  </a:lnTo>
                  <a:lnTo>
                    <a:pt x="212817" y="249511"/>
                  </a:lnTo>
                  <a:lnTo>
                    <a:pt x="210210" y="243735"/>
                  </a:lnTo>
                  <a:lnTo>
                    <a:pt x="207603" y="237959"/>
                  </a:lnTo>
                  <a:lnTo>
                    <a:pt x="204996" y="232184"/>
                  </a:lnTo>
                  <a:lnTo>
                    <a:pt x="202389" y="226408"/>
                  </a:lnTo>
                  <a:lnTo>
                    <a:pt x="199782" y="220633"/>
                  </a:lnTo>
                  <a:lnTo>
                    <a:pt x="197175" y="214857"/>
                  </a:lnTo>
                  <a:lnTo>
                    <a:pt x="194568" y="209082"/>
                  </a:lnTo>
                  <a:lnTo>
                    <a:pt x="191961" y="203306"/>
                  </a:lnTo>
                  <a:lnTo>
                    <a:pt x="189354" y="197530"/>
                  </a:lnTo>
                  <a:lnTo>
                    <a:pt x="186748" y="191755"/>
                  </a:lnTo>
                  <a:lnTo>
                    <a:pt x="184141" y="185979"/>
                  </a:lnTo>
                  <a:lnTo>
                    <a:pt x="181728" y="180635"/>
                  </a:lnTo>
                  <a:lnTo>
                    <a:pt x="181357" y="180351"/>
                  </a:lnTo>
                  <a:lnTo>
                    <a:pt x="176379" y="176550"/>
                  </a:lnTo>
                  <a:lnTo>
                    <a:pt x="171402" y="172748"/>
                  </a:lnTo>
                  <a:lnTo>
                    <a:pt x="166424" y="168947"/>
                  </a:lnTo>
                  <a:lnTo>
                    <a:pt x="164996" y="167857"/>
                  </a:lnTo>
                  <a:lnTo>
                    <a:pt x="161229" y="165328"/>
                  </a:lnTo>
                  <a:lnTo>
                    <a:pt x="156028" y="161836"/>
                  </a:lnTo>
                  <a:lnTo>
                    <a:pt x="150827" y="158344"/>
                  </a:lnTo>
                  <a:lnTo>
                    <a:pt x="145627" y="154852"/>
                  </a:lnTo>
                  <a:lnTo>
                    <a:pt x="140426" y="151361"/>
                  </a:lnTo>
                  <a:lnTo>
                    <a:pt x="135225" y="147869"/>
                  </a:lnTo>
                  <a:lnTo>
                    <a:pt x="130024" y="144377"/>
                  </a:lnTo>
                  <a:lnTo>
                    <a:pt x="124823" y="140886"/>
                  </a:lnTo>
                  <a:lnTo>
                    <a:pt x="119622" y="137394"/>
                  </a:lnTo>
                  <a:lnTo>
                    <a:pt x="114421" y="133902"/>
                  </a:lnTo>
                  <a:lnTo>
                    <a:pt x="109220" y="130410"/>
                  </a:lnTo>
                  <a:lnTo>
                    <a:pt x="104019" y="126919"/>
                  </a:lnTo>
                  <a:lnTo>
                    <a:pt x="98818" y="123427"/>
                  </a:lnTo>
                  <a:lnTo>
                    <a:pt x="93617" y="119935"/>
                  </a:lnTo>
                  <a:lnTo>
                    <a:pt x="88416" y="116443"/>
                  </a:lnTo>
                  <a:lnTo>
                    <a:pt x="83215" y="112952"/>
                  </a:lnTo>
                  <a:lnTo>
                    <a:pt x="78014" y="109460"/>
                  </a:lnTo>
                  <a:lnTo>
                    <a:pt x="72813" y="105968"/>
                  </a:lnTo>
                  <a:lnTo>
                    <a:pt x="67612" y="102476"/>
                  </a:lnTo>
                  <a:lnTo>
                    <a:pt x="62411" y="98985"/>
                  </a:lnTo>
                  <a:lnTo>
                    <a:pt x="57210" y="95493"/>
                  </a:lnTo>
                  <a:lnTo>
                    <a:pt x="52009" y="92001"/>
                  </a:lnTo>
                  <a:lnTo>
                    <a:pt x="46808" y="88509"/>
                  </a:lnTo>
                  <a:lnTo>
                    <a:pt x="41607" y="85018"/>
                  </a:lnTo>
                  <a:lnTo>
                    <a:pt x="36406" y="81526"/>
                  </a:lnTo>
                  <a:lnTo>
                    <a:pt x="31205" y="78034"/>
                  </a:lnTo>
                  <a:lnTo>
                    <a:pt x="26004" y="74542"/>
                  </a:lnTo>
                  <a:lnTo>
                    <a:pt x="20803" y="71051"/>
                  </a:lnTo>
                  <a:lnTo>
                    <a:pt x="15602" y="67559"/>
                  </a:lnTo>
                  <a:lnTo>
                    <a:pt x="10401" y="64067"/>
                  </a:lnTo>
                  <a:lnTo>
                    <a:pt x="7082" y="61839"/>
                  </a:lnTo>
                  <a:lnTo>
                    <a:pt x="4727" y="60257"/>
                  </a:lnTo>
                  <a:lnTo>
                    <a:pt x="0" y="57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240469" y="2786052"/>
              <a:ext cx="86747" cy="83425"/>
            </a:xfrm>
            <a:custGeom>
              <a:avLst/>
              <a:pathLst>
                <a:path w="86747" h="83425">
                  <a:moveTo>
                    <a:pt x="86747" y="18218"/>
                  </a:moveTo>
                  <a:lnTo>
                    <a:pt x="78979" y="34148"/>
                  </a:lnTo>
                  <a:lnTo>
                    <a:pt x="73066" y="46272"/>
                  </a:lnTo>
                  <a:lnTo>
                    <a:pt x="65007" y="57890"/>
                  </a:lnTo>
                  <a:lnTo>
                    <a:pt x="60180" y="64849"/>
                  </a:lnTo>
                  <a:lnTo>
                    <a:pt x="52342" y="76147"/>
                  </a:lnTo>
                  <a:lnTo>
                    <a:pt x="47294" y="83425"/>
                  </a:lnTo>
                  <a:lnTo>
                    <a:pt x="40941" y="79197"/>
                  </a:lnTo>
                  <a:lnTo>
                    <a:pt x="33933" y="74531"/>
                  </a:lnTo>
                  <a:lnTo>
                    <a:pt x="24174" y="68034"/>
                  </a:lnTo>
                  <a:lnTo>
                    <a:pt x="1054" y="52643"/>
                  </a:lnTo>
                  <a:lnTo>
                    <a:pt x="0" y="52064"/>
                  </a:lnTo>
                  <a:lnTo>
                    <a:pt x="12269" y="31366"/>
                  </a:lnTo>
                  <a:lnTo>
                    <a:pt x="19329" y="19456"/>
                  </a:lnTo>
                  <a:lnTo>
                    <a:pt x="23382" y="12618"/>
                  </a:lnTo>
                  <a:lnTo>
                    <a:pt x="25756" y="8613"/>
                  </a:lnTo>
                  <a:lnTo>
                    <a:pt x="27880" y="5031"/>
                  </a:lnTo>
                  <a:lnTo>
                    <a:pt x="30862" y="0"/>
                  </a:lnTo>
                  <a:lnTo>
                    <a:pt x="54709" y="9765"/>
                  </a:lnTo>
                  <a:lnTo>
                    <a:pt x="57317" y="10713"/>
                  </a:lnTo>
                  <a:lnTo>
                    <a:pt x="74534" y="16970"/>
                  </a:lnTo>
                  <a:lnTo>
                    <a:pt x="81951" y="1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050326" y="2909792"/>
              <a:ext cx="181604" cy="218676"/>
            </a:xfrm>
            <a:custGeom>
              <a:avLst/>
              <a:pathLst>
                <a:path w="181604" h="218676">
                  <a:moveTo>
                    <a:pt x="3395" y="172694"/>
                  </a:moveTo>
                  <a:lnTo>
                    <a:pt x="6790" y="167615"/>
                  </a:lnTo>
                  <a:lnTo>
                    <a:pt x="10185" y="162535"/>
                  </a:lnTo>
                  <a:lnTo>
                    <a:pt x="13580" y="157456"/>
                  </a:lnTo>
                  <a:lnTo>
                    <a:pt x="16975" y="152377"/>
                  </a:lnTo>
                  <a:lnTo>
                    <a:pt x="20370" y="147298"/>
                  </a:lnTo>
                  <a:lnTo>
                    <a:pt x="23765" y="142218"/>
                  </a:lnTo>
                  <a:lnTo>
                    <a:pt x="27160" y="137139"/>
                  </a:lnTo>
                  <a:lnTo>
                    <a:pt x="30555" y="132060"/>
                  </a:lnTo>
                  <a:lnTo>
                    <a:pt x="33950" y="126981"/>
                  </a:lnTo>
                  <a:lnTo>
                    <a:pt x="37345" y="121901"/>
                  </a:lnTo>
                  <a:lnTo>
                    <a:pt x="40740" y="116822"/>
                  </a:lnTo>
                  <a:lnTo>
                    <a:pt x="44135" y="111743"/>
                  </a:lnTo>
                  <a:lnTo>
                    <a:pt x="47530" y="106664"/>
                  </a:lnTo>
                  <a:lnTo>
                    <a:pt x="50925" y="101585"/>
                  </a:lnTo>
                  <a:lnTo>
                    <a:pt x="54320" y="96505"/>
                  </a:lnTo>
                  <a:lnTo>
                    <a:pt x="57716" y="91426"/>
                  </a:lnTo>
                  <a:lnTo>
                    <a:pt x="61111" y="86347"/>
                  </a:lnTo>
                  <a:lnTo>
                    <a:pt x="64505" y="81268"/>
                  </a:lnTo>
                  <a:lnTo>
                    <a:pt x="67901" y="76188"/>
                  </a:lnTo>
                  <a:lnTo>
                    <a:pt x="71296" y="71109"/>
                  </a:lnTo>
                  <a:lnTo>
                    <a:pt x="74691" y="66030"/>
                  </a:lnTo>
                  <a:lnTo>
                    <a:pt x="78086" y="60951"/>
                  </a:lnTo>
                  <a:lnTo>
                    <a:pt x="81481" y="55871"/>
                  </a:lnTo>
                  <a:lnTo>
                    <a:pt x="84876" y="50792"/>
                  </a:lnTo>
                  <a:lnTo>
                    <a:pt x="88271" y="45713"/>
                  </a:lnTo>
                  <a:lnTo>
                    <a:pt x="91666" y="40634"/>
                  </a:lnTo>
                  <a:lnTo>
                    <a:pt x="95061" y="35555"/>
                  </a:lnTo>
                  <a:lnTo>
                    <a:pt x="98456" y="30475"/>
                  </a:lnTo>
                  <a:lnTo>
                    <a:pt x="101851" y="25396"/>
                  </a:lnTo>
                  <a:lnTo>
                    <a:pt x="105246" y="20317"/>
                  </a:lnTo>
                  <a:lnTo>
                    <a:pt x="108641" y="15238"/>
                  </a:lnTo>
                  <a:lnTo>
                    <a:pt x="112036" y="10158"/>
                  </a:lnTo>
                  <a:lnTo>
                    <a:pt x="113697" y="7673"/>
                  </a:lnTo>
                  <a:lnTo>
                    <a:pt x="115851" y="4451"/>
                  </a:lnTo>
                  <a:lnTo>
                    <a:pt x="118826" y="0"/>
                  </a:lnTo>
                  <a:lnTo>
                    <a:pt x="121836" y="1943"/>
                  </a:lnTo>
                  <a:lnTo>
                    <a:pt x="124058" y="3377"/>
                  </a:lnTo>
                  <a:lnTo>
                    <a:pt x="129289" y="6755"/>
                  </a:lnTo>
                  <a:lnTo>
                    <a:pt x="134521" y="10132"/>
                  </a:lnTo>
                  <a:lnTo>
                    <a:pt x="139752" y="13510"/>
                  </a:lnTo>
                  <a:lnTo>
                    <a:pt x="144984" y="16887"/>
                  </a:lnTo>
                  <a:lnTo>
                    <a:pt x="150215" y="20265"/>
                  </a:lnTo>
                  <a:lnTo>
                    <a:pt x="155447" y="23642"/>
                  </a:lnTo>
                  <a:lnTo>
                    <a:pt x="160678" y="27020"/>
                  </a:lnTo>
                  <a:lnTo>
                    <a:pt x="165910" y="30397"/>
                  </a:lnTo>
                  <a:lnTo>
                    <a:pt x="171141" y="33775"/>
                  </a:lnTo>
                  <a:lnTo>
                    <a:pt x="176373" y="37152"/>
                  </a:lnTo>
                  <a:lnTo>
                    <a:pt x="181604" y="40530"/>
                  </a:lnTo>
                  <a:lnTo>
                    <a:pt x="179655" y="43386"/>
                  </a:lnTo>
                  <a:lnTo>
                    <a:pt x="176927" y="47382"/>
                  </a:lnTo>
                  <a:lnTo>
                    <a:pt x="172251" y="54234"/>
                  </a:lnTo>
                  <a:lnTo>
                    <a:pt x="167574" y="61085"/>
                  </a:lnTo>
                  <a:lnTo>
                    <a:pt x="162897" y="67937"/>
                  </a:lnTo>
                  <a:lnTo>
                    <a:pt x="158220" y="74789"/>
                  </a:lnTo>
                  <a:lnTo>
                    <a:pt x="153544" y="81641"/>
                  </a:lnTo>
                  <a:lnTo>
                    <a:pt x="148867" y="88493"/>
                  </a:lnTo>
                  <a:lnTo>
                    <a:pt x="144190" y="95344"/>
                  </a:lnTo>
                  <a:lnTo>
                    <a:pt x="139513" y="102196"/>
                  </a:lnTo>
                  <a:lnTo>
                    <a:pt x="134836" y="109048"/>
                  </a:lnTo>
                  <a:lnTo>
                    <a:pt x="130159" y="115900"/>
                  </a:lnTo>
                  <a:lnTo>
                    <a:pt x="125483" y="122751"/>
                  </a:lnTo>
                  <a:lnTo>
                    <a:pt x="120806" y="129603"/>
                  </a:lnTo>
                  <a:lnTo>
                    <a:pt x="116129" y="136455"/>
                  </a:lnTo>
                  <a:lnTo>
                    <a:pt x="111452" y="143307"/>
                  </a:lnTo>
                  <a:lnTo>
                    <a:pt x="106775" y="150159"/>
                  </a:lnTo>
                  <a:lnTo>
                    <a:pt x="102098" y="157010"/>
                  </a:lnTo>
                  <a:lnTo>
                    <a:pt x="97422" y="163862"/>
                  </a:lnTo>
                  <a:lnTo>
                    <a:pt x="92745" y="170714"/>
                  </a:lnTo>
                  <a:lnTo>
                    <a:pt x="88068" y="177566"/>
                  </a:lnTo>
                  <a:lnTo>
                    <a:pt x="83391" y="184417"/>
                  </a:lnTo>
                  <a:lnTo>
                    <a:pt x="78714" y="191269"/>
                  </a:lnTo>
                  <a:lnTo>
                    <a:pt x="74037" y="198121"/>
                  </a:lnTo>
                  <a:lnTo>
                    <a:pt x="69360" y="204973"/>
                  </a:lnTo>
                  <a:lnTo>
                    <a:pt x="64684" y="211825"/>
                  </a:lnTo>
                  <a:lnTo>
                    <a:pt x="60007" y="218676"/>
                  </a:lnTo>
                  <a:lnTo>
                    <a:pt x="52506" y="213563"/>
                  </a:lnTo>
                  <a:lnTo>
                    <a:pt x="45005" y="208451"/>
                  </a:lnTo>
                  <a:lnTo>
                    <a:pt x="37504" y="203338"/>
                  </a:lnTo>
                  <a:lnTo>
                    <a:pt x="30003" y="198225"/>
                  </a:lnTo>
                  <a:lnTo>
                    <a:pt x="22502" y="193112"/>
                  </a:lnTo>
                  <a:lnTo>
                    <a:pt x="15002" y="187999"/>
                  </a:lnTo>
                  <a:lnTo>
                    <a:pt x="6605" y="182275"/>
                  </a:lnTo>
                  <a:lnTo>
                    <a:pt x="0" y="177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002806" y="3100575"/>
              <a:ext cx="232029" cy="191592"/>
            </a:xfrm>
            <a:custGeom>
              <a:avLst/>
              <a:pathLst>
                <a:path w="232029" h="191592">
                  <a:moveTo>
                    <a:pt x="5020" y="53338"/>
                  </a:moveTo>
                  <a:lnTo>
                    <a:pt x="10040" y="45718"/>
                  </a:lnTo>
                  <a:lnTo>
                    <a:pt x="15061" y="38099"/>
                  </a:lnTo>
                  <a:lnTo>
                    <a:pt x="20082" y="30479"/>
                  </a:lnTo>
                  <a:lnTo>
                    <a:pt x="25102" y="22859"/>
                  </a:lnTo>
                  <a:lnTo>
                    <a:pt x="30123" y="15239"/>
                  </a:lnTo>
                  <a:lnTo>
                    <a:pt x="35143" y="7619"/>
                  </a:lnTo>
                  <a:lnTo>
                    <a:pt x="37486" y="4063"/>
                  </a:lnTo>
                  <a:lnTo>
                    <a:pt x="40164" y="0"/>
                  </a:lnTo>
                  <a:lnTo>
                    <a:pt x="43001" y="1954"/>
                  </a:lnTo>
                  <a:lnTo>
                    <a:pt x="45350" y="3571"/>
                  </a:lnTo>
                  <a:lnTo>
                    <a:pt x="50535" y="7143"/>
                  </a:lnTo>
                  <a:lnTo>
                    <a:pt x="55721" y="10715"/>
                  </a:lnTo>
                  <a:lnTo>
                    <a:pt x="60906" y="14287"/>
                  </a:lnTo>
                  <a:lnTo>
                    <a:pt x="66092" y="17858"/>
                  </a:lnTo>
                  <a:lnTo>
                    <a:pt x="71277" y="21430"/>
                  </a:lnTo>
                  <a:lnTo>
                    <a:pt x="76463" y="25002"/>
                  </a:lnTo>
                  <a:lnTo>
                    <a:pt x="81648" y="28574"/>
                  </a:lnTo>
                  <a:lnTo>
                    <a:pt x="86834" y="32145"/>
                  </a:lnTo>
                  <a:lnTo>
                    <a:pt x="92020" y="35717"/>
                  </a:lnTo>
                  <a:lnTo>
                    <a:pt x="97205" y="39289"/>
                  </a:lnTo>
                  <a:lnTo>
                    <a:pt x="102390" y="42860"/>
                  </a:lnTo>
                  <a:lnTo>
                    <a:pt x="107576" y="46432"/>
                  </a:lnTo>
                  <a:lnTo>
                    <a:pt x="112762" y="50004"/>
                  </a:lnTo>
                  <a:lnTo>
                    <a:pt x="117947" y="53576"/>
                  </a:lnTo>
                  <a:lnTo>
                    <a:pt x="123133" y="57147"/>
                  </a:lnTo>
                  <a:lnTo>
                    <a:pt x="128318" y="60719"/>
                  </a:lnTo>
                  <a:lnTo>
                    <a:pt x="133504" y="64291"/>
                  </a:lnTo>
                  <a:lnTo>
                    <a:pt x="138689" y="67863"/>
                  </a:lnTo>
                  <a:lnTo>
                    <a:pt x="143875" y="71434"/>
                  </a:lnTo>
                  <a:lnTo>
                    <a:pt x="149061" y="75006"/>
                  </a:lnTo>
                  <a:lnTo>
                    <a:pt x="154246" y="78578"/>
                  </a:lnTo>
                  <a:lnTo>
                    <a:pt x="159432" y="82150"/>
                  </a:lnTo>
                  <a:lnTo>
                    <a:pt x="164617" y="85721"/>
                  </a:lnTo>
                  <a:lnTo>
                    <a:pt x="169803" y="89293"/>
                  </a:lnTo>
                  <a:lnTo>
                    <a:pt x="174988" y="92865"/>
                  </a:lnTo>
                  <a:lnTo>
                    <a:pt x="180174" y="96437"/>
                  </a:lnTo>
                  <a:lnTo>
                    <a:pt x="185359" y="100008"/>
                  </a:lnTo>
                  <a:lnTo>
                    <a:pt x="190545" y="103580"/>
                  </a:lnTo>
                  <a:lnTo>
                    <a:pt x="195730" y="107152"/>
                  </a:lnTo>
                  <a:lnTo>
                    <a:pt x="200916" y="110724"/>
                  </a:lnTo>
                  <a:lnTo>
                    <a:pt x="206101" y="114295"/>
                  </a:lnTo>
                  <a:lnTo>
                    <a:pt x="211287" y="117867"/>
                  </a:lnTo>
                  <a:lnTo>
                    <a:pt x="216472" y="121439"/>
                  </a:lnTo>
                  <a:lnTo>
                    <a:pt x="221658" y="125010"/>
                  </a:lnTo>
                  <a:lnTo>
                    <a:pt x="226844" y="128582"/>
                  </a:lnTo>
                  <a:lnTo>
                    <a:pt x="232029" y="132154"/>
                  </a:lnTo>
                  <a:lnTo>
                    <a:pt x="226736" y="139976"/>
                  </a:lnTo>
                  <a:lnTo>
                    <a:pt x="221974" y="147014"/>
                  </a:lnTo>
                  <a:lnTo>
                    <a:pt x="211918" y="161873"/>
                  </a:lnTo>
                  <a:lnTo>
                    <a:pt x="201863" y="176733"/>
                  </a:lnTo>
                  <a:lnTo>
                    <a:pt x="191808" y="191592"/>
                  </a:lnTo>
                  <a:lnTo>
                    <a:pt x="187347" y="188554"/>
                  </a:lnTo>
                  <a:lnTo>
                    <a:pt x="182887" y="185516"/>
                  </a:lnTo>
                  <a:lnTo>
                    <a:pt x="178426" y="182478"/>
                  </a:lnTo>
                  <a:lnTo>
                    <a:pt x="173965" y="179440"/>
                  </a:lnTo>
                  <a:lnTo>
                    <a:pt x="169505" y="176402"/>
                  </a:lnTo>
                  <a:lnTo>
                    <a:pt x="165044" y="173364"/>
                  </a:lnTo>
                  <a:lnTo>
                    <a:pt x="160583" y="170326"/>
                  </a:lnTo>
                  <a:lnTo>
                    <a:pt x="156123" y="167288"/>
                  </a:lnTo>
                  <a:lnTo>
                    <a:pt x="151662" y="164250"/>
                  </a:lnTo>
                  <a:lnTo>
                    <a:pt x="147201" y="161212"/>
                  </a:lnTo>
                  <a:lnTo>
                    <a:pt x="142741" y="158174"/>
                  </a:lnTo>
                  <a:lnTo>
                    <a:pt x="138280" y="155136"/>
                  </a:lnTo>
                  <a:lnTo>
                    <a:pt x="133819" y="152098"/>
                  </a:lnTo>
                  <a:lnTo>
                    <a:pt x="129359" y="149060"/>
                  </a:lnTo>
                  <a:lnTo>
                    <a:pt x="124898" y="146022"/>
                  </a:lnTo>
                  <a:lnTo>
                    <a:pt x="120437" y="142984"/>
                  </a:lnTo>
                  <a:lnTo>
                    <a:pt x="115977" y="139946"/>
                  </a:lnTo>
                  <a:lnTo>
                    <a:pt x="111516" y="136908"/>
                  </a:lnTo>
                  <a:lnTo>
                    <a:pt x="107055" y="133870"/>
                  </a:lnTo>
                  <a:lnTo>
                    <a:pt x="102595" y="130832"/>
                  </a:lnTo>
                  <a:lnTo>
                    <a:pt x="98134" y="127794"/>
                  </a:lnTo>
                  <a:lnTo>
                    <a:pt x="89213" y="121718"/>
                  </a:lnTo>
                  <a:lnTo>
                    <a:pt x="84752" y="118680"/>
                  </a:lnTo>
                  <a:lnTo>
                    <a:pt x="80291" y="115642"/>
                  </a:lnTo>
                  <a:lnTo>
                    <a:pt x="75831" y="112604"/>
                  </a:lnTo>
                  <a:lnTo>
                    <a:pt x="71370" y="109566"/>
                  </a:lnTo>
                  <a:lnTo>
                    <a:pt x="66909" y="106528"/>
                  </a:lnTo>
                  <a:lnTo>
                    <a:pt x="62449" y="103490"/>
                  </a:lnTo>
                  <a:lnTo>
                    <a:pt x="57988" y="100452"/>
                  </a:lnTo>
                  <a:lnTo>
                    <a:pt x="53527" y="97414"/>
                  </a:lnTo>
                  <a:lnTo>
                    <a:pt x="49067" y="94376"/>
                  </a:lnTo>
                  <a:lnTo>
                    <a:pt x="44606" y="91338"/>
                  </a:lnTo>
                  <a:lnTo>
                    <a:pt x="40145" y="88300"/>
                  </a:lnTo>
                  <a:lnTo>
                    <a:pt x="35685" y="85262"/>
                  </a:lnTo>
                  <a:lnTo>
                    <a:pt x="31224" y="82224"/>
                  </a:lnTo>
                  <a:lnTo>
                    <a:pt x="26763" y="79186"/>
                  </a:lnTo>
                  <a:lnTo>
                    <a:pt x="22303" y="76148"/>
                  </a:lnTo>
                  <a:lnTo>
                    <a:pt x="17842" y="73110"/>
                  </a:lnTo>
                  <a:lnTo>
                    <a:pt x="13381" y="70072"/>
                  </a:lnTo>
                  <a:lnTo>
                    <a:pt x="8921" y="67034"/>
                  </a:lnTo>
                  <a:lnTo>
                    <a:pt x="4460" y="63996"/>
                  </a:lnTo>
                  <a:lnTo>
                    <a:pt x="2968" y="62980"/>
                  </a:lnTo>
                  <a:lnTo>
                    <a:pt x="0" y="60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115968" y="3075029"/>
              <a:ext cx="100526" cy="101755"/>
            </a:xfrm>
            <a:custGeom>
              <a:avLst/>
              <a:pathLst>
                <a:path w="100526" h="101755">
                  <a:moveTo>
                    <a:pt x="58999" y="101755"/>
                  </a:moveTo>
                  <a:lnTo>
                    <a:pt x="27658" y="80256"/>
                  </a:lnTo>
                  <a:lnTo>
                    <a:pt x="0" y="61283"/>
                  </a:lnTo>
                  <a:lnTo>
                    <a:pt x="25003" y="25186"/>
                  </a:lnTo>
                  <a:lnTo>
                    <a:pt x="42450" y="0"/>
                  </a:lnTo>
                  <a:lnTo>
                    <a:pt x="59691" y="12074"/>
                  </a:lnTo>
                  <a:lnTo>
                    <a:pt x="68145" y="17996"/>
                  </a:lnTo>
                  <a:lnTo>
                    <a:pt x="71488" y="20337"/>
                  </a:lnTo>
                  <a:lnTo>
                    <a:pt x="100526" y="40675"/>
                  </a:lnTo>
                  <a:lnTo>
                    <a:pt x="79763" y="71215"/>
                  </a:lnTo>
                  <a:lnTo>
                    <a:pt x="78132" y="73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163126" y="2958609"/>
              <a:ext cx="129028" cy="148943"/>
            </a:xfrm>
            <a:custGeom>
              <a:avLst/>
              <a:pathLst>
                <a:path w="129028" h="148943">
                  <a:moveTo>
                    <a:pt x="4350" y="102694"/>
                  </a:moveTo>
                  <a:lnTo>
                    <a:pt x="8701" y="96276"/>
                  </a:lnTo>
                  <a:lnTo>
                    <a:pt x="13051" y="89857"/>
                  </a:lnTo>
                  <a:lnTo>
                    <a:pt x="17402" y="83439"/>
                  </a:lnTo>
                  <a:lnTo>
                    <a:pt x="21753" y="77020"/>
                  </a:lnTo>
                  <a:lnTo>
                    <a:pt x="26103" y="70602"/>
                  </a:lnTo>
                  <a:lnTo>
                    <a:pt x="30454" y="64183"/>
                  </a:lnTo>
                  <a:lnTo>
                    <a:pt x="34804" y="57765"/>
                  </a:lnTo>
                  <a:lnTo>
                    <a:pt x="39155" y="51347"/>
                  </a:lnTo>
                  <a:lnTo>
                    <a:pt x="43505" y="44928"/>
                  </a:lnTo>
                  <a:lnTo>
                    <a:pt x="47856" y="38510"/>
                  </a:lnTo>
                  <a:lnTo>
                    <a:pt x="52207" y="32092"/>
                  </a:lnTo>
                  <a:lnTo>
                    <a:pt x="56557" y="25673"/>
                  </a:lnTo>
                  <a:lnTo>
                    <a:pt x="60908" y="19255"/>
                  </a:lnTo>
                  <a:lnTo>
                    <a:pt x="65258" y="12836"/>
                  </a:lnTo>
                  <a:lnTo>
                    <a:pt x="69609" y="6418"/>
                  </a:lnTo>
                  <a:lnTo>
                    <a:pt x="71789" y="3202"/>
                  </a:lnTo>
                  <a:lnTo>
                    <a:pt x="73960" y="0"/>
                  </a:lnTo>
                  <a:lnTo>
                    <a:pt x="78678" y="2971"/>
                  </a:lnTo>
                  <a:lnTo>
                    <a:pt x="81827" y="4953"/>
                  </a:lnTo>
                  <a:lnTo>
                    <a:pt x="89693" y="9907"/>
                  </a:lnTo>
                  <a:lnTo>
                    <a:pt x="97560" y="14861"/>
                  </a:lnTo>
                  <a:lnTo>
                    <a:pt x="105427" y="19815"/>
                  </a:lnTo>
                  <a:lnTo>
                    <a:pt x="113294" y="24768"/>
                  </a:lnTo>
                  <a:lnTo>
                    <a:pt x="121161" y="29722"/>
                  </a:lnTo>
                  <a:lnTo>
                    <a:pt x="129028" y="34676"/>
                  </a:lnTo>
                  <a:lnTo>
                    <a:pt x="126038" y="39409"/>
                  </a:lnTo>
                  <a:lnTo>
                    <a:pt x="123476" y="43465"/>
                  </a:lnTo>
                  <a:lnTo>
                    <a:pt x="117924" y="52255"/>
                  </a:lnTo>
                  <a:lnTo>
                    <a:pt x="112372" y="61045"/>
                  </a:lnTo>
                  <a:lnTo>
                    <a:pt x="106820" y="69835"/>
                  </a:lnTo>
                  <a:lnTo>
                    <a:pt x="101268" y="78625"/>
                  </a:lnTo>
                  <a:lnTo>
                    <a:pt x="95716" y="87414"/>
                  </a:lnTo>
                  <a:lnTo>
                    <a:pt x="90164" y="96204"/>
                  </a:lnTo>
                  <a:lnTo>
                    <a:pt x="84612" y="104994"/>
                  </a:lnTo>
                  <a:lnTo>
                    <a:pt x="79059" y="113784"/>
                  </a:lnTo>
                  <a:lnTo>
                    <a:pt x="73507" y="122573"/>
                  </a:lnTo>
                  <a:lnTo>
                    <a:pt x="67955" y="131363"/>
                  </a:lnTo>
                  <a:lnTo>
                    <a:pt x="62403" y="140153"/>
                  </a:lnTo>
                  <a:lnTo>
                    <a:pt x="56851" y="148943"/>
                  </a:lnTo>
                  <a:lnTo>
                    <a:pt x="45481" y="140976"/>
                  </a:lnTo>
                  <a:lnTo>
                    <a:pt x="34111" y="133010"/>
                  </a:lnTo>
                  <a:lnTo>
                    <a:pt x="22740" y="125044"/>
                  </a:lnTo>
                  <a:lnTo>
                    <a:pt x="11370" y="117078"/>
                  </a:lnTo>
                  <a:lnTo>
                    <a:pt x="7152" y="114123"/>
                  </a:lnTo>
                  <a:lnTo>
                    <a:pt x="0" y="109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187690" y="3003756"/>
              <a:ext cx="154880" cy="215235"/>
            </a:xfrm>
            <a:custGeom>
              <a:avLst/>
              <a:pathLst>
                <a:path w="154880" h="215235">
                  <a:moveTo>
                    <a:pt x="49674" y="210918"/>
                  </a:moveTo>
                  <a:lnTo>
                    <a:pt x="43464" y="206601"/>
                  </a:lnTo>
                  <a:lnTo>
                    <a:pt x="37255" y="202284"/>
                  </a:lnTo>
                  <a:lnTo>
                    <a:pt x="31046" y="197967"/>
                  </a:lnTo>
                  <a:lnTo>
                    <a:pt x="24837" y="193649"/>
                  </a:lnTo>
                  <a:lnTo>
                    <a:pt x="18627" y="189332"/>
                  </a:lnTo>
                  <a:lnTo>
                    <a:pt x="12418" y="185015"/>
                  </a:lnTo>
                  <a:lnTo>
                    <a:pt x="6209" y="180698"/>
                  </a:lnTo>
                  <a:lnTo>
                    <a:pt x="3813" y="179032"/>
                  </a:lnTo>
                  <a:lnTo>
                    <a:pt x="0" y="176381"/>
                  </a:lnTo>
                  <a:lnTo>
                    <a:pt x="3607" y="170691"/>
                  </a:lnTo>
                  <a:lnTo>
                    <a:pt x="7214" y="165001"/>
                  </a:lnTo>
                  <a:lnTo>
                    <a:pt x="10821" y="159311"/>
                  </a:lnTo>
                  <a:lnTo>
                    <a:pt x="14428" y="153622"/>
                  </a:lnTo>
                  <a:lnTo>
                    <a:pt x="18036" y="147932"/>
                  </a:lnTo>
                  <a:lnTo>
                    <a:pt x="21643" y="142242"/>
                  </a:lnTo>
                  <a:lnTo>
                    <a:pt x="25250" y="136553"/>
                  </a:lnTo>
                  <a:lnTo>
                    <a:pt x="28857" y="130863"/>
                  </a:lnTo>
                  <a:lnTo>
                    <a:pt x="32464" y="125173"/>
                  </a:lnTo>
                  <a:lnTo>
                    <a:pt x="36072" y="119484"/>
                  </a:lnTo>
                  <a:lnTo>
                    <a:pt x="39679" y="113794"/>
                  </a:lnTo>
                  <a:lnTo>
                    <a:pt x="43286" y="108104"/>
                  </a:lnTo>
                  <a:lnTo>
                    <a:pt x="46893" y="102414"/>
                  </a:lnTo>
                  <a:lnTo>
                    <a:pt x="50500" y="96725"/>
                  </a:lnTo>
                  <a:lnTo>
                    <a:pt x="54108" y="91035"/>
                  </a:lnTo>
                  <a:lnTo>
                    <a:pt x="57715" y="85345"/>
                  </a:lnTo>
                  <a:lnTo>
                    <a:pt x="61322" y="79655"/>
                  </a:lnTo>
                  <a:lnTo>
                    <a:pt x="64929" y="73966"/>
                  </a:lnTo>
                  <a:lnTo>
                    <a:pt x="68537" y="68276"/>
                  </a:lnTo>
                  <a:lnTo>
                    <a:pt x="72144" y="62586"/>
                  </a:lnTo>
                  <a:lnTo>
                    <a:pt x="75751" y="56897"/>
                  </a:lnTo>
                  <a:lnTo>
                    <a:pt x="79358" y="51207"/>
                  </a:lnTo>
                  <a:lnTo>
                    <a:pt x="82965" y="45517"/>
                  </a:lnTo>
                  <a:lnTo>
                    <a:pt x="86573" y="39827"/>
                  </a:lnTo>
                  <a:lnTo>
                    <a:pt x="90180" y="34138"/>
                  </a:lnTo>
                  <a:lnTo>
                    <a:pt x="93787" y="28448"/>
                  </a:lnTo>
                  <a:lnTo>
                    <a:pt x="97394" y="22758"/>
                  </a:lnTo>
                  <a:lnTo>
                    <a:pt x="101001" y="17069"/>
                  </a:lnTo>
                  <a:lnTo>
                    <a:pt x="104609" y="11379"/>
                  </a:lnTo>
                  <a:lnTo>
                    <a:pt x="108216" y="5689"/>
                  </a:lnTo>
                  <a:lnTo>
                    <a:pt x="110085" y="2740"/>
                  </a:lnTo>
                  <a:lnTo>
                    <a:pt x="111823" y="0"/>
                  </a:lnTo>
                  <a:lnTo>
                    <a:pt x="115164" y="2561"/>
                  </a:lnTo>
                  <a:lnTo>
                    <a:pt x="118337" y="4993"/>
                  </a:lnTo>
                  <a:lnTo>
                    <a:pt x="124159" y="9455"/>
                  </a:lnTo>
                  <a:lnTo>
                    <a:pt x="124540" y="10249"/>
                  </a:lnTo>
                  <a:lnTo>
                    <a:pt x="128121" y="17720"/>
                  </a:lnTo>
                  <a:lnTo>
                    <a:pt x="131703" y="25190"/>
                  </a:lnTo>
                  <a:lnTo>
                    <a:pt x="135285" y="32661"/>
                  </a:lnTo>
                  <a:lnTo>
                    <a:pt x="138499" y="39365"/>
                  </a:lnTo>
                  <a:lnTo>
                    <a:pt x="138933" y="40155"/>
                  </a:lnTo>
                  <a:lnTo>
                    <a:pt x="142920" y="47409"/>
                  </a:lnTo>
                  <a:lnTo>
                    <a:pt x="146907" y="54662"/>
                  </a:lnTo>
                  <a:lnTo>
                    <a:pt x="150893" y="61915"/>
                  </a:lnTo>
                  <a:lnTo>
                    <a:pt x="154880" y="69168"/>
                  </a:lnTo>
                  <a:lnTo>
                    <a:pt x="153115" y="71772"/>
                  </a:lnTo>
                  <a:lnTo>
                    <a:pt x="151580" y="74037"/>
                  </a:lnTo>
                  <a:lnTo>
                    <a:pt x="148280" y="78906"/>
                  </a:lnTo>
                  <a:lnTo>
                    <a:pt x="144980" y="83775"/>
                  </a:lnTo>
                  <a:lnTo>
                    <a:pt x="141680" y="88644"/>
                  </a:lnTo>
                  <a:lnTo>
                    <a:pt x="138381" y="93513"/>
                  </a:lnTo>
                  <a:lnTo>
                    <a:pt x="135081" y="98382"/>
                  </a:lnTo>
                  <a:lnTo>
                    <a:pt x="131781" y="103251"/>
                  </a:lnTo>
                  <a:lnTo>
                    <a:pt x="128481" y="108120"/>
                  </a:lnTo>
                  <a:lnTo>
                    <a:pt x="125181" y="112989"/>
                  </a:lnTo>
                  <a:lnTo>
                    <a:pt x="121881" y="117858"/>
                  </a:lnTo>
                  <a:lnTo>
                    <a:pt x="118581" y="122726"/>
                  </a:lnTo>
                  <a:lnTo>
                    <a:pt x="115281" y="127595"/>
                  </a:lnTo>
                  <a:lnTo>
                    <a:pt x="111981" y="132464"/>
                  </a:lnTo>
                  <a:lnTo>
                    <a:pt x="108681" y="137333"/>
                  </a:lnTo>
                  <a:lnTo>
                    <a:pt x="105382" y="142202"/>
                  </a:lnTo>
                  <a:lnTo>
                    <a:pt x="102081" y="147071"/>
                  </a:lnTo>
                  <a:lnTo>
                    <a:pt x="98782" y="151940"/>
                  </a:lnTo>
                  <a:lnTo>
                    <a:pt x="95482" y="156809"/>
                  </a:lnTo>
                  <a:lnTo>
                    <a:pt x="92182" y="161678"/>
                  </a:lnTo>
                  <a:lnTo>
                    <a:pt x="88882" y="166546"/>
                  </a:lnTo>
                  <a:lnTo>
                    <a:pt x="85582" y="171415"/>
                  </a:lnTo>
                  <a:lnTo>
                    <a:pt x="82282" y="176284"/>
                  </a:lnTo>
                  <a:lnTo>
                    <a:pt x="78982" y="181153"/>
                  </a:lnTo>
                  <a:lnTo>
                    <a:pt x="75682" y="186022"/>
                  </a:lnTo>
                  <a:lnTo>
                    <a:pt x="72382" y="190891"/>
                  </a:lnTo>
                  <a:lnTo>
                    <a:pt x="69082" y="195760"/>
                  </a:lnTo>
                  <a:lnTo>
                    <a:pt x="65782" y="200629"/>
                  </a:lnTo>
                  <a:lnTo>
                    <a:pt x="62483" y="205498"/>
                  </a:lnTo>
                  <a:lnTo>
                    <a:pt x="59183" y="210366"/>
                  </a:lnTo>
                  <a:lnTo>
                    <a:pt x="55883" y="2152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291887" y="2815723"/>
              <a:ext cx="102104" cy="90248"/>
            </a:xfrm>
            <a:custGeom>
              <a:avLst/>
              <a:pathLst>
                <a:path w="102104" h="90248">
                  <a:moveTo>
                    <a:pt x="10355" y="42580"/>
                  </a:moveTo>
                  <a:lnTo>
                    <a:pt x="15021" y="35517"/>
                  </a:lnTo>
                  <a:lnTo>
                    <a:pt x="19242" y="29128"/>
                  </a:lnTo>
                  <a:lnTo>
                    <a:pt x="22082" y="24829"/>
                  </a:lnTo>
                  <a:lnTo>
                    <a:pt x="25022" y="20378"/>
                  </a:lnTo>
                  <a:lnTo>
                    <a:pt x="29167" y="14104"/>
                  </a:lnTo>
                  <a:lnTo>
                    <a:pt x="33577" y="7428"/>
                  </a:lnTo>
                  <a:lnTo>
                    <a:pt x="38485" y="0"/>
                  </a:lnTo>
                  <a:lnTo>
                    <a:pt x="49396" y="3528"/>
                  </a:lnTo>
                  <a:lnTo>
                    <a:pt x="63886" y="8213"/>
                  </a:lnTo>
                  <a:lnTo>
                    <a:pt x="70643" y="10675"/>
                  </a:lnTo>
                  <a:lnTo>
                    <a:pt x="102104" y="22136"/>
                  </a:lnTo>
                  <a:lnTo>
                    <a:pt x="93095" y="33828"/>
                  </a:lnTo>
                  <a:lnTo>
                    <a:pt x="89326" y="38719"/>
                  </a:lnTo>
                  <a:lnTo>
                    <a:pt x="87120" y="41582"/>
                  </a:lnTo>
                  <a:lnTo>
                    <a:pt x="82744" y="47261"/>
                  </a:lnTo>
                  <a:lnTo>
                    <a:pt x="76548" y="55302"/>
                  </a:lnTo>
                  <a:lnTo>
                    <a:pt x="75192" y="56883"/>
                  </a:lnTo>
                  <a:lnTo>
                    <a:pt x="68443" y="64756"/>
                  </a:lnTo>
                  <a:lnTo>
                    <a:pt x="61570" y="72775"/>
                  </a:lnTo>
                  <a:lnTo>
                    <a:pt x="55143" y="80272"/>
                  </a:lnTo>
                  <a:lnTo>
                    <a:pt x="46591" y="90248"/>
                  </a:lnTo>
                  <a:lnTo>
                    <a:pt x="25689" y="75896"/>
                  </a:lnTo>
                  <a:lnTo>
                    <a:pt x="12351" y="66737"/>
                  </a:lnTo>
                  <a:lnTo>
                    <a:pt x="5677" y="62154"/>
                  </a:lnTo>
                  <a:lnTo>
                    <a:pt x="0" y="582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344498" y="2843104"/>
              <a:ext cx="134646" cy="90068"/>
            </a:xfrm>
            <a:custGeom>
              <a:avLst/>
              <a:pathLst>
                <a:path w="134646" h="90068">
                  <a:moveTo>
                    <a:pt x="44077" y="82954"/>
                  </a:moveTo>
                  <a:lnTo>
                    <a:pt x="31339" y="90068"/>
                  </a:lnTo>
                  <a:lnTo>
                    <a:pt x="17611" y="80272"/>
                  </a:lnTo>
                  <a:lnTo>
                    <a:pt x="3869" y="70465"/>
                  </a:lnTo>
                  <a:lnTo>
                    <a:pt x="0" y="67704"/>
                  </a:lnTo>
                  <a:lnTo>
                    <a:pt x="23585" y="32784"/>
                  </a:lnTo>
                  <a:lnTo>
                    <a:pt x="31967" y="25353"/>
                  </a:lnTo>
                  <a:lnTo>
                    <a:pt x="37563" y="20391"/>
                  </a:lnTo>
                  <a:lnTo>
                    <a:pt x="43749" y="14907"/>
                  </a:lnTo>
                  <a:lnTo>
                    <a:pt x="47214" y="11834"/>
                  </a:lnTo>
                  <a:lnTo>
                    <a:pt x="51076" y="8410"/>
                  </a:lnTo>
                  <a:lnTo>
                    <a:pt x="60314" y="220"/>
                  </a:lnTo>
                  <a:lnTo>
                    <a:pt x="80728" y="143"/>
                  </a:lnTo>
                  <a:lnTo>
                    <a:pt x="96438" y="83"/>
                  </a:lnTo>
                  <a:lnTo>
                    <a:pt x="104629" y="52"/>
                  </a:lnTo>
                  <a:lnTo>
                    <a:pt x="110313" y="31"/>
                  </a:lnTo>
                  <a:lnTo>
                    <a:pt x="115913" y="10"/>
                  </a:lnTo>
                  <a:lnTo>
                    <a:pt x="118569" y="0"/>
                  </a:lnTo>
                  <a:lnTo>
                    <a:pt x="127483" y="17949"/>
                  </a:lnTo>
                  <a:lnTo>
                    <a:pt x="134646" y="32374"/>
                  </a:lnTo>
                  <a:lnTo>
                    <a:pt x="124970" y="37777"/>
                  </a:lnTo>
                  <a:lnTo>
                    <a:pt x="119878" y="40621"/>
                  </a:lnTo>
                  <a:lnTo>
                    <a:pt x="114271" y="43752"/>
                  </a:lnTo>
                  <a:lnTo>
                    <a:pt x="106128" y="48300"/>
                  </a:lnTo>
                  <a:lnTo>
                    <a:pt x="96674" y="53580"/>
                  </a:lnTo>
                  <a:lnTo>
                    <a:pt x="90069" y="57269"/>
                  </a:lnTo>
                  <a:lnTo>
                    <a:pt x="82573" y="61455"/>
                  </a:lnTo>
                  <a:lnTo>
                    <a:pt x="74195" y="66134"/>
                  </a:lnTo>
                  <a:lnTo>
                    <a:pt x="62456" y="72690"/>
                  </a:lnTo>
                  <a:lnTo>
                    <a:pt x="50120" y="79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380657" y="2874583"/>
              <a:ext cx="133293" cy="110243"/>
            </a:xfrm>
            <a:custGeom>
              <a:avLst/>
              <a:pathLst>
                <a:path w="133293" h="110243">
                  <a:moveTo>
                    <a:pt x="60863" y="91066"/>
                  </a:moveTo>
                  <a:lnTo>
                    <a:pt x="51745" y="95860"/>
                  </a:lnTo>
                  <a:lnTo>
                    <a:pt x="42626" y="100655"/>
                  </a:lnTo>
                  <a:lnTo>
                    <a:pt x="33507" y="105449"/>
                  </a:lnTo>
                  <a:lnTo>
                    <a:pt x="24389" y="110243"/>
                  </a:lnTo>
                  <a:lnTo>
                    <a:pt x="18291" y="97806"/>
                  </a:lnTo>
                  <a:lnTo>
                    <a:pt x="12194" y="85368"/>
                  </a:lnTo>
                  <a:lnTo>
                    <a:pt x="6097" y="72930"/>
                  </a:lnTo>
                  <a:lnTo>
                    <a:pt x="3176" y="66973"/>
                  </a:lnTo>
                  <a:lnTo>
                    <a:pt x="0" y="60492"/>
                  </a:lnTo>
                  <a:lnTo>
                    <a:pt x="9037" y="55451"/>
                  </a:lnTo>
                  <a:lnTo>
                    <a:pt x="18074" y="50410"/>
                  </a:lnTo>
                  <a:lnTo>
                    <a:pt x="27111" y="45369"/>
                  </a:lnTo>
                  <a:lnTo>
                    <a:pt x="36148" y="40328"/>
                  </a:lnTo>
                  <a:lnTo>
                    <a:pt x="45186" y="35287"/>
                  </a:lnTo>
                  <a:lnTo>
                    <a:pt x="54223" y="30246"/>
                  </a:lnTo>
                  <a:lnTo>
                    <a:pt x="63260" y="25205"/>
                  </a:lnTo>
                  <a:lnTo>
                    <a:pt x="72297" y="20164"/>
                  </a:lnTo>
                  <a:lnTo>
                    <a:pt x="81335" y="15123"/>
                  </a:lnTo>
                  <a:lnTo>
                    <a:pt x="87784" y="11525"/>
                  </a:lnTo>
                  <a:lnTo>
                    <a:pt x="90372" y="10082"/>
                  </a:lnTo>
                  <a:lnTo>
                    <a:pt x="99409" y="5041"/>
                  </a:lnTo>
                  <a:lnTo>
                    <a:pt x="108446" y="0"/>
                  </a:lnTo>
                  <a:lnTo>
                    <a:pt x="120870" y="25849"/>
                  </a:lnTo>
                  <a:lnTo>
                    <a:pt x="133293" y="51699"/>
                  </a:lnTo>
                  <a:lnTo>
                    <a:pt x="124284" y="56703"/>
                  </a:lnTo>
                  <a:lnTo>
                    <a:pt x="115274" y="61708"/>
                  </a:lnTo>
                  <a:lnTo>
                    <a:pt x="114255" y="62274"/>
                  </a:lnTo>
                  <a:lnTo>
                    <a:pt x="106265" y="66712"/>
                  </a:lnTo>
                  <a:lnTo>
                    <a:pt x="97255" y="71717"/>
                  </a:lnTo>
                  <a:lnTo>
                    <a:pt x="89983" y="75756"/>
                  </a:lnTo>
                  <a:lnTo>
                    <a:pt x="88217" y="76685"/>
                  </a:lnTo>
                  <a:lnTo>
                    <a:pt x="79099" y="81479"/>
                  </a:lnTo>
                  <a:lnTo>
                    <a:pt x="69982" y="86272"/>
                  </a:lnTo>
                  <a:lnTo>
                    <a:pt x="66368" y="88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499574" y="2850345"/>
              <a:ext cx="194059" cy="68851"/>
            </a:xfrm>
            <a:custGeom>
              <a:avLst/>
              <a:pathLst>
                <a:path w="194059" h="68851">
                  <a:moveTo>
                    <a:pt x="113361" y="53563"/>
                  </a:moveTo>
                  <a:lnTo>
                    <a:pt x="90160" y="52695"/>
                  </a:lnTo>
                  <a:lnTo>
                    <a:pt x="89958" y="52713"/>
                  </a:lnTo>
                  <a:lnTo>
                    <a:pt x="66630" y="54822"/>
                  </a:lnTo>
                  <a:lnTo>
                    <a:pt x="56767" y="55714"/>
                  </a:lnTo>
                  <a:lnTo>
                    <a:pt x="44093" y="60522"/>
                  </a:lnTo>
                  <a:lnTo>
                    <a:pt x="34784" y="64054"/>
                  </a:lnTo>
                  <a:lnTo>
                    <a:pt x="22137" y="68851"/>
                  </a:lnTo>
                  <a:lnTo>
                    <a:pt x="13838" y="51321"/>
                  </a:lnTo>
                  <a:lnTo>
                    <a:pt x="0" y="22092"/>
                  </a:lnTo>
                  <a:lnTo>
                    <a:pt x="7139" y="19244"/>
                  </a:lnTo>
                  <a:lnTo>
                    <a:pt x="15162" y="16043"/>
                  </a:lnTo>
                  <a:lnTo>
                    <a:pt x="30325" y="9994"/>
                  </a:lnTo>
                  <a:lnTo>
                    <a:pt x="45488" y="3945"/>
                  </a:lnTo>
                  <a:lnTo>
                    <a:pt x="55378" y="0"/>
                  </a:lnTo>
                  <a:lnTo>
                    <a:pt x="61034" y="221"/>
                  </a:lnTo>
                  <a:lnTo>
                    <a:pt x="77299" y="858"/>
                  </a:lnTo>
                  <a:lnTo>
                    <a:pt x="93563" y="1495"/>
                  </a:lnTo>
                  <a:lnTo>
                    <a:pt x="109828" y="2132"/>
                  </a:lnTo>
                  <a:lnTo>
                    <a:pt x="118378" y="2466"/>
                  </a:lnTo>
                  <a:lnTo>
                    <a:pt x="126035" y="3473"/>
                  </a:lnTo>
                  <a:lnTo>
                    <a:pt x="132394" y="4309"/>
                  </a:lnTo>
                  <a:lnTo>
                    <a:pt x="142166" y="5699"/>
                  </a:lnTo>
                  <a:lnTo>
                    <a:pt x="158287" y="7993"/>
                  </a:lnTo>
                  <a:lnTo>
                    <a:pt x="174408" y="10287"/>
                  </a:lnTo>
                  <a:lnTo>
                    <a:pt x="190529" y="12581"/>
                  </a:lnTo>
                  <a:lnTo>
                    <a:pt x="191195" y="21011"/>
                  </a:lnTo>
                  <a:lnTo>
                    <a:pt x="192294" y="34910"/>
                  </a:lnTo>
                  <a:lnTo>
                    <a:pt x="194059" y="57239"/>
                  </a:lnTo>
                  <a:lnTo>
                    <a:pt x="170666" y="56100"/>
                  </a:lnTo>
                  <a:lnTo>
                    <a:pt x="163542" y="55753"/>
                  </a:lnTo>
                  <a:lnTo>
                    <a:pt x="162698" y="39126"/>
                  </a:lnTo>
                  <a:lnTo>
                    <a:pt x="162550" y="36192"/>
                  </a:lnTo>
                  <a:lnTo>
                    <a:pt x="149960" y="36103"/>
                  </a:lnTo>
                  <a:lnTo>
                    <a:pt x="149562" y="55073"/>
                  </a:lnTo>
                  <a:lnTo>
                    <a:pt x="136764" y="54450"/>
                  </a:lnTo>
                  <a:lnTo>
                    <a:pt x="135786" y="54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407438" y="2934388"/>
              <a:ext cx="136823" cy="106460"/>
            </a:xfrm>
            <a:custGeom>
              <a:avLst/>
              <a:pathLst>
                <a:path w="136823" h="106460">
                  <a:moveTo>
                    <a:pt x="8111" y="52144"/>
                  </a:moveTo>
                  <a:lnTo>
                    <a:pt x="16224" y="47798"/>
                  </a:lnTo>
                  <a:lnTo>
                    <a:pt x="24335" y="43453"/>
                  </a:lnTo>
                  <a:lnTo>
                    <a:pt x="32448" y="39108"/>
                  </a:lnTo>
                  <a:lnTo>
                    <a:pt x="40559" y="34762"/>
                  </a:lnTo>
                  <a:lnTo>
                    <a:pt x="48672" y="30417"/>
                  </a:lnTo>
                  <a:lnTo>
                    <a:pt x="56784" y="26072"/>
                  </a:lnTo>
                  <a:lnTo>
                    <a:pt x="64896" y="21726"/>
                  </a:lnTo>
                  <a:lnTo>
                    <a:pt x="71474" y="18203"/>
                  </a:lnTo>
                  <a:lnTo>
                    <a:pt x="73008" y="17381"/>
                  </a:lnTo>
                  <a:lnTo>
                    <a:pt x="81120" y="13036"/>
                  </a:lnTo>
                  <a:lnTo>
                    <a:pt x="89232" y="8690"/>
                  </a:lnTo>
                  <a:lnTo>
                    <a:pt x="97344" y="4345"/>
                  </a:lnTo>
                  <a:lnTo>
                    <a:pt x="105456" y="0"/>
                  </a:lnTo>
                  <a:lnTo>
                    <a:pt x="110390" y="12159"/>
                  </a:lnTo>
                  <a:lnTo>
                    <a:pt x="115324" y="24318"/>
                  </a:lnTo>
                  <a:lnTo>
                    <a:pt x="121668" y="21076"/>
                  </a:lnTo>
                  <a:lnTo>
                    <a:pt x="136823" y="50618"/>
                  </a:lnTo>
                  <a:lnTo>
                    <a:pt x="128752" y="54653"/>
                  </a:lnTo>
                  <a:lnTo>
                    <a:pt x="121177" y="58440"/>
                  </a:lnTo>
                  <a:lnTo>
                    <a:pt x="120678" y="58686"/>
                  </a:lnTo>
                  <a:lnTo>
                    <a:pt x="112581" y="62667"/>
                  </a:lnTo>
                  <a:lnTo>
                    <a:pt x="104484" y="66648"/>
                  </a:lnTo>
                  <a:lnTo>
                    <a:pt x="96387" y="70630"/>
                  </a:lnTo>
                  <a:lnTo>
                    <a:pt x="96234" y="70704"/>
                  </a:lnTo>
                  <a:lnTo>
                    <a:pt x="88290" y="74611"/>
                  </a:lnTo>
                  <a:lnTo>
                    <a:pt x="80193" y="78592"/>
                  </a:lnTo>
                  <a:lnTo>
                    <a:pt x="72095" y="82573"/>
                  </a:lnTo>
                  <a:lnTo>
                    <a:pt x="63998" y="86554"/>
                  </a:lnTo>
                  <a:lnTo>
                    <a:pt x="55901" y="90536"/>
                  </a:lnTo>
                  <a:lnTo>
                    <a:pt x="47804" y="94517"/>
                  </a:lnTo>
                  <a:lnTo>
                    <a:pt x="39707" y="98498"/>
                  </a:lnTo>
                  <a:lnTo>
                    <a:pt x="31610" y="102479"/>
                  </a:lnTo>
                  <a:lnTo>
                    <a:pt x="23512" y="106460"/>
                  </a:lnTo>
                  <a:lnTo>
                    <a:pt x="18810" y="96466"/>
                  </a:lnTo>
                  <a:lnTo>
                    <a:pt x="14107" y="86472"/>
                  </a:lnTo>
                  <a:lnTo>
                    <a:pt x="9405" y="76478"/>
                  </a:lnTo>
                  <a:lnTo>
                    <a:pt x="4702" y="66483"/>
                  </a:lnTo>
                  <a:lnTo>
                    <a:pt x="2668" y="62161"/>
                  </a:lnTo>
                  <a:lnTo>
                    <a:pt x="0" y="56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429032" y="3002801"/>
              <a:ext cx="90930" cy="75082"/>
            </a:xfrm>
            <a:custGeom>
              <a:avLst/>
              <a:pathLst>
                <a:path w="90930" h="75082">
                  <a:moveTo>
                    <a:pt x="5487" y="61506"/>
                  </a:moveTo>
                  <a:lnTo>
                    <a:pt x="916" y="57611"/>
                  </a:lnTo>
                  <a:lnTo>
                    <a:pt x="0" y="45504"/>
                  </a:lnTo>
                  <a:lnTo>
                    <a:pt x="14931" y="37920"/>
                  </a:lnTo>
                  <a:lnTo>
                    <a:pt x="29862" y="30336"/>
                  </a:lnTo>
                  <a:lnTo>
                    <a:pt x="44794" y="22752"/>
                  </a:lnTo>
                  <a:lnTo>
                    <a:pt x="52176" y="19003"/>
                  </a:lnTo>
                  <a:lnTo>
                    <a:pt x="59725" y="15168"/>
                  </a:lnTo>
                  <a:lnTo>
                    <a:pt x="74656" y="7584"/>
                  </a:lnTo>
                  <a:lnTo>
                    <a:pt x="89588" y="0"/>
                  </a:lnTo>
                  <a:lnTo>
                    <a:pt x="90930" y="3775"/>
                  </a:lnTo>
                  <a:lnTo>
                    <a:pt x="77266" y="18271"/>
                  </a:lnTo>
                  <a:lnTo>
                    <a:pt x="68015" y="28085"/>
                  </a:lnTo>
                  <a:lnTo>
                    <a:pt x="63603" y="32766"/>
                  </a:lnTo>
                  <a:lnTo>
                    <a:pt x="49939" y="47262"/>
                  </a:lnTo>
                  <a:lnTo>
                    <a:pt x="45101" y="52395"/>
                  </a:lnTo>
                  <a:lnTo>
                    <a:pt x="35783" y="61322"/>
                  </a:lnTo>
                  <a:lnTo>
                    <a:pt x="21423" y="75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524469" y="2907717"/>
              <a:ext cx="101644" cy="71705"/>
            </a:xfrm>
            <a:custGeom>
              <a:avLst/>
              <a:pathLst>
                <a:path w="101644" h="71705">
                  <a:moveTo>
                    <a:pt x="101644" y="6294"/>
                  </a:moveTo>
                  <a:lnTo>
                    <a:pt x="79083" y="39271"/>
                  </a:lnTo>
                  <a:lnTo>
                    <a:pt x="67012" y="56916"/>
                  </a:lnTo>
                  <a:lnTo>
                    <a:pt x="58554" y="59874"/>
                  </a:lnTo>
                  <a:lnTo>
                    <a:pt x="50096" y="62832"/>
                  </a:lnTo>
                  <a:lnTo>
                    <a:pt x="41638" y="65790"/>
                  </a:lnTo>
                  <a:lnTo>
                    <a:pt x="33180" y="68747"/>
                  </a:lnTo>
                  <a:lnTo>
                    <a:pt x="29991" y="69863"/>
                  </a:lnTo>
                  <a:lnTo>
                    <a:pt x="24722" y="71705"/>
                  </a:lnTo>
                  <a:lnTo>
                    <a:pt x="16481" y="54000"/>
                  </a:lnTo>
                  <a:lnTo>
                    <a:pt x="8240" y="36295"/>
                  </a:lnTo>
                  <a:lnTo>
                    <a:pt x="4375" y="27989"/>
                  </a:lnTo>
                  <a:lnTo>
                    <a:pt x="0" y="18590"/>
                  </a:lnTo>
                  <a:lnTo>
                    <a:pt x="11680" y="12838"/>
                  </a:lnTo>
                  <a:lnTo>
                    <a:pt x="23792" y="8111"/>
                  </a:lnTo>
                  <a:lnTo>
                    <a:pt x="36250" y="4441"/>
                  </a:lnTo>
                  <a:lnTo>
                    <a:pt x="48966" y="1855"/>
                  </a:lnTo>
                  <a:lnTo>
                    <a:pt x="61850" y="371"/>
                  </a:lnTo>
                  <a:lnTo>
                    <a:pt x="74810" y="0"/>
                  </a:lnTo>
                  <a:lnTo>
                    <a:pt x="87754" y="743"/>
                  </a:lnTo>
                  <a:lnTo>
                    <a:pt x="100592" y="25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562512" y="2685425"/>
              <a:ext cx="65537" cy="63307"/>
            </a:xfrm>
            <a:custGeom>
              <a:avLst/>
              <a:pathLst>
                <a:path w="65537" h="63307">
                  <a:moveTo>
                    <a:pt x="49784" y="3621"/>
                  </a:moveTo>
                  <a:lnTo>
                    <a:pt x="56679" y="16342"/>
                  </a:lnTo>
                  <a:lnTo>
                    <a:pt x="65537" y="32685"/>
                  </a:lnTo>
                  <a:lnTo>
                    <a:pt x="36689" y="52146"/>
                  </a:lnTo>
                  <a:lnTo>
                    <a:pt x="20144" y="63307"/>
                  </a:lnTo>
                  <a:lnTo>
                    <a:pt x="13429" y="52810"/>
                  </a:lnTo>
                  <a:lnTo>
                    <a:pt x="6714" y="42313"/>
                  </a:lnTo>
                  <a:lnTo>
                    <a:pt x="4171" y="38338"/>
                  </a:lnTo>
                  <a:lnTo>
                    <a:pt x="0" y="31816"/>
                  </a:lnTo>
                  <a:lnTo>
                    <a:pt x="21400" y="17578"/>
                  </a:lnTo>
                  <a:lnTo>
                    <a:pt x="478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583786" y="2723614"/>
              <a:ext cx="75044" cy="72825"/>
            </a:xfrm>
            <a:custGeom>
              <a:avLst/>
              <a:pathLst>
                <a:path w="75044" h="72825">
                  <a:moveTo>
                    <a:pt x="51328" y="71537"/>
                  </a:moveTo>
                  <a:lnTo>
                    <a:pt x="44281" y="60369"/>
                  </a:lnTo>
                  <a:lnTo>
                    <a:pt x="25778" y="72825"/>
                  </a:lnTo>
                  <a:lnTo>
                    <a:pt x="21481" y="65552"/>
                  </a:lnTo>
                  <a:lnTo>
                    <a:pt x="17185" y="58280"/>
                  </a:lnTo>
                  <a:lnTo>
                    <a:pt x="12889" y="51007"/>
                  </a:lnTo>
                  <a:lnTo>
                    <a:pt x="8592" y="43734"/>
                  </a:lnTo>
                  <a:lnTo>
                    <a:pt x="4296" y="36462"/>
                  </a:lnTo>
                  <a:lnTo>
                    <a:pt x="2127" y="32791"/>
                  </a:lnTo>
                  <a:lnTo>
                    <a:pt x="0" y="29189"/>
                  </a:lnTo>
                  <a:lnTo>
                    <a:pt x="20146" y="14594"/>
                  </a:lnTo>
                  <a:lnTo>
                    <a:pt x="40293" y="0"/>
                  </a:lnTo>
                  <a:lnTo>
                    <a:pt x="43718" y="5483"/>
                  </a:lnTo>
                  <a:lnTo>
                    <a:pt x="46085" y="9271"/>
                  </a:lnTo>
                  <a:lnTo>
                    <a:pt x="51877" y="18541"/>
                  </a:lnTo>
                  <a:lnTo>
                    <a:pt x="57669" y="27812"/>
                  </a:lnTo>
                  <a:lnTo>
                    <a:pt x="63460" y="37083"/>
                  </a:lnTo>
                  <a:lnTo>
                    <a:pt x="69252" y="46354"/>
                  </a:lnTo>
                  <a:lnTo>
                    <a:pt x="75044" y="556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580959" y="2614124"/>
              <a:ext cx="60589" cy="63074"/>
            </a:xfrm>
            <a:custGeom>
              <a:avLst/>
              <a:pathLst>
                <a:path w="60589" h="63074">
                  <a:moveTo>
                    <a:pt x="15893" y="8177"/>
                  </a:moveTo>
                  <a:lnTo>
                    <a:pt x="31787" y="0"/>
                  </a:lnTo>
                  <a:lnTo>
                    <a:pt x="36893" y="8302"/>
                  </a:lnTo>
                  <a:lnTo>
                    <a:pt x="41387" y="15610"/>
                  </a:lnTo>
                  <a:lnTo>
                    <a:pt x="50988" y="31221"/>
                  </a:lnTo>
                  <a:lnTo>
                    <a:pt x="60589" y="46832"/>
                  </a:lnTo>
                  <a:lnTo>
                    <a:pt x="41148" y="56582"/>
                  </a:lnTo>
                  <a:lnTo>
                    <a:pt x="28202" y="63074"/>
                  </a:lnTo>
                  <a:lnTo>
                    <a:pt x="21151" y="51394"/>
                  </a:lnTo>
                  <a:lnTo>
                    <a:pt x="14101" y="39714"/>
                  </a:lnTo>
                  <a:lnTo>
                    <a:pt x="7050" y="28035"/>
                  </a:lnTo>
                  <a:lnTo>
                    <a:pt x="4819" y="24338"/>
                  </a:lnTo>
                  <a:lnTo>
                    <a:pt x="0" y="16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11154" y="2668672"/>
              <a:ext cx="85704" cy="107721"/>
            </a:xfrm>
            <a:custGeom>
              <a:avLst/>
              <a:pathLst>
                <a:path w="85704" h="107721">
                  <a:moveTo>
                    <a:pt x="38773" y="15808"/>
                  </a:moveTo>
                  <a:lnTo>
                    <a:pt x="43676" y="24318"/>
                  </a:lnTo>
                  <a:lnTo>
                    <a:pt x="57685" y="48637"/>
                  </a:lnTo>
                  <a:lnTo>
                    <a:pt x="71695" y="72955"/>
                  </a:lnTo>
                  <a:lnTo>
                    <a:pt x="85704" y="97274"/>
                  </a:lnTo>
                  <a:lnTo>
                    <a:pt x="69140" y="102497"/>
                  </a:lnTo>
                  <a:lnTo>
                    <a:pt x="52575" y="107721"/>
                  </a:lnTo>
                  <a:lnTo>
                    <a:pt x="42060" y="88925"/>
                  </a:lnTo>
                  <a:lnTo>
                    <a:pt x="31545" y="70128"/>
                  </a:lnTo>
                  <a:lnTo>
                    <a:pt x="21030" y="51332"/>
                  </a:lnTo>
                  <a:lnTo>
                    <a:pt x="10515" y="32535"/>
                  </a:lnTo>
                  <a:lnTo>
                    <a:pt x="6849" y="25982"/>
                  </a:lnTo>
                  <a:lnTo>
                    <a:pt x="0" y="13738"/>
                  </a:lnTo>
                  <a:lnTo>
                    <a:pt x="14833" y="6869"/>
                  </a:lnTo>
                  <a:lnTo>
                    <a:pt x="296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615776" y="2597113"/>
              <a:ext cx="56012" cy="63145"/>
            </a:xfrm>
            <a:custGeom>
              <a:avLst/>
              <a:pathLst>
                <a:path w="56012" h="63145">
                  <a:moveTo>
                    <a:pt x="47490" y="32840"/>
                  </a:moveTo>
                  <a:lnTo>
                    <a:pt x="56012" y="49183"/>
                  </a:lnTo>
                  <a:lnTo>
                    <a:pt x="39637" y="57065"/>
                  </a:lnTo>
                  <a:lnTo>
                    <a:pt x="27004" y="63145"/>
                  </a:lnTo>
                  <a:lnTo>
                    <a:pt x="18002" y="47502"/>
                  </a:lnTo>
                  <a:lnTo>
                    <a:pt x="9001" y="31859"/>
                  </a:lnTo>
                  <a:lnTo>
                    <a:pt x="4783" y="24529"/>
                  </a:lnTo>
                  <a:lnTo>
                    <a:pt x="0" y="16216"/>
                  </a:lnTo>
                  <a:lnTo>
                    <a:pt x="15352" y="8107"/>
                  </a:lnTo>
                  <a:lnTo>
                    <a:pt x="30704" y="0"/>
                  </a:lnTo>
                  <a:lnTo>
                    <a:pt x="36303" y="10970"/>
                  </a:lnTo>
                  <a:lnTo>
                    <a:pt x="39088" y="16425"/>
                  </a:lnTo>
                  <a:lnTo>
                    <a:pt x="46598" y="311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644044" y="2650644"/>
              <a:ext cx="82253" cy="107665"/>
            </a:xfrm>
            <a:custGeom>
              <a:avLst/>
              <a:pathLst>
                <a:path w="82253" h="107665">
                  <a:moveTo>
                    <a:pt x="32186" y="8551"/>
                  </a:moveTo>
                  <a:lnTo>
                    <a:pt x="36254" y="15332"/>
                  </a:lnTo>
                  <a:lnTo>
                    <a:pt x="45454" y="30665"/>
                  </a:lnTo>
                  <a:lnTo>
                    <a:pt x="54654" y="45997"/>
                  </a:lnTo>
                  <a:lnTo>
                    <a:pt x="63854" y="61329"/>
                  </a:lnTo>
                  <a:lnTo>
                    <a:pt x="73053" y="76662"/>
                  </a:lnTo>
                  <a:lnTo>
                    <a:pt x="82253" y="91994"/>
                  </a:lnTo>
                  <a:lnTo>
                    <a:pt x="67460" y="100500"/>
                  </a:lnTo>
                  <a:lnTo>
                    <a:pt x="54997" y="107665"/>
                  </a:lnTo>
                  <a:lnTo>
                    <a:pt x="45831" y="92116"/>
                  </a:lnTo>
                  <a:lnTo>
                    <a:pt x="36664" y="76567"/>
                  </a:lnTo>
                  <a:lnTo>
                    <a:pt x="27498" y="61018"/>
                  </a:lnTo>
                  <a:lnTo>
                    <a:pt x="18332" y="45470"/>
                  </a:lnTo>
                  <a:lnTo>
                    <a:pt x="9166" y="29921"/>
                  </a:lnTo>
                  <a:lnTo>
                    <a:pt x="4016" y="21185"/>
                  </a:lnTo>
                  <a:lnTo>
                    <a:pt x="0" y="14372"/>
                  </a:lnTo>
                  <a:lnTo>
                    <a:pt x="13527" y="7186"/>
                  </a:lnTo>
                  <a:lnTo>
                    <a:pt x="270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680861" y="2639603"/>
              <a:ext cx="109747" cy="101775"/>
            </a:xfrm>
            <a:custGeom>
              <a:avLst/>
              <a:pathLst>
                <a:path w="109747" h="101775">
                  <a:moveTo>
                    <a:pt x="44378" y="92900"/>
                  </a:moveTo>
                  <a:lnTo>
                    <a:pt x="43311" y="91050"/>
                  </a:lnTo>
                  <a:lnTo>
                    <a:pt x="39258" y="84023"/>
                  </a:lnTo>
                  <a:lnTo>
                    <a:pt x="37123" y="80325"/>
                  </a:lnTo>
                  <a:lnTo>
                    <a:pt x="34135" y="75148"/>
                  </a:lnTo>
                  <a:lnTo>
                    <a:pt x="30936" y="69600"/>
                  </a:lnTo>
                  <a:lnTo>
                    <a:pt x="29015" y="66270"/>
                  </a:lnTo>
                  <a:lnTo>
                    <a:pt x="24749" y="58875"/>
                  </a:lnTo>
                  <a:lnTo>
                    <a:pt x="23895" y="57396"/>
                  </a:lnTo>
                  <a:lnTo>
                    <a:pt x="18775" y="48518"/>
                  </a:lnTo>
                  <a:lnTo>
                    <a:pt x="18562" y="48149"/>
                  </a:lnTo>
                  <a:lnTo>
                    <a:pt x="13655" y="39643"/>
                  </a:lnTo>
                  <a:lnTo>
                    <a:pt x="12375" y="37424"/>
                  </a:lnTo>
                  <a:lnTo>
                    <a:pt x="8535" y="30766"/>
                  </a:lnTo>
                  <a:lnTo>
                    <a:pt x="6188" y="26699"/>
                  </a:lnTo>
                  <a:lnTo>
                    <a:pt x="4267" y="23370"/>
                  </a:lnTo>
                  <a:lnTo>
                    <a:pt x="0" y="15975"/>
                  </a:lnTo>
                  <a:lnTo>
                    <a:pt x="15030" y="7987"/>
                  </a:lnTo>
                  <a:lnTo>
                    <a:pt x="30060" y="0"/>
                  </a:lnTo>
                  <a:lnTo>
                    <a:pt x="36698" y="5843"/>
                  </a:lnTo>
                  <a:lnTo>
                    <a:pt x="43341" y="11690"/>
                  </a:lnTo>
                  <a:lnTo>
                    <a:pt x="56622" y="23380"/>
                  </a:lnTo>
                  <a:lnTo>
                    <a:pt x="69904" y="35070"/>
                  </a:lnTo>
                  <a:lnTo>
                    <a:pt x="83185" y="46760"/>
                  </a:lnTo>
                  <a:lnTo>
                    <a:pt x="96466" y="58450"/>
                  </a:lnTo>
                  <a:lnTo>
                    <a:pt x="109747" y="70140"/>
                  </a:lnTo>
                  <a:lnTo>
                    <a:pt x="79623" y="85957"/>
                  </a:lnTo>
                  <a:lnTo>
                    <a:pt x="49498" y="101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12996" y="2618774"/>
              <a:ext cx="61047" cy="39398"/>
            </a:xfrm>
            <a:custGeom>
              <a:avLst/>
              <a:pathLst>
                <a:path w="61047" h="39398">
                  <a:moveTo>
                    <a:pt x="19973" y="5696"/>
                  </a:moveTo>
                  <a:lnTo>
                    <a:pt x="26842" y="3717"/>
                  </a:lnTo>
                  <a:lnTo>
                    <a:pt x="38358" y="397"/>
                  </a:lnTo>
                  <a:lnTo>
                    <a:pt x="61047" y="0"/>
                  </a:lnTo>
                  <a:lnTo>
                    <a:pt x="40898" y="24220"/>
                  </a:lnTo>
                  <a:lnTo>
                    <a:pt x="28270" y="39398"/>
                  </a:lnTo>
                  <a:lnTo>
                    <a:pt x="18847" y="31882"/>
                  </a:lnTo>
                  <a:lnTo>
                    <a:pt x="9423" y="24366"/>
                  </a:lnTo>
                  <a:lnTo>
                    <a:pt x="5401" y="21158"/>
                  </a:lnTo>
                  <a:lnTo>
                    <a:pt x="0" y="16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751187" y="2614076"/>
              <a:ext cx="84151" cy="82305"/>
            </a:xfrm>
            <a:custGeom>
              <a:avLst/>
              <a:pathLst>
                <a:path w="84151" h="82305">
                  <a:moveTo>
                    <a:pt x="7167" y="38273"/>
                  </a:moveTo>
                  <a:lnTo>
                    <a:pt x="14334" y="25515"/>
                  </a:lnTo>
                  <a:lnTo>
                    <a:pt x="21502" y="12757"/>
                  </a:lnTo>
                  <a:lnTo>
                    <a:pt x="24400" y="7599"/>
                  </a:lnTo>
                  <a:lnTo>
                    <a:pt x="28669" y="0"/>
                  </a:lnTo>
                  <a:lnTo>
                    <a:pt x="49644" y="10478"/>
                  </a:lnTo>
                  <a:lnTo>
                    <a:pt x="84151" y="27717"/>
                  </a:lnTo>
                  <a:lnTo>
                    <a:pt x="77984" y="36438"/>
                  </a:lnTo>
                  <a:lnTo>
                    <a:pt x="70869" y="46500"/>
                  </a:lnTo>
                  <a:lnTo>
                    <a:pt x="64850" y="55011"/>
                  </a:lnTo>
                  <a:lnTo>
                    <a:pt x="55200" y="68658"/>
                  </a:lnTo>
                  <a:lnTo>
                    <a:pt x="45550" y="82305"/>
                  </a:lnTo>
                  <a:lnTo>
                    <a:pt x="22775" y="66668"/>
                  </a:lnTo>
                  <a:lnTo>
                    <a:pt x="9736" y="57716"/>
                  </a:lnTo>
                  <a:lnTo>
                    <a:pt x="0" y="51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696546" y="2594861"/>
              <a:ext cx="63332" cy="33739"/>
            </a:xfrm>
            <a:custGeom>
              <a:avLst/>
              <a:pathLst>
                <a:path w="63332" h="33739">
                  <a:moveTo>
                    <a:pt x="62266" y="11365"/>
                  </a:moveTo>
                  <a:lnTo>
                    <a:pt x="63332" y="16011"/>
                  </a:lnTo>
                  <a:lnTo>
                    <a:pt x="31085" y="18914"/>
                  </a:lnTo>
                  <a:lnTo>
                    <a:pt x="25737" y="22800"/>
                  </a:lnTo>
                  <a:lnTo>
                    <a:pt x="10685" y="33739"/>
                  </a:lnTo>
                  <a:lnTo>
                    <a:pt x="5342" y="26806"/>
                  </a:lnTo>
                  <a:lnTo>
                    <a:pt x="0" y="19873"/>
                  </a:lnTo>
                  <a:lnTo>
                    <a:pt x="13339" y="9936"/>
                  </a:lnTo>
                  <a:lnTo>
                    <a:pt x="26679" y="0"/>
                  </a:lnTo>
                  <a:lnTo>
                    <a:pt x="27093" y="38"/>
                  </a:lnTo>
                  <a:lnTo>
                    <a:pt x="60382" y="31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382091" y="2537285"/>
              <a:ext cx="139400" cy="87541"/>
            </a:xfrm>
            <a:custGeom>
              <a:avLst/>
              <a:pathLst>
                <a:path w="139400" h="87541">
                  <a:moveTo>
                    <a:pt x="108148" y="53691"/>
                  </a:moveTo>
                  <a:lnTo>
                    <a:pt x="104508" y="37871"/>
                  </a:lnTo>
                  <a:lnTo>
                    <a:pt x="102245" y="27249"/>
                  </a:lnTo>
                  <a:lnTo>
                    <a:pt x="97371" y="4366"/>
                  </a:lnTo>
                  <a:lnTo>
                    <a:pt x="105830" y="2609"/>
                  </a:lnTo>
                  <a:lnTo>
                    <a:pt x="114288" y="853"/>
                  </a:lnTo>
                  <a:lnTo>
                    <a:pt x="117685" y="9624"/>
                  </a:lnTo>
                  <a:lnTo>
                    <a:pt x="120521" y="16949"/>
                  </a:lnTo>
                  <a:lnTo>
                    <a:pt x="121082" y="18395"/>
                  </a:lnTo>
                  <a:lnTo>
                    <a:pt x="126811" y="33021"/>
                  </a:lnTo>
                  <a:lnTo>
                    <a:pt x="133105" y="49092"/>
                  </a:lnTo>
                  <a:lnTo>
                    <a:pt x="139400" y="65162"/>
                  </a:lnTo>
                  <a:lnTo>
                    <a:pt x="124408" y="73626"/>
                  </a:lnTo>
                  <a:lnTo>
                    <a:pt x="122525" y="75038"/>
                  </a:lnTo>
                  <a:lnTo>
                    <a:pt x="114454" y="81094"/>
                  </a:lnTo>
                  <a:lnTo>
                    <a:pt x="104479" y="87541"/>
                  </a:lnTo>
                  <a:lnTo>
                    <a:pt x="103217" y="86931"/>
                  </a:lnTo>
                  <a:lnTo>
                    <a:pt x="95345" y="83702"/>
                  </a:lnTo>
                  <a:lnTo>
                    <a:pt x="86180" y="79943"/>
                  </a:lnTo>
                  <a:lnTo>
                    <a:pt x="77015" y="76184"/>
                  </a:lnTo>
                  <a:lnTo>
                    <a:pt x="67850" y="72425"/>
                  </a:lnTo>
                  <a:lnTo>
                    <a:pt x="58686" y="68666"/>
                  </a:lnTo>
                  <a:lnTo>
                    <a:pt x="55396" y="67317"/>
                  </a:lnTo>
                  <a:lnTo>
                    <a:pt x="50049" y="63852"/>
                  </a:lnTo>
                  <a:lnTo>
                    <a:pt x="41707" y="58449"/>
                  </a:lnTo>
                  <a:lnTo>
                    <a:pt x="33366" y="53046"/>
                  </a:lnTo>
                  <a:lnTo>
                    <a:pt x="25024" y="47642"/>
                  </a:lnTo>
                  <a:lnTo>
                    <a:pt x="16683" y="42239"/>
                  </a:lnTo>
                  <a:lnTo>
                    <a:pt x="8341" y="36836"/>
                  </a:lnTo>
                  <a:lnTo>
                    <a:pt x="4045" y="34053"/>
                  </a:lnTo>
                  <a:lnTo>
                    <a:pt x="0" y="31432"/>
                  </a:lnTo>
                  <a:lnTo>
                    <a:pt x="6288" y="23574"/>
                  </a:lnTo>
                  <a:lnTo>
                    <a:pt x="12577" y="15716"/>
                  </a:lnTo>
                  <a:lnTo>
                    <a:pt x="18867" y="7858"/>
                  </a:lnTo>
                  <a:lnTo>
                    <a:pt x="21717" y="4296"/>
                  </a:lnTo>
                  <a:lnTo>
                    <a:pt x="25155" y="0"/>
                  </a:lnTo>
                  <a:lnTo>
                    <a:pt x="54814" y="12879"/>
                  </a:lnTo>
                  <a:lnTo>
                    <a:pt x="74590" y="26312"/>
                  </a:lnTo>
                  <a:lnTo>
                    <a:pt x="97850" y="42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457690" y="2451989"/>
              <a:ext cx="47764" cy="101509"/>
            </a:xfrm>
            <a:custGeom>
              <a:avLst/>
              <a:pathLst>
                <a:path w="47764" h="101509">
                  <a:moveTo>
                    <a:pt x="44163" y="21581"/>
                  </a:moveTo>
                  <a:lnTo>
                    <a:pt x="43358" y="23995"/>
                  </a:lnTo>
                  <a:lnTo>
                    <a:pt x="47764" y="29400"/>
                  </a:lnTo>
                  <a:lnTo>
                    <a:pt x="46826" y="33367"/>
                  </a:lnTo>
                  <a:lnTo>
                    <a:pt x="45081" y="40747"/>
                  </a:lnTo>
                  <a:lnTo>
                    <a:pt x="42568" y="51377"/>
                  </a:lnTo>
                  <a:lnTo>
                    <a:pt x="40011" y="62192"/>
                  </a:lnTo>
                  <a:lnTo>
                    <a:pt x="37914" y="71062"/>
                  </a:lnTo>
                  <a:lnTo>
                    <a:pt x="37372" y="73355"/>
                  </a:lnTo>
                  <a:lnTo>
                    <a:pt x="35623" y="73408"/>
                  </a:lnTo>
                  <a:lnTo>
                    <a:pt x="32646" y="75829"/>
                  </a:lnTo>
                  <a:lnTo>
                    <a:pt x="23992" y="82865"/>
                  </a:lnTo>
                  <a:lnTo>
                    <a:pt x="17258" y="88955"/>
                  </a:lnTo>
                  <a:lnTo>
                    <a:pt x="8147" y="97194"/>
                  </a:lnTo>
                  <a:lnTo>
                    <a:pt x="3375" y="101509"/>
                  </a:lnTo>
                  <a:lnTo>
                    <a:pt x="0" y="100126"/>
                  </a:lnTo>
                  <a:lnTo>
                    <a:pt x="5449" y="74336"/>
                  </a:lnTo>
                  <a:lnTo>
                    <a:pt x="7154" y="66266"/>
                  </a:lnTo>
                  <a:lnTo>
                    <a:pt x="9116" y="56981"/>
                  </a:lnTo>
                  <a:lnTo>
                    <a:pt x="10578" y="50062"/>
                  </a:lnTo>
                  <a:lnTo>
                    <a:pt x="12471" y="41102"/>
                  </a:lnTo>
                  <a:lnTo>
                    <a:pt x="14538" y="31323"/>
                  </a:lnTo>
                  <a:lnTo>
                    <a:pt x="16168" y="23608"/>
                  </a:lnTo>
                  <a:lnTo>
                    <a:pt x="18373" y="13171"/>
                  </a:lnTo>
                  <a:lnTo>
                    <a:pt x="21157" y="0"/>
                  </a:lnTo>
                  <a:lnTo>
                    <a:pt x="26269" y="2516"/>
                  </a:lnTo>
                  <a:lnTo>
                    <a:pt x="41806" y="10165"/>
                  </a:lnTo>
                  <a:lnTo>
                    <a:pt x="47101" y="12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412957" y="2442715"/>
              <a:ext cx="61574" cy="107159"/>
            </a:xfrm>
            <a:custGeom>
              <a:avLst/>
              <a:pathLst>
                <a:path w="61574" h="107159">
                  <a:moveTo>
                    <a:pt x="57113" y="27151"/>
                  </a:moveTo>
                  <a:lnTo>
                    <a:pt x="52651" y="47153"/>
                  </a:lnTo>
                  <a:lnTo>
                    <a:pt x="48190" y="67155"/>
                  </a:lnTo>
                  <a:lnTo>
                    <a:pt x="45838" y="77698"/>
                  </a:lnTo>
                  <a:lnTo>
                    <a:pt x="43729" y="87157"/>
                  </a:lnTo>
                  <a:lnTo>
                    <a:pt x="39267" y="107159"/>
                  </a:lnTo>
                  <a:lnTo>
                    <a:pt x="11526" y="95785"/>
                  </a:lnTo>
                  <a:lnTo>
                    <a:pt x="0" y="91059"/>
                  </a:lnTo>
                  <a:lnTo>
                    <a:pt x="1226" y="87833"/>
                  </a:lnTo>
                  <a:lnTo>
                    <a:pt x="2453" y="84608"/>
                  </a:lnTo>
                  <a:lnTo>
                    <a:pt x="3681" y="81382"/>
                  </a:lnTo>
                  <a:lnTo>
                    <a:pt x="4908" y="78157"/>
                  </a:lnTo>
                  <a:lnTo>
                    <a:pt x="6135" y="74931"/>
                  </a:lnTo>
                  <a:lnTo>
                    <a:pt x="7362" y="71706"/>
                  </a:lnTo>
                  <a:lnTo>
                    <a:pt x="8589" y="68480"/>
                  </a:lnTo>
                  <a:lnTo>
                    <a:pt x="9081" y="67187"/>
                  </a:lnTo>
                  <a:lnTo>
                    <a:pt x="9816" y="65255"/>
                  </a:lnTo>
                  <a:lnTo>
                    <a:pt x="11043" y="62029"/>
                  </a:lnTo>
                  <a:lnTo>
                    <a:pt x="12270" y="58804"/>
                  </a:lnTo>
                  <a:lnTo>
                    <a:pt x="13497" y="55579"/>
                  </a:lnTo>
                  <a:lnTo>
                    <a:pt x="34837" y="58333"/>
                  </a:lnTo>
                  <a:lnTo>
                    <a:pt x="35491" y="54986"/>
                  </a:lnTo>
                  <a:lnTo>
                    <a:pt x="36361" y="50539"/>
                  </a:lnTo>
                  <a:lnTo>
                    <a:pt x="37143" y="46537"/>
                  </a:lnTo>
                  <a:lnTo>
                    <a:pt x="40846" y="29144"/>
                  </a:lnTo>
                  <a:lnTo>
                    <a:pt x="47051" y="0"/>
                  </a:lnTo>
                  <a:lnTo>
                    <a:pt x="53317" y="3084"/>
                  </a:lnTo>
                  <a:lnTo>
                    <a:pt x="61574" y="71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00817" y="2467811"/>
              <a:ext cx="37225" cy="57359"/>
            </a:xfrm>
            <a:custGeom>
              <a:avLst/>
              <a:pathLst>
                <a:path w="37225" h="57359">
                  <a:moveTo>
                    <a:pt x="36731" y="30831"/>
                  </a:moveTo>
                  <a:lnTo>
                    <a:pt x="34272" y="54212"/>
                  </a:lnTo>
                  <a:lnTo>
                    <a:pt x="28182" y="56505"/>
                  </a:lnTo>
                  <a:lnTo>
                    <a:pt x="22723" y="56671"/>
                  </a:lnTo>
                  <a:lnTo>
                    <a:pt x="0" y="57359"/>
                  </a:lnTo>
                  <a:lnTo>
                    <a:pt x="1537" y="50406"/>
                  </a:lnTo>
                  <a:lnTo>
                    <a:pt x="9484" y="14478"/>
                  </a:lnTo>
                  <a:lnTo>
                    <a:pt x="7281" y="9074"/>
                  </a:lnTo>
                  <a:lnTo>
                    <a:pt x="10171" y="0"/>
                  </a:lnTo>
                  <a:lnTo>
                    <a:pt x="13341" y="1560"/>
                  </a:lnTo>
                  <a:lnTo>
                    <a:pt x="20234" y="4953"/>
                  </a:lnTo>
                  <a:lnTo>
                    <a:pt x="21229" y="9207"/>
                  </a:lnTo>
                  <a:lnTo>
                    <a:pt x="22879" y="13241"/>
                  </a:lnTo>
                  <a:lnTo>
                    <a:pt x="25142" y="16952"/>
                  </a:lnTo>
                  <a:lnTo>
                    <a:pt x="27959" y="20244"/>
                  </a:lnTo>
                  <a:lnTo>
                    <a:pt x="31256" y="23030"/>
                  </a:lnTo>
                  <a:lnTo>
                    <a:pt x="34948" y="25239"/>
                  </a:lnTo>
                  <a:lnTo>
                    <a:pt x="37225" y="26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539741" y="2492162"/>
              <a:ext cx="29436" cy="28108"/>
            </a:xfrm>
            <a:custGeom>
              <a:avLst/>
              <a:pathLst>
                <a:path w="29436" h="28108">
                  <a:moveTo>
                    <a:pt x="1202" y="15541"/>
                  </a:moveTo>
                  <a:lnTo>
                    <a:pt x="2405" y="2974"/>
                  </a:lnTo>
                  <a:lnTo>
                    <a:pt x="4202" y="3359"/>
                  </a:lnTo>
                  <a:lnTo>
                    <a:pt x="8476" y="3558"/>
                  </a:lnTo>
                  <a:lnTo>
                    <a:pt x="12725" y="3053"/>
                  </a:lnTo>
                  <a:lnTo>
                    <a:pt x="16840" y="1856"/>
                  </a:lnTo>
                  <a:lnTo>
                    <a:pt x="20713" y="0"/>
                  </a:lnTo>
                  <a:lnTo>
                    <a:pt x="26457" y="11210"/>
                  </a:lnTo>
                  <a:lnTo>
                    <a:pt x="29436" y="17022"/>
                  </a:lnTo>
                  <a:lnTo>
                    <a:pt x="14718" y="22565"/>
                  </a:lnTo>
                  <a:lnTo>
                    <a:pt x="0" y="281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665732" y="2614947"/>
              <a:ext cx="36611" cy="29925"/>
            </a:xfrm>
            <a:custGeom>
              <a:avLst/>
              <a:pathLst>
                <a:path w="36611" h="29925">
                  <a:moveTo>
                    <a:pt x="4804" y="20609"/>
                  </a:moveTo>
                  <a:lnTo>
                    <a:pt x="3056" y="17220"/>
                  </a:lnTo>
                  <a:lnTo>
                    <a:pt x="0" y="11292"/>
                  </a:lnTo>
                  <a:lnTo>
                    <a:pt x="9406" y="5646"/>
                  </a:lnTo>
                  <a:lnTo>
                    <a:pt x="18812" y="0"/>
                  </a:lnTo>
                  <a:lnTo>
                    <a:pt x="27711" y="9547"/>
                  </a:lnTo>
                  <a:lnTo>
                    <a:pt x="36611" y="19094"/>
                  </a:lnTo>
                  <a:lnTo>
                    <a:pt x="20318" y="25629"/>
                  </a:lnTo>
                  <a:lnTo>
                    <a:pt x="9607" y="299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315003" y="2672071"/>
              <a:ext cx="53033" cy="142420"/>
            </a:xfrm>
            <a:custGeom>
              <a:avLst/>
              <a:pathLst>
                <a:path w="53033" h="142420">
                  <a:moveTo>
                    <a:pt x="37040" y="63252"/>
                  </a:moveTo>
                  <a:lnTo>
                    <a:pt x="38640" y="71169"/>
                  </a:lnTo>
                  <a:lnTo>
                    <a:pt x="40239" y="79086"/>
                  </a:lnTo>
                  <a:lnTo>
                    <a:pt x="41838" y="87002"/>
                  </a:lnTo>
                  <a:lnTo>
                    <a:pt x="43438" y="94919"/>
                  </a:lnTo>
                  <a:lnTo>
                    <a:pt x="45037" y="102836"/>
                  </a:lnTo>
                  <a:lnTo>
                    <a:pt x="46636" y="110753"/>
                  </a:lnTo>
                  <a:lnTo>
                    <a:pt x="48236" y="118669"/>
                  </a:lnTo>
                  <a:lnTo>
                    <a:pt x="49835" y="126586"/>
                  </a:lnTo>
                  <a:lnTo>
                    <a:pt x="51434" y="134503"/>
                  </a:lnTo>
                  <a:lnTo>
                    <a:pt x="53033" y="142420"/>
                  </a:lnTo>
                  <a:lnTo>
                    <a:pt x="24874" y="137067"/>
                  </a:lnTo>
                  <a:lnTo>
                    <a:pt x="22181" y="132957"/>
                  </a:lnTo>
                  <a:lnTo>
                    <a:pt x="1762" y="122980"/>
                  </a:lnTo>
                  <a:lnTo>
                    <a:pt x="6343" y="79748"/>
                  </a:lnTo>
                  <a:lnTo>
                    <a:pt x="3171" y="42279"/>
                  </a:lnTo>
                  <a:lnTo>
                    <a:pt x="0" y="4811"/>
                  </a:lnTo>
                  <a:lnTo>
                    <a:pt x="11934" y="2405"/>
                  </a:lnTo>
                  <a:lnTo>
                    <a:pt x="23869" y="0"/>
                  </a:lnTo>
                  <a:lnTo>
                    <a:pt x="24972" y="5278"/>
                  </a:lnTo>
                  <a:lnTo>
                    <a:pt x="25521" y="7905"/>
                  </a:lnTo>
                  <a:lnTo>
                    <a:pt x="27173" y="15810"/>
                  </a:lnTo>
                  <a:lnTo>
                    <a:pt x="28826" y="23716"/>
                  </a:lnTo>
                  <a:lnTo>
                    <a:pt x="30478" y="31621"/>
                  </a:lnTo>
                  <a:lnTo>
                    <a:pt x="32131" y="39526"/>
                  </a:lnTo>
                  <a:lnTo>
                    <a:pt x="33783" y="47431"/>
                  </a:lnTo>
                  <a:lnTo>
                    <a:pt x="35435" y="55337"/>
                  </a:lnTo>
                  <a:lnTo>
                    <a:pt x="35602" y="561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094131" y="2777758"/>
              <a:ext cx="94387" cy="88137"/>
            </a:xfrm>
            <a:custGeom>
              <a:avLst/>
              <a:pathLst>
                <a:path w="94387" h="88137">
                  <a:moveTo>
                    <a:pt x="55145" y="71337"/>
                  </a:moveTo>
                  <a:lnTo>
                    <a:pt x="48476" y="79737"/>
                  </a:lnTo>
                  <a:lnTo>
                    <a:pt x="41807" y="88137"/>
                  </a:lnTo>
                  <a:lnTo>
                    <a:pt x="31355" y="81120"/>
                  </a:lnTo>
                  <a:lnTo>
                    <a:pt x="29733" y="80031"/>
                  </a:lnTo>
                  <a:lnTo>
                    <a:pt x="20903" y="74103"/>
                  </a:lnTo>
                  <a:lnTo>
                    <a:pt x="10452" y="67086"/>
                  </a:lnTo>
                  <a:lnTo>
                    <a:pt x="0" y="60069"/>
                  </a:lnTo>
                  <a:lnTo>
                    <a:pt x="40093" y="36747"/>
                  </a:lnTo>
                  <a:lnTo>
                    <a:pt x="42107" y="35354"/>
                  </a:lnTo>
                  <a:lnTo>
                    <a:pt x="44254" y="33869"/>
                  </a:lnTo>
                  <a:lnTo>
                    <a:pt x="52013" y="28501"/>
                  </a:lnTo>
                  <a:lnTo>
                    <a:pt x="77416" y="10927"/>
                  </a:lnTo>
                  <a:lnTo>
                    <a:pt x="81153" y="0"/>
                  </a:lnTo>
                  <a:lnTo>
                    <a:pt x="82617" y="2247"/>
                  </a:lnTo>
                  <a:lnTo>
                    <a:pt x="93195" y="18480"/>
                  </a:lnTo>
                  <a:lnTo>
                    <a:pt x="93431" y="18842"/>
                  </a:lnTo>
                  <a:lnTo>
                    <a:pt x="94387" y="20309"/>
                  </a:lnTo>
                  <a:lnTo>
                    <a:pt x="92103" y="23753"/>
                  </a:lnTo>
                  <a:lnTo>
                    <a:pt x="89819" y="27198"/>
                  </a:lnTo>
                  <a:lnTo>
                    <a:pt x="87776" y="28705"/>
                  </a:lnTo>
                  <a:lnTo>
                    <a:pt x="86529" y="29625"/>
                  </a:lnTo>
                  <a:lnTo>
                    <a:pt x="80978" y="37064"/>
                  </a:lnTo>
                  <a:lnTo>
                    <a:pt x="74560" y="45664"/>
                  </a:lnTo>
                  <a:lnTo>
                    <a:pt x="68142" y="54265"/>
                  </a:lnTo>
                  <a:lnTo>
                    <a:pt x="67494" y="55133"/>
                  </a:lnTo>
                  <a:lnTo>
                    <a:pt x="61724" y="62865"/>
                  </a:lnTo>
                  <a:lnTo>
                    <a:pt x="59421" y="659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45447" y="2610077"/>
              <a:ext cx="34760" cy="36691"/>
            </a:xfrm>
            <a:custGeom>
              <a:avLst/>
              <a:pathLst>
                <a:path w="34760" h="36691">
                  <a:moveTo>
                    <a:pt x="31915" y="23902"/>
                  </a:moveTo>
                  <a:lnTo>
                    <a:pt x="27512" y="36691"/>
                  </a:lnTo>
                  <a:lnTo>
                    <a:pt x="15220" y="27308"/>
                  </a:lnTo>
                  <a:lnTo>
                    <a:pt x="6452" y="20615"/>
                  </a:lnTo>
                  <a:lnTo>
                    <a:pt x="0" y="14497"/>
                  </a:lnTo>
                  <a:lnTo>
                    <a:pt x="2144" y="11809"/>
                  </a:lnTo>
                  <a:lnTo>
                    <a:pt x="5962" y="7022"/>
                  </a:lnTo>
                  <a:lnTo>
                    <a:pt x="8125" y="4310"/>
                  </a:lnTo>
                  <a:lnTo>
                    <a:pt x="11564" y="0"/>
                  </a:lnTo>
                  <a:lnTo>
                    <a:pt x="15510" y="2661"/>
                  </a:lnTo>
                  <a:lnTo>
                    <a:pt x="18631" y="4766"/>
                  </a:lnTo>
                  <a:lnTo>
                    <a:pt x="21570" y="6748"/>
                  </a:lnTo>
                  <a:lnTo>
                    <a:pt x="24841" y="8953"/>
                  </a:lnTo>
                  <a:lnTo>
                    <a:pt x="34760" y="15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84550" y="2514327"/>
              <a:ext cx="92186" cy="101788"/>
            </a:xfrm>
            <a:custGeom>
              <a:avLst/>
              <a:pathLst>
                <a:path w="92186" h="101788">
                  <a:moveTo>
                    <a:pt x="18412" y="22949"/>
                  </a:moveTo>
                  <a:lnTo>
                    <a:pt x="39921" y="0"/>
                  </a:lnTo>
                  <a:lnTo>
                    <a:pt x="47032" y="6506"/>
                  </a:lnTo>
                  <a:lnTo>
                    <a:pt x="54765" y="13581"/>
                  </a:lnTo>
                  <a:lnTo>
                    <a:pt x="64955" y="22905"/>
                  </a:lnTo>
                  <a:lnTo>
                    <a:pt x="76844" y="33783"/>
                  </a:lnTo>
                  <a:lnTo>
                    <a:pt x="92186" y="47821"/>
                  </a:lnTo>
                  <a:lnTo>
                    <a:pt x="91418" y="60041"/>
                  </a:lnTo>
                  <a:lnTo>
                    <a:pt x="76912" y="77397"/>
                  </a:lnTo>
                  <a:lnTo>
                    <a:pt x="56527" y="101788"/>
                  </a:lnTo>
                  <a:lnTo>
                    <a:pt x="48066" y="92928"/>
                  </a:lnTo>
                  <a:lnTo>
                    <a:pt x="34463" y="78684"/>
                  </a:lnTo>
                  <a:lnTo>
                    <a:pt x="23959" y="67683"/>
                  </a:lnTo>
                  <a:lnTo>
                    <a:pt x="20650" y="64218"/>
                  </a:lnTo>
                  <a:lnTo>
                    <a:pt x="0" y="42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43745" y="2473673"/>
              <a:ext cx="77859" cy="76879"/>
            </a:xfrm>
            <a:custGeom>
              <a:avLst/>
              <a:pathLst>
                <a:path w="77859" h="76879">
                  <a:moveTo>
                    <a:pt x="5374" y="35507"/>
                  </a:moveTo>
                  <a:lnTo>
                    <a:pt x="11794" y="29472"/>
                  </a:lnTo>
                  <a:lnTo>
                    <a:pt x="20265" y="21508"/>
                  </a:lnTo>
                  <a:lnTo>
                    <a:pt x="27567" y="14643"/>
                  </a:lnTo>
                  <a:lnTo>
                    <a:pt x="35420" y="7261"/>
                  </a:lnTo>
                  <a:lnTo>
                    <a:pt x="43144" y="0"/>
                  </a:lnTo>
                  <a:lnTo>
                    <a:pt x="47855" y="4987"/>
                  </a:lnTo>
                  <a:lnTo>
                    <a:pt x="53831" y="11313"/>
                  </a:lnTo>
                  <a:lnTo>
                    <a:pt x="60468" y="18338"/>
                  </a:lnTo>
                  <a:lnTo>
                    <a:pt x="66421" y="24640"/>
                  </a:lnTo>
                  <a:lnTo>
                    <a:pt x="77859" y="36747"/>
                  </a:lnTo>
                  <a:lnTo>
                    <a:pt x="73617" y="40701"/>
                  </a:lnTo>
                  <a:lnTo>
                    <a:pt x="63246" y="50365"/>
                  </a:lnTo>
                  <a:lnTo>
                    <a:pt x="39454" y="72535"/>
                  </a:lnTo>
                  <a:lnTo>
                    <a:pt x="34634" y="76879"/>
                  </a:lnTo>
                  <a:lnTo>
                    <a:pt x="29790" y="71800"/>
                  </a:lnTo>
                  <a:lnTo>
                    <a:pt x="24054" y="65784"/>
                  </a:lnTo>
                  <a:lnTo>
                    <a:pt x="18707" y="60177"/>
                  </a:lnTo>
                  <a:lnTo>
                    <a:pt x="14139" y="55387"/>
                  </a:lnTo>
                  <a:lnTo>
                    <a:pt x="8524" y="49499"/>
                  </a:lnTo>
                  <a:lnTo>
                    <a:pt x="0" y="4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31240" y="2473429"/>
              <a:ext cx="62885" cy="58635"/>
            </a:xfrm>
            <a:custGeom>
              <a:avLst/>
              <a:pathLst>
                <a:path w="62885" h="58635">
                  <a:moveTo>
                    <a:pt x="25966" y="58635"/>
                  </a:moveTo>
                  <a:lnTo>
                    <a:pt x="22771" y="54953"/>
                  </a:lnTo>
                  <a:lnTo>
                    <a:pt x="19464" y="51140"/>
                  </a:lnTo>
                  <a:lnTo>
                    <a:pt x="14715" y="45667"/>
                  </a:lnTo>
                  <a:lnTo>
                    <a:pt x="9094" y="39189"/>
                  </a:lnTo>
                  <a:lnTo>
                    <a:pt x="0" y="28706"/>
                  </a:lnTo>
                  <a:lnTo>
                    <a:pt x="17882" y="8646"/>
                  </a:lnTo>
                  <a:lnTo>
                    <a:pt x="25176" y="4116"/>
                  </a:lnTo>
                  <a:lnTo>
                    <a:pt x="31804" y="0"/>
                  </a:lnTo>
                  <a:lnTo>
                    <a:pt x="37437" y="5872"/>
                  </a:lnTo>
                  <a:lnTo>
                    <a:pt x="42539" y="11191"/>
                  </a:lnTo>
                  <a:lnTo>
                    <a:pt x="48294" y="17191"/>
                  </a:lnTo>
                  <a:lnTo>
                    <a:pt x="56282" y="25519"/>
                  </a:lnTo>
                  <a:lnTo>
                    <a:pt x="62885" y="32402"/>
                  </a:lnTo>
                  <a:lnTo>
                    <a:pt x="47317" y="45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097757" y="2438843"/>
              <a:ext cx="59980" cy="61874"/>
            </a:xfrm>
            <a:custGeom>
              <a:avLst/>
              <a:pathLst>
                <a:path w="59980" h="61874">
                  <a:moveTo>
                    <a:pt x="59980" y="30704"/>
                  </a:moveTo>
                  <a:lnTo>
                    <a:pt x="50597" y="39878"/>
                  </a:lnTo>
                  <a:lnTo>
                    <a:pt x="28099" y="61874"/>
                  </a:lnTo>
                  <a:lnTo>
                    <a:pt x="24343" y="57491"/>
                  </a:lnTo>
                  <a:lnTo>
                    <a:pt x="17407" y="49397"/>
                  </a:lnTo>
                  <a:lnTo>
                    <a:pt x="9160" y="39773"/>
                  </a:lnTo>
                  <a:lnTo>
                    <a:pt x="0" y="29083"/>
                  </a:lnTo>
                  <a:lnTo>
                    <a:pt x="17987" y="13206"/>
                  </a:lnTo>
                  <a:lnTo>
                    <a:pt x="32950" y="0"/>
                  </a:lnTo>
                  <a:lnTo>
                    <a:pt x="34995" y="2285"/>
                  </a:lnTo>
                  <a:lnTo>
                    <a:pt x="44260" y="12637"/>
                  </a:lnTo>
                  <a:lnTo>
                    <a:pt x="53455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07492" y="2432791"/>
              <a:ext cx="73991" cy="76728"/>
            </a:xfrm>
            <a:custGeom>
              <a:avLst/>
              <a:pathLst>
                <a:path w="73991" h="76728">
                  <a:moveTo>
                    <a:pt x="7708" y="30925"/>
                  </a:moveTo>
                  <a:lnTo>
                    <a:pt x="17046" y="22140"/>
                  </a:lnTo>
                  <a:lnTo>
                    <a:pt x="27528" y="12280"/>
                  </a:lnTo>
                  <a:lnTo>
                    <a:pt x="40582" y="0"/>
                  </a:lnTo>
                  <a:lnTo>
                    <a:pt x="46441" y="6765"/>
                  </a:lnTo>
                  <a:lnTo>
                    <a:pt x="52707" y="14000"/>
                  </a:lnTo>
                  <a:lnTo>
                    <a:pt x="58646" y="20858"/>
                  </a:lnTo>
                  <a:lnTo>
                    <a:pt x="65326" y="28571"/>
                  </a:lnTo>
                  <a:lnTo>
                    <a:pt x="73991" y="38576"/>
                  </a:lnTo>
                  <a:lnTo>
                    <a:pt x="63120" y="48534"/>
                  </a:lnTo>
                  <a:lnTo>
                    <a:pt x="60314" y="51104"/>
                  </a:lnTo>
                  <a:lnTo>
                    <a:pt x="32345" y="76728"/>
                  </a:lnTo>
                  <a:lnTo>
                    <a:pt x="29152" y="72923"/>
                  </a:lnTo>
                  <a:lnTo>
                    <a:pt x="20578" y="62704"/>
                  </a:lnTo>
                  <a:lnTo>
                    <a:pt x="12415" y="52975"/>
                  </a:lnTo>
                  <a:lnTo>
                    <a:pt x="0" y="381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980668" y="2430277"/>
              <a:ext cx="33835" cy="37249"/>
            </a:xfrm>
            <a:custGeom>
              <a:avLst/>
              <a:pathLst>
                <a:path w="33835" h="37249">
                  <a:moveTo>
                    <a:pt x="3467" y="7989"/>
                  </a:moveTo>
                  <a:lnTo>
                    <a:pt x="6126" y="5546"/>
                  </a:lnTo>
                  <a:lnTo>
                    <a:pt x="10327" y="1685"/>
                  </a:lnTo>
                  <a:lnTo>
                    <a:pt x="12161" y="0"/>
                  </a:lnTo>
                  <a:lnTo>
                    <a:pt x="23485" y="13928"/>
                  </a:lnTo>
                  <a:lnTo>
                    <a:pt x="33835" y="26659"/>
                  </a:lnTo>
                  <a:lnTo>
                    <a:pt x="28635" y="31627"/>
                  </a:lnTo>
                  <a:lnTo>
                    <a:pt x="22749" y="37249"/>
                  </a:lnTo>
                  <a:lnTo>
                    <a:pt x="15608" y="29065"/>
                  </a:lnTo>
                  <a:lnTo>
                    <a:pt x="0" y="11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34249" y="2383001"/>
              <a:ext cx="79790" cy="79822"/>
            </a:xfrm>
            <a:custGeom>
              <a:avLst/>
              <a:pathLst>
                <a:path w="79790" h="79822">
                  <a:moveTo>
                    <a:pt x="65552" y="50501"/>
                  </a:moveTo>
                  <a:lnTo>
                    <a:pt x="30899" y="79822"/>
                  </a:lnTo>
                  <a:lnTo>
                    <a:pt x="27548" y="75785"/>
                  </a:lnTo>
                  <a:lnTo>
                    <a:pt x="23570" y="70993"/>
                  </a:lnTo>
                  <a:lnTo>
                    <a:pt x="20398" y="67172"/>
                  </a:lnTo>
                  <a:lnTo>
                    <a:pt x="17766" y="64001"/>
                  </a:lnTo>
                  <a:lnTo>
                    <a:pt x="13835" y="59266"/>
                  </a:lnTo>
                  <a:lnTo>
                    <a:pt x="10642" y="55419"/>
                  </a:lnTo>
                  <a:lnTo>
                    <a:pt x="6672" y="50637"/>
                  </a:lnTo>
                  <a:lnTo>
                    <a:pt x="3210" y="46467"/>
                  </a:lnTo>
                  <a:lnTo>
                    <a:pt x="0" y="42599"/>
                  </a:lnTo>
                  <a:lnTo>
                    <a:pt x="26427" y="18761"/>
                  </a:lnTo>
                  <a:lnTo>
                    <a:pt x="47228" y="0"/>
                  </a:lnTo>
                  <a:lnTo>
                    <a:pt x="51069" y="4537"/>
                  </a:lnTo>
                  <a:lnTo>
                    <a:pt x="54887" y="9045"/>
                  </a:lnTo>
                  <a:lnTo>
                    <a:pt x="57838" y="12530"/>
                  </a:lnTo>
                  <a:lnTo>
                    <a:pt x="62440" y="17965"/>
                  </a:lnTo>
                  <a:lnTo>
                    <a:pt x="65821" y="21958"/>
                  </a:lnTo>
                  <a:lnTo>
                    <a:pt x="69558" y="26371"/>
                  </a:lnTo>
                  <a:lnTo>
                    <a:pt x="74728" y="32477"/>
                  </a:lnTo>
                  <a:lnTo>
                    <a:pt x="79790" y="38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059307" y="2391134"/>
              <a:ext cx="69184" cy="73691"/>
            </a:xfrm>
            <a:custGeom>
              <a:avLst/>
              <a:pathLst>
                <a:path w="69184" h="73691">
                  <a:moveTo>
                    <a:pt x="27188" y="66723"/>
                  </a:moveTo>
                  <a:lnTo>
                    <a:pt x="19608" y="57157"/>
                  </a:lnTo>
                  <a:lnTo>
                    <a:pt x="13026" y="48848"/>
                  </a:lnTo>
                  <a:lnTo>
                    <a:pt x="6585" y="40719"/>
                  </a:lnTo>
                  <a:lnTo>
                    <a:pt x="0" y="32407"/>
                  </a:lnTo>
                  <a:lnTo>
                    <a:pt x="20846" y="14588"/>
                  </a:lnTo>
                  <a:lnTo>
                    <a:pt x="37913" y="0"/>
                  </a:lnTo>
                  <a:lnTo>
                    <a:pt x="42516" y="6062"/>
                  </a:lnTo>
                  <a:lnTo>
                    <a:pt x="47662" y="12840"/>
                  </a:lnTo>
                  <a:lnTo>
                    <a:pt x="54358" y="21658"/>
                  </a:lnTo>
                  <a:lnTo>
                    <a:pt x="59560" y="28509"/>
                  </a:lnTo>
                  <a:lnTo>
                    <a:pt x="69184" y="41184"/>
                  </a:lnTo>
                  <a:lnTo>
                    <a:pt x="52406" y="56136"/>
                  </a:lnTo>
                  <a:lnTo>
                    <a:pt x="32708" y="736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04713" y="2366545"/>
              <a:ext cx="52073" cy="52594"/>
            </a:xfrm>
            <a:custGeom>
              <a:avLst/>
              <a:pathLst>
                <a:path w="52073" h="52594">
                  <a:moveTo>
                    <a:pt x="10821" y="10593"/>
                  </a:moveTo>
                  <a:lnTo>
                    <a:pt x="23896" y="0"/>
                  </a:lnTo>
                  <a:lnTo>
                    <a:pt x="28137" y="4662"/>
                  </a:lnTo>
                  <a:lnTo>
                    <a:pt x="31108" y="7928"/>
                  </a:lnTo>
                  <a:lnTo>
                    <a:pt x="34236" y="11367"/>
                  </a:lnTo>
                  <a:lnTo>
                    <a:pt x="37904" y="15400"/>
                  </a:lnTo>
                  <a:lnTo>
                    <a:pt x="42155" y="20074"/>
                  </a:lnTo>
                  <a:lnTo>
                    <a:pt x="45441" y="23686"/>
                  </a:lnTo>
                  <a:lnTo>
                    <a:pt x="52073" y="30978"/>
                  </a:lnTo>
                  <a:lnTo>
                    <a:pt x="42094" y="39305"/>
                  </a:lnTo>
                  <a:lnTo>
                    <a:pt x="26168" y="52594"/>
                  </a:lnTo>
                  <a:lnTo>
                    <a:pt x="23202" y="48827"/>
                  </a:lnTo>
                  <a:lnTo>
                    <a:pt x="19751" y="44443"/>
                  </a:lnTo>
                  <a:lnTo>
                    <a:pt x="15886" y="39535"/>
                  </a:lnTo>
                  <a:lnTo>
                    <a:pt x="12640" y="35413"/>
                  </a:lnTo>
                  <a:lnTo>
                    <a:pt x="9067" y="30875"/>
                  </a:lnTo>
                  <a:lnTo>
                    <a:pt x="3768" y="24145"/>
                  </a:lnTo>
                  <a:lnTo>
                    <a:pt x="0" y="1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34821" y="2357037"/>
              <a:ext cx="37887" cy="34540"/>
            </a:xfrm>
            <a:custGeom>
              <a:avLst/>
              <a:pathLst>
                <a:path w="37887" h="34540">
                  <a:moveTo>
                    <a:pt x="30327" y="27175"/>
                  </a:moveTo>
                  <a:lnTo>
                    <a:pt x="22308" y="34540"/>
                  </a:lnTo>
                  <a:lnTo>
                    <a:pt x="18567" y="30600"/>
                  </a:lnTo>
                  <a:lnTo>
                    <a:pt x="11011" y="22642"/>
                  </a:lnTo>
                  <a:lnTo>
                    <a:pt x="0" y="11045"/>
                  </a:lnTo>
                  <a:lnTo>
                    <a:pt x="9552" y="5165"/>
                  </a:lnTo>
                  <a:lnTo>
                    <a:pt x="17944" y="0"/>
                  </a:lnTo>
                  <a:lnTo>
                    <a:pt x="28069" y="10271"/>
                  </a:lnTo>
                  <a:lnTo>
                    <a:pt x="37887" y="202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991994" y="2365467"/>
              <a:ext cx="76985" cy="88503"/>
            </a:xfrm>
            <a:custGeom>
              <a:avLst/>
              <a:pathLst>
                <a:path w="76985" h="88503">
                  <a:moveTo>
                    <a:pt x="26134" y="88503"/>
                  </a:moveTo>
                  <a:lnTo>
                    <a:pt x="18186" y="78171"/>
                  </a:lnTo>
                  <a:lnTo>
                    <a:pt x="15716" y="74960"/>
                  </a:lnTo>
                  <a:lnTo>
                    <a:pt x="13148" y="70692"/>
                  </a:lnTo>
                  <a:lnTo>
                    <a:pt x="11406" y="67796"/>
                  </a:lnTo>
                  <a:lnTo>
                    <a:pt x="10248" y="65535"/>
                  </a:lnTo>
                  <a:lnTo>
                    <a:pt x="7507" y="60183"/>
                  </a:lnTo>
                  <a:lnTo>
                    <a:pt x="3939" y="53215"/>
                  </a:lnTo>
                  <a:lnTo>
                    <a:pt x="0" y="45523"/>
                  </a:lnTo>
                  <a:lnTo>
                    <a:pt x="25380" y="25182"/>
                  </a:lnTo>
                  <a:lnTo>
                    <a:pt x="29574" y="21451"/>
                  </a:lnTo>
                  <a:lnTo>
                    <a:pt x="53683" y="0"/>
                  </a:lnTo>
                  <a:lnTo>
                    <a:pt x="56422" y="3455"/>
                  </a:lnTo>
                  <a:lnTo>
                    <a:pt x="60631" y="8764"/>
                  </a:lnTo>
                  <a:lnTo>
                    <a:pt x="62777" y="11470"/>
                  </a:lnTo>
                  <a:lnTo>
                    <a:pt x="64286" y="14954"/>
                  </a:lnTo>
                  <a:lnTo>
                    <a:pt x="67023" y="21276"/>
                  </a:lnTo>
                  <a:lnTo>
                    <a:pt x="68991" y="26332"/>
                  </a:lnTo>
                  <a:lnTo>
                    <a:pt x="70203" y="29447"/>
                  </a:lnTo>
                  <a:lnTo>
                    <a:pt x="72765" y="34139"/>
                  </a:lnTo>
                  <a:lnTo>
                    <a:pt x="76440" y="40870"/>
                  </a:lnTo>
                  <a:lnTo>
                    <a:pt x="76985" y="41869"/>
                  </a:lnTo>
                  <a:lnTo>
                    <a:pt x="64921" y="53057"/>
                  </a:lnTo>
                  <a:lnTo>
                    <a:pt x="49964" y="66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052394" y="2316120"/>
              <a:ext cx="65884" cy="85474"/>
            </a:xfrm>
            <a:custGeom>
              <a:avLst/>
              <a:pathLst>
                <a:path w="65884" h="85474">
                  <a:moveTo>
                    <a:pt x="32749" y="16088"/>
                  </a:moveTo>
                  <a:lnTo>
                    <a:pt x="37216" y="12051"/>
                  </a:lnTo>
                  <a:lnTo>
                    <a:pt x="50288" y="0"/>
                  </a:lnTo>
                  <a:lnTo>
                    <a:pt x="52382" y="2829"/>
                  </a:lnTo>
                  <a:lnTo>
                    <a:pt x="55083" y="6480"/>
                  </a:lnTo>
                  <a:lnTo>
                    <a:pt x="57571" y="9842"/>
                  </a:lnTo>
                  <a:lnTo>
                    <a:pt x="60653" y="14007"/>
                  </a:lnTo>
                  <a:lnTo>
                    <a:pt x="65884" y="21075"/>
                  </a:lnTo>
                  <a:lnTo>
                    <a:pt x="65717" y="26317"/>
                  </a:lnTo>
                  <a:lnTo>
                    <a:pt x="65332" y="38385"/>
                  </a:lnTo>
                  <a:lnTo>
                    <a:pt x="65022" y="48098"/>
                  </a:lnTo>
                  <a:lnTo>
                    <a:pt x="57135" y="54989"/>
                  </a:lnTo>
                  <a:lnTo>
                    <a:pt x="29072" y="79511"/>
                  </a:lnTo>
                  <a:lnTo>
                    <a:pt x="22855" y="84025"/>
                  </a:lnTo>
                  <a:lnTo>
                    <a:pt x="20859" y="85474"/>
                  </a:lnTo>
                  <a:lnTo>
                    <a:pt x="16616" y="76199"/>
                  </a:lnTo>
                  <a:lnTo>
                    <a:pt x="13712" y="69851"/>
                  </a:lnTo>
                  <a:lnTo>
                    <a:pt x="11427" y="64855"/>
                  </a:lnTo>
                  <a:lnTo>
                    <a:pt x="9985" y="62437"/>
                  </a:lnTo>
                  <a:lnTo>
                    <a:pt x="5500" y="54912"/>
                  </a:lnTo>
                  <a:lnTo>
                    <a:pt x="0" y="456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885140" y="2321393"/>
              <a:ext cx="77465" cy="71572"/>
            </a:xfrm>
            <a:custGeom>
              <a:avLst/>
              <a:pathLst>
                <a:path w="77465" h="71572">
                  <a:moveTo>
                    <a:pt x="28019" y="71572"/>
                  </a:moveTo>
                  <a:lnTo>
                    <a:pt x="21922" y="62895"/>
                  </a:lnTo>
                  <a:lnTo>
                    <a:pt x="18852" y="58526"/>
                  </a:lnTo>
                  <a:lnTo>
                    <a:pt x="0" y="33332"/>
                  </a:lnTo>
                  <a:lnTo>
                    <a:pt x="3188" y="32003"/>
                  </a:lnTo>
                  <a:lnTo>
                    <a:pt x="10122" y="29114"/>
                  </a:lnTo>
                  <a:lnTo>
                    <a:pt x="17503" y="26039"/>
                  </a:lnTo>
                  <a:lnTo>
                    <a:pt x="23128" y="23695"/>
                  </a:lnTo>
                  <a:lnTo>
                    <a:pt x="26032" y="20083"/>
                  </a:lnTo>
                  <a:lnTo>
                    <a:pt x="28179" y="17414"/>
                  </a:lnTo>
                  <a:lnTo>
                    <a:pt x="31172" y="13990"/>
                  </a:lnTo>
                  <a:lnTo>
                    <a:pt x="35160" y="9427"/>
                  </a:lnTo>
                  <a:lnTo>
                    <a:pt x="39449" y="4520"/>
                  </a:lnTo>
                  <a:lnTo>
                    <a:pt x="43399" y="0"/>
                  </a:lnTo>
                  <a:lnTo>
                    <a:pt x="58889" y="17309"/>
                  </a:lnTo>
                  <a:lnTo>
                    <a:pt x="77465" y="38068"/>
                  </a:lnTo>
                  <a:lnTo>
                    <a:pt x="62055" y="54635"/>
                  </a:lnTo>
                  <a:lnTo>
                    <a:pt x="43593" y="64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2960828" y="2322586"/>
              <a:ext cx="80911" cy="84439"/>
            </a:xfrm>
            <a:custGeom>
              <a:avLst/>
              <a:pathLst>
                <a:path w="80911" h="84439">
                  <a:moveTo>
                    <a:pt x="25870" y="80916"/>
                  </a:moveTo>
                  <a:lnTo>
                    <a:pt x="22080" y="76088"/>
                  </a:lnTo>
                  <a:lnTo>
                    <a:pt x="16655" y="69177"/>
                  </a:lnTo>
                  <a:lnTo>
                    <a:pt x="11606" y="62746"/>
                  </a:lnTo>
                  <a:lnTo>
                    <a:pt x="5699" y="55222"/>
                  </a:lnTo>
                  <a:lnTo>
                    <a:pt x="0" y="47961"/>
                  </a:lnTo>
                  <a:lnTo>
                    <a:pt x="12845" y="34697"/>
                  </a:lnTo>
                  <a:lnTo>
                    <a:pt x="14177" y="33321"/>
                  </a:lnTo>
                  <a:lnTo>
                    <a:pt x="25372" y="22579"/>
                  </a:lnTo>
                  <a:lnTo>
                    <a:pt x="48901" y="0"/>
                  </a:lnTo>
                  <a:lnTo>
                    <a:pt x="52940" y="5089"/>
                  </a:lnTo>
                  <a:lnTo>
                    <a:pt x="56984" y="10185"/>
                  </a:lnTo>
                  <a:lnTo>
                    <a:pt x="60695" y="14860"/>
                  </a:lnTo>
                  <a:lnTo>
                    <a:pt x="64943" y="20214"/>
                  </a:lnTo>
                  <a:lnTo>
                    <a:pt x="69898" y="26458"/>
                  </a:lnTo>
                  <a:lnTo>
                    <a:pt x="75208" y="33148"/>
                  </a:lnTo>
                  <a:lnTo>
                    <a:pt x="80911" y="40335"/>
                  </a:lnTo>
                  <a:lnTo>
                    <a:pt x="70078" y="48923"/>
                  </a:lnTo>
                  <a:lnTo>
                    <a:pt x="67632" y="50862"/>
                  </a:lnTo>
                  <a:lnTo>
                    <a:pt x="28636" y="84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21700" y="2329278"/>
              <a:ext cx="13534" cy="23012"/>
            </a:xfrm>
            <a:custGeom>
              <a:avLst/>
              <a:pathLst>
                <a:path w="13534" h="23012">
                  <a:moveTo>
                    <a:pt x="3606" y="420"/>
                  </a:moveTo>
                  <a:lnTo>
                    <a:pt x="9110" y="0"/>
                  </a:lnTo>
                  <a:lnTo>
                    <a:pt x="10359" y="6096"/>
                  </a:lnTo>
                  <a:lnTo>
                    <a:pt x="11742" y="12842"/>
                  </a:lnTo>
                  <a:lnTo>
                    <a:pt x="13534" y="21587"/>
                  </a:lnTo>
                  <a:lnTo>
                    <a:pt x="8929" y="22341"/>
                  </a:lnTo>
                  <a:lnTo>
                    <a:pt x="4829" y="23012"/>
                  </a:lnTo>
                  <a:lnTo>
                    <a:pt x="2082" y="10318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877705" y="2286498"/>
              <a:ext cx="44926" cy="49242"/>
            </a:xfrm>
            <a:custGeom>
              <a:avLst/>
              <a:pathLst>
                <a:path w="44926" h="49242">
                  <a:moveTo>
                    <a:pt x="20121" y="42988"/>
                  </a:moveTo>
                  <a:lnTo>
                    <a:pt x="16510" y="37971"/>
                  </a:lnTo>
                  <a:lnTo>
                    <a:pt x="12523" y="32433"/>
                  </a:lnTo>
                  <a:lnTo>
                    <a:pt x="8009" y="26162"/>
                  </a:lnTo>
                  <a:lnTo>
                    <a:pt x="6429" y="23966"/>
                  </a:lnTo>
                  <a:lnTo>
                    <a:pt x="0" y="14590"/>
                  </a:lnTo>
                  <a:lnTo>
                    <a:pt x="8841" y="8848"/>
                  </a:lnTo>
                  <a:lnTo>
                    <a:pt x="22468" y="0"/>
                  </a:lnTo>
                  <a:lnTo>
                    <a:pt x="25890" y="3969"/>
                  </a:lnTo>
                  <a:lnTo>
                    <a:pt x="33471" y="12762"/>
                  </a:lnTo>
                  <a:lnTo>
                    <a:pt x="44926" y="26049"/>
                  </a:lnTo>
                  <a:lnTo>
                    <a:pt x="37118" y="34969"/>
                  </a:lnTo>
                  <a:lnTo>
                    <a:pt x="24623" y="49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14610" y="2287783"/>
              <a:ext cx="67437" cy="69864"/>
            </a:xfrm>
            <a:custGeom>
              <a:avLst/>
              <a:pathLst>
                <a:path w="67437" h="69864">
                  <a:moveTo>
                    <a:pt x="53970" y="52249"/>
                  </a:moveTo>
                  <a:lnTo>
                    <a:pt x="33295" y="69864"/>
                  </a:lnTo>
                  <a:lnTo>
                    <a:pt x="29886" y="65637"/>
                  </a:lnTo>
                  <a:lnTo>
                    <a:pt x="21305" y="54996"/>
                  </a:lnTo>
                  <a:lnTo>
                    <a:pt x="13441" y="45244"/>
                  </a:lnTo>
                  <a:lnTo>
                    <a:pt x="0" y="28575"/>
                  </a:lnTo>
                  <a:lnTo>
                    <a:pt x="13267" y="15863"/>
                  </a:lnTo>
                  <a:lnTo>
                    <a:pt x="29825" y="0"/>
                  </a:lnTo>
                  <a:lnTo>
                    <a:pt x="35351" y="5991"/>
                  </a:lnTo>
                  <a:lnTo>
                    <a:pt x="41846" y="13031"/>
                  </a:lnTo>
                  <a:lnTo>
                    <a:pt x="48867" y="20643"/>
                  </a:lnTo>
                  <a:lnTo>
                    <a:pt x="56427" y="28839"/>
                  </a:lnTo>
                  <a:lnTo>
                    <a:pt x="67437" y="40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33292" y="2281950"/>
              <a:ext cx="68694" cy="70074"/>
            </a:xfrm>
            <a:custGeom>
              <a:avLst/>
              <a:pathLst>
                <a:path w="68694" h="70074">
                  <a:moveTo>
                    <a:pt x="55165" y="48540"/>
                  </a:moveTo>
                  <a:lnTo>
                    <a:pt x="32284" y="70074"/>
                  </a:lnTo>
                  <a:lnTo>
                    <a:pt x="28682" y="66049"/>
                  </a:lnTo>
                  <a:lnTo>
                    <a:pt x="23195" y="59917"/>
                  </a:lnTo>
                  <a:lnTo>
                    <a:pt x="16049" y="51933"/>
                  </a:lnTo>
                  <a:lnTo>
                    <a:pt x="9685" y="44822"/>
                  </a:lnTo>
                  <a:lnTo>
                    <a:pt x="0" y="34000"/>
                  </a:lnTo>
                  <a:lnTo>
                    <a:pt x="18403" y="16784"/>
                  </a:lnTo>
                  <a:lnTo>
                    <a:pt x="36345" y="0"/>
                  </a:lnTo>
                  <a:lnTo>
                    <a:pt x="41610" y="5827"/>
                  </a:lnTo>
                  <a:lnTo>
                    <a:pt x="46860" y="11639"/>
                  </a:lnTo>
                  <a:lnTo>
                    <a:pt x="52118" y="17459"/>
                  </a:lnTo>
                  <a:lnTo>
                    <a:pt x="58024" y="23997"/>
                  </a:lnTo>
                  <a:lnTo>
                    <a:pt x="62612" y="29076"/>
                  </a:lnTo>
                  <a:lnTo>
                    <a:pt x="68694" y="358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049539" y="2271583"/>
              <a:ext cx="34900" cy="38704"/>
            </a:xfrm>
            <a:custGeom>
              <a:avLst/>
              <a:pathLst>
                <a:path w="34900" h="38704">
                  <a:moveTo>
                    <a:pt x="30680" y="36382"/>
                  </a:moveTo>
                  <a:lnTo>
                    <a:pt x="26772" y="38704"/>
                  </a:lnTo>
                  <a:lnTo>
                    <a:pt x="20202" y="31459"/>
                  </a:lnTo>
                  <a:lnTo>
                    <a:pt x="0" y="9182"/>
                  </a:lnTo>
                  <a:lnTo>
                    <a:pt x="3079" y="5188"/>
                  </a:lnTo>
                  <a:lnTo>
                    <a:pt x="7081" y="0"/>
                  </a:lnTo>
                  <a:lnTo>
                    <a:pt x="20630" y="16498"/>
                  </a:lnTo>
                  <a:lnTo>
                    <a:pt x="34900" y="33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2973167" y="2246937"/>
              <a:ext cx="66979" cy="65454"/>
            </a:xfrm>
            <a:custGeom>
              <a:avLst/>
              <a:pathLst>
                <a:path w="66979" h="65454">
                  <a:moveTo>
                    <a:pt x="55504" y="44241"/>
                  </a:moveTo>
                  <a:lnTo>
                    <a:pt x="31799" y="65454"/>
                  </a:lnTo>
                  <a:lnTo>
                    <a:pt x="28061" y="61460"/>
                  </a:lnTo>
                  <a:lnTo>
                    <a:pt x="22216" y="55216"/>
                  </a:lnTo>
                  <a:lnTo>
                    <a:pt x="16784" y="49413"/>
                  </a:lnTo>
                  <a:lnTo>
                    <a:pt x="11020" y="43254"/>
                  </a:lnTo>
                  <a:lnTo>
                    <a:pt x="0" y="31481"/>
                  </a:lnTo>
                  <a:lnTo>
                    <a:pt x="11050" y="21593"/>
                  </a:lnTo>
                  <a:lnTo>
                    <a:pt x="18845" y="14617"/>
                  </a:lnTo>
                  <a:lnTo>
                    <a:pt x="35179" y="0"/>
                  </a:lnTo>
                  <a:lnTo>
                    <a:pt x="40089" y="5245"/>
                  </a:lnTo>
                  <a:lnTo>
                    <a:pt x="45597" y="11129"/>
                  </a:lnTo>
                  <a:lnTo>
                    <a:pt x="52411" y="18408"/>
                  </a:lnTo>
                  <a:lnTo>
                    <a:pt x="59293" y="25761"/>
                  </a:lnTo>
                  <a:lnTo>
                    <a:pt x="66979" y="339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00174" y="2242811"/>
              <a:ext cx="64449" cy="66600"/>
            </a:xfrm>
            <a:custGeom>
              <a:avLst/>
              <a:pathLst>
                <a:path w="64449" h="66600">
                  <a:moveTo>
                    <a:pt x="54059" y="45961"/>
                  </a:moveTo>
                  <a:lnTo>
                    <a:pt x="45845" y="52922"/>
                  </a:lnTo>
                  <a:lnTo>
                    <a:pt x="29704" y="66600"/>
                  </a:lnTo>
                  <a:lnTo>
                    <a:pt x="26132" y="61667"/>
                  </a:lnTo>
                  <a:lnTo>
                    <a:pt x="17788" y="50145"/>
                  </a:lnTo>
                  <a:lnTo>
                    <a:pt x="14074" y="45018"/>
                  </a:lnTo>
                  <a:lnTo>
                    <a:pt x="6629" y="34737"/>
                  </a:lnTo>
                  <a:lnTo>
                    <a:pt x="0" y="25583"/>
                  </a:lnTo>
                  <a:lnTo>
                    <a:pt x="4417" y="22164"/>
                  </a:lnTo>
                  <a:lnTo>
                    <a:pt x="14360" y="14468"/>
                  </a:lnTo>
                  <a:lnTo>
                    <a:pt x="25851" y="5575"/>
                  </a:lnTo>
                  <a:lnTo>
                    <a:pt x="33055" y="0"/>
                  </a:lnTo>
                  <a:lnTo>
                    <a:pt x="46721" y="16174"/>
                  </a:lnTo>
                  <a:lnTo>
                    <a:pt x="64449" y="3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2941223" y="2209072"/>
              <a:ext cx="66111" cy="65947"/>
            </a:xfrm>
            <a:custGeom>
              <a:avLst/>
              <a:pathLst>
                <a:path w="66111" h="65947">
                  <a:moveTo>
                    <a:pt x="7749" y="23496"/>
                  </a:moveTo>
                  <a:lnTo>
                    <a:pt x="16097" y="15806"/>
                  </a:lnTo>
                  <a:lnTo>
                    <a:pt x="24709" y="7873"/>
                  </a:lnTo>
                  <a:lnTo>
                    <a:pt x="33256" y="0"/>
                  </a:lnTo>
                  <a:lnTo>
                    <a:pt x="40731" y="7796"/>
                  </a:lnTo>
                  <a:lnTo>
                    <a:pt x="48320" y="15713"/>
                  </a:lnTo>
                  <a:lnTo>
                    <a:pt x="57335" y="25117"/>
                  </a:lnTo>
                  <a:lnTo>
                    <a:pt x="66111" y="34271"/>
                  </a:lnTo>
                  <a:lnTo>
                    <a:pt x="54174" y="45100"/>
                  </a:lnTo>
                  <a:lnTo>
                    <a:pt x="31194" y="65947"/>
                  </a:lnTo>
                  <a:lnTo>
                    <a:pt x="24581" y="58460"/>
                  </a:lnTo>
                  <a:lnTo>
                    <a:pt x="0" y="30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383203" y="2595283"/>
              <a:ext cx="182927" cy="173393"/>
            </a:xfrm>
            <a:custGeom>
              <a:avLst/>
              <a:pathLst>
                <a:path w="182927" h="173393">
                  <a:moveTo>
                    <a:pt x="44834" y="21976"/>
                  </a:moveTo>
                  <a:lnTo>
                    <a:pt x="78636" y="0"/>
                  </a:lnTo>
                  <a:lnTo>
                    <a:pt x="79190" y="1150"/>
                  </a:lnTo>
                  <a:lnTo>
                    <a:pt x="80297" y="3451"/>
                  </a:lnTo>
                  <a:lnTo>
                    <a:pt x="80569" y="4312"/>
                  </a:lnTo>
                  <a:lnTo>
                    <a:pt x="81676" y="6614"/>
                  </a:lnTo>
                  <a:lnTo>
                    <a:pt x="81939" y="8045"/>
                  </a:lnTo>
                  <a:lnTo>
                    <a:pt x="82484" y="9767"/>
                  </a:lnTo>
                  <a:lnTo>
                    <a:pt x="83600" y="11497"/>
                  </a:lnTo>
                  <a:lnTo>
                    <a:pt x="84425" y="13509"/>
                  </a:lnTo>
                  <a:lnTo>
                    <a:pt x="85251" y="15520"/>
                  </a:lnTo>
                  <a:lnTo>
                    <a:pt x="86648" y="17541"/>
                  </a:lnTo>
                  <a:lnTo>
                    <a:pt x="87755" y="19842"/>
                  </a:lnTo>
                  <a:lnTo>
                    <a:pt x="88871" y="21572"/>
                  </a:lnTo>
                  <a:lnTo>
                    <a:pt x="89415" y="23294"/>
                  </a:lnTo>
                  <a:lnTo>
                    <a:pt x="89960" y="25015"/>
                  </a:lnTo>
                  <a:lnTo>
                    <a:pt x="91084" y="26175"/>
                  </a:lnTo>
                  <a:lnTo>
                    <a:pt x="91910" y="28186"/>
                  </a:lnTo>
                  <a:lnTo>
                    <a:pt x="93035" y="29346"/>
                  </a:lnTo>
                  <a:lnTo>
                    <a:pt x="93852" y="31928"/>
                  </a:lnTo>
                  <a:lnTo>
                    <a:pt x="94967" y="33658"/>
                  </a:lnTo>
                  <a:lnTo>
                    <a:pt x="96083" y="35389"/>
                  </a:lnTo>
                  <a:lnTo>
                    <a:pt x="96917" y="36829"/>
                  </a:lnTo>
                  <a:lnTo>
                    <a:pt x="98323" y="38279"/>
                  </a:lnTo>
                  <a:lnTo>
                    <a:pt x="99720" y="40299"/>
                  </a:lnTo>
                  <a:lnTo>
                    <a:pt x="99983" y="41731"/>
                  </a:lnTo>
                  <a:lnTo>
                    <a:pt x="101389" y="43180"/>
                  </a:lnTo>
                  <a:lnTo>
                    <a:pt x="102768" y="46342"/>
                  </a:lnTo>
                  <a:lnTo>
                    <a:pt x="103594" y="48353"/>
                  </a:lnTo>
                  <a:lnTo>
                    <a:pt x="105553" y="50953"/>
                  </a:lnTo>
                  <a:lnTo>
                    <a:pt x="106396" y="51823"/>
                  </a:lnTo>
                  <a:lnTo>
                    <a:pt x="107801" y="53272"/>
                  </a:lnTo>
                  <a:lnTo>
                    <a:pt x="109488" y="55011"/>
                  </a:lnTo>
                  <a:lnTo>
                    <a:pt x="111183" y="56179"/>
                  </a:lnTo>
                  <a:lnTo>
                    <a:pt x="112879" y="57347"/>
                  </a:lnTo>
                  <a:lnTo>
                    <a:pt x="114864" y="58235"/>
                  </a:lnTo>
                  <a:lnTo>
                    <a:pt x="116278" y="59113"/>
                  </a:lnTo>
                  <a:lnTo>
                    <a:pt x="117991" y="59139"/>
                  </a:lnTo>
                  <a:lnTo>
                    <a:pt x="120828" y="60325"/>
                  </a:lnTo>
                  <a:lnTo>
                    <a:pt x="123973" y="60087"/>
                  </a:lnTo>
                  <a:lnTo>
                    <a:pt x="125967" y="60403"/>
                  </a:lnTo>
                  <a:lnTo>
                    <a:pt x="127961" y="60720"/>
                  </a:lnTo>
                  <a:lnTo>
                    <a:pt x="129665" y="61317"/>
                  </a:lnTo>
                  <a:lnTo>
                    <a:pt x="131533" y="61613"/>
                  </a:lnTo>
                  <a:lnTo>
                    <a:pt x="128904" y="89514"/>
                  </a:lnTo>
                  <a:lnTo>
                    <a:pt x="127209" y="107503"/>
                  </a:lnTo>
                  <a:lnTo>
                    <a:pt x="164250" y="94079"/>
                  </a:lnTo>
                  <a:lnTo>
                    <a:pt x="173410" y="117746"/>
                  </a:lnTo>
                  <a:lnTo>
                    <a:pt x="182927" y="142337"/>
                  </a:lnTo>
                  <a:lnTo>
                    <a:pt x="145863" y="152237"/>
                  </a:lnTo>
                  <a:lnTo>
                    <a:pt x="125298" y="157730"/>
                  </a:lnTo>
                  <a:lnTo>
                    <a:pt x="123674" y="170554"/>
                  </a:lnTo>
                  <a:lnTo>
                    <a:pt x="122242" y="170818"/>
                  </a:lnTo>
                  <a:lnTo>
                    <a:pt x="120239" y="171073"/>
                  </a:lnTo>
                  <a:lnTo>
                    <a:pt x="118526" y="171046"/>
                  </a:lnTo>
                  <a:lnTo>
                    <a:pt x="116805" y="171591"/>
                  </a:lnTo>
                  <a:lnTo>
                    <a:pt x="115083" y="172136"/>
                  </a:lnTo>
                  <a:lnTo>
                    <a:pt x="112800" y="172101"/>
                  </a:lnTo>
                  <a:lnTo>
                    <a:pt x="110797" y="172356"/>
                  </a:lnTo>
                  <a:lnTo>
                    <a:pt x="109365" y="172619"/>
                  </a:lnTo>
                  <a:lnTo>
                    <a:pt x="107652" y="172593"/>
                  </a:lnTo>
                  <a:lnTo>
                    <a:pt x="105649" y="172848"/>
                  </a:lnTo>
                  <a:lnTo>
                    <a:pt x="103928" y="173393"/>
                  </a:lnTo>
                  <a:lnTo>
                    <a:pt x="101372" y="172497"/>
                  </a:lnTo>
                  <a:lnTo>
                    <a:pt x="100247" y="171338"/>
                  </a:lnTo>
                  <a:lnTo>
                    <a:pt x="92350" y="164934"/>
                  </a:lnTo>
                  <a:lnTo>
                    <a:pt x="92069" y="164644"/>
                  </a:lnTo>
                  <a:lnTo>
                    <a:pt x="81941" y="154781"/>
                  </a:lnTo>
                  <a:lnTo>
                    <a:pt x="72893" y="148931"/>
                  </a:lnTo>
                  <a:lnTo>
                    <a:pt x="57908" y="139278"/>
                  </a:lnTo>
                  <a:lnTo>
                    <a:pt x="42632" y="129907"/>
                  </a:lnTo>
                  <a:lnTo>
                    <a:pt x="47164" y="113700"/>
                  </a:lnTo>
                  <a:lnTo>
                    <a:pt x="34920" y="100285"/>
                  </a:lnTo>
                  <a:lnTo>
                    <a:pt x="29191" y="94008"/>
                  </a:lnTo>
                  <a:lnTo>
                    <a:pt x="16648" y="92673"/>
                  </a:lnTo>
                  <a:lnTo>
                    <a:pt x="14488" y="87284"/>
                  </a:lnTo>
                  <a:lnTo>
                    <a:pt x="2798" y="58110"/>
                  </a:lnTo>
                  <a:lnTo>
                    <a:pt x="0" y="51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16620" y="2388781"/>
              <a:ext cx="50619" cy="29992"/>
            </a:xfrm>
            <a:custGeom>
              <a:avLst/>
              <a:pathLst>
                <a:path w="50619" h="29992">
                  <a:moveTo>
                    <a:pt x="45928" y="28004"/>
                  </a:moveTo>
                  <a:lnTo>
                    <a:pt x="43086" y="29992"/>
                  </a:lnTo>
                  <a:lnTo>
                    <a:pt x="35024" y="21616"/>
                  </a:lnTo>
                  <a:lnTo>
                    <a:pt x="28882" y="19218"/>
                  </a:lnTo>
                  <a:lnTo>
                    <a:pt x="11498" y="12429"/>
                  </a:lnTo>
                  <a:lnTo>
                    <a:pt x="0" y="11213"/>
                  </a:lnTo>
                  <a:lnTo>
                    <a:pt x="7218" y="5037"/>
                  </a:lnTo>
                  <a:lnTo>
                    <a:pt x="12159" y="810"/>
                  </a:lnTo>
                  <a:lnTo>
                    <a:pt x="21543" y="0"/>
                  </a:lnTo>
                  <a:lnTo>
                    <a:pt x="33173" y="8916"/>
                  </a:lnTo>
                  <a:lnTo>
                    <a:pt x="35984" y="11463"/>
                  </a:lnTo>
                  <a:lnTo>
                    <a:pt x="50619" y="24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05240" y="2198484"/>
              <a:ext cx="68384" cy="75644"/>
            </a:xfrm>
            <a:custGeom>
              <a:avLst/>
              <a:pathLst>
                <a:path w="68384" h="75644">
                  <a:moveTo>
                    <a:pt x="1898" y="27849"/>
                  </a:moveTo>
                  <a:lnTo>
                    <a:pt x="5354" y="24114"/>
                  </a:lnTo>
                  <a:lnTo>
                    <a:pt x="8734" y="20459"/>
                  </a:lnTo>
                  <a:lnTo>
                    <a:pt x="12425" y="16470"/>
                  </a:lnTo>
                  <a:lnTo>
                    <a:pt x="16026" y="12576"/>
                  </a:lnTo>
                  <a:lnTo>
                    <a:pt x="18704" y="9682"/>
                  </a:lnTo>
                  <a:lnTo>
                    <a:pt x="22195" y="5908"/>
                  </a:lnTo>
                  <a:lnTo>
                    <a:pt x="25782" y="2030"/>
                  </a:lnTo>
                  <a:lnTo>
                    <a:pt x="27660" y="0"/>
                  </a:lnTo>
                  <a:lnTo>
                    <a:pt x="49914" y="16478"/>
                  </a:lnTo>
                  <a:lnTo>
                    <a:pt x="68384" y="30154"/>
                  </a:lnTo>
                  <a:lnTo>
                    <a:pt x="66509" y="51108"/>
                  </a:lnTo>
                  <a:lnTo>
                    <a:pt x="59589" y="57429"/>
                  </a:lnTo>
                  <a:lnTo>
                    <a:pt x="55562" y="61107"/>
                  </a:lnTo>
                  <a:lnTo>
                    <a:pt x="39648" y="75644"/>
                  </a:lnTo>
                  <a:lnTo>
                    <a:pt x="30878" y="65526"/>
                  </a:lnTo>
                  <a:lnTo>
                    <a:pt x="0" y="29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170710" y="2184601"/>
              <a:ext cx="83176" cy="87546"/>
            </a:xfrm>
            <a:custGeom>
              <a:avLst/>
              <a:pathLst>
                <a:path w="83176" h="87546">
                  <a:moveTo>
                    <a:pt x="20441" y="87546"/>
                  </a:moveTo>
                  <a:lnTo>
                    <a:pt x="16529" y="83616"/>
                  </a:lnTo>
                  <a:lnTo>
                    <a:pt x="12666" y="79736"/>
                  </a:lnTo>
                  <a:lnTo>
                    <a:pt x="8398" y="75448"/>
                  </a:lnTo>
                  <a:lnTo>
                    <a:pt x="3993" y="71023"/>
                  </a:lnTo>
                  <a:lnTo>
                    <a:pt x="0" y="67010"/>
                  </a:lnTo>
                  <a:lnTo>
                    <a:pt x="25365" y="42022"/>
                  </a:lnTo>
                  <a:lnTo>
                    <a:pt x="68021" y="0"/>
                  </a:lnTo>
                  <a:lnTo>
                    <a:pt x="70007" y="2918"/>
                  </a:lnTo>
                  <a:lnTo>
                    <a:pt x="71985" y="5824"/>
                  </a:lnTo>
                  <a:lnTo>
                    <a:pt x="74668" y="9766"/>
                  </a:lnTo>
                  <a:lnTo>
                    <a:pt x="76349" y="12236"/>
                  </a:lnTo>
                  <a:lnTo>
                    <a:pt x="79299" y="16572"/>
                  </a:lnTo>
                  <a:lnTo>
                    <a:pt x="80889" y="20707"/>
                  </a:lnTo>
                  <a:lnTo>
                    <a:pt x="81927" y="23408"/>
                  </a:lnTo>
                  <a:lnTo>
                    <a:pt x="83176" y="26660"/>
                  </a:lnTo>
                  <a:lnTo>
                    <a:pt x="68421" y="49371"/>
                  </a:lnTo>
                  <a:lnTo>
                    <a:pt x="52514" y="7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48154" y="2169830"/>
              <a:ext cx="87053" cy="76017"/>
            </a:xfrm>
            <a:custGeom>
              <a:avLst/>
              <a:pathLst>
                <a:path w="87053" h="76017">
                  <a:moveTo>
                    <a:pt x="56726" y="41175"/>
                  </a:moveTo>
                  <a:lnTo>
                    <a:pt x="19736" y="76017"/>
                  </a:lnTo>
                  <a:lnTo>
                    <a:pt x="11213" y="67461"/>
                  </a:lnTo>
                  <a:lnTo>
                    <a:pt x="0" y="56202"/>
                  </a:lnTo>
                  <a:lnTo>
                    <a:pt x="40644" y="13554"/>
                  </a:lnTo>
                  <a:lnTo>
                    <a:pt x="53218" y="360"/>
                  </a:lnTo>
                  <a:lnTo>
                    <a:pt x="56375" y="305"/>
                  </a:lnTo>
                  <a:lnTo>
                    <a:pt x="61131" y="223"/>
                  </a:lnTo>
                  <a:lnTo>
                    <a:pt x="66430" y="131"/>
                  </a:lnTo>
                  <a:lnTo>
                    <a:pt x="74013" y="0"/>
                  </a:lnTo>
                  <a:lnTo>
                    <a:pt x="76568" y="2470"/>
                  </a:lnTo>
                  <a:lnTo>
                    <a:pt x="79818" y="5613"/>
                  </a:lnTo>
                  <a:lnTo>
                    <a:pt x="82291" y="8004"/>
                  </a:lnTo>
                  <a:lnTo>
                    <a:pt x="84866" y="10494"/>
                  </a:lnTo>
                  <a:lnTo>
                    <a:pt x="87053" y="12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2984488" y="2141210"/>
              <a:ext cx="50487" cy="50528"/>
            </a:xfrm>
            <a:custGeom>
              <a:avLst/>
              <a:pathLst>
                <a:path w="50487" h="50528">
                  <a:moveTo>
                    <a:pt x="49732" y="30928"/>
                  </a:moveTo>
                  <a:lnTo>
                    <a:pt x="47579" y="50528"/>
                  </a:lnTo>
                  <a:lnTo>
                    <a:pt x="40452" y="50097"/>
                  </a:lnTo>
                  <a:lnTo>
                    <a:pt x="31232" y="49539"/>
                  </a:lnTo>
                  <a:lnTo>
                    <a:pt x="17937" y="48735"/>
                  </a:lnTo>
                  <a:lnTo>
                    <a:pt x="2907" y="47826"/>
                  </a:lnTo>
                  <a:lnTo>
                    <a:pt x="1510" y="24846"/>
                  </a:lnTo>
                  <a:lnTo>
                    <a:pt x="0" y="0"/>
                  </a:lnTo>
                  <a:lnTo>
                    <a:pt x="5563" y="39"/>
                  </a:lnTo>
                  <a:lnTo>
                    <a:pt x="9519" y="67"/>
                  </a:lnTo>
                  <a:lnTo>
                    <a:pt x="16132" y="115"/>
                  </a:lnTo>
                  <a:lnTo>
                    <a:pt x="23012" y="164"/>
                  </a:lnTo>
                  <a:lnTo>
                    <a:pt x="29618" y="211"/>
                  </a:lnTo>
                  <a:lnTo>
                    <a:pt x="37799" y="270"/>
                  </a:lnTo>
                  <a:lnTo>
                    <a:pt x="50487" y="24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151898" y="2121339"/>
              <a:ext cx="79123" cy="36207"/>
            </a:xfrm>
            <a:custGeom>
              <a:avLst/>
              <a:pathLst>
                <a:path w="79123" h="36207">
                  <a:moveTo>
                    <a:pt x="69962" y="29211"/>
                  </a:moveTo>
                  <a:lnTo>
                    <a:pt x="64144" y="36207"/>
                  </a:lnTo>
                  <a:lnTo>
                    <a:pt x="45857" y="33588"/>
                  </a:lnTo>
                  <a:lnTo>
                    <a:pt x="23613" y="30402"/>
                  </a:lnTo>
                  <a:lnTo>
                    <a:pt x="0" y="27020"/>
                  </a:lnTo>
                  <a:lnTo>
                    <a:pt x="1409" y="15852"/>
                  </a:lnTo>
                  <a:lnTo>
                    <a:pt x="35317" y="6349"/>
                  </a:lnTo>
                  <a:lnTo>
                    <a:pt x="57977" y="0"/>
                  </a:lnTo>
                  <a:lnTo>
                    <a:pt x="71853" y="11938"/>
                  </a:lnTo>
                  <a:lnTo>
                    <a:pt x="79123" y="18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081941" y="2107705"/>
              <a:ext cx="63701" cy="112405"/>
            </a:xfrm>
            <a:custGeom>
              <a:avLst/>
              <a:pathLst>
                <a:path w="63701" h="112405">
                  <a:moveTo>
                    <a:pt x="60616" y="54113"/>
                  </a:moveTo>
                  <a:lnTo>
                    <a:pt x="54890" y="112405"/>
                  </a:lnTo>
                  <a:lnTo>
                    <a:pt x="49543" y="111156"/>
                  </a:lnTo>
                  <a:lnTo>
                    <a:pt x="43779" y="109811"/>
                  </a:lnTo>
                  <a:lnTo>
                    <a:pt x="33494" y="107409"/>
                  </a:lnTo>
                  <a:lnTo>
                    <a:pt x="25670" y="105583"/>
                  </a:lnTo>
                  <a:lnTo>
                    <a:pt x="17962" y="103783"/>
                  </a:lnTo>
                  <a:lnTo>
                    <a:pt x="10504" y="102042"/>
                  </a:lnTo>
                  <a:lnTo>
                    <a:pt x="3879" y="100495"/>
                  </a:lnTo>
                  <a:lnTo>
                    <a:pt x="0" y="99590"/>
                  </a:lnTo>
                  <a:lnTo>
                    <a:pt x="11320" y="35286"/>
                  </a:lnTo>
                  <a:lnTo>
                    <a:pt x="17531" y="0"/>
                  </a:lnTo>
                  <a:lnTo>
                    <a:pt x="22750" y="1067"/>
                  </a:lnTo>
                  <a:lnTo>
                    <a:pt x="27732" y="2085"/>
                  </a:lnTo>
                  <a:lnTo>
                    <a:pt x="33222" y="3207"/>
                  </a:lnTo>
                  <a:lnTo>
                    <a:pt x="38763" y="4340"/>
                  </a:lnTo>
                  <a:lnTo>
                    <a:pt x="43965" y="5404"/>
                  </a:lnTo>
                  <a:lnTo>
                    <a:pt x="48652" y="9511"/>
                  </a:lnTo>
                  <a:lnTo>
                    <a:pt x="52984" y="13306"/>
                  </a:lnTo>
                  <a:lnTo>
                    <a:pt x="58622" y="18246"/>
                  </a:lnTo>
                  <a:lnTo>
                    <a:pt x="63701" y="22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38412" y="2101490"/>
              <a:ext cx="57095" cy="98895"/>
            </a:xfrm>
            <a:custGeom>
              <a:avLst/>
              <a:pathLst>
                <a:path w="57095" h="98895">
                  <a:moveTo>
                    <a:pt x="46406" y="61081"/>
                  </a:moveTo>
                  <a:lnTo>
                    <a:pt x="39385" y="98895"/>
                  </a:lnTo>
                  <a:lnTo>
                    <a:pt x="35045" y="97376"/>
                  </a:lnTo>
                  <a:lnTo>
                    <a:pt x="32268" y="96404"/>
                  </a:lnTo>
                  <a:lnTo>
                    <a:pt x="28307" y="95019"/>
                  </a:lnTo>
                  <a:lnTo>
                    <a:pt x="23413" y="93306"/>
                  </a:lnTo>
                  <a:lnTo>
                    <a:pt x="19216" y="91838"/>
                  </a:lnTo>
                  <a:lnTo>
                    <a:pt x="15897" y="90676"/>
                  </a:lnTo>
                  <a:lnTo>
                    <a:pt x="12416" y="89458"/>
                  </a:lnTo>
                  <a:lnTo>
                    <a:pt x="7590" y="87770"/>
                  </a:lnTo>
                  <a:lnTo>
                    <a:pt x="3555" y="86358"/>
                  </a:lnTo>
                  <a:lnTo>
                    <a:pt x="0" y="85114"/>
                  </a:lnTo>
                  <a:lnTo>
                    <a:pt x="1850" y="66470"/>
                  </a:lnTo>
                  <a:lnTo>
                    <a:pt x="8247" y="52603"/>
                  </a:lnTo>
                  <a:lnTo>
                    <a:pt x="32513" y="0"/>
                  </a:lnTo>
                  <a:lnTo>
                    <a:pt x="35359" y="406"/>
                  </a:lnTo>
                  <a:lnTo>
                    <a:pt x="40098" y="1083"/>
                  </a:lnTo>
                  <a:lnTo>
                    <a:pt x="45320" y="1829"/>
                  </a:lnTo>
                  <a:lnTo>
                    <a:pt x="50095" y="2512"/>
                  </a:lnTo>
                  <a:lnTo>
                    <a:pt x="54165" y="3094"/>
                  </a:lnTo>
                  <a:lnTo>
                    <a:pt x="57095" y="3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40879" y="2329496"/>
              <a:ext cx="64884" cy="26696"/>
            </a:xfrm>
            <a:custGeom>
              <a:avLst/>
              <a:pathLst>
                <a:path w="64884" h="26696">
                  <a:moveTo>
                    <a:pt x="56928" y="25391"/>
                  </a:moveTo>
                  <a:lnTo>
                    <a:pt x="40903" y="25937"/>
                  </a:lnTo>
                  <a:lnTo>
                    <a:pt x="28411" y="26363"/>
                  </a:lnTo>
                  <a:lnTo>
                    <a:pt x="18626" y="26696"/>
                  </a:lnTo>
                  <a:lnTo>
                    <a:pt x="5154" y="22427"/>
                  </a:lnTo>
                  <a:lnTo>
                    <a:pt x="2606" y="11340"/>
                  </a:lnTo>
                  <a:lnTo>
                    <a:pt x="0" y="0"/>
                  </a:lnTo>
                  <a:lnTo>
                    <a:pt x="6385" y="281"/>
                  </a:lnTo>
                  <a:lnTo>
                    <a:pt x="10767" y="473"/>
                  </a:lnTo>
                  <a:lnTo>
                    <a:pt x="16992" y="747"/>
                  </a:lnTo>
                  <a:lnTo>
                    <a:pt x="27010" y="1188"/>
                  </a:lnTo>
                  <a:lnTo>
                    <a:pt x="38298" y="1685"/>
                  </a:lnTo>
                  <a:lnTo>
                    <a:pt x="62218" y="2737"/>
                  </a:lnTo>
                  <a:lnTo>
                    <a:pt x="63267" y="11548"/>
                  </a:lnTo>
                  <a:lnTo>
                    <a:pt x="63900" y="16863"/>
                  </a:lnTo>
                  <a:lnTo>
                    <a:pt x="64884" y="25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14766" y="2203876"/>
              <a:ext cx="117297" cy="171130"/>
            </a:xfrm>
            <a:custGeom>
              <a:avLst/>
              <a:pathLst>
                <a:path w="117297" h="171130">
                  <a:moveTo>
                    <a:pt x="28085" y="171130"/>
                  </a:moveTo>
                  <a:lnTo>
                    <a:pt x="23679" y="162686"/>
                  </a:lnTo>
                  <a:lnTo>
                    <a:pt x="19758" y="152898"/>
                  </a:lnTo>
                  <a:lnTo>
                    <a:pt x="15167" y="141438"/>
                  </a:lnTo>
                  <a:lnTo>
                    <a:pt x="11380" y="131986"/>
                  </a:lnTo>
                  <a:lnTo>
                    <a:pt x="6676" y="120244"/>
                  </a:lnTo>
                  <a:lnTo>
                    <a:pt x="0" y="103578"/>
                  </a:lnTo>
                  <a:lnTo>
                    <a:pt x="18172" y="75432"/>
                  </a:lnTo>
                  <a:lnTo>
                    <a:pt x="32665" y="57654"/>
                  </a:lnTo>
                  <a:lnTo>
                    <a:pt x="48460" y="38279"/>
                  </a:lnTo>
                  <a:lnTo>
                    <a:pt x="62228" y="11821"/>
                  </a:lnTo>
                  <a:lnTo>
                    <a:pt x="72140" y="0"/>
                  </a:lnTo>
                  <a:lnTo>
                    <a:pt x="75812" y="4471"/>
                  </a:lnTo>
                  <a:lnTo>
                    <a:pt x="78891" y="8222"/>
                  </a:lnTo>
                  <a:lnTo>
                    <a:pt x="82994" y="13219"/>
                  </a:lnTo>
                  <a:lnTo>
                    <a:pt x="87193" y="18333"/>
                  </a:lnTo>
                  <a:lnTo>
                    <a:pt x="91547" y="23637"/>
                  </a:lnTo>
                  <a:lnTo>
                    <a:pt x="95062" y="27917"/>
                  </a:lnTo>
                  <a:lnTo>
                    <a:pt x="98023" y="31523"/>
                  </a:lnTo>
                  <a:lnTo>
                    <a:pt x="100727" y="34192"/>
                  </a:lnTo>
                  <a:lnTo>
                    <a:pt x="103425" y="36855"/>
                  </a:lnTo>
                  <a:lnTo>
                    <a:pt x="106236" y="39630"/>
                  </a:lnTo>
                  <a:lnTo>
                    <a:pt x="109185" y="42540"/>
                  </a:lnTo>
                  <a:lnTo>
                    <a:pt x="111477" y="44803"/>
                  </a:lnTo>
                  <a:lnTo>
                    <a:pt x="113993" y="47285"/>
                  </a:lnTo>
                  <a:lnTo>
                    <a:pt x="117297" y="75432"/>
                  </a:lnTo>
                  <a:lnTo>
                    <a:pt x="111260" y="88949"/>
                  </a:lnTo>
                  <a:lnTo>
                    <a:pt x="105732" y="101326"/>
                  </a:lnTo>
                  <a:lnTo>
                    <a:pt x="91424" y="119687"/>
                  </a:lnTo>
                  <a:lnTo>
                    <a:pt x="79850" y="134539"/>
                  </a:lnTo>
                  <a:lnTo>
                    <a:pt x="68917" y="146754"/>
                  </a:lnTo>
                  <a:lnTo>
                    <a:pt x="56170" y="160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05604" y="2403810"/>
              <a:ext cx="46718" cy="96133"/>
            </a:xfrm>
            <a:custGeom>
              <a:avLst/>
              <a:pathLst>
                <a:path w="46718" h="96133">
                  <a:moveTo>
                    <a:pt x="1892" y="80428"/>
                  </a:moveTo>
                  <a:lnTo>
                    <a:pt x="3444" y="71612"/>
                  </a:lnTo>
                  <a:lnTo>
                    <a:pt x="5566" y="59560"/>
                  </a:lnTo>
                  <a:lnTo>
                    <a:pt x="7454" y="48838"/>
                  </a:lnTo>
                  <a:lnTo>
                    <a:pt x="10494" y="31573"/>
                  </a:lnTo>
                  <a:lnTo>
                    <a:pt x="13317" y="15537"/>
                  </a:lnTo>
                  <a:lnTo>
                    <a:pt x="16053" y="0"/>
                  </a:lnTo>
                  <a:lnTo>
                    <a:pt x="29185" y="2081"/>
                  </a:lnTo>
                  <a:lnTo>
                    <a:pt x="46718" y="4861"/>
                  </a:lnTo>
                  <a:lnTo>
                    <a:pt x="45091" y="13651"/>
                  </a:lnTo>
                  <a:lnTo>
                    <a:pt x="43683" y="21260"/>
                  </a:lnTo>
                  <a:lnTo>
                    <a:pt x="42053" y="30067"/>
                  </a:lnTo>
                  <a:lnTo>
                    <a:pt x="40101" y="40613"/>
                  </a:lnTo>
                  <a:lnTo>
                    <a:pt x="39011" y="46500"/>
                  </a:lnTo>
                  <a:lnTo>
                    <a:pt x="29825" y="96133"/>
                  </a:lnTo>
                  <a:lnTo>
                    <a:pt x="14371" y="93566"/>
                  </a:lnTo>
                  <a:lnTo>
                    <a:pt x="0" y="91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69900" y="2400047"/>
              <a:ext cx="140132" cy="143833"/>
            </a:xfrm>
            <a:custGeom>
              <a:avLst/>
              <a:pathLst>
                <a:path w="140132" h="143833">
                  <a:moveTo>
                    <a:pt x="49504" y="93247"/>
                  </a:moveTo>
                  <a:lnTo>
                    <a:pt x="63850" y="80344"/>
                  </a:lnTo>
                  <a:lnTo>
                    <a:pt x="81123" y="64811"/>
                  </a:lnTo>
                  <a:lnTo>
                    <a:pt x="98410" y="49264"/>
                  </a:lnTo>
                  <a:lnTo>
                    <a:pt x="105743" y="42669"/>
                  </a:lnTo>
                  <a:lnTo>
                    <a:pt x="119833" y="57142"/>
                  </a:lnTo>
                  <a:lnTo>
                    <a:pt x="140132" y="77991"/>
                  </a:lnTo>
                  <a:lnTo>
                    <a:pt x="107129" y="109474"/>
                  </a:lnTo>
                  <a:lnTo>
                    <a:pt x="71112" y="143833"/>
                  </a:lnTo>
                  <a:lnTo>
                    <a:pt x="63900" y="135449"/>
                  </a:lnTo>
                  <a:lnTo>
                    <a:pt x="55268" y="125416"/>
                  </a:lnTo>
                  <a:lnTo>
                    <a:pt x="49205" y="118368"/>
                  </a:lnTo>
                  <a:lnTo>
                    <a:pt x="44274" y="112636"/>
                  </a:lnTo>
                  <a:lnTo>
                    <a:pt x="42120" y="110132"/>
                  </a:lnTo>
                  <a:lnTo>
                    <a:pt x="36550" y="104442"/>
                  </a:lnTo>
                  <a:lnTo>
                    <a:pt x="30711" y="98477"/>
                  </a:lnTo>
                  <a:lnTo>
                    <a:pt x="23880" y="91499"/>
                  </a:lnTo>
                  <a:lnTo>
                    <a:pt x="17049" y="84520"/>
                  </a:lnTo>
                  <a:lnTo>
                    <a:pt x="0" y="67104"/>
                  </a:lnTo>
                  <a:lnTo>
                    <a:pt x="33096" y="36651"/>
                  </a:lnTo>
                  <a:lnTo>
                    <a:pt x="72927" y="0"/>
                  </a:lnTo>
                  <a:lnTo>
                    <a:pt x="79337" y="9103"/>
                  </a:lnTo>
                  <a:lnTo>
                    <a:pt x="84708" y="16733"/>
                  </a:lnTo>
                  <a:lnTo>
                    <a:pt x="91708" y="26676"/>
                  </a:lnTo>
                  <a:lnTo>
                    <a:pt x="99548" y="37811"/>
                  </a:lnTo>
                  <a:lnTo>
                    <a:pt x="79959" y="56854"/>
                  </a:lnTo>
                  <a:lnTo>
                    <a:pt x="67675" y="68797"/>
                  </a:lnTo>
                  <a:lnTo>
                    <a:pt x="46331" y="89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49597" y="2478273"/>
              <a:ext cx="200697" cy="137252"/>
            </a:xfrm>
            <a:custGeom>
              <a:avLst/>
              <a:pathLst>
                <a:path w="200697" h="137252">
                  <a:moveTo>
                    <a:pt x="143529" y="126773"/>
                  </a:moveTo>
                  <a:lnTo>
                    <a:pt x="132093" y="127740"/>
                  </a:lnTo>
                  <a:lnTo>
                    <a:pt x="126778" y="120520"/>
                  </a:lnTo>
                  <a:lnTo>
                    <a:pt x="116395" y="108654"/>
                  </a:lnTo>
                  <a:lnTo>
                    <a:pt x="95920" y="103200"/>
                  </a:lnTo>
                  <a:lnTo>
                    <a:pt x="82712" y="97951"/>
                  </a:lnTo>
                  <a:lnTo>
                    <a:pt x="51078" y="85380"/>
                  </a:lnTo>
                  <a:lnTo>
                    <a:pt x="0" y="64609"/>
                  </a:lnTo>
                  <a:lnTo>
                    <a:pt x="4066" y="60103"/>
                  </a:lnTo>
                  <a:lnTo>
                    <a:pt x="19920" y="50352"/>
                  </a:lnTo>
                  <a:lnTo>
                    <a:pt x="33024" y="33705"/>
                  </a:lnTo>
                  <a:lnTo>
                    <a:pt x="40209" y="30675"/>
                  </a:lnTo>
                  <a:lnTo>
                    <a:pt x="52598" y="17708"/>
                  </a:lnTo>
                  <a:lnTo>
                    <a:pt x="69519" y="0"/>
                  </a:lnTo>
                  <a:lnTo>
                    <a:pt x="70933" y="878"/>
                  </a:lnTo>
                  <a:lnTo>
                    <a:pt x="72628" y="2046"/>
                  </a:lnTo>
                  <a:lnTo>
                    <a:pt x="75158" y="4655"/>
                  </a:lnTo>
                  <a:lnTo>
                    <a:pt x="76291" y="5243"/>
                  </a:lnTo>
                  <a:lnTo>
                    <a:pt x="77978" y="6982"/>
                  </a:lnTo>
                  <a:lnTo>
                    <a:pt x="79392" y="7861"/>
                  </a:lnTo>
                  <a:lnTo>
                    <a:pt x="81650" y="9608"/>
                  </a:lnTo>
                  <a:lnTo>
                    <a:pt x="83064" y="10487"/>
                  </a:lnTo>
                  <a:lnTo>
                    <a:pt x="84759" y="11655"/>
                  </a:lnTo>
                  <a:lnTo>
                    <a:pt x="86744" y="12542"/>
                  </a:lnTo>
                  <a:lnTo>
                    <a:pt x="88158" y="13420"/>
                  </a:lnTo>
                  <a:lnTo>
                    <a:pt x="89573" y="14298"/>
                  </a:lnTo>
                  <a:lnTo>
                    <a:pt x="91558" y="15186"/>
                  </a:lnTo>
                  <a:lnTo>
                    <a:pt x="92972" y="16064"/>
                  </a:lnTo>
                  <a:lnTo>
                    <a:pt x="95247" y="16670"/>
                  </a:lnTo>
                  <a:lnTo>
                    <a:pt x="97241" y="16986"/>
                  </a:lnTo>
                  <a:lnTo>
                    <a:pt x="102967" y="18250"/>
                  </a:lnTo>
                  <a:lnTo>
                    <a:pt x="104390" y="18557"/>
                  </a:lnTo>
                  <a:lnTo>
                    <a:pt x="106384" y="18873"/>
                  </a:lnTo>
                  <a:lnTo>
                    <a:pt x="108097" y="18900"/>
                  </a:lnTo>
                  <a:lnTo>
                    <a:pt x="110090" y="19216"/>
                  </a:lnTo>
                  <a:lnTo>
                    <a:pt x="111522" y="18952"/>
                  </a:lnTo>
                  <a:lnTo>
                    <a:pt x="113797" y="19558"/>
                  </a:lnTo>
                  <a:lnTo>
                    <a:pt x="115220" y="19866"/>
                  </a:lnTo>
                  <a:lnTo>
                    <a:pt x="117504" y="19901"/>
                  </a:lnTo>
                  <a:lnTo>
                    <a:pt x="118646" y="19918"/>
                  </a:lnTo>
                  <a:lnTo>
                    <a:pt x="120640" y="20234"/>
                  </a:lnTo>
                  <a:lnTo>
                    <a:pt x="122634" y="20550"/>
                  </a:lnTo>
                  <a:lnTo>
                    <a:pt x="124338" y="21147"/>
                  </a:lnTo>
                  <a:lnTo>
                    <a:pt x="126332" y="21464"/>
                  </a:lnTo>
                  <a:lnTo>
                    <a:pt x="128607" y="22070"/>
                  </a:lnTo>
                  <a:lnTo>
                    <a:pt x="130311" y="22667"/>
                  </a:lnTo>
                  <a:lnTo>
                    <a:pt x="132586" y="23273"/>
                  </a:lnTo>
                  <a:lnTo>
                    <a:pt x="134009" y="23580"/>
                  </a:lnTo>
                  <a:lnTo>
                    <a:pt x="135713" y="24177"/>
                  </a:lnTo>
                  <a:lnTo>
                    <a:pt x="137707" y="24493"/>
                  </a:lnTo>
                  <a:lnTo>
                    <a:pt x="139692" y="25381"/>
                  </a:lnTo>
                  <a:lnTo>
                    <a:pt x="141115" y="25688"/>
                  </a:lnTo>
                  <a:lnTo>
                    <a:pt x="143109" y="26004"/>
                  </a:lnTo>
                  <a:lnTo>
                    <a:pt x="144532" y="26311"/>
                  </a:lnTo>
                  <a:lnTo>
                    <a:pt x="146236" y="26909"/>
                  </a:lnTo>
                  <a:lnTo>
                    <a:pt x="147940" y="27506"/>
                  </a:lnTo>
                  <a:lnTo>
                    <a:pt x="149644" y="28103"/>
                  </a:lnTo>
                  <a:lnTo>
                    <a:pt x="151919" y="28709"/>
                  </a:lnTo>
                  <a:lnTo>
                    <a:pt x="153342" y="29016"/>
                  </a:lnTo>
                  <a:lnTo>
                    <a:pt x="155327" y="29903"/>
                  </a:lnTo>
                  <a:lnTo>
                    <a:pt x="157602" y="30509"/>
                  </a:lnTo>
                  <a:lnTo>
                    <a:pt x="159298" y="31677"/>
                  </a:lnTo>
                  <a:lnTo>
                    <a:pt x="161572" y="32283"/>
                  </a:lnTo>
                  <a:lnTo>
                    <a:pt x="162987" y="33162"/>
                  </a:lnTo>
                  <a:lnTo>
                    <a:pt x="164691" y="33759"/>
                  </a:lnTo>
                  <a:lnTo>
                    <a:pt x="166404" y="33785"/>
                  </a:lnTo>
                  <a:lnTo>
                    <a:pt x="168389" y="34672"/>
                  </a:lnTo>
                  <a:lnTo>
                    <a:pt x="169812" y="34980"/>
                  </a:lnTo>
                  <a:lnTo>
                    <a:pt x="171806" y="35296"/>
                  </a:lnTo>
                  <a:lnTo>
                    <a:pt x="173510" y="35893"/>
                  </a:lnTo>
                  <a:lnTo>
                    <a:pt x="175223" y="35919"/>
                  </a:lnTo>
                  <a:lnTo>
                    <a:pt x="177208" y="36806"/>
                  </a:lnTo>
                  <a:lnTo>
                    <a:pt x="178903" y="37974"/>
                  </a:lnTo>
                  <a:lnTo>
                    <a:pt x="180607" y="38572"/>
                  </a:lnTo>
                  <a:lnTo>
                    <a:pt x="183427" y="40899"/>
                  </a:lnTo>
                  <a:lnTo>
                    <a:pt x="185684" y="42647"/>
                  </a:lnTo>
                  <a:lnTo>
                    <a:pt x="187090" y="44096"/>
                  </a:lnTo>
                  <a:lnTo>
                    <a:pt x="188495" y="45545"/>
                  </a:lnTo>
                  <a:lnTo>
                    <a:pt x="190182" y="47285"/>
                  </a:lnTo>
                  <a:lnTo>
                    <a:pt x="191579" y="49305"/>
                  </a:lnTo>
                  <a:lnTo>
                    <a:pt x="192132" y="50456"/>
                  </a:lnTo>
                  <a:lnTo>
                    <a:pt x="193538" y="51905"/>
                  </a:lnTo>
                  <a:lnTo>
                    <a:pt x="194934" y="53925"/>
                  </a:lnTo>
                  <a:lnTo>
                    <a:pt x="195769" y="55366"/>
                  </a:lnTo>
                  <a:lnTo>
                    <a:pt x="196604" y="56806"/>
                  </a:lnTo>
                  <a:lnTo>
                    <a:pt x="197719" y="58536"/>
                  </a:lnTo>
                  <a:lnTo>
                    <a:pt x="198545" y="60548"/>
                  </a:lnTo>
                  <a:lnTo>
                    <a:pt x="199388" y="61417"/>
                  </a:lnTo>
                  <a:lnTo>
                    <a:pt x="199643" y="63420"/>
                  </a:lnTo>
                  <a:lnTo>
                    <a:pt x="200188" y="65142"/>
                  </a:lnTo>
                  <a:lnTo>
                    <a:pt x="200443" y="67144"/>
                  </a:lnTo>
                  <a:lnTo>
                    <a:pt x="200697" y="69147"/>
                  </a:lnTo>
                  <a:lnTo>
                    <a:pt x="200381" y="71141"/>
                  </a:lnTo>
                  <a:lnTo>
                    <a:pt x="200627" y="73715"/>
                  </a:lnTo>
                  <a:lnTo>
                    <a:pt x="200311" y="75709"/>
                  </a:lnTo>
                  <a:lnTo>
                    <a:pt x="199987" y="78274"/>
                  </a:lnTo>
                  <a:lnTo>
                    <a:pt x="199960" y="79987"/>
                  </a:lnTo>
                  <a:lnTo>
                    <a:pt x="199354" y="82262"/>
                  </a:lnTo>
                  <a:lnTo>
                    <a:pt x="199038" y="84256"/>
                  </a:lnTo>
                  <a:lnTo>
                    <a:pt x="198722" y="86250"/>
                  </a:lnTo>
                  <a:lnTo>
                    <a:pt x="198125" y="87954"/>
                  </a:lnTo>
                  <a:lnTo>
                    <a:pt x="197809" y="89948"/>
                  </a:lnTo>
                  <a:lnTo>
                    <a:pt x="197502" y="91371"/>
                  </a:lnTo>
                  <a:lnTo>
                    <a:pt x="196819" y="93320"/>
                  </a:lnTo>
                  <a:lnTo>
                    <a:pt x="196488" y="95346"/>
                  </a:lnTo>
                  <a:lnTo>
                    <a:pt x="195167" y="98656"/>
                  </a:lnTo>
                  <a:lnTo>
                    <a:pt x="184610" y="113337"/>
                  </a:lnTo>
                  <a:lnTo>
                    <a:pt x="173809" y="122527"/>
                  </a:lnTo>
                  <a:lnTo>
                    <a:pt x="156503" y="137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33194" y="2410228"/>
              <a:ext cx="38618" cy="83653"/>
            </a:xfrm>
            <a:custGeom>
              <a:avLst/>
              <a:pathLst>
                <a:path w="38618" h="83653">
                  <a:moveTo>
                    <a:pt x="38101" y="8220"/>
                  </a:moveTo>
                  <a:lnTo>
                    <a:pt x="37466" y="14602"/>
                  </a:lnTo>
                  <a:lnTo>
                    <a:pt x="36905" y="20235"/>
                  </a:lnTo>
                  <a:lnTo>
                    <a:pt x="36521" y="24091"/>
                  </a:lnTo>
                  <a:lnTo>
                    <a:pt x="36060" y="28727"/>
                  </a:lnTo>
                  <a:lnTo>
                    <a:pt x="35553" y="33821"/>
                  </a:lnTo>
                  <a:lnTo>
                    <a:pt x="34963" y="39744"/>
                  </a:lnTo>
                  <a:lnTo>
                    <a:pt x="34296" y="46447"/>
                  </a:lnTo>
                  <a:lnTo>
                    <a:pt x="33654" y="52902"/>
                  </a:lnTo>
                  <a:lnTo>
                    <a:pt x="33036" y="59109"/>
                  </a:lnTo>
                  <a:lnTo>
                    <a:pt x="32369" y="65811"/>
                  </a:lnTo>
                  <a:lnTo>
                    <a:pt x="31613" y="73408"/>
                  </a:lnTo>
                  <a:lnTo>
                    <a:pt x="30593" y="83653"/>
                  </a:lnTo>
                  <a:lnTo>
                    <a:pt x="25835" y="82478"/>
                  </a:lnTo>
                  <a:lnTo>
                    <a:pt x="15421" y="78486"/>
                  </a:lnTo>
                  <a:lnTo>
                    <a:pt x="1471" y="73139"/>
                  </a:lnTo>
                  <a:lnTo>
                    <a:pt x="0" y="71622"/>
                  </a:lnTo>
                  <a:lnTo>
                    <a:pt x="4830" y="22720"/>
                  </a:lnTo>
                  <a:lnTo>
                    <a:pt x="7075" y="0"/>
                  </a:lnTo>
                  <a:lnTo>
                    <a:pt x="22327" y="1465"/>
                  </a:lnTo>
                  <a:lnTo>
                    <a:pt x="38618" y="3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68363" y="2409994"/>
              <a:ext cx="61089" cy="96482"/>
            </a:xfrm>
            <a:custGeom>
              <a:avLst/>
              <a:pathLst>
                <a:path w="61089" h="96482">
                  <a:moveTo>
                    <a:pt x="60397" y="10190"/>
                  </a:moveTo>
                  <a:lnTo>
                    <a:pt x="59469" y="15919"/>
                  </a:lnTo>
                  <a:lnTo>
                    <a:pt x="58532" y="21704"/>
                  </a:lnTo>
                  <a:lnTo>
                    <a:pt x="57492" y="28130"/>
                  </a:lnTo>
                  <a:lnTo>
                    <a:pt x="56545" y="33975"/>
                  </a:lnTo>
                  <a:lnTo>
                    <a:pt x="55580" y="39934"/>
                  </a:lnTo>
                  <a:lnTo>
                    <a:pt x="54141" y="48816"/>
                  </a:lnTo>
                  <a:lnTo>
                    <a:pt x="52873" y="56650"/>
                  </a:lnTo>
                  <a:lnTo>
                    <a:pt x="51567" y="64712"/>
                  </a:lnTo>
                  <a:lnTo>
                    <a:pt x="49959" y="74642"/>
                  </a:lnTo>
                  <a:lnTo>
                    <a:pt x="46422" y="96482"/>
                  </a:lnTo>
                  <a:lnTo>
                    <a:pt x="25992" y="91436"/>
                  </a:lnTo>
                  <a:lnTo>
                    <a:pt x="0" y="85017"/>
                  </a:lnTo>
                  <a:lnTo>
                    <a:pt x="619" y="79373"/>
                  </a:lnTo>
                  <a:lnTo>
                    <a:pt x="1378" y="72453"/>
                  </a:lnTo>
                  <a:lnTo>
                    <a:pt x="2120" y="65693"/>
                  </a:lnTo>
                  <a:lnTo>
                    <a:pt x="2831" y="59209"/>
                  </a:lnTo>
                  <a:lnTo>
                    <a:pt x="3378" y="54227"/>
                  </a:lnTo>
                  <a:lnTo>
                    <a:pt x="4063" y="47983"/>
                  </a:lnTo>
                  <a:lnTo>
                    <a:pt x="4674" y="42406"/>
                  </a:lnTo>
                  <a:lnTo>
                    <a:pt x="5165" y="37937"/>
                  </a:lnTo>
                  <a:lnTo>
                    <a:pt x="5958" y="30701"/>
                  </a:lnTo>
                  <a:lnTo>
                    <a:pt x="7160" y="19751"/>
                  </a:lnTo>
                  <a:lnTo>
                    <a:pt x="8127" y="10933"/>
                  </a:lnTo>
                  <a:lnTo>
                    <a:pt x="8911" y="3789"/>
                  </a:lnTo>
                  <a:lnTo>
                    <a:pt x="27741" y="1019"/>
                  </a:lnTo>
                  <a:lnTo>
                    <a:pt x="34672" y="0"/>
                  </a:lnTo>
                  <a:lnTo>
                    <a:pt x="61089" y="5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19236" y="2380994"/>
              <a:ext cx="71130" cy="137523"/>
            </a:xfrm>
            <a:custGeom>
              <a:avLst/>
              <a:pathLst>
                <a:path w="71130" h="137523">
                  <a:moveTo>
                    <a:pt x="67284" y="23745"/>
                  </a:moveTo>
                  <a:lnTo>
                    <a:pt x="65900" y="30596"/>
                  </a:lnTo>
                  <a:lnTo>
                    <a:pt x="64025" y="39877"/>
                  </a:lnTo>
                  <a:lnTo>
                    <a:pt x="61650" y="51636"/>
                  </a:lnTo>
                  <a:lnTo>
                    <a:pt x="60001" y="59797"/>
                  </a:lnTo>
                  <a:lnTo>
                    <a:pt x="57864" y="70378"/>
                  </a:lnTo>
                  <a:lnTo>
                    <a:pt x="56004" y="79587"/>
                  </a:lnTo>
                  <a:lnTo>
                    <a:pt x="54423" y="87414"/>
                  </a:lnTo>
                  <a:lnTo>
                    <a:pt x="52577" y="96552"/>
                  </a:lnTo>
                  <a:lnTo>
                    <a:pt x="44301" y="137523"/>
                  </a:lnTo>
                  <a:lnTo>
                    <a:pt x="25975" y="132997"/>
                  </a:lnTo>
                  <a:lnTo>
                    <a:pt x="0" y="126582"/>
                  </a:lnTo>
                  <a:lnTo>
                    <a:pt x="1290" y="118139"/>
                  </a:lnTo>
                  <a:lnTo>
                    <a:pt x="2720" y="108775"/>
                  </a:lnTo>
                  <a:lnTo>
                    <a:pt x="5243" y="92268"/>
                  </a:lnTo>
                  <a:lnTo>
                    <a:pt x="6368" y="84904"/>
                  </a:lnTo>
                  <a:lnTo>
                    <a:pt x="8150" y="73244"/>
                  </a:lnTo>
                  <a:lnTo>
                    <a:pt x="9569" y="63957"/>
                  </a:lnTo>
                  <a:lnTo>
                    <a:pt x="10811" y="55835"/>
                  </a:lnTo>
                  <a:lnTo>
                    <a:pt x="12273" y="46267"/>
                  </a:lnTo>
                  <a:lnTo>
                    <a:pt x="13882" y="35737"/>
                  </a:lnTo>
                  <a:lnTo>
                    <a:pt x="16140" y="26033"/>
                  </a:lnTo>
                  <a:lnTo>
                    <a:pt x="17695" y="19356"/>
                  </a:lnTo>
                  <a:lnTo>
                    <a:pt x="19119" y="13237"/>
                  </a:lnTo>
                  <a:lnTo>
                    <a:pt x="20479" y="7392"/>
                  </a:lnTo>
                  <a:lnTo>
                    <a:pt x="21285" y="3932"/>
                  </a:lnTo>
                  <a:lnTo>
                    <a:pt x="22200" y="0"/>
                  </a:lnTo>
                  <a:lnTo>
                    <a:pt x="43548" y="856"/>
                  </a:lnTo>
                  <a:lnTo>
                    <a:pt x="58341" y="1450"/>
                  </a:lnTo>
                  <a:lnTo>
                    <a:pt x="71130" y="5531"/>
                  </a:lnTo>
                  <a:lnTo>
                    <a:pt x="70089" y="10350"/>
                  </a:lnTo>
                  <a:lnTo>
                    <a:pt x="68556" y="17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73891" y="2399132"/>
              <a:ext cx="43903" cy="94884"/>
            </a:xfrm>
            <a:custGeom>
              <a:avLst/>
              <a:pathLst>
                <a:path w="43903" h="94884">
                  <a:moveTo>
                    <a:pt x="43023" y="8663"/>
                  </a:moveTo>
                  <a:lnTo>
                    <a:pt x="41752" y="15296"/>
                  </a:lnTo>
                  <a:lnTo>
                    <a:pt x="40664" y="20972"/>
                  </a:lnTo>
                  <a:lnTo>
                    <a:pt x="39418" y="27473"/>
                  </a:lnTo>
                  <a:lnTo>
                    <a:pt x="37941" y="35186"/>
                  </a:lnTo>
                  <a:lnTo>
                    <a:pt x="36262" y="43945"/>
                  </a:lnTo>
                  <a:lnTo>
                    <a:pt x="34877" y="51172"/>
                  </a:lnTo>
                  <a:lnTo>
                    <a:pt x="33040" y="60761"/>
                  </a:lnTo>
                  <a:lnTo>
                    <a:pt x="26502" y="94884"/>
                  </a:lnTo>
                  <a:lnTo>
                    <a:pt x="21142" y="93882"/>
                  </a:lnTo>
                  <a:lnTo>
                    <a:pt x="15657" y="92857"/>
                  </a:lnTo>
                  <a:lnTo>
                    <a:pt x="10193" y="91836"/>
                  </a:lnTo>
                  <a:lnTo>
                    <a:pt x="3526" y="90590"/>
                  </a:lnTo>
                  <a:lnTo>
                    <a:pt x="0" y="89931"/>
                  </a:lnTo>
                  <a:lnTo>
                    <a:pt x="1553" y="82281"/>
                  </a:lnTo>
                  <a:lnTo>
                    <a:pt x="3484" y="72766"/>
                  </a:lnTo>
                  <a:lnTo>
                    <a:pt x="5080" y="64905"/>
                  </a:lnTo>
                  <a:lnTo>
                    <a:pt x="7469" y="53134"/>
                  </a:lnTo>
                  <a:lnTo>
                    <a:pt x="10095" y="40202"/>
                  </a:lnTo>
                  <a:lnTo>
                    <a:pt x="13368" y="24077"/>
                  </a:lnTo>
                  <a:lnTo>
                    <a:pt x="18256" y="0"/>
                  </a:lnTo>
                  <a:lnTo>
                    <a:pt x="28126" y="1564"/>
                  </a:lnTo>
                  <a:lnTo>
                    <a:pt x="43903" y="4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39844" y="2409393"/>
              <a:ext cx="52686" cy="105485"/>
            </a:xfrm>
            <a:custGeom>
              <a:avLst/>
              <a:pathLst>
                <a:path w="52686" h="105485">
                  <a:moveTo>
                    <a:pt x="0" y="92304"/>
                  </a:moveTo>
                  <a:lnTo>
                    <a:pt x="4008" y="70580"/>
                  </a:lnTo>
                  <a:lnTo>
                    <a:pt x="7026" y="54220"/>
                  </a:lnTo>
                  <a:lnTo>
                    <a:pt x="11444" y="30275"/>
                  </a:lnTo>
                  <a:lnTo>
                    <a:pt x="17030" y="0"/>
                  </a:lnTo>
                  <a:lnTo>
                    <a:pt x="32469" y="2447"/>
                  </a:lnTo>
                  <a:lnTo>
                    <a:pt x="41864" y="3936"/>
                  </a:lnTo>
                  <a:lnTo>
                    <a:pt x="52686" y="19345"/>
                  </a:lnTo>
                  <a:lnTo>
                    <a:pt x="52073" y="34779"/>
                  </a:lnTo>
                  <a:lnTo>
                    <a:pt x="51473" y="49875"/>
                  </a:lnTo>
                  <a:lnTo>
                    <a:pt x="50838" y="65879"/>
                  </a:lnTo>
                  <a:lnTo>
                    <a:pt x="50254" y="80578"/>
                  </a:lnTo>
                  <a:lnTo>
                    <a:pt x="37320" y="105485"/>
                  </a:lnTo>
                  <a:lnTo>
                    <a:pt x="26981" y="102140"/>
                  </a:lnTo>
                  <a:lnTo>
                    <a:pt x="15015" y="98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67528" y="2495437"/>
              <a:ext cx="83165" cy="58215"/>
            </a:xfrm>
            <a:custGeom>
              <a:avLst/>
              <a:pathLst>
                <a:path w="83165" h="58215">
                  <a:moveTo>
                    <a:pt x="74848" y="38410"/>
                  </a:moveTo>
                  <a:lnTo>
                    <a:pt x="65406" y="58215"/>
                  </a:lnTo>
                  <a:lnTo>
                    <a:pt x="38064" y="48976"/>
                  </a:lnTo>
                  <a:lnTo>
                    <a:pt x="22615" y="43755"/>
                  </a:lnTo>
                  <a:lnTo>
                    <a:pt x="1480" y="36613"/>
                  </a:lnTo>
                  <a:lnTo>
                    <a:pt x="5800" y="27713"/>
                  </a:lnTo>
                  <a:lnTo>
                    <a:pt x="0" y="24968"/>
                  </a:lnTo>
                  <a:lnTo>
                    <a:pt x="2647" y="11926"/>
                  </a:lnTo>
                  <a:lnTo>
                    <a:pt x="5068" y="0"/>
                  </a:lnTo>
                  <a:lnTo>
                    <a:pt x="13628" y="2297"/>
                  </a:lnTo>
                  <a:lnTo>
                    <a:pt x="20899" y="4249"/>
                  </a:lnTo>
                  <a:lnTo>
                    <a:pt x="29261" y="6493"/>
                  </a:lnTo>
                  <a:lnTo>
                    <a:pt x="36072" y="8322"/>
                  </a:lnTo>
                  <a:lnTo>
                    <a:pt x="45866" y="10951"/>
                  </a:lnTo>
                  <a:lnTo>
                    <a:pt x="83165" y="20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160832" y="2512586"/>
              <a:ext cx="69000" cy="49109"/>
            </a:xfrm>
            <a:custGeom>
              <a:avLst/>
              <a:pathLst>
                <a:path w="69000" h="49109">
                  <a:moveTo>
                    <a:pt x="23622" y="11453"/>
                  </a:moveTo>
                  <a:lnTo>
                    <a:pt x="28950" y="7461"/>
                  </a:lnTo>
                  <a:lnTo>
                    <a:pt x="38910" y="0"/>
                  </a:lnTo>
                  <a:lnTo>
                    <a:pt x="45085" y="6392"/>
                  </a:lnTo>
                  <a:lnTo>
                    <a:pt x="49809" y="11283"/>
                  </a:lnTo>
                  <a:lnTo>
                    <a:pt x="54809" y="16460"/>
                  </a:lnTo>
                  <a:lnTo>
                    <a:pt x="56898" y="18622"/>
                  </a:lnTo>
                  <a:lnTo>
                    <a:pt x="62644" y="25486"/>
                  </a:lnTo>
                  <a:lnTo>
                    <a:pt x="69000" y="33077"/>
                  </a:lnTo>
                  <a:lnTo>
                    <a:pt x="49762" y="41106"/>
                  </a:lnTo>
                  <a:lnTo>
                    <a:pt x="30583" y="49109"/>
                  </a:lnTo>
                  <a:lnTo>
                    <a:pt x="19570" y="39718"/>
                  </a:lnTo>
                  <a:lnTo>
                    <a:pt x="2836" y="25448"/>
                  </a:lnTo>
                  <a:lnTo>
                    <a:pt x="0" y="23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159941" y="2591963"/>
              <a:ext cx="28613" cy="29779"/>
            </a:xfrm>
            <a:custGeom>
              <a:avLst/>
              <a:pathLst>
                <a:path w="28613" h="29779">
                  <a:moveTo>
                    <a:pt x="17158" y="26604"/>
                  </a:moveTo>
                  <a:lnTo>
                    <a:pt x="0" y="14442"/>
                  </a:lnTo>
                  <a:lnTo>
                    <a:pt x="4737" y="8502"/>
                  </a:lnTo>
                  <a:lnTo>
                    <a:pt x="8275" y="4067"/>
                  </a:lnTo>
                  <a:lnTo>
                    <a:pt x="11519" y="0"/>
                  </a:lnTo>
                  <a:lnTo>
                    <a:pt x="14048" y="1865"/>
                  </a:lnTo>
                  <a:lnTo>
                    <a:pt x="17973" y="4760"/>
                  </a:lnTo>
                  <a:lnTo>
                    <a:pt x="20154" y="6370"/>
                  </a:lnTo>
                  <a:lnTo>
                    <a:pt x="28613" y="12609"/>
                  </a:lnTo>
                  <a:lnTo>
                    <a:pt x="26180" y="16581"/>
                  </a:lnTo>
                  <a:lnTo>
                    <a:pt x="24401" y="21748"/>
                  </a:lnTo>
                  <a:lnTo>
                    <a:pt x="21636" y="29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16665" y="2679307"/>
              <a:ext cx="65099" cy="62468"/>
            </a:xfrm>
            <a:custGeom>
              <a:avLst/>
              <a:pathLst>
                <a:path w="65099" h="62468">
                  <a:moveTo>
                    <a:pt x="5241" y="37814"/>
                  </a:moveTo>
                  <a:lnTo>
                    <a:pt x="20977" y="0"/>
                  </a:lnTo>
                  <a:lnTo>
                    <a:pt x="28726" y="2618"/>
                  </a:lnTo>
                  <a:lnTo>
                    <a:pt x="38048" y="5767"/>
                  </a:lnTo>
                  <a:lnTo>
                    <a:pt x="47508" y="8963"/>
                  </a:lnTo>
                  <a:lnTo>
                    <a:pt x="65099" y="14907"/>
                  </a:lnTo>
                  <a:lnTo>
                    <a:pt x="58502" y="37253"/>
                  </a:lnTo>
                  <a:lnTo>
                    <a:pt x="52664" y="57026"/>
                  </a:lnTo>
                  <a:lnTo>
                    <a:pt x="47014" y="58286"/>
                  </a:lnTo>
                  <a:lnTo>
                    <a:pt x="37678" y="60369"/>
                  </a:lnTo>
                  <a:lnTo>
                    <a:pt x="28272" y="62468"/>
                  </a:lnTo>
                  <a:lnTo>
                    <a:pt x="20437" y="59126"/>
                  </a:lnTo>
                  <a:lnTo>
                    <a:pt x="9039" y="54265"/>
                  </a:lnTo>
                  <a:lnTo>
                    <a:pt x="0" y="504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18822" y="2473217"/>
              <a:ext cx="87046" cy="96028"/>
            </a:xfrm>
            <a:custGeom>
              <a:avLst/>
              <a:pathLst>
                <a:path w="87046" h="96028">
                  <a:moveTo>
                    <a:pt x="5402" y="61896"/>
                  </a:moveTo>
                  <a:lnTo>
                    <a:pt x="10113" y="51344"/>
                  </a:lnTo>
                  <a:lnTo>
                    <a:pt x="14570" y="41363"/>
                  </a:lnTo>
                  <a:lnTo>
                    <a:pt x="19376" y="30596"/>
                  </a:lnTo>
                  <a:lnTo>
                    <a:pt x="24923" y="18171"/>
                  </a:lnTo>
                  <a:lnTo>
                    <a:pt x="33037" y="0"/>
                  </a:lnTo>
                  <a:lnTo>
                    <a:pt x="60101" y="8919"/>
                  </a:lnTo>
                  <a:lnTo>
                    <a:pt x="87046" y="17799"/>
                  </a:lnTo>
                  <a:lnTo>
                    <a:pt x="83478" y="25488"/>
                  </a:lnTo>
                  <a:lnTo>
                    <a:pt x="80095" y="32781"/>
                  </a:lnTo>
                  <a:lnTo>
                    <a:pt x="73569" y="46849"/>
                  </a:lnTo>
                  <a:lnTo>
                    <a:pt x="69220" y="56223"/>
                  </a:lnTo>
                  <a:lnTo>
                    <a:pt x="65312" y="64646"/>
                  </a:lnTo>
                  <a:lnTo>
                    <a:pt x="60032" y="76026"/>
                  </a:lnTo>
                  <a:lnTo>
                    <a:pt x="50753" y="96028"/>
                  </a:lnTo>
                  <a:lnTo>
                    <a:pt x="27691" y="86018"/>
                  </a:lnTo>
                  <a:lnTo>
                    <a:pt x="0" y="7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874463" y="2502622"/>
              <a:ext cx="83243" cy="96930"/>
            </a:xfrm>
            <a:custGeom>
              <a:avLst/>
              <a:pathLst>
                <a:path w="83243" h="96930">
                  <a:moveTo>
                    <a:pt x="2777" y="67811"/>
                  </a:moveTo>
                  <a:lnTo>
                    <a:pt x="6842" y="58974"/>
                  </a:lnTo>
                  <a:lnTo>
                    <a:pt x="10254" y="51556"/>
                  </a:lnTo>
                  <a:lnTo>
                    <a:pt x="15526" y="40094"/>
                  </a:lnTo>
                  <a:lnTo>
                    <a:pt x="19101" y="31234"/>
                  </a:lnTo>
                  <a:lnTo>
                    <a:pt x="23596" y="20092"/>
                  </a:lnTo>
                  <a:lnTo>
                    <a:pt x="28891" y="6967"/>
                  </a:lnTo>
                  <a:lnTo>
                    <a:pt x="31702" y="0"/>
                  </a:lnTo>
                  <a:lnTo>
                    <a:pt x="35581" y="1176"/>
                  </a:lnTo>
                  <a:lnTo>
                    <a:pt x="56956" y="7661"/>
                  </a:lnTo>
                  <a:lnTo>
                    <a:pt x="64827" y="10049"/>
                  </a:lnTo>
                  <a:lnTo>
                    <a:pt x="83243" y="15935"/>
                  </a:lnTo>
                  <a:lnTo>
                    <a:pt x="81396" y="20375"/>
                  </a:lnTo>
                  <a:lnTo>
                    <a:pt x="77742" y="29164"/>
                  </a:lnTo>
                  <a:lnTo>
                    <a:pt x="74444" y="37094"/>
                  </a:lnTo>
                  <a:lnTo>
                    <a:pt x="71211" y="44869"/>
                  </a:lnTo>
                  <a:lnTo>
                    <a:pt x="68047" y="52479"/>
                  </a:lnTo>
                  <a:lnTo>
                    <a:pt x="65089" y="59591"/>
                  </a:lnTo>
                  <a:lnTo>
                    <a:pt x="61028" y="69357"/>
                  </a:lnTo>
                  <a:lnTo>
                    <a:pt x="56467" y="80325"/>
                  </a:lnTo>
                  <a:lnTo>
                    <a:pt x="49562" y="96930"/>
                  </a:lnTo>
                  <a:lnTo>
                    <a:pt x="44315" y="94487"/>
                  </a:lnTo>
                  <a:lnTo>
                    <a:pt x="37785" y="91446"/>
                  </a:lnTo>
                  <a:lnTo>
                    <a:pt x="31653" y="88590"/>
                  </a:lnTo>
                  <a:lnTo>
                    <a:pt x="23969" y="85012"/>
                  </a:lnTo>
                  <a:lnTo>
                    <a:pt x="16225" y="81406"/>
                  </a:lnTo>
                  <a:lnTo>
                    <a:pt x="8958" y="78021"/>
                  </a:lnTo>
                  <a:lnTo>
                    <a:pt x="0" y="73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29532" y="2522861"/>
              <a:ext cx="78082" cy="102023"/>
            </a:xfrm>
            <a:custGeom>
              <a:avLst/>
              <a:pathLst>
                <a:path w="78082" h="102023">
                  <a:moveTo>
                    <a:pt x="56913" y="73214"/>
                  </a:moveTo>
                  <a:lnTo>
                    <a:pt x="54387" y="80044"/>
                  </a:lnTo>
                  <a:lnTo>
                    <a:pt x="46258" y="102023"/>
                  </a:lnTo>
                  <a:lnTo>
                    <a:pt x="40757" y="99413"/>
                  </a:lnTo>
                  <a:lnTo>
                    <a:pt x="35562" y="96947"/>
                  </a:lnTo>
                  <a:lnTo>
                    <a:pt x="29752" y="94190"/>
                  </a:lnTo>
                  <a:lnTo>
                    <a:pt x="24867" y="91871"/>
                  </a:lnTo>
                  <a:lnTo>
                    <a:pt x="20930" y="90003"/>
                  </a:lnTo>
                  <a:lnTo>
                    <a:pt x="16759" y="88023"/>
                  </a:lnTo>
                  <a:lnTo>
                    <a:pt x="12674" y="86085"/>
                  </a:lnTo>
                  <a:lnTo>
                    <a:pt x="6197" y="83010"/>
                  </a:lnTo>
                  <a:lnTo>
                    <a:pt x="0" y="80069"/>
                  </a:lnTo>
                  <a:lnTo>
                    <a:pt x="2839" y="73201"/>
                  </a:lnTo>
                  <a:lnTo>
                    <a:pt x="6349" y="64712"/>
                  </a:lnTo>
                  <a:lnTo>
                    <a:pt x="9349" y="57456"/>
                  </a:lnTo>
                  <a:lnTo>
                    <a:pt x="12958" y="48728"/>
                  </a:lnTo>
                  <a:lnTo>
                    <a:pt x="17468" y="37817"/>
                  </a:lnTo>
                  <a:lnTo>
                    <a:pt x="21213" y="29425"/>
                  </a:lnTo>
                  <a:lnTo>
                    <a:pt x="25182" y="20534"/>
                  </a:lnTo>
                  <a:lnTo>
                    <a:pt x="34345" y="0"/>
                  </a:lnTo>
                  <a:lnTo>
                    <a:pt x="39996" y="2258"/>
                  </a:lnTo>
                  <a:lnTo>
                    <a:pt x="59359" y="9997"/>
                  </a:lnTo>
                  <a:lnTo>
                    <a:pt x="75249" y="16348"/>
                  </a:lnTo>
                  <a:lnTo>
                    <a:pt x="78082" y="17727"/>
                  </a:lnTo>
                  <a:lnTo>
                    <a:pt x="75240" y="25122"/>
                  </a:lnTo>
                  <a:lnTo>
                    <a:pt x="71201" y="35630"/>
                  </a:lnTo>
                  <a:lnTo>
                    <a:pt x="67522" y="45202"/>
                  </a:lnTo>
                  <a:lnTo>
                    <a:pt x="64360" y="53428"/>
                  </a:lnTo>
                  <a:lnTo>
                    <a:pt x="60970" y="6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984358" y="2545364"/>
              <a:ext cx="82934" cy="107442"/>
            </a:xfrm>
            <a:custGeom>
              <a:avLst/>
              <a:pathLst>
                <a:path w="82934" h="107442">
                  <a:moveTo>
                    <a:pt x="66086" y="68902"/>
                  </a:moveTo>
                  <a:lnTo>
                    <a:pt x="62180" y="79134"/>
                  </a:lnTo>
                  <a:lnTo>
                    <a:pt x="51374" y="107442"/>
                  </a:lnTo>
                  <a:lnTo>
                    <a:pt x="46549" y="105148"/>
                  </a:lnTo>
                  <a:lnTo>
                    <a:pt x="39368" y="101732"/>
                  </a:lnTo>
                  <a:lnTo>
                    <a:pt x="29725" y="97147"/>
                  </a:lnTo>
                  <a:lnTo>
                    <a:pt x="21255" y="93119"/>
                  </a:lnTo>
                  <a:lnTo>
                    <a:pt x="10612" y="88057"/>
                  </a:lnTo>
                  <a:lnTo>
                    <a:pt x="0" y="83010"/>
                  </a:lnTo>
                  <a:lnTo>
                    <a:pt x="3066" y="75240"/>
                  </a:lnTo>
                  <a:lnTo>
                    <a:pt x="6042" y="67698"/>
                  </a:lnTo>
                  <a:lnTo>
                    <a:pt x="9329" y="59369"/>
                  </a:lnTo>
                  <a:lnTo>
                    <a:pt x="12266" y="51929"/>
                  </a:lnTo>
                  <a:lnTo>
                    <a:pt x="15667" y="43310"/>
                  </a:lnTo>
                  <a:lnTo>
                    <a:pt x="19026" y="34798"/>
                  </a:lnTo>
                  <a:lnTo>
                    <a:pt x="23322" y="23913"/>
                  </a:lnTo>
                  <a:lnTo>
                    <a:pt x="27051" y="14463"/>
                  </a:lnTo>
                  <a:lnTo>
                    <a:pt x="32759" y="0"/>
                  </a:lnTo>
                  <a:lnTo>
                    <a:pt x="57430" y="12328"/>
                  </a:lnTo>
                  <a:lnTo>
                    <a:pt x="82934" y="25073"/>
                  </a:lnTo>
                  <a:lnTo>
                    <a:pt x="80587" y="31175"/>
                  </a:lnTo>
                  <a:lnTo>
                    <a:pt x="78523" y="36542"/>
                  </a:lnTo>
                  <a:lnTo>
                    <a:pt x="74789" y="46247"/>
                  </a:lnTo>
                  <a:lnTo>
                    <a:pt x="72002" y="53493"/>
                  </a:lnTo>
                  <a:lnTo>
                    <a:pt x="69510" y="59972"/>
                  </a:lnTo>
                  <a:lnTo>
                    <a:pt x="67526" y="65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39534" y="2573230"/>
              <a:ext cx="59333" cy="97729"/>
            </a:xfrm>
            <a:custGeom>
              <a:avLst/>
              <a:pathLst>
                <a:path w="59333" h="97729">
                  <a:moveTo>
                    <a:pt x="18676" y="93391"/>
                  </a:moveTo>
                  <a:lnTo>
                    <a:pt x="9180" y="88489"/>
                  </a:lnTo>
                  <a:lnTo>
                    <a:pt x="0" y="83750"/>
                  </a:lnTo>
                  <a:lnTo>
                    <a:pt x="4873" y="71578"/>
                  </a:lnTo>
                  <a:lnTo>
                    <a:pt x="9725" y="59458"/>
                  </a:lnTo>
                  <a:lnTo>
                    <a:pt x="14376" y="47843"/>
                  </a:lnTo>
                  <a:lnTo>
                    <a:pt x="19506" y="35029"/>
                  </a:lnTo>
                  <a:lnTo>
                    <a:pt x="22914" y="26518"/>
                  </a:lnTo>
                  <a:lnTo>
                    <a:pt x="33530" y="0"/>
                  </a:lnTo>
                  <a:lnTo>
                    <a:pt x="44829" y="6400"/>
                  </a:lnTo>
                  <a:lnTo>
                    <a:pt x="48392" y="8418"/>
                  </a:lnTo>
                  <a:lnTo>
                    <a:pt x="59333" y="19830"/>
                  </a:lnTo>
                  <a:lnTo>
                    <a:pt x="53889" y="32978"/>
                  </a:lnTo>
                  <a:lnTo>
                    <a:pt x="49484" y="43618"/>
                  </a:lnTo>
                  <a:lnTo>
                    <a:pt x="44748" y="55058"/>
                  </a:lnTo>
                  <a:lnTo>
                    <a:pt x="40460" y="65415"/>
                  </a:lnTo>
                  <a:lnTo>
                    <a:pt x="36573" y="74802"/>
                  </a:lnTo>
                  <a:lnTo>
                    <a:pt x="27081" y="9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954450" y="2636360"/>
              <a:ext cx="76215" cy="85781"/>
            </a:xfrm>
            <a:custGeom>
              <a:avLst/>
              <a:pathLst>
                <a:path w="76215" h="85781">
                  <a:moveTo>
                    <a:pt x="2646" y="52222"/>
                  </a:moveTo>
                  <a:lnTo>
                    <a:pt x="9026" y="35916"/>
                  </a:lnTo>
                  <a:lnTo>
                    <a:pt x="12617" y="26739"/>
                  </a:lnTo>
                  <a:lnTo>
                    <a:pt x="15917" y="18306"/>
                  </a:lnTo>
                  <a:lnTo>
                    <a:pt x="19781" y="8430"/>
                  </a:lnTo>
                  <a:lnTo>
                    <a:pt x="23080" y="0"/>
                  </a:lnTo>
                  <a:lnTo>
                    <a:pt x="29532" y="3143"/>
                  </a:lnTo>
                  <a:lnTo>
                    <a:pt x="34754" y="5687"/>
                  </a:lnTo>
                  <a:lnTo>
                    <a:pt x="42120" y="9275"/>
                  </a:lnTo>
                  <a:lnTo>
                    <a:pt x="50748" y="13478"/>
                  </a:lnTo>
                  <a:lnTo>
                    <a:pt x="60997" y="18471"/>
                  </a:lnTo>
                  <a:lnTo>
                    <a:pt x="69225" y="22479"/>
                  </a:lnTo>
                  <a:lnTo>
                    <a:pt x="76215" y="25885"/>
                  </a:lnTo>
                  <a:lnTo>
                    <a:pt x="72090" y="36570"/>
                  </a:lnTo>
                  <a:lnTo>
                    <a:pt x="68144" y="46788"/>
                  </a:lnTo>
                  <a:lnTo>
                    <a:pt x="64830" y="55370"/>
                  </a:lnTo>
                  <a:lnTo>
                    <a:pt x="60522" y="66524"/>
                  </a:lnTo>
                  <a:lnTo>
                    <a:pt x="53086" y="85781"/>
                  </a:lnTo>
                  <a:lnTo>
                    <a:pt x="30408" y="74334"/>
                  </a:lnTo>
                  <a:lnTo>
                    <a:pt x="0" y="5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897792" y="2612052"/>
              <a:ext cx="73619" cy="80002"/>
            </a:xfrm>
            <a:custGeom>
              <a:avLst/>
              <a:pathLst>
                <a:path w="73619" h="80002">
                  <a:moveTo>
                    <a:pt x="1616" y="52176"/>
                  </a:moveTo>
                  <a:lnTo>
                    <a:pt x="6779" y="39537"/>
                  </a:lnTo>
                  <a:lnTo>
                    <a:pt x="9858" y="31999"/>
                  </a:lnTo>
                  <a:lnTo>
                    <a:pt x="13102" y="24058"/>
                  </a:lnTo>
                  <a:lnTo>
                    <a:pt x="16063" y="16809"/>
                  </a:lnTo>
                  <a:lnTo>
                    <a:pt x="19267" y="8963"/>
                  </a:lnTo>
                  <a:lnTo>
                    <a:pt x="22929" y="0"/>
                  </a:lnTo>
                  <a:lnTo>
                    <a:pt x="28032" y="2260"/>
                  </a:lnTo>
                  <a:lnTo>
                    <a:pt x="35104" y="5392"/>
                  </a:lnTo>
                  <a:lnTo>
                    <a:pt x="39947" y="7571"/>
                  </a:lnTo>
                  <a:lnTo>
                    <a:pt x="46732" y="10624"/>
                  </a:lnTo>
                  <a:lnTo>
                    <a:pt x="54031" y="13909"/>
                  </a:lnTo>
                  <a:lnTo>
                    <a:pt x="58920" y="16109"/>
                  </a:lnTo>
                  <a:lnTo>
                    <a:pt x="64492" y="18616"/>
                  </a:lnTo>
                  <a:lnTo>
                    <a:pt x="69366" y="20809"/>
                  </a:lnTo>
                  <a:lnTo>
                    <a:pt x="73619" y="22723"/>
                  </a:lnTo>
                  <a:lnTo>
                    <a:pt x="69918" y="32138"/>
                  </a:lnTo>
                  <a:lnTo>
                    <a:pt x="66185" y="41635"/>
                  </a:lnTo>
                  <a:lnTo>
                    <a:pt x="61704" y="53034"/>
                  </a:lnTo>
                  <a:lnTo>
                    <a:pt x="55863" y="67893"/>
                  </a:lnTo>
                  <a:lnTo>
                    <a:pt x="51104" y="80002"/>
                  </a:lnTo>
                  <a:lnTo>
                    <a:pt x="27701" y="69072"/>
                  </a:lnTo>
                  <a:lnTo>
                    <a:pt x="0" y="56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839906" y="2587599"/>
              <a:ext cx="72584" cy="76804"/>
            </a:xfrm>
            <a:custGeom>
              <a:avLst/>
              <a:pathLst>
                <a:path w="72584" h="76804">
                  <a:moveTo>
                    <a:pt x="19361" y="17189"/>
                  </a:moveTo>
                  <a:lnTo>
                    <a:pt x="25076" y="7541"/>
                  </a:lnTo>
                  <a:lnTo>
                    <a:pt x="29543" y="0"/>
                  </a:lnTo>
                  <a:lnTo>
                    <a:pt x="34436" y="2323"/>
                  </a:lnTo>
                  <a:lnTo>
                    <a:pt x="39251" y="4608"/>
                  </a:lnTo>
                  <a:lnTo>
                    <a:pt x="44596" y="7146"/>
                  </a:lnTo>
                  <a:lnTo>
                    <a:pt x="50874" y="10126"/>
                  </a:lnTo>
                  <a:lnTo>
                    <a:pt x="56640" y="12864"/>
                  </a:lnTo>
                  <a:lnTo>
                    <a:pt x="66820" y="17696"/>
                  </a:lnTo>
                  <a:lnTo>
                    <a:pt x="72584" y="20433"/>
                  </a:lnTo>
                  <a:lnTo>
                    <a:pt x="68857" y="31352"/>
                  </a:lnTo>
                  <a:lnTo>
                    <a:pt x="64650" y="43681"/>
                  </a:lnTo>
                  <a:lnTo>
                    <a:pt x="59855" y="57729"/>
                  </a:lnTo>
                  <a:lnTo>
                    <a:pt x="53345" y="76804"/>
                  </a:lnTo>
                  <a:lnTo>
                    <a:pt x="50334" y="75296"/>
                  </a:lnTo>
                  <a:lnTo>
                    <a:pt x="28922" y="64482"/>
                  </a:lnTo>
                  <a:lnTo>
                    <a:pt x="9319" y="54583"/>
                  </a:lnTo>
                  <a:lnTo>
                    <a:pt x="0" y="49877"/>
                  </a:lnTo>
                  <a:lnTo>
                    <a:pt x="2925" y="44938"/>
                  </a:lnTo>
                  <a:lnTo>
                    <a:pt x="7248" y="37640"/>
                  </a:lnTo>
                  <a:lnTo>
                    <a:pt x="13040" y="27861"/>
                  </a:lnTo>
                  <a:lnTo>
                    <a:pt x="14486" y="254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795840" y="2563447"/>
              <a:ext cx="50309" cy="71998"/>
            </a:xfrm>
            <a:custGeom>
              <a:avLst/>
              <a:pathLst>
                <a:path w="50309" h="71998">
                  <a:moveTo>
                    <a:pt x="1881" y="44017"/>
                  </a:moveTo>
                  <a:lnTo>
                    <a:pt x="3613" y="37427"/>
                  </a:lnTo>
                  <a:lnTo>
                    <a:pt x="7425" y="22929"/>
                  </a:lnTo>
                  <a:lnTo>
                    <a:pt x="9470" y="15150"/>
                  </a:lnTo>
                  <a:lnTo>
                    <a:pt x="11638" y="6905"/>
                  </a:lnTo>
                  <a:lnTo>
                    <a:pt x="13453" y="0"/>
                  </a:lnTo>
                  <a:lnTo>
                    <a:pt x="17531" y="1966"/>
                  </a:lnTo>
                  <a:lnTo>
                    <a:pt x="21518" y="3888"/>
                  </a:lnTo>
                  <a:lnTo>
                    <a:pt x="26234" y="6162"/>
                  </a:lnTo>
                  <a:lnTo>
                    <a:pt x="30749" y="8339"/>
                  </a:lnTo>
                  <a:lnTo>
                    <a:pt x="35226" y="10498"/>
                  </a:lnTo>
                  <a:lnTo>
                    <a:pt x="39605" y="12609"/>
                  </a:lnTo>
                  <a:lnTo>
                    <a:pt x="43168" y="14327"/>
                  </a:lnTo>
                  <a:lnTo>
                    <a:pt x="46475" y="15922"/>
                  </a:lnTo>
                  <a:lnTo>
                    <a:pt x="50309" y="17770"/>
                  </a:lnTo>
                  <a:lnTo>
                    <a:pt x="48476" y="27218"/>
                  </a:lnTo>
                  <a:lnTo>
                    <a:pt x="46688" y="36434"/>
                  </a:lnTo>
                  <a:lnTo>
                    <a:pt x="44793" y="46203"/>
                  </a:lnTo>
                  <a:lnTo>
                    <a:pt x="42118" y="59994"/>
                  </a:lnTo>
                  <a:lnTo>
                    <a:pt x="39789" y="71998"/>
                  </a:lnTo>
                  <a:lnTo>
                    <a:pt x="27769" y="65707"/>
                  </a:lnTo>
                  <a:lnTo>
                    <a:pt x="0" y="511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679512" y="2762846"/>
              <a:ext cx="107169" cy="111231"/>
            </a:xfrm>
            <a:custGeom>
              <a:avLst/>
              <a:pathLst>
                <a:path w="107169" h="111231">
                  <a:moveTo>
                    <a:pt x="37048" y="41620"/>
                  </a:moveTo>
                  <a:lnTo>
                    <a:pt x="44723" y="34547"/>
                  </a:lnTo>
                  <a:lnTo>
                    <a:pt x="55829" y="24313"/>
                  </a:lnTo>
                  <a:lnTo>
                    <a:pt x="62513" y="18154"/>
                  </a:lnTo>
                  <a:lnTo>
                    <a:pt x="72378" y="9063"/>
                  </a:lnTo>
                  <a:lnTo>
                    <a:pt x="82215" y="0"/>
                  </a:lnTo>
                  <a:lnTo>
                    <a:pt x="86497" y="3994"/>
                  </a:lnTo>
                  <a:lnTo>
                    <a:pt x="93380" y="10415"/>
                  </a:lnTo>
                  <a:lnTo>
                    <a:pt x="107169" y="23277"/>
                  </a:lnTo>
                  <a:lnTo>
                    <a:pt x="104032" y="27970"/>
                  </a:lnTo>
                  <a:lnTo>
                    <a:pt x="99737" y="34396"/>
                  </a:lnTo>
                  <a:lnTo>
                    <a:pt x="94826" y="41742"/>
                  </a:lnTo>
                  <a:lnTo>
                    <a:pt x="89113" y="50289"/>
                  </a:lnTo>
                  <a:lnTo>
                    <a:pt x="84442" y="57276"/>
                  </a:lnTo>
                  <a:lnTo>
                    <a:pt x="77082" y="68284"/>
                  </a:lnTo>
                  <a:lnTo>
                    <a:pt x="71240" y="77025"/>
                  </a:lnTo>
                  <a:lnTo>
                    <a:pt x="55506" y="100560"/>
                  </a:lnTo>
                  <a:lnTo>
                    <a:pt x="46171" y="111231"/>
                  </a:lnTo>
                  <a:lnTo>
                    <a:pt x="36749" y="105056"/>
                  </a:lnTo>
                  <a:lnTo>
                    <a:pt x="29271" y="100154"/>
                  </a:lnTo>
                  <a:lnTo>
                    <a:pt x="17267" y="92286"/>
                  </a:lnTo>
                  <a:lnTo>
                    <a:pt x="0" y="80968"/>
                  </a:lnTo>
                  <a:lnTo>
                    <a:pt x="23696" y="55483"/>
                  </a:lnTo>
                  <a:lnTo>
                    <a:pt x="29585" y="49150"/>
                  </a:lnTo>
                  <a:lnTo>
                    <a:pt x="33835" y="44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759531" y="2803882"/>
              <a:ext cx="66481" cy="61543"/>
            </a:xfrm>
            <a:custGeom>
              <a:avLst/>
              <a:pathLst>
                <a:path w="66481" h="61543">
                  <a:moveTo>
                    <a:pt x="3343" y="32317"/>
                  </a:moveTo>
                  <a:lnTo>
                    <a:pt x="8495" y="24049"/>
                  </a:lnTo>
                  <a:lnTo>
                    <a:pt x="12874" y="17023"/>
                  </a:lnTo>
                  <a:lnTo>
                    <a:pt x="17242" y="10014"/>
                  </a:lnTo>
                  <a:lnTo>
                    <a:pt x="21262" y="3564"/>
                  </a:lnTo>
                  <a:lnTo>
                    <a:pt x="23484" y="0"/>
                  </a:lnTo>
                  <a:lnTo>
                    <a:pt x="44308" y="13907"/>
                  </a:lnTo>
                  <a:lnTo>
                    <a:pt x="66481" y="28716"/>
                  </a:lnTo>
                  <a:lnTo>
                    <a:pt x="61139" y="36855"/>
                  </a:lnTo>
                  <a:lnTo>
                    <a:pt x="56440" y="44013"/>
                  </a:lnTo>
                  <a:lnTo>
                    <a:pt x="48925" y="55462"/>
                  </a:lnTo>
                  <a:lnTo>
                    <a:pt x="46030" y="56942"/>
                  </a:lnTo>
                  <a:lnTo>
                    <a:pt x="37029" y="61543"/>
                  </a:lnTo>
                  <a:lnTo>
                    <a:pt x="30153" y="57112"/>
                  </a:lnTo>
                  <a:lnTo>
                    <a:pt x="0" y="3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783163" y="2824410"/>
              <a:ext cx="108986" cy="118175"/>
            </a:xfrm>
            <a:custGeom>
              <a:avLst/>
              <a:pathLst>
                <a:path w="108986" h="118175">
                  <a:moveTo>
                    <a:pt x="40508" y="113113"/>
                  </a:moveTo>
                  <a:lnTo>
                    <a:pt x="31348" y="107045"/>
                  </a:lnTo>
                  <a:lnTo>
                    <a:pt x="23227" y="101665"/>
                  </a:lnTo>
                  <a:lnTo>
                    <a:pt x="13763" y="95395"/>
                  </a:lnTo>
                  <a:lnTo>
                    <a:pt x="0" y="86277"/>
                  </a:lnTo>
                  <a:lnTo>
                    <a:pt x="4184" y="80594"/>
                  </a:lnTo>
                  <a:lnTo>
                    <a:pt x="10372" y="72192"/>
                  </a:lnTo>
                  <a:lnTo>
                    <a:pt x="18769" y="60789"/>
                  </a:lnTo>
                  <a:lnTo>
                    <a:pt x="24874" y="52498"/>
                  </a:lnTo>
                  <a:lnTo>
                    <a:pt x="32632" y="41963"/>
                  </a:lnTo>
                  <a:lnTo>
                    <a:pt x="39498" y="32639"/>
                  </a:lnTo>
                  <a:lnTo>
                    <a:pt x="47680" y="21528"/>
                  </a:lnTo>
                  <a:lnTo>
                    <a:pt x="54632" y="12087"/>
                  </a:lnTo>
                  <a:lnTo>
                    <a:pt x="59465" y="5524"/>
                  </a:lnTo>
                  <a:lnTo>
                    <a:pt x="63533" y="0"/>
                  </a:lnTo>
                  <a:lnTo>
                    <a:pt x="84293" y="13709"/>
                  </a:lnTo>
                  <a:lnTo>
                    <a:pt x="108986" y="30016"/>
                  </a:lnTo>
                  <a:lnTo>
                    <a:pt x="105079" y="35678"/>
                  </a:lnTo>
                  <a:lnTo>
                    <a:pt x="100734" y="41973"/>
                  </a:lnTo>
                  <a:lnTo>
                    <a:pt x="96360" y="48312"/>
                  </a:lnTo>
                  <a:lnTo>
                    <a:pt x="90600" y="56659"/>
                  </a:lnTo>
                  <a:lnTo>
                    <a:pt x="85904" y="63464"/>
                  </a:lnTo>
                  <a:lnTo>
                    <a:pt x="80602" y="71147"/>
                  </a:lnTo>
                  <a:lnTo>
                    <a:pt x="74891" y="79423"/>
                  </a:lnTo>
                  <a:lnTo>
                    <a:pt x="69297" y="87530"/>
                  </a:lnTo>
                  <a:lnTo>
                    <a:pt x="63537" y="95877"/>
                  </a:lnTo>
                  <a:lnTo>
                    <a:pt x="48149" y="1181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839491" y="2859801"/>
              <a:ext cx="108335" cy="117522"/>
            </a:xfrm>
            <a:custGeom>
              <a:avLst/>
              <a:pathLst>
                <a:path w="108335" h="117522">
                  <a:moveTo>
                    <a:pt x="36898" y="112996"/>
                  </a:moveTo>
                  <a:lnTo>
                    <a:pt x="29997" y="107956"/>
                  </a:lnTo>
                  <a:lnTo>
                    <a:pt x="25096" y="104377"/>
                  </a:lnTo>
                  <a:lnTo>
                    <a:pt x="19662" y="100409"/>
                  </a:lnTo>
                  <a:lnTo>
                    <a:pt x="10961" y="94055"/>
                  </a:lnTo>
                  <a:lnTo>
                    <a:pt x="0" y="86051"/>
                  </a:lnTo>
                  <a:lnTo>
                    <a:pt x="51914" y="11116"/>
                  </a:lnTo>
                  <a:lnTo>
                    <a:pt x="59615" y="0"/>
                  </a:lnTo>
                  <a:lnTo>
                    <a:pt x="83979" y="16108"/>
                  </a:lnTo>
                  <a:lnTo>
                    <a:pt x="108335" y="32211"/>
                  </a:lnTo>
                  <a:lnTo>
                    <a:pt x="100526" y="42422"/>
                  </a:lnTo>
                  <a:lnTo>
                    <a:pt x="95502" y="48993"/>
                  </a:lnTo>
                  <a:lnTo>
                    <a:pt x="90745" y="55213"/>
                  </a:lnTo>
                  <a:lnTo>
                    <a:pt x="84406" y="63503"/>
                  </a:lnTo>
                  <a:lnTo>
                    <a:pt x="77740" y="72220"/>
                  </a:lnTo>
                  <a:lnTo>
                    <a:pt x="71749" y="80055"/>
                  </a:lnTo>
                  <a:lnTo>
                    <a:pt x="65537" y="88178"/>
                  </a:lnTo>
                  <a:lnTo>
                    <a:pt x="58460" y="97432"/>
                  </a:lnTo>
                  <a:lnTo>
                    <a:pt x="51848" y="106079"/>
                  </a:lnTo>
                  <a:lnTo>
                    <a:pt x="43097" y="1175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852843" y="2814283"/>
              <a:ext cx="115512" cy="68821"/>
            </a:xfrm>
            <a:custGeom>
              <a:avLst/>
              <a:pathLst>
                <a:path w="115512" h="68821">
                  <a:moveTo>
                    <a:pt x="95905" y="68821"/>
                  </a:moveTo>
                  <a:lnTo>
                    <a:pt x="41939" y="33867"/>
                  </a:lnTo>
                  <a:lnTo>
                    <a:pt x="31142" y="27375"/>
                  </a:lnTo>
                  <a:lnTo>
                    <a:pt x="0" y="8647"/>
                  </a:lnTo>
                  <a:lnTo>
                    <a:pt x="15154" y="2522"/>
                  </a:lnTo>
                  <a:lnTo>
                    <a:pt x="42292" y="0"/>
                  </a:lnTo>
                  <a:lnTo>
                    <a:pt x="54981" y="2883"/>
                  </a:lnTo>
                  <a:lnTo>
                    <a:pt x="61157" y="4789"/>
                  </a:lnTo>
                  <a:lnTo>
                    <a:pt x="73659" y="8647"/>
                  </a:lnTo>
                  <a:lnTo>
                    <a:pt x="115512" y="18193"/>
                  </a:lnTo>
                  <a:lnTo>
                    <a:pt x="113397" y="30443"/>
                  </a:lnTo>
                  <a:lnTo>
                    <a:pt x="108421" y="44287"/>
                  </a:lnTo>
                  <a:lnTo>
                    <a:pt x="107052" y="48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891434" y="2931390"/>
              <a:ext cx="84288" cy="82006"/>
            </a:xfrm>
            <a:custGeom>
              <a:avLst/>
              <a:pathLst>
                <a:path w="84288" h="82006">
                  <a:moveTo>
                    <a:pt x="36311" y="74153"/>
                  </a:moveTo>
                  <a:lnTo>
                    <a:pt x="0" y="49431"/>
                  </a:lnTo>
                  <a:lnTo>
                    <a:pt x="4424" y="43935"/>
                  </a:lnTo>
                  <a:lnTo>
                    <a:pt x="10201" y="36759"/>
                  </a:lnTo>
                  <a:lnTo>
                    <a:pt x="16963" y="28359"/>
                  </a:lnTo>
                  <a:lnTo>
                    <a:pt x="24244" y="19314"/>
                  </a:lnTo>
                  <a:lnTo>
                    <a:pt x="30468" y="11583"/>
                  </a:lnTo>
                  <a:lnTo>
                    <a:pt x="35796" y="4965"/>
                  </a:lnTo>
                  <a:lnTo>
                    <a:pt x="39793" y="0"/>
                  </a:lnTo>
                  <a:lnTo>
                    <a:pt x="62921" y="15468"/>
                  </a:lnTo>
                  <a:lnTo>
                    <a:pt x="84288" y="29759"/>
                  </a:lnTo>
                  <a:lnTo>
                    <a:pt x="78795" y="37634"/>
                  </a:lnTo>
                  <a:lnTo>
                    <a:pt x="73298" y="45514"/>
                  </a:lnTo>
                  <a:lnTo>
                    <a:pt x="68208" y="52813"/>
                  </a:lnTo>
                  <a:lnTo>
                    <a:pt x="62761" y="60622"/>
                  </a:lnTo>
                  <a:lnTo>
                    <a:pt x="59860" y="64780"/>
                  </a:lnTo>
                  <a:lnTo>
                    <a:pt x="54676" y="72213"/>
                  </a:lnTo>
                  <a:lnTo>
                    <a:pt x="47845" y="820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33254" y="2821794"/>
              <a:ext cx="117111" cy="133160"/>
            </a:xfrm>
            <a:custGeom>
              <a:avLst/>
              <a:pathLst>
                <a:path w="117111" h="133160">
                  <a:moveTo>
                    <a:pt x="32929" y="57644"/>
                  </a:moveTo>
                  <a:lnTo>
                    <a:pt x="36687" y="52123"/>
                  </a:lnTo>
                  <a:lnTo>
                    <a:pt x="42867" y="38799"/>
                  </a:lnTo>
                  <a:lnTo>
                    <a:pt x="49409" y="24694"/>
                  </a:lnTo>
                  <a:lnTo>
                    <a:pt x="66336" y="29963"/>
                  </a:lnTo>
                  <a:lnTo>
                    <a:pt x="69016" y="30735"/>
                  </a:lnTo>
                  <a:lnTo>
                    <a:pt x="81359" y="28933"/>
                  </a:lnTo>
                  <a:lnTo>
                    <a:pt x="80116" y="22577"/>
                  </a:lnTo>
                  <a:lnTo>
                    <a:pt x="55452" y="22920"/>
                  </a:lnTo>
                  <a:lnTo>
                    <a:pt x="52744" y="2711"/>
                  </a:lnTo>
                  <a:lnTo>
                    <a:pt x="56094" y="2537"/>
                  </a:lnTo>
                  <a:lnTo>
                    <a:pt x="62809" y="2187"/>
                  </a:lnTo>
                  <a:lnTo>
                    <a:pt x="69488" y="1840"/>
                  </a:lnTo>
                  <a:lnTo>
                    <a:pt x="76817" y="1459"/>
                  </a:lnTo>
                  <a:lnTo>
                    <a:pt x="82513" y="1163"/>
                  </a:lnTo>
                  <a:lnTo>
                    <a:pt x="86954" y="932"/>
                  </a:lnTo>
                  <a:lnTo>
                    <a:pt x="90527" y="746"/>
                  </a:lnTo>
                  <a:lnTo>
                    <a:pt x="95286" y="498"/>
                  </a:lnTo>
                  <a:lnTo>
                    <a:pt x="100288" y="238"/>
                  </a:lnTo>
                  <a:lnTo>
                    <a:pt x="104880" y="0"/>
                  </a:lnTo>
                  <a:lnTo>
                    <a:pt x="111644" y="15020"/>
                  </a:lnTo>
                  <a:lnTo>
                    <a:pt x="117111" y="27163"/>
                  </a:lnTo>
                  <a:lnTo>
                    <a:pt x="93845" y="60018"/>
                  </a:lnTo>
                  <a:lnTo>
                    <a:pt x="81037" y="78104"/>
                  </a:lnTo>
                  <a:lnTo>
                    <a:pt x="42049" y="133160"/>
                  </a:lnTo>
                  <a:lnTo>
                    <a:pt x="37880" y="130470"/>
                  </a:lnTo>
                  <a:lnTo>
                    <a:pt x="33994" y="127962"/>
                  </a:lnTo>
                  <a:lnTo>
                    <a:pt x="28388" y="124345"/>
                  </a:lnTo>
                  <a:lnTo>
                    <a:pt x="23512" y="121198"/>
                  </a:lnTo>
                  <a:lnTo>
                    <a:pt x="19682" y="118727"/>
                  </a:lnTo>
                  <a:lnTo>
                    <a:pt x="16764" y="116844"/>
                  </a:lnTo>
                  <a:lnTo>
                    <a:pt x="12777" y="114271"/>
                  </a:lnTo>
                  <a:lnTo>
                    <a:pt x="7207" y="110677"/>
                  </a:lnTo>
                  <a:lnTo>
                    <a:pt x="0" y="106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942990" y="2964739"/>
              <a:ext cx="82480" cy="82658"/>
            </a:xfrm>
            <a:custGeom>
              <a:avLst/>
              <a:pathLst>
                <a:path w="82480" h="82658">
                  <a:moveTo>
                    <a:pt x="3953" y="46455"/>
                  </a:moveTo>
                  <a:lnTo>
                    <a:pt x="8259" y="40624"/>
                  </a:lnTo>
                  <a:lnTo>
                    <a:pt x="15166" y="31271"/>
                  </a:lnTo>
                  <a:lnTo>
                    <a:pt x="21217" y="23076"/>
                  </a:lnTo>
                  <a:lnTo>
                    <a:pt x="25517" y="17252"/>
                  </a:lnTo>
                  <a:lnTo>
                    <a:pt x="31760" y="8798"/>
                  </a:lnTo>
                  <a:lnTo>
                    <a:pt x="35935" y="3143"/>
                  </a:lnTo>
                  <a:lnTo>
                    <a:pt x="38257" y="0"/>
                  </a:lnTo>
                  <a:lnTo>
                    <a:pt x="57660" y="12603"/>
                  </a:lnTo>
                  <a:lnTo>
                    <a:pt x="82480" y="28726"/>
                  </a:lnTo>
                  <a:lnTo>
                    <a:pt x="78477" y="34536"/>
                  </a:lnTo>
                  <a:lnTo>
                    <a:pt x="74199" y="40746"/>
                  </a:lnTo>
                  <a:lnTo>
                    <a:pt x="69971" y="46882"/>
                  </a:lnTo>
                  <a:lnTo>
                    <a:pt x="65758" y="52997"/>
                  </a:lnTo>
                  <a:lnTo>
                    <a:pt x="60359" y="60833"/>
                  </a:lnTo>
                  <a:lnTo>
                    <a:pt x="54975" y="68648"/>
                  </a:lnTo>
                  <a:lnTo>
                    <a:pt x="50024" y="75835"/>
                  </a:lnTo>
                  <a:lnTo>
                    <a:pt x="45323" y="82658"/>
                  </a:lnTo>
                  <a:lnTo>
                    <a:pt x="28969" y="71527"/>
                  </a:lnTo>
                  <a:lnTo>
                    <a:pt x="0" y="5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984596" y="2906695"/>
              <a:ext cx="77465" cy="79907"/>
            </a:xfrm>
            <a:custGeom>
              <a:avLst/>
              <a:pathLst>
                <a:path w="77465" h="79907">
                  <a:moveTo>
                    <a:pt x="40329" y="77287"/>
                  </a:moveTo>
                  <a:lnTo>
                    <a:pt x="33891" y="73222"/>
                  </a:lnTo>
                  <a:lnTo>
                    <a:pt x="28663" y="69921"/>
                  </a:lnTo>
                  <a:lnTo>
                    <a:pt x="22063" y="65753"/>
                  </a:lnTo>
                  <a:lnTo>
                    <a:pt x="14179" y="60774"/>
                  </a:lnTo>
                  <a:lnTo>
                    <a:pt x="0" y="51820"/>
                  </a:lnTo>
                  <a:lnTo>
                    <a:pt x="6551" y="42842"/>
                  </a:lnTo>
                  <a:lnTo>
                    <a:pt x="13947" y="32707"/>
                  </a:lnTo>
                  <a:lnTo>
                    <a:pt x="23525" y="19583"/>
                  </a:lnTo>
                  <a:lnTo>
                    <a:pt x="30735" y="9702"/>
                  </a:lnTo>
                  <a:lnTo>
                    <a:pt x="37816" y="0"/>
                  </a:lnTo>
                  <a:lnTo>
                    <a:pt x="51400" y="6590"/>
                  </a:lnTo>
                  <a:lnTo>
                    <a:pt x="58609" y="10087"/>
                  </a:lnTo>
                  <a:lnTo>
                    <a:pt x="64673" y="16953"/>
                  </a:lnTo>
                  <a:lnTo>
                    <a:pt x="77465" y="31435"/>
                  </a:lnTo>
                  <a:lnTo>
                    <a:pt x="68122" y="45164"/>
                  </a:lnTo>
                  <a:lnTo>
                    <a:pt x="44478" y="799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994225" y="2996655"/>
              <a:ext cx="58097" cy="59397"/>
            </a:xfrm>
            <a:custGeom>
              <a:avLst/>
              <a:pathLst>
                <a:path w="58097" h="59397">
                  <a:moveTo>
                    <a:pt x="0" y="57112"/>
                  </a:moveTo>
                  <a:lnTo>
                    <a:pt x="28628" y="11606"/>
                  </a:lnTo>
                  <a:lnTo>
                    <a:pt x="35930" y="0"/>
                  </a:lnTo>
                  <a:lnTo>
                    <a:pt x="41796" y="4428"/>
                  </a:lnTo>
                  <a:lnTo>
                    <a:pt x="51237" y="11557"/>
                  </a:lnTo>
                  <a:lnTo>
                    <a:pt x="58097" y="16737"/>
                  </a:lnTo>
                  <a:lnTo>
                    <a:pt x="48056" y="30309"/>
                  </a:lnTo>
                  <a:lnTo>
                    <a:pt x="36807" y="45513"/>
                  </a:lnTo>
                  <a:lnTo>
                    <a:pt x="18903" y="59397"/>
                  </a:lnTo>
                  <a:lnTo>
                    <a:pt x="12925" y="59325"/>
                  </a:lnTo>
                  <a:lnTo>
                    <a:pt x="4296" y="59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35529" y="2945109"/>
              <a:ext cx="67998" cy="71573"/>
            </a:xfrm>
            <a:custGeom>
              <a:avLst/>
              <a:pathLst>
                <a:path w="67998" h="71573">
                  <a:moveTo>
                    <a:pt x="21600" y="13109"/>
                  </a:moveTo>
                  <a:lnTo>
                    <a:pt x="31026" y="0"/>
                  </a:lnTo>
                  <a:lnTo>
                    <a:pt x="42347" y="11065"/>
                  </a:lnTo>
                  <a:lnTo>
                    <a:pt x="48013" y="16603"/>
                  </a:lnTo>
                  <a:lnTo>
                    <a:pt x="53968" y="22423"/>
                  </a:lnTo>
                  <a:lnTo>
                    <a:pt x="61153" y="29447"/>
                  </a:lnTo>
                  <a:lnTo>
                    <a:pt x="67998" y="36137"/>
                  </a:lnTo>
                  <a:lnTo>
                    <a:pt x="50678" y="49064"/>
                  </a:lnTo>
                  <a:lnTo>
                    <a:pt x="45741" y="52749"/>
                  </a:lnTo>
                  <a:lnTo>
                    <a:pt x="31231" y="71573"/>
                  </a:lnTo>
                  <a:lnTo>
                    <a:pt x="26256" y="67490"/>
                  </a:lnTo>
                  <a:lnTo>
                    <a:pt x="17213" y="60067"/>
                  </a:lnTo>
                  <a:lnTo>
                    <a:pt x="9197" y="53487"/>
                  </a:lnTo>
                  <a:lnTo>
                    <a:pt x="0" y="45938"/>
                  </a:lnTo>
                  <a:lnTo>
                    <a:pt x="13896" y="23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065356" y="2889339"/>
              <a:ext cx="95424" cy="96733"/>
            </a:xfrm>
            <a:custGeom>
              <a:avLst/>
              <a:pathLst>
                <a:path w="95424" h="96733">
                  <a:moveTo>
                    <a:pt x="0" y="48637"/>
                  </a:moveTo>
                  <a:lnTo>
                    <a:pt x="7747" y="41320"/>
                  </a:lnTo>
                  <a:lnTo>
                    <a:pt x="15571" y="33930"/>
                  </a:lnTo>
                  <a:lnTo>
                    <a:pt x="21981" y="27877"/>
                  </a:lnTo>
                  <a:lnTo>
                    <a:pt x="24318" y="25669"/>
                  </a:lnTo>
                  <a:lnTo>
                    <a:pt x="29206" y="21505"/>
                  </a:lnTo>
                  <a:lnTo>
                    <a:pt x="38592" y="13510"/>
                  </a:lnTo>
                  <a:lnTo>
                    <a:pt x="54452" y="0"/>
                  </a:lnTo>
                  <a:lnTo>
                    <a:pt x="63575" y="14343"/>
                  </a:lnTo>
                  <a:lnTo>
                    <a:pt x="79222" y="38943"/>
                  </a:lnTo>
                  <a:lnTo>
                    <a:pt x="95424" y="77008"/>
                  </a:lnTo>
                  <a:lnTo>
                    <a:pt x="91524" y="78827"/>
                  </a:lnTo>
                  <a:lnTo>
                    <a:pt x="83924" y="82372"/>
                  </a:lnTo>
                  <a:lnTo>
                    <a:pt x="76895" y="85650"/>
                  </a:lnTo>
                  <a:lnTo>
                    <a:pt x="70389" y="88684"/>
                  </a:lnTo>
                  <a:lnTo>
                    <a:pt x="58167" y="94384"/>
                  </a:lnTo>
                  <a:lnTo>
                    <a:pt x="53130" y="96733"/>
                  </a:lnTo>
                  <a:lnTo>
                    <a:pt x="40139" y="85900"/>
                  </a:lnTo>
                  <a:lnTo>
                    <a:pt x="30432" y="77805"/>
                  </a:lnTo>
                  <a:lnTo>
                    <a:pt x="4493" y="535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050627" y="2868803"/>
              <a:ext cx="67859" cy="62687"/>
            </a:xfrm>
            <a:custGeom>
              <a:avLst/>
              <a:pathLst>
                <a:path w="67859" h="62687">
                  <a:moveTo>
                    <a:pt x="10602" y="35678"/>
                  </a:moveTo>
                  <a:lnTo>
                    <a:pt x="25830" y="19184"/>
                  </a:lnTo>
                  <a:lnTo>
                    <a:pt x="28588" y="17443"/>
                  </a:lnTo>
                  <a:lnTo>
                    <a:pt x="56229" y="0"/>
                  </a:lnTo>
                  <a:lnTo>
                    <a:pt x="59856" y="5478"/>
                  </a:lnTo>
                  <a:lnTo>
                    <a:pt x="67859" y="17563"/>
                  </a:lnTo>
                  <a:lnTo>
                    <a:pt x="65389" y="19499"/>
                  </a:lnTo>
                  <a:lnTo>
                    <a:pt x="56676" y="26630"/>
                  </a:lnTo>
                  <a:lnTo>
                    <a:pt x="35857" y="43666"/>
                  </a:lnTo>
                  <a:lnTo>
                    <a:pt x="12614" y="62687"/>
                  </a:lnTo>
                  <a:lnTo>
                    <a:pt x="6487" y="55147"/>
                  </a:lnTo>
                  <a:lnTo>
                    <a:pt x="0" y="47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50961" y="2865750"/>
              <a:ext cx="70135" cy="116014"/>
            </a:xfrm>
            <a:custGeom>
              <a:avLst/>
              <a:pathLst>
                <a:path w="70135" h="116014">
                  <a:moveTo>
                    <a:pt x="67633" y="22162"/>
                  </a:moveTo>
                  <a:lnTo>
                    <a:pt x="65783" y="30822"/>
                  </a:lnTo>
                  <a:lnTo>
                    <a:pt x="63939" y="39450"/>
                  </a:lnTo>
                  <a:lnTo>
                    <a:pt x="61875" y="49110"/>
                  </a:lnTo>
                  <a:lnTo>
                    <a:pt x="59434" y="60533"/>
                  </a:lnTo>
                  <a:lnTo>
                    <a:pt x="56929" y="72256"/>
                  </a:lnTo>
                  <a:lnTo>
                    <a:pt x="53692" y="87407"/>
                  </a:lnTo>
                  <a:lnTo>
                    <a:pt x="47580" y="116014"/>
                  </a:lnTo>
                  <a:lnTo>
                    <a:pt x="37824" y="113207"/>
                  </a:lnTo>
                  <a:lnTo>
                    <a:pt x="25811" y="109751"/>
                  </a:lnTo>
                  <a:lnTo>
                    <a:pt x="14299" y="106438"/>
                  </a:lnTo>
                  <a:lnTo>
                    <a:pt x="0" y="102324"/>
                  </a:lnTo>
                  <a:lnTo>
                    <a:pt x="2575" y="89326"/>
                  </a:lnTo>
                  <a:lnTo>
                    <a:pt x="5855" y="72780"/>
                  </a:lnTo>
                  <a:lnTo>
                    <a:pt x="8531" y="59275"/>
                  </a:lnTo>
                  <a:lnTo>
                    <a:pt x="11318" y="45212"/>
                  </a:lnTo>
                  <a:lnTo>
                    <a:pt x="15339" y="24926"/>
                  </a:lnTo>
                  <a:lnTo>
                    <a:pt x="18468" y="9137"/>
                  </a:lnTo>
                  <a:lnTo>
                    <a:pt x="20279" y="0"/>
                  </a:lnTo>
                  <a:lnTo>
                    <a:pt x="39768" y="2330"/>
                  </a:lnTo>
                  <a:lnTo>
                    <a:pt x="46744" y="3164"/>
                  </a:lnTo>
                  <a:lnTo>
                    <a:pt x="70135" y="10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290074" y="2854048"/>
              <a:ext cx="71614" cy="118281"/>
            </a:xfrm>
            <a:custGeom>
              <a:avLst/>
              <a:pathLst>
                <a:path w="71614" h="118281">
                  <a:moveTo>
                    <a:pt x="69958" y="18592"/>
                  </a:moveTo>
                  <a:lnTo>
                    <a:pt x="68113" y="27869"/>
                  </a:lnTo>
                  <a:lnTo>
                    <a:pt x="66186" y="37562"/>
                  </a:lnTo>
                  <a:lnTo>
                    <a:pt x="64727" y="44903"/>
                  </a:lnTo>
                  <a:lnTo>
                    <a:pt x="62056" y="58338"/>
                  </a:lnTo>
                  <a:lnTo>
                    <a:pt x="59771" y="69831"/>
                  </a:lnTo>
                  <a:lnTo>
                    <a:pt x="56978" y="83881"/>
                  </a:lnTo>
                  <a:lnTo>
                    <a:pt x="50166" y="118143"/>
                  </a:lnTo>
                  <a:lnTo>
                    <a:pt x="43886" y="118194"/>
                  </a:lnTo>
                  <a:lnTo>
                    <a:pt x="33171" y="118281"/>
                  </a:lnTo>
                  <a:lnTo>
                    <a:pt x="27541" y="116117"/>
                  </a:lnTo>
                  <a:lnTo>
                    <a:pt x="17285" y="112177"/>
                  </a:lnTo>
                  <a:lnTo>
                    <a:pt x="0" y="104977"/>
                  </a:lnTo>
                  <a:lnTo>
                    <a:pt x="2252" y="94414"/>
                  </a:lnTo>
                  <a:lnTo>
                    <a:pt x="4692" y="82972"/>
                  </a:lnTo>
                  <a:lnTo>
                    <a:pt x="8209" y="66476"/>
                  </a:lnTo>
                  <a:lnTo>
                    <a:pt x="11223" y="52344"/>
                  </a:lnTo>
                  <a:lnTo>
                    <a:pt x="14077" y="38957"/>
                  </a:lnTo>
                  <a:lnTo>
                    <a:pt x="17831" y="21354"/>
                  </a:lnTo>
                  <a:lnTo>
                    <a:pt x="20672" y="8029"/>
                  </a:lnTo>
                  <a:lnTo>
                    <a:pt x="22384" y="0"/>
                  </a:lnTo>
                  <a:lnTo>
                    <a:pt x="48334" y="5408"/>
                  </a:lnTo>
                  <a:lnTo>
                    <a:pt x="71614" y="10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33218" y="2843828"/>
              <a:ext cx="71330" cy="99260"/>
            </a:xfrm>
            <a:custGeom>
              <a:avLst/>
              <a:pathLst>
                <a:path w="71330" h="99260">
                  <a:moveTo>
                    <a:pt x="70067" y="14476"/>
                  </a:moveTo>
                  <a:lnTo>
                    <a:pt x="67588" y="28821"/>
                  </a:lnTo>
                  <a:lnTo>
                    <a:pt x="64708" y="45488"/>
                  </a:lnTo>
                  <a:lnTo>
                    <a:pt x="62247" y="59731"/>
                  </a:lnTo>
                  <a:lnTo>
                    <a:pt x="59413" y="76132"/>
                  </a:lnTo>
                  <a:lnTo>
                    <a:pt x="55417" y="99260"/>
                  </a:lnTo>
                  <a:lnTo>
                    <a:pt x="46859" y="97152"/>
                  </a:lnTo>
                  <a:lnTo>
                    <a:pt x="34490" y="94106"/>
                  </a:lnTo>
                  <a:lnTo>
                    <a:pt x="23442" y="91384"/>
                  </a:lnTo>
                  <a:lnTo>
                    <a:pt x="0" y="85611"/>
                  </a:lnTo>
                  <a:lnTo>
                    <a:pt x="2039" y="71095"/>
                  </a:lnTo>
                  <a:lnTo>
                    <a:pt x="3795" y="58601"/>
                  </a:lnTo>
                  <a:lnTo>
                    <a:pt x="6504" y="39323"/>
                  </a:lnTo>
                  <a:lnTo>
                    <a:pt x="11257" y="18656"/>
                  </a:lnTo>
                  <a:lnTo>
                    <a:pt x="13349" y="9559"/>
                  </a:lnTo>
                  <a:lnTo>
                    <a:pt x="15548" y="0"/>
                  </a:lnTo>
                  <a:lnTo>
                    <a:pt x="43047" y="3532"/>
                  </a:lnTo>
                  <a:lnTo>
                    <a:pt x="71330" y="7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48895" y="2748131"/>
              <a:ext cx="71128" cy="95593"/>
            </a:xfrm>
            <a:custGeom>
              <a:avLst/>
              <a:pathLst>
                <a:path w="71128" h="95593">
                  <a:moveTo>
                    <a:pt x="783" y="83044"/>
                  </a:moveTo>
                  <a:lnTo>
                    <a:pt x="2820" y="73042"/>
                  </a:lnTo>
                  <a:lnTo>
                    <a:pt x="5301" y="60859"/>
                  </a:lnTo>
                  <a:lnTo>
                    <a:pt x="8556" y="44874"/>
                  </a:lnTo>
                  <a:lnTo>
                    <a:pt x="10965" y="33048"/>
                  </a:lnTo>
                  <a:lnTo>
                    <a:pt x="13625" y="19984"/>
                  </a:lnTo>
                  <a:lnTo>
                    <a:pt x="15867" y="8978"/>
                  </a:lnTo>
                  <a:lnTo>
                    <a:pt x="17695" y="0"/>
                  </a:lnTo>
                  <a:lnTo>
                    <a:pt x="35432" y="3440"/>
                  </a:lnTo>
                  <a:lnTo>
                    <a:pt x="51029" y="6465"/>
                  </a:lnTo>
                  <a:lnTo>
                    <a:pt x="71128" y="10364"/>
                  </a:lnTo>
                  <a:lnTo>
                    <a:pt x="66892" y="29869"/>
                  </a:lnTo>
                  <a:lnTo>
                    <a:pt x="66059" y="33707"/>
                  </a:lnTo>
                  <a:lnTo>
                    <a:pt x="64295" y="42475"/>
                  </a:lnTo>
                  <a:lnTo>
                    <a:pt x="61304" y="57337"/>
                  </a:lnTo>
                  <a:lnTo>
                    <a:pt x="58085" y="73328"/>
                  </a:lnTo>
                  <a:lnTo>
                    <a:pt x="53605" y="95593"/>
                  </a:lnTo>
                  <a:lnTo>
                    <a:pt x="25086" y="90959"/>
                  </a:lnTo>
                  <a:lnTo>
                    <a:pt x="0" y="868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35873" y="2872822"/>
              <a:ext cx="92856" cy="95057"/>
            </a:xfrm>
            <a:custGeom>
              <a:avLst/>
              <a:pathLst>
                <a:path w="92856" h="95057">
                  <a:moveTo>
                    <a:pt x="60961" y="0"/>
                  </a:moveTo>
                  <a:lnTo>
                    <a:pt x="63176" y="4156"/>
                  </a:lnTo>
                  <a:lnTo>
                    <a:pt x="66660" y="10696"/>
                  </a:lnTo>
                  <a:lnTo>
                    <a:pt x="72525" y="21707"/>
                  </a:lnTo>
                  <a:lnTo>
                    <a:pt x="77287" y="30645"/>
                  </a:lnTo>
                  <a:lnTo>
                    <a:pt x="84121" y="43474"/>
                  </a:lnTo>
                  <a:lnTo>
                    <a:pt x="92856" y="59871"/>
                  </a:lnTo>
                  <a:lnTo>
                    <a:pt x="87027" y="64504"/>
                  </a:lnTo>
                  <a:lnTo>
                    <a:pt x="81439" y="68946"/>
                  </a:lnTo>
                  <a:lnTo>
                    <a:pt x="74368" y="74567"/>
                  </a:lnTo>
                  <a:lnTo>
                    <a:pt x="64137" y="81006"/>
                  </a:lnTo>
                  <a:lnTo>
                    <a:pt x="53528" y="86794"/>
                  </a:lnTo>
                  <a:lnTo>
                    <a:pt x="41841" y="91917"/>
                  </a:lnTo>
                  <a:lnTo>
                    <a:pt x="30395" y="95057"/>
                  </a:lnTo>
                  <a:lnTo>
                    <a:pt x="25145" y="83319"/>
                  </a:lnTo>
                  <a:lnTo>
                    <a:pt x="19917" y="71629"/>
                  </a:lnTo>
                  <a:lnTo>
                    <a:pt x="14327" y="59130"/>
                  </a:lnTo>
                  <a:lnTo>
                    <a:pt x="9090" y="47421"/>
                  </a:lnTo>
                  <a:lnTo>
                    <a:pt x="0" y="34173"/>
                  </a:lnTo>
                  <a:lnTo>
                    <a:pt x="33180" y="14487"/>
                  </a:lnTo>
                  <a:lnTo>
                    <a:pt x="41823" y="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07120" y="2816924"/>
              <a:ext cx="78242" cy="75510"/>
            </a:xfrm>
            <a:custGeom>
              <a:avLst/>
              <a:pathLst>
                <a:path w="78242" h="75510">
                  <a:moveTo>
                    <a:pt x="27600" y="14750"/>
                  </a:moveTo>
                  <a:lnTo>
                    <a:pt x="53395" y="0"/>
                  </a:lnTo>
                  <a:lnTo>
                    <a:pt x="57279" y="7729"/>
                  </a:lnTo>
                  <a:lnTo>
                    <a:pt x="63253" y="19618"/>
                  </a:lnTo>
                  <a:lnTo>
                    <a:pt x="70380" y="33802"/>
                  </a:lnTo>
                  <a:lnTo>
                    <a:pt x="78242" y="49447"/>
                  </a:lnTo>
                  <a:lnTo>
                    <a:pt x="59705" y="60329"/>
                  </a:lnTo>
                  <a:lnTo>
                    <a:pt x="33844" y="75510"/>
                  </a:lnTo>
                  <a:lnTo>
                    <a:pt x="26443" y="71997"/>
                  </a:lnTo>
                  <a:lnTo>
                    <a:pt x="14802" y="66470"/>
                  </a:lnTo>
                  <a:lnTo>
                    <a:pt x="13334" y="62906"/>
                  </a:lnTo>
                  <a:lnTo>
                    <a:pt x="6733" y="46881"/>
                  </a:lnTo>
                  <a:lnTo>
                    <a:pt x="2587" y="36814"/>
                  </a:lnTo>
                  <a:lnTo>
                    <a:pt x="0" y="305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167652" y="2790984"/>
              <a:ext cx="72955" cy="71784"/>
            </a:xfrm>
            <a:custGeom>
              <a:avLst/>
              <a:pathLst>
                <a:path w="72955" h="71784">
                  <a:moveTo>
                    <a:pt x="28410" y="9090"/>
                  </a:moveTo>
                  <a:lnTo>
                    <a:pt x="45993" y="0"/>
                  </a:lnTo>
                  <a:lnTo>
                    <a:pt x="50820" y="8270"/>
                  </a:lnTo>
                  <a:lnTo>
                    <a:pt x="55115" y="15631"/>
                  </a:lnTo>
                  <a:lnTo>
                    <a:pt x="59976" y="23962"/>
                  </a:lnTo>
                  <a:lnTo>
                    <a:pt x="65240" y="32982"/>
                  </a:lnTo>
                  <a:lnTo>
                    <a:pt x="72955" y="46205"/>
                  </a:lnTo>
                  <a:lnTo>
                    <a:pt x="49975" y="59508"/>
                  </a:lnTo>
                  <a:lnTo>
                    <a:pt x="28768" y="71784"/>
                  </a:lnTo>
                  <a:lnTo>
                    <a:pt x="27061" y="68936"/>
                  </a:lnTo>
                  <a:lnTo>
                    <a:pt x="21255" y="59251"/>
                  </a:lnTo>
                  <a:lnTo>
                    <a:pt x="13457" y="46236"/>
                  </a:lnTo>
                  <a:lnTo>
                    <a:pt x="4607" y="31467"/>
                  </a:lnTo>
                  <a:lnTo>
                    <a:pt x="0" y="237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26633" y="2818891"/>
              <a:ext cx="100924" cy="97463"/>
            </a:xfrm>
            <a:custGeom>
              <a:avLst/>
              <a:pathLst>
                <a:path w="100924" h="97463">
                  <a:moveTo>
                    <a:pt x="33556" y="31858"/>
                  </a:moveTo>
                  <a:lnTo>
                    <a:pt x="69839" y="0"/>
                  </a:lnTo>
                  <a:lnTo>
                    <a:pt x="73569" y="3965"/>
                  </a:lnTo>
                  <a:lnTo>
                    <a:pt x="78892" y="9625"/>
                  </a:lnTo>
                  <a:lnTo>
                    <a:pt x="84460" y="15543"/>
                  </a:lnTo>
                  <a:lnTo>
                    <a:pt x="90280" y="21731"/>
                  </a:lnTo>
                  <a:lnTo>
                    <a:pt x="96115" y="27934"/>
                  </a:lnTo>
                  <a:lnTo>
                    <a:pt x="98796" y="36570"/>
                  </a:lnTo>
                  <a:lnTo>
                    <a:pt x="100924" y="43423"/>
                  </a:lnTo>
                  <a:lnTo>
                    <a:pt x="60508" y="76212"/>
                  </a:lnTo>
                  <a:lnTo>
                    <a:pt x="34313" y="97463"/>
                  </a:lnTo>
                  <a:lnTo>
                    <a:pt x="30853" y="93819"/>
                  </a:lnTo>
                  <a:lnTo>
                    <a:pt x="24858" y="87505"/>
                  </a:lnTo>
                  <a:lnTo>
                    <a:pt x="20036" y="82426"/>
                  </a:lnTo>
                  <a:lnTo>
                    <a:pt x="13684" y="75736"/>
                  </a:lnTo>
                  <a:lnTo>
                    <a:pt x="6123" y="67772"/>
                  </a:lnTo>
                  <a:lnTo>
                    <a:pt x="0" y="61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64292" y="2872367"/>
              <a:ext cx="83678" cy="91684"/>
            </a:xfrm>
            <a:custGeom>
              <a:avLst/>
              <a:pathLst>
                <a:path w="83678" h="91684">
                  <a:moveTo>
                    <a:pt x="23002" y="29855"/>
                  </a:moveTo>
                  <a:lnTo>
                    <a:pt x="60164" y="0"/>
                  </a:lnTo>
                  <a:lnTo>
                    <a:pt x="64739" y="9294"/>
                  </a:lnTo>
                  <a:lnTo>
                    <a:pt x="68776" y="17498"/>
                  </a:lnTo>
                  <a:lnTo>
                    <a:pt x="72178" y="24410"/>
                  </a:lnTo>
                  <a:lnTo>
                    <a:pt x="75864" y="31900"/>
                  </a:lnTo>
                  <a:lnTo>
                    <a:pt x="79403" y="39089"/>
                  </a:lnTo>
                  <a:lnTo>
                    <a:pt x="83678" y="47777"/>
                  </a:lnTo>
                  <a:lnTo>
                    <a:pt x="47661" y="74363"/>
                  </a:lnTo>
                  <a:lnTo>
                    <a:pt x="24194" y="91684"/>
                  </a:lnTo>
                  <a:lnTo>
                    <a:pt x="17584" y="79841"/>
                  </a:lnTo>
                  <a:lnTo>
                    <a:pt x="14638" y="74563"/>
                  </a:lnTo>
                  <a:lnTo>
                    <a:pt x="10479" y="67110"/>
                  </a:lnTo>
                  <a:lnTo>
                    <a:pt x="6499" y="59979"/>
                  </a:lnTo>
                  <a:lnTo>
                    <a:pt x="3411" y="54448"/>
                  </a:lnTo>
                  <a:lnTo>
                    <a:pt x="0" y="483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10179" y="2983175"/>
              <a:ext cx="74349" cy="115889"/>
            </a:xfrm>
            <a:custGeom>
              <a:avLst/>
              <a:pathLst>
                <a:path w="74349" h="115889">
                  <a:moveTo>
                    <a:pt x="43510" y="1349"/>
                  </a:moveTo>
                  <a:lnTo>
                    <a:pt x="49009" y="527"/>
                  </a:lnTo>
                  <a:lnTo>
                    <a:pt x="52542" y="0"/>
                  </a:lnTo>
                  <a:lnTo>
                    <a:pt x="54215" y="6699"/>
                  </a:lnTo>
                  <a:lnTo>
                    <a:pt x="58297" y="23049"/>
                  </a:lnTo>
                  <a:lnTo>
                    <a:pt x="61786" y="37025"/>
                  </a:lnTo>
                  <a:lnTo>
                    <a:pt x="65039" y="50050"/>
                  </a:lnTo>
                  <a:lnTo>
                    <a:pt x="65979" y="53815"/>
                  </a:lnTo>
                  <a:lnTo>
                    <a:pt x="68292" y="67318"/>
                  </a:lnTo>
                  <a:lnTo>
                    <a:pt x="70331" y="79221"/>
                  </a:lnTo>
                  <a:lnTo>
                    <a:pt x="74349" y="102678"/>
                  </a:lnTo>
                  <a:lnTo>
                    <a:pt x="62531" y="107299"/>
                  </a:lnTo>
                  <a:lnTo>
                    <a:pt x="49535" y="112381"/>
                  </a:lnTo>
                  <a:lnTo>
                    <a:pt x="40566" y="115889"/>
                  </a:lnTo>
                  <a:lnTo>
                    <a:pt x="34281" y="114338"/>
                  </a:lnTo>
                  <a:lnTo>
                    <a:pt x="22427" y="111414"/>
                  </a:lnTo>
                  <a:lnTo>
                    <a:pt x="19417" y="97105"/>
                  </a:lnTo>
                  <a:lnTo>
                    <a:pt x="15960" y="80673"/>
                  </a:lnTo>
                  <a:lnTo>
                    <a:pt x="11908" y="61411"/>
                  </a:lnTo>
                  <a:lnTo>
                    <a:pt x="7561" y="40747"/>
                  </a:lnTo>
                  <a:lnTo>
                    <a:pt x="4331" y="25395"/>
                  </a:lnTo>
                  <a:lnTo>
                    <a:pt x="0" y="4805"/>
                  </a:lnTo>
                  <a:lnTo>
                    <a:pt x="23736" y="44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51926" y="2950989"/>
              <a:ext cx="74744" cy="148425"/>
            </a:xfrm>
            <a:custGeom>
              <a:avLst/>
              <a:pathLst>
                <a:path w="74744" h="148425">
                  <a:moveTo>
                    <a:pt x="10" y="102314"/>
                  </a:moveTo>
                  <a:lnTo>
                    <a:pt x="32" y="92583"/>
                  </a:lnTo>
                  <a:lnTo>
                    <a:pt x="51" y="83944"/>
                  </a:lnTo>
                  <a:lnTo>
                    <a:pt x="81" y="70612"/>
                  </a:lnTo>
                  <a:lnTo>
                    <a:pt x="114" y="55475"/>
                  </a:lnTo>
                  <a:lnTo>
                    <a:pt x="154" y="37821"/>
                  </a:lnTo>
                  <a:lnTo>
                    <a:pt x="190" y="21610"/>
                  </a:lnTo>
                  <a:lnTo>
                    <a:pt x="238" y="0"/>
                  </a:lnTo>
                  <a:lnTo>
                    <a:pt x="33009" y="23334"/>
                  </a:lnTo>
                  <a:lnTo>
                    <a:pt x="50214" y="35586"/>
                  </a:lnTo>
                  <a:lnTo>
                    <a:pt x="51246" y="40332"/>
                  </a:lnTo>
                  <a:lnTo>
                    <a:pt x="54223" y="54027"/>
                  </a:lnTo>
                  <a:lnTo>
                    <a:pt x="59431" y="77983"/>
                  </a:lnTo>
                  <a:lnTo>
                    <a:pt x="74744" y="148425"/>
                  </a:lnTo>
                  <a:lnTo>
                    <a:pt x="65168" y="143127"/>
                  </a:lnTo>
                  <a:lnTo>
                    <a:pt x="50008" y="134740"/>
                  </a:lnTo>
                  <a:lnTo>
                    <a:pt x="34495" y="126159"/>
                  </a:lnTo>
                  <a:lnTo>
                    <a:pt x="18460" y="117288"/>
                  </a:lnTo>
                  <a:lnTo>
                    <a:pt x="0" y="107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167930" y="2951576"/>
              <a:ext cx="80519" cy="115989"/>
            </a:xfrm>
            <a:custGeom>
              <a:avLst/>
              <a:pathLst>
                <a:path w="80519" h="115989">
                  <a:moveTo>
                    <a:pt x="13990" y="29056"/>
                  </a:moveTo>
                  <a:lnTo>
                    <a:pt x="36599" y="20428"/>
                  </a:lnTo>
                  <a:lnTo>
                    <a:pt x="42973" y="17644"/>
                  </a:lnTo>
                  <a:lnTo>
                    <a:pt x="58791" y="10736"/>
                  </a:lnTo>
                  <a:lnTo>
                    <a:pt x="80519" y="0"/>
                  </a:lnTo>
                  <a:lnTo>
                    <a:pt x="80313" y="5364"/>
                  </a:lnTo>
                  <a:lnTo>
                    <a:pt x="80074" y="11611"/>
                  </a:lnTo>
                  <a:lnTo>
                    <a:pt x="79816" y="18335"/>
                  </a:lnTo>
                  <a:lnTo>
                    <a:pt x="79484" y="26979"/>
                  </a:lnTo>
                  <a:lnTo>
                    <a:pt x="79152" y="35633"/>
                  </a:lnTo>
                  <a:lnTo>
                    <a:pt x="78917" y="41764"/>
                  </a:lnTo>
                  <a:lnTo>
                    <a:pt x="78698" y="47472"/>
                  </a:lnTo>
                  <a:lnTo>
                    <a:pt x="78406" y="55100"/>
                  </a:lnTo>
                  <a:lnTo>
                    <a:pt x="78147" y="61866"/>
                  </a:lnTo>
                  <a:lnTo>
                    <a:pt x="77897" y="68373"/>
                  </a:lnTo>
                  <a:lnTo>
                    <a:pt x="77631" y="75303"/>
                  </a:lnTo>
                  <a:lnTo>
                    <a:pt x="77339" y="82931"/>
                  </a:lnTo>
                  <a:lnTo>
                    <a:pt x="77040" y="90713"/>
                  </a:lnTo>
                  <a:lnTo>
                    <a:pt x="76728" y="98849"/>
                  </a:lnTo>
                  <a:lnTo>
                    <a:pt x="76071" y="115989"/>
                  </a:lnTo>
                  <a:lnTo>
                    <a:pt x="47605" y="104061"/>
                  </a:lnTo>
                  <a:lnTo>
                    <a:pt x="19992" y="92490"/>
                  </a:lnTo>
                  <a:lnTo>
                    <a:pt x="18747" y="88835"/>
                  </a:lnTo>
                  <a:lnTo>
                    <a:pt x="15935" y="80577"/>
                  </a:lnTo>
                  <a:lnTo>
                    <a:pt x="11930" y="68820"/>
                  </a:lnTo>
                  <a:lnTo>
                    <a:pt x="9367" y="61296"/>
                  </a:lnTo>
                  <a:lnTo>
                    <a:pt x="6266" y="52190"/>
                  </a:lnTo>
                  <a:lnTo>
                    <a:pt x="2529" y="41219"/>
                  </a:lnTo>
                  <a:lnTo>
                    <a:pt x="0" y="33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374549" y="2995389"/>
              <a:ext cx="103068" cy="107847"/>
            </a:xfrm>
            <a:custGeom>
              <a:avLst/>
              <a:pathLst>
                <a:path w="103068" h="107847">
                  <a:moveTo>
                    <a:pt x="24885" y="25828"/>
                  </a:moveTo>
                  <a:lnTo>
                    <a:pt x="37954" y="44754"/>
                  </a:lnTo>
                  <a:lnTo>
                    <a:pt x="49189" y="56913"/>
                  </a:lnTo>
                  <a:lnTo>
                    <a:pt x="56183" y="64415"/>
                  </a:lnTo>
                  <a:lnTo>
                    <a:pt x="84667" y="94961"/>
                  </a:lnTo>
                  <a:lnTo>
                    <a:pt x="103068" y="107847"/>
                  </a:lnTo>
                  <a:lnTo>
                    <a:pt x="83415" y="103087"/>
                  </a:lnTo>
                  <a:lnTo>
                    <a:pt x="71138" y="100114"/>
                  </a:lnTo>
                  <a:lnTo>
                    <a:pt x="58079" y="96951"/>
                  </a:lnTo>
                  <a:lnTo>
                    <a:pt x="42956" y="93289"/>
                  </a:lnTo>
                  <a:lnTo>
                    <a:pt x="29309" y="89984"/>
                  </a:lnTo>
                  <a:lnTo>
                    <a:pt x="19478" y="87603"/>
                  </a:lnTo>
                  <a:lnTo>
                    <a:pt x="17633" y="79306"/>
                  </a:lnTo>
                  <a:lnTo>
                    <a:pt x="13219" y="59452"/>
                  </a:lnTo>
                  <a:lnTo>
                    <a:pt x="8212" y="36935"/>
                  </a:lnTo>
                  <a:lnTo>
                    <a:pt x="5408" y="243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845089" y="2736928"/>
              <a:ext cx="69684" cy="75437"/>
            </a:xfrm>
            <a:custGeom>
              <a:avLst/>
              <a:pathLst>
                <a:path w="69684" h="75437">
                  <a:moveTo>
                    <a:pt x="57843" y="10681"/>
                  </a:moveTo>
                  <a:lnTo>
                    <a:pt x="59920" y="20475"/>
                  </a:lnTo>
                  <a:lnTo>
                    <a:pt x="62464" y="32481"/>
                  </a:lnTo>
                  <a:lnTo>
                    <a:pt x="65225" y="45506"/>
                  </a:lnTo>
                  <a:lnTo>
                    <a:pt x="69684" y="66541"/>
                  </a:lnTo>
                  <a:lnTo>
                    <a:pt x="45074" y="69001"/>
                  </a:lnTo>
                  <a:lnTo>
                    <a:pt x="40536" y="69454"/>
                  </a:lnTo>
                  <a:lnTo>
                    <a:pt x="12999" y="75437"/>
                  </a:lnTo>
                  <a:lnTo>
                    <a:pt x="10217" y="61030"/>
                  </a:lnTo>
                  <a:lnTo>
                    <a:pt x="7538" y="47151"/>
                  </a:lnTo>
                  <a:lnTo>
                    <a:pt x="5188" y="34982"/>
                  </a:lnTo>
                  <a:lnTo>
                    <a:pt x="1996" y="18449"/>
                  </a:lnTo>
                  <a:lnTo>
                    <a:pt x="0" y="8109"/>
                  </a:lnTo>
                  <a:lnTo>
                    <a:pt x="15025" y="5916"/>
                  </a:lnTo>
                  <a:lnTo>
                    <a:pt x="28310" y="3978"/>
                  </a:lnTo>
                  <a:lnTo>
                    <a:pt x="41411" y="2067"/>
                  </a:lnTo>
                  <a:lnTo>
                    <a:pt x="55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04109" y="2737378"/>
              <a:ext cx="69665" cy="75164"/>
            </a:xfrm>
            <a:custGeom>
              <a:avLst/>
              <a:pathLst>
                <a:path w="69665" h="75164">
                  <a:moveTo>
                    <a:pt x="23796" y="1542"/>
                  </a:moveTo>
                  <a:lnTo>
                    <a:pt x="41453" y="875"/>
                  </a:lnTo>
                  <a:lnTo>
                    <a:pt x="48568" y="606"/>
                  </a:lnTo>
                  <a:lnTo>
                    <a:pt x="64625" y="0"/>
                  </a:lnTo>
                  <a:lnTo>
                    <a:pt x="65432" y="11387"/>
                  </a:lnTo>
                  <a:lnTo>
                    <a:pt x="66086" y="20620"/>
                  </a:lnTo>
                  <a:lnTo>
                    <a:pt x="66745" y="29914"/>
                  </a:lnTo>
                  <a:lnTo>
                    <a:pt x="67397" y="39112"/>
                  </a:lnTo>
                  <a:lnTo>
                    <a:pt x="68049" y="48309"/>
                  </a:lnTo>
                  <a:lnTo>
                    <a:pt x="68547" y="55337"/>
                  </a:lnTo>
                  <a:lnTo>
                    <a:pt x="69132" y="63595"/>
                  </a:lnTo>
                  <a:lnTo>
                    <a:pt x="69665" y="71111"/>
                  </a:lnTo>
                  <a:lnTo>
                    <a:pt x="49975" y="74093"/>
                  </a:lnTo>
                  <a:lnTo>
                    <a:pt x="45876" y="74714"/>
                  </a:lnTo>
                  <a:lnTo>
                    <a:pt x="17680" y="75164"/>
                  </a:lnTo>
                  <a:lnTo>
                    <a:pt x="16204" y="69093"/>
                  </a:lnTo>
                  <a:lnTo>
                    <a:pt x="14101" y="60444"/>
                  </a:lnTo>
                  <a:lnTo>
                    <a:pt x="11642" y="50331"/>
                  </a:lnTo>
                  <a:lnTo>
                    <a:pt x="8441" y="37165"/>
                  </a:lnTo>
                  <a:lnTo>
                    <a:pt x="4714" y="21835"/>
                  </a:lnTo>
                  <a:lnTo>
                    <a:pt x="2118" y="11155"/>
                  </a:lnTo>
                  <a:lnTo>
                    <a:pt x="0" y="2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973433" y="2732533"/>
              <a:ext cx="64868" cy="80052"/>
            </a:xfrm>
            <a:custGeom>
              <a:avLst/>
              <a:pathLst>
                <a:path w="64868" h="80052">
                  <a:moveTo>
                    <a:pt x="8033" y="80052"/>
                  </a:moveTo>
                  <a:lnTo>
                    <a:pt x="7330" y="69356"/>
                  </a:lnTo>
                  <a:lnTo>
                    <a:pt x="6834" y="61812"/>
                  </a:lnTo>
                  <a:lnTo>
                    <a:pt x="6429" y="58145"/>
                  </a:lnTo>
                  <a:lnTo>
                    <a:pt x="5534" y="50050"/>
                  </a:lnTo>
                  <a:lnTo>
                    <a:pt x="4471" y="40441"/>
                  </a:lnTo>
                  <a:lnTo>
                    <a:pt x="3176" y="28732"/>
                  </a:lnTo>
                  <a:lnTo>
                    <a:pt x="2406" y="21765"/>
                  </a:lnTo>
                  <a:lnTo>
                    <a:pt x="1045" y="9458"/>
                  </a:lnTo>
                  <a:lnTo>
                    <a:pt x="0" y="0"/>
                  </a:lnTo>
                  <a:lnTo>
                    <a:pt x="10365" y="1031"/>
                  </a:lnTo>
                  <a:lnTo>
                    <a:pt x="20340" y="2024"/>
                  </a:lnTo>
                  <a:lnTo>
                    <a:pt x="29971" y="2983"/>
                  </a:lnTo>
                  <a:lnTo>
                    <a:pt x="41198" y="4100"/>
                  </a:lnTo>
                  <a:lnTo>
                    <a:pt x="46279" y="4606"/>
                  </a:lnTo>
                  <a:lnTo>
                    <a:pt x="53626" y="5332"/>
                  </a:lnTo>
                  <a:lnTo>
                    <a:pt x="55188" y="15763"/>
                  </a:lnTo>
                  <a:lnTo>
                    <a:pt x="57341" y="30141"/>
                  </a:lnTo>
                  <a:lnTo>
                    <a:pt x="59643" y="45514"/>
                  </a:lnTo>
                  <a:lnTo>
                    <a:pt x="61951" y="60926"/>
                  </a:lnTo>
                  <a:lnTo>
                    <a:pt x="64868" y="78110"/>
                  </a:lnTo>
                  <a:lnTo>
                    <a:pt x="44483" y="78802"/>
                  </a:lnTo>
                  <a:lnTo>
                    <a:pt x="29965" y="792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33348" y="2727733"/>
              <a:ext cx="71910" cy="84294"/>
            </a:xfrm>
            <a:custGeom>
              <a:avLst/>
              <a:pathLst>
                <a:path w="71910" h="84294">
                  <a:moveTo>
                    <a:pt x="58002" y="5764"/>
                  </a:moveTo>
                  <a:lnTo>
                    <a:pt x="59520" y="13935"/>
                  </a:lnTo>
                  <a:lnTo>
                    <a:pt x="61087" y="22366"/>
                  </a:lnTo>
                  <a:lnTo>
                    <a:pt x="62866" y="31940"/>
                  </a:lnTo>
                  <a:lnTo>
                    <a:pt x="64604" y="41292"/>
                  </a:lnTo>
                  <a:lnTo>
                    <a:pt x="66729" y="52728"/>
                  </a:lnTo>
                  <a:lnTo>
                    <a:pt x="68792" y="63830"/>
                  </a:lnTo>
                  <a:lnTo>
                    <a:pt x="71910" y="80611"/>
                  </a:lnTo>
                  <a:lnTo>
                    <a:pt x="47981" y="82764"/>
                  </a:lnTo>
                  <a:lnTo>
                    <a:pt x="36886" y="83763"/>
                  </a:lnTo>
                  <a:lnTo>
                    <a:pt x="12285" y="84294"/>
                  </a:lnTo>
                  <a:lnTo>
                    <a:pt x="10973" y="77234"/>
                  </a:lnTo>
                  <a:lnTo>
                    <a:pt x="8837" y="65736"/>
                  </a:lnTo>
                  <a:lnTo>
                    <a:pt x="6437" y="52821"/>
                  </a:lnTo>
                  <a:lnTo>
                    <a:pt x="5034" y="45269"/>
                  </a:lnTo>
                  <a:lnTo>
                    <a:pt x="3818" y="36650"/>
                  </a:lnTo>
                  <a:lnTo>
                    <a:pt x="1786" y="22239"/>
                  </a:lnTo>
                  <a:lnTo>
                    <a:pt x="0" y="9569"/>
                  </a:lnTo>
                  <a:lnTo>
                    <a:pt x="11091" y="7086"/>
                  </a:lnTo>
                  <a:lnTo>
                    <a:pt x="20503" y="4980"/>
                  </a:lnTo>
                  <a:lnTo>
                    <a:pt x="25652" y="3827"/>
                  </a:lnTo>
                  <a:lnTo>
                    <a:pt x="31793" y="3076"/>
                  </a:lnTo>
                  <a:lnTo>
                    <a:pt x="42498" y="1766"/>
                  </a:lnTo>
                  <a:lnTo>
                    <a:pt x="569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094842" y="2707918"/>
              <a:ext cx="81794" cy="95923"/>
            </a:xfrm>
            <a:custGeom>
              <a:avLst/>
              <a:pathLst>
                <a:path w="81794" h="95923">
                  <a:moveTo>
                    <a:pt x="8856" y="8670"/>
                  </a:moveTo>
                  <a:lnTo>
                    <a:pt x="23535" y="5839"/>
                  </a:lnTo>
                  <a:lnTo>
                    <a:pt x="38089" y="3032"/>
                  </a:lnTo>
                  <a:lnTo>
                    <a:pt x="53811" y="0"/>
                  </a:lnTo>
                  <a:lnTo>
                    <a:pt x="67261" y="4589"/>
                  </a:lnTo>
                  <a:lnTo>
                    <a:pt x="81794" y="9548"/>
                  </a:lnTo>
                  <a:lnTo>
                    <a:pt x="63034" y="15990"/>
                  </a:lnTo>
                  <a:lnTo>
                    <a:pt x="56852" y="18114"/>
                  </a:lnTo>
                  <a:lnTo>
                    <a:pt x="61162" y="31330"/>
                  </a:lnTo>
                  <a:lnTo>
                    <a:pt x="63594" y="38787"/>
                  </a:lnTo>
                  <a:lnTo>
                    <a:pt x="64995" y="43084"/>
                  </a:lnTo>
                  <a:lnTo>
                    <a:pt x="67718" y="51433"/>
                  </a:lnTo>
                  <a:lnTo>
                    <a:pt x="70441" y="59782"/>
                  </a:lnTo>
                  <a:lnTo>
                    <a:pt x="72476" y="66024"/>
                  </a:lnTo>
                  <a:lnTo>
                    <a:pt x="74565" y="72428"/>
                  </a:lnTo>
                  <a:lnTo>
                    <a:pt x="77821" y="82412"/>
                  </a:lnTo>
                  <a:lnTo>
                    <a:pt x="69767" y="85037"/>
                  </a:lnTo>
                  <a:lnTo>
                    <a:pt x="55180" y="91281"/>
                  </a:lnTo>
                  <a:lnTo>
                    <a:pt x="44339" y="95923"/>
                  </a:lnTo>
                  <a:lnTo>
                    <a:pt x="27774" y="95645"/>
                  </a:lnTo>
                  <a:lnTo>
                    <a:pt x="17465" y="95472"/>
                  </a:lnTo>
                  <a:lnTo>
                    <a:pt x="15578" y="86279"/>
                  </a:lnTo>
                  <a:lnTo>
                    <a:pt x="14267" y="79892"/>
                  </a:lnTo>
                  <a:lnTo>
                    <a:pt x="12894" y="73205"/>
                  </a:lnTo>
                  <a:lnTo>
                    <a:pt x="11203" y="64964"/>
                  </a:lnTo>
                  <a:lnTo>
                    <a:pt x="9028" y="54369"/>
                  </a:lnTo>
                  <a:lnTo>
                    <a:pt x="6666" y="42860"/>
                  </a:lnTo>
                  <a:lnTo>
                    <a:pt x="3517" y="27514"/>
                  </a:lnTo>
                  <a:lnTo>
                    <a:pt x="0" y="10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157684" y="2722260"/>
              <a:ext cx="80529" cy="66945"/>
            </a:xfrm>
            <a:custGeom>
              <a:avLst/>
              <a:pathLst>
                <a:path w="80529" h="66945">
                  <a:moveTo>
                    <a:pt x="9396" y="36813"/>
                  </a:moveTo>
                  <a:lnTo>
                    <a:pt x="0" y="9076"/>
                  </a:lnTo>
                  <a:lnTo>
                    <a:pt x="10017" y="5171"/>
                  </a:lnTo>
                  <a:lnTo>
                    <a:pt x="23283" y="0"/>
                  </a:lnTo>
                  <a:lnTo>
                    <a:pt x="59394" y="14549"/>
                  </a:lnTo>
                  <a:lnTo>
                    <a:pt x="80529" y="23065"/>
                  </a:lnTo>
                  <a:lnTo>
                    <a:pt x="70769" y="33051"/>
                  </a:lnTo>
                  <a:lnTo>
                    <a:pt x="65088" y="38862"/>
                  </a:lnTo>
                  <a:lnTo>
                    <a:pt x="58615" y="45485"/>
                  </a:lnTo>
                  <a:lnTo>
                    <a:pt x="51895" y="52360"/>
                  </a:lnTo>
                  <a:lnTo>
                    <a:pt x="48239" y="55459"/>
                  </a:lnTo>
                  <a:lnTo>
                    <a:pt x="34844" y="60832"/>
                  </a:lnTo>
                  <a:lnTo>
                    <a:pt x="26231" y="64287"/>
                  </a:lnTo>
                  <a:lnTo>
                    <a:pt x="19604" y="669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43020" y="2655109"/>
              <a:ext cx="89149" cy="73472"/>
            </a:xfrm>
            <a:custGeom>
              <a:avLst/>
              <a:pathLst>
                <a:path w="89149" h="73472">
                  <a:moveTo>
                    <a:pt x="10862" y="12896"/>
                  </a:moveTo>
                  <a:lnTo>
                    <a:pt x="28968" y="0"/>
                  </a:lnTo>
                  <a:lnTo>
                    <a:pt x="35682" y="2591"/>
                  </a:lnTo>
                  <a:lnTo>
                    <a:pt x="42292" y="5143"/>
                  </a:lnTo>
                  <a:lnTo>
                    <a:pt x="51118" y="8549"/>
                  </a:lnTo>
                  <a:lnTo>
                    <a:pt x="59634" y="11836"/>
                  </a:lnTo>
                  <a:lnTo>
                    <a:pt x="68656" y="15318"/>
                  </a:lnTo>
                  <a:lnTo>
                    <a:pt x="80038" y="19712"/>
                  </a:lnTo>
                  <a:lnTo>
                    <a:pt x="89149" y="23228"/>
                  </a:lnTo>
                  <a:lnTo>
                    <a:pt x="88109" y="25593"/>
                  </a:lnTo>
                  <a:lnTo>
                    <a:pt x="80628" y="42606"/>
                  </a:lnTo>
                  <a:lnTo>
                    <a:pt x="74345" y="56896"/>
                  </a:lnTo>
                  <a:lnTo>
                    <a:pt x="66849" y="73472"/>
                  </a:lnTo>
                  <a:lnTo>
                    <a:pt x="62280" y="71420"/>
                  </a:lnTo>
                  <a:lnTo>
                    <a:pt x="55997" y="68598"/>
                  </a:lnTo>
                  <a:lnTo>
                    <a:pt x="48584" y="65268"/>
                  </a:lnTo>
                  <a:lnTo>
                    <a:pt x="42161" y="62384"/>
                  </a:lnTo>
                  <a:lnTo>
                    <a:pt x="36194" y="59704"/>
                  </a:lnTo>
                  <a:lnTo>
                    <a:pt x="30523" y="57157"/>
                  </a:lnTo>
                  <a:lnTo>
                    <a:pt x="24704" y="54544"/>
                  </a:lnTo>
                  <a:lnTo>
                    <a:pt x="18872" y="51924"/>
                  </a:lnTo>
                  <a:lnTo>
                    <a:pt x="0" y="43448"/>
                  </a:lnTo>
                  <a:lnTo>
                    <a:pt x="2453" y="34947"/>
                  </a:lnTo>
                  <a:lnTo>
                    <a:pt x="3221" y="30563"/>
                  </a:lnTo>
                  <a:lnTo>
                    <a:pt x="3982" y="26223"/>
                  </a:lnTo>
                  <a:lnTo>
                    <a:pt x="4567" y="173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783745" y="2755887"/>
              <a:ext cx="69695" cy="61690"/>
            </a:xfrm>
            <a:custGeom>
              <a:avLst/>
              <a:pathLst>
                <a:path w="69695" h="61690">
                  <a:moveTo>
                    <a:pt x="11278" y="50528"/>
                  </a:moveTo>
                  <a:lnTo>
                    <a:pt x="9480" y="43493"/>
                  </a:lnTo>
                  <a:lnTo>
                    <a:pt x="7181" y="34496"/>
                  </a:lnTo>
                  <a:lnTo>
                    <a:pt x="5148" y="26542"/>
                  </a:lnTo>
                  <a:lnTo>
                    <a:pt x="1593" y="12631"/>
                  </a:lnTo>
                  <a:lnTo>
                    <a:pt x="0" y="6394"/>
                  </a:lnTo>
                  <a:lnTo>
                    <a:pt x="14181" y="5082"/>
                  </a:lnTo>
                  <a:lnTo>
                    <a:pt x="24444" y="4132"/>
                  </a:lnTo>
                  <a:lnTo>
                    <a:pt x="27961" y="3719"/>
                  </a:lnTo>
                  <a:lnTo>
                    <a:pt x="45830" y="1622"/>
                  </a:lnTo>
                  <a:lnTo>
                    <a:pt x="59651" y="0"/>
                  </a:lnTo>
                  <a:lnTo>
                    <a:pt x="61065" y="7537"/>
                  </a:lnTo>
                  <a:lnTo>
                    <a:pt x="63088" y="18311"/>
                  </a:lnTo>
                  <a:lnTo>
                    <a:pt x="65266" y="29918"/>
                  </a:lnTo>
                  <a:lnTo>
                    <a:pt x="66099" y="34358"/>
                  </a:lnTo>
                  <a:lnTo>
                    <a:pt x="67509" y="43871"/>
                  </a:lnTo>
                  <a:lnTo>
                    <a:pt x="69187" y="55200"/>
                  </a:lnTo>
                  <a:lnTo>
                    <a:pt x="69695" y="58634"/>
                  </a:lnTo>
                  <a:lnTo>
                    <a:pt x="52117" y="59967"/>
                  </a:lnTo>
                  <a:lnTo>
                    <a:pt x="49226" y="60186"/>
                  </a:lnTo>
                  <a:lnTo>
                    <a:pt x="29399" y="616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23062" y="2667622"/>
              <a:ext cx="36961" cy="43852"/>
            </a:xfrm>
            <a:custGeom>
              <a:avLst/>
              <a:pathLst>
                <a:path w="36961" h="43852">
                  <a:moveTo>
                    <a:pt x="33953" y="21157"/>
                  </a:moveTo>
                  <a:lnTo>
                    <a:pt x="30766" y="29447"/>
                  </a:lnTo>
                  <a:lnTo>
                    <a:pt x="25230" y="43852"/>
                  </a:lnTo>
                  <a:lnTo>
                    <a:pt x="12908" y="37849"/>
                  </a:lnTo>
                  <a:lnTo>
                    <a:pt x="0" y="31559"/>
                  </a:lnTo>
                  <a:lnTo>
                    <a:pt x="2753" y="24490"/>
                  </a:lnTo>
                  <a:lnTo>
                    <a:pt x="5354" y="17810"/>
                  </a:lnTo>
                  <a:lnTo>
                    <a:pt x="7685" y="11826"/>
                  </a:lnTo>
                  <a:lnTo>
                    <a:pt x="9409" y="7397"/>
                  </a:lnTo>
                  <a:lnTo>
                    <a:pt x="12290" y="0"/>
                  </a:lnTo>
                  <a:lnTo>
                    <a:pt x="16622" y="2340"/>
                  </a:lnTo>
                  <a:lnTo>
                    <a:pt x="23263" y="5928"/>
                  </a:lnTo>
                  <a:lnTo>
                    <a:pt x="30462" y="9818"/>
                  </a:lnTo>
                  <a:lnTo>
                    <a:pt x="36961" y="13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185357" y="2617010"/>
              <a:ext cx="52719" cy="43681"/>
            </a:xfrm>
            <a:custGeom>
              <a:avLst/>
              <a:pathLst>
                <a:path w="52719" h="43681">
                  <a:moveTo>
                    <a:pt x="12281" y="0"/>
                  </a:moveTo>
                  <a:lnTo>
                    <a:pt x="52719" y="17500"/>
                  </a:lnTo>
                  <a:lnTo>
                    <a:pt x="40880" y="43681"/>
                  </a:lnTo>
                  <a:lnTo>
                    <a:pt x="0" y="25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492721" y="2935972"/>
              <a:ext cx="72916" cy="79497"/>
            </a:xfrm>
            <a:custGeom>
              <a:avLst/>
              <a:pathLst>
                <a:path w="72916" h="79497">
                  <a:moveTo>
                    <a:pt x="10764" y="24685"/>
                  </a:moveTo>
                  <a:lnTo>
                    <a:pt x="22154" y="16718"/>
                  </a:lnTo>
                  <a:lnTo>
                    <a:pt x="31687" y="10051"/>
                  </a:lnTo>
                  <a:lnTo>
                    <a:pt x="46056" y="0"/>
                  </a:lnTo>
                  <a:lnTo>
                    <a:pt x="51175" y="9789"/>
                  </a:lnTo>
                  <a:lnTo>
                    <a:pt x="54738" y="16601"/>
                  </a:lnTo>
                  <a:lnTo>
                    <a:pt x="59253" y="25236"/>
                  </a:lnTo>
                  <a:lnTo>
                    <a:pt x="67105" y="40251"/>
                  </a:lnTo>
                  <a:lnTo>
                    <a:pt x="72916" y="51363"/>
                  </a:lnTo>
                  <a:lnTo>
                    <a:pt x="48826" y="64223"/>
                  </a:lnTo>
                  <a:lnTo>
                    <a:pt x="20215" y="79497"/>
                  </a:lnTo>
                  <a:lnTo>
                    <a:pt x="7092" y="48803"/>
                  </a:lnTo>
                  <a:lnTo>
                    <a:pt x="0" y="322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04465" y="2925199"/>
              <a:ext cx="105619" cy="188522"/>
            </a:xfrm>
            <a:custGeom>
              <a:avLst/>
              <a:pathLst>
                <a:path w="105619" h="188522">
                  <a:moveTo>
                    <a:pt x="12283" y="100003"/>
                  </a:moveTo>
                  <a:lnTo>
                    <a:pt x="7402" y="92292"/>
                  </a:lnTo>
                  <a:lnTo>
                    <a:pt x="3675" y="83936"/>
                  </a:lnTo>
                  <a:lnTo>
                    <a:pt x="1220" y="75298"/>
                  </a:lnTo>
                  <a:lnTo>
                    <a:pt x="0" y="66390"/>
                  </a:lnTo>
                  <a:lnTo>
                    <a:pt x="38" y="57396"/>
                  </a:lnTo>
                  <a:lnTo>
                    <a:pt x="1334" y="48499"/>
                  </a:lnTo>
                  <a:lnTo>
                    <a:pt x="3862" y="39883"/>
                  </a:lnTo>
                  <a:lnTo>
                    <a:pt x="18376" y="28308"/>
                  </a:lnTo>
                  <a:lnTo>
                    <a:pt x="53871" y="0"/>
                  </a:lnTo>
                  <a:lnTo>
                    <a:pt x="57236" y="4885"/>
                  </a:lnTo>
                  <a:lnTo>
                    <a:pt x="59970" y="8855"/>
                  </a:lnTo>
                  <a:lnTo>
                    <a:pt x="63887" y="14544"/>
                  </a:lnTo>
                  <a:lnTo>
                    <a:pt x="67996" y="20511"/>
                  </a:lnTo>
                  <a:lnTo>
                    <a:pt x="72236" y="26668"/>
                  </a:lnTo>
                  <a:lnTo>
                    <a:pt x="76965" y="33535"/>
                  </a:lnTo>
                  <a:lnTo>
                    <a:pt x="58130" y="50285"/>
                  </a:lnTo>
                  <a:lnTo>
                    <a:pt x="46832" y="60331"/>
                  </a:lnTo>
                  <a:lnTo>
                    <a:pt x="51041" y="75568"/>
                  </a:lnTo>
                  <a:lnTo>
                    <a:pt x="61447" y="90648"/>
                  </a:lnTo>
                  <a:lnTo>
                    <a:pt x="105619" y="154660"/>
                  </a:lnTo>
                  <a:lnTo>
                    <a:pt x="102345" y="160171"/>
                  </a:lnTo>
                  <a:lnTo>
                    <a:pt x="98920" y="165935"/>
                  </a:lnTo>
                  <a:lnTo>
                    <a:pt x="103828" y="182310"/>
                  </a:lnTo>
                  <a:lnTo>
                    <a:pt x="104027" y="183059"/>
                  </a:lnTo>
                  <a:lnTo>
                    <a:pt x="104116" y="183829"/>
                  </a:lnTo>
                  <a:lnTo>
                    <a:pt x="104091" y="184604"/>
                  </a:lnTo>
                  <a:lnTo>
                    <a:pt x="103955" y="185367"/>
                  </a:lnTo>
                  <a:lnTo>
                    <a:pt x="103709" y="186101"/>
                  </a:lnTo>
                  <a:lnTo>
                    <a:pt x="103359" y="186789"/>
                  </a:lnTo>
                  <a:lnTo>
                    <a:pt x="102879" y="187458"/>
                  </a:lnTo>
                  <a:lnTo>
                    <a:pt x="102301" y="188040"/>
                  </a:lnTo>
                  <a:lnTo>
                    <a:pt x="101640" y="188522"/>
                  </a:lnTo>
                  <a:lnTo>
                    <a:pt x="97975" y="184972"/>
                  </a:lnTo>
                  <a:lnTo>
                    <a:pt x="92689" y="179852"/>
                  </a:lnTo>
                  <a:lnTo>
                    <a:pt x="88203" y="175506"/>
                  </a:lnTo>
                  <a:lnTo>
                    <a:pt x="81128" y="168654"/>
                  </a:lnTo>
                  <a:lnTo>
                    <a:pt x="75456" y="163161"/>
                  </a:lnTo>
                  <a:lnTo>
                    <a:pt x="72118" y="159837"/>
                  </a:lnTo>
                  <a:lnTo>
                    <a:pt x="64588" y="152341"/>
                  </a:lnTo>
                  <a:lnTo>
                    <a:pt x="58165" y="145947"/>
                  </a:lnTo>
                  <a:lnTo>
                    <a:pt x="51081" y="138895"/>
                  </a:lnTo>
                  <a:lnTo>
                    <a:pt x="45054" y="132895"/>
                  </a:lnTo>
                  <a:lnTo>
                    <a:pt x="41562" y="129419"/>
                  </a:lnTo>
                  <a:lnTo>
                    <a:pt x="39417" y="127350"/>
                  </a:lnTo>
                  <a:lnTo>
                    <a:pt x="31131" y="119359"/>
                  </a:lnTo>
                  <a:lnTo>
                    <a:pt x="18214" y="106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373980" y="2776600"/>
              <a:ext cx="66059" cy="92018"/>
            </a:xfrm>
            <a:custGeom>
              <a:avLst/>
              <a:pathLst>
                <a:path w="66059" h="92018">
                  <a:moveTo>
                    <a:pt x="8982" y="18090"/>
                  </a:moveTo>
                  <a:lnTo>
                    <a:pt x="9587" y="14052"/>
                  </a:lnTo>
                  <a:lnTo>
                    <a:pt x="11589" y="690"/>
                  </a:lnTo>
                  <a:lnTo>
                    <a:pt x="30611" y="435"/>
                  </a:lnTo>
                  <a:lnTo>
                    <a:pt x="44693" y="247"/>
                  </a:lnTo>
                  <a:lnTo>
                    <a:pt x="63189" y="0"/>
                  </a:lnTo>
                  <a:lnTo>
                    <a:pt x="66059" y="1677"/>
                  </a:lnTo>
                  <a:lnTo>
                    <a:pt x="64361" y="10668"/>
                  </a:lnTo>
                  <a:lnTo>
                    <a:pt x="62005" y="23136"/>
                  </a:lnTo>
                  <a:lnTo>
                    <a:pt x="59172" y="38126"/>
                  </a:lnTo>
                  <a:lnTo>
                    <a:pt x="56652" y="51461"/>
                  </a:lnTo>
                  <a:lnTo>
                    <a:pt x="48989" y="92018"/>
                  </a:lnTo>
                  <a:lnTo>
                    <a:pt x="32828" y="87852"/>
                  </a:lnTo>
                  <a:lnTo>
                    <a:pt x="29671" y="87038"/>
                  </a:lnTo>
                  <a:lnTo>
                    <a:pt x="0" y="79410"/>
                  </a:lnTo>
                  <a:lnTo>
                    <a:pt x="1449" y="70263"/>
                  </a:lnTo>
                  <a:lnTo>
                    <a:pt x="3249" y="58899"/>
                  </a:lnTo>
                  <a:lnTo>
                    <a:pt x="6070" y="41094"/>
                  </a:lnTo>
                  <a:lnTo>
                    <a:pt x="7798" y="30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13051" y="2761435"/>
              <a:ext cx="56940" cy="62986"/>
            </a:xfrm>
            <a:custGeom>
              <a:avLst/>
              <a:pathLst>
                <a:path w="56940" h="62986">
                  <a:moveTo>
                    <a:pt x="1590" y="44620"/>
                  </a:moveTo>
                  <a:lnTo>
                    <a:pt x="3926" y="33422"/>
                  </a:lnTo>
                  <a:lnTo>
                    <a:pt x="7005" y="18655"/>
                  </a:lnTo>
                  <a:lnTo>
                    <a:pt x="8402" y="11960"/>
                  </a:lnTo>
                  <a:lnTo>
                    <a:pt x="12884" y="0"/>
                  </a:lnTo>
                  <a:lnTo>
                    <a:pt x="34566" y="4209"/>
                  </a:lnTo>
                  <a:lnTo>
                    <a:pt x="52314" y="7655"/>
                  </a:lnTo>
                  <a:lnTo>
                    <a:pt x="54308" y="15810"/>
                  </a:lnTo>
                  <a:lnTo>
                    <a:pt x="56940" y="26570"/>
                  </a:lnTo>
                  <a:lnTo>
                    <a:pt x="54311" y="39078"/>
                  </a:lnTo>
                  <a:lnTo>
                    <a:pt x="51886" y="50617"/>
                  </a:lnTo>
                  <a:lnTo>
                    <a:pt x="49287" y="62986"/>
                  </a:lnTo>
                  <a:lnTo>
                    <a:pt x="28586" y="58476"/>
                  </a:lnTo>
                  <a:lnTo>
                    <a:pt x="0" y="5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394241" y="2754872"/>
              <a:ext cx="45760" cy="15313"/>
            </a:xfrm>
            <a:custGeom>
              <a:avLst/>
              <a:pathLst>
                <a:path w="45760" h="15313">
                  <a:moveTo>
                    <a:pt x="1124" y="4389"/>
                  </a:moveTo>
                  <a:lnTo>
                    <a:pt x="1816" y="0"/>
                  </a:lnTo>
                  <a:lnTo>
                    <a:pt x="17657" y="270"/>
                  </a:lnTo>
                  <a:lnTo>
                    <a:pt x="42893" y="702"/>
                  </a:lnTo>
                  <a:lnTo>
                    <a:pt x="45760" y="3845"/>
                  </a:lnTo>
                  <a:lnTo>
                    <a:pt x="45001" y="8586"/>
                  </a:lnTo>
                  <a:lnTo>
                    <a:pt x="43925" y="15313"/>
                  </a:lnTo>
                  <a:lnTo>
                    <a:pt x="35285" y="14569"/>
                  </a:lnTo>
                  <a:lnTo>
                    <a:pt x="24537" y="13643"/>
                  </a:lnTo>
                  <a:lnTo>
                    <a:pt x="7402" y="12166"/>
                  </a:lnTo>
                  <a:lnTo>
                    <a:pt x="0" y="11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281588" y="2683585"/>
              <a:ext cx="26278" cy="54842"/>
            </a:xfrm>
            <a:custGeom>
              <a:avLst/>
              <a:pathLst>
                <a:path w="26278" h="54842">
                  <a:moveTo>
                    <a:pt x="23685" y="12315"/>
                  </a:moveTo>
                  <a:lnTo>
                    <a:pt x="18061" y="34738"/>
                  </a:lnTo>
                  <a:lnTo>
                    <a:pt x="13018" y="54842"/>
                  </a:lnTo>
                  <a:lnTo>
                    <a:pt x="10422" y="54191"/>
                  </a:lnTo>
                  <a:lnTo>
                    <a:pt x="6478" y="53202"/>
                  </a:lnTo>
                  <a:lnTo>
                    <a:pt x="2277" y="52149"/>
                  </a:lnTo>
                  <a:lnTo>
                    <a:pt x="0" y="51578"/>
                  </a:lnTo>
                  <a:lnTo>
                    <a:pt x="4244" y="29900"/>
                  </a:lnTo>
                  <a:lnTo>
                    <a:pt x="10099" y="0"/>
                  </a:lnTo>
                  <a:lnTo>
                    <a:pt x="13094" y="354"/>
                  </a:lnTo>
                  <a:lnTo>
                    <a:pt x="16020" y="701"/>
                  </a:lnTo>
                  <a:lnTo>
                    <a:pt x="19473" y="1110"/>
                  </a:lnTo>
                  <a:lnTo>
                    <a:pt x="23410" y="1576"/>
                  </a:lnTo>
                  <a:lnTo>
                    <a:pt x="26278" y="19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47595" y="2637073"/>
              <a:ext cx="44857" cy="50257"/>
            </a:xfrm>
            <a:custGeom>
              <a:avLst/>
              <a:pathLst>
                <a:path w="44857" h="50257">
                  <a:moveTo>
                    <a:pt x="40891" y="41827"/>
                  </a:moveTo>
                  <a:lnTo>
                    <a:pt x="36933" y="43417"/>
                  </a:lnTo>
                  <a:lnTo>
                    <a:pt x="32004" y="45397"/>
                  </a:lnTo>
                  <a:lnTo>
                    <a:pt x="27185" y="47333"/>
                  </a:lnTo>
                  <a:lnTo>
                    <a:pt x="19907" y="50257"/>
                  </a:lnTo>
                  <a:lnTo>
                    <a:pt x="6193" y="18353"/>
                  </a:lnTo>
                  <a:lnTo>
                    <a:pt x="0" y="3946"/>
                  </a:lnTo>
                  <a:lnTo>
                    <a:pt x="11685" y="1320"/>
                  </a:lnTo>
                  <a:lnTo>
                    <a:pt x="17565" y="0"/>
                  </a:lnTo>
                  <a:lnTo>
                    <a:pt x="28559" y="14103"/>
                  </a:lnTo>
                  <a:lnTo>
                    <a:pt x="40438" y="29340"/>
                  </a:lnTo>
                  <a:lnTo>
                    <a:pt x="44857" y="402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759452" y="2458106"/>
              <a:ext cx="74153" cy="85384"/>
            </a:xfrm>
            <a:custGeom>
              <a:avLst/>
              <a:pathLst>
                <a:path w="74153" h="85384">
                  <a:moveTo>
                    <a:pt x="72611" y="19507"/>
                  </a:moveTo>
                  <a:lnTo>
                    <a:pt x="70853" y="25525"/>
                  </a:lnTo>
                  <a:lnTo>
                    <a:pt x="68968" y="31973"/>
                  </a:lnTo>
                  <a:lnTo>
                    <a:pt x="67094" y="38386"/>
                  </a:lnTo>
                  <a:lnTo>
                    <a:pt x="64552" y="47085"/>
                  </a:lnTo>
                  <a:lnTo>
                    <a:pt x="60997" y="59250"/>
                  </a:lnTo>
                  <a:lnTo>
                    <a:pt x="53359" y="85384"/>
                  </a:lnTo>
                  <a:lnTo>
                    <a:pt x="46927" y="84923"/>
                  </a:lnTo>
                  <a:lnTo>
                    <a:pt x="40091" y="84433"/>
                  </a:lnTo>
                  <a:lnTo>
                    <a:pt x="30874" y="83773"/>
                  </a:lnTo>
                  <a:lnTo>
                    <a:pt x="21352" y="83090"/>
                  </a:lnTo>
                  <a:lnTo>
                    <a:pt x="9401" y="82124"/>
                  </a:lnTo>
                  <a:lnTo>
                    <a:pt x="0" y="81364"/>
                  </a:lnTo>
                  <a:lnTo>
                    <a:pt x="2383" y="69997"/>
                  </a:lnTo>
                  <a:lnTo>
                    <a:pt x="5019" y="57425"/>
                  </a:lnTo>
                  <a:lnTo>
                    <a:pt x="7685" y="44704"/>
                  </a:lnTo>
                  <a:lnTo>
                    <a:pt x="10914" y="29302"/>
                  </a:lnTo>
                  <a:lnTo>
                    <a:pt x="13942" y="14860"/>
                  </a:lnTo>
                  <a:lnTo>
                    <a:pt x="17058" y="0"/>
                  </a:lnTo>
                  <a:lnTo>
                    <a:pt x="45050" y="6976"/>
                  </a:lnTo>
                  <a:lnTo>
                    <a:pt x="74153" y="1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072108" y="2656161"/>
              <a:ext cx="44358" cy="53536"/>
            </a:xfrm>
            <a:custGeom>
              <a:avLst/>
              <a:pathLst>
                <a:path w="44358" h="53536">
                  <a:moveTo>
                    <a:pt x="35223" y="30870"/>
                  </a:moveTo>
                  <a:lnTo>
                    <a:pt x="24027" y="53536"/>
                  </a:lnTo>
                  <a:lnTo>
                    <a:pt x="11736" y="47301"/>
                  </a:lnTo>
                  <a:lnTo>
                    <a:pt x="0" y="41348"/>
                  </a:lnTo>
                  <a:lnTo>
                    <a:pt x="7996" y="25390"/>
                  </a:lnTo>
                  <a:lnTo>
                    <a:pt x="20719" y="0"/>
                  </a:lnTo>
                  <a:lnTo>
                    <a:pt x="32520" y="6179"/>
                  </a:lnTo>
                  <a:lnTo>
                    <a:pt x="44358" y="12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084407" y="2600303"/>
              <a:ext cx="52602" cy="66740"/>
            </a:xfrm>
            <a:custGeom>
              <a:avLst/>
              <a:pathLst>
                <a:path w="52602" h="66740">
                  <a:moveTo>
                    <a:pt x="27883" y="56201"/>
                  </a:moveTo>
                  <a:lnTo>
                    <a:pt x="0" y="44313"/>
                  </a:lnTo>
                  <a:lnTo>
                    <a:pt x="4416" y="33989"/>
                  </a:lnTo>
                  <a:lnTo>
                    <a:pt x="9379" y="22388"/>
                  </a:lnTo>
                  <a:lnTo>
                    <a:pt x="18899" y="135"/>
                  </a:lnTo>
                  <a:lnTo>
                    <a:pt x="18767" y="0"/>
                  </a:lnTo>
                  <a:lnTo>
                    <a:pt x="26608" y="5740"/>
                  </a:lnTo>
                  <a:lnTo>
                    <a:pt x="30024" y="9033"/>
                  </a:lnTo>
                  <a:lnTo>
                    <a:pt x="33624" y="12504"/>
                  </a:lnTo>
                  <a:lnTo>
                    <a:pt x="39689" y="20170"/>
                  </a:lnTo>
                  <a:lnTo>
                    <a:pt x="44692" y="28598"/>
                  </a:lnTo>
                  <a:lnTo>
                    <a:pt x="48543" y="37637"/>
                  </a:lnTo>
                  <a:lnTo>
                    <a:pt x="51173" y="47122"/>
                  </a:lnTo>
                  <a:lnTo>
                    <a:pt x="52534" y="56882"/>
                  </a:lnTo>
                  <a:lnTo>
                    <a:pt x="52602" y="667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29842" y="3034940"/>
              <a:ext cx="103006" cy="75620"/>
            </a:xfrm>
            <a:custGeom>
              <a:avLst/>
              <a:pathLst>
                <a:path w="103006" h="75620">
                  <a:moveTo>
                    <a:pt x="4606" y="17669"/>
                  </a:moveTo>
                  <a:lnTo>
                    <a:pt x="9253" y="0"/>
                  </a:lnTo>
                  <a:lnTo>
                    <a:pt x="14188" y="1840"/>
                  </a:lnTo>
                  <a:lnTo>
                    <a:pt x="20834" y="4319"/>
                  </a:lnTo>
                  <a:lnTo>
                    <a:pt x="30806" y="8038"/>
                  </a:lnTo>
                  <a:lnTo>
                    <a:pt x="42546" y="12416"/>
                  </a:lnTo>
                  <a:lnTo>
                    <a:pt x="54392" y="16834"/>
                  </a:lnTo>
                  <a:lnTo>
                    <a:pt x="69683" y="22537"/>
                  </a:lnTo>
                  <a:lnTo>
                    <a:pt x="95496" y="32163"/>
                  </a:lnTo>
                  <a:lnTo>
                    <a:pt x="97836" y="38206"/>
                  </a:lnTo>
                  <a:lnTo>
                    <a:pt x="100187" y="44278"/>
                  </a:lnTo>
                  <a:lnTo>
                    <a:pt x="101014" y="53473"/>
                  </a:lnTo>
                  <a:lnTo>
                    <a:pt x="101854" y="62812"/>
                  </a:lnTo>
                  <a:lnTo>
                    <a:pt x="103006" y="75620"/>
                  </a:lnTo>
                  <a:lnTo>
                    <a:pt x="94594" y="73922"/>
                  </a:lnTo>
                  <a:lnTo>
                    <a:pt x="82049" y="71389"/>
                  </a:lnTo>
                  <a:lnTo>
                    <a:pt x="74459" y="69856"/>
                  </a:lnTo>
                  <a:lnTo>
                    <a:pt x="70722" y="68312"/>
                  </a:lnTo>
                  <a:lnTo>
                    <a:pt x="60071" y="63911"/>
                  </a:lnTo>
                  <a:lnTo>
                    <a:pt x="48800" y="59083"/>
                  </a:lnTo>
                  <a:lnTo>
                    <a:pt x="41264" y="55856"/>
                  </a:lnTo>
                  <a:lnTo>
                    <a:pt x="36344" y="53748"/>
                  </a:lnTo>
                  <a:lnTo>
                    <a:pt x="30004" y="51032"/>
                  </a:lnTo>
                  <a:lnTo>
                    <a:pt x="30000" y="42939"/>
                  </a:lnTo>
                  <a:lnTo>
                    <a:pt x="27363" y="42257"/>
                  </a:lnTo>
                  <a:lnTo>
                    <a:pt x="7889" y="37226"/>
                  </a:lnTo>
                  <a:lnTo>
                    <a:pt x="0" y="35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090677" y="2979388"/>
              <a:ext cx="92868" cy="66470"/>
            </a:xfrm>
            <a:custGeom>
              <a:avLst/>
              <a:pathLst>
                <a:path w="92868" h="66470">
                  <a:moveTo>
                    <a:pt x="71829" y="4951"/>
                  </a:moveTo>
                  <a:lnTo>
                    <a:pt x="75802" y="16568"/>
                  </a:lnTo>
                  <a:lnTo>
                    <a:pt x="80211" y="29460"/>
                  </a:lnTo>
                  <a:lnTo>
                    <a:pt x="92868" y="66470"/>
                  </a:lnTo>
                  <a:lnTo>
                    <a:pt x="81917" y="62052"/>
                  </a:lnTo>
                  <a:lnTo>
                    <a:pt x="67629" y="56287"/>
                  </a:lnTo>
                  <a:lnTo>
                    <a:pt x="54111" y="50833"/>
                  </a:lnTo>
                  <a:lnTo>
                    <a:pt x="42105" y="45989"/>
                  </a:lnTo>
                  <a:lnTo>
                    <a:pt x="24982" y="39081"/>
                  </a:lnTo>
                  <a:lnTo>
                    <a:pt x="0" y="29001"/>
                  </a:lnTo>
                  <a:lnTo>
                    <a:pt x="31367" y="11348"/>
                  </a:lnTo>
                  <a:lnTo>
                    <a:pt x="39976" y="8828"/>
                  </a:lnTo>
                  <a:lnTo>
                    <a:pt x="701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299574" y="2699729"/>
              <a:ext cx="124716" cy="56301"/>
            </a:xfrm>
            <a:custGeom>
              <a:avLst/>
              <a:pathLst>
                <a:path w="124716" h="56301">
                  <a:moveTo>
                    <a:pt x="110939" y="1034"/>
                  </a:moveTo>
                  <a:lnTo>
                    <a:pt x="111799" y="2143"/>
                  </a:lnTo>
                  <a:lnTo>
                    <a:pt x="112714" y="3324"/>
                  </a:lnTo>
                  <a:lnTo>
                    <a:pt x="113449" y="4273"/>
                  </a:lnTo>
                  <a:lnTo>
                    <a:pt x="114200" y="5242"/>
                  </a:lnTo>
                  <a:lnTo>
                    <a:pt x="115122" y="6432"/>
                  </a:lnTo>
                  <a:lnTo>
                    <a:pt x="115969" y="7526"/>
                  </a:lnTo>
                  <a:lnTo>
                    <a:pt x="116898" y="8725"/>
                  </a:lnTo>
                  <a:lnTo>
                    <a:pt x="117865" y="9973"/>
                  </a:lnTo>
                  <a:lnTo>
                    <a:pt x="119043" y="11493"/>
                  </a:lnTo>
                  <a:lnTo>
                    <a:pt x="120222" y="13016"/>
                  </a:lnTo>
                  <a:lnTo>
                    <a:pt x="122306" y="15705"/>
                  </a:lnTo>
                  <a:lnTo>
                    <a:pt x="124716" y="18815"/>
                  </a:lnTo>
                  <a:lnTo>
                    <a:pt x="104421" y="29445"/>
                  </a:lnTo>
                  <a:lnTo>
                    <a:pt x="100536" y="31480"/>
                  </a:lnTo>
                  <a:lnTo>
                    <a:pt x="87618" y="38247"/>
                  </a:lnTo>
                  <a:lnTo>
                    <a:pt x="68108" y="48466"/>
                  </a:lnTo>
                  <a:lnTo>
                    <a:pt x="63700" y="50775"/>
                  </a:lnTo>
                  <a:lnTo>
                    <a:pt x="48978" y="55689"/>
                  </a:lnTo>
                  <a:lnTo>
                    <a:pt x="45016" y="56301"/>
                  </a:lnTo>
                  <a:lnTo>
                    <a:pt x="41240" y="55432"/>
                  </a:lnTo>
                  <a:lnTo>
                    <a:pt x="33206" y="53584"/>
                  </a:lnTo>
                  <a:lnTo>
                    <a:pt x="24748" y="51639"/>
                  </a:lnTo>
                  <a:lnTo>
                    <a:pt x="17212" y="49970"/>
                  </a:lnTo>
                  <a:lnTo>
                    <a:pt x="0" y="46160"/>
                  </a:lnTo>
                  <a:lnTo>
                    <a:pt x="1279" y="41712"/>
                  </a:lnTo>
                  <a:lnTo>
                    <a:pt x="2231" y="38407"/>
                  </a:lnTo>
                  <a:lnTo>
                    <a:pt x="5944" y="36804"/>
                  </a:lnTo>
                  <a:lnTo>
                    <a:pt x="12479" y="33983"/>
                  </a:lnTo>
                  <a:lnTo>
                    <a:pt x="20265" y="30623"/>
                  </a:lnTo>
                  <a:lnTo>
                    <a:pt x="27638" y="32585"/>
                  </a:lnTo>
                  <a:lnTo>
                    <a:pt x="35226" y="33283"/>
                  </a:lnTo>
                  <a:lnTo>
                    <a:pt x="38412" y="33038"/>
                  </a:lnTo>
                  <a:lnTo>
                    <a:pt x="42822" y="32699"/>
                  </a:lnTo>
                  <a:lnTo>
                    <a:pt x="48088" y="31382"/>
                  </a:lnTo>
                  <a:lnTo>
                    <a:pt x="50223" y="30848"/>
                  </a:lnTo>
                  <a:lnTo>
                    <a:pt x="55135" y="28845"/>
                  </a:lnTo>
                  <a:lnTo>
                    <a:pt x="59792" y="26282"/>
                  </a:lnTo>
                  <a:lnTo>
                    <a:pt x="64132" y="23192"/>
                  </a:lnTo>
                  <a:lnTo>
                    <a:pt x="68704" y="18993"/>
                  </a:lnTo>
                  <a:lnTo>
                    <a:pt x="70553" y="16240"/>
                  </a:lnTo>
                  <a:lnTo>
                    <a:pt x="82948" y="11155"/>
                  </a:lnTo>
                  <a:lnTo>
                    <a:pt x="94449" y="6436"/>
                  </a:lnTo>
                  <a:lnTo>
                    <a:pt x="103979" y="2526"/>
                  </a:lnTo>
                  <a:lnTo>
                    <a:pt x="1101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32610" y="2782783"/>
              <a:ext cx="58225" cy="70398"/>
            </a:xfrm>
            <a:custGeom>
              <a:avLst/>
              <a:pathLst>
                <a:path w="58225" h="70398">
                  <a:moveTo>
                    <a:pt x="39396" y="45805"/>
                  </a:moveTo>
                  <a:lnTo>
                    <a:pt x="26962" y="53567"/>
                  </a:lnTo>
                  <a:lnTo>
                    <a:pt x="0" y="70398"/>
                  </a:lnTo>
                  <a:lnTo>
                    <a:pt x="2804" y="55808"/>
                  </a:lnTo>
                  <a:lnTo>
                    <a:pt x="6947" y="34248"/>
                  </a:lnTo>
                  <a:lnTo>
                    <a:pt x="11098" y="12652"/>
                  </a:lnTo>
                  <a:lnTo>
                    <a:pt x="13529" y="0"/>
                  </a:lnTo>
                  <a:lnTo>
                    <a:pt x="25436" y="3579"/>
                  </a:lnTo>
                  <a:lnTo>
                    <a:pt x="38211" y="7420"/>
                  </a:lnTo>
                  <a:lnTo>
                    <a:pt x="58225" y="31837"/>
                  </a:lnTo>
                  <a:lnTo>
                    <a:pt x="52023" y="36611"/>
                  </a:lnTo>
                  <a:lnTo>
                    <a:pt x="43005" y="43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15851" y="2647903"/>
              <a:ext cx="72671" cy="47515"/>
            </a:xfrm>
            <a:custGeom>
              <a:avLst/>
              <a:pathLst>
                <a:path w="72671" h="47515">
                  <a:moveTo>
                    <a:pt x="5415" y="31095"/>
                  </a:moveTo>
                  <a:lnTo>
                    <a:pt x="14515" y="12785"/>
                  </a:lnTo>
                  <a:lnTo>
                    <a:pt x="20869" y="0"/>
                  </a:lnTo>
                  <a:lnTo>
                    <a:pt x="45471" y="11984"/>
                  </a:lnTo>
                  <a:lnTo>
                    <a:pt x="72671" y="25233"/>
                  </a:lnTo>
                  <a:lnTo>
                    <a:pt x="67393" y="34165"/>
                  </a:lnTo>
                  <a:lnTo>
                    <a:pt x="59504" y="47515"/>
                  </a:lnTo>
                  <a:lnTo>
                    <a:pt x="41535" y="43028"/>
                  </a:lnTo>
                  <a:lnTo>
                    <a:pt x="27144" y="39434"/>
                  </a:lnTo>
                  <a:lnTo>
                    <a:pt x="0" y="419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886994" y="2679861"/>
              <a:ext cx="59477" cy="41049"/>
            </a:xfrm>
            <a:custGeom>
              <a:avLst/>
              <a:pathLst>
                <a:path w="59477" h="41049">
                  <a:moveTo>
                    <a:pt x="53284" y="31996"/>
                  </a:moveTo>
                  <a:lnTo>
                    <a:pt x="47289" y="41049"/>
                  </a:lnTo>
                  <a:lnTo>
                    <a:pt x="34925" y="35533"/>
                  </a:lnTo>
                  <a:lnTo>
                    <a:pt x="0" y="19949"/>
                  </a:lnTo>
                  <a:lnTo>
                    <a:pt x="6468" y="7529"/>
                  </a:lnTo>
                  <a:lnTo>
                    <a:pt x="10389" y="0"/>
                  </a:lnTo>
                  <a:lnTo>
                    <a:pt x="41145" y="14188"/>
                  </a:lnTo>
                  <a:lnTo>
                    <a:pt x="59477" y="226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292595" y="2669701"/>
              <a:ext cx="53539" cy="13532"/>
            </a:xfrm>
            <a:custGeom>
              <a:avLst/>
              <a:pathLst>
                <a:path w="53539" h="13532">
                  <a:moveTo>
                    <a:pt x="0" y="9250"/>
                  </a:moveTo>
                  <a:lnTo>
                    <a:pt x="576" y="6306"/>
                  </a:lnTo>
                  <a:lnTo>
                    <a:pt x="935" y="4475"/>
                  </a:lnTo>
                  <a:lnTo>
                    <a:pt x="1397" y="2112"/>
                  </a:lnTo>
                  <a:lnTo>
                    <a:pt x="1811" y="0"/>
                  </a:lnTo>
                  <a:lnTo>
                    <a:pt x="16958" y="224"/>
                  </a:lnTo>
                  <a:lnTo>
                    <a:pt x="39727" y="562"/>
                  </a:lnTo>
                  <a:lnTo>
                    <a:pt x="40652" y="3670"/>
                  </a:lnTo>
                  <a:lnTo>
                    <a:pt x="50587" y="1238"/>
                  </a:lnTo>
                  <a:lnTo>
                    <a:pt x="51982" y="5813"/>
                  </a:lnTo>
                  <a:lnTo>
                    <a:pt x="53539" y="10920"/>
                  </a:lnTo>
                  <a:lnTo>
                    <a:pt x="44860" y="13532"/>
                  </a:lnTo>
                  <a:lnTo>
                    <a:pt x="42965" y="12767"/>
                  </a:lnTo>
                  <a:lnTo>
                    <a:pt x="38714" y="12445"/>
                  </a:lnTo>
                  <a:lnTo>
                    <a:pt x="35816" y="12234"/>
                  </a:lnTo>
                  <a:lnTo>
                    <a:pt x="16510" y="10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367419" y="2683742"/>
              <a:ext cx="29754" cy="29211"/>
            </a:xfrm>
            <a:custGeom>
              <a:avLst/>
              <a:pathLst>
                <a:path w="29754" h="29211">
                  <a:moveTo>
                    <a:pt x="26615" y="18878"/>
                  </a:moveTo>
                  <a:lnTo>
                    <a:pt x="22210" y="20900"/>
                  </a:lnTo>
                  <a:lnTo>
                    <a:pt x="11824" y="25668"/>
                  </a:lnTo>
                  <a:lnTo>
                    <a:pt x="4108" y="29211"/>
                  </a:lnTo>
                  <a:lnTo>
                    <a:pt x="4942" y="26394"/>
                  </a:lnTo>
                  <a:lnTo>
                    <a:pt x="5384" y="23487"/>
                  </a:lnTo>
                  <a:lnTo>
                    <a:pt x="5388" y="19997"/>
                  </a:lnTo>
                  <a:lnTo>
                    <a:pt x="4830" y="16554"/>
                  </a:lnTo>
                  <a:lnTo>
                    <a:pt x="3722" y="13253"/>
                  </a:lnTo>
                  <a:lnTo>
                    <a:pt x="2098" y="10183"/>
                  </a:lnTo>
                  <a:lnTo>
                    <a:pt x="0" y="7430"/>
                  </a:lnTo>
                  <a:lnTo>
                    <a:pt x="10336" y="3681"/>
                  </a:lnTo>
                  <a:lnTo>
                    <a:pt x="20485" y="0"/>
                  </a:lnTo>
                  <a:lnTo>
                    <a:pt x="22972" y="4677"/>
                  </a:lnTo>
                  <a:lnTo>
                    <a:pt x="29754" y="1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073101" y="3014549"/>
              <a:ext cx="63723" cy="55028"/>
            </a:xfrm>
            <a:custGeom>
              <a:avLst/>
              <a:pathLst>
                <a:path w="63723" h="55028">
                  <a:moveTo>
                    <a:pt x="62513" y="24253"/>
                  </a:moveTo>
                  <a:lnTo>
                    <a:pt x="60889" y="30577"/>
                  </a:lnTo>
                  <a:lnTo>
                    <a:pt x="59279" y="36846"/>
                  </a:lnTo>
                  <a:lnTo>
                    <a:pt x="57667" y="43126"/>
                  </a:lnTo>
                  <a:lnTo>
                    <a:pt x="54610" y="55028"/>
                  </a:lnTo>
                  <a:lnTo>
                    <a:pt x="26012" y="47639"/>
                  </a:lnTo>
                  <a:lnTo>
                    <a:pt x="2158" y="41476"/>
                  </a:lnTo>
                  <a:lnTo>
                    <a:pt x="0" y="41071"/>
                  </a:lnTo>
                  <a:lnTo>
                    <a:pt x="6608" y="11528"/>
                  </a:lnTo>
                  <a:lnTo>
                    <a:pt x="15243" y="0"/>
                  </a:lnTo>
                  <a:lnTo>
                    <a:pt x="32454" y="7081"/>
                  </a:lnTo>
                  <a:lnTo>
                    <a:pt x="45874" y="12603"/>
                  </a:lnTo>
                  <a:lnTo>
                    <a:pt x="61568" y="18740"/>
                  </a:lnTo>
                  <a:lnTo>
                    <a:pt x="63723" y="195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08990" y="2978855"/>
              <a:ext cx="338564" cy="144154"/>
            </a:xfrm>
            <a:custGeom>
              <a:avLst/>
              <a:pathLst>
                <a:path w="338564" h="144154">
                  <a:moveTo>
                    <a:pt x="329663" y="11724"/>
                  </a:moveTo>
                  <a:lnTo>
                    <a:pt x="338564" y="32784"/>
                  </a:lnTo>
                  <a:lnTo>
                    <a:pt x="332341" y="34585"/>
                  </a:lnTo>
                  <a:lnTo>
                    <a:pt x="325990" y="36422"/>
                  </a:lnTo>
                  <a:lnTo>
                    <a:pt x="317718" y="38815"/>
                  </a:lnTo>
                  <a:lnTo>
                    <a:pt x="311418" y="40638"/>
                  </a:lnTo>
                  <a:lnTo>
                    <a:pt x="305023" y="42488"/>
                  </a:lnTo>
                  <a:lnTo>
                    <a:pt x="297759" y="44590"/>
                  </a:lnTo>
                  <a:lnTo>
                    <a:pt x="290524" y="46683"/>
                  </a:lnTo>
                  <a:lnTo>
                    <a:pt x="283329" y="48764"/>
                  </a:lnTo>
                  <a:lnTo>
                    <a:pt x="274210" y="51402"/>
                  </a:lnTo>
                  <a:lnTo>
                    <a:pt x="267048" y="53474"/>
                  </a:lnTo>
                  <a:lnTo>
                    <a:pt x="261410" y="55105"/>
                  </a:lnTo>
                  <a:lnTo>
                    <a:pt x="262412" y="60937"/>
                  </a:lnTo>
                  <a:lnTo>
                    <a:pt x="264035" y="70377"/>
                  </a:lnTo>
                  <a:lnTo>
                    <a:pt x="259483" y="71681"/>
                  </a:lnTo>
                  <a:lnTo>
                    <a:pt x="254415" y="73133"/>
                  </a:lnTo>
                  <a:lnTo>
                    <a:pt x="249140" y="74644"/>
                  </a:lnTo>
                  <a:lnTo>
                    <a:pt x="242464" y="76557"/>
                  </a:lnTo>
                  <a:lnTo>
                    <a:pt x="233925" y="79004"/>
                  </a:lnTo>
                  <a:lnTo>
                    <a:pt x="224807" y="81616"/>
                  </a:lnTo>
                  <a:lnTo>
                    <a:pt x="214837" y="84473"/>
                  </a:lnTo>
                  <a:lnTo>
                    <a:pt x="205160" y="87246"/>
                  </a:lnTo>
                  <a:lnTo>
                    <a:pt x="193121" y="90695"/>
                  </a:lnTo>
                  <a:lnTo>
                    <a:pt x="183337" y="93498"/>
                  </a:lnTo>
                  <a:lnTo>
                    <a:pt x="176194" y="95545"/>
                  </a:lnTo>
                  <a:lnTo>
                    <a:pt x="166895" y="98209"/>
                  </a:lnTo>
                  <a:lnTo>
                    <a:pt x="160307" y="100097"/>
                  </a:lnTo>
                  <a:lnTo>
                    <a:pt x="153415" y="102072"/>
                  </a:lnTo>
                  <a:lnTo>
                    <a:pt x="143866" y="104808"/>
                  </a:lnTo>
                  <a:lnTo>
                    <a:pt x="136494" y="106920"/>
                  </a:lnTo>
                  <a:lnTo>
                    <a:pt x="131180" y="108442"/>
                  </a:lnTo>
                  <a:lnTo>
                    <a:pt x="124611" y="110324"/>
                  </a:lnTo>
                  <a:lnTo>
                    <a:pt x="123533" y="110633"/>
                  </a:lnTo>
                  <a:lnTo>
                    <a:pt x="119010" y="112733"/>
                  </a:lnTo>
                  <a:lnTo>
                    <a:pt x="112457" y="115776"/>
                  </a:lnTo>
                  <a:lnTo>
                    <a:pt x="109480" y="117158"/>
                  </a:lnTo>
                  <a:lnTo>
                    <a:pt x="104766" y="118837"/>
                  </a:lnTo>
                  <a:lnTo>
                    <a:pt x="96544" y="121764"/>
                  </a:lnTo>
                  <a:lnTo>
                    <a:pt x="88990" y="124454"/>
                  </a:lnTo>
                  <a:lnTo>
                    <a:pt x="83198" y="126517"/>
                  </a:lnTo>
                  <a:lnTo>
                    <a:pt x="78001" y="128367"/>
                  </a:lnTo>
                  <a:lnTo>
                    <a:pt x="76920" y="128752"/>
                  </a:lnTo>
                  <a:lnTo>
                    <a:pt x="72676" y="129662"/>
                  </a:lnTo>
                  <a:lnTo>
                    <a:pt x="64761" y="131357"/>
                  </a:lnTo>
                  <a:lnTo>
                    <a:pt x="58218" y="132759"/>
                  </a:lnTo>
                  <a:lnTo>
                    <a:pt x="52288" y="134029"/>
                  </a:lnTo>
                  <a:lnTo>
                    <a:pt x="47118" y="135137"/>
                  </a:lnTo>
                  <a:lnTo>
                    <a:pt x="41123" y="136421"/>
                  </a:lnTo>
                  <a:lnTo>
                    <a:pt x="35139" y="137703"/>
                  </a:lnTo>
                  <a:lnTo>
                    <a:pt x="30463" y="138704"/>
                  </a:lnTo>
                  <a:lnTo>
                    <a:pt x="24787" y="139920"/>
                  </a:lnTo>
                  <a:lnTo>
                    <a:pt x="14822" y="142055"/>
                  </a:lnTo>
                  <a:lnTo>
                    <a:pt x="6648" y="143806"/>
                  </a:lnTo>
                  <a:lnTo>
                    <a:pt x="5022" y="144154"/>
                  </a:lnTo>
                  <a:lnTo>
                    <a:pt x="3962" y="138295"/>
                  </a:lnTo>
                  <a:lnTo>
                    <a:pt x="3752" y="136755"/>
                  </a:lnTo>
                  <a:lnTo>
                    <a:pt x="2066" y="124353"/>
                  </a:lnTo>
                  <a:lnTo>
                    <a:pt x="0" y="109162"/>
                  </a:lnTo>
                  <a:lnTo>
                    <a:pt x="61853" y="93491"/>
                  </a:lnTo>
                  <a:lnTo>
                    <a:pt x="89873" y="83223"/>
                  </a:lnTo>
                  <a:lnTo>
                    <a:pt x="141417" y="69983"/>
                  </a:lnTo>
                  <a:lnTo>
                    <a:pt x="162564" y="60525"/>
                  </a:lnTo>
                  <a:lnTo>
                    <a:pt x="173490" y="56633"/>
                  </a:lnTo>
                  <a:lnTo>
                    <a:pt x="197456" y="48096"/>
                  </a:lnTo>
                  <a:lnTo>
                    <a:pt x="238427" y="26209"/>
                  </a:lnTo>
                  <a:lnTo>
                    <a:pt x="261160" y="20265"/>
                  </a:lnTo>
                  <a:lnTo>
                    <a:pt x="319313" y="0"/>
                  </a:lnTo>
                  <a:lnTo>
                    <a:pt x="327134" y="5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06153" y="3029003"/>
              <a:ext cx="89564" cy="48468"/>
            </a:xfrm>
            <a:custGeom>
              <a:avLst/>
              <a:pathLst>
                <a:path w="89564" h="48468">
                  <a:moveTo>
                    <a:pt x="79405" y="0"/>
                  </a:moveTo>
                  <a:lnTo>
                    <a:pt x="82971" y="8107"/>
                  </a:lnTo>
                  <a:lnTo>
                    <a:pt x="86710" y="16610"/>
                  </a:lnTo>
                  <a:lnTo>
                    <a:pt x="89564" y="23099"/>
                  </a:lnTo>
                  <a:lnTo>
                    <a:pt x="60991" y="37511"/>
                  </a:lnTo>
                  <a:lnTo>
                    <a:pt x="60717" y="37592"/>
                  </a:lnTo>
                  <a:lnTo>
                    <a:pt x="33044" y="45730"/>
                  </a:lnTo>
                  <a:lnTo>
                    <a:pt x="4712" y="48468"/>
                  </a:lnTo>
                  <a:lnTo>
                    <a:pt x="1889" y="33165"/>
                  </a:lnTo>
                  <a:lnTo>
                    <a:pt x="0" y="22918"/>
                  </a:lnTo>
                  <a:lnTo>
                    <a:pt x="24229" y="22018"/>
                  </a:lnTo>
                  <a:lnTo>
                    <a:pt x="32526" y="19073"/>
                  </a:lnTo>
                  <a:lnTo>
                    <a:pt x="55949" y="107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1005" y="2918440"/>
              <a:ext cx="139933" cy="90075"/>
            </a:xfrm>
            <a:custGeom>
              <a:avLst/>
              <a:pathLst>
                <a:path w="139933" h="90075">
                  <a:moveTo>
                    <a:pt x="128251" y="9811"/>
                  </a:moveTo>
                  <a:lnTo>
                    <a:pt x="139933" y="26246"/>
                  </a:lnTo>
                  <a:lnTo>
                    <a:pt x="102852" y="47547"/>
                  </a:lnTo>
                  <a:lnTo>
                    <a:pt x="28818" y="90075"/>
                  </a:lnTo>
                  <a:lnTo>
                    <a:pt x="24324" y="89254"/>
                  </a:lnTo>
                  <a:lnTo>
                    <a:pt x="17435" y="87996"/>
                  </a:lnTo>
                  <a:lnTo>
                    <a:pt x="8349" y="71765"/>
                  </a:lnTo>
                  <a:lnTo>
                    <a:pt x="0" y="56850"/>
                  </a:lnTo>
                  <a:lnTo>
                    <a:pt x="68268" y="25113"/>
                  </a:lnTo>
                  <a:lnTo>
                    <a:pt x="122287" y="0"/>
                  </a:lnTo>
                  <a:lnTo>
                    <a:pt x="124235" y="4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67234" y="2848675"/>
              <a:ext cx="152543" cy="93253"/>
            </a:xfrm>
            <a:custGeom>
              <a:avLst/>
              <a:pathLst>
                <a:path w="152543" h="93253">
                  <a:moveTo>
                    <a:pt x="70042" y="31420"/>
                  </a:moveTo>
                  <a:lnTo>
                    <a:pt x="70529" y="31159"/>
                  </a:lnTo>
                  <a:lnTo>
                    <a:pt x="138872" y="0"/>
                  </a:lnTo>
                  <a:lnTo>
                    <a:pt x="146085" y="9418"/>
                  </a:lnTo>
                  <a:lnTo>
                    <a:pt x="148803" y="12967"/>
                  </a:lnTo>
                  <a:lnTo>
                    <a:pt x="152543" y="18996"/>
                  </a:lnTo>
                  <a:lnTo>
                    <a:pt x="144138" y="23628"/>
                  </a:lnTo>
                  <a:lnTo>
                    <a:pt x="131405" y="30646"/>
                  </a:lnTo>
                  <a:lnTo>
                    <a:pt x="122087" y="35782"/>
                  </a:lnTo>
                  <a:lnTo>
                    <a:pt x="111592" y="41566"/>
                  </a:lnTo>
                  <a:lnTo>
                    <a:pt x="95771" y="50286"/>
                  </a:lnTo>
                  <a:lnTo>
                    <a:pt x="76126" y="61114"/>
                  </a:lnTo>
                  <a:lnTo>
                    <a:pt x="48087" y="76568"/>
                  </a:lnTo>
                  <a:lnTo>
                    <a:pt x="17813" y="93253"/>
                  </a:lnTo>
                  <a:lnTo>
                    <a:pt x="9103" y="80451"/>
                  </a:lnTo>
                  <a:lnTo>
                    <a:pt x="0" y="67071"/>
                  </a:lnTo>
                  <a:lnTo>
                    <a:pt x="59104" y="37285"/>
                  </a:lnTo>
                  <a:lnTo>
                    <a:pt x="65809" y="336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51310" y="2856098"/>
              <a:ext cx="68888" cy="45538"/>
            </a:xfrm>
            <a:custGeom>
              <a:avLst/>
              <a:pathLst>
                <a:path w="68888" h="45538">
                  <a:moveTo>
                    <a:pt x="52210" y="34431"/>
                  </a:moveTo>
                  <a:lnTo>
                    <a:pt x="25752" y="45538"/>
                  </a:lnTo>
                  <a:lnTo>
                    <a:pt x="13152" y="23467"/>
                  </a:lnTo>
                  <a:lnTo>
                    <a:pt x="0" y="429"/>
                  </a:lnTo>
                  <a:lnTo>
                    <a:pt x="9554" y="0"/>
                  </a:lnTo>
                  <a:lnTo>
                    <a:pt x="14870" y="398"/>
                  </a:lnTo>
                  <a:lnTo>
                    <a:pt x="19091" y="715"/>
                  </a:lnTo>
                  <a:lnTo>
                    <a:pt x="28482" y="2565"/>
                  </a:lnTo>
                  <a:lnTo>
                    <a:pt x="37597" y="5524"/>
                  </a:lnTo>
                  <a:lnTo>
                    <a:pt x="46310" y="9553"/>
                  </a:lnTo>
                  <a:lnTo>
                    <a:pt x="54504" y="14594"/>
                  </a:lnTo>
                  <a:lnTo>
                    <a:pt x="62064" y="20581"/>
                  </a:lnTo>
                  <a:lnTo>
                    <a:pt x="68888" y="27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88756" y="2863112"/>
              <a:ext cx="182703" cy="134243"/>
            </a:xfrm>
            <a:custGeom>
              <a:avLst/>
              <a:pathLst>
                <a:path w="182703" h="134243">
                  <a:moveTo>
                    <a:pt x="78549" y="42104"/>
                  </a:moveTo>
                  <a:lnTo>
                    <a:pt x="85202" y="38199"/>
                  </a:lnTo>
                  <a:lnTo>
                    <a:pt x="87445" y="36882"/>
                  </a:lnTo>
                  <a:lnTo>
                    <a:pt x="90963" y="35036"/>
                  </a:lnTo>
                  <a:lnTo>
                    <a:pt x="99161" y="30735"/>
                  </a:lnTo>
                  <a:lnTo>
                    <a:pt x="106519" y="26874"/>
                  </a:lnTo>
                  <a:lnTo>
                    <a:pt x="116044" y="21876"/>
                  </a:lnTo>
                  <a:lnTo>
                    <a:pt x="122508" y="18484"/>
                  </a:lnTo>
                  <a:lnTo>
                    <a:pt x="127702" y="15759"/>
                  </a:lnTo>
                  <a:lnTo>
                    <a:pt x="133654" y="12636"/>
                  </a:lnTo>
                  <a:lnTo>
                    <a:pt x="138629" y="10025"/>
                  </a:lnTo>
                  <a:lnTo>
                    <a:pt x="144739" y="6819"/>
                  </a:lnTo>
                  <a:lnTo>
                    <a:pt x="149292" y="4430"/>
                  </a:lnTo>
                  <a:lnTo>
                    <a:pt x="154199" y="1855"/>
                  </a:lnTo>
                  <a:lnTo>
                    <a:pt x="157736" y="0"/>
                  </a:lnTo>
                  <a:lnTo>
                    <a:pt x="165585" y="13580"/>
                  </a:lnTo>
                  <a:lnTo>
                    <a:pt x="173572" y="27399"/>
                  </a:lnTo>
                  <a:lnTo>
                    <a:pt x="182703" y="43197"/>
                  </a:lnTo>
                  <a:lnTo>
                    <a:pt x="176555" y="46955"/>
                  </a:lnTo>
                  <a:lnTo>
                    <a:pt x="171938" y="49778"/>
                  </a:lnTo>
                  <a:lnTo>
                    <a:pt x="167942" y="52220"/>
                  </a:lnTo>
                  <a:lnTo>
                    <a:pt x="163976" y="54645"/>
                  </a:lnTo>
                  <a:lnTo>
                    <a:pt x="158995" y="57689"/>
                  </a:lnTo>
                  <a:lnTo>
                    <a:pt x="154042" y="60717"/>
                  </a:lnTo>
                  <a:lnTo>
                    <a:pt x="149216" y="63667"/>
                  </a:lnTo>
                  <a:lnTo>
                    <a:pt x="142525" y="67757"/>
                  </a:lnTo>
                  <a:lnTo>
                    <a:pt x="136819" y="71245"/>
                  </a:lnTo>
                  <a:lnTo>
                    <a:pt x="130698" y="74987"/>
                  </a:lnTo>
                  <a:lnTo>
                    <a:pt x="120036" y="81504"/>
                  </a:lnTo>
                  <a:lnTo>
                    <a:pt x="109712" y="87815"/>
                  </a:lnTo>
                  <a:lnTo>
                    <a:pt x="100271" y="93586"/>
                  </a:lnTo>
                  <a:lnTo>
                    <a:pt x="92310" y="98453"/>
                  </a:lnTo>
                  <a:lnTo>
                    <a:pt x="84137" y="103448"/>
                  </a:lnTo>
                  <a:lnTo>
                    <a:pt x="77732" y="107363"/>
                  </a:lnTo>
                  <a:lnTo>
                    <a:pt x="70027" y="112073"/>
                  </a:lnTo>
                  <a:lnTo>
                    <a:pt x="64426" y="115497"/>
                  </a:lnTo>
                  <a:lnTo>
                    <a:pt x="58409" y="119176"/>
                  </a:lnTo>
                  <a:lnTo>
                    <a:pt x="53195" y="122363"/>
                  </a:lnTo>
                  <a:lnTo>
                    <a:pt x="49408" y="124678"/>
                  </a:lnTo>
                  <a:lnTo>
                    <a:pt x="45464" y="127088"/>
                  </a:lnTo>
                  <a:lnTo>
                    <a:pt x="39655" y="130639"/>
                  </a:lnTo>
                  <a:lnTo>
                    <a:pt x="33759" y="134243"/>
                  </a:lnTo>
                  <a:lnTo>
                    <a:pt x="23372" y="118943"/>
                  </a:lnTo>
                  <a:lnTo>
                    <a:pt x="15042" y="106672"/>
                  </a:lnTo>
                  <a:lnTo>
                    <a:pt x="1795" y="87158"/>
                  </a:lnTo>
                  <a:lnTo>
                    <a:pt x="0" y="84513"/>
                  </a:lnTo>
                  <a:lnTo>
                    <a:pt x="6949" y="80767"/>
                  </a:lnTo>
                  <a:lnTo>
                    <a:pt x="14819" y="76525"/>
                  </a:lnTo>
                  <a:lnTo>
                    <a:pt x="18457" y="74565"/>
                  </a:lnTo>
                  <a:lnTo>
                    <a:pt x="22232" y="72529"/>
                  </a:lnTo>
                  <a:lnTo>
                    <a:pt x="26552" y="70201"/>
                  </a:lnTo>
                  <a:lnTo>
                    <a:pt x="33609" y="66397"/>
                  </a:lnTo>
                  <a:lnTo>
                    <a:pt x="41957" y="61897"/>
                  </a:lnTo>
                  <a:lnTo>
                    <a:pt x="51301" y="56861"/>
                  </a:lnTo>
                  <a:lnTo>
                    <a:pt x="61291" y="51476"/>
                  </a:lnTo>
                  <a:lnTo>
                    <a:pt x="69850" y="46863"/>
                  </a:lnTo>
                  <a:lnTo>
                    <a:pt x="77090" y="4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6315" y="2956531"/>
              <a:ext cx="144740" cy="118304"/>
            </a:xfrm>
            <a:custGeom>
              <a:avLst/>
              <a:pathLst>
                <a:path w="144740" h="118304">
                  <a:moveTo>
                    <a:pt x="128250" y="20189"/>
                  </a:moveTo>
                  <a:lnTo>
                    <a:pt x="144740" y="46461"/>
                  </a:lnTo>
                  <a:lnTo>
                    <a:pt x="140125" y="49398"/>
                  </a:lnTo>
                  <a:lnTo>
                    <a:pt x="134480" y="52990"/>
                  </a:lnTo>
                  <a:lnTo>
                    <a:pt x="128137" y="57027"/>
                  </a:lnTo>
                  <a:lnTo>
                    <a:pt x="121809" y="61054"/>
                  </a:lnTo>
                  <a:lnTo>
                    <a:pt x="116339" y="64536"/>
                  </a:lnTo>
                  <a:lnTo>
                    <a:pt x="110883" y="68008"/>
                  </a:lnTo>
                  <a:lnTo>
                    <a:pt x="104318" y="72187"/>
                  </a:lnTo>
                  <a:lnTo>
                    <a:pt x="99135" y="75485"/>
                  </a:lnTo>
                  <a:lnTo>
                    <a:pt x="91650" y="80249"/>
                  </a:lnTo>
                  <a:lnTo>
                    <a:pt x="87004" y="83206"/>
                  </a:lnTo>
                  <a:lnTo>
                    <a:pt x="77837" y="89040"/>
                  </a:lnTo>
                  <a:lnTo>
                    <a:pt x="77117" y="89498"/>
                  </a:lnTo>
                  <a:lnTo>
                    <a:pt x="72033" y="92734"/>
                  </a:lnTo>
                  <a:lnTo>
                    <a:pt x="64756" y="97365"/>
                  </a:lnTo>
                  <a:lnTo>
                    <a:pt x="58724" y="101204"/>
                  </a:lnTo>
                  <a:lnTo>
                    <a:pt x="57991" y="101544"/>
                  </a:lnTo>
                  <a:lnTo>
                    <a:pt x="52251" y="104204"/>
                  </a:lnTo>
                  <a:lnTo>
                    <a:pt x="45748" y="107218"/>
                  </a:lnTo>
                  <a:lnTo>
                    <a:pt x="45435" y="107338"/>
                  </a:lnTo>
                  <a:lnTo>
                    <a:pt x="40260" y="109321"/>
                  </a:lnTo>
                  <a:lnTo>
                    <a:pt x="33867" y="111770"/>
                  </a:lnTo>
                  <a:lnTo>
                    <a:pt x="32406" y="112329"/>
                  </a:lnTo>
                  <a:lnTo>
                    <a:pt x="27257" y="113908"/>
                  </a:lnTo>
                  <a:lnTo>
                    <a:pt x="21906" y="115549"/>
                  </a:lnTo>
                  <a:lnTo>
                    <a:pt x="18759" y="116514"/>
                  </a:lnTo>
                  <a:lnTo>
                    <a:pt x="11397" y="118304"/>
                  </a:lnTo>
                  <a:lnTo>
                    <a:pt x="8853" y="107061"/>
                  </a:lnTo>
                  <a:lnTo>
                    <a:pt x="4688" y="88657"/>
                  </a:lnTo>
                  <a:lnTo>
                    <a:pt x="0" y="67940"/>
                  </a:lnTo>
                  <a:lnTo>
                    <a:pt x="8549" y="62913"/>
                  </a:lnTo>
                  <a:lnTo>
                    <a:pt x="15316" y="58934"/>
                  </a:lnTo>
                  <a:lnTo>
                    <a:pt x="25205" y="53119"/>
                  </a:lnTo>
                  <a:lnTo>
                    <a:pt x="33428" y="48284"/>
                  </a:lnTo>
                  <a:lnTo>
                    <a:pt x="43890" y="42133"/>
                  </a:lnTo>
                  <a:lnTo>
                    <a:pt x="52511" y="37063"/>
                  </a:lnTo>
                  <a:lnTo>
                    <a:pt x="63154" y="30805"/>
                  </a:lnTo>
                  <a:lnTo>
                    <a:pt x="73652" y="24633"/>
                  </a:lnTo>
                  <a:lnTo>
                    <a:pt x="83732" y="18705"/>
                  </a:lnTo>
                  <a:lnTo>
                    <a:pt x="96349" y="11287"/>
                  </a:lnTo>
                  <a:lnTo>
                    <a:pt x="115544" y="0"/>
                  </a:lnTo>
                  <a:lnTo>
                    <a:pt x="117490" y="3077"/>
                  </a:lnTo>
                  <a:lnTo>
                    <a:pt x="120378" y="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2437" y="3022866"/>
              <a:ext cx="87170" cy="70400"/>
            </a:xfrm>
            <a:custGeom>
              <a:avLst/>
              <a:pathLst>
                <a:path w="87170" h="70400">
                  <a:moveTo>
                    <a:pt x="9649" y="17177"/>
                  </a:moveTo>
                  <a:lnTo>
                    <a:pt x="17280" y="15050"/>
                  </a:lnTo>
                  <a:lnTo>
                    <a:pt x="25008" y="12896"/>
                  </a:lnTo>
                  <a:lnTo>
                    <a:pt x="33362" y="10568"/>
                  </a:lnTo>
                  <a:lnTo>
                    <a:pt x="41168" y="8392"/>
                  </a:lnTo>
                  <a:lnTo>
                    <a:pt x="49657" y="6027"/>
                  </a:lnTo>
                  <a:lnTo>
                    <a:pt x="57552" y="3826"/>
                  </a:lnTo>
                  <a:lnTo>
                    <a:pt x="61533" y="2716"/>
                  </a:lnTo>
                  <a:lnTo>
                    <a:pt x="65080" y="1827"/>
                  </a:lnTo>
                  <a:lnTo>
                    <a:pt x="69532" y="711"/>
                  </a:lnTo>
                  <a:lnTo>
                    <a:pt x="72367" y="0"/>
                  </a:lnTo>
                  <a:lnTo>
                    <a:pt x="77267" y="18605"/>
                  </a:lnTo>
                  <a:lnTo>
                    <a:pt x="81191" y="33503"/>
                  </a:lnTo>
                  <a:lnTo>
                    <a:pt x="87170" y="56202"/>
                  </a:lnTo>
                  <a:lnTo>
                    <a:pt x="82806" y="57042"/>
                  </a:lnTo>
                  <a:lnTo>
                    <a:pt x="76870" y="58185"/>
                  </a:lnTo>
                  <a:lnTo>
                    <a:pt x="72107" y="59102"/>
                  </a:lnTo>
                  <a:lnTo>
                    <a:pt x="66713" y="60140"/>
                  </a:lnTo>
                  <a:lnTo>
                    <a:pt x="61111" y="61219"/>
                  </a:lnTo>
                  <a:lnTo>
                    <a:pt x="55255" y="62346"/>
                  </a:lnTo>
                  <a:lnTo>
                    <a:pt x="54360" y="62519"/>
                  </a:lnTo>
                  <a:lnTo>
                    <a:pt x="47780" y="63785"/>
                  </a:lnTo>
                  <a:lnTo>
                    <a:pt x="41803" y="64936"/>
                  </a:lnTo>
                  <a:lnTo>
                    <a:pt x="36115" y="66031"/>
                  </a:lnTo>
                  <a:lnTo>
                    <a:pt x="28902" y="67419"/>
                  </a:lnTo>
                  <a:lnTo>
                    <a:pt x="24577" y="68252"/>
                  </a:lnTo>
                  <a:lnTo>
                    <a:pt x="13421" y="70400"/>
                  </a:lnTo>
                  <a:lnTo>
                    <a:pt x="11419" y="62864"/>
                  </a:lnTo>
                  <a:lnTo>
                    <a:pt x="9345" y="55054"/>
                  </a:lnTo>
                  <a:lnTo>
                    <a:pt x="6086" y="42784"/>
                  </a:lnTo>
                  <a:lnTo>
                    <a:pt x="0" y="19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902537" y="3093201"/>
              <a:ext cx="149867" cy="144838"/>
            </a:xfrm>
            <a:custGeom>
              <a:avLst/>
              <a:pathLst>
                <a:path w="149867" h="144838">
                  <a:moveTo>
                    <a:pt x="54520" y="144838"/>
                  </a:moveTo>
                  <a:lnTo>
                    <a:pt x="47211" y="140325"/>
                  </a:lnTo>
                  <a:lnTo>
                    <a:pt x="40884" y="136420"/>
                  </a:lnTo>
                  <a:lnTo>
                    <a:pt x="33012" y="131560"/>
                  </a:lnTo>
                  <a:lnTo>
                    <a:pt x="27823" y="128356"/>
                  </a:lnTo>
                  <a:lnTo>
                    <a:pt x="27124" y="127482"/>
                  </a:lnTo>
                  <a:lnTo>
                    <a:pt x="23139" y="122504"/>
                  </a:lnTo>
                  <a:lnTo>
                    <a:pt x="19253" y="117649"/>
                  </a:lnTo>
                  <a:lnTo>
                    <a:pt x="15928" y="113494"/>
                  </a:lnTo>
                  <a:lnTo>
                    <a:pt x="50955" y="98828"/>
                  </a:lnTo>
                  <a:lnTo>
                    <a:pt x="49303" y="93199"/>
                  </a:lnTo>
                  <a:lnTo>
                    <a:pt x="13508" y="107272"/>
                  </a:lnTo>
                  <a:lnTo>
                    <a:pt x="12538" y="103195"/>
                  </a:lnTo>
                  <a:lnTo>
                    <a:pt x="11269" y="97859"/>
                  </a:lnTo>
                  <a:lnTo>
                    <a:pt x="11043" y="96909"/>
                  </a:lnTo>
                  <a:lnTo>
                    <a:pt x="9944" y="92734"/>
                  </a:lnTo>
                  <a:lnTo>
                    <a:pt x="8769" y="88268"/>
                  </a:lnTo>
                  <a:lnTo>
                    <a:pt x="7390" y="83027"/>
                  </a:lnTo>
                  <a:lnTo>
                    <a:pt x="6170" y="78392"/>
                  </a:lnTo>
                  <a:lnTo>
                    <a:pt x="4861" y="73417"/>
                  </a:lnTo>
                  <a:lnTo>
                    <a:pt x="3561" y="68475"/>
                  </a:lnTo>
                  <a:lnTo>
                    <a:pt x="2322" y="63767"/>
                  </a:lnTo>
                  <a:lnTo>
                    <a:pt x="892" y="58332"/>
                  </a:lnTo>
                  <a:lnTo>
                    <a:pt x="0" y="54941"/>
                  </a:lnTo>
                  <a:lnTo>
                    <a:pt x="10037" y="51649"/>
                  </a:lnTo>
                  <a:lnTo>
                    <a:pt x="22183" y="47665"/>
                  </a:lnTo>
                  <a:lnTo>
                    <a:pt x="35162" y="43408"/>
                  </a:lnTo>
                  <a:lnTo>
                    <a:pt x="42687" y="40234"/>
                  </a:lnTo>
                  <a:lnTo>
                    <a:pt x="56201" y="34535"/>
                  </a:lnTo>
                  <a:lnTo>
                    <a:pt x="69225" y="29043"/>
                  </a:lnTo>
                  <a:lnTo>
                    <a:pt x="70913" y="28036"/>
                  </a:lnTo>
                  <a:lnTo>
                    <a:pt x="85484" y="19343"/>
                  </a:lnTo>
                  <a:lnTo>
                    <a:pt x="98772" y="11414"/>
                  </a:lnTo>
                  <a:lnTo>
                    <a:pt x="106966" y="6525"/>
                  </a:lnTo>
                  <a:lnTo>
                    <a:pt x="119195" y="3962"/>
                  </a:lnTo>
                  <a:lnTo>
                    <a:pt x="138093" y="0"/>
                  </a:lnTo>
                  <a:lnTo>
                    <a:pt x="142898" y="10081"/>
                  </a:lnTo>
                  <a:lnTo>
                    <a:pt x="149867" y="24702"/>
                  </a:lnTo>
                  <a:lnTo>
                    <a:pt x="131942" y="33225"/>
                  </a:lnTo>
                  <a:lnTo>
                    <a:pt x="121233" y="38317"/>
                  </a:lnTo>
                  <a:lnTo>
                    <a:pt x="118701" y="39521"/>
                  </a:lnTo>
                  <a:lnTo>
                    <a:pt x="113792" y="48640"/>
                  </a:lnTo>
                  <a:lnTo>
                    <a:pt x="109063" y="57424"/>
                  </a:lnTo>
                  <a:lnTo>
                    <a:pt x="104200" y="66458"/>
                  </a:lnTo>
                  <a:lnTo>
                    <a:pt x="100956" y="72483"/>
                  </a:lnTo>
                  <a:lnTo>
                    <a:pt x="96623" y="80531"/>
                  </a:lnTo>
                  <a:lnTo>
                    <a:pt x="92748" y="87729"/>
                  </a:lnTo>
                  <a:lnTo>
                    <a:pt x="91442" y="90155"/>
                  </a:lnTo>
                  <a:lnTo>
                    <a:pt x="85748" y="98587"/>
                  </a:lnTo>
                  <a:lnTo>
                    <a:pt x="78673" y="109066"/>
                  </a:lnTo>
                  <a:lnTo>
                    <a:pt x="71295" y="119993"/>
                  </a:lnTo>
                  <a:lnTo>
                    <a:pt x="58262" y="139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7071" y="3087716"/>
              <a:ext cx="117737" cy="72052"/>
            </a:xfrm>
            <a:custGeom>
              <a:avLst/>
              <a:pathLst>
                <a:path w="117737" h="72052">
                  <a:moveTo>
                    <a:pt x="59517" y="6872"/>
                  </a:moveTo>
                  <a:lnTo>
                    <a:pt x="74151" y="4476"/>
                  </a:lnTo>
                  <a:lnTo>
                    <a:pt x="89960" y="1887"/>
                  </a:lnTo>
                  <a:lnTo>
                    <a:pt x="97924" y="583"/>
                  </a:lnTo>
                  <a:lnTo>
                    <a:pt x="98983" y="409"/>
                  </a:lnTo>
                  <a:lnTo>
                    <a:pt x="105313" y="0"/>
                  </a:lnTo>
                  <a:lnTo>
                    <a:pt x="109678" y="17181"/>
                  </a:lnTo>
                  <a:lnTo>
                    <a:pt x="117737" y="48907"/>
                  </a:lnTo>
                  <a:lnTo>
                    <a:pt x="109773" y="50482"/>
                  </a:lnTo>
                  <a:lnTo>
                    <a:pt x="102618" y="51897"/>
                  </a:lnTo>
                  <a:lnTo>
                    <a:pt x="94884" y="53427"/>
                  </a:lnTo>
                  <a:lnTo>
                    <a:pt x="89003" y="54591"/>
                  </a:lnTo>
                  <a:lnTo>
                    <a:pt x="82358" y="55905"/>
                  </a:lnTo>
                  <a:lnTo>
                    <a:pt x="72540" y="57847"/>
                  </a:lnTo>
                  <a:lnTo>
                    <a:pt x="65618" y="59216"/>
                  </a:lnTo>
                  <a:lnTo>
                    <a:pt x="60317" y="60866"/>
                  </a:lnTo>
                  <a:lnTo>
                    <a:pt x="59364" y="61099"/>
                  </a:lnTo>
                  <a:lnTo>
                    <a:pt x="45397" y="64524"/>
                  </a:lnTo>
                  <a:lnTo>
                    <a:pt x="14693" y="72052"/>
                  </a:lnTo>
                  <a:lnTo>
                    <a:pt x="12896" y="65726"/>
                  </a:lnTo>
                  <a:lnTo>
                    <a:pt x="8891" y="51626"/>
                  </a:lnTo>
                  <a:lnTo>
                    <a:pt x="5203" y="38639"/>
                  </a:lnTo>
                  <a:lnTo>
                    <a:pt x="0" y="20322"/>
                  </a:lnTo>
                  <a:lnTo>
                    <a:pt x="12564" y="17340"/>
                  </a:lnTo>
                  <a:lnTo>
                    <a:pt x="24424" y="14525"/>
                  </a:lnTo>
                  <a:lnTo>
                    <a:pt x="32654" y="12572"/>
                  </a:lnTo>
                  <a:lnTo>
                    <a:pt x="42505" y="10233"/>
                  </a:lnTo>
                  <a:lnTo>
                    <a:pt x="50332" y="8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6337" y="3152025"/>
              <a:ext cx="97149" cy="71028"/>
            </a:xfrm>
            <a:custGeom>
              <a:avLst/>
              <a:pathLst>
                <a:path w="97149" h="71028">
                  <a:moveTo>
                    <a:pt x="6477" y="16641"/>
                  </a:moveTo>
                  <a:lnTo>
                    <a:pt x="15220" y="14098"/>
                  </a:lnTo>
                  <a:lnTo>
                    <a:pt x="23112" y="11804"/>
                  </a:lnTo>
                  <a:lnTo>
                    <a:pt x="31099" y="9481"/>
                  </a:lnTo>
                  <a:lnTo>
                    <a:pt x="38619" y="7294"/>
                  </a:lnTo>
                  <a:lnTo>
                    <a:pt x="46744" y="4932"/>
                  </a:lnTo>
                  <a:lnTo>
                    <a:pt x="47594" y="4685"/>
                  </a:lnTo>
                  <a:lnTo>
                    <a:pt x="54194" y="3821"/>
                  </a:lnTo>
                  <a:lnTo>
                    <a:pt x="62405" y="2747"/>
                  </a:lnTo>
                  <a:lnTo>
                    <a:pt x="71056" y="1615"/>
                  </a:lnTo>
                  <a:lnTo>
                    <a:pt x="77885" y="722"/>
                  </a:lnTo>
                  <a:lnTo>
                    <a:pt x="80559" y="372"/>
                  </a:lnTo>
                  <a:lnTo>
                    <a:pt x="83404" y="0"/>
                  </a:lnTo>
                  <a:lnTo>
                    <a:pt x="87501" y="14899"/>
                  </a:lnTo>
                  <a:lnTo>
                    <a:pt x="89970" y="23877"/>
                  </a:lnTo>
                  <a:lnTo>
                    <a:pt x="93141" y="35412"/>
                  </a:lnTo>
                  <a:lnTo>
                    <a:pt x="97149" y="49987"/>
                  </a:lnTo>
                  <a:lnTo>
                    <a:pt x="88372" y="52115"/>
                  </a:lnTo>
                  <a:lnTo>
                    <a:pt x="83678" y="53253"/>
                  </a:lnTo>
                  <a:lnTo>
                    <a:pt x="78642" y="54473"/>
                  </a:lnTo>
                  <a:lnTo>
                    <a:pt x="73360" y="55754"/>
                  </a:lnTo>
                  <a:lnTo>
                    <a:pt x="66791" y="57346"/>
                  </a:lnTo>
                  <a:lnTo>
                    <a:pt x="60723" y="58817"/>
                  </a:lnTo>
                  <a:lnTo>
                    <a:pt x="53860" y="60480"/>
                  </a:lnTo>
                  <a:lnTo>
                    <a:pt x="48236" y="61844"/>
                  </a:lnTo>
                  <a:lnTo>
                    <a:pt x="41548" y="63465"/>
                  </a:lnTo>
                  <a:lnTo>
                    <a:pt x="39304" y="64009"/>
                  </a:lnTo>
                  <a:lnTo>
                    <a:pt x="37025" y="64635"/>
                  </a:lnTo>
                  <a:lnTo>
                    <a:pt x="32159" y="65974"/>
                  </a:lnTo>
                  <a:lnTo>
                    <a:pt x="27356" y="67295"/>
                  </a:lnTo>
                  <a:lnTo>
                    <a:pt x="22951" y="68507"/>
                  </a:lnTo>
                  <a:lnTo>
                    <a:pt x="17503" y="70005"/>
                  </a:lnTo>
                  <a:lnTo>
                    <a:pt x="13785" y="71028"/>
                  </a:lnTo>
                  <a:lnTo>
                    <a:pt x="10937" y="60183"/>
                  </a:lnTo>
                  <a:lnTo>
                    <a:pt x="9086" y="53133"/>
                  </a:lnTo>
                  <a:lnTo>
                    <a:pt x="6421" y="42982"/>
                  </a:lnTo>
                  <a:lnTo>
                    <a:pt x="3228" y="30821"/>
                  </a:lnTo>
                  <a:lnTo>
                    <a:pt x="0" y="185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35914" y="3106994"/>
              <a:ext cx="83381" cy="133923"/>
            </a:xfrm>
            <a:custGeom>
              <a:avLst/>
              <a:pathLst>
                <a:path w="83381" h="133923">
                  <a:moveTo>
                    <a:pt x="73731" y="122596"/>
                  </a:moveTo>
                  <a:lnTo>
                    <a:pt x="55634" y="127574"/>
                  </a:lnTo>
                  <a:lnTo>
                    <a:pt x="32549" y="133923"/>
                  </a:lnTo>
                  <a:lnTo>
                    <a:pt x="30872" y="127747"/>
                  </a:lnTo>
                  <a:lnTo>
                    <a:pt x="28632" y="119501"/>
                  </a:lnTo>
                  <a:lnTo>
                    <a:pt x="26484" y="111592"/>
                  </a:lnTo>
                  <a:lnTo>
                    <a:pt x="24758" y="105239"/>
                  </a:lnTo>
                  <a:lnTo>
                    <a:pt x="22348" y="96366"/>
                  </a:lnTo>
                  <a:lnTo>
                    <a:pt x="20080" y="88016"/>
                  </a:lnTo>
                  <a:lnTo>
                    <a:pt x="18408" y="81861"/>
                  </a:lnTo>
                  <a:lnTo>
                    <a:pt x="16061" y="73220"/>
                  </a:lnTo>
                  <a:lnTo>
                    <a:pt x="13947" y="65439"/>
                  </a:lnTo>
                  <a:lnTo>
                    <a:pt x="11777" y="57449"/>
                  </a:lnTo>
                  <a:lnTo>
                    <a:pt x="9493" y="49040"/>
                  </a:lnTo>
                  <a:lnTo>
                    <a:pt x="7338" y="41108"/>
                  </a:lnTo>
                  <a:lnTo>
                    <a:pt x="4426" y="30389"/>
                  </a:lnTo>
                  <a:lnTo>
                    <a:pt x="1963" y="21318"/>
                  </a:lnTo>
                  <a:lnTo>
                    <a:pt x="0" y="14091"/>
                  </a:lnTo>
                  <a:lnTo>
                    <a:pt x="5809" y="12480"/>
                  </a:lnTo>
                  <a:lnTo>
                    <a:pt x="13709" y="10288"/>
                  </a:lnTo>
                  <a:lnTo>
                    <a:pt x="22544" y="7837"/>
                  </a:lnTo>
                  <a:lnTo>
                    <a:pt x="31808" y="5267"/>
                  </a:lnTo>
                  <a:lnTo>
                    <a:pt x="41898" y="2468"/>
                  </a:lnTo>
                  <a:lnTo>
                    <a:pt x="50798" y="0"/>
                  </a:lnTo>
                  <a:lnTo>
                    <a:pt x="54517" y="13691"/>
                  </a:lnTo>
                  <a:lnTo>
                    <a:pt x="56542" y="21145"/>
                  </a:lnTo>
                  <a:lnTo>
                    <a:pt x="58700" y="29089"/>
                  </a:lnTo>
                  <a:lnTo>
                    <a:pt x="60899" y="37183"/>
                  </a:lnTo>
                  <a:lnTo>
                    <a:pt x="63997" y="48588"/>
                  </a:lnTo>
                  <a:lnTo>
                    <a:pt x="66954" y="59470"/>
                  </a:lnTo>
                  <a:lnTo>
                    <a:pt x="70071" y="70944"/>
                  </a:lnTo>
                  <a:lnTo>
                    <a:pt x="73115" y="82151"/>
                  </a:lnTo>
                  <a:lnTo>
                    <a:pt x="75450" y="90745"/>
                  </a:lnTo>
                  <a:lnTo>
                    <a:pt x="77598" y="98654"/>
                  </a:lnTo>
                  <a:lnTo>
                    <a:pt x="79251" y="104740"/>
                  </a:lnTo>
                  <a:lnTo>
                    <a:pt x="80612" y="109748"/>
                  </a:lnTo>
                  <a:lnTo>
                    <a:pt x="81651" y="113573"/>
                  </a:lnTo>
                  <a:lnTo>
                    <a:pt x="82592" y="117037"/>
                  </a:lnTo>
                  <a:lnTo>
                    <a:pt x="83381" y="1199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29576" y="3128671"/>
              <a:ext cx="108017" cy="78784"/>
            </a:xfrm>
            <a:custGeom>
              <a:avLst/>
              <a:pathLst>
                <a:path w="108017" h="78784">
                  <a:moveTo>
                    <a:pt x="11150" y="68053"/>
                  </a:moveTo>
                  <a:lnTo>
                    <a:pt x="8615" y="58553"/>
                  </a:lnTo>
                  <a:lnTo>
                    <a:pt x="4934" y="44755"/>
                  </a:lnTo>
                  <a:lnTo>
                    <a:pt x="0" y="26261"/>
                  </a:lnTo>
                  <a:lnTo>
                    <a:pt x="7269" y="24204"/>
                  </a:lnTo>
                  <a:lnTo>
                    <a:pt x="13071" y="22563"/>
                  </a:lnTo>
                  <a:lnTo>
                    <a:pt x="20150" y="20561"/>
                  </a:lnTo>
                  <a:lnTo>
                    <a:pt x="26954" y="18636"/>
                  </a:lnTo>
                  <a:lnTo>
                    <a:pt x="34872" y="16396"/>
                  </a:lnTo>
                  <a:lnTo>
                    <a:pt x="41647" y="14480"/>
                  </a:lnTo>
                  <a:lnTo>
                    <a:pt x="48569" y="12522"/>
                  </a:lnTo>
                  <a:lnTo>
                    <a:pt x="53956" y="10998"/>
                  </a:lnTo>
                  <a:lnTo>
                    <a:pt x="62111" y="8691"/>
                  </a:lnTo>
                  <a:lnTo>
                    <a:pt x="68589" y="6859"/>
                  </a:lnTo>
                  <a:lnTo>
                    <a:pt x="73865" y="5366"/>
                  </a:lnTo>
                  <a:lnTo>
                    <a:pt x="78133" y="4159"/>
                  </a:lnTo>
                  <a:lnTo>
                    <a:pt x="83459" y="2652"/>
                  </a:lnTo>
                  <a:lnTo>
                    <a:pt x="92837" y="0"/>
                  </a:lnTo>
                  <a:lnTo>
                    <a:pt x="95754" y="10035"/>
                  </a:lnTo>
                  <a:lnTo>
                    <a:pt x="98783" y="20456"/>
                  </a:lnTo>
                  <a:lnTo>
                    <a:pt x="103290" y="35963"/>
                  </a:lnTo>
                  <a:lnTo>
                    <a:pt x="108017" y="52225"/>
                  </a:lnTo>
                  <a:lnTo>
                    <a:pt x="104329" y="53267"/>
                  </a:lnTo>
                  <a:lnTo>
                    <a:pt x="99595" y="54604"/>
                  </a:lnTo>
                  <a:lnTo>
                    <a:pt x="92374" y="56644"/>
                  </a:lnTo>
                  <a:lnTo>
                    <a:pt x="85849" y="58488"/>
                  </a:lnTo>
                  <a:lnTo>
                    <a:pt x="79603" y="60252"/>
                  </a:lnTo>
                  <a:lnTo>
                    <a:pt x="73459" y="61988"/>
                  </a:lnTo>
                  <a:lnTo>
                    <a:pt x="64096" y="64634"/>
                  </a:lnTo>
                  <a:lnTo>
                    <a:pt x="55245" y="67134"/>
                  </a:lnTo>
                  <a:lnTo>
                    <a:pt x="46946" y="69479"/>
                  </a:lnTo>
                  <a:lnTo>
                    <a:pt x="40154" y="71398"/>
                  </a:lnTo>
                  <a:lnTo>
                    <a:pt x="25963" y="75407"/>
                  </a:lnTo>
                  <a:lnTo>
                    <a:pt x="14012" y="787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17510" y="3192144"/>
              <a:ext cx="137690" cy="86739"/>
            </a:xfrm>
            <a:custGeom>
              <a:avLst/>
              <a:pathLst>
                <a:path w="137690" h="86739">
                  <a:moveTo>
                    <a:pt x="9397" y="70070"/>
                  </a:moveTo>
                  <a:lnTo>
                    <a:pt x="0" y="35071"/>
                  </a:lnTo>
                  <a:lnTo>
                    <a:pt x="6980" y="33104"/>
                  </a:lnTo>
                  <a:lnTo>
                    <a:pt x="10945" y="31987"/>
                  </a:lnTo>
                  <a:lnTo>
                    <a:pt x="16552" y="30407"/>
                  </a:lnTo>
                  <a:lnTo>
                    <a:pt x="22778" y="28653"/>
                  </a:lnTo>
                  <a:lnTo>
                    <a:pt x="30533" y="26468"/>
                  </a:lnTo>
                  <a:lnTo>
                    <a:pt x="37619" y="24472"/>
                  </a:lnTo>
                  <a:lnTo>
                    <a:pt x="42647" y="23055"/>
                  </a:lnTo>
                  <a:lnTo>
                    <a:pt x="49521" y="21119"/>
                  </a:lnTo>
                  <a:lnTo>
                    <a:pt x="55832" y="19340"/>
                  </a:lnTo>
                  <a:lnTo>
                    <a:pt x="61956" y="17615"/>
                  </a:lnTo>
                  <a:lnTo>
                    <a:pt x="67030" y="16185"/>
                  </a:lnTo>
                  <a:lnTo>
                    <a:pt x="72765" y="14570"/>
                  </a:lnTo>
                  <a:lnTo>
                    <a:pt x="78330" y="13002"/>
                  </a:lnTo>
                  <a:lnTo>
                    <a:pt x="83840" y="11449"/>
                  </a:lnTo>
                  <a:lnTo>
                    <a:pt x="88423" y="10158"/>
                  </a:lnTo>
                  <a:lnTo>
                    <a:pt x="94323" y="8496"/>
                  </a:lnTo>
                  <a:lnTo>
                    <a:pt x="99372" y="7073"/>
                  </a:lnTo>
                  <a:lnTo>
                    <a:pt x="105509" y="5344"/>
                  </a:lnTo>
                  <a:lnTo>
                    <a:pt x="112392" y="3405"/>
                  </a:lnTo>
                  <a:lnTo>
                    <a:pt x="124480" y="0"/>
                  </a:lnTo>
                  <a:lnTo>
                    <a:pt x="127569" y="12291"/>
                  </a:lnTo>
                  <a:lnTo>
                    <a:pt x="137690" y="52566"/>
                  </a:lnTo>
                  <a:lnTo>
                    <a:pt x="133998" y="53585"/>
                  </a:lnTo>
                  <a:lnTo>
                    <a:pt x="129990" y="54691"/>
                  </a:lnTo>
                  <a:lnTo>
                    <a:pt x="126042" y="55781"/>
                  </a:lnTo>
                  <a:lnTo>
                    <a:pt x="121720" y="56974"/>
                  </a:lnTo>
                  <a:lnTo>
                    <a:pt x="117133" y="58240"/>
                  </a:lnTo>
                  <a:lnTo>
                    <a:pt x="114692" y="58913"/>
                  </a:lnTo>
                  <a:lnTo>
                    <a:pt x="111583" y="59772"/>
                  </a:lnTo>
                  <a:lnTo>
                    <a:pt x="107708" y="60841"/>
                  </a:lnTo>
                  <a:lnTo>
                    <a:pt x="103916" y="61888"/>
                  </a:lnTo>
                  <a:lnTo>
                    <a:pt x="99082" y="63222"/>
                  </a:lnTo>
                  <a:lnTo>
                    <a:pt x="94032" y="64616"/>
                  </a:lnTo>
                  <a:lnTo>
                    <a:pt x="89491" y="65869"/>
                  </a:lnTo>
                  <a:lnTo>
                    <a:pt x="84577" y="67225"/>
                  </a:lnTo>
                  <a:lnTo>
                    <a:pt x="79454" y="68639"/>
                  </a:lnTo>
                  <a:lnTo>
                    <a:pt x="71843" y="70739"/>
                  </a:lnTo>
                  <a:lnTo>
                    <a:pt x="65295" y="72547"/>
                  </a:lnTo>
                  <a:lnTo>
                    <a:pt x="60395" y="73899"/>
                  </a:lnTo>
                  <a:lnTo>
                    <a:pt x="53387" y="75833"/>
                  </a:lnTo>
                  <a:lnTo>
                    <a:pt x="47211" y="77538"/>
                  </a:lnTo>
                  <a:lnTo>
                    <a:pt x="41089" y="79228"/>
                  </a:lnTo>
                  <a:lnTo>
                    <a:pt x="35123" y="80874"/>
                  </a:lnTo>
                  <a:lnTo>
                    <a:pt x="26564" y="83236"/>
                  </a:lnTo>
                  <a:lnTo>
                    <a:pt x="13873" y="86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20833" y="3242082"/>
              <a:ext cx="255705" cy="191891"/>
            </a:xfrm>
            <a:custGeom>
              <a:avLst/>
              <a:pathLst>
                <a:path w="255705" h="191891">
                  <a:moveTo>
                    <a:pt x="130439" y="128508"/>
                  </a:moveTo>
                  <a:lnTo>
                    <a:pt x="119914" y="138798"/>
                  </a:lnTo>
                  <a:lnTo>
                    <a:pt x="68277" y="145219"/>
                  </a:lnTo>
                  <a:lnTo>
                    <a:pt x="66294" y="147471"/>
                  </a:lnTo>
                  <a:lnTo>
                    <a:pt x="72477" y="164686"/>
                  </a:lnTo>
                  <a:lnTo>
                    <a:pt x="78116" y="180389"/>
                  </a:lnTo>
                  <a:lnTo>
                    <a:pt x="66069" y="186529"/>
                  </a:lnTo>
                  <a:lnTo>
                    <a:pt x="55549" y="191891"/>
                  </a:lnTo>
                  <a:lnTo>
                    <a:pt x="49113" y="191154"/>
                  </a:lnTo>
                  <a:lnTo>
                    <a:pt x="44077" y="181966"/>
                  </a:lnTo>
                  <a:lnTo>
                    <a:pt x="25964" y="148920"/>
                  </a:lnTo>
                  <a:lnTo>
                    <a:pt x="15290" y="118901"/>
                  </a:lnTo>
                  <a:lnTo>
                    <a:pt x="6979" y="84401"/>
                  </a:lnTo>
                  <a:lnTo>
                    <a:pt x="0" y="55426"/>
                  </a:lnTo>
                  <a:lnTo>
                    <a:pt x="5209" y="53996"/>
                  </a:lnTo>
                  <a:lnTo>
                    <a:pt x="11474" y="52277"/>
                  </a:lnTo>
                  <a:lnTo>
                    <a:pt x="14420" y="51468"/>
                  </a:lnTo>
                  <a:lnTo>
                    <a:pt x="18244" y="50419"/>
                  </a:lnTo>
                  <a:lnTo>
                    <a:pt x="21863" y="49426"/>
                  </a:lnTo>
                  <a:lnTo>
                    <a:pt x="25561" y="48411"/>
                  </a:lnTo>
                  <a:lnTo>
                    <a:pt x="28974" y="47474"/>
                  </a:lnTo>
                  <a:lnTo>
                    <a:pt x="32964" y="46379"/>
                  </a:lnTo>
                  <a:lnTo>
                    <a:pt x="37444" y="45149"/>
                  </a:lnTo>
                  <a:lnTo>
                    <a:pt x="44760" y="43141"/>
                  </a:lnTo>
                  <a:lnTo>
                    <a:pt x="49547" y="41827"/>
                  </a:lnTo>
                  <a:lnTo>
                    <a:pt x="54954" y="40343"/>
                  </a:lnTo>
                  <a:lnTo>
                    <a:pt x="61234" y="38620"/>
                  </a:lnTo>
                  <a:lnTo>
                    <a:pt x="66496" y="37175"/>
                  </a:lnTo>
                  <a:lnTo>
                    <a:pt x="71853" y="35705"/>
                  </a:lnTo>
                  <a:lnTo>
                    <a:pt x="77171" y="34246"/>
                  </a:lnTo>
                  <a:lnTo>
                    <a:pt x="82583" y="32760"/>
                  </a:lnTo>
                  <a:lnTo>
                    <a:pt x="89850" y="30765"/>
                  </a:lnTo>
                  <a:lnTo>
                    <a:pt x="95889" y="29108"/>
                  </a:lnTo>
                  <a:lnTo>
                    <a:pt x="101592" y="27543"/>
                  </a:lnTo>
                  <a:lnTo>
                    <a:pt x="106443" y="26211"/>
                  </a:lnTo>
                  <a:lnTo>
                    <a:pt x="109912" y="25259"/>
                  </a:lnTo>
                  <a:lnTo>
                    <a:pt x="113254" y="24342"/>
                  </a:lnTo>
                  <a:lnTo>
                    <a:pt x="117679" y="23127"/>
                  </a:lnTo>
                  <a:lnTo>
                    <a:pt x="121574" y="22058"/>
                  </a:lnTo>
                  <a:lnTo>
                    <a:pt x="125422" y="21002"/>
                  </a:lnTo>
                  <a:lnTo>
                    <a:pt x="130013" y="19742"/>
                  </a:lnTo>
                  <a:lnTo>
                    <a:pt x="134082" y="18625"/>
                  </a:lnTo>
                  <a:lnTo>
                    <a:pt x="139415" y="17162"/>
                  </a:lnTo>
                  <a:lnTo>
                    <a:pt x="144196" y="15850"/>
                  </a:lnTo>
                  <a:lnTo>
                    <a:pt x="147924" y="14826"/>
                  </a:lnTo>
                  <a:lnTo>
                    <a:pt x="152214" y="13649"/>
                  </a:lnTo>
                  <a:lnTo>
                    <a:pt x="156940" y="12352"/>
                  </a:lnTo>
                  <a:lnTo>
                    <a:pt x="161340" y="11144"/>
                  </a:lnTo>
                  <a:lnTo>
                    <a:pt x="165805" y="9918"/>
                  </a:lnTo>
                  <a:lnTo>
                    <a:pt x="169564" y="8887"/>
                  </a:lnTo>
                  <a:lnTo>
                    <a:pt x="174210" y="7611"/>
                  </a:lnTo>
                  <a:lnTo>
                    <a:pt x="178580" y="6412"/>
                  </a:lnTo>
                  <a:lnTo>
                    <a:pt x="183938" y="4942"/>
                  </a:lnTo>
                  <a:lnTo>
                    <a:pt x="188378" y="3723"/>
                  </a:lnTo>
                  <a:lnTo>
                    <a:pt x="194778" y="1966"/>
                  </a:lnTo>
                  <a:lnTo>
                    <a:pt x="201943" y="0"/>
                  </a:lnTo>
                  <a:lnTo>
                    <a:pt x="209628" y="7483"/>
                  </a:lnTo>
                  <a:lnTo>
                    <a:pt x="215469" y="13171"/>
                  </a:lnTo>
                  <a:lnTo>
                    <a:pt x="221628" y="19170"/>
                  </a:lnTo>
                  <a:lnTo>
                    <a:pt x="236145" y="27881"/>
                  </a:lnTo>
                  <a:lnTo>
                    <a:pt x="255705" y="39618"/>
                  </a:lnTo>
                  <a:lnTo>
                    <a:pt x="255705" y="42591"/>
                  </a:lnTo>
                  <a:lnTo>
                    <a:pt x="251504" y="45235"/>
                  </a:lnTo>
                  <a:lnTo>
                    <a:pt x="240692" y="42621"/>
                  </a:lnTo>
                  <a:lnTo>
                    <a:pt x="230353" y="39319"/>
                  </a:lnTo>
                  <a:lnTo>
                    <a:pt x="224212" y="37668"/>
                  </a:lnTo>
                  <a:lnTo>
                    <a:pt x="217044" y="35356"/>
                  </a:lnTo>
                  <a:lnTo>
                    <a:pt x="213351" y="34165"/>
                  </a:lnTo>
                  <a:lnTo>
                    <a:pt x="210003" y="34885"/>
                  </a:lnTo>
                  <a:lnTo>
                    <a:pt x="188504" y="50197"/>
                  </a:lnTo>
                  <a:lnTo>
                    <a:pt x="188328" y="57403"/>
                  </a:lnTo>
                  <a:lnTo>
                    <a:pt x="180750" y="75416"/>
                  </a:lnTo>
                  <a:lnTo>
                    <a:pt x="150076" y="115075"/>
                  </a:lnTo>
                  <a:lnTo>
                    <a:pt x="149252" y="116140"/>
                  </a:lnTo>
                  <a:lnTo>
                    <a:pt x="143104" y="118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697" y="3219522"/>
              <a:ext cx="115305" cy="74138"/>
            </a:xfrm>
            <a:custGeom>
              <a:avLst/>
              <a:pathLst>
                <a:path w="115305" h="74138">
                  <a:moveTo>
                    <a:pt x="16608" y="12436"/>
                  </a:moveTo>
                  <a:lnTo>
                    <a:pt x="24426" y="9890"/>
                  </a:lnTo>
                  <a:lnTo>
                    <a:pt x="30008" y="8071"/>
                  </a:lnTo>
                  <a:lnTo>
                    <a:pt x="32569" y="7572"/>
                  </a:lnTo>
                  <a:lnTo>
                    <a:pt x="40918" y="5945"/>
                  </a:lnTo>
                  <a:lnTo>
                    <a:pt x="54165" y="3363"/>
                  </a:lnTo>
                  <a:lnTo>
                    <a:pt x="63939" y="1458"/>
                  </a:lnTo>
                  <a:lnTo>
                    <a:pt x="71420" y="0"/>
                  </a:lnTo>
                  <a:lnTo>
                    <a:pt x="75743" y="2988"/>
                  </a:lnTo>
                  <a:lnTo>
                    <a:pt x="80928" y="6572"/>
                  </a:lnTo>
                  <a:lnTo>
                    <a:pt x="85989" y="10071"/>
                  </a:lnTo>
                  <a:lnTo>
                    <a:pt x="91781" y="14075"/>
                  </a:lnTo>
                  <a:lnTo>
                    <a:pt x="97973" y="18355"/>
                  </a:lnTo>
                  <a:lnTo>
                    <a:pt x="105672" y="23677"/>
                  </a:lnTo>
                  <a:lnTo>
                    <a:pt x="111941" y="28012"/>
                  </a:lnTo>
                  <a:lnTo>
                    <a:pt x="115305" y="30337"/>
                  </a:lnTo>
                  <a:lnTo>
                    <a:pt x="105586" y="45455"/>
                  </a:lnTo>
                  <a:lnTo>
                    <a:pt x="104861" y="46584"/>
                  </a:lnTo>
                  <a:lnTo>
                    <a:pt x="87174" y="74138"/>
                  </a:lnTo>
                  <a:lnTo>
                    <a:pt x="78477" y="68522"/>
                  </a:lnTo>
                  <a:lnTo>
                    <a:pt x="72835" y="64879"/>
                  </a:lnTo>
                  <a:lnTo>
                    <a:pt x="68984" y="62392"/>
                  </a:lnTo>
                  <a:lnTo>
                    <a:pt x="63315" y="58732"/>
                  </a:lnTo>
                  <a:lnTo>
                    <a:pt x="56811" y="54532"/>
                  </a:lnTo>
                  <a:lnTo>
                    <a:pt x="48723" y="49309"/>
                  </a:lnTo>
                  <a:lnTo>
                    <a:pt x="40761" y="44167"/>
                  </a:lnTo>
                  <a:lnTo>
                    <a:pt x="33607" y="39548"/>
                  </a:lnTo>
                  <a:lnTo>
                    <a:pt x="26580" y="35010"/>
                  </a:lnTo>
                  <a:lnTo>
                    <a:pt x="21369" y="31645"/>
                  </a:lnTo>
                  <a:lnTo>
                    <a:pt x="15256" y="27698"/>
                  </a:lnTo>
                  <a:lnTo>
                    <a:pt x="9197" y="23785"/>
                  </a:lnTo>
                  <a:lnTo>
                    <a:pt x="0" y="17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34940" y="3258169"/>
              <a:ext cx="70744" cy="72594"/>
            </a:xfrm>
            <a:custGeom>
              <a:avLst/>
              <a:pathLst>
                <a:path w="70744" h="72594">
                  <a:moveTo>
                    <a:pt x="19468" y="12259"/>
                  </a:moveTo>
                  <a:lnTo>
                    <a:pt x="27151" y="0"/>
                  </a:lnTo>
                  <a:lnTo>
                    <a:pt x="51279" y="15079"/>
                  </a:lnTo>
                  <a:lnTo>
                    <a:pt x="70744" y="27244"/>
                  </a:lnTo>
                  <a:lnTo>
                    <a:pt x="59949" y="42677"/>
                  </a:lnTo>
                  <a:lnTo>
                    <a:pt x="39023" y="72594"/>
                  </a:lnTo>
                  <a:lnTo>
                    <a:pt x="23164" y="60699"/>
                  </a:lnTo>
                  <a:lnTo>
                    <a:pt x="0" y="433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15611" y="3248369"/>
              <a:ext cx="175450" cy="170982"/>
            </a:xfrm>
            <a:custGeom>
              <a:avLst/>
              <a:pathLst>
                <a:path w="175450" h="170982">
                  <a:moveTo>
                    <a:pt x="67083" y="70223"/>
                  </a:moveTo>
                  <a:lnTo>
                    <a:pt x="68592" y="72755"/>
                  </a:lnTo>
                  <a:lnTo>
                    <a:pt x="98461" y="117311"/>
                  </a:lnTo>
                  <a:lnTo>
                    <a:pt x="104433" y="126218"/>
                  </a:lnTo>
                  <a:lnTo>
                    <a:pt x="123113" y="105942"/>
                  </a:lnTo>
                  <a:lnTo>
                    <a:pt x="130073" y="98387"/>
                  </a:lnTo>
                  <a:lnTo>
                    <a:pt x="152013" y="86498"/>
                  </a:lnTo>
                  <a:lnTo>
                    <a:pt x="166619" y="78011"/>
                  </a:lnTo>
                  <a:lnTo>
                    <a:pt x="169543" y="80523"/>
                  </a:lnTo>
                  <a:lnTo>
                    <a:pt x="175450" y="85597"/>
                  </a:lnTo>
                  <a:lnTo>
                    <a:pt x="158690" y="106313"/>
                  </a:lnTo>
                  <a:lnTo>
                    <a:pt x="149096" y="118172"/>
                  </a:lnTo>
                  <a:lnTo>
                    <a:pt x="136628" y="133583"/>
                  </a:lnTo>
                  <a:lnTo>
                    <a:pt x="121833" y="151870"/>
                  </a:lnTo>
                  <a:lnTo>
                    <a:pt x="106371" y="170982"/>
                  </a:lnTo>
                  <a:lnTo>
                    <a:pt x="98260" y="165109"/>
                  </a:lnTo>
                  <a:lnTo>
                    <a:pt x="91075" y="159906"/>
                  </a:lnTo>
                  <a:lnTo>
                    <a:pt x="89454" y="158732"/>
                  </a:lnTo>
                  <a:lnTo>
                    <a:pt x="85164" y="153399"/>
                  </a:lnTo>
                  <a:lnTo>
                    <a:pt x="80567" y="147685"/>
                  </a:lnTo>
                  <a:lnTo>
                    <a:pt x="76749" y="142939"/>
                  </a:lnTo>
                  <a:lnTo>
                    <a:pt x="73529" y="138935"/>
                  </a:lnTo>
                  <a:lnTo>
                    <a:pt x="68833" y="133098"/>
                  </a:lnTo>
                  <a:lnTo>
                    <a:pt x="66374" y="130041"/>
                  </a:lnTo>
                  <a:lnTo>
                    <a:pt x="64966" y="127789"/>
                  </a:lnTo>
                  <a:lnTo>
                    <a:pt x="61651" y="122487"/>
                  </a:lnTo>
                  <a:lnTo>
                    <a:pt x="58559" y="117540"/>
                  </a:lnTo>
                  <a:lnTo>
                    <a:pt x="55010" y="111864"/>
                  </a:lnTo>
                  <a:lnTo>
                    <a:pt x="51518" y="106279"/>
                  </a:lnTo>
                  <a:lnTo>
                    <a:pt x="48209" y="100987"/>
                  </a:lnTo>
                  <a:lnTo>
                    <a:pt x="44704" y="95380"/>
                  </a:lnTo>
                  <a:lnTo>
                    <a:pt x="41769" y="90685"/>
                  </a:lnTo>
                  <a:lnTo>
                    <a:pt x="36211" y="81795"/>
                  </a:lnTo>
                  <a:lnTo>
                    <a:pt x="32043" y="75128"/>
                  </a:lnTo>
                  <a:lnTo>
                    <a:pt x="28044" y="68732"/>
                  </a:lnTo>
                  <a:lnTo>
                    <a:pt x="23909" y="62118"/>
                  </a:lnTo>
                  <a:lnTo>
                    <a:pt x="18654" y="53713"/>
                  </a:lnTo>
                  <a:lnTo>
                    <a:pt x="14980" y="47835"/>
                  </a:lnTo>
                  <a:lnTo>
                    <a:pt x="12534" y="43923"/>
                  </a:lnTo>
                  <a:lnTo>
                    <a:pt x="9695" y="39382"/>
                  </a:lnTo>
                  <a:lnTo>
                    <a:pt x="4967" y="31819"/>
                  </a:lnTo>
                  <a:lnTo>
                    <a:pt x="0" y="23874"/>
                  </a:lnTo>
                  <a:lnTo>
                    <a:pt x="9801" y="14422"/>
                  </a:lnTo>
                  <a:lnTo>
                    <a:pt x="24758" y="0"/>
                  </a:lnTo>
                  <a:lnTo>
                    <a:pt x="25258" y="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82128" y="3293581"/>
              <a:ext cx="85026" cy="114602"/>
            </a:xfrm>
            <a:custGeom>
              <a:avLst/>
              <a:pathLst>
                <a:path w="85026" h="114602">
                  <a:moveTo>
                    <a:pt x="52558" y="28986"/>
                  </a:moveTo>
                  <a:lnTo>
                    <a:pt x="64915" y="49463"/>
                  </a:lnTo>
                  <a:lnTo>
                    <a:pt x="79782" y="74097"/>
                  </a:lnTo>
                  <a:lnTo>
                    <a:pt x="85026" y="82402"/>
                  </a:lnTo>
                  <a:lnTo>
                    <a:pt x="79973" y="86439"/>
                  </a:lnTo>
                  <a:lnTo>
                    <a:pt x="68737" y="95415"/>
                  </a:lnTo>
                  <a:lnTo>
                    <a:pt x="64544" y="98764"/>
                  </a:lnTo>
                  <a:lnTo>
                    <a:pt x="58820" y="103336"/>
                  </a:lnTo>
                  <a:lnTo>
                    <a:pt x="52002" y="108782"/>
                  </a:lnTo>
                  <a:lnTo>
                    <a:pt x="49406" y="110855"/>
                  </a:lnTo>
                  <a:lnTo>
                    <a:pt x="44716" y="114602"/>
                  </a:lnTo>
                  <a:lnTo>
                    <a:pt x="37737" y="103251"/>
                  </a:lnTo>
                  <a:lnTo>
                    <a:pt x="32338" y="94470"/>
                  </a:lnTo>
                  <a:lnTo>
                    <a:pt x="27607" y="86774"/>
                  </a:lnTo>
                  <a:lnTo>
                    <a:pt x="22260" y="78079"/>
                  </a:lnTo>
                  <a:lnTo>
                    <a:pt x="18425" y="71840"/>
                  </a:lnTo>
                  <a:lnTo>
                    <a:pt x="12341" y="61945"/>
                  </a:lnTo>
                  <a:lnTo>
                    <a:pt x="0" y="41872"/>
                  </a:lnTo>
                  <a:lnTo>
                    <a:pt x="1678" y="39851"/>
                  </a:lnTo>
                  <a:lnTo>
                    <a:pt x="2153" y="39280"/>
                  </a:lnTo>
                  <a:lnTo>
                    <a:pt x="4630" y="36298"/>
                  </a:lnTo>
                  <a:lnTo>
                    <a:pt x="8094" y="32129"/>
                  </a:lnTo>
                  <a:lnTo>
                    <a:pt x="11405" y="28144"/>
                  </a:lnTo>
                  <a:lnTo>
                    <a:pt x="14492" y="24430"/>
                  </a:lnTo>
                  <a:lnTo>
                    <a:pt x="17721" y="20544"/>
                  </a:lnTo>
                  <a:lnTo>
                    <a:pt x="19088" y="18898"/>
                  </a:lnTo>
                  <a:lnTo>
                    <a:pt x="20577" y="17137"/>
                  </a:lnTo>
                  <a:lnTo>
                    <a:pt x="23554" y="13616"/>
                  </a:lnTo>
                  <a:lnTo>
                    <a:pt x="27613" y="8815"/>
                  </a:lnTo>
                  <a:lnTo>
                    <a:pt x="31902" y="3742"/>
                  </a:lnTo>
                  <a:lnTo>
                    <a:pt x="350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41734" y="3388179"/>
              <a:ext cx="79717" cy="94101"/>
            </a:xfrm>
            <a:custGeom>
              <a:avLst/>
              <a:pathLst>
                <a:path w="79717" h="94101">
                  <a:moveTo>
                    <a:pt x="46924" y="20409"/>
                  </a:moveTo>
                  <a:lnTo>
                    <a:pt x="65924" y="0"/>
                  </a:lnTo>
                  <a:lnTo>
                    <a:pt x="71225" y="9240"/>
                  </a:lnTo>
                  <a:lnTo>
                    <a:pt x="75235" y="16228"/>
                  </a:lnTo>
                  <a:lnTo>
                    <a:pt x="79717" y="24039"/>
                  </a:lnTo>
                  <a:lnTo>
                    <a:pt x="53828" y="51471"/>
                  </a:lnTo>
                  <a:lnTo>
                    <a:pt x="13596" y="94101"/>
                  </a:lnTo>
                  <a:lnTo>
                    <a:pt x="11307" y="90181"/>
                  </a:lnTo>
                  <a:lnTo>
                    <a:pt x="9158" y="86500"/>
                  </a:lnTo>
                  <a:lnTo>
                    <a:pt x="6473" y="81901"/>
                  </a:lnTo>
                  <a:lnTo>
                    <a:pt x="3291" y="76453"/>
                  </a:lnTo>
                  <a:lnTo>
                    <a:pt x="0" y="708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6662" y="3337614"/>
              <a:ext cx="110401" cy="119533"/>
            </a:xfrm>
            <a:custGeom>
              <a:avLst/>
              <a:pathLst>
                <a:path w="110401" h="119533">
                  <a:moveTo>
                    <a:pt x="10051" y="68492"/>
                  </a:moveTo>
                  <a:lnTo>
                    <a:pt x="21037" y="58141"/>
                  </a:lnTo>
                  <a:lnTo>
                    <a:pt x="34851" y="45126"/>
                  </a:lnTo>
                  <a:lnTo>
                    <a:pt x="52238" y="28744"/>
                  </a:lnTo>
                  <a:lnTo>
                    <a:pt x="66510" y="15298"/>
                  </a:lnTo>
                  <a:lnTo>
                    <a:pt x="82747" y="0"/>
                  </a:lnTo>
                  <a:lnTo>
                    <a:pt x="86877" y="7203"/>
                  </a:lnTo>
                  <a:lnTo>
                    <a:pt x="89829" y="12352"/>
                  </a:lnTo>
                  <a:lnTo>
                    <a:pt x="93652" y="19021"/>
                  </a:lnTo>
                  <a:lnTo>
                    <a:pt x="97224" y="25251"/>
                  </a:lnTo>
                  <a:lnTo>
                    <a:pt x="101349" y="32446"/>
                  </a:lnTo>
                  <a:lnTo>
                    <a:pt x="106276" y="41039"/>
                  </a:lnTo>
                  <a:lnTo>
                    <a:pt x="110401" y="48234"/>
                  </a:lnTo>
                  <a:lnTo>
                    <a:pt x="104874" y="53956"/>
                  </a:lnTo>
                  <a:lnTo>
                    <a:pt x="94039" y="65172"/>
                  </a:lnTo>
                  <a:lnTo>
                    <a:pt x="85341" y="74177"/>
                  </a:lnTo>
                  <a:lnTo>
                    <a:pt x="68047" y="92080"/>
                  </a:lnTo>
                  <a:lnTo>
                    <a:pt x="41528" y="119533"/>
                  </a:lnTo>
                  <a:lnTo>
                    <a:pt x="34240" y="112238"/>
                  </a:lnTo>
                  <a:lnTo>
                    <a:pt x="27234" y="105225"/>
                  </a:lnTo>
                  <a:lnTo>
                    <a:pt x="13100" y="91077"/>
                  </a:lnTo>
                  <a:lnTo>
                    <a:pt x="0" y="77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60565" y="3294156"/>
              <a:ext cx="101299" cy="107197"/>
            </a:xfrm>
            <a:custGeom>
              <a:avLst/>
              <a:pathLst>
                <a:path w="101299" h="107197">
                  <a:moveTo>
                    <a:pt x="4814" y="63602"/>
                  </a:moveTo>
                  <a:lnTo>
                    <a:pt x="9081" y="56957"/>
                  </a:lnTo>
                  <a:lnTo>
                    <a:pt x="13727" y="49722"/>
                  </a:lnTo>
                  <a:lnTo>
                    <a:pt x="19839" y="40205"/>
                  </a:lnTo>
                  <a:lnTo>
                    <a:pt x="25227" y="31817"/>
                  </a:lnTo>
                  <a:lnTo>
                    <a:pt x="29572" y="25050"/>
                  </a:lnTo>
                  <a:lnTo>
                    <a:pt x="30369" y="24231"/>
                  </a:lnTo>
                  <a:lnTo>
                    <a:pt x="36516" y="17912"/>
                  </a:lnTo>
                  <a:lnTo>
                    <a:pt x="44775" y="9421"/>
                  </a:lnTo>
                  <a:lnTo>
                    <a:pt x="53939" y="0"/>
                  </a:lnTo>
                  <a:lnTo>
                    <a:pt x="60104" y="4726"/>
                  </a:lnTo>
                  <a:lnTo>
                    <a:pt x="66300" y="9476"/>
                  </a:lnTo>
                  <a:lnTo>
                    <a:pt x="71833" y="13718"/>
                  </a:lnTo>
                  <a:lnTo>
                    <a:pt x="76722" y="17466"/>
                  </a:lnTo>
                  <a:lnTo>
                    <a:pt x="81217" y="20912"/>
                  </a:lnTo>
                  <a:lnTo>
                    <a:pt x="84479" y="23413"/>
                  </a:lnTo>
                  <a:lnTo>
                    <a:pt x="86109" y="24741"/>
                  </a:lnTo>
                  <a:lnTo>
                    <a:pt x="90555" y="28363"/>
                  </a:lnTo>
                  <a:lnTo>
                    <a:pt x="93476" y="30742"/>
                  </a:lnTo>
                  <a:lnTo>
                    <a:pt x="93931" y="31113"/>
                  </a:lnTo>
                  <a:lnTo>
                    <a:pt x="97089" y="33686"/>
                  </a:lnTo>
                  <a:lnTo>
                    <a:pt x="101299" y="37116"/>
                  </a:lnTo>
                  <a:lnTo>
                    <a:pt x="94175" y="44728"/>
                  </a:lnTo>
                  <a:lnTo>
                    <a:pt x="80837" y="58980"/>
                  </a:lnTo>
                  <a:lnTo>
                    <a:pt x="35710" y="107197"/>
                  </a:lnTo>
                  <a:lnTo>
                    <a:pt x="15482" y="86749"/>
                  </a:lnTo>
                  <a:lnTo>
                    <a:pt x="0" y="71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76622" y="3155814"/>
              <a:ext cx="63835" cy="64760"/>
            </a:xfrm>
            <a:custGeom>
              <a:avLst/>
              <a:pathLst>
                <a:path w="63835" h="64760">
                  <a:moveTo>
                    <a:pt x="22916" y="7314"/>
                  </a:moveTo>
                  <a:lnTo>
                    <a:pt x="49048" y="0"/>
                  </a:lnTo>
                  <a:lnTo>
                    <a:pt x="56505" y="25584"/>
                  </a:lnTo>
                  <a:lnTo>
                    <a:pt x="63835" y="50733"/>
                  </a:lnTo>
                  <a:lnTo>
                    <a:pt x="43891" y="56382"/>
                  </a:lnTo>
                  <a:lnTo>
                    <a:pt x="14306" y="64760"/>
                  </a:lnTo>
                  <a:lnTo>
                    <a:pt x="7512" y="40525"/>
                  </a:lnTo>
                  <a:lnTo>
                    <a:pt x="0" y="1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487187" y="3386218"/>
              <a:ext cx="140637" cy="267237"/>
            </a:xfrm>
            <a:custGeom>
              <a:avLst/>
              <a:pathLst>
                <a:path w="140637" h="267237">
                  <a:moveTo>
                    <a:pt x="36939" y="20548"/>
                  </a:moveTo>
                  <a:lnTo>
                    <a:pt x="82466" y="0"/>
                  </a:lnTo>
                  <a:lnTo>
                    <a:pt x="88881" y="10929"/>
                  </a:lnTo>
                  <a:lnTo>
                    <a:pt x="93289" y="18440"/>
                  </a:lnTo>
                  <a:lnTo>
                    <a:pt x="78898" y="23767"/>
                  </a:lnTo>
                  <a:lnTo>
                    <a:pt x="76635" y="24605"/>
                  </a:lnTo>
                  <a:lnTo>
                    <a:pt x="65302" y="29044"/>
                  </a:lnTo>
                  <a:lnTo>
                    <a:pt x="63061" y="29921"/>
                  </a:lnTo>
                  <a:lnTo>
                    <a:pt x="90322" y="73453"/>
                  </a:lnTo>
                  <a:lnTo>
                    <a:pt x="94583" y="88502"/>
                  </a:lnTo>
                  <a:lnTo>
                    <a:pt x="97815" y="99913"/>
                  </a:lnTo>
                  <a:lnTo>
                    <a:pt x="104952" y="134500"/>
                  </a:lnTo>
                  <a:lnTo>
                    <a:pt x="112089" y="156116"/>
                  </a:lnTo>
                  <a:lnTo>
                    <a:pt x="125570" y="193675"/>
                  </a:lnTo>
                  <a:lnTo>
                    <a:pt x="140637" y="249337"/>
                  </a:lnTo>
                  <a:lnTo>
                    <a:pt x="126643" y="253842"/>
                  </a:lnTo>
                  <a:lnTo>
                    <a:pt x="116721" y="257036"/>
                  </a:lnTo>
                  <a:lnTo>
                    <a:pt x="85034" y="267237"/>
                  </a:lnTo>
                  <a:lnTo>
                    <a:pt x="82238" y="205437"/>
                  </a:lnTo>
                  <a:lnTo>
                    <a:pt x="60746" y="133716"/>
                  </a:lnTo>
                  <a:lnTo>
                    <a:pt x="47480" y="113392"/>
                  </a:lnTo>
                  <a:lnTo>
                    <a:pt x="42058" y="104693"/>
                  </a:lnTo>
                  <a:lnTo>
                    <a:pt x="0" y="372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80992" y="3564053"/>
              <a:ext cx="78648" cy="72954"/>
            </a:xfrm>
            <a:custGeom>
              <a:avLst/>
              <a:pathLst>
                <a:path w="78648" h="72954">
                  <a:moveTo>
                    <a:pt x="73502" y="29908"/>
                  </a:moveTo>
                  <a:lnTo>
                    <a:pt x="78648" y="35844"/>
                  </a:lnTo>
                  <a:lnTo>
                    <a:pt x="77344" y="51637"/>
                  </a:lnTo>
                  <a:lnTo>
                    <a:pt x="75320" y="54043"/>
                  </a:lnTo>
                  <a:lnTo>
                    <a:pt x="71913" y="58093"/>
                  </a:lnTo>
                  <a:lnTo>
                    <a:pt x="59577" y="72954"/>
                  </a:lnTo>
                  <a:lnTo>
                    <a:pt x="30202" y="58152"/>
                  </a:lnTo>
                  <a:lnTo>
                    <a:pt x="28297" y="57192"/>
                  </a:lnTo>
                  <a:lnTo>
                    <a:pt x="0" y="46939"/>
                  </a:lnTo>
                  <a:lnTo>
                    <a:pt x="8238" y="28355"/>
                  </a:lnTo>
                  <a:lnTo>
                    <a:pt x="20809" y="0"/>
                  </a:lnTo>
                  <a:lnTo>
                    <a:pt x="47298" y="12465"/>
                  </a:lnTo>
                  <a:lnTo>
                    <a:pt x="48563" y="13060"/>
                  </a:lnTo>
                  <a:lnTo>
                    <a:pt x="69270" y="2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603622" y="3467078"/>
              <a:ext cx="105322" cy="117008"/>
            </a:xfrm>
            <a:custGeom>
              <a:avLst/>
              <a:pathLst>
                <a:path w="105322" h="117008">
                  <a:moveTo>
                    <a:pt x="49449" y="117008"/>
                  </a:moveTo>
                  <a:lnTo>
                    <a:pt x="29721" y="102423"/>
                  </a:lnTo>
                  <a:lnTo>
                    <a:pt x="0" y="88052"/>
                  </a:lnTo>
                  <a:lnTo>
                    <a:pt x="22113" y="41431"/>
                  </a:lnTo>
                  <a:lnTo>
                    <a:pt x="40088" y="0"/>
                  </a:lnTo>
                  <a:lnTo>
                    <a:pt x="58062" y="8286"/>
                  </a:lnTo>
                  <a:lnTo>
                    <a:pt x="75685" y="28461"/>
                  </a:lnTo>
                  <a:lnTo>
                    <a:pt x="105322" y="464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655395" y="3516345"/>
              <a:ext cx="72328" cy="85488"/>
            </a:xfrm>
            <a:custGeom>
              <a:avLst/>
              <a:pathLst>
                <a:path w="72328" h="85488">
                  <a:moveTo>
                    <a:pt x="6302" y="66963"/>
                  </a:moveTo>
                  <a:lnTo>
                    <a:pt x="14566" y="55229"/>
                  </a:lnTo>
                  <a:lnTo>
                    <a:pt x="23539" y="42487"/>
                  </a:lnTo>
                  <a:lnTo>
                    <a:pt x="31968" y="30518"/>
                  </a:lnTo>
                  <a:lnTo>
                    <a:pt x="33272" y="28971"/>
                  </a:lnTo>
                  <a:lnTo>
                    <a:pt x="33607" y="28574"/>
                  </a:lnTo>
                  <a:lnTo>
                    <a:pt x="44399" y="15776"/>
                  </a:lnTo>
                  <a:lnTo>
                    <a:pt x="57701" y="0"/>
                  </a:lnTo>
                  <a:lnTo>
                    <a:pt x="65772" y="4870"/>
                  </a:lnTo>
                  <a:lnTo>
                    <a:pt x="72328" y="8826"/>
                  </a:lnTo>
                  <a:lnTo>
                    <a:pt x="53361" y="39928"/>
                  </a:lnTo>
                  <a:lnTo>
                    <a:pt x="44852" y="48653"/>
                  </a:lnTo>
                  <a:lnTo>
                    <a:pt x="8930" y="85488"/>
                  </a:lnTo>
                  <a:lnTo>
                    <a:pt x="4293" y="80517"/>
                  </a:lnTo>
                  <a:lnTo>
                    <a:pt x="0" y="75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645154" y="3618123"/>
              <a:ext cx="82393" cy="66270"/>
            </a:xfrm>
            <a:custGeom>
              <a:avLst/>
              <a:pathLst>
                <a:path w="82393" h="66270">
                  <a:moveTo>
                    <a:pt x="8023" y="8407"/>
                  </a:moveTo>
                  <a:lnTo>
                    <a:pt x="8151" y="8215"/>
                  </a:lnTo>
                  <a:lnTo>
                    <a:pt x="9988" y="6037"/>
                  </a:lnTo>
                  <a:lnTo>
                    <a:pt x="15076" y="0"/>
                  </a:lnTo>
                  <a:lnTo>
                    <a:pt x="30347" y="9031"/>
                  </a:lnTo>
                  <a:lnTo>
                    <a:pt x="82393" y="39810"/>
                  </a:lnTo>
                  <a:lnTo>
                    <a:pt x="77948" y="48887"/>
                  </a:lnTo>
                  <a:lnTo>
                    <a:pt x="76285" y="52282"/>
                  </a:lnTo>
                  <a:lnTo>
                    <a:pt x="69706" y="66270"/>
                  </a:lnTo>
                  <a:lnTo>
                    <a:pt x="62086" y="61312"/>
                  </a:lnTo>
                  <a:lnTo>
                    <a:pt x="56015" y="57362"/>
                  </a:lnTo>
                  <a:lnTo>
                    <a:pt x="47429" y="51776"/>
                  </a:lnTo>
                  <a:lnTo>
                    <a:pt x="38545" y="45995"/>
                  </a:lnTo>
                  <a:lnTo>
                    <a:pt x="29009" y="39647"/>
                  </a:lnTo>
                  <a:lnTo>
                    <a:pt x="13538" y="29349"/>
                  </a:lnTo>
                  <a:lnTo>
                    <a:pt x="0" y="20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471149" y="2971226"/>
              <a:ext cx="119370" cy="116727"/>
            </a:xfrm>
            <a:custGeom>
              <a:avLst/>
              <a:pathLst>
                <a:path w="119370" h="116727">
                  <a:moveTo>
                    <a:pt x="13629" y="109056"/>
                  </a:moveTo>
                  <a:lnTo>
                    <a:pt x="0" y="96535"/>
                  </a:lnTo>
                  <a:lnTo>
                    <a:pt x="9255" y="87380"/>
                  </a:lnTo>
                  <a:lnTo>
                    <a:pt x="21159" y="75605"/>
                  </a:lnTo>
                  <a:lnTo>
                    <a:pt x="31303" y="65571"/>
                  </a:lnTo>
                  <a:lnTo>
                    <a:pt x="34108" y="61817"/>
                  </a:lnTo>
                  <a:lnTo>
                    <a:pt x="45417" y="46682"/>
                  </a:lnTo>
                  <a:lnTo>
                    <a:pt x="54388" y="34676"/>
                  </a:lnTo>
                  <a:lnTo>
                    <a:pt x="58620" y="30944"/>
                  </a:lnTo>
                  <a:lnTo>
                    <a:pt x="70410" y="20550"/>
                  </a:lnTo>
                  <a:lnTo>
                    <a:pt x="72010" y="19139"/>
                  </a:lnTo>
                  <a:lnTo>
                    <a:pt x="89279" y="12160"/>
                  </a:lnTo>
                  <a:lnTo>
                    <a:pt x="103091" y="6578"/>
                  </a:lnTo>
                  <a:lnTo>
                    <a:pt x="119370" y="0"/>
                  </a:lnTo>
                  <a:lnTo>
                    <a:pt x="115008" y="6108"/>
                  </a:lnTo>
                  <a:lnTo>
                    <a:pt x="112550" y="9943"/>
                  </a:lnTo>
                  <a:lnTo>
                    <a:pt x="111229" y="12003"/>
                  </a:lnTo>
                  <a:lnTo>
                    <a:pt x="106063" y="19933"/>
                  </a:lnTo>
                  <a:lnTo>
                    <a:pt x="99507" y="29996"/>
                  </a:lnTo>
                  <a:lnTo>
                    <a:pt x="93465" y="39269"/>
                  </a:lnTo>
                  <a:lnTo>
                    <a:pt x="85798" y="51037"/>
                  </a:lnTo>
                  <a:lnTo>
                    <a:pt x="79453" y="60777"/>
                  </a:lnTo>
                  <a:lnTo>
                    <a:pt x="75984" y="64154"/>
                  </a:lnTo>
                  <a:lnTo>
                    <a:pt x="66070" y="73805"/>
                  </a:lnTo>
                  <a:lnTo>
                    <a:pt x="54440" y="85127"/>
                  </a:lnTo>
                  <a:lnTo>
                    <a:pt x="43606" y="95674"/>
                  </a:lnTo>
                  <a:lnTo>
                    <a:pt x="21979" y="1167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375041" y="3095744"/>
              <a:ext cx="351783" cy="144809"/>
            </a:xfrm>
            <a:custGeom>
              <a:avLst/>
              <a:pathLst>
                <a:path w="351783" h="144809">
                  <a:moveTo>
                    <a:pt x="85730" y="38442"/>
                  </a:moveTo>
                  <a:lnTo>
                    <a:pt x="89232" y="38736"/>
                  </a:lnTo>
                  <a:lnTo>
                    <a:pt x="92741" y="38557"/>
                  </a:lnTo>
                  <a:lnTo>
                    <a:pt x="96196" y="37909"/>
                  </a:lnTo>
                  <a:lnTo>
                    <a:pt x="98678" y="37919"/>
                  </a:lnTo>
                  <a:lnTo>
                    <a:pt x="101129" y="37522"/>
                  </a:lnTo>
                  <a:lnTo>
                    <a:pt x="103486" y="36728"/>
                  </a:lnTo>
                  <a:lnTo>
                    <a:pt x="105688" y="35559"/>
                  </a:lnTo>
                  <a:lnTo>
                    <a:pt x="107678" y="34044"/>
                  </a:lnTo>
                  <a:lnTo>
                    <a:pt x="109405" y="32222"/>
                  </a:lnTo>
                  <a:lnTo>
                    <a:pt x="110824" y="30141"/>
                  </a:lnTo>
                  <a:lnTo>
                    <a:pt x="111898" y="27854"/>
                  </a:lnTo>
                  <a:lnTo>
                    <a:pt x="112600" y="25421"/>
                  </a:lnTo>
                  <a:lnTo>
                    <a:pt x="110897" y="16280"/>
                  </a:lnTo>
                  <a:lnTo>
                    <a:pt x="110044" y="10620"/>
                  </a:lnTo>
                  <a:lnTo>
                    <a:pt x="108768" y="8008"/>
                  </a:lnTo>
                  <a:lnTo>
                    <a:pt x="113026" y="4962"/>
                  </a:lnTo>
                  <a:lnTo>
                    <a:pt x="127684" y="20061"/>
                  </a:lnTo>
                  <a:lnTo>
                    <a:pt x="143472" y="36324"/>
                  </a:lnTo>
                  <a:lnTo>
                    <a:pt x="151756" y="34935"/>
                  </a:lnTo>
                  <a:lnTo>
                    <a:pt x="157573" y="30265"/>
                  </a:lnTo>
                  <a:lnTo>
                    <a:pt x="195268" y="0"/>
                  </a:lnTo>
                  <a:lnTo>
                    <a:pt x="222607" y="3319"/>
                  </a:lnTo>
                  <a:lnTo>
                    <a:pt x="247923" y="17253"/>
                  </a:lnTo>
                  <a:lnTo>
                    <a:pt x="252248" y="20331"/>
                  </a:lnTo>
                  <a:lnTo>
                    <a:pt x="261039" y="26587"/>
                  </a:lnTo>
                  <a:lnTo>
                    <a:pt x="320571" y="65309"/>
                  </a:lnTo>
                  <a:lnTo>
                    <a:pt x="323878" y="61572"/>
                  </a:lnTo>
                  <a:lnTo>
                    <a:pt x="341129" y="62710"/>
                  </a:lnTo>
                  <a:lnTo>
                    <a:pt x="351122" y="79689"/>
                  </a:lnTo>
                  <a:lnTo>
                    <a:pt x="351783" y="88696"/>
                  </a:lnTo>
                  <a:lnTo>
                    <a:pt x="347516" y="100784"/>
                  </a:lnTo>
                  <a:lnTo>
                    <a:pt x="346997" y="101963"/>
                  </a:lnTo>
                  <a:lnTo>
                    <a:pt x="342363" y="112505"/>
                  </a:lnTo>
                  <a:lnTo>
                    <a:pt x="341529" y="114073"/>
                  </a:lnTo>
                  <a:lnTo>
                    <a:pt x="336355" y="123793"/>
                  </a:lnTo>
                  <a:lnTo>
                    <a:pt x="333690" y="128002"/>
                  </a:lnTo>
                  <a:lnTo>
                    <a:pt x="329525" y="134581"/>
                  </a:lnTo>
                  <a:lnTo>
                    <a:pt x="321913" y="144809"/>
                  </a:lnTo>
                  <a:lnTo>
                    <a:pt x="311093" y="142036"/>
                  </a:lnTo>
                  <a:lnTo>
                    <a:pt x="298718" y="138866"/>
                  </a:lnTo>
                  <a:lnTo>
                    <a:pt x="288808" y="136327"/>
                  </a:lnTo>
                  <a:lnTo>
                    <a:pt x="281347" y="134415"/>
                  </a:lnTo>
                  <a:lnTo>
                    <a:pt x="269905" y="131484"/>
                  </a:lnTo>
                  <a:lnTo>
                    <a:pt x="259126" y="128722"/>
                  </a:lnTo>
                  <a:lnTo>
                    <a:pt x="249591" y="126279"/>
                  </a:lnTo>
                  <a:lnTo>
                    <a:pt x="241300" y="124155"/>
                  </a:lnTo>
                  <a:lnTo>
                    <a:pt x="237013" y="123057"/>
                  </a:lnTo>
                  <a:lnTo>
                    <a:pt x="234251" y="122350"/>
                  </a:lnTo>
                  <a:lnTo>
                    <a:pt x="226207" y="120293"/>
                  </a:lnTo>
                  <a:lnTo>
                    <a:pt x="218744" y="118384"/>
                  </a:lnTo>
                  <a:lnTo>
                    <a:pt x="212359" y="116751"/>
                  </a:lnTo>
                  <a:lnTo>
                    <a:pt x="204730" y="114800"/>
                  </a:lnTo>
                  <a:lnTo>
                    <a:pt x="197184" y="112870"/>
                  </a:lnTo>
                  <a:lnTo>
                    <a:pt x="191130" y="111322"/>
                  </a:lnTo>
                  <a:lnTo>
                    <a:pt x="184164" y="109541"/>
                  </a:lnTo>
                  <a:lnTo>
                    <a:pt x="178526" y="108099"/>
                  </a:lnTo>
                  <a:lnTo>
                    <a:pt x="171062" y="106190"/>
                  </a:lnTo>
                  <a:lnTo>
                    <a:pt x="163019" y="104133"/>
                  </a:lnTo>
                  <a:lnTo>
                    <a:pt x="156717" y="102521"/>
                  </a:lnTo>
                  <a:lnTo>
                    <a:pt x="151078" y="101079"/>
                  </a:lnTo>
                  <a:lnTo>
                    <a:pt x="144444" y="99382"/>
                  </a:lnTo>
                  <a:lnTo>
                    <a:pt x="137893" y="97707"/>
                  </a:lnTo>
                  <a:lnTo>
                    <a:pt x="131010" y="95947"/>
                  </a:lnTo>
                  <a:lnTo>
                    <a:pt x="123796" y="94102"/>
                  </a:lnTo>
                  <a:lnTo>
                    <a:pt x="116416" y="92214"/>
                  </a:lnTo>
                  <a:lnTo>
                    <a:pt x="108869" y="90284"/>
                  </a:lnTo>
                  <a:lnTo>
                    <a:pt x="102070" y="88545"/>
                  </a:lnTo>
                  <a:lnTo>
                    <a:pt x="94607" y="86637"/>
                  </a:lnTo>
                  <a:lnTo>
                    <a:pt x="86480" y="84558"/>
                  </a:lnTo>
                  <a:lnTo>
                    <a:pt x="78768" y="82586"/>
                  </a:lnTo>
                  <a:lnTo>
                    <a:pt x="72632" y="81017"/>
                  </a:lnTo>
                  <a:lnTo>
                    <a:pt x="66412" y="79426"/>
                  </a:lnTo>
                  <a:lnTo>
                    <a:pt x="60690" y="77963"/>
                  </a:lnTo>
                  <a:lnTo>
                    <a:pt x="53310" y="76075"/>
                  </a:lnTo>
                  <a:lnTo>
                    <a:pt x="45847" y="74167"/>
                  </a:lnTo>
                  <a:lnTo>
                    <a:pt x="39462" y="72534"/>
                  </a:lnTo>
                  <a:lnTo>
                    <a:pt x="32497" y="70752"/>
                  </a:lnTo>
                  <a:lnTo>
                    <a:pt x="29705" y="70038"/>
                  </a:lnTo>
                  <a:lnTo>
                    <a:pt x="27765" y="66086"/>
                  </a:lnTo>
                  <a:lnTo>
                    <a:pt x="25644" y="61765"/>
                  </a:lnTo>
                  <a:lnTo>
                    <a:pt x="22304" y="54961"/>
                  </a:lnTo>
                  <a:lnTo>
                    <a:pt x="19230" y="48698"/>
                  </a:lnTo>
                  <a:lnTo>
                    <a:pt x="13714" y="37462"/>
                  </a:lnTo>
                  <a:lnTo>
                    <a:pt x="10110" y="30121"/>
                  </a:lnTo>
                  <a:lnTo>
                    <a:pt x="7353" y="24503"/>
                  </a:lnTo>
                  <a:lnTo>
                    <a:pt x="0" y="9523"/>
                  </a:lnTo>
                  <a:lnTo>
                    <a:pt x="31492" y="24397"/>
                  </a:lnTo>
                  <a:lnTo>
                    <a:pt x="46022" y="31180"/>
                  </a:lnTo>
                  <a:lnTo>
                    <a:pt x="56297" y="33603"/>
                  </a:lnTo>
                  <a:lnTo>
                    <a:pt x="62029" y="34957"/>
                  </a:lnTo>
                  <a:lnTo>
                    <a:pt x="68699" y="36463"/>
                  </a:lnTo>
                  <a:lnTo>
                    <a:pt x="75472" y="37373"/>
                  </a:lnTo>
                  <a:lnTo>
                    <a:pt x="78379" y="37504"/>
                  </a:lnTo>
                  <a:lnTo>
                    <a:pt x="82296" y="37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02306" y="3159993"/>
              <a:ext cx="293703" cy="227220"/>
            </a:xfrm>
            <a:custGeom>
              <a:avLst/>
              <a:pathLst>
                <a:path w="293703" h="227220">
                  <a:moveTo>
                    <a:pt x="254749" y="226878"/>
                  </a:moveTo>
                  <a:lnTo>
                    <a:pt x="248207" y="226564"/>
                  </a:lnTo>
                  <a:lnTo>
                    <a:pt x="241364" y="226237"/>
                  </a:lnTo>
                  <a:lnTo>
                    <a:pt x="234201" y="225894"/>
                  </a:lnTo>
                  <a:lnTo>
                    <a:pt x="228686" y="225630"/>
                  </a:lnTo>
                  <a:lnTo>
                    <a:pt x="227091" y="225553"/>
                  </a:lnTo>
                  <a:lnTo>
                    <a:pt x="224482" y="224612"/>
                  </a:lnTo>
                  <a:lnTo>
                    <a:pt x="219061" y="222656"/>
                  </a:lnTo>
                  <a:lnTo>
                    <a:pt x="213074" y="220497"/>
                  </a:lnTo>
                  <a:lnTo>
                    <a:pt x="210307" y="219498"/>
                  </a:lnTo>
                  <a:lnTo>
                    <a:pt x="207268" y="217983"/>
                  </a:lnTo>
                  <a:lnTo>
                    <a:pt x="200904" y="214809"/>
                  </a:lnTo>
                  <a:lnTo>
                    <a:pt x="193461" y="211099"/>
                  </a:lnTo>
                  <a:lnTo>
                    <a:pt x="190028" y="209386"/>
                  </a:lnTo>
                  <a:lnTo>
                    <a:pt x="187830" y="207918"/>
                  </a:lnTo>
                  <a:lnTo>
                    <a:pt x="181399" y="203620"/>
                  </a:lnTo>
                  <a:lnTo>
                    <a:pt x="179226" y="202168"/>
                  </a:lnTo>
                  <a:lnTo>
                    <a:pt x="175679" y="199834"/>
                  </a:lnTo>
                  <a:lnTo>
                    <a:pt x="171112" y="196830"/>
                  </a:lnTo>
                  <a:lnTo>
                    <a:pt x="166129" y="193553"/>
                  </a:lnTo>
                  <a:lnTo>
                    <a:pt x="161112" y="190252"/>
                  </a:lnTo>
                  <a:lnTo>
                    <a:pt x="160694" y="189977"/>
                  </a:lnTo>
                  <a:lnTo>
                    <a:pt x="155512" y="186568"/>
                  </a:lnTo>
                  <a:lnTo>
                    <a:pt x="150397" y="183203"/>
                  </a:lnTo>
                  <a:lnTo>
                    <a:pt x="145095" y="179715"/>
                  </a:lnTo>
                  <a:lnTo>
                    <a:pt x="141088" y="177079"/>
                  </a:lnTo>
                  <a:lnTo>
                    <a:pt x="137711" y="174858"/>
                  </a:lnTo>
                  <a:lnTo>
                    <a:pt x="135599" y="173468"/>
                  </a:lnTo>
                  <a:lnTo>
                    <a:pt x="129201" y="169260"/>
                  </a:lnTo>
                  <a:lnTo>
                    <a:pt x="125060" y="166537"/>
                  </a:lnTo>
                  <a:lnTo>
                    <a:pt x="120519" y="163550"/>
                  </a:lnTo>
                  <a:lnTo>
                    <a:pt x="116739" y="161064"/>
                  </a:lnTo>
                  <a:lnTo>
                    <a:pt x="115852" y="160480"/>
                  </a:lnTo>
                  <a:lnTo>
                    <a:pt x="111491" y="157611"/>
                  </a:lnTo>
                  <a:lnTo>
                    <a:pt x="106790" y="154519"/>
                  </a:lnTo>
                  <a:lnTo>
                    <a:pt x="101354" y="150944"/>
                  </a:lnTo>
                  <a:lnTo>
                    <a:pt x="96867" y="147991"/>
                  </a:lnTo>
                  <a:lnTo>
                    <a:pt x="92886" y="145373"/>
                  </a:lnTo>
                  <a:lnTo>
                    <a:pt x="88828" y="142704"/>
                  </a:lnTo>
                  <a:lnTo>
                    <a:pt x="88063" y="142185"/>
                  </a:lnTo>
                  <a:lnTo>
                    <a:pt x="84036" y="139451"/>
                  </a:lnTo>
                  <a:lnTo>
                    <a:pt x="79331" y="136256"/>
                  </a:lnTo>
                  <a:lnTo>
                    <a:pt x="75547" y="133687"/>
                  </a:lnTo>
                  <a:lnTo>
                    <a:pt x="71454" y="130908"/>
                  </a:lnTo>
                  <a:lnTo>
                    <a:pt x="68199" y="128698"/>
                  </a:lnTo>
                  <a:lnTo>
                    <a:pt x="67784" y="128416"/>
                  </a:lnTo>
                  <a:lnTo>
                    <a:pt x="65298" y="126728"/>
                  </a:lnTo>
                  <a:lnTo>
                    <a:pt x="62282" y="124681"/>
                  </a:lnTo>
                  <a:lnTo>
                    <a:pt x="59090" y="122514"/>
                  </a:lnTo>
                  <a:lnTo>
                    <a:pt x="56350" y="120654"/>
                  </a:lnTo>
                  <a:lnTo>
                    <a:pt x="53925" y="119007"/>
                  </a:lnTo>
                  <a:lnTo>
                    <a:pt x="51647" y="117461"/>
                  </a:lnTo>
                  <a:lnTo>
                    <a:pt x="49226" y="115818"/>
                  </a:lnTo>
                  <a:lnTo>
                    <a:pt x="45315" y="113162"/>
                  </a:lnTo>
                  <a:lnTo>
                    <a:pt x="41877" y="110829"/>
                  </a:lnTo>
                  <a:lnTo>
                    <a:pt x="37704" y="107996"/>
                  </a:lnTo>
                  <a:lnTo>
                    <a:pt x="33980" y="105467"/>
                  </a:lnTo>
                  <a:lnTo>
                    <a:pt x="30803" y="103311"/>
                  </a:lnTo>
                  <a:lnTo>
                    <a:pt x="26711" y="100533"/>
                  </a:lnTo>
                  <a:lnTo>
                    <a:pt x="23085" y="98071"/>
                  </a:lnTo>
                  <a:lnTo>
                    <a:pt x="18139" y="94714"/>
                  </a:lnTo>
                  <a:lnTo>
                    <a:pt x="13744" y="91730"/>
                  </a:lnTo>
                  <a:lnTo>
                    <a:pt x="7512" y="87499"/>
                  </a:lnTo>
                  <a:lnTo>
                    <a:pt x="3727" y="84929"/>
                  </a:lnTo>
                  <a:lnTo>
                    <a:pt x="0" y="82399"/>
                  </a:lnTo>
                  <a:lnTo>
                    <a:pt x="6821" y="72283"/>
                  </a:lnTo>
                  <a:lnTo>
                    <a:pt x="8535" y="69741"/>
                  </a:lnTo>
                  <a:lnTo>
                    <a:pt x="13692" y="60690"/>
                  </a:lnTo>
                  <a:lnTo>
                    <a:pt x="16105" y="56456"/>
                  </a:lnTo>
                  <a:lnTo>
                    <a:pt x="22158" y="43687"/>
                  </a:lnTo>
                  <a:lnTo>
                    <a:pt x="22663" y="42621"/>
                  </a:lnTo>
                  <a:lnTo>
                    <a:pt x="28173" y="28316"/>
                  </a:lnTo>
                  <a:lnTo>
                    <a:pt x="32602" y="13624"/>
                  </a:lnTo>
                  <a:lnTo>
                    <a:pt x="22236" y="0"/>
                  </a:lnTo>
                  <a:lnTo>
                    <a:pt x="42970" y="2524"/>
                  </a:lnTo>
                  <a:lnTo>
                    <a:pt x="52348" y="6056"/>
                  </a:lnTo>
                  <a:lnTo>
                    <a:pt x="53681" y="7495"/>
                  </a:lnTo>
                  <a:lnTo>
                    <a:pt x="61360" y="12250"/>
                  </a:lnTo>
                  <a:lnTo>
                    <a:pt x="92023" y="11890"/>
                  </a:lnTo>
                  <a:lnTo>
                    <a:pt x="113016" y="25424"/>
                  </a:lnTo>
                  <a:lnTo>
                    <a:pt x="169337" y="60046"/>
                  </a:lnTo>
                  <a:lnTo>
                    <a:pt x="188763" y="71271"/>
                  </a:lnTo>
                  <a:lnTo>
                    <a:pt x="237457" y="99405"/>
                  </a:lnTo>
                  <a:lnTo>
                    <a:pt x="251598" y="107512"/>
                  </a:lnTo>
                  <a:lnTo>
                    <a:pt x="262958" y="119972"/>
                  </a:lnTo>
                  <a:lnTo>
                    <a:pt x="273179" y="127898"/>
                  </a:lnTo>
                  <a:lnTo>
                    <a:pt x="281637" y="133302"/>
                  </a:lnTo>
                  <a:lnTo>
                    <a:pt x="287100" y="136365"/>
                  </a:lnTo>
                  <a:lnTo>
                    <a:pt x="293703" y="149367"/>
                  </a:lnTo>
                  <a:lnTo>
                    <a:pt x="269720" y="147205"/>
                  </a:lnTo>
                  <a:lnTo>
                    <a:pt x="269475" y="150204"/>
                  </a:lnTo>
                  <a:lnTo>
                    <a:pt x="279792" y="162438"/>
                  </a:lnTo>
                  <a:lnTo>
                    <a:pt x="292001" y="174157"/>
                  </a:lnTo>
                  <a:lnTo>
                    <a:pt x="287500" y="177667"/>
                  </a:lnTo>
                  <a:lnTo>
                    <a:pt x="271233" y="190352"/>
                  </a:lnTo>
                  <a:lnTo>
                    <a:pt x="271082" y="200535"/>
                  </a:lnTo>
                  <a:lnTo>
                    <a:pt x="263949" y="200171"/>
                  </a:lnTo>
                  <a:lnTo>
                    <a:pt x="263436" y="206608"/>
                  </a:lnTo>
                  <a:lnTo>
                    <a:pt x="261791" y="227220"/>
                  </a:lnTo>
                  <a:lnTo>
                    <a:pt x="258683" y="227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494206" y="3069285"/>
              <a:ext cx="71293" cy="55483"/>
            </a:xfrm>
            <a:custGeom>
              <a:avLst/>
              <a:pathLst>
                <a:path w="71293" h="55483">
                  <a:moveTo>
                    <a:pt x="2923" y="24400"/>
                  </a:moveTo>
                  <a:lnTo>
                    <a:pt x="7411" y="20379"/>
                  </a:lnTo>
                  <a:lnTo>
                    <a:pt x="11946" y="16317"/>
                  </a:lnTo>
                  <a:lnTo>
                    <a:pt x="17790" y="11081"/>
                  </a:lnTo>
                  <a:lnTo>
                    <a:pt x="24232" y="5310"/>
                  </a:lnTo>
                  <a:lnTo>
                    <a:pt x="30160" y="0"/>
                  </a:lnTo>
                  <a:lnTo>
                    <a:pt x="48423" y="4620"/>
                  </a:lnTo>
                  <a:lnTo>
                    <a:pt x="52221" y="5581"/>
                  </a:lnTo>
                  <a:lnTo>
                    <a:pt x="60588" y="10397"/>
                  </a:lnTo>
                  <a:lnTo>
                    <a:pt x="59638" y="12248"/>
                  </a:lnTo>
                  <a:lnTo>
                    <a:pt x="57813" y="15801"/>
                  </a:lnTo>
                  <a:lnTo>
                    <a:pt x="65469" y="17489"/>
                  </a:lnTo>
                  <a:lnTo>
                    <a:pt x="71293" y="18773"/>
                  </a:lnTo>
                  <a:lnTo>
                    <a:pt x="69159" y="20807"/>
                  </a:lnTo>
                  <a:lnTo>
                    <a:pt x="52550" y="34641"/>
                  </a:lnTo>
                  <a:lnTo>
                    <a:pt x="40249" y="44886"/>
                  </a:lnTo>
                  <a:lnTo>
                    <a:pt x="27526" y="55483"/>
                  </a:lnTo>
                  <a:lnTo>
                    <a:pt x="18291" y="45933"/>
                  </a:lnTo>
                  <a:lnTo>
                    <a:pt x="0" y="270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535234" y="2918640"/>
              <a:ext cx="163357" cy="165337"/>
            </a:xfrm>
            <a:custGeom>
              <a:avLst/>
              <a:pathLst>
                <a:path w="163357" h="165337">
                  <a:moveTo>
                    <a:pt x="29811" y="160189"/>
                  </a:moveTo>
                  <a:lnTo>
                    <a:pt x="25966" y="159054"/>
                  </a:lnTo>
                  <a:lnTo>
                    <a:pt x="19428" y="157124"/>
                  </a:lnTo>
                  <a:lnTo>
                    <a:pt x="0" y="138480"/>
                  </a:lnTo>
                  <a:lnTo>
                    <a:pt x="9144" y="125376"/>
                  </a:lnTo>
                  <a:lnTo>
                    <a:pt x="14820" y="117243"/>
                  </a:lnTo>
                  <a:lnTo>
                    <a:pt x="19205" y="110852"/>
                  </a:lnTo>
                  <a:lnTo>
                    <a:pt x="24999" y="102407"/>
                  </a:lnTo>
                  <a:lnTo>
                    <a:pt x="30483" y="94415"/>
                  </a:lnTo>
                  <a:lnTo>
                    <a:pt x="36911" y="85046"/>
                  </a:lnTo>
                  <a:lnTo>
                    <a:pt x="43737" y="75096"/>
                  </a:lnTo>
                  <a:lnTo>
                    <a:pt x="49544" y="66633"/>
                  </a:lnTo>
                  <a:lnTo>
                    <a:pt x="54407" y="59545"/>
                  </a:lnTo>
                  <a:lnTo>
                    <a:pt x="59790" y="51698"/>
                  </a:lnTo>
                  <a:lnTo>
                    <a:pt x="62911" y="47150"/>
                  </a:lnTo>
                  <a:lnTo>
                    <a:pt x="65518" y="43201"/>
                  </a:lnTo>
                  <a:lnTo>
                    <a:pt x="72855" y="32085"/>
                  </a:lnTo>
                  <a:lnTo>
                    <a:pt x="83400" y="16110"/>
                  </a:lnTo>
                  <a:lnTo>
                    <a:pt x="88683" y="8106"/>
                  </a:lnTo>
                  <a:lnTo>
                    <a:pt x="136355" y="2102"/>
                  </a:lnTo>
                  <a:lnTo>
                    <a:pt x="153048" y="0"/>
                  </a:lnTo>
                  <a:lnTo>
                    <a:pt x="163357" y="4593"/>
                  </a:lnTo>
                  <a:lnTo>
                    <a:pt x="157104" y="13505"/>
                  </a:lnTo>
                  <a:lnTo>
                    <a:pt x="153575" y="18535"/>
                  </a:lnTo>
                  <a:lnTo>
                    <a:pt x="152264" y="20541"/>
                  </a:lnTo>
                  <a:lnTo>
                    <a:pt x="146647" y="29145"/>
                  </a:lnTo>
                  <a:lnTo>
                    <a:pt x="142456" y="35564"/>
                  </a:lnTo>
                  <a:lnTo>
                    <a:pt x="138264" y="41983"/>
                  </a:lnTo>
                  <a:lnTo>
                    <a:pt x="133909" y="48653"/>
                  </a:lnTo>
                  <a:lnTo>
                    <a:pt x="129106" y="56008"/>
                  </a:lnTo>
                  <a:lnTo>
                    <a:pt x="124710" y="62740"/>
                  </a:lnTo>
                  <a:lnTo>
                    <a:pt x="119012" y="71466"/>
                  </a:lnTo>
                  <a:lnTo>
                    <a:pt x="113639" y="79695"/>
                  </a:lnTo>
                  <a:lnTo>
                    <a:pt x="109284" y="86364"/>
                  </a:lnTo>
                  <a:lnTo>
                    <a:pt x="104156" y="94218"/>
                  </a:lnTo>
                  <a:lnTo>
                    <a:pt x="103479" y="95255"/>
                  </a:lnTo>
                  <a:lnTo>
                    <a:pt x="98842" y="102211"/>
                  </a:lnTo>
                  <a:lnTo>
                    <a:pt x="91910" y="112609"/>
                  </a:lnTo>
                  <a:lnTo>
                    <a:pt x="85386" y="122396"/>
                  </a:lnTo>
                  <a:lnTo>
                    <a:pt x="79321" y="131494"/>
                  </a:lnTo>
                  <a:lnTo>
                    <a:pt x="71461" y="143284"/>
                  </a:lnTo>
                  <a:lnTo>
                    <a:pt x="64378" y="153910"/>
                  </a:lnTo>
                  <a:lnTo>
                    <a:pt x="56760" y="16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04447" y="2945271"/>
              <a:ext cx="132430" cy="161853"/>
            </a:xfrm>
            <a:custGeom>
              <a:avLst/>
              <a:pathLst>
                <a:path w="132430" h="161853">
                  <a:moveTo>
                    <a:pt x="4432" y="124145"/>
                  </a:moveTo>
                  <a:lnTo>
                    <a:pt x="6365" y="121141"/>
                  </a:lnTo>
                  <a:lnTo>
                    <a:pt x="12989" y="110847"/>
                  </a:lnTo>
                  <a:lnTo>
                    <a:pt x="19637" y="100516"/>
                  </a:lnTo>
                  <a:lnTo>
                    <a:pt x="26853" y="89304"/>
                  </a:lnTo>
                  <a:lnTo>
                    <a:pt x="37192" y="73237"/>
                  </a:lnTo>
                  <a:lnTo>
                    <a:pt x="45485" y="60350"/>
                  </a:lnTo>
                  <a:lnTo>
                    <a:pt x="53145" y="48447"/>
                  </a:lnTo>
                  <a:lnTo>
                    <a:pt x="61336" y="35717"/>
                  </a:lnTo>
                  <a:lnTo>
                    <a:pt x="67586" y="26007"/>
                  </a:lnTo>
                  <a:lnTo>
                    <a:pt x="75304" y="14013"/>
                  </a:lnTo>
                  <a:lnTo>
                    <a:pt x="84322" y="0"/>
                  </a:lnTo>
                  <a:lnTo>
                    <a:pt x="97898" y="9455"/>
                  </a:lnTo>
                  <a:lnTo>
                    <a:pt x="132430" y="33505"/>
                  </a:lnTo>
                  <a:lnTo>
                    <a:pt x="127151" y="41540"/>
                  </a:lnTo>
                  <a:lnTo>
                    <a:pt x="120133" y="52223"/>
                  </a:lnTo>
                  <a:lnTo>
                    <a:pt x="114785" y="60362"/>
                  </a:lnTo>
                  <a:lnTo>
                    <a:pt x="109266" y="68762"/>
                  </a:lnTo>
                  <a:lnTo>
                    <a:pt x="102419" y="79185"/>
                  </a:lnTo>
                  <a:lnTo>
                    <a:pt x="93498" y="92764"/>
                  </a:lnTo>
                  <a:lnTo>
                    <a:pt x="86651" y="103186"/>
                  </a:lnTo>
                  <a:lnTo>
                    <a:pt x="81275" y="111369"/>
                  </a:lnTo>
                  <a:lnTo>
                    <a:pt x="72242" y="125117"/>
                  </a:lnTo>
                  <a:lnTo>
                    <a:pt x="65022" y="136107"/>
                  </a:lnTo>
                  <a:lnTo>
                    <a:pt x="57597" y="147409"/>
                  </a:lnTo>
                  <a:lnTo>
                    <a:pt x="52320" y="155442"/>
                  </a:lnTo>
                  <a:lnTo>
                    <a:pt x="48108" y="161853"/>
                  </a:lnTo>
                  <a:lnTo>
                    <a:pt x="33673" y="152610"/>
                  </a:lnTo>
                  <a:lnTo>
                    <a:pt x="0" y="131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697554" y="3004048"/>
              <a:ext cx="80171" cy="80888"/>
            </a:xfrm>
            <a:custGeom>
              <a:avLst/>
              <a:pathLst>
                <a:path w="80171" h="80888">
                  <a:moveTo>
                    <a:pt x="5652" y="42098"/>
                  </a:moveTo>
                  <a:lnTo>
                    <a:pt x="10927" y="34562"/>
                  </a:lnTo>
                  <a:lnTo>
                    <a:pt x="17468" y="25216"/>
                  </a:lnTo>
                  <a:lnTo>
                    <a:pt x="35118" y="0"/>
                  </a:lnTo>
                  <a:lnTo>
                    <a:pt x="48750" y="9258"/>
                  </a:lnTo>
                  <a:lnTo>
                    <a:pt x="80171" y="30598"/>
                  </a:lnTo>
                  <a:lnTo>
                    <a:pt x="72059" y="42809"/>
                  </a:lnTo>
                  <a:lnTo>
                    <a:pt x="68220" y="48589"/>
                  </a:lnTo>
                  <a:lnTo>
                    <a:pt x="61634" y="58504"/>
                  </a:lnTo>
                  <a:lnTo>
                    <a:pt x="53365" y="70951"/>
                  </a:lnTo>
                  <a:lnTo>
                    <a:pt x="46764" y="80888"/>
                  </a:lnTo>
                  <a:lnTo>
                    <a:pt x="32435" y="71477"/>
                  </a:lnTo>
                  <a:lnTo>
                    <a:pt x="0" y="501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2949428" y="3155369"/>
              <a:ext cx="76039" cy="105268"/>
            </a:xfrm>
            <a:custGeom>
              <a:avLst/>
              <a:pathLst>
                <a:path w="76039" h="105268">
                  <a:moveTo>
                    <a:pt x="74565" y="18700"/>
                  </a:moveTo>
                  <a:lnTo>
                    <a:pt x="73392" y="23272"/>
                  </a:lnTo>
                  <a:lnTo>
                    <a:pt x="71928" y="28975"/>
                  </a:lnTo>
                  <a:lnTo>
                    <a:pt x="70583" y="34216"/>
                  </a:lnTo>
                  <a:lnTo>
                    <a:pt x="68888" y="40823"/>
                  </a:lnTo>
                  <a:lnTo>
                    <a:pt x="67547" y="46047"/>
                  </a:lnTo>
                  <a:lnTo>
                    <a:pt x="65843" y="52690"/>
                  </a:lnTo>
                  <a:lnTo>
                    <a:pt x="63587" y="61479"/>
                  </a:lnTo>
                  <a:lnTo>
                    <a:pt x="61168" y="70906"/>
                  </a:lnTo>
                  <a:lnTo>
                    <a:pt x="59281" y="78258"/>
                  </a:lnTo>
                  <a:lnTo>
                    <a:pt x="57298" y="85983"/>
                  </a:lnTo>
                  <a:lnTo>
                    <a:pt x="55489" y="93034"/>
                  </a:lnTo>
                  <a:lnTo>
                    <a:pt x="54053" y="98629"/>
                  </a:lnTo>
                  <a:lnTo>
                    <a:pt x="53122" y="102257"/>
                  </a:lnTo>
                  <a:lnTo>
                    <a:pt x="52349" y="105268"/>
                  </a:lnTo>
                  <a:lnTo>
                    <a:pt x="42393" y="102196"/>
                  </a:lnTo>
                  <a:lnTo>
                    <a:pt x="31697" y="98896"/>
                  </a:lnTo>
                  <a:lnTo>
                    <a:pt x="14861" y="93701"/>
                  </a:lnTo>
                  <a:lnTo>
                    <a:pt x="0" y="89116"/>
                  </a:lnTo>
                  <a:lnTo>
                    <a:pt x="1830" y="82823"/>
                  </a:lnTo>
                  <a:lnTo>
                    <a:pt x="4331" y="74221"/>
                  </a:lnTo>
                  <a:lnTo>
                    <a:pt x="7275" y="64096"/>
                  </a:lnTo>
                  <a:lnTo>
                    <a:pt x="10060" y="54521"/>
                  </a:lnTo>
                  <a:lnTo>
                    <a:pt x="13240" y="43584"/>
                  </a:lnTo>
                  <a:lnTo>
                    <a:pt x="16718" y="31627"/>
                  </a:lnTo>
                  <a:lnTo>
                    <a:pt x="19365" y="22522"/>
                  </a:lnTo>
                  <a:lnTo>
                    <a:pt x="21545" y="15027"/>
                  </a:lnTo>
                  <a:lnTo>
                    <a:pt x="23990" y="6620"/>
                  </a:lnTo>
                  <a:lnTo>
                    <a:pt x="25915" y="0"/>
                  </a:lnTo>
                  <a:lnTo>
                    <a:pt x="56583" y="7928"/>
                  </a:lnTo>
                  <a:lnTo>
                    <a:pt x="76039" y="129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10186" y="3240442"/>
              <a:ext cx="166243" cy="90311"/>
            </a:xfrm>
            <a:custGeom>
              <a:avLst/>
              <a:pathLst>
                <a:path w="166243" h="90311">
                  <a:moveTo>
                    <a:pt x="10022" y="79562"/>
                  </a:moveTo>
                  <a:lnTo>
                    <a:pt x="7485" y="69097"/>
                  </a:lnTo>
                  <a:lnTo>
                    <a:pt x="4592" y="57169"/>
                  </a:lnTo>
                  <a:lnTo>
                    <a:pt x="0" y="38227"/>
                  </a:lnTo>
                  <a:lnTo>
                    <a:pt x="5545" y="36831"/>
                  </a:lnTo>
                  <a:lnTo>
                    <a:pt x="10088" y="35688"/>
                  </a:lnTo>
                  <a:lnTo>
                    <a:pt x="14354" y="34614"/>
                  </a:lnTo>
                  <a:lnTo>
                    <a:pt x="19708" y="33266"/>
                  </a:lnTo>
                  <a:lnTo>
                    <a:pt x="24344" y="32100"/>
                  </a:lnTo>
                  <a:lnTo>
                    <a:pt x="29447" y="30815"/>
                  </a:lnTo>
                  <a:lnTo>
                    <a:pt x="36019" y="29161"/>
                  </a:lnTo>
                  <a:lnTo>
                    <a:pt x="43396" y="27304"/>
                  </a:lnTo>
                  <a:lnTo>
                    <a:pt x="48467" y="26027"/>
                  </a:lnTo>
                  <a:lnTo>
                    <a:pt x="55064" y="24367"/>
                  </a:lnTo>
                  <a:lnTo>
                    <a:pt x="62381" y="22525"/>
                  </a:lnTo>
                  <a:lnTo>
                    <a:pt x="67577" y="21217"/>
                  </a:lnTo>
                  <a:lnTo>
                    <a:pt x="72435" y="19994"/>
                  </a:lnTo>
                  <a:lnTo>
                    <a:pt x="77975" y="18600"/>
                  </a:lnTo>
                  <a:lnTo>
                    <a:pt x="83201" y="17284"/>
                  </a:lnTo>
                  <a:lnTo>
                    <a:pt x="84581" y="16937"/>
                  </a:lnTo>
                  <a:lnTo>
                    <a:pt x="87434" y="16212"/>
                  </a:lnTo>
                  <a:lnTo>
                    <a:pt x="92132" y="15018"/>
                  </a:lnTo>
                  <a:lnTo>
                    <a:pt x="96644" y="13872"/>
                  </a:lnTo>
                  <a:lnTo>
                    <a:pt x="101590" y="12616"/>
                  </a:lnTo>
                  <a:lnTo>
                    <a:pt x="106816" y="11288"/>
                  </a:lnTo>
                  <a:lnTo>
                    <a:pt x="111606" y="10071"/>
                  </a:lnTo>
                  <a:lnTo>
                    <a:pt x="116862" y="8736"/>
                  </a:lnTo>
                  <a:lnTo>
                    <a:pt x="121746" y="7495"/>
                  </a:lnTo>
                  <a:lnTo>
                    <a:pt x="129339" y="5566"/>
                  </a:lnTo>
                  <a:lnTo>
                    <a:pt x="137023" y="3614"/>
                  </a:lnTo>
                  <a:lnTo>
                    <a:pt x="144458" y="1725"/>
                  </a:lnTo>
                  <a:lnTo>
                    <a:pt x="151251" y="0"/>
                  </a:lnTo>
                  <a:lnTo>
                    <a:pt x="156022" y="16514"/>
                  </a:lnTo>
                  <a:lnTo>
                    <a:pt x="158457" y="24944"/>
                  </a:lnTo>
                  <a:lnTo>
                    <a:pt x="162580" y="39218"/>
                  </a:lnTo>
                  <a:lnTo>
                    <a:pt x="166243" y="51898"/>
                  </a:lnTo>
                  <a:lnTo>
                    <a:pt x="161201" y="53170"/>
                  </a:lnTo>
                  <a:lnTo>
                    <a:pt x="156471" y="54363"/>
                  </a:lnTo>
                  <a:lnTo>
                    <a:pt x="151243" y="55681"/>
                  </a:lnTo>
                  <a:lnTo>
                    <a:pt x="145357" y="57166"/>
                  </a:lnTo>
                  <a:lnTo>
                    <a:pt x="141344" y="58178"/>
                  </a:lnTo>
                  <a:lnTo>
                    <a:pt x="137020" y="59268"/>
                  </a:lnTo>
                  <a:lnTo>
                    <a:pt x="136445" y="59413"/>
                  </a:lnTo>
                  <a:lnTo>
                    <a:pt x="133387" y="60165"/>
                  </a:lnTo>
                  <a:lnTo>
                    <a:pt x="128044" y="61479"/>
                  </a:lnTo>
                  <a:lnTo>
                    <a:pt x="123996" y="62474"/>
                  </a:lnTo>
                  <a:lnTo>
                    <a:pt x="119727" y="63524"/>
                  </a:lnTo>
                  <a:lnTo>
                    <a:pt x="114670" y="64767"/>
                  </a:lnTo>
                  <a:lnTo>
                    <a:pt x="108631" y="66252"/>
                  </a:lnTo>
                  <a:lnTo>
                    <a:pt x="103204" y="67586"/>
                  </a:lnTo>
                  <a:lnTo>
                    <a:pt x="97721" y="68934"/>
                  </a:lnTo>
                  <a:lnTo>
                    <a:pt x="91178" y="70543"/>
                  </a:lnTo>
                  <a:lnTo>
                    <a:pt x="85156" y="72024"/>
                  </a:lnTo>
                  <a:lnTo>
                    <a:pt x="79293" y="73465"/>
                  </a:lnTo>
                  <a:lnTo>
                    <a:pt x="74495" y="74645"/>
                  </a:lnTo>
                  <a:lnTo>
                    <a:pt x="71131" y="75472"/>
                  </a:lnTo>
                  <a:lnTo>
                    <a:pt x="67742" y="76331"/>
                  </a:lnTo>
                  <a:lnTo>
                    <a:pt x="63042" y="77524"/>
                  </a:lnTo>
                  <a:lnTo>
                    <a:pt x="58748" y="78613"/>
                  </a:lnTo>
                  <a:lnTo>
                    <a:pt x="53895" y="79844"/>
                  </a:lnTo>
                  <a:lnTo>
                    <a:pt x="48421" y="81232"/>
                  </a:lnTo>
                  <a:lnTo>
                    <a:pt x="43132" y="82574"/>
                  </a:lnTo>
                  <a:lnTo>
                    <a:pt x="34733" y="84704"/>
                  </a:lnTo>
                  <a:lnTo>
                    <a:pt x="26611" y="86764"/>
                  </a:lnTo>
                  <a:lnTo>
                    <a:pt x="19300" y="88619"/>
                  </a:lnTo>
                  <a:lnTo>
                    <a:pt x="12629" y="90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393475" y="3169982"/>
              <a:ext cx="192473" cy="100569"/>
            </a:xfrm>
            <a:custGeom>
              <a:avLst/>
              <a:pathLst>
                <a:path w="192473" h="100569">
                  <a:moveTo>
                    <a:pt x="8489" y="78549"/>
                  </a:moveTo>
                  <a:lnTo>
                    <a:pt x="0" y="48358"/>
                  </a:lnTo>
                  <a:lnTo>
                    <a:pt x="7545" y="46307"/>
                  </a:lnTo>
                  <a:lnTo>
                    <a:pt x="15366" y="44181"/>
                  </a:lnTo>
                  <a:lnTo>
                    <a:pt x="23583" y="41947"/>
                  </a:lnTo>
                  <a:lnTo>
                    <a:pt x="27839" y="40790"/>
                  </a:lnTo>
                  <a:lnTo>
                    <a:pt x="32875" y="39421"/>
                  </a:lnTo>
                  <a:lnTo>
                    <a:pt x="38623" y="37858"/>
                  </a:lnTo>
                  <a:lnTo>
                    <a:pt x="44767" y="36188"/>
                  </a:lnTo>
                  <a:lnTo>
                    <a:pt x="49900" y="34792"/>
                  </a:lnTo>
                  <a:lnTo>
                    <a:pt x="55627" y="33235"/>
                  </a:lnTo>
                  <a:lnTo>
                    <a:pt x="63175" y="31183"/>
                  </a:lnTo>
                  <a:lnTo>
                    <a:pt x="68769" y="29662"/>
                  </a:lnTo>
                  <a:lnTo>
                    <a:pt x="74409" y="28129"/>
                  </a:lnTo>
                  <a:lnTo>
                    <a:pt x="79794" y="26665"/>
                  </a:lnTo>
                  <a:lnTo>
                    <a:pt x="85290" y="25171"/>
                  </a:lnTo>
                  <a:lnTo>
                    <a:pt x="90269" y="23817"/>
                  </a:lnTo>
                  <a:lnTo>
                    <a:pt x="95240" y="22466"/>
                  </a:lnTo>
                  <a:lnTo>
                    <a:pt x="103544" y="20208"/>
                  </a:lnTo>
                  <a:lnTo>
                    <a:pt x="110478" y="18323"/>
                  </a:lnTo>
                  <a:lnTo>
                    <a:pt x="117082" y="16527"/>
                  </a:lnTo>
                  <a:lnTo>
                    <a:pt x="122807" y="14971"/>
                  </a:lnTo>
                  <a:lnTo>
                    <a:pt x="129862" y="13053"/>
                  </a:lnTo>
                  <a:lnTo>
                    <a:pt x="137332" y="11022"/>
                  </a:lnTo>
                  <a:lnTo>
                    <a:pt x="146537" y="8520"/>
                  </a:lnTo>
                  <a:lnTo>
                    <a:pt x="153853" y="6530"/>
                  </a:lnTo>
                  <a:lnTo>
                    <a:pt x="161675" y="4404"/>
                  </a:lnTo>
                  <a:lnTo>
                    <a:pt x="169891" y="2170"/>
                  </a:lnTo>
                  <a:lnTo>
                    <a:pt x="177876" y="0"/>
                  </a:lnTo>
                  <a:lnTo>
                    <a:pt x="183362" y="19401"/>
                  </a:lnTo>
                  <a:lnTo>
                    <a:pt x="192473" y="51627"/>
                  </a:lnTo>
                  <a:lnTo>
                    <a:pt x="186527" y="53242"/>
                  </a:lnTo>
                  <a:lnTo>
                    <a:pt x="183137" y="54162"/>
                  </a:lnTo>
                  <a:lnTo>
                    <a:pt x="177476" y="55700"/>
                  </a:lnTo>
                  <a:lnTo>
                    <a:pt x="172528" y="57044"/>
                  </a:lnTo>
                  <a:lnTo>
                    <a:pt x="167942" y="58289"/>
                  </a:lnTo>
                  <a:lnTo>
                    <a:pt x="162775" y="59692"/>
                  </a:lnTo>
                  <a:lnTo>
                    <a:pt x="155391" y="61698"/>
                  </a:lnTo>
                  <a:lnTo>
                    <a:pt x="150751" y="62958"/>
                  </a:lnTo>
                  <a:lnTo>
                    <a:pt x="146592" y="64088"/>
                  </a:lnTo>
                  <a:lnTo>
                    <a:pt x="142084" y="65312"/>
                  </a:lnTo>
                  <a:lnTo>
                    <a:pt x="136873" y="66727"/>
                  </a:lnTo>
                  <a:lnTo>
                    <a:pt x="132002" y="68050"/>
                  </a:lnTo>
                  <a:lnTo>
                    <a:pt x="126078" y="69659"/>
                  </a:lnTo>
                  <a:lnTo>
                    <a:pt x="120022" y="71304"/>
                  </a:lnTo>
                  <a:lnTo>
                    <a:pt x="112506" y="73345"/>
                  </a:lnTo>
                  <a:lnTo>
                    <a:pt x="107252" y="74772"/>
                  </a:lnTo>
                  <a:lnTo>
                    <a:pt x="101185" y="76419"/>
                  </a:lnTo>
                  <a:lnTo>
                    <a:pt x="95194" y="78046"/>
                  </a:lnTo>
                  <a:lnTo>
                    <a:pt x="94672" y="78188"/>
                  </a:lnTo>
                  <a:lnTo>
                    <a:pt x="89816" y="79547"/>
                  </a:lnTo>
                  <a:lnTo>
                    <a:pt x="83182" y="81403"/>
                  </a:lnTo>
                  <a:lnTo>
                    <a:pt x="77040" y="83121"/>
                  </a:lnTo>
                  <a:lnTo>
                    <a:pt x="69304" y="85286"/>
                  </a:lnTo>
                  <a:lnTo>
                    <a:pt x="59585" y="88005"/>
                  </a:lnTo>
                  <a:lnTo>
                    <a:pt x="50684" y="90496"/>
                  </a:lnTo>
                  <a:lnTo>
                    <a:pt x="42023" y="92919"/>
                  </a:lnTo>
                  <a:lnTo>
                    <a:pt x="35822" y="94654"/>
                  </a:lnTo>
                  <a:lnTo>
                    <a:pt x="26683" y="97211"/>
                  </a:lnTo>
                  <a:lnTo>
                    <a:pt x="14680" y="100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585152" y="3061127"/>
              <a:ext cx="198611" cy="86823"/>
            </a:xfrm>
            <a:custGeom>
              <a:avLst/>
              <a:pathLst>
                <a:path w="198611" h="86823">
                  <a:moveTo>
                    <a:pt x="91551" y="27329"/>
                  </a:moveTo>
                  <a:lnTo>
                    <a:pt x="118214" y="19847"/>
                  </a:lnTo>
                  <a:lnTo>
                    <a:pt x="145295" y="12248"/>
                  </a:lnTo>
                  <a:lnTo>
                    <a:pt x="188945" y="0"/>
                  </a:lnTo>
                  <a:lnTo>
                    <a:pt x="191310" y="8460"/>
                  </a:lnTo>
                  <a:lnTo>
                    <a:pt x="193338" y="15716"/>
                  </a:lnTo>
                  <a:lnTo>
                    <a:pt x="195346" y="22902"/>
                  </a:lnTo>
                  <a:lnTo>
                    <a:pt x="197361" y="30111"/>
                  </a:lnTo>
                  <a:lnTo>
                    <a:pt x="198611" y="34583"/>
                  </a:lnTo>
                  <a:lnTo>
                    <a:pt x="192253" y="36353"/>
                  </a:lnTo>
                  <a:lnTo>
                    <a:pt x="184190" y="38597"/>
                  </a:lnTo>
                  <a:lnTo>
                    <a:pt x="178702" y="40125"/>
                  </a:lnTo>
                  <a:lnTo>
                    <a:pt x="173125" y="41678"/>
                  </a:lnTo>
                  <a:lnTo>
                    <a:pt x="169173" y="42778"/>
                  </a:lnTo>
                  <a:lnTo>
                    <a:pt x="164655" y="44035"/>
                  </a:lnTo>
                  <a:lnTo>
                    <a:pt x="159167" y="45563"/>
                  </a:lnTo>
                  <a:lnTo>
                    <a:pt x="153768" y="47065"/>
                  </a:lnTo>
                  <a:lnTo>
                    <a:pt x="146148" y="49187"/>
                  </a:lnTo>
                  <a:lnTo>
                    <a:pt x="140660" y="50714"/>
                  </a:lnTo>
                  <a:lnTo>
                    <a:pt x="132502" y="52985"/>
                  </a:lnTo>
                  <a:lnTo>
                    <a:pt x="123883" y="55384"/>
                  </a:lnTo>
                  <a:lnTo>
                    <a:pt x="114488" y="57999"/>
                  </a:lnTo>
                  <a:lnTo>
                    <a:pt x="105526" y="60494"/>
                  </a:lnTo>
                  <a:lnTo>
                    <a:pt x="97234" y="62802"/>
                  </a:lnTo>
                  <a:lnTo>
                    <a:pt x="86408" y="65815"/>
                  </a:lnTo>
                  <a:lnTo>
                    <a:pt x="78921" y="67899"/>
                  </a:lnTo>
                  <a:lnTo>
                    <a:pt x="69959" y="70394"/>
                  </a:lnTo>
                  <a:lnTo>
                    <a:pt x="64426" y="71934"/>
                  </a:lnTo>
                  <a:lnTo>
                    <a:pt x="58550" y="73569"/>
                  </a:lnTo>
                  <a:lnTo>
                    <a:pt x="52630" y="75217"/>
                  </a:lnTo>
                  <a:lnTo>
                    <a:pt x="47247" y="76715"/>
                  </a:lnTo>
                  <a:lnTo>
                    <a:pt x="42833" y="77944"/>
                  </a:lnTo>
                  <a:lnTo>
                    <a:pt x="37271" y="79492"/>
                  </a:lnTo>
                  <a:lnTo>
                    <a:pt x="31976" y="80966"/>
                  </a:lnTo>
                  <a:lnTo>
                    <a:pt x="26742" y="82423"/>
                  </a:lnTo>
                  <a:lnTo>
                    <a:pt x="19151" y="84536"/>
                  </a:lnTo>
                  <a:lnTo>
                    <a:pt x="10935" y="86823"/>
                  </a:lnTo>
                  <a:lnTo>
                    <a:pt x="10161" y="84591"/>
                  </a:lnTo>
                  <a:lnTo>
                    <a:pt x="7764" y="77669"/>
                  </a:lnTo>
                  <a:lnTo>
                    <a:pt x="1219" y="58770"/>
                  </a:lnTo>
                  <a:lnTo>
                    <a:pt x="0" y="55249"/>
                  </a:lnTo>
                  <a:lnTo>
                    <a:pt x="48706" y="39610"/>
                  </a:lnTo>
                  <a:lnTo>
                    <a:pt x="55090" y="37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65673" y="3228219"/>
              <a:ext cx="63007" cy="64339"/>
            </a:xfrm>
            <a:custGeom>
              <a:avLst/>
              <a:pathLst>
                <a:path w="63007" h="64339">
                  <a:moveTo>
                    <a:pt x="13863" y="64339"/>
                  </a:moveTo>
                  <a:lnTo>
                    <a:pt x="6907" y="38840"/>
                  </a:lnTo>
                  <a:lnTo>
                    <a:pt x="0" y="13518"/>
                  </a:lnTo>
                  <a:lnTo>
                    <a:pt x="677" y="13332"/>
                  </a:lnTo>
                  <a:lnTo>
                    <a:pt x="8544" y="11172"/>
                  </a:lnTo>
                  <a:lnTo>
                    <a:pt x="20091" y="8002"/>
                  </a:lnTo>
                  <a:lnTo>
                    <a:pt x="48792" y="122"/>
                  </a:lnTo>
                  <a:lnTo>
                    <a:pt x="49238" y="0"/>
                  </a:lnTo>
                  <a:lnTo>
                    <a:pt x="51493" y="8325"/>
                  </a:lnTo>
                  <a:lnTo>
                    <a:pt x="54550" y="19607"/>
                  </a:lnTo>
                  <a:lnTo>
                    <a:pt x="63007" y="50821"/>
                  </a:lnTo>
                  <a:lnTo>
                    <a:pt x="50532" y="54252"/>
                  </a:lnTo>
                  <a:lnTo>
                    <a:pt x="46627" y="55326"/>
                  </a:lnTo>
                  <a:lnTo>
                    <a:pt x="45007" y="55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28016" y="3329498"/>
              <a:ext cx="111028" cy="124241"/>
            </a:xfrm>
            <a:custGeom>
              <a:avLst/>
              <a:pathLst>
                <a:path w="111028" h="124241">
                  <a:moveTo>
                    <a:pt x="36189" y="118404"/>
                  </a:moveTo>
                  <a:lnTo>
                    <a:pt x="27067" y="111609"/>
                  </a:lnTo>
                  <a:lnTo>
                    <a:pt x="17446" y="104443"/>
                  </a:lnTo>
                  <a:lnTo>
                    <a:pt x="8743" y="97961"/>
                  </a:lnTo>
                  <a:lnTo>
                    <a:pt x="0" y="91448"/>
                  </a:lnTo>
                  <a:lnTo>
                    <a:pt x="6794" y="82599"/>
                  </a:lnTo>
                  <a:lnTo>
                    <a:pt x="12983" y="74537"/>
                  </a:lnTo>
                  <a:lnTo>
                    <a:pt x="25780" y="57872"/>
                  </a:lnTo>
                  <a:lnTo>
                    <a:pt x="41552" y="37330"/>
                  </a:lnTo>
                  <a:lnTo>
                    <a:pt x="51128" y="24858"/>
                  </a:lnTo>
                  <a:lnTo>
                    <a:pt x="52595" y="23235"/>
                  </a:lnTo>
                  <a:lnTo>
                    <a:pt x="64329" y="10252"/>
                  </a:lnTo>
                  <a:lnTo>
                    <a:pt x="73596" y="0"/>
                  </a:lnTo>
                  <a:lnTo>
                    <a:pt x="79053" y="5756"/>
                  </a:lnTo>
                  <a:lnTo>
                    <a:pt x="86763" y="13890"/>
                  </a:lnTo>
                  <a:lnTo>
                    <a:pt x="111028" y="39489"/>
                  </a:lnTo>
                  <a:lnTo>
                    <a:pt x="104748" y="47432"/>
                  </a:lnTo>
                  <a:lnTo>
                    <a:pt x="98922" y="54802"/>
                  </a:lnTo>
                  <a:lnTo>
                    <a:pt x="86944" y="69952"/>
                  </a:lnTo>
                  <a:lnTo>
                    <a:pt x="69631" y="91852"/>
                  </a:lnTo>
                  <a:lnTo>
                    <a:pt x="55344" y="109923"/>
                  </a:lnTo>
                  <a:lnTo>
                    <a:pt x="44025" y="1242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56424" y="3430188"/>
              <a:ext cx="56041" cy="61320"/>
            </a:xfrm>
            <a:custGeom>
              <a:avLst/>
              <a:pathLst>
                <a:path w="56041" h="61320">
                  <a:moveTo>
                    <a:pt x="5016" y="37055"/>
                  </a:moveTo>
                  <a:lnTo>
                    <a:pt x="10295" y="30394"/>
                  </a:lnTo>
                  <a:lnTo>
                    <a:pt x="14976" y="24488"/>
                  </a:lnTo>
                  <a:lnTo>
                    <a:pt x="22129" y="15464"/>
                  </a:lnTo>
                  <a:lnTo>
                    <a:pt x="29162" y="6590"/>
                  </a:lnTo>
                  <a:lnTo>
                    <a:pt x="34386" y="0"/>
                  </a:lnTo>
                  <a:lnTo>
                    <a:pt x="42444" y="6167"/>
                  </a:lnTo>
                  <a:lnTo>
                    <a:pt x="56041" y="16575"/>
                  </a:lnTo>
                  <a:lnTo>
                    <a:pt x="52294" y="21718"/>
                  </a:lnTo>
                  <a:lnTo>
                    <a:pt x="47956" y="27672"/>
                  </a:lnTo>
                  <a:lnTo>
                    <a:pt x="43303" y="34056"/>
                  </a:lnTo>
                  <a:lnTo>
                    <a:pt x="37765" y="41657"/>
                  </a:lnTo>
                  <a:lnTo>
                    <a:pt x="32860" y="48390"/>
                  </a:lnTo>
                  <a:lnTo>
                    <a:pt x="23438" y="61320"/>
                  </a:lnTo>
                  <a:lnTo>
                    <a:pt x="15366" y="55143"/>
                  </a:lnTo>
                  <a:lnTo>
                    <a:pt x="9722" y="50824"/>
                  </a:lnTo>
                  <a:lnTo>
                    <a:pt x="0" y="4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51736" y="3382289"/>
              <a:ext cx="288815" cy="175194"/>
            </a:xfrm>
            <a:custGeom>
              <a:avLst/>
              <a:pathLst>
                <a:path w="288815" h="175194">
                  <a:moveTo>
                    <a:pt x="165659" y="123240"/>
                  </a:moveTo>
                  <a:lnTo>
                    <a:pt x="151473" y="117269"/>
                  </a:lnTo>
                  <a:lnTo>
                    <a:pt x="147360" y="115537"/>
                  </a:lnTo>
                  <a:lnTo>
                    <a:pt x="131826" y="112073"/>
                  </a:lnTo>
                  <a:lnTo>
                    <a:pt x="105392" y="104866"/>
                  </a:lnTo>
                  <a:lnTo>
                    <a:pt x="92858" y="97986"/>
                  </a:lnTo>
                  <a:lnTo>
                    <a:pt x="86361" y="94420"/>
                  </a:lnTo>
                  <a:lnTo>
                    <a:pt x="82214" y="91440"/>
                  </a:lnTo>
                  <a:lnTo>
                    <a:pt x="79428" y="89430"/>
                  </a:lnTo>
                  <a:lnTo>
                    <a:pt x="17637" y="42803"/>
                  </a:lnTo>
                  <a:lnTo>
                    <a:pt x="10021" y="35433"/>
                  </a:lnTo>
                  <a:lnTo>
                    <a:pt x="1621" y="16492"/>
                  </a:lnTo>
                  <a:lnTo>
                    <a:pt x="0" y="12834"/>
                  </a:lnTo>
                  <a:lnTo>
                    <a:pt x="8580" y="6256"/>
                  </a:lnTo>
                  <a:lnTo>
                    <a:pt x="16740" y="0"/>
                  </a:lnTo>
                  <a:lnTo>
                    <a:pt x="26872" y="13949"/>
                  </a:lnTo>
                  <a:lnTo>
                    <a:pt x="31927" y="20909"/>
                  </a:lnTo>
                  <a:lnTo>
                    <a:pt x="34778" y="24835"/>
                  </a:lnTo>
                  <a:lnTo>
                    <a:pt x="39588" y="30020"/>
                  </a:lnTo>
                  <a:lnTo>
                    <a:pt x="39883" y="30231"/>
                  </a:lnTo>
                  <a:lnTo>
                    <a:pt x="46290" y="34811"/>
                  </a:lnTo>
                  <a:lnTo>
                    <a:pt x="50831" y="38058"/>
                  </a:lnTo>
                  <a:lnTo>
                    <a:pt x="55034" y="41064"/>
                  </a:lnTo>
                  <a:lnTo>
                    <a:pt x="61347" y="45200"/>
                  </a:lnTo>
                  <a:lnTo>
                    <a:pt x="63863" y="46847"/>
                  </a:lnTo>
                  <a:lnTo>
                    <a:pt x="69781" y="50822"/>
                  </a:lnTo>
                  <a:lnTo>
                    <a:pt x="73004" y="53199"/>
                  </a:lnTo>
                  <a:lnTo>
                    <a:pt x="84989" y="62039"/>
                  </a:lnTo>
                  <a:lnTo>
                    <a:pt x="97414" y="71202"/>
                  </a:lnTo>
                  <a:lnTo>
                    <a:pt x="110104" y="80562"/>
                  </a:lnTo>
                  <a:lnTo>
                    <a:pt x="110936" y="81175"/>
                  </a:lnTo>
                  <a:lnTo>
                    <a:pt x="121283" y="86046"/>
                  </a:lnTo>
                  <a:lnTo>
                    <a:pt x="125586" y="87172"/>
                  </a:lnTo>
                  <a:lnTo>
                    <a:pt x="138687" y="90601"/>
                  </a:lnTo>
                  <a:lnTo>
                    <a:pt x="149941" y="93546"/>
                  </a:lnTo>
                  <a:lnTo>
                    <a:pt x="163110" y="96992"/>
                  </a:lnTo>
                  <a:lnTo>
                    <a:pt x="163438" y="97078"/>
                  </a:lnTo>
                  <a:lnTo>
                    <a:pt x="175772" y="100305"/>
                  </a:lnTo>
                  <a:lnTo>
                    <a:pt x="189612" y="103926"/>
                  </a:lnTo>
                  <a:lnTo>
                    <a:pt x="198405" y="106226"/>
                  </a:lnTo>
                  <a:lnTo>
                    <a:pt x="201281" y="106979"/>
                  </a:lnTo>
                  <a:lnTo>
                    <a:pt x="205775" y="108156"/>
                  </a:lnTo>
                  <a:lnTo>
                    <a:pt x="213123" y="113490"/>
                  </a:lnTo>
                  <a:lnTo>
                    <a:pt x="223448" y="120985"/>
                  </a:lnTo>
                  <a:lnTo>
                    <a:pt x="236005" y="130101"/>
                  </a:lnTo>
                  <a:lnTo>
                    <a:pt x="246028" y="137377"/>
                  </a:lnTo>
                  <a:lnTo>
                    <a:pt x="254637" y="143627"/>
                  </a:lnTo>
                  <a:lnTo>
                    <a:pt x="262725" y="149497"/>
                  </a:lnTo>
                  <a:lnTo>
                    <a:pt x="268284" y="153533"/>
                  </a:lnTo>
                  <a:lnTo>
                    <a:pt x="275951" y="159099"/>
                  </a:lnTo>
                  <a:lnTo>
                    <a:pt x="283378" y="164490"/>
                  </a:lnTo>
                  <a:lnTo>
                    <a:pt x="288815" y="168437"/>
                  </a:lnTo>
                  <a:lnTo>
                    <a:pt x="283446" y="172770"/>
                  </a:lnTo>
                  <a:lnTo>
                    <a:pt x="280443" y="175194"/>
                  </a:lnTo>
                  <a:lnTo>
                    <a:pt x="263702" y="174293"/>
                  </a:lnTo>
                  <a:lnTo>
                    <a:pt x="241436" y="159989"/>
                  </a:lnTo>
                  <a:lnTo>
                    <a:pt x="230766" y="152158"/>
                  </a:lnTo>
                  <a:lnTo>
                    <a:pt x="227359" y="150215"/>
                  </a:lnTo>
                  <a:lnTo>
                    <a:pt x="215127" y="143240"/>
                  </a:lnTo>
                  <a:lnTo>
                    <a:pt x="197732" y="13224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406641" y="3439757"/>
              <a:ext cx="251178" cy="168653"/>
            </a:xfrm>
            <a:custGeom>
              <a:avLst/>
              <a:pathLst>
                <a:path w="251178" h="168653">
                  <a:moveTo>
                    <a:pt x="4106" y="100123"/>
                  </a:moveTo>
                  <a:lnTo>
                    <a:pt x="8406" y="91718"/>
                  </a:lnTo>
                  <a:lnTo>
                    <a:pt x="11765" y="85152"/>
                  </a:lnTo>
                  <a:lnTo>
                    <a:pt x="71598" y="107342"/>
                  </a:lnTo>
                  <a:lnTo>
                    <a:pt x="134985" y="130851"/>
                  </a:lnTo>
                  <a:lnTo>
                    <a:pt x="140482" y="119722"/>
                  </a:lnTo>
                  <a:lnTo>
                    <a:pt x="155436" y="95006"/>
                  </a:lnTo>
                  <a:lnTo>
                    <a:pt x="156522" y="93209"/>
                  </a:lnTo>
                  <a:lnTo>
                    <a:pt x="198270" y="25669"/>
                  </a:lnTo>
                  <a:lnTo>
                    <a:pt x="234395" y="0"/>
                  </a:lnTo>
                  <a:lnTo>
                    <a:pt x="242068" y="4363"/>
                  </a:lnTo>
                  <a:lnTo>
                    <a:pt x="251178" y="9543"/>
                  </a:lnTo>
                  <a:lnTo>
                    <a:pt x="243652" y="17036"/>
                  </a:lnTo>
                  <a:lnTo>
                    <a:pt x="238178" y="22487"/>
                  </a:lnTo>
                  <a:lnTo>
                    <a:pt x="237137" y="24651"/>
                  </a:lnTo>
                  <a:lnTo>
                    <a:pt x="233074" y="33089"/>
                  </a:lnTo>
                  <a:lnTo>
                    <a:pt x="229467" y="40582"/>
                  </a:lnTo>
                  <a:lnTo>
                    <a:pt x="225916" y="47957"/>
                  </a:lnTo>
                  <a:lnTo>
                    <a:pt x="222361" y="55343"/>
                  </a:lnTo>
                  <a:lnTo>
                    <a:pt x="218658" y="63036"/>
                  </a:lnTo>
                  <a:lnTo>
                    <a:pt x="214692" y="71275"/>
                  </a:lnTo>
                  <a:lnTo>
                    <a:pt x="210930" y="79088"/>
                  </a:lnTo>
                  <a:lnTo>
                    <a:pt x="205927" y="89482"/>
                  </a:lnTo>
                  <a:lnTo>
                    <a:pt x="204163" y="93145"/>
                  </a:lnTo>
                  <a:lnTo>
                    <a:pt x="200526" y="100900"/>
                  </a:lnTo>
                  <a:lnTo>
                    <a:pt x="196233" y="110055"/>
                  </a:lnTo>
                  <a:lnTo>
                    <a:pt x="190353" y="122594"/>
                  </a:lnTo>
                  <a:lnTo>
                    <a:pt x="184159" y="135801"/>
                  </a:lnTo>
                  <a:lnTo>
                    <a:pt x="182339" y="139682"/>
                  </a:lnTo>
                  <a:lnTo>
                    <a:pt x="175422" y="154432"/>
                  </a:lnTo>
                  <a:lnTo>
                    <a:pt x="168753" y="168653"/>
                  </a:lnTo>
                  <a:lnTo>
                    <a:pt x="164276" y="167619"/>
                  </a:lnTo>
                  <a:lnTo>
                    <a:pt x="154113" y="165145"/>
                  </a:lnTo>
                  <a:lnTo>
                    <a:pt x="147864" y="163624"/>
                  </a:lnTo>
                  <a:lnTo>
                    <a:pt x="143702" y="162611"/>
                  </a:lnTo>
                  <a:lnTo>
                    <a:pt x="133577" y="160146"/>
                  </a:lnTo>
                  <a:lnTo>
                    <a:pt x="132301" y="159836"/>
                  </a:lnTo>
                  <a:lnTo>
                    <a:pt x="124274" y="157882"/>
                  </a:lnTo>
                  <a:lnTo>
                    <a:pt x="113946" y="155368"/>
                  </a:lnTo>
                  <a:lnTo>
                    <a:pt x="104643" y="153103"/>
                  </a:lnTo>
                  <a:lnTo>
                    <a:pt x="99145" y="151765"/>
                  </a:lnTo>
                  <a:lnTo>
                    <a:pt x="88630" y="146817"/>
                  </a:lnTo>
                  <a:lnTo>
                    <a:pt x="75650" y="140710"/>
                  </a:lnTo>
                  <a:lnTo>
                    <a:pt x="62501" y="134522"/>
                  </a:lnTo>
                  <a:lnTo>
                    <a:pt x="57606" y="132219"/>
                  </a:lnTo>
                  <a:lnTo>
                    <a:pt x="50901" y="129418"/>
                  </a:lnTo>
                  <a:lnTo>
                    <a:pt x="39495" y="124652"/>
                  </a:lnTo>
                  <a:lnTo>
                    <a:pt x="26937" y="119405"/>
                  </a:lnTo>
                  <a:lnTo>
                    <a:pt x="20451" y="116696"/>
                  </a:lnTo>
                  <a:lnTo>
                    <a:pt x="0" y="108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79993" y="3558528"/>
              <a:ext cx="172307" cy="81931"/>
            </a:xfrm>
            <a:custGeom>
              <a:avLst/>
              <a:pathLst>
                <a:path w="172307" h="81931">
                  <a:moveTo>
                    <a:pt x="25231" y="3625"/>
                  </a:moveTo>
                  <a:lnTo>
                    <a:pt x="29835" y="5204"/>
                  </a:lnTo>
                  <a:lnTo>
                    <a:pt x="37601" y="7868"/>
                  </a:lnTo>
                  <a:lnTo>
                    <a:pt x="47531" y="11273"/>
                  </a:lnTo>
                  <a:lnTo>
                    <a:pt x="56150" y="14228"/>
                  </a:lnTo>
                  <a:lnTo>
                    <a:pt x="67822" y="18231"/>
                  </a:lnTo>
                  <a:lnTo>
                    <a:pt x="77244" y="21463"/>
                  </a:lnTo>
                  <a:lnTo>
                    <a:pt x="79642" y="22314"/>
                  </a:lnTo>
                  <a:lnTo>
                    <a:pt x="88187" y="25346"/>
                  </a:lnTo>
                  <a:lnTo>
                    <a:pt x="95618" y="27984"/>
                  </a:lnTo>
                  <a:lnTo>
                    <a:pt x="103562" y="30803"/>
                  </a:lnTo>
                  <a:lnTo>
                    <a:pt x="111512" y="33625"/>
                  </a:lnTo>
                  <a:lnTo>
                    <a:pt x="119443" y="36440"/>
                  </a:lnTo>
                  <a:lnTo>
                    <a:pt x="126032" y="38779"/>
                  </a:lnTo>
                  <a:lnTo>
                    <a:pt x="133572" y="41455"/>
                  </a:lnTo>
                  <a:lnTo>
                    <a:pt x="142755" y="44714"/>
                  </a:lnTo>
                  <a:lnTo>
                    <a:pt x="149556" y="47128"/>
                  </a:lnTo>
                  <a:lnTo>
                    <a:pt x="157028" y="49780"/>
                  </a:lnTo>
                  <a:lnTo>
                    <a:pt x="163400" y="52042"/>
                  </a:lnTo>
                  <a:lnTo>
                    <a:pt x="172307" y="55203"/>
                  </a:lnTo>
                  <a:lnTo>
                    <a:pt x="170485" y="65826"/>
                  </a:lnTo>
                  <a:lnTo>
                    <a:pt x="169065" y="74103"/>
                  </a:lnTo>
                  <a:lnTo>
                    <a:pt x="167191" y="81931"/>
                  </a:lnTo>
                  <a:lnTo>
                    <a:pt x="120733" y="64644"/>
                  </a:lnTo>
                  <a:lnTo>
                    <a:pt x="69323" y="45513"/>
                  </a:lnTo>
                  <a:lnTo>
                    <a:pt x="59837" y="42169"/>
                  </a:lnTo>
                  <a:lnTo>
                    <a:pt x="54868" y="40417"/>
                  </a:lnTo>
                  <a:lnTo>
                    <a:pt x="0" y="21072"/>
                  </a:lnTo>
                  <a:lnTo>
                    <a:pt x="377" y="13279"/>
                  </a:lnTo>
                  <a:lnTo>
                    <a:pt x="1020" y="0"/>
                  </a:lnTo>
                  <a:lnTo>
                    <a:pt x="11245" y="1474"/>
                  </a:lnTo>
                  <a:lnTo>
                    <a:pt x="20575" y="2820"/>
                  </a:lnTo>
                  <a:lnTo>
                    <a:pt x="24540" y="33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73943" y="2686745"/>
              <a:ext cx="298187" cy="292986"/>
            </a:xfrm>
            <a:custGeom>
              <a:avLst/>
              <a:pathLst>
                <a:path w="298187" h="292986">
                  <a:moveTo>
                    <a:pt x="99036" y="292986"/>
                  </a:moveTo>
                  <a:lnTo>
                    <a:pt x="74744" y="282382"/>
                  </a:lnTo>
                  <a:lnTo>
                    <a:pt x="33834" y="264524"/>
                  </a:lnTo>
                  <a:lnTo>
                    <a:pt x="5286" y="242187"/>
                  </a:lnTo>
                  <a:lnTo>
                    <a:pt x="0" y="233180"/>
                  </a:lnTo>
                  <a:lnTo>
                    <a:pt x="11449" y="226516"/>
                  </a:lnTo>
                  <a:lnTo>
                    <a:pt x="18615" y="222344"/>
                  </a:lnTo>
                  <a:lnTo>
                    <a:pt x="23934" y="219248"/>
                  </a:lnTo>
                  <a:lnTo>
                    <a:pt x="25375" y="218409"/>
                  </a:lnTo>
                  <a:lnTo>
                    <a:pt x="31681" y="215737"/>
                  </a:lnTo>
                  <a:lnTo>
                    <a:pt x="39544" y="212404"/>
                  </a:lnTo>
                  <a:lnTo>
                    <a:pt x="49234" y="208298"/>
                  </a:lnTo>
                  <a:lnTo>
                    <a:pt x="54101" y="206235"/>
                  </a:lnTo>
                  <a:lnTo>
                    <a:pt x="60920" y="204907"/>
                  </a:lnTo>
                  <a:lnTo>
                    <a:pt x="71026" y="202940"/>
                  </a:lnTo>
                  <a:lnTo>
                    <a:pt x="82428" y="200720"/>
                  </a:lnTo>
                  <a:lnTo>
                    <a:pt x="92749" y="198710"/>
                  </a:lnTo>
                  <a:lnTo>
                    <a:pt x="97342" y="197816"/>
                  </a:lnTo>
                  <a:lnTo>
                    <a:pt x="100558" y="197379"/>
                  </a:lnTo>
                  <a:lnTo>
                    <a:pt x="106954" y="196510"/>
                  </a:lnTo>
                  <a:lnTo>
                    <a:pt x="109024" y="196364"/>
                  </a:lnTo>
                  <a:lnTo>
                    <a:pt x="119284" y="195641"/>
                  </a:lnTo>
                  <a:lnTo>
                    <a:pt x="126426" y="195137"/>
                  </a:lnTo>
                  <a:lnTo>
                    <a:pt x="131214" y="194568"/>
                  </a:lnTo>
                  <a:lnTo>
                    <a:pt x="140860" y="193421"/>
                  </a:lnTo>
                  <a:lnTo>
                    <a:pt x="141822" y="193207"/>
                  </a:lnTo>
                  <a:lnTo>
                    <a:pt x="153869" y="190520"/>
                  </a:lnTo>
                  <a:lnTo>
                    <a:pt x="161935" y="188722"/>
                  </a:lnTo>
                  <a:lnTo>
                    <a:pt x="167133" y="187167"/>
                  </a:lnTo>
                  <a:lnTo>
                    <a:pt x="173757" y="185185"/>
                  </a:lnTo>
                  <a:lnTo>
                    <a:pt x="177760" y="183602"/>
                  </a:lnTo>
                  <a:lnTo>
                    <a:pt x="179686" y="181927"/>
                  </a:lnTo>
                  <a:lnTo>
                    <a:pt x="184137" y="178058"/>
                  </a:lnTo>
                  <a:lnTo>
                    <a:pt x="187124" y="174891"/>
                  </a:lnTo>
                  <a:lnTo>
                    <a:pt x="191489" y="170262"/>
                  </a:lnTo>
                  <a:lnTo>
                    <a:pt x="195966" y="165515"/>
                  </a:lnTo>
                  <a:lnTo>
                    <a:pt x="200519" y="160686"/>
                  </a:lnTo>
                  <a:lnTo>
                    <a:pt x="200788" y="160400"/>
                  </a:lnTo>
                  <a:lnTo>
                    <a:pt x="205528" y="153501"/>
                  </a:lnTo>
                  <a:lnTo>
                    <a:pt x="208652" y="148953"/>
                  </a:lnTo>
                  <a:lnTo>
                    <a:pt x="211183" y="145270"/>
                  </a:lnTo>
                  <a:lnTo>
                    <a:pt x="212291" y="143514"/>
                  </a:lnTo>
                  <a:lnTo>
                    <a:pt x="216503" y="136843"/>
                  </a:lnTo>
                  <a:lnTo>
                    <a:pt x="221670" y="128658"/>
                  </a:lnTo>
                  <a:lnTo>
                    <a:pt x="224111" y="124792"/>
                  </a:lnTo>
                  <a:lnTo>
                    <a:pt x="226969" y="121305"/>
                  </a:lnTo>
                  <a:lnTo>
                    <a:pt x="232553" y="114491"/>
                  </a:lnTo>
                  <a:lnTo>
                    <a:pt x="234517" y="112095"/>
                  </a:lnTo>
                  <a:lnTo>
                    <a:pt x="237399" y="106897"/>
                  </a:lnTo>
                  <a:lnTo>
                    <a:pt x="240224" y="101801"/>
                  </a:lnTo>
                  <a:lnTo>
                    <a:pt x="242943" y="97789"/>
                  </a:lnTo>
                  <a:lnTo>
                    <a:pt x="248380" y="89768"/>
                  </a:lnTo>
                  <a:lnTo>
                    <a:pt x="249520" y="88087"/>
                  </a:lnTo>
                  <a:lnTo>
                    <a:pt x="250205" y="79791"/>
                  </a:lnTo>
                  <a:lnTo>
                    <a:pt x="250987" y="70332"/>
                  </a:lnTo>
                  <a:lnTo>
                    <a:pt x="251476" y="64423"/>
                  </a:lnTo>
                  <a:lnTo>
                    <a:pt x="251557" y="61200"/>
                  </a:lnTo>
                  <a:lnTo>
                    <a:pt x="251780" y="52282"/>
                  </a:lnTo>
                  <a:lnTo>
                    <a:pt x="252017" y="42852"/>
                  </a:lnTo>
                  <a:lnTo>
                    <a:pt x="252082" y="40241"/>
                  </a:lnTo>
                  <a:lnTo>
                    <a:pt x="252313" y="30970"/>
                  </a:lnTo>
                  <a:lnTo>
                    <a:pt x="252469" y="24732"/>
                  </a:lnTo>
                  <a:lnTo>
                    <a:pt x="252638" y="17974"/>
                  </a:lnTo>
                  <a:lnTo>
                    <a:pt x="252773" y="12574"/>
                  </a:lnTo>
                  <a:lnTo>
                    <a:pt x="252940" y="5865"/>
                  </a:lnTo>
                  <a:lnTo>
                    <a:pt x="253084" y="116"/>
                  </a:lnTo>
                  <a:lnTo>
                    <a:pt x="268450" y="39"/>
                  </a:lnTo>
                  <a:lnTo>
                    <a:pt x="276368" y="0"/>
                  </a:lnTo>
                  <a:lnTo>
                    <a:pt x="296273" y="19516"/>
                  </a:lnTo>
                  <a:lnTo>
                    <a:pt x="298187" y="39866"/>
                  </a:lnTo>
                  <a:lnTo>
                    <a:pt x="297969" y="42364"/>
                  </a:lnTo>
                  <a:lnTo>
                    <a:pt x="294720" y="76595"/>
                  </a:lnTo>
                  <a:lnTo>
                    <a:pt x="294357" y="80176"/>
                  </a:lnTo>
                  <a:lnTo>
                    <a:pt x="290147" y="88787"/>
                  </a:lnTo>
                  <a:lnTo>
                    <a:pt x="275982" y="114615"/>
                  </a:lnTo>
                  <a:lnTo>
                    <a:pt x="263348" y="130268"/>
                  </a:lnTo>
                  <a:lnTo>
                    <a:pt x="238363" y="166495"/>
                  </a:lnTo>
                  <a:lnTo>
                    <a:pt x="209366" y="208539"/>
                  </a:lnTo>
                  <a:lnTo>
                    <a:pt x="196350" y="215192"/>
                  </a:lnTo>
                  <a:lnTo>
                    <a:pt x="81755" y="220455"/>
                  </a:lnTo>
                  <a:lnTo>
                    <a:pt x="55288" y="222353"/>
                  </a:lnTo>
                  <a:lnTo>
                    <a:pt x="34186" y="233541"/>
                  </a:lnTo>
                  <a:lnTo>
                    <a:pt x="105733" y="253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59134" y="3617963"/>
              <a:ext cx="119381" cy="68637"/>
            </a:xfrm>
            <a:custGeom>
              <a:avLst/>
              <a:pathLst>
                <a:path w="119381" h="68637">
                  <a:moveTo>
                    <a:pt x="2705" y="11774"/>
                  </a:moveTo>
                  <a:lnTo>
                    <a:pt x="6291" y="0"/>
                  </a:lnTo>
                  <a:lnTo>
                    <a:pt x="19434" y="4004"/>
                  </a:lnTo>
                  <a:lnTo>
                    <a:pt x="29042" y="6932"/>
                  </a:lnTo>
                  <a:lnTo>
                    <a:pt x="36133" y="9093"/>
                  </a:lnTo>
                  <a:lnTo>
                    <a:pt x="40446" y="10408"/>
                  </a:lnTo>
                  <a:lnTo>
                    <a:pt x="44299" y="11965"/>
                  </a:lnTo>
                  <a:lnTo>
                    <a:pt x="52572" y="15309"/>
                  </a:lnTo>
                  <a:lnTo>
                    <a:pt x="59213" y="17993"/>
                  </a:lnTo>
                  <a:lnTo>
                    <a:pt x="62448" y="19698"/>
                  </a:lnTo>
                  <a:lnTo>
                    <a:pt x="68372" y="22819"/>
                  </a:lnTo>
                  <a:lnTo>
                    <a:pt x="75748" y="26705"/>
                  </a:lnTo>
                  <a:lnTo>
                    <a:pt x="79926" y="28906"/>
                  </a:lnTo>
                  <a:lnTo>
                    <a:pt x="84980" y="32292"/>
                  </a:lnTo>
                  <a:lnTo>
                    <a:pt x="92688" y="37456"/>
                  </a:lnTo>
                  <a:lnTo>
                    <a:pt x="102950" y="44332"/>
                  </a:lnTo>
                  <a:lnTo>
                    <a:pt x="110177" y="49174"/>
                  </a:lnTo>
                  <a:lnTo>
                    <a:pt x="115661" y="52848"/>
                  </a:lnTo>
                  <a:lnTo>
                    <a:pt x="119381" y="55340"/>
                  </a:lnTo>
                  <a:lnTo>
                    <a:pt x="117312" y="60997"/>
                  </a:lnTo>
                  <a:lnTo>
                    <a:pt x="114519" y="68637"/>
                  </a:lnTo>
                  <a:lnTo>
                    <a:pt x="106319" y="66956"/>
                  </a:lnTo>
                  <a:lnTo>
                    <a:pt x="76601" y="59424"/>
                  </a:lnTo>
                  <a:lnTo>
                    <a:pt x="71826" y="67749"/>
                  </a:lnTo>
                  <a:lnTo>
                    <a:pt x="60266" y="62509"/>
                  </a:lnTo>
                  <a:lnTo>
                    <a:pt x="36852" y="51897"/>
                  </a:lnTo>
                  <a:lnTo>
                    <a:pt x="41423" y="37783"/>
                  </a:lnTo>
                  <a:lnTo>
                    <a:pt x="27476" y="32530"/>
                  </a:lnTo>
                  <a:lnTo>
                    <a:pt x="0" y="20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7029" y="3067721"/>
              <a:ext cx="61348" cy="62926"/>
            </a:xfrm>
            <a:custGeom>
              <a:avLst/>
              <a:pathLst>
                <a:path w="61348" h="62926">
                  <a:moveTo>
                    <a:pt x="6858" y="12258"/>
                  </a:moveTo>
                  <a:lnTo>
                    <a:pt x="14548" y="8928"/>
                  </a:lnTo>
                  <a:lnTo>
                    <a:pt x="23325" y="5127"/>
                  </a:lnTo>
                  <a:lnTo>
                    <a:pt x="24607" y="4572"/>
                  </a:lnTo>
                  <a:lnTo>
                    <a:pt x="32952" y="1457"/>
                  </a:lnTo>
                  <a:lnTo>
                    <a:pt x="36855" y="0"/>
                  </a:lnTo>
                  <a:lnTo>
                    <a:pt x="46428" y="16744"/>
                  </a:lnTo>
                  <a:lnTo>
                    <a:pt x="55492" y="32599"/>
                  </a:lnTo>
                  <a:lnTo>
                    <a:pt x="61348" y="43756"/>
                  </a:lnTo>
                  <a:lnTo>
                    <a:pt x="52921" y="47165"/>
                  </a:lnTo>
                  <a:lnTo>
                    <a:pt x="45189" y="50294"/>
                  </a:lnTo>
                  <a:lnTo>
                    <a:pt x="34997" y="54417"/>
                  </a:lnTo>
                  <a:lnTo>
                    <a:pt x="13964" y="62926"/>
                  </a:lnTo>
                  <a:lnTo>
                    <a:pt x="9172" y="46206"/>
                  </a:lnTo>
                  <a:lnTo>
                    <a:pt x="7784" y="41521"/>
                  </a:lnTo>
                  <a:lnTo>
                    <a:pt x="0" y="15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43687" y="3031211"/>
              <a:ext cx="80746" cy="72497"/>
            </a:xfrm>
            <a:custGeom>
              <a:avLst/>
              <a:pathLst>
                <a:path w="80746" h="72497">
                  <a:moveTo>
                    <a:pt x="11760" y="21041"/>
                  </a:moveTo>
                  <a:lnTo>
                    <a:pt x="18228" y="17110"/>
                  </a:lnTo>
                  <a:lnTo>
                    <a:pt x="24723" y="13162"/>
                  </a:lnTo>
                  <a:lnTo>
                    <a:pt x="29709" y="10131"/>
                  </a:lnTo>
                  <a:lnTo>
                    <a:pt x="36201" y="6186"/>
                  </a:lnTo>
                  <a:lnTo>
                    <a:pt x="46379" y="0"/>
                  </a:lnTo>
                  <a:lnTo>
                    <a:pt x="50230" y="5825"/>
                  </a:lnTo>
                  <a:lnTo>
                    <a:pt x="59623" y="20034"/>
                  </a:lnTo>
                  <a:lnTo>
                    <a:pt x="70863" y="37037"/>
                  </a:lnTo>
                  <a:lnTo>
                    <a:pt x="80746" y="51987"/>
                  </a:lnTo>
                  <a:lnTo>
                    <a:pt x="57335" y="61363"/>
                  </a:lnTo>
                  <a:lnTo>
                    <a:pt x="29534" y="72497"/>
                  </a:lnTo>
                  <a:lnTo>
                    <a:pt x="18259" y="60170"/>
                  </a:lnTo>
                  <a:lnTo>
                    <a:pt x="15265" y="56898"/>
                  </a:lnTo>
                  <a:lnTo>
                    <a:pt x="7693" y="42658"/>
                  </a:lnTo>
                  <a:lnTo>
                    <a:pt x="0" y="28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97012" y="2999926"/>
              <a:ext cx="86231" cy="90142"/>
            </a:xfrm>
            <a:custGeom>
              <a:avLst/>
              <a:pathLst>
                <a:path w="86231" h="90142">
                  <a:moveTo>
                    <a:pt x="5129" y="23961"/>
                  </a:moveTo>
                  <a:lnTo>
                    <a:pt x="9862" y="21091"/>
                  </a:lnTo>
                  <a:lnTo>
                    <a:pt x="13807" y="18697"/>
                  </a:lnTo>
                  <a:lnTo>
                    <a:pt x="16748" y="16914"/>
                  </a:lnTo>
                  <a:lnTo>
                    <a:pt x="21688" y="13918"/>
                  </a:lnTo>
                  <a:lnTo>
                    <a:pt x="26656" y="10905"/>
                  </a:lnTo>
                  <a:lnTo>
                    <a:pt x="31481" y="7978"/>
                  </a:lnTo>
                  <a:lnTo>
                    <a:pt x="37406" y="4385"/>
                  </a:lnTo>
                  <a:lnTo>
                    <a:pt x="44637" y="0"/>
                  </a:lnTo>
                  <a:lnTo>
                    <a:pt x="48458" y="5754"/>
                  </a:lnTo>
                  <a:lnTo>
                    <a:pt x="54799" y="15303"/>
                  </a:lnTo>
                  <a:lnTo>
                    <a:pt x="59900" y="22984"/>
                  </a:lnTo>
                  <a:lnTo>
                    <a:pt x="69234" y="37039"/>
                  </a:lnTo>
                  <a:lnTo>
                    <a:pt x="77801" y="49940"/>
                  </a:lnTo>
                  <a:lnTo>
                    <a:pt x="86231" y="62634"/>
                  </a:lnTo>
                  <a:lnTo>
                    <a:pt x="68979" y="72162"/>
                  </a:lnTo>
                  <a:lnTo>
                    <a:pt x="44365" y="85757"/>
                  </a:lnTo>
                  <a:lnTo>
                    <a:pt x="35490" y="90142"/>
                  </a:lnTo>
                  <a:lnTo>
                    <a:pt x="27270" y="75534"/>
                  </a:lnTo>
                  <a:lnTo>
                    <a:pt x="19643" y="61981"/>
                  </a:lnTo>
                  <a:lnTo>
                    <a:pt x="11676" y="47821"/>
                  </a:lnTo>
                  <a:lnTo>
                    <a:pt x="0" y="27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102514" y="2937538"/>
              <a:ext cx="130514" cy="165365"/>
            </a:xfrm>
            <a:custGeom>
              <a:avLst/>
              <a:pathLst>
                <a:path w="130514" h="165365">
                  <a:moveTo>
                    <a:pt x="69468" y="95136"/>
                  </a:moveTo>
                  <a:lnTo>
                    <a:pt x="71030" y="94141"/>
                  </a:lnTo>
                  <a:lnTo>
                    <a:pt x="86661" y="84178"/>
                  </a:lnTo>
                  <a:lnTo>
                    <a:pt x="90873" y="81874"/>
                  </a:lnTo>
                  <a:lnTo>
                    <a:pt x="93346" y="80521"/>
                  </a:lnTo>
                  <a:lnTo>
                    <a:pt x="99627" y="92949"/>
                  </a:lnTo>
                  <a:lnTo>
                    <a:pt x="114702" y="122780"/>
                  </a:lnTo>
                  <a:lnTo>
                    <a:pt x="115555" y="124469"/>
                  </a:lnTo>
                  <a:lnTo>
                    <a:pt x="130514" y="152127"/>
                  </a:lnTo>
                  <a:lnTo>
                    <a:pt x="114793" y="156439"/>
                  </a:lnTo>
                  <a:lnTo>
                    <a:pt x="86562" y="164181"/>
                  </a:lnTo>
                  <a:lnTo>
                    <a:pt x="82244" y="165365"/>
                  </a:lnTo>
                  <a:lnTo>
                    <a:pt x="63681" y="135868"/>
                  </a:lnTo>
                  <a:lnTo>
                    <a:pt x="56377" y="124262"/>
                  </a:lnTo>
                  <a:lnTo>
                    <a:pt x="45740" y="107359"/>
                  </a:lnTo>
                  <a:lnTo>
                    <a:pt x="45061" y="106280"/>
                  </a:lnTo>
                  <a:lnTo>
                    <a:pt x="36124" y="90855"/>
                  </a:lnTo>
                  <a:lnTo>
                    <a:pt x="27600" y="76143"/>
                  </a:lnTo>
                  <a:lnTo>
                    <a:pt x="22150" y="66738"/>
                  </a:lnTo>
                  <a:lnTo>
                    <a:pt x="18200" y="59921"/>
                  </a:lnTo>
                  <a:lnTo>
                    <a:pt x="10136" y="46001"/>
                  </a:lnTo>
                  <a:lnTo>
                    <a:pt x="0" y="28507"/>
                  </a:lnTo>
                  <a:lnTo>
                    <a:pt x="7202" y="23835"/>
                  </a:lnTo>
                  <a:lnTo>
                    <a:pt x="16139" y="18038"/>
                  </a:lnTo>
                  <a:lnTo>
                    <a:pt x="23687" y="13141"/>
                  </a:lnTo>
                  <a:lnTo>
                    <a:pt x="32708" y="7291"/>
                  </a:lnTo>
                  <a:lnTo>
                    <a:pt x="35760" y="5310"/>
                  </a:lnTo>
                  <a:lnTo>
                    <a:pt x="42637" y="1843"/>
                  </a:lnTo>
                  <a:lnTo>
                    <a:pt x="46295" y="0"/>
                  </a:lnTo>
                  <a:lnTo>
                    <a:pt x="54547" y="14645"/>
                  </a:lnTo>
                  <a:lnTo>
                    <a:pt x="63711" y="30909"/>
                  </a:lnTo>
                  <a:lnTo>
                    <a:pt x="64104" y="31607"/>
                  </a:lnTo>
                  <a:lnTo>
                    <a:pt x="75543" y="51908"/>
                  </a:lnTo>
                  <a:lnTo>
                    <a:pt x="83352" y="65768"/>
                  </a:lnTo>
                  <a:lnTo>
                    <a:pt x="86239" y="70891"/>
                  </a:lnTo>
                  <a:lnTo>
                    <a:pt x="64005" y="86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53588" y="2925908"/>
              <a:ext cx="57076" cy="53133"/>
            </a:xfrm>
            <a:custGeom>
              <a:avLst/>
              <a:pathLst>
                <a:path w="57076" h="53133">
                  <a:moveTo>
                    <a:pt x="2943" y="6740"/>
                  </a:moveTo>
                  <a:lnTo>
                    <a:pt x="7032" y="3791"/>
                  </a:lnTo>
                  <a:lnTo>
                    <a:pt x="9783" y="1806"/>
                  </a:lnTo>
                  <a:lnTo>
                    <a:pt x="11461" y="596"/>
                  </a:lnTo>
                  <a:lnTo>
                    <a:pt x="12288" y="0"/>
                  </a:lnTo>
                  <a:lnTo>
                    <a:pt x="29880" y="11702"/>
                  </a:lnTo>
                  <a:lnTo>
                    <a:pt x="32213" y="13254"/>
                  </a:lnTo>
                  <a:lnTo>
                    <a:pt x="57076" y="36978"/>
                  </a:lnTo>
                  <a:lnTo>
                    <a:pt x="44516" y="43969"/>
                  </a:lnTo>
                  <a:lnTo>
                    <a:pt x="28052" y="53133"/>
                  </a:lnTo>
                  <a:lnTo>
                    <a:pt x="14590" y="31887"/>
                  </a:lnTo>
                  <a:lnTo>
                    <a:pt x="0" y="8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04541" y="3071573"/>
              <a:ext cx="387247" cy="250599"/>
            </a:xfrm>
            <a:custGeom>
              <a:avLst/>
              <a:pathLst>
                <a:path w="387247" h="250599">
                  <a:moveTo>
                    <a:pt x="121549" y="115572"/>
                  </a:moveTo>
                  <a:lnTo>
                    <a:pt x="119956" y="112065"/>
                  </a:lnTo>
                  <a:lnTo>
                    <a:pt x="118204" y="108209"/>
                  </a:lnTo>
                  <a:lnTo>
                    <a:pt x="111926" y="110733"/>
                  </a:lnTo>
                  <a:lnTo>
                    <a:pt x="104068" y="113893"/>
                  </a:lnTo>
                  <a:lnTo>
                    <a:pt x="97281" y="116622"/>
                  </a:lnTo>
                  <a:lnTo>
                    <a:pt x="99450" y="121407"/>
                  </a:lnTo>
                  <a:lnTo>
                    <a:pt x="102562" y="128272"/>
                  </a:lnTo>
                  <a:lnTo>
                    <a:pt x="105735" y="126972"/>
                  </a:lnTo>
                  <a:lnTo>
                    <a:pt x="109012" y="125631"/>
                  </a:lnTo>
                  <a:lnTo>
                    <a:pt x="111960" y="132221"/>
                  </a:lnTo>
                  <a:lnTo>
                    <a:pt x="114192" y="137210"/>
                  </a:lnTo>
                  <a:lnTo>
                    <a:pt x="117250" y="144046"/>
                  </a:lnTo>
                  <a:lnTo>
                    <a:pt x="120209" y="150662"/>
                  </a:lnTo>
                  <a:lnTo>
                    <a:pt x="122367" y="155487"/>
                  </a:lnTo>
                  <a:lnTo>
                    <a:pt x="115918" y="158992"/>
                  </a:lnTo>
                  <a:lnTo>
                    <a:pt x="110790" y="161780"/>
                  </a:lnTo>
                  <a:lnTo>
                    <a:pt x="108431" y="163061"/>
                  </a:lnTo>
                  <a:lnTo>
                    <a:pt x="103289" y="166397"/>
                  </a:lnTo>
                  <a:lnTo>
                    <a:pt x="98292" y="169638"/>
                  </a:lnTo>
                  <a:lnTo>
                    <a:pt x="95105" y="171706"/>
                  </a:lnTo>
                  <a:lnTo>
                    <a:pt x="93356" y="173043"/>
                  </a:lnTo>
                  <a:lnTo>
                    <a:pt x="88276" y="176927"/>
                  </a:lnTo>
                  <a:lnTo>
                    <a:pt x="82466" y="181370"/>
                  </a:lnTo>
                  <a:lnTo>
                    <a:pt x="81731" y="182027"/>
                  </a:lnTo>
                  <a:lnTo>
                    <a:pt x="75918" y="187228"/>
                  </a:lnTo>
                  <a:lnTo>
                    <a:pt x="70589" y="191996"/>
                  </a:lnTo>
                  <a:lnTo>
                    <a:pt x="69659" y="192966"/>
                  </a:lnTo>
                  <a:lnTo>
                    <a:pt x="65445" y="197364"/>
                  </a:lnTo>
                  <a:lnTo>
                    <a:pt x="61268" y="201724"/>
                  </a:lnTo>
                  <a:lnTo>
                    <a:pt x="59545" y="203522"/>
                  </a:lnTo>
                  <a:lnTo>
                    <a:pt x="56663" y="207031"/>
                  </a:lnTo>
                  <a:lnTo>
                    <a:pt x="52603" y="211976"/>
                  </a:lnTo>
                  <a:lnTo>
                    <a:pt x="49398" y="215879"/>
                  </a:lnTo>
                  <a:lnTo>
                    <a:pt x="48201" y="217587"/>
                  </a:lnTo>
                  <a:lnTo>
                    <a:pt x="45173" y="221909"/>
                  </a:lnTo>
                  <a:lnTo>
                    <a:pt x="42215" y="226131"/>
                  </a:lnTo>
                  <a:lnTo>
                    <a:pt x="40207" y="228996"/>
                  </a:lnTo>
                  <a:lnTo>
                    <a:pt x="39540" y="230100"/>
                  </a:lnTo>
                  <a:lnTo>
                    <a:pt x="36629" y="234916"/>
                  </a:lnTo>
                  <a:lnTo>
                    <a:pt x="34506" y="238429"/>
                  </a:lnTo>
                  <a:lnTo>
                    <a:pt x="33790" y="239612"/>
                  </a:lnTo>
                  <a:lnTo>
                    <a:pt x="32635" y="241805"/>
                  </a:lnTo>
                  <a:lnTo>
                    <a:pt x="31044" y="244824"/>
                  </a:lnTo>
                  <a:lnTo>
                    <a:pt x="29245" y="248238"/>
                  </a:lnTo>
                  <a:lnTo>
                    <a:pt x="28001" y="250599"/>
                  </a:lnTo>
                  <a:lnTo>
                    <a:pt x="13697" y="240654"/>
                  </a:lnTo>
                  <a:lnTo>
                    <a:pt x="0" y="231131"/>
                  </a:lnTo>
                  <a:lnTo>
                    <a:pt x="10479" y="201780"/>
                  </a:lnTo>
                  <a:lnTo>
                    <a:pt x="37252" y="111083"/>
                  </a:lnTo>
                  <a:lnTo>
                    <a:pt x="38013" y="92412"/>
                  </a:lnTo>
                  <a:lnTo>
                    <a:pt x="41129" y="15971"/>
                  </a:lnTo>
                  <a:lnTo>
                    <a:pt x="40946" y="13656"/>
                  </a:lnTo>
                  <a:lnTo>
                    <a:pt x="41142" y="11341"/>
                  </a:lnTo>
                  <a:lnTo>
                    <a:pt x="41713" y="9093"/>
                  </a:lnTo>
                  <a:lnTo>
                    <a:pt x="42642" y="6973"/>
                  </a:lnTo>
                  <a:lnTo>
                    <a:pt x="43903" y="5041"/>
                  </a:lnTo>
                  <a:lnTo>
                    <a:pt x="45462" y="3351"/>
                  </a:lnTo>
                  <a:lnTo>
                    <a:pt x="47274" y="1949"/>
                  </a:lnTo>
                  <a:lnTo>
                    <a:pt x="48836" y="1080"/>
                  </a:lnTo>
                  <a:lnTo>
                    <a:pt x="50496" y="426"/>
                  </a:lnTo>
                  <a:lnTo>
                    <a:pt x="52226" y="0"/>
                  </a:lnTo>
                  <a:lnTo>
                    <a:pt x="93204" y="21948"/>
                  </a:lnTo>
                  <a:lnTo>
                    <a:pt x="122899" y="37854"/>
                  </a:lnTo>
                  <a:lnTo>
                    <a:pt x="127253" y="40275"/>
                  </a:lnTo>
                  <a:lnTo>
                    <a:pt x="131982" y="42740"/>
                  </a:lnTo>
                  <a:lnTo>
                    <a:pt x="137028" y="44424"/>
                  </a:lnTo>
                  <a:lnTo>
                    <a:pt x="142269" y="45286"/>
                  </a:lnTo>
                  <a:lnTo>
                    <a:pt x="146019" y="45387"/>
                  </a:lnTo>
                  <a:lnTo>
                    <a:pt x="147883" y="45280"/>
                  </a:lnTo>
                  <a:lnTo>
                    <a:pt x="153398" y="44336"/>
                  </a:lnTo>
                  <a:lnTo>
                    <a:pt x="158687" y="42483"/>
                  </a:lnTo>
                  <a:lnTo>
                    <a:pt x="163609" y="39769"/>
                  </a:lnTo>
                  <a:lnTo>
                    <a:pt x="168030" y="36269"/>
                  </a:lnTo>
                  <a:lnTo>
                    <a:pt x="171403" y="32622"/>
                  </a:lnTo>
                  <a:lnTo>
                    <a:pt x="177964" y="28977"/>
                  </a:lnTo>
                  <a:lnTo>
                    <a:pt x="184890" y="26121"/>
                  </a:lnTo>
                  <a:lnTo>
                    <a:pt x="192089" y="24094"/>
                  </a:lnTo>
                  <a:lnTo>
                    <a:pt x="198419" y="23034"/>
                  </a:lnTo>
                  <a:lnTo>
                    <a:pt x="199855" y="22939"/>
                  </a:lnTo>
                  <a:lnTo>
                    <a:pt x="204820" y="22614"/>
                  </a:lnTo>
                  <a:lnTo>
                    <a:pt x="215964" y="23345"/>
                  </a:lnTo>
                  <a:lnTo>
                    <a:pt x="227008" y="25038"/>
                  </a:lnTo>
                  <a:lnTo>
                    <a:pt x="237873" y="27678"/>
                  </a:lnTo>
                  <a:lnTo>
                    <a:pt x="248480" y="31248"/>
                  </a:lnTo>
                  <a:lnTo>
                    <a:pt x="273301" y="38938"/>
                  </a:lnTo>
                  <a:lnTo>
                    <a:pt x="282993" y="47270"/>
                  </a:lnTo>
                  <a:lnTo>
                    <a:pt x="293293" y="57110"/>
                  </a:lnTo>
                  <a:lnTo>
                    <a:pt x="300321" y="59046"/>
                  </a:lnTo>
                  <a:lnTo>
                    <a:pt x="307526" y="60106"/>
                  </a:lnTo>
                  <a:lnTo>
                    <a:pt x="314803" y="60275"/>
                  </a:lnTo>
                  <a:lnTo>
                    <a:pt x="322047" y="59550"/>
                  </a:lnTo>
                  <a:lnTo>
                    <a:pt x="374056" y="46369"/>
                  </a:lnTo>
                  <a:lnTo>
                    <a:pt x="377116" y="49194"/>
                  </a:lnTo>
                  <a:lnTo>
                    <a:pt x="381077" y="59935"/>
                  </a:lnTo>
                  <a:lnTo>
                    <a:pt x="387247" y="76663"/>
                  </a:lnTo>
                  <a:lnTo>
                    <a:pt x="380905" y="78440"/>
                  </a:lnTo>
                  <a:lnTo>
                    <a:pt x="374626" y="80200"/>
                  </a:lnTo>
                  <a:lnTo>
                    <a:pt x="367734" y="82131"/>
                  </a:lnTo>
                  <a:lnTo>
                    <a:pt x="362115" y="83705"/>
                  </a:lnTo>
                  <a:lnTo>
                    <a:pt x="355562" y="85542"/>
                  </a:lnTo>
                  <a:lnTo>
                    <a:pt x="347716" y="87740"/>
                  </a:lnTo>
                  <a:lnTo>
                    <a:pt x="340047" y="89889"/>
                  </a:lnTo>
                  <a:lnTo>
                    <a:pt x="335867" y="91060"/>
                  </a:lnTo>
                  <a:lnTo>
                    <a:pt x="330815" y="92476"/>
                  </a:lnTo>
                  <a:lnTo>
                    <a:pt x="324641" y="94206"/>
                  </a:lnTo>
                  <a:lnTo>
                    <a:pt x="317377" y="96241"/>
                  </a:lnTo>
                  <a:lnTo>
                    <a:pt x="309862" y="98347"/>
                  </a:lnTo>
                  <a:lnTo>
                    <a:pt x="300988" y="100834"/>
                  </a:lnTo>
                  <a:lnTo>
                    <a:pt x="293564" y="102914"/>
                  </a:lnTo>
                  <a:lnTo>
                    <a:pt x="285178" y="105263"/>
                  </a:lnTo>
                  <a:lnTo>
                    <a:pt x="276482" y="107700"/>
                  </a:lnTo>
                  <a:lnTo>
                    <a:pt x="268398" y="109965"/>
                  </a:lnTo>
                  <a:lnTo>
                    <a:pt x="267694" y="110162"/>
                  </a:lnTo>
                  <a:lnTo>
                    <a:pt x="258459" y="112750"/>
                  </a:lnTo>
                  <a:lnTo>
                    <a:pt x="249319" y="115311"/>
                  </a:lnTo>
                  <a:lnTo>
                    <a:pt x="238989" y="118205"/>
                  </a:lnTo>
                  <a:lnTo>
                    <a:pt x="229194" y="120950"/>
                  </a:lnTo>
                  <a:lnTo>
                    <a:pt x="221276" y="123169"/>
                  </a:lnTo>
                  <a:lnTo>
                    <a:pt x="211124" y="126013"/>
                  </a:lnTo>
                  <a:lnTo>
                    <a:pt x="201627" y="128674"/>
                  </a:lnTo>
                  <a:lnTo>
                    <a:pt x="191721" y="131450"/>
                  </a:lnTo>
                  <a:lnTo>
                    <a:pt x="183025" y="133886"/>
                  </a:lnTo>
                  <a:lnTo>
                    <a:pt x="176272" y="135779"/>
                  </a:lnTo>
                  <a:lnTo>
                    <a:pt x="169741" y="137609"/>
                  </a:lnTo>
                  <a:lnTo>
                    <a:pt x="162540" y="139626"/>
                  </a:lnTo>
                  <a:lnTo>
                    <a:pt x="157310" y="141092"/>
                  </a:lnTo>
                  <a:lnTo>
                    <a:pt x="151342" y="142764"/>
                  </a:lnTo>
                  <a:lnTo>
                    <a:pt x="144589" y="144656"/>
                  </a:lnTo>
                  <a:lnTo>
                    <a:pt x="139045" y="146210"/>
                  </a:lnTo>
                  <a:lnTo>
                    <a:pt x="131907" y="148210"/>
                  </a:lnTo>
                  <a:lnTo>
                    <a:pt x="127567" y="149426"/>
                  </a:lnTo>
                  <a:lnTo>
                    <a:pt x="125708" y="144512"/>
                  </a:lnTo>
                  <a:lnTo>
                    <a:pt x="122970" y="137272"/>
                  </a:lnTo>
                  <a:lnTo>
                    <a:pt x="120403" y="130487"/>
                  </a:lnTo>
                  <a:lnTo>
                    <a:pt x="117624" y="123140"/>
                  </a:lnTo>
                  <a:lnTo>
                    <a:pt x="115523" y="11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40852" y="3332238"/>
              <a:ext cx="124743" cy="148116"/>
            </a:xfrm>
            <a:custGeom>
              <a:avLst/>
              <a:pathLst>
                <a:path w="124743" h="148116">
                  <a:moveTo>
                    <a:pt x="121332" y="34939"/>
                  </a:moveTo>
                  <a:lnTo>
                    <a:pt x="118131" y="39729"/>
                  </a:lnTo>
                  <a:lnTo>
                    <a:pt x="115471" y="43710"/>
                  </a:lnTo>
                  <a:lnTo>
                    <a:pt x="112098" y="48758"/>
                  </a:lnTo>
                  <a:lnTo>
                    <a:pt x="108655" y="53911"/>
                  </a:lnTo>
                  <a:lnTo>
                    <a:pt x="104003" y="60873"/>
                  </a:lnTo>
                  <a:lnTo>
                    <a:pt x="99767" y="67214"/>
                  </a:lnTo>
                  <a:lnTo>
                    <a:pt x="94629" y="74902"/>
                  </a:lnTo>
                  <a:lnTo>
                    <a:pt x="90948" y="80411"/>
                  </a:lnTo>
                  <a:lnTo>
                    <a:pt x="86254" y="87437"/>
                  </a:lnTo>
                  <a:lnTo>
                    <a:pt x="82012" y="93785"/>
                  </a:lnTo>
                  <a:lnTo>
                    <a:pt x="77533" y="100489"/>
                  </a:lnTo>
                  <a:lnTo>
                    <a:pt x="73497" y="106529"/>
                  </a:lnTo>
                  <a:lnTo>
                    <a:pt x="69806" y="112053"/>
                  </a:lnTo>
                  <a:lnTo>
                    <a:pt x="66535" y="116948"/>
                  </a:lnTo>
                  <a:lnTo>
                    <a:pt x="63129" y="122045"/>
                  </a:lnTo>
                  <a:lnTo>
                    <a:pt x="59233" y="127876"/>
                  </a:lnTo>
                  <a:lnTo>
                    <a:pt x="56653" y="131737"/>
                  </a:lnTo>
                  <a:lnTo>
                    <a:pt x="53247" y="136834"/>
                  </a:lnTo>
                  <a:lnTo>
                    <a:pt x="50960" y="140257"/>
                  </a:lnTo>
                  <a:lnTo>
                    <a:pt x="49174" y="142931"/>
                  </a:lnTo>
                  <a:lnTo>
                    <a:pt x="47102" y="146032"/>
                  </a:lnTo>
                  <a:lnTo>
                    <a:pt x="45709" y="148116"/>
                  </a:lnTo>
                  <a:lnTo>
                    <a:pt x="40736" y="144809"/>
                  </a:lnTo>
                  <a:lnTo>
                    <a:pt x="37019" y="142337"/>
                  </a:lnTo>
                  <a:lnTo>
                    <a:pt x="32314" y="139209"/>
                  </a:lnTo>
                  <a:lnTo>
                    <a:pt x="27906" y="136278"/>
                  </a:lnTo>
                  <a:lnTo>
                    <a:pt x="24909" y="134285"/>
                  </a:lnTo>
                  <a:lnTo>
                    <a:pt x="21547" y="132049"/>
                  </a:lnTo>
                  <a:lnTo>
                    <a:pt x="18147" y="129788"/>
                  </a:lnTo>
                  <a:lnTo>
                    <a:pt x="15513" y="128037"/>
                  </a:lnTo>
                  <a:lnTo>
                    <a:pt x="12693" y="126161"/>
                  </a:lnTo>
                  <a:lnTo>
                    <a:pt x="8773" y="123554"/>
                  </a:lnTo>
                  <a:lnTo>
                    <a:pt x="5517" y="121390"/>
                  </a:lnTo>
                  <a:lnTo>
                    <a:pt x="0" y="117720"/>
                  </a:lnTo>
                  <a:lnTo>
                    <a:pt x="4768" y="110857"/>
                  </a:lnTo>
                  <a:lnTo>
                    <a:pt x="9171" y="104520"/>
                  </a:lnTo>
                  <a:lnTo>
                    <a:pt x="12878" y="99184"/>
                  </a:lnTo>
                  <a:lnTo>
                    <a:pt x="15801" y="94978"/>
                  </a:lnTo>
                  <a:lnTo>
                    <a:pt x="19713" y="89346"/>
                  </a:lnTo>
                  <a:lnTo>
                    <a:pt x="23481" y="83923"/>
                  </a:lnTo>
                  <a:lnTo>
                    <a:pt x="27279" y="78456"/>
                  </a:lnTo>
                  <a:lnTo>
                    <a:pt x="31561" y="72294"/>
                  </a:lnTo>
                  <a:lnTo>
                    <a:pt x="36081" y="65788"/>
                  </a:lnTo>
                  <a:lnTo>
                    <a:pt x="40295" y="59723"/>
                  </a:lnTo>
                  <a:lnTo>
                    <a:pt x="44254" y="54024"/>
                  </a:lnTo>
                  <a:lnTo>
                    <a:pt x="48583" y="47794"/>
                  </a:lnTo>
                  <a:lnTo>
                    <a:pt x="52707" y="41859"/>
                  </a:lnTo>
                  <a:lnTo>
                    <a:pt x="57136" y="35483"/>
                  </a:lnTo>
                  <a:lnTo>
                    <a:pt x="60669" y="30399"/>
                  </a:lnTo>
                  <a:lnTo>
                    <a:pt x="63693" y="26047"/>
                  </a:lnTo>
                  <a:lnTo>
                    <a:pt x="66628" y="21821"/>
                  </a:lnTo>
                  <a:lnTo>
                    <a:pt x="70971" y="15570"/>
                  </a:lnTo>
                  <a:lnTo>
                    <a:pt x="76244" y="7981"/>
                  </a:lnTo>
                  <a:lnTo>
                    <a:pt x="81790" y="0"/>
                  </a:lnTo>
                  <a:lnTo>
                    <a:pt x="93376" y="8047"/>
                  </a:lnTo>
                  <a:lnTo>
                    <a:pt x="107276" y="17702"/>
                  </a:lnTo>
                  <a:lnTo>
                    <a:pt x="124743" y="29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186511" y="3298937"/>
              <a:ext cx="125007" cy="143544"/>
            </a:xfrm>
            <a:custGeom>
              <a:avLst/>
              <a:pathLst>
                <a:path w="125007" h="143544">
                  <a:moveTo>
                    <a:pt x="121599" y="36843"/>
                  </a:moveTo>
                  <a:lnTo>
                    <a:pt x="118783" y="40773"/>
                  </a:lnTo>
                  <a:lnTo>
                    <a:pt x="115430" y="45453"/>
                  </a:lnTo>
                  <a:lnTo>
                    <a:pt x="111450" y="51009"/>
                  </a:lnTo>
                  <a:lnTo>
                    <a:pt x="108220" y="55517"/>
                  </a:lnTo>
                  <a:lnTo>
                    <a:pt x="104201" y="61127"/>
                  </a:lnTo>
                  <a:lnTo>
                    <a:pt x="101553" y="64823"/>
                  </a:lnTo>
                  <a:lnTo>
                    <a:pt x="99169" y="68150"/>
                  </a:lnTo>
                  <a:lnTo>
                    <a:pt x="96107" y="72424"/>
                  </a:lnTo>
                  <a:lnTo>
                    <a:pt x="92626" y="77284"/>
                  </a:lnTo>
                  <a:lnTo>
                    <a:pt x="89295" y="81933"/>
                  </a:lnTo>
                  <a:lnTo>
                    <a:pt x="85897" y="86675"/>
                  </a:lnTo>
                  <a:lnTo>
                    <a:pt x="82018" y="92090"/>
                  </a:lnTo>
                  <a:lnTo>
                    <a:pt x="78324" y="97246"/>
                  </a:lnTo>
                  <a:lnTo>
                    <a:pt x="74461" y="102638"/>
                  </a:lnTo>
                  <a:lnTo>
                    <a:pt x="70940" y="107552"/>
                  </a:lnTo>
                  <a:lnTo>
                    <a:pt x="66317" y="114006"/>
                  </a:lnTo>
                  <a:lnTo>
                    <a:pt x="61240" y="121092"/>
                  </a:lnTo>
                  <a:lnTo>
                    <a:pt x="57383" y="126476"/>
                  </a:lnTo>
                  <a:lnTo>
                    <a:pt x="53292" y="132186"/>
                  </a:lnTo>
                  <a:lnTo>
                    <a:pt x="45155" y="143544"/>
                  </a:lnTo>
                  <a:lnTo>
                    <a:pt x="35719" y="137192"/>
                  </a:lnTo>
                  <a:lnTo>
                    <a:pt x="19233" y="126095"/>
                  </a:lnTo>
                  <a:lnTo>
                    <a:pt x="0" y="113148"/>
                  </a:lnTo>
                  <a:lnTo>
                    <a:pt x="3714" y="107773"/>
                  </a:lnTo>
                  <a:lnTo>
                    <a:pt x="7733" y="101958"/>
                  </a:lnTo>
                  <a:lnTo>
                    <a:pt x="11056" y="97150"/>
                  </a:lnTo>
                  <a:lnTo>
                    <a:pt x="14855" y="91653"/>
                  </a:lnTo>
                  <a:lnTo>
                    <a:pt x="17047" y="88481"/>
                  </a:lnTo>
                  <a:lnTo>
                    <a:pt x="20350" y="83702"/>
                  </a:lnTo>
                  <a:lnTo>
                    <a:pt x="23355" y="79354"/>
                  </a:lnTo>
                  <a:lnTo>
                    <a:pt x="26296" y="75097"/>
                  </a:lnTo>
                  <a:lnTo>
                    <a:pt x="28979" y="71216"/>
                  </a:lnTo>
                  <a:lnTo>
                    <a:pt x="31749" y="67207"/>
                  </a:lnTo>
                  <a:lnTo>
                    <a:pt x="34794" y="62802"/>
                  </a:lnTo>
                  <a:lnTo>
                    <a:pt x="37540" y="58829"/>
                  </a:lnTo>
                  <a:lnTo>
                    <a:pt x="40007" y="55258"/>
                  </a:lnTo>
                  <a:lnTo>
                    <a:pt x="42055" y="52296"/>
                  </a:lnTo>
                  <a:lnTo>
                    <a:pt x="45045" y="47968"/>
                  </a:lnTo>
                  <a:lnTo>
                    <a:pt x="47489" y="44433"/>
                  </a:lnTo>
                  <a:lnTo>
                    <a:pt x="51226" y="39024"/>
                  </a:lnTo>
                  <a:lnTo>
                    <a:pt x="54261" y="34633"/>
                  </a:lnTo>
                  <a:lnTo>
                    <a:pt x="57359" y="30151"/>
                  </a:lnTo>
                  <a:lnTo>
                    <a:pt x="61004" y="24877"/>
                  </a:lnTo>
                  <a:lnTo>
                    <a:pt x="64737" y="19475"/>
                  </a:lnTo>
                  <a:lnTo>
                    <a:pt x="67767" y="15091"/>
                  </a:lnTo>
                  <a:lnTo>
                    <a:pt x="71613" y="9526"/>
                  </a:lnTo>
                  <a:lnTo>
                    <a:pt x="78197" y="0"/>
                  </a:lnTo>
                  <a:lnTo>
                    <a:pt x="85956" y="5318"/>
                  </a:lnTo>
                  <a:lnTo>
                    <a:pt x="95086" y="11576"/>
                  </a:lnTo>
                  <a:lnTo>
                    <a:pt x="107225" y="19897"/>
                  </a:lnTo>
                  <a:lnTo>
                    <a:pt x="125007" y="320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271201" y="3237417"/>
              <a:ext cx="89036" cy="81063"/>
            </a:xfrm>
            <a:custGeom>
              <a:avLst/>
              <a:pathLst>
                <a:path w="89036" h="81063">
                  <a:moveTo>
                    <a:pt x="33849" y="14063"/>
                  </a:moveTo>
                  <a:lnTo>
                    <a:pt x="42651" y="8445"/>
                  </a:lnTo>
                  <a:lnTo>
                    <a:pt x="64137" y="1531"/>
                  </a:lnTo>
                  <a:lnTo>
                    <a:pt x="68896" y="0"/>
                  </a:lnTo>
                  <a:lnTo>
                    <a:pt x="81214" y="26171"/>
                  </a:lnTo>
                  <a:lnTo>
                    <a:pt x="89036" y="42790"/>
                  </a:lnTo>
                  <a:lnTo>
                    <a:pt x="81270" y="47024"/>
                  </a:lnTo>
                  <a:lnTo>
                    <a:pt x="76250" y="50970"/>
                  </a:lnTo>
                  <a:lnTo>
                    <a:pt x="65105" y="59711"/>
                  </a:lnTo>
                  <a:lnTo>
                    <a:pt x="62003" y="62177"/>
                  </a:lnTo>
                  <a:lnTo>
                    <a:pt x="57311" y="65909"/>
                  </a:lnTo>
                  <a:lnTo>
                    <a:pt x="52404" y="72399"/>
                  </a:lnTo>
                  <a:lnTo>
                    <a:pt x="45403" y="81063"/>
                  </a:lnTo>
                  <a:lnTo>
                    <a:pt x="25058" y="66996"/>
                  </a:lnTo>
                  <a:lnTo>
                    <a:pt x="0" y="49670"/>
                  </a:lnTo>
                  <a:lnTo>
                    <a:pt x="10640" y="34980"/>
                  </a:lnTo>
                  <a:lnTo>
                    <a:pt x="15443" y="30639"/>
                  </a:lnTo>
                  <a:lnTo>
                    <a:pt x="23826" y="21646"/>
                  </a:lnTo>
                  <a:lnTo>
                    <a:pt x="33062" y="1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2967084" y="3273495"/>
              <a:ext cx="262858" cy="131221"/>
            </a:xfrm>
            <a:custGeom>
              <a:avLst/>
              <a:pathLst>
                <a:path w="262858" h="131221">
                  <a:moveTo>
                    <a:pt x="45905" y="9817"/>
                  </a:moveTo>
                  <a:lnTo>
                    <a:pt x="48917" y="10599"/>
                  </a:lnTo>
                  <a:lnTo>
                    <a:pt x="72282" y="16668"/>
                  </a:lnTo>
                  <a:lnTo>
                    <a:pt x="81423" y="19004"/>
                  </a:lnTo>
                  <a:lnTo>
                    <a:pt x="106371" y="25996"/>
                  </a:lnTo>
                  <a:lnTo>
                    <a:pt x="131543" y="32090"/>
                  </a:lnTo>
                  <a:lnTo>
                    <a:pt x="156908" y="37279"/>
                  </a:lnTo>
                  <a:lnTo>
                    <a:pt x="182436" y="41557"/>
                  </a:lnTo>
                  <a:lnTo>
                    <a:pt x="208095" y="44919"/>
                  </a:lnTo>
                  <a:lnTo>
                    <a:pt x="216988" y="44382"/>
                  </a:lnTo>
                  <a:lnTo>
                    <a:pt x="225786" y="42951"/>
                  </a:lnTo>
                  <a:lnTo>
                    <a:pt x="234402" y="40638"/>
                  </a:lnTo>
                  <a:lnTo>
                    <a:pt x="242754" y="37468"/>
                  </a:lnTo>
                  <a:lnTo>
                    <a:pt x="244590" y="38876"/>
                  </a:lnTo>
                  <a:lnTo>
                    <a:pt x="248233" y="41671"/>
                  </a:lnTo>
                  <a:lnTo>
                    <a:pt x="251863" y="44455"/>
                  </a:lnTo>
                  <a:lnTo>
                    <a:pt x="255732" y="47422"/>
                  </a:lnTo>
                  <a:lnTo>
                    <a:pt x="257701" y="48933"/>
                  </a:lnTo>
                  <a:lnTo>
                    <a:pt x="259602" y="50390"/>
                  </a:lnTo>
                  <a:lnTo>
                    <a:pt x="262858" y="52887"/>
                  </a:lnTo>
                  <a:lnTo>
                    <a:pt x="260028" y="56844"/>
                  </a:lnTo>
                  <a:lnTo>
                    <a:pt x="256994" y="61086"/>
                  </a:lnTo>
                  <a:lnTo>
                    <a:pt x="252352" y="67577"/>
                  </a:lnTo>
                  <a:lnTo>
                    <a:pt x="247197" y="74785"/>
                  </a:lnTo>
                  <a:lnTo>
                    <a:pt x="241717" y="82448"/>
                  </a:lnTo>
                  <a:lnTo>
                    <a:pt x="235310" y="91407"/>
                  </a:lnTo>
                  <a:lnTo>
                    <a:pt x="228947" y="100304"/>
                  </a:lnTo>
                  <a:lnTo>
                    <a:pt x="222826" y="108863"/>
                  </a:lnTo>
                  <a:lnTo>
                    <a:pt x="222338" y="109469"/>
                  </a:lnTo>
                  <a:lnTo>
                    <a:pt x="216334" y="116916"/>
                  </a:lnTo>
                  <a:lnTo>
                    <a:pt x="215087" y="118462"/>
                  </a:lnTo>
                  <a:lnTo>
                    <a:pt x="205080" y="105984"/>
                  </a:lnTo>
                  <a:lnTo>
                    <a:pt x="199780" y="99375"/>
                  </a:lnTo>
                  <a:lnTo>
                    <a:pt x="199670" y="99238"/>
                  </a:lnTo>
                  <a:lnTo>
                    <a:pt x="190901" y="88303"/>
                  </a:lnTo>
                  <a:lnTo>
                    <a:pt x="185834" y="81984"/>
                  </a:lnTo>
                  <a:lnTo>
                    <a:pt x="181340" y="83696"/>
                  </a:lnTo>
                  <a:lnTo>
                    <a:pt x="190462" y="96378"/>
                  </a:lnTo>
                  <a:lnTo>
                    <a:pt x="199068" y="108342"/>
                  </a:lnTo>
                  <a:lnTo>
                    <a:pt x="205957" y="117918"/>
                  </a:lnTo>
                  <a:lnTo>
                    <a:pt x="210953" y="124865"/>
                  </a:lnTo>
                  <a:lnTo>
                    <a:pt x="206016" y="127822"/>
                  </a:lnTo>
                  <a:lnTo>
                    <a:pt x="200340" y="131221"/>
                  </a:lnTo>
                  <a:lnTo>
                    <a:pt x="195025" y="130873"/>
                  </a:lnTo>
                  <a:lnTo>
                    <a:pt x="189658" y="130521"/>
                  </a:lnTo>
                  <a:lnTo>
                    <a:pt x="185214" y="130230"/>
                  </a:lnTo>
                  <a:lnTo>
                    <a:pt x="179609" y="129862"/>
                  </a:lnTo>
                  <a:lnTo>
                    <a:pt x="174521" y="129529"/>
                  </a:lnTo>
                  <a:lnTo>
                    <a:pt x="169023" y="129168"/>
                  </a:lnTo>
                  <a:lnTo>
                    <a:pt x="163674" y="128817"/>
                  </a:lnTo>
                  <a:lnTo>
                    <a:pt x="159109" y="128518"/>
                  </a:lnTo>
                  <a:lnTo>
                    <a:pt x="154035" y="128186"/>
                  </a:lnTo>
                  <a:lnTo>
                    <a:pt x="147864" y="127781"/>
                  </a:lnTo>
                  <a:lnTo>
                    <a:pt x="142175" y="127408"/>
                  </a:lnTo>
                  <a:lnTo>
                    <a:pt x="137143" y="127078"/>
                  </a:lnTo>
                  <a:lnTo>
                    <a:pt x="130930" y="126671"/>
                  </a:lnTo>
                  <a:lnTo>
                    <a:pt x="123500" y="126184"/>
                  </a:lnTo>
                  <a:lnTo>
                    <a:pt x="116353" y="125715"/>
                  </a:lnTo>
                  <a:lnTo>
                    <a:pt x="109744" y="125282"/>
                  </a:lnTo>
                  <a:lnTo>
                    <a:pt x="105865" y="125028"/>
                  </a:lnTo>
                  <a:lnTo>
                    <a:pt x="100749" y="124693"/>
                  </a:lnTo>
                  <a:lnTo>
                    <a:pt x="94869" y="124307"/>
                  </a:lnTo>
                  <a:lnTo>
                    <a:pt x="88861" y="123913"/>
                  </a:lnTo>
                  <a:lnTo>
                    <a:pt x="85378" y="123685"/>
                  </a:lnTo>
                  <a:lnTo>
                    <a:pt x="80819" y="123386"/>
                  </a:lnTo>
                  <a:lnTo>
                    <a:pt x="76601" y="123110"/>
                  </a:lnTo>
                  <a:lnTo>
                    <a:pt x="72712" y="122855"/>
                  </a:lnTo>
                  <a:lnTo>
                    <a:pt x="69617" y="122652"/>
                  </a:lnTo>
                  <a:lnTo>
                    <a:pt x="65735" y="122397"/>
                  </a:lnTo>
                  <a:lnTo>
                    <a:pt x="61010" y="122088"/>
                  </a:lnTo>
                  <a:lnTo>
                    <a:pt x="56203" y="121772"/>
                  </a:lnTo>
                  <a:lnTo>
                    <a:pt x="52241" y="121513"/>
                  </a:lnTo>
                  <a:lnTo>
                    <a:pt x="48178" y="121246"/>
                  </a:lnTo>
                  <a:lnTo>
                    <a:pt x="44421" y="121000"/>
                  </a:lnTo>
                  <a:lnTo>
                    <a:pt x="40444" y="120739"/>
                  </a:lnTo>
                  <a:lnTo>
                    <a:pt x="36728" y="120496"/>
                  </a:lnTo>
                  <a:lnTo>
                    <a:pt x="32915" y="120246"/>
                  </a:lnTo>
                  <a:lnTo>
                    <a:pt x="28598" y="119963"/>
                  </a:lnTo>
                  <a:lnTo>
                    <a:pt x="25208" y="119741"/>
                  </a:lnTo>
                  <a:lnTo>
                    <a:pt x="21741" y="119513"/>
                  </a:lnTo>
                  <a:lnTo>
                    <a:pt x="18678" y="119313"/>
                  </a:lnTo>
                  <a:lnTo>
                    <a:pt x="15266" y="119089"/>
                  </a:lnTo>
                  <a:lnTo>
                    <a:pt x="11607" y="118849"/>
                  </a:lnTo>
                  <a:lnTo>
                    <a:pt x="9152" y="118688"/>
                  </a:lnTo>
                  <a:lnTo>
                    <a:pt x="7101" y="118554"/>
                  </a:lnTo>
                  <a:lnTo>
                    <a:pt x="8139" y="108625"/>
                  </a:lnTo>
                  <a:lnTo>
                    <a:pt x="9521" y="95410"/>
                  </a:lnTo>
                  <a:lnTo>
                    <a:pt x="11452" y="76939"/>
                  </a:lnTo>
                  <a:lnTo>
                    <a:pt x="12122" y="76367"/>
                  </a:lnTo>
                  <a:lnTo>
                    <a:pt x="31191" y="60075"/>
                  </a:lnTo>
                  <a:lnTo>
                    <a:pt x="7225" y="37018"/>
                  </a:lnTo>
                  <a:lnTo>
                    <a:pt x="31191" y="38008"/>
                  </a:lnTo>
                  <a:lnTo>
                    <a:pt x="32072" y="36747"/>
                  </a:lnTo>
                  <a:lnTo>
                    <a:pt x="24935" y="21886"/>
                  </a:lnTo>
                  <a:lnTo>
                    <a:pt x="22556" y="19634"/>
                  </a:lnTo>
                  <a:lnTo>
                    <a:pt x="1409" y="5224"/>
                  </a:lnTo>
                  <a:lnTo>
                    <a:pt x="0" y="3962"/>
                  </a:lnTo>
                  <a:lnTo>
                    <a:pt x="863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791909" y="2963251"/>
              <a:ext cx="83362" cy="86172"/>
            </a:xfrm>
            <a:custGeom>
              <a:avLst/>
              <a:pathLst>
                <a:path w="83362" h="86172">
                  <a:moveTo>
                    <a:pt x="76891" y="40056"/>
                  </a:moveTo>
                  <a:lnTo>
                    <a:pt x="72857" y="46463"/>
                  </a:lnTo>
                  <a:lnTo>
                    <a:pt x="69189" y="52288"/>
                  </a:lnTo>
                  <a:lnTo>
                    <a:pt x="63544" y="61252"/>
                  </a:lnTo>
                  <a:lnTo>
                    <a:pt x="57859" y="70280"/>
                  </a:lnTo>
                  <a:lnTo>
                    <a:pt x="47852" y="86172"/>
                  </a:lnTo>
                  <a:lnTo>
                    <a:pt x="34405" y="77302"/>
                  </a:lnTo>
                  <a:lnTo>
                    <a:pt x="0" y="54604"/>
                  </a:lnTo>
                  <a:lnTo>
                    <a:pt x="3399" y="49626"/>
                  </a:lnTo>
                  <a:lnTo>
                    <a:pt x="8100" y="42740"/>
                  </a:lnTo>
                  <a:lnTo>
                    <a:pt x="13726" y="34499"/>
                  </a:lnTo>
                  <a:lnTo>
                    <a:pt x="19072" y="26669"/>
                  </a:lnTo>
                  <a:lnTo>
                    <a:pt x="24739" y="18369"/>
                  </a:lnTo>
                  <a:lnTo>
                    <a:pt x="28895" y="12281"/>
                  </a:lnTo>
                  <a:lnTo>
                    <a:pt x="32489" y="7018"/>
                  </a:lnTo>
                  <a:lnTo>
                    <a:pt x="37280" y="0"/>
                  </a:lnTo>
                  <a:lnTo>
                    <a:pt x="50565" y="8585"/>
                  </a:lnTo>
                  <a:lnTo>
                    <a:pt x="83362" y="29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751247" y="2932301"/>
              <a:ext cx="72148" cy="71562"/>
            </a:xfrm>
            <a:custGeom>
              <a:avLst/>
              <a:pathLst>
                <a:path w="72148" h="71562">
                  <a:moveTo>
                    <a:pt x="68294" y="34363"/>
                  </a:moveTo>
                  <a:lnTo>
                    <a:pt x="60953" y="44930"/>
                  </a:lnTo>
                  <a:lnTo>
                    <a:pt x="49792" y="60996"/>
                  </a:lnTo>
                  <a:lnTo>
                    <a:pt x="42453" y="71562"/>
                  </a:lnTo>
                  <a:lnTo>
                    <a:pt x="22416" y="58463"/>
                  </a:lnTo>
                  <a:lnTo>
                    <a:pt x="0" y="43809"/>
                  </a:lnTo>
                  <a:lnTo>
                    <a:pt x="5180" y="36118"/>
                  </a:lnTo>
                  <a:lnTo>
                    <a:pt x="10687" y="27943"/>
                  </a:lnTo>
                  <a:lnTo>
                    <a:pt x="17158" y="18337"/>
                  </a:lnTo>
                  <a:lnTo>
                    <a:pt x="20997" y="12637"/>
                  </a:lnTo>
                  <a:lnTo>
                    <a:pt x="26091" y="5075"/>
                  </a:lnTo>
                  <a:lnTo>
                    <a:pt x="29510" y="0"/>
                  </a:lnTo>
                  <a:lnTo>
                    <a:pt x="41484" y="8092"/>
                  </a:lnTo>
                  <a:lnTo>
                    <a:pt x="72148" y="2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697006" y="2892995"/>
              <a:ext cx="79014" cy="75226"/>
            </a:xfrm>
            <a:custGeom>
              <a:avLst/>
              <a:pathLst>
                <a:path w="79014" h="75226">
                  <a:moveTo>
                    <a:pt x="74956" y="38121"/>
                  </a:moveTo>
                  <a:lnTo>
                    <a:pt x="70211" y="44617"/>
                  </a:lnTo>
                  <a:lnTo>
                    <a:pt x="63807" y="53383"/>
                  </a:lnTo>
                  <a:lnTo>
                    <a:pt x="56239" y="63744"/>
                  </a:lnTo>
                  <a:lnTo>
                    <a:pt x="47853" y="75226"/>
                  </a:lnTo>
                  <a:lnTo>
                    <a:pt x="29920" y="62595"/>
                  </a:lnTo>
                  <a:lnTo>
                    <a:pt x="0" y="41522"/>
                  </a:lnTo>
                  <a:lnTo>
                    <a:pt x="3545" y="36577"/>
                  </a:lnTo>
                  <a:lnTo>
                    <a:pt x="10678" y="26629"/>
                  </a:lnTo>
                  <a:lnTo>
                    <a:pt x="17952" y="16484"/>
                  </a:lnTo>
                  <a:lnTo>
                    <a:pt x="24973" y="6691"/>
                  </a:lnTo>
                  <a:lnTo>
                    <a:pt x="29771" y="0"/>
                  </a:lnTo>
                  <a:lnTo>
                    <a:pt x="53658" y="15797"/>
                  </a:lnTo>
                  <a:lnTo>
                    <a:pt x="79014" y="32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19109" y="3088125"/>
              <a:ext cx="100090" cy="108446"/>
            </a:xfrm>
            <a:custGeom>
              <a:avLst/>
              <a:pathLst>
                <a:path w="100090" h="108446">
                  <a:moveTo>
                    <a:pt x="6355" y="67636"/>
                  </a:moveTo>
                  <a:lnTo>
                    <a:pt x="12620" y="58337"/>
                  </a:lnTo>
                  <a:lnTo>
                    <a:pt x="17624" y="50909"/>
                  </a:lnTo>
                  <a:lnTo>
                    <a:pt x="23492" y="42200"/>
                  </a:lnTo>
                  <a:lnTo>
                    <a:pt x="27796" y="35811"/>
                  </a:lnTo>
                  <a:lnTo>
                    <a:pt x="33176" y="27826"/>
                  </a:lnTo>
                  <a:lnTo>
                    <a:pt x="37834" y="20911"/>
                  </a:lnTo>
                  <a:lnTo>
                    <a:pt x="43120" y="13065"/>
                  </a:lnTo>
                  <a:lnTo>
                    <a:pt x="51923" y="0"/>
                  </a:lnTo>
                  <a:lnTo>
                    <a:pt x="81081" y="17928"/>
                  </a:lnTo>
                  <a:lnTo>
                    <a:pt x="100090" y="29617"/>
                  </a:lnTo>
                  <a:lnTo>
                    <a:pt x="95653" y="36494"/>
                  </a:lnTo>
                  <a:lnTo>
                    <a:pt x="91670" y="42666"/>
                  </a:lnTo>
                  <a:lnTo>
                    <a:pt x="87282" y="49465"/>
                  </a:lnTo>
                  <a:lnTo>
                    <a:pt x="82653" y="56639"/>
                  </a:lnTo>
                  <a:lnTo>
                    <a:pt x="78294" y="63393"/>
                  </a:lnTo>
                  <a:lnTo>
                    <a:pt x="72452" y="72447"/>
                  </a:lnTo>
                  <a:lnTo>
                    <a:pt x="66397" y="81829"/>
                  </a:lnTo>
                  <a:lnTo>
                    <a:pt x="58997" y="93297"/>
                  </a:lnTo>
                  <a:lnTo>
                    <a:pt x="49221" y="108446"/>
                  </a:lnTo>
                  <a:lnTo>
                    <a:pt x="33740" y="98442"/>
                  </a:lnTo>
                  <a:lnTo>
                    <a:pt x="28773" y="95233"/>
                  </a:lnTo>
                  <a:lnTo>
                    <a:pt x="0" y="77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790088" y="3065411"/>
              <a:ext cx="78885" cy="96168"/>
            </a:xfrm>
            <a:custGeom>
              <a:avLst/>
              <a:pathLst>
                <a:path w="78885" h="96168">
                  <a:moveTo>
                    <a:pt x="26168" y="96168"/>
                  </a:moveTo>
                  <a:lnTo>
                    <a:pt x="15915" y="89603"/>
                  </a:lnTo>
                  <a:lnTo>
                    <a:pt x="0" y="79415"/>
                  </a:lnTo>
                  <a:lnTo>
                    <a:pt x="4589" y="73117"/>
                  </a:lnTo>
                  <a:lnTo>
                    <a:pt x="8551" y="67678"/>
                  </a:lnTo>
                  <a:lnTo>
                    <a:pt x="10168" y="65223"/>
                  </a:lnTo>
                  <a:lnTo>
                    <a:pt x="16450" y="55685"/>
                  </a:lnTo>
                  <a:lnTo>
                    <a:pt x="22967" y="45790"/>
                  </a:lnTo>
                  <a:lnTo>
                    <a:pt x="29524" y="35835"/>
                  </a:lnTo>
                  <a:lnTo>
                    <a:pt x="36017" y="25977"/>
                  </a:lnTo>
                  <a:lnTo>
                    <a:pt x="43718" y="14284"/>
                  </a:lnTo>
                  <a:lnTo>
                    <a:pt x="53127" y="0"/>
                  </a:lnTo>
                  <a:lnTo>
                    <a:pt x="56364" y="2317"/>
                  </a:lnTo>
                  <a:lnTo>
                    <a:pt x="59829" y="4798"/>
                  </a:lnTo>
                  <a:lnTo>
                    <a:pt x="62904" y="6999"/>
                  </a:lnTo>
                  <a:lnTo>
                    <a:pt x="67007" y="9937"/>
                  </a:lnTo>
                  <a:lnTo>
                    <a:pt x="72890" y="14148"/>
                  </a:lnTo>
                  <a:lnTo>
                    <a:pt x="78885" y="18440"/>
                  </a:lnTo>
                  <a:lnTo>
                    <a:pt x="75332" y="23700"/>
                  </a:lnTo>
                  <a:lnTo>
                    <a:pt x="72853" y="27371"/>
                  </a:lnTo>
                  <a:lnTo>
                    <a:pt x="69971" y="31638"/>
                  </a:lnTo>
                  <a:lnTo>
                    <a:pt x="67417" y="35420"/>
                  </a:lnTo>
                  <a:lnTo>
                    <a:pt x="64339" y="39977"/>
                  </a:lnTo>
                  <a:lnTo>
                    <a:pt x="59204" y="47579"/>
                  </a:lnTo>
                  <a:lnTo>
                    <a:pt x="54327" y="54800"/>
                  </a:lnTo>
                  <a:lnTo>
                    <a:pt x="48428" y="63533"/>
                  </a:lnTo>
                  <a:lnTo>
                    <a:pt x="42368" y="72505"/>
                  </a:lnTo>
                  <a:lnTo>
                    <a:pt x="37101" y="80304"/>
                  </a:lnTo>
                  <a:lnTo>
                    <a:pt x="31672" y="88341"/>
                  </a:lnTo>
                  <a:lnTo>
                    <a:pt x="27754" y="94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842083" y="3000873"/>
              <a:ext cx="75686" cy="78612"/>
            </a:xfrm>
            <a:custGeom>
              <a:avLst/>
              <a:pathLst>
                <a:path w="75686" h="78612">
                  <a:moveTo>
                    <a:pt x="71696" y="36693"/>
                  </a:moveTo>
                  <a:lnTo>
                    <a:pt x="68832" y="41008"/>
                  </a:lnTo>
                  <a:lnTo>
                    <a:pt x="65582" y="45904"/>
                  </a:lnTo>
                  <a:lnTo>
                    <a:pt x="61913" y="51431"/>
                  </a:lnTo>
                  <a:lnTo>
                    <a:pt x="58707" y="56262"/>
                  </a:lnTo>
                  <a:lnTo>
                    <a:pt x="55121" y="61663"/>
                  </a:lnTo>
                  <a:lnTo>
                    <a:pt x="50557" y="68539"/>
                  </a:lnTo>
                  <a:lnTo>
                    <a:pt x="43871" y="78612"/>
                  </a:lnTo>
                  <a:lnTo>
                    <a:pt x="28657" y="68578"/>
                  </a:lnTo>
                  <a:lnTo>
                    <a:pt x="0" y="49678"/>
                  </a:lnTo>
                  <a:lnTo>
                    <a:pt x="5059" y="42383"/>
                  </a:lnTo>
                  <a:lnTo>
                    <a:pt x="8658" y="37193"/>
                  </a:lnTo>
                  <a:lnTo>
                    <a:pt x="13572" y="30107"/>
                  </a:lnTo>
                  <a:lnTo>
                    <a:pt x="17357" y="24650"/>
                  </a:lnTo>
                  <a:lnTo>
                    <a:pt x="21107" y="19243"/>
                  </a:lnTo>
                  <a:lnTo>
                    <a:pt x="24990" y="13644"/>
                  </a:lnTo>
                  <a:lnTo>
                    <a:pt x="29938" y="6509"/>
                  </a:lnTo>
                  <a:lnTo>
                    <a:pt x="34453" y="0"/>
                  </a:lnTo>
                  <a:lnTo>
                    <a:pt x="61466" y="20102"/>
                  </a:lnTo>
                  <a:lnTo>
                    <a:pt x="75686" y="306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892475" y="3037504"/>
              <a:ext cx="76039" cy="75847"/>
            </a:xfrm>
            <a:custGeom>
              <a:avLst/>
              <a:pathLst>
                <a:path w="76039" h="75847">
                  <a:moveTo>
                    <a:pt x="71752" y="37166"/>
                  </a:moveTo>
                  <a:lnTo>
                    <a:pt x="67860" y="42904"/>
                  </a:lnTo>
                  <a:lnTo>
                    <a:pt x="62823" y="50330"/>
                  </a:lnTo>
                  <a:lnTo>
                    <a:pt x="57883" y="57613"/>
                  </a:lnTo>
                  <a:lnTo>
                    <a:pt x="53812" y="63615"/>
                  </a:lnTo>
                  <a:lnTo>
                    <a:pt x="45515" y="75847"/>
                  </a:lnTo>
                  <a:lnTo>
                    <a:pt x="33409" y="67666"/>
                  </a:lnTo>
                  <a:lnTo>
                    <a:pt x="0" y="45086"/>
                  </a:lnTo>
                  <a:lnTo>
                    <a:pt x="3534" y="39565"/>
                  </a:lnTo>
                  <a:lnTo>
                    <a:pt x="7729" y="33013"/>
                  </a:lnTo>
                  <a:lnTo>
                    <a:pt x="13651" y="23762"/>
                  </a:lnTo>
                  <a:lnTo>
                    <a:pt x="17634" y="17541"/>
                  </a:lnTo>
                  <a:lnTo>
                    <a:pt x="23501" y="8375"/>
                  </a:lnTo>
                  <a:lnTo>
                    <a:pt x="28864" y="0"/>
                  </a:lnTo>
                  <a:lnTo>
                    <a:pt x="50647" y="14243"/>
                  </a:lnTo>
                  <a:lnTo>
                    <a:pt x="76039" y="30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08480" y="3029006"/>
              <a:ext cx="130205" cy="132815"/>
            </a:xfrm>
            <a:custGeom>
              <a:avLst/>
              <a:pathLst>
                <a:path w="130205" h="132815">
                  <a:moveTo>
                    <a:pt x="126992" y="39399"/>
                  </a:moveTo>
                  <a:lnTo>
                    <a:pt x="123158" y="45010"/>
                  </a:lnTo>
                  <a:lnTo>
                    <a:pt x="119643" y="50153"/>
                  </a:lnTo>
                  <a:lnTo>
                    <a:pt x="115447" y="56293"/>
                  </a:lnTo>
                  <a:lnTo>
                    <a:pt x="109837" y="64504"/>
                  </a:lnTo>
                  <a:lnTo>
                    <a:pt x="104173" y="72791"/>
                  </a:lnTo>
                  <a:lnTo>
                    <a:pt x="98914" y="80488"/>
                  </a:lnTo>
                  <a:lnTo>
                    <a:pt x="92692" y="89592"/>
                  </a:lnTo>
                  <a:lnTo>
                    <a:pt x="85996" y="99391"/>
                  </a:lnTo>
                  <a:lnTo>
                    <a:pt x="80333" y="107679"/>
                  </a:lnTo>
                  <a:lnTo>
                    <a:pt x="76055" y="113939"/>
                  </a:lnTo>
                  <a:lnTo>
                    <a:pt x="71063" y="121244"/>
                  </a:lnTo>
                  <a:lnTo>
                    <a:pt x="66754" y="127549"/>
                  </a:lnTo>
                  <a:lnTo>
                    <a:pt x="64346" y="131073"/>
                  </a:lnTo>
                  <a:lnTo>
                    <a:pt x="63156" y="132815"/>
                  </a:lnTo>
                  <a:lnTo>
                    <a:pt x="45098" y="127530"/>
                  </a:lnTo>
                  <a:lnTo>
                    <a:pt x="0" y="114329"/>
                  </a:lnTo>
                  <a:lnTo>
                    <a:pt x="6515" y="104801"/>
                  </a:lnTo>
                  <a:lnTo>
                    <a:pt x="12335" y="96289"/>
                  </a:lnTo>
                  <a:lnTo>
                    <a:pt x="17856" y="88215"/>
                  </a:lnTo>
                  <a:lnTo>
                    <a:pt x="26002" y="76302"/>
                  </a:lnTo>
                  <a:lnTo>
                    <a:pt x="33995" y="64614"/>
                  </a:lnTo>
                  <a:lnTo>
                    <a:pt x="41045" y="54303"/>
                  </a:lnTo>
                  <a:lnTo>
                    <a:pt x="48375" y="43584"/>
                  </a:lnTo>
                  <a:lnTo>
                    <a:pt x="54981" y="33922"/>
                  </a:lnTo>
                  <a:lnTo>
                    <a:pt x="62166" y="23415"/>
                  </a:lnTo>
                  <a:lnTo>
                    <a:pt x="69890" y="12120"/>
                  </a:lnTo>
                  <a:lnTo>
                    <a:pt x="78177" y="0"/>
                  </a:lnTo>
                  <a:lnTo>
                    <a:pt x="88859" y="7123"/>
                  </a:lnTo>
                  <a:lnTo>
                    <a:pt x="130205" y="34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872170" y="3119608"/>
              <a:ext cx="97427" cy="108274"/>
            </a:xfrm>
            <a:custGeom>
              <a:avLst/>
              <a:pathLst>
                <a:path w="97427" h="108274">
                  <a:moveTo>
                    <a:pt x="3789" y="70922"/>
                  </a:moveTo>
                  <a:lnTo>
                    <a:pt x="7662" y="64974"/>
                  </a:lnTo>
                  <a:lnTo>
                    <a:pt x="12808" y="57073"/>
                  </a:lnTo>
                  <a:lnTo>
                    <a:pt x="17087" y="50502"/>
                  </a:lnTo>
                  <a:lnTo>
                    <a:pt x="23072" y="41311"/>
                  </a:lnTo>
                  <a:lnTo>
                    <a:pt x="27568" y="34406"/>
                  </a:lnTo>
                  <a:lnTo>
                    <a:pt x="31576" y="28252"/>
                  </a:lnTo>
                  <a:lnTo>
                    <a:pt x="35233" y="22637"/>
                  </a:lnTo>
                  <a:lnTo>
                    <a:pt x="38808" y="17147"/>
                  </a:lnTo>
                  <a:lnTo>
                    <a:pt x="44468" y="8455"/>
                  </a:lnTo>
                  <a:lnTo>
                    <a:pt x="49974" y="0"/>
                  </a:lnTo>
                  <a:lnTo>
                    <a:pt x="73116" y="15076"/>
                  </a:lnTo>
                  <a:lnTo>
                    <a:pt x="97427" y="30915"/>
                  </a:lnTo>
                  <a:lnTo>
                    <a:pt x="93267" y="37760"/>
                  </a:lnTo>
                  <a:lnTo>
                    <a:pt x="88694" y="45283"/>
                  </a:lnTo>
                  <a:lnTo>
                    <a:pt x="85057" y="51268"/>
                  </a:lnTo>
                  <a:lnTo>
                    <a:pt x="81725" y="56750"/>
                  </a:lnTo>
                  <a:lnTo>
                    <a:pt x="77564" y="63595"/>
                  </a:lnTo>
                  <a:lnTo>
                    <a:pt x="71924" y="72874"/>
                  </a:lnTo>
                  <a:lnTo>
                    <a:pt x="67006" y="80966"/>
                  </a:lnTo>
                  <a:lnTo>
                    <a:pt x="62815" y="87861"/>
                  </a:lnTo>
                  <a:lnTo>
                    <a:pt x="59011" y="94119"/>
                  </a:lnTo>
                  <a:lnTo>
                    <a:pt x="54300" y="101870"/>
                  </a:lnTo>
                  <a:lnTo>
                    <a:pt x="51726" y="106106"/>
                  </a:lnTo>
                  <a:lnTo>
                    <a:pt x="50408" y="108274"/>
                  </a:lnTo>
                  <a:lnTo>
                    <a:pt x="40859" y="102300"/>
                  </a:lnTo>
                  <a:lnTo>
                    <a:pt x="26103" y="93070"/>
                  </a:lnTo>
                  <a:lnTo>
                    <a:pt x="0" y="767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058293" y="3059069"/>
              <a:ext cx="59864" cy="54040"/>
            </a:xfrm>
            <a:custGeom>
              <a:avLst/>
              <a:pathLst>
                <a:path w="59864" h="54040">
                  <a:moveTo>
                    <a:pt x="57945" y="21236"/>
                  </a:moveTo>
                  <a:lnTo>
                    <a:pt x="56045" y="27767"/>
                  </a:lnTo>
                  <a:lnTo>
                    <a:pt x="53827" y="35394"/>
                  </a:lnTo>
                  <a:lnTo>
                    <a:pt x="48404" y="54040"/>
                  </a:lnTo>
                  <a:lnTo>
                    <a:pt x="39477" y="51442"/>
                  </a:lnTo>
                  <a:lnTo>
                    <a:pt x="16458" y="44740"/>
                  </a:lnTo>
                  <a:lnTo>
                    <a:pt x="0" y="39949"/>
                  </a:lnTo>
                  <a:lnTo>
                    <a:pt x="2737" y="26015"/>
                  </a:lnTo>
                  <a:lnTo>
                    <a:pt x="7848" y="0"/>
                  </a:lnTo>
                  <a:lnTo>
                    <a:pt x="30827" y="6467"/>
                  </a:lnTo>
                  <a:lnTo>
                    <a:pt x="59864" y="146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15636" y="3072269"/>
              <a:ext cx="38301" cy="49286"/>
            </a:xfrm>
            <a:custGeom>
              <a:avLst/>
              <a:pathLst>
                <a:path w="38301" h="49286">
                  <a:moveTo>
                    <a:pt x="36827" y="13748"/>
                  </a:moveTo>
                  <a:lnTo>
                    <a:pt x="34716" y="22637"/>
                  </a:lnTo>
                  <a:lnTo>
                    <a:pt x="32354" y="32582"/>
                  </a:lnTo>
                  <a:lnTo>
                    <a:pt x="32319" y="32723"/>
                  </a:lnTo>
                  <a:lnTo>
                    <a:pt x="28137" y="49286"/>
                  </a:lnTo>
                  <a:lnTo>
                    <a:pt x="24476" y="48047"/>
                  </a:lnTo>
                  <a:lnTo>
                    <a:pt x="21736" y="47121"/>
                  </a:lnTo>
                  <a:lnTo>
                    <a:pt x="18722" y="46101"/>
                  </a:lnTo>
                  <a:lnTo>
                    <a:pt x="15904" y="45147"/>
                  </a:lnTo>
                  <a:lnTo>
                    <a:pt x="13603" y="44369"/>
                  </a:lnTo>
                  <a:lnTo>
                    <a:pt x="11380" y="43617"/>
                  </a:lnTo>
                  <a:lnTo>
                    <a:pt x="8684" y="42705"/>
                  </a:lnTo>
                  <a:lnTo>
                    <a:pt x="5946" y="41779"/>
                  </a:lnTo>
                  <a:lnTo>
                    <a:pt x="3009" y="40785"/>
                  </a:lnTo>
                  <a:lnTo>
                    <a:pt x="0" y="39767"/>
                  </a:lnTo>
                  <a:lnTo>
                    <a:pt x="3905" y="25882"/>
                  </a:lnTo>
                  <a:lnTo>
                    <a:pt x="11185" y="0"/>
                  </a:lnTo>
                  <a:lnTo>
                    <a:pt x="14761" y="994"/>
                  </a:lnTo>
                  <a:lnTo>
                    <a:pt x="18083" y="1917"/>
                  </a:lnTo>
                  <a:lnTo>
                    <a:pt x="21567" y="2886"/>
                  </a:lnTo>
                  <a:lnTo>
                    <a:pt x="24549" y="3715"/>
                  </a:lnTo>
                  <a:lnTo>
                    <a:pt x="26271" y="4194"/>
                  </a:lnTo>
                  <a:lnTo>
                    <a:pt x="29034" y="4962"/>
                  </a:lnTo>
                  <a:lnTo>
                    <a:pt x="31489" y="5644"/>
                  </a:lnTo>
                  <a:lnTo>
                    <a:pt x="34448" y="6467"/>
                  </a:lnTo>
                  <a:lnTo>
                    <a:pt x="36724" y="7099"/>
                  </a:lnTo>
                  <a:lnTo>
                    <a:pt x="38301" y="7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046503" y="3109863"/>
              <a:ext cx="57335" cy="54048"/>
            </a:xfrm>
            <a:custGeom>
              <a:avLst/>
              <a:pathLst>
                <a:path w="57335" h="54048">
                  <a:moveTo>
                    <a:pt x="2687" y="29615"/>
                  </a:moveTo>
                  <a:lnTo>
                    <a:pt x="6534" y="16324"/>
                  </a:lnTo>
                  <a:lnTo>
                    <a:pt x="11258" y="0"/>
                  </a:lnTo>
                  <a:lnTo>
                    <a:pt x="31532" y="5797"/>
                  </a:lnTo>
                  <a:lnTo>
                    <a:pt x="57335" y="13176"/>
                  </a:lnTo>
                  <a:lnTo>
                    <a:pt x="56544" y="16522"/>
                  </a:lnTo>
                  <a:lnTo>
                    <a:pt x="54187" y="26492"/>
                  </a:lnTo>
                  <a:lnTo>
                    <a:pt x="52246" y="34702"/>
                  </a:lnTo>
                  <a:lnTo>
                    <a:pt x="50164" y="43505"/>
                  </a:lnTo>
                  <a:lnTo>
                    <a:pt x="47672" y="54048"/>
                  </a:lnTo>
                  <a:lnTo>
                    <a:pt x="30968" y="48741"/>
                  </a:lnTo>
                  <a:lnTo>
                    <a:pt x="0" y="3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03406" y="3125780"/>
              <a:ext cx="33070" cy="41237"/>
            </a:xfrm>
            <a:custGeom>
              <a:avLst/>
              <a:pathLst>
                <a:path w="33070" h="41237">
                  <a:moveTo>
                    <a:pt x="2905" y="17684"/>
                  </a:moveTo>
                  <a:lnTo>
                    <a:pt x="6305" y="0"/>
                  </a:lnTo>
                  <a:lnTo>
                    <a:pt x="21753" y="4377"/>
                  </a:lnTo>
                  <a:lnTo>
                    <a:pt x="33070" y="7584"/>
                  </a:lnTo>
                  <a:lnTo>
                    <a:pt x="31811" y="14243"/>
                  </a:lnTo>
                  <a:lnTo>
                    <a:pt x="30700" y="20120"/>
                  </a:lnTo>
                  <a:lnTo>
                    <a:pt x="29519" y="26367"/>
                  </a:lnTo>
                  <a:lnTo>
                    <a:pt x="28822" y="30055"/>
                  </a:lnTo>
                  <a:lnTo>
                    <a:pt x="27794" y="35495"/>
                  </a:lnTo>
                  <a:lnTo>
                    <a:pt x="26708" y="41237"/>
                  </a:lnTo>
                  <a:lnTo>
                    <a:pt x="13806" y="37161"/>
                  </a:lnTo>
                  <a:lnTo>
                    <a:pt x="0" y="327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07629" y="3208713"/>
              <a:ext cx="117914" cy="82436"/>
            </a:xfrm>
            <a:custGeom>
              <a:avLst/>
              <a:pathLst>
                <a:path w="117914" h="82436">
                  <a:moveTo>
                    <a:pt x="3394" y="41393"/>
                  </a:moveTo>
                  <a:lnTo>
                    <a:pt x="8673" y="24267"/>
                  </a:lnTo>
                  <a:lnTo>
                    <a:pt x="16154" y="0"/>
                  </a:lnTo>
                  <a:lnTo>
                    <a:pt x="28248" y="3667"/>
                  </a:lnTo>
                  <a:lnTo>
                    <a:pt x="43169" y="8192"/>
                  </a:lnTo>
                  <a:lnTo>
                    <a:pt x="52995" y="11172"/>
                  </a:lnTo>
                  <a:lnTo>
                    <a:pt x="65210" y="14877"/>
                  </a:lnTo>
                  <a:lnTo>
                    <a:pt x="79404" y="19182"/>
                  </a:lnTo>
                  <a:lnTo>
                    <a:pt x="96215" y="24280"/>
                  </a:lnTo>
                  <a:lnTo>
                    <a:pt x="117914" y="30861"/>
                  </a:lnTo>
                  <a:lnTo>
                    <a:pt x="115734" y="37436"/>
                  </a:lnTo>
                  <a:lnTo>
                    <a:pt x="112317" y="47741"/>
                  </a:lnTo>
                  <a:lnTo>
                    <a:pt x="109885" y="55074"/>
                  </a:lnTo>
                  <a:lnTo>
                    <a:pt x="108272" y="59938"/>
                  </a:lnTo>
                  <a:lnTo>
                    <a:pt x="106376" y="65656"/>
                  </a:lnTo>
                  <a:lnTo>
                    <a:pt x="104265" y="72023"/>
                  </a:lnTo>
                  <a:lnTo>
                    <a:pt x="100811" y="82436"/>
                  </a:lnTo>
                  <a:lnTo>
                    <a:pt x="94278" y="80595"/>
                  </a:lnTo>
                  <a:lnTo>
                    <a:pt x="88795" y="79050"/>
                  </a:lnTo>
                  <a:lnTo>
                    <a:pt x="82747" y="77346"/>
                  </a:lnTo>
                  <a:lnTo>
                    <a:pt x="75818" y="75393"/>
                  </a:lnTo>
                  <a:lnTo>
                    <a:pt x="69193" y="73526"/>
                  </a:lnTo>
                  <a:lnTo>
                    <a:pt x="63422" y="71900"/>
                  </a:lnTo>
                  <a:lnTo>
                    <a:pt x="58297" y="70456"/>
                  </a:lnTo>
                  <a:lnTo>
                    <a:pt x="53739" y="69044"/>
                  </a:lnTo>
                  <a:lnTo>
                    <a:pt x="45820" y="66593"/>
                  </a:lnTo>
                  <a:lnTo>
                    <a:pt x="36341" y="63658"/>
                  </a:lnTo>
                  <a:lnTo>
                    <a:pt x="28765" y="61312"/>
                  </a:lnTo>
                  <a:lnTo>
                    <a:pt x="23126" y="59566"/>
                  </a:lnTo>
                  <a:lnTo>
                    <a:pt x="17178" y="57724"/>
                  </a:lnTo>
                  <a:lnTo>
                    <a:pt x="10864" y="55769"/>
                  </a:lnTo>
                  <a:lnTo>
                    <a:pt x="0" y="52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16019" y="3238091"/>
              <a:ext cx="89089" cy="64106"/>
            </a:xfrm>
            <a:custGeom>
              <a:avLst/>
              <a:pathLst>
                <a:path w="89089" h="64106">
                  <a:moveTo>
                    <a:pt x="2910" y="43831"/>
                  </a:moveTo>
                  <a:lnTo>
                    <a:pt x="8862" y="22102"/>
                  </a:lnTo>
                  <a:lnTo>
                    <a:pt x="14917" y="0"/>
                  </a:lnTo>
                  <a:lnTo>
                    <a:pt x="25878" y="1688"/>
                  </a:lnTo>
                  <a:lnTo>
                    <a:pt x="38382" y="3614"/>
                  </a:lnTo>
                  <a:lnTo>
                    <a:pt x="48895" y="5233"/>
                  </a:lnTo>
                  <a:lnTo>
                    <a:pt x="59396" y="6850"/>
                  </a:lnTo>
                  <a:lnTo>
                    <a:pt x="69315" y="8378"/>
                  </a:lnTo>
                  <a:lnTo>
                    <a:pt x="77447" y="9631"/>
                  </a:lnTo>
                  <a:lnTo>
                    <a:pt x="89089" y="11424"/>
                  </a:lnTo>
                  <a:lnTo>
                    <a:pt x="87145" y="18166"/>
                  </a:lnTo>
                  <a:lnTo>
                    <a:pt x="85582" y="23583"/>
                  </a:lnTo>
                  <a:lnTo>
                    <a:pt x="84054" y="28882"/>
                  </a:lnTo>
                  <a:lnTo>
                    <a:pt x="81200" y="38778"/>
                  </a:lnTo>
                  <a:lnTo>
                    <a:pt x="79452" y="44838"/>
                  </a:lnTo>
                  <a:lnTo>
                    <a:pt x="78009" y="49840"/>
                  </a:lnTo>
                  <a:lnTo>
                    <a:pt x="76548" y="54907"/>
                  </a:lnTo>
                  <a:lnTo>
                    <a:pt x="75206" y="59559"/>
                  </a:lnTo>
                  <a:lnTo>
                    <a:pt x="73895" y="64106"/>
                  </a:lnTo>
                  <a:lnTo>
                    <a:pt x="67500" y="63271"/>
                  </a:lnTo>
                  <a:lnTo>
                    <a:pt x="62525" y="62621"/>
                  </a:lnTo>
                  <a:lnTo>
                    <a:pt x="57257" y="61933"/>
                  </a:lnTo>
                  <a:lnTo>
                    <a:pt x="51272" y="61151"/>
                  </a:lnTo>
                  <a:lnTo>
                    <a:pt x="46864" y="60575"/>
                  </a:lnTo>
                  <a:lnTo>
                    <a:pt x="41189" y="59834"/>
                  </a:lnTo>
                  <a:lnTo>
                    <a:pt x="34737" y="58991"/>
                  </a:lnTo>
                  <a:lnTo>
                    <a:pt x="24588" y="57666"/>
                  </a:lnTo>
                  <a:lnTo>
                    <a:pt x="10457" y="55820"/>
                  </a:lnTo>
                  <a:lnTo>
                    <a:pt x="0" y="544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2946148" y="3069302"/>
              <a:ext cx="73886" cy="71315"/>
            </a:xfrm>
            <a:custGeom>
              <a:avLst/>
              <a:pathLst>
                <a:path w="73886" h="71315">
                  <a:moveTo>
                    <a:pt x="23737" y="66440"/>
                  </a:moveTo>
                  <a:lnTo>
                    <a:pt x="21700" y="65912"/>
                  </a:lnTo>
                  <a:lnTo>
                    <a:pt x="0" y="50554"/>
                  </a:lnTo>
                  <a:lnTo>
                    <a:pt x="3625" y="44501"/>
                  </a:lnTo>
                  <a:lnTo>
                    <a:pt x="8854" y="35771"/>
                  </a:lnTo>
                  <a:lnTo>
                    <a:pt x="13766" y="27568"/>
                  </a:lnTo>
                  <a:lnTo>
                    <a:pt x="18138" y="20268"/>
                  </a:lnTo>
                  <a:lnTo>
                    <a:pt x="23661" y="11046"/>
                  </a:lnTo>
                  <a:lnTo>
                    <a:pt x="30277" y="0"/>
                  </a:lnTo>
                  <a:lnTo>
                    <a:pt x="40890" y="7717"/>
                  </a:lnTo>
                  <a:lnTo>
                    <a:pt x="50449" y="10456"/>
                  </a:lnTo>
                  <a:lnTo>
                    <a:pt x="64226" y="14403"/>
                  </a:lnTo>
                  <a:lnTo>
                    <a:pt x="73886" y="15863"/>
                  </a:lnTo>
                  <a:lnTo>
                    <a:pt x="70403" y="24092"/>
                  </a:lnTo>
                  <a:lnTo>
                    <a:pt x="67326" y="31361"/>
                  </a:lnTo>
                  <a:lnTo>
                    <a:pt x="62974" y="41645"/>
                  </a:lnTo>
                  <a:lnTo>
                    <a:pt x="59207" y="50544"/>
                  </a:lnTo>
                  <a:lnTo>
                    <a:pt x="55806" y="58578"/>
                  </a:lnTo>
                  <a:lnTo>
                    <a:pt x="51215" y="69425"/>
                  </a:lnTo>
                  <a:lnTo>
                    <a:pt x="42566" y="713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35901" y="3281845"/>
              <a:ext cx="80300" cy="67437"/>
            </a:xfrm>
            <a:custGeom>
              <a:avLst/>
              <a:pathLst>
                <a:path w="80300" h="67437">
                  <a:moveTo>
                    <a:pt x="385" y="38832"/>
                  </a:moveTo>
                  <a:lnTo>
                    <a:pt x="892" y="37493"/>
                  </a:lnTo>
                  <a:lnTo>
                    <a:pt x="1590" y="36246"/>
                  </a:lnTo>
                  <a:lnTo>
                    <a:pt x="18815" y="21119"/>
                  </a:lnTo>
                  <a:lnTo>
                    <a:pt x="22792" y="18122"/>
                  </a:lnTo>
                  <a:lnTo>
                    <a:pt x="30636" y="13670"/>
                  </a:lnTo>
                  <a:lnTo>
                    <a:pt x="36300" y="10455"/>
                  </a:lnTo>
                  <a:lnTo>
                    <a:pt x="48423" y="5763"/>
                  </a:lnTo>
                  <a:lnTo>
                    <a:pt x="62711" y="0"/>
                  </a:lnTo>
                  <a:lnTo>
                    <a:pt x="68653" y="15530"/>
                  </a:lnTo>
                  <a:lnTo>
                    <a:pt x="80300" y="45967"/>
                  </a:lnTo>
                  <a:lnTo>
                    <a:pt x="66445" y="51733"/>
                  </a:lnTo>
                  <a:lnTo>
                    <a:pt x="64725" y="52663"/>
                  </a:lnTo>
                  <a:lnTo>
                    <a:pt x="50192" y="60523"/>
                  </a:lnTo>
                  <a:lnTo>
                    <a:pt x="34678" y="66490"/>
                  </a:lnTo>
                  <a:lnTo>
                    <a:pt x="32215" y="67437"/>
                  </a:lnTo>
                  <a:lnTo>
                    <a:pt x="16531" y="57525"/>
                  </a:lnTo>
                  <a:lnTo>
                    <a:pt x="3139" y="49063"/>
                  </a:lnTo>
                  <a:lnTo>
                    <a:pt x="2082" y="47858"/>
                  </a:lnTo>
                  <a:lnTo>
                    <a:pt x="1222" y="46500"/>
                  </a:lnTo>
                  <a:lnTo>
                    <a:pt x="578" y="45022"/>
                  </a:lnTo>
                  <a:lnTo>
                    <a:pt x="168" y="43459"/>
                  </a:lnTo>
                  <a:lnTo>
                    <a:pt x="0" y="41850"/>
                  </a:lnTo>
                  <a:lnTo>
                    <a:pt x="78" y="402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28898" y="3099500"/>
              <a:ext cx="100283" cy="148178"/>
            </a:xfrm>
            <a:custGeom>
              <a:avLst/>
              <a:pathLst>
                <a:path w="100283" h="148178">
                  <a:moveTo>
                    <a:pt x="37401" y="0"/>
                  </a:moveTo>
                  <a:lnTo>
                    <a:pt x="63491" y="8102"/>
                  </a:lnTo>
                  <a:lnTo>
                    <a:pt x="74334" y="11470"/>
                  </a:lnTo>
                  <a:lnTo>
                    <a:pt x="100283" y="16098"/>
                  </a:lnTo>
                  <a:lnTo>
                    <a:pt x="99833" y="22988"/>
                  </a:lnTo>
                  <a:lnTo>
                    <a:pt x="99423" y="29280"/>
                  </a:lnTo>
                  <a:lnTo>
                    <a:pt x="98900" y="37305"/>
                  </a:lnTo>
                  <a:lnTo>
                    <a:pt x="98465" y="43984"/>
                  </a:lnTo>
                  <a:lnTo>
                    <a:pt x="97970" y="51568"/>
                  </a:lnTo>
                  <a:lnTo>
                    <a:pt x="97872" y="53079"/>
                  </a:lnTo>
                  <a:lnTo>
                    <a:pt x="98471" y="59670"/>
                  </a:lnTo>
                  <a:lnTo>
                    <a:pt x="99132" y="66934"/>
                  </a:lnTo>
                  <a:lnTo>
                    <a:pt x="99281" y="68570"/>
                  </a:lnTo>
                  <a:lnTo>
                    <a:pt x="99047" y="75260"/>
                  </a:lnTo>
                  <a:lnTo>
                    <a:pt x="98814" y="81931"/>
                  </a:lnTo>
                  <a:lnTo>
                    <a:pt x="98665" y="86199"/>
                  </a:lnTo>
                  <a:lnTo>
                    <a:pt x="97599" y="89305"/>
                  </a:lnTo>
                  <a:lnTo>
                    <a:pt x="95188" y="96328"/>
                  </a:lnTo>
                  <a:lnTo>
                    <a:pt x="92752" y="103426"/>
                  </a:lnTo>
                  <a:lnTo>
                    <a:pt x="90790" y="109142"/>
                  </a:lnTo>
                  <a:lnTo>
                    <a:pt x="88552" y="115659"/>
                  </a:lnTo>
                  <a:lnTo>
                    <a:pt x="87650" y="118287"/>
                  </a:lnTo>
                  <a:lnTo>
                    <a:pt x="86517" y="122969"/>
                  </a:lnTo>
                  <a:lnTo>
                    <a:pt x="84438" y="131562"/>
                  </a:lnTo>
                  <a:lnTo>
                    <a:pt x="82592" y="139194"/>
                  </a:lnTo>
                  <a:lnTo>
                    <a:pt x="80418" y="148178"/>
                  </a:lnTo>
                  <a:lnTo>
                    <a:pt x="69969" y="145394"/>
                  </a:lnTo>
                  <a:lnTo>
                    <a:pt x="55137" y="141678"/>
                  </a:lnTo>
                  <a:lnTo>
                    <a:pt x="54848" y="141794"/>
                  </a:lnTo>
                  <a:lnTo>
                    <a:pt x="54628" y="141883"/>
                  </a:lnTo>
                  <a:lnTo>
                    <a:pt x="0" y="135580"/>
                  </a:lnTo>
                  <a:lnTo>
                    <a:pt x="15860" y="92348"/>
                  </a:lnTo>
                  <a:lnTo>
                    <a:pt x="19796" y="73011"/>
                  </a:lnTo>
                  <a:lnTo>
                    <a:pt x="28132" y="32069"/>
                  </a:lnTo>
                  <a:lnTo>
                    <a:pt x="32601" y="13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25573" y="2930133"/>
              <a:ext cx="85377" cy="100370"/>
            </a:xfrm>
            <a:custGeom>
              <a:avLst/>
              <a:pathLst>
                <a:path w="85377" h="100370">
                  <a:moveTo>
                    <a:pt x="50559" y="0"/>
                  </a:moveTo>
                  <a:lnTo>
                    <a:pt x="85377" y="79588"/>
                  </a:lnTo>
                  <a:lnTo>
                    <a:pt x="46795" y="98202"/>
                  </a:lnTo>
                  <a:lnTo>
                    <a:pt x="32662" y="100370"/>
                  </a:lnTo>
                  <a:lnTo>
                    <a:pt x="0" y="2403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1941" y="2876111"/>
              <a:ext cx="79079" cy="103779"/>
            </a:xfrm>
            <a:custGeom>
              <a:avLst/>
              <a:pathLst>
                <a:path w="79079" h="103779">
                  <a:moveTo>
                    <a:pt x="10826" y="48347"/>
                  </a:moveTo>
                  <a:lnTo>
                    <a:pt x="8391" y="38738"/>
                  </a:lnTo>
                  <a:lnTo>
                    <a:pt x="5238" y="26297"/>
                  </a:lnTo>
                  <a:lnTo>
                    <a:pt x="0" y="5629"/>
                  </a:lnTo>
                  <a:lnTo>
                    <a:pt x="26433" y="0"/>
                  </a:lnTo>
                  <a:lnTo>
                    <a:pt x="27985" y="28"/>
                  </a:lnTo>
                  <a:lnTo>
                    <a:pt x="50663" y="450"/>
                  </a:lnTo>
                  <a:lnTo>
                    <a:pt x="52424" y="7158"/>
                  </a:lnTo>
                  <a:lnTo>
                    <a:pt x="53390" y="10839"/>
                  </a:lnTo>
                  <a:lnTo>
                    <a:pt x="56115" y="21216"/>
                  </a:lnTo>
                  <a:lnTo>
                    <a:pt x="58466" y="30171"/>
                  </a:lnTo>
                  <a:lnTo>
                    <a:pt x="61222" y="40672"/>
                  </a:lnTo>
                  <a:lnTo>
                    <a:pt x="62251" y="44591"/>
                  </a:lnTo>
                  <a:lnTo>
                    <a:pt x="65356" y="53064"/>
                  </a:lnTo>
                  <a:lnTo>
                    <a:pt x="70109" y="66036"/>
                  </a:lnTo>
                  <a:lnTo>
                    <a:pt x="74818" y="78890"/>
                  </a:lnTo>
                  <a:lnTo>
                    <a:pt x="79079" y="90518"/>
                  </a:lnTo>
                  <a:lnTo>
                    <a:pt x="72108" y="92281"/>
                  </a:lnTo>
                  <a:lnTo>
                    <a:pt x="64394" y="94231"/>
                  </a:lnTo>
                  <a:lnTo>
                    <a:pt x="54639" y="96696"/>
                  </a:lnTo>
                  <a:lnTo>
                    <a:pt x="47503" y="98500"/>
                  </a:lnTo>
                  <a:lnTo>
                    <a:pt x="39829" y="100440"/>
                  </a:lnTo>
                  <a:lnTo>
                    <a:pt x="26621" y="103779"/>
                  </a:lnTo>
                  <a:lnTo>
                    <a:pt x="23718" y="93749"/>
                  </a:lnTo>
                  <a:lnTo>
                    <a:pt x="21413" y="85787"/>
                  </a:lnTo>
                  <a:lnTo>
                    <a:pt x="17153" y="71065"/>
                  </a:lnTo>
                  <a:lnTo>
                    <a:pt x="13705" y="59153"/>
                  </a:lnTo>
                  <a:lnTo>
                    <a:pt x="12576" y="55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08787" y="2863331"/>
              <a:ext cx="147849" cy="106178"/>
            </a:xfrm>
            <a:custGeom>
              <a:avLst/>
              <a:pathLst>
                <a:path w="147849" h="106178">
                  <a:moveTo>
                    <a:pt x="103863" y="33110"/>
                  </a:moveTo>
                  <a:lnTo>
                    <a:pt x="113542" y="36807"/>
                  </a:lnTo>
                  <a:lnTo>
                    <a:pt x="124790" y="41104"/>
                  </a:lnTo>
                  <a:lnTo>
                    <a:pt x="146587" y="50294"/>
                  </a:lnTo>
                  <a:lnTo>
                    <a:pt x="147849" y="52814"/>
                  </a:lnTo>
                  <a:lnTo>
                    <a:pt x="134148" y="58563"/>
                  </a:lnTo>
                  <a:lnTo>
                    <a:pt x="122111" y="63614"/>
                  </a:lnTo>
                  <a:lnTo>
                    <a:pt x="115119" y="66548"/>
                  </a:lnTo>
                  <a:lnTo>
                    <a:pt x="108925" y="69390"/>
                  </a:lnTo>
                  <a:lnTo>
                    <a:pt x="96492" y="75093"/>
                  </a:lnTo>
                  <a:lnTo>
                    <a:pt x="94472" y="76043"/>
                  </a:lnTo>
                  <a:lnTo>
                    <a:pt x="75834" y="84803"/>
                  </a:lnTo>
                  <a:lnTo>
                    <a:pt x="51328" y="96321"/>
                  </a:lnTo>
                  <a:lnTo>
                    <a:pt x="30357" y="106178"/>
                  </a:lnTo>
                  <a:lnTo>
                    <a:pt x="27522" y="100145"/>
                  </a:lnTo>
                  <a:lnTo>
                    <a:pt x="15758" y="75114"/>
                  </a:lnTo>
                  <a:lnTo>
                    <a:pt x="13049" y="64451"/>
                  </a:lnTo>
                  <a:lnTo>
                    <a:pt x="3395" y="26460"/>
                  </a:lnTo>
                  <a:lnTo>
                    <a:pt x="2436" y="21170"/>
                  </a:lnTo>
                  <a:lnTo>
                    <a:pt x="0" y="7745"/>
                  </a:lnTo>
                  <a:lnTo>
                    <a:pt x="6323" y="6148"/>
                  </a:lnTo>
                  <a:lnTo>
                    <a:pt x="14905" y="3980"/>
                  </a:lnTo>
                  <a:lnTo>
                    <a:pt x="24993" y="1432"/>
                  </a:lnTo>
                  <a:lnTo>
                    <a:pt x="30662" y="0"/>
                  </a:lnTo>
                  <a:lnTo>
                    <a:pt x="77057" y="12412"/>
                  </a:lnTo>
                  <a:lnTo>
                    <a:pt x="85190" y="145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35226" y="2791996"/>
              <a:ext cx="77449" cy="118079"/>
            </a:xfrm>
            <a:custGeom>
              <a:avLst/>
              <a:pathLst>
                <a:path w="77449" h="118079">
                  <a:moveTo>
                    <a:pt x="70637" y="96140"/>
                  </a:moveTo>
                  <a:lnTo>
                    <a:pt x="55504" y="103227"/>
                  </a:lnTo>
                  <a:lnTo>
                    <a:pt x="40090" y="110445"/>
                  </a:lnTo>
                  <a:lnTo>
                    <a:pt x="23789" y="118079"/>
                  </a:lnTo>
                  <a:lnTo>
                    <a:pt x="17795" y="101886"/>
                  </a:lnTo>
                  <a:lnTo>
                    <a:pt x="11546" y="85006"/>
                  </a:lnTo>
                  <a:lnTo>
                    <a:pt x="7839" y="74993"/>
                  </a:lnTo>
                  <a:lnTo>
                    <a:pt x="6442" y="68900"/>
                  </a:lnTo>
                  <a:lnTo>
                    <a:pt x="1615" y="47849"/>
                  </a:lnTo>
                  <a:lnTo>
                    <a:pt x="0" y="40800"/>
                  </a:lnTo>
                  <a:lnTo>
                    <a:pt x="9601" y="20145"/>
                  </a:lnTo>
                  <a:lnTo>
                    <a:pt x="17710" y="2702"/>
                  </a:lnTo>
                  <a:lnTo>
                    <a:pt x="27995" y="1691"/>
                  </a:lnTo>
                  <a:lnTo>
                    <a:pt x="45200" y="0"/>
                  </a:lnTo>
                  <a:lnTo>
                    <a:pt x="47312" y="10195"/>
                  </a:lnTo>
                  <a:lnTo>
                    <a:pt x="49620" y="21335"/>
                  </a:lnTo>
                  <a:lnTo>
                    <a:pt x="51179" y="28858"/>
                  </a:lnTo>
                  <a:lnTo>
                    <a:pt x="53677" y="40918"/>
                  </a:lnTo>
                  <a:lnTo>
                    <a:pt x="54716" y="45934"/>
                  </a:lnTo>
                  <a:lnTo>
                    <a:pt x="58418" y="53590"/>
                  </a:lnTo>
                  <a:lnTo>
                    <a:pt x="64311" y="65779"/>
                  </a:lnTo>
                  <a:lnTo>
                    <a:pt x="71778" y="81221"/>
                  </a:lnTo>
                  <a:lnTo>
                    <a:pt x="77449" y="929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07632" y="3435405"/>
              <a:ext cx="51219" cy="44785"/>
            </a:xfrm>
            <a:custGeom>
              <a:avLst/>
              <a:pathLst>
                <a:path w="51219" h="44785">
                  <a:moveTo>
                    <a:pt x="5302" y="2724"/>
                  </a:moveTo>
                  <a:lnTo>
                    <a:pt x="11538" y="1084"/>
                  </a:lnTo>
                  <a:lnTo>
                    <a:pt x="15660" y="0"/>
                  </a:lnTo>
                  <a:lnTo>
                    <a:pt x="31635" y="13737"/>
                  </a:lnTo>
                  <a:lnTo>
                    <a:pt x="51219" y="30579"/>
                  </a:lnTo>
                  <a:lnTo>
                    <a:pt x="49412" y="33503"/>
                  </a:lnTo>
                  <a:lnTo>
                    <a:pt x="44518" y="35027"/>
                  </a:lnTo>
                  <a:lnTo>
                    <a:pt x="38545" y="36887"/>
                  </a:lnTo>
                  <a:lnTo>
                    <a:pt x="33676" y="38403"/>
                  </a:lnTo>
                  <a:lnTo>
                    <a:pt x="25438" y="40969"/>
                  </a:lnTo>
                  <a:lnTo>
                    <a:pt x="13187" y="44785"/>
                  </a:lnTo>
                  <a:lnTo>
                    <a:pt x="8012" y="28825"/>
                  </a:lnTo>
                  <a:lnTo>
                    <a:pt x="0" y="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35327" y="3393497"/>
              <a:ext cx="90497" cy="72486"/>
            </a:xfrm>
            <a:custGeom>
              <a:avLst/>
              <a:pathLst>
                <a:path w="90497" h="72486">
                  <a:moveTo>
                    <a:pt x="27042" y="13030"/>
                  </a:moveTo>
                  <a:lnTo>
                    <a:pt x="37173" y="0"/>
                  </a:lnTo>
                  <a:lnTo>
                    <a:pt x="54083" y="17032"/>
                  </a:lnTo>
                  <a:lnTo>
                    <a:pt x="56201" y="18977"/>
                  </a:lnTo>
                  <a:lnTo>
                    <a:pt x="61616" y="23950"/>
                  </a:lnTo>
                  <a:lnTo>
                    <a:pt x="69150" y="30867"/>
                  </a:lnTo>
                  <a:lnTo>
                    <a:pt x="76686" y="37783"/>
                  </a:lnTo>
                  <a:lnTo>
                    <a:pt x="90497" y="50466"/>
                  </a:lnTo>
                  <a:lnTo>
                    <a:pt x="76816" y="55762"/>
                  </a:lnTo>
                  <a:lnTo>
                    <a:pt x="68711" y="58900"/>
                  </a:lnTo>
                  <a:lnTo>
                    <a:pt x="64482" y="60537"/>
                  </a:lnTo>
                  <a:lnTo>
                    <a:pt x="57369" y="63290"/>
                  </a:lnTo>
                  <a:lnTo>
                    <a:pt x="41963" y="69253"/>
                  </a:lnTo>
                  <a:lnTo>
                    <a:pt x="38465" y="70608"/>
                  </a:lnTo>
                  <a:lnTo>
                    <a:pt x="32871" y="72486"/>
                  </a:lnTo>
                  <a:lnTo>
                    <a:pt x="17850" y="59238"/>
                  </a:lnTo>
                  <a:lnTo>
                    <a:pt x="0" y="43494"/>
                  </a:lnTo>
                  <a:lnTo>
                    <a:pt x="5827" y="38387"/>
                  </a:lnTo>
                  <a:lnTo>
                    <a:pt x="10082" y="34657"/>
                  </a:lnTo>
                  <a:lnTo>
                    <a:pt x="14065" y="31166"/>
                  </a:lnTo>
                  <a:lnTo>
                    <a:pt x="18690" y="27112"/>
                  </a:lnTo>
                  <a:lnTo>
                    <a:pt x="25512" y="21134"/>
                  </a:lnTo>
                  <a:lnTo>
                    <a:pt x="25507" y="20472"/>
                  </a:lnTo>
                  <a:lnTo>
                    <a:pt x="25470" y="150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69710" y="3337127"/>
              <a:ext cx="113480" cy="103149"/>
            </a:xfrm>
            <a:custGeom>
              <a:avLst/>
              <a:pathLst>
                <a:path w="113480" h="103149">
                  <a:moveTo>
                    <a:pt x="0" y="42560"/>
                  </a:moveTo>
                  <a:lnTo>
                    <a:pt x="2222" y="39435"/>
                  </a:lnTo>
                  <a:lnTo>
                    <a:pt x="3158" y="38278"/>
                  </a:lnTo>
                  <a:lnTo>
                    <a:pt x="7472" y="32946"/>
                  </a:lnTo>
                  <a:lnTo>
                    <a:pt x="11853" y="27529"/>
                  </a:lnTo>
                  <a:lnTo>
                    <a:pt x="15857" y="22579"/>
                  </a:lnTo>
                  <a:lnTo>
                    <a:pt x="20023" y="17429"/>
                  </a:lnTo>
                  <a:lnTo>
                    <a:pt x="24534" y="11852"/>
                  </a:lnTo>
                  <a:lnTo>
                    <a:pt x="28340" y="7147"/>
                  </a:lnTo>
                  <a:lnTo>
                    <a:pt x="32409" y="0"/>
                  </a:lnTo>
                  <a:lnTo>
                    <a:pt x="47755" y="14966"/>
                  </a:lnTo>
                  <a:lnTo>
                    <a:pt x="47883" y="15091"/>
                  </a:lnTo>
                  <a:lnTo>
                    <a:pt x="76706" y="43201"/>
                  </a:lnTo>
                  <a:lnTo>
                    <a:pt x="113480" y="79066"/>
                  </a:lnTo>
                  <a:lnTo>
                    <a:pt x="108102" y="81611"/>
                  </a:lnTo>
                  <a:lnTo>
                    <a:pt x="102390" y="84314"/>
                  </a:lnTo>
                  <a:lnTo>
                    <a:pt x="97347" y="86700"/>
                  </a:lnTo>
                  <a:lnTo>
                    <a:pt x="90159" y="90101"/>
                  </a:lnTo>
                  <a:lnTo>
                    <a:pt x="83693" y="93161"/>
                  </a:lnTo>
                  <a:lnTo>
                    <a:pt x="76941" y="96356"/>
                  </a:lnTo>
                  <a:lnTo>
                    <a:pt x="70121" y="99583"/>
                  </a:lnTo>
                  <a:lnTo>
                    <a:pt x="62584" y="103149"/>
                  </a:lnTo>
                  <a:lnTo>
                    <a:pt x="35266" y="77043"/>
                  </a:lnTo>
                  <a:lnTo>
                    <a:pt x="3020" y="4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53697" y="3493227"/>
              <a:ext cx="115954" cy="109005"/>
            </a:xfrm>
            <a:custGeom>
              <a:avLst/>
              <a:pathLst>
                <a:path w="115954" h="109005">
                  <a:moveTo>
                    <a:pt x="14342" y="8725"/>
                  </a:moveTo>
                  <a:lnTo>
                    <a:pt x="32370" y="4517"/>
                  </a:lnTo>
                  <a:lnTo>
                    <a:pt x="51726" y="0"/>
                  </a:lnTo>
                  <a:lnTo>
                    <a:pt x="60473" y="9444"/>
                  </a:lnTo>
                  <a:lnTo>
                    <a:pt x="65991" y="15404"/>
                  </a:lnTo>
                  <a:lnTo>
                    <a:pt x="71319" y="21157"/>
                  </a:lnTo>
                  <a:lnTo>
                    <a:pt x="77739" y="28090"/>
                  </a:lnTo>
                  <a:lnTo>
                    <a:pt x="83053" y="33828"/>
                  </a:lnTo>
                  <a:lnTo>
                    <a:pt x="87931" y="39096"/>
                  </a:lnTo>
                  <a:lnTo>
                    <a:pt x="93916" y="45559"/>
                  </a:lnTo>
                  <a:lnTo>
                    <a:pt x="100031" y="52162"/>
                  </a:lnTo>
                  <a:lnTo>
                    <a:pt x="107131" y="59829"/>
                  </a:lnTo>
                  <a:lnTo>
                    <a:pt x="111589" y="64643"/>
                  </a:lnTo>
                  <a:lnTo>
                    <a:pt x="112741" y="65888"/>
                  </a:lnTo>
                  <a:lnTo>
                    <a:pt x="115954" y="69356"/>
                  </a:lnTo>
                  <a:lnTo>
                    <a:pt x="104205" y="80409"/>
                  </a:lnTo>
                  <a:lnTo>
                    <a:pt x="79472" y="103677"/>
                  </a:lnTo>
                  <a:lnTo>
                    <a:pt x="72353" y="109005"/>
                  </a:lnTo>
                  <a:lnTo>
                    <a:pt x="62095" y="97089"/>
                  </a:lnTo>
                  <a:lnTo>
                    <a:pt x="54188" y="87903"/>
                  </a:lnTo>
                  <a:lnTo>
                    <a:pt x="41824" y="73539"/>
                  </a:lnTo>
                  <a:lnTo>
                    <a:pt x="33654" y="64048"/>
                  </a:lnTo>
                  <a:lnTo>
                    <a:pt x="28619" y="56272"/>
                  </a:lnTo>
                  <a:lnTo>
                    <a:pt x="17910" y="39733"/>
                  </a:lnTo>
                  <a:lnTo>
                    <a:pt x="0" y="120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14791" y="3476081"/>
              <a:ext cx="131493" cy="111527"/>
            </a:xfrm>
            <a:custGeom>
              <a:avLst/>
              <a:pathLst>
                <a:path w="131493" h="111527">
                  <a:moveTo>
                    <a:pt x="5167" y="15812"/>
                  </a:moveTo>
                  <a:lnTo>
                    <a:pt x="11419" y="13798"/>
                  </a:lnTo>
                  <a:lnTo>
                    <a:pt x="20896" y="10747"/>
                  </a:lnTo>
                  <a:lnTo>
                    <a:pt x="33512" y="6684"/>
                  </a:lnTo>
                  <a:lnTo>
                    <a:pt x="44633" y="3103"/>
                  </a:lnTo>
                  <a:lnTo>
                    <a:pt x="54270" y="0"/>
                  </a:lnTo>
                  <a:lnTo>
                    <a:pt x="56236" y="1930"/>
                  </a:lnTo>
                  <a:lnTo>
                    <a:pt x="61432" y="7033"/>
                  </a:lnTo>
                  <a:lnTo>
                    <a:pt x="63535" y="9098"/>
                  </a:lnTo>
                  <a:lnTo>
                    <a:pt x="66841" y="12345"/>
                  </a:lnTo>
                  <a:lnTo>
                    <a:pt x="70834" y="16266"/>
                  </a:lnTo>
                  <a:lnTo>
                    <a:pt x="73469" y="18854"/>
                  </a:lnTo>
                  <a:lnTo>
                    <a:pt x="77961" y="23266"/>
                  </a:lnTo>
                  <a:lnTo>
                    <a:pt x="78132" y="23434"/>
                  </a:lnTo>
                  <a:lnTo>
                    <a:pt x="85431" y="30600"/>
                  </a:lnTo>
                  <a:lnTo>
                    <a:pt x="92730" y="37768"/>
                  </a:lnTo>
                  <a:lnTo>
                    <a:pt x="93592" y="38614"/>
                  </a:lnTo>
                  <a:lnTo>
                    <a:pt x="100029" y="44936"/>
                  </a:lnTo>
                  <a:lnTo>
                    <a:pt x="101003" y="45893"/>
                  </a:lnTo>
                  <a:lnTo>
                    <a:pt x="107328" y="52104"/>
                  </a:lnTo>
                  <a:lnTo>
                    <a:pt x="109772" y="54504"/>
                  </a:lnTo>
                  <a:lnTo>
                    <a:pt x="114627" y="59272"/>
                  </a:lnTo>
                  <a:lnTo>
                    <a:pt x="115836" y="60460"/>
                  </a:lnTo>
                  <a:lnTo>
                    <a:pt x="121926" y="66441"/>
                  </a:lnTo>
                  <a:lnTo>
                    <a:pt x="122955" y="67322"/>
                  </a:lnTo>
                  <a:lnTo>
                    <a:pt x="125939" y="69878"/>
                  </a:lnTo>
                  <a:lnTo>
                    <a:pt x="131493" y="74636"/>
                  </a:lnTo>
                  <a:lnTo>
                    <a:pt x="115560" y="90329"/>
                  </a:lnTo>
                  <a:lnTo>
                    <a:pt x="94040" y="111527"/>
                  </a:lnTo>
                  <a:lnTo>
                    <a:pt x="86761" y="104405"/>
                  </a:lnTo>
                  <a:lnTo>
                    <a:pt x="81371" y="99132"/>
                  </a:lnTo>
                  <a:lnTo>
                    <a:pt x="76072" y="93947"/>
                  </a:lnTo>
                  <a:lnTo>
                    <a:pt x="70752" y="88742"/>
                  </a:lnTo>
                  <a:lnTo>
                    <a:pt x="64597" y="82720"/>
                  </a:lnTo>
                  <a:lnTo>
                    <a:pt x="59057" y="77300"/>
                  </a:lnTo>
                  <a:lnTo>
                    <a:pt x="54127" y="72477"/>
                  </a:lnTo>
                  <a:lnTo>
                    <a:pt x="47143" y="65643"/>
                  </a:lnTo>
                  <a:lnTo>
                    <a:pt x="39838" y="58496"/>
                  </a:lnTo>
                  <a:lnTo>
                    <a:pt x="33193" y="51994"/>
                  </a:lnTo>
                  <a:lnTo>
                    <a:pt x="26199" y="45151"/>
                  </a:lnTo>
                  <a:lnTo>
                    <a:pt x="17434" y="36575"/>
                  </a:lnTo>
                  <a:lnTo>
                    <a:pt x="9830" y="29135"/>
                  </a:lnTo>
                  <a:lnTo>
                    <a:pt x="0" y="1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0127" y="3453019"/>
              <a:ext cx="107504" cy="92136"/>
            </a:xfrm>
            <a:custGeom>
              <a:avLst/>
              <a:pathLst>
                <a:path w="107504" h="92136">
                  <a:moveTo>
                    <a:pt x="36147" y="6708"/>
                  </a:moveTo>
                  <a:lnTo>
                    <a:pt x="53834" y="0"/>
                  </a:lnTo>
                  <a:lnTo>
                    <a:pt x="58123" y="5592"/>
                  </a:lnTo>
                  <a:lnTo>
                    <a:pt x="61839" y="9221"/>
                  </a:lnTo>
                  <a:lnTo>
                    <a:pt x="65441" y="12740"/>
                  </a:lnTo>
                  <a:lnTo>
                    <a:pt x="69070" y="16284"/>
                  </a:lnTo>
                  <a:lnTo>
                    <a:pt x="72759" y="19887"/>
                  </a:lnTo>
                  <a:lnTo>
                    <a:pt x="74223" y="21317"/>
                  </a:lnTo>
                  <a:lnTo>
                    <a:pt x="79282" y="26259"/>
                  </a:lnTo>
                  <a:lnTo>
                    <a:pt x="80077" y="27036"/>
                  </a:lnTo>
                  <a:lnTo>
                    <a:pt x="85612" y="32442"/>
                  </a:lnTo>
                  <a:lnTo>
                    <a:pt x="87395" y="34184"/>
                  </a:lnTo>
                  <a:lnTo>
                    <a:pt x="91120" y="37824"/>
                  </a:lnTo>
                  <a:lnTo>
                    <a:pt x="94713" y="41333"/>
                  </a:lnTo>
                  <a:lnTo>
                    <a:pt x="96979" y="43548"/>
                  </a:lnTo>
                  <a:lnTo>
                    <a:pt x="101462" y="47927"/>
                  </a:lnTo>
                  <a:lnTo>
                    <a:pt x="102030" y="48482"/>
                  </a:lnTo>
                  <a:lnTo>
                    <a:pt x="104825" y="51278"/>
                  </a:lnTo>
                  <a:lnTo>
                    <a:pt x="107504" y="53958"/>
                  </a:lnTo>
                  <a:lnTo>
                    <a:pt x="94576" y="66414"/>
                  </a:lnTo>
                  <a:lnTo>
                    <a:pt x="91755" y="69132"/>
                  </a:lnTo>
                  <a:lnTo>
                    <a:pt x="69956" y="89807"/>
                  </a:lnTo>
                  <a:lnTo>
                    <a:pt x="67501" y="92136"/>
                  </a:lnTo>
                  <a:lnTo>
                    <a:pt x="61876" y="86417"/>
                  </a:lnTo>
                  <a:lnTo>
                    <a:pt x="57198" y="81663"/>
                  </a:lnTo>
                  <a:lnTo>
                    <a:pt x="52730" y="77121"/>
                  </a:lnTo>
                  <a:lnTo>
                    <a:pt x="48622" y="72945"/>
                  </a:lnTo>
                  <a:lnTo>
                    <a:pt x="45110" y="69375"/>
                  </a:lnTo>
                  <a:lnTo>
                    <a:pt x="39607" y="63782"/>
                  </a:lnTo>
                  <a:lnTo>
                    <a:pt x="32917" y="56981"/>
                  </a:lnTo>
                  <a:lnTo>
                    <a:pt x="21981" y="45864"/>
                  </a:lnTo>
                  <a:lnTo>
                    <a:pt x="14823" y="38588"/>
                  </a:lnTo>
                  <a:lnTo>
                    <a:pt x="3725" y="27307"/>
                  </a:lnTo>
                  <a:lnTo>
                    <a:pt x="0" y="204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931" y="3426088"/>
              <a:ext cx="93654" cy="77255"/>
            </a:xfrm>
            <a:custGeom>
              <a:avLst/>
              <a:pathLst>
                <a:path w="93654" h="77255">
                  <a:moveTo>
                    <a:pt x="8218" y="18509"/>
                  </a:moveTo>
                  <a:lnTo>
                    <a:pt x="29887" y="9731"/>
                  </a:lnTo>
                  <a:lnTo>
                    <a:pt x="42345" y="4684"/>
                  </a:lnTo>
                  <a:lnTo>
                    <a:pt x="53910" y="0"/>
                  </a:lnTo>
                  <a:lnTo>
                    <a:pt x="61912" y="8763"/>
                  </a:lnTo>
                  <a:lnTo>
                    <a:pt x="67248" y="14607"/>
                  </a:lnTo>
                  <a:lnTo>
                    <a:pt x="73726" y="21702"/>
                  </a:lnTo>
                  <a:lnTo>
                    <a:pt x="78596" y="27035"/>
                  </a:lnTo>
                  <a:lnTo>
                    <a:pt x="84855" y="33890"/>
                  </a:lnTo>
                  <a:lnTo>
                    <a:pt x="93654" y="43526"/>
                  </a:lnTo>
                  <a:lnTo>
                    <a:pt x="79338" y="55644"/>
                  </a:lnTo>
                  <a:lnTo>
                    <a:pt x="53805" y="77255"/>
                  </a:lnTo>
                  <a:lnTo>
                    <a:pt x="50239" y="73583"/>
                  </a:lnTo>
                  <a:lnTo>
                    <a:pt x="45036" y="68224"/>
                  </a:lnTo>
                  <a:lnTo>
                    <a:pt x="39005" y="62012"/>
                  </a:lnTo>
                  <a:lnTo>
                    <a:pt x="32313" y="55119"/>
                  </a:lnTo>
                  <a:lnTo>
                    <a:pt x="23970" y="46526"/>
                  </a:lnTo>
                  <a:lnTo>
                    <a:pt x="17829" y="40202"/>
                  </a:lnTo>
                  <a:lnTo>
                    <a:pt x="9926" y="32062"/>
                  </a:lnTo>
                  <a:lnTo>
                    <a:pt x="0" y="2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0544" y="3566566"/>
              <a:ext cx="132786" cy="95543"/>
            </a:xfrm>
            <a:custGeom>
              <a:avLst/>
              <a:pathLst>
                <a:path w="132786" h="95543">
                  <a:moveTo>
                    <a:pt x="97741" y="50287"/>
                  </a:moveTo>
                  <a:lnTo>
                    <a:pt x="105685" y="57352"/>
                  </a:lnTo>
                  <a:lnTo>
                    <a:pt x="116033" y="66555"/>
                  </a:lnTo>
                  <a:lnTo>
                    <a:pt x="123832" y="73491"/>
                  </a:lnTo>
                  <a:lnTo>
                    <a:pt x="132786" y="81453"/>
                  </a:lnTo>
                  <a:lnTo>
                    <a:pt x="123664" y="89498"/>
                  </a:lnTo>
                  <a:lnTo>
                    <a:pt x="100146" y="90005"/>
                  </a:lnTo>
                  <a:lnTo>
                    <a:pt x="79299" y="81061"/>
                  </a:lnTo>
                  <a:lnTo>
                    <a:pt x="74080" y="85124"/>
                  </a:lnTo>
                  <a:lnTo>
                    <a:pt x="60698" y="95543"/>
                  </a:lnTo>
                  <a:lnTo>
                    <a:pt x="55078" y="90609"/>
                  </a:lnTo>
                  <a:lnTo>
                    <a:pt x="47594" y="84039"/>
                  </a:lnTo>
                  <a:lnTo>
                    <a:pt x="39012" y="76505"/>
                  </a:lnTo>
                  <a:lnTo>
                    <a:pt x="32930" y="71166"/>
                  </a:lnTo>
                  <a:lnTo>
                    <a:pt x="27060" y="66013"/>
                  </a:lnTo>
                  <a:lnTo>
                    <a:pt x="22176" y="61726"/>
                  </a:lnTo>
                  <a:lnTo>
                    <a:pt x="20045" y="59856"/>
                  </a:lnTo>
                  <a:lnTo>
                    <a:pt x="17346" y="57290"/>
                  </a:lnTo>
                  <a:lnTo>
                    <a:pt x="12640" y="52817"/>
                  </a:lnTo>
                  <a:lnTo>
                    <a:pt x="10363" y="50652"/>
                  </a:lnTo>
                  <a:lnTo>
                    <a:pt x="6526" y="47004"/>
                  </a:lnTo>
                  <a:lnTo>
                    <a:pt x="0" y="40800"/>
                  </a:lnTo>
                  <a:lnTo>
                    <a:pt x="10065" y="31714"/>
                  </a:lnTo>
                  <a:lnTo>
                    <a:pt x="30380" y="13378"/>
                  </a:lnTo>
                  <a:lnTo>
                    <a:pt x="45200" y="0"/>
                  </a:lnTo>
                  <a:lnTo>
                    <a:pt x="55540" y="10023"/>
                  </a:lnTo>
                  <a:lnTo>
                    <a:pt x="63320" y="17565"/>
                  </a:lnTo>
                  <a:lnTo>
                    <a:pt x="73383" y="27320"/>
                  </a:lnTo>
                  <a:lnTo>
                    <a:pt x="82117" y="35787"/>
                  </a:lnTo>
                  <a:lnTo>
                    <a:pt x="88449" y="41925"/>
                  </a:lnTo>
                  <a:lnTo>
                    <a:pt x="89681" y="431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5134" y="3556730"/>
              <a:ext cx="110897" cy="93033"/>
            </a:xfrm>
            <a:custGeom>
              <a:avLst/>
              <a:pathLst>
                <a:path w="110897" h="93033">
                  <a:moveTo>
                    <a:pt x="31494" y="68475"/>
                  </a:moveTo>
                  <a:lnTo>
                    <a:pt x="29212" y="66235"/>
                  </a:lnTo>
                  <a:lnTo>
                    <a:pt x="24586" y="61698"/>
                  </a:lnTo>
                  <a:lnTo>
                    <a:pt x="21908" y="59071"/>
                  </a:lnTo>
                  <a:lnTo>
                    <a:pt x="15583" y="52865"/>
                  </a:lnTo>
                  <a:lnTo>
                    <a:pt x="14607" y="51908"/>
                  </a:lnTo>
                  <a:lnTo>
                    <a:pt x="7303" y="44745"/>
                  </a:lnTo>
                  <a:lnTo>
                    <a:pt x="0" y="37579"/>
                  </a:lnTo>
                  <a:lnTo>
                    <a:pt x="11353" y="24973"/>
                  </a:lnTo>
                  <a:lnTo>
                    <a:pt x="33846" y="0"/>
                  </a:lnTo>
                  <a:lnTo>
                    <a:pt x="45905" y="11218"/>
                  </a:lnTo>
                  <a:lnTo>
                    <a:pt x="53209" y="18382"/>
                  </a:lnTo>
                  <a:lnTo>
                    <a:pt x="53681" y="18845"/>
                  </a:lnTo>
                  <a:lnTo>
                    <a:pt x="60510" y="25547"/>
                  </a:lnTo>
                  <a:lnTo>
                    <a:pt x="67812" y="32711"/>
                  </a:lnTo>
                  <a:lnTo>
                    <a:pt x="69649" y="34513"/>
                  </a:lnTo>
                  <a:lnTo>
                    <a:pt x="82417" y="47040"/>
                  </a:lnTo>
                  <a:lnTo>
                    <a:pt x="83910" y="48310"/>
                  </a:lnTo>
                  <a:lnTo>
                    <a:pt x="98024" y="60314"/>
                  </a:lnTo>
                  <a:lnTo>
                    <a:pt x="110897" y="71263"/>
                  </a:lnTo>
                  <a:lnTo>
                    <a:pt x="104445" y="79667"/>
                  </a:lnTo>
                  <a:lnTo>
                    <a:pt x="94184" y="93033"/>
                  </a:lnTo>
                  <a:lnTo>
                    <a:pt x="77592" y="87509"/>
                  </a:lnTo>
                  <a:lnTo>
                    <a:pt x="59526" y="81493"/>
                  </a:lnTo>
                  <a:lnTo>
                    <a:pt x="49610" y="78191"/>
                  </a:lnTo>
                  <a:lnTo>
                    <a:pt x="38902" y="74626"/>
                  </a:lnTo>
                  <a:lnTo>
                    <a:pt x="36982" y="73986"/>
                  </a:lnTo>
                  <a:lnTo>
                    <a:pt x="36513" y="73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5065" y="3511695"/>
              <a:ext cx="94420" cy="93195"/>
            </a:xfrm>
            <a:custGeom>
              <a:avLst/>
              <a:pathLst>
                <a:path w="94420" h="93195">
                  <a:moveTo>
                    <a:pt x="1559" y="38098"/>
                  </a:moveTo>
                  <a:lnTo>
                    <a:pt x="8828" y="30267"/>
                  </a:lnTo>
                  <a:lnTo>
                    <a:pt x="34364" y="2760"/>
                  </a:lnTo>
                  <a:lnTo>
                    <a:pt x="36927" y="0"/>
                  </a:lnTo>
                  <a:lnTo>
                    <a:pt x="44253" y="7115"/>
                  </a:lnTo>
                  <a:lnTo>
                    <a:pt x="51496" y="14150"/>
                  </a:lnTo>
                  <a:lnTo>
                    <a:pt x="63865" y="26164"/>
                  </a:lnTo>
                  <a:lnTo>
                    <a:pt x="77628" y="39532"/>
                  </a:lnTo>
                  <a:lnTo>
                    <a:pt x="94420" y="55842"/>
                  </a:lnTo>
                  <a:lnTo>
                    <a:pt x="91890" y="58522"/>
                  </a:lnTo>
                  <a:lnTo>
                    <a:pt x="88902" y="61686"/>
                  </a:lnTo>
                  <a:lnTo>
                    <a:pt x="83061" y="67649"/>
                  </a:lnTo>
                  <a:lnTo>
                    <a:pt x="58037" y="93195"/>
                  </a:lnTo>
                  <a:lnTo>
                    <a:pt x="51085" y="89993"/>
                  </a:lnTo>
                  <a:lnTo>
                    <a:pt x="45829" y="84831"/>
                  </a:lnTo>
                  <a:lnTo>
                    <a:pt x="43786" y="82824"/>
                  </a:lnTo>
                  <a:lnTo>
                    <a:pt x="36489" y="75654"/>
                  </a:lnTo>
                  <a:lnTo>
                    <a:pt x="36217" y="75386"/>
                  </a:lnTo>
                  <a:lnTo>
                    <a:pt x="29190" y="68486"/>
                  </a:lnTo>
                  <a:lnTo>
                    <a:pt x="28649" y="67954"/>
                  </a:lnTo>
                  <a:lnTo>
                    <a:pt x="22801" y="62209"/>
                  </a:lnTo>
                  <a:lnTo>
                    <a:pt x="21894" y="61317"/>
                  </a:lnTo>
                  <a:lnTo>
                    <a:pt x="14548" y="54101"/>
                  </a:lnTo>
                  <a:lnTo>
                    <a:pt x="7298" y="46979"/>
                  </a:lnTo>
                  <a:lnTo>
                    <a:pt x="6999" y="46685"/>
                  </a:lnTo>
                  <a:lnTo>
                    <a:pt x="0" y="398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901574" y="3477440"/>
              <a:ext cx="93244" cy="93023"/>
            </a:xfrm>
            <a:custGeom>
              <a:avLst/>
              <a:pathLst>
                <a:path w="93244" h="93023">
                  <a:moveTo>
                    <a:pt x="45877" y="7180"/>
                  </a:moveTo>
                  <a:lnTo>
                    <a:pt x="46798" y="8087"/>
                  </a:lnTo>
                  <a:lnTo>
                    <a:pt x="52696" y="13898"/>
                  </a:lnTo>
                  <a:lnTo>
                    <a:pt x="53164" y="14360"/>
                  </a:lnTo>
                  <a:lnTo>
                    <a:pt x="59937" y="21033"/>
                  </a:lnTo>
                  <a:lnTo>
                    <a:pt x="60451" y="21540"/>
                  </a:lnTo>
                  <a:lnTo>
                    <a:pt x="67339" y="28327"/>
                  </a:lnTo>
                  <a:lnTo>
                    <a:pt x="67738" y="28721"/>
                  </a:lnTo>
                  <a:lnTo>
                    <a:pt x="73452" y="34348"/>
                  </a:lnTo>
                  <a:lnTo>
                    <a:pt x="75028" y="35901"/>
                  </a:lnTo>
                  <a:lnTo>
                    <a:pt x="79070" y="39884"/>
                  </a:lnTo>
                  <a:lnTo>
                    <a:pt x="86183" y="46893"/>
                  </a:lnTo>
                  <a:lnTo>
                    <a:pt x="93244" y="53851"/>
                  </a:lnTo>
                  <a:lnTo>
                    <a:pt x="87622" y="61031"/>
                  </a:lnTo>
                  <a:lnTo>
                    <a:pt x="82774" y="67221"/>
                  </a:lnTo>
                  <a:lnTo>
                    <a:pt x="75561" y="76432"/>
                  </a:lnTo>
                  <a:lnTo>
                    <a:pt x="62568" y="93023"/>
                  </a:lnTo>
                  <a:lnTo>
                    <a:pt x="56290" y="87298"/>
                  </a:lnTo>
                  <a:lnTo>
                    <a:pt x="49942" y="81509"/>
                  </a:lnTo>
                  <a:lnTo>
                    <a:pt x="43315" y="75466"/>
                  </a:lnTo>
                  <a:lnTo>
                    <a:pt x="36563" y="69309"/>
                  </a:lnTo>
                  <a:lnTo>
                    <a:pt x="32128" y="64971"/>
                  </a:lnTo>
                  <a:lnTo>
                    <a:pt x="29250" y="62155"/>
                  </a:lnTo>
                  <a:lnTo>
                    <a:pt x="21939" y="55001"/>
                  </a:lnTo>
                  <a:lnTo>
                    <a:pt x="18121" y="51266"/>
                  </a:lnTo>
                  <a:lnTo>
                    <a:pt x="14626" y="47848"/>
                  </a:lnTo>
                  <a:lnTo>
                    <a:pt x="7313" y="40694"/>
                  </a:lnTo>
                  <a:lnTo>
                    <a:pt x="0" y="33541"/>
                  </a:lnTo>
                  <a:lnTo>
                    <a:pt x="12778" y="22435"/>
                  </a:lnTo>
                  <a:lnTo>
                    <a:pt x="19296" y="16771"/>
                  </a:lnTo>
                  <a:lnTo>
                    <a:pt x="385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37440" y="3177698"/>
              <a:ext cx="98725" cy="100078"/>
            </a:xfrm>
            <a:custGeom>
              <a:avLst/>
              <a:pathLst>
                <a:path w="98725" h="100078">
                  <a:moveTo>
                    <a:pt x="10472" y="46720"/>
                  </a:moveTo>
                  <a:lnTo>
                    <a:pt x="16124" y="41554"/>
                  </a:lnTo>
                  <a:lnTo>
                    <a:pt x="23410" y="34895"/>
                  </a:lnTo>
                  <a:lnTo>
                    <a:pt x="30067" y="28810"/>
                  </a:lnTo>
                  <a:lnTo>
                    <a:pt x="36920" y="22547"/>
                  </a:lnTo>
                  <a:lnTo>
                    <a:pt x="43299" y="16716"/>
                  </a:lnTo>
                  <a:lnTo>
                    <a:pt x="49421" y="11121"/>
                  </a:lnTo>
                  <a:lnTo>
                    <a:pt x="56109" y="5008"/>
                  </a:lnTo>
                  <a:lnTo>
                    <a:pt x="61589" y="0"/>
                  </a:lnTo>
                  <a:lnTo>
                    <a:pt x="76122" y="13674"/>
                  </a:lnTo>
                  <a:lnTo>
                    <a:pt x="80973" y="18238"/>
                  </a:lnTo>
                  <a:lnTo>
                    <a:pt x="98725" y="53252"/>
                  </a:lnTo>
                  <a:lnTo>
                    <a:pt x="91930" y="58033"/>
                  </a:lnTo>
                  <a:lnTo>
                    <a:pt x="85380" y="62642"/>
                  </a:lnTo>
                  <a:lnTo>
                    <a:pt x="79796" y="66571"/>
                  </a:lnTo>
                  <a:lnTo>
                    <a:pt x="70166" y="73346"/>
                  </a:lnTo>
                  <a:lnTo>
                    <a:pt x="58684" y="81425"/>
                  </a:lnTo>
                  <a:lnTo>
                    <a:pt x="50272" y="87343"/>
                  </a:lnTo>
                  <a:lnTo>
                    <a:pt x="43776" y="91914"/>
                  </a:lnTo>
                  <a:lnTo>
                    <a:pt x="32172" y="100078"/>
                  </a:lnTo>
                  <a:lnTo>
                    <a:pt x="20475" y="84063"/>
                  </a:lnTo>
                  <a:lnTo>
                    <a:pt x="17072" y="79404"/>
                  </a:lnTo>
                  <a:lnTo>
                    <a:pt x="0" y="562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75544" y="3239240"/>
              <a:ext cx="99627" cy="92384"/>
            </a:xfrm>
            <a:custGeom>
              <a:avLst/>
              <a:pathLst>
                <a:path w="99627" h="92384">
                  <a:moveTo>
                    <a:pt x="5740" y="40013"/>
                  </a:moveTo>
                  <a:lnTo>
                    <a:pt x="13881" y="34579"/>
                  </a:lnTo>
                  <a:lnTo>
                    <a:pt x="20478" y="30174"/>
                  </a:lnTo>
                  <a:lnTo>
                    <a:pt x="27469" y="25507"/>
                  </a:lnTo>
                  <a:lnTo>
                    <a:pt x="35245" y="20317"/>
                  </a:lnTo>
                  <a:lnTo>
                    <a:pt x="44202" y="14337"/>
                  </a:lnTo>
                  <a:lnTo>
                    <a:pt x="51935" y="9175"/>
                  </a:lnTo>
                  <a:lnTo>
                    <a:pt x="65680" y="0"/>
                  </a:lnTo>
                  <a:lnTo>
                    <a:pt x="72268" y="9102"/>
                  </a:lnTo>
                  <a:lnTo>
                    <a:pt x="99627" y="46905"/>
                  </a:lnTo>
                  <a:lnTo>
                    <a:pt x="93392" y="50760"/>
                  </a:lnTo>
                  <a:lnTo>
                    <a:pt x="85251" y="55794"/>
                  </a:lnTo>
                  <a:lnTo>
                    <a:pt x="73201" y="63246"/>
                  </a:lnTo>
                  <a:lnTo>
                    <a:pt x="65495" y="68011"/>
                  </a:lnTo>
                  <a:lnTo>
                    <a:pt x="58122" y="72570"/>
                  </a:lnTo>
                  <a:lnTo>
                    <a:pt x="50678" y="77174"/>
                  </a:lnTo>
                  <a:lnTo>
                    <a:pt x="42606" y="82165"/>
                  </a:lnTo>
                  <a:lnTo>
                    <a:pt x="35189" y="86752"/>
                  </a:lnTo>
                  <a:lnTo>
                    <a:pt x="26081" y="92384"/>
                  </a:lnTo>
                  <a:lnTo>
                    <a:pt x="15356" y="72424"/>
                  </a:lnTo>
                  <a:lnTo>
                    <a:pt x="0" y="43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104691" y="3292366"/>
              <a:ext cx="86229" cy="65315"/>
            </a:xfrm>
            <a:custGeom>
              <a:avLst/>
              <a:pathLst>
                <a:path w="86229" h="65315">
                  <a:moveTo>
                    <a:pt x="6973" y="37984"/>
                  </a:moveTo>
                  <a:lnTo>
                    <a:pt x="11787" y="35135"/>
                  </a:lnTo>
                  <a:lnTo>
                    <a:pt x="16043" y="32616"/>
                  </a:lnTo>
                  <a:lnTo>
                    <a:pt x="25603" y="26958"/>
                  </a:lnTo>
                  <a:lnTo>
                    <a:pt x="36789" y="20338"/>
                  </a:lnTo>
                  <a:lnTo>
                    <a:pt x="46942" y="14329"/>
                  </a:lnTo>
                  <a:lnTo>
                    <a:pt x="58164" y="7687"/>
                  </a:lnTo>
                  <a:lnTo>
                    <a:pt x="65656" y="3253"/>
                  </a:lnTo>
                  <a:lnTo>
                    <a:pt x="71153" y="0"/>
                  </a:lnTo>
                  <a:lnTo>
                    <a:pt x="76451" y="7951"/>
                  </a:lnTo>
                  <a:lnTo>
                    <a:pt x="86229" y="22629"/>
                  </a:lnTo>
                  <a:lnTo>
                    <a:pt x="62971" y="36491"/>
                  </a:lnTo>
                  <a:lnTo>
                    <a:pt x="14607" y="65315"/>
                  </a:lnTo>
                  <a:lnTo>
                    <a:pt x="7061" y="53328"/>
                  </a:lnTo>
                  <a:lnTo>
                    <a:pt x="0" y="421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755012" y="3568525"/>
              <a:ext cx="96446" cy="121412"/>
            </a:xfrm>
            <a:custGeom>
              <a:avLst/>
              <a:pathLst>
                <a:path w="96446" h="121412">
                  <a:moveTo>
                    <a:pt x="0" y="72994"/>
                  </a:moveTo>
                  <a:lnTo>
                    <a:pt x="5625" y="60820"/>
                  </a:lnTo>
                  <a:lnTo>
                    <a:pt x="11182" y="48792"/>
                  </a:lnTo>
                  <a:lnTo>
                    <a:pt x="15928" y="38523"/>
                  </a:lnTo>
                  <a:lnTo>
                    <a:pt x="19493" y="30806"/>
                  </a:lnTo>
                  <a:lnTo>
                    <a:pt x="24011" y="21028"/>
                  </a:lnTo>
                  <a:lnTo>
                    <a:pt x="26726" y="15154"/>
                  </a:lnTo>
                  <a:lnTo>
                    <a:pt x="30091" y="7871"/>
                  </a:lnTo>
                  <a:lnTo>
                    <a:pt x="33728" y="0"/>
                  </a:lnTo>
                  <a:lnTo>
                    <a:pt x="45015" y="6545"/>
                  </a:lnTo>
                  <a:lnTo>
                    <a:pt x="51100" y="9894"/>
                  </a:lnTo>
                  <a:lnTo>
                    <a:pt x="66505" y="18373"/>
                  </a:lnTo>
                  <a:lnTo>
                    <a:pt x="69755" y="23109"/>
                  </a:lnTo>
                  <a:lnTo>
                    <a:pt x="79040" y="36642"/>
                  </a:lnTo>
                  <a:lnTo>
                    <a:pt x="96446" y="62010"/>
                  </a:lnTo>
                  <a:lnTo>
                    <a:pt x="90136" y="70624"/>
                  </a:lnTo>
                  <a:lnTo>
                    <a:pt x="79574" y="85045"/>
                  </a:lnTo>
                  <a:lnTo>
                    <a:pt x="75503" y="90604"/>
                  </a:lnTo>
                  <a:lnTo>
                    <a:pt x="54551" y="118185"/>
                  </a:lnTo>
                  <a:lnTo>
                    <a:pt x="52099" y="121412"/>
                  </a:lnTo>
                  <a:lnTo>
                    <a:pt x="43610" y="115628"/>
                  </a:lnTo>
                  <a:lnTo>
                    <a:pt x="42102" y="114600"/>
                  </a:lnTo>
                  <a:lnTo>
                    <a:pt x="18720" y="98670"/>
                  </a:lnTo>
                  <a:lnTo>
                    <a:pt x="15320" y="96353"/>
                  </a:lnTo>
                  <a:lnTo>
                    <a:pt x="14102" y="825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427979" y="3640999"/>
              <a:ext cx="91016" cy="46841"/>
            </a:xfrm>
            <a:custGeom>
              <a:avLst/>
              <a:pathLst>
                <a:path w="91016" h="46841">
                  <a:moveTo>
                    <a:pt x="912" y="24229"/>
                  </a:moveTo>
                  <a:lnTo>
                    <a:pt x="2384" y="0"/>
                  </a:lnTo>
                  <a:lnTo>
                    <a:pt x="29522" y="5449"/>
                  </a:lnTo>
                  <a:lnTo>
                    <a:pt x="42039" y="10084"/>
                  </a:lnTo>
                  <a:lnTo>
                    <a:pt x="82497" y="25065"/>
                  </a:lnTo>
                  <a:lnTo>
                    <a:pt x="91016" y="32904"/>
                  </a:lnTo>
                  <a:lnTo>
                    <a:pt x="80760" y="38710"/>
                  </a:lnTo>
                  <a:lnTo>
                    <a:pt x="58012" y="46841"/>
                  </a:lnTo>
                  <a:lnTo>
                    <a:pt x="51172" y="46299"/>
                  </a:lnTo>
                  <a:lnTo>
                    <a:pt x="39135" y="45347"/>
                  </a:lnTo>
                  <a:lnTo>
                    <a:pt x="32387" y="44645"/>
                  </a:lnTo>
                  <a:lnTo>
                    <a:pt x="15767" y="42916"/>
                  </a:lnTo>
                  <a:lnTo>
                    <a:pt x="0" y="39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73625" y="3358789"/>
              <a:ext cx="95287" cy="62545"/>
            </a:xfrm>
            <a:custGeom>
              <a:avLst/>
              <a:pathLst>
                <a:path w="95287" h="62545">
                  <a:moveTo>
                    <a:pt x="59397" y="41848"/>
                  </a:moveTo>
                  <a:lnTo>
                    <a:pt x="12049" y="62545"/>
                  </a:lnTo>
                  <a:lnTo>
                    <a:pt x="5402" y="50159"/>
                  </a:lnTo>
                  <a:lnTo>
                    <a:pt x="0" y="40092"/>
                  </a:lnTo>
                  <a:lnTo>
                    <a:pt x="3695" y="37915"/>
                  </a:lnTo>
                  <a:lnTo>
                    <a:pt x="8085" y="35328"/>
                  </a:lnTo>
                  <a:lnTo>
                    <a:pt x="13235" y="32294"/>
                  </a:lnTo>
                  <a:lnTo>
                    <a:pt x="15721" y="30829"/>
                  </a:lnTo>
                  <a:lnTo>
                    <a:pt x="16560" y="30335"/>
                  </a:lnTo>
                  <a:lnTo>
                    <a:pt x="19861" y="28391"/>
                  </a:lnTo>
                  <a:lnTo>
                    <a:pt x="20610" y="27949"/>
                  </a:lnTo>
                  <a:lnTo>
                    <a:pt x="23650" y="26159"/>
                  </a:lnTo>
                  <a:lnTo>
                    <a:pt x="25072" y="25321"/>
                  </a:lnTo>
                  <a:lnTo>
                    <a:pt x="28215" y="23840"/>
                  </a:lnTo>
                  <a:lnTo>
                    <a:pt x="33378" y="21407"/>
                  </a:lnTo>
                  <a:lnTo>
                    <a:pt x="37311" y="19554"/>
                  </a:lnTo>
                  <a:lnTo>
                    <a:pt x="40706" y="17954"/>
                  </a:lnTo>
                  <a:lnTo>
                    <a:pt x="43244" y="16758"/>
                  </a:lnTo>
                  <a:lnTo>
                    <a:pt x="47232" y="14934"/>
                  </a:lnTo>
                  <a:lnTo>
                    <a:pt x="53979" y="11848"/>
                  </a:lnTo>
                  <a:lnTo>
                    <a:pt x="59990" y="9098"/>
                  </a:lnTo>
                  <a:lnTo>
                    <a:pt x="68505" y="5203"/>
                  </a:lnTo>
                  <a:lnTo>
                    <a:pt x="79882" y="0"/>
                  </a:lnTo>
                  <a:lnTo>
                    <a:pt x="85468" y="9485"/>
                  </a:lnTo>
                  <a:lnTo>
                    <a:pt x="95287" y="26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83673" y="2792143"/>
              <a:ext cx="103530" cy="91959"/>
            </a:xfrm>
            <a:custGeom>
              <a:avLst/>
              <a:pathLst>
                <a:path w="103530" h="91959">
                  <a:moveTo>
                    <a:pt x="29451" y="86092"/>
                  </a:moveTo>
                  <a:lnTo>
                    <a:pt x="26433" y="79888"/>
                  </a:lnTo>
                  <a:lnTo>
                    <a:pt x="23031" y="72894"/>
                  </a:lnTo>
                  <a:lnTo>
                    <a:pt x="17555" y="61636"/>
                  </a:lnTo>
                  <a:lnTo>
                    <a:pt x="12504" y="51250"/>
                  </a:lnTo>
                  <a:lnTo>
                    <a:pt x="11013" y="48186"/>
                  </a:lnTo>
                  <a:lnTo>
                    <a:pt x="8620" y="38301"/>
                  </a:lnTo>
                  <a:lnTo>
                    <a:pt x="5201" y="24185"/>
                  </a:lnTo>
                  <a:lnTo>
                    <a:pt x="0" y="2702"/>
                  </a:lnTo>
                  <a:lnTo>
                    <a:pt x="2202" y="0"/>
                  </a:lnTo>
                  <a:lnTo>
                    <a:pt x="29957" y="7881"/>
                  </a:lnTo>
                  <a:lnTo>
                    <a:pt x="37919" y="9023"/>
                  </a:lnTo>
                  <a:lnTo>
                    <a:pt x="80985" y="15203"/>
                  </a:lnTo>
                  <a:lnTo>
                    <a:pt x="85253" y="30713"/>
                  </a:lnTo>
                  <a:lnTo>
                    <a:pt x="86492" y="35216"/>
                  </a:lnTo>
                  <a:lnTo>
                    <a:pt x="90509" y="41088"/>
                  </a:lnTo>
                  <a:lnTo>
                    <a:pt x="103530" y="60120"/>
                  </a:lnTo>
                  <a:lnTo>
                    <a:pt x="97955" y="62612"/>
                  </a:lnTo>
                  <a:lnTo>
                    <a:pt x="92593" y="65009"/>
                  </a:lnTo>
                  <a:lnTo>
                    <a:pt x="83671" y="68997"/>
                  </a:lnTo>
                  <a:lnTo>
                    <a:pt x="74759" y="72981"/>
                  </a:lnTo>
                  <a:lnTo>
                    <a:pt x="67206" y="76357"/>
                  </a:lnTo>
                  <a:lnTo>
                    <a:pt x="50398" y="83871"/>
                  </a:lnTo>
                  <a:lnTo>
                    <a:pt x="32304" y="919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81979" y="2866173"/>
              <a:ext cx="94114" cy="138975"/>
            </a:xfrm>
            <a:custGeom>
              <a:avLst/>
              <a:pathLst>
                <a:path w="94114" h="138975">
                  <a:moveTo>
                    <a:pt x="38" y="44803"/>
                  </a:moveTo>
                  <a:lnTo>
                    <a:pt x="72" y="31516"/>
                  </a:lnTo>
                  <a:lnTo>
                    <a:pt x="111" y="16392"/>
                  </a:lnTo>
                  <a:lnTo>
                    <a:pt x="15068" y="8442"/>
                  </a:lnTo>
                  <a:lnTo>
                    <a:pt x="30950" y="0"/>
                  </a:lnTo>
                  <a:lnTo>
                    <a:pt x="35331" y="10416"/>
                  </a:lnTo>
                  <a:lnTo>
                    <a:pt x="38764" y="18579"/>
                  </a:lnTo>
                  <a:lnTo>
                    <a:pt x="43265" y="29282"/>
                  </a:lnTo>
                  <a:lnTo>
                    <a:pt x="47057" y="38299"/>
                  </a:lnTo>
                  <a:lnTo>
                    <a:pt x="50370" y="46176"/>
                  </a:lnTo>
                  <a:lnTo>
                    <a:pt x="53649" y="53972"/>
                  </a:lnTo>
                  <a:lnTo>
                    <a:pt x="57658" y="63506"/>
                  </a:lnTo>
                  <a:lnTo>
                    <a:pt x="60875" y="71155"/>
                  </a:lnTo>
                  <a:lnTo>
                    <a:pt x="70254" y="71747"/>
                  </a:lnTo>
                  <a:lnTo>
                    <a:pt x="80722" y="72407"/>
                  </a:lnTo>
                  <a:lnTo>
                    <a:pt x="87230" y="94116"/>
                  </a:lnTo>
                  <a:lnTo>
                    <a:pt x="94114" y="117082"/>
                  </a:lnTo>
                  <a:lnTo>
                    <a:pt x="88437" y="119061"/>
                  </a:lnTo>
                  <a:lnTo>
                    <a:pt x="77758" y="122784"/>
                  </a:lnTo>
                  <a:lnTo>
                    <a:pt x="65561" y="127036"/>
                  </a:lnTo>
                  <a:lnTo>
                    <a:pt x="60843" y="128728"/>
                  </a:lnTo>
                  <a:lnTo>
                    <a:pt x="45706" y="134157"/>
                  </a:lnTo>
                  <a:lnTo>
                    <a:pt x="32272" y="138975"/>
                  </a:lnTo>
                  <a:lnTo>
                    <a:pt x="27999" y="128313"/>
                  </a:lnTo>
                  <a:lnTo>
                    <a:pt x="23098" y="116085"/>
                  </a:lnTo>
                  <a:lnTo>
                    <a:pt x="18012" y="103391"/>
                  </a:lnTo>
                  <a:lnTo>
                    <a:pt x="11752" y="87771"/>
                  </a:lnTo>
                  <a:lnTo>
                    <a:pt x="10246" y="84212"/>
                  </a:lnTo>
                  <a:lnTo>
                    <a:pt x="1113" y="62622"/>
                  </a:lnTo>
                  <a:lnTo>
                    <a:pt x="0" y="59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657886" y="3063877"/>
              <a:ext cx="78992" cy="79004"/>
            </a:xfrm>
            <a:custGeom>
              <a:avLst/>
              <a:pathLst>
                <a:path w="78992" h="79004">
                  <a:moveTo>
                    <a:pt x="73053" y="36182"/>
                  </a:moveTo>
                  <a:lnTo>
                    <a:pt x="66880" y="45474"/>
                  </a:lnTo>
                  <a:lnTo>
                    <a:pt x="59938" y="55923"/>
                  </a:lnTo>
                  <a:lnTo>
                    <a:pt x="55276" y="62942"/>
                  </a:lnTo>
                  <a:lnTo>
                    <a:pt x="48616" y="72967"/>
                  </a:lnTo>
                  <a:lnTo>
                    <a:pt x="44605" y="79004"/>
                  </a:lnTo>
                  <a:lnTo>
                    <a:pt x="29613" y="68598"/>
                  </a:lnTo>
                  <a:lnTo>
                    <a:pt x="0" y="48041"/>
                  </a:lnTo>
                  <a:lnTo>
                    <a:pt x="4970" y="41453"/>
                  </a:lnTo>
                  <a:lnTo>
                    <a:pt x="14599" y="28690"/>
                  </a:lnTo>
                  <a:lnTo>
                    <a:pt x="25975" y="13612"/>
                  </a:lnTo>
                  <a:lnTo>
                    <a:pt x="36245" y="0"/>
                  </a:lnTo>
                  <a:lnTo>
                    <a:pt x="50083" y="8818"/>
                  </a:lnTo>
                  <a:lnTo>
                    <a:pt x="78992" y="27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27196" y="3151020"/>
              <a:ext cx="63986" cy="63168"/>
            </a:xfrm>
            <a:custGeom>
              <a:avLst/>
              <a:pathLst>
                <a:path w="63986" h="63168">
                  <a:moveTo>
                    <a:pt x="2333" y="41769"/>
                  </a:moveTo>
                  <a:lnTo>
                    <a:pt x="4003" y="36663"/>
                  </a:lnTo>
                  <a:lnTo>
                    <a:pt x="5950" y="30708"/>
                  </a:lnTo>
                  <a:lnTo>
                    <a:pt x="8137" y="24021"/>
                  </a:lnTo>
                  <a:lnTo>
                    <a:pt x="9992" y="18349"/>
                  </a:lnTo>
                  <a:lnTo>
                    <a:pt x="12456" y="10813"/>
                  </a:lnTo>
                  <a:lnTo>
                    <a:pt x="15993" y="0"/>
                  </a:lnTo>
                  <a:lnTo>
                    <a:pt x="31611" y="4610"/>
                  </a:lnTo>
                  <a:lnTo>
                    <a:pt x="54630" y="11405"/>
                  </a:lnTo>
                  <a:lnTo>
                    <a:pt x="62276" y="13662"/>
                  </a:lnTo>
                  <a:lnTo>
                    <a:pt x="63986" y="14230"/>
                  </a:lnTo>
                  <a:lnTo>
                    <a:pt x="62546" y="19367"/>
                  </a:lnTo>
                  <a:lnTo>
                    <a:pt x="61185" y="24220"/>
                  </a:lnTo>
                  <a:lnTo>
                    <a:pt x="59945" y="28645"/>
                  </a:lnTo>
                  <a:lnTo>
                    <a:pt x="58480" y="33872"/>
                  </a:lnTo>
                  <a:lnTo>
                    <a:pt x="56624" y="40490"/>
                  </a:lnTo>
                  <a:lnTo>
                    <a:pt x="54894" y="46663"/>
                  </a:lnTo>
                  <a:lnTo>
                    <a:pt x="53209" y="52675"/>
                  </a:lnTo>
                  <a:lnTo>
                    <a:pt x="52198" y="56279"/>
                  </a:lnTo>
                  <a:lnTo>
                    <a:pt x="50267" y="63168"/>
                  </a:lnTo>
                  <a:lnTo>
                    <a:pt x="46111" y="61989"/>
                  </a:lnTo>
                  <a:lnTo>
                    <a:pt x="38899" y="59942"/>
                  </a:lnTo>
                  <a:lnTo>
                    <a:pt x="28823" y="57083"/>
                  </a:lnTo>
                  <a:lnTo>
                    <a:pt x="23329" y="55524"/>
                  </a:lnTo>
                  <a:lnTo>
                    <a:pt x="17650" y="53913"/>
                  </a:lnTo>
                  <a:lnTo>
                    <a:pt x="11406" y="52141"/>
                  </a:lnTo>
                  <a:lnTo>
                    <a:pt x="0" y="4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080369" y="3159359"/>
              <a:ext cx="45113" cy="62864"/>
            </a:xfrm>
            <a:custGeom>
              <a:avLst/>
              <a:pathLst>
                <a:path w="45113" h="62864">
                  <a:moveTo>
                    <a:pt x="2344" y="47196"/>
                  </a:moveTo>
                  <a:lnTo>
                    <a:pt x="3972" y="42393"/>
                  </a:lnTo>
                  <a:lnTo>
                    <a:pt x="5659" y="37418"/>
                  </a:lnTo>
                  <a:lnTo>
                    <a:pt x="7231" y="32783"/>
                  </a:lnTo>
                  <a:lnTo>
                    <a:pt x="8999" y="27568"/>
                  </a:lnTo>
                  <a:lnTo>
                    <a:pt x="11614" y="19857"/>
                  </a:lnTo>
                  <a:lnTo>
                    <a:pt x="14134" y="12424"/>
                  </a:lnTo>
                  <a:lnTo>
                    <a:pt x="15554" y="8235"/>
                  </a:lnTo>
                  <a:lnTo>
                    <a:pt x="17047" y="3832"/>
                  </a:lnTo>
                  <a:lnTo>
                    <a:pt x="18347" y="0"/>
                  </a:lnTo>
                  <a:lnTo>
                    <a:pt x="31382" y="4331"/>
                  </a:lnTo>
                  <a:lnTo>
                    <a:pt x="45113" y="8894"/>
                  </a:lnTo>
                  <a:lnTo>
                    <a:pt x="43373" y="13946"/>
                  </a:lnTo>
                  <a:lnTo>
                    <a:pt x="41760" y="18630"/>
                  </a:lnTo>
                  <a:lnTo>
                    <a:pt x="40305" y="22853"/>
                  </a:lnTo>
                  <a:lnTo>
                    <a:pt x="37951" y="29686"/>
                  </a:lnTo>
                  <a:lnTo>
                    <a:pt x="36448" y="34049"/>
                  </a:lnTo>
                  <a:lnTo>
                    <a:pt x="34361" y="40110"/>
                  </a:lnTo>
                  <a:lnTo>
                    <a:pt x="31007" y="49845"/>
                  </a:lnTo>
                  <a:lnTo>
                    <a:pt x="29085" y="55425"/>
                  </a:lnTo>
                  <a:lnTo>
                    <a:pt x="26522" y="62864"/>
                  </a:lnTo>
                  <a:lnTo>
                    <a:pt x="22014" y="61376"/>
                  </a:lnTo>
                  <a:lnTo>
                    <a:pt x="0" y="541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42383" y="3222659"/>
              <a:ext cx="51727" cy="59376"/>
            </a:xfrm>
            <a:custGeom>
              <a:avLst/>
              <a:pathLst>
                <a:path w="51727" h="59376">
                  <a:moveTo>
                    <a:pt x="8858" y="8427"/>
                  </a:moveTo>
                  <a:lnTo>
                    <a:pt x="15603" y="6482"/>
                  </a:lnTo>
                  <a:lnTo>
                    <a:pt x="18492" y="5649"/>
                  </a:lnTo>
                  <a:lnTo>
                    <a:pt x="25016" y="3766"/>
                  </a:lnTo>
                  <a:lnTo>
                    <a:pt x="28025" y="2898"/>
                  </a:lnTo>
                  <a:lnTo>
                    <a:pt x="36814" y="611"/>
                  </a:lnTo>
                  <a:lnTo>
                    <a:pt x="40694" y="0"/>
                  </a:lnTo>
                  <a:lnTo>
                    <a:pt x="42589" y="8772"/>
                  </a:lnTo>
                  <a:lnTo>
                    <a:pt x="51727" y="51070"/>
                  </a:lnTo>
                  <a:lnTo>
                    <a:pt x="47201" y="52081"/>
                  </a:lnTo>
                  <a:lnTo>
                    <a:pt x="42178" y="53429"/>
                  </a:lnTo>
                  <a:lnTo>
                    <a:pt x="41658" y="53568"/>
                  </a:lnTo>
                  <a:lnTo>
                    <a:pt x="32821" y="56191"/>
                  </a:lnTo>
                  <a:lnTo>
                    <a:pt x="30728" y="56812"/>
                  </a:lnTo>
                  <a:lnTo>
                    <a:pt x="23564" y="58937"/>
                  </a:lnTo>
                  <a:lnTo>
                    <a:pt x="22158" y="59376"/>
                  </a:lnTo>
                  <a:lnTo>
                    <a:pt x="10136" y="33598"/>
                  </a:lnTo>
                  <a:lnTo>
                    <a:pt x="0" y="11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478825" y="3301456"/>
              <a:ext cx="132955" cy="74423"/>
            </a:xfrm>
            <a:custGeom>
              <a:avLst/>
              <a:pathLst>
                <a:path w="132955" h="74423">
                  <a:moveTo>
                    <a:pt x="64825" y="17411"/>
                  </a:moveTo>
                  <a:lnTo>
                    <a:pt x="127745" y="0"/>
                  </a:lnTo>
                  <a:lnTo>
                    <a:pt x="130190" y="12924"/>
                  </a:lnTo>
                  <a:lnTo>
                    <a:pt x="132955" y="27543"/>
                  </a:lnTo>
                  <a:lnTo>
                    <a:pt x="118850" y="32631"/>
                  </a:lnTo>
                  <a:lnTo>
                    <a:pt x="88336" y="45262"/>
                  </a:lnTo>
                  <a:lnTo>
                    <a:pt x="82635" y="47618"/>
                  </a:lnTo>
                  <a:lnTo>
                    <a:pt x="51995" y="60276"/>
                  </a:lnTo>
                  <a:lnTo>
                    <a:pt x="21546" y="74423"/>
                  </a:lnTo>
                  <a:lnTo>
                    <a:pt x="10898" y="55114"/>
                  </a:lnTo>
                  <a:lnTo>
                    <a:pt x="0" y="353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331846" y="3508650"/>
              <a:ext cx="29152" cy="33335"/>
            </a:xfrm>
            <a:custGeom>
              <a:avLst/>
              <a:pathLst>
                <a:path w="29152" h="33335">
                  <a:moveTo>
                    <a:pt x="7519" y="11232"/>
                  </a:moveTo>
                  <a:lnTo>
                    <a:pt x="13660" y="0"/>
                  </a:lnTo>
                  <a:lnTo>
                    <a:pt x="19183" y="3872"/>
                  </a:lnTo>
                  <a:lnTo>
                    <a:pt x="29152" y="10862"/>
                  </a:lnTo>
                  <a:lnTo>
                    <a:pt x="24143" y="19385"/>
                  </a:lnTo>
                  <a:lnTo>
                    <a:pt x="15944" y="33335"/>
                  </a:lnTo>
                  <a:lnTo>
                    <a:pt x="11173" y="30837"/>
                  </a:lnTo>
                  <a:lnTo>
                    <a:pt x="4598" y="27394"/>
                  </a:lnTo>
                  <a:lnTo>
                    <a:pt x="0" y="249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52238" y="3457429"/>
              <a:ext cx="60916" cy="76980"/>
            </a:xfrm>
            <a:custGeom>
              <a:avLst/>
              <a:pathLst>
                <a:path w="60916" h="76980">
                  <a:moveTo>
                    <a:pt x="38371" y="0"/>
                  </a:moveTo>
                  <a:lnTo>
                    <a:pt x="45208" y="5122"/>
                  </a:lnTo>
                  <a:lnTo>
                    <a:pt x="60916" y="16892"/>
                  </a:lnTo>
                  <a:lnTo>
                    <a:pt x="48056" y="34693"/>
                  </a:lnTo>
                  <a:lnTo>
                    <a:pt x="45794" y="42418"/>
                  </a:lnTo>
                  <a:lnTo>
                    <a:pt x="35673" y="76980"/>
                  </a:lnTo>
                  <a:lnTo>
                    <a:pt x="23099" y="68184"/>
                  </a:lnTo>
                  <a:lnTo>
                    <a:pt x="0" y="52025"/>
                  </a:lnTo>
                  <a:lnTo>
                    <a:pt x="3016" y="46432"/>
                  </a:lnTo>
                  <a:lnTo>
                    <a:pt x="6600" y="39787"/>
                  </a:lnTo>
                  <a:lnTo>
                    <a:pt x="9472" y="34462"/>
                  </a:lnTo>
                  <a:lnTo>
                    <a:pt x="10946" y="32765"/>
                  </a:lnTo>
                  <a:lnTo>
                    <a:pt x="17490" y="25230"/>
                  </a:lnTo>
                  <a:lnTo>
                    <a:pt x="25624" y="15868"/>
                  </a:lnTo>
                  <a:lnTo>
                    <a:pt x="32309" y="81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09052" y="2838507"/>
              <a:ext cx="51259" cy="97048"/>
            </a:xfrm>
            <a:custGeom>
              <a:avLst/>
              <a:pathLst>
                <a:path w="51259" h="97048">
                  <a:moveTo>
                    <a:pt x="37714" y="34727"/>
                  </a:moveTo>
                  <a:lnTo>
                    <a:pt x="42692" y="59478"/>
                  </a:lnTo>
                  <a:lnTo>
                    <a:pt x="42988" y="60716"/>
                  </a:lnTo>
                  <a:lnTo>
                    <a:pt x="46957" y="77317"/>
                  </a:lnTo>
                  <a:lnTo>
                    <a:pt x="50295" y="92628"/>
                  </a:lnTo>
                  <a:lnTo>
                    <a:pt x="51259" y="97048"/>
                  </a:lnTo>
                  <a:lnTo>
                    <a:pt x="44165" y="96719"/>
                  </a:lnTo>
                  <a:lnTo>
                    <a:pt x="36721" y="96373"/>
                  </a:lnTo>
                  <a:lnTo>
                    <a:pt x="33188" y="88191"/>
                  </a:lnTo>
                  <a:lnTo>
                    <a:pt x="30020" y="80853"/>
                  </a:lnTo>
                  <a:lnTo>
                    <a:pt x="24744" y="68634"/>
                  </a:lnTo>
                  <a:lnTo>
                    <a:pt x="20573" y="58974"/>
                  </a:lnTo>
                  <a:lnTo>
                    <a:pt x="18846" y="54071"/>
                  </a:lnTo>
                  <a:lnTo>
                    <a:pt x="13011" y="37511"/>
                  </a:lnTo>
                  <a:lnTo>
                    <a:pt x="8943" y="25966"/>
                  </a:lnTo>
                  <a:lnTo>
                    <a:pt x="3807" y="11391"/>
                  </a:lnTo>
                  <a:lnTo>
                    <a:pt x="0" y="584"/>
                  </a:lnTo>
                  <a:lnTo>
                    <a:pt x="12264" y="237"/>
                  </a:lnTo>
                  <a:lnTo>
                    <a:pt x="20640" y="0"/>
                  </a:lnTo>
                  <a:lnTo>
                    <a:pt x="32005" y="23580"/>
                  </a:lnTo>
                  <a:lnTo>
                    <a:pt x="36241" y="323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61294" y="3191755"/>
              <a:ext cx="83547" cy="79343"/>
            </a:xfrm>
            <a:custGeom>
              <a:avLst/>
              <a:pathLst>
                <a:path w="83547" h="79343">
                  <a:moveTo>
                    <a:pt x="25440" y="14653"/>
                  </a:moveTo>
                  <a:lnTo>
                    <a:pt x="36087" y="0"/>
                  </a:lnTo>
                  <a:lnTo>
                    <a:pt x="42145" y="3332"/>
                  </a:lnTo>
                  <a:lnTo>
                    <a:pt x="49513" y="7384"/>
                  </a:lnTo>
                  <a:lnTo>
                    <a:pt x="59171" y="12697"/>
                  </a:lnTo>
                  <a:lnTo>
                    <a:pt x="69156" y="18190"/>
                  </a:lnTo>
                  <a:lnTo>
                    <a:pt x="72746" y="20009"/>
                  </a:lnTo>
                  <a:lnTo>
                    <a:pt x="83547" y="25482"/>
                  </a:lnTo>
                  <a:lnTo>
                    <a:pt x="77488" y="34386"/>
                  </a:lnTo>
                  <a:lnTo>
                    <a:pt x="73274" y="40577"/>
                  </a:lnTo>
                  <a:lnTo>
                    <a:pt x="68041" y="48267"/>
                  </a:lnTo>
                  <a:lnTo>
                    <a:pt x="64000" y="54205"/>
                  </a:lnTo>
                  <a:lnTo>
                    <a:pt x="59999" y="60084"/>
                  </a:lnTo>
                  <a:lnTo>
                    <a:pt x="57280" y="64080"/>
                  </a:lnTo>
                  <a:lnTo>
                    <a:pt x="54141" y="68692"/>
                  </a:lnTo>
                  <a:lnTo>
                    <a:pt x="51246" y="72946"/>
                  </a:lnTo>
                  <a:lnTo>
                    <a:pt x="46893" y="79343"/>
                  </a:lnTo>
                  <a:lnTo>
                    <a:pt x="42113" y="76031"/>
                  </a:lnTo>
                  <a:lnTo>
                    <a:pt x="39973" y="74547"/>
                  </a:lnTo>
                  <a:lnTo>
                    <a:pt x="35998" y="72073"/>
                  </a:lnTo>
                  <a:lnTo>
                    <a:pt x="28564" y="67445"/>
                  </a:lnTo>
                  <a:lnTo>
                    <a:pt x="21286" y="62914"/>
                  </a:lnTo>
                  <a:lnTo>
                    <a:pt x="12923" y="57709"/>
                  </a:lnTo>
                  <a:lnTo>
                    <a:pt x="0" y="49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727533" y="3660980"/>
              <a:ext cx="77936" cy="61606"/>
            </a:xfrm>
            <a:custGeom>
              <a:avLst/>
              <a:pathLst>
                <a:path w="77936" h="61606">
                  <a:moveTo>
                    <a:pt x="32693" y="13523"/>
                  </a:moveTo>
                  <a:lnTo>
                    <a:pt x="42874" y="21070"/>
                  </a:lnTo>
                  <a:lnTo>
                    <a:pt x="77936" y="33364"/>
                  </a:lnTo>
                  <a:lnTo>
                    <a:pt x="70643" y="45140"/>
                  </a:lnTo>
                  <a:lnTo>
                    <a:pt x="60444" y="61606"/>
                  </a:lnTo>
                  <a:lnTo>
                    <a:pt x="53459" y="57261"/>
                  </a:lnTo>
                  <a:lnTo>
                    <a:pt x="46533" y="52953"/>
                  </a:lnTo>
                  <a:lnTo>
                    <a:pt x="39719" y="48714"/>
                  </a:lnTo>
                  <a:lnTo>
                    <a:pt x="31747" y="43754"/>
                  </a:lnTo>
                  <a:lnTo>
                    <a:pt x="28452" y="41705"/>
                  </a:lnTo>
                  <a:lnTo>
                    <a:pt x="26828" y="40353"/>
                  </a:lnTo>
                  <a:lnTo>
                    <a:pt x="22828" y="37935"/>
                  </a:lnTo>
                  <a:lnTo>
                    <a:pt x="15318" y="33397"/>
                  </a:lnTo>
                  <a:lnTo>
                    <a:pt x="7972" y="28957"/>
                  </a:lnTo>
                  <a:lnTo>
                    <a:pt x="0" y="24138"/>
                  </a:lnTo>
                  <a:lnTo>
                    <a:pt x="6739" y="12880"/>
                  </a:lnTo>
                  <a:lnTo>
                    <a:pt x="1445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84414" y="2811797"/>
              <a:ext cx="47796" cy="32306"/>
            </a:xfrm>
            <a:custGeom>
              <a:avLst/>
              <a:pathLst>
                <a:path w="47796" h="32306">
                  <a:moveTo>
                    <a:pt x="8607" y="825"/>
                  </a:moveTo>
                  <a:lnTo>
                    <a:pt x="11162" y="0"/>
                  </a:lnTo>
                  <a:lnTo>
                    <a:pt x="37068" y="7345"/>
                  </a:lnTo>
                  <a:lnTo>
                    <a:pt x="40818" y="8408"/>
                  </a:lnTo>
                  <a:lnTo>
                    <a:pt x="47796" y="21761"/>
                  </a:lnTo>
                  <a:lnTo>
                    <a:pt x="46786" y="22031"/>
                  </a:lnTo>
                  <a:lnTo>
                    <a:pt x="30514" y="26207"/>
                  </a:lnTo>
                  <a:lnTo>
                    <a:pt x="12830" y="30746"/>
                  </a:lnTo>
                  <a:lnTo>
                    <a:pt x="6753" y="32306"/>
                  </a:lnTo>
                  <a:lnTo>
                    <a:pt x="3435" y="18206"/>
                  </a:lnTo>
                  <a:lnTo>
                    <a:pt x="3289" y="17585"/>
                  </a:lnTo>
                  <a:lnTo>
                    <a:pt x="0" y="3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66806" y="2771704"/>
              <a:ext cx="40328" cy="54015"/>
            </a:xfrm>
            <a:custGeom>
              <a:avLst/>
              <a:pathLst>
                <a:path w="40328" h="54015">
                  <a:moveTo>
                    <a:pt x="0" y="9657"/>
                  </a:moveTo>
                  <a:lnTo>
                    <a:pt x="0" y="3962"/>
                  </a:lnTo>
                  <a:lnTo>
                    <a:pt x="17112" y="1214"/>
                  </a:lnTo>
                  <a:lnTo>
                    <a:pt x="24671" y="0"/>
                  </a:lnTo>
                  <a:lnTo>
                    <a:pt x="27076" y="4374"/>
                  </a:lnTo>
                  <a:lnTo>
                    <a:pt x="34090" y="17128"/>
                  </a:lnTo>
                  <a:lnTo>
                    <a:pt x="37973" y="24189"/>
                  </a:lnTo>
                  <a:lnTo>
                    <a:pt x="40328" y="54015"/>
                  </a:lnTo>
                  <a:lnTo>
                    <a:pt x="39343" y="53841"/>
                  </a:lnTo>
                  <a:lnTo>
                    <a:pt x="33685" y="53216"/>
                  </a:lnTo>
                  <a:lnTo>
                    <a:pt x="29853" y="52793"/>
                  </a:lnTo>
                  <a:lnTo>
                    <a:pt x="15585" y="51369"/>
                  </a:lnTo>
                  <a:lnTo>
                    <a:pt x="15947" y="33136"/>
                  </a:lnTo>
                  <a:lnTo>
                    <a:pt x="16366" y="12069"/>
                  </a:lnTo>
                  <a:lnTo>
                    <a:pt x="12000" y="12661"/>
                  </a:lnTo>
                  <a:lnTo>
                    <a:pt x="9527" y="12997"/>
                  </a:lnTo>
                  <a:lnTo>
                    <a:pt x="3804" y="13774"/>
                  </a:lnTo>
                  <a:lnTo>
                    <a:pt x="0" y="144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690498" y="3370213"/>
              <a:ext cx="66385" cy="51651"/>
            </a:xfrm>
            <a:custGeom>
              <a:avLst/>
              <a:pathLst>
                <a:path w="66385" h="51651">
                  <a:moveTo>
                    <a:pt x="55664" y="8312"/>
                  </a:moveTo>
                  <a:lnTo>
                    <a:pt x="60703" y="3723"/>
                  </a:lnTo>
                  <a:lnTo>
                    <a:pt x="66385" y="0"/>
                  </a:lnTo>
                  <a:lnTo>
                    <a:pt x="64144" y="2804"/>
                  </a:lnTo>
                  <a:lnTo>
                    <a:pt x="62302" y="5897"/>
                  </a:lnTo>
                  <a:lnTo>
                    <a:pt x="60896" y="9221"/>
                  </a:lnTo>
                  <a:lnTo>
                    <a:pt x="59952" y="12712"/>
                  </a:lnTo>
                  <a:lnTo>
                    <a:pt x="58861" y="15655"/>
                  </a:lnTo>
                  <a:lnTo>
                    <a:pt x="57724" y="21689"/>
                  </a:lnTo>
                  <a:lnTo>
                    <a:pt x="54694" y="37759"/>
                  </a:lnTo>
                  <a:lnTo>
                    <a:pt x="52113" y="41087"/>
                  </a:lnTo>
                  <a:lnTo>
                    <a:pt x="49153" y="44068"/>
                  </a:lnTo>
                  <a:lnTo>
                    <a:pt x="39980" y="47782"/>
                  </a:lnTo>
                  <a:lnTo>
                    <a:pt x="36761" y="48633"/>
                  </a:lnTo>
                  <a:lnTo>
                    <a:pt x="30428" y="50307"/>
                  </a:lnTo>
                  <a:lnTo>
                    <a:pt x="20643" y="51603"/>
                  </a:lnTo>
                  <a:lnTo>
                    <a:pt x="10777" y="51651"/>
                  </a:lnTo>
                  <a:lnTo>
                    <a:pt x="4124" y="31955"/>
                  </a:lnTo>
                  <a:lnTo>
                    <a:pt x="0" y="19745"/>
                  </a:lnTo>
                  <a:lnTo>
                    <a:pt x="32812" y="15857"/>
                  </a:lnTo>
                  <a:lnTo>
                    <a:pt x="51394" y="13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37990" y="2806948"/>
              <a:ext cx="65655" cy="68251"/>
            </a:xfrm>
            <a:custGeom>
              <a:avLst/>
              <a:pathLst>
                <a:path w="65655" h="68251">
                  <a:moveTo>
                    <a:pt x="51001" y="59178"/>
                  </a:moveTo>
                  <a:lnTo>
                    <a:pt x="39621" y="59989"/>
                  </a:lnTo>
                  <a:lnTo>
                    <a:pt x="13802" y="68251"/>
                  </a:lnTo>
                  <a:lnTo>
                    <a:pt x="11637" y="59828"/>
                  </a:lnTo>
                  <a:lnTo>
                    <a:pt x="9495" y="51493"/>
                  </a:lnTo>
                  <a:lnTo>
                    <a:pt x="7977" y="45587"/>
                  </a:lnTo>
                  <a:lnTo>
                    <a:pt x="6802" y="41014"/>
                  </a:lnTo>
                  <a:lnTo>
                    <a:pt x="5869" y="37338"/>
                  </a:lnTo>
                  <a:lnTo>
                    <a:pt x="3468" y="27866"/>
                  </a:lnTo>
                  <a:lnTo>
                    <a:pt x="0" y="14185"/>
                  </a:lnTo>
                  <a:lnTo>
                    <a:pt x="29609" y="6434"/>
                  </a:lnTo>
                  <a:lnTo>
                    <a:pt x="54188" y="0"/>
                  </a:lnTo>
                  <a:lnTo>
                    <a:pt x="55746" y="7900"/>
                  </a:lnTo>
                  <a:lnTo>
                    <a:pt x="57406" y="16316"/>
                  </a:lnTo>
                  <a:lnTo>
                    <a:pt x="59435" y="26602"/>
                  </a:lnTo>
                  <a:lnTo>
                    <a:pt x="61003" y="34550"/>
                  </a:lnTo>
                  <a:lnTo>
                    <a:pt x="62284" y="41044"/>
                  </a:lnTo>
                  <a:lnTo>
                    <a:pt x="63482" y="47120"/>
                  </a:lnTo>
                  <a:lnTo>
                    <a:pt x="64528" y="52420"/>
                  </a:lnTo>
                  <a:lnTo>
                    <a:pt x="65655" y="58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69656" y="2955803"/>
              <a:ext cx="82686" cy="96475"/>
            </a:xfrm>
            <a:custGeom>
              <a:avLst/>
              <a:pathLst>
                <a:path w="82686" h="96475">
                  <a:moveTo>
                    <a:pt x="22872" y="14822"/>
                  </a:moveTo>
                  <a:lnTo>
                    <a:pt x="45106" y="3183"/>
                  </a:lnTo>
                  <a:lnTo>
                    <a:pt x="51187" y="0"/>
                  </a:lnTo>
                  <a:lnTo>
                    <a:pt x="82686" y="76558"/>
                  </a:lnTo>
                  <a:lnTo>
                    <a:pt x="33117" y="96475"/>
                  </a:lnTo>
                  <a:lnTo>
                    <a:pt x="25610" y="82081"/>
                  </a:lnTo>
                  <a:lnTo>
                    <a:pt x="21342" y="72760"/>
                  </a:lnTo>
                  <a:lnTo>
                    <a:pt x="17074" y="63438"/>
                  </a:lnTo>
                  <a:lnTo>
                    <a:pt x="12805" y="54117"/>
                  </a:lnTo>
                  <a:lnTo>
                    <a:pt x="8537" y="44795"/>
                  </a:lnTo>
                  <a:lnTo>
                    <a:pt x="4267" y="35474"/>
                  </a:lnTo>
                  <a:lnTo>
                    <a:pt x="0" y="2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44748" y="2893462"/>
              <a:ext cx="71898" cy="78385"/>
            </a:xfrm>
            <a:custGeom>
              <a:avLst/>
              <a:pathLst>
                <a:path w="71898" h="78385">
                  <a:moveTo>
                    <a:pt x="18150" y="78385"/>
                  </a:moveTo>
                  <a:lnTo>
                    <a:pt x="0" y="37854"/>
                  </a:lnTo>
                  <a:lnTo>
                    <a:pt x="19272" y="28242"/>
                  </a:lnTo>
                  <a:lnTo>
                    <a:pt x="15532" y="13934"/>
                  </a:lnTo>
                  <a:lnTo>
                    <a:pt x="46274" y="0"/>
                  </a:lnTo>
                  <a:lnTo>
                    <a:pt x="71898" y="55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599729" y="2883581"/>
              <a:ext cx="53965" cy="63689"/>
            </a:xfrm>
            <a:custGeom>
              <a:avLst/>
              <a:pathLst>
                <a:path w="53965" h="63689">
                  <a:moveTo>
                    <a:pt x="53965" y="49875"/>
                  </a:moveTo>
                  <a:lnTo>
                    <a:pt x="23736" y="63689"/>
                  </a:lnTo>
                  <a:lnTo>
                    <a:pt x="2790" y="18398"/>
                  </a:lnTo>
                  <a:lnTo>
                    <a:pt x="623" y="10545"/>
                  </a:lnTo>
                  <a:lnTo>
                    <a:pt x="0" y="8286"/>
                  </a:lnTo>
                  <a:lnTo>
                    <a:pt x="26256" y="0"/>
                  </a:lnTo>
                  <a:lnTo>
                    <a:pt x="47312" y="36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34797" y="2827818"/>
              <a:ext cx="50746" cy="69813"/>
            </a:xfrm>
            <a:custGeom>
              <a:avLst/>
              <a:pathLst>
                <a:path w="50746" h="69813">
                  <a:moveTo>
                    <a:pt x="9023" y="6499"/>
                  </a:moveTo>
                  <a:lnTo>
                    <a:pt x="20251" y="0"/>
                  </a:lnTo>
                  <a:lnTo>
                    <a:pt x="22574" y="4631"/>
                  </a:lnTo>
                  <a:lnTo>
                    <a:pt x="24574" y="8617"/>
                  </a:lnTo>
                  <a:lnTo>
                    <a:pt x="26572" y="12599"/>
                  </a:lnTo>
                  <a:lnTo>
                    <a:pt x="29184" y="17805"/>
                  </a:lnTo>
                  <a:lnTo>
                    <a:pt x="31151" y="21727"/>
                  </a:lnTo>
                  <a:lnTo>
                    <a:pt x="33151" y="25697"/>
                  </a:lnTo>
                  <a:lnTo>
                    <a:pt x="36106" y="31563"/>
                  </a:lnTo>
                  <a:lnTo>
                    <a:pt x="40463" y="40212"/>
                  </a:lnTo>
                  <a:lnTo>
                    <a:pt x="43061" y="45370"/>
                  </a:lnTo>
                  <a:lnTo>
                    <a:pt x="44906" y="49032"/>
                  </a:lnTo>
                  <a:lnTo>
                    <a:pt x="47446" y="54074"/>
                  </a:lnTo>
                  <a:lnTo>
                    <a:pt x="49204" y="57565"/>
                  </a:lnTo>
                  <a:lnTo>
                    <a:pt x="50746" y="60626"/>
                  </a:lnTo>
                  <a:lnTo>
                    <a:pt x="39089" y="64598"/>
                  </a:lnTo>
                  <a:lnTo>
                    <a:pt x="32514" y="66838"/>
                  </a:lnTo>
                  <a:lnTo>
                    <a:pt x="23784" y="69813"/>
                  </a:lnTo>
                  <a:lnTo>
                    <a:pt x="21056" y="63150"/>
                  </a:lnTo>
                  <a:lnTo>
                    <a:pt x="15624" y="49882"/>
                  </a:lnTo>
                  <a:lnTo>
                    <a:pt x="10046" y="36260"/>
                  </a:lnTo>
                  <a:lnTo>
                    <a:pt x="0" y="117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3814" y="2808749"/>
              <a:ext cx="55711" cy="80879"/>
            </a:xfrm>
            <a:custGeom>
              <a:avLst/>
              <a:pathLst>
                <a:path w="55711" h="80879">
                  <a:moveTo>
                    <a:pt x="19443" y="69740"/>
                  </a:moveTo>
                  <a:lnTo>
                    <a:pt x="8075" y="64827"/>
                  </a:lnTo>
                  <a:lnTo>
                    <a:pt x="0" y="61336"/>
                  </a:lnTo>
                  <a:lnTo>
                    <a:pt x="2104" y="50052"/>
                  </a:lnTo>
                  <a:lnTo>
                    <a:pt x="2462" y="48134"/>
                  </a:lnTo>
                  <a:lnTo>
                    <a:pt x="16068" y="30415"/>
                  </a:lnTo>
                  <a:lnTo>
                    <a:pt x="19228" y="26300"/>
                  </a:lnTo>
                  <a:lnTo>
                    <a:pt x="22600" y="1080"/>
                  </a:lnTo>
                  <a:lnTo>
                    <a:pt x="37207" y="477"/>
                  </a:lnTo>
                  <a:lnTo>
                    <a:pt x="48769" y="0"/>
                  </a:lnTo>
                  <a:lnTo>
                    <a:pt x="48547" y="9063"/>
                  </a:lnTo>
                  <a:lnTo>
                    <a:pt x="48240" y="21616"/>
                  </a:lnTo>
                  <a:lnTo>
                    <a:pt x="48276" y="22087"/>
                  </a:lnTo>
                  <a:lnTo>
                    <a:pt x="49223" y="34674"/>
                  </a:lnTo>
                  <a:lnTo>
                    <a:pt x="49297" y="35667"/>
                  </a:lnTo>
                  <a:lnTo>
                    <a:pt x="51325" y="49959"/>
                  </a:lnTo>
                  <a:lnTo>
                    <a:pt x="53686" y="66605"/>
                  </a:lnTo>
                  <a:lnTo>
                    <a:pt x="55711" y="80879"/>
                  </a:lnTo>
                  <a:lnTo>
                    <a:pt x="45164" y="78342"/>
                  </a:lnTo>
                  <a:lnTo>
                    <a:pt x="30971" y="74928"/>
                  </a:lnTo>
                  <a:lnTo>
                    <a:pt x="30232" y="74750"/>
                  </a:lnTo>
                  <a:lnTo>
                    <a:pt x="27513" y="7322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87552" y="2706747"/>
              <a:ext cx="64852" cy="149492"/>
            </a:xfrm>
            <a:custGeom>
              <a:avLst/>
              <a:pathLst>
                <a:path w="64852" h="149492">
                  <a:moveTo>
                    <a:pt x="42172" y="144368"/>
                  </a:moveTo>
                  <a:lnTo>
                    <a:pt x="17925" y="149492"/>
                  </a:lnTo>
                  <a:lnTo>
                    <a:pt x="16740" y="138466"/>
                  </a:lnTo>
                  <a:lnTo>
                    <a:pt x="15755" y="129305"/>
                  </a:lnTo>
                  <a:lnTo>
                    <a:pt x="14887" y="121226"/>
                  </a:lnTo>
                  <a:lnTo>
                    <a:pt x="14130" y="118219"/>
                  </a:lnTo>
                  <a:lnTo>
                    <a:pt x="12128" y="110259"/>
                  </a:lnTo>
                  <a:lnTo>
                    <a:pt x="9032" y="97954"/>
                  </a:lnTo>
                  <a:lnTo>
                    <a:pt x="6446" y="87675"/>
                  </a:lnTo>
                  <a:lnTo>
                    <a:pt x="5066" y="82187"/>
                  </a:lnTo>
                  <a:lnTo>
                    <a:pt x="3035" y="74064"/>
                  </a:lnTo>
                  <a:lnTo>
                    <a:pt x="0" y="61922"/>
                  </a:lnTo>
                  <a:lnTo>
                    <a:pt x="20065" y="26202"/>
                  </a:lnTo>
                  <a:lnTo>
                    <a:pt x="32380" y="4278"/>
                  </a:lnTo>
                  <a:lnTo>
                    <a:pt x="45377" y="0"/>
                  </a:lnTo>
                  <a:lnTo>
                    <a:pt x="46698" y="5178"/>
                  </a:lnTo>
                  <a:lnTo>
                    <a:pt x="54248" y="32932"/>
                  </a:lnTo>
                  <a:lnTo>
                    <a:pt x="57068" y="43302"/>
                  </a:lnTo>
                  <a:lnTo>
                    <a:pt x="59254" y="51339"/>
                  </a:lnTo>
                  <a:lnTo>
                    <a:pt x="59398" y="54987"/>
                  </a:lnTo>
                  <a:lnTo>
                    <a:pt x="59839" y="66127"/>
                  </a:lnTo>
                  <a:lnTo>
                    <a:pt x="60289" y="77510"/>
                  </a:lnTo>
                  <a:lnTo>
                    <a:pt x="60148" y="85826"/>
                  </a:lnTo>
                  <a:lnTo>
                    <a:pt x="59992" y="95051"/>
                  </a:lnTo>
                  <a:lnTo>
                    <a:pt x="59822" y="105103"/>
                  </a:lnTo>
                  <a:lnTo>
                    <a:pt x="59742" y="109829"/>
                  </a:lnTo>
                  <a:lnTo>
                    <a:pt x="60217" y="112344"/>
                  </a:lnTo>
                  <a:lnTo>
                    <a:pt x="61980" y="121665"/>
                  </a:lnTo>
                  <a:lnTo>
                    <a:pt x="63706" y="130790"/>
                  </a:lnTo>
                  <a:lnTo>
                    <a:pt x="64852" y="136850"/>
                  </a:lnTo>
                  <a:lnTo>
                    <a:pt x="42787" y="144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20302" y="2788516"/>
              <a:ext cx="60678" cy="38727"/>
            </a:xfrm>
            <a:custGeom>
              <a:avLst/>
              <a:pathLst>
                <a:path w="60678" h="38727">
                  <a:moveTo>
                    <a:pt x="30860" y="1916"/>
                  </a:moveTo>
                  <a:lnTo>
                    <a:pt x="51658" y="0"/>
                  </a:lnTo>
                  <a:lnTo>
                    <a:pt x="53897" y="7418"/>
                  </a:lnTo>
                  <a:lnTo>
                    <a:pt x="55895" y="14037"/>
                  </a:lnTo>
                  <a:lnTo>
                    <a:pt x="60678" y="29882"/>
                  </a:lnTo>
                  <a:lnTo>
                    <a:pt x="54919" y="30929"/>
                  </a:lnTo>
                  <a:lnTo>
                    <a:pt x="12041" y="38727"/>
                  </a:lnTo>
                  <a:lnTo>
                    <a:pt x="7967" y="27235"/>
                  </a:lnTo>
                  <a:lnTo>
                    <a:pt x="5136" y="19250"/>
                  </a:lnTo>
                  <a:lnTo>
                    <a:pt x="0" y="47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92212" y="3125460"/>
              <a:ext cx="11773" cy="12999"/>
            </a:xfrm>
            <a:custGeom>
              <a:avLst/>
              <a:pathLst>
                <a:path w="11773" h="12999">
                  <a:moveTo>
                    <a:pt x="7474" y="9347"/>
                  </a:moveTo>
                  <a:lnTo>
                    <a:pt x="4087" y="12999"/>
                  </a:lnTo>
                  <a:lnTo>
                    <a:pt x="2084" y="10374"/>
                  </a:lnTo>
                  <a:lnTo>
                    <a:pt x="0" y="7644"/>
                  </a:lnTo>
                  <a:lnTo>
                    <a:pt x="2581" y="5042"/>
                  </a:lnTo>
                  <a:lnTo>
                    <a:pt x="6022" y="1572"/>
                  </a:lnTo>
                  <a:lnTo>
                    <a:pt x="7582" y="0"/>
                  </a:lnTo>
                  <a:lnTo>
                    <a:pt x="9923" y="2631"/>
                  </a:lnTo>
                  <a:lnTo>
                    <a:pt x="11773" y="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70039" y="3124600"/>
              <a:ext cx="16577" cy="15638"/>
            </a:xfrm>
            <a:custGeom>
              <a:avLst/>
              <a:pathLst>
                <a:path w="16577" h="15638">
                  <a:moveTo>
                    <a:pt x="14957" y="7097"/>
                  </a:moveTo>
                  <a:lnTo>
                    <a:pt x="13012" y="9307"/>
                  </a:lnTo>
                  <a:lnTo>
                    <a:pt x="7443" y="15638"/>
                  </a:lnTo>
                  <a:lnTo>
                    <a:pt x="6073" y="14615"/>
                  </a:lnTo>
                  <a:lnTo>
                    <a:pt x="4341" y="13321"/>
                  </a:lnTo>
                  <a:lnTo>
                    <a:pt x="1972" y="11553"/>
                  </a:lnTo>
                  <a:lnTo>
                    <a:pt x="0" y="10080"/>
                  </a:lnTo>
                  <a:lnTo>
                    <a:pt x="1561" y="8591"/>
                  </a:lnTo>
                  <a:lnTo>
                    <a:pt x="5118" y="5199"/>
                  </a:lnTo>
                  <a:lnTo>
                    <a:pt x="9311" y="1202"/>
                  </a:lnTo>
                  <a:lnTo>
                    <a:pt x="10571" y="0"/>
                  </a:lnTo>
                  <a:lnTo>
                    <a:pt x="12239" y="1459"/>
                  </a:lnTo>
                  <a:lnTo>
                    <a:pt x="13272" y="2362"/>
                  </a:lnTo>
                  <a:lnTo>
                    <a:pt x="14696" y="3609"/>
                  </a:lnTo>
                  <a:lnTo>
                    <a:pt x="15453" y="4271"/>
                  </a:lnTo>
                  <a:lnTo>
                    <a:pt x="16577" y="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96196" y="3106973"/>
              <a:ext cx="13651" cy="15773"/>
            </a:xfrm>
            <a:custGeom>
              <a:avLst/>
              <a:pathLst>
                <a:path w="13651" h="15773">
                  <a:moveTo>
                    <a:pt x="5617" y="0"/>
                  </a:moveTo>
                  <a:lnTo>
                    <a:pt x="13651" y="8650"/>
                  </a:lnTo>
                  <a:lnTo>
                    <a:pt x="8266" y="15773"/>
                  </a:lnTo>
                  <a:lnTo>
                    <a:pt x="0" y="6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46292" y="2970278"/>
              <a:ext cx="136018" cy="162123"/>
            </a:xfrm>
            <a:custGeom>
              <a:avLst/>
              <a:pathLst>
                <a:path w="136018" h="162123">
                  <a:moveTo>
                    <a:pt x="58165" y="14675"/>
                  </a:moveTo>
                  <a:lnTo>
                    <a:pt x="66388" y="27701"/>
                  </a:lnTo>
                  <a:lnTo>
                    <a:pt x="73774" y="39401"/>
                  </a:lnTo>
                  <a:lnTo>
                    <a:pt x="81251" y="51246"/>
                  </a:lnTo>
                  <a:lnTo>
                    <a:pt x="89489" y="64296"/>
                  </a:lnTo>
                  <a:lnTo>
                    <a:pt x="62867" y="77278"/>
                  </a:lnTo>
                  <a:lnTo>
                    <a:pt x="68165" y="84048"/>
                  </a:lnTo>
                  <a:lnTo>
                    <a:pt x="96305" y="73090"/>
                  </a:lnTo>
                  <a:lnTo>
                    <a:pt x="97431" y="74870"/>
                  </a:lnTo>
                  <a:lnTo>
                    <a:pt x="99152" y="77587"/>
                  </a:lnTo>
                  <a:lnTo>
                    <a:pt x="104667" y="86703"/>
                  </a:lnTo>
                  <a:lnTo>
                    <a:pt x="120153" y="112298"/>
                  </a:lnTo>
                  <a:lnTo>
                    <a:pt x="136018" y="138521"/>
                  </a:lnTo>
                  <a:lnTo>
                    <a:pt x="125717" y="146400"/>
                  </a:lnTo>
                  <a:lnTo>
                    <a:pt x="105160" y="162123"/>
                  </a:lnTo>
                  <a:lnTo>
                    <a:pt x="94400" y="159757"/>
                  </a:lnTo>
                  <a:lnTo>
                    <a:pt x="80577" y="156719"/>
                  </a:lnTo>
                  <a:lnTo>
                    <a:pt x="67239" y="133733"/>
                  </a:lnTo>
                  <a:lnTo>
                    <a:pt x="48593" y="101597"/>
                  </a:lnTo>
                  <a:lnTo>
                    <a:pt x="36481" y="83197"/>
                  </a:lnTo>
                  <a:lnTo>
                    <a:pt x="22067" y="61300"/>
                  </a:lnTo>
                  <a:lnTo>
                    <a:pt x="17204" y="53349"/>
                  </a:lnTo>
                  <a:lnTo>
                    <a:pt x="2897" y="29957"/>
                  </a:lnTo>
                  <a:lnTo>
                    <a:pt x="0" y="25219"/>
                  </a:lnTo>
                  <a:lnTo>
                    <a:pt x="9037" y="20558"/>
                  </a:lnTo>
                  <a:lnTo>
                    <a:pt x="19069" y="15384"/>
                  </a:lnTo>
                  <a:lnTo>
                    <a:pt x="28561" y="10489"/>
                  </a:lnTo>
                  <a:lnTo>
                    <a:pt x="38937" y="5138"/>
                  </a:lnTo>
                  <a:lnTo>
                    <a:pt x="489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0813" y="3377923"/>
              <a:ext cx="105933" cy="97298"/>
            </a:xfrm>
            <a:custGeom>
              <a:avLst/>
              <a:pathLst>
                <a:path w="105933" h="97298">
                  <a:moveTo>
                    <a:pt x="10812" y="63065"/>
                  </a:moveTo>
                  <a:lnTo>
                    <a:pt x="17732" y="54133"/>
                  </a:lnTo>
                  <a:lnTo>
                    <a:pt x="29075" y="39491"/>
                  </a:lnTo>
                  <a:lnTo>
                    <a:pt x="40334" y="24960"/>
                  </a:lnTo>
                  <a:lnTo>
                    <a:pt x="59671" y="0"/>
                  </a:lnTo>
                  <a:lnTo>
                    <a:pt x="71637" y="11945"/>
                  </a:lnTo>
                  <a:lnTo>
                    <a:pt x="105933" y="46184"/>
                  </a:lnTo>
                  <a:lnTo>
                    <a:pt x="99583" y="54568"/>
                  </a:lnTo>
                  <a:lnTo>
                    <a:pt x="95053" y="60549"/>
                  </a:lnTo>
                  <a:lnTo>
                    <a:pt x="89505" y="67874"/>
                  </a:lnTo>
                  <a:lnTo>
                    <a:pt x="84253" y="74809"/>
                  </a:lnTo>
                  <a:lnTo>
                    <a:pt x="78956" y="81803"/>
                  </a:lnTo>
                  <a:lnTo>
                    <a:pt x="67220" y="97298"/>
                  </a:lnTo>
                  <a:lnTo>
                    <a:pt x="61385" y="95538"/>
                  </a:lnTo>
                  <a:lnTo>
                    <a:pt x="51204" y="92467"/>
                  </a:lnTo>
                  <a:lnTo>
                    <a:pt x="37767" y="88414"/>
                  </a:lnTo>
                  <a:lnTo>
                    <a:pt x="25403" y="84685"/>
                  </a:lnTo>
                  <a:lnTo>
                    <a:pt x="0" y="77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208810" y="3317195"/>
              <a:ext cx="46888" cy="45403"/>
            </a:xfrm>
            <a:custGeom>
              <a:avLst/>
              <a:pathLst>
                <a:path w="46888" h="45403">
                  <a:moveTo>
                    <a:pt x="43676" y="29789"/>
                  </a:moveTo>
                  <a:lnTo>
                    <a:pt x="37053" y="39112"/>
                  </a:lnTo>
                  <a:lnTo>
                    <a:pt x="32584" y="45403"/>
                  </a:lnTo>
                  <a:lnTo>
                    <a:pt x="11745" y="22468"/>
                  </a:lnTo>
                  <a:lnTo>
                    <a:pt x="0" y="9541"/>
                  </a:lnTo>
                  <a:lnTo>
                    <a:pt x="1548" y="7569"/>
                  </a:lnTo>
                  <a:lnTo>
                    <a:pt x="5404" y="2659"/>
                  </a:lnTo>
                  <a:lnTo>
                    <a:pt x="7492" y="0"/>
                  </a:lnTo>
                  <a:lnTo>
                    <a:pt x="27764" y="10511"/>
                  </a:lnTo>
                  <a:lnTo>
                    <a:pt x="36527" y="15055"/>
                  </a:lnTo>
                  <a:lnTo>
                    <a:pt x="46888" y="25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431187" y="3445476"/>
              <a:ext cx="89384" cy="36228"/>
            </a:xfrm>
            <a:custGeom>
              <a:avLst/>
              <a:pathLst>
                <a:path w="89384" h="36228">
                  <a:moveTo>
                    <a:pt x="4463" y="19589"/>
                  </a:moveTo>
                  <a:lnTo>
                    <a:pt x="36631" y="6311"/>
                  </a:lnTo>
                  <a:lnTo>
                    <a:pt x="53413" y="3970"/>
                  </a:lnTo>
                  <a:lnTo>
                    <a:pt x="72389" y="1575"/>
                  </a:lnTo>
                  <a:lnTo>
                    <a:pt x="84864" y="0"/>
                  </a:lnTo>
                  <a:lnTo>
                    <a:pt x="89384" y="4951"/>
                  </a:lnTo>
                  <a:lnTo>
                    <a:pt x="89369" y="6978"/>
                  </a:lnTo>
                  <a:lnTo>
                    <a:pt x="89343" y="10721"/>
                  </a:lnTo>
                  <a:lnTo>
                    <a:pt x="78880" y="13982"/>
                  </a:lnTo>
                  <a:lnTo>
                    <a:pt x="69190" y="17002"/>
                  </a:lnTo>
                  <a:lnTo>
                    <a:pt x="65144" y="18263"/>
                  </a:lnTo>
                  <a:lnTo>
                    <a:pt x="61099" y="19523"/>
                  </a:lnTo>
                  <a:lnTo>
                    <a:pt x="52797" y="22110"/>
                  </a:lnTo>
                  <a:lnTo>
                    <a:pt x="41979" y="25482"/>
                  </a:lnTo>
                  <a:lnTo>
                    <a:pt x="29611" y="29336"/>
                  </a:lnTo>
                  <a:lnTo>
                    <a:pt x="18232" y="32882"/>
                  </a:lnTo>
                  <a:lnTo>
                    <a:pt x="7495" y="36228"/>
                  </a:lnTo>
                  <a:lnTo>
                    <a:pt x="1608" y="29646"/>
                  </a:lnTo>
                  <a:lnTo>
                    <a:pt x="0" y="278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85326" y="3419442"/>
              <a:ext cx="98734" cy="105187"/>
            </a:xfrm>
            <a:custGeom>
              <a:avLst/>
              <a:pathLst>
                <a:path w="98734" h="105187">
                  <a:moveTo>
                    <a:pt x="6187" y="64812"/>
                  </a:moveTo>
                  <a:lnTo>
                    <a:pt x="16536" y="51183"/>
                  </a:lnTo>
                  <a:lnTo>
                    <a:pt x="31679" y="31240"/>
                  </a:lnTo>
                  <a:lnTo>
                    <a:pt x="43110" y="16185"/>
                  </a:lnTo>
                  <a:lnTo>
                    <a:pt x="44558" y="14342"/>
                  </a:lnTo>
                  <a:lnTo>
                    <a:pt x="53120" y="3448"/>
                  </a:lnTo>
                  <a:lnTo>
                    <a:pt x="55831" y="0"/>
                  </a:lnTo>
                  <a:lnTo>
                    <a:pt x="71024" y="12144"/>
                  </a:lnTo>
                  <a:lnTo>
                    <a:pt x="98734" y="34294"/>
                  </a:lnTo>
                  <a:lnTo>
                    <a:pt x="93268" y="41223"/>
                  </a:lnTo>
                  <a:lnTo>
                    <a:pt x="88307" y="47511"/>
                  </a:lnTo>
                  <a:lnTo>
                    <a:pt x="82453" y="54932"/>
                  </a:lnTo>
                  <a:lnTo>
                    <a:pt x="77245" y="61533"/>
                  </a:lnTo>
                  <a:lnTo>
                    <a:pt x="68196" y="73003"/>
                  </a:lnTo>
                  <a:lnTo>
                    <a:pt x="60335" y="82967"/>
                  </a:lnTo>
                  <a:lnTo>
                    <a:pt x="42806" y="105187"/>
                  </a:lnTo>
                  <a:lnTo>
                    <a:pt x="39163" y="102444"/>
                  </a:lnTo>
                  <a:lnTo>
                    <a:pt x="35127" y="99406"/>
                  </a:lnTo>
                  <a:lnTo>
                    <a:pt x="29079" y="94853"/>
                  </a:lnTo>
                  <a:lnTo>
                    <a:pt x="23321" y="90518"/>
                  </a:lnTo>
                  <a:lnTo>
                    <a:pt x="17801" y="86362"/>
                  </a:lnTo>
                  <a:lnTo>
                    <a:pt x="12348" y="82257"/>
                  </a:lnTo>
                  <a:lnTo>
                    <a:pt x="6211" y="77637"/>
                  </a:lnTo>
                  <a:lnTo>
                    <a:pt x="0" y="7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95516" y="3369819"/>
              <a:ext cx="98728" cy="103128"/>
            </a:xfrm>
            <a:custGeom>
              <a:avLst/>
              <a:pathLst>
                <a:path w="98728" h="103128">
                  <a:moveTo>
                    <a:pt x="4189" y="79949"/>
                  </a:moveTo>
                  <a:lnTo>
                    <a:pt x="5197" y="78397"/>
                  </a:lnTo>
                  <a:lnTo>
                    <a:pt x="9225" y="71683"/>
                  </a:lnTo>
                  <a:lnTo>
                    <a:pt x="15851" y="60640"/>
                  </a:lnTo>
                  <a:lnTo>
                    <a:pt x="20045" y="53650"/>
                  </a:lnTo>
                  <a:lnTo>
                    <a:pt x="22512" y="49537"/>
                  </a:lnTo>
                  <a:lnTo>
                    <a:pt x="23963" y="47303"/>
                  </a:lnTo>
                  <a:lnTo>
                    <a:pt x="29979" y="38040"/>
                  </a:lnTo>
                  <a:lnTo>
                    <a:pt x="33832" y="32107"/>
                  </a:lnTo>
                  <a:lnTo>
                    <a:pt x="39914" y="22742"/>
                  </a:lnTo>
                  <a:lnTo>
                    <a:pt x="41900" y="20691"/>
                  </a:lnTo>
                  <a:lnTo>
                    <a:pt x="51618" y="10658"/>
                  </a:lnTo>
                  <a:lnTo>
                    <a:pt x="56681" y="5430"/>
                  </a:lnTo>
                  <a:lnTo>
                    <a:pt x="61942" y="0"/>
                  </a:lnTo>
                  <a:lnTo>
                    <a:pt x="73291" y="8541"/>
                  </a:lnTo>
                  <a:lnTo>
                    <a:pt x="94313" y="24362"/>
                  </a:lnTo>
                  <a:lnTo>
                    <a:pt x="98728" y="28596"/>
                  </a:lnTo>
                  <a:lnTo>
                    <a:pt x="86288" y="47086"/>
                  </a:lnTo>
                  <a:lnTo>
                    <a:pt x="65246" y="78359"/>
                  </a:lnTo>
                  <a:lnTo>
                    <a:pt x="56629" y="82908"/>
                  </a:lnTo>
                  <a:lnTo>
                    <a:pt x="18327" y="103128"/>
                  </a:lnTo>
                  <a:lnTo>
                    <a:pt x="9757" y="95304"/>
                  </a:lnTo>
                  <a:lnTo>
                    <a:pt x="0" y="863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79188" y="3405072"/>
              <a:ext cx="44354" cy="39053"/>
            </a:xfrm>
            <a:custGeom>
              <a:avLst/>
              <a:pathLst>
                <a:path w="44354" h="39053">
                  <a:moveTo>
                    <a:pt x="2650" y="17568"/>
                  </a:moveTo>
                  <a:lnTo>
                    <a:pt x="6246" y="13580"/>
                  </a:lnTo>
                  <a:lnTo>
                    <a:pt x="9665" y="9789"/>
                  </a:lnTo>
                  <a:lnTo>
                    <a:pt x="14865" y="4023"/>
                  </a:lnTo>
                  <a:lnTo>
                    <a:pt x="18493" y="0"/>
                  </a:lnTo>
                  <a:lnTo>
                    <a:pt x="31657" y="8990"/>
                  </a:lnTo>
                  <a:lnTo>
                    <a:pt x="32319" y="9442"/>
                  </a:lnTo>
                  <a:lnTo>
                    <a:pt x="44354" y="17662"/>
                  </a:lnTo>
                  <a:lnTo>
                    <a:pt x="36512" y="24984"/>
                  </a:lnTo>
                  <a:lnTo>
                    <a:pt x="21445" y="39053"/>
                  </a:lnTo>
                  <a:lnTo>
                    <a:pt x="13240" y="30740"/>
                  </a:lnTo>
                  <a:lnTo>
                    <a:pt x="0" y="205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47642" y="3390259"/>
              <a:ext cx="77581" cy="55776"/>
            </a:xfrm>
            <a:custGeom>
              <a:avLst/>
              <a:pathLst>
                <a:path w="77581" h="55776">
                  <a:moveTo>
                    <a:pt x="5181" y="20329"/>
                  </a:moveTo>
                  <a:lnTo>
                    <a:pt x="7134" y="18158"/>
                  </a:lnTo>
                  <a:lnTo>
                    <a:pt x="24414" y="23252"/>
                  </a:lnTo>
                  <a:lnTo>
                    <a:pt x="26731" y="22338"/>
                  </a:lnTo>
                  <a:lnTo>
                    <a:pt x="35237" y="18984"/>
                  </a:lnTo>
                  <a:lnTo>
                    <a:pt x="41513" y="16378"/>
                  </a:lnTo>
                  <a:lnTo>
                    <a:pt x="48949" y="13290"/>
                  </a:lnTo>
                  <a:lnTo>
                    <a:pt x="55337" y="7570"/>
                  </a:lnTo>
                  <a:lnTo>
                    <a:pt x="63793" y="0"/>
                  </a:lnTo>
                  <a:lnTo>
                    <a:pt x="69933" y="4009"/>
                  </a:lnTo>
                  <a:lnTo>
                    <a:pt x="77581" y="9003"/>
                  </a:lnTo>
                  <a:lnTo>
                    <a:pt x="72048" y="15262"/>
                  </a:lnTo>
                  <a:lnTo>
                    <a:pt x="64012" y="24353"/>
                  </a:lnTo>
                  <a:lnTo>
                    <a:pt x="53770" y="35939"/>
                  </a:lnTo>
                  <a:lnTo>
                    <a:pt x="44858" y="46022"/>
                  </a:lnTo>
                  <a:lnTo>
                    <a:pt x="36236" y="55776"/>
                  </a:lnTo>
                  <a:lnTo>
                    <a:pt x="23475" y="43655"/>
                  </a:lnTo>
                  <a:lnTo>
                    <a:pt x="19480" y="39861"/>
                  </a:lnTo>
                  <a:lnTo>
                    <a:pt x="0" y="26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74246" y="3366614"/>
              <a:ext cx="47052" cy="38823"/>
            </a:xfrm>
            <a:custGeom>
              <a:avLst/>
              <a:pathLst>
                <a:path w="47052" h="38823">
                  <a:moveTo>
                    <a:pt x="1977" y="3436"/>
                  </a:moveTo>
                  <a:lnTo>
                    <a:pt x="4686" y="0"/>
                  </a:lnTo>
                  <a:lnTo>
                    <a:pt x="21657" y="13433"/>
                  </a:lnTo>
                  <a:lnTo>
                    <a:pt x="25008" y="16086"/>
                  </a:lnTo>
                  <a:lnTo>
                    <a:pt x="47052" y="31703"/>
                  </a:lnTo>
                  <a:lnTo>
                    <a:pt x="43881" y="34947"/>
                  </a:lnTo>
                  <a:lnTo>
                    <a:pt x="40094" y="38823"/>
                  </a:lnTo>
                  <a:lnTo>
                    <a:pt x="31699" y="32454"/>
                  </a:lnTo>
                  <a:lnTo>
                    <a:pt x="19232" y="22995"/>
                  </a:lnTo>
                  <a:lnTo>
                    <a:pt x="13468" y="17886"/>
                  </a:lnTo>
                  <a:lnTo>
                    <a:pt x="0" y="59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84845" y="3310129"/>
              <a:ext cx="83530" cy="84760"/>
            </a:xfrm>
            <a:custGeom>
              <a:avLst/>
              <a:pathLst>
                <a:path w="83530" h="84760">
                  <a:moveTo>
                    <a:pt x="6068" y="44232"/>
                  </a:moveTo>
                  <a:lnTo>
                    <a:pt x="11565" y="37303"/>
                  </a:lnTo>
                  <a:lnTo>
                    <a:pt x="17100" y="30327"/>
                  </a:lnTo>
                  <a:lnTo>
                    <a:pt x="24449" y="21063"/>
                  </a:lnTo>
                  <a:lnTo>
                    <a:pt x="31811" y="11785"/>
                  </a:lnTo>
                  <a:lnTo>
                    <a:pt x="41162" y="0"/>
                  </a:lnTo>
                  <a:lnTo>
                    <a:pt x="56179" y="11886"/>
                  </a:lnTo>
                  <a:lnTo>
                    <a:pt x="61486" y="16086"/>
                  </a:lnTo>
                  <a:lnTo>
                    <a:pt x="83530" y="31705"/>
                  </a:lnTo>
                  <a:lnTo>
                    <a:pt x="77288" y="39329"/>
                  </a:lnTo>
                  <a:lnTo>
                    <a:pt x="66077" y="53023"/>
                  </a:lnTo>
                  <a:lnTo>
                    <a:pt x="52785" y="69258"/>
                  </a:lnTo>
                  <a:lnTo>
                    <a:pt x="40094" y="84760"/>
                  </a:lnTo>
                  <a:lnTo>
                    <a:pt x="19232" y="68930"/>
                  </a:lnTo>
                  <a:lnTo>
                    <a:pt x="19073" y="68790"/>
                  </a:lnTo>
                  <a:lnTo>
                    <a:pt x="0" y="51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70398" y="3701062"/>
              <a:ext cx="101070" cy="118397"/>
            </a:xfrm>
            <a:custGeom>
              <a:avLst/>
              <a:pathLst>
                <a:path w="101070" h="118397">
                  <a:moveTo>
                    <a:pt x="54342" y="4001"/>
                  </a:moveTo>
                  <a:lnTo>
                    <a:pt x="65087" y="6308"/>
                  </a:lnTo>
                  <a:lnTo>
                    <a:pt x="70212" y="6094"/>
                  </a:lnTo>
                  <a:lnTo>
                    <a:pt x="83530" y="5536"/>
                  </a:lnTo>
                  <a:lnTo>
                    <a:pt x="85654" y="5551"/>
                  </a:lnTo>
                  <a:lnTo>
                    <a:pt x="101070" y="5662"/>
                  </a:lnTo>
                  <a:lnTo>
                    <a:pt x="98005" y="13261"/>
                  </a:lnTo>
                  <a:lnTo>
                    <a:pt x="93453" y="27282"/>
                  </a:lnTo>
                  <a:lnTo>
                    <a:pt x="92726" y="29522"/>
                  </a:lnTo>
                  <a:lnTo>
                    <a:pt x="91424" y="33536"/>
                  </a:lnTo>
                  <a:lnTo>
                    <a:pt x="97974" y="36205"/>
                  </a:lnTo>
                  <a:lnTo>
                    <a:pt x="92118" y="53238"/>
                  </a:lnTo>
                  <a:lnTo>
                    <a:pt x="86636" y="69185"/>
                  </a:lnTo>
                  <a:lnTo>
                    <a:pt x="85108" y="74436"/>
                  </a:lnTo>
                  <a:lnTo>
                    <a:pt x="84063" y="78027"/>
                  </a:lnTo>
                  <a:lnTo>
                    <a:pt x="75497" y="97002"/>
                  </a:lnTo>
                  <a:lnTo>
                    <a:pt x="65838" y="118397"/>
                  </a:lnTo>
                  <a:lnTo>
                    <a:pt x="42501" y="109500"/>
                  </a:lnTo>
                  <a:lnTo>
                    <a:pt x="35128" y="106690"/>
                  </a:lnTo>
                  <a:lnTo>
                    <a:pt x="0" y="86655"/>
                  </a:lnTo>
                  <a:lnTo>
                    <a:pt x="6577" y="73510"/>
                  </a:lnTo>
                  <a:lnTo>
                    <a:pt x="12671" y="61333"/>
                  </a:lnTo>
                  <a:lnTo>
                    <a:pt x="17776" y="51131"/>
                  </a:lnTo>
                  <a:lnTo>
                    <a:pt x="23429" y="39834"/>
                  </a:lnTo>
                  <a:lnTo>
                    <a:pt x="24206" y="38281"/>
                  </a:lnTo>
                  <a:lnTo>
                    <a:pt x="29955" y="25630"/>
                  </a:lnTo>
                  <a:lnTo>
                    <a:pt x="35595" y="13220"/>
                  </a:lnTo>
                  <a:lnTo>
                    <a:pt x="41603" y="0"/>
                  </a:lnTo>
                  <a:lnTo>
                    <a:pt x="49821" y="30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503722" y="3683987"/>
              <a:ext cx="100743" cy="101854"/>
            </a:xfrm>
            <a:custGeom>
              <a:avLst/>
              <a:pathLst>
                <a:path w="100743" h="101854">
                  <a:moveTo>
                    <a:pt x="75230" y="67723"/>
                  </a:moveTo>
                  <a:lnTo>
                    <a:pt x="66816" y="85051"/>
                  </a:lnTo>
                  <a:lnTo>
                    <a:pt x="58657" y="101854"/>
                  </a:lnTo>
                  <a:lnTo>
                    <a:pt x="44364" y="95596"/>
                  </a:lnTo>
                  <a:lnTo>
                    <a:pt x="33069" y="90650"/>
                  </a:lnTo>
                  <a:lnTo>
                    <a:pt x="27486" y="88205"/>
                  </a:lnTo>
                  <a:lnTo>
                    <a:pt x="12353" y="80936"/>
                  </a:lnTo>
                  <a:lnTo>
                    <a:pt x="0" y="75002"/>
                  </a:lnTo>
                  <a:lnTo>
                    <a:pt x="4969" y="61965"/>
                  </a:lnTo>
                  <a:lnTo>
                    <a:pt x="9382" y="50387"/>
                  </a:lnTo>
                  <a:lnTo>
                    <a:pt x="13840" y="38694"/>
                  </a:lnTo>
                  <a:lnTo>
                    <a:pt x="20085" y="22310"/>
                  </a:lnTo>
                  <a:lnTo>
                    <a:pt x="22104" y="18161"/>
                  </a:lnTo>
                  <a:lnTo>
                    <a:pt x="28826" y="4346"/>
                  </a:lnTo>
                  <a:lnTo>
                    <a:pt x="59366" y="0"/>
                  </a:lnTo>
                  <a:lnTo>
                    <a:pt x="71701" y="5404"/>
                  </a:lnTo>
                  <a:lnTo>
                    <a:pt x="81739" y="9928"/>
                  </a:lnTo>
                  <a:lnTo>
                    <a:pt x="100743" y="18495"/>
                  </a:lnTo>
                  <a:lnTo>
                    <a:pt x="93503" y="32119"/>
                  </a:lnTo>
                  <a:lnTo>
                    <a:pt x="84088" y="49838"/>
                  </a:lnTo>
                  <a:lnTo>
                    <a:pt x="82079" y="53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639144" y="3708305"/>
              <a:ext cx="102032" cy="133851"/>
            </a:xfrm>
            <a:custGeom>
              <a:avLst/>
              <a:pathLst>
                <a:path w="102032" h="133851">
                  <a:moveTo>
                    <a:pt x="32590" y="42892"/>
                  </a:moveTo>
                  <a:lnTo>
                    <a:pt x="35131" y="28872"/>
                  </a:lnTo>
                  <a:lnTo>
                    <a:pt x="36440" y="21645"/>
                  </a:lnTo>
                  <a:lnTo>
                    <a:pt x="28135" y="19589"/>
                  </a:lnTo>
                  <a:lnTo>
                    <a:pt x="30054" y="14417"/>
                  </a:lnTo>
                  <a:lnTo>
                    <a:pt x="33400" y="5400"/>
                  </a:lnTo>
                  <a:lnTo>
                    <a:pt x="35404" y="0"/>
                  </a:lnTo>
                  <a:lnTo>
                    <a:pt x="40267" y="528"/>
                  </a:lnTo>
                  <a:lnTo>
                    <a:pt x="53972" y="2018"/>
                  </a:lnTo>
                  <a:lnTo>
                    <a:pt x="63440" y="3739"/>
                  </a:lnTo>
                  <a:lnTo>
                    <a:pt x="72968" y="5471"/>
                  </a:lnTo>
                  <a:lnTo>
                    <a:pt x="102032" y="40360"/>
                  </a:lnTo>
                  <a:lnTo>
                    <a:pt x="94711" y="57622"/>
                  </a:lnTo>
                  <a:lnTo>
                    <a:pt x="89729" y="69369"/>
                  </a:lnTo>
                  <a:lnTo>
                    <a:pt x="85847" y="78523"/>
                  </a:lnTo>
                  <a:lnTo>
                    <a:pt x="81745" y="88196"/>
                  </a:lnTo>
                  <a:lnTo>
                    <a:pt x="78225" y="96494"/>
                  </a:lnTo>
                  <a:lnTo>
                    <a:pt x="73464" y="107721"/>
                  </a:lnTo>
                  <a:lnTo>
                    <a:pt x="69853" y="116235"/>
                  </a:lnTo>
                  <a:lnTo>
                    <a:pt x="65904" y="125546"/>
                  </a:lnTo>
                  <a:lnTo>
                    <a:pt x="62382" y="133851"/>
                  </a:lnTo>
                  <a:lnTo>
                    <a:pt x="42216" y="128785"/>
                  </a:lnTo>
                  <a:lnTo>
                    <a:pt x="0" y="118179"/>
                  </a:lnTo>
                  <a:lnTo>
                    <a:pt x="5160" y="106563"/>
                  </a:lnTo>
                  <a:lnTo>
                    <a:pt x="11781" y="91658"/>
                  </a:lnTo>
                  <a:lnTo>
                    <a:pt x="17172" y="79522"/>
                  </a:lnTo>
                  <a:lnTo>
                    <a:pt x="22834" y="66775"/>
                  </a:lnTo>
                  <a:lnTo>
                    <a:pt x="27927" y="55311"/>
                  </a:lnTo>
                  <a:lnTo>
                    <a:pt x="32002" y="461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61799" y="3620661"/>
              <a:ext cx="49751" cy="63242"/>
            </a:xfrm>
            <a:custGeom>
              <a:avLst/>
              <a:pathLst>
                <a:path w="49751" h="63242">
                  <a:moveTo>
                    <a:pt x="14571" y="1081"/>
                  </a:moveTo>
                  <a:lnTo>
                    <a:pt x="27018" y="2711"/>
                  </a:lnTo>
                  <a:lnTo>
                    <a:pt x="39537" y="4351"/>
                  </a:lnTo>
                  <a:lnTo>
                    <a:pt x="38282" y="17368"/>
                  </a:lnTo>
                  <a:lnTo>
                    <a:pt x="37535" y="25112"/>
                  </a:lnTo>
                  <a:lnTo>
                    <a:pt x="45086" y="26119"/>
                  </a:lnTo>
                  <a:lnTo>
                    <a:pt x="49751" y="26741"/>
                  </a:lnTo>
                  <a:lnTo>
                    <a:pt x="49413" y="38005"/>
                  </a:lnTo>
                  <a:lnTo>
                    <a:pt x="48656" y="63242"/>
                  </a:lnTo>
                  <a:lnTo>
                    <a:pt x="47991" y="63114"/>
                  </a:lnTo>
                  <a:lnTo>
                    <a:pt x="39311" y="63052"/>
                  </a:lnTo>
                  <a:lnTo>
                    <a:pt x="32494" y="63003"/>
                  </a:lnTo>
                  <a:lnTo>
                    <a:pt x="31354" y="62995"/>
                  </a:lnTo>
                  <a:lnTo>
                    <a:pt x="28573" y="62898"/>
                  </a:lnTo>
                  <a:lnTo>
                    <a:pt x="24791" y="62856"/>
                  </a:lnTo>
                  <a:lnTo>
                    <a:pt x="17513" y="62775"/>
                  </a:lnTo>
                  <a:lnTo>
                    <a:pt x="8033" y="62670"/>
                  </a:lnTo>
                  <a:lnTo>
                    <a:pt x="0" y="62581"/>
                  </a:lnTo>
                  <a:lnTo>
                    <a:pt x="981" y="52848"/>
                  </a:lnTo>
                  <a:lnTo>
                    <a:pt x="3050" y="32343"/>
                  </a:lnTo>
                  <a:lnTo>
                    <a:pt x="4908" y="13919"/>
                  </a:lnTo>
                  <a:lnTo>
                    <a:pt x="631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403617" y="3613803"/>
              <a:ext cx="51756" cy="29988"/>
            </a:xfrm>
            <a:custGeom>
              <a:avLst/>
              <a:pathLst>
                <a:path w="51756" h="29988">
                  <a:moveTo>
                    <a:pt x="29290" y="6364"/>
                  </a:moveTo>
                  <a:lnTo>
                    <a:pt x="51756" y="11434"/>
                  </a:lnTo>
                  <a:lnTo>
                    <a:pt x="50998" y="19415"/>
                  </a:lnTo>
                  <a:lnTo>
                    <a:pt x="49993" y="29988"/>
                  </a:lnTo>
                  <a:lnTo>
                    <a:pt x="39776" y="27743"/>
                  </a:lnTo>
                  <a:lnTo>
                    <a:pt x="32272" y="26094"/>
                  </a:lnTo>
                  <a:lnTo>
                    <a:pt x="24405" y="24365"/>
                  </a:lnTo>
                  <a:lnTo>
                    <a:pt x="18118" y="22983"/>
                  </a:lnTo>
                  <a:lnTo>
                    <a:pt x="11786" y="21592"/>
                  </a:lnTo>
                  <a:lnTo>
                    <a:pt x="0" y="19001"/>
                  </a:lnTo>
                  <a:lnTo>
                    <a:pt x="524" y="9877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315305" y="3695696"/>
              <a:ext cx="91166" cy="41286"/>
            </a:xfrm>
            <a:custGeom>
              <a:avLst/>
              <a:pathLst>
                <a:path w="91166" h="41286">
                  <a:moveTo>
                    <a:pt x="86349" y="9140"/>
                  </a:moveTo>
                  <a:lnTo>
                    <a:pt x="69405" y="41286"/>
                  </a:lnTo>
                  <a:lnTo>
                    <a:pt x="60986" y="37230"/>
                  </a:lnTo>
                  <a:lnTo>
                    <a:pt x="51365" y="32594"/>
                  </a:lnTo>
                  <a:lnTo>
                    <a:pt x="44755" y="29409"/>
                  </a:lnTo>
                  <a:lnTo>
                    <a:pt x="33532" y="24002"/>
                  </a:lnTo>
                  <a:lnTo>
                    <a:pt x="16868" y="15973"/>
                  </a:lnTo>
                  <a:lnTo>
                    <a:pt x="0" y="7845"/>
                  </a:lnTo>
                  <a:lnTo>
                    <a:pt x="1314" y="5029"/>
                  </a:lnTo>
                  <a:lnTo>
                    <a:pt x="45204" y="2572"/>
                  </a:lnTo>
                  <a:lnTo>
                    <a:pt x="911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91978" y="3703103"/>
              <a:ext cx="118338" cy="68249"/>
            </a:xfrm>
            <a:custGeom>
              <a:avLst/>
              <a:pathLst>
                <a:path w="118338" h="68249">
                  <a:moveTo>
                    <a:pt x="112543" y="20554"/>
                  </a:moveTo>
                  <a:lnTo>
                    <a:pt x="107446" y="30267"/>
                  </a:lnTo>
                  <a:lnTo>
                    <a:pt x="97045" y="50087"/>
                  </a:lnTo>
                  <a:lnTo>
                    <a:pt x="96967" y="50235"/>
                  </a:lnTo>
                  <a:lnTo>
                    <a:pt x="88065" y="68249"/>
                  </a:lnTo>
                  <a:lnTo>
                    <a:pt x="73928" y="66350"/>
                  </a:lnTo>
                  <a:lnTo>
                    <a:pt x="62677" y="64839"/>
                  </a:lnTo>
                  <a:lnTo>
                    <a:pt x="57029" y="64080"/>
                  </a:lnTo>
                  <a:lnTo>
                    <a:pt x="46742" y="59798"/>
                  </a:lnTo>
                  <a:lnTo>
                    <a:pt x="36648" y="55597"/>
                  </a:lnTo>
                  <a:lnTo>
                    <a:pt x="23649" y="50187"/>
                  </a:lnTo>
                  <a:lnTo>
                    <a:pt x="0" y="40343"/>
                  </a:lnTo>
                  <a:lnTo>
                    <a:pt x="3113" y="34559"/>
                  </a:lnTo>
                  <a:lnTo>
                    <a:pt x="6094" y="29020"/>
                  </a:lnTo>
                  <a:lnTo>
                    <a:pt x="9080" y="23472"/>
                  </a:lnTo>
                  <a:lnTo>
                    <a:pt x="13619" y="15039"/>
                  </a:lnTo>
                  <a:lnTo>
                    <a:pt x="18308" y="6327"/>
                  </a:lnTo>
                  <a:lnTo>
                    <a:pt x="21714" y="0"/>
                  </a:lnTo>
                  <a:lnTo>
                    <a:pt x="65005" y="4261"/>
                  </a:lnTo>
                  <a:lnTo>
                    <a:pt x="118338" y="9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55095" y="3410150"/>
              <a:ext cx="46081" cy="53185"/>
            </a:xfrm>
            <a:custGeom>
              <a:avLst/>
              <a:pathLst>
                <a:path w="46081" h="53185">
                  <a:moveTo>
                    <a:pt x="9023" y="5496"/>
                  </a:moveTo>
                  <a:lnTo>
                    <a:pt x="23525" y="0"/>
                  </a:lnTo>
                  <a:lnTo>
                    <a:pt x="26617" y="6346"/>
                  </a:lnTo>
                  <a:lnTo>
                    <a:pt x="29392" y="12042"/>
                  </a:lnTo>
                  <a:lnTo>
                    <a:pt x="33573" y="20623"/>
                  </a:lnTo>
                  <a:lnTo>
                    <a:pt x="38176" y="30070"/>
                  </a:lnTo>
                  <a:lnTo>
                    <a:pt x="41620" y="37138"/>
                  </a:lnTo>
                  <a:lnTo>
                    <a:pt x="46081" y="46295"/>
                  </a:lnTo>
                  <a:lnTo>
                    <a:pt x="37555" y="49162"/>
                  </a:lnTo>
                  <a:lnTo>
                    <a:pt x="25596" y="53185"/>
                  </a:lnTo>
                  <a:lnTo>
                    <a:pt x="12005" y="29680"/>
                  </a:lnTo>
                  <a:lnTo>
                    <a:pt x="0" y="89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587403" y="3397459"/>
              <a:ext cx="78291" cy="55465"/>
            </a:xfrm>
            <a:custGeom>
              <a:avLst/>
              <a:pathLst>
                <a:path w="78291" h="55465">
                  <a:moveTo>
                    <a:pt x="21312" y="9013"/>
                  </a:moveTo>
                  <a:lnTo>
                    <a:pt x="43601" y="2640"/>
                  </a:lnTo>
                  <a:lnTo>
                    <a:pt x="54061" y="0"/>
                  </a:lnTo>
                  <a:lnTo>
                    <a:pt x="57161" y="4754"/>
                  </a:lnTo>
                  <a:lnTo>
                    <a:pt x="59551" y="8418"/>
                  </a:lnTo>
                  <a:lnTo>
                    <a:pt x="63719" y="14809"/>
                  </a:lnTo>
                  <a:lnTo>
                    <a:pt x="67616" y="20785"/>
                  </a:lnTo>
                  <a:lnTo>
                    <a:pt x="71293" y="26423"/>
                  </a:lnTo>
                  <a:lnTo>
                    <a:pt x="74784" y="31775"/>
                  </a:lnTo>
                  <a:lnTo>
                    <a:pt x="78291" y="37153"/>
                  </a:lnTo>
                  <a:lnTo>
                    <a:pt x="61440" y="40380"/>
                  </a:lnTo>
                  <a:lnTo>
                    <a:pt x="44431" y="42895"/>
                  </a:lnTo>
                  <a:lnTo>
                    <a:pt x="40624" y="43458"/>
                  </a:lnTo>
                  <a:lnTo>
                    <a:pt x="17579" y="55465"/>
                  </a:lnTo>
                  <a:lnTo>
                    <a:pt x="15247" y="50111"/>
                  </a:lnTo>
                  <a:lnTo>
                    <a:pt x="12457" y="43707"/>
                  </a:lnTo>
                  <a:lnTo>
                    <a:pt x="9878" y="37786"/>
                  </a:lnTo>
                  <a:lnTo>
                    <a:pt x="5711" y="28220"/>
                  </a:lnTo>
                  <a:lnTo>
                    <a:pt x="0" y="15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72338" y="3341391"/>
              <a:ext cx="67364" cy="64355"/>
            </a:xfrm>
            <a:custGeom>
              <a:avLst/>
              <a:pathLst>
                <a:path w="67364" h="64355">
                  <a:moveTo>
                    <a:pt x="3926" y="10435"/>
                  </a:moveTo>
                  <a:lnTo>
                    <a:pt x="7407" y="8949"/>
                  </a:lnTo>
                  <a:lnTo>
                    <a:pt x="10859" y="7476"/>
                  </a:lnTo>
                  <a:lnTo>
                    <a:pt x="13805" y="6218"/>
                  </a:lnTo>
                  <a:lnTo>
                    <a:pt x="17014" y="4849"/>
                  </a:lnTo>
                  <a:lnTo>
                    <a:pt x="19838" y="3643"/>
                  </a:lnTo>
                  <a:lnTo>
                    <a:pt x="23731" y="1982"/>
                  </a:lnTo>
                  <a:lnTo>
                    <a:pt x="28375" y="0"/>
                  </a:lnTo>
                  <a:lnTo>
                    <a:pt x="29303" y="11"/>
                  </a:lnTo>
                  <a:lnTo>
                    <a:pt x="34724" y="76"/>
                  </a:lnTo>
                  <a:lnTo>
                    <a:pt x="43439" y="181"/>
                  </a:lnTo>
                  <a:lnTo>
                    <a:pt x="45992" y="6913"/>
                  </a:lnTo>
                  <a:lnTo>
                    <a:pt x="49921" y="17275"/>
                  </a:lnTo>
                  <a:lnTo>
                    <a:pt x="52165" y="23192"/>
                  </a:lnTo>
                  <a:lnTo>
                    <a:pt x="53835" y="26360"/>
                  </a:lnTo>
                  <a:lnTo>
                    <a:pt x="60971" y="39892"/>
                  </a:lnTo>
                  <a:lnTo>
                    <a:pt x="67364" y="52014"/>
                  </a:lnTo>
                  <a:lnTo>
                    <a:pt x="48706" y="57097"/>
                  </a:lnTo>
                  <a:lnTo>
                    <a:pt x="22067" y="64355"/>
                  </a:lnTo>
                  <a:lnTo>
                    <a:pt x="17183" y="56679"/>
                  </a:lnTo>
                  <a:lnTo>
                    <a:pt x="11679" y="48030"/>
                  </a:lnTo>
                  <a:lnTo>
                    <a:pt x="10100" y="45547"/>
                  </a:lnTo>
                  <a:lnTo>
                    <a:pt x="7048" y="35444"/>
                  </a:lnTo>
                  <a:lnTo>
                    <a:pt x="0" y="121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319321" y="3727082"/>
              <a:ext cx="62461" cy="68811"/>
            </a:xfrm>
            <a:custGeom>
              <a:avLst/>
              <a:pathLst>
                <a:path w="62461" h="68811">
                  <a:moveTo>
                    <a:pt x="59008" y="35727"/>
                  </a:moveTo>
                  <a:lnTo>
                    <a:pt x="54897" y="50308"/>
                  </a:lnTo>
                  <a:lnTo>
                    <a:pt x="49681" y="68811"/>
                  </a:lnTo>
                  <a:lnTo>
                    <a:pt x="42801" y="66602"/>
                  </a:lnTo>
                  <a:lnTo>
                    <a:pt x="0" y="52857"/>
                  </a:lnTo>
                  <a:lnTo>
                    <a:pt x="5817" y="24559"/>
                  </a:lnTo>
                  <a:lnTo>
                    <a:pt x="8673" y="10666"/>
                  </a:lnTo>
                  <a:lnTo>
                    <a:pt x="10865" y="0"/>
                  </a:lnTo>
                  <a:lnTo>
                    <a:pt x="18931" y="3894"/>
                  </a:lnTo>
                  <a:lnTo>
                    <a:pt x="25622" y="7125"/>
                  </a:lnTo>
                  <a:lnTo>
                    <a:pt x="26282" y="7444"/>
                  </a:lnTo>
                  <a:lnTo>
                    <a:pt x="40307" y="13659"/>
                  </a:lnTo>
                  <a:lnTo>
                    <a:pt x="52252" y="18952"/>
                  </a:lnTo>
                  <a:lnTo>
                    <a:pt x="62461" y="23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69202" y="3704988"/>
              <a:ext cx="54666" cy="62714"/>
            </a:xfrm>
            <a:custGeom>
              <a:avLst/>
              <a:pathLst>
                <a:path w="54666" h="62714">
                  <a:moveTo>
                    <a:pt x="52674" y="27439"/>
                  </a:moveTo>
                  <a:lnTo>
                    <a:pt x="44461" y="62714"/>
                  </a:lnTo>
                  <a:lnTo>
                    <a:pt x="28505" y="59676"/>
                  </a:lnTo>
                  <a:lnTo>
                    <a:pt x="0" y="54249"/>
                  </a:lnTo>
                  <a:lnTo>
                    <a:pt x="2333" y="40067"/>
                  </a:lnTo>
                  <a:lnTo>
                    <a:pt x="4395" y="27542"/>
                  </a:lnTo>
                  <a:lnTo>
                    <a:pt x="6540" y="14510"/>
                  </a:lnTo>
                  <a:lnTo>
                    <a:pt x="8928" y="0"/>
                  </a:lnTo>
                  <a:lnTo>
                    <a:pt x="16315" y="3050"/>
                  </a:lnTo>
                  <a:lnTo>
                    <a:pt x="20791" y="4898"/>
                  </a:lnTo>
                  <a:lnTo>
                    <a:pt x="28534" y="8095"/>
                  </a:lnTo>
                  <a:lnTo>
                    <a:pt x="34642" y="10617"/>
                  </a:lnTo>
                  <a:lnTo>
                    <a:pt x="41584" y="13483"/>
                  </a:lnTo>
                  <a:lnTo>
                    <a:pt x="47843" y="16067"/>
                  </a:lnTo>
                  <a:lnTo>
                    <a:pt x="54666" y="18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204030" y="3676185"/>
              <a:ext cx="69562" cy="96223"/>
            </a:xfrm>
            <a:custGeom>
              <a:avLst/>
              <a:pathLst>
                <a:path w="69562" h="96223">
                  <a:moveTo>
                    <a:pt x="67295" y="27038"/>
                  </a:moveTo>
                  <a:lnTo>
                    <a:pt x="65324" y="37128"/>
                  </a:lnTo>
                  <a:lnTo>
                    <a:pt x="63142" y="48301"/>
                  </a:lnTo>
                  <a:lnTo>
                    <a:pt x="59157" y="68698"/>
                  </a:lnTo>
                  <a:lnTo>
                    <a:pt x="56822" y="80650"/>
                  </a:lnTo>
                  <a:lnTo>
                    <a:pt x="53780" y="96223"/>
                  </a:lnTo>
                  <a:lnTo>
                    <a:pt x="19702" y="93102"/>
                  </a:lnTo>
                  <a:lnTo>
                    <a:pt x="0" y="91298"/>
                  </a:lnTo>
                  <a:lnTo>
                    <a:pt x="2905" y="72393"/>
                  </a:lnTo>
                  <a:lnTo>
                    <a:pt x="4667" y="60931"/>
                  </a:lnTo>
                  <a:lnTo>
                    <a:pt x="6100" y="51611"/>
                  </a:lnTo>
                  <a:lnTo>
                    <a:pt x="7407" y="43110"/>
                  </a:lnTo>
                  <a:lnTo>
                    <a:pt x="9294" y="30829"/>
                  </a:lnTo>
                  <a:lnTo>
                    <a:pt x="11265" y="18006"/>
                  </a:lnTo>
                  <a:lnTo>
                    <a:pt x="14033" y="0"/>
                  </a:lnTo>
                  <a:lnTo>
                    <a:pt x="20326" y="1749"/>
                  </a:lnTo>
                  <a:lnTo>
                    <a:pt x="26752" y="3535"/>
                  </a:lnTo>
                  <a:lnTo>
                    <a:pt x="36379" y="6210"/>
                  </a:lnTo>
                  <a:lnTo>
                    <a:pt x="43612" y="8220"/>
                  </a:lnTo>
                  <a:lnTo>
                    <a:pt x="54089" y="11132"/>
                  </a:lnTo>
                  <a:lnTo>
                    <a:pt x="62945" y="13594"/>
                  </a:lnTo>
                  <a:lnTo>
                    <a:pt x="69562" y="15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54264" y="3656026"/>
              <a:ext cx="58417" cy="106731"/>
            </a:xfrm>
            <a:custGeom>
              <a:avLst/>
              <a:pathLst>
                <a:path w="58417" h="106731">
                  <a:moveTo>
                    <a:pt x="39228" y="7121"/>
                  </a:moveTo>
                  <a:lnTo>
                    <a:pt x="58417" y="12969"/>
                  </a:lnTo>
                  <a:lnTo>
                    <a:pt x="56347" y="27657"/>
                  </a:lnTo>
                  <a:lnTo>
                    <a:pt x="55032" y="36986"/>
                  </a:lnTo>
                  <a:lnTo>
                    <a:pt x="53699" y="46441"/>
                  </a:lnTo>
                  <a:lnTo>
                    <a:pt x="52068" y="58007"/>
                  </a:lnTo>
                  <a:lnTo>
                    <a:pt x="50402" y="69830"/>
                  </a:lnTo>
                  <a:lnTo>
                    <a:pt x="48531" y="83099"/>
                  </a:lnTo>
                  <a:lnTo>
                    <a:pt x="46901" y="94667"/>
                  </a:lnTo>
                  <a:lnTo>
                    <a:pt x="45853" y="102103"/>
                  </a:lnTo>
                  <a:lnTo>
                    <a:pt x="45200" y="106731"/>
                  </a:lnTo>
                  <a:lnTo>
                    <a:pt x="38983" y="106680"/>
                  </a:lnTo>
                  <a:lnTo>
                    <a:pt x="31932" y="105076"/>
                  </a:lnTo>
                  <a:lnTo>
                    <a:pt x="0" y="97814"/>
                  </a:lnTo>
                  <a:lnTo>
                    <a:pt x="1752" y="87004"/>
                  </a:lnTo>
                  <a:lnTo>
                    <a:pt x="4156" y="72178"/>
                  </a:lnTo>
                  <a:lnTo>
                    <a:pt x="6389" y="58409"/>
                  </a:lnTo>
                  <a:lnTo>
                    <a:pt x="8283" y="46724"/>
                  </a:lnTo>
                  <a:lnTo>
                    <a:pt x="9438" y="39602"/>
                  </a:lnTo>
                  <a:lnTo>
                    <a:pt x="10658" y="32080"/>
                  </a:lnTo>
                  <a:lnTo>
                    <a:pt x="12210" y="22510"/>
                  </a:lnTo>
                  <a:lnTo>
                    <a:pt x="13938" y="11846"/>
                  </a:lnTo>
                  <a:lnTo>
                    <a:pt x="1585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99126" y="3633599"/>
              <a:ext cx="69940" cy="112781"/>
            </a:xfrm>
            <a:custGeom>
              <a:avLst/>
              <a:pathLst>
                <a:path w="69940" h="112781">
                  <a:moveTo>
                    <a:pt x="58629" y="68419"/>
                  </a:moveTo>
                  <a:lnTo>
                    <a:pt x="55472" y="82629"/>
                  </a:lnTo>
                  <a:lnTo>
                    <a:pt x="53042" y="93569"/>
                  </a:lnTo>
                  <a:lnTo>
                    <a:pt x="50529" y="104878"/>
                  </a:lnTo>
                  <a:lnTo>
                    <a:pt x="48773" y="112781"/>
                  </a:lnTo>
                  <a:lnTo>
                    <a:pt x="16295" y="98274"/>
                  </a:lnTo>
                  <a:lnTo>
                    <a:pt x="0" y="90995"/>
                  </a:lnTo>
                  <a:lnTo>
                    <a:pt x="3493" y="78674"/>
                  </a:lnTo>
                  <a:lnTo>
                    <a:pt x="8083" y="62482"/>
                  </a:lnTo>
                  <a:lnTo>
                    <a:pt x="11092" y="51869"/>
                  </a:lnTo>
                  <a:lnTo>
                    <a:pt x="14616" y="39436"/>
                  </a:lnTo>
                  <a:lnTo>
                    <a:pt x="25796" y="0"/>
                  </a:lnTo>
                  <a:lnTo>
                    <a:pt x="49788" y="8664"/>
                  </a:lnTo>
                  <a:lnTo>
                    <a:pt x="69940" y="15942"/>
                  </a:lnTo>
                  <a:lnTo>
                    <a:pt x="65815" y="36076"/>
                  </a:lnTo>
                  <a:lnTo>
                    <a:pt x="61148" y="57081"/>
                  </a:lnTo>
                  <a:lnTo>
                    <a:pt x="60105" y="6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94346" y="3624468"/>
              <a:ext cx="69846" cy="70099"/>
            </a:xfrm>
            <a:custGeom>
              <a:avLst/>
              <a:pathLst>
                <a:path w="69846" h="70099">
                  <a:moveTo>
                    <a:pt x="66780" y="21713"/>
                  </a:moveTo>
                  <a:lnTo>
                    <a:pt x="63683" y="29634"/>
                  </a:lnTo>
                  <a:lnTo>
                    <a:pt x="60100" y="38797"/>
                  </a:lnTo>
                  <a:lnTo>
                    <a:pt x="54453" y="53241"/>
                  </a:lnTo>
                  <a:lnTo>
                    <a:pt x="50931" y="62248"/>
                  </a:lnTo>
                  <a:lnTo>
                    <a:pt x="47862" y="70099"/>
                  </a:lnTo>
                  <a:lnTo>
                    <a:pt x="31952" y="65163"/>
                  </a:lnTo>
                  <a:lnTo>
                    <a:pt x="0" y="55251"/>
                  </a:lnTo>
                  <a:lnTo>
                    <a:pt x="2450" y="47958"/>
                  </a:lnTo>
                  <a:lnTo>
                    <a:pt x="5487" y="38921"/>
                  </a:lnTo>
                  <a:lnTo>
                    <a:pt x="9065" y="28273"/>
                  </a:lnTo>
                  <a:lnTo>
                    <a:pt x="12369" y="18442"/>
                  </a:lnTo>
                  <a:lnTo>
                    <a:pt x="14720" y="11444"/>
                  </a:lnTo>
                  <a:lnTo>
                    <a:pt x="18566" y="0"/>
                  </a:lnTo>
                  <a:lnTo>
                    <a:pt x="40929" y="6048"/>
                  </a:lnTo>
                  <a:lnTo>
                    <a:pt x="69846" y="13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66157" y="3618622"/>
              <a:ext cx="39600" cy="54708"/>
            </a:xfrm>
            <a:custGeom>
              <a:avLst/>
              <a:pathLst>
                <a:path w="39600" h="54708">
                  <a:moveTo>
                    <a:pt x="36545" y="12411"/>
                  </a:moveTo>
                  <a:lnTo>
                    <a:pt x="32835" y="23463"/>
                  </a:lnTo>
                  <a:lnTo>
                    <a:pt x="29580" y="33161"/>
                  </a:lnTo>
                  <a:lnTo>
                    <a:pt x="22348" y="54708"/>
                  </a:lnTo>
                  <a:lnTo>
                    <a:pt x="13860" y="51790"/>
                  </a:lnTo>
                  <a:lnTo>
                    <a:pt x="0" y="47026"/>
                  </a:lnTo>
                  <a:lnTo>
                    <a:pt x="11862" y="21543"/>
                  </a:lnTo>
                  <a:lnTo>
                    <a:pt x="21891" y="0"/>
                  </a:lnTo>
                  <a:lnTo>
                    <a:pt x="28824" y="1294"/>
                  </a:lnTo>
                  <a:lnTo>
                    <a:pt x="39600" y="33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50066" y="3598574"/>
              <a:ext cx="69680" cy="126771"/>
            </a:xfrm>
            <a:custGeom>
              <a:avLst/>
              <a:pathLst>
                <a:path w="69680" h="126771">
                  <a:moveTo>
                    <a:pt x="2487" y="100012"/>
                  </a:moveTo>
                  <a:lnTo>
                    <a:pt x="5509" y="89476"/>
                  </a:lnTo>
                  <a:lnTo>
                    <a:pt x="7599" y="82187"/>
                  </a:lnTo>
                  <a:lnTo>
                    <a:pt x="10797" y="71040"/>
                  </a:lnTo>
                  <a:lnTo>
                    <a:pt x="13658" y="61066"/>
                  </a:lnTo>
                  <a:lnTo>
                    <a:pt x="16606" y="50787"/>
                  </a:lnTo>
                  <a:lnTo>
                    <a:pt x="19065" y="42214"/>
                  </a:lnTo>
                  <a:lnTo>
                    <a:pt x="19677" y="40080"/>
                  </a:lnTo>
                  <a:lnTo>
                    <a:pt x="21640" y="32791"/>
                  </a:lnTo>
                  <a:lnTo>
                    <a:pt x="24425" y="22450"/>
                  </a:lnTo>
                  <a:lnTo>
                    <a:pt x="27087" y="12564"/>
                  </a:lnTo>
                  <a:lnTo>
                    <a:pt x="30470" y="0"/>
                  </a:lnTo>
                  <a:lnTo>
                    <a:pt x="56975" y="20548"/>
                  </a:lnTo>
                  <a:lnTo>
                    <a:pt x="69680" y="30398"/>
                  </a:lnTo>
                  <a:lnTo>
                    <a:pt x="66691" y="40811"/>
                  </a:lnTo>
                  <a:lnTo>
                    <a:pt x="64193" y="49516"/>
                  </a:lnTo>
                  <a:lnTo>
                    <a:pt x="63949" y="50364"/>
                  </a:lnTo>
                  <a:lnTo>
                    <a:pt x="60990" y="60143"/>
                  </a:lnTo>
                  <a:lnTo>
                    <a:pt x="58501" y="68367"/>
                  </a:lnTo>
                  <a:lnTo>
                    <a:pt x="54379" y="81983"/>
                  </a:lnTo>
                  <a:lnTo>
                    <a:pt x="50607" y="94445"/>
                  </a:lnTo>
                  <a:lnTo>
                    <a:pt x="46400" y="108345"/>
                  </a:lnTo>
                  <a:lnTo>
                    <a:pt x="40823" y="126771"/>
                  </a:lnTo>
                  <a:lnTo>
                    <a:pt x="31217" y="122515"/>
                  </a:lnTo>
                  <a:lnTo>
                    <a:pt x="0" y="108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9074" y="3593286"/>
              <a:ext cx="57976" cy="53924"/>
            </a:xfrm>
            <a:custGeom>
              <a:avLst/>
              <a:pathLst>
                <a:path w="57976" h="53924">
                  <a:moveTo>
                    <a:pt x="16425" y="0"/>
                  </a:moveTo>
                  <a:lnTo>
                    <a:pt x="32444" y="11132"/>
                  </a:lnTo>
                  <a:lnTo>
                    <a:pt x="34619" y="12644"/>
                  </a:lnTo>
                  <a:lnTo>
                    <a:pt x="57976" y="30146"/>
                  </a:lnTo>
                  <a:lnTo>
                    <a:pt x="53888" y="35663"/>
                  </a:lnTo>
                  <a:lnTo>
                    <a:pt x="47012" y="44941"/>
                  </a:lnTo>
                  <a:lnTo>
                    <a:pt x="40354" y="53924"/>
                  </a:lnTo>
                  <a:lnTo>
                    <a:pt x="30623" y="46744"/>
                  </a:lnTo>
                  <a:lnTo>
                    <a:pt x="23862" y="41755"/>
                  </a:lnTo>
                  <a:lnTo>
                    <a:pt x="15578" y="35643"/>
                  </a:lnTo>
                  <a:lnTo>
                    <a:pt x="8531" y="29571"/>
                  </a:lnTo>
                  <a:lnTo>
                    <a:pt x="0" y="22220"/>
                  </a:lnTo>
                  <a:lnTo>
                    <a:pt x="1724" y="19782"/>
                  </a:lnTo>
                  <a:lnTo>
                    <a:pt x="3451" y="17340"/>
                  </a:lnTo>
                  <a:lnTo>
                    <a:pt x="9154" y="9278"/>
                  </a:lnTo>
                  <a:lnTo>
                    <a:pt x="13000" y="38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226197" y="3586723"/>
              <a:ext cx="73135" cy="92934"/>
            </a:xfrm>
            <a:custGeom>
              <a:avLst/>
              <a:pathLst>
                <a:path w="73135" h="92934">
                  <a:moveTo>
                    <a:pt x="0" y="73839"/>
                  </a:moveTo>
                  <a:lnTo>
                    <a:pt x="2636" y="63987"/>
                  </a:lnTo>
                  <a:lnTo>
                    <a:pt x="4998" y="55162"/>
                  </a:lnTo>
                  <a:lnTo>
                    <a:pt x="7561" y="45586"/>
                  </a:lnTo>
                  <a:lnTo>
                    <a:pt x="10302" y="35345"/>
                  </a:lnTo>
                  <a:lnTo>
                    <a:pt x="13244" y="24350"/>
                  </a:lnTo>
                  <a:lnTo>
                    <a:pt x="15398" y="16304"/>
                  </a:lnTo>
                  <a:lnTo>
                    <a:pt x="17570" y="8190"/>
                  </a:lnTo>
                  <a:lnTo>
                    <a:pt x="19762" y="0"/>
                  </a:lnTo>
                  <a:lnTo>
                    <a:pt x="50428" y="4277"/>
                  </a:lnTo>
                  <a:lnTo>
                    <a:pt x="73135" y="7444"/>
                  </a:lnTo>
                  <a:lnTo>
                    <a:pt x="72046" y="15887"/>
                  </a:lnTo>
                  <a:lnTo>
                    <a:pt x="70751" y="25924"/>
                  </a:lnTo>
                  <a:lnTo>
                    <a:pt x="69891" y="32592"/>
                  </a:lnTo>
                  <a:lnTo>
                    <a:pt x="69347" y="34162"/>
                  </a:lnTo>
                  <a:lnTo>
                    <a:pt x="65877" y="44181"/>
                  </a:lnTo>
                  <a:lnTo>
                    <a:pt x="62862" y="52885"/>
                  </a:lnTo>
                  <a:lnTo>
                    <a:pt x="58473" y="65555"/>
                  </a:lnTo>
                  <a:lnTo>
                    <a:pt x="53734" y="79235"/>
                  </a:lnTo>
                  <a:lnTo>
                    <a:pt x="51537" y="85578"/>
                  </a:lnTo>
                  <a:lnTo>
                    <a:pt x="50283" y="89197"/>
                  </a:lnTo>
                  <a:lnTo>
                    <a:pt x="48989" y="92934"/>
                  </a:lnTo>
                  <a:lnTo>
                    <a:pt x="31258" y="86676"/>
                  </a:lnTo>
                  <a:lnTo>
                    <a:pt x="23527" y="83948"/>
                  </a:lnTo>
                  <a:lnTo>
                    <a:pt x="21738" y="83179"/>
                  </a:lnTo>
                  <a:lnTo>
                    <a:pt x="13973" y="79843"/>
                  </a:lnTo>
                  <a:lnTo>
                    <a:pt x="10879" y="785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4011734" y="3579164"/>
              <a:ext cx="61446" cy="53062"/>
            </a:xfrm>
            <a:custGeom>
              <a:avLst/>
              <a:pathLst>
                <a:path w="61446" h="53062">
                  <a:moveTo>
                    <a:pt x="5259" y="27653"/>
                  </a:moveTo>
                  <a:lnTo>
                    <a:pt x="9102" y="20417"/>
                  </a:lnTo>
                  <a:lnTo>
                    <a:pt x="15443" y="15420"/>
                  </a:lnTo>
                  <a:lnTo>
                    <a:pt x="24883" y="7981"/>
                  </a:lnTo>
                  <a:lnTo>
                    <a:pt x="31260" y="2956"/>
                  </a:lnTo>
                  <a:lnTo>
                    <a:pt x="35012" y="0"/>
                  </a:lnTo>
                  <a:lnTo>
                    <a:pt x="44909" y="7789"/>
                  </a:lnTo>
                  <a:lnTo>
                    <a:pt x="61446" y="20805"/>
                  </a:lnTo>
                  <a:lnTo>
                    <a:pt x="59308" y="25359"/>
                  </a:lnTo>
                  <a:lnTo>
                    <a:pt x="58119" y="27892"/>
                  </a:lnTo>
                  <a:lnTo>
                    <a:pt x="54934" y="34678"/>
                  </a:lnTo>
                  <a:lnTo>
                    <a:pt x="54140" y="36368"/>
                  </a:lnTo>
                  <a:lnTo>
                    <a:pt x="50216" y="43909"/>
                  </a:lnTo>
                  <a:lnTo>
                    <a:pt x="45454" y="53062"/>
                  </a:lnTo>
                  <a:lnTo>
                    <a:pt x="30336" y="50721"/>
                  </a:lnTo>
                  <a:lnTo>
                    <a:pt x="20121" y="47627"/>
                  </a:lnTo>
                  <a:lnTo>
                    <a:pt x="6744" y="43574"/>
                  </a:lnTo>
                  <a:lnTo>
                    <a:pt x="0" y="37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67384" y="3572240"/>
              <a:ext cx="73615" cy="85080"/>
            </a:xfrm>
            <a:custGeom>
              <a:avLst/>
              <a:pathLst>
                <a:path w="73615" h="85080">
                  <a:moveTo>
                    <a:pt x="1570" y="56353"/>
                  </a:moveTo>
                  <a:lnTo>
                    <a:pt x="3031" y="48150"/>
                  </a:lnTo>
                  <a:lnTo>
                    <a:pt x="4483" y="39995"/>
                  </a:lnTo>
                  <a:lnTo>
                    <a:pt x="6049" y="31197"/>
                  </a:lnTo>
                  <a:lnTo>
                    <a:pt x="7484" y="23137"/>
                  </a:lnTo>
                  <a:lnTo>
                    <a:pt x="8928" y="15029"/>
                  </a:lnTo>
                  <a:lnTo>
                    <a:pt x="10486" y="6278"/>
                  </a:lnTo>
                  <a:lnTo>
                    <a:pt x="11604" y="0"/>
                  </a:lnTo>
                  <a:lnTo>
                    <a:pt x="42026" y="4541"/>
                  </a:lnTo>
                  <a:lnTo>
                    <a:pt x="53652" y="6277"/>
                  </a:lnTo>
                  <a:lnTo>
                    <a:pt x="73615" y="9783"/>
                  </a:lnTo>
                  <a:lnTo>
                    <a:pt x="70576" y="18678"/>
                  </a:lnTo>
                  <a:lnTo>
                    <a:pt x="67487" y="27719"/>
                  </a:lnTo>
                  <a:lnTo>
                    <a:pt x="64639" y="36052"/>
                  </a:lnTo>
                  <a:lnTo>
                    <a:pt x="60818" y="47234"/>
                  </a:lnTo>
                  <a:lnTo>
                    <a:pt x="57980" y="55541"/>
                  </a:lnTo>
                  <a:lnTo>
                    <a:pt x="53438" y="68832"/>
                  </a:lnTo>
                  <a:lnTo>
                    <a:pt x="47887" y="85080"/>
                  </a:lnTo>
                  <a:lnTo>
                    <a:pt x="42449" y="81381"/>
                  </a:lnTo>
                  <a:lnTo>
                    <a:pt x="28284" y="75973"/>
                  </a:lnTo>
                  <a:lnTo>
                    <a:pt x="0" y="65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109367" y="3557885"/>
              <a:ext cx="62853" cy="81119"/>
            </a:xfrm>
            <a:custGeom>
              <a:avLst/>
              <a:pathLst>
                <a:path w="62853" h="81119">
                  <a:moveTo>
                    <a:pt x="2395" y="45434"/>
                  </a:moveTo>
                  <a:lnTo>
                    <a:pt x="4933" y="36752"/>
                  </a:lnTo>
                  <a:lnTo>
                    <a:pt x="8775" y="23611"/>
                  </a:lnTo>
                  <a:lnTo>
                    <a:pt x="11893" y="12948"/>
                  </a:lnTo>
                  <a:lnTo>
                    <a:pt x="15678" y="0"/>
                  </a:lnTo>
                  <a:lnTo>
                    <a:pt x="30895" y="5722"/>
                  </a:lnTo>
                  <a:lnTo>
                    <a:pt x="55813" y="15092"/>
                  </a:lnTo>
                  <a:lnTo>
                    <a:pt x="62853" y="17686"/>
                  </a:lnTo>
                  <a:lnTo>
                    <a:pt x="60464" y="27802"/>
                  </a:lnTo>
                  <a:lnTo>
                    <a:pt x="58447" y="36342"/>
                  </a:lnTo>
                  <a:lnTo>
                    <a:pt x="55861" y="47295"/>
                  </a:lnTo>
                  <a:lnTo>
                    <a:pt x="53135" y="58838"/>
                  </a:lnTo>
                  <a:lnTo>
                    <a:pt x="50927" y="68188"/>
                  </a:lnTo>
                  <a:lnTo>
                    <a:pt x="47873" y="81119"/>
                  </a:lnTo>
                  <a:lnTo>
                    <a:pt x="23067" y="66873"/>
                  </a:lnTo>
                  <a:lnTo>
                    <a:pt x="0" y="53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35779" y="3551457"/>
              <a:ext cx="108258" cy="71874"/>
            </a:xfrm>
            <a:custGeom>
              <a:avLst/>
              <a:pathLst>
                <a:path w="108258" h="71874">
                  <a:moveTo>
                    <a:pt x="6810" y="31250"/>
                  </a:moveTo>
                  <a:lnTo>
                    <a:pt x="19901" y="13600"/>
                  </a:lnTo>
                  <a:lnTo>
                    <a:pt x="24326" y="17349"/>
                  </a:lnTo>
                  <a:lnTo>
                    <a:pt x="28286" y="20704"/>
                  </a:lnTo>
                  <a:lnTo>
                    <a:pt x="36874" y="10053"/>
                  </a:lnTo>
                  <a:lnTo>
                    <a:pt x="39279" y="7070"/>
                  </a:lnTo>
                  <a:lnTo>
                    <a:pt x="58035" y="20805"/>
                  </a:lnTo>
                  <a:lnTo>
                    <a:pt x="61880" y="16715"/>
                  </a:lnTo>
                  <a:lnTo>
                    <a:pt x="69373" y="8746"/>
                  </a:lnTo>
                  <a:lnTo>
                    <a:pt x="71363" y="6629"/>
                  </a:lnTo>
                  <a:lnTo>
                    <a:pt x="77595" y="0"/>
                  </a:lnTo>
                  <a:lnTo>
                    <a:pt x="85279" y="5687"/>
                  </a:lnTo>
                  <a:lnTo>
                    <a:pt x="97447" y="14694"/>
                  </a:lnTo>
                  <a:lnTo>
                    <a:pt x="108258" y="22697"/>
                  </a:lnTo>
                  <a:lnTo>
                    <a:pt x="94469" y="33350"/>
                  </a:lnTo>
                  <a:lnTo>
                    <a:pt x="85525" y="40260"/>
                  </a:lnTo>
                  <a:lnTo>
                    <a:pt x="78388" y="34316"/>
                  </a:lnTo>
                  <a:lnTo>
                    <a:pt x="73892" y="39230"/>
                  </a:lnTo>
                  <a:lnTo>
                    <a:pt x="63957" y="50089"/>
                  </a:lnTo>
                  <a:lnTo>
                    <a:pt x="54654" y="60256"/>
                  </a:lnTo>
                  <a:lnTo>
                    <a:pt x="44025" y="71874"/>
                  </a:lnTo>
                  <a:lnTo>
                    <a:pt x="33652" y="63487"/>
                  </a:lnTo>
                  <a:lnTo>
                    <a:pt x="23462" y="56506"/>
                  </a:lnTo>
                  <a:lnTo>
                    <a:pt x="0" y="40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53146" y="3532520"/>
              <a:ext cx="66971" cy="68519"/>
            </a:xfrm>
            <a:custGeom>
              <a:avLst/>
              <a:pathLst>
                <a:path w="66971" h="68519">
                  <a:moveTo>
                    <a:pt x="38616" y="68519"/>
                  </a:moveTo>
                  <a:lnTo>
                    <a:pt x="25024" y="56570"/>
                  </a:lnTo>
                  <a:lnTo>
                    <a:pt x="0" y="34569"/>
                  </a:lnTo>
                  <a:lnTo>
                    <a:pt x="4190" y="29141"/>
                  </a:lnTo>
                  <a:lnTo>
                    <a:pt x="9651" y="22067"/>
                  </a:lnTo>
                  <a:lnTo>
                    <a:pt x="14098" y="16307"/>
                  </a:lnTo>
                  <a:lnTo>
                    <a:pt x="20253" y="8333"/>
                  </a:lnTo>
                  <a:lnTo>
                    <a:pt x="26687" y="0"/>
                  </a:lnTo>
                  <a:lnTo>
                    <a:pt x="53260" y="17746"/>
                  </a:lnTo>
                  <a:lnTo>
                    <a:pt x="66971" y="26903"/>
                  </a:lnTo>
                  <a:lnTo>
                    <a:pt x="62255" y="36647"/>
                  </a:lnTo>
                  <a:lnTo>
                    <a:pt x="58589" y="44225"/>
                  </a:lnTo>
                  <a:lnTo>
                    <a:pt x="54253" y="53185"/>
                  </a:lnTo>
                  <a:lnTo>
                    <a:pt x="48899" y="64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43661" y="3439559"/>
              <a:ext cx="83535" cy="75878"/>
            </a:xfrm>
            <a:custGeom>
              <a:avLst/>
              <a:pathLst>
                <a:path w="83535" h="75878">
                  <a:moveTo>
                    <a:pt x="8245" y="40886"/>
                  </a:moveTo>
                  <a:lnTo>
                    <a:pt x="12345" y="35767"/>
                  </a:lnTo>
                  <a:lnTo>
                    <a:pt x="16198" y="30956"/>
                  </a:lnTo>
                  <a:lnTo>
                    <a:pt x="20710" y="25323"/>
                  </a:lnTo>
                  <a:lnTo>
                    <a:pt x="25635" y="19174"/>
                  </a:lnTo>
                  <a:lnTo>
                    <a:pt x="31762" y="11524"/>
                  </a:lnTo>
                  <a:lnTo>
                    <a:pt x="40992" y="0"/>
                  </a:lnTo>
                  <a:lnTo>
                    <a:pt x="61945" y="15869"/>
                  </a:lnTo>
                  <a:lnTo>
                    <a:pt x="62583" y="16389"/>
                  </a:lnTo>
                  <a:lnTo>
                    <a:pt x="69608" y="22111"/>
                  </a:lnTo>
                  <a:lnTo>
                    <a:pt x="83535" y="33455"/>
                  </a:lnTo>
                  <a:lnTo>
                    <a:pt x="77601" y="39083"/>
                  </a:lnTo>
                  <a:lnTo>
                    <a:pt x="68979" y="47259"/>
                  </a:lnTo>
                  <a:lnTo>
                    <a:pt x="61686" y="54175"/>
                  </a:lnTo>
                  <a:lnTo>
                    <a:pt x="50479" y="64804"/>
                  </a:lnTo>
                  <a:lnTo>
                    <a:pt x="42282" y="72576"/>
                  </a:lnTo>
                  <a:lnTo>
                    <a:pt x="39392" y="75878"/>
                  </a:lnTo>
                  <a:lnTo>
                    <a:pt x="25992" y="67477"/>
                  </a:lnTo>
                  <a:lnTo>
                    <a:pt x="0" y="511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61372" y="3403122"/>
              <a:ext cx="117039" cy="117449"/>
            </a:xfrm>
            <a:custGeom>
              <a:avLst/>
              <a:pathLst>
                <a:path w="117039" h="117449">
                  <a:moveTo>
                    <a:pt x="5673" y="75666"/>
                  </a:moveTo>
                  <a:lnTo>
                    <a:pt x="11861" y="69387"/>
                  </a:lnTo>
                  <a:lnTo>
                    <a:pt x="16018" y="65169"/>
                  </a:lnTo>
                  <a:lnTo>
                    <a:pt x="20440" y="60683"/>
                  </a:lnTo>
                  <a:lnTo>
                    <a:pt x="26099" y="54941"/>
                  </a:lnTo>
                  <a:lnTo>
                    <a:pt x="31051" y="49918"/>
                  </a:lnTo>
                  <a:lnTo>
                    <a:pt x="37159" y="43720"/>
                  </a:lnTo>
                  <a:lnTo>
                    <a:pt x="44494" y="36278"/>
                  </a:lnTo>
                  <a:lnTo>
                    <a:pt x="49181" y="31523"/>
                  </a:lnTo>
                  <a:lnTo>
                    <a:pt x="53604" y="27035"/>
                  </a:lnTo>
                  <a:lnTo>
                    <a:pt x="54142" y="26490"/>
                  </a:lnTo>
                  <a:lnTo>
                    <a:pt x="60788" y="18850"/>
                  </a:lnTo>
                  <a:lnTo>
                    <a:pt x="77185" y="0"/>
                  </a:lnTo>
                  <a:lnTo>
                    <a:pt x="96942" y="19829"/>
                  </a:lnTo>
                  <a:lnTo>
                    <a:pt x="117039" y="40000"/>
                  </a:lnTo>
                  <a:lnTo>
                    <a:pt x="111944" y="45082"/>
                  </a:lnTo>
                  <a:lnTo>
                    <a:pt x="106865" y="50149"/>
                  </a:lnTo>
                  <a:lnTo>
                    <a:pt x="103385" y="53619"/>
                  </a:lnTo>
                  <a:lnTo>
                    <a:pt x="98387" y="58605"/>
                  </a:lnTo>
                  <a:lnTo>
                    <a:pt x="91883" y="65093"/>
                  </a:lnTo>
                  <a:lnTo>
                    <a:pt x="85905" y="71056"/>
                  </a:lnTo>
                  <a:lnTo>
                    <a:pt x="81536" y="75414"/>
                  </a:lnTo>
                  <a:lnTo>
                    <a:pt x="76190" y="80746"/>
                  </a:lnTo>
                  <a:lnTo>
                    <a:pt x="70923" y="86000"/>
                  </a:lnTo>
                  <a:lnTo>
                    <a:pt x="65929" y="90981"/>
                  </a:lnTo>
                  <a:lnTo>
                    <a:pt x="56657" y="100230"/>
                  </a:lnTo>
                  <a:lnTo>
                    <a:pt x="51123" y="105749"/>
                  </a:lnTo>
                  <a:lnTo>
                    <a:pt x="46378" y="110483"/>
                  </a:lnTo>
                  <a:lnTo>
                    <a:pt x="39121" y="117449"/>
                  </a:lnTo>
                  <a:lnTo>
                    <a:pt x="29069" y="108192"/>
                  </a:lnTo>
                  <a:lnTo>
                    <a:pt x="0" y="8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14396" y="3558690"/>
              <a:ext cx="75334" cy="75207"/>
            </a:xfrm>
            <a:custGeom>
              <a:avLst/>
              <a:pathLst>
                <a:path w="75334" h="75207">
                  <a:moveTo>
                    <a:pt x="65159" y="59691"/>
                  </a:moveTo>
                  <a:lnTo>
                    <a:pt x="56128" y="62508"/>
                  </a:lnTo>
                  <a:lnTo>
                    <a:pt x="47660" y="65150"/>
                  </a:lnTo>
                  <a:lnTo>
                    <a:pt x="40859" y="67271"/>
                  </a:lnTo>
                  <a:lnTo>
                    <a:pt x="32545" y="69865"/>
                  </a:lnTo>
                  <a:lnTo>
                    <a:pt x="25752" y="71984"/>
                  </a:lnTo>
                  <a:lnTo>
                    <a:pt x="15419" y="75207"/>
                  </a:lnTo>
                  <a:lnTo>
                    <a:pt x="7618" y="46159"/>
                  </a:lnTo>
                  <a:lnTo>
                    <a:pt x="0" y="17788"/>
                  </a:lnTo>
                  <a:lnTo>
                    <a:pt x="11934" y="11802"/>
                  </a:lnTo>
                  <a:lnTo>
                    <a:pt x="19912" y="7800"/>
                  </a:lnTo>
                  <a:lnTo>
                    <a:pt x="26572" y="4460"/>
                  </a:lnTo>
                  <a:lnTo>
                    <a:pt x="35464" y="0"/>
                  </a:lnTo>
                  <a:lnTo>
                    <a:pt x="57183" y="21083"/>
                  </a:lnTo>
                  <a:lnTo>
                    <a:pt x="66083" y="29722"/>
                  </a:lnTo>
                  <a:lnTo>
                    <a:pt x="71810" y="39855"/>
                  </a:lnTo>
                  <a:lnTo>
                    <a:pt x="75334" y="56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593470" y="3512755"/>
              <a:ext cx="55069" cy="59219"/>
            </a:xfrm>
            <a:custGeom>
              <a:avLst/>
              <a:pathLst>
                <a:path w="55069" h="59219">
                  <a:moveTo>
                    <a:pt x="46237" y="47651"/>
                  </a:moveTo>
                  <a:lnTo>
                    <a:pt x="35454" y="52222"/>
                  </a:lnTo>
                  <a:lnTo>
                    <a:pt x="24763" y="56753"/>
                  </a:lnTo>
                  <a:lnTo>
                    <a:pt x="18943" y="59219"/>
                  </a:lnTo>
                  <a:lnTo>
                    <a:pt x="10613" y="34366"/>
                  </a:lnTo>
                  <a:lnTo>
                    <a:pt x="0" y="2702"/>
                  </a:lnTo>
                  <a:lnTo>
                    <a:pt x="13491" y="1882"/>
                  </a:lnTo>
                  <a:lnTo>
                    <a:pt x="30536" y="847"/>
                  </a:lnTo>
                  <a:lnTo>
                    <a:pt x="44496" y="0"/>
                  </a:lnTo>
                  <a:lnTo>
                    <a:pt x="48978" y="18613"/>
                  </a:lnTo>
                  <a:lnTo>
                    <a:pt x="55069" y="4390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584897" y="3453036"/>
              <a:ext cx="53856" cy="52942"/>
            </a:xfrm>
            <a:custGeom>
              <a:avLst/>
              <a:pathLst>
                <a:path w="53856" h="52942">
                  <a:moveTo>
                    <a:pt x="38908" y="51570"/>
                  </a:moveTo>
                  <a:lnTo>
                    <a:pt x="27030" y="52185"/>
                  </a:lnTo>
                  <a:lnTo>
                    <a:pt x="12411" y="52942"/>
                  </a:lnTo>
                  <a:lnTo>
                    <a:pt x="5861" y="32956"/>
                  </a:lnTo>
                  <a:lnTo>
                    <a:pt x="0" y="15069"/>
                  </a:lnTo>
                  <a:lnTo>
                    <a:pt x="11085" y="10844"/>
                  </a:lnTo>
                  <a:lnTo>
                    <a:pt x="24333" y="5795"/>
                  </a:lnTo>
                  <a:lnTo>
                    <a:pt x="39537" y="0"/>
                  </a:lnTo>
                  <a:lnTo>
                    <a:pt x="44529" y="17709"/>
                  </a:lnTo>
                  <a:lnTo>
                    <a:pt x="53856" y="50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33291" y="3498909"/>
              <a:ext cx="71634" cy="70523"/>
            </a:xfrm>
            <a:custGeom>
              <a:avLst/>
              <a:pathLst>
                <a:path w="71634" h="70523">
                  <a:moveTo>
                    <a:pt x="43086" y="70523"/>
                  </a:moveTo>
                  <a:lnTo>
                    <a:pt x="35848" y="67891"/>
                  </a:lnTo>
                  <a:lnTo>
                    <a:pt x="0" y="54851"/>
                  </a:lnTo>
                  <a:lnTo>
                    <a:pt x="3738" y="46426"/>
                  </a:lnTo>
                  <a:lnTo>
                    <a:pt x="7714" y="37466"/>
                  </a:lnTo>
                  <a:lnTo>
                    <a:pt x="11630" y="28641"/>
                  </a:lnTo>
                  <a:lnTo>
                    <a:pt x="15587" y="23713"/>
                  </a:lnTo>
                  <a:lnTo>
                    <a:pt x="26521" y="10095"/>
                  </a:lnTo>
                  <a:lnTo>
                    <a:pt x="34627" y="0"/>
                  </a:lnTo>
                  <a:lnTo>
                    <a:pt x="52796" y="4377"/>
                  </a:lnTo>
                  <a:lnTo>
                    <a:pt x="71634" y="8916"/>
                  </a:lnTo>
                  <a:lnTo>
                    <a:pt x="69563" y="19337"/>
                  </a:lnTo>
                  <a:lnTo>
                    <a:pt x="67568" y="29376"/>
                  </a:lnTo>
                  <a:lnTo>
                    <a:pt x="65661" y="38972"/>
                  </a:lnTo>
                  <a:lnTo>
                    <a:pt x="63660" y="49041"/>
                  </a:lnTo>
                  <a:lnTo>
                    <a:pt x="61325" y="607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4007631" y="3493124"/>
              <a:ext cx="71639" cy="69841"/>
            </a:xfrm>
            <a:custGeom>
              <a:avLst/>
              <a:pathLst>
                <a:path w="71639" h="69841">
                  <a:moveTo>
                    <a:pt x="39108" y="64320"/>
                  </a:moveTo>
                  <a:lnTo>
                    <a:pt x="34457" y="69841"/>
                  </a:lnTo>
                  <a:lnTo>
                    <a:pt x="24548" y="59012"/>
                  </a:lnTo>
                  <a:lnTo>
                    <a:pt x="0" y="32184"/>
                  </a:lnTo>
                  <a:lnTo>
                    <a:pt x="4573" y="27600"/>
                  </a:lnTo>
                  <a:lnTo>
                    <a:pt x="10030" y="22130"/>
                  </a:lnTo>
                  <a:lnTo>
                    <a:pt x="16842" y="15301"/>
                  </a:lnTo>
                  <a:lnTo>
                    <a:pt x="22722" y="9408"/>
                  </a:lnTo>
                  <a:lnTo>
                    <a:pt x="32108" y="0"/>
                  </a:lnTo>
                  <a:lnTo>
                    <a:pt x="51827" y="12391"/>
                  </a:lnTo>
                  <a:lnTo>
                    <a:pt x="71639" y="24841"/>
                  </a:lnTo>
                  <a:lnTo>
                    <a:pt x="65210" y="33269"/>
                  </a:lnTo>
                  <a:lnTo>
                    <a:pt x="64702" y="33936"/>
                  </a:lnTo>
                  <a:lnTo>
                    <a:pt x="58865" y="40865"/>
                  </a:lnTo>
                  <a:lnTo>
                    <a:pt x="53945" y="46705"/>
                  </a:lnTo>
                  <a:lnTo>
                    <a:pt x="47603" y="54235"/>
                  </a:lnTo>
                  <a:lnTo>
                    <a:pt x="40796" y="62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85976" y="3478103"/>
              <a:ext cx="79035" cy="72685"/>
            </a:xfrm>
            <a:custGeom>
              <a:avLst/>
              <a:pathLst>
                <a:path w="79035" h="72685">
                  <a:moveTo>
                    <a:pt x="48974" y="56590"/>
                  </a:moveTo>
                  <a:lnTo>
                    <a:pt x="39649" y="72685"/>
                  </a:lnTo>
                  <a:lnTo>
                    <a:pt x="21692" y="59713"/>
                  </a:lnTo>
                  <a:lnTo>
                    <a:pt x="0" y="44043"/>
                  </a:lnTo>
                  <a:lnTo>
                    <a:pt x="5410" y="36803"/>
                  </a:lnTo>
                  <a:lnTo>
                    <a:pt x="11354" y="28849"/>
                  </a:lnTo>
                  <a:lnTo>
                    <a:pt x="14538" y="24588"/>
                  </a:lnTo>
                  <a:lnTo>
                    <a:pt x="17835" y="21582"/>
                  </a:lnTo>
                  <a:lnTo>
                    <a:pt x="24136" y="15835"/>
                  </a:lnTo>
                  <a:lnTo>
                    <a:pt x="32022" y="8643"/>
                  </a:lnTo>
                  <a:lnTo>
                    <a:pt x="41500" y="0"/>
                  </a:lnTo>
                  <a:lnTo>
                    <a:pt x="62154" y="10259"/>
                  </a:lnTo>
                  <a:lnTo>
                    <a:pt x="79035" y="18644"/>
                  </a:lnTo>
                  <a:lnTo>
                    <a:pt x="73619" y="24746"/>
                  </a:lnTo>
                  <a:lnTo>
                    <a:pt x="68314" y="30723"/>
                  </a:lnTo>
                  <a:lnTo>
                    <a:pt x="62748" y="36995"/>
                  </a:lnTo>
                  <a:lnTo>
                    <a:pt x="55977" y="44625"/>
                  </a:lnTo>
                  <a:lnTo>
                    <a:pt x="55774" y="44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84192" y="3580855"/>
              <a:ext cx="82207" cy="105109"/>
            </a:xfrm>
            <a:custGeom>
              <a:avLst/>
              <a:pathLst>
                <a:path w="82207" h="105109">
                  <a:moveTo>
                    <a:pt x="41240" y="103944"/>
                  </a:moveTo>
                  <a:lnTo>
                    <a:pt x="0" y="105109"/>
                  </a:lnTo>
                  <a:lnTo>
                    <a:pt x="1850" y="97197"/>
                  </a:lnTo>
                  <a:lnTo>
                    <a:pt x="3994" y="88029"/>
                  </a:lnTo>
                  <a:lnTo>
                    <a:pt x="5711" y="80689"/>
                  </a:lnTo>
                  <a:lnTo>
                    <a:pt x="7650" y="72399"/>
                  </a:lnTo>
                  <a:lnTo>
                    <a:pt x="10064" y="62075"/>
                  </a:lnTo>
                  <a:lnTo>
                    <a:pt x="11761" y="54819"/>
                  </a:lnTo>
                  <a:lnTo>
                    <a:pt x="13363" y="47970"/>
                  </a:lnTo>
                  <a:lnTo>
                    <a:pt x="14527" y="42995"/>
                  </a:lnTo>
                  <a:lnTo>
                    <a:pt x="16454" y="34756"/>
                  </a:lnTo>
                  <a:lnTo>
                    <a:pt x="18046" y="27948"/>
                  </a:lnTo>
                  <a:lnTo>
                    <a:pt x="19255" y="22777"/>
                  </a:lnTo>
                  <a:lnTo>
                    <a:pt x="20635" y="16876"/>
                  </a:lnTo>
                  <a:lnTo>
                    <a:pt x="22118" y="10538"/>
                  </a:lnTo>
                  <a:lnTo>
                    <a:pt x="23798" y="3355"/>
                  </a:lnTo>
                  <a:lnTo>
                    <a:pt x="24582" y="0"/>
                  </a:lnTo>
                  <a:lnTo>
                    <a:pt x="54244" y="3477"/>
                  </a:lnTo>
                  <a:lnTo>
                    <a:pt x="82207" y="6755"/>
                  </a:lnTo>
                  <a:lnTo>
                    <a:pt x="79747" y="16332"/>
                  </a:lnTo>
                  <a:lnTo>
                    <a:pt x="77809" y="23874"/>
                  </a:lnTo>
                  <a:lnTo>
                    <a:pt x="75462" y="33013"/>
                  </a:lnTo>
                  <a:lnTo>
                    <a:pt x="72876" y="43083"/>
                  </a:lnTo>
                  <a:lnTo>
                    <a:pt x="70289" y="53153"/>
                  </a:lnTo>
                  <a:lnTo>
                    <a:pt x="67942" y="62291"/>
                  </a:lnTo>
                  <a:lnTo>
                    <a:pt x="65266" y="72706"/>
                  </a:lnTo>
                  <a:lnTo>
                    <a:pt x="61955" y="85597"/>
                  </a:lnTo>
                  <a:lnTo>
                    <a:pt x="57360" y="1034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98317" y="3508906"/>
              <a:ext cx="66876" cy="68632"/>
            </a:xfrm>
            <a:custGeom>
              <a:avLst/>
              <a:pathLst>
                <a:path w="66876" h="68632">
                  <a:moveTo>
                    <a:pt x="58984" y="40673"/>
                  </a:moveTo>
                  <a:lnTo>
                    <a:pt x="56831" y="51979"/>
                  </a:lnTo>
                  <a:lnTo>
                    <a:pt x="53659" y="68632"/>
                  </a:lnTo>
                  <a:lnTo>
                    <a:pt x="24978" y="62132"/>
                  </a:lnTo>
                  <a:lnTo>
                    <a:pt x="0" y="56472"/>
                  </a:lnTo>
                  <a:lnTo>
                    <a:pt x="5285" y="28058"/>
                  </a:lnTo>
                  <a:lnTo>
                    <a:pt x="7136" y="18103"/>
                  </a:lnTo>
                  <a:lnTo>
                    <a:pt x="10044" y="3242"/>
                  </a:lnTo>
                  <a:lnTo>
                    <a:pt x="10573" y="0"/>
                  </a:lnTo>
                  <a:lnTo>
                    <a:pt x="39472" y="8600"/>
                  </a:lnTo>
                  <a:lnTo>
                    <a:pt x="52337" y="12429"/>
                  </a:lnTo>
                  <a:lnTo>
                    <a:pt x="66876" y="22697"/>
                  </a:lnTo>
                  <a:lnTo>
                    <a:pt x="62567" y="31663"/>
                  </a:lnTo>
                  <a:lnTo>
                    <a:pt x="59474" y="38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63075" y="2800454"/>
              <a:ext cx="79035" cy="83243"/>
            </a:xfrm>
            <a:custGeom>
              <a:avLst/>
              <a:pathLst>
                <a:path w="79035" h="83243">
                  <a:moveTo>
                    <a:pt x="62788" y="71860"/>
                  </a:moveTo>
                  <a:lnTo>
                    <a:pt x="29085" y="83243"/>
                  </a:lnTo>
                  <a:lnTo>
                    <a:pt x="25952" y="75836"/>
                  </a:lnTo>
                  <a:lnTo>
                    <a:pt x="23397" y="69798"/>
                  </a:lnTo>
                  <a:lnTo>
                    <a:pt x="20827" y="63724"/>
                  </a:lnTo>
                  <a:lnTo>
                    <a:pt x="18008" y="57059"/>
                  </a:lnTo>
                  <a:lnTo>
                    <a:pt x="15905" y="52088"/>
                  </a:lnTo>
                  <a:lnTo>
                    <a:pt x="12523" y="44094"/>
                  </a:lnTo>
                  <a:lnTo>
                    <a:pt x="10777" y="39968"/>
                  </a:lnTo>
                  <a:lnTo>
                    <a:pt x="8887" y="35502"/>
                  </a:lnTo>
                  <a:lnTo>
                    <a:pt x="7251" y="31634"/>
                  </a:lnTo>
                  <a:lnTo>
                    <a:pt x="5137" y="26638"/>
                  </a:lnTo>
                  <a:lnTo>
                    <a:pt x="2998" y="21581"/>
                  </a:lnTo>
                  <a:lnTo>
                    <a:pt x="0" y="14494"/>
                  </a:lnTo>
                  <a:lnTo>
                    <a:pt x="12056" y="10935"/>
                  </a:lnTo>
                  <a:lnTo>
                    <a:pt x="49102" y="0"/>
                  </a:lnTo>
                  <a:lnTo>
                    <a:pt x="52617" y="7793"/>
                  </a:lnTo>
                  <a:lnTo>
                    <a:pt x="56394" y="16169"/>
                  </a:lnTo>
                  <a:lnTo>
                    <a:pt x="59775" y="23664"/>
                  </a:lnTo>
                  <a:lnTo>
                    <a:pt x="62748" y="30257"/>
                  </a:lnTo>
                  <a:lnTo>
                    <a:pt x="67421" y="40620"/>
                  </a:lnTo>
                  <a:lnTo>
                    <a:pt x="71801" y="50331"/>
                  </a:lnTo>
                  <a:lnTo>
                    <a:pt x="79035" y="66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17700" y="2787480"/>
              <a:ext cx="46522" cy="51339"/>
            </a:xfrm>
            <a:custGeom>
              <a:avLst/>
              <a:pathLst>
                <a:path w="46522" h="51339">
                  <a:moveTo>
                    <a:pt x="41091" y="41976"/>
                  </a:moveTo>
                  <a:lnTo>
                    <a:pt x="17622" y="51339"/>
                  </a:lnTo>
                  <a:lnTo>
                    <a:pt x="13908" y="43215"/>
                  </a:lnTo>
                  <a:lnTo>
                    <a:pt x="9762" y="34145"/>
                  </a:lnTo>
                  <a:lnTo>
                    <a:pt x="5566" y="24965"/>
                  </a:lnTo>
                  <a:lnTo>
                    <a:pt x="3335" y="20085"/>
                  </a:lnTo>
                  <a:lnTo>
                    <a:pt x="0" y="12789"/>
                  </a:lnTo>
                  <a:lnTo>
                    <a:pt x="10320" y="7762"/>
                  </a:lnTo>
                  <a:lnTo>
                    <a:pt x="26257" y="0"/>
                  </a:lnTo>
                  <a:lnTo>
                    <a:pt x="29816" y="6992"/>
                  </a:lnTo>
                  <a:lnTo>
                    <a:pt x="46522" y="398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8109" y="2701404"/>
              <a:ext cx="61423" cy="122885"/>
            </a:xfrm>
            <a:custGeom>
              <a:avLst/>
              <a:pathLst>
                <a:path w="61423" h="122885">
                  <a:moveTo>
                    <a:pt x="10573" y="549"/>
                  </a:moveTo>
                  <a:lnTo>
                    <a:pt x="15765" y="0"/>
                  </a:lnTo>
                  <a:lnTo>
                    <a:pt x="28378" y="8608"/>
                  </a:lnTo>
                  <a:lnTo>
                    <a:pt x="36153" y="40360"/>
                  </a:lnTo>
                  <a:lnTo>
                    <a:pt x="42711" y="67140"/>
                  </a:lnTo>
                  <a:lnTo>
                    <a:pt x="43548" y="67363"/>
                  </a:lnTo>
                  <a:lnTo>
                    <a:pt x="54655" y="70326"/>
                  </a:lnTo>
                  <a:lnTo>
                    <a:pt x="61423" y="120098"/>
                  </a:lnTo>
                  <a:lnTo>
                    <a:pt x="55848" y="122885"/>
                  </a:lnTo>
                  <a:lnTo>
                    <a:pt x="52789" y="115541"/>
                  </a:lnTo>
                  <a:lnTo>
                    <a:pt x="41913" y="89437"/>
                  </a:lnTo>
                  <a:lnTo>
                    <a:pt x="41359" y="89418"/>
                  </a:lnTo>
                  <a:lnTo>
                    <a:pt x="40530" y="92095"/>
                  </a:lnTo>
                  <a:lnTo>
                    <a:pt x="36788" y="99418"/>
                  </a:lnTo>
                  <a:lnTo>
                    <a:pt x="28195" y="116234"/>
                  </a:lnTo>
                  <a:lnTo>
                    <a:pt x="23639" y="113760"/>
                  </a:lnTo>
                  <a:lnTo>
                    <a:pt x="16917" y="110109"/>
                  </a:lnTo>
                  <a:lnTo>
                    <a:pt x="16193" y="98000"/>
                  </a:lnTo>
                  <a:lnTo>
                    <a:pt x="15677" y="89378"/>
                  </a:lnTo>
                  <a:lnTo>
                    <a:pt x="15308" y="83203"/>
                  </a:lnTo>
                  <a:lnTo>
                    <a:pt x="15015" y="78291"/>
                  </a:lnTo>
                  <a:lnTo>
                    <a:pt x="14656" y="72287"/>
                  </a:lnTo>
                  <a:lnTo>
                    <a:pt x="14288" y="66136"/>
                  </a:lnTo>
                  <a:lnTo>
                    <a:pt x="13981" y="61005"/>
                  </a:lnTo>
                  <a:lnTo>
                    <a:pt x="13626" y="55065"/>
                  </a:lnTo>
                  <a:lnTo>
                    <a:pt x="13285" y="49357"/>
                  </a:lnTo>
                  <a:lnTo>
                    <a:pt x="13040" y="45260"/>
                  </a:lnTo>
                  <a:lnTo>
                    <a:pt x="12825" y="44541"/>
                  </a:lnTo>
                  <a:lnTo>
                    <a:pt x="11407" y="39801"/>
                  </a:lnTo>
                  <a:lnTo>
                    <a:pt x="10358" y="36293"/>
                  </a:lnTo>
                  <a:lnTo>
                    <a:pt x="8728" y="30846"/>
                  </a:lnTo>
                  <a:lnTo>
                    <a:pt x="6912" y="24775"/>
                  </a:lnTo>
                  <a:lnTo>
                    <a:pt x="5105" y="18734"/>
                  </a:lnTo>
                  <a:lnTo>
                    <a:pt x="2974" y="11609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9786" y="2676771"/>
              <a:ext cx="60267" cy="30623"/>
            </a:xfrm>
            <a:custGeom>
              <a:avLst/>
              <a:pathLst>
                <a:path w="60267" h="30623">
                  <a:moveTo>
                    <a:pt x="22302" y="7402"/>
                  </a:moveTo>
                  <a:lnTo>
                    <a:pt x="34539" y="11528"/>
                  </a:lnTo>
                  <a:lnTo>
                    <a:pt x="58153" y="6845"/>
                  </a:lnTo>
                  <a:lnTo>
                    <a:pt x="59042" y="14569"/>
                  </a:lnTo>
                  <a:lnTo>
                    <a:pt x="60267" y="25219"/>
                  </a:lnTo>
                  <a:lnTo>
                    <a:pt x="56693" y="26002"/>
                  </a:lnTo>
                  <a:lnTo>
                    <a:pt x="53866" y="26621"/>
                  </a:lnTo>
                  <a:lnTo>
                    <a:pt x="49120" y="27660"/>
                  </a:lnTo>
                  <a:lnTo>
                    <a:pt x="44239" y="28730"/>
                  </a:lnTo>
                  <a:lnTo>
                    <a:pt x="38643" y="29956"/>
                  </a:lnTo>
                  <a:lnTo>
                    <a:pt x="35596" y="30623"/>
                  </a:lnTo>
                  <a:lnTo>
                    <a:pt x="34453" y="30102"/>
                  </a:lnTo>
                  <a:lnTo>
                    <a:pt x="30070" y="28106"/>
                  </a:lnTo>
                  <a:lnTo>
                    <a:pt x="23869" y="25282"/>
                  </a:lnTo>
                  <a:lnTo>
                    <a:pt x="13931" y="20755"/>
                  </a:lnTo>
                  <a:lnTo>
                    <a:pt x="6578" y="17407"/>
                  </a:lnTo>
                  <a:lnTo>
                    <a:pt x="0" y="14411"/>
                  </a:lnTo>
                  <a:lnTo>
                    <a:pt x="134" y="8891"/>
                  </a:lnTo>
                  <a:lnTo>
                    <a:pt x="35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18631" y="2635340"/>
              <a:ext cx="78947" cy="140146"/>
            </a:xfrm>
            <a:custGeom>
              <a:avLst/>
              <a:pathLst>
                <a:path w="78947" h="140146">
                  <a:moveTo>
                    <a:pt x="50623" y="132813"/>
                  </a:moveTo>
                  <a:lnTo>
                    <a:pt x="32365" y="135885"/>
                  </a:lnTo>
                  <a:lnTo>
                    <a:pt x="7048" y="140146"/>
                  </a:lnTo>
                  <a:lnTo>
                    <a:pt x="2090" y="69942"/>
                  </a:lnTo>
                  <a:lnTo>
                    <a:pt x="0" y="40350"/>
                  </a:lnTo>
                  <a:lnTo>
                    <a:pt x="26785" y="9367"/>
                  </a:lnTo>
                  <a:lnTo>
                    <a:pt x="40055" y="6984"/>
                  </a:lnTo>
                  <a:lnTo>
                    <a:pt x="78947" y="0"/>
                  </a:lnTo>
                  <a:lnTo>
                    <a:pt x="77114" y="14671"/>
                  </a:lnTo>
                  <a:lnTo>
                    <a:pt x="75695" y="26035"/>
                  </a:lnTo>
                  <a:lnTo>
                    <a:pt x="74718" y="33865"/>
                  </a:lnTo>
                  <a:lnTo>
                    <a:pt x="74448" y="36501"/>
                  </a:lnTo>
                  <a:lnTo>
                    <a:pt x="73279" y="47939"/>
                  </a:lnTo>
                  <a:lnTo>
                    <a:pt x="72123" y="59249"/>
                  </a:lnTo>
                  <a:lnTo>
                    <a:pt x="70901" y="71205"/>
                  </a:lnTo>
                  <a:lnTo>
                    <a:pt x="69816" y="81825"/>
                  </a:lnTo>
                  <a:lnTo>
                    <a:pt x="68920" y="90589"/>
                  </a:lnTo>
                  <a:lnTo>
                    <a:pt x="67898" y="100591"/>
                  </a:lnTo>
                  <a:lnTo>
                    <a:pt x="67034" y="109044"/>
                  </a:lnTo>
                  <a:lnTo>
                    <a:pt x="64849" y="130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209324" y="3096766"/>
              <a:ext cx="36822" cy="46534"/>
            </a:xfrm>
            <a:custGeom>
              <a:avLst/>
              <a:pathLst>
                <a:path w="36822" h="46534">
                  <a:moveTo>
                    <a:pt x="21840" y="43619"/>
                  </a:moveTo>
                  <a:lnTo>
                    <a:pt x="15797" y="46534"/>
                  </a:lnTo>
                  <a:lnTo>
                    <a:pt x="14503" y="43655"/>
                  </a:lnTo>
                  <a:lnTo>
                    <a:pt x="12481" y="39154"/>
                  </a:lnTo>
                  <a:lnTo>
                    <a:pt x="10519" y="34787"/>
                  </a:lnTo>
                  <a:lnTo>
                    <a:pt x="8414" y="30101"/>
                  </a:lnTo>
                  <a:lnTo>
                    <a:pt x="6270" y="25327"/>
                  </a:lnTo>
                  <a:lnTo>
                    <a:pt x="3200" y="18495"/>
                  </a:lnTo>
                  <a:lnTo>
                    <a:pt x="0" y="11370"/>
                  </a:lnTo>
                  <a:lnTo>
                    <a:pt x="12318" y="6703"/>
                  </a:lnTo>
                  <a:lnTo>
                    <a:pt x="30012" y="0"/>
                  </a:lnTo>
                  <a:lnTo>
                    <a:pt x="32070" y="4942"/>
                  </a:lnTo>
                  <a:lnTo>
                    <a:pt x="34914" y="11770"/>
                  </a:lnTo>
                  <a:lnTo>
                    <a:pt x="36822" y="16352"/>
                  </a:lnTo>
                  <a:lnTo>
                    <a:pt x="26926" y="21244"/>
                  </a:lnTo>
                  <a:lnTo>
                    <a:pt x="21454" y="23949"/>
                  </a:lnTo>
                  <a:lnTo>
                    <a:pt x="23253" y="28656"/>
                  </a:lnTo>
                  <a:lnTo>
                    <a:pt x="25061" y="33386"/>
                  </a:lnTo>
                  <a:lnTo>
                    <a:pt x="27863" y="40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4000452" y="3139032"/>
              <a:ext cx="80180" cy="72730"/>
            </a:xfrm>
            <a:custGeom>
              <a:avLst/>
              <a:pathLst>
                <a:path w="80180" h="72730">
                  <a:moveTo>
                    <a:pt x="73759" y="33849"/>
                  </a:moveTo>
                  <a:lnTo>
                    <a:pt x="68735" y="40425"/>
                  </a:lnTo>
                  <a:lnTo>
                    <a:pt x="44055" y="72730"/>
                  </a:lnTo>
                  <a:lnTo>
                    <a:pt x="38081" y="69157"/>
                  </a:lnTo>
                  <a:lnTo>
                    <a:pt x="31709" y="65347"/>
                  </a:lnTo>
                  <a:lnTo>
                    <a:pt x="25677" y="61740"/>
                  </a:lnTo>
                  <a:lnTo>
                    <a:pt x="17510" y="56856"/>
                  </a:lnTo>
                  <a:lnTo>
                    <a:pt x="9736" y="52207"/>
                  </a:lnTo>
                  <a:lnTo>
                    <a:pt x="0" y="46385"/>
                  </a:lnTo>
                  <a:lnTo>
                    <a:pt x="21842" y="13531"/>
                  </a:lnTo>
                  <a:lnTo>
                    <a:pt x="30838" y="0"/>
                  </a:lnTo>
                  <a:lnTo>
                    <a:pt x="47242" y="546"/>
                  </a:lnTo>
                  <a:lnTo>
                    <a:pt x="51104" y="675"/>
                  </a:lnTo>
                  <a:lnTo>
                    <a:pt x="55195" y="4160"/>
                  </a:lnTo>
                  <a:lnTo>
                    <a:pt x="59467" y="7799"/>
                  </a:lnTo>
                  <a:lnTo>
                    <a:pt x="65811" y="13204"/>
                  </a:lnTo>
                  <a:lnTo>
                    <a:pt x="74096" y="20261"/>
                  </a:lnTo>
                  <a:lnTo>
                    <a:pt x="80180" y="25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85280" y="3119754"/>
              <a:ext cx="32160" cy="29272"/>
            </a:xfrm>
            <a:custGeom>
              <a:avLst/>
              <a:pathLst>
                <a:path w="32160" h="29272">
                  <a:moveTo>
                    <a:pt x="27818" y="24051"/>
                  </a:moveTo>
                  <a:lnTo>
                    <a:pt x="22468" y="29272"/>
                  </a:lnTo>
                  <a:lnTo>
                    <a:pt x="17919" y="25716"/>
                  </a:lnTo>
                  <a:lnTo>
                    <a:pt x="12431" y="21426"/>
                  </a:lnTo>
                  <a:lnTo>
                    <a:pt x="5968" y="16374"/>
                  </a:lnTo>
                  <a:lnTo>
                    <a:pt x="0" y="11708"/>
                  </a:lnTo>
                  <a:lnTo>
                    <a:pt x="4546" y="7233"/>
                  </a:lnTo>
                  <a:lnTo>
                    <a:pt x="11895" y="0"/>
                  </a:lnTo>
                  <a:lnTo>
                    <a:pt x="21869" y="9752"/>
                  </a:lnTo>
                  <a:lnTo>
                    <a:pt x="32160" y="19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217110" y="2674889"/>
              <a:ext cx="202785" cy="206076"/>
            </a:xfrm>
            <a:custGeom>
              <a:avLst/>
              <a:pathLst>
                <a:path w="202785" h="206076">
                  <a:moveTo>
                    <a:pt x="11584" y="206076"/>
                  </a:moveTo>
                  <a:lnTo>
                    <a:pt x="5946" y="194455"/>
                  </a:lnTo>
                  <a:lnTo>
                    <a:pt x="0" y="182199"/>
                  </a:lnTo>
                  <a:lnTo>
                    <a:pt x="1165" y="172658"/>
                  </a:lnTo>
                  <a:lnTo>
                    <a:pt x="3180" y="156172"/>
                  </a:lnTo>
                  <a:lnTo>
                    <a:pt x="125797" y="122665"/>
                  </a:lnTo>
                  <a:lnTo>
                    <a:pt x="155571" y="73504"/>
                  </a:lnTo>
                  <a:lnTo>
                    <a:pt x="159677" y="60644"/>
                  </a:lnTo>
                  <a:lnTo>
                    <a:pt x="161442" y="55118"/>
                  </a:lnTo>
                  <a:lnTo>
                    <a:pt x="173906" y="16085"/>
                  </a:lnTo>
                  <a:lnTo>
                    <a:pt x="178335" y="2215"/>
                  </a:lnTo>
                  <a:lnTo>
                    <a:pt x="192016" y="690"/>
                  </a:lnTo>
                  <a:lnTo>
                    <a:pt x="193019" y="578"/>
                  </a:lnTo>
                  <a:lnTo>
                    <a:pt x="198203" y="0"/>
                  </a:lnTo>
                  <a:lnTo>
                    <a:pt x="199835" y="13346"/>
                  </a:lnTo>
                  <a:lnTo>
                    <a:pt x="200930" y="22303"/>
                  </a:lnTo>
                  <a:lnTo>
                    <a:pt x="201966" y="30772"/>
                  </a:lnTo>
                  <a:lnTo>
                    <a:pt x="202785" y="37468"/>
                  </a:lnTo>
                  <a:lnTo>
                    <a:pt x="202490" y="40844"/>
                  </a:lnTo>
                  <a:lnTo>
                    <a:pt x="201757" y="49231"/>
                  </a:lnTo>
                  <a:lnTo>
                    <a:pt x="200903" y="59009"/>
                  </a:lnTo>
                  <a:lnTo>
                    <a:pt x="200227" y="66745"/>
                  </a:lnTo>
                  <a:lnTo>
                    <a:pt x="199416" y="76032"/>
                  </a:lnTo>
                  <a:lnTo>
                    <a:pt x="198713" y="84086"/>
                  </a:lnTo>
                  <a:lnTo>
                    <a:pt x="198020" y="92020"/>
                  </a:lnTo>
                  <a:lnTo>
                    <a:pt x="197498" y="97994"/>
                  </a:lnTo>
                  <a:lnTo>
                    <a:pt x="191524" y="106316"/>
                  </a:lnTo>
                  <a:lnTo>
                    <a:pt x="183822" y="117045"/>
                  </a:lnTo>
                  <a:lnTo>
                    <a:pt x="178991" y="123775"/>
                  </a:lnTo>
                  <a:lnTo>
                    <a:pt x="172242" y="133176"/>
                  </a:lnTo>
                  <a:lnTo>
                    <a:pt x="163545" y="145292"/>
                  </a:lnTo>
                  <a:lnTo>
                    <a:pt x="156701" y="154826"/>
                  </a:lnTo>
                  <a:lnTo>
                    <a:pt x="156244" y="155510"/>
                  </a:lnTo>
                  <a:lnTo>
                    <a:pt x="151698" y="162315"/>
                  </a:lnTo>
                  <a:lnTo>
                    <a:pt x="148065" y="166585"/>
                  </a:lnTo>
                  <a:lnTo>
                    <a:pt x="145875" y="169157"/>
                  </a:lnTo>
                  <a:lnTo>
                    <a:pt x="139310" y="175258"/>
                  </a:lnTo>
                  <a:lnTo>
                    <a:pt x="136311" y="177451"/>
                  </a:lnTo>
                  <a:lnTo>
                    <a:pt x="132094" y="180534"/>
                  </a:lnTo>
                  <a:lnTo>
                    <a:pt x="126086" y="183921"/>
                  </a:lnTo>
                  <a:lnTo>
                    <a:pt x="124325" y="184913"/>
                  </a:lnTo>
                  <a:lnTo>
                    <a:pt x="116109" y="188336"/>
                  </a:lnTo>
                  <a:lnTo>
                    <a:pt x="115827" y="188416"/>
                  </a:lnTo>
                  <a:lnTo>
                    <a:pt x="107559" y="190755"/>
                  </a:lnTo>
                  <a:lnTo>
                    <a:pt x="103465" y="191405"/>
                  </a:lnTo>
                  <a:lnTo>
                    <a:pt x="98917" y="192126"/>
                  </a:lnTo>
                  <a:lnTo>
                    <a:pt x="94304" y="192858"/>
                  </a:lnTo>
                  <a:lnTo>
                    <a:pt x="85593" y="194239"/>
                  </a:lnTo>
                  <a:lnTo>
                    <a:pt x="72907" y="196252"/>
                  </a:lnTo>
                  <a:lnTo>
                    <a:pt x="64196" y="197633"/>
                  </a:lnTo>
                  <a:lnTo>
                    <a:pt x="48626" y="200103"/>
                  </a:lnTo>
                  <a:lnTo>
                    <a:pt x="37108" y="201930"/>
                  </a:lnTo>
                  <a:lnTo>
                    <a:pt x="24161" y="203983"/>
                  </a:lnTo>
                  <a:lnTo>
                    <a:pt x="21650" y="20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518763" y="2573577"/>
              <a:ext cx="26757" cy="23688"/>
            </a:xfrm>
            <a:custGeom>
              <a:avLst/>
              <a:pathLst>
                <a:path w="26757" h="23688">
                  <a:moveTo>
                    <a:pt x="20988" y="13512"/>
                  </a:moveTo>
                  <a:lnTo>
                    <a:pt x="8342" y="23688"/>
                  </a:lnTo>
                  <a:lnTo>
                    <a:pt x="3723" y="18366"/>
                  </a:lnTo>
                  <a:lnTo>
                    <a:pt x="0" y="14077"/>
                  </a:lnTo>
                  <a:lnTo>
                    <a:pt x="7206" y="8632"/>
                  </a:lnTo>
                  <a:lnTo>
                    <a:pt x="14009" y="3492"/>
                  </a:lnTo>
                  <a:lnTo>
                    <a:pt x="18631" y="0"/>
                  </a:lnTo>
                  <a:lnTo>
                    <a:pt x="21914" y="3583"/>
                  </a:lnTo>
                  <a:lnTo>
                    <a:pt x="26757" y="88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438359" y="2520011"/>
              <a:ext cx="23439" cy="16205"/>
            </a:xfrm>
            <a:custGeom>
              <a:avLst/>
              <a:pathLst>
                <a:path w="23439" h="16205">
                  <a:moveTo>
                    <a:pt x="14381" y="12958"/>
                  </a:moveTo>
                  <a:lnTo>
                    <a:pt x="2556" y="16205"/>
                  </a:lnTo>
                  <a:lnTo>
                    <a:pt x="1111" y="9927"/>
                  </a:lnTo>
                  <a:lnTo>
                    <a:pt x="0" y="5097"/>
                  </a:lnTo>
                  <a:lnTo>
                    <a:pt x="6897" y="3385"/>
                  </a:lnTo>
                  <a:lnTo>
                    <a:pt x="20540" y="0"/>
                  </a:lnTo>
                  <a:lnTo>
                    <a:pt x="22211" y="6035"/>
                  </a:lnTo>
                  <a:lnTo>
                    <a:pt x="23439" y="104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752389" y="2299107"/>
              <a:ext cx="115601" cy="123213"/>
            </a:xfrm>
            <a:custGeom>
              <a:avLst/>
              <a:pathLst>
                <a:path w="115601" h="123213">
                  <a:moveTo>
                    <a:pt x="9868" y="123213"/>
                  </a:moveTo>
                  <a:lnTo>
                    <a:pt x="4305" y="101888"/>
                  </a:lnTo>
                  <a:lnTo>
                    <a:pt x="0" y="85384"/>
                  </a:lnTo>
                  <a:lnTo>
                    <a:pt x="73308" y="48636"/>
                  </a:lnTo>
                  <a:lnTo>
                    <a:pt x="92383" y="16921"/>
                  </a:lnTo>
                  <a:lnTo>
                    <a:pt x="102561" y="0"/>
                  </a:lnTo>
                  <a:lnTo>
                    <a:pt x="110339" y="2148"/>
                  </a:lnTo>
                  <a:lnTo>
                    <a:pt x="115601" y="3602"/>
                  </a:lnTo>
                  <a:lnTo>
                    <a:pt x="114455" y="18829"/>
                  </a:lnTo>
                  <a:lnTo>
                    <a:pt x="113486" y="31704"/>
                  </a:lnTo>
                  <a:lnTo>
                    <a:pt x="113085" y="33276"/>
                  </a:lnTo>
                  <a:lnTo>
                    <a:pt x="110900" y="41838"/>
                  </a:lnTo>
                  <a:lnTo>
                    <a:pt x="107925" y="53497"/>
                  </a:lnTo>
                  <a:lnTo>
                    <a:pt x="105028" y="64849"/>
                  </a:lnTo>
                  <a:lnTo>
                    <a:pt x="99522" y="68170"/>
                  </a:lnTo>
                  <a:lnTo>
                    <a:pt x="89527" y="74200"/>
                  </a:lnTo>
                  <a:lnTo>
                    <a:pt x="78792" y="80676"/>
                  </a:lnTo>
                  <a:lnTo>
                    <a:pt x="66187" y="88280"/>
                  </a:lnTo>
                  <a:lnTo>
                    <a:pt x="62030" y="90788"/>
                  </a:lnTo>
                  <a:lnTo>
                    <a:pt x="49788" y="97251"/>
                  </a:lnTo>
                  <a:lnTo>
                    <a:pt x="38532" y="103194"/>
                  </a:lnTo>
                  <a:lnTo>
                    <a:pt x="29957" y="107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707713" y="2210018"/>
              <a:ext cx="42733" cy="54491"/>
            </a:xfrm>
            <a:custGeom>
              <a:avLst/>
              <a:pathLst>
                <a:path w="42733" h="54491">
                  <a:moveTo>
                    <a:pt x="36959" y="45572"/>
                  </a:moveTo>
                  <a:lnTo>
                    <a:pt x="26887" y="50439"/>
                  </a:lnTo>
                  <a:lnTo>
                    <a:pt x="18503" y="54491"/>
                  </a:lnTo>
                  <a:lnTo>
                    <a:pt x="9550" y="32483"/>
                  </a:lnTo>
                  <a:lnTo>
                    <a:pt x="0" y="9006"/>
                  </a:lnTo>
                  <a:lnTo>
                    <a:pt x="9713" y="5583"/>
                  </a:lnTo>
                  <a:lnTo>
                    <a:pt x="25552" y="0"/>
                  </a:lnTo>
                  <a:lnTo>
                    <a:pt x="32222" y="16609"/>
                  </a:lnTo>
                  <a:lnTo>
                    <a:pt x="42733" y="4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730622" y="2169487"/>
              <a:ext cx="71810" cy="80611"/>
            </a:xfrm>
            <a:custGeom>
              <a:avLst/>
              <a:pathLst>
                <a:path w="71810" h="80611">
                  <a:moveTo>
                    <a:pt x="55719" y="66604"/>
                  </a:moveTo>
                  <a:lnTo>
                    <a:pt x="42096" y="73427"/>
                  </a:lnTo>
                  <a:lnTo>
                    <a:pt x="27754" y="80611"/>
                  </a:lnTo>
                  <a:lnTo>
                    <a:pt x="12578" y="45643"/>
                  </a:lnTo>
                  <a:lnTo>
                    <a:pt x="0" y="16662"/>
                  </a:lnTo>
                  <a:lnTo>
                    <a:pt x="15515" y="9839"/>
                  </a:lnTo>
                  <a:lnTo>
                    <a:pt x="37887" y="0"/>
                  </a:lnTo>
                  <a:lnTo>
                    <a:pt x="46628" y="15084"/>
                  </a:lnTo>
                  <a:lnTo>
                    <a:pt x="71810" y="5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962394" y="2150929"/>
              <a:ext cx="48989" cy="24138"/>
            </a:xfrm>
            <a:custGeom>
              <a:avLst/>
              <a:pathLst>
                <a:path w="48989" h="24138">
                  <a:moveTo>
                    <a:pt x="31790" y="20931"/>
                  </a:moveTo>
                  <a:lnTo>
                    <a:pt x="6696" y="24138"/>
                  </a:lnTo>
                  <a:lnTo>
                    <a:pt x="2792" y="14686"/>
                  </a:lnTo>
                  <a:lnTo>
                    <a:pt x="0" y="7925"/>
                  </a:lnTo>
                  <a:lnTo>
                    <a:pt x="14623" y="5208"/>
                  </a:lnTo>
                  <a:lnTo>
                    <a:pt x="28875" y="2559"/>
                  </a:lnTo>
                  <a:lnTo>
                    <a:pt x="42645" y="0"/>
                  </a:lnTo>
                  <a:lnTo>
                    <a:pt x="45543" y="8556"/>
                  </a:lnTo>
                  <a:lnTo>
                    <a:pt x="48989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968738" y="2080315"/>
              <a:ext cx="49694" cy="65209"/>
            </a:xfrm>
            <a:custGeom>
              <a:avLst/>
              <a:pathLst>
                <a:path w="49694" h="65209">
                  <a:moveTo>
                    <a:pt x="43155" y="62173"/>
                  </a:moveTo>
                  <a:lnTo>
                    <a:pt x="37912" y="62627"/>
                  </a:lnTo>
                  <a:lnTo>
                    <a:pt x="32372" y="63107"/>
                  </a:lnTo>
                  <a:lnTo>
                    <a:pt x="27325" y="63544"/>
                  </a:lnTo>
                  <a:lnTo>
                    <a:pt x="19873" y="64190"/>
                  </a:lnTo>
                  <a:lnTo>
                    <a:pt x="14858" y="64624"/>
                  </a:lnTo>
                  <a:lnTo>
                    <a:pt x="8106" y="65209"/>
                  </a:lnTo>
                  <a:lnTo>
                    <a:pt x="4285" y="38720"/>
                  </a:lnTo>
                  <a:lnTo>
                    <a:pt x="0" y="9006"/>
                  </a:lnTo>
                  <a:lnTo>
                    <a:pt x="13548" y="5800"/>
                  </a:lnTo>
                  <a:lnTo>
                    <a:pt x="38063" y="0"/>
                  </a:lnTo>
                  <a:lnTo>
                    <a:pt x="41187" y="16544"/>
                  </a:lnTo>
                  <a:lnTo>
                    <a:pt x="49694" y="616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192782" y="1999974"/>
              <a:ext cx="46169" cy="36747"/>
            </a:xfrm>
            <a:custGeom>
              <a:avLst/>
              <a:pathLst>
                <a:path w="46169" h="36747">
                  <a:moveTo>
                    <a:pt x="42285" y="24442"/>
                  </a:moveTo>
                  <a:lnTo>
                    <a:pt x="34694" y="27147"/>
                  </a:lnTo>
                  <a:lnTo>
                    <a:pt x="28273" y="29435"/>
                  </a:lnTo>
                  <a:lnTo>
                    <a:pt x="19868" y="32430"/>
                  </a:lnTo>
                  <a:lnTo>
                    <a:pt x="7753" y="36747"/>
                  </a:lnTo>
                  <a:lnTo>
                    <a:pt x="4894" y="27317"/>
                  </a:lnTo>
                  <a:lnTo>
                    <a:pt x="0" y="11168"/>
                  </a:lnTo>
                  <a:lnTo>
                    <a:pt x="18057" y="6059"/>
                  </a:lnTo>
                  <a:lnTo>
                    <a:pt x="39473" y="0"/>
                  </a:lnTo>
                  <a:lnTo>
                    <a:pt x="42024" y="8784"/>
                  </a:lnTo>
                  <a:lnTo>
                    <a:pt x="46169" y="2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260451" y="1954940"/>
              <a:ext cx="45112" cy="64489"/>
            </a:xfrm>
            <a:custGeom>
              <a:avLst/>
              <a:pathLst>
                <a:path w="45112" h="64489">
                  <a:moveTo>
                    <a:pt x="28900" y="64489"/>
                  </a:moveTo>
                  <a:lnTo>
                    <a:pt x="22200" y="63908"/>
                  </a:lnTo>
                  <a:lnTo>
                    <a:pt x="8106" y="62687"/>
                  </a:lnTo>
                  <a:lnTo>
                    <a:pt x="4988" y="41348"/>
                  </a:lnTo>
                  <a:lnTo>
                    <a:pt x="0" y="7205"/>
                  </a:lnTo>
                  <a:lnTo>
                    <a:pt x="11759" y="4563"/>
                  </a:lnTo>
                  <a:lnTo>
                    <a:pt x="32072" y="0"/>
                  </a:lnTo>
                  <a:lnTo>
                    <a:pt x="33599" y="7131"/>
                  </a:lnTo>
                  <a:lnTo>
                    <a:pt x="34554" y="11590"/>
                  </a:lnTo>
                  <a:lnTo>
                    <a:pt x="35515" y="16075"/>
                  </a:lnTo>
                  <a:lnTo>
                    <a:pt x="36322" y="19843"/>
                  </a:lnTo>
                  <a:lnTo>
                    <a:pt x="37088" y="23422"/>
                  </a:lnTo>
                  <a:lnTo>
                    <a:pt x="37937" y="27383"/>
                  </a:lnTo>
                  <a:lnTo>
                    <a:pt x="38617" y="30559"/>
                  </a:lnTo>
                  <a:lnTo>
                    <a:pt x="39260" y="33561"/>
                  </a:lnTo>
                  <a:lnTo>
                    <a:pt x="39968" y="36868"/>
                  </a:lnTo>
                  <a:lnTo>
                    <a:pt x="40752" y="40528"/>
                  </a:lnTo>
                  <a:lnTo>
                    <a:pt x="41708" y="44990"/>
                  </a:lnTo>
                  <a:lnTo>
                    <a:pt x="42533" y="48845"/>
                  </a:lnTo>
                  <a:lnTo>
                    <a:pt x="43696" y="54273"/>
                  </a:lnTo>
                  <a:lnTo>
                    <a:pt x="45112" y="60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303561" y="3398458"/>
              <a:ext cx="26433" cy="20715"/>
            </a:xfrm>
            <a:custGeom>
              <a:avLst/>
              <a:pathLst>
                <a:path w="26433" h="20715">
                  <a:moveTo>
                    <a:pt x="23886" y="13436"/>
                  </a:moveTo>
                  <a:lnTo>
                    <a:pt x="21366" y="20715"/>
                  </a:lnTo>
                  <a:lnTo>
                    <a:pt x="12730" y="18167"/>
                  </a:lnTo>
                  <a:lnTo>
                    <a:pt x="0" y="14410"/>
                  </a:lnTo>
                  <a:lnTo>
                    <a:pt x="2952" y="6012"/>
                  </a:lnTo>
                  <a:lnTo>
                    <a:pt x="5066" y="0"/>
                  </a:lnTo>
                  <a:lnTo>
                    <a:pt x="20526" y="4399"/>
                  </a:lnTo>
                  <a:lnTo>
                    <a:pt x="26433" y="60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41549" y="3343514"/>
              <a:ext cx="63439" cy="69172"/>
            </a:xfrm>
            <a:custGeom>
              <a:avLst/>
              <a:pathLst>
                <a:path w="63439" h="69172">
                  <a:moveTo>
                    <a:pt x="56245" y="44478"/>
                  </a:moveTo>
                  <a:lnTo>
                    <a:pt x="52561" y="49789"/>
                  </a:lnTo>
                  <a:lnTo>
                    <a:pt x="48830" y="55171"/>
                  </a:lnTo>
                  <a:lnTo>
                    <a:pt x="45049" y="60622"/>
                  </a:lnTo>
                  <a:lnTo>
                    <a:pt x="41422" y="65854"/>
                  </a:lnTo>
                  <a:lnTo>
                    <a:pt x="39121" y="69172"/>
                  </a:lnTo>
                  <a:lnTo>
                    <a:pt x="18923" y="48665"/>
                  </a:lnTo>
                  <a:lnTo>
                    <a:pt x="0" y="29452"/>
                  </a:lnTo>
                  <a:lnTo>
                    <a:pt x="3610" y="25079"/>
                  </a:lnTo>
                  <a:lnTo>
                    <a:pt x="10324" y="16948"/>
                  </a:lnTo>
                  <a:lnTo>
                    <a:pt x="17192" y="8630"/>
                  </a:lnTo>
                  <a:lnTo>
                    <a:pt x="24318" y="0"/>
                  </a:lnTo>
                  <a:lnTo>
                    <a:pt x="31984" y="3512"/>
                  </a:lnTo>
                  <a:lnTo>
                    <a:pt x="47343" y="19609"/>
                  </a:lnTo>
                  <a:lnTo>
                    <a:pt x="63439" y="36477"/>
                  </a:lnTo>
                  <a:lnTo>
                    <a:pt x="60555" y="39645"/>
                  </a:lnTo>
                  <a:lnTo>
                    <a:pt x="56530" y="44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534184" y="3802677"/>
              <a:ext cx="94167" cy="89978"/>
            </a:xfrm>
            <a:custGeom>
              <a:avLst/>
              <a:pathLst>
                <a:path w="94167" h="89978">
                  <a:moveTo>
                    <a:pt x="87901" y="48173"/>
                  </a:moveTo>
                  <a:lnTo>
                    <a:pt x="83773" y="56000"/>
                  </a:lnTo>
                  <a:lnTo>
                    <a:pt x="80183" y="62805"/>
                  </a:lnTo>
                  <a:lnTo>
                    <a:pt x="76388" y="70000"/>
                  </a:lnTo>
                  <a:lnTo>
                    <a:pt x="71481" y="79303"/>
                  </a:lnTo>
                  <a:lnTo>
                    <a:pt x="65851" y="89978"/>
                  </a:lnTo>
                  <a:lnTo>
                    <a:pt x="41664" y="76647"/>
                  </a:lnTo>
                  <a:lnTo>
                    <a:pt x="0" y="53684"/>
                  </a:lnTo>
                  <a:lnTo>
                    <a:pt x="4213" y="45695"/>
                  </a:lnTo>
                  <a:lnTo>
                    <a:pt x="8110" y="38307"/>
                  </a:lnTo>
                  <a:lnTo>
                    <a:pt x="13775" y="27568"/>
                  </a:lnTo>
                  <a:lnTo>
                    <a:pt x="19899" y="15956"/>
                  </a:lnTo>
                  <a:lnTo>
                    <a:pt x="28315" y="0"/>
                  </a:lnTo>
                  <a:lnTo>
                    <a:pt x="58566" y="16672"/>
                  </a:lnTo>
                  <a:lnTo>
                    <a:pt x="94167" y="36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67506" y="3554277"/>
              <a:ext cx="66083" cy="83538"/>
            </a:xfrm>
            <a:custGeom>
              <a:avLst/>
              <a:pathLst>
                <a:path w="66083" h="83538">
                  <a:moveTo>
                    <a:pt x="58369" y="81696"/>
                  </a:moveTo>
                  <a:lnTo>
                    <a:pt x="47682" y="82888"/>
                  </a:lnTo>
                  <a:lnTo>
                    <a:pt x="41852" y="83538"/>
                  </a:lnTo>
                  <a:lnTo>
                    <a:pt x="40301" y="82612"/>
                  </a:lnTo>
                  <a:lnTo>
                    <a:pt x="32512" y="77960"/>
                  </a:lnTo>
                  <a:lnTo>
                    <a:pt x="24912" y="73421"/>
                  </a:lnTo>
                  <a:lnTo>
                    <a:pt x="17176" y="68802"/>
                  </a:lnTo>
                  <a:lnTo>
                    <a:pt x="10935" y="65075"/>
                  </a:lnTo>
                  <a:lnTo>
                    <a:pt x="4904" y="61473"/>
                  </a:lnTo>
                  <a:lnTo>
                    <a:pt x="0" y="58544"/>
                  </a:lnTo>
                  <a:lnTo>
                    <a:pt x="21828" y="30918"/>
                  </a:lnTo>
                  <a:lnTo>
                    <a:pt x="46258" y="0"/>
                  </a:lnTo>
                  <a:lnTo>
                    <a:pt x="51853" y="9229"/>
                  </a:lnTo>
                  <a:lnTo>
                    <a:pt x="60512" y="23512"/>
                  </a:lnTo>
                  <a:lnTo>
                    <a:pt x="65642" y="31974"/>
                  </a:lnTo>
                  <a:lnTo>
                    <a:pt x="65752" y="44138"/>
                  </a:lnTo>
                  <a:lnTo>
                    <a:pt x="66083" y="80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826369" y="3512041"/>
              <a:ext cx="63175" cy="68091"/>
            </a:xfrm>
            <a:custGeom>
              <a:avLst/>
              <a:pathLst>
                <a:path w="63175" h="68091">
                  <a:moveTo>
                    <a:pt x="23164" y="67647"/>
                  </a:moveTo>
                  <a:lnTo>
                    <a:pt x="0" y="68091"/>
                  </a:lnTo>
                  <a:lnTo>
                    <a:pt x="970" y="56375"/>
                  </a:lnTo>
                  <a:lnTo>
                    <a:pt x="5550" y="1080"/>
                  </a:lnTo>
                  <a:lnTo>
                    <a:pt x="39157" y="247"/>
                  </a:lnTo>
                  <a:lnTo>
                    <a:pt x="49165" y="0"/>
                  </a:lnTo>
                  <a:lnTo>
                    <a:pt x="63175" y="11888"/>
                  </a:lnTo>
                  <a:lnTo>
                    <a:pt x="63175" y="21256"/>
                  </a:lnTo>
                  <a:lnTo>
                    <a:pt x="63175" y="25939"/>
                  </a:lnTo>
                  <a:lnTo>
                    <a:pt x="56447" y="39259"/>
                  </a:lnTo>
                  <a:lnTo>
                    <a:pt x="42293" y="672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654931" y="3440894"/>
              <a:ext cx="44583" cy="31884"/>
            </a:xfrm>
            <a:custGeom>
              <a:avLst/>
              <a:pathLst>
                <a:path w="44583" h="31884">
                  <a:moveTo>
                    <a:pt x="30243" y="28133"/>
                  </a:moveTo>
                  <a:lnTo>
                    <a:pt x="18275" y="30913"/>
                  </a:lnTo>
                  <a:lnTo>
                    <a:pt x="14097" y="31884"/>
                  </a:lnTo>
                  <a:lnTo>
                    <a:pt x="7374" y="28963"/>
                  </a:lnTo>
                  <a:lnTo>
                    <a:pt x="0" y="25759"/>
                  </a:lnTo>
                  <a:lnTo>
                    <a:pt x="8036" y="10303"/>
                  </a:lnTo>
                  <a:lnTo>
                    <a:pt x="13392" y="0"/>
                  </a:lnTo>
                  <a:lnTo>
                    <a:pt x="33042" y="8284"/>
                  </a:lnTo>
                  <a:lnTo>
                    <a:pt x="44583" y="13150"/>
                  </a:lnTo>
                  <a:lnTo>
                    <a:pt x="39887" y="21815"/>
                  </a:lnTo>
                  <a:lnTo>
                    <a:pt x="37358" y="264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525475" y="3366470"/>
              <a:ext cx="113143" cy="108082"/>
            </a:xfrm>
            <a:custGeom>
              <a:avLst/>
              <a:pathLst>
                <a:path w="113143" h="108082">
                  <a:moveTo>
                    <a:pt x="24195" y="65007"/>
                  </a:moveTo>
                  <a:lnTo>
                    <a:pt x="31206" y="55611"/>
                  </a:lnTo>
                  <a:lnTo>
                    <a:pt x="38218" y="46214"/>
                  </a:lnTo>
                  <a:lnTo>
                    <a:pt x="44120" y="38304"/>
                  </a:lnTo>
                  <a:lnTo>
                    <a:pt x="52191" y="27487"/>
                  </a:lnTo>
                  <a:lnTo>
                    <a:pt x="59470" y="17731"/>
                  </a:lnTo>
                  <a:lnTo>
                    <a:pt x="72700" y="0"/>
                  </a:lnTo>
                  <a:lnTo>
                    <a:pt x="89353" y="11348"/>
                  </a:lnTo>
                  <a:lnTo>
                    <a:pt x="96169" y="21645"/>
                  </a:lnTo>
                  <a:lnTo>
                    <a:pt x="113143" y="47285"/>
                  </a:lnTo>
                  <a:lnTo>
                    <a:pt x="78252" y="79907"/>
                  </a:lnTo>
                  <a:lnTo>
                    <a:pt x="48117" y="108082"/>
                  </a:lnTo>
                  <a:lnTo>
                    <a:pt x="19569" y="104839"/>
                  </a:lnTo>
                  <a:lnTo>
                    <a:pt x="8996" y="97273"/>
                  </a:lnTo>
                  <a:lnTo>
                    <a:pt x="7533" y="93344"/>
                  </a:lnTo>
                  <a:lnTo>
                    <a:pt x="3524" y="82577"/>
                  </a:lnTo>
                  <a:lnTo>
                    <a:pt x="0" y="68887"/>
                  </a:lnTo>
                  <a:lnTo>
                    <a:pt x="1409" y="61321"/>
                  </a:lnTo>
                  <a:lnTo>
                    <a:pt x="11199" y="67081"/>
                  </a:lnTo>
                  <a:lnTo>
                    <a:pt x="19155" y="717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520197" y="3344043"/>
              <a:ext cx="74541" cy="86880"/>
            </a:xfrm>
            <a:custGeom>
              <a:avLst/>
              <a:pathLst>
                <a:path w="74541" h="86880">
                  <a:moveTo>
                    <a:pt x="61466" y="35219"/>
                  </a:moveTo>
                  <a:lnTo>
                    <a:pt x="41167" y="63890"/>
                  </a:lnTo>
                  <a:lnTo>
                    <a:pt x="24890" y="86880"/>
                  </a:lnTo>
                  <a:lnTo>
                    <a:pt x="13742" y="78707"/>
                  </a:lnTo>
                  <a:lnTo>
                    <a:pt x="0" y="68632"/>
                  </a:lnTo>
                  <a:lnTo>
                    <a:pt x="6207" y="60104"/>
                  </a:lnTo>
                  <a:lnTo>
                    <a:pt x="13610" y="49933"/>
                  </a:lnTo>
                  <a:lnTo>
                    <a:pt x="20741" y="40138"/>
                  </a:lnTo>
                  <a:lnTo>
                    <a:pt x="30254" y="27070"/>
                  </a:lnTo>
                  <a:lnTo>
                    <a:pt x="40899" y="12445"/>
                  </a:lnTo>
                  <a:lnTo>
                    <a:pt x="49958" y="0"/>
                  </a:lnTo>
                  <a:lnTo>
                    <a:pt x="60796" y="7385"/>
                  </a:lnTo>
                  <a:lnTo>
                    <a:pt x="74541" y="16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71887" y="3328167"/>
              <a:ext cx="86838" cy="138478"/>
            </a:xfrm>
            <a:custGeom>
              <a:avLst/>
              <a:pathLst>
                <a:path w="86838" h="138478">
                  <a:moveTo>
                    <a:pt x="12011" y="0"/>
                  </a:moveTo>
                  <a:lnTo>
                    <a:pt x="12835" y="367"/>
                  </a:lnTo>
                  <a:lnTo>
                    <a:pt x="15937" y="2421"/>
                  </a:lnTo>
                  <a:lnTo>
                    <a:pt x="17922" y="3976"/>
                  </a:lnTo>
                  <a:lnTo>
                    <a:pt x="21273" y="5472"/>
                  </a:lnTo>
                  <a:lnTo>
                    <a:pt x="23508" y="6469"/>
                  </a:lnTo>
                  <a:lnTo>
                    <a:pt x="24934" y="7775"/>
                  </a:lnTo>
                  <a:lnTo>
                    <a:pt x="29403" y="9769"/>
                  </a:lnTo>
                  <a:lnTo>
                    <a:pt x="32196" y="11015"/>
                  </a:lnTo>
                  <a:lnTo>
                    <a:pt x="34989" y="12261"/>
                  </a:lnTo>
                  <a:lnTo>
                    <a:pt x="37782" y="13507"/>
                  </a:lnTo>
                  <a:lnTo>
                    <a:pt x="41073" y="13636"/>
                  </a:lnTo>
                  <a:lnTo>
                    <a:pt x="43556" y="14075"/>
                  </a:lnTo>
                  <a:lnTo>
                    <a:pt x="47406" y="14453"/>
                  </a:lnTo>
                  <a:lnTo>
                    <a:pt x="50449" y="15141"/>
                  </a:lnTo>
                  <a:lnTo>
                    <a:pt x="52932" y="15579"/>
                  </a:lnTo>
                  <a:lnTo>
                    <a:pt x="54857" y="15768"/>
                  </a:lnTo>
                  <a:lnTo>
                    <a:pt x="55836" y="16023"/>
                  </a:lnTo>
                  <a:lnTo>
                    <a:pt x="58458" y="16705"/>
                  </a:lnTo>
                  <a:lnTo>
                    <a:pt x="61809" y="18200"/>
                  </a:lnTo>
                  <a:lnTo>
                    <a:pt x="65659" y="18579"/>
                  </a:lnTo>
                  <a:lnTo>
                    <a:pt x="86838" y="16476"/>
                  </a:lnTo>
                  <a:lnTo>
                    <a:pt x="85737" y="35735"/>
                  </a:lnTo>
                  <a:lnTo>
                    <a:pt x="79864" y="138478"/>
                  </a:lnTo>
                  <a:lnTo>
                    <a:pt x="62644" y="133704"/>
                  </a:lnTo>
                  <a:lnTo>
                    <a:pt x="40626" y="127601"/>
                  </a:lnTo>
                  <a:lnTo>
                    <a:pt x="26932" y="123804"/>
                  </a:lnTo>
                  <a:lnTo>
                    <a:pt x="1949" y="116879"/>
                  </a:lnTo>
                  <a:lnTo>
                    <a:pt x="6427" y="87972"/>
                  </a:lnTo>
                  <a:lnTo>
                    <a:pt x="10434" y="62106"/>
                  </a:lnTo>
                  <a:lnTo>
                    <a:pt x="0" y="59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99426" y="3178944"/>
              <a:ext cx="91319" cy="128261"/>
            </a:xfrm>
            <a:custGeom>
              <a:avLst/>
              <a:pathLst>
                <a:path w="91319" h="128261">
                  <a:moveTo>
                    <a:pt x="70799" y="125036"/>
                  </a:moveTo>
                  <a:lnTo>
                    <a:pt x="69871" y="122613"/>
                  </a:lnTo>
                  <a:lnTo>
                    <a:pt x="68943" y="120190"/>
                  </a:lnTo>
                  <a:lnTo>
                    <a:pt x="68513" y="116649"/>
                  </a:lnTo>
                  <a:lnTo>
                    <a:pt x="67834" y="113667"/>
                  </a:lnTo>
                  <a:lnTo>
                    <a:pt x="66906" y="111243"/>
                  </a:lnTo>
                  <a:lnTo>
                    <a:pt x="64801" y="106955"/>
                  </a:lnTo>
                  <a:lnTo>
                    <a:pt x="62756" y="104033"/>
                  </a:lnTo>
                  <a:lnTo>
                    <a:pt x="61518" y="100802"/>
                  </a:lnTo>
                  <a:lnTo>
                    <a:pt x="60281" y="97570"/>
                  </a:lnTo>
                  <a:lnTo>
                    <a:pt x="59353" y="95147"/>
                  </a:lnTo>
                  <a:lnTo>
                    <a:pt x="57927" y="93841"/>
                  </a:lnTo>
                  <a:lnTo>
                    <a:pt x="56440" y="91168"/>
                  </a:lnTo>
                  <a:lnTo>
                    <a:pt x="54146" y="88805"/>
                  </a:lnTo>
                  <a:lnTo>
                    <a:pt x="52659" y="86132"/>
                  </a:lnTo>
                  <a:lnTo>
                    <a:pt x="50365" y="83769"/>
                  </a:lnTo>
                  <a:lnTo>
                    <a:pt x="47761" y="80597"/>
                  </a:lnTo>
                  <a:lnTo>
                    <a:pt x="46987" y="79449"/>
                  </a:lnTo>
                  <a:lnTo>
                    <a:pt x="38093" y="66237"/>
                  </a:lnTo>
                  <a:lnTo>
                    <a:pt x="351" y="54754"/>
                  </a:lnTo>
                  <a:lnTo>
                    <a:pt x="326" y="50960"/>
                  </a:lnTo>
                  <a:lnTo>
                    <a:pt x="292" y="45556"/>
                  </a:lnTo>
                  <a:lnTo>
                    <a:pt x="264" y="41238"/>
                  </a:lnTo>
                  <a:lnTo>
                    <a:pt x="233" y="36364"/>
                  </a:lnTo>
                  <a:lnTo>
                    <a:pt x="202" y="31638"/>
                  </a:lnTo>
                  <a:lnTo>
                    <a:pt x="170" y="26639"/>
                  </a:lnTo>
                  <a:lnTo>
                    <a:pt x="129" y="20160"/>
                  </a:lnTo>
                  <a:lnTo>
                    <a:pt x="97" y="15292"/>
                  </a:lnTo>
                  <a:lnTo>
                    <a:pt x="69" y="10830"/>
                  </a:lnTo>
                  <a:lnTo>
                    <a:pt x="43" y="6780"/>
                  </a:lnTo>
                  <a:lnTo>
                    <a:pt x="0" y="0"/>
                  </a:lnTo>
                  <a:lnTo>
                    <a:pt x="28824" y="11791"/>
                  </a:lnTo>
                  <a:lnTo>
                    <a:pt x="35437" y="14496"/>
                  </a:lnTo>
                  <a:lnTo>
                    <a:pt x="53485" y="17681"/>
                  </a:lnTo>
                  <a:lnTo>
                    <a:pt x="62841" y="19332"/>
                  </a:lnTo>
                  <a:lnTo>
                    <a:pt x="91319" y="16645"/>
                  </a:lnTo>
                  <a:lnTo>
                    <a:pt x="88783" y="33637"/>
                  </a:lnTo>
                  <a:lnTo>
                    <a:pt x="83947" y="66044"/>
                  </a:lnTo>
                  <a:lnTo>
                    <a:pt x="77693" y="107946"/>
                  </a:lnTo>
                  <a:lnTo>
                    <a:pt x="75201" y="124648"/>
                  </a:lnTo>
                  <a:lnTo>
                    <a:pt x="74785" y="12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860317" y="3059283"/>
              <a:ext cx="112869" cy="90518"/>
            </a:xfrm>
            <a:custGeom>
              <a:avLst/>
              <a:pathLst>
                <a:path w="112869" h="90518">
                  <a:moveTo>
                    <a:pt x="91234" y="16333"/>
                  </a:moveTo>
                  <a:lnTo>
                    <a:pt x="90951" y="22939"/>
                  </a:lnTo>
                  <a:lnTo>
                    <a:pt x="90658" y="29791"/>
                  </a:lnTo>
                  <a:lnTo>
                    <a:pt x="90351" y="36953"/>
                  </a:lnTo>
                  <a:lnTo>
                    <a:pt x="90061" y="43734"/>
                  </a:lnTo>
                  <a:lnTo>
                    <a:pt x="89755" y="50887"/>
                  </a:lnTo>
                  <a:lnTo>
                    <a:pt x="89608" y="54311"/>
                  </a:lnTo>
                  <a:lnTo>
                    <a:pt x="98364" y="60210"/>
                  </a:lnTo>
                  <a:lnTo>
                    <a:pt x="107267" y="66208"/>
                  </a:lnTo>
                  <a:lnTo>
                    <a:pt x="112869" y="69983"/>
                  </a:lnTo>
                  <a:lnTo>
                    <a:pt x="112736" y="75171"/>
                  </a:lnTo>
                  <a:lnTo>
                    <a:pt x="112506" y="84088"/>
                  </a:lnTo>
                  <a:lnTo>
                    <a:pt x="112341" y="90518"/>
                  </a:lnTo>
                  <a:lnTo>
                    <a:pt x="68633" y="82318"/>
                  </a:lnTo>
                  <a:lnTo>
                    <a:pt x="35378" y="76080"/>
                  </a:lnTo>
                  <a:lnTo>
                    <a:pt x="0" y="69442"/>
                  </a:lnTo>
                  <a:lnTo>
                    <a:pt x="3436" y="28371"/>
                  </a:lnTo>
                  <a:lnTo>
                    <a:pt x="30398" y="30533"/>
                  </a:lnTo>
                  <a:lnTo>
                    <a:pt x="31050" y="26345"/>
                  </a:lnTo>
                  <a:lnTo>
                    <a:pt x="35156" y="0"/>
                  </a:lnTo>
                  <a:lnTo>
                    <a:pt x="61381" y="5160"/>
                  </a:lnTo>
                  <a:lnTo>
                    <a:pt x="91459" y="1107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79146" y="2988370"/>
              <a:ext cx="110208" cy="62259"/>
            </a:xfrm>
            <a:custGeom>
              <a:avLst/>
              <a:pathLst>
                <a:path w="110208" h="62259">
                  <a:moveTo>
                    <a:pt x="27185" y="5566"/>
                  </a:moveTo>
                  <a:lnTo>
                    <a:pt x="34720" y="10089"/>
                  </a:lnTo>
                  <a:lnTo>
                    <a:pt x="40903" y="13800"/>
                  </a:lnTo>
                  <a:lnTo>
                    <a:pt x="49022" y="18673"/>
                  </a:lnTo>
                  <a:lnTo>
                    <a:pt x="54356" y="21875"/>
                  </a:lnTo>
                  <a:lnTo>
                    <a:pt x="57787" y="18234"/>
                  </a:lnTo>
                  <a:lnTo>
                    <a:pt x="61472" y="14322"/>
                  </a:lnTo>
                  <a:lnTo>
                    <a:pt x="65027" y="10550"/>
                  </a:lnTo>
                  <a:lnTo>
                    <a:pt x="69030" y="6301"/>
                  </a:lnTo>
                  <a:lnTo>
                    <a:pt x="72402" y="2722"/>
                  </a:lnTo>
                  <a:lnTo>
                    <a:pt x="93210" y="29594"/>
                  </a:lnTo>
                  <a:lnTo>
                    <a:pt x="110208" y="51546"/>
                  </a:lnTo>
                  <a:lnTo>
                    <a:pt x="104290" y="55617"/>
                  </a:lnTo>
                  <a:lnTo>
                    <a:pt x="96500" y="60976"/>
                  </a:lnTo>
                  <a:lnTo>
                    <a:pt x="79952" y="41932"/>
                  </a:lnTo>
                  <a:lnTo>
                    <a:pt x="43246" y="62259"/>
                  </a:lnTo>
                  <a:lnTo>
                    <a:pt x="41345" y="61505"/>
                  </a:lnTo>
                  <a:lnTo>
                    <a:pt x="8392" y="48434"/>
                  </a:lnTo>
                  <a:lnTo>
                    <a:pt x="4037" y="41741"/>
                  </a:lnTo>
                  <a:lnTo>
                    <a:pt x="0" y="10143"/>
                  </a:lnTo>
                  <a:lnTo>
                    <a:pt x="6504" y="6460"/>
                  </a:lnTo>
                  <a:lnTo>
                    <a:pt x="12940" y="2815"/>
                  </a:lnTo>
                  <a:lnTo>
                    <a:pt x="1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44834" y="3104371"/>
              <a:ext cx="55752" cy="89451"/>
            </a:xfrm>
            <a:custGeom>
              <a:avLst/>
              <a:pathLst>
                <a:path w="55752" h="89451">
                  <a:moveTo>
                    <a:pt x="49196" y="18526"/>
                  </a:moveTo>
                  <a:lnTo>
                    <a:pt x="53762" y="36606"/>
                  </a:lnTo>
                  <a:lnTo>
                    <a:pt x="55752" y="44485"/>
                  </a:lnTo>
                  <a:lnTo>
                    <a:pt x="51303" y="51903"/>
                  </a:lnTo>
                  <a:lnTo>
                    <a:pt x="28780" y="89451"/>
                  </a:lnTo>
                  <a:lnTo>
                    <a:pt x="24320" y="86381"/>
                  </a:lnTo>
                  <a:lnTo>
                    <a:pt x="16306" y="80866"/>
                  </a:lnTo>
                  <a:lnTo>
                    <a:pt x="10940" y="77172"/>
                  </a:lnTo>
                  <a:lnTo>
                    <a:pt x="19089" y="65116"/>
                  </a:lnTo>
                  <a:lnTo>
                    <a:pt x="26216" y="54571"/>
                  </a:lnTo>
                  <a:lnTo>
                    <a:pt x="33812" y="43332"/>
                  </a:lnTo>
                  <a:lnTo>
                    <a:pt x="34373" y="41874"/>
                  </a:lnTo>
                  <a:lnTo>
                    <a:pt x="39198" y="29326"/>
                  </a:lnTo>
                  <a:lnTo>
                    <a:pt x="35423" y="24876"/>
                  </a:lnTo>
                  <a:lnTo>
                    <a:pt x="32123" y="20987"/>
                  </a:lnTo>
                  <a:lnTo>
                    <a:pt x="15572" y="31034"/>
                  </a:lnTo>
                  <a:lnTo>
                    <a:pt x="5473" y="37164"/>
                  </a:lnTo>
                  <a:lnTo>
                    <a:pt x="2333" y="32543"/>
                  </a:lnTo>
                  <a:lnTo>
                    <a:pt x="0" y="29108"/>
                  </a:lnTo>
                  <a:lnTo>
                    <a:pt x="18278" y="15241"/>
                  </a:lnTo>
                  <a:lnTo>
                    <a:pt x="19269" y="13632"/>
                  </a:lnTo>
                  <a:lnTo>
                    <a:pt x="27670" y="0"/>
                  </a:lnTo>
                  <a:lnTo>
                    <a:pt x="34152" y="1972"/>
                  </a:lnTo>
                  <a:lnTo>
                    <a:pt x="45920" y="5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67219" y="3108699"/>
              <a:ext cx="120187" cy="56048"/>
            </a:xfrm>
            <a:custGeom>
              <a:avLst/>
              <a:pathLst>
                <a:path w="120187" h="56048">
                  <a:moveTo>
                    <a:pt x="96563" y="52595"/>
                  </a:moveTo>
                  <a:lnTo>
                    <a:pt x="61220" y="47251"/>
                  </a:lnTo>
                  <a:lnTo>
                    <a:pt x="0" y="37996"/>
                  </a:lnTo>
                  <a:lnTo>
                    <a:pt x="1838" y="30091"/>
                  </a:lnTo>
                  <a:lnTo>
                    <a:pt x="5372" y="14891"/>
                  </a:lnTo>
                  <a:lnTo>
                    <a:pt x="22357" y="15671"/>
                  </a:lnTo>
                  <a:lnTo>
                    <a:pt x="40443" y="16501"/>
                  </a:lnTo>
                  <a:lnTo>
                    <a:pt x="52786" y="17068"/>
                  </a:lnTo>
                  <a:lnTo>
                    <a:pt x="56954" y="0"/>
                  </a:lnTo>
                  <a:lnTo>
                    <a:pt x="90919" y="3016"/>
                  </a:lnTo>
                  <a:lnTo>
                    <a:pt x="120187" y="5615"/>
                  </a:lnTo>
                  <a:lnTo>
                    <a:pt x="119849" y="27469"/>
                  </a:lnTo>
                  <a:lnTo>
                    <a:pt x="119407" y="56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542503" y="3152069"/>
              <a:ext cx="142390" cy="148838"/>
            </a:xfrm>
            <a:custGeom>
              <a:avLst/>
              <a:pathLst>
                <a:path w="142390" h="148838">
                  <a:moveTo>
                    <a:pt x="139838" y="39244"/>
                  </a:moveTo>
                  <a:lnTo>
                    <a:pt x="122510" y="148838"/>
                  </a:lnTo>
                  <a:lnTo>
                    <a:pt x="105092" y="146581"/>
                  </a:lnTo>
                  <a:lnTo>
                    <a:pt x="93494" y="145077"/>
                  </a:lnTo>
                  <a:lnTo>
                    <a:pt x="96181" y="127345"/>
                  </a:lnTo>
                  <a:lnTo>
                    <a:pt x="81823" y="124624"/>
                  </a:lnTo>
                  <a:lnTo>
                    <a:pt x="66026" y="121631"/>
                  </a:lnTo>
                  <a:lnTo>
                    <a:pt x="75542" y="71373"/>
                  </a:lnTo>
                  <a:lnTo>
                    <a:pt x="59476" y="68192"/>
                  </a:lnTo>
                  <a:lnTo>
                    <a:pt x="32605" y="62873"/>
                  </a:lnTo>
                  <a:lnTo>
                    <a:pt x="0" y="56419"/>
                  </a:lnTo>
                  <a:lnTo>
                    <a:pt x="765" y="51392"/>
                  </a:lnTo>
                  <a:lnTo>
                    <a:pt x="1925" y="43781"/>
                  </a:lnTo>
                  <a:lnTo>
                    <a:pt x="2663" y="38939"/>
                  </a:lnTo>
                  <a:lnTo>
                    <a:pt x="3743" y="31850"/>
                  </a:lnTo>
                  <a:lnTo>
                    <a:pt x="4642" y="25949"/>
                  </a:lnTo>
                  <a:lnTo>
                    <a:pt x="5882" y="17815"/>
                  </a:lnTo>
                  <a:lnTo>
                    <a:pt x="6779" y="11928"/>
                  </a:lnTo>
                  <a:lnTo>
                    <a:pt x="7740" y="5621"/>
                  </a:lnTo>
                  <a:lnTo>
                    <a:pt x="8596" y="0"/>
                  </a:lnTo>
                  <a:lnTo>
                    <a:pt x="33443" y="4290"/>
                  </a:lnTo>
                  <a:lnTo>
                    <a:pt x="142390" y="2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75223" y="3238040"/>
              <a:ext cx="89219" cy="71397"/>
            </a:xfrm>
            <a:custGeom>
              <a:avLst/>
              <a:pathLst>
                <a:path w="89219" h="71397">
                  <a:moveTo>
                    <a:pt x="73391" y="66900"/>
                  </a:moveTo>
                  <a:lnTo>
                    <a:pt x="52672" y="61623"/>
                  </a:lnTo>
                  <a:lnTo>
                    <a:pt x="32239" y="56419"/>
                  </a:lnTo>
                  <a:lnTo>
                    <a:pt x="0" y="46747"/>
                  </a:lnTo>
                  <a:lnTo>
                    <a:pt x="3779" y="23257"/>
                  </a:lnTo>
                  <a:lnTo>
                    <a:pt x="7521" y="0"/>
                  </a:lnTo>
                  <a:lnTo>
                    <a:pt x="18083" y="4158"/>
                  </a:lnTo>
                  <a:lnTo>
                    <a:pt x="20008" y="4347"/>
                  </a:lnTo>
                  <a:lnTo>
                    <a:pt x="22801" y="5593"/>
                  </a:lnTo>
                  <a:lnTo>
                    <a:pt x="25427" y="6186"/>
                  </a:lnTo>
                  <a:lnTo>
                    <a:pt x="25843" y="6281"/>
                  </a:lnTo>
                  <a:lnTo>
                    <a:pt x="28636" y="7527"/>
                  </a:lnTo>
                  <a:lnTo>
                    <a:pt x="30870" y="8524"/>
                  </a:lnTo>
                  <a:lnTo>
                    <a:pt x="35029" y="9710"/>
                  </a:lnTo>
                  <a:lnTo>
                    <a:pt x="37822" y="10956"/>
                  </a:lnTo>
                  <a:lnTo>
                    <a:pt x="38939" y="11455"/>
                  </a:lnTo>
                  <a:lnTo>
                    <a:pt x="42849" y="13199"/>
                  </a:lnTo>
                  <a:lnTo>
                    <a:pt x="44835" y="14755"/>
                  </a:lnTo>
                  <a:lnTo>
                    <a:pt x="45952" y="15253"/>
                  </a:lnTo>
                  <a:lnTo>
                    <a:pt x="49114" y="18674"/>
                  </a:lnTo>
                  <a:lnTo>
                    <a:pt x="51348" y="19670"/>
                  </a:lnTo>
                  <a:lnTo>
                    <a:pt x="53892" y="21475"/>
                  </a:lnTo>
                  <a:lnTo>
                    <a:pt x="55319" y="22782"/>
                  </a:lnTo>
                  <a:lnTo>
                    <a:pt x="56745" y="24088"/>
                  </a:lnTo>
                  <a:lnTo>
                    <a:pt x="59847" y="26142"/>
                  </a:lnTo>
                  <a:lnTo>
                    <a:pt x="62391" y="27947"/>
                  </a:lnTo>
                  <a:lnTo>
                    <a:pt x="63439" y="33103"/>
                  </a:lnTo>
                  <a:lnTo>
                    <a:pt x="64118" y="36085"/>
                  </a:lnTo>
                  <a:lnTo>
                    <a:pt x="65446" y="38472"/>
                  </a:lnTo>
                  <a:lnTo>
                    <a:pt x="65605" y="38758"/>
                  </a:lnTo>
                  <a:lnTo>
                    <a:pt x="66533" y="41181"/>
                  </a:lnTo>
                  <a:lnTo>
                    <a:pt x="67151" y="42797"/>
                  </a:lnTo>
                  <a:lnTo>
                    <a:pt x="68578" y="44103"/>
                  </a:lnTo>
                  <a:lnTo>
                    <a:pt x="70314" y="46217"/>
                  </a:lnTo>
                  <a:lnTo>
                    <a:pt x="74903" y="50944"/>
                  </a:lnTo>
                  <a:lnTo>
                    <a:pt x="76948" y="53866"/>
                  </a:lnTo>
                  <a:lnTo>
                    <a:pt x="77816" y="54923"/>
                  </a:lnTo>
                  <a:lnTo>
                    <a:pt x="80729" y="58902"/>
                  </a:lnTo>
                  <a:lnTo>
                    <a:pt x="82465" y="61016"/>
                  </a:lnTo>
                  <a:lnTo>
                    <a:pt x="83393" y="63439"/>
                  </a:lnTo>
                  <a:lnTo>
                    <a:pt x="84879" y="66112"/>
                  </a:lnTo>
                  <a:lnTo>
                    <a:pt x="87174" y="68476"/>
                  </a:lnTo>
                  <a:lnTo>
                    <a:pt x="89219" y="713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67701" y="3293385"/>
              <a:ext cx="103165" cy="72538"/>
            </a:xfrm>
            <a:custGeom>
              <a:avLst/>
              <a:pathLst>
                <a:path w="103165" h="72538">
                  <a:moveTo>
                    <a:pt x="3126" y="20245"/>
                  </a:moveTo>
                  <a:lnTo>
                    <a:pt x="3369" y="18479"/>
                  </a:lnTo>
                  <a:lnTo>
                    <a:pt x="5910" y="0"/>
                  </a:lnTo>
                  <a:lnTo>
                    <a:pt x="22442" y="5191"/>
                  </a:lnTo>
                  <a:lnTo>
                    <a:pt x="38808" y="10330"/>
                  </a:lnTo>
                  <a:lnTo>
                    <a:pt x="62329" y="13969"/>
                  </a:lnTo>
                  <a:lnTo>
                    <a:pt x="91344" y="20417"/>
                  </a:lnTo>
                  <a:lnTo>
                    <a:pt x="100479" y="26327"/>
                  </a:lnTo>
                  <a:lnTo>
                    <a:pt x="103165" y="32775"/>
                  </a:lnTo>
                  <a:lnTo>
                    <a:pt x="101396" y="45868"/>
                  </a:lnTo>
                  <a:lnTo>
                    <a:pt x="97793" y="72538"/>
                  </a:lnTo>
                  <a:lnTo>
                    <a:pt x="89328" y="69980"/>
                  </a:lnTo>
                  <a:lnTo>
                    <a:pt x="69052" y="63852"/>
                  </a:lnTo>
                  <a:lnTo>
                    <a:pt x="49420" y="57920"/>
                  </a:lnTo>
                  <a:lnTo>
                    <a:pt x="27186" y="51201"/>
                  </a:lnTo>
                  <a:lnTo>
                    <a:pt x="0" y="42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98185" y="3149952"/>
              <a:ext cx="73074" cy="133067"/>
            </a:xfrm>
            <a:custGeom>
              <a:avLst/>
              <a:pathLst>
                <a:path w="73074" h="133067">
                  <a:moveTo>
                    <a:pt x="53732" y="131761"/>
                  </a:moveTo>
                  <a:lnTo>
                    <a:pt x="34692" y="128905"/>
                  </a:lnTo>
                  <a:lnTo>
                    <a:pt x="0" y="123702"/>
                  </a:lnTo>
                  <a:lnTo>
                    <a:pt x="2673" y="105230"/>
                  </a:lnTo>
                  <a:lnTo>
                    <a:pt x="4716" y="91115"/>
                  </a:lnTo>
                  <a:lnTo>
                    <a:pt x="6925" y="75851"/>
                  </a:lnTo>
                  <a:lnTo>
                    <a:pt x="9105" y="60782"/>
                  </a:lnTo>
                  <a:lnTo>
                    <a:pt x="11193" y="46355"/>
                  </a:lnTo>
                  <a:lnTo>
                    <a:pt x="13397" y="31130"/>
                  </a:lnTo>
                  <a:lnTo>
                    <a:pt x="15453" y="16923"/>
                  </a:lnTo>
                  <a:lnTo>
                    <a:pt x="17730" y="1190"/>
                  </a:lnTo>
                  <a:lnTo>
                    <a:pt x="17867" y="73"/>
                  </a:lnTo>
                  <a:lnTo>
                    <a:pt x="19537" y="0"/>
                  </a:lnTo>
                  <a:lnTo>
                    <a:pt x="22579" y="687"/>
                  </a:lnTo>
                  <a:lnTo>
                    <a:pt x="25870" y="816"/>
                  </a:lnTo>
                  <a:lnTo>
                    <a:pt x="30777" y="326"/>
                  </a:lnTo>
                  <a:lnTo>
                    <a:pt x="34069" y="455"/>
                  </a:lnTo>
                  <a:lnTo>
                    <a:pt x="36552" y="894"/>
                  </a:lnTo>
                  <a:lnTo>
                    <a:pt x="37669" y="1392"/>
                  </a:lnTo>
                  <a:lnTo>
                    <a:pt x="44597" y="3350"/>
                  </a:lnTo>
                  <a:lnTo>
                    <a:pt x="73074" y="11398"/>
                  </a:lnTo>
                  <a:lnTo>
                    <a:pt x="70366" y="29594"/>
                  </a:lnTo>
                  <a:lnTo>
                    <a:pt x="54966" y="133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836328" y="3137491"/>
              <a:ext cx="73758" cy="193975"/>
            </a:xfrm>
            <a:custGeom>
              <a:avLst/>
              <a:pathLst>
                <a:path w="73758" h="193975">
                  <a:moveTo>
                    <a:pt x="6342" y="141100"/>
                  </a:moveTo>
                  <a:lnTo>
                    <a:pt x="18254" y="41788"/>
                  </a:lnTo>
                  <a:lnTo>
                    <a:pt x="23194" y="603"/>
                  </a:lnTo>
                  <a:lnTo>
                    <a:pt x="23108" y="0"/>
                  </a:lnTo>
                  <a:lnTo>
                    <a:pt x="24068" y="428"/>
                  </a:lnTo>
                  <a:lnTo>
                    <a:pt x="26800" y="307"/>
                  </a:lnTo>
                  <a:lnTo>
                    <a:pt x="29843" y="995"/>
                  </a:lnTo>
                  <a:lnTo>
                    <a:pt x="32326" y="1433"/>
                  </a:lnTo>
                  <a:lnTo>
                    <a:pt x="35368" y="2121"/>
                  </a:lnTo>
                  <a:lnTo>
                    <a:pt x="38410" y="2809"/>
                  </a:lnTo>
                  <a:lnTo>
                    <a:pt x="40894" y="3247"/>
                  </a:lnTo>
                  <a:lnTo>
                    <a:pt x="42569" y="3994"/>
                  </a:lnTo>
                  <a:lnTo>
                    <a:pt x="45861" y="4124"/>
                  </a:lnTo>
                  <a:lnTo>
                    <a:pt x="47537" y="4871"/>
                  </a:lnTo>
                  <a:lnTo>
                    <a:pt x="49871" y="5203"/>
                  </a:lnTo>
                  <a:lnTo>
                    <a:pt x="51945" y="5499"/>
                  </a:lnTo>
                  <a:lnTo>
                    <a:pt x="54179" y="6496"/>
                  </a:lnTo>
                  <a:lnTo>
                    <a:pt x="56104" y="6685"/>
                  </a:lnTo>
                  <a:lnTo>
                    <a:pt x="59396" y="6814"/>
                  </a:lnTo>
                  <a:lnTo>
                    <a:pt x="62997" y="7751"/>
                  </a:lnTo>
                  <a:lnTo>
                    <a:pt x="64922" y="7940"/>
                  </a:lnTo>
                  <a:lnTo>
                    <a:pt x="67654" y="7819"/>
                  </a:lnTo>
                  <a:lnTo>
                    <a:pt x="70447" y="9066"/>
                  </a:lnTo>
                  <a:lnTo>
                    <a:pt x="73758" y="8664"/>
                  </a:lnTo>
                  <a:lnTo>
                    <a:pt x="73703" y="9199"/>
                  </a:lnTo>
                  <a:lnTo>
                    <a:pt x="68969" y="44711"/>
                  </a:lnTo>
                  <a:lnTo>
                    <a:pt x="63224" y="87798"/>
                  </a:lnTo>
                  <a:lnTo>
                    <a:pt x="60524" y="108056"/>
                  </a:lnTo>
                  <a:lnTo>
                    <a:pt x="53980" y="157140"/>
                  </a:lnTo>
                  <a:lnTo>
                    <a:pt x="50063" y="186519"/>
                  </a:lnTo>
                  <a:lnTo>
                    <a:pt x="50027" y="186826"/>
                  </a:lnTo>
                  <a:lnTo>
                    <a:pt x="47832" y="185847"/>
                  </a:lnTo>
                  <a:lnTo>
                    <a:pt x="44850" y="186525"/>
                  </a:lnTo>
                  <a:lnTo>
                    <a:pt x="41868" y="187204"/>
                  </a:lnTo>
                  <a:lnTo>
                    <a:pt x="39694" y="187574"/>
                  </a:lnTo>
                  <a:lnTo>
                    <a:pt x="36712" y="188253"/>
                  </a:lnTo>
                  <a:lnTo>
                    <a:pt x="34288" y="189181"/>
                  </a:lnTo>
                  <a:lnTo>
                    <a:pt x="31795" y="189483"/>
                  </a:lnTo>
                  <a:lnTo>
                    <a:pt x="30748" y="189610"/>
                  </a:lnTo>
                  <a:lnTo>
                    <a:pt x="27766" y="190289"/>
                  </a:lnTo>
                  <a:lnTo>
                    <a:pt x="24225" y="190719"/>
                  </a:lnTo>
                  <a:lnTo>
                    <a:pt x="22051" y="191088"/>
                  </a:lnTo>
                  <a:lnTo>
                    <a:pt x="19318" y="191208"/>
                  </a:lnTo>
                  <a:lnTo>
                    <a:pt x="16336" y="191887"/>
                  </a:lnTo>
                  <a:lnTo>
                    <a:pt x="14162" y="192257"/>
                  </a:lnTo>
                  <a:lnTo>
                    <a:pt x="10621" y="192686"/>
                  </a:lnTo>
                  <a:lnTo>
                    <a:pt x="8198" y="193614"/>
                  </a:lnTo>
                  <a:lnTo>
                    <a:pt x="5714" y="193176"/>
                  </a:lnTo>
                  <a:lnTo>
                    <a:pt x="2982" y="193296"/>
                  </a:lnTo>
                  <a:lnTo>
                    <a:pt x="0" y="193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78819" y="3136964"/>
              <a:ext cx="74105" cy="194673"/>
            </a:xfrm>
            <a:custGeom>
              <a:avLst/>
              <a:pathLst>
                <a:path w="74105" h="194673">
                  <a:moveTo>
                    <a:pt x="107" y="173076"/>
                  </a:moveTo>
                  <a:lnTo>
                    <a:pt x="4578" y="143732"/>
                  </a:lnTo>
                  <a:lnTo>
                    <a:pt x="7493" y="124597"/>
                  </a:lnTo>
                  <a:lnTo>
                    <a:pt x="9873" y="108979"/>
                  </a:lnTo>
                  <a:lnTo>
                    <a:pt x="12343" y="92767"/>
                  </a:lnTo>
                  <a:lnTo>
                    <a:pt x="16108" y="68058"/>
                  </a:lnTo>
                  <a:lnTo>
                    <a:pt x="17299" y="60237"/>
                  </a:lnTo>
                  <a:lnTo>
                    <a:pt x="17814" y="52618"/>
                  </a:lnTo>
                  <a:lnTo>
                    <a:pt x="19567" y="26677"/>
                  </a:lnTo>
                  <a:lnTo>
                    <a:pt x="19986" y="20474"/>
                  </a:lnTo>
                  <a:lnTo>
                    <a:pt x="22871" y="3698"/>
                  </a:lnTo>
                  <a:lnTo>
                    <a:pt x="23380" y="3788"/>
                  </a:lnTo>
                  <a:lnTo>
                    <a:pt x="26113" y="3668"/>
                  </a:lnTo>
                  <a:lnTo>
                    <a:pt x="28845" y="3548"/>
                  </a:lnTo>
                  <a:lnTo>
                    <a:pt x="31578" y="3427"/>
                  </a:lnTo>
                  <a:lnTo>
                    <a:pt x="34560" y="2749"/>
                  </a:lnTo>
                  <a:lnTo>
                    <a:pt x="36984" y="1821"/>
                  </a:lnTo>
                  <a:lnTo>
                    <a:pt x="40275" y="1949"/>
                  </a:lnTo>
                  <a:lnTo>
                    <a:pt x="42200" y="2139"/>
                  </a:lnTo>
                  <a:lnTo>
                    <a:pt x="45182" y="1460"/>
                  </a:lnTo>
                  <a:lnTo>
                    <a:pt x="49281" y="1279"/>
                  </a:lnTo>
                  <a:lnTo>
                    <a:pt x="52263" y="601"/>
                  </a:lnTo>
                  <a:lnTo>
                    <a:pt x="55804" y="171"/>
                  </a:lnTo>
                  <a:lnTo>
                    <a:pt x="57169" y="305"/>
                  </a:lnTo>
                  <a:lnTo>
                    <a:pt x="57729" y="360"/>
                  </a:lnTo>
                  <a:lnTo>
                    <a:pt x="61020" y="489"/>
                  </a:lnTo>
                  <a:lnTo>
                    <a:pt x="63194" y="120"/>
                  </a:lnTo>
                  <a:lnTo>
                    <a:pt x="65927" y="0"/>
                  </a:lnTo>
                  <a:lnTo>
                    <a:pt x="70585" y="68"/>
                  </a:lnTo>
                  <a:lnTo>
                    <a:pt x="73876" y="197"/>
                  </a:lnTo>
                  <a:lnTo>
                    <a:pt x="74105" y="110"/>
                  </a:lnTo>
                  <a:lnTo>
                    <a:pt x="65659" y="63460"/>
                  </a:lnTo>
                  <a:lnTo>
                    <a:pt x="63902" y="77752"/>
                  </a:lnTo>
                  <a:lnTo>
                    <a:pt x="49540" y="194578"/>
                  </a:lnTo>
                  <a:lnTo>
                    <a:pt x="47385" y="194673"/>
                  </a:lnTo>
                  <a:lnTo>
                    <a:pt x="43784" y="193736"/>
                  </a:lnTo>
                  <a:lnTo>
                    <a:pt x="42675" y="193924"/>
                  </a:lnTo>
                  <a:lnTo>
                    <a:pt x="41610" y="194105"/>
                  </a:lnTo>
                  <a:lnTo>
                    <a:pt x="38568" y="193418"/>
                  </a:lnTo>
                  <a:lnTo>
                    <a:pt x="35775" y="192172"/>
                  </a:lnTo>
                  <a:lnTo>
                    <a:pt x="32423" y="190676"/>
                  </a:lnTo>
                  <a:lnTo>
                    <a:pt x="28513" y="188932"/>
                  </a:lnTo>
                  <a:lnTo>
                    <a:pt x="25720" y="187685"/>
                  </a:lnTo>
                  <a:lnTo>
                    <a:pt x="22927" y="186439"/>
                  </a:lnTo>
                  <a:lnTo>
                    <a:pt x="20693" y="185442"/>
                  </a:lnTo>
                  <a:lnTo>
                    <a:pt x="17341" y="183947"/>
                  </a:lnTo>
                  <a:lnTo>
                    <a:pt x="13990" y="182452"/>
                  </a:lnTo>
                  <a:lnTo>
                    <a:pt x="11756" y="181455"/>
                  </a:lnTo>
                  <a:lnTo>
                    <a:pt x="8654" y="179400"/>
                  </a:lnTo>
                  <a:lnTo>
                    <a:pt x="5861" y="178154"/>
                  </a:lnTo>
                  <a:lnTo>
                    <a:pt x="3875" y="176599"/>
                  </a:lnTo>
                  <a:lnTo>
                    <a:pt x="1890" y="175043"/>
                  </a:lnTo>
                  <a:lnTo>
                    <a:pt x="0" y="1737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98863" y="3133798"/>
              <a:ext cx="94031" cy="56419"/>
            </a:xfrm>
            <a:custGeom>
              <a:avLst/>
              <a:pathLst>
                <a:path w="94031" h="56419">
                  <a:moveTo>
                    <a:pt x="87583" y="11282"/>
                  </a:moveTo>
                  <a:lnTo>
                    <a:pt x="91640" y="19058"/>
                  </a:lnTo>
                  <a:lnTo>
                    <a:pt x="94031" y="23641"/>
                  </a:lnTo>
                  <a:lnTo>
                    <a:pt x="92915" y="44118"/>
                  </a:lnTo>
                  <a:lnTo>
                    <a:pt x="92420" y="53194"/>
                  </a:lnTo>
                  <a:lnTo>
                    <a:pt x="81850" y="54269"/>
                  </a:lnTo>
                  <a:lnTo>
                    <a:pt x="76376" y="54826"/>
                  </a:lnTo>
                  <a:lnTo>
                    <a:pt x="69811" y="55494"/>
                  </a:lnTo>
                  <a:lnTo>
                    <a:pt x="61457" y="56343"/>
                  </a:lnTo>
                  <a:lnTo>
                    <a:pt x="60718" y="56419"/>
                  </a:lnTo>
                  <a:lnTo>
                    <a:pt x="55108" y="55297"/>
                  </a:lnTo>
                  <a:lnTo>
                    <a:pt x="43573" y="52990"/>
                  </a:lnTo>
                  <a:lnTo>
                    <a:pt x="36538" y="51583"/>
                  </a:lnTo>
                  <a:lnTo>
                    <a:pt x="22293" y="45228"/>
                  </a:lnTo>
                  <a:lnTo>
                    <a:pt x="1612" y="36001"/>
                  </a:lnTo>
                  <a:lnTo>
                    <a:pt x="1481" y="33079"/>
                  </a:lnTo>
                  <a:lnTo>
                    <a:pt x="1355" y="30268"/>
                  </a:lnTo>
                  <a:lnTo>
                    <a:pt x="1204" y="26904"/>
                  </a:lnTo>
                  <a:lnTo>
                    <a:pt x="1067" y="23845"/>
                  </a:lnTo>
                  <a:lnTo>
                    <a:pt x="919" y="20530"/>
                  </a:lnTo>
                  <a:lnTo>
                    <a:pt x="762" y="17019"/>
                  </a:lnTo>
                  <a:lnTo>
                    <a:pt x="574" y="12821"/>
                  </a:lnTo>
                  <a:lnTo>
                    <a:pt x="473" y="10579"/>
                  </a:lnTo>
                  <a:lnTo>
                    <a:pt x="325" y="7271"/>
                  </a:lnTo>
                  <a:lnTo>
                    <a:pt x="212" y="4738"/>
                  </a:lnTo>
                  <a:lnTo>
                    <a:pt x="0" y="0"/>
                  </a:lnTo>
                  <a:lnTo>
                    <a:pt x="14810" y="11065"/>
                  </a:lnTo>
                  <a:lnTo>
                    <a:pt x="14994" y="11203"/>
                  </a:lnTo>
                  <a:lnTo>
                    <a:pt x="27533" y="20570"/>
                  </a:lnTo>
                  <a:lnTo>
                    <a:pt x="33205" y="24808"/>
                  </a:lnTo>
                  <a:lnTo>
                    <a:pt x="35300" y="26373"/>
                  </a:lnTo>
                  <a:lnTo>
                    <a:pt x="46747" y="34926"/>
                  </a:lnTo>
                  <a:lnTo>
                    <a:pt x="51034" y="36069"/>
                  </a:lnTo>
                  <a:lnTo>
                    <a:pt x="54807" y="37075"/>
                  </a:lnTo>
                  <a:lnTo>
                    <a:pt x="57551" y="36825"/>
                  </a:lnTo>
                  <a:lnTo>
                    <a:pt x="61586" y="36458"/>
                  </a:lnTo>
                  <a:lnTo>
                    <a:pt x="62365" y="36387"/>
                  </a:lnTo>
                  <a:lnTo>
                    <a:pt x="66628" y="36000"/>
                  </a:lnTo>
                  <a:lnTo>
                    <a:pt x="70319" y="34419"/>
                  </a:lnTo>
                  <a:lnTo>
                    <a:pt x="71874" y="32434"/>
                  </a:lnTo>
                  <a:lnTo>
                    <a:pt x="73988" y="30698"/>
                  </a:lnTo>
                  <a:lnTo>
                    <a:pt x="75544" y="28713"/>
                  </a:lnTo>
                  <a:lnTo>
                    <a:pt x="77409" y="27536"/>
                  </a:lnTo>
                  <a:lnTo>
                    <a:pt x="78904" y="24184"/>
                  </a:lnTo>
                  <a:lnTo>
                    <a:pt x="80459" y="22199"/>
                  </a:lnTo>
                  <a:lnTo>
                    <a:pt x="82015" y="20214"/>
                  </a:lnTo>
                  <a:lnTo>
                    <a:pt x="82350" y="19462"/>
                  </a:lnTo>
                  <a:lnTo>
                    <a:pt x="82550" y="19016"/>
                  </a:lnTo>
                  <a:lnTo>
                    <a:pt x="83261" y="17421"/>
                  </a:lnTo>
                  <a:lnTo>
                    <a:pt x="84258" y="15187"/>
                  </a:lnTo>
                  <a:lnTo>
                    <a:pt x="85504" y="12394"/>
                  </a:lnTo>
                  <a:lnTo>
                    <a:pt x="86501" y="10159"/>
                  </a:lnTo>
                  <a:lnTo>
                    <a:pt x="86554" y="9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74324" y="3753042"/>
              <a:ext cx="33783" cy="52086"/>
            </a:xfrm>
            <a:custGeom>
              <a:avLst/>
              <a:pathLst>
                <a:path w="33783" h="52086">
                  <a:moveTo>
                    <a:pt x="2878" y="34741"/>
                  </a:moveTo>
                  <a:lnTo>
                    <a:pt x="9388" y="12532"/>
                  </a:lnTo>
                  <a:lnTo>
                    <a:pt x="13062" y="0"/>
                  </a:lnTo>
                  <a:lnTo>
                    <a:pt x="23565" y="4654"/>
                  </a:lnTo>
                  <a:lnTo>
                    <a:pt x="33783" y="9182"/>
                  </a:lnTo>
                  <a:lnTo>
                    <a:pt x="30203" y="24030"/>
                  </a:lnTo>
                  <a:lnTo>
                    <a:pt x="23438" y="52086"/>
                  </a:lnTo>
                  <a:lnTo>
                    <a:pt x="10171" y="47825"/>
                  </a:lnTo>
                  <a:lnTo>
                    <a:pt x="0" y="445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89932" y="3772012"/>
              <a:ext cx="67546" cy="64137"/>
            </a:xfrm>
            <a:custGeom>
              <a:avLst/>
              <a:pathLst>
                <a:path w="67546" h="64137">
                  <a:moveTo>
                    <a:pt x="61950" y="37682"/>
                  </a:moveTo>
                  <a:lnTo>
                    <a:pt x="57731" y="45418"/>
                  </a:lnTo>
                  <a:lnTo>
                    <a:pt x="50980" y="57795"/>
                  </a:lnTo>
                  <a:lnTo>
                    <a:pt x="47522" y="64137"/>
                  </a:lnTo>
                  <a:lnTo>
                    <a:pt x="39142" y="59108"/>
                  </a:lnTo>
                  <a:lnTo>
                    <a:pt x="16121" y="45294"/>
                  </a:lnTo>
                  <a:lnTo>
                    <a:pt x="0" y="35621"/>
                  </a:lnTo>
                  <a:lnTo>
                    <a:pt x="3395" y="29395"/>
                  </a:lnTo>
                  <a:lnTo>
                    <a:pt x="7865" y="21200"/>
                  </a:lnTo>
                  <a:lnTo>
                    <a:pt x="13262" y="11303"/>
                  </a:lnTo>
                  <a:lnTo>
                    <a:pt x="19428" y="0"/>
                  </a:lnTo>
                  <a:lnTo>
                    <a:pt x="31984" y="7156"/>
                  </a:lnTo>
                  <a:lnTo>
                    <a:pt x="48374" y="16496"/>
                  </a:lnTo>
                  <a:lnTo>
                    <a:pt x="67546" y="274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88152" y="3839256"/>
              <a:ext cx="195283" cy="102560"/>
            </a:xfrm>
            <a:custGeom>
              <a:avLst/>
              <a:pathLst>
                <a:path w="195283" h="102560">
                  <a:moveTo>
                    <a:pt x="136486" y="76401"/>
                  </a:moveTo>
                  <a:lnTo>
                    <a:pt x="117877" y="80913"/>
                  </a:lnTo>
                  <a:lnTo>
                    <a:pt x="113448" y="81479"/>
                  </a:lnTo>
                  <a:lnTo>
                    <a:pt x="107304" y="82264"/>
                  </a:lnTo>
                  <a:lnTo>
                    <a:pt x="102932" y="81705"/>
                  </a:lnTo>
                  <a:lnTo>
                    <a:pt x="100255" y="81363"/>
                  </a:lnTo>
                  <a:lnTo>
                    <a:pt x="95189" y="78211"/>
                  </a:lnTo>
                  <a:lnTo>
                    <a:pt x="90234" y="75940"/>
                  </a:lnTo>
                  <a:lnTo>
                    <a:pt x="88801" y="75284"/>
                  </a:lnTo>
                  <a:lnTo>
                    <a:pt x="81091" y="74383"/>
                  </a:lnTo>
                  <a:lnTo>
                    <a:pt x="78072" y="74777"/>
                  </a:lnTo>
                  <a:lnTo>
                    <a:pt x="70738" y="75734"/>
                  </a:lnTo>
                  <a:lnTo>
                    <a:pt x="62588" y="77761"/>
                  </a:lnTo>
                  <a:lnTo>
                    <a:pt x="59598" y="79199"/>
                  </a:lnTo>
                  <a:lnTo>
                    <a:pt x="55098" y="81363"/>
                  </a:lnTo>
                  <a:lnTo>
                    <a:pt x="41054" y="88748"/>
                  </a:lnTo>
                  <a:lnTo>
                    <a:pt x="34164" y="92371"/>
                  </a:lnTo>
                  <a:lnTo>
                    <a:pt x="23315" y="96068"/>
                  </a:lnTo>
                  <a:lnTo>
                    <a:pt x="18141" y="97831"/>
                  </a:lnTo>
                  <a:lnTo>
                    <a:pt x="11794" y="99994"/>
                  </a:lnTo>
                  <a:lnTo>
                    <a:pt x="4263" y="102560"/>
                  </a:lnTo>
                  <a:lnTo>
                    <a:pt x="3336" y="97029"/>
                  </a:lnTo>
                  <a:lnTo>
                    <a:pt x="1170" y="84111"/>
                  </a:lnTo>
                  <a:lnTo>
                    <a:pt x="0" y="77132"/>
                  </a:lnTo>
                  <a:lnTo>
                    <a:pt x="12938" y="73606"/>
                  </a:lnTo>
                  <a:lnTo>
                    <a:pt x="17429" y="63355"/>
                  </a:lnTo>
                  <a:lnTo>
                    <a:pt x="22103" y="52685"/>
                  </a:lnTo>
                  <a:lnTo>
                    <a:pt x="26574" y="42477"/>
                  </a:lnTo>
                  <a:lnTo>
                    <a:pt x="32441" y="29084"/>
                  </a:lnTo>
                  <a:lnTo>
                    <a:pt x="36473" y="19881"/>
                  </a:lnTo>
                  <a:lnTo>
                    <a:pt x="41979" y="7310"/>
                  </a:lnTo>
                  <a:lnTo>
                    <a:pt x="45182" y="0"/>
                  </a:lnTo>
                  <a:lnTo>
                    <a:pt x="60856" y="3648"/>
                  </a:lnTo>
                  <a:lnTo>
                    <a:pt x="83732" y="8974"/>
                  </a:lnTo>
                  <a:lnTo>
                    <a:pt x="108588" y="14760"/>
                  </a:lnTo>
                  <a:lnTo>
                    <a:pt x="109797" y="15041"/>
                  </a:lnTo>
                  <a:lnTo>
                    <a:pt x="127943" y="21929"/>
                  </a:lnTo>
                  <a:lnTo>
                    <a:pt x="135973" y="24977"/>
                  </a:lnTo>
                  <a:lnTo>
                    <a:pt x="147572" y="30034"/>
                  </a:lnTo>
                  <a:lnTo>
                    <a:pt x="159489" y="35228"/>
                  </a:lnTo>
                  <a:lnTo>
                    <a:pt x="172366" y="38575"/>
                  </a:lnTo>
                  <a:lnTo>
                    <a:pt x="195283" y="44531"/>
                  </a:lnTo>
                  <a:lnTo>
                    <a:pt x="190128" y="49614"/>
                  </a:lnTo>
                  <a:lnTo>
                    <a:pt x="185943" y="55243"/>
                  </a:lnTo>
                  <a:lnTo>
                    <a:pt x="179775" y="61098"/>
                  </a:lnTo>
                  <a:lnTo>
                    <a:pt x="173415" y="64973"/>
                  </a:lnTo>
                  <a:lnTo>
                    <a:pt x="168321" y="68078"/>
                  </a:lnTo>
                  <a:lnTo>
                    <a:pt x="157406" y="71135"/>
                  </a:lnTo>
                  <a:lnTo>
                    <a:pt x="152240" y="7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001238" y="1740851"/>
              <a:ext cx="37487" cy="83200"/>
            </a:xfrm>
            <a:custGeom>
              <a:avLst/>
              <a:pathLst>
                <a:path w="37487" h="83200">
                  <a:moveTo>
                    <a:pt x="5106" y="3600"/>
                  </a:moveTo>
                  <a:lnTo>
                    <a:pt x="10503" y="7406"/>
                  </a:lnTo>
                  <a:lnTo>
                    <a:pt x="15900" y="11211"/>
                  </a:lnTo>
                  <a:lnTo>
                    <a:pt x="21297" y="15017"/>
                  </a:lnTo>
                  <a:lnTo>
                    <a:pt x="26694" y="18822"/>
                  </a:lnTo>
                  <a:lnTo>
                    <a:pt x="32090" y="22628"/>
                  </a:lnTo>
                  <a:lnTo>
                    <a:pt x="37487" y="26433"/>
                  </a:lnTo>
                  <a:lnTo>
                    <a:pt x="22776" y="48710"/>
                  </a:lnTo>
                  <a:lnTo>
                    <a:pt x="20004" y="52908"/>
                  </a:lnTo>
                  <a:lnTo>
                    <a:pt x="17231" y="57106"/>
                  </a:lnTo>
                  <a:lnTo>
                    <a:pt x="14459" y="61304"/>
                  </a:lnTo>
                  <a:lnTo>
                    <a:pt x="11687" y="65501"/>
                  </a:lnTo>
                  <a:lnTo>
                    <a:pt x="8915" y="69699"/>
                  </a:lnTo>
                  <a:lnTo>
                    <a:pt x="6143" y="73897"/>
                  </a:lnTo>
                  <a:lnTo>
                    <a:pt x="3371" y="78095"/>
                  </a:lnTo>
                  <a:lnTo>
                    <a:pt x="599" y="82293"/>
                  </a:lnTo>
                  <a:lnTo>
                    <a:pt x="0" y="8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001238" y="1768365"/>
              <a:ext cx="96703" cy="166812"/>
            </a:xfrm>
            <a:custGeom>
              <a:avLst/>
              <a:pathLst>
                <a:path w="96703" h="166812">
                  <a:moveTo>
                    <a:pt x="58176" y="3905"/>
                  </a:moveTo>
                  <a:lnTo>
                    <a:pt x="69402" y="11583"/>
                  </a:lnTo>
                  <a:lnTo>
                    <a:pt x="82991" y="20877"/>
                  </a:lnTo>
                  <a:lnTo>
                    <a:pt x="89230" y="25144"/>
                  </a:lnTo>
                  <a:lnTo>
                    <a:pt x="96703" y="30255"/>
                  </a:lnTo>
                  <a:lnTo>
                    <a:pt x="87412" y="44168"/>
                  </a:lnTo>
                  <a:lnTo>
                    <a:pt x="84180" y="49009"/>
                  </a:lnTo>
                  <a:lnTo>
                    <a:pt x="80947" y="53850"/>
                  </a:lnTo>
                  <a:lnTo>
                    <a:pt x="77715" y="58691"/>
                  </a:lnTo>
                  <a:lnTo>
                    <a:pt x="74482" y="63532"/>
                  </a:lnTo>
                  <a:lnTo>
                    <a:pt x="71249" y="68373"/>
                  </a:lnTo>
                  <a:lnTo>
                    <a:pt x="68017" y="73214"/>
                  </a:lnTo>
                  <a:lnTo>
                    <a:pt x="64784" y="78055"/>
                  </a:lnTo>
                  <a:lnTo>
                    <a:pt x="61551" y="82897"/>
                  </a:lnTo>
                  <a:lnTo>
                    <a:pt x="58319" y="87738"/>
                  </a:lnTo>
                  <a:lnTo>
                    <a:pt x="55086" y="92579"/>
                  </a:lnTo>
                  <a:lnTo>
                    <a:pt x="51854" y="97420"/>
                  </a:lnTo>
                  <a:lnTo>
                    <a:pt x="48621" y="102261"/>
                  </a:lnTo>
                  <a:lnTo>
                    <a:pt x="45389" y="107102"/>
                  </a:lnTo>
                  <a:lnTo>
                    <a:pt x="42156" y="111943"/>
                  </a:lnTo>
                  <a:lnTo>
                    <a:pt x="38923" y="116785"/>
                  </a:lnTo>
                  <a:lnTo>
                    <a:pt x="35691" y="121626"/>
                  </a:lnTo>
                  <a:lnTo>
                    <a:pt x="32458" y="126467"/>
                  </a:lnTo>
                  <a:lnTo>
                    <a:pt x="29226" y="131308"/>
                  </a:lnTo>
                  <a:lnTo>
                    <a:pt x="25993" y="136149"/>
                  </a:lnTo>
                  <a:lnTo>
                    <a:pt x="22760" y="140990"/>
                  </a:lnTo>
                  <a:lnTo>
                    <a:pt x="5518" y="166812"/>
                  </a:lnTo>
                  <a:lnTo>
                    <a:pt x="0" y="163246"/>
                  </a:lnTo>
                  <a:lnTo>
                    <a:pt x="0" y="76344"/>
                  </a:lnTo>
                  <a:lnTo>
                    <a:pt x="3261" y="71599"/>
                  </a:lnTo>
                  <a:lnTo>
                    <a:pt x="6640" y="66682"/>
                  </a:lnTo>
                  <a:lnTo>
                    <a:pt x="10018" y="61766"/>
                  </a:lnTo>
                  <a:lnTo>
                    <a:pt x="13397" y="56849"/>
                  </a:lnTo>
                  <a:lnTo>
                    <a:pt x="16776" y="51933"/>
                  </a:lnTo>
                  <a:lnTo>
                    <a:pt x="20155" y="47016"/>
                  </a:lnTo>
                  <a:lnTo>
                    <a:pt x="23534" y="42099"/>
                  </a:lnTo>
                  <a:lnTo>
                    <a:pt x="26913" y="37183"/>
                  </a:lnTo>
                  <a:lnTo>
                    <a:pt x="30292" y="32266"/>
                  </a:lnTo>
                  <a:lnTo>
                    <a:pt x="33671" y="27349"/>
                  </a:lnTo>
                  <a:lnTo>
                    <a:pt x="37050" y="22432"/>
                  </a:lnTo>
                  <a:lnTo>
                    <a:pt x="40429" y="17515"/>
                  </a:lnTo>
                  <a:lnTo>
                    <a:pt x="43807" y="12599"/>
                  </a:lnTo>
                  <a:lnTo>
                    <a:pt x="524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019955" y="1815974"/>
              <a:ext cx="110892" cy="148394"/>
            </a:xfrm>
            <a:custGeom>
              <a:avLst/>
              <a:pathLst>
                <a:path w="110892" h="148394">
                  <a:moveTo>
                    <a:pt x="99175" y="7315"/>
                  </a:moveTo>
                  <a:lnTo>
                    <a:pt x="110892" y="14726"/>
                  </a:lnTo>
                  <a:lnTo>
                    <a:pt x="88035" y="49948"/>
                  </a:lnTo>
                  <a:lnTo>
                    <a:pt x="79274" y="63446"/>
                  </a:lnTo>
                  <a:lnTo>
                    <a:pt x="69947" y="77818"/>
                  </a:lnTo>
                  <a:lnTo>
                    <a:pt x="62564" y="89196"/>
                  </a:lnTo>
                  <a:lnTo>
                    <a:pt x="49176" y="109825"/>
                  </a:lnTo>
                  <a:lnTo>
                    <a:pt x="31342" y="137305"/>
                  </a:lnTo>
                  <a:lnTo>
                    <a:pt x="24146" y="148394"/>
                  </a:lnTo>
                  <a:lnTo>
                    <a:pt x="18715" y="144536"/>
                  </a:lnTo>
                  <a:lnTo>
                    <a:pt x="13360" y="140732"/>
                  </a:lnTo>
                  <a:lnTo>
                    <a:pt x="7388" y="136490"/>
                  </a:lnTo>
                  <a:lnTo>
                    <a:pt x="1516" y="132319"/>
                  </a:lnTo>
                  <a:lnTo>
                    <a:pt x="0" y="131242"/>
                  </a:lnTo>
                  <a:lnTo>
                    <a:pt x="3244" y="126381"/>
                  </a:lnTo>
                  <a:lnTo>
                    <a:pt x="6489" y="121520"/>
                  </a:lnTo>
                  <a:lnTo>
                    <a:pt x="9734" y="116660"/>
                  </a:lnTo>
                  <a:lnTo>
                    <a:pt x="12978" y="111799"/>
                  </a:lnTo>
                  <a:lnTo>
                    <a:pt x="16223" y="106938"/>
                  </a:lnTo>
                  <a:lnTo>
                    <a:pt x="19468" y="102077"/>
                  </a:lnTo>
                  <a:lnTo>
                    <a:pt x="22713" y="97216"/>
                  </a:lnTo>
                  <a:lnTo>
                    <a:pt x="25957" y="92356"/>
                  </a:lnTo>
                  <a:lnTo>
                    <a:pt x="29202" y="87495"/>
                  </a:lnTo>
                  <a:lnTo>
                    <a:pt x="32447" y="82634"/>
                  </a:lnTo>
                  <a:lnTo>
                    <a:pt x="35692" y="77773"/>
                  </a:lnTo>
                  <a:lnTo>
                    <a:pt x="38936" y="72912"/>
                  </a:lnTo>
                  <a:lnTo>
                    <a:pt x="42181" y="68051"/>
                  </a:lnTo>
                  <a:lnTo>
                    <a:pt x="45426" y="63191"/>
                  </a:lnTo>
                  <a:lnTo>
                    <a:pt x="48670" y="58330"/>
                  </a:lnTo>
                  <a:lnTo>
                    <a:pt x="51915" y="53469"/>
                  </a:lnTo>
                  <a:lnTo>
                    <a:pt x="55160" y="48608"/>
                  </a:lnTo>
                  <a:lnTo>
                    <a:pt x="58404" y="43747"/>
                  </a:lnTo>
                  <a:lnTo>
                    <a:pt x="61649" y="38886"/>
                  </a:lnTo>
                  <a:lnTo>
                    <a:pt x="64894" y="34025"/>
                  </a:lnTo>
                  <a:lnTo>
                    <a:pt x="68139" y="29165"/>
                  </a:lnTo>
                  <a:lnTo>
                    <a:pt x="71383" y="24304"/>
                  </a:lnTo>
                  <a:lnTo>
                    <a:pt x="74628" y="19443"/>
                  </a:lnTo>
                  <a:lnTo>
                    <a:pt x="77872" y="14582"/>
                  </a:lnTo>
                  <a:lnTo>
                    <a:pt x="81117" y="9721"/>
                  </a:lnTo>
                  <a:lnTo>
                    <a:pt x="84362" y="4860"/>
                  </a:lnTo>
                  <a:lnTo>
                    <a:pt x="876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276436" y="1974959"/>
              <a:ext cx="53627" cy="80377"/>
            </a:xfrm>
            <a:custGeom>
              <a:avLst/>
              <a:pathLst>
                <a:path w="53627" h="80377">
                  <a:moveTo>
                    <a:pt x="46931" y="37648"/>
                  </a:moveTo>
                  <a:lnTo>
                    <a:pt x="41098" y="51811"/>
                  </a:lnTo>
                  <a:lnTo>
                    <a:pt x="39882" y="54761"/>
                  </a:lnTo>
                  <a:lnTo>
                    <a:pt x="25112" y="80377"/>
                  </a:lnTo>
                  <a:lnTo>
                    <a:pt x="17577" y="75647"/>
                  </a:lnTo>
                  <a:lnTo>
                    <a:pt x="8008" y="69642"/>
                  </a:lnTo>
                  <a:lnTo>
                    <a:pt x="0" y="64615"/>
                  </a:lnTo>
                  <a:lnTo>
                    <a:pt x="3267" y="58631"/>
                  </a:lnTo>
                  <a:lnTo>
                    <a:pt x="7608" y="50685"/>
                  </a:lnTo>
                  <a:lnTo>
                    <a:pt x="10394" y="45584"/>
                  </a:lnTo>
                  <a:lnTo>
                    <a:pt x="13449" y="39990"/>
                  </a:lnTo>
                  <a:lnTo>
                    <a:pt x="17325" y="33464"/>
                  </a:lnTo>
                  <a:lnTo>
                    <a:pt x="22086" y="25448"/>
                  </a:lnTo>
                  <a:lnTo>
                    <a:pt x="25352" y="19949"/>
                  </a:lnTo>
                  <a:lnTo>
                    <a:pt x="28428" y="14771"/>
                  </a:lnTo>
                  <a:lnTo>
                    <a:pt x="28603" y="14160"/>
                  </a:lnTo>
                  <a:lnTo>
                    <a:pt x="30814" y="6437"/>
                  </a:lnTo>
                  <a:lnTo>
                    <a:pt x="32657" y="0"/>
                  </a:lnTo>
                  <a:lnTo>
                    <a:pt x="40715" y="4637"/>
                  </a:lnTo>
                  <a:lnTo>
                    <a:pt x="53627" y="120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309094" y="1992252"/>
              <a:ext cx="54452" cy="77098"/>
            </a:xfrm>
            <a:custGeom>
              <a:avLst/>
              <a:pathLst>
                <a:path w="54452" h="77098">
                  <a:moveTo>
                    <a:pt x="1548" y="64259"/>
                  </a:moveTo>
                  <a:lnTo>
                    <a:pt x="4560" y="57852"/>
                  </a:lnTo>
                  <a:lnTo>
                    <a:pt x="9202" y="47981"/>
                  </a:lnTo>
                  <a:lnTo>
                    <a:pt x="12006" y="42018"/>
                  </a:lnTo>
                  <a:lnTo>
                    <a:pt x="14795" y="36088"/>
                  </a:lnTo>
                  <a:lnTo>
                    <a:pt x="17655" y="30005"/>
                  </a:lnTo>
                  <a:lnTo>
                    <a:pt x="19513" y="26054"/>
                  </a:lnTo>
                  <a:lnTo>
                    <a:pt x="24142" y="16212"/>
                  </a:lnTo>
                  <a:lnTo>
                    <a:pt x="24205" y="11718"/>
                  </a:lnTo>
                  <a:lnTo>
                    <a:pt x="24318" y="3602"/>
                  </a:lnTo>
                  <a:lnTo>
                    <a:pt x="31015" y="0"/>
                  </a:lnTo>
                  <a:lnTo>
                    <a:pt x="47279" y="9125"/>
                  </a:lnTo>
                  <a:lnTo>
                    <a:pt x="54452" y="13150"/>
                  </a:lnTo>
                  <a:lnTo>
                    <a:pt x="44231" y="36387"/>
                  </a:lnTo>
                  <a:lnTo>
                    <a:pt x="40479" y="41676"/>
                  </a:lnTo>
                  <a:lnTo>
                    <a:pt x="32600" y="52780"/>
                  </a:lnTo>
                  <a:lnTo>
                    <a:pt x="23613" y="77098"/>
                  </a:lnTo>
                  <a:lnTo>
                    <a:pt x="14274" y="76918"/>
                  </a:lnTo>
                  <a:lnTo>
                    <a:pt x="11328" y="74985"/>
                  </a:lnTo>
                  <a:lnTo>
                    <a:pt x="0" y="67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305407" y="2067333"/>
              <a:ext cx="123047" cy="49934"/>
            </a:xfrm>
            <a:custGeom>
              <a:avLst/>
              <a:pathLst>
                <a:path w="123047" h="49934">
                  <a:moveTo>
                    <a:pt x="86480" y="48201"/>
                  </a:moveTo>
                  <a:lnTo>
                    <a:pt x="48849" y="46321"/>
                  </a:lnTo>
                  <a:lnTo>
                    <a:pt x="0" y="43881"/>
                  </a:lnTo>
                  <a:lnTo>
                    <a:pt x="37" y="36662"/>
                  </a:lnTo>
                  <a:lnTo>
                    <a:pt x="67" y="30798"/>
                  </a:lnTo>
                  <a:lnTo>
                    <a:pt x="138" y="17125"/>
                  </a:lnTo>
                  <a:lnTo>
                    <a:pt x="163" y="12245"/>
                  </a:lnTo>
                  <a:lnTo>
                    <a:pt x="211" y="3026"/>
                  </a:lnTo>
                  <a:lnTo>
                    <a:pt x="4652" y="0"/>
                  </a:lnTo>
                  <a:lnTo>
                    <a:pt x="17551" y="8430"/>
                  </a:lnTo>
                  <a:lnTo>
                    <a:pt x="28120" y="9262"/>
                  </a:lnTo>
                  <a:lnTo>
                    <a:pt x="40582" y="10244"/>
                  </a:lnTo>
                  <a:lnTo>
                    <a:pt x="63810" y="12072"/>
                  </a:lnTo>
                  <a:lnTo>
                    <a:pt x="68857" y="12470"/>
                  </a:lnTo>
                  <a:lnTo>
                    <a:pt x="80516" y="13388"/>
                  </a:lnTo>
                  <a:lnTo>
                    <a:pt x="93954" y="14446"/>
                  </a:lnTo>
                  <a:lnTo>
                    <a:pt x="103103" y="15166"/>
                  </a:lnTo>
                  <a:lnTo>
                    <a:pt x="123047" y="16736"/>
                  </a:lnTo>
                  <a:lnTo>
                    <a:pt x="122188" y="31929"/>
                  </a:lnTo>
                  <a:lnTo>
                    <a:pt x="121169" y="499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108056" y="1854654"/>
              <a:ext cx="66118" cy="54164"/>
            </a:xfrm>
            <a:custGeom>
              <a:avLst/>
              <a:pathLst>
                <a:path w="66118" h="54164">
                  <a:moveTo>
                    <a:pt x="61142" y="36884"/>
                  </a:moveTo>
                  <a:lnTo>
                    <a:pt x="54816" y="45534"/>
                  </a:lnTo>
                  <a:lnTo>
                    <a:pt x="48506" y="54164"/>
                  </a:lnTo>
                  <a:lnTo>
                    <a:pt x="30743" y="43244"/>
                  </a:lnTo>
                  <a:lnTo>
                    <a:pt x="21214" y="37386"/>
                  </a:lnTo>
                  <a:lnTo>
                    <a:pt x="11306" y="31295"/>
                  </a:lnTo>
                  <a:lnTo>
                    <a:pt x="0" y="24344"/>
                  </a:lnTo>
                  <a:lnTo>
                    <a:pt x="11613" y="7946"/>
                  </a:lnTo>
                  <a:lnTo>
                    <a:pt x="17240" y="0"/>
                  </a:lnTo>
                  <a:lnTo>
                    <a:pt x="51064" y="20814"/>
                  </a:lnTo>
                  <a:lnTo>
                    <a:pt x="66118" y="30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054812" y="1886979"/>
              <a:ext cx="94283" cy="106287"/>
            </a:xfrm>
            <a:custGeom>
              <a:avLst/>
              <a:pathLst>
                <a:path w="94283" h="106287">
                  <a:moveTo>
                    <a:pt x="88816" y="36369"/>
                  </a:moveTo>
                  <a:lnTo>
                    <a:pt x="81636" y="47278"/>
                  </a:lnTo>
                  <a:lnTo>
                    <a:pt x="75831" y="56098"/>
                  </a:lnTo>
                  <a:lnTo>
                    <a:pt x="69521" y="65684"/>
                  </a:lnTo>
                  <a:lnTo>
                    <a:pt x="64637" y="73105"/>
                  </a:lnTo>
                  <a:lnTo>
                    <a:pt x="60197" y="79852"/>
                  </a:lnTo>
                  <a:lnTo>
                    <a:pt x="53095" y="90643"/>
                  </a:lnTo>
                  <a:lnTo>
                    <a:pt x="47800" y="98687"/>
                  </a:lnTo>
                  <a:lnTo>
                    <a:pt x="42798" y="106287"/>
                  </a:lnTo>
                  <a:lnTo>
                    <a:pt x="35878" y="102072"/>
                  </a:lnTo>
                  <a:lnTo>
                    <a:pt x="24903" y="95387"/>
                  </a:lnTo>
                  <a:lnTo>
                    <a:pt x="15748" y="89811"/>
                  </a:lnTo>
                  <a:lnTo>
                    <a:pt x="5018" y="83275"/>
                  </a:lnTo>
                  <a:lnTo>
                    <a:pt x="0" y="80219"/>
                  </a:lnTo>
                  <a:lnTo>
                    <a:pt x="499" y="73591"/>
                  </a:lnTo>
                  <a:lnTo>
                    <a:pt x="4443" y="67586"/>
                  </a:lnTo>
                  <a:lnTo>
                    <a:pt x="14143" y="52818"/>
                  </a:lnTo>
                  <a:lnTo>
                    <a:pt x="18783" y="45754"/>
                  </a:lnTo>
                  <a:lnTo>
                    <a:pt x="23335" y="38825"/>
                  </a:lnTo>
                  <a:lnTo>
                    <a:pt x="27644" y="32264"/>
                  </a:lnTo>
                  <a:lnTo>
                    <a:pt x="31723" y="26054"/>
                  </a:lnTo>
                  <a:lnTo>
                    <a:pt x="36578" y="18663"/>
                  </a:lnTo>
                  <a:lnTo>
                    <a:pt x="39699" y="13911"/>
                  </a:lnTo>
                  <a:lnTo>
                    <a:pt x="43307" y="8417"/>
                  </a:lnTo>
                  <a:lnTo>
                    <a:pt x="46430" y="3662"/>
                  </a:lnTo>
                  <a:lnTo>
                    <a:pt x="48836" y="0"/>
                  </a:lnTo>
                  <a:lnTo>
                    <a:pt x="75586" y="16517"/>
                  </a:lnTo>
                  <a:lnTo>
                    <a:pt x="94283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165316" y="1891549"/>
              <a:ext cx="126690" cy="105979"/>
            </a:xfrm>
            <a:custGeom>
              <a:avLst/>
              <a:pathLst>
                <a:path w="126690" h="105979">
                  <a:moveTo>
                    <a:pt x="8611" y="9255"/>
                  </a:moveTo>
                  <a:lnTo>
                    <a:pt x="14556" y="0"/>
                  </a:lnTo>
                  <a:lnTo>
                    <a:pt x="39211" y="15850"/>
                  </a:lnTo>
                  <a:lnTo>
                    <a:pt x="56802" y="27158"/>
                  </a:lnTo>
                  <a:lnTo>
                    <a:pt x="66029" y="33090"/>
                  </a:lnTo>
                  <a:lnTo>
                    <a:pt x="78768" y="41279"/>
                  </a:lnTo>
                  <a:lnTo>
                    <a:pt x="85459" y="45580"/>
                  </a:lnTo>
                  <a:lnTo>
                    <a:pt x="126071" y="71688"/>
                  </a:lnTo>
                  <a:lnTo>
                    <a:pt x="126678" y="95443"/>
                  </a:lnTo>
                  <a:lnTo>
                    <a:pt x="126690" y="95882"/>
                  </a:lnTo>
                  <a:lnTo>
                    <a:pt x="122012" y="105979"/>
                  </a:lnTo>
                  <a:lnTo>
                    <a:pt x="116720" y="102574"/>
                  </a:lnTo>
                  <a:lnTo>
                    <a:pt x="112627" y="99939"/>
                  </a:lnTo>
                  <a:lnTo>
                    <a:pt x="111545" y="99197"/>
                  </a:lnTo>
                  <a:lnTo>
                    <a:pt x="106505" y="95739"/>
                  </a:lnTo>
                  <a:lnTo>
                    <a:pt x="100443" y="91580"/>
                  </a:lnTo>
                  <a:lnTo>
                    <a:pt x="93605" y="86888"/>
                  </a:lnTo>
                  <a:lnTo>
                    <a:pt x="88878" y="83645"/>
                  </a:lnTo>
                  <a:lnTo>
                    <a:pt x="81193" y="78372"/>
                  </a:lnTo>
                  <a:lnTo>
                    <a:pt x="67809" y="69188"/>
                  </a:lnTo>
                  <a:lnTo>
                    <a:pt x="59337" y="63376"/>
                  </a:lnTo>
                  <a:lnTo>
                    <a:pt x="48852" y="56182"/>
                  </a:lnTo>
                  <a:lnTo>
                    <a:pt x="35924" y="47312"/>
                  </a:lnTo>
                  <a:lnTo>
                    <a:pt x="24396" y="39402"/>
                  </a:lnTo>
                  <a:lnTo>
                    <a:pt x="15628" y="33386"/>
                  </a:lnTo>
                  <a:lnTo>
                    <a:pt x="5287" y="26291"/>
                  </a:lnTo>
                  <a:lnTo>
                    <a:pt x="0" y="22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142414" y="1927002"/>
              <a:ext cx="139447" cy="103550"/>
            </a:xfrm>
            <a:custGeom>
              <a:avLst/>
              <a:pathLst>
                <a:path w="139447" h="103550">
                  <a:moveTo>
                    <a:pt x="133426" y="91454"/>
                  </a:moveTo>
                  <a:lnTo>
                    <a:pt x="126055" y="103550"/>
                  </a:lnTo>
                  <a:lnTo>
                    <a:pt x="119420" y="99383"/>
                  </a:lnTo>
                  <a:lnTo>
                    <a:pt x="112786" y="95215"/>
                  </a:lnTo>
                  <a:lnTo>
                    <a:pt x="106151" y="91048"/>
                  </a:lnTo>
                  <a:lnTo>
                    <a:pt x="99517" y="86881"/>
                  </a:lnTo>
                  <a:lnTo>
                    <a:pt x="92882" y="82714"/>
                  </a:lnTo>
                  <a:lnTo>
                    <a:pt x="86248" y="78546"/>
                  </a:lnTo>
                  <a:lnTo>
                    <a:pt x="79613" y="74379"/>
                  </a:lnTo>
                  <a:lnTo>
                    <a:pt x="72979" y="70212"/>
                  </a:lnTo>
                  <a:lnTo>
                    <a:pt x="66344" y="66044"/>
                  </a:lnTo>
                  <a:lnTo>
                    <a:pt x="59710" y="61877"/>
                  </a:lnTo>
                  <a:lnTo>
                    <a:pt x="53076" y="57710"/>
                  </a:lnTo>
                  <a:lnTo>
                    <a:pt x="46441" y="53543"/>
                  </a:lnTo>
                  <a:lnTo>
                    <a:pt x="39806" y="49376"/>
                  </a:lnTo>
                  <a:lnTo>
                    <a:pt x="33172" y="45208"/>
                  </a:lnTo>
                  <a:lnTo>
                    <a:pt x="26537" y="41041"/>
                  </a:lnTo>
                  <a:lnTo>
                    <a:pt x="19903" y="36874"/>
                  </a:lnTo>
                  <a:lnTo>
                    <a:pt x="13268" y="32706"/>
                  </a:lnTo>
                  <a:lnTo>
                    <a:pt x="6634" y="28539"/>
                  </a:lnTo>
                  <a:lnTo>
                    <a:pt x="0" y="24372"/>
                  </a:lnTo>
                  <a:lnTo>
                    <a:pt x="8961" y="10626"/>
                  </a:lnTo>
                  <a:lnTo>
                    <a:pt x="15888" y="0"/>
                  </a:lnTo>
                  <a:lnTo>
                    <a:pt x="111486" y="63114"/>
                  </a:lnTo>
                  <a:lnTo>
                    <a:pt x="119240" y="68233"/>
                  </a:lnTo>
                  <a:lnTo>
                    <a:pt x="126987" y="73348"/>
                  </a:lnTo>
                  <a:lnTo>
                    <a:pt x="131084" y="76052"/>
                  </a:lnTo>
                  <a:lnTo>
                    <a:pt x="133741" y="77807"/>
                  </a:lnTo>
                  <a:lnTo>
                    <a:pt x="136732" y="79781"/>
                  </a:lnTo>
                  <a:lnTo>
                    <a:pt x="139447" y="8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107067" y="1961672"/>
              <a:ext cx="92800" cy="83484"/>
            </a:xfrm>
            <a:custGeom>
              <a:avLst/>
              <a:pathLst>
                <a:path w="92800" h="83484">
                  <a:moveTo>
                    <a:pt x="80669" y="57890"/>
                  </a:moveTo>
                  <a:lnTo>
                    <a:pt x="64383" y="83484"/>
                  </a:lnTo>
                  <a:lnTo>
                    <a:pt x="58841" y="79960"/>
                  </a:lnTo>
                  <a:lnTo>
                    <a:pt x="53115" y="76319"/>
                  </a:lnTo>
                  <a:lnTo>
                    <a:pt x="46243" y="71949"/>
                  </a:lnTo>
                  <a:lnTo>
                    <a:pt x="37489" y="66383"/>
                  </a:lnTo>
                  <a:lnTo>
                    <a:pt x="15988" y="52712"/>
                  </a:lnTo>
                  <a:lnTo>
                    <a:pt x="4544" y="45436"/>
                  </a:lnTo>
                  <a:lnTo>
                    <a:pt x="0" y="42546"/>
                  </a:lnTo>
                  <a:lnTo>
                    <a:pt x="6430" y="33604"/>
                  </a:lnTo>
                  <a:lnTo>
                    <a:pt x="11860" y="26051"/>
                  </a:lnTo>
                  <a:lnTo>
                    <a:pt x="21230" y="13021"/>
                  </a:lnTo>
                  <a:lnTo>
                    <a:pt x="27226" y="4682"/>
                  </a:lnTo>
                  <a:lnTo>
                    <a:pt x="30593" y="0"/>
                  </a:lnTo>
                  <a:lnTo>
                    <a:pt x="43849" y="8273"/>
                  </a:lnTo>
                  <a:lnTo>
                    <a:pt x="53469" y="14277"/>
                  </a:lnTo>
                  <a:lnTo>
                    <a:pt x="60194" y="18474"/>
                  </a:lnTo>
                  <a:lnTo>
                    <a:pt x="64855" y="21383"/>
                  </a:lnTo>
                  <a:lnTo>
                    <a:pt x="71647" y="25623"/>
                  </a:lnTo>
                  <a:lnTo>
                    <a:pt x="76412" y="28596"/>
                  </a:lnTo>
                  <a:lnTo>
                    <a:pt x="80568" y="31190"/>
                  </a:lnTo>
                  <a:lnTo>
                    <a:pt x="86445" y="34858"/>
                  </a:lnTo>
                  <a:lnTo>
                    <a:pt x="90159" y="37176"/>
                  </a:lnTo>
                  <a:lnTo>
                    <a:pt x="92800" y="3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176184" y="2003337"/>
              <a:ext cx="86575" cy="78858"/>
            </a:xfrm>
            <a:custGeom>
              <a:avLst/>
              <a:pathLst>
                <a:path w="86575" h="78858">
                  <a:moveTo>
                    <a:pt x="71402" y="54270"/>
                  </a:moveTo>
                  <a:lnTo>
                    <a:pt x="53109" y="78858"/>
                  </a:lnTo>
                  <a:lnTo>
                    <a:pt x="47177" y="74991"/>
                  </a:lnTo>
                  <a:lnTo>
                    <a:pt x="39354" y="69889"/>
                  </a:lnTo>
                  <a:lnTo>
                    <a:pt x="29730" y="63613"/>
                  </a:lnTo>
                  <a:lnTo>
                    <a:pt x="19414" y="56886"/>
                  </a:lnTo>
                  <a:lnTo>
                    <a:pt x="6227" y="48287"/>
                  </a:lnTo>
                  <a:lnTo>
                    <a:pt x="0" y="44226"/>
                  </a:lnTo>
                  <a:lnTo>
                    <a:pt x="11887" y="25907"/>
                  </a:lnTo>
                  <a:lnTo>
                    <a:pt x="19876" y="13595"/>
                  </a:lnTo>
                  <a:lnTo>
                    <a:pt x="28698" y="0"/>
                  </a:lnTo>
                  <a:lnTo>
                    <a:pt x="33750" y="2957"/>
                  </a:lnTo>
                  <a:lnTo>
                    <a:pt x="37710" y="5275"/>
                  </a:lnTo>
                  <a:lnTo>
                    <a:pt x="45920" y="10080"/>
                  </a:lnTo>
                  <a:lnTo>
                    <a:pt x="49446" y="12144"/>
                  </a:lnTo>
                  <a:lnTo>
                    <a:pt x="61337" y="19104"/>
                  </a:lnTo>
                  <a:lnTo>
                    <a:pt x="65890" y="21769"/>
                  </a:lnTo>
                  <a:lnTo>
                    <a:pt x="70535" y="24488"/>
                  </a:lnTo>
                  <a:lnTo>
                    <a:pt x="76037" y="27708"/>
                  </a:lnTo>
                  <a:lnTo>
                    <a:pt x="86575" y="33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238178" y="2043546"/>
              <a:ext cx="48433" cy="67878"/>
            </a:xfrm>
            <a:custGeom>
              <a:avLst/>
              <a:pathLst>
                <a:path w="48433" h="67878">
                  <a:moveTo>
                    <a:pt x="45202" y="53416"/>
                  </a:moveTo>
                  <a:lnTo>
                    <a:pt x="43062" y="59267"/>
                  </a:lnTo>
                  <a:lnTo>
                    <a:pt x="37951" y="67878"/>
                  </a:lnTo>
                  <a:lnTo>
                    <a:pt x="34598" y="65765"/>
                  </a:lnTo>
                  <a:lnTo>
                    <a:pt x="26838" y="60875"/>
                  </a:lnTo>
                  <a:lnTo>
                    <a:pt x="10639" y="50666"/>
                  </a:lnTo>
                  <a:lnTo>
                    <a:pt x="0" y="43962"/>
                  </a:lnTo>
                  <a:lnTo>
                    <a:pt x="5080" y="36359"/>
                  </a:lnTo>
                  <a:lnTo>
                    <a:pt x="11799" y="26302"/>
                  </a:lnTo>
                  <a:lnTo>
                    <a:pt x="18891" y="15689"/>
                  </a:lnTo>
                  <a:lnTo>
                    <a:pt x="24924" y="6659"/>
                  </a:lnTo>
                  <a:lnTo>
                    <a:pt x="29374" y="0"/>
                  </a:lnTo>
                  <a:lnTo>
                    <a:pt x="38672" y="6399"/>
                  </a:lnTo>
                  <a:lnTo>
                    <a:pt x="42141" y="8787"/>
                  </a:lnTo>
                  <a:lnTo>
                    <a:pt x="43751" y="10312"/>
                  </a:lnTo>
                  <a:lnTo>
                    <a:pt x="45883" y="19599"/>
                  </a:lnTo>
                  <a:lnTo>
                    <a:pt x="46950" y="30053"/>
                  </a:lnTo>
                  <a:lnTo>
                    <a:pt x="47841" y="38778"/>
                  </a:lnTo>
                  <a:lnTo>
                    <a:pt x="48433" y="44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001238" y="1964806"/>
              <a:ext cx="53677" cy="111487"/>
            </a:xfrm>
            <a:custGeom>
              <a:avLst/>
              <a:pathLst>
                <a:path w="53677" h="111487">
                  <a:moveTo>
                    <a:pt x="50185" y="34847"/>
                  </a:moveTo>
                  <a:lnTo>
                    <a:pt x="46693" y="40179"/>
                  </a:lnTo>
                  <a:lnTo>
                    <a:pt x="43202" y="45511"/>
                  </a:lnTo>
                  <a:lnTo>
                    <a:pt x="39710" y="50843"/>
                  </a:lnTo>
                  <a:lnTo>
                    <a:pt x="36219" y="56175"/>
                  </a:lnTo>
                  <a:lnTo>
                    <a:pt x="32727" y="61507"/>
                  </a:lnTo>
                  <a:lnTo>
                    <a:pt x="29236" y="66839"/>
                  </a:lnTo>
                  <a:lnTo>
                    <a:pt x="25744" y="72171"/>
                  </a:lnTo>
                  <a:lnTo>
                    <a:pt x="22253" y="77504"/>
                  </a:lnTo>
                  <a:lnTo>
                    <a:pt x="18761" y="82836"/>
                  </a:lnTo>
                  <a:lnTo>
                    <a:pt x="15269" y="88168"/>
                  </a:lnTo>
                  <a:lnTo>
                    <a:pt x="11778" y="93500"/>
                  </a:lnTo>
                  <a:lnTo>
                    <a:pt x="8286" y="98832"/>
                  </a:lnTo>
                  <a:lnTo>
                    <a:pt x="4795" y="104164"/>
                  </a:lnTo>
                  <a:lnTo>
                    <a:pt x="1303" y="109496"/>
                  </a:lnTo>
                  <a:lnTo>
                    <a:pt x="0" y="111487"/>
                  </a:lnTo>
                  <a:lnTo>
                    <a:pt x="0" y="11176"/>
                  </a:lnTo>
                  <a:lnTo>
                    <a:pt x="2007" y="8199"/>
                  </a:lnTo>
                  <a:lnTo>
                    <a:pt x="4832" y="4009"/>
                  </a:lnTo>
                  <a:lnTo>
                    <a:pt x="7536" y="0"/>
                  </a:lnTo>
                  <a:lnTo>
                    <a:pt x="35281" y="17748"/>
                  </a:lnTo>
                  <a:lnTo>
                    <a:pt x="53677" y="29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036387" y="2007109"/>
              <a:ext cx="141690" cy="120248"/>
            </a:xfrm>
            <a:custGeom>
              <a:avLst/>
              <a:pathLst>
                <a:path w="141690" h="120248">
                  <a:moveTo>
                    <a:pt x="54675" y="2647"/>
                  </a:moveTo>
                  <a:lnTo>
                    <a:pt x="67149" y="10750"/>
                  </a:lnTo>
                  <a:lnTo>
                    <a:pt x="74756" y="15691"/>
                  </a:lnTo>
                  <a:lnTo>
                    <a:pt x="79161" y="18553"/>
                  </a:lnTo>
                  <a:lnTo>
                    <a:pt x="90679" y="26034"/>
                  </a:lnTo>
                  <a:lnTo>
                    <a:pt x="95246" y="29001"/>
                  </a:lnTo>
                  <a:lnTo>
                    <a:pt x="105355" y="35567"/>
                  </a:lnTo>
                  <a:lnTo>
                    <a:pt x="108311" y="37488"/>
                  </a:lnTo>
                  <a:lnTo>
                    <a:pt x="118875" y="44349"/>
                  </a:lnTo>
                  <a:lnTo>
                    <a:pt x="141690" y="59169"/>
                  </a:lnTo>
                  <a:lnTo>
                    <a:pt x="128556" y="79638"/>
                  </a:lnTo>
                  <a:lnTo>
                    <a:pt x="121934" y="89959"/>
                  </a:lnTo>
                  <a:lnTo>
                    <a:pt x="118523" y="95275"/>
                  </a:lnTo>
                  <a:lnTo>
                    <a:pt x="99809" y="120248"/>
                  </a:lnTo>
                  <a:lnTo>
                    <a:pt x="87864" y="111727"/>
                  </a:lnTo>
                  <a:lnTo>
                    <a:pt x="82541" y="107929"/>
                  </a:lnTo>
                  <a:lnTo>
                    <a:pt x="77217" y="104131"/>
                  </a:lnTo>
                  <a:lnTo>
                    <a:pt x="71894" y="100334"/>
                  </a:lnTo>
                  <a:lnTo>
                    <a:pt x="66571" y="96536"/>
                  </a:lnTo>
                  <a:lnTo>
                    <a:pt x="61248" y="92738"/>
                  </a:lnTo>
                  <a:lnTo>
                    <a:pt x="55924" y="88941"/>
                  </a:lnTo>
                  <a:lnTo>
                    <a:pt x="50601" y="85143"/>
                  </a:lnTo>
                  <a:lnTo>
                    <a:pt x="45278" y="81346"/>
                  </a:lnTo>
                  <a:lnTo>
                    <a:pt x="39955" y="77548"/>
                  </a:lnTo>
                  <a:lnTo>
                    <a:pt x="34631" y="73750"/>
                  </a:lnTo>
                  <a:lnTo>
                    <a:pt x="29308" y="69952"/>
                  </a:lnTo>
                  <a:lnTo>
                    <a:pt x="23985" y="66155"/>
                  </a:lnTo>
                  <a:lnTo>
                    <a:pt x="0" y="49044"/>
                  </a:lnTo>
                  <a:lnTo>
                    <a:pt x="3669" y="43533"/>
                  </a:lnTo>
                  <a:lnTo>
                    <a:pt x="7900" y="37179"/>
                  </a:lnTo>
                  <a:lnTo>
                    <a:pt x="12642" y="30056"/>
                  </a:lnTo>
                  <a:lnTo>
                    <a:pt x="17775" y="22347"/>
                  </a:lnTo>
                  <a:lnTo>
                    <a:pt x="22056" y="15918"/>
                  </a:lnTo>
                  <a:lnTo>
                    <a:pt x="25650" y="10520"/>
                  </a:lnTo>
                  <a:lnTo>
                    <a:pt x="29945" y="4070"/>
                  </a:lnTo>
                  <a:lnTo>
                    <a:pt x="32655" y="0"/>
                  </a:lnTo>
                  <a:lnTo>
                    <a:pt x="50937" y="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001238" y="2063287"/>
              <a:ext cx="129200" cy="115864"/>
            </a:xfrm>
            <a:custGeom>
              <a:avLst/>
              <a:pathLst>
                <a:path w="129200" h="115864">
                  <a:moveTo>
                    <a:pt x="1634" y="34829"/>
                  </a:moveTo>
                  <a:lnTo>
                    <a:pt x="4978" y="29878"/>
                  </a:lnTo>
                  <a:lnTo>
                    <a:pt x="8615" y="24493"/>
                  </a:lnTo>
                  <a:lnTo>
                    <a:pt x="12016" y="19457"/>
                  </a:lnTo>
                  <a:lnTo>
                    <a:pt x="15081" y="14920"/>
                  </a:lnTo>
                  <a:lnTo>
                    <a:pt x="18020" y="10568"/>
                  </a:lnTo>
                  <a:lnTo>
                    <a:pt x="20878" y="6338"/>
                  </a:lnTo>
                  <a:lnTo>
                    <a:pt x="23931" y="1817"/>
                  </a:lnTo>
                  <a:lnTo>
                    <a:pt x="25159" y="0"/>
                  </a:lnTo>
                  <a:lnTo>
                    <a:pt x="52847" y="18739"/>
                  </a:lnTo>
                  <a:lnTo>
                    <a:pt x="63580" y="26004"/>
                  </a:lnTo>
                  <a:lnTo>
                    <a:pt x="66708" y="28120"/>
                  </a:lnTo>
                  <a:lnTo>
                    <a:pt x="69751" y="30180"/>
                  </a:lnTo>
                  <a:lnTo>
                    <a:pt x="71470" y="31343"/>
                  </a:lnTo>
                  <a:lnTo>
                    <a:pt x="72791" y="32283"/>
                  </a:lnTo>
                  <a:lnTo>
                    <a:pt x="80719" y="37923"/>
                  </a:lnTo>
                  <a:lnTo>
                    <a:pt x="84562" y="40658"/>
                  </a:lnTo>
                  <a:lnTo>
                    <a:pt x="89996" y="44524"/>
                  </a:lnTo>
                  <a:lnTo>
                    <a:pt x="92895" y="46586"/>
                  </a:lnTo>
                  <a:lnTo>
                    <a:pt x="96843" y="49395"/>
                  </a:lnTo>
                  <a:lnTo>
                    <a:pt x="102077" y="53119"/>
                  </a:lnTo>
                  <a:lnTo>
                    <a:pt x="109076" y="58098"/>
                  </a:lnTo>
                  <a:lnTo>
                    <a:pt x="118149" y="64552"/>
                  </a:lnTo>
                  <a:lnTo>
                    <a:pt x="122452" y="67614"/>
                  </a:lnTo>
                  <a:lnTo>
                    <a:pt x="125806" y="70000"/>
                  </a:lnTo>
                  <a:lnTo>
                    <a:pt x="129200" y="72414"/>
                  </a:lnTo>
                  <a:lnTo>
                    <a:pt x="116044" y="92003"/>
                  </a:lnTo>
                  <a:lnTo>
                    <a:pt x="100018" y="115864"/>
                  </a:lnTo>
                  <a:lnTo>
                    <a:pt x="96465" y="113484"/>
                  </a:lnTo>
                  <a:lnTo>
                    <a:pt x="92622" y="110911"/>
                  </a:lnTo>
                  <a:lnTo>
                    <a:pt x="87570" y="107528"/>
                  </a:lnTo>
                  <a:lnTo>
                    <a:pt x="80447" y="102757"/>
                  </a:lnTo>
                  <a:lnTo>
                    <a:pt x="77080" y="100503"/>
                  </a:lnTo>
                  <a:lnTo>
                    <a:pt x="74072" y="98488"/>
                  </a:lnTo>
                  <a:lnTo>
                    <a:pt x="69777" y="95612"/>
                  </a:lnTo>
                  <a:lnTo>
                    <a:pt x="64803" y="92281"/>
                  </a:lnTo>
                  <a:lnTo>
                    <a:pt x="61001" y="89735"/>
                  </a:lnTo>
                  <a:lnTo>
                    <a:pt x="56105" y="86456"/>
                  </a:lnTo>
                  <a:lnTo>
                    <a:pt x="51655" y="83476"/>
                  </a:lnTo>
                  <a:lnTo>
                    <a:pt x="48063" y="81071"/>
                  </a:lnTo>
                  <a:lnTo>
                    <a:pt x="42048" y="77042"/>
                  </a:lnTo>
                  <a:lnTo>
                    <a:pt x="36524" y="73343"/>
                  </a:lnTo>
                  <a:lnTo>
                    <a:pt x="31401" y="69912"/>
                  </a:lnTo>
                  <a:lnTo>
                    <a:pt x="25178" y="65745"/>
                  </a:lnTo>
                  <a:lnTo>
                    <a:pt x="14348" y="58492"/>
                  </a:lnTo>
                  <a:lnTo>
                    <a:pt x="0" y="48883"/>
                  </a:lnTo>
                  <a:lnTo>
                    <a:pt x="0" y="37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001238" y="2126945"/>
              <a:ext cx="94996" cy="108394"/>
            </a:xfrm>
            <a:custGeom>
              <a:avLst/>
              <a:pathLst>
                <a:path w="94996" h="108394">
                  <a:moveTo>
                    <a:pt x="18968" y="12849"/>
                  </a:moveTo>
                  <a:lnTo>
                    <a:pt x="23720" y="16068"/>
                  </a:lnTo>
                  <a:lnTo>
                    <a:pt x="28471" y="19286"/>
                  </a:lnTo>
                  <a:lnTo>
                    <a:pt x="33223" y="22505"/>
                  </a:lnTo>
                  <a:lnTo>
                    <a:pt x="37975" y="25724"/>
                  </a:lnTo>
                  <a:lnTo>
                    <a:pt x="42726" y="28943"/>
                  </a:lnTo>
                  <a:lnTo>
                    <a:pt x="47478" y="32162"/>
                  </a:lnTo>
                  <a:lnTo>
                    <a:pt x="52230" y="35381"/>
                  </a:lnTo>
                  <a:lnTo>
                    <a:pt x="56982" y="38600"/>
                  </a:lnTo>
                  <a:lnTo>
                    <a:pt x="61733" y="41819"/>
                  </a:lnTo>
                  <a:lnTo>
                    <a:pt x="66485" y="45038"/>
                  </a:lnTo>
                  <a:lnTo>
                    <a:pt x="71237" y="48257"/>
                  </a:lnTo>
                  <a:lnTo>
                    <a:pt x="75989" y="51475"/>
                  </a:lnTo>
                  <a:lnTo>
                    <a:pt x="80741" y="54694"/>
                  </a:lnTo>
                  <a:lnTo>
                    <a:pt x="85493" y="57913"/>
                  </a:lnTo>
                  <a:lnTo>
                    <a:pt x="90244" y="61132"/>
                  </a:lnTo>
                  <a:lnTo>
                    <a:pt x="94996" y="64351"/>
                  </a:lnTo>
                  <a:lnTo>
                    <a:pt x="80909" y="85727"/>
                  </a:lnTo>
                  <a:lnTo>
                    <a:pt x="65971" y="108394"/>
                  </a:lnTo>
                  <a:lnTo>
                    <a:pt x="59920" y="104254"/>
                  </a:lnTo>
                  <a:lnTo>
                    <a:pt x="53869" y="100115"/>
                  </a:lnTo>
                  <a:lnTo>
                    <a:pt x="47819" y="95975"/>
                  </a:lnTo>
                  <a:lnTo>
                    <a:pt x="41768" y="91836"/>
                  </a:lnTo>
                  <a:lnTo>
                    <a:pt x="35717" y="87697"/>
                  </a:lnTo>
                  <a:lnTo>
                    <a:pt x="29666" y="83557"/>
                  </a:lnTo>
                  <a:lnTo>
                    <a:pt x="23616" y="79418"/>
                  </a:lnTo>
                  <a:lnTo>
                    <a:pt x="17565" y="75278"/>
                  </a:lnTo>
                  <a:lnTo>
                    <a:pt x="11514" y="71139"/>
                  </a:lnTo>
                  <a:lnTo>
                    <a:pt x="5464" y="67000"/>
                  </a:lnTo>
                  <a:lnTo>
                    <a:pt x="0" y="63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001238" y="2209614"/>
              <a:ext cx="56222" cy="82990"/>
            </a:xfrm>
            <a:custGeom>
              <a:avLst/>
              <a:pathLst>
                <a:path w="56222" h="82990">
                  <a:moveTo>
                    <a:pt x="796" y="556"/>
                  </a:moveTo>
                  <a:lnTo>
                    <a:pt x="4702" y="3282"/>
                  </a:lnTo>
                  <a:lnTo>
                    <a:pt x="8608" y="6008"/>
                  </a:lnTo>
                  <a:lnTo>
                    <a:pt x="12514" y="8735"/>
                  </a:lnTo>
                  <a:lnTo>
                    <a:pt x="16420" y="11461"/>
                  </a:lnTo>
                  <a:lnTo>
                    <a:pt x="20326" y="14187"/>
                  </a:lnTo>
                  <a:lnTo>
                    <a:pt x="24231" y="16914"/>
                  </a:lnTo>
                  <a:lnTo>
                    <a:pt x="28137" y="19640"/>
                  </a:lnTo>
                  <a:lnTo>
                    <a:pt x="32043" y="22366"/>
                  </a:lnTo>
                  <a:lnTo>
                    <a:pt x="35949" y="25092"/>
                  </a:lnTo>
                  <a:lnTo>
                    <a:pt x="39855" y="27819"/>
                  </a:lnTo>
                  <a:lnTo>
                    <a:pt x="43761" y="30545"/>
                  </a:lnTo>
                  <a:lnTo>
                    <a:pt x="56222" y="39243"/>
                  </a:lnTo>
                  <a:lnTo>
                    <a:pt x="51311" y="46897"/>
                  </a:lnTo>
                  <a:lnTo>
                    <a:pt x="40285" y="64081"/>
                  </a:lnTo>
                  <a:lnTo>
                    <a:pt x="28151" y="82990"/>
                  </a:lnTo>
                  <a:lnTo>
                    <a:pt x="18369" y="76640"/>
                  </a:lnTo>
                  <a:lnTo>
                    <a:pt x="14143" y="73896"/>
                  </a:lnTo>
                  <a:lnTo>
                    <a:pt x="9917" y="71152"/>
                  </a:lnTo>
                  <a:lnTo>
                    <a:pt x="5690" y="68408"/>
                  </a:lnTo>
                  <a:lnTo>
                    <a:pt x="1464" y="65664"/>
                  </a:lnTo>
                  <a:lnTo>
                    <a:pt x="0" y="647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001238" y="2290063"/>
              <a:ext cx="19660" cy="42739"/>
            </a:xfrm>
            <a:custGeom>
              <a:avLst/>
              <a:pathLst>
                <a:path w="19660" h="42739">
                  <a:moveTo>
                    <a:pt x="19660" y="13166"/>
                  </a:moveTo>
                  <a:lnTo>
                    <a:pt x="16287" y="18241"/>
                  </a:lnTo>
                  <a:lnTo>
                    <a:pt x="12913" y="23316"/>
                  </a:lnTo>
                  <a:lnTo>
                    <a:pt x="9539" y="28391"/>
                  </a:lnTo>
                  <a:lnTo>
                    <a:pt x="6165" y="33466"/>
                  </a:lnTo>
                  <a:lnTo>
                    <a:pt x="2791" y="38540"/>
                  </a:lnTo>
                  <a:lnTo>
                    <a:pt x="0" y="42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002910" y="2260676"/>
              <a:ext cx="136377" cy="155232"/>
            </a:xfrm>
            <a:custGeom>
              <a:avLst/>
              <a:pathLst>
                <a:path w="136377" h="155232">
                  <a:moveTo>
                    <a:pt x="68359" y="155232"/>
                  </a:moveTo>
                  <a:lnTo>
                    <a:pt x="58005" y="148441"/>
                  </a:lnTo>
                  <a:lnTo>
                    <a:pt x="20453" y="123809"/>
                  </a:lnTo>
                  <a:lnTo>
                    <a:pt x="0" y="110393"/>
                  </a:lnTo>
                  <a:lnTo>
                    <a:pt x="20398" y="77773"/>
                  </a:lnTo>
                  <a:lnTo>
                    <a:pt x="25926" y="68933"/>
                  </a:lnTo>
                  <a:lnTo>
                    <a:pt x="27551" y="66334"/>
                  </a:lnTo>
                  <a:lnTo>
                    <a:pt x="29147" y="63781"/>
                  </a:lnTo>
                  <a:lnTo>
                    <a:pt x="68314" y="1149"/>
                  </a:lnTo>
                  <a:lnTo>
                    <a:pt x="71163" y="0"/>
                  </a:lnTo>
                  <a:lnTo>
                    <a:pt x="101460" y="21181"/>
                  </a:lnTo>
                  <a:lnTo>
                    <a:pt x="103914" y="22898"/>
                  </a:lnTo>
                  <a:lnTo>
                    <a:pt x="107307" y="25270"/>
                  </a:lnTo>
                  <a:lnTo>
                    <a:pt x="135425" y="44926"/>
                  </a:lnTo>
                  <a:lnTo>
                    <a:pt x="136377" y="47692"/>
                  </a:lnTo>
                  <a:lnTo>
                    <a:pt x="105362" y="96730"/>
                  </a:lnTo>
                  <a:lnTo>
                    <a:pt x="93215" y="115934"/>
                  </a:lnTo>
                  <a:lnTo>
                    <a:pt x="90689" y="119928"/>
                  </a:lnTo>
                  <a:lnTo>
                    <a:pt x="89297" y="122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073977" y="2194877"/>
              <a:ext cx="110456" cy="101417"/>
            </a:xfrm>
            <a:custGeom>
              <a:avLst/>
              <a:pathLst>
                <a:path w="110456" h="101417">
                  <a:moveTo>
                    <a:pt x="14919" y="22179"/>
                  </a:moveTo>
                  <a:lnTo>
                    <a:pt x="22803" y="10099"/>
                  </a:lnTo>
                  <a:lnTo>
                    <a:pt x="29394" y="0"/>
                  </a:lnTo>
                  <a:lnTo>
                    <a:pt x="35716" y="4439"/>
                  </a:lnTo>
                  <a:lnTo>
                    <a:pt x="41518" y="8513"/>
                  </a:lnTo>
                  <a:lnTo>
                    <a:pt x="50651" y="14927"/>
                  </a:lnTo>
                  <a:lnTo>
                    <a:pt x="58698" y="20578"/>
                  </a:lnTo>
                  <a:lnTo>
                    <a:pt x="67902" y="27041"/>
                  </a:lnTo>
                  <a:lnTo>
                    <a:pt x="74311" y="31542"/>
                  </a:lnTo>
                  <a:lnTo>
                    <a:pt x="80517" y="35899"/>
                  </a:lnTo>
                  <a:lnTo>
                    <a:pt x="85420" y="39342"/>
                  </a:lnTo>
                  <a:lnTo>
                    <a:pt x="91847" y="43856"/>
                  </a:lnTo>
                  <a:lnTo>
                    <a:pt x="101285" y="50483"/>
                  </a:lnTo>
                  <a:lnTo>
                    <a:pt x="110456" y="56923"/>
                  </a:lnTo>
                  <a:lnTo>
                    <a:pt x="105779" y="63376"/>
                  </a:lnTo>
                  <a:lnTo>
                    <a:pt x="99741" y="71705"/>
                  </a:lnTo>
                  <a:lnTo>
                    <a:pt x="94222" y="79320"/>
                  </a:lnTo>
                  <a:lnTo>
                    <a:pt x="86749" y="89631"/>
                  </a:lnTo>
                  <a:lnTo>
                    <a:pt x="82131" y="96002"/>
                  </a:lnTo>
                  <a:lnTo>
                    <a:pt x="78207" y="101417"/>
                  </a:lnTo>
                  <a:lnTo>
                    <a:pt x="73478" y="98008"/>
                  </a:lnTo>
                  <a:lnTo>
                    <a:pt x="65494" y="92252"/>
                  </a:lnTo>
                  <a:lnTo>
                    <a:pt x="61142" y="89115"/>
                  </a:lnTo>
                  <a:lnTo>
                    <a:pt x="53204" y="83394"/>
                  </a:lnTo>
                  <a:lnTo>
                    <a:pt x="45314" y="77706"/>
                  </a:lnTo>
                  <a:lnTo>
                    <a:pt x="42360" y="75576"/>
                  </a:lnTo>
                  <a:lnTo>
                    <a:pt x="34082" y="69609"/>
                  </a:lnTo>
                  <a:lnTo>
                    <a:pt x="22669" y="61382"/>
                  </a:lnTo>
                  <a:lnTo>
                    <a:pt x="11770" y="53526"/>
                  </a:lnTo>
                  <a:lnTo>
                    <a:pt x="7704" y="50595"/>
                  </a:lnTo>
                  <a:lnTo>
                    <a:pt x="0" y="45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162490" y="2131469"/>
              <a:ext cx="91991" cy="114206"/>
            </a:xfrm>
            <a:custGeom>
              <a:avLst/>
              <a:pathLst>
                <a:path w="91991" h="114206">
                  <a:moveTo>
                    <a:pt x="12305" y="71154"/>
                  </a:moveTo>
                  <a:lnTo>
                    <a:pt x="16844" y="64041"/>
                  </a:lnTo>
                  <a:lnTo>
                    <a:pt x="20218" y="58755"/>
                  </a:lnTo>
                  <a:lnTo>
                    <a:pt x="24781" y="51605"/>
                  </a:lnTo>
                  <a:lnTo>
                    <a:pt x="29901" y="43583"/>
                  </a:lnTo>
                  <a:lnTo>
                    <a:pt x="33261" y="38318"/>
                  </a:lnTo>
                  <a:lnTo>
                    <a:pt x="39571" y="28431"/>
                  </a:lnTo>
                  <a:lnTo>
                    <a:pt x="44641" y="20486"/>
                  </a:lnTo>
                  <a:lnTo>
                    <a:pt x="48772" y="14013"/>
                  </a:lnTo>
                  <a:lnTo>
                    <a:pt x="53282" y="6947"/>
                  </a:lnTo>
                  <a:lnTo>
                    <a:pt x="57716" y="0"/>
                  </a:lnTo>
                  <a:lnTo>
                    <a:pt x="72306" y="12843"/>
                  </a:lnTo>
                  <a:lnTo>
                    <a:pt x="79736" y="19384"/>
                  </a:lnTo>
                  <a:lnTo>
                    <a:pt x="91991" y="30172"/>
                  </a:lnTo>
                  <a:lnTo>
                    <a:pt x="86130" y="38893"/>
                  </a:lnTo>
                  <a:lnTo>
                    <a:pt x="80510" y="47254"/>
                  </a:lnTo>
                  <a:lnTo>
                    <a:pt x="73888" y="57106"/>
                  </a:lnTo>
                  <a:lnTo>
                    <a:pt x="66893" y="67514"/>
                  </a:lnTo>
                  <a:lnTo>
                    <a:pt x="59754" y="78137"/>
                  </a:lnTo>
                  <a:lnTo>
                    <a:pt x="54975" y="85248"/>
                  </a:lnTo>
                  <a:lnTo>
                    <a:pt x="49534" y="93343"/>
                  </a:lnTo>
                  <a:lnTo>
                    <a:pt x="35512" y="114206"/>
                  </a:lnTo>
                  <a:lnTo>
                    <a:pt x="31089" y="111246"/>
                  </a:lnTo>
                  <a:lnTo>
                    <a:pt x="24663" y="106944"/>
                  </a:lnTo>
                  <a:lnTo>
                    <a:pt x="19630" y="103576"/>
                  </a:lnTo>
                  <a:lnTo>
                    <a:pt x="15973" y="101128"/>
                  </a:lnTo>
                  <a:lnTo>
                    <a:pt x="11144" y="97895"/>
                  </a:lnTo>
                  <a:lnTo>
                    <a:pt x="7203" y="95257"/>
                  </a:lnTo>
                  <a:lnTo>
                    <a:pt x="3273" y="92627"/>
                  </a:lnTo>
                  <a:lnTo>
                    <a:pt x="0" y="90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213761" y="2097934"/>
              <a:ext cx="172589" cy="134074"/>
            </a:xfrm>
            <a:custGeom>
              <a:avLst/>
              <a:pathLst>
                <a:path w="172589" h="134074">
                  <a:moveTo>
                    <a:pt x="126663" y="127127"/>
                  </a:moveTo>
                  <a:lnTo>
                    <a:pt x="122039" y="123718"/>
                  </a:lnTo>
                  <a:lnTo>
                    <a:pt x="115208" y="118682"/>
                  </a:lnTo>
                  <a:lnTo>
                    <a:pt x="99231" y="106905"/>
                  </a:lnTo>
                  <a:lnTo>
                    <a:pt x="95541" y="104185"/>
                  </a:lnTo>
                  <a:lnTo>
                    <a:pt x="83565" y="92770"/>
                  </a:lnTo>
                  <a:lnTo>
                    <a:pt x="79821" y="89202"/>
                  </a:lnTo>
                  <a:lnTo>
                    <a:pt x="69731" y="79030"/>
                  </a:lnTo>
                  <a:lnTo>
                    <a:pt x="60908" y="70136"/>
                  </a:lnTo>
                  <a:lnTo>
                    <a:pt x="55787" y="64974"/>
                  </a:lnTo>
                  <a:lnTo>
                    <a:pt x="48517" y="57646"/>
                  </a:lnTo>
                  <a:lnTo>
                    <a:pt x="41492" y="50564"/>
                  </a:lnTo>
                  <a:lnTo>
                    <a:pt x="0" y="8736"/>
                  </a:lnTo>
                  <a:lnTo>
                    <a:pt x="6732" y="0"/>
                  </a:lnTo>
                  <a:lnTo>
                    <a:pt x="22963" y="7778"/>
                  </a:lnTo>
                  <a:lnTo>
                    <a:pt x="30964" y="11613"/>
                  </a:lnTo>
                  <a:lnTo>
                    <a:pt x="36063" y="14056"/>
                  </a:lnTo>
                  <a:lnTo>
                    <a:pt x="163023" y="74902"/>
                  </a:lnTo>
                  <a:lnTo>
                    <a:pt x="172589" y="79487"/>
                  </a:lnTo>
                  <a:lnTo>
                    <a:pt x="165728" y="89748"/>
                  </a:lnTo>
                  <a:lnTo>
                    <a:pt x="157730" y="101709"/>
                  </a:lnTo>
                  <a:lnTo>
                    <a:pt x="152735" y="109177"/>
                  </a:lnTo>
                  <a:lnTo>
                    <a:pt x="143543" y="122923"/>
                  </a:lnTo>
                  <a:lnTo>
                    <a:pt x="136087" y="1340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251700" y="2170417"/>
              <a:ext cx="96640" cy="87897"/>
            </a:xfrm>
            <a:custGeom>
              <a:avLst/>
              <a:pathLst>
                <a:path w="96640" h="87897">
                  <a:moveTo>
                    <a:pt x="0" y="7025"/>
                  </a:moveTo>
                  <a:lnTo>
                    <a:pt x="3503" y="5132"/>
                  </a:lnTo>
                  <a:lnTo>
                    <a:pt x="13005" y="0"/>
                  </a:lnTo>
                  <a:lnTo>
                    <a:pt x="45408" y="29251"/>
                  </a:lnTo>
                  <a:lnTo>
                    <a:pt x="52704" y="34936"/>
                  </a:lnTo>
                  <a:lnTo>
                    <a:pt x="96640" y="69172"/>
                  </a:lnTo>
                  <a:lnTo>
                    <a:pt x="92335" y="74877"/>
                  </a:lnTo>
                  <a:lnTo>
                    <a:pt x="82511" y="87897"/>
                  </a:lnTo>
                  <a:lnTo>
                    <a:pt x="77436" y="83867"/>
                  </a:lnTo>
                  <a:lnTo>
                    <a:pt x="71583" y="79218"/>
                  </a:lnTo>
                  <a:lnTo>
                    <a:pt x="60156" y="70144"/>
                  </a:lnTo>
                  <a:lnTo>
                    <a:pt x="55873" y="66743"/>
                  </a:lnTo>
                  <a:lnTo>
                    <a:pt x="47750" y="60292"/>
                  </a:lnTo>
                  <a:lnTo>
                    <a:pt x="41418" y="55264"/>
                  </a:lnTo>
                  <a:lnTo>
                    <a:pt x="34370" y="48982"/>
                  </a:lnTo>
                  <a:lnTo>
                    <a:pt x="28008" y="43313"/>
                  </a:lnTo>
                  <a:lnTo>
                    <a:pt x="22335" y="38258"/>
                  </a:lnTo>
                  <a:lnTo>
                    <a:pt x="15365" y="32046"/>
                  </a:lnTo>
                  <a:lnTo>
                    <a:pt x="7036" y="24624"/>
                  </a:lnTo>
                  <a:lnTo>
                    <a:pt x="3041" y="21064"/>
                  </a:lnTo>
                  <a:lnTo>
                    <a:pt x="182" y="18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231442" y="2193402"/>
              <a:ext cx="100784" cy="94824"/>
            </a:xfrm>
            <a:custGeom>
              <a:avLst/>
              <a:pathLst>
                <a:path w="100784" h="94824">
                  <a:moveTo>
                    <a:pt x="5211" y="18384"/>
                  </a:moveTo>
                  <a:lnTo>
                    <a:pt x="8257" y="14222"/>
                  </a:lnTo>
                  <a:lnTo>
                    <a:pt x="11745" y="9456"/>
                  </a:lnTo>
                  <a:lnTo>
                    <a:pt x="18665" y="0"/>
                  </a:lnTo>
                  <a:lnTo>
                    <a:pt x="51581" y="31059"/>
                  </a:lnTo>
                  <a:lnTo>
                    <a:pt x="62650" y="41503"/>
                  </a:lnTo>
                  <a:lnTo>
                    <a:pt x="100784" y="72199"/>
                  </a:lnTo>
                  <a:lnTo>
                    <a:pt x="96084" y="79249"/>
                  </a:lnTo>
                  <a:lnTo>
                    <a:pt x="85699" y="94824"/>
                  </a:lnTo>
                  <a:lnTo>
                    <a:pt x="80970" y="91654"/>
                  </a:lnTo>
                  <a:lnTo>
                    <a:pt x="64557" y="80654"/>
                  </a:lnTo>
                  <a:lnTo>
                    <a:pt x="64412" y="80557"/>
                  </a:lnTo>
                  <a:lnTo>
                    <a:pt x="59681" y="76514"/>
                  </a:lnTo>
                  <a:lnTo>
                    <a:pt x="54964" y="72482"/>
                  </a:lnTo>
                  <a:lnTo>
                    <a:pt x="48284" y="66773"/>
                  </a:lnTo>
                  <a:lnTo>
                    <a:pt x="44055" y="63158"/>
                  </a:lnTo>
                  <a:lnTo>
                    <a:pt x="40458" y="60084"/>
                  </a:lnTo>
                  <a:lnTo>
                    <a:pt x="33323" y="53986"/>
                  </a:lnTo>
                  <a:lnTo>
                    <a:pt x="25112" y="46969"/>
                  </a:lnTo>
                  <a:lnTo>
                    <a:pt x="20965" y="43425"/>
                  </a:lnTo>
                  <a:lnTo>
                    <a:pt x="15693" y="38918"/>
                  </a:lnTo>
                  <a:lnTo>
                    <a:pt x="8993" y="33192"/>
                  </a:lnTo>
                  <a:lnTo>
                    <a:pt x="0" y="25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135354" y="2228263"/>
              <a:ext cx="276965" cy="150882"/>
            </a:xfrm>
            <a:custGeom>
              <a:avLst/>
              <a:pathLst>
                <a:path w="276965" h="150882">
                  <a:moveTo>
                    <a:pt x="91017" y="73001"/>
                  </a:moveTo>
                  <a:lnTo>
                    <a:pt x="87185" y="78914"/>
                  </a:lnTo>
                  <a:lnTo>
                    <a:pt x="81632" y="87484"/>
                  </a:lnTo>
                  <a:lnTo>
                    <a:pt x="75358" y="97165"/>
                  </a:lnTo>
                  <a:lnTo>
                    <a:pt x="72392" y="101741"/>
                  </a:lnTo>
                  <a:lnTo>
                    <a:pt x="67426" y="109405"/>
                  </a:lnTo>
                  <a:lnTo>
                    <a:pt x="61318" y="118830"/>
                  </a:lnTo>
                  <a:lnTo>
                    <a:pt x="58482" y="123206"/>
                  </a:lnTo>
                  <a:lnTo>
                    <a:pt x="53528" y="130849"/>
                  </a:lnTo>
                  <a:lnTo>
                    <a:pt x="40546" y="150882"/>
                  </a:lnTo>
                  <a:lnTo>
                    <a:pt x="35706" y="147207"/>
                  </a:lnTo>
                  <a:lnTo>
                    <a:pt x="29062" y="142160"/>
                  </a:lnTo>
                  <a:lnTo>
                    <a:pt x="21239" y="136220"/>
                  </a:lnTo>
                  <a:lnTo>
                    <a:pt x="14167" y="130848"/>
                  </a:lnTo>
                  <a:lnTo>
                    <a:pt x="8587" y="126611"/>
                  </a:lnTo>
                  <a:lnTo>
                    <a:pt x="2829" y="122237"/>
                  </a:lnTo>
                  <a:lnTo>
                    <a:pt x="0" y="120089"/>
                  </a:lnTo>
                  <a:lnTo>
                    <a:pt x="16352" y="94447"/>
                  </a:lnTo>
                  <a:lnTo>
                    <a:pt x="19575" y="89393"/>
                  </a:lnTo>
                  <a:lnTo>
                    <a:pt x="22797" y="84340"/>
                  </a:lnTo>
                  <a:lnTo>
                    <a:pt x="26020" y="79287"/>
                  </a:lnTo>
                  <a:lnTo>
                    <a:pt x="29242" y="74234"/>
                  </a:lnTo>
                  <a:lnTo>
                    <a:pt x="32465" y="69181"/>
                  </a:lnTo>
                  <a:lnTo>
                    <a:pt x="35687" y="64127"/>
                  </a:lnTo>
                  <a:lnTo>
                    <a:pt x="37577" y="61165"/>
                  </a:lnTo>
                  <a:lnTo>
                    <a:pt x="39175" y="59278"/>
                  </a:lnTo>
                  <a:lnTo>
                    <a:pt x="43038" y="54718"/>
                  </a:lnTo>
                  <a:lnTo>
                    <a:pt x="46901" y="50159"/>
                  </a:lnTo>
                  <a:lnTo>
                    <a:pt x="50764" y="45599"/>
                  </a:lnTo>
                  <a:lnTo>
                    <a:pt x="54627" y="41039"/>
                  </a:lnTo>
                  <a:lnTo>
                    <a:pt x="58490" y="36479"/>
                  </a:lnTo>
                  <a:lnTo>
                    <a:pt x="62353" y="31919"/>
                  </a:lnTo>
                  <a:lnTo>
                    <a:pt x="66216" y="27359"/>
                  </a:lnTo>
                  <a:lnTo>
                    <a:pt x="70079" y="22799"/>
                  </a:lnTo>
                  <a:lnTo>
                    <a:pt x="73942" y="18239"/>
                  </a:lnTo>
                  <a:lnTo>
                    <a:pt x="77805" y="13679"/>
                  </a:lnTo>
                  <a:lnTo>
                    <a:pt x="81668" y="9119"/>
                  </a:lnTo>
                  <a:lnTo>
                    <a:pt x="85531" y="4559"/>
                  </a:lnTo>
                  <a:lnTo>
                    <a:pt x="89394" y="0"/>
                  </a:lnTo>
                  <a:lnTo>
                    <a:pt x="114624" y="19421"/>
                  </a:lnTo>
                  <a:lnTo>
                    <a:pt x="121506" y="24719"/>
                  </a:lnTo>
                  <a:lnTo>
                    <a:pt x="128388" y="30017"/>
                  </a:lnTo>
                  <a:lnTo>
                    <a:pt x="135271" y="35315"/>
                  </a:lnTo>
                  <a:lnTo>
                    <a:pt x="142153" y="40613"/>
                  </a:lnTo>
                  <a:lnTo>
                    <a:pt x="149035" y="45911"/>
                  </a:lnTo>
                  <a:lnTo>
                    <a:pt x="155918" y="51209"/>
                  </a:lnTo>
                  <a:lnTo>
                    <a:pt x="162800" y="56507"/>
                  </a:lnTo>
                  <a:lnTo>
                    <a:pt x="169682" y="61805"/>
                  </a:lnTo>
                  <a:lnTo>
                    <a:pt x="176565" y="67103"/>
                  </a:lnTo>
                  <a:lnTo>
                    <a:pt x="183447" y="72401"/>
                  </a:lnTo>
                  <a:lnTo>
                    <a:pt x="190329" y="77699"/>
                  </a:lnTo>
                  <a:lnTo>
                    <a:pt x="197211" y="82997"/>
                  </a:lnTo>
                  <a:lnTo>
                    <a:pt x="204094" y="88295"/>
                  </a:lnTo>
                  <a:lnTo>
                    <a:pt x="210976" y="93593"/>
                  </a:lnTo>
                  <a:lnTo>
                    <a:pt x="216969" y="98206"/>
                  </a:lnTo>
                  <a:lnTo>
                    <a:pt x="225083" y="103693"/>
                  </a:lnTo>
                  <a:lnTo>
                    <a:pt x="232269" y="108552"/>
                  </a:lnTo>
                  <a:lnTo>
                    <a:pt x="239454" y="113411"/>
                  </a:lnTo>
                  <a:lnTo>
                    <a:pt x="246640" y="118270"/>
                  </a:lnTo>
                  <a:lnTo>
                    <a:pt x="253825" y="123129"/>
                  </a:lnTo>
                  <a:lnTo>
                    <a:pt x="261011" y="127988"/>
                  </a:lnTo>
                  <a:lnTo>
                    <a:pt x="276965" y="138777"/>
                  </a:lnTo>
                  <a:lnTo>
                    <a:pt x="274639" y="146127"/>
                  </a:lnTo>
                  <a:lnTo>
                    <a:pt x="235342" y="130846"/>
                  </a:lnTo>
                  <a:lnTo>
                    <a:pt x="220715" y="125159"/>
                  </a:lnTo>
                  <a:lnTo>
                    <a:pt x="209084" y="131860"/>
                  </a:lnTo>
                  <a:lnTo>
                    <a:pt x="203817" y="130596"/>
                  </a:lnTo>
                  <a:lnTo>
                    <a:pt x="195437" y="128585"/>
                  </a:lnTo>
                  <a:lnTo>
                    <a:pt x="186889" y="126534"/>
                  </a:lnTo>
                  <a:lnTo>
                    <a:pt x="176963" y="124153"/>
                  </a:lnTo>
                  <a:lnTo>
                    <a:pt x="170172" y="122523"/>
                  </a:lnTo>
                  <a:lnTo>
                    <a:pt x="165118" y="119079"/>
                  </a:lnTo>
                  <a:lnTo>
                    <a:pt x="159625" y="115336"/>
                  </a:lnTo>
                  <a:lnTo>
                    <a:pt x="153691" y="111293"/>
                  </a:lnTo>
                  <a:lnTo>
                    <a:pt x="152216" y="110288"/>
                  </a:lnTo>
                  <a:lnTo>
                    <a:pt x="147124" y="105896"/>
                  </a:lnTo>
                  <a:lnTo>
                    <a:pt x="141013" y="100625"/>
                  </a:lnTo>
                  <a:lnTo>
                    <a:pt x="136257" y="96523"/>
                  </a:lnTo>
                  <a:lnTo>
                    <a:pt x="129684" y="91044"/>
                  </a:lnTo>
                  <a:lnTo>
                    <a:pt x="122768" y="85278"/>
                  </a:lnTo>
                  <a:lnTo>
                    <a:pt x="113954" y="77931"/>
                  </a:lnTo>
                  <a:lnTo>
                    <a:pt x="108692" y="73545"/>
                  </a:lnTo>
                  <a:lnTo>
                    <a:pt x="103062" y="68852"/>
                  </a:lnTo>
                  <a:lnTo>
                    <a:pt x="93172" y="69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197534" y="2307628"/>
              <a:ext cx="193321" cy="154016"/>
            </a:xfrm>
            <a:custGeom>
              <a:avLst/>
              <a:pathLst>
                <a:path w="193321" h="154016">
                  <a:moveTo>
                    <a:pt x="6046" y="44486"/>
                  </a:moveTo>
                  <a:lnTo>
                    <a:pt x="11845" y="35185"/>
                  </a:lnTo>
                  <a:lnTo>
                    <a:pt x="16285" y="28064"/>
                  </a:lnTo>
                  <a:lnTo>
                    <a:pt x="20450" y="21384"/>
                  </a:lnTo>
                  <a:lnTo>
                    <a:pt x="25550" y="13204"/>
                  </a:lnTo>
                  <a:lnTo>
                    <a:pt x="29490" y="7586"/>
                  </a:lnTo>
                  <a:lnTo>
                    <a:pt x="34811" y="0"/>
                  </a:lnTo>
                  <a:lnTo>
                    <a:pt x="42299" y="0"/>
                  </a:lnTo>
                  <a:lnTo>
                    <a:pt x="51674" y="7205"/>
                  </a:lnTo>
                  <a:lnTo>
                    <a:pt x="54755" y="10140"/>
                  </a:lnTo>
                  <a:lnTo>
                    <a:pt x="64192" y="19131"/>
                  </a:lnTo>
                  <a:lnTo>
                    <a:pt x="71904" y="26480"/>
                  </a:lnTo>
                  <a:lnTo>
                    <a:pt x="79436" y="31555"/>
                  </a:lnTo>
                  <a:lnTo>
                    <a:pt x="84782" y="35157"/>
                  </a:lnTo>
                  <a:lnTo>
                    <a:pt x="91075" y="39398"/>
                  </a:lnTo>
                  <a:lnTo>
                    <a:pt x="98802" y="44605"/>
                  </a:lnTo>
                  <a:lnTo>
                    <a:pt x="107813" y="50677"/>
                  </a:lnTo>
                  <a:lnTo>
                    <a:pt x="112527" y="51982"/>
                  </a:lnTo>
                  <a:lnTo>
                    <a:pt x="119098" y="53802"/>
                  </a:lnTo>
                  <a:lnTo>
                    <a:pt x="125164" y="55481"/>
                  </a:lnTo>
                  <a:lnTo>
                    <a:pt x="132586" y="57536"/>
                  </a:lnTo>
                  <a:lnTo>
                    <a:pt x="140518" y="59732"/>
                  </a:lnTo>
                  <a:lnTo>
                    <a:pt x="144684" y="60886"/>
                  </a:lnTo>
                  <a:lnTo>
                    <a:pt x="146292" y="66822"/>
                  </a:lnTo>
                  <a:lnTo>
                    <a:pt x="147856" y="72595"/>
                  </a:lnTo>
                  <a:lnTo>
                    <a:pt x="152315" y="74662"/>
                  </a:lnTo>
                  <a:lnTo>
                    <a:pt x="161429" y="78886"/>
                  </a:lnTo>
                  <a:lnTo>
                    <a:pt x="168875" y="82338"/>
                  </a:lnTo>
                  <a:lnTo>
                    <a:pt x="179932" y="87464"/>
                  </a:lnTo>
                  <a:lnTo>
                    <a:pt x="193321" y="93671"/>
                  </a:lnTo>
                  <a:lnTo>
                    <a:pt x="187217" y="103769"/>
                  </a:lnTo>
                  <a:lnTo>
                    <a:pt x="179504" y="116528"/>
                  </a:lnTo>
                  <a:lnTo>
                    <a:pt x="172851" y="127534"/>
                  </a:lnTo>
                  <a:lnTo>
                    <a:pt x="166213" y="138515"/>
                  </a:lnTo>
                  <a:lnTo>
                    <a:pt x="161174" y="146852"/>
                  </a:lnTo>
                  <a:lnTo>
                    <a:pt x="156843" y="154016"/>
                  </a:lnTo>
                  <a:lnTo>
                    <a:pt x="134119" y="141601"/>
                  </a:lnTo>
                  <a:lnTo>
                    <a:pt x="124473" y="136331"/>
                  </a:lnTo>
                  <a:lnTo>
                    <a:pt x="115960" y="131680"/>
                  </a:lnTo>
                  <a:lnTo>
                    <a:pt x="106013" y="125542"/>
                  </a:lnTo>
                  <a:lnTo>
                    <a:pt x="97621" y="120365"/>
                  </a:lnTo>
                  <a:lnTo>
                    <a:pt x="89807" y="115544"/>
                  </a:lnTo>
                  <a:lnTo>
                    <a:pt x="81229" y="110252"/>
                  </a:lnTo>
                  <a:lnTo>
                    <a:pt x="72563" y="104905"/>
                  </a:lnTo>
                  <a:lnTo>
                    <a:pt x="64847" y="100144"/>
                  </a:lnTo>
                  <a:lnTo>
                    <a:pt x="56736" y="95141"/>
                  </a:lnTo>
                  <a:lnTo>
                    <a:pt x="50827" y="91494"/>
                  </a:lnTo>
                  <a:lnTo>
                    <a:pt x="45117" y="87304"/>
                  </a:lnTo>
                  <a:lnTo>
                    <a:pt x="37836" y="81959"/>
                  </a:lnTo>
                  <a:lnTo>
                    <a:pt x="32506" y="78046"/>
                  </a:lnTo>
                  <a:lnTo>
                    <a:pt x="27578" y="74428"/>
                  </a:lnTo>
                  <a:lnTo>
                    <a:pt x="19683" y="68633"/>
                  </a:lnTo>
                  <a:lnTo>
                    <a:pt x="13371" y="64000"/>
                  </a:lnTo>
                  <a:lnTo>
                    <a:pt x="4707" y="57639"/>
                  </a:lnTo>
                  <a:lnTo>
                    <a:pt x="0" y="54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080004" y="2354705"/>
              <a:ext cx="88228" cy="106003"/>
            </a:xfrm>
            <a:custGeom>
              <a:avLst/>
              <a:pathLst>
                <a:path w="88228" h="106003">
                  <a:moveTo>
                    <a:pt x="2022" y="69777"/>
                  </a:moveTo>
                  <a:lnTo>
                    <a:pt x="4741" y="65474"/>
                  </a:lnTo>
                  <a:lnTo>
                    <a:pt x="8259" y="59908"/>
                  </a:lnTo>
                  <a:lnTo>
                    <a:pt x="12430" y="53309"/>
                  </a:lnTo>
                  <a:lnTo>
                    <a:pt x="17734" y="44916"/>
                  </a:lnTo>
                  <a:lnTo>
                    <a:pt x="21643" y="38732"/>
                  </a:lnTo>
                  <a:lnTo>
                    <a:pt x="24883" y="33606"/>
                  </a:lnTo>
                  <a:lnTo>
                    <a:pt x="28378" y="28076"/>
                  </a:lnTo>
                  <a:lnTo>
                    <a:pt x="31879" y="22537"/>
                  </a:lnTo>
                  <a:lnTo>
                    <a:pt x="36735" y="14854"/>
                  </a:lnTo>
                  <a:lnTo>
                    <a:pt x="39745" y="10092"/>
                  </a:lnTo>
                  <a:lnTo>
                    <a:pt x="43272" y="4511"/>
                  </a:lnTo>
                  <a:lnTo>
                    <a:pt x="46123" y="0"/>
                  </a:lnTo>
                  <a:lnTo>
                    <a:pt x="57926" y="9289"/>
                  </a:lnTo>
                  <a:lnTo>
                    <a:pt x="74550" y="22374"/>
                  </a:lnTo>
                  <a:lnTo>
                    <a:pt x="79904" y="26589"/>
                  </a:lnTo>
                  <a:lnTo>
                    <a:pt x="88228" y="33141"/>
                  </a:lnTo>
                  <a:lnTo>
                    <a:pt x="75560" y="55795"/>
                  </a:lnTo>
                  <a:lnTo>
                    <a:pt x="71477" y="63097"/>
                  </a:lnTo>
                  <a:lnTo>
                    <a:pt x="68931" y="67649"/>
                  </a:lnTo>
                  <a:lnTo>
                    <a:pt x="61903" y="80217"/>
                  </a:lnTo>
                  <a:lnTo>
                    <a:pt x="57611" y="87893"/>
                  </a:lnTo>
                  <a:lnTo>
                    <a:pt x="53526" y="95198"/>
                  </a:lnTo>
                  <a:lnTo>
                    <a:pt x="51171" y="99410"/>
                  </a:lnTo>
                  <a:lnTo>
                    <a:pt x="50748" y="100167"/>
                  </a:lnTo>
                  <a:lnTo>
                    <a:pt x="44335" y="103444"/>
                  </a:lnTo>
                  <a:lnTo>
                    <a:pt x="39329" y="106003"/>
                  </a:lnTo>
                  <a:lnTo>
                    <a:pt x="26100" y="94894"/>
                  </a:lnTo>
                  <a:lnTo>
                    <a:pt x="16973" y="87230"/>
                  </a:lnTo>
                  <a:lnTo>
                    <a:pt x="0" y="72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127157" y="2378764"/>
              <a:ext cx="112995" cy="131013"/>
            </a:xfrm>
            <a:custGeom>
              <a:avLst/>
              <a:pathLst>
                <a:path w="112995" h="131013">
                  <a:moveTo>
                    <a:pt x="37298" y="126632"/>
                  </a:moveTo>
                  <a:lnTo>
                    <a:pt x="31745" y="122876"/>
                  </a:lnTo>
                  <a:lnTo>
                    <a:pt x="26546" y="119359"/>
                  </a:lnTo>
                  <a:lnTo>
                    <a:pt x="18121" y="113659"/>
                  </a:lnTo>
                  <a:lnTo>
                    <a:pt x="11821" y="109397"/>
                  </a:lnTo>
                  <a:lnTo>
                    <a:pt x="5423" y="105068"/>
                  </a:lnTo>
                  <a:lnTo>
                    <a:pt x="0" y="101399"/>
                  </a:lnTo>
                  <a:lnTo>
                    <a:pt x="12633" y="81785"/>
                  </a:lnTo>
                  <a:lnTo>
                    <a:pt x="15912" y="76695"/>
                  </a:lnTo>
                  <a:lnTo>
                    <a:pt x="19190" y="71606"/>
                  </a:lnTo>
                  <a:lnTo>
                    <a:pt x="22469" y="66516"/>
                  </a:lnTo>
                  <a:lnTo>
                    <a:pt x="25747" y="61426"/>
                  </a:lnTo>
                  <a:lnTo>
                    <a:pt x="29025" y="56337"/>
                  </a:lnTo>
                  <a:lnTo>
                    <a:pt x="32304" y="51247"/>
                  </a:lnTo>
                  <a:lnTo>
                    <a:pt x="35582" y="46157"/>
                  </a:lnTo>
                  <a:lnTo>
                    <a:pt x="38861" y="41068"/>
                  </a:lnTo>
                  <a:lnTo>
                    <a:pt x="42139" y="35978"/>
                  </a:lnTo>
                  <a:lnTo>
                    <a:pt x="45417" y="30889"/>
                  </a:lnTo>
                  <a:lnTo>
                    <a:pt x="48696" y="25799"/>
                  </a:lnTo>
                  <a:lnTo>
                    <a:pt x="51974" y="20709"/>
                  </a:lnTo>
                  <a:lnTo>
                    <a:pt x="55253" y="15620"/>
                  </a:lnTo>
                  <a:lnTo>
                    <a:pt x="58531" y="10530"/>
                  </a:lnTo>
                  <a:lnTo>
                    <a:pt x="61810" y="5440"/>
                  </a:lnTo>
                  <a:lnTo>
                    <a:pt x="65088" y="351"/>
                  </a:lnTo>
                  <a:lnTo>
                    <a:pt x="72967" y="0"/>
                  </a:lnTo>
                  <a:lnTo>
                    <a:pt x="98100" y="17126"/>
                  </a:lnTo>
                  <a:lnTo>
                    <a:pt x="112995" y="27277"/>
                  </a:lnTo>
                  <a:lnTo>
                    <a:pt x="109556" y="32431"/>
                  </a:lnTo>
                  <a:lnTo>
                    <a:pt x="106117" y="37585"/>
                  </a:lnTo>
                  <a:lnTo>
                    <a:pt x="102678" y="42739"/>
                  </a:lnTo>
                  <a:lnTo>
                    <a:pt x="99238" y="47893"/>
                  </a:lnTo>
                  <a:lnTo>
                    <a:pt x="95799" y="53047"/>
                  </a:lnTo>
                  <a:lnTo>
                    <a:pt x="92360" y="58201"/>
                  </a:lnTo>
                  <a:lnTo>
                    <a:pt x="88921" y="63355"/>
                  </a:lnTo>
                  <a:lnTo>
                    <a:pt x="85482" y="68509"/>
                  </a:lnTo>
                  <a:lnTo>
                    <a:pt x="82042" y="73663"/>
                  </a:lnTo>
                  <a:lnTo>
                    <a:pt x="78603" y="78817"/>
                  </a:lnTo>
                  <a:lnTo>
                    <a:pt x="75164" y="83971"/>
                  </a:lnTo>
                  <a:lnTo>
                    <a:pt x="71724" y="89125"/>
                  </a:lnTo>
                  <a:lnTo>
                    <a:pt x="68285" y="94279"/>
                  </a:lnTo>
                  <a:lnTo>
                    <a:pt x="64846" y="99433"/>
                  </a:lnTo>
                  <a:lnTo>
                    <a:pt x="61407" y="104587"/>
                  </a:lnTo>
                  <a:lnTo>
                    <a:pt x="43773" y="1310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180745" y="2411315"/>
              <a:ext cx="111225" cy="134395"/>
            </a:xfrm>
            <a:custGeom>
              <a:avLst/>
              <a:pathLst>
                <a:path w="111225" h="134395">
                  <a:moveTo>
                    <a:pt x="13975" y="82020"/>
                  </a:moveTo>
                  <a:lnTo>
                    <a:pt x="17373" y="76730"/>
                  </a:lnTo>
                  <a:lnTo>
                    <a:pt x="20772" y="71441"/>
                  </a:lnTo>
                  <a:lnTo>
                    <a:pt x="24170" y="66151"/>
                  </a:lnTo>
                  <a:lnTo>
                    <a:pt x="27569" y="60862"/>
                  </a:lnTo>
                  <a:lnTo>
                    <a:pt x="30967" y="55572"/>
                  </a:lnTo>
                  <a:lnTo>
                    <a:pt x="34366" y="50283"/>
                  </a:lnTo>
                  <a:lnTo>
                    <a:pt x="37764" y="44994"/>
                  </a:lnTo>
                  <a:lnTo>
                    <a:pt x="41163" y="39704"/>
                  </a:lnTo>
                  <a:lnTo>
                    <a:pt x="44561" y="34415"/>
                  </a:lnTo>
                  <a:lnTo>
                    <a:pt x="47959" y="29125"/>
                  </a:lnTo>
                  <a:lnTo>
                    <a:pt x="51358" y="23836"/>
                  </a:lnTo>
                  <a:lnTo>
                    <a:pt x="54756" y="18546"/>
                  </a:lnTo>
                  <a:lnTo>
                    <a:pt x="66673" y="0"/>
                  </a:lnTo>
                  <a:lnTo>
                    <a:pt x="72221" y="3674"/>
                  </a:lnTo>
                  <a:lnTo>
                    <a:pt x="80240" y="8985"/>
                  </a:lnTo>
                  <a:lnTo>
                    <a:pt x="87548" y="13825"/>
                  </a:lnTo>
                  <a:lnTo>
                    <a:pt x="95977" y="19407"/>
                  </a:lnTo>
                  <a:lnTo>
                    <a:pt x="103651" y="24490"/>
                  </a:lnTo>
                  <a:lnTo>
                    <a:pt x="111225" y="29505"/>
                  </a:lnTo>
                  <a:lnTo>
                    <a:pt x="103183" y="42757"/>
                  </a:lnTo>
                  <a:lnTo>
                    <a:pt x="100551" y="47096"/>
                  </a:lnTo>
                  <a:lnTo>
                    <a:pt x="97919" y="51434"/>
                  </a:lnTo>
                  <a:lnTo>
                    <a:pt x="95286" y="55772"/>
                  </a:lnTo>
                  <a:lnTo>
                    <a:pt x="92653" y="60111"/>
                  </a:lnTo>
                  <a:lnTo>
                    <a:pt x="90021" y="64449"/>
                  </a:lnTo>
                  <a:lnTo>
                    <a:pt x="87389" y="68788"/>
                  </a:lnTo>
                  <a:lnTo>
                    <a:pt x="84756" y="73126"/>
                  </a:lnTo>
                  <a:lnTo>
                    <a:pt x="82124" y="77465"/>
                  </a:lnTo>
                  <a:lnTo>
                    <a:pt x="79491" y="81803"/>
                  </a:lnTo>
                  <a:lnTo>
                    <a:pt x="76859" y="86142"/>
                  </a:lnTo>
                  <a:lnTo>
                    <a:pt x="74101" y="90686"/>
                  </a:lnTo>
                  <a:lnTo>
                    <a:pt x="71594" y="94819"/>
                  </a:lnTo>
                  <a:lnTo>
                    <a:pt x="68961" y="99157"/>
                  </a:lnTo>
                  <a:lnTo>
                    <a:pt x="66329" y="103496"/>
                  </a:lnTo>
                  <a:lnTo>
                    <a:pt x="63696" y="107834"/>
                  </a:lnTo>
                  <a:lnTo>
                    <a:pt x="61064" y="112172"/>
                  </a:lnTo>
                  <a:lnTo>
                    <a:pt x="58432" y="116511"/>
                  </a:lnTo>
                  <a:lnTo>
                    <a:pt x="47580" y="134395"/>
                  </a:lnTo>
                  <a:lnTo>
                    <a:pt x="41679" y="130597"/>
                  </a:lnTo>
                  <a:lnTo>
                    <a:pt x="36527" y="127281"/>
                  </a:lnTo>
                  <a:lnTo>
                    <a:pt x="24020" y="119231"/>
                  </a:lnTo>
                  <a:lnTo>
                    <a:pt x="9624" y="109966"/>
                  </a:lnTo>
                  <a:lnTo>
                    <a:pt x="0" y="10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291318" y="2444496"/>
              <a:ext cx="116243" cy="100084"/>
            </a:xfrm>
            <a:custGeom>
              <a:avLst/>
              <a:pathLst>
                <a:path w="116243" h="100084">
                  <a:moveTo>
                    <a:pt x="100644" y="96029"/>
                  </a:moveTo>
                  <a:lnTo>
                    <a:pt x="94167" y="91556"/>
                  </a:lnTo>
                  <a:lnTo>
                    <a:pt x="84933" y="85179"/>
                  </a:lnTo>
                  <a:lnTo>
                    <a:pt x="79281" y="81276"/>
                  </a:lnTo>
                  <a:lnTo>
                    <a:pt x="71675" y="76024"/>
                  </a:lnTo>
                  <a:lnTo>
                    <a:pt x="64807" y="71280"/>
                  </a:lnTo>
                  <a:lnTo>
                    <a:pt x="57601" y="66305"/>
                  </a:lnTo>
                  <a:lnTo>
                    <a:pt x="50935" y="61701"/>
                  </a:lnTo>
                  <a:lnTo>
                    <a:pt x="43079" y="56275"/>
                  </a:lnTo>
                  <a:lnTo>
                    <a:pt x="37899" y="52698"/>
                  </a:lnTo>
                  <a:lnTo>
                    <a:pt x="31799" y="48486"/>
                  </a:lnTo>
                  <a:lnTo>
                    <a:pt x="27513" y="45526"/>
                  </a:lnTo>
                  <a:lnTo>
                    <a:pt x="20846" y="40922"/>
                  </a:lnTo>
                  <a:lnTo>
                    <a:pt x="14141" y="36291"/>
                  </a:lnTo>
                  <a:lnTo>
                    <a:pt x="6931" y="31312"/>
                  </a:lnTo>
                  <a:lnTo>
                    <a:pt x="0" y="26526"/>
                  </a:lnTo>
                  <a:lnTo>
                    <a:pt x="3653" y="21359"/>
                  </a:lnTo>
                  <a:lnTo>
                    <a:pt x="6413" y="17456"/>
                  </a:lnTo>
                  <a:lnTo>
                    <a:pt x="12091" y="9427"/>
                  </a:lnTo>
                  <a:lnTo>
                    <a:pt x="18757" y="0"/>
                  </a:lnTo>
                  <a:lnTo>
                    <a:pt x="32502" y="7565"/>
                  </a:lnTo>
                  <a:lnTo>
                    <a:pt x="73847" y="32966"/>
                  </a:lnTo>
                  <a:lnTo>
                    <a:pt x="116243" y="59012"/>
                  </a:lnTo>
                  <a:lnTo>
                    <a:pt x="115816" y="68030"/>
                  </a:lnTo>
                  <a:lnTo>
                    <a:pt x="115308" y="78770"/>
                  </a:lnTo>
                  <a:lnTo>
                    <a:pt x="114974" y="85817"/>
                  </a:lnTo>
                  <a:lnTo>
                    <a:pt x="106516" y="100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233522" y="2482801"/>
              <a:ext cx="89980" cy="98473"/>
            </a:xfrm>
            <a:custGeom>
              <a:avLst/>
              <a:pathLst>
                <a:path w="89980" h="98473">
                  <a:moveTo>
                    <a:pt x="8990" y="55719"/>
                  </a:moveTo>
                  <a:lnTo>
                    <a:pt x="12999" y="49755"/>
                  </a:lnTo>
                  <a:lnTo>
                    <a:pt x="17007" y="43790"/>
                  </a:lnTo>
                  <a:lnTo>
                    <a:pt x="21016" y="37826"/>
                  </a:lnTo>
                  <a:lnTo>
                    <a:pt x="25025" y="31862"/>
                  </a:lnTo>
                  <a:lnTo>
                    <a:pt x="29033" y="25897"/>
                  </a:lnTo>
                  <a:lnTo>
                    <a:pt x="33042" y="19933"/>
                  </a:lnTo>
                  <a:lnTo>
                    <a:pt x="37051" y="13968"/>
                  </a:lnTo>
                  <a:lnTo>
                    <a:pt x="46440" y="0"/>
                  </a:lnTo>
                  <a:lnTo>
                    <a:pt x="52687" y="4421"/>
                  </a:lnTo>
                  <a:lnTo>
                    <a:pt x="66872" y="14460"/>
                  </a:lnTo>
                  <a:lnTo>
                    <a:pt x="78314" y="22557"/>
                  </a:lnTo>
                  <a:lnTo>
                    <a:pt x="89980" y="30813"/>
                  </a:lnTo>
                  <a:lnTo>
                    <a:pt x="86128" y="36797"/>
                  </a:lnTo>
                  <a:lnTo>
                    <a:pt x="82872" y="41854"/>
                  </a:lnTo>
                  <a:lnTo>
                    <a:pt x="80254" y="45921"/>
                  </a:lnTo>
                  <a:lnTo>
                    <a:pt x="78056" y="49334"/>
                  </a:lnTo>
                  <a:lnTo>
                    <a:pt x="74783" y="54418"/>
                  </a:lnTo>
                  <a:lnTo>
                    <a:pt x="68110" y="64782"/>
                  </a:lnTo>
                  <a:lnTo>
                    <a:pt x="64993" y="69623"/>
                  </a:lnTo>
                  <a:lnTo>
                    <a:pt x="59372" y="78354"/>
                  </a:lnTo>
                  <a:lnTo>
                    <a:pt x="46419" y="98473"/>
                  </a:lnTo>
                  <a:lnTo>
                    <a:pt x="39977" y="94396"/>
                  </a:lnTo>
                  <a:lnTo>
                    <a:pt x="32346" y="89567"/>
                  </a:lnTo>
                  <a:lnTo>
                    <a:pt x="24195" y="84408"/>
                  </a:lnTo>
                  <a:lnTo>
                    <a:pt x="18029" y="80506"/>
                  </a:lnTo>
                  <a:lnTo>
                    <a:pt x="11763" y="76540"/>
                  </a:lnTo>
                  <a:lnTo>
                    <a:pt x="4440" y="71906"/>
                  </a:lnTo>
                  <a:lnTo>
                    <a:pt x="0" y="69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288692" y="2517069"/>
              <a:ext cx="92752" cy="101602"/>
            </a:xfrm>
            <a:custGeom>
              <a:avLst/>
              <a:pathLst>
                <a:path w="92752" h="101602">
                  <a:moveTo>
                    <a:pt x="3572" y="65269"/>
                  </a:moveTo>
                  <a:lnTo>
                    <a:pt x="7145" y="59829"/>
                  </a:lnTo>
                  <a:lnTo>
                    <a:pt x="10717" y="54390"/>
                  </a:lnTo>
                  <a:lnTo>
                    <a:pt x="14290" y="48951"/>
                  </a:lnTo>
                  <a:lnTo>
                    <a:pt x="17863" y="43512"/>
                  </a:lnTo>
                  <a:lnTo>
                    <a:pt x="21435" y="38073"/>
                  </a:lnTo>
                  <a:lnTo>
                    <a:pt x="25008" y="32634"/>
                  </a:lnTo>
                  <a:lnTo>
                    <a:pt x="28581" y="27195"/>
                  </a:lnTo>
                  <a:lnTo>
                    <a:pt x="32154" y="21756"/>
                  </a:lnTo>
                  <a:lnTo>
                    <a:pt x="35726" y="16317"/>
                  </a:lnTo>
                  <a:lnTo>
                    <a:pt x="39299" y="10878"/>
                  </a:lnTo>
                  <a:lnTo>
                    <a:pt x="42871" y="5439"/>
                  </a:lnTo>
                  <a:lnTo>
                    <a:pt x="46444" y="0"/>
                  </a:lnTo>
                  <a:lnTo>
                    <a:pt x="64267" y="12148"/>
                  </a:lnTo>
                  <a:lnTo>
                    <a:pt x="79113" y="22267"/>
                  </a:lnTo>
                  <a:lnTo>
                    <a:pt x="92752" y="31564"/>
                  </a:lnTo>
                  <a:lnTo>
                    <a:pt x="84230" y="44222"/>
                  </a:lnTo>
                  <a:lnTo>
                    <a:pt x="80944" y="49102"/>
                  </a:lnTo>
                  <a:lnTo>
                    <a:pt x="77659" y="53981"/>
                  </a:lnTo>
                  <a:lnTo>
                    <a:pt x="74373" y="58860"/>
                  </a:lnTo>
                  <a:lnTo>
                    <a:pt x="71088" y="63740"/>
                  </a:lnTo>
                  <a:lnTo>
                    <a:pt x="67802" y="68620"/>
                  </a:lnTo>
                  <a:lnTo>
                    <a:pt x="64517" y="73499"/>
                  </a:lnTo>
                  <a:lnTo>
                    <a:pt x="61232" y="78379"/>
                  </a:lnTo>
                  <a:lnTo>
                    <a:pt x="57946" y="83258"/>
                  </a:lnTo>
                  <a:lnTo>
                    <a:pt x="45595" y="101602"/>
                  </a:lnTo>
                  <a:lnTo>
                    <a:pt x="39395" y="97400"/>
                  </a:lnTo>
                  <a:lnTo>
                    <a:pt x="29198" y="90492"/>
                  </a:lnTo>
                  <a:lnTo>
                    <a:pt x="22462" y="85928"/>
                  </a:lnTo>
                  <a:lnTo>
                    <a:pt x="16711" y="82031"/>
                  </a:lnTo>
                  <a:lnTo>
                    <a:pt x="0" y="707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323135" y="2258396"/>
              <a:ext cx="90225" cy="96002"/>
            </a:xfrm>
            <a:custGeom>
              <a:avLst/>
              <a:pathLst>
                <a:path w="90225" h="96002">
                  <a:moveTo>
                    <a:pt x="90225" y="83752"/>
                  </a:moveTo>
                  <a:lnTo>
                    <a:pt x="87757" y="96002"/>
                  </a:lnTo>
                  <a:lnTo>
                    <a:pt x="72900" y="86421"/>
                  </a:lnTo>
                  <a:lnTo>
                    <a:pt x="57696" y="76616"/>
                  </a:lnTo>
                  <a:lnTo>
                    <a:pt x="41897" y="66427"/>
                  </a:lnTo>
                  <a:lnTo>
                    <a:pt x="35243" y="62137"/>
                  </a:lnTo>
                  <a:lnTo>
                    <a:pt x="29039" y="57570"/>
                  </a:lnTo>
                  <a:lnTo>
                    <a:pt x="21617" y="52107"/>
                  </a:lnTo>
                  <a:lnTo>
                    <a:pt x="13785" y="46343"/>
                  </a:lnTo>
                  <a:lnTo>
                    <a:pt x="5151" y="39989"/>
                  </a:lnTo>
                  <a:lnTo>
                    <a:pt x="0" y="36197"/>
                  </a:lnTo>
                  <a:lnTo>
                    <a:pt x="7360" y="24566"/>
                  </a:lnTo>
                  <a:lnTo>
                    <a:pt x="22907" y="0"/>
                  </a:lnTo>
                  <a:lnTo>
                    <a:pt x="29682" y="8832"/>
                  </a:lnTo>
                  <a:lnTo>
                    <a:pt x="44281" y="27863"/>
                  </a:lnTo>
                  <a:lnTo>
                    <a:pt x="46976" y="31376"/>
                  </a:lnTo>
                  <a:lnTo>
                    <a:pt x="61182" y="53248"/>
                  </a:lnTo>
                  <a:lnTo>
                    <a:pt x="82299" y="65378"/>
                  </a:lnTo>
                  <a:lnTo>
                    <a:pt x="89872" y="74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342576" y="2008464"/>
              <a:ext cx="119125" cy="63948"/>
            </a:xfrm>
            <a:custGeom>
              <a:avLst/>
              <a:pathLst>
                <a:path w="119125" h="63948">
                  <a:moveTo>
                    <a:pt x="95861" y="63788"/>
                  </a:moveTo>
                  <a:lnTo>
                    <a:pt x="88827" y="63569"/>
                  </a:lnTo>
                  <a:lnTo>
                    <a:pt x="81675" y="63345"/>
                  </a:lnTo>
                  <a:lnTo>
                    <a:pt x="72756" y="63066"/>
                  </a:lnTo>
                  <a:lnTo>
                    <a:pt x="62538" y="62747"/>
                  </a:lnTo>
                  <a:lnTo>
                    <a:pt x="58110" y="62609"/>
                  </a:lnTo>
                  <a:lnTo>
                    <a:pt x="54326" y="62491"/>
                  </a:lnTo>
                  <a:lnTo>
                    <a:pt x="45954" y="62229"/>
                  </a:lnTo>
                  <a:lnTo>
                    <a:pt x="33942" y="61854"/>
                  </a:lnTo>
                  <a:lnTo>
                    <a:pt x="24382" y="61555"/>
                  </a:lnTo>
                  <a:lnTo>
                    <a:pt x="20265" y="61426"/>
                  </a:lnTo>
                  <a:lnTo>
                    <a:pt x="18793" y="61243"/>
                  </a:lnTo>
                  <a:lnTo>
                    <a:pt x="0" y="58904"/>
                  </a:lnTo>
                  <a:lnTo>
                    <a:pt x="3283" y="43799"/>
                  </a:lnTo>
                  <a:lnTo>
                    <a:pt x="4934" y="36207"/>
                  </a:lnTo>
                  <a:lnTo>
                    <a:pt x="9515" y="36027"/>
                  </a:lnTo>
                  <a:lnTo>
                    <a:pt x="12325" y="29645"/>
                  </a:lnTo>
                  <a:lnTo>
                    <a:pt x="15860" y="21616"/>
                  </a:lnTo>
                  <a:lnTo>
                    <a:pt x="19038" y="15965"/>
                  </a:lnTo>
                  <a:lnTo>
                    <a:pt x="23755" y="7579"/>
                  </a:lnTo>
                  <a:lnTo>
                    <a:pt x="28019" y="0"/>
                  </a:lnTo>
                  <a:lnTo>
                    <a:pt x="58227" y="11297"/>
                  </a:lnTo>
                  <a:lnTo>
                    <a:pt x="63121" y="13127"/>
                  </a:lnTo>
                  <a:lnTo>
                    <a:pt x="64144" y="13510"/>
                  </a:lnTo>
                  <a:lnTo>
                    <a:pt x="69926" y="15134"/>
                  </a:lnTo>
                  <a:lnTo>
                    <a:pt x="76061" y="16856"/>
                  </a:lnTo>
                  <a:lnTo>
                    <a:pt x="80180" y="18013"/>
                  </a:lnTo>
                  <a:lnTo>
                    <a:pt x="83030" y="18430"/>
                  </a:lnTo>
                  <a:lnTo>
                    <a:pt x="90049" y="19456"/>
                  </a:lnTo>
                  <a:lnTo>
                    <a:pt x="95255" y="19681"/>
                  </a:lnTo>
                  <a:lnTo>
                    <a:pt x="98486" y="19821"/>
                  </a:lnTo>
                  <a:lnTo>
                    <a:pt x="105790" y="20138"/>
                  </a:lnTo>
                  <a:lnTo>
                    <a:pt x="110744" y="20352"/>
                  </a:lnTo>
                  <a:lnTo>
                    <a:pt x="119125" y="20715"/>
                  </a:lnTo>
                  <a:lnTo>
                    <a:pt x="115744" y="48191"/>
                  </a:lnTo>
                  <a:lnTo>
                    <a:pt x="115601" y="49357"/>
                  </a:lnTo>
                  <a:lnTo>
                    <a:pt x="106966" y="56022"/>
                  </a:lnTo>
                  <a:lnTo>
                    <a:pt x="100974" y="63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330291" y="2070647"/>
              <a:ext cx="167982" cy="105704"/>
            </a:xfrm>
            <a:custGeom>
              <a:avLst/>
              <a:pathLst>
                <a:path w="167982" h="105704">
                  <a:moveTo>
                    <a:pt x="131459" y="19526"/>
                  </a:moveTo>
                  <a:lnTo>
                    <a:pt x="128121" y="12176"/>
                  </a:lnTo>
                  <a:lnTo>
                    <a:pt x="129142" y="11003"/>
                  </a:lnTo>
                  <a:lnTo>
                    <a:pt x="134797" y="4506"/>
                  </a:lnTo>
                  <a:lnTo>
                    <a:pt x="138719" y="0"/>
                  </a:lnTo>
                  <a:lnTo>
                    <a:pt x="148384" y="7539"/>
                  </a:lnTo>
                  <a:lnTo>
                    <a:pt x="167982" y="22827"/>
                  </a:lnTo>
                  <a:lnTo>
                    <a:pt x="163064" y="27782"/>
                  </a:lnTo>
                  <a:lnTo>
                    <a:pt x="156568" y="34328"/>
                  </a:lnTo>
                  <a:lnTo>
                    <a:pt x="149979" y="40967"/>
                  </a:lnTo>
                  <a:lnTo>
                    <a:pt x="142772" y="48229"/>
                  </a:lnTo>
                  <a:lnTo>
                    <a:pt x="137730" y="53311"/>
                  </a:lnTo>
                  <a:lnTo>
                    <a:pt x="133627" y="57444"/>
                  </a:lnTo>
                  <a:lnTo>
                    <a:pt x="128448" y="62663"/>
                  </a:lnTo>
                  <a:lnTo>
                    <a:pt x="123705" y="67443"/>
                  </a:lnTo>
                  <a:lnTo>
                    <a:pt x="120977" y="70800"/>
                  </a:lnTo>
                  <a:lnTo>
                    <a:pt x="114912" y="78265"/>
                  </a:lnTo>
                  <a:lnTo>
                    <a:pt x="109437" y="85004"/>
                  </a:lnTo>
                  <a:lnTo>
                    <a:pt x="98143" y="98905"/>
                  </a:lnTo>
                  <a:lnTo>
                    <a:pt x="92619" y="105704"/>
                  </a:lnTo>
                  <a:lnTo>
                    <a:pt x="74365" y="97524"/>
                  </a:lnTo>
                  <a:lnTo>
                    <a:pt x="61745" y="91869"/>
                  </a:lnTo>
                  <a:lnTo>
                    <a:pt x="55493" y="89053"/>
                  </a:lnTo>
                  <a:lnTo>
                    <a:pt x="40711" y="82394"/>
                  </a:lnTo>
                  <a:lnTo>
                    <a:pt x="36792" y="80629"/>
                  </a:lnTo>
                  <a:lnTo>
                    <a:pt x="32502" y="78045"/>
                  </a:lnTo>
                  <a:lnTo>
                    <a:pt x="0" y="58470"/>
                  </a:lnTo>
                  <a:lnTo>
                    <a:pt x="1689" y="47772"/>
                  </a:lnTo>
                  <a:lnTo>
                    <a:pt x="42308" y="51846"/>
                  </a:lnTo>
                  <a:lnTo>
                    <a:pt x="53652" y="52984"/>
                  </a:lnTo>
                  <a:lnTo>
                    <a:pt x="69561" y="54580"/>
                  </a:lnTo>
                  <a:lnTo>
                    <a:pt x="94646" y="57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427694" y="2095182"/>
              <a:ext cx="106378" cy="118639"/>
            </a:xfrm>
            <a:custGeom>
              <a:avLst/>
              <a:pathLst>
                <a:path w="106378" h="118639">
                  <a:moveTo>
                    <a:pt x="12262" y="69936"/>
                  </a:moveTo>
                  <a:lnTo>
                    <a:pt x="21744" y="58671"/>
                  </a:lnTo>
                  <a:lnTo>
                    <a:pt x="29322" y="49669"/>
                  </a:lnTo>
                  <a:lnTo>
                    <a:pt x="34967" y="42964"/>
                  </a:lnTo>
                  <a:lnTo>
                    <a:pt x="41719" y="34943"/>
                  </a:lnTo>
                  <a:lnTo>
                    <a:pt x="50269" y="24786"/>
                  </a:lnTo>
                  <a:lnTo>
                    <a:pt x="64407" y="11564"/>
                  </a:lnTo>
                  <a:lnTo>
                    <a:pt x="72598" y="3904"/>
                  </a:lnTo>
                  <a:lnTo>
                    <a:pt x="76772" y="0"/>
                  </a:lnTo>
                  <a:lnTo>
                    <a:pt x="93105" y="16695"/>
                  </a:lnTo>
                  <a:lnTo>
                    <a:pt x="103558" y="27380"/>
                  </a:lnTo>
                  <a:lnTo>
                    <a:pt x="106262" y="43689"/>
                  </a:lnTo>
                  <a:lnTo>
                    <a:pt x="106378" y="44385"/>
                  </a:lnTo>
                  <a:lnTo>
                    <a:pt x="101777" y="48813"/>
                  </a:lnTo>
                  <a:lnTo>
                    <a:pt x="95643" y="54718"/>
                  </a:lnTo>
                  <a:lnTo>
                    <a:pt x="89848" y="60296"/>
                  </a:lnTo>
                  <a:lnTo>
                    <a:pt x="79963" y="69811"/>
                  </a:lnTo>
                  <a:lnTo>
                    <a:pt x="74630" y="74945"/>
                  </a:lnTo>
                  <a:lnTo>
                    <a:pt x="72543" y="76954"/>
                  </a:lnTo>
                  <a:lnTo>
                    <a:pt x="65945" y="84345"/>
                  </a:lnTo>
                  <a:lnTo>
                    <a:pt x="60321" y="90645"/>
                  </a:lnTo>
                  <a:lnTo>
                    <a:pt x="51372" y="100669"/>
                  </a:lnTo>
                  <a:lnTo>
                    <a:pt x="44313" y="108577"/>
                  </a:lnTo>
                  <a:lnTo>
                    <a:pt x="35331" y="118639"/>
                  </a:lnTo>
                  <a:lnTo>
                    <a:pt x="15835" y="99802"/>
                  </a:lnTo>
                  <a:lnTo>
                    <a:pt x="8459" y="92675"/>
                  </a:lnTo>
                  <a:lnTo>
                    <a:pt x="0" y="84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469960" y="2141874"/>
              <a:ext cx="111479" cy="110278"/>
            </a:xfrm>
            <a:custGeom>
              <a:avLst/>
              <a:pathLst>
                <a:path w="111479" h="110278">
                  <a:moveTo>
                    <a:pt x="31120" y="103929"/>
                  </a:moveTo>
                  <a:lnTo>
                    <a:pt x="23048" y="95427"/>
                  </a:lnTo>
                  <a:lnTo>
                    <a:pt x="16654" y="88691"/>
                  </a:lnTo>
                  <a:lnTo>
                    <a:pt x="9673" y="81337"/>
                  </a:lnTo>
                  <a:lnTo>
                    <a:pt x="4000" y="75362"/>
                  </a:lnTo>
                  <a:lnTo>
                    <a:pt x="0" y="71148"/>
                  </a:lnTo>
                  <a:lnTo>
                    <a:pt x="17596" y="53342"/>
                  </a:lnTo>
                  <a:lnTo>
                    <a:pt x="25173" y="45675"/>
                  </a:lnTo>
                  <a:lnTo>
                    <a:pt x="32239" y="38526"/>
                  </a:lnTo>
                  <a:lnTo>
                    <a:pt x="39487" y="31192"/>
                  </a:lnTo>
                  <a:lnTo>
                    <a:pt x="45474" y="25134"/>
                  </a:lnTo>
                  <a:lnTo>
                    <a:pt x="51295" y="19244"/>
                  </a:lnTo>
                  <a:lnTo>
                    <a:pt x="57904" y="12557"/>
                  </a:lnTo>
                  <a:lnTo>
                    <a:pt x="62786" y="7617"/>
                  </a:lnTo>
                  <a:lnTo>
                    <a:pt x="67133" y="3218"/>
                  </a:lnTo>
                  <a:lnTo>
                    <a:pt x="70314" y="0"/>
                  </a:lnTo>
                  <a:lnTo>
                    <a:pt x="89861" y="15738"/>
                  </a:lnTo>
                  <a:lnTo>
                    <a:pt x="111479" y="33145"/>
                  </a:lnTo>
                  <a:lnTo>
                    <a:pt x="107321" y="37047"/>
                  </a:lnTo>
                  <a:lnTo>
                    <a:pt x="99218" y="44650"/>
                  </a:lnTo>
                  <a:lnTo>
                    <a:pt x="92623" y="50838"/>
                  </a:lnTo>
                  <a:lnTo>
                    <a:pt x="85418" y="57598"/>
                  </a:lnTo>
                  <a:lnTo>
                    <a:pt x="79223" y="63411"/>
                  </a:lnTo>
                  <a:lnTo>
                    <a:pt x="73697" y="68596"/>
                  </a:lnTo>
                  <a:lnTo>
                    <a:pt x="68607" y="74401"/>
                  </a:lnTo>
                  <a:lnTo>
                    <a:pt x="60269" y="83910"/>
                  </a:lnTo>
                  <a:lnTo>
                    <a:pt x="54477" y="90515"/>
                  </a:lnTo>
                  <a:lnTo>
                    <a:pt x="47911" y="98003"/>
                  </a:lnTo>
                  <a:lnTo>
                    <a:pt x="37148" y="110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509976" y="2191426"/>
              <a:ext cx="76498" cy="103115"/>
            </a:xfrm>
            <a:custGeom>
              <a:avLst/>
              <a:pathLst>
                <a:path w="76498" h="103115">
                  <a:moveTo>
                    <a:pt x="19729" y="88157"/>
                  </a:moveTo>
                  <a:lnTo>
                    <a:pt x="18360" y="86493"/>
                  </a:lnTo>
                  <a:lnTo>
                    <a:pt x="10772" y="77270"/>
                  </a:lnTo>
                  <a:lnTo>
                    <a:pt x="0" y="62722"/>
                  </a:lnTo>
                  <a:lnTo>
                    <a:pt x="6396" y="56362"/>
                  </a:lnTo>
                  <a:lnTo>
                    <a:pt x="18671" y="44159"/>
                  </a:lnTo>
                  <a:lnTo>
                    <a:pt x="24382" y="38482"/>
                  </a:lnTo>
                  <a:lnTo>
                    <a:pt x="33361" y="29554"/>
                  </a:lnTo>
                  <a:lnTo>
                    <a:pt x="36635" y="26299"/>
                  </a:lnTo>
                  <a:lnTo>
                    <a:pt x="44677" y="20176"/>
                  </a:lnTo>
                  <a:lnTo>
                    <a:pt x="51234" y="15183"/>
                  </a:lnTo>
                  <a:lnTo>
                    <a:pt x="60570" y="8074"/>
                  </a:lnTo>
                  <a:lnTo>
                    <a:pt x="71175" y="0"/>
                  </a:lnTo>
                  <a:lnTo>
                    <a:pt x="71175" y="26823"/>
                  </a:lnTo>
                  <a:lnTo>
                    <a:pt x="71175" y="31343"/>
                  </a:lnTo>
                  <a:lnTo>
                    <a:pt x="76498" y="53285"/>
                  </a:lnTo>
                  <a:lnTo>
                    <a:pt x="68773" y="61943"/>
                  </a:lnTo>
                  <a:lnTo>
                    <a:pt x="60193" y="71558"/>
                  </a:lnTo>
                  <a:lnTo>
                    <a:pt x="52043" y="80692"/>
                  </a:lnTo>
                  <a:lnTo>
                    <a:pt x="46315" y="87110"/>
                  </a:lnTo>
                  <a:lnTo>
                    <a:pt x="39615" y="94619"/>
                  </a:lnTo>
                  <a:lnTo>
                    <a:pt x="32034" y="103115"/>
                  </a:lnTo>
                  <a:lnTo>
                    <a:pt x="25948" y="957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540689" y="2255818"/>
              <a:ext cx="78334" cy="80819"/>
            </a:xfrm>
            <a:custGeom>
              <a:avLst/>
              <a:pathLst>
                <a:path w="78334" h="80819">
                  <a:moveTo>
                    <a:pt x="9868" y="63467"/>
                  </a:moveTo>
                  <a:lnTo>
                    <a:pt x="9385" y="62762"/>
                  </a:lnTo>
                  <a:lnTo>
                    <a:pt x="0" y="49056"/>
                  </a:lnTo>
                  <a:lnTo>
                    <a:pt x="4474" y="44162"/>
                  </a:lnTo>
                  <a:lnTo>
                    <a:pt x="9253" y="38935"/>
                  </a:lnTo>
                  <a:lnTo>
                    <a:pt x="15397" y="32215"/>
                  </a:lnTo>
                  <a:lnTo>
                    <a:pt x="20200" y="26962"/>
                  </a:lnTo>
                  <a:lnTo>
                    <a:pt x="26841" y="19699"/>
                  </a:lnTo>
                  <a:lnTo>
                    <a:pt x="35716" y="9991"/>
                  </a:lnTo>
                  <a:lnTo>
                    <a:pt x="42182" y="2919"/>
                  </a:lnTo>
                  <a:lnTo>
                    <a:pt x="44851" y="0"/>
                  </a:lnTo>
                  <a:lnTo>
                    <a:pt x="64182" y="22255"/>
                  </a:lnTo>
                  <a:lnTo>
                    <a:pt x="78334" y="38549"/>
                  </a:lnTo>
                  <a:lnTo>
                    <a:pt x="73911" y="42517"/>
                  </a:lnTo>
                  <a:lnTo>
                    <a:pt x="66675" y="49009"/>
                  </a:lnTo>
                  <a:lnTo>
                    <a:pt x="58839" y="56039"/>
                  </a:lnTo>
                  <a:lnTo>
                    <a:pt x="49952" y="64012"/>
                  </a:lnTo>
                  <a:lnTo>
                    <a:pt x="42742" y="70480"/>
                  </a:lnTo>
                  <a:lnTo>
                    <a:pt x="33969" y="78351"/>
                  </a:lnTo>
                  <a:lnTo>
                    <a:pt x="31218" y="80819"/>
                  </a:lnTo>
                  <a:lnTo>
                    <a:pt x="20089" y="7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571125" y="2300426"/>
              <a:ext cx="86524" cy="90408"/>
            </a:xfrm>
            <a:custGeom>
              <a:avLst/>
              <a:pathLst>
                <a:path w="86524" h="90408">
                  <a:moveTo>
                    <a:pt x="66399" y="13698"/>
                  </a:moveTo>
                  <a:lnTo>
                    <a:pt x="86524" y="35487"/>
                  </a:lnTo>
                  <a:lnTo>
                    <a:pt x="76672" y="43590"/>
                  </a:lnTo>
                  <a:lnTo>
                    <a:pt x="68999" y="49902"/>
                  </a:lnTo>
                  <a:lnTo>
                    <a:pt x="59240" y="57929"/>
                  </a:lnTo>
                  <a:lnTo>
                    <a:pt x="52406" y="63549"/>
                  </a:lnTo>
                  <a:lnTo>
                    <a:pt x="44868" y="69750"/>
                  </a:lnTo>
                  <a:lnTo>
                    <a:pt x="35650" y="77332"/>
                  </a:lnTo>
                  <a:lnTo>
                    <a:pt x="25721" y="85499"/>
                  </a:lnTo>
                  <a:lnTo>
                    <a:pt x="19753" y="90408"/>
                  </a:lnTo>
                  <a:lnTo>
                    <a:pt x="15698" y="86978"/>
                  </a:lnTo>
                  <a:lnTo>
                    <a:pt x="13348" y="71719"/>
                  </a:lnTo>
                  <a:lnTo>
                    <a:pt x="12511" y="66290"/>
                  </a:lnTo>
                  <a:lnTo>
                    <a:pt x="0" y="50258"/>
                  </a:lnTo>
                  <a:lnTo>
                    <a:pt x="4143" y="46320"/>
                  </a:lnTo>
                  <a:lnTo>
                    <a:pt x="8999" y="41704"/>
                  </a:lnTo>
                  <a:lnTo>
                    <a:pt x="13270" y="37645"/>
                  </a:lnTo>
                  <a:lnTo>
                    <a:pt x="19664" y="31567"/>
                  </a:lnTo>
                  <a:lnTo>
                    <a:pt x="24501" y="26970"/>
                  </a:lnTo>
                  <a:lnTo>
                    <a:pt x="30133" y="21616"/>
                  </a:lnTo>
                  <a:lnTo>
                    <a:pt x="35273" y="16911"/>
                  </a:lnTo>
                  <a:lnTo>
                    <a:pt x="39588" y="12961"/>
                  </a:lnTo>
                  <a:lnTo>
                    <a:pt x="44987" y="8018"/>
                  </a:lnTo>
                  <a:lnTo>
                    <a:pt x="50552" y="2924"/>
                  </a:lnTo>
                  <a:lnTo>
                    <a:pt x="537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01135" y="2339768"/>
              <a:ext cx="96375" cy="88139"/>
            </a:xfrm>
            <a:custGeom>
              <a:avLst/>
              <a:pathLst>
                <a:path w="96375" h="88139">
                  <a:moveTo>
                    <a:pt x="5029" y="51127"/>
                  </a:moveTo>
                  <a:lnTo>
                    <a:pt x="13519" y="42774"/>
                  </a:lnTo>
                  <a:lnTo>
                    <a:pt x="21015" y="35400"/>
                  </a:lnTo>
                  <a:lnTo>
                    <a:pt x="28162" y="28368"/>
                  </a:lnTo>
                  <a:lnTo>
                    <a:pt x="30997" y="25579"/>
                  </a:lnTo>
                  <a:lnTo>
                    <a:pt x="34837" y="22339"/>
                  </a:lnTo>
                  <a:lnTo>
                    <a:pt x="42621" y="15769"/>
                  </a:lnTo>
                  <a:lnTo>
                    <a:pt x="50633" y="9007"/>
                  </a:lnTo>
                  <a:lnTo>
                    <a:pt x="61307" y="0"/>
                  </a:lnTo>
                  <a:lnTo>
                    <a:pt x="77420" y="16056"/>
                  </a:lnTo>
                  <a:lnTo>
                    <a:pt x="96375" y="34946"/>
                  </a:lnTo>
                  <a:lnTo>
                    <a:pt x="92490" y="38307"/>
                  </a:lnTo>
                  <a:lnTo>
                    <a:pt x="85650" y="44225"/>
                  </a:lnTo>
                  <a:lnTo>
                    <a:pt x="76609" y="52046"/>
                  </a:lnTo>
                  <a:lnTo>
                    <a:pt x="68958" y="58666"/>
                  </a:lnTo>
                  <a:lnTo>
                    <a:pt x="61988" y="64696"/>
                  </a:lnTo>
                  <a:lnTo>
                    <a:pt x="54989" y="70751"/>
                  </a:lnTo>
                  <a:lnTo>
                    <a:pt x="50665" y="74493"/>
                  </a:lnTo>
                  <a:lnTo>
                    <a:pt x="44229" y="80060"/>
                  </a:lnTo>
                  <a:lnTo>
                    <a:pt x="39839" y="83858"/>
                  </a:lnTo>
                  <a:lnTo>
                    <a:pt x="34891" y="88139"/>
                  </a:lnTo>
                  <a:lnTo>
                    <a:pt x="34474" y="87393"/>
                  </a:lnTo>
                  <a:lnTo>
                    <a:pt x="28954" y="82379"/>
                  </a:lnTo>
                  <a:lnTo>
                    <a:pt x="22333" y="76364"/>
                  </a:lnTo>
                  <a:lnTo>
                    <a:pt x="15976" y="70589"/>
                  </a:lnTo>
                  <a:lnTo>
                    <a:pt x="11419" y="66448"/>
                  </a:lnTo>
                  <a:lnTo>
                    <a:pt x="5861" y="61399"/>
                  </a:lnTo>
                  <a:lnTo>
                    <a:pt x="0" y="560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660153" y="2378672"/>
              <a:ext cx="82998" cy="47794"/>
            </a:xfrm>
            <a:custGeom>
              <a:avLst/>
              <a:pathLst>
                <a:path w="82998" h="47794">
                  <a:moveTo>
                    <a:pt x="63787" y="25666"/>
                  </a:moveTo>
                  <a:lnTo>
                    <a:pt x="82998" y="46480"/>
                  </a:lnTo>
                  <a:lnTo>
                    <a:pt x="67914" y="44558"/>
                  </a:lnTo>
                  <a:lnTo>
                    <a:pt x="62913" y="43921"/>
                  </a:lnTo>
                  <a:lnTo>
                    <a:pt x="48443" y="43839"/>
                  </a:lnTo>
                  <a:lnTo>
                    <a:pt x="29157" y="45192"/>
                  </a:lnTo>
                  <a:lnTo>
                    <a:pt x="10763" y="47794"/>
                  </a:lnTo>
                  <a:lnTo>
                    <a:pt x="6573" y="44602"/>
                  </a:lnTo>
                  <a:lnTo>
                    <a:pt x="0" y="39593"/>
                  </a:lnTo>
                  <a:lnTo>
                    <a:pt x="9722" y="29992"/>
                  </a:lnTo>
                  <a:lnTo>
                    <a:pt x="14331" y="25441"/>
                  </a:lnTo>
                  <a:lnTo>
                    <a:pt x="22414" y="17460"/>
                  </a:lnTo>
                  <a:lnTo>
                    <a:pt x="36543" y="3508"/>
                  </a:lnTo>
                  <a:lnTo>
                    <a:pt x="400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590899" y="2208309"/>
              <a:ext cx="89253" cy="79049"/>
            </a:xfrm>
            <a:custGeom>
              <a:avLst/>
              <a:pathLst>
                <a:path w="89253" h="79049">
                  <a:moveTo>
                    <a:pt x="8998" y="36975"/>
                  </a:moveTo>
                  <a:lnTo>
                    <a:pt x="18478" y="29964"/>
                  </a:lnTo>
                  <a:lnTo>
                    <a:pt x="25650" y="24658"/>
                  </a:lnTo>
                  <a:lnTo>
                    <a:pt x="32553" y="19552"/>
                  </a:lnTo>
                  <a:lnTo>
                    <a:pt x="39407" y="14483"/>
                  </a:lnTo>
                  <a:lnTo>
                    <a:pt x="49879" y="6736"/>
                  </a:lnTo>
                  <a:lnTo>
                    <a:pt x="56403" y="1911"/>
                  </a:lnTo>
                  <a:lnTo>
                    <a:pt x="58987" y="0"/>
                  </a:lnTo>
                  <a:lnTo>
                    <a:pt x="69905" y="10445"/>
                  </a:lnTo>
                  <a:lnTo>
                    <a:pt x="80125" y="20224"/>
                  </a:lnTo>
                  <a:lnTo>
                    <a:pt x="89253" y="30816"/>
                  </a:lnTo>
                  <a:lnTo>
                    <a:pt x="83903" y="35392"/>
                  </a:lnTo>
                  <a:lnTo>
                    <a:pt x="74840" y="43143"/>
                  </a:lnTo>
                  <a:lnTo>
                    <a:pt x="65212" y="51378"/>
                  </a:lnTo>
                  <a:lnTo>
                    <a:pt x="60146" y="55711"/>
                  </a:lnTo>
                  <a:lnTo>
                    <a:pt x="53669" y="61251"/>
                  </a:lnTo>
                  <a:lnTo>
                    <a:pt x="43988" y="69530"/>
                  </a:lnTo>
                  <a:lnTo>
                    <a:pt x="32859" y="79049"/>
                  </a:lnTo>
                  <a:lnTo>
                    <a:pt x="27594" y="73436"/>
                  </a:lnTo>
                  <a:lnTo>
                    <a:pt x="21545" y="66988"/>
                  </a:lnTo>
                  <a:lnTo>
                    <a:pt x="15952" y="61025"/>
                  </a:lnTo>
                  <a:lnTo>
                    <a:pt x="10633" y="55226"/>
                  </a:lnTo>
                  <a:lnTo>
                    <a:pt x="5420" y="49542"/>
                  </a:lnTo>
                  <a:lnTo>
                    <a:pt x="0" y="43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632503" y="2247325"/>
              <a:ext cx="83475" cy="82769"/>
            </a:xfrm>
            <a:custGeom>
              <a:avLst/>
              <a:pathLst>
                <a:path w="83475" h="82769">
                  <a:moveTo>
                    <a:pt x="5216" y="42962"/>
                  </a:moveTo>
                  <a:lnTo>
                    <a:pt x="13101" y="35614"/>
                  </a:lnTo>
                  <a:lnTo>
                    <a:pt x="19493" y="29657"/>
                  </a:lnTo>
                  <a:lnTo>
                    <a:pt x="25507" y="24052"/>
                  </a:lnTo>
                  <a:lnTo>
                    <a:pt x="35098" y="15114"/>
                  </a:lnTo>
                  <a:lnTo>
                    <a:pt x="41640" y="9017"/>
                  </a:lnTo>
                  <a:lnTo>
                    <a:pt x="47878" y="3203"/>
                  </a:lnTo>
                  <a:lnTo>
                    <a:pt x="51221" y="1875"/>
                  </a:lnTo>
                  <a:lnTo>
                    <a:pt x="55944" y="0"/>
                  </a:lnTo>
                  <a:lnTo>
                    <a:pt x="63778" y="7964"/>
                  </a:lnTo>
                  <a:lnTo>
                    <a:pt x="67967" y="13311"/>
                  </a:lnTo>
                  <a:lnTo>
                    <a:pt x="83475" y="33106"/>
                  </a:lnTo>
                  <a:lnTo>
                    <a:pt x="81028" y="36200"/>
                  </a:lnTo>
                  <a:lnTo>
                    <a:pt x="74839" y="44025"/>
                  </a:lnTo>
                  <a:lnTo>
                    <a:pt x="70082" y="50039"/>
                  </a:lnTo>
                  <a:lnTo>
                    <a:pt x="67449" y="52349"/>
                  </a:lnTo>
                  <a:lnTo>
                    <a:pt x="60698" y="58272"/>
                  </a:lnTo>
                  <a:lnTo>
                    <a:pt x="53396" y="64678"/>
                  </a:lnTo>
                  <a:lnTo>
                    <a:pt x="46170" y="71018"/>
                  </a:lnTo>
                  <a:lnTo>
                    <a:pt x="37196" y="78891"/>
                  </a:lnTo>
                  <a:lnTo>
                    <a:pt x="32776" y="82769"/>
                  </a:lnTo>
                  <a:lnTo>
                    <a:pt x="16936" y="65881"/>
                  </a:lnTo>
                  <a:lnTo>
                    <a:pt x="0" y="47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669421" y="2286773"/>
              <a:ext cx="88181" cy="83042"/>
            </a:xfrm>
            <a:custGeom>
              <a:avLst/>
              <a:pathLst>
                <a:path w="88181" h="83042">
                  <a:moveTo>
                    <a:pt x="13980" y="37125"/>
                  </a:moveTo>
                  <a:lnTo>
                    <a:pt x="21150" y="30587"/>
                  </a:lnTo>
                  <a:lnTo>
                    <a:pt x="29336" y="23122"/>
                  </a:lnTo>
                  <a:lnTo>
                    <a:pt x="38500" y="14766"/>
                  </a:lnTo>
                  <a:lnTo>
                    <a:pt x="44613" y="9191"/>
                  </a:lnTo>
                  <a:lnTo>
                    <a:pt x="51343" y="3054"/>
                  </a:lnTo>
                  <a:lnTo>
                    <a:pt x="54692" y="0"/>
                  </a:lnTo>
                  <a:lnTo>
                    <a:pt x="69853" y="14988"/>
                  </a:lnTo>
                  <a:lnTo>
                    <a:pt x="88181" y="33108"/>
                  </a:lnTo>
                  <a:lnTo>
                    <a:pt x="82917" y="37935"/>
                  </a:lnTo>
                  <a:lnTo>
                    <a:pt x="74658" y="45508"/>
                  </a:lnTo>
                  <a:lnTo>
                    <a:pt x="66452" y="53034"/>
                  </a:lnTo>
                  <a:lnTo>
                    <a:pt x="61033" y="58003"/>
                  </a:lnTo>
                  <a:lnTo>
                    <a:pt x="53598" y="64821"/>
                  </a:lnTo>
                  <a:lnTo>
                    <a:pt x="46950" y="70917"/>
                  </a:lnTo>
                  <a:lnTo>
                    <a:pt x="40105" y="77194"/>
                  </a:lnTo>
                  <a:lnTo>
                    <a:pt x="33728" y="83042"/>
                  </a:lnTo>
                  <a:lnTo>
                    <a:pt x="14352" y="63988"/>
                  </a:lnTo>
                  <a:lnTo>
                    <a:pt x="6210" y="55980"/>
                  </a:lnTo>
                  <a:lnTo>
                    <a:pt x="0" y="49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06781" y="2324936"/>
              <a:ext cx="86947" cy="84597"/>
            </a:xfrm>
            <a:custGeom>
              <a:avLst/>
              <a:pathLst>
                <a:path w="86947" h="84597">
                  <a:moveTo>
                    <a:pt x="2280" y="47477"/>
                  </a:moveTo>
                  <a:lnTo>
                    <a:pt x="6664" y="43399"/>
                  </a:lnTo>
                  <a:lnTo>
                    <a:pt x="11663" y="38748"/>
                  </a:lnTo>
                  <a:lnTo>
                    <a:pt x="16307" y="34428"/>
                  </a:lnTo>
                  <a:lnTo>
                    <a:pt x="20679" y="30360"/>
                  </a:lnTo>
                  <a:lnTo>
                    <a:pt x="25806" y="25591"/>
                  </a:lnTo>
                  <a:lnTo>
                    <a:pt x="30532" y="21193"/>
                  </a:lnTo>
                  <a:lnTo>
                    <a:pt x="36583" y="15564"/>
                  </a:lnTo>
                  <a:lnTo>
                    <a:pt x="43351" y="9268"/>
                  </a:lnTo>
                  <a:lnTo>
                    <a:pt x="49037" y="3977"/>
                  </a:lnTo>
                  <a:lnTo>
                    <a:pt x="53313" y="0"/>
                  </a:lnTo>
                  <a:lnTo>
                    <a:pt x="65962" y="11878"/>
                  </a:lnTo>
                  <a:lnTo>
                    <a:pt x="86947" y="31585"/>
                  </a:lnTo>
                  <a:lnTo>
                    <a:pt x="83509" y="35010"/>
                  </a:lnTo>
                  <a:lnTo>
                    <a:pt x="76416" y="42078"/>
                  </a:lnTo>
                  <a:lnTo>
                    <a:pt x="70238" y="48234"/>
                  </a:lnTo>
                  <a:lnTo>
                    <a:pt x="63878" y="54571"/>
                  </a:lnTo>
                  <a:lnTo>
                    <a:pt x="57789" y="60639"/>
                  </a:lnTo>
                  <a:lnTo>
                    <a:pt x="49913" y="68487"/>
                  </a:lnTo>
                  <a:lnTo>
                    <a:pt x="43920" y="74459"/>
                  </a:lnTo>
                  <a:lnTo>
                    <a:pt x="38449" y="79910"/>
                  </a:lnTo>
                  <a:lnTo>
                    <a:pt x="33745" y="84597"/>
                  </a:lnTo>
                  <a:lnTo>
                    <a:pt x="18978" y="69282"/>
                  </a:lnTo>
                  <a:lnTo>
                    <a:pt x="0" y="495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745601" y="2361355"/>
              <a:ext cx="86190" cy="78299"/>
            </a:xfrm>
            <a:custGeom>
              <a:avLst/>
              <a:pathLst>
                <a:path w="86190" h="78299">
                  <a:moveTo>
                    <a:pt x="27232" y="65772"/>
                  </a:moveTo>
                  <a:lnTo>
                    <a:pt x="21337" y="60431"/>
                  </a:lnTo>
                  <a:lnTo>
                    <a:pt x="15594" y="66580"/>
                  </a:lnTo>
                  <a:lnTo>
                    <a:pt x="9855" y="61014"/>
                  </a:lnTo>
                  <a:lnTo>
                    <a:pt x="0" y="51457"/>
                  </a:lnTo>
                  <a:lnTo>
                    <a:pt x="10179" y="41594"/>
                  </a:lnTo>
                  <a:lnTo>
                    <a:pt x="17820" y="34190"/>
                  </a:lnTo>
                  <a:lnTo>
                    <a:pt x="27399" y="24909"/>
                  </a:lnTo>
                  <a:lnTo>
                    <a:pt x="33551" y="18948"/>
                  </a:lnTo>
                  <a:lnTo>
                    <a:pt x="41546" y="11203"/>
                  </a:lnTo>
                  <a:lnTo>
                    <a:pt x="48363" y="4597"/>
                  </a:lnTo>
                  <a:lnTo>
                    <a:pt x="53108" y="0"/>
                  </a:lnTo>
                  <a:lnTo>
                    <a:pt x="68742" y="13596"/>
                  </a:lnTo>
                  <a:lnTo>
                    <a:pt x="71429" y="15933"/>
                  </a:lnTo>
                  <a:lnTo>
                    <a:pt x="86190" y="31733"/>
                  </a:lnTo>
                  <a:lnTo>
                    <a:pt x="82312" y="35735"/>
                  </a:lnTo>
                  <a:lnTo>
                    <a:pt x="73529" y="44797"/>
                  </a:lnTo>
                  <a:lnTo>
                    <a:pt x="67555" y="50961"/>
                  </a:lnTo>
                  <a:lnTo>
                    <a:pt x="61242" y="57474"/>
                  </a:lnTo>
                  <a:lnTo>
                    <a:pt x="54238" y="64701"/>
                  </a:lnTo>
                  <a:lnTo>
                    <a:pt x="46211" y="72984"/>
                  </a:lnTo>
                  <a:lnTo>
                    <a:pt x="41060" y="782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359120" y="2402449"/>
              <a:ext cx="94289" cy="100336"/>
            </a:xfrm>
            <a:custGeom>
              <a:avLst/>
              <a:pathLst>
                <a:path w="94289" h="100336">
                  <a:moveTo>
                    <a:pt x="47148" y="6155"/>
                  </a:moveTo>
                  <a:lnTo>
                    <a:pt x="61388" y="13360"/>
                  </a:lnTo>
                  <a:lnTo>
                    <a:pt x="77603" y="21563"/>
                  </a:lnTo>
                  <a:lnTo>
                    <a:pt x="87240" y="26439"/>
                  </a:lnTo>
                  <a:lnTo>
                    <a:pt x="94289" y="30005"/>
                  </a:lnTo>
                  <a:lnTo>
                    <a:pt x="92589" y="41226"/>
                  </a:lnTo>
                  <a:lnTo>
                    <a:pt x="90615" y="54261"/>
                  </a:lnTo>
                  <a:lnTo>
                    <a:pt x="88835" y="66013"/>
                  </a:lnTo>
                  <a:lnTo>
                    <a:pt x="86553" y="81078"/>
                  </a:lnTo>
                  <a:lnTo>
                    <a:pt x="85028" y="91149"/>
                  </a:lnTo>
                  <a:lnTo>
                    <a:pt x="73696" y="89664"/>
                  </a:lnTo>
                  <a:lnTo>
                    <a:pt x="64410" y="88447"/>
                  </a:lnTo>
                  <a:lnTo>
                    <a:pt x="62093" y="93044"/>
                  </a:lnTo>
                  <a:lnTo>
                    <a:pt x="58418" y="100336"/>
                  </a:lnTo>
                  <a:lnTo>
                    <a:pt x="51106" y="95522"/>
                  </a:lnTo>
                  <a:lnTo>
                    <a:pt x="47818" y="93357"/>
                  </a:lnTo>
                  <a:lnTo>
                    <a:pt x="44531" y="91192"/>
                  </a:lnTo>
                  <a:lnTo>
                    <a:pt x="41243" y="89027"/>
                  </a:lnTo>
                  <a:lnTo>
                    <a:pt x="37955" y="86863"/>
                  </a:lnTo>
                  <a:lnTo>
                    <a:pt x="34667" y="84698"/>
                  </a:lnTo>
                  <a:lnTo>
                    <a:pt x="31379" y="82533"/>
                  </a:lnTo>
                  <a:lnTo>
                    <a:pt x="28091" y="80368"/>
                  </a:lnTo>
                  <a:lnTo>
                    <a:pt x="24804" y="78204"/>
                  </a:lnTo>
                  <a:lnTo>
                    <a:pt x="21516" y="76039"/>
                  </a:lnTo>
                  <a:lnTo>
                    <a:pt x="18228" y="73874"/>
                  </a:lnTo>
                  <a:lnTo>
                    <a:pt x="14940" y="71710"/>
                  </a:lnTo>
                  <a:lnTo>
                    <a:pt x="11652" y="69545"/>
                  </a:lnTo>
                  <a:lnTo>
                    <a:pt x="8364" y="67380"/>
                  </a:lnTo>
                  <a:lnTo>
                    <a:pt x="0" y="61873"/>
                  </a:lnTo>
                  <a:lnTo>
                    <a:pt x="3036" y="56501"/>
                  </a:lnTo>
                  <a:lnTo>
                    <a:pt x="6600" y="50198"/>
                  </a:lnTo>
                  <a:lnTo>
                    <a:pt x="11413" y="41686"/>
                  </a:lnTo>
                  <a:lnTo>
                    <a:pt x="17244" y="31372"/>
                  </a:lnTo>
                  <a:lnTo>
                    <a:pt x="21575" y="23710"/>
                  </a:lnTo>
                  <a:lnTo>
                    <a:pt x="25917" y="16031"/>
                  </a:lnTo>
                  <a:lnTo>
                    <a:pt x="29955" y="8888"/>
                  </a:lnTo>
                  <a:lnTo>
                    <a:pt x="32769" y="3911"/>
                  </a:lnTo>
                  <a:lnTo>
                    <a:pt x="349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111419" y="2079766"/>
              <a:ext cx="103424" cy="136432"/>
            </a:xfrm>
            <a:custGeom>
              <a:avLst/>
              <a:pathLst>
                <a:path w="103424" h="136432">
                  <a:moveTo>
                    <a:pt x="74420" y="91935"/>
                  </a:moveTo>
                  <a:lnTo>
                    <a:pt x="69037" y="100131"/>
                  </a:lnTo>
                  <a:lnTo>
                    <a:pt x="64712" y="106716"/>
                  </a:lnTo>
                  <a:lnTo>
                    <a:pt x="57546" y="117627"/>
                  </a:lnTo>
                  <a:lnTo>
                    <a:pt x="51837" y="126319"/>
                  </a:lnTo>
                  <a:lnTo>
                    <a:pt x="45195" y="136432"/>
                  </a:lnTo>
                  <a:lnTo>
                    <a:pt x="39375" y="132251"/>
                  </a:lnTo>
                  <a:lnTo>
                    <a:pt x="30778" y="126074"/>
                  </a:lnTo>
                  <a:lnTo>
                    <a:pt x="21898" y="119695"/>
                  </a:lnTo>
                  <a:lnTo>
                    <a:pt x="15877" y="115370"/>
                  </a:lnTo>
                  <a:lnTo>
                    <a:pt x="4627" y="107288"/>
                  </a:lnTo>
                  <a:lnTo>
                    <a:pt x="0" y="103963"/>
                  </a:lnTo>
                  <a:lnTo>
                    <a:pt x="9118" y="88927"/>
                  </a:lnTo>
                  <a:lnTo>
                    <a:pt x="12373" y="83560"/>
                  </a:lnTo>
                  <a:lnTo>
                    <a:pt x="16548" y="76675"/>
                  </a:lnTo>
                  <a:lnTo>
                    <a:pt x="19137" y="72405"/>
                  </a:lnTo>
                  <a:lnTo>
                    <a:pt x="23142" y="65801"/>
                  </a:lnTo>
                  <a:lnTo>
                    <a:pt x="27163" y="60425"/>
                  </a:lnTo>
                  <a:lnTo>
                    <a:pt x="32029" y="53917"/>
                  </a:lnTo>
                  <a:lnTo>
                    <a:pt x="34735" y="50299"/>
                  </a:lnTo>
                  <a:lnTo>
                    <a:pt x="38932" y="44687"/>
                  </a:lnTo>
                  <a:lnTo>
                    <a:pt x="43646" y="37028"/>
                  </a:lnTo>
                  <a:lnTo>
                    <a:pt x="47679" y="30477"/>
                  </a:lnTo>
                  <a:lnTo>
                    <a:pt x="51858" y="23689"/>
                  </a:lnTo>
                  <a:lnTo>
                    <a:pt x="57241" y="14945"/>
                  </a:lnTo>
                  <a:lnTo>
                    <a:pt x="62524" y="9201"/>
                  </a:lnTo>
                  <a:lnTo>
                    <a:pt x="67998" y="3249"/>
                  </a:lnTo>
                  <a:lnTo>
                    <a:pt x="70987" y="0"/>
                  </a:lnTo>
                  <a:lnTo>
                    <a:pt x="87425" y="17889"/>
                  </a:lnTo>
                  <a:lnTo>
                    <a:pt x="90736" y="21492"/>
                  </a:lnTo>
                  <a:lnTo>
                    <a:pt x="93274" y="33597"/>
                  </a:lnTo>
                  <a:lnTo>
                    <a:pt x="97150" y="37394"/>
                  </a:lnTo>
                  <a:lnTo>
                    <a:pt x="103424" y="43540"/>
                  </a:lnTo>
                  <a:lnTo>
                    <a:pt x="97407" y="54023"/>
                  </a:lnTo>
                  <a:lnTo>
                    <a:pt x="84127" y="77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589942" y="2158086"/>
              <a:ext cx="54173" cy="82572"/>
            </a:xfrm>
            <a:custGeom>
              <a:avLst/>
              <a:pathLst>
                <a:path w="54173" h="82572">
                  <a:moveTo>
                    <a:pt x="32209" y="12877"/>
                  </a:moveTo>
                  <a:lnTo>
                    <a:pt x="54173" y="45394"/>
                  </a:lnTo>
                  <a:lnTo>
                    <a:pt x="48010" y="49963"/>
                  </a:lnTo>
                  <a:lnTo>
                    <a:pt x="38634" y="56914"/>
                  </a:lnTo>
                  <a:lnTo>
                    <a:pt x="28268" y="64597"/>
                  </a:lnTo>
                  <a:lnTo>
                    <a:pt x="18488" y="71848"/>
                  </a:lnTo>
                  <a:lnTo>
                    <a:pt x="11403" y="77100"/>
                  </a:lnTo>
                  <a:lnTo>
                    <a:pt x="4022" y="82572"/>
                  </a:lnTo>
                  <a:lnTo>
                    <a:pt x="0" y="65994"/>
                  </a:lnTo>
                  <a:lnTo>
                    <a:pt x="1936" y="45145"/>
                  </a:lnTo>
                  <a:lnTo>
                    <a:pt x="3373" y="29661"/>
                  </a:lnTo>
                  <a:lnTo>
                    <a:pt x="3988" y="23042"/>
                  </a:lnTo>
                  <a:lnTo>
                    <a:pt x="18818" y="5538"/>
                  </a:lnTo>
                  <a:lnTo>
                    <a:pt x="235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355797" y="2233771"/>
              <a:ext cx="61172" cy="79705"/>
            </a:xfrm>
            <a:custGeom>
              <a:avLst/>
              <a:pathLst>
                <a:path w="61172" h="79705">
                  <a:moveTo>
                    <a:pt x="21670" y="49467"/>
                  </a:moveTo>
                  <a:lnTo>
                    <a:pt x="0" y="15484"/>
                  </a:lnTo>
                  <a:lnTo>
                    <a:pt x="12515" y="4887"/>
                  </a:lnTo>
                  <a:lnTo>
                    <a:pt x="18288" y="0"/>
                  </a:lnTo>
                  <a:lnTo>
                    <a:pt x="39367" y="34254"/>
                  </a:lnTo>
                  <a:lnTo>
                    <a:pt x="61172" y="69689"/>
                  </a:lnTo>
                  <a:lnTo>
                    <a:pt x="55073" y="72710"/>
                  </a:lnTo>
                  <a:lnTo>
                    <a:pt x="40952" y="79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388140" y="2376091"/>
              <a:ext cx="76377" cy="42121"/>
            </a:xfrm>
            <a:custGeom>
              <a:avLst/>
              <a:pathLst>
                <a:path w="76377" h="42121">
                  <a:moveTo>
                    <a:pt x="74584" y="24172"/>
                  </a:moveTo>
                  <a:lnTo>
                    <a:pt x="76377" y="42121"/>
                  </a:lnTo>
                  <a:lnTo>
                    <a:pt x="65343" y="38909"/>
                  </a:lnTo>
                  <a:lnTo>
                    <a:pt x="49906" y="33073"/>
                  </a:lnTo>
                  <a:lnTo>
                    <a:pt x="25376" y="21400"/>
                  </a:lnTo>
                  <a:lnTo>
                    <a:pt x="0" y="4539"/>
                  </a:lnTo>
                  <a:lnTo>
                    <a:pt x="2537" y="0"/>
                  </a:lnTo>
                  <a:lnTo>
                    <a:pt x="18860" y="5390"/>
                  </a:lnTo>
                  <a:lnTo>
                    <a:pt x="34463" y="10543"/>
                  </a:lnTo>
                  <a:lnTo>
                    <a:pt x="43773" y="13618"/>
                  </a:lnTo>
                  <a:lnTo>
                    <a:pt x="52443" y="15131"/>
                  </a:lnTo>
                  <a:lnTo>
                    <a:pt x="58364" y="14915"/>
                  </a:lnTo>
                  <a:lnTo>
                    <a:pt x="64497" y="14266"/>
                  </a:lnTo>
                  <a:lnTo>
                    <a:pt x="73378" y="12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495758" y="2316667"/>
              <a:ext cx="65039" cy="60031"/>
            </a:xfrm>
            <a:custGeom>
              <a:avLst/>
              <a:pathLst>
                <a:path w="65039" h="60031">
                  <a:moveTo>
                    <a:pt x="3883" y="17247"/>
                  </a:moveTo>
                  <a:lnTo>
                    <a:pt x="10387" y="13881"/>
                  </a:lnTo>
                  <a:lnTo>
                    <a:pt x="16894" y="10514"/>
                  </a:lnTo>
                  <a:lnTo>
                    <a:pt x="23730" y="6976"/>
                  </a:lnTo>
                  <a:lnTo>
                    <a:pt x="31708" y="2848"/>
                  </a:lnTo>
                  <a:lnTo>
                    <a:pt x="37211" y="0"/>
                  </a:lnTo>
                  <a:lnTo>
                    <a:pt x="37422" y="208"/>
                  </a:lnTo>
                  <a:lnTo>
                    <a:pt x="38646" y="1717"/>
                  </a:lnTo>
                  <a:lnTo>
                    <a:pt x="39545" y="3360"/>
                  </a:lnTo>
                  <a:lnTo>
                    <a:pt x="41095" y="4739"/>
                  </a:lnTo>
                  <a:lnTo>
                    <a:pt x="42140" y="5922"/>
                  </a:lnTo>
                  <a:lnTo>
                    <a:pt x="43691" y="7301"/>
                  </a:lnTo>
                  <a:lnTo>
                    <a:pt x="44918" y="8815"/>
                  </a:lnTo>
                  <a:lnTo>
                    <a:pt x="45641" y="10134"/>
                  </a:lnTo>
                  <a:lnTo>
                    <a:pt x="46870" y="11650"/>
                  </a:lnTo>
                  <a:lnTo>
                    <a:pt x="47919" y="12837"/>
                  </a:lnTo>
                  <a:lnTo>
                    <a:pt x="49149" y="14355"/>
                  </a:lnTo>
                  <a:lnTo>
                    <a:pt x="49876" y="15679"/>
                  </a:lnTo>
                  <a:lnTo>
                    <a:pt x="50562" y="16205"/>
                  </a:lnTo>
                  <a:lnTo>
                    <a:pt x="52159" y="18389"/>
                  </a:lnTo>
                  <a:lnTo>
                    <a:pt x="53714" y="19773"/>
                  </a:lnTo>
                  <a:lnTo>
                    <a:pt x="54445" y="21102"/>
                  </a:lnTo>
                  <a:lnTo>
                    <a:pt x="55497" y="22293"/>
                  </a:lnTo>
                  <a:lnTo>
                    <a:pt x="56871" y="23346"/>
                  </a:lnTo>
                  <a:lnTo>
                    <a:pt x="57970" y="25343"/>
                  </a:lnTo>
                  <a:lnTo>
                    <a:pt x="58800" y="26253"/>
                  </a:lnTo>
                  <a:lnTo>
                    <a:pt x="59293" y="27320"/>
                  </a:lnTo>
                  <a:lnTo>
                    <a:pt x="60278" y="28593"/>
                  </a:lnTo>
                  <a:lnTo>
                    <a:pt x="62082" y="30780"/>
                  </a:lnTo>
                  <a:lnTo>
                    <a:pt x="62901" y="32553"/>
                  </a:lnTo>
                  <a:lnTo>
                    <a:pt x="64045" y="33316"/>
                  </a:lnTo>
                  <a:lnTo>
                    <a:pt x="64700" y="34733"/>
                  </a:lnTo>
                  <a:lnTo>
                    <a:pt x="65039" y="35111"/>
                  </a:lnTo>
                  <a:lnTo>
                    <a:pt x="42351" y="47448"/>
                  </a:lnTo>
                  <a:lnTo>
                    <a:pt x="19209" y="60031"/>
                  </a:lnTo>
                  <a:lnTo>
                    <a:pt x="12001" y="44731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486472" y="2299643"/>
              <a:ext cx="44475" cy="33494"/>
            </a:xfrm>
            <a:custGeom>
              <a:avLst/>
              <a:pathLst>
                <a:path w="44475" h="33494">
                  <a:moveTo>
                    <a:pt x="38945" y="17464"/>
                  </a:moveTo>
                  <a:lnTo>
                    <a:pt x="30507" y="21831"/>
                  </a:lnTo>
                  <a:lnTo>
                    <a:pt x="22260" y="26100"/>
                  </a:lnTo>
                  <a:lnTo>
                    <a:pt x="14362" y="30187"/>
                  </a:lnTo>
                  <a:lnTo>
                    <a:pt x="7973" y="33494"/>
                  </a:lnTo>
                  <a:lnTo>
                    <a:pt x="4194" y="25472"/>
                  </a:lnTo>
                  <a:lnTo>
                    <a:pt x="0" y="16570"/>
                  </a:lnTo>
                  <a:lnTo>
                    <a:pt x="14930" y="9535"/>
                  </a:lnTo>
                  <a:lnTo>
                    <a:pt x="35168" y="0"/>
                  </a:lnTo>
                  <a:lnTo>
                    <a:pt x="36161" y="1569"/>
                  </a:lnTo>
                  <a:lnTo>
                    <a:pt x="40317" y="8004"/>
                  </a:lnTo>
                  <a:lnTo>
                    <a:pt x="43907" y="13563"/>
                  </a:lnTo>
                  <a:lnTo>
                    <a:pt x="44475" y="14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551039" y="2396498"/>
              <a:ext cx="52678" cy="45667"/>
            </a:xfrm>
            <a:custGeom>
              <a:avLst/>
              <a:pathLst>
                <a:path w="52678" h="45667">
                  <a:moveTo>
                    <a:pt x="39313" y="32349"/>
                  </a:moveTo>
                  <a:lnTo>
                    <a:pt x="26201" y="40049"/>
                  </a:lnTo>
                  <a:lnTo>
                    <a:pt x="16635" y="45667"/>
                  </a:lnTo>
                  <a:lnTo>
                    <a:pt x="9022" y="33664"/>
                  </a:lnTo>
                  <a:lnTo>
                    <a:pt x="0" y="19439"/>
                  </a:lnTo>
                  <a:lnTo>
                    <a:pt x="8751" y="14469"/>
                  </a:lnTo>
                  <a:lnTo>
                    <a:pt x="15307" y="10746"/>
                  </a:lnTo>
                  <a:lnTo>
                    <a:pt x="22080" y="6899"/>
                  </a:lnTo>
                  <a:lnTo>
                    <a:pt x="34230" y="0"/>
                  </a:lnTo>
                  <a:lnTo>
                    <a:pt x="34516" y="571"/>
                  </a:lnTo>
                  <a:lnTo>
                    <a:pt x="35376" y="2284"/>
                  </a:lnTo>
                  <a:lnTo>
                    <a:pt x="36409" y="4342"/>
                  </a:lnTo>
                  <a:lnTo>
                    <a:pt x="37269" y="6056"/>
                  </a:lnTo>
                  <a:lnTo>
                    <a:pt x="37957" y="7428"/>
                  </a:lnTo>
                  <a:lnTo>
                    <a:pt x="39312" y="9324"/>
                  </a:lnTo>
                  <a:lnTo>
                    <a:pt x="40322" y="10533"/>
                  </a:lnTo>
                  <a:lnTo>
                    <a:pt x="41355" y="12591"/>
                  </a:lnTo>
                  <a:lnTo>
                    <a:pt x="42686" y="13636"/>
                  </a:lnTo>
                  <a:lnTo>
                    <a:pt x="43868" y="15187"/>
                  </a:lnTo>
                  <a:lnTo>
                    <a:pt x="45222" y="17081"/>
                  </a:lnTo>
                  <a:lnTo>
                    <a:pt x="47044" y="18303"/>
                  </a:lnTo>
                  <a:lnTo>
                    <a:pt x="47732" y="19675"/>
                  </a:lnTo>
                  <a:lnTo>
                    <a:pt x="48888" y="20374"/>
                  </a:lnTo>
                  <a:lnTo>
                    <a:pt x="50412" y="22609"/>
                  </a:lnTo>
                  <a:lnTo>
                    <a:pt x="52402" y="24171"/>
                  </a:lnTo>
                  <a:lnTo>
                    <a:pt x="52678" y="24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516834" y="2355393"/>
              <a:ext cx="67029" cy="58690"/>
            </a:xfrm>
            <a:custGeom>
              <a:avLst/>
              <a:pathLst>
                <a:path w="67029" h="58690">
                  <a:moveTo>
                    <a:pt x="49328" y="48551"/>
                  </a:moveTo>
                  <a:lnTo>
                    <a:pt x="30925" y="58690"/>
                  </a:lnTo>
                  <a:lnTo>
                    <a:pt x="15095" y="49743"/>
                  </a:lnTo>
                  <a:lnTo>
                    <a:pt x="10238" y="46998"/>
                  </a:lnTo>
                  <a:lnTo>
                    <a:pt x="5477" y="36891"/>
                  </a:lnTo>
                  <a:lnTo>
                    <a:pt x="0" y="25265"/>
                  </a:lnTo>
                  <a:lnTo>
                    <a:pt x="9331" y="20250"/>
                  </a:lnTo>
                  <a:lnTo>
                    <a:pt x="22410" y="13221"/>
                  </a:lnTo>
                  <a:lnTo>
                    <a:pt x="31906" y="8117"/>
                  </a:lnTo>
                  <a:lnTo>
                    <a:pt x="47047" y="0"/>
                  </a:lnTo>
                  <a:lnTo>
                    <a:pt x="47535" y="1058"/>
                  </a:lnTo>
                  <a:lnTo>
                    <a:pt x="48998" y="3375"/>
                  </a:lnTo>
                  <a:lnTo>
                    <a:pt x="50296" y="5336"/>
                  </a:lnTo>
                  <a:lnTo>
                    <a:pt x="51268" y="6591"/>
                  </a:lnTo>
                  <a:lnTo>
                    <a:pt x="52886" y="8395"/>
                  </a:lnTo>
                  <a:lnTo>
                    <a:pt x="53856" y="10501"/>
                  </a:lnTo>
                  <a:lnTo>
                    <a:pt x="54664" y="12254"/>
                  </a:lnTo>
                  <a:lnTo>
                    <a:pt x="55471" y="14006"/>
                  </a:lnTo>
                  <a:lnTo>
                    <a:pt x="56278" y="15756"/>
                  </a:lnTo>
                  <a:lnTo>
                    <a:pt x="57084" y="17506"/>
                  </a:lnTo>
                  <a:lnTo>
                    <a:pt x="58392" y="20287"/>
                  </a:lnTo>
                  <a:lnTo>
                    <a:pt x="58754" y="21813"/>
                  </a:lnTo>
                  <a:lnTo>
                    <a:pt x="59804" y="24708"/>
                  </a:lnTo>
                  <a:lnTo>
                    <a:pt x="60511" y="26921"/>
                  </a:lnTo>
                  <a:lnTo>
                    <a:pt x="61370" y="28633"/>
                  </a:lnTo>
                  <a:lnTo>
                    <a:pt x="62057" y="30003"/>
                  </a:lnTo>
                  <a:lnTo>
                    <a:pt x="63089" y="32058"/>
                  </a:lnTo>
                  <a:lnTo>
                    <a:pt x="63776" y="33429"/>
                  </a:lnTo>
                  <a:lnTo>
                    <a:pt x="64959" y="34982"/>
                  </a:lnTo>
                  <a:lnTo>
                    <a:pt x="65991" y="37038"/>
                  </a:lnTo>
                  <a:lnTo>
                    <a:pt x="66507" y="38066"/>
                  </a:lnTo>
                  <a:lnTo>
                    <a:pt x="67029" y="38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574908" y="2068498"/>
              <a:ext cx="78141" cy="87524"/>
            </a:xfrm>
            <a:custGeom>
              <a:avLst/>
              <a:pathLst>
                <a:path w="78141" h="87524">
                  <a:moveTo>
                    <a:pt x="63200" y="84795"/>
                  </a:moveTo>
                  <a:lnTo>
                    <a:pt x="57973" y="78709"/>
                  </a:lnTo>
                  <a:lnTo>
                    <a:pt x="49251" y="68555"/>
                  </a:lnTo>
                  <a:lnTo>
                    <a:pt x="37839" y="55269"/>
                  </a:lnTo>
                  <a:lnTo>
                    <a:pt x="27621" y="43373"/>
                  </a:lnTo>
                  <a:lnTo>
                    <a:pt x="11262" y="24328"/>
                  </a:lnTo>
                  <a:lnTo>
                    <a:pt x="0" y="11216"/>
                  </a:lnTo>
                  <a:lnTo>
                    <a:pt x="12375" y="5702"/>
                  </a:lnTo>
                  <a:lnTo>
                    <a:pt x="25173" y="0"/>
                  </a:lnTo>
                  <a:lnTo>
                    <a:pt x="40028" y="22053"/>
                  </a:lnTo>
                  <a:lnTo>
                    <a:pt x="49362" y="35908"/>
                  </a:lnTo>
                  <a:lnTo>
                    <a:pt x="78141" y="78632"/>
                  </a:lnTo>
                  <a:lnTo>
                    <a:pt x="71559" y="82764"/>
                  </a:lnTo>
                  <a:lnTo>
                    <a:pt x="63976" y="87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650252" y="2052638"/>
              <a:ext cx="102991" cy="114559"/>
            </a:xfrm>
            <a:custGeom>
              <a:avLst/>
              <a:pathLst>
                <a:path w="102991" h="114559">
                  <a:moveTo>
                    <a:pt x="96507" y="44403"/>
                  </a:moveTo>
                  <a:lnTo>
                    <a:pt x="86972" y="53458"/>
                  </a:lnTo>
                  <a:lnTo>
                    <a:pt x="77104" y="62831"/>
                  </a:lnTo>
                  <a:lnTo>
                    <a:pt x="66659" y="72750"/>
                  </a:lnTo>
                  <a:lnTo>
                    <a:pt x="57544" y="81407"/>
                  </a:lnTo>
                  <a:lnTo>
                    <a:pt x="45869" y="92496"/>
                  </a:lnTo>
                  <a:lnTo>
                    <a:pt x="32662" y="105040"/>
                  </a:lnTo>
                  <a:lnTo>
                    <a:pt x="22639" y="114559"/>
                  </a:lnTo>
                  <a:lnTo>
                    <a:pt x="11081" y="93921"/>
                  </a:lnTo>
                  <a:lnTo>
                    <a:pt x="0" y="74136"/>
                  </a:lnTo>
                  <a:lnTo>
                    <a:pt x="7284" y="67142"/>
                  </a:lnTo>
                  <a:lnTo>
                    <a:pt x="16617" y="58181"/>
                  </a:lnTo>
                  <a:lnTo>
                    <a:pt x="23985" y="51107"/>
                  </a:lnTo>
                  <a:lnTo>
                    <a:pt x="31644" y="43753"/>
                  </a:lnTo>
                  <a:lnTo>
                    <a:pt x="41563" y="34229"/>
                  </a:lnTo>
                  <a:lnTo>
                    <a:pt x="51462" y="24725"/>
                  </a:lnTo>
                  <a:lnTo>
                    <a:pt x="60077" y="16453"/>
                  </a:lnTo>
                  <a:lnTo>
                    <a:pt x="69671" y="7242"/>
                  </a:lnTo>
                  <a:lnTo>
                    <a:pt x="77214" y="0"/>
                  </a:lnTo>
                  <a:lnTo>
                    <a:pt x="77616" y="55"/>
                  </a:lnTo>
                  <a:lnTo>
                    <a:pt x="91256" y="20583"/>
                  </a:lnTo>
                  <a:lnTo>
                    <a:pt x="102991" y="38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650665" y="2094883"/>
              <a:ext cx="152001" cy="137123"/>
            </a:xfrm>
            <a:custGeom>
              <a:avLst/>
              <a:pathLst>
                <a:path w="152001" h="137123">
                  <a:moveTo>
                    <a:pt x="119269" y="54203"/>
                  </a:moveTo>
                  <a:lnTo>
                    <a:pt x="106079" y="67107"/>
                  </a:lnTo>
                  <a:lnTo>
                    <a:pt x="96370" y="76605"/>
                  </a:lnTo>
                  <a:lnTo>
                    <a:pt x="87255" y="85522"/>
                  </a:lnTo>
                  <a:lnTo>
                    <a:pt x="76601" y="95944"/>
                  </a:lnTo>
                  <a:lnTo>
                    <a:pt x="65769" y="106540"/>
                  </a:lnTo>
                  <a:lnTo>
                    <a:pt x="34506" y="137123"/>
                  </a:lnTo>
                  <a:lnTo>
                    <a:pt x="17519" y="121052"/>
                  </a:lnTo>
                  <a:lnTo>
                    <a:pt x="723" y="105162"/>
                  </a:lnTo>
                  <a:lnTo>
                    <a:pt x="0" y="102616"/>
                  </a:lnTo>
                  <a:lnTo>
                    <a:pt x="11087" y="92285"/>
                  </a:lnTo>
                  <a:lnTo>
                    <a:pt x="23984" y="80267"/>
                  </a:lnTo>
                  <a:lnTo>
                    <a:pt x="36223" y="68863"/>
                  </a:lnTo>
                  <a:lnTo>
                    <a:pt x="46891" y="58924"/>
                  </a:lnTo>
                  <a:lnTo>
                    <a:pt x="57746" y="48809"/>
                  </a:lnTo>
                  <a:lnTo>
                    <a:pt x="66384" y="40760"/>
                  </a:lnTo>
                  <a:lnTo>
                    <a:pt x="77018" y="30852"/>
                  </a:lnTo>
                  <a:lnTo>
                    <a:pt x="87301" y="21270"/>
                  </a:lnTo>
                  <a:lnTo>
                    <a:pt x="110129" y="0"/>
                  </a:lnTo>
                  <a:lnTo>
                    <a:pt x="131184" y="11154"/>
                  </a:lnTo>
                  <a:lnTo>
                    <a:pt x="152001" y="22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690647" y="2120769"/>
              <a:ext cx="151242" cy="149504"/>
            </a:xfrm>
            <a:custGeom>
              <a:avLst/>
              <a:pathLst>
                <a:path w="151242" h="149504">
                  <a:moveTo>
                    <a:pt x="143404" y="37046"/>
                  </a:moveTo>
                  <a:lnTo>
                    <a:pt x="134101" y="46694"/>
                  </a:lnTo>
                  <a:lnTo>
                    <a:pt x="126233" y="54855"/>
                  </a:lnTo>
                  <a:lnTo>
                    <a:pt x="115956" y="65513"/>
                  </a:lnTo>
                  <a:lnTo>
                    <a:pt x="106006" y="75832"/>
                  </a:lnTo>
                  <a:lnTo>
                    <a:pt x="34972" y="149504"/>
                  </a:lnTo>
                  <a:lnTo>
                    <a:pt x="18276" y="133708"/>
                  </a:lnTo>
                  <a:lnTo>
                    <a:pt x="0" y="116418"/>
                  </a:lnTo>
                  <a:lnTo>
                    <a:pt x="16391" y="100383"/>
                  </a:lnTo>
                  <a:lnTo>
                    <a:pt x="31449" y="85652"/>
                  </a:lnTo>
                  <a:lnTo>
                    <a:pt x="41031" y="76279"/>
                  </a:lnTo>
                  <a:lnTo>
                    <a:pt x="50922" y="66602"/>
                  </a:lnTo>
                  <a:lnTo>
                    <a:pt x="60368" y="57363"/>
                  </a:lnTo>
                  <a:lnTo>
                    <a:pt x="69293" y="48632"/>
                  </a:lnTo>
                  <a:lnTo>
                    <a:pt x="119006" y="0"/>
                  </a:lnTo>
                  <a:lnTo>
                    <a:pt x="120397" y="737"/>
                  </a:lnTo>
                  <a:lnTo>
                    <a:pt x="134101" y="13256"/>
                  </a:lnTo>
                  <a:lnTo>
                    <a:pt x="151242" y="28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730425" y="2154149"/>
              <a:ext cx="193401" cy="181367"/>
            </a:xfrm>
            <a:custGeom>
              <a:avLst/>
              <a:pathLst>
                <a:path w="193401" h="181367">
                  <a:moveTo>
                    <a:pt x="121504" y="132246"/>
                  </a:moveTo>
                  <a:lnTo>
                    <a:pt x="112944" y="141635"/>
                  </a:lnTo>
                  <a:lnTo>
                    <a:pt x="105184" y="150147"/>
                  </a:lnTo>
                  <a:lnTo>
                    <a:pt x="95681" y="160571"/>
                  </a:lnTo>
                  <a:lnTo>
                    <a:pt x="76721" y="181367"/>
                  </a:lnTo>
                  <a:lnTo>
                    <a:pt x="66412" y="176229"/>
                  </a:lnTo>
                  <a:lnTo>
                    <a:pt x="50171" y="168136"/>
                  </a:lnTo>
                  <a:lnTo>
                    <a:pt x="43458" y="161785"/>
                  </a:lnTo>
                  <a:lnTo>
                    <a:pt x="32045" y="150987"/>
                  </a:lnTo>
                  <a:lnTo>
                    <a:pt x="12594" y="132586"/>
                  </a:lnTo>
                  <a:lnTo>
                    <a:pt x="0" y="120670"/>
                  </a:lnTo>
                  <a:lnTo>
                    <a:pt x="8668" y="111680"/>
                  </a:lnTo>
                  <a:lnTo>
                    <a:pt x="18397" y="101590"/>
                  </a:lnTo>
                  <a:lnTo>
                    <a:pt x="27260" y="92398"/>
                  </a:lnTo>
                  <a:lnTo>
                    <a:pt x="38824" y="80404"/>
                  </a:lnTo>
                  <a:lnTo>
                    <a:pt x="49741" y="69081"/>
                  </a:lnTo>
                  <a:lnTo>
                    <a:pt x="59283" y="59185"/>
                  </a:lnTo>
                  <a:lnTo>
                    <a:pt x="67638" y="50519"/>
                  </a:lnTo>
                  <a:lnTo>
                    <a:pt x="76303" y="41533"/>
                  </a:lnTo>
                  <a:lnTo>
                    <a:pt x="85769" y="31716"/>
                  </a:lnTo>
                  <a:lnTo>
                    <a:pt x="96444" y="20644"/>
                  </a:lnTo>
                  <a:lnTo>
                    <a:pt x="110010" y="6574"/>
                  </a:lnTo>
                  <a:lnTo>
                    <a:pt x="116349" y="0"/>
                  </a:lnTo>
                  <a:lnTo>
                    <a:pt x="124945" y="7853"/>
                  </a:lnTo>
                  <a:lnTo>
                    <a:pt x="134395" y="16486"/>
                  </a:lnTo>
                  <a:lnTo>
                    <a:pt x="141675" y="23138"/>
                  </a:lnTo>
                  <a:lnTo>
                    <a:pt x="150504" y="31204"/>
                  </a:lnTo>
                  <a:lnTo>
                    <a:pt x="158735" y="38724"/>
                  </a:lnTo>
                  <a:lnTo>
                    <a:pt x="169579" y="48631"/>
                  </a:lnTo>
                  <a:lnTo>
                    <a:pt x="182450" y="60390"/>
                  </a:lnTo>
                  <a:lnTo>
                    <a:pt x="193401" y="70395"/>
                  </a:lnTo>
                  <a:lnTo>
                    <a:pt x="181513" y="81545"/>
                  </a:lnTo>
                  <a:lnTo>
                    <a:pt x="171581" y="90860"/>
                  </a:lnTo>
                  <a:lnTo>
                    <a:pt x="165732" y="96346"/>
                  </a:lnTo>
                  <a:lnTo>
                    <a:pt x="159214" y="102459"/>
                  </a:lnTo>
                  <a:lnTo>
                    <a:pt x="144341" y="112957"/>
                  </a:lnTo>
                  <a:lnTo>
                    <a:pt x="135609" y="119120"/>
                  </a:lnTo>
                  <a:lnTo>
                    <a:pt x="129609" y="1233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595648" y="1508760"/>
              <a:ext cx="149999" cy="132770"/>
            </a:xfrm>
            <a:custGeom>
              <a:avLst/>
              <a:pathLst>
                <a:path w="149999" h="132770">
                  <a:moveTo>
                    <a:pt x="97378" y="119262"/>
                  </a:moveTo>
                  <a:lnTo>
                    <a:pt x="76973" y="120089"/>
                  </a:lnTo>
                  <a:lnTo>
                    <a:pt x="53007" y="132770"/>
                  </a:lnTo>
                  <a:lnTo>
                    <a:pt x="49220" y="125335"/>
                  </a:lnTo>
                  <a:lnTo>
                    <a:pt x="44322" y="115715"/>
                  </a:lnTo>
                  <a:lnTo>
                    <a:pt x="38158" y="103612"/>
                  </a:lnTo>
                  <a:lnTo>
                    <a:pt x="32536" y="92571"/>
                  </a:lnTo>
                  <a:lnTo>
                    <a:pt x="27832" y="83333"/>
                  </a:lnTo>
                  <a:lnTo>
                    <a:pt x="22600" y="73059"/>
                  </a:lnTo>
                  <a:lnTo>
                    <a:pt x="20864" y="69650"/>
                  </a:lnTo>
                  <a:lnTo>
                    <a:pt x="18154" y="60890"/>
                  </a:lnTo>
                  <a:lnTo>
                    <a:pt x="15382" y="51929"/>
                  </a:lnTo>
                  <a:lnTo>
                    <a:pt x="12474" y="42530"/>
                  </a:lnTo>
                  <a:lnTo>
                    <a:pt x="9517" y="32973"/>
                  </a:lnTo>
                  <a:lnTo>
                    <a:pt x="6406" y="22914"/>
                  </a:lnTo>
                  <a:lnTo>
                    <a:pt x="2881" y="11522"/>
                  </a:lnTo>
                  <a:lnTo>
                    <a:pt x="0" y="2207"/>
                  </a:lnTo>
                  <a:lnTo>
                    <a:pt x="7206" y="193"/>
                  </a:lnTo>
                  <a:lnTo>
                    <a:pt x="7898" y="0"/>
                  </a:lnTo>
                  <a:lnTo>
                    <a:pt x="121894" y="0"/>
                  </a:lnTo>
                  <a:lnTo>
                    <a:pt x="124858" y="11898"/>
                  </a:lnTo>
                  <a:lnTo>
                    <a:pt x="127882" y="24032"/>
                  </a:lnTo>
                  <a:lnTo>
                    <a:pt x="130394" y="34118"/>
                  </a:lnTo>
                  <a:lnTo>
                    <a:pt x="133646" y="47169"/>
                  </a:lnTo>
                  <a:lnTo>
                    <a:pt x="136634" y="58806"/>
                  </a:lnTo>
                  <a:lnTo>
                    <a:pt x="139660" y="70593"/>
                  </a:lnTo>
                  <a:lnTo>
                    <a:pt x="142047" y="79892"/>
                  </a:lnTo>
                  <a:lnTo>
                    <a:pt x="144823" y="90705"/>
                  </a:lnTo>
                  <a:lnTo>
                    <a:pt x="147395" y="100722"/>
                  </a:lnTo>
                  <a:lnTo>
                    <a:pt x="149999" y="110866"/>
                  </a:lnTo>
                  <a:lnTo>
                    <a:pt x="149840" y="113762"/>
                  </a:lnTo>
                  <a:lnTo>
                    <a:pt x="148871" y="131329"/>
                  </a:lnTo>
                  <a:lnTo>
                    <a:pt x="124341" y="130465"/>
                  </a:lnTo>
                  <a:lnTo>
                    <a:pt x="105450" y="118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24381" y="1508760"/>
              <a:ext cx="84142" cy="130753"/>
            </a:xfrm>
            <a:custGeom>
              <a:avLst/>
              <a:pathLst>
                <a:path w="84142" h="130753">
                  <a:moveTo>
                    <a:pt x="58989" y="6368"/>
                  </a:moveTo>
                  <a:lnTo>
                    <a:pt x="61969" y="16822"/>
                  </a:lnTo>
                  <a:lnTo>
                    <a:pt x="64724" y="26488"/>
                  </a:lnTo>
                  <a:lnTo>
                    <a:pt x="68335" y="39955"/>
                  </a:lnTo>
                  <a:lnTo>
                    <a:pt x="70392" y="47629"/>
                  </a:lnTo>
                  <a:lnTo>
                    <a:pt x="72691" y="56202"/>
                  </a:lnTo>
                  <a:lnTo>
                    <a:pt x="76138" y="69059"/>
                  </a:lnTo>
                  <a:lnTo>
                    <a:pt x="78833" y="79110"/>
                  </a:lnTo>
                  <a:lnTo>
                    <a:pt x="79114" y="81386"/>
                  </a:lnTo>
                  <a:lnTo>
                    <a:pt x="80442" y="92136"/>
                  </a:lnTo>
                  <a:lnTo>
                    <a:pt x="81598" y="101503"/>
                  </a:lnTo>
                  <a:lnTo>
                    <a:pt x="84142" y="122106"/>
                  </a:lnTo>
                  <a:lnTo>
                    <a:pt x="68160" y="123228"/>
                  </a:lnTo>
                  <a:lnTo>
                    <a:pt x="64340" y="123992"/>
                  </a:lnTo>
                  <a:lnTo>
                    <a:pt x="52385" y="126386"/>
                  </a:lnTo>
                  <a:lnTo>
                    <a:pt x="30571" y="130753"/>
                  </a:lnTo>
                  <a:lnTo>
                    <a:pt x="28676" y="121917"/>
                  </a:lnTo>
                  <a:lnTo>
                    <a:pt x="26228" y="110501"/>
                  </a:lnTo>
                  <a:lnTo>
                    <a:pt x="24452" y="102216"/>
                  </a:lnTo>
                  <a:lnTo>
                    <a:pt x="22696" y="94031"/>
                  </a:lnTo>
                  <a:lnTo>
                    <a:pt x="20237" y="82562"/>
                  </a:lnTo>
                  <a:lnTo>
                    <a:pt x="17763" y="71025"/>
                  </a:lnTo>
                  <a:lnTo>
                    <a:pt x="16510" y="65181"/>
                  </a:lnTo>
                  <a:lnTo>
                    <a:pt x="15501" y="61198"/>
                  </a:lnTo>
                  <a:lnTo>
                    <a:pt x="11668" y="46066"/>
                  </a:lnTo>
                  <a:lnTo>
                    <a:pt x="8933" y="35266"/>
                  </a:lnTo>
                  <a:lnTo>
                    <a:pt x="6721" y="26537"/>
                  </a:lnTo>
                  <a:lnTo>
                    <a:pt x="4461" y="17612"/>
                  </a:lnTo>
                  <a:lnTo>
                    <a:pt x="2024" y="7992"/>
                  </a:lnTo>
                  <a:lnTo>
                    <a:pt x="0" y="0"/>
                  </a:lnTo>
                  <a:lnTo>
                    <a:pt x="571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89582" y="1508760"/>
              <a:ext cx="12500" cy="19643"/>
            </a:xfrm>
            <a:custGeom>
              <a:avLst/>
              <a:pathLst>
                <a:path w="12500" h="19643">
                  <a:moveTo>
                    <a:pt x="11532" y="3429"/>
                  </a:moveTo>
                  <a:lnTo>
                    <a:pt x="9391" y="19643"/>
                  </a:lnTo>
                  <a:lnTo>
                    <a:pt x="4174" y="18951"/>
                  </a:lnTo>
                  <a:lnTo>
                    <a:pt x="0" y="0"/>
                  </a:lnTo>
                  <a:lnTo>
                    <a:pt x="125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2846" y="1508760"/>
              <a:ext cx="64398" cy="59678"/>
            </a:xfrm>
            <a:custGeom>
              <a:avLst/>
              <a:pathLst>
                <a:path w="64398" h="59678">
                  <a:moveTo>
                    <a:pt x="1053" y="3973"/>
                  </a:moveTo>
                  <a:lnTo>
                    <a:pt x="2250" y="0"/>
                  </a:lnTo>
                  <a:lnTo>
                    <a:pt x="64398" y="0"/>
                  </a:lnTo>
                  <a:lnTo>
                    <a:pt x="62742" y="5512"/>
                  </a:lnTo>
                  <a:lnTo>
                    <a:pt x="58858" y="18441"/>
                  </a:lnTo>
                  <a:lnTo>
                    <a:pt x="55326" y="30199"/>
                  </a:lnTo>
                  <a:lnTo>
                    <a:pt x="53223" y="37197"/>
                  </a:lnTo>
                  <a:lnTo>
                    <a:pt x="51786" y="40052"/>
                  </a:lnTo>
                  <a:lnTo>
                    <a:pt x="47093" y="49372"/>
                  </a:lnTo>
                  <a:lnTo>
                    <a:pt x="43355" y="56796"/>
                  </a:lnTo>
                  <a:lnTo>
                    <a:pt x="25461" y="55111"/>
                  </a:lnTo>
                  <a:lnTo>
                    <a:pt x="21926" y="54779"/>
                  </a:lnTo>
                  <a:lnTo>
                    <a:pt x="1907" y="59678"/>
                  </a:lnTo>
                  <a:lnTo>
                    <a:pt x="1486" y="48155"/>
                  </a:lnTo>
                  <a:lnTo>
                    <a:pt x="1039" y="35929"/>
                  </a:lnTo>
                  <a:lnTo>
                    <a:pt x="696" y="26524"/>
                  </a:lnTo>
                  <a:lnTo>
                    <a:pt x="277" y="15059"/>
                  </a:lnTo>
                  <a:lnTo>
                    <a:pt x="0" y="74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50149" y="1508760"/>
              <a:ext cx="78251" cy="83024"/>
            </a:xfrm>
            <a:custGeom>
              <a:avLst/>
              <a:pathLst>
                <a:path w="78251" h="83024">
                  <a:moveTo>
                    <a:pt x="77490" y="3220"/>
                  </a:moveTo>
                  <a:lnTo>
                    <a:pt x="75548" y="11444"/>
                  </a:lnTo>
                  <a:lnTo>
                    <a:pt x="73124" y="21710"/>
                  </a:lnTo>
                  <a:lnTo>
                    <a:pt x="70943" y="30946"/>
                  </a:lnTo>
                  <a:lnTo>
                    <a:pt x="68582" y="40947"/>
                  </a:lnTo>
                  <a:lnTo>
                    <a:pt x="65665" y="53300"/>
                  </a:lnTo>
                  <a:lnTo>
                    <a:pt x="60579" y="74836"/>
                  </a:lnTo>
                  <a:lnTo>
                    <a:pt x="58646" y="83024"/>
                  </a:lnTo>
                  <a:lnTo>
                    <a:pt x="29026" y="77450"/>
                  </a:lnTo>
                  <a:lnTo>
                    <a:pt x="25751" y="76833"/>
                  </a:lnTo>
                  <a:lnTo>
                    <a:pt x="0" y="68613"/>
                  </a:lnTo>
                  <a:lnTo>
                    <a:pt x="5138" y="58107"/>
                  </a:lnTo>
                  <a:lnTo>
                    <a:pt x="9473" y="49245"/>
                  </a:lnTo>
                  <a:lnTo>
                    <a:pt x="10996" y="46132"/>
                  </a:lnTo>
                  <a:lnTo>
                    <a:pt x="12797" y="38154"/>
                  </a:lnTo>
                  <a:lnTo>
                    <a:pt x="15796" y="24873"/>
                  </a:lnTo>
                  <a:lnTo>
                    <a:pt x="18527" y="12776"/>
                  </a:lnTo>
                  <a:lnTo>
                    <a:pt x="21031" y="1686"/>
                  </a:lnTo>
                  <a:lnTo>
                    <a:pt x="21412" y="0"/>
                  </a:lnTo>
                  <a:lnTo>
                    <a:pt x="782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98690" y="1508760"/>
              <a:ext cx="82410" cy="49014"/>
            </a:xfrm>
            <a:custGeom>
              <a:avLst/>
              <a:pathLst>
                <a:path w="82410" h="49014">
                  <a:moveTo>
                    <a:pt x="61857" y="3036"/>
                  </a:moveTo>
                  <a:lnTo>
                    <a:pt x="68861" y="15701"/>
                  </a:lnTo>
                  <a:lnTo>
                    <a:pt x="75455" y="27623"/>
                  </a:lnTo>
                  <a:lnTo>
                    <a:pt x="82410" y="40199"/>
                  </a:lnTo>
                  <a:lnTo>
                    <a:pt x="66308" y="49014"/>
                  </a:lnTo>
                  <a:lnTo>
                    <a:pt x="54832" y="48937"/>
                  </a:lnTo>
                  <a:lnTo>
                    <a:pt x="23169" y="48726"/>
                  </a:lnTo>
                  <a:lnTo>
                    <a:pt x="17872" y="37587"/>
                  </a:lnTo>
                  <a:lnTo>
                    <a:pt x="11334" y="23838"/>
                  </a:lnTo>
                  <a:lnTo>
                    <a:pt x="0" y="0"/>
                  </a:lnTo>
                  <a:lnTo>
                    <a:pt x="601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64953" y="1508760"/>
              <a:ext cx="118710" cy="128714"/>
            </a:xfrm>
            <a:custGeom>
              <a:avLst/>
              <a:pathLst>
                <a:path w="118710" h="128714">
                  <a:moveTo>
                    <a:pt x="62415" y="1287"/>
                  </a:moveTo>
                  <a:lnTo>
                    <a:pt x="66050" y="7951"/>
                  </a:lnTo>
                  <a:lnTo>
                    <a:pt x="71017" y="17057"/>
                  </a:lnTo>
                  <a:lnTo>
                    <a:pt x="75902" y="26015"/>
                  </a:lnTo>
                  <a:lnTo>
                    <a:pt x="79651" y="32889"/>
                  </a:lnTo>
                  <a:lnTo>
                    <a:pt x="83795" y="40486"/>
                  </a:lnTo>
                  <a:lnTo>
                    <a:pt x="87604" y="47470"/>
                  </a:lnTo>
                  <a:lnTo>
                    <a:pt x="91654" y="54896"/>
                  </a:lnTo>
                  <a:lnTo>
                    <a:pt x="97280" y="65212"/>
                  </a:lnTo>
                  <a:lnTo>
                    <a:pt x="101489" y="72929"/>
                  </a:lnTo>
                  <a:lnTo>
                    <a:pt x="105664" y="80584"/>
                  </a:lnTo>
                  <a:lnTo>
                    <a:pt x="111716" y="91680"/>
                  </a:lnTo>
                  <a:lnTo>
                    <a:pt x="118710" y="104504"/>
                  </a:lnTo>
                  <a:lnTo>
                    <a:pt x="107814" y="114798"/>
                  </a:lnTo>
                  <a:lnTo>
                    <a:pt x="93730" y="119614"/>
                  </a:lnTo>
                  <a:lnTo>
                    <a:pt x="67112" y="128714"/>
                  </a:lnTo>
                  <a:lnTo>
                    <a:pt x="46618" y="89321"/>
                  </a:lnTo>
                  <a:lnTo>
                    <a:pt x="40261" y="77102"/>
                  </a:lnTo>
                  <a:lnTo>
                    <a:pt x="34124" y="65306"/>
                  </a:lnTo>
                  <a:lnTo>
                    <a:pt x="29009" y="55517"/>
                  </a:lnTo>
                  <a:lnTo>
                    <a:pt x="24575" y="47032"/>
                  </a:lnTo>
                  <a:lnTo>
                    <a:pt x="18841" y="36058"/>
                  </a:lnTo>
                  <a:lnTo>
                    <a:pt x="10675" y="20431"/>
                  </a:lnTo>
                  <a:lnTo>
                    <a:pt x="3848" y="7365"/>
                  </a:lnTo>
                  <a:lnTo>
                    <a:pt x="0" y="0"/>
                  </a:lnTo>
                  <a:lnTo>
                    <a:pt x="617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38078" y="1508760"/>
              <a:ext cx="70170" cy="105049"/>
            </a:xfrm>
            <a:custGeom>
              <a:avLst/>
              <a:pathLst>
                <a:path w="70170" h="105049">
                  <a:moveTo>
                    <a:pt x="53243" y="33817"/>
                  </a:moveTo>
                  <a:lnTo>
                    <a:pt x="65888" y="89194"/>
                  </a:lnTo>
                  <a:lnTo>
                    <a:pt x="70170" y="104689"/>
                  </a:lnTo>
                  <a:lnTo>
                    <a:pt x="60302" y="105049"/>
                  </a:lnTo>
                  <a:lnTo>
                    <a:pt x="53253" y="100005"/>
                  </a:lnTo>
                  <a:lnTo>
                    <a:pt x="48024" y="93986"/>
                  </a:lnTo>
                  <a:lnTo>
                    <a:pt x="34039" y="70360"/>
                  </a:lnTo>
                  <a:lnTo>
                    <a:pt x="22203" y="44676"/>
                  </a:lnTo>
                  <a:lnTo>
                    <a:pt x="12130" y="22817"/>
                  </a:lnTo>
                  <a:lnTo>
                    <a:pt x="0" y="0"/>
                  </a:lnTo>
                  <a:lnTo>
                    <a:pt x="455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98146" y="1533331"/>
              <a:ext cx="68270" cy="78996"/>
            </a:xfrm>
            <a:custGeom>
              <a:avLst/>
              <a:pathLst>
                <a:path w="68270" h="78996">
                  <a:moveTo>
                    <a:pt x="27478" y="7550"/>
                  </a:moveTo>
                  <a:lnTo>
                    <a:pt x="52271" y="0"/>
                  </a:lnTo>
                  <a:lnTo>
                    <a:pt x="53380" y="5280"/>
                  </a:lnTo>
                  <a:lnTo>
                    <a:pt x="55692" y="16290"/>
                  </a:lnTo>
                  <a:lnTo>
                    <a:pt x="58058" y="27558"/>
                  </a:lnTo>
                  <a:lnTo>
                    <a:pt x="59913" y="36390"/>
                  </a:lnTo>
                  <a:lnTo>
                    <a:pt x="61922" y="45960"/>
                  </a:lnTo>
                  <a:lnTo>
                    <a:pt x="63762" y="54719"/>
                  </a:lnTo>
                  <a:lnTo>
                    <a:pt x="66381" y="67192"/>
                  </a:lnTo>
                  <a:lnTo>
                    <a:pt x="68270" y="76186"/>
                  </a:lnTo>
                  <a:lnTo>
                    <a:pt x="41305" y="77574"/>
                  </a:lnTo>
                  <a:lnTo>
                    <a:pt x="13712" y="78996"/>
                  </a:lnTo>
                  <a:lnTo>
                    <a:pt x="12100" y="71582"/>
                  </a:lnTo>
                  <a:lnTo>
                    <a:pt x="10844" y="65802"/>
                  </a:lnTo>
                  <a:lnTo>
                    <a:pt x="9119" y="57868"/>
                  </a:lnTo>
                  <a:lnTo>
                    <a:pt x="7589" y="50830"/>
                  </a:lnTo>
                  <a:lnTo>
                    <a:pt x="5603" y="41694"/>
                  </a:lnTo>
                  <a:lnTo>
                    <a:pt x="4176" y="35132"/>
                  </a:lnTo>
                  <a:lnTo>
                    <a:pt x="1647" y="23498"/>
                  </a:lnTo>
                  <a:lnTo>
                    <a:pt x="0" y="15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51883" y="1508760"/>
              <a:ext cx="63586" cy="102666"/>
            </a:xfrm>
            <a:custGeom>
              <a:avLst/>
              <a:pathLst>
                <a:path w="63586" h="102666">
                  <a:moveTo>
                    <a:pt x="29903" y="5907"/>
                  </a:moveTo>
                  <a:lnTo>
                    <a:pt x="32896" y="15629"/>
                  </a:lnTo>
                  <a:lnTo>
                    <a:pt x="36014" y="25759"/>
                  </a:lnTo>
                  <a:lnTo>
                    <a:pt x="38981" y="35398"/>
                  </a:lnTo>
                  <a:lnTo>
                    <a:pt x="42158" y="45719"/>
                  </a:lnTo>
                  <a:lnTo>
                    <a:pt x="44495" y="53313"/>
                  </a:lnTo>
                  <a:lnTo>
                    <a:pt x="46478" y="59755"/>
                  </a:lnTo>
                  <a:lnTo>
                    <a:pt x="49925" y="70955"/>
                  </a:lnTo>
                  <a:lnTo>
                    <a:pt x="54670" y="80956"/>
                  </a:lnTo>
                  <a:lnTo>
                    <a:pt x="63586" y="99748"/>
                  </a:lnTo>
                  <a:lnTo>
                    <a:pt x="59991" y="102666"/>
                  </a:lnTo>
                  <a:lnTo>
                    <a:pt x="50189" y="97300"/>
                  </a:lnTo>
                  <a:lnTo>
                    <a:pt x="44213" y="96814"/>
                  </a:lnTo>
                  <a:lnTo>
                    <a:pt x="29575" y="95624"/>
                  </a:lnTo>
                  <a:lnTo>
                    <a:pt x="7477" y="24177"/>
                  </a:lnTo>
                  <a:lnTo>
                    <a:pt x="0" y="0"/>
                  </a:lnTo>
                  <a:lnTo>
                    <a:pt x="280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15562" y="1508760"/>
              <a:ext cx="74719" cy="95417"/>
            </a:xfrm>
            <a:custGeom>
              <a:avLst/>
              <a:pathLst>
                <a:path w="74719" h="95417">
                  <a:moveTo>
                    <a:pt x="74657" y="1859"/>
                  </a:moveTo>
                  <a:lnTo>
                    <a:pt x="74342" y="11244"/>
                  </a:lnTo>
                  <a:lnTo>
                    <a:pt x="74007" y="21240"/>
                  </a:lnTo>
                  <a:lnTo>
                    <a:pt x="73692" y="30648"/>
                  </a:lnTo>
                  <a:lnTo>
                    <a:pt x="73472" y="37213"/>
                  </a:lnTo>
                  <a:lnTo>
                    <a:pt x="70985" y="43074"/>
                  </a:lnTo>
                  <a:lnTo>
                    <a:pt x="66026" y="54762"/>
                  </a:lnTo>
                  <a:lnTo>
                    <a:pt x="61480" y="65478"/>
                  </a:lnTo>
                  <a:lnTo>
                    <a:pt x="55137" y="80427"/>
                  </a:lnTo>
                  <a:lnTo>
                    <a:pt x="51283" y="89513"/>
                  </a:lnTo>
                  <a:lnTo>
                    <a:pt x="48778" y="95417"/>
                  </a:lnTo>
                  <a:lnTo>
                    <a:pt x="24732" y="95269"/>
                  </a:lnTo>
                  <a:lnTo>
                    <a:pt x="1973" y="95129"/>
                  </a:lnTo>
                  <a:lnTo>
                    <a:pt x="0" y="80430"/>
                  </a:lnTo>
                  <a:lnTo>
                    <a:pt x="1358" y="74288"/>
                  </a:lnTo>
                  <a:lnTo>
                    <a:pt x="5122" y="57281"/>
                  </a:lnTo>
                  <a:lnTo>
                    <a:pt x="7603" y="46065"/>
                  </a:lnTo>
                  <a:lnTo>
                    <a:pt x="10263" y="34047"/>
                  </a:lnTo>
                  <a:lnTo>
                    <a:pt x="12964" y="21837"/>
                  </a:lnTo>
                  <a:lnTo>
                    <a:pt x="15027" y="12513"/>
                  </a:lnTo>
                  <a:lnTo>
                    <a:pt x="17709" y="393"/>
                  </a:lnTo>
                  <a:lnTo>
                    <a:pt x="17796" y="0"/>
                  </a:lnTo>
                  <a:lnTo>
                    <a:pt x="7471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297757" y="1508760"/>
              <a:ext cx="42064" cy="23893"/>
            </a:xfrm>
            <a:custGeom>
              <a:avLst/>
              <a:pathLst>
                <a:path w="42064" h="23893">
                  <a:moveTo>
                    <a:pt x="3099" y="17707"/>
                  </a:moveTo>
                  <a:lnTo>
                    <a:pt x="1412" y="8072"/>
                  </a:lnTo>
                  <a:lnTo>
                    <a:pt x="175" y="1003"/>
                  </a:lnTo>
                  <a:lnTo>
                    <a:pt x="0" y="0"/>
                  </a:lnTo>
                  <a:lnTo>
                    <a:pt x="42064" y="0"/>
                  </a:lnTo>
                  <a:lnTo>
                    <a:pt x="21663" y="16399"/>
                  </a:lnTo>
                  <a:lnTo>
                    <a:pt x="4182" y="238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4308" y="1590674"/>
              <a:ext cx="62469" cy="147577"/>
            </a:xfrm>
            <a:custGeom>
              <a:avLst/>
              <a:pathLst>
                <a:path w="62469" h="147577">
                  <a:moveTo>
                    <a:pt x="17453" y="1322"/>
                  </a:moveTo>
                  <a:lnTo>
                    <a:pt x="24702" y="0"/>
                  </a:lnTo>
                  <a:lnTo>
                    <a:pt x="35773" y="1658"/>
                  </a:lnTo>
                  <a:lnTo>
                    <a:pt x="42634" y="4277"/>
                  </a:lnTo>
                  <a:lnTo>
                    <a:pt x="43644" y="9627"/>
                  </a:lnTo>
                  <a:lnTo>
                    <a:pt x="45412" y="18987"/>
                  </a:lnTo>
                  <a:lnTo>
                    <a:pt x="47399" y="29507"/>
                  </a:lnTo>
                  <a:lnTo>
                    <a:pt x="49248" y="39296"/>
                  </a:lnTo>
                  <a:lnTo>
                    <a:pt x="50770" y="47354"/>
                  </a:lnTo>
                  <a:lnTo>
                    <a:pt x="52252" y="55201"/>
                  </a:lnTo>
                  <a:lnTo>
                    <a:pt x="53569" y="62175"/>
                  </a:lnTo>
                  <a:lnTo>
                    <a:pt x="54879" y="69108"/>
                  </a:lnTo>
                  <a:lnTo>
                    <a:pt x="56775" y="79148"/>
                  </a:lnTo>
                  <a:lnTo>
                    <a:pt x="58761" y="89666"/>
                  </a:lnTo>
                  <a:lnTo>
                    <a:pt x="59493" y="92782"/>
                  </a:lnTo>
                  <a:lnTo>
                    <a:pt x="60331" y="99547"/>
                  </a:lnTo>
                  <a:lnTo>
                    <a:pt x="61505" y="109025"/>
                  </a:lnTo>
                  <a:lnTo>
                    <a:pt x="61843" y="111754"/>
                  </a:lnTo>
                  <a:lnTo>
                    <a:pt x="62469" y="116802"/>
                  </a:lnTo>
                  <a:lnTo>
                    <a:pt x="44960" y="138835"/>
                  </a:lnTo>
                  <a:lnTo>
                    <a:pt x="39678" y="145481"/>
                  </a:lnTo>
                  <a:lnTo>
                    <a:pt x="33515" y="147577"/>
                  </a:lnTo>
                  <a:lnTo>
                    <a:pt x="23083" y="146367"/>
                  </a:lnTo>
                  <a:lnTo>
                    <a:pt x="13347" y="143147"/>
                  </a:lnTo>
                  <a:lnTo>
                    <a:pt x="12412" y="136016"/>
                  </a:lnTo>
                  <a:lnTo>
                    <a:pt x="11126" y="126214"/>
                  </a:lnTo>
                  <a:lnTo>
                    <a:pt x="10691" y="122901"/>
                  </a:lnTo>
                  <a:lnTo>
                    <a:pt x="10523" y="116618"/>
                  </a:lnTo>
                  <a:lnTo>
                    <a:pt x="10447" y="113777"/>
                  </a:lnTo>
                  <a:lnTo>
                    <a:pt x="9796" y="109607"/>
                  </a:lnTo>
                  <a:lnTo>
                    <a:pt x="8097" y="98708"/>
                  </a:lnTo>
                  <a:lnTo>
                    <a:pt x="6502" y="88484"/>
                  </a:lnTo>
                  <a:lnTo>
                    <a:pt x="5107" y="79536"/>
                  </a:lnTo>
                  <a:lnTo>
                    <a:pt x="3895" y="71769"/>
                  </a:lnTo>
                  <a:lnTo>
                    <a:pt x="2329" y="61725"/>
                  </a:lnTo>
                  <a:lnTo>
                    <a:pt x="906" y="52597"/>
                  </a:lnTo>
                  <a:lnTo>
                    <a:pt x="0" y="46788"/>
                  </a:lnTo>
                  <a:lnTo>
                    <a:pt x="10107" y="44821"/>
                  </a:lnTo>
                  <a:lnTo>
                    <a:pt x="12202" y="42045"/>
                  </a:lnTo>
                  <a:lnTo>
                    <a:pt x="13100" y="36493"/>
                  </a:lnTo>
                  <a:lnTo>
                    <a:pt x="11808" y="25356"/>
                  </a:lnTo>
                  <a:lnTo>
                    <a:pt x="10748" y="16225"/>
                  </a:lnTo>
                  <a:lnTo>
                    <a:pt x="11541" y="9080"/>
                  </a:lnTo>
                  <a:lnTo>
                    <a:pt x="12202" y="5432"/>
                  </a:lnTo>
                  <a:lnTo>
                    <a:pt x="14884" y="1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5344" y="1598159"/>
              <a:ext cx="63536" cy="80851"/>
            </a:xfrm>
            <a:custGeom>
              <a:avLst/>
              <a:pathLst>
                <a:path w="63536" h="80851">
                  <a:moveTo>
                    <a:pt x="29075" y="11099"/>
                  </a:moveTo>
                  <a:lnTo>
                    <a:pt x="55021" y="21005"/>
                  </a:lnTo>
                  <a:lnTo>
                    <a:pt x="56100" y="27215"/>
                  </a:lnTo>
                  <a:lnTo>
                    <a:pt x="57269" y="33950"/>
                  </a:lnTo>
                  <a:lnTo>
                    <a:pt x="58633" y="41808"/>
                  </a:lnTo>
                  <a:lnTo>
                    <a:pt x="59960" y="49451"/>
                  </a:lnTo>
                  <a:lnTo>
                    <a:pt x="61207" y="56634"/>
                  </a:lnTo>
                  <a:lnTo>
                    <a:pt x="62528" y="64248"/>
                  </a:lnTo>
                  <a:lnTo>
                    <a:pt x="63536" y="70054"/>
                  </a:lnTo>
                  <a:lnTo>
                    <a:pt x="37057" y="75808"/>
                  </a:lnTo>
                  <a:lnTo>
                    <a:pt x="13846" y="80851"/>
                  </a:lnTo>
                  <a:lnTo>
                    <a:pt x="11091" y="64765"/>
                  </a:lnTo>
                  <a:lnTo>
                    <a:pt x="9570" y="55884"/>
                  </a:lnTo>
                  <a:lnTo>
                    <a:pt x="8419" y="49159"/>
                  </a:lnTo>
                  <a:lnTo>
                    <a:pt x="6349" y="37073"/>
                  </a:lnTo>
                  <a:lnTo>
                    <a:pt x="4812" y="28100"/>
                  </a:lnTo>
                  <a:lnTo>
                    <a:pt x="2686" y="156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15086" y="1618144"/>
              <a:ext cx="58141" cy="48997"/>
            </a:xfrm>
            <a:custGeom>
              <a:avLst/>
              <a:pathLst>
                <a:path w="58141" h="48997">
                  <a:moveTo>
                    <a:pt x="25367" y="1377"/>
                  </a:moveTo>
                  <a:lnTo>
                    <a:pt x="49559" y="0"/>
                  </a:lnTo>
                  <a:lnTo>
                    <a:pt x="51166" y="7162"/>
                  </a:lnTo>
                  <a:lnTo>
                    <a:pt x="53239" y="16404"/>
                  </a:lnTo>
                  <a:lnTo>
                    <a:pt x="55197" y="25132"/>
                  </a:lnTo>
                  <a:lnTo>
                    <a:pt x="56724" y="31941"/>
                  </a:lnTo>
                  <a:lnTo>
                    <a:pt x="58141" y="38260"/>
                  </a:lnTo>
                  <a:lnTo>
                    <a:pt x="32445" y="43844"/>
                  </a:lnTo>
                  <a:lnTo>
                    <a:pt x="8729" y="48997"/>
                  </a:lnTo>
                  <a:lnTo>
                    <a:pt x="7252" y="41183"/>
                  </a:lnTo>
                  <a:lnTo>
                    <a:pt x="5844" y="33738"/>
                  </a:lnTo>
                  <a:lnTo>
                    <a:pt x="3670" y="22236"/>
                  </a:lnTo>
                  <a:lnTo>
                    <a:pt x="1800" y="12346"/>
                  </a:lnTo>
                  <a:lnTo>
                    <a:pt x="0" y="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48004" y="1641921"/>
              <a:ext cx="47174" cy="85093"/>
            </a:xfrm>
            <a:custGeom>
              <a:avLst/>
              <a:pathLst>
                <a:path w="47174" h="85093">
                  <a:moveTo>
                    <a:pt x="1925" y="6970"/>
                  </a:moveTo>
                  <a:lnTo>
                    <a:pt x="14214" y="3804"/>
                  </a:lnTo>
                  <a:lnTo>
                    <a:pt x="28982" y="0"/>
                  </a:lnTo>
                  <a:lnTo>
                    <a:pt x="29298" y="17046"/>
                  </a:lnTo>
                  <a:lnTo>
                    <a:pt x="31358" y="25693"/>
                  </a:lnTo>
                  <a:lnTo>
                    <a:pt x="33953" y="36586"/>
                  </a:lnTo>
                  <a:lnTo>
                    <a:pt x="36747" y="48320"/>
                  </a:lnTo>
                  <a:lnTo>
                    <a:pt x="40447" y="63853"/>
                  </a:lnTo>
                  <a:lnTo>
                    <a:pt x="41634" y="68836"/>
                  </a:lnTo>
                  <a:lnTo>
                    <a:pt x="47174" y="82992"/>
                  </a:lnTo>
                  <a:lnTo>
                    <a:pt x="33687" y="84462"/>
                  </a:lnTo>
                  <a:lnTo>
                    <a:pt x="30966" y="84758"/>
                  </a:lnTo>
                  <a:lnTo>
                    <a:pt x="27889" y="85093"/>
                  </a:lnTo>
                  <a:lnTo>
                    <a:pt x="15201" y="83697"/>
                  </a:lnTo>
                  <a:lnTo>
                    <a:pt x="13402" y="75601"/>
                  </a:lnTo>
                  <a:lnTo>
                    <a:pt x="12597" y="71978"/>
                  </a:lnTo>
                  <a:lnTo>
                    <a:pt x="8282" y="52555"/>
                  </a:lnTo>
                  <a:lnTo>
                    <a:pt x="2973" y="28659"/>
                  </a:lnTo>
                  <a:lnTo>
                    <a:pt x="690" y="18381"/>
                  </a:lnTo>
                  <a:lnTo>
                    <a:pt x="0" y="152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84342" y="1641659"/>
              <a:ext cx="67671" cy="82930"/>
            </a:xfrm>
            <a:custGeom>
              <a:avLst/>
              <a:pathLst>
                <a:path w="67671" h="82930">
                  <a:moveTo>
                    <a:pt x="4864" y="38244"/>
                  </a:moveTo>
                  <a:lnTo>
                    <a:pt x="3701" y="29128"/>
                  </a:lnTo>
                  <a:lnTo>
                    <a:pt x="1072" y="8527"/>
                  </a:lnTo>
                  <a:lnTo>
                    <a:pt x="0" y="121"/>
                  </a:lnTo>
                  <a:lnTo>
                    <a:pt x="6404" y="0"/>
                  </a:lnTo>
                  <a:lnTo>
                    <a:pt x="11464" y="1096"/>
                  </a:lnTo>
                  <a:lnTo>
                    <a:pt x="26475" y="3164"/>
                  </a:lnTo>
                  <a:lnTo>
                    <a:pt x="30593" y="3630"/>
                  </a:lnTo>
                  <a:lnTo>
                    <a:pt x="40241" y="4722"/>
                  </a:lnTo>
                  <a:lnTo>
                    <a:pt x="50207" y="5850"/>
                  </a:lnTo>
                  <a:lnTo>
                    <a:pt x="56564" y="4999"/>
                  </a:lnTo>
                  <a:lnTo>
                    <a:pt x="57963" y="17156"/>
                  </a:lnTo>
                  <a:lnTo>
                    <a:pt x="58603" y="22712"/>
                  </a:lnTo>
                  <a:lnTo>
                    <a:pt x="59897" y="35375"/>
                  </a:lnTo>
                  <a:lnTo>
                    <a:pt x="61002" y="46183"/>
                  </a:lnTo>
                  <a:lnTo>
                    <a:pt x="61687" y="52885"/>
                  </a:lnTo>
                  <a:lnTo>
                    <a:pt x="62715" y="57299"/>
                  </a:lnTo>
                  <a:lnTo>
                    <a:pt x="64575" y="65285"/>
                  </a:lnTo>
                  <a:lnTo>
                    <a:pt x="67036" y="75850"/>
                  </a:lnTo>
                  <a:lnTo>
                    <a:pt x="67671" y="81129"/>
                  </a:lnTo>
                  <a:lnTo>
                    <a:pt x="50546" y="81735"/>
                  </a:lnTo>
                  <a:lnTo>
                    <a:pt x="38547" y="82160"/>
                  </a:lnTo>
                  <a:lnTo>
                    <a:pt x="16787" y="82930"/>
                  </a:lnTo>
                  <a:lnTo>
                    <a:pt x="16294" y="80341"/>
                  </a:lnTo>
                  <a:lnTo>
                    <a:pt x="14211" y="74236"/>
                  </a:lnTo>
                  <a:lnTo>
                    <a:pt x="10866" y="64433"/>
                  </a:lnTo>
                  <a:lnTo>
                    <a:pt x="6617" y="51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0915" y="1638587"/>
              <a:ext cx="59080" cy="89228"/>
            </a:xfrm>
            <a:custGeom>
              <a:avLst/>
              <a:pathLst>
                <a:path w="59080" h="89228">
                  <a:moveTo>
                    <a:pt x="27993" y="2984"/>
                  </a:moveTo>
                  <a:lnTo>
                    <a:pt x="41707" y="1148"/>
                  </a:lnTo>
                  <a:lnTo>
                    <a:pt x="47609" y="0"/>
                  </a:lnTo>
                  <a:lnTo>
                    <a:pt x="48464" y="5431"/>
                  </a:lnTo>
                  <a:lnTo>
                    <a:pt x="51067" y="21976"/>
                  </a:lnTo>
                  <a:lnTo>
                    <a:pt x="52505" y="31117"/>
                  </a:lnTo>
                  <a:lnTo>
                    <a:pt x="54179" y="41758"/>
                  </a:lnTo>
                  <a:lnTo>
                    <a:pt x="55718" y="51542"/>
                  </a:lnTo>
                  <a:lnTo>
                    <a:pt x="57160" y="60710"/>
                  </a:lnTo>
                  <a:lnTo>
                    <a:pt x="58113" y="66765"/>
                  </a:lnTo>
                  <a:lnTo>
                    <a:pt x="58289" y="70721"/>
                  </a:lnTo>
                  <a:lnTo>
                    <a:pt x="58659" y="79045"/>
                  </a:lnTo>
                  <a:lnTo>
                    <a:pt x="59080" y="88518"/>
                  </a:lnTo>
                  <a:lnTo>
                    <a:pt x="47604" y="89228"/>
                  </a:lnTo>
                  <a:lnTo>
                    <a:pt x="40491" y="88588"/>
                  </a:lnTo>
                  <a:lnTo>
                    <a:pt x="36783" y="88254"/>
                  </a:lnTo>
                  <a:lnTo>
                    <a:pt x="19601" y="80823"/>
                  </a:lnTo>
                  <a:lnTo>
                    <a:pt x="9485" y="75702"/>
                  </a:lnTo>
                  <a:lnTo>
                    <a:pt x="8913" y="71543"/>
                  </a:lnTo>
                  <a:lnTo>
                    <a:pt x="7825" y="63632"/>
                  </a:lnTo>
                  <a:lnTo>
                    <a:pt x="6485" y="53889"/>
                  </a:lnTo>
                  <a:lnTo>
                    <a:pt x="4316" y="38119"/>
                  </a:lnTo>
                  <a:lnTo>
                    <a:pt x="2946" y="28155"/>
                  </a:lnTo>
                  <a:lnTo>
                    <a:pt x="946" y="13616"/>
                  </a:lnTo>
                  <a:lnTo>
                    <a:pt x="0" y="6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89344" y="1508760"/>
              <a:ext cx="60043" cy="35764"/>
            </a:xfrm>
            <a:custGeom>
              <a:avLst/>
              <a:pathLst>
                <a:path w="60043" h="35764">
                  <a:moveTo>
                    <a:pt x="56738" y="6131"/>
                  </a:moveTo>
                  <a:lnTo>
                    <a:pt x="58139" y="10601"/>
                  </a:lnTo>
                  <a:lnTo>
                    <a:pt x="60043" y="19668"/>
                  </a:lnTo>
                  <a:lnTo>
                    <a:pt x="35562" y="27207"/>
                  </a:lnTo>
                  <a:lnTo>
                    <a:pt x="7774" y="35764"/>
                  </a:lnTo>
                  <a:lnTo>
                    <a:pt x="4864" y="22377"/>
                  </a:lnTo>
                  <a:lnTo>
                    <a:pt x="2372" y="10914"/>
                  </a:lnTo>
                  <a:lnTo>
                    <a:pt x="0" y="0"/>
                  </a:lnTo>
                  <a:lnTo>
                    <a:pt x="548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90787" y="1508760"/>
              <a:ext cx="91714" cy="136420"/>
            </a:xfrm>
            <a:custGeom>
              <a:avLst/>
              <a:pathLst>
                <a:path w="91714" h="136420">
                  <a:moveTo>
                    <a:pt x="34399" y="21667"/>
                  </a:moveTo>
                  <a:lnTo>
                    <a:pt x="40151" y="37594"/>
                  </a:lnTo>
                  <a:lnTo>
                    <a:pt x="51782" y="69154"/>
                  </a:lnTo>
                  <a:lnTo>
                    <a:pt x="63413" y="87960"/>
                  </a:lnTo>
                  <a:lnTo>
                    <a:pt x="91714" y="125338"/>
                  </a:lnTo>
                  <a:lnTo>
                    <a:pt x="77630" y="131326"/>
                  </a:lnTo>
                  <a:lnTo>
                    <a:pt x="70930" y="134175"/>
                  </a:lnTo>
                  <a:lnTo>
                    <a:pt x="63246" y="136420"/>
                  </a:lnTo>
                  <a:lnTo>
                    <a:pt x="59354" y="131523"/>
                  </a:lnTo>
                  <a:lnTo>
                    <a:pt x="53694" y="124403"/>
                  </a:lnTo>
                  <a:lnTo>
                    <a:pt x="40337" y="107598"/>
                  </a:lnTo>
                  <a:lnTo>
                    <a:pt x="36647" y="100956"/>
                  </a:lnTo>
                  <a:lnTo>
                    <a:pt x="30814" y="90456"/>
                  </a:lnTo>
                  <a:lnTo>
                    <a:pt x="24125" y="78416"/>
                  </a:lnTo>
                  <a:lnTo>
                    <a:pt x="20312" y="65990"/>
                  </a:lnTo>
                  <a:lnTo>
                    <a:pt x="17172" y="55758"/>
                  </a:lnTo>
                  <a:lnTo>
                    <a:pt x="14378" y="46651"/>
                  </a:lnTo>
                  <a:lnTo>
                    <a:pt x="9206" y="29795"/>
                  </a:lnTo>
                  <a:lnTo>
                    <a:pt x="4373" y="14044"/>
                  </a:lnTo>
                  <a:lnTo>
                    <a:pt x="2678" y="8518"/>
                  </a:lnTo>
                  <a:lnTo>
                    <a:pt x="0" y="0"/>
                  </a:lnTo>
                  <a:lnTo>
                    <a:pt x="265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084018" y="1645907"/>
              <a:ext cx="98280" cy="132665"/>
            </a:xfrm>
            <a:custGeom>
              <a:avLst/>
              <a:pathLst>
                <a:path w="98280" h="132665">
                  <a:moveTo>
                    <a:pt x="74627" y="74048"/>
                  </a:moveTo>
                  <a:lnTo>
                    <a:pt x="83775" y="93543"/>
                  </a:lnTo>
                  <a:lnTo>
                    <a:pt x="92012" y="111096"/>
                  </a:lnTo>
                  <a:lnTo>
                    <a:pt x="98280" y="124452"/>
                  </a:lnTo>
                  <a:lnTo>
                    <a:pt x="79607" y="129193"/>
                  </a:lnTo>
                  <a:lnTo>
                    <a:pt x="65933" y="132665"/>
                  </a:lnTo>
                  <a:lnTo>
                    <a:pt x="53286" y="106285"/>
                  </a:lnTo>
                  <a:lnTo>
                    <a:pt x="46372" y="91864"/>
                  </a:lnTo>
                  <a:lnTo>
                    <a:pt x="48797" y="87398"/>
                  </a:lnTo>
                  <a:lnTo>
                    <a:pt x="49544" y="86088"/>
                  </a:lnTo>
                  <a:lnTo>
                    <a:pt x="49742" y="84602"/>
                  </a:lnTo>
                  <a:lnTo>
                    <a:pt x="49346" y="83386"/>
                  </a:lnTo>
                  <a:lnTo>
                    <a:pt x="48591" y="82348"/>
                  </a:lnTo>
                  <a:lnTo>
                    <a:pt x="43729" y="74942"/>
                  </a:lnTo>
                  <a:lnTo>
                    <a:pt x="21932" y="46543"/>
                  </a:lnTo>
                  <a:lnTo>
                    <a:pt x="0" y="17967"/>
                  </a:lnTo>
                  <a:lnTo>
                    <a:pt x="20198" y="8866"/>
                  </a:lnTo>
                  <a:lnTo>
                    <a:pt x="39879" y="0"/>
                  </a:lnTo>
                  <a:lnTo>
                    <a:pt x="45488" y="1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29379" y="1629553"/>
              <a:ext cx="119148" cy="167616"/>
            </a:xfrm>
            <a:custGeom>
              <a:avLst/>
              <a:pathLst>
                <a:path w="119148" h="167616">
                  <a:moveTo>
                    <a:pt x="21091" y="7311"/>
                  </a:moveTo>
                  <a:lnTo>
                    <a:pt x="46127" y="0"/>
                  </a:lnTo>
                  <a:lnTo>
                    <a:pt x="47632" y="1776"/>
                  </a:lnTo>
                  <a:lnTo>
                    <a:pt x="52416" y="11449"/>
                  </a:lnTo>
                  <a:lnTo>
                    <a:pt x="58098" y="22936"/>
                  </a:lnTo>
                  <a:lnTo>
                    <a:pt x="63947" y="34762"/>
                  </a:lnTo>
                  <a:lnTo>
                    <a:pt x="69972" y="46942"/>
                  </a:lnTo>
                  <a:lnTo>
                    <a:pt x="75051" y="57209"/>
                  </a:lnTo>
                  <a:lnTo>
                    <a:pt x="80471" y="68167"/>
                  </a:lnTo>
                  <a:lnTo>
                    <a:pt x="85539" y="78414"/>
                  </a:lnTo>
                  <a:lnTo>
                    <a:pt x="86669" y="80697"/>
                  </a:lnTo>
                  <a:lnTo>
                    <a:pt x="91895" y="91263"/>
                  </a:lnTo>
                  <a:lnTo>
                    <a:pt x="98296" y="104204"/>
                  </a:lnTo>
                  <a:lnTo>
                    <a:pt x="104030" y="115796"/>
                  </a:lnTo>
                  <a:lnTo>
                    <a:pt x="109856" y="127573"/>
                  </a:lnTo>
                  <a:lnTo>
                    <a:pt x="116033" y="140061"/>
                  </a:lnTo>
                  <a:lnTo>
                    <a:pt x="119148" y="146359"/>
                  </a:lnTo>
                  <a:lnTo>
                    <a:pt x="95755" y="156678"/>
                  </a:lnTo>
                  <a:lnTo>
                    <a:pt x="70960" y="167616"/>
                  </a:lnTo>
                  <a:lnTo>
                    <a:pt x="68702" y="162720"/>
                  </a:lnTo>
                  <a:lnTo>
                    <a:pt x="63289" y="150982"/>
                  </a:lnTo>
                  <a:lnTo>
                    <a:pt x="57888" y="139271"/>
                  </a:lnTo>
                  <a:lnTo>
                    <a:pt x="52568" y="127735"/>
                  </a:lnTo>
                  <a:lnTo>
                    <a:pt x="46584" y="114761"/>
                  </a:lnTo>
                  <a:lnTo>
                    <a:pt x="40919" y="102478"/>
                  </a:lnTo>
                  <a:lnTo>
                    <a:pt x="38552" y="97345"/>
                  </a:lnTo>
                  <a:lnTo>
                    <a:pt x="35580" y="90900"/>
                  </a:lnTo>
                  <a:lnTo>
                    <a:pt x="29906" y="78597"/>
                  </a:lnTo>
                  <a:lnTo>
                    <a:pt x="24661" y="67225"/>
                  </a:lnTo>
                  <a:lnTo>
                    <a:pt x="19832" y="56753"/>
                  </a:lnTo>
                  <a:lnTo>
                    <a:pt x="14832" y="45912"/>
                  </a:lnTo>
                  <a:lnTo>
                    <a:pt x="10841" y="37259"/>
                  </a:lnTo>
                  <a:lnTo>
                    <a:pt x="9540" y="34403"/>
                  </a:lnTo>
                  <a:lnTo>
                    <a:pt x="4431" y="23195"/>
                  </a:lnTo>
                  <a:lnTo>
                    <a:pt x="0" y="13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184008" y="1612437"/>
              <a:ext cx="118771" cy="160134"/>
            </a:xfrm>
            <a:custGeom>
              <a:avLst/>
              <a:pathLst>
                <a:path w="118771" h="160134">
                  <a:moveTo>
                    <a:pt x="17755" y="51362"/>
                  </a:moveTo>
                  <a:lnTo>
                    <a:pt x="12982" y="41720"/>
                  </a:lnTo>
                  <a:lnTo>
                    <a:pt x="7958" y="31571"/>
                  </a:lnTo>
                  <a:lnTo>
                    <a:pt x="2622" y="20790"/>
                  </a:lnTo>
                  <a:lnTo>
                    <a:pt x="0" y="15491"/>
                  </a:lnTo>
                  <a:lnTo>
                    <a:pt x="26225" y="7596"/>
                  </a:lnTo>
                  <a:lnTo>
                    <a:pt x="51456" y="0"/>
                  </a:lnTo>
                  <a:lnTo>
                    <a:pt x="53462" y="4544"/>
                  </a:lnTo>
                  <a:lnTo>
                    <a:pt x="58043" y="14922"/>
                  </a:lnTo>
                  <a:lnTo>
                    <a:pt x="62422" y="24842"/>
                  </a:lnTo>
                  <a:lnTo>
                    <a:pt x="66801" y="34762"/>
                  </a:lnTo>
                  <a:lnTo>
                    <a:pt x="71712" y="45889"/>
                  </a:lnTo>
                  <a:lnTo>
                    <a:pt x="76322" y="56334"/>
                  </a:lnTo>
                  <a:lnTo>
                    <a:pt x="81167" y="67310"/>
                  </a:lnTo>
                  <a:lnTo>
                    <a:pt x="85898" y="78026"/>
                  </a:lnTo>
                  <a:lnTo>
                    <a:pt x="104990" y="121279"/>
                  </a:lnTo>
                  <a:lnTo>
                    <a:pt x="114913" y="143760"/>
                  </a:lnTo>
                  <a:lnTo>
                    <a:pt x="118771" y="152500"/>
                  </a:lnTo>
                  <a:lnTo>
                    <a:pt x="96523" y="156109"/>
                  </a:lnTo>
                  <a:lnTo>
                    <a:pt x="71710" y="160134"/>
                  </a:lnTo>
                  <a:lnTo>
                    <a:pt x="68585" y="153757"/>
                  </a:lnTo>
                  <a:lnTo>
                    <a:pt x="64040" y="144483"/>
                  </a:lnTo>
                  <a:lnTo>
                    <a:pt x="58613" y="133410"/>
                  </a:lnTo>
                  <a:lnTo>
                    <a:pt x="52877" y="121704"/>
                  </a:lnTo>
                  <a:lnTo>
                    <a:pt x="39064" y="93518"/>
                  </a:lnTo>
                  <a:lnTo>
                    <a:pt x="32978" y="81549"/>
                  </a:lnTo>
                  <a:lnTo>
                    <a:pt x="27705" y="71178"/>
                  </a:lnTo>
                  <a:lnTo>
                    <a:pt x="22380" y="60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42600" y="1600008"/>
              <a:ext cx="100981" cy="139939"/>
            </a:xfrm>
            <a:custGeom>
              <a:avLst/>
              <a:pathLst>
                <a:path w="100981" h="139939">
                  <a:moveTo>
                    <a:pt x="25715" y="6614"/>
                  </a:moveTo>
                  <a:lnTo>
                    <a:pt x="49255" y="0"/>
                  </a:lnTo>
                  <a:lnTo>
                    <a:pt x="52006" y="6435"/>
                  </a:lnTo>
                  <a:lnTo>
                    <a:pt x="55631" y="14918"/>
                  </a:lnTo>
                  <a:lnTo>
                    <a:pt x="59474" y="23909"/>
                  </a:lnTo>
                  <a:lnTo>
                    <a:pt x="63458" y="33231"/>
                  </a:lnTo>
                  <a:lnTo>
                    <a:pt x="67371" y="42388"/>
                  </a:lnTo>
                  <a:lnTo>
                    <a:pt x="69228" y="46734"/>
                  </a:lnTo>
                  <a:lnTo>
                    <a:pt x="71120" y="51305"/>
                  </a:lnTo>
                  <a:lnTo>
                    <a:pt x="75219" y="61215"/>
                  </a:lnTo>
                  <a:lnTo>
                    <a:pt x="79458" y="71463"/>
                  </a:lnTo>
                  <a:lnTo>
                    <a:pt x="83759" y="81858"/>
                  </a:lnTo>
                  <a:lnTo>
                    <a:pt x="87554" y="91033"/>
                  </a:lnTo>
                  <a:lnTo>
                    <a:pt x="91645" y="100921"/>
                  </a:lnTo>
                  <a:lnTo>
                    <a:pt x="95990" y="111426"/>
                  </a:lnTo>
                  <a:lnTo>
                    <a:pt x="100981" y="123489"/>
                  </a:lnTo>
                  <a:lnTo>
                    <a:pt x="80684" y="131224"/>
                  </a:lnTo>
                  <a:lnTo>
                    <a:pt x="57821" y="139939"/>
                  </a:lnTo>
                  <a:lnTo>
                    <a:pt x="55278" y="134405"/>
                  </a:lnTo>
                  <a:lnTo>
                    <a:pt x="49271" y="121333"/>
                  </a:lnTo>
                  <a:lnTo>
                    <a:pt x="42561" y="106732"/>
                  </a:lnTo>
                  <a:lnTo>
                    <a:pt x="35483" y="91328"/>
                  </a:lnTo>
                  <a:lnTo>
                    <a:pt x="28001" y="75047"/>
                  </a:lnTo>
                  <a:lnTo>
                    <a:pt x="24789" y="68057"/>
                  </a:lnTo>
                  <a:lnTo>
                    <a:pt x="22016" y="61993"/>
                  </a:lnTo>
                  <a:lnTo>
                    <a:pt x="15576" y="47908"/>
                  </a:lnTo>
                  <a:lnTo>
                    <a:pt x="9804" y="35283"/>
                  </a:lnTo>
                  <a:lnTo>
                    <a:pt x="2993" y="20387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294985" y="1578392"/>
              <a:ext cx="91399" cy="125564"/>
            </a:xfrm>
            <a:custGeom>
              <a:avLst/>
              <a:pathLst>
                <a:path w="91399" h="125564">
                  <a:moveTo>
                    <a:pt x="10176" y="11345"/>
                  </a:moveTo>
                  <a:lnTo>
                    <a:pt x="24537" y="6484"/>
                  </a:lnTo>
                  <a:lnTo>
                    <a:pt x="37160" y="3448"/>
                  </a:lnTo>
                  <a:lnTo>
                    <a:pt x="51499" y="0"/>
                  </a:lnTo>
                  <a:lnTo>
                    <a:pt x="54310" y="8117"/>
                  </a:lnTo>
                  <a:lnTo>
                    <a:pt x="58301" y="19643"/>
                  </a:lnTo>
                  <a:lnTo>
                    <a:pt x="61795" y="29735"/>
                  </a:lnTo>
                  <a:lnTo>
                    <a:pt x="65676" y="40944"/>
                  </a:lnTo>
                  <a:lnTo>
                    <a:pt x="68856" y="50128"/>
                  </a:lnTo>
                  <a:lnTo>
                    <a:pt x="72232" y="59878"/>
                  </a:lnTo>
                  <a:lnTo>
                    <a:pt x="75539" y="69427"/>
                  </a:lnTo>
                  <a:lnTo>
                    <a:pt x="79107" y="79734"/>
                  </a:lnTo>
                  <a:lnTo>
                    <a:pt x="81154" y="85645"/>
                  </a:lnTo>
                  <a:lnTo>
                    <a:pt x="82416" y="89290"/>
                  </a:lnTo>
                  <a:lnTo>
                    <a:pt x="86020" y="99699"/>
                  </a:lnTo>
                  <a:lnTo>
                    <a:pt x="89614" y="110077"/>
                  </a:lnTo>
                  <a:lnTo>
                    <a:pt x="91399" y="115233"/>
                  </a:lnTo>
                  <a:lnTo>
                    <a:pt x="72183" y="120053"/>
                  </a:lnTo>
                  <a:lnTo>
                    <a:pt x="50212" y="125564"/>
                  </a:lnTo>
                  <a:lnTo>
                    <a:pt x="47809" y="120283"/>
                  </a:lnTo>
                  <a:lnTo>
                    <a:pt x="42046" y="107617"/>
                  </a:lnTo>
                  <a:lnTo>
                    <a:pt x="37445" y="97504"/>
                  </a:lnTo>
                  <a:lnTo>
                    <a:pt x="36520" y="95472"/>
                  </a:lnTo>
                  <a:lnTo>
                    <a:pt x="33261" y="88273"/>
                  </a:lnTo>
                  <a:lnTo>
                    <a:pt x="29114" y="79110"/>
                  </a:lnTo>
                  <a:lnTo>
                    <a:pt x="24427" y="68756"/>
                  </a:lnTo>
                  <a:lnTo>
                    <a:pt x="19972" y="58914"/>
                  </a:lnTo>
                  <a:lnTo>
                    <a:pt x="15327" y="48653"/>
                  </a:lnTo>
                  <a:lnTo>
                    <a:pt x="10695" y="38419"/>
                  </a:lnTo>
                  <a:lnTo>
                    <a:pt x="6392" y="28913"/>
                  </a:lnTo>
                  <a:lnTo>
                    <a:pt x="1923" y="19039"/>
                  </a:lnTo>
                  <a:lnTo>
                    <a:pt x="0" y="14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57984" y="1577872"/>
              <a:ext cx="72381" cy="106080"/>
            </a:xfrm>
            <a:custGeom>
              <a:avLst/>
              <a:pathLst>
                <a:path w="72381" h="106080">
                  <a:moveTo>
                    <a:pt x="71441" y="11903"/>
                  </a:moveTo>
                  <a:lnTo>
                    <a:pt x="69461" y="24115"/>
                  </a:lnTo>
                  <a:lnTo>
                    <a:pt x="67698" y="34983"/>
                  </a:lnTo>
                  <a:lnTo>
                    <a:pt x="65590" y="47984"/>
                  </a:lnTo>
                  <a:lnTo>
                    <a:pt x="63297" y="62124"/>
                  </a:lnTo>
                  <a:lnTo>
                    <a:pt x="61117" y="75564"/>
                  </a:lnTo>
                  <a:lnTo>
                    <a:pt x="58625" y="90932"/>
                  </a:lnTo>
                  <a:lnTo>
                    <a:pt x="56169" y="106080"/>
                  </a:lnTo>
                  <a:lnTo>
                    <a:pt x="45546" y="105545"/>
                  </a:lnTo>
                  <a:lnTo>
                    <a:pt x="34670" y="104999"/>
                  </a:lnTo>
                  <a:lnTo>
                    <a:pt x="32337" y="98026"/>
                  </a:lnTo>
                  <a:lnTo>
                    <a:pt x="29450" y="89394"/>
                  </a:lnTo>
                  <a:lnTo>
                    <a:pt x="26351" y="80129"/>
                  </a:lnTo>
                  <a:lnTo>
                    <a:pt x="23287" y="70970"/>
                  </a:lnTo>
                  <a:lnTo>
                    <a:pt x="19893" y="60823"/>
                  </a:lnTo>
                  <a:lnTo>
                    <a:pt x="16307" y="50103"/>
                  </a:lnTo>
                  <a:lnTo>
                    <a:pt x="12575" y="38945"/>
                  </a:lnTo>
                  <a:lnTo>
                    <a:pt x="9318" y="29210"/>
                  </a:lnTo>
                  <a:lnTo>
                    <a:pt x="6651" y="21235"/>
                  </a:lnTo>
                  <a:lnTo>
                    <a:pt x="5513" y="18065"/>
                  </a:lnTo>
                  <a:lnTo>
                    <a:pt x="1323" y="6389"/>
                  </a:lnTo>
                  <a:lnTo>
                    <a:pt x="0" y="2701"/>
                  </a:lnTo>
                  <a:lnTo>
                    <a:pt x="24231" y="1350"/>
                  </a:lnTo>
                  <a:lnTo>
                    <a:pt x="35557" y="627"/>
                  </a:lnTo>
                  <a:lnTo>
                    <a:pt x="45377" y="0"/>
                  </a:lnTo>
                  <a:lnTo>
                    <a:pt x="72381" y="6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35770" y="1664929"/>
              <a:ext cx="85038" cy="91672"/>
            </a:xfrm>
            <a:custGeom>
              <a:avLst/>
              <a:pathLst>
                <a:path w="85038" h="91672">
                  <a:moveTo>
                    <a:pt x="63255" y="77304"/>
                  </a:moveTo>
                  <a:lnTo>
                    <a:pt x="33034" y="91672"/>
                  </a:lnTo>
                  <a:lnTo>
                    <a:pt x="23170" y="71183"/>
                  </a:lnTo>
                  <a:lnTo>
                    <a:pt x="19591" y="63751"/>
                  </a:lnTo>
                  <a:lnTo>
                    <a:pt x="16357" y="57033"/>
                  </a:lnTo>
                  <a:lnTo>
                    <a:pt x="13275" y="50632"/>
                  </a:lnTo>
                  <a:lnTo>
                    <a:pt x="9518" y="42828"/>
                  </a:lnTo>
                  <a:lnTo>
                    <a:pt x="6020" y="35562"/>
                  </a:lnTo>
                  <a:lnTo>
                    <a:pt x="2499" y="28249"/>
                  </a:lnTo>
                  <a:lnTo>
                    <a:pt x="0" y="23057"/>
                  </a:lnTo>
                  <a:lnTo>
                    <a:pt x="18747" y="12106"/>
                  </a:lnTo>
                  <a:lnTo>
                    <a:pt x="39473" y="0"/>
                  </a:lnTo>
                  <a:lnTo>
                    <a:pt x="41402" y="2457"/>
                  </a:lnTo>
                  <a:lnTo>
                    <a:pt x="45279" y="7398"/>
                  </a:lnTo>
                  <a:lnTo>
                    <a:pt x="49254" y="12465"/>
                  </a:lnTo>
                  <a:lnTo>
                    <a:pt x="53615" y="18023"/>
                  </a:lnTo>
                  <a:lnTo>
                    <a:pt x="58481" y="24225"/>
                  </a:lnTo>
                  <a:lnTo>
                    <a:pt x="63173" y="30204"/>
                  </a:lnTo>
                  <a:lnTo>
                    <a:pt x="68058" y="36430"/>
                  </a:lnTo>
                  <a:lnTo>
                    <a:pt x="72639" y="42269"/>
                  </a:lnTo>
                  <a:lnTo>
                    <a:pt x="77272" y="48174"/>
                  </a:lnTo>
                  <a:lnTo>
                    <a:pt x="82283" y="54559"/>
                  </a:lnTo>
                  <a:lnTo>
                    <a:pt x="85038" y="58070"/>
                  </a:lnTo>
                  <a:lnTo>
                    <a:pt x="70921" y="73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2982720" y="1694489"/>
              <a:ext cx="85133" cy="119690"/>
            </a:xfrm>
            <a:custGeom>
              <a:avLst/>
              <a:pathLst>
                <a:path w="85133" h="119690">
                  <a:moveTo>
                    <a:pt x="22069" y="7454"/>
                  </a:moveTo>
                  <a:lnTo>
                    <a:pt x="47632" y="0"/>
                  </a:lnTo>
                  <a:lnTo>
                    <a:pt x="50010" y="4422"/>
                  </a:lnTo>
                  <a:lnTo>
                    <a:pt x="53078" y="10128"/>
                  </a:lnTo>
                  <a:lnTo>
                    <a:pt x="56351" y="16214"/>
                  </a:lnTo>
                  <a:lnTo>
                    <a:pt x="59921" y="22853"/>
                  </a:lnTo>
                  <a:lnTo>
                    <a:pt x="63376" y="29278"/>
                  </a:lnTo>
                  <a:lnTo>
                    <a:pt x="66617" y="35306"/>
                  </a:lnTo>
                  <a:lnTo>
                    <a:pt x="69500" y="40667"/>
                  </a:lnTo>
                  <a:lnTo>
                    <a:pt x="71818" y="44978"/>
                  </a:lnTo>
                  <a:lnTo>
                    <a:pt x="72437" y="46860"/>
                  </a:lnTo>
                  <a:lnTo>
                    <a:pt x="74579" y="53365"/>
                  </a:lnTo>
                  <a:lnTo>
                    <a:pt x="76609" y="59533"/>
                  </a:lnTo>
                  <a:lnTo>
                    <a:pt x="78636" y="65690"/>
                  </a:lnTo>
                  <a:lnTo>
                    <a:pt x="80742" y="72085"/>
                  </a:lnTo>
                  <a:lnTo>
                    <a:pt x="82782" y="78281"/>
                  </a:lnTo>
                  <a:lnTo>
                    <a:pt x="85133" y="85424"/>
                  </a:lnTo>
                  <a:lnTo>
                    <a:pt x="74258" y="95827"/>
                  </a:lnTo>
                  <a:lnTo>
                    <a:pt x="61448" y="108082"/>
                  </a:lnTo>
                  <a:lnTo>
                    <a:pt x="45588" y="113589"/>
                  </a:lnTo>
                  <a:lnTo>
                    <a:pt x="28016" y="119690"/>
                  </a:lnTo>
                  <a:lnTo>
                    <a:pt x="26711" y="114761"/>
                  </a:lnTo>
                  <a:lnTo>
                    <a:pt x="24546" y="106586"/>
                  </a:lnTo>
                  <a:lnTo>
                    <a:pt x="22463" y="98719"/>
                  </a:lnTo>
                  <a:lnTo>
                    <a:pt x="20440" y="91079"/>
                  </a:lnTo>
                  <a:lnTo>
                    <a:pt x="18275" y="82904"/>
                  </a:lnTo>
                  <a:lnTo>
                    <a:pt x="16146" y="74865"/>
                  </a:lnTo>
                  <a:lnTo>
                    <a:pt x="13756" y="65837"/>
                  </a:lnTo>
                  <a:lnTo>
                    <a:pt x="11422" y="57023"/>
                  </a:lnTo>
                  <a:lnTo>
                    <a:pt x="9262" y="48866"/>
                  </a:lnTo>
                  <a:lnTo>
                    <a:pt x="7173" y="40981"/>
                  </a:lnTo>
                  <a:lnTo>
                    <a:pt x="4908" y="32425"/>
                  </a:lnTo>
                  <a:lnTo>
                    <a:pt x="2694" y="24064"/>
                  </a:lnTo>
                  <a:lnTo>
                    <a:pt x="831" y="17030"/>
                  </a:lnTo>
                  <a:lnTo>
                    <a:pt x="0" y="1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001238" y="1508760"/>
              <a:ext cx="101829" cy="18388"/>
            </a:xfrm>
            <a:custGeom>
              <a:avLst/>
              <a:pathLst>
                <a:path w="101829" h="18388">
                  <a:moveTo>
                    <a:pt x="101829" y="658"/>
                  </a:moveTo>
                  <a:lnTo>
                    <a:pt x="93590" y="2311"/>
                  </a:lnTo>
                  <a:lnTo>
                    <a:pt x="86127" y="3807"/>
                  </a:lnTo>
                  <a:lnTo>
                    <a:pt x="78601" y="5317"/>
                  </a:lnTo>
                  <a:lnTo>
                    <a:pt x="70968" y="6847"/>
                  </a:lnTo>
                  <a:lnTo>
                    <a:pt x="63302" y="8385"/>
                  </a:lnTo>
                  <a:lnTo>
                    <a:pt x="56421" y="9765"/>
                  </a:lnTo>
                  <a:lnTo>
                    <a:pt x="47624" y="11529"/>
                  </a:lnTo>
                  <a:lnTo>
                    <a:pt x="39465" y="12704"/>
                  </a:lnTo>
                  <a:lnTo>
                    <a:pt x="29767" y="14101"/>
                  </a:lnTo>
                  <a:lnTo>
                    <a:pt x="20809" y="15391"/>
                  </a:lnTo>
                  <a:lnTo>
                    <a:pt x="12468" y="16592"/>
                  </a:lnTo>
                  <a:lnTo>
                    <a:pt x="4868" y="17687"/>
                  </a:lnTo>
                  <a:lnTo>
                    <a:pt x="0" y="1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359510" y="1508760"/>
              <a:ext cx="19536" cy="2685"/>
            </a:xfrm>
            <a:custGeom>
              <a:avLst/>
              <a:pathLst>
                <a:path w="19536" h="2685">
                  <a:moveTo>
                    <a:pt x="19248" y="1551"/>
                  </a:moveTo>
                  <a:lnTo>
                    <a:pt x="12982" y="2685"/>
                  </a:lnTo>
                  <a:lnTo>
                    <a:pt x="0" y="0"/>
                  </a:lnTo>
                  <a:lnTo>
                    <a:pt x="195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385143" y="1508760"/>
              <a:ext cx="56670" cy="14617"/>
            </a:xfrm>
            <a:custGeom>
              <a:avLst/>
              <a:pathLst>
                <a:path w="56670" h="14617">
                  <a:moveTo>
                    <a:pt x="46151" y="13015"/>
                  </a:moveTo>
                  <a:lnTo>
                    <a:pt x="34172" y="10827"/>
                  </a:lnTo>
                  <a:lnTo>
                    <a:pt x="20968" y="8414"/>
                  </a:lnTo>
                  <a:lnTo>
                    <a:pt x="8014" y="6048"/>
                  </a:lnTo>
                  <a:lnTo>
                    <a:pt x="0" y="4584"/>
                  </a:lnTo>
                  <a:lnTo>
                    <a:pt x="940" y="0"/>
                  </a:lnTo>
                  <a:lnTo>
                    <a:pt x="56670" y="0"/>
                  </a:lnTo>
                  <a:lnTo>
                    <a:pt x="56083" y="4911"/>
                  </a:lnTo>
                  <a:lnTo>
                    <a:pt x="54921" y="146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455163" y="1508760"/>
              <a:ext cx="179369" cy="40829"/>
            </a:xfrm>
            <a:custGeom>
              <a:avLst/>
              <a:pathLst>
                <a:path w="179369" h="40829">
                  <a:moveTo>
                    <a:pt x="109453" y="1926"/>
                  </a:moveTo>
                  <a:lnTo>
                    <a:pt x="179369" y="14349"/>
                  </a:lnTo>
                  <a:lnTo>
                    <a:pt x="178515" y="21108"/>
                  </a:lnTo>
                  <a:lnTo>
                    <a:pt x="176710" y="35380"/>
                  </a:lnTo>
                  <a:lnTo>
                    <a:pt x="176021" y="40829"/>
                  </a:lnTo>
                  <a:lnTo>
                    <a:pt x="170684" y="39594"/>
                  </a:lnTo>
                  <a:lnTo>
                    <a:pt x="160520" y="37241"/>
                  </a:lnTo>
                  <a:lnTo>
                    <a:pt x="149861" y="35837"/>
                  </a:lnTo>
                  <a:lnTo>
                    <a:pt x="139522" y="34475"/>
                  </a:lnTo>
                  <a:lnTo>
                    <a:pt x="128703" y="33050"/>
                  </a:lnTo>
                  <a:lnTo>
                    <a:pt x="117626" y="31591"/>
                  </a:lnTo>
                  <a:lnTo>
                    <a:pt x="105224" y="29958"/>
                  </a:lnTo>
                  <a:lnTo>
                    <a:pt x="92005" y="28217"/>
                  </a:lnTo>
                  <a:lnTo>
                    <a:pt x="79860" y="26617"/>
                  </a:lnTo>
                  <a:lnTo>
                    <a:pt x="69023" y="25190"/>
                  </a:lnTo>
                  <a:lnTo>
                    <a:pt x="57909" y="23726"/>
                  </a:lnTo>
                  <a:lnTo>
                    <a:pt x="46297" y="22762"/>
                  </a:lnTo>
                  <a:lnTo>
                    <a:pt x="34468" y="21780"/>
                  </a:lnTo>
                  <a:lnTo>
                    <a:pt x="21792" y="20727"/>
                  </a:lnTo>
                  <a:lnTo>
                    <a:pt x="9788" y="19730"/>
                  </a:lnTo>
                  <a:lnTo>
                    <a:pt x="0" y="18918"/>
                  </a:lnTo>
                  <a:lnTo>
                    <a:pt x="544" y="13076"/>
                  </a:lnTo>
                  <a:lnTo>
                    <a:pt x="1763" y="0"/>
                  </a:lnTo>
                  <a:lnTo>
                    <a:pt x="986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443184" y="1542349"/>
              <a:ext cx="51568" cy="40753"/>
            </a:xfrm>
            <a:custGeom>
              <a:avLst/>
              <a:pathLst>
                <a:path w="51568" h="40753">
                  <a:moveTo>
                    <a:pt x="50821" y="11934"/>
                  </a:moveTo>
                  <a:lnTo>
                    <a:pt x="49614" y="22338"/>
                  </a:lnTo>
                  <a:lnTo>
                    <a:pt x="48972" y="27871"/>
                  </a:lnTo>
                  <a:lnTo>
                    <a:pt x="45533" y="33629"/>
                  </a:lnTo>
                  <a:lnTo>
                    <a:pt x="41279" y="40753"/>
                  </a:lnTo>
                  <a:lnTo>
                    <a:pt x="20874" y="29335"/>
                  </a:lnTo>
                  <a:lnTo>
                    <a:pt x="0" y="17655"/>
                  </a:lnTo>
                  <a:lnTo>
                    <a:pt x="5263" y="8629"/>
                  </a:lnTo>
                  <a:lnTo>
                    <a:pt x="10297" y="0"/>
                  </a:lnTo>
                  <a:lnTo>
                    <a:pt x="29398" y="2541"/>
                  </a:lnTo>
                  <a:lnTo>
                    <a:pt x="51568" y="5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110275" y="1511954"/>
              <a:ext cx="121401" cy="113511"/>
            </a:xfrm>
            <a:custGeom>
              <a:avLst/>
              <a:pathLst>
                <a:path w="121401" h="113511">
                  <a:moveTo>
                    <a:pt x="79050" y="17960"/>
                  </a:moveTo>
                  <a:lnTo>
                    <a:pt x="59463" y="44715"/>
                  </a:lnTo>
                  <a:lnTo>
                    <a:pt x="67155" y="49769"/>
                  </a:lnTo>
                  <a:lnTo>
                    <a:pt x="79977" y="58193"/>
                  </a:lnTo>
                  <a:lnTo>
                    <a:pt x="91226" y="65584"/>
                  </a:lnTo>
                  <a:lnTo>
                    <a:pt x="101790" y="72525"/>
                  </a:lnTo>
                  <a:lnTo>
                    <a:pt x="112687" y="79685"/>
                  </a:lnTo>
                  <a:lnTo>
                    <a:pt x="121401" y="85410"/>
                  </a:lnTo>
                  <a:lnTo>
                    <a:pt x="118831" y="89404"/>
                  </a:lnTo>
                  <a:lnTo>
                    <a:pt x="112521" y="99214"/>
                  </a:lnTo>
                  <a:lnTo>
                    <a:pt x="106237" y="108984"/>
                  </a:lnTo>
                  <a:lnTo>
                    <a:pt x="103325" y="113511"/>
                  </a:lnTo>
                  <a:lnTo>
                    <a:pt x="97648" y="109489"/>
                  </a:lnTo>
                  <a:lnTo>
                    <a:pt x="89761" y="103901"/>
                  </a:lnTo>
                  <a:lnTo>
                    <a:pt x="82250" y="98579"/>
                  </a:lnTo>
                  <a:lnTo>
                    <a:pt x="74382" y="93004"/>
                  </a:lnTo>
                  <a:lnTo>
                    <a:pt x="67347" y="88020"/>
                  </a:lnTo>
                  <a:lnTo>
                    <a:pt x="59323" y="82335"/>
                  </a:lnTo>
                  <a:lnTo>
                    <a:pt x="51445" y="76753"/>
                  </a:lnTo>
                  <a:lnTo>
                    <a:pt x="43915" y="71418"/>
                  </a:lnTo>
                  <a:lnTo>
                    <a:pt x="35396" y="65382"/>
                  </a:lnTo>
                  <a:lnTo>
                    <a:pt x="27355" y="59684"/>
                  </a:lnTo>
                  <a:lnTo>
                    <a:pt x="18688" y="53544"/>
                  </a:lnTo>
                  <a:lnTo>
                    <a:pt x="9062" y="46723"/>
                  </a:lnTo>
                  <a:lnTo>
                    <a:pt x="4440" y="43449"/>
                  </a:lnTo>
                  <a:lnTo>
                    <a:pt x="1988" y="28646"/>
                  </a:lnTo>
                  <a:lnTo>
                    <a:pt x="0" y="16644"/>
                  </a:lnTo>
                  <a:lnTo>
                    <a:pt x="5921" y="10592"/>
                  </a:lnTo>
                  <a:lnTo>
                    <a:pt x="7255" y="10413"/>
                  </a:lnTo>
                  <a:lnTo>
                    <a:pt x="49483" y="4755"/>
                  </a:lnTo>
                  <a:lnTo>
                    <a:pt x="921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231123" y="1516823"/>
              <a:ext cx="137452" cy="149878"/>
            </a:xfrm>
            <a:custGeom>
              <a:avLst/>
              <a:pathLst>
                <a:path w="137452" h="149878">
                  <a:moveTo>
                    <a:pt x="136146" y="15930"/>
                  </a:moveTo>
                  <a:lnTo>
                    <a:pt x="132279" y="21496"/>
                  </a:lnTo>
                  <a:lnTo>
                    <a:pt x="128292" y="27232"/>
                  </a:lnTo>
                  <a:lnTo>
                    <a:pt x="124198" y="33124"/>
                  </a:lnTo>
                  <a:lnTo>
                    <a:pt x="119806" y="39445"/>
                  </a:lnTo>
                  <a:lnTo>
                    <a:pt x="115603" y="45494"/>
                  </a:lnTo>
                  <a:lnTo>
                    <a:pt x="111027" y="52078"/>
                  </a:lnTo>
                  <a:lnTo>
                    <a:pt x="106235" y="58975"/>
                  </a:lnTo>
                  <a:lnTo>
                    <a:pt x="101535" y="65738"/>
                  </a:lnTo>
                  <a:lnTo>
                    <a:pt x="96813" y="72533"/>
                  </a:lnTo>
                  <a:lnTo>
                    <a:pt x="92110" y="79301"/>
                  </a:lnTo>
                  <a:lnTo>
                    <a:pt x="87380" y="86109"/>
                  </a:lnTo>
                  <a:lnTo>
                    <a:pt x="82620" y="92958"/>
                  </a:lnTo>
                  <a:lnTo>
                    <a:pt x="78264" y="99227"/>
                  </a:lnTo>
                  <a:lnTo>
                    <a:pt x="73559" y="105998"/>
                  </a:lnTo>
                  <a:lnTo>
                    <a:pt x="68955" y="112624"/>
                  </a:lnTo>
                  <a:lnTo>
                    <a:pt x="64798" y="118606"/>
                  </a:lnTo>
                  <a:lnTo>
                    <a:pt x="59807" y="125789"/>
                  </a:lnTo>
                  <a:lnTo>
                    <a:pt x="55119" y="132535"/>
                  </a:lnTo>
                  <a:lnTo>
                    <a:pt x="50469" y="139227"/>
                  </a:lnTo>
                  <a:lnTo>
                    <a:pt x="45861" y="145858"/>
                  </a:lnTo>
                  <a:lnTo>
                    <a:pt x="43068" y="149878"/>
                  </a:lnTo>
                  <a:lnTo>
                    <a:pt x="38068" y="146557"/>
                  </a:lnTo>
                  <a:lnTo>
                    <a:pt x="31487" y="142185"/>
                  </a:lnTo>
                  <a:lnTo>
                    <a:pt x="24719" y="137689"/>
                  </a:lnTo>
                  <a:lnTo>
                    <a:pt x="18347" y="133456"/>
                  </a:lnTo>
                  <a:lnTo>
                    <a:pt x="11479" y="128893"/>
                  </a:lnTo>
                  <a:lnTo>
                    <a:pt x="5025" y="124606"/>
                  </a:lnTo>
                  <a:lnTo>
                    <a:pt x="0" y="121268"/>
                  </a:lnTo>
                  <a:lnTo>
                    <a:pt x="1288" y="119271"/>
                  </a:lnTo>
                  <a:lnTo>
                    <a:pt x="3511" y="115825"/>
                  </a:lnTo>
                  <a:lnTo>
                    <a:pt x="6563" y="111095"/>
                  </a:lnTo>
                  <a:lnTo>
                    <a:pt x="9768" y="106128"/>
                  </a:lnTo>
                  <a:lnTo>
                    <a:pt x="12876" y="101311"/>
                  </a:lnTo>
                  <a:lnTo>
                    <a:pt x="16232" y="96109"/>
                  </a:lnTo>
                  <a:lnTo>
                    <a:pt x="19585" y="90912"/>
                  </a:lnTo>
                  <a:lnTo>
                    <a:pt x="22956" y="85688"/>
                  </a:lnTo>
                  <a:lnTo>
                    <a:pt x="26097" y="80819"/>
                  </a:lnTo>
                  <a:lnTo>
                    <a:pt x="29680" y="75265"/>
                  </a:lnTo>
                  <a:lnTo>
                    <a:pt x="33010" y="70105"/>
                  </a:lnTo>
                  <a:lnTo>
                    <a:pt x="36450" y="64774"/>
                  </a:lnTo>
                  <a:lnTo>
                    <a:pt x="39952" y="59345"/>
                  </a:lnTo>
                  <a:lnTo>
                    <a:pt x="43609" y="53677"/>
                  </a:lnTo>
                  <a:lnTo>
                    <a:pt x="46698" y="48889"/>
                  </a:lnTo>
                  <a:lnTo>
                    <a:pt x="49799" y="44083"/>
                  </a:lnTo>
                  <a:lnTo>
                    <a:pt x="52999" y="39124"/>
                  </a:lnTo>
                  <a:lnTo>
                    <a:pt x="56558" y="33608"/>
                  </a:lnTo>
                  <a:lnTo>
                    <a:pt x="60074" y="28159"/>
                  </a:lnTo>
                  <a:lnTo>
                    <a:pt x="63209" y="23300"/>
                  </a:lnTo>
                  <a:lnTo>
                    <a:pt x="66466" y="18250"/>
                  </a:lnTo>
                  <a:lnTo>
                    <a:pt x="69253" y="13932"/>
                  </a:lnTo>
                  <a:lnTo>
                    <a:pt x="71896" y="9835"/>
                  </a:lnTo>
                  <a:lnTo>
                    <a:pt x="74199" y="6266"/>
                  </a:lnTo>
                  <a:lnTo>
                    <a:pt x="76512" y="2681"/>
                  </a:lnTo>
                  <a:lnTo>
                    <a:pt x="78242" y="0"/>
                  </a:lnTo>
                  <a:lnTo>
                    <a:pt x="107001" y="3674"/>
                  </a:lnTo>
                  <a:lnTo>
                    <a:pt x="132028" y="8672"/>
                  </a:lnTo>
                  <a:lnTo>
                    <a:pt x="137452" y="1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284412" y="1534548"/>
              <a:ext cx="152889" cy="168903"/>
            </a:xfrm>
            <a:custGeom>
              <a:avLst/>
              <a:pathLst>
                <a:path w="152889" h="168903">
                  <a:moveTo>
                    <a:pt x="2070" y="135387"/>
                  </a:moveTo>
                  <a:lnTo>
                    <a:pt x="5945" y="129852"/>
                  </a:lnTo>
                  <a:lnTo>
                    <a:pt x="10058" y="123977"/>
                  </a:lnTo>
                  <a:lnTo>
                    <a:pt x="14445" y="117711"/>
                  </a:lnTo>
                  <a:lnTo>
                    <a:pt x="19583" y="110370"/>
                  </a:lnTo>
                  <a:lnTo>
                    <a:pt x="24268" y="103678"/>
                  </a:lnTo>
                  <a:lnTo>
                    <a:pt x="29263" y="96544"/>
                  </a:lnTo>
                  <a:lnTo>
                    <a:pt x="33722" y="90174"/>
                  </a:lnTo>
                  <a:lnTo>
                    <a:pt x="38002" y="84061"/>
                  </a:lnTo>
                  <a:lnTo>
                    <a:pt x="42378" y="77811"/>
                  </a:lnTo>
                  <a:lnTo>
                    <a:pt x="47039" y="71152"/>
                  </a:lnTo>
                  <a:lnTo>
                    <a:pt x="51557" y="64699"/>
                  </a:lnTo>
                  <a:lnTo>
                    <a:pt x="56278" y="57955"/>
                  </a:lnTo>
                  <a:lnTo>
                    <a:pt x="60713" y="51620"/>
                  </a:lnTo>
                  <a:lnTo>
                    <a:pt x="64957" y="45558"/>
                  </a:lnTo>
                  <a:lnTo>
                    <a:pt x="68951" y="39853"/>
                  </a:lnTo>
                  <a:lnTo>
                    <a:pt x="73242" y="33722"/>
                  </a:lnTo>
                  <a:lnTo>
                    <a:pt x="77474" y="27677"/>
                  </a:lnTo>
                  <a:lnTo>
                    <a:pt x="81468" y="21972"/>
                  </a:lnTo>
                  <a:lnTo>
                    <a:pt x="85450" y="16285"/>
                  </a:lnTo>
                  <a:lnTo>
                    <a:pt x="90028" y="9746"/>
                  </a:lnTo>
                  <a:lnTo>
                    <a:pt x="94248" y="3717"/>
                  </a:lnTo>
                  <a:lnTo>
                    <a:pt x="96851" y="0"/>
                  </a:lnTo>
                  <a:lnTo>
                    <a:pt x="110409" y="2196"/>
                  </a:lnTo>
                  <a:lnTo>
                    <a:pt x="135714" y="6296"/>
                  </a:lnTo>
                  <a:lnTo>
                    <a:pt x="152889" y="9078"/>
                  </a:lnTo>
                  <a:lnTo>
                    <a:pt x="149534" y="14223"/>
                  </a:lnTo>
                  <a:lnTo>
                    <a:pt x="145251" y="20791"/>
                  </a:lnTo>
                  <a:lnTo>
                    <a:pt x="141893" y="25939"/>
                  </a:lnTo>
                  <a:lnTo>
                    <a:pt x="140876" y="27435"/>
                  </a:lnTo>
                  <a:lnTo>
                    <a:pt x="136174" y="34346"/>
                  </a:lnTo>
                  <a:lnTo>
                    <a:pt x="131340" y="41452"/>
                  </a:lnTo>
                  <a:lnTo>
                    <a:pt x="125778" y="49629"/>
                  </a:lnTo>
                  <a:lnTo>
                    <a:pt x="120401" y="57534"/>
                  </a:lnTo>
                  <a:lnTo>
                    <a:pt x="115309" y="65019"/>
                  </a:lnTo>
                  <a:lnTo>
                    <a:pt x="110504" y="72082"/>
                  </a:lnTo>
                  <a:lnTo>
                    <a:pt x="105430" y="79541"/>
                  </a:lnTo>
                  <a:lnTo>
                    <a:pt x="100170" y="87274"/>
                  </a:lnTo>
                  <a:lnTo>
                    <a:pt x="94965" y="94925"/>
                  </a:lnTo>
                  <a:lnTo>
                    <a:pt x="89275" y="103289"/>
                  </a:lnTo>
                  <a:lnTo>
                    <a:pt x="83347" y="112004"/>
                  </a:lnTo>
                  <a:lnTo>
                    <a:pt x="77294" y="120902"/>
                  </a:lnTo>
                  <a:lnTo>
                    <a:pt x="71964" y="128737"/>
                  </a:lnTo>
                  <a:lnTo>
                    <a:pt x="66330" y="137019"/>
                  </a:lnTo>
                  <a:lnTo>
                    <a:pt x="60615" y="145420"/>
                  </a:lnTo>
                  <a:lnTo>
                    <a:pt x="55575" y="152830"/>
                  </a:lnTo>
                  <a:lnTo>
                    <a:pt x="51178" y="159293"/>
                  </a:lnTo>
                  <a:lnTo>
                    <a:pt x="46948" y="165511"/>
                  </a:lnTo>
                  <a:lnTo>
                    <a:pt x="44641" y="168903"/>
                  </a:lnTo>
                  <a:lnTo>
                    <a:pt x="29066" y="158242"/>
                  </a:lnTo>
                  <a:lnTo>
                    <a:pt x="17901" y="150598"/>
                  </a:lnTo>
                  <a:lnTo>
                    <a:pt x="8355" y="144064"/>
                  </a:lnTo>
                  <a:lnTo>
                    <a:pt x="0" y="1383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340820" y="1563177"/>
              <a:ext cx="141921" cy="176405"/>
            </a:xfrm>
            <a:custGeom>
              <a:avLst/>
              <a:pathLst>
                <a:path w="141921" h="176405">
                  <a:moveTo>
                    <a:pt x="140151" y="29661"/>
                  </a:moveTo>
                  <a:lnTo>
                    <a:pt x="136656" y="35107"/>
                  </a:lnTo>
                  <a:lnTo>
                    <a:pt x="132651" y="41348"/>
                  </a:lnTo>
                  <a:lnTo>
                    <a:pt x="128548" y="47743"/>
                  </a:lnTo>
                  <a:lnTo>
                    <a:pt x="124154" y="54590"/>
                  </a:lnTo>
                  <a:lnTo>
                    <a:pt x="119699" y="61532"/>
                  </a:lnTo>
                  <a:lnTo>
                    <a:pt x="115565" y="67975"/>
                  </a:lnTo>
                  <a:lnTo>
                    <a:pt x="111283" y="74649"/>
                  </a:lnTo>
                  <a:lnTo>
                    <a:pt x="107101" y="81165"/>
                  </a:lnTo>
                  <a:lnTo>
                    <a:pt x="103217" y="87218"/>
                  </a:lnTo>
                  <a:lnTo>
                    <a:pt x="99008" y="93778"/>
                  </a:lnTo>
                  <a:lnTo>
                    <a:pt x="94960" y="100086"/>
                  </a:lnTo>
                  <a:lnTo>
                    <a:pt x="90965" y="106312"/>
                  </a:lnTo>
                  <a:lnTo>
                    <a:pt x="86995" y="112498"/>
                  </a:lnTo>
                  <a:lnTo>
                    <a:pt x="82601" y="119345"/>
                  </a:lnTo>
                  <a:lnTo>
                    <a:pt x="78690" y="125441"/>
                  </a:lnTo>
                  <a:lnTo>
                    <a:pt x="74240" y="132375"/>
                  </a:lnTo>
                  <a:lnTo>
                    <a:pt x="70162" y="138730"/>
                  </a:lnTo>
                  <a:lnTo>
                    <a:pt x="66197" y="144909"/>
                  </a:lnTo>
                  <a:lnTo>
                    <a:pt x="61879" y="151638"/>
                  </a:lnTo>
                  <a:lnTo>
                    <a:pt x="57561" y="158368"/>
                  </a:lnTo>
                  <a:lnTo>
                    <a:pt x="53031" y="165427"/>
                  </a:lnTo>
                  <a:lnTo>
                    <a:pt x="48793" y="172031"/>
                  </a:lnTo>
                  <a:lnTo>
                    <a:pt x="46642" y="175383"/>
                  </a:lnTo>
                  <a:lnTo>
                    <a:pt x="37979" y="176405"/>
                  </a:lnTo>
                  <a:lnTo>
                    <a:pt x="34592" y="173896"/>
                  </a:lnTo>
                  <a:lnTo>
                    <a:pt x="27293" y="168491"/>
                  </a:lnTo>
                  <a:lnTo>
                    <a:pt x="19967" y="163065"/>
                  </a:lnTo>
                  <a:lnTo>
                    <a:pt x="12860" y="157802"/>
                  </a:lnTo>
                  <a:lnTo>
                    <a:pt x="5791" y="152566"/>
                  </a:lnTo>
                  <a:lnTo>
                    <a:pt x="2036" y="149785"/>
                  </a:lnTo>
                  <a:lnTo>
                    <a:pt x="0" y="145074"/>
                  </a:lnTo>
                  <a:lnTo>
                    <a:pt x="861" y="143781"/>
                  </a:lnTo>
                  <a:lnTo>
                    <a:pt x="5122" y="137382"/>
                  </a:lnTo>
                  <a:lnTo>
                    <a:pt x="8776" y="131895"/>
                  </a:lnTo>
                  <a:lnTo>
                    <a:pt x="12217" y="126728"/>
                  </a:lnTo>
                  <a:lnTo>
                    <a:pt x="15960" y="121108"/>
                  </a:lnTo>
                  <a:lnTo>
                    <a:pt x="20168" y="114789"/>
                  </a:lnTo>
                  <a:lnTo>
                    <a:pt x="24216" y="108711"/>
                  </a:lnTo>
                  <a:lnTo>
                    <a:pt x="29025" y="101490"/>
                  </a:lnTo>
                  <a:lnTo>
                    <a:pt x="33181" y="95250"/>
                  </a:lnTo>
                  <a:lnTo>
                    <a:pt x="37468" y="88813"/>
                  </a:lnTo>
                  <a:lnTo>
                    <a:pt x="41814" y="82286"/>
                  </a:lnTo>
                  <a:lnTo>
                    <a:pt x="46111" y="75834"/>
                  </a:lnTo>
                  <a:lnTo>
                    <a:pt x="50894" y="68653"/>
                  </a:lnTo>
                  <a:lnTo>
                    <a:pt x="55348" y="61964"/>
                  </a:lnTo>
                  <a:lnTo>
                    <a:pt x="59855" y="55197"/>
                  </a:lnTo>
                  <a:lnTo>
                    <a:pt x="63840" y="49213"/>
                  </a:lnTo>
                  <a:lnTo>
                    <a:pt x="68115" y="42794"/>
                  </a:lnTo>
                  <a:lnTo>
                    <a:pt x="72320" y="36480"/>
                  </a:lnTo>
                  <a:lnTo>
                    <a:pt x="76917" y="29576"/>
                  </a:lnTo>
                  <a:lnTo>
                    <a:pt x="81298" y="22998"/>
                  </a:lnTo>
                  <a:lnTo>
                    <a:pt x="85306" y="16979"/>
                  </a:lnTo>
                  <a:lnTo>
                    <a:pt x="89208" y="11120"/>
                  </a:lnTo>
                  <a:lnTo>
                    <a:pt x="93698" y="4379"/>
                  </a:lnTo>
                  <a:lnTo>
                    <a:pt x="96614" y="0"/>
                  </a:lnTo>
                  <a:lnTo>
                    <a:pt x="131106" y="20481"/>
                  </a:lnTo>
                  <a:lnTo>
                    <a:pt x="141921" y="26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001238" y="1556163"/>
              <a:ext cx="13419" cy="29543"/>
            </a:xfrm>
            <a:custGeom>
              <a:avLst/>
              <a:pathLst>
                <a:path w="13419" h="29543">
                  <a:moveTo>
                    <a:pt x="8357" y="5398"/>
                  </a:moveTo>
                  <a:lnTo>
                    <a:pt x="13419" y="8668"/>
                  </a:lnTo>
                  <a:lnTo>
                    <a:pt x="10868" y="12636"/>
                  </a:lnTo>
                  <a:lnTo>
                    <a:pt x="7513" y="17855"/>
                  </a:lnTo>
                  <a:lnTo>
                    <a:pt x="4347" y="22780"/>
                  </a:lnTo>
                  <a:lnTo>
                    <a:pt x="855" y="28211"/>
                  </a:lnTo>
                  <a:lnTo>
                    <a:pt x="0" y="29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001238" y="1528495"/>
              <a:ext cx="95984" cy="179342"/>
            </a:xfrm>
            <a:custGeom>
              <a:avLst/>
              <a:pathLst>
                <a:path w="95984" h="179342">
                  <a:moveTo>
                    <a:pt x="92816" y="31053"/>
                  </a:moveTo>
                  <a:lnTo>
                    <a:pt x="89164" y="36888"/>
                  </a:lnTo>
                  <a:lnTo>
                    <a:pt x="85658" y="42489"/>
                  </a:lnTo>
                  <a:lnTo>
                    <a:pt x="81788" y="48673"/>
                  </a:lnTo>
                  <a:lnTo>
                    <a:pt x="78209" y="54390"/>
                  </a:lnTo>
                  <a:lnTo>
                    <a:pt x="74679" y="60030"/>
                  </a:lnTo>
                  <a:lnTo>
                    <a:pt x="70695" y="66396"/>
                  </a:lnTo>
                  <a:lnTo>
                    <a:pt x="67086" y="72161"/>
                  </a:lnTo>
                  <a:lnTo>
                    <a:pt x="63205" y="78362"/>
                  </a:lnTo>
                  <a:lnTo>
                    <a:pt x="59267" y="84653"/>
                  </a:lnTo>
                  <a:lnTo>
                    <a:pt x="55529" y="90625"/>
                  </a:lnTo>
                  <a:lnTo>
                    <a:pt x="51340" y="97318"/>
                  </a:lnTo>
                  <a:lnTo>
                    <a:pt x="46965" y="104307"/>
                  </a:lnTo>
                  <a:lnTo>
                    <a:pt x="42614" y="111259"/>
                  </a:lnTo>
                  <a:lnTo>
                    <a:pt x="38130" y="118423"/>
                  </a:lnTo>
                  <a:lnTo>
                    <a:pt x="33357" y="126048"/>
                  </a:lnTo>
                  <a:lnTo>
                    <a:pt x="28527" y="133765"/>
                  </a:lnTo>
                  <a:lnTo>
                    <a:pt x="24221" y="140646"/>
                  </a:lnTo>
                  <a:lnTo>
                    <a:pt x="20161" y="147132"/>
                  </a:lnTo>
                  <a:lnTo>
                    <a:pt x="16451" y="153058"/>
                  </a:lnTo>
                  <a:lnTo>
                    <a:pt x="12472" y="159415"/>
                  </a:lnTo>
                  <a:lnTo>
                    <a:pt x="8526" y="165719"/>
                  </a:lnTo>
                  <a:lnTo>
                    <a:pt x="4567" y="172046"/>
                  </a:lnTo>
                  <a:lnTo>
                    <a:pt x="0" y="179342"/>
                  </a:lnTo>
                  <a:lnTo>
                    <a:pt x="0" y="79558"/>
                  </a:lnTo>
                  <a:lnTo>
                    <a:pt x="2282" y="76076"/>
                  </a:lnTo>
                  <a:lnTo>
                    <a:pt x="5378" y="71352"/>
                  </a:lnTo>
                  <a:lnTo>
                    <a:pt x="8441" y="66679"/>
                  </a:lnTo>
                  <a:lnTo>
                    <a:pt x="11598" y="61863"/>
                  </a:lnTo>
                  <a:lnTo>
                    <a:pt x="14980" y="56702"/>
                  </a:lnTo>
                  <a:lnTo>
                    <a:pt x="18133" y="51891"/>
                  </a:lnTo>
                  <a:lnTo>
                    <a:pt x="21942" y="46081"/>
                  </a:lnTo>
                  <a:lnTo>
                    <a:pt x="25757" y="40260"/>
                  </a:lnTo>
                  <a:lnTo>
                    <a:pt x="29205" y="34998"/>
                  </a:lnTo>
                  <a:lnTo>
                    <a:pt x="32938" y="29303"/>
                  </a:lnTo>
                  <a:lnTo>
                    <a:pt x="36985" y="23129"/>
                  </a:lnTo>
                  <a:lnTo>
                    <a:pt x="40773" y="17530"/>
                  </a:lnTo>
                  <a:lnTo>
                    <a:pt x="43948" y="12837"/>
                  </a:lnTo>
                  <a:lnTo>
                    <a:pt x="47244" y="7965"/>
                  </a:lnTo>
                  <a:lnTo>
                    <a:pt x="50653" y="2927"/>
                  </a:lnTo>
                  <a:lnTo>
                    <a:pt x="52633" y="0"/>
                  </a:lnTo>
                  <a:lnTo>
                    <a:pt x="64687" y="216"/>
                  </a:lnTo>
                  <a:lnTo>
                    <a:pt x="69033" y="3038"/>
                  </a:lnTo>
                  <a:lnTo>
                    <a:pt x="79759" y="10001"/>
                  </a:lnTo>
                  <a:lnTo>
                    <a:pt x="88637" y="15765"/>
                  </a:lnTo>
                  <a:lnTo>
                    <a:pt x="95984" y="20535"/>
                  </a:lnTo>
                  <a:lnTo>
                    <a:pt x="95023" y="24136"/>
                  </a:lnTo>
                  <a:lnTo>
                    <a:pt x="93446" y="300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007075" y="1569134"/>
              <a:ext cx="140688" cy="178369"/>
            </a:xfrm>
            <a:custGeom>
              <a:avLst/>
              <a:pathLst>
                <a:path w="140688" h="178369">
                  <a:moveTo>
                    <a:pt x="137662" y="34487"/>
                  </a:moveTo>
                  <a:lnTo>
                    <a:pt x="132692" y="42136"/>
                  </a:lnTo>
                  <a:lnTo>
                    <a:pt x="128366" y="48793"/>
                  </a:lnTo>
                  <a:lnTo>
                    <a:pt x="124342" y="54986"/>
                  </a:lnTo>
                  <a:lnTo>
                    <a:pt x="120388" y="61072"/>
                  </a:lnTo>
                  <a:lnTo>
                    <a:pt x="116434" y="67157"/>
                  </a:lnTo>
                  <a:lnTo>
                    <a:pt x="112546" y="73141"/>
                  </a:lnTo>
                  <a:lnTo>
                    <a:pt x="108760" y="78968"/>
                  </a:lnTo>
                  <a:lnTo>
                    <a:pt x="104604" y="85365"/>
                  </a:lnTo>
                  <a:lnTo>
                    <a:pt x="101054" y="90828"/>
                  </a:lnTo>
                  <a:lnTo>
                    <a:pt x="97065" y="96967"/>
                  </a:lnTo>
                  <a:lnTo>
                    <a:pt x="93348" y="102689"/>
                  </a:lnTo>
                  <a:lnTo>
                    <a:pt x="89426" y="108724"/>
                  </a:lnTo>
                  <a:lnTo>
                    <a:pt x="85877" y="114186"/>
                  </a:lnTo>
                  <a:lnTo>
                    <a:pt x="81854" y="120377"/>
                  </a:lnTo>
                  <a:lnTo>
                    <a:pt x="78244" y="125934"/>
                  </a:lnTo>
                  <a:lnTo>
                    <a:pt x="74648" y="131469"/>
                  </a:lnTo>
                  <a:lnTo>
                    <a:pt x="70767" y="137441"/>
                  </a:lnTo>
                  <a:lnTo>
                    <a:pt x="66948" y="143319"/>
                  </a:lnTo>
                  <a:lnTo>
                    <a:pt x="62851" y="149624"/>
                  </a:lnTo>
                  <a:lnTo>
                    <a:pt x="58530" y="156274"/>
                  </a:lnTo>
                  <a:lnTo>
                    <a:pt x="54326" y="162745"/>
                  </a:lnTo>
                  <a:lnTo>
                    <a:pt x="50149" y="169173"/>
                  </a:lnTo>
                  <a:lnTo>
                    <a:pt x="46005" y="175551"/>
                  </a:lnTo>
                  <a:lnTo>
                    <a:pt x="44174" y="178369"/>
                  </a:lnTo>
                  <a:lnTo>
                    <a:pt x="41290" y="176401"/>
                  </a:lnTo>
                  <a:lnTo>
                    <a:pt x="36057" y="172829"/>
                  </a:lnTo>
                  <a:lnTo>
                    <a:pt x="30620" y="169118"/>
                  </a:lnTo>
                  <a:lnTo>
                    <a:pt x="25183" y="165408"/>
                  </a:lnTo>
                  <a:lnTo>
                    <a:pt x="19746" y="161697"/>
                  </a:lnTo>
                  <a:lnTo>
                    <a:pt x="13598" y="157501"/>
                  </a:lnTo>
                  <a:lnTo>
                    <a:pt x="7781" y="153531"/>
                  </a:lnTo>
                  <a:lnTo>
                    <a:pt x="2675" y="150046"/>
                  </a:lnTo>
                  <a:lnTo>
                    <a:pt x="0" y="148220"/>
                  </a:lnTo>
                  <a:lnTo>
                    <a:pt x="1752" y="145580"/>
                  </a:lnTo>
                  <a:lnTo>
                    <a:pt x="5333" y="140185"/>
                  </a:lnTo>
                  <a:lnTo>
                    <a:pt x="9102" y="134508"/>
                  </a:lnTo>
                  <a:lnTo>
                    <a:pt x="12991" y="128650"/>
                  </a:lnTo>
                  <a:lnTo>
                    <a:pt x="16895" y="122768"/>
                  </a:lnTo>
                  <a:lnTo>
                    <a:pt x="20686" y="117058"/>
                  </a:lnTo>
                  <a:lnTo>
                    <a:pt x="24140" y="111855"/>
                  </a:lnTo>
                  <a:lnTo>
                    <a:pt x="27938" y="106135"/>
                  </a:lnTo>
                  <a:lnTo>
                    <a:pt x="31886" y="100187"/>
                  </a:lnTo>
                  <a:lnTo>
                    <a:pt x="35691" y="94455"/>
                  </a:lnTo>
                  <a:lnTo>
                    <a:pt x="39418" y="88841"/>
                  </a:lnTo>
                  <a:lnTo>
                    <a:pt x="42775" y="83783"/>
                  </a:lnTo>
                  <a:lnTo>
                    <a:pt x="45985" y="78948"/>
                  </a:lnTo>
                  <a:lnTo>
                    <a:pt x="49233" y="74055"/>
                  </a:lnTo>
                  <a:lnTo>
                    <a:pt x="53041" y="68319"/>
                  </a:lnTo>
                  <a:lnTo>
                    <a:pt x="56752" y="62729"/>
                  </a:lnTo>
                  <a:lnTo>
                    <a:pt x="60383" y="57259"/>
                  </a:lnTo>
                  <a:lnTo>
                    <a:pt x="64317" y="51334"/>
                  </a:lnTo>
                  <a:lnTo>
                    <a:pt x="68294" y="45342"/>
                  </a:lnTo>
                  <a:lnTo>
                    <a:pt x="72234" y="39408"/>
                  </a:lnTo>
                  <a:lnTo>
                    <a:pt x="76148" y="33511"/>
                  </a:lnTo>
                  <a:lnTo>
                    <a:pt x="79722" y="28127"/>
                  </a:lnTo>
                  <a:lnTo>
                    <a:pt x="83558" y="22349"/>
                  </a:lnTo>
                  <a:lnTo>
                    <a:pt x="87301" y="16710"/>
                  </a:lnTo>
                  <a:lnTo>
                    <a:pt x="91441" y="10474"/>
                  </a:lnTo>
                  <a:lnTo>
                    <a:pt x="98394" y="0"/>
                  </a:lnTo>
                  <a:lnTo>
                    <a:pt x="103241" y="3418"/>
                  </a:lnTo>
                  <a:lnTo>
                    <a:pt x="110431" y="8489"/>
                  </a:lnTo>
                  <a:lnTo>
                    <a:pt x="117047" y="13156"/>
                  </a:lnTo>
                  <a:lnTo>
                    <a:pt x="123130" y="17446"/>
                  </a:lnTo>
                  <a:lnTo>
                    <a:pt x="129311" y="21806"/>
                  </a:lnTo>
                  <a:lnTo>
                    <a:pt x="135732" y="26335"/>
                  </a:lnTo>
                  <a:lnTo>
                    <a:pt x="140688" y="29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061871" y="1605745"/>
              <a:ext cx="140026" cy="179636"/>
            </a:xfrm>
            <a:custGeom>
              <a:avLst/>
              <a:pathLst>
                <a:path w="140026" h="179636">
                  <a:moveTo>
                    <a:pt x="136419" y="35131"/>
                  </a:moveTo>
                  <a:lnTo>
                    <a:pt x="132449" y="41290"/>
                  </a:lnTo>
                  <a:lnTo>
                    <a:pt x="128785" y="46974"/>
                  </a:lnTo>
                  <a:lnTo>
                    <a:pt x="125092" y="52704"/>
                  </a:lnTo>
                  <a:lnTo>
                    <a:pt x="121090" y="58912"/>
                  </a:lnTo>
                  <a:lnTo>
                    <a:pt x="117491" y="64496"/>
                  </a:lnTo>
                  <a:lnTo>
                    <a:pt x="113526" y="70648"/>
                  </a:lnTo>
                  <a:lnTo>
                    <a:pt x="109763" y="76485"/>
                  </a:lnTo>
                  <a:lnTo>
                    <a:pt x="105762" y="82693"/>
                  </a:lnTo>
                  <a:lnTo>
                    <a:pt x="101594" y="89159"/>
                  </a:lnTo>
                  <a:lnTo>
                    <a:pt x="97427" y="95624"/>
                  </a:lnTo>
                  <a:lnTo>
                    <a:pt x="93157" y="102250"/>
                  </a:lnTo>
                  <a:lnTo>
                    <a:pt x="89157" y="108455"/>
                  </a:lnTo>
                  <a:lnTo>
                    <a:pt x="85123" y="114713"/>
                  </a:lnTo>
                  <a:lnTo>
                    <a:pt x="80954" y="121182"/>
                  </a:lnTo>
                  <a:lnTo>
                    <a:pt x="76653" y="127855"/>
                  </a:lnTo>
                  <a:lnTo>
                    <a:pt x="72953" y="133596"/>
                  </a:lnTo>
                  <a:lnTo>
                    <a:pt x="69089" y="139590"/>
                  </a:lnTo>
                  <a:lnTo>
                    <a:pt x="65124" y="145741"/>
                  </a:lnTo>
                  <a:lnTo>
                    <a:pt x="61493" y="151375"/>
                  </a:lnTo>
                  <a:lnTo>
                    <a:pt x="58400" y="156173"/>
                  </a:lnTo>
                  <a:lnTo>
                    <a:pt x="55294" y="160992"/>
                  </a:lnTo>
                  <a:lnTo>
                    <a:pt x="51946" y="166185"/>
                  </a:lnTo>
                  <a:lnTo>
                    <a:pt x="48618" y="171349"/>
                  </a:lnTo>
                  <a:lnTo>
                    <a:pt x="45574" y="176072"/>
                  </a:lnTo>
                  <a:lnTo>
                    <a:pt x="43277" y="179636"/>
                  </a:lnTo>
                  <a:lnTo>
                    <a:pt x="38998" y="176727"/>
                  </a:lnTo>
                  <a:lnTo>
                    <a:pt x="32254" y="172140"/>
                  </a:lnTo>
                  <a:lnTo>
                    <a:pt x="24868" y="167118"/>
                  </a:lnTo>
                  <a:lnTo>
                    <a:pt x="17817" y="162323"/>
                  </a:lnTo>
                  <a:lnTo>
                    <a:pt x="10432" y="157301"/>
                  </a:lnTo>
                  <a:lnTo>
                    <a:pt x="3504" y="152589"/>
                  </a:lnTo>
                  <a:lnTo>
                    <a:pt x="0" y="150206"/>
                  </a:lnTo>
                  <a:lnTo>
                    <a:pt x="1605" y="147716"/>
                  </a:lnTo>
                  <a:lnTo>
                    <a:pt x="4966" y="142501"/>
                  </a:lnTo>
                  <a:lnTo>
                    <a:pt x="9161" y="135993"/>
                  </a:lnTo>
                  <a:lnTo>
                    <a:pt x="13487" y="129282"/>
                  </a:lnTo>
                  <a:lnTo>
                    <a:pt x="18331" y="121767"/>
                  </a:lnTo>
                  <a:lnTo>
                    <a:pt x="22660" y="115050"/>
                  </a:lnTo>
                  <a:lnTo>
                    <a:pt x="26717" y="108756"/>
                  </a:lnTo>
                  <a:lnTo>
                    <a:pt x="30622" y="102699"/>
                  </a:lnTo>
                  <a:lnTo>
                    <a:pt x="34817" y="96191"/>
                  </a:lnTo>
                  <a:lnTo>
                    <a:pt x="38984" y="89726"/>
                  </a:lnTo>
                  <a:lnTo>
                    <a:pt x="42830" y="83760"/>
                  </a:lnTo>
                  <a:lnTo>
                    <a:pt x="46837" y="77543"/>
                  </a:lnTo>
                  <a:lnTo>
                    <a:pt x="50953" y="71158"/>
                  </a:lnTo>
                  <a:lnTo>
                    <a:pt x="55010" y="64864"/>
                  </a:lnTo>
                  <a:lnTo>
                    <a:pt x="58936" y="58773"/>
                  </a:lnTo>
                  <a:lnTo>
                    <a:pt x="63105" y="52304"/>
                  </a:lnTo>
                  <a:lnTo>
                    <a:pt x="67192" y="45965"/>
                  </a:lnTo>
                  <a:lnTo>
                    <a:pt x="71306" y="39582"/>
                  </a:lnTo>
                  <a:lnTo>
                    <a:pt x="75530" y="33029"/>
                  </a:lnTo>
                  <a:lnTo>
                    <a:pt x="79644" y="26646"/>
                  </a:lnTo>
                  <a:lnTo>
                    <a:pt x="84029" y="19844"/>
                  </a:lnTo>
                  <a:lnTo>
                    <a:pt x="88463" y="12965"/>
                  </a:lnTo>
                  <a:lnTo>
                    <a:pt x="96820" y="0"/>
                  </a:lnTo>
                  <a:lnTo>
                    <a:pt x="100306" y="2382"/>
                  </a:lnTo>
                  <a:lnTo>
                    <a:pt x="106197" y="6409"/>
                  </a:lnTo>
                  <a:lnTo>
                    <a:pt x="111733" y="10193"/>
                  </a:lnTo>
                  <a:lnTo>
                    <a:pt x="116811" y="13665"/>
                  </a:lnTo>
                  <a:lnTo>
                    <a:pt x="121611" y="16946"/>
                  </a:lnTo>
                  <a:lnTo>
                    <a:pt x="126537" y="20313"/>
                  </a:lnTo>
                  <a:lnTo>
                    <a:pt x="131488" y="23697"/>
                  </a:lnTo>
                  <a:lnTo>
                    <a:pt x="136287" y="26978"/>
                  </a:lnTo>
                  <a:lnTo>
                    <a:pt x="140026" y="295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119454" y="1648936"/>
              <a:ext cx="144362" cy="177832"/>
            </a:xfrm>
            <a:custGeom>
              <a:avLst/>
              <a:pathLst>
                <a:path w="144362" h="177832">
                  <a:moveTo>
                    <a:pt x="142052" y="35741"/>
                  </a:moveTo>
                  <a:lnTo>
                    <a:pt x="139779" y="39180"/>
                  </a:lnTo>
                  <a:lnTo>
                    <a:pt x="137181" y="43111"/>
                  </a:lnTo>
                  <a:lnTo>
                    <a:pt x="134006" y="47914"/>
                  </a:lnTo>
                  <a:lnTo>
                    <a:pt x="130944" y="52547"/>
                  </a:lnTo>
                  <a:lnTo>
                    <a:pt x="127521" y="57725"/>
                  </a:lnTo>
                  <a:lnTo>
                    <a:pt x="124543" y="62231"/>
                  </a:lnTo>
                  <a:lnTo>
                    <a:pt x="121308" y="67124"/>
                  </a:lnTo>
                  <a:lnTo>
                    <a:pt x="118273" y="71717"/>
                  </a:lnTo>
                  <a:lnTo>
                    <a:pt x="115756" y="75524"/>
                  </a:lnTo>
                  <a:lnTo>
                    <a:pt x="113156" y="79458"/>
                  </a:lnTo>
                  <a:lnTo>
                    <a:pt x="110394" y="83636"/>
                  </a:lnTo>
                  <a:lnTo>
                    <a:pt x="107659" y="87774"/>
                  </a:lnTo>
                  <a:lnTo>
                    <a:pt x="104840" y="92040"/>
                  </a:lnTo>
                  <a:lnTo>
                    <a:pt x="102100" y="96185"/>
                  </a:lnTo>
                  <a:lnTo>
                    <a:pt x="99557" y="100032"/>
                  </a:lnTo>
                  <a:lnTo>
                    <a:pt x="96822" y="104170"/>
                  </a:lnTo>
                  <a:lnTo>
                    <a:pt x="93976" y="108475"/>
                  </a:lnTo>
                  <a:lnTo>
                    <a:pt x="91157" y="112740"/>
                  </a:lnTo>
                  <a:lnTo>
                    <a:pt x="88062" y="117423"/>
                  </a:lnTo>
                  <a:lnTo>
                    <a:pt x="85141" y="121842"/>
                  </a:lnTo>
                  <a:lnTo>
                    <a:pt x="81387" y="127521"/>
                  </a:lnTo>
                  <a:lnTo>
                    <a:pt x="77996" y="132652"/>
                  </a:lnTo>
                  <a:lnTo>
                    <a:pt x="74933" y="137285"/>
                  </a:lnTo>
                  <a:lnTo>
                    <a:pt x="71564" y="142382"/>
                  </a:lnTo>
                  <a:lnTo>
                    <a:pt x="68363" y="147226"/>
                  </a:lnTo>
                  <a:lnTo>
                    <a:pt x="65161" y="152069"/>
                  </a:lnTo>
                  <a:lnTo>
                    <a:pt x="62289" y="156414"/>
                  </a:lnTo>
                  <a:lnTo>
                    <a:pt x="59605" y="160475"/>
                  </a:lnTo>
                  <a:lnTo>
                    <a:pt x="56951" y="164490"/>
                  </a:lnTo>
                  <a:lnTo>
                    <a:pt x="54233" y="168602"/>
                  </a:lnTo>
                  <a:lnTo>
                    <a:pt x="51770" y="172329"/>
                  </a:lnTo>
                  <a:lnTo>
                    <a:pt x="49410" y="175899"/>
                  </a:lnTo>
                  <a:lnTo>
                    <a:pt x="48133" y="177832"/>
                  </a:lnTo>
                  <a:lnTo>
                    <a:pt x="43002" y="175259"/>
                  </a:lnTo>
                  <a:lnTo>
                    <a:pt x="37073" y="172285"/>
                  </a:lnTo>
                  <a:lnTo>
                    <a:pt x="30663" y="169070"/>
                  </a:lnTo>
                  <a:lnTo>
                    <a:pt x="24424" y="165941"/>
                  </a:lnTo>
                  <a:lnTo>
                    <a:pt x="18414" y="162927"/>
                  </a:lnTo>
                  <a:lnTo>
                    <a:pt x="12441" y="159932"/>
                  </a:lnTo>
                  <a:lnTo>
                    <a:pt x="6032" y="156718"/>
                  </a:lnTo>
                  <a:lnTo>
                    <a:pt x="0" y="153692"/>
                  </a:lnTo>
                  <a:lnTo>
                    <a:pt x="1719" y="150974"/>
                  </a:lnTo>
                  <a:lnTo>
                    <a:pt x="4449" y="146658"/>
                  </a:lnTo>
                  <a:lnTo>
                    <a:pt x="7578" y="141712"/>
                  </a:lnTo>
                  <a:lnTo>
                    <a:pt x="10256" y="137478"/>
                  </a:lnTo>
                  <a:lnTo>
                    <a:pt x="13418" y="132478"/>
                  </a:lnTo>
                  <a:lnTo>
                    <a:pt x="16431" y="127715"/>
                  </a:lnTo>
                  <a:lnTo>
                    <a:pt x="20037" y="122014"/>
                  </a:lnTo>
                  <a:lnTo>
                    <a:pt x="23584" y="116407"/>
                  </a:lnTo>
                  <a:lnTo>
                    <a:pt x="27536" y="110159"/>
                  </a:lnTo>
                  <a:lnTo>
                    <a:pt x="30874" y="104881"/>
                  </a:lnTo>
                  <a:lnTo>
                    <a:pt x="34340" y="99402"/>
                  </a:lnTo>
                  <a:lnTo>
                    <a:pt x="38196" y="93305"/>
                  </a:lnTo>
                  <a:lnTo>
                    <a:pt x="41331" y="88349"/>
                  </a:lnTo>
                  <a:lnTo>
                    <a:pt x="44780" y="82897"/>
                  </a:lnTo>
                  <a:lnTo>
                    <a:pt x="47966" y="77860"/>
                  </a:lnTo>
                  <a:lnTo>
                    <a:pt x="51165" y="72802"/>
                  </a:lnTo>
                  <a:lnTo>
                    <a:pt x="54270" y="67894"/>
                  </a:lnTo>
                  <a:lnTo>
                    <a:pt x="57761" y="62374"/>
                  </a:lnTo>
                  <a:lnTo>
                    <a:pt x="61125" y="57056"/>
                  </a:lnTo>
                  <a:lnTo>
                    <a:pt x="64639" y="51501"/>
                  </a:lnTo>
                  <a:lnTo>
                    <a:pt x="67906" y="46335"/>
                  </a:lnTo>
                  <a:lnTo>
                    <a:pt x="71036" y="41387"/>
                  </a:lnTo>
                  <a:lnTo>
                    <a:pt x="74814" y="35415"/>
                  </a:lnTo>
                  <a:lnTo>
                    <a:pt x="78241" y="29996"/>
                  </a:lnTo>
                  <a:lnTo>
                    <a:pt x="81796" y="24377"/>
                  </a:lnTo>
                  <a:lnTo>
                    <a:pt x="85293" y="18847"/>
                  </a:lnTo>
                  <a:lnTo>
                    <a:pt x="88685" y="13485"/>
                  </a:lnTo>
                  <a:lnTo>
                    <a:pt x="92141" y="8022"/>
                  </a:lnTo>
                  <a:lnTo>
                    <a:pt x="95256" y="3096"/>
                  </a:lnTo>
                  <a:lnTo>
                    <a:pt x="97215" y="0"/>
                  </a:lnTo>
                  <a:lnTo>
                    <a:pt x="102174" y="3391"/>
                  </a:lnTo>
                  <a:lnTo>
                    <a:pt x="107687" y="7162"/>
                  </a:lnTo>
                  <a:lnTo>
                    <a:pt x="113629" y="11226"/>
                  </a:lnTo>
                  <a:lnTo>
                    <a:pt x="119996" y="15581"/>
                  </a:lnTo>
                  <a:lnTo>
                    <a:pt x="126698" y="20165"/>
                  </a:lnTo>
                  <a:lnTo>
                    <a:pt x="132791" y="24333"/>
                  </a:lnTo>
                  <a:lnTo>
                    <a:pt x="139310" y="28791"/>
                  </a:lnTo>
                  <a:lnTo>
                    <a:pt x="144362" y="322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225918" y="1691570"/>
              <a:ext cx="166476" cy="154714"/>
            </a:xfrm>
            <a:custGeom>
              <a:avLst/>
              <a:pathLst>
                <a:path w="166476" h="154714">
                  <a:moveTo>
                    <a:pt x="121319" y="154714"/>
                  </a:moveTo>
                  <a:lnTo>
                    <a:pt x="99506" y="140779"/>
                  </a:lnTo>
                  <a:lnTo>
                    <a:pt x="96265" y="138709"/>
                  </a:lnTo>
                  <a:lnTo>
                    <a:pt x="94095" y="137322"/>
                  </a:lnTo>
                  <a:lnTo>
                    <a:pt x="64603" y="118483"/>
                  </a:lnTo>
                  <a:lnTo>
                    <a:pt x="56558" y="113344"/>
                  </a:lnTo>
                  <a:lnTo>
                    <a:pt x="56304" y="113181"/>
                  </a:lnTo>
                  <a:lnTo>
                    <a:pt x="1314" y="78053"/>
                  </a:lnTo>
                  <a:lnTo>
                    <a:pt x="0" y="77213"/>
                  </a:lnTo>
                  <a:lnTo>
                    <a:pt x="1228" y="75437"/>
                  </a:lnTo>
                  <a:lnTo>
                    <a:pt x="2958" y="72936"/>
                  </a:lnTo>
                  <a:lnTo>
                    <a:pt x="27256" y="37817"/>
                  </a:lnTo>
                  <a:lnTo>
                    <a:pt x="53420" y="0"/>
                  </a:lnTo>
                  <a:lnTo>
                    <a:pt x="107296" y="37888"/>
                  </a:lnTo>
                  <a:lnTo>
                    <a:pt x="166476" y="79507"/>
                  </a:lnTo>
                  <a:lnTo>
                    <a:pt x="144059" y="116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304219" y="1913662"/>
              <a:ext cx="117304" cy="97255"/>
            </a:xfrm>
            <a:custGeom>
              <a:avLst/>
              <a:pathLst>
                <a:path w="117304" h="97255">
                  <a:moveTo>
                    <a:pt x="85570" y="94207"/>
                  </a:moveTo>
                  <a:lnTo>
                    <a:pt x="75759" y="88998"/>
                  </a:lnTo>
                  <a:lnTo>
                    <a:pt x="66589" y="84129"/>
                  </a:lnTo>
                  <a:lnTo>
                    <a:pt x="57094" y="79088"/>
                  </a:lnTo>
                  <a:lnTo>
                    <a:pt x="45818" y="73102"/>
                  </a:lnTo>
                  <a:lnTo>
                    <a:pt x="35370" y="67555"/>
                  </a:lnTo>
                  <a:lnTo>
                    <a:pt x="25609" y="62373"/>
                  </a:lnTo>
                  <a:lnTo>
                    <a:pt x="15216" y="56855"/>
                  </a:lnTo>
                  <a:lnTo>
                    <a:pt x="6624" y="52293"/>
                  </a:lnTo>
                  <a:lnTo>
                    <a:pt x="0" y="48776"/>
                  </a:lnTo>
                  <a:lnTo>
                    <a:pt x="4987" y="39258"/>
                  </a:lnTo>
                  <a:lnTo>
                    <a:pt x="12248" y="25400"/>
                  </a:lnTo>
                  <a:lnTo>
                    <a:pt x="19020" y="12476"/>
                  </a:lnTo>
                  <a:lnTo>
                    <a:pt x="25558" y="0"/>
                  </a:lnTo>
                  <a:lnTo>
                    <a:pt x="29535" y="2126"/>
                  </a:lnTo>
                  <a:lnTo>
                    <a:pt x="35616" y="5379"/>
                  </a:lnTo>
                  <a:lnTo>
                    <a:pt x="42364" y="8988"/>
                  </a:lnTo>
                  <a:lnTo>
                    <a:pt x="48395" y="12214"/>
                  </a:lnTo>
                  <a:lnTo>
                    <a:pt x="53942" y="15180"/>
                  </a:lnTo>
                  <a:lnTo>
                    <a:pt x="59964" y="18401"/>
                  </a:lnTo>
                  <a:lnTo>
                    <a:pt x="66015" y="21637"/>
                  </a:lnTo>
                  <a:lnTo>
                    <a:pt x="72763" y="25246"/>
                  </a:lnTo>
                  <a:lnTo>
                    <a:pt x="79136" y="28654"/>
                  </a:lnTo>
                  <a:lnTo>
                    <a:pt x="85849" y="32245"/>
                  </a:lnTo>
                  <a:lnTo>
                    <a:pt x="93333" y="36247"/>
                  </a:lnTo>
                  <a:lnTo>
                    <a:pt x="100989" y="40342"/>
                  </a:lnTo>
                  <a:lnTo>
                    <a:pt x="110978" y="45685"/>
                  </a:lnTo>
                  <a:lnTo>
                    <a:pt x="117304" y="49068"/>
                  </a:lnTo>
                  <a:lnTo>
                    <a:pt x="104671" y="72489"/>
                  </a:lnTo>
                  <a:lnTo>
                    <a:pt x="91312" y="972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337410" y="1866461"/>
              <a:ext cx="116423" cy="91951"/>
            </a:xfrm>
            <a:custGeom>
              <a:avLst/>
              <a:pathLst>
                <a:path w="116423" h="91951">
                  <a:moveTo>
                    <a:pt x="102260" y="66070"/>
                  </a:moveTo>
                  <a:lnTo>
                    <a:pt x="86467" y="91951"/>
                  </a:lnTo>
                  <a:lnTo>
                    <a:pt x="79771" y="88233"/>
                  </a:lnTo>
                  <a:lnTo>
                    <a:pt x="66998" y="81142"/>
                  </a:lnTo>
                  <a:lnTo>
                    <a:pt x="55412" y="74709"/>
                  </a:lnTo>
                  <a:lnTo>
                    <a:pt x="43566" y="68131"/>
                  </a:lnTo>
                  <a:lnTo>
                    <a:pt x="30524" y="60890"/>
                  </a:lnTo>
                  <a:lnTo>
                    <a:pt x="18019" y="53948"/>
                  </a:lnTo>
                  <a:lnTo>
                    <a:pt x="0" y="43943"/>
                  </a:lnTo>
                  <a:lnTo>
                    <a:pt x="4582" y="35900"/>
                  </a:lnTo>
                  <a:lnTo>
                    <a:pt x="14533" y="18439"/>
                  </a:lnTo>
                  <a:lnTo>
                    <a:pt x="25041" y="0"/>
                  </a:lnTo>
                  <a:lnTo>
                    <a:pt x="28514" y="1628"/>
                  </a:lnTo>
                  <a:lnTo>
                    <a:pt x="38019" y="6087"/>
                  </a:lnTo>
                  <a:lnTo>
                    <a:pt x="47064" y="10330"/>
                  </a:lnTo>
                  <a:lnTo>
                    <a:pt x="56965" y="14974"/>
                  </a:lnTo>
                  <a:lnTo>
                    <a:pt x="66429" y="19413"/>
                  </a:lnTo>
                  <a:lnTo>
                    <a:pt x="75229" y="23541"/>
                  </a:lnTo>
                  <a:lnTo>
                    <a:pt x="84406" y="27845"/>
                  </a:lnTo>
                  <a:lnTo>
                    <a:pt x="94452" y="32558"/>
                  </a:lnTo>
                  <a:lnTo>
                    <a:pt x="109736" y="39727"/>
                  </a:lnTo>
                  <a:lnTo>
                    <a:pt x="116423" y="42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360574" y="1776143"/>
              <a:ext cx="112416" cy="127634"/>
            </a:xfrm>
            <a:custGeom>
              <a:avLst/>
              <a:pathLst>
                <a:path w="112416" h="127634">
                  <a:moveTo>
                    <a:pt x="92768" y="125776"/>
                  </a:moveTo>
                  <a:lnTo>
                    <a:pt x="83527" y="121242"/>
                  </a:lnTo>
                  <a:lnTo>
                    <a:pt x="75054" y="117085"/>
                  </a:lnTo>
                  <a:lnTo>
                    <a:pt x="65965" y="112626"/>
                  </a:lnTo>
                  <a:lnTo>
                    <a:pt x="56363" y="107916"/>
                  </a:lnTo>
                  <a:lnTo>
                    <a:pt x="45727" y="102698"/>
                  </a:lnTo>
                  <a:lnTo>
                    <a:pt x="35424" y="97644"/>
                  </a:lnTo>
                  <a:lnTo>
                    <a:pt x="24633" y="92350"/>
                  </a:lnTo>
                  <a:lnTo>
                    <a:pt x="14249" y="87256"/>
                  </a:lnTo>
                  <a:lnTo>
                    <a:pt x="4007" y="82231"/>
                  </a:lnTo>
                  <a:lnTo>
                    <a:pt x="0" y="80265"/>
                  </a:lnTo>
                  <a:lnTo>
                    <a:pt x="3162" y="74794"/>
                  </a:lnTo>
                  <a:lnTo>
                    <a:pt x="6898" y="68330"/>
                  </a:lnTo>
                  <a:lnTo>
                    <a:pt x="10566" y="61981"/>
                  </a:lnTo>
                  <a:lnTo>
                    <a:pt x="14429" y="55299"/>
                  </a:lnTo>
                  <a:lnTo>
                    <a:pt x="18487" y="48277"/>
                  </a:lnTo>
                  <a:lnTo>
                    <a:pt x="22823" y="40775"/>
                  </a:lnTo>
                  <a:lnTo>
                    <a:pt x="27172" y="33249"/>
                  </a:lnTo>
                  <a:lnTo>
                    <a:pt x="30876" y="26840"/>
                  </a:lnTo>
                  <a:lnTo>
                    <a:pt x="35121" y="19497"/>
                  </a:lnTo>
                  <a:lnTo>
                    <a:pt x="39656" y="11649"/>
                  </a:lnTo>
                  <a:lnTo>
                    <a:pt x="44472" y="3316"/>
                  </a:lnTo>
                  <a:lnTo>
                    <a:pt x="46389" y="0"/>
                  </a:lnTo>
                  <a:lnTo>
                    <a:pt x="55783" y="6415"/>
                  </a:lnTo>
                  <a:lnTo>
                    <a:pt x="65953" y="13360"/>
                  </a:lnTo>
                  <a:lnTo>
                    <a:pt x="56205" y="35398"/>
                  </a:lnTo>
                  <a:lnTo>
                    <a:pt x="43960" y="63078"/>
                  </a:lnTo>
                  <a:lnTo>
                    <a:pt x="70597" y="75834"/>
                  </a:lnTo>
                  <a:lnTo>
                    <a:pt x="94467" y="87265"/>
                  </a:lnTo>
                  <a:lnTo>
                    <a:pt x="112416" y="101065"/>
                  </a:lnTo>
                  <a:lnTo>
                    <a:pt x="105244" y="113080"/>
                  </a:lnTo>
                  <a:lnTo>
                    <a:pt x="96556" y="127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399241" y="1552358"/>
              <a:ext cx="182704" cy="223506"/>
            </a:xfrm>
            <a:custGeom>
              <a:avLst/>
              <a:pathLst>
                <a:path w="182704" h="223506">
                  <a:moveTo>
                    <a:pt x="114669" y="435"/>
                  </a:moveTo>
                  <a:lnTo>
                    <a:pt x="125197" y="1659"/>
                  </a:lnTo>
                  <a:lnTo>
                    <a:pt x="136277" y="2947"/>
                  </a:lnTo>
                  <a:lnTo>
                    <a:pt x="147190" y="4215"/>
                  </a:lnTo>
                  <a:lnTo>
                    <a:pt x="158091" y="5482"/>
                  </a:lnTo>
                  <a:lnTo>
                    <a:pt x="167435" y="6568"/>
                  </a:lnTo>
                  <a:lnTo>
                    <a:pt x="177065" y="7687"/>
                  </a:lnTo>
                  <a:lnTo>
                    <a:pt x="182071" y="8269"/>
                  </a:lnTo>
                  <a:lnTo>
                    <a:pt x="182704" y="11912"/>
                  </a:lnTo>
                  <a:lnTo>
                    <a:pt x="181838" y="13254"/>
                  </a:lnTo>
                  <a:lnTo>
                    <a:pt x="178683" y="18145"/>
                  </a:lnTo>
                  <a:lnTo>
                    <a:pt x="175102" y="23696"/>
                  </a:lnTo>
                  <a:lnTo>
                    <a:pt x="171262" y="29649"/>
                  </a:lnTo>
                  <a:lnTo>
                    <a:pt x="167093" y="36112"/>
                  </a:lnTo>
                  <a:lnTo>
                    <a:pt x="162953" y="42530"/>
                  </a:lnTo>
                  <a:lnTo>
                    <a:pt x="159031" y="48609"/>
                  </a:lnTo>
                  <a:lnTo>
                    <a:pt x="155124" y="54666"/>
                  </a:lnTo>
                  <a:lnTo>
                    <a:pt x="151506" y="60275"/>
                  </a:lnTo>
                  <a:lnTo>
                    <a:pt x="148126" y="65514"/>
                  </a:lnTo>
                  <a:lnTo>
                    <a:pt x="143250" y="73073"/>
                  </a:lnTo>
                  <a:lnTo>
                    <a:pt x="138241" y="80838"/>
                  </a:lnTo>
                  <a:lnTo>
                    <a:pt x="133075" y="88846"/>
                  </a:lnTo>
                  <a:lnTo>
                    <a:pt x="128070" y="96605"/>
                  </a:lnTo>
                  <a:lnTo>
                    <a:pt x="122958" y="104530"/>
                  </a:lnTo>
                  <a:lnTo>
                    <a:pt x="118168" y="111955"/>
                  </a:lnTo>
                  <a:lnTo>
                    <a:pt x="113007" y="119955"/>
                  </a:lnTo>
                  <a:lnTo>
                    <a:pt x="107786" y="128049"/>
                  </a:lnTo>
                  <a:lnTo>
                    <a:pt x="102002" y="137016"/>
                  </a:lnTo>
                  <a:lnTo>
                    <a:pt x="97472" y="144038"/>
                  </a:lnTo>
                  <a:lnTo>
                    <a:pt x="92892" y="151137"/>
                  </a:lnTo>
                  <a:lnTo>
                    <a:pt x="88191" y="158426"/>
                  </a:lnTo>
                  <a:lnTo>
                    <a:pt x="83323" y="165972"/>
                  </a:lnTo>
                  <a:lnTo>
                    <a:pt x="78360" y="173665"/>
                  </a:lnTo>
                  <a:lnTo>
                    <a:pt x="73826" y="180694"/>
                  </a:lnTo>
                  <a:lnTo>
                    <a:pt x="68947" y="188257"/>
                  </a:lnTo>
                  <a:lnTo>
                    <a:pt x="63482" y="196729"/>
                  </a:lnTo>
                  <a:lnTo>
                    <a:pt x="58375" y="204646"/>
                  </a:lnTo>
                  <a:lnTo>
                    <a:pt x="53288" y="212532"/>
                  </a:lnTo>
                  <a:lnTo>
                    <a:pt x="47701" y="221193"/>
                  </a:lnTo>
                  <a:lnTo>
                    <a:pt x="46209" y="223506"/>
                  </a:lnTo>
                  <a:lnTo>
                    <a:pt x="37090" y="222617"/>
                  </a:lnTo>
                  <a:lnTo>
                    <a:pt x="32215" y="222143"/>
                  </a:lnTo>
                  <a:lnTo>
                    <a:pt x="25393" y="218181"/>
                  </a:lnTo>
                  <a:lnTo>
                    <a:pt x="15736" y="212574"/>
                  </a:lnTo>
                  <a:lnTo>
                    <a:pt x="5391" y="206567"/>
                  </a:lnTo>
                  <a:lnTo>
                    <a:pt x="0" y="203436"/>
                  </a:lnTo>
                  <a:lnTo>
                    <a:pt x="3218" y="198315"/>
                  </a:lnTo>
                  <a:lnTo>
                    <a:pt x="7990" y="190721"/>
                  </a:lnTo>
                  <a:lnTo>
                    <a:pt x="12276" y="183900"/>
                  </a:lnTo>
                  <a:lnTo>
                    <a:pt x="16820" y="176669"/>
                  </a:lnTo>
                  <a:lnTo>
                    <a:pt x="21656" y="168975"/>
                  </a:lnTo>
                  <a:lnTo>
                    <a:pt x="26280" y="161617"/>
                  </a:lnTo>
                  <a:lnTo>
                    <a:pt x="30646" y="154668"/>
                  </a:lnTo>
                  <a:lnTo>
                    <a:pt x="34411" y="148677"/>
                  </a:lnTo>
                  <a:lnTo>
                    <a:pt x="38652" y="141928"/>
                  </a:lnTo>
                  <a:lnTo>
                    <a:pt x="43184" y="134716"/>
                  </a:lnTo>
                  <a:lnTo>
                    <a:pt x="47922" y="127176"/>
                  </a:lnTo>
                  <a:lnTo>
                    <a:pt x="52466" y="119946"/>
                  </a:lnTo>
                  <a:lnTo>
                    <a:pt x="57061" y="112633"/>
                  </a:lnTo>
                  <a:lnTo>
                    <a:pt x="61073" y="106250"/>
                  </a:lnTo>
                  <a:lnTo>
                    <a:pt x="65067" y="99893"/>
                  </a:lnTo>
                  <a:lnTo>
                    <a:pt x="68887" y="93815"/>
                  </a:lnTo>
                  <a:lnTo>
                    <a:pt x="72514" y="88044"/>
                  </a:lnTo>
                  <a:lnTo>
                    <a:pt x="76212" y="82159"/>
                  </a:lnTo>
                  <a:lnTo>
                    <a:pt x="80139" y="75910"/>
                  </a:lnTo>
                  <a:lnTo>
                    <a:pt x="82434" y="72258"/>
                  </a:lnTo>
                  <a:lnTo>
                    <a:pt x="83827" y="69842"/>
                  </a:lnTo>
                  <a:lnTo>
                    <a:pt x="87339" y="63755"/>
                  </a:lnTo>
                  <a:lnTo>
                    <a:pt x="88700" y="61396"/>
                  </a:lnTo>
                  <a:lnTo>
                    <a:pt x="90855" y="56867"/>
                  </a:lnTo>
                  <a:lnTo>
                    <a:pt x="94129" y="49988"/>
                  </a:lnTo>
                  <a:lnTo>
                    <a:pt x="95132" y="47880"/>
                  </a:lnTo>
                  <a:lnTo>
                    <a:pt x="97116" y="42925"/>
                  </a:lnTo>
                  <a:lnTo>
                    <a:pt x="97792" y="41237"/>
                  </a:lnTo>
                  <a:lnTo>
                    <a:pt x="99585" y="36050"/>
                  </a:lnTo>
                  <a:lnTo>
                    <a:pt x="100877" y="32314"/>
                  </a:lnTo>
                  <a:lnTo>
                    <a:pt x="101725" y="29314"/>
                  </a:lnTo>
                  <a:lnTo>
                    <a:pt x="103800" y="21972"/>
                  </a:lnTo>
                  <a:lnTo>
                    <a:pt x="105368" y="15099"/>
                  </a:lnTo>
                  <a:lnTo>
                    <a:pt x="105921" y="13593"/>
                  </a:lnTo>
                  <a:lnTo>
                    <a:pt x="1109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455841" y="1564775"/>
              <a:ext cx="200469" cy="214191"/>
            </a:xfrm>
            <a:custGeom>
              <a:avLst/>
              <a:pathLst>
                <a:path w="200469" h="214191">
                  <a:moveTo>
                    <a:pt x="198669" y="11011"/>
                  </a:moveTo>
                  <a:lnTo>
                    <a:pt x="195253" y="15909"/>
                  </a:lnTo>
                  <a:lnTo>
                    <a:pt x="191879" y="20747"/>
                  </a:lnTo>
                  <a:lnTo>
                    <a:pt x="188724" y="25270"/>
                  </a:lnTo>
                  <a:lnTo>
                    <a:pt x="185608" y="29737"/>
                  </a:lnTo>
                  <a:lnTo>
                    <a:pt x="182186" y="34644"/>
                  </a:lnTo>
                  <a:lnTo>
                    <a:pt x="178297" y="40220"/>
                  </a:lnTo>
                  <a:lnTo>
                    <a:pt x="174498" y="45667"/>
                  </a:lnTo>
                  <a:lnTo>
                    <a:pt x="170421" y="51511"/>
                  </a:lnTo>
                  <a:lnTo>
                    <a:pt x="165887" y="58013"/>
                  </a:lnTo>
                  <a:lnTo>
                    <a:pt x="161493" y="64312"/>
                  </a:lnTo>
                  <a:lnTo>
                    <a:pt x="157042" y="70694"/>
                  </a:lnTo>
                  <a:lnTo>
                    <a:pt x="152265" y="77544"/>
                  </a:lnTo>
                  <a:lnTo>
                    <a:pt x="147204" y="84800"/>
                  </a:lnTo>
                  <a:lnTo>
                    <a:pt x="141784" y="92570"/>
                  </a:lnTo>
                  <a:lnTo>
                    <a:pt x="138667" y="97039"/>
                  </a:lnTo>
                  <a:lnTo>
                    <a:pt x="136939" y="99561"/>
                  </a:lnTo>
                  <a:lnTo>
                    <a:pt x="131595" y="107356"/>
                  </a:lnTo>
                  <a:lnTo>
                    <a:pt x="125903" y="115660"/>
                  </a:lnTo>
                  <a:lnTo>
                    <a:pt x="120518" y="123515"/>
                  </a:lnTo>
                  <a:lnTo>
                    <a:pt x="109778" y="139183"/>
                  </a:lnTo>
                  <a:lnTo>
                    <a:pt x="106795" y="143534"/>
                  </a:lnTo>
                  <a:lnTo>
                    <a:pt x="104339" y="147310"/>
                  </a:lnTo>
                  <a:lnTo>
                    <a:pt x="102211" y="150579"/>
                  </a:lnTo>
                  <a:lnTo>
                    <a:pt x="99279" y="155085"/>
                  </a:lnTo>
                  <a:lnTo>
                    <a:pt x="93951" y="163273"/>
                  </a:lnTo>
                  <a:lnTo>
                    <a:pt x="88444" y="171737"/>
                  </a:lnTo>
                  <a:lnTo>
                    <a:pt x="83355" y="179557"/>
                  </a:lnTo>
                  <a:lnTo>
                    <a:pt x="77599" y="188404"/>
                  </a:lnTo>
                  <a:lnTo>
                    <a:pt x="72913" y="195605"/>
                  </a:lnTo>
                  <a:lnTo>
                    <a:pt x="68526" y="202346"/>
                  </a:lnTo>
                  <a:lnTo>
                    <a:pt x="63796" y="209615"/>
                  </a:lnTo>
                  <a:lnTo>
                    <a:pt x="60818" y="214191"/>
                  </a:lnTo>
                  <a:lnTo>
                    <a:pt x="48930" y="213605"/>
                  </a:lnTo>
                  <a:lnTo>
                    <a:pt x="14834" y="211924"/>
                  </a:lnTo>
                  <a:lnTo>
                    <a:pt x="0" y="211192"/>
                  </a:lnTo>
                  <a:lnTo>
                    <a:pt x="2608" y="207202"/>
                  </a:lnTo>
                  <a:lnTo>
                    <a:pt x="6737" y="200888"/>
                  </a:lnTo>
                  <a:lnTo>
                    <a:pt x="10919" y="194491"/>
                  </a:lnTo>
                  <a:lnTo>
                    <a:pt x="14993" y="188261"/>
                  </a:lnTo>
                  <a:lnTo>
                    <a:pt x="19393" y="181532"/>
                  </a:lnTo>
                  <a:lnTo>
                    <a:pt x="24091" y="174345"/>
                  </a:lnTo>
                  <a:lnTo>
                    <a:pt x="28491" y="167617"/>
                  </a:lnTo>
                  <a:lnTo>
                    <a:pt x="32782" y="161054"/>
                  </a:lnTo>
                  <a:lnTo>
                    <a:pt x="36713" y="155042"/>
                  </a:lnTo>
                  <a:lnTo>
                    <a:pt x="40787" y="148811"/>
                  </a:lnTo>
                  <a:lnTo>
                    <a:pt x="44739" y="142767"/>
                  </a:lnTo>
                  <a:lnTo>
                    <a:pt x="48548" y="136942"/>
                  </a:lnTo>
                  <a:lnTo>
                    <a:pt x="52051" y="131583"/>
                  </a:lnTo>
                  <a:lnTo>
                    <a:pt x="55921" y="125664"/>
                  </a:lnTo>
                  <a:lnTo>
                    <a:pt x="59526" y="120151"/>
                  </a:lnTo>
                  <a:lnTo>
                    <a:pt x="62969" y="114885"/>
                  </a:lnTo>
                  <a:lnTo>
                    <a:pt x="66351" y="109714"/>
                  </a:lnTo>
                  <a:lnTo>
                    <a:pt x="70404" y="103514"/>
                  </a:lnTo>
                  <a:lnTo>
                    <a:pt x="74478" y="97284"/>
                  </a:lnTo>
                  <a:lnTo>
                    <a:pt x="78485" y="91156"/>
                  </a:lnTo>
                  <a:lnTo>
                    <a:pt x="83502" y="83482"/>
                  </a:lnTo>
                  <a:lnTo>
                    <a:pt x="88554" y="75756"/>
                  </a:lnTo>
                  <a:lnTo>
                    <a:pt x="92933" y="69059"/>
                  </a:lnTo>
                  <a:lnTo>
                    <a:pt x="97740" y="61706"/>
                  </a:lnTo>
                  <a:lnTo>
                    <a:pt x="102377" y="54614"/>
                  </a:lnTo>
                  <a:lnTo>
                    <a:pt x="107089" y="47408"/>
                  </a:lnTo>
                  <a:lnTo>
                    <a:pt x="111510" y="40647"/>
                  </a:lnTo>
                  <a:lnTo>
                    <a:pt x="116248" y="33399"/>
                  </a:lnTo>
                  <a:lnTo>
                    <a:pt x="120614" y="26722"/>
                  </a:lnTo>
                  <a:lnTo>
                    <a:pt x="124587" y="20646"/>
                  </a:lnTo>
                  <a:lnTo>
                    <a:pt x="128864" y="14105"/>
                  </a:lnTo>
                  <a:lnTo>
                    <a:pt x="133427" y="7126"/>
                  </a:lnTo>
                  <a:lnTo>
                    <a:pt x="138087" y="0"/>
                  </a:lnTo>
                  <a:lnTo>
                    <a:pt x="149847" y="1423"/>
                  </a:lnTo>
                  <a:lnTo>
                    <a:pt x="183763" y="5529"/>
                  </a:lnTo>
                  <a:lnTo>
                    <a:pt x="200469" y="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524382" y="1573960"/>
              <a:ext cx="195542" cy="211964"/>
            </a:xfrm>
            <a:custGeom>
              <a:avLst/>
              <a:pathLst>
                <a:path w="195542" h="211964">
                  <a:moveTo>
                    <a:pt x="192667" y="8331"/>
                  </a:moveTo>
                  <a:lnTo>
                    <a:pt x="189178" y="13902"/>
                  </a:lnTo>
                  <a:lnTo>
                    <a:pt x="185758" y="19360"/>
                  </a:lnTo>
                  <a:lnTo>
                    <a:pt x="182115" y="25176"/>
                  </a:lnTo>
                  <a:lnTo>
                    <a:pt x="178111" y="31567"/>
                  </a:lnTo>
                  <a:lnTo>
                    <a:pt x="174609" y="37157"/>
                  </a:lnTo>
                  <a:lnTo>
                    <a:pt x="170992" y="42930"/>
                  </a:lnTo>
                  <a:lnTo>
                    <a:pt x="167058" y="49211"/>
                  </a:lnTo>
                  <a:lnTo>
                    <a:pt x="163049" y="55610"/>
                  </a:lnTo>
                  <a:lnTo>
                    <a:pt x="158594" y="62721"/>
                  </a:lnTo>
                  <a:lnTo>
                    <a:pt x="154296" y="69582"/>
                  </a:lnTo>
                  <a:lnTo>
                    <a:pt x="150402" y="75798"/>
                  </a:lnTo>
                  <a:lnTo>
                    <a:pt x="146174" y="82547"/>
                  </a:lnTo>
                  <a:lnTo>
                    <a:pt x="141920" y="89337"/>
                  </a:lnTo>
                  <a:lnTo>
                    <a:pt x="139205" y="93672"/>
                  </a:lnTo>
                  <a:lnTo>
                    <a:pt x="137867" y="95645"/>
                  </a:lnTo>
                  <a:lnTo>
                    <a:pt x="133778" y="101673"/>
                  </a:lnTo>
                  <a:lnTo>
                    <a:pt x="129144" y="108505"/>
                  </a:lnTo>
                  <a:lnTo>
                    <a:pt x="124582" y="115230"/>
                  </a:lnTo>
                  <a:lnTo>
                    <a:pt x="120073" y="121878"/>
                  </a:lnTo>
                  <a:lnTo>
                    <a:pt x="115856" y="128095"/>
                  </a:lnTo>
                  <a:lnTo>
                    <a:pt x="111247" y="134890"/>
                  </a:lnTo>
                  <a:lnTo>
                    <a:pt x="106571" y="141783"/>
                  </a:lnTo>
                  <a:lnTo>
                    <a:pt x="102026" y="148485"/>
                  </a:lnTo>
                  <a:lnTo>
                    <a:pt x="97376" y="155340"/>
                  </a:lnTo>
                  <a:lnTo>
                    <a:pt x="92083" y="163144"/>
                  </a:lnTo>
                  <a:lnTo>
                    <a:pt x="87173" y="170383"/>
                  </a:lnTo>
                  <a:lnTo>
                    <a:pt x="82121" y="177831"/>
                  </a:lnTo>
                  <a:lnTo>
                    <a:pt x="77483" y="184669"/>
                  </a:lnTo>
                  <a:lnTo>
                    <a:pt x="72973" y="191318"/>
                  </a:lnTo>
                  <a:lnTo>
                    <a:pt x="68915" y="197301"/>
                  </a:lnTo>
                  <a:lnTo>
                    <a:pt x="64861" y="203278"/>
                  </a:lnTo>
                  <a:lnTo>
                    <a:pt x="60410" y="209840"/>
                  </a:lnTo>
                  <a:lnTo>
                    <a:pt x="58969" y="211964"/>
                  </a:lnTo>
                  <a:lnTo>
                    <a:pt x="47846" y="210937"/>
                  </a:lnTo>
                  <a:lnTo>
                    <a:pt x="30139" y="209300"/>
                  </a:lnTo>
                  <a:lnTo>
                    <a:pt x="13981" y="207807"/>
                  </a:lnTo>
                  <a:lnTo>
                    <a:pt x="0" y="206515"/>
                  </a:lnTo>
                  <a:lnTo>
                    <a:pt x="1520" y="204276"/>
                  </a:lnTo>
                  <a:lnTo>
                    <a:pt x="4889" y="199315"/>
                  </a:lnTo>
                  <a:lnTo>
                    <a:pt x="8125" y="194548"/>
                  </a:lnTo>
                  <a:lnTo>
                    <a:pt x="11907" y="188979"/>
                  </a:lnTo>
                  <a:lnTo>
                    <a:pt x="15692" y="183404"/>
                  </a:lnTo>
                  <a:lnTo>
                    <a:pt x="19445" y="177877"/>
                  </a:lnTo>
                  <a:lnTo>
                    <a:pt x="22885" y="172810"/>
                  </a:lnTo>
                  <a:lnTo>
                    <a:pt x="26523" y="167452"/>
                  </a:lnTo>
                  <a:lnTo>
                    <a:pt x="29709" y="162761"/>
                  </a:lnTo>
                  <a:lnTo>
                    <a:pt x="33248" y="157549"/>
                  </a:lnTo>
                  <a:lnTo>
                    <a:pt x="37359" y="151495"/>
                  </a:lnTo>
                  <a:lnTo>
                    <a:pt x="41267" y="145738"/>
                  </a:lnTo>
                  <a:lnTo>
                    <a:pt x="45092" y="140106"/>
                  </a:lnTo>
                  <a:lnTo>
                    <a:pt x="48981" y="134379"/>
                  </a:lnTo>
                  <a:lnTo>
                    <a:pt x="52913" y="128588"/>
                  </a:lnTo>
                  <a:lnTo>
                    <a:pt x="56698" y="123013"/>
                  </a:lnTo>
                  <a:lnTo>
                    <a:pt x="60495" y="117421"/>
                  </a:lnTo>
                  <a:lnTo>
                    <a:pt x="64642" y="111314"/>
                  </a:lnTo>
                  <a:lnTo>
                    <a:pt x="68840" y="105131"/>
                  </a:lnTo>
                  <a:lnTo>
                    <a:pt x="73003" y="99001"/>
                  </a:lnTo>
                  <a:lnTo>
                    <a:pt x="77428" y="92484"/>
                  </a:lnTo>
                  <a:lnTo>
                    <a:pt x="81361" y="86692"/>
                  </a:lnTo>
                  <a:lnTo>
                    <a:pt x="85331" y="80687"/>
                  </a:lnTo>
                  <a:lnTo>
                    <a:pt x="89350" y="74608"/>
                  </a:lnTo>
                  <a:lnTo>
                    <a:pt x="93234" y="68734"/>
                  </a:lnTo>
                  <a:lnTo>
                    <a:pt x="97030" y="62994"/>
                  </a:lnTo>
                  <a:lnTo>
                    <a:pt x="100933" y="57091"/>
                  </a:lnTo>
                  <a:lnTo>
                    <a:pt x="105140" y="50728"/>
                  </a:lnTo>
                  <a:lnTo>
                    <a:pt x="109314" y="44415"/>
                  </a:lnTo>
                  <a:lnTo>
                    <a:pt x="113420" y="38205"/>
                  </a:lnTo>
                  <a:lnTo>
                    <a:pt x="117114" y="32617"/>
                  </a:lnTo>
                  <a:lnTo>
                    <a:pt x="120587" y="27366"/>
                  </a:lnTo>
                  <a:lnTo>
                    <a:pt x="124248" y="21828"/>
                  </a:lnTo>
                  <a:lnTo>
                    <a:pt x="127754" y="16526"/>
                  </a:lnTo>
                  <a:lnTo>
                    <a:pt x="131201" y="11312"/>
                  </a:lnTo>
                  <a:lnTo>
                    <a:pt x="134323" y="6590"/>
                  </a:lnTo>
                  <a:lnTo>
                    <a:pt x="137342" y="2025"/>
                  </a:lnTo>
                  <a:lnTo>
                    <a:pt x="138681" y="0"/>
                  </a:lnTo>
                  <a:lnTo>
                    <a:pt x="142711" y="265"/>
                  </a:lnTo>
                  <a:lnTo>
                    <a:pt x="152247" y="892"/>
                  </a:lnTo>
                  <a:lnTo>
                    <a:pt x="162602" y="1574"/>
                  </a:lnTo>
                  <a:lnTo>
                    <a:pt x="171794" y="2179"/>
                  </a:lnTo>
                  <a:lnTo>
                    <a:pt x="181042" y="2788"/>
                  </a:lnTo>
                  <a:lnTo>
                    <a:pt x="189869" y="3369"/>
                  </a:lnTo>
                  <a:lnTo>
                    <a:pt x="195542" y="3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10619" y="1562112"/>
              <a:ext cx="194724" cy="204275"/>
            </a:xfrm>
            <a:custGeom>
              <a:avLst/>
              <a:pathLst>
                <a:path w="194724" h="204275">
                  <a:moveTo>
                    <a:pt x="45457" y="198753"/>
                  </a:moveTo>
                  <a:lnTo>
                    <a:pt x="25916" y="204275"/>
                  </a:lnTo>
                  <a:lnTo>
                    <a:pt x="9033" y="203336"/>
                  </a:lnTo>
                  <a:lnTo>
                    <a:pt x="0" y="202834"/>
                  </a:lnTo>
                  <a:lnTo>
                    <a:pt x="2583" y="198819"/>
                  </a:lnTo>
                  <a:lnTo>
                    <a:pt x="6255" y="193113"/>
                  </a:lnTo>
                  <a:lnTo>
                    <a:pt x="10414" y="186649"/>
                  </a:lnTo>
                  <a:lnTo>
                    <a:pt x="14668" y="180038"/>
                  </a:lnTo>
                  <a:lnTo>
                    <a:pt x="19073" y="173193"/>
                  </a:lnTo>
                  <a:lnTo>
                    <a:pt x="23163" y="166837"/>
                  </a:lnTo>
                  <a:lnTo>
                    <a:pt x="27714" y="159763"/>
                  </a:lnTo>
                  <a:lnTo>
                    <a:pt x="31950" y="153182"/>
                  </a:lnTo>
                  <a:lnTo>
                    <a:pt x="35990" y="146902"/>
                  </a:lnTo>
                  <a:lnTo>
                    <a:pt x="40188" y="140378"/>
                  </a:lnTo>
                  <a:lnTo>
                    <a:pt x="44157" y="134210"/>
                  </a:lnTo>
                  <a:lnTo>
                    <a:pt x="48630" y="127259"/>
                  </a:lnTo>
                  <a:lnTo>
                    <a:pt x="52721" y="120902"/>
                  </a:lnTo>
                  <a:lnTo>
                    <a:pt x="56689" y="114735"/>
                  </a:lnTo>
                  <a:lnTo>
                    <a:pt x="60634" y="108604"/>
                  </a:lnTo>
                  <a:lnTo>
                    <a:pt x="64483" y="102623"/>
                  </a:lnTo>
                  <a:lnTo>
                    <a:pt x="68934" y="95706"/>
                  </a:lnTo>
                  <a:lnTo>
                    <a:pt x="73616" y="88738"/>
                  </a:lnTo>
                  <a:lnTo>
                    <a:pt x="77955" y="82280"/>
                  </a:lnTo>
                  <a:lnTo>
                    <a:pt x="82415" y="75644"/>
                  </a:lnTo>
                  <a:lnTo>
                    <a:pt x="86835" y="69066"/>
                  </a:lnTo>
                  <a:lnTo>
                    <a:pt x="91132" y="62671"/>
                  </a:lnTo>
                  <a:lnTo>
                    <a:pt x="95449" y="56247"/>
                  </a:lnTo>
                  <a:lnTo>
                    <a:pt x="99600" y="50070"/>
                  </a:lnTo>
                  <a:lnTo>
                    <a:pt x="103279" y="44594"/>
                  </a:lnTo>
                  <a:lnTo>
                    <a:pt x="107213" y="38739"/>
                  </a:lnTo>
                  <a:lnTo>
                    <a:pt x="111102" y="32951"/>
                  </a:lnTo>
                  <a:lnTo>
                    <a:pt x="115141" y="26942"/>
                  </a:lnTo>
                  <a:lnTo>
                    <a:pt x="118999" y="21200"/>
                  </a:lnTo>
                  <a:lnTo>
                    <a:pt x="122855" y="15462"/>
                  </a:lnTo>
                  <a:lnTo>
                    <a:pt x="125507" y="11515"/>
                  </a:lnTo>
                  <a:lnTo>
                    <a:pt x="131726" y="10481"/>
                  </a:lnTo>
                  <a:lnTo>
                    <a:pt x="143306" y="8554"/>
                  </a:lnTo>
                  <a:lnTo>
                    <a:pt x="155763" y="6482"/>
                  </a:lnTo>
                  <a:lnTo>
                    <a:pt x="166861" y="4635"/>
                  </a:lnTo>
                  <a:lnTo>
                    <a:pt x="178781" y="2652"/>
                  </a:lnTo>
                  <a:lnTo>
                    <a:pt x="194724" y="0"/>
                  </a:lnTo>
                  <a:lnTo>
                    <a:pt x="186112" y="13247"/>
                  </a:lnTo>
                  <a:lnTo>
                    <a:pt x="181101" y="20955"/>
                  </a:lnTo>
                  <a:lnTo>
                    <a:pt x="175826" y="29069"/>
                  </a:lnTo>
                  <a:lnTo>
                    <a:pt x="170409" y="37402"/>
                  </a:lnTo>
                  <a:lnTo>
                    <a:pt x="164809" y="46015"/>
                  </a:lnTo>
                  <a:lnTo>
                    <a:pt x="158946" y="55033"/>
                  </a:lnTo>
                  <a:lnTo>
                    <a:pt x="153529" y="63366"/>
                  </a:lnTo>
                  <a:lnTo>
                    <a:pt x="147745" y="72262"/>
                  </a:lnTo>
                  <a:lnTo>
                    <a:pt x="142369" y="80531"/>
                  </a:lnTo>
                  <a:lnTo>
                    <a:pt x="137115" y="88614"/>
                  </a:lnTo>
                  <a:lnTo>
                    <a:pt x="132023" y="96447"/>
                  </a:lnTo>
                  <a:lnTo>
                    <a:pt x="127052" y="104093"/>
                  </a:lnTo>
                  <a:lnTo>
                    <a:pt x="120985" y="113424"/>
                  </a:lnTo>
                  <a:lnTo>
                    <a:pt x="115000" y="122630"/>
                  </a:lnTo>
                  <a:lnTo>
                    <a:pt x="108873" y="132055"/>
                  </a:lnTo>
                  <a:lnTo>
                    <a:pt x="103091" y="140949"/>
                  </a:lnTo>
                  <a:lnTo>
                    <a:pt x="97227" y="149968"/>
                  </a:lnTo>
                  <a:lnTo>
                    <a:pt x="91181" y="159268"/>
                  </a:lnTo>
                  <a:lnTo>
                    <a:pt x="85256" y="168381"/>
                  </a:lnTo>
                  <a:lnTo>
                    <a:pt x="78805" y="178305"/>
                  </a:lnTo>
                  <a:lnTo>
                    <a:pt x="72657" y="187762"/>
                  </a:lnTo>
                  <a:lnTo>
                    <a:pt x="70026" y="19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08285" y="1553237"/>
              <a:ext cx="180551" cy="183725"/>
            </a:xfrm>
            <a:custGeom>
              <a:avLst/>
              <a:pathLst>
                <a:path w="180551" h="183725">
                  <a:moveTo>
                    <a:pt x="178517" y="3379"/>
                  </a:moveTo>
                  <a:lnTo>
                    <a:pt x="174952" y="8703"/>
                  </a:lnTo>
                  <a:lnTo>
                    <a:pt x="171513" y="13837"/>
                  </a:lnTo>
                  <a:lnTo>
                    <a:pt x="167980" y="19114"/>
                  </a:lnTo>
                  <a:lnTo>
                    <a:pt x="164699" y="24014"/>
                  </a:lnTo>
                  <a:lnTo>
                    <a:pt x="161279" y="29121"/>
                  </a:lnTo>
                  <a:lnTo>
                    <a:pt x="158022" y="33985"/>
                  </a:lnTo>
                  <a:lnTo>
                    <a:pt x="154382" y="39420"/>
                  </a:lnTo>
                  <a:lnTo>
                    <a:pt x="150957" y="44535"/>
                  </a:lnTo>
                  <a:lnTo>
                    <a:pt x="147315" y="49974"/>
                  </a:lnTo>
                  <a:lnTo>
                    <a:pt x="143818" y="55196"/>
                  </a:lnTo>
                  <a:lnTo>
                    <a:pt x="139102" y="62239"/>
                  </a:lnTo>
                  <a:lnTo>
                    <a:pt x="134806" y="68654"/>
                  </a:lnTo>
                  <a:lnTo>
                    <a:pt x="129685" y="76302"/>
                  </a:lnTo>
                  <a:lnTo>
                    <a:pt x="124260" y="84403"/>
                  </a:lnTo>
                  <a:lnTo>
                    <a:pt x="119447" y="91590"/>
                  </a:lnTo>
                  <a:lnTo>
                    <a:pt x="114677" y="98713"/>
                  </a:lnTo>
                  <a:lnTo>
                    <a:pt x="109395" y="106602"/>
                  </a:lnTo>
                  <a:lnTo>
                    <a:pt x="104451" y="113985"/>
                  </a:lnTo>
                  <a:lnTo>
                    <a:pt x="99328" y="121635"/>
                  </a:lnTo>
                  <a:lnTo>
                    <a:pt x="94167" y="129341"/>
                  </a:lnTo>
                  <a:lnTo>
                    <a:pt x="89382" y="136488"/>
                  </a:lnTo>
                  <a:lnTo>
                    <a:pt x="84848" y="143259"/>
                  </a:lnTo>
                  <a:lnTo>
                    <a:pt x="80591" y="149616"/>
                  </a:lnTo>
                  <a:lnTo>
                    <a:pt x="75982" y="156499"/>
                  </a:lnTo>
                  <a:lnTo>
                    <a:pt x="74060" y="159369"/>
                  </a:lnTo>
                  <a:lnTo>
                    <a:pt x="70951" y="164087"/>
                  </a:lnTo>
                  <a:lnTo>
                    <a:pt x="60787" y="167088"/>
                  </a:lnTo>
                  <a:lnTo>
                    <a:pt x="41185" y="172876"/>
                  </a:lnTo>
                  <a:lnTo>
                    <a:pt x="19694" y="179222"/>
                  </a:lnTo>
                  <a:lnTo>
                    <a:pt x="4603" y="183677"/>
                  </a:lnTo>
                  <a:lnTo>
                    <a:pt x="3414" y="183725"/>
                  </a:lnTo>
                  <a:lnTo>
                    <a:pt x="2224" y="183344"/>
                  </a:lnTo>
                  <a:lnTo>
                    <a:pt x="1266" y="182880"/>
                  </a:lnTo>
                  <a:lnTo>
                    <a:pt x="550" y="182173"/>
                  </a:lnTo>
                  <a:lnTo>
                    <a:pt x="110" y="181135"/>
                  </a:lnTo>
                  <a:lnTo>
                    <a:pt x="0" y="179897"/>
                  </a:lnTo>
                  <a:lnTo>
                    <a:pt x="165" y="178602"/>
                  </a:lnTo>
                  <a:lnTo>
                    <a:pt x="687" y="177332"/>
                  </a:lnTo>
                  <a:lnTo>
                    <a:pt x="8207" y="165411"/>
                  </a:lnTo>
                  <a:lnTo>
                    <a:pt x="12540" y="158542"/>
                  </a:lnTo>
                  <a:lnTo>
                    <a:pt x="16316" y="152556"/>
                  </a:lnTo>
                  <a:lnTo>
                    <a:pt x="20193" y="146411"/>
                  </a:lnTo>
                  <a:lnTo>
                    <a:pt x="23769" y="140743"/>
                  </a:lnTo>
                  <a:lnTo>
                    <a:pt x="27329" y="135098"/>
                  </a:lnTo>
                  <a:lnTo>
                    <a:pt x="31002" y="129276"/>
                  </a:lnTo>
                  <a:lnTo>
                    <a:pt x="34298" y="124051"/>
                  </a:lnTo>
                  <a:lnTo>
                    <a:pt x="37741" y="118594"/>
                  </a:lnTo>
                  <a:lnTo>
                    <a:pt x="41005" y="113420"/>
                  </a:lnTo>
                  <a:lnTo>
                    <a:pt x="44182" y="108383"/>
                  </a:lnTo>
                  <a:lnTo>
                    <a:pt x="47062" y="103818"/>
                  </a:lnTo>
                  <a:lnTo>
                    <a:pt x="50189" y="98860"/>
                  </a:lnTo>
                  <a:lnTo>
                    <a:pt x="53474" y="93653"/>
                  </a:lnTo>
                  <a:lnTo>
                    <a:pt x="56946" y="88150"/>
                  </a:lnTo>
                  <a:lnTo>
                    <a:pt x="60206" y="82982"/>
                  </a:lnTo>
                  <a:lnTo>
                    <a:pt x="63685" y="77467"/>
                  </a:lnTo>
                  <a:lnTo>
                    <a:pt x="66951" y="72289"/>
                  </a:lnTo>
                  <a:lnTo>
                    <a:pt x="70126" y="67257"/>
                  </a:lnTo>
                  <a:lnTo>
                    <a:pt x="73669" y="61640"/>
                  </a:lnTo>
                  <a:lnTo>
                    <a:pt x="77015" y="56336"/>
                  </a:lnTo>
                  <a:lnTo>
                    <a:pt x="80652" y="50571"/>
                  </a:lnTo>
                  <a:lnTo>
                    <a:pt x="84210" y="44931"/>
                  </a:lnTo>
                  <a:lnTo>
                    <a:pt x="87598" y="39560"/>
                  </a:lnTo>
                  <a:lnTo>
                    <a:pt x="91386" y="33556"/>
                  </a:lnTo>
                  <a:lnTo>
                    <a:pt x="95456" y="27103"/>
                  </a:lnTo>
                  <a:lnTo>
                    <a:pt x="99634" y="20481"/>
                  </a:lnTo>
                  <a:lnTo>
                    <a:pt x="103536" y="14295"/>
                  </a:lnTo>
                  <a:lnTo>
                    <a:pt x="108258" y="6809"/>
                  </a:lnTo>
                  <a:lnTo>
                    <a:pt x="114815" y="6021"/>
                  </a:lnTo>
                  <a:lnTo>
                    <a:pt x="140376" y="2948"/>
                  </a:lnTo>
                  <a:lnTo>
                    <a:pt x="164895" y="0"/>
                  </a:lnTo>
                  <a:lnTo>
                    <a:pt x="180551" y="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06978" y="1553610"/>
              <a:ext cx="143420" cy="150963"/>
            </a:xfrm>
            <a:custGeom>
              <a:avLst/>
              <a:pathLst>
                <a:path w="143420" h="150963">
                  <a:moveTo>
                    <a:pt x="133876" y="28470"/>
                  </a:moveTo>
                  <a:lnTo>
                    <a:pt x="128051" y="37487"/>
                  </a:lnTo>
                  <a:lnTo>
                    <a:pt x="122837" y="45557"/>
                  </a:lnTo>
                  <a:lnTo>
                    <a:pt x="116979" y="54625"/>
                  </a:lnTo>
                  <a:lnTo>
                    <a:pt x="110548" y="64580"/>
                  </a:lnTo>
                  <a:lnTo>
                    <a:pt x="104083" y="74588"/>
                  </a:lnTo>
                  <a:lnTo>
                    <a:pt x="97923" y="84123"/>
                  </a:lnTo>
                  <a:lnTo>
                    <a:pt x="91830" y="93554"/>
                  </a:lnTo>
                  <a:lnTo>
                    <a:pt x="85804" y="102882"/>
                  </a:lnTo>
                  <a:lnTo>
                    <a:pt x="79742" y="112265"/>
                  </a:lnTo>
                  <a:lnTo>
                    <a:pt x="73483" y="121954"/>
                  </a:lnTo>
                  <a:lnTo>
                    <a:pt x="67729" y="130860"/>
                  </a:lnTo>
                  <a:lnTo>
                    <a:pt x="57707" y="135394"/>
                  </a:lnTo>
                  <a:lnTo>
                    <a:pt x="35485" y="145445"/>
                  </a:lnTo>
                  <a:lnTo>
                    <a:pt x="24096" y="150597"/>
                  </a:lnTo>
                  <a:lnTo>
                    <a:pt x="22911" y="150896"/>
                  </a:lnTo>
                  <a:lnTo>
                    <a:pt x="21634" y="150963"/>
                  </a:lnTo>
                  <a:lnTo>
                    <a:pt x="20488" y="150693"/>
                  </a:lnTo>
                  <a:lnTo>
                    <a:pt x="19503" y="150245"/>
                  </a:lnTo>
                  <a:lnTo>
                    <a:pt x="8931" y="143302"/>
                  </a:lnTo>
                  <a:lnTo>
                    <a:pt x="0" y="137436"/>
                  </a:lnTo>
                  <a:lnTo>
                    <a:pt x="2012" y="134362"/>
                  </a:lnTo>
                  <a:lnTo>
                    <a:pt x="6314" y="127791"/>
                  </a:lnTo>
                  <a:lnTo>
                    <a:pt x="11289" y="120191"/>
                  </a:lnTo>
                  <a:lnTo>
                    <a:pt x="16427" y="112344"/>
                  </a:lnTo>
                  <a:lnTo>
                    <a:pt x="21136" y="105151"/>
                  </a:lnTo>
                  <a:lnTo>
                    <a:pt x="26028" y="97679"/>
                  </a:lnTo>
                  <a:lnTo>
                    <a:pt x="31011" y="90067"/>
                  </a:lnTo>
                  <a:lnTo>
                    <a:pt x="36250" y="82064"/>
                  </a:lnTo>
                  <a:lnTo>
                    <a:pt x="41170" y="74550"/>
                  </a:lnTo>
                  <a:lnTo>
                    <a:pt x="46471" y="66452"/>
                  </a:lnTo>
                  <a:lnTo>
                    <a:pt x="51786" y="58335"/>
                  </a:lnTo>
                  <a:lnTo>
                    <a:pt x="57262" y="49969"/>
                  </a:lnTo>
                  <a:lnTo>
                    <a:pt x="62734" y="41611"/>
                  </a:lnTo>
                  <a:lnTo>
                    <a:pt x="68015" y="33545"/>
                  </a:lnTo>
                  <a:lnTo>
                    <a:pt x="73138" y="25719"/>
                  </a:lnTo>
                  <a:lnTo>
                    <a:pt x="77535" y="19003"/>
                  </a:lnTo>
                  <a:lnTo>
                    <a:pt x="81707" y="12630"/>
                  </a:lnTo>
                  <a:lnTo>
                    <a:pt x="85756" y="6446"/>
                  </a:lnTo>
                  <a:lnTo>
                    <a:pt x="89976" y="0"/>
                  </a:lnTo>
                  <a:lnTo>
                    <a:pt x="95345" y="673"/>
                  </a:lnTo>
                  <a:lnTo>
                    <a:pt x="105400" y="1933"/>
                  </a:lnTo>
                  <a:lnTo>
                    <a:pt x="116596" y="3336"/>
                  </a:lnTo>
                  <a:lnTo>
                    <a:pt x="118558" y="3582"/>
                  </a:lnTo>
                  <a:lnTo>
                    <a:pt x="127290" y="7135"/>
                  </a:lnTo>
                  <a:lnTo>
                    <a:pt x="137119" y="11133"/>
                  </a:lnTo>
                  <a:lnTo>
                    <a:pt x="143420" y="13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879504" y="1565259"/>
              <a:ext cx="121947" cy="120306"/>
            </a:xfrm>
            <a:custGeom>
              <a:avLst/>
              <a:pathLst>
                <a:path w="121947" h="120306">
                  <a:moveTo>
                    <a:pt x="120363" y="35938"/>
                  </a:moveTo>
                  <a:lnTo>
                    <a:pt x="118949" y="44613"/>
                  </a:lnTo>
                  <a:lnTo>
                    <a:pt x="114148" y="51194"/>
                  </a:lnTo>
                  <a:lnTo>
                    <a:pt x="109008" y="58240"/>
                  </a:lnTo>
                  <a:lnTo>
                    <a:pt x="104266" y="64740"/>
                  </a:lnTo>
                  <a:lnTo>
                    <a:pt x="98516" y="72621"/>
                  </a:lnTo>
                  <a:lnTo>
                    <a:pt x="93310" y="79757"/>
                  </a:lnTo>
                  <a:lnTo>
                    <a:pt x="89633" y="84797"/>
                  </a:lnTo>
                  <a:lnTo>
                    <a:pt x="87803" y="86953"/>
                  </a:lnTo>
                  <a:lnTo>
                    <a:pt x="82620" y="93061"/>
                  </a:lnTo>
                  <a:lnTo>
                    <a:pt x="77494" y="99100"/>
                  </a:lnTo>
                  <a:lnTo>
                    <a:pt x="72375" y="105133"/>
                  </a:lnTo>
                  <a:lnTo>
                    <a:pt x="67598" y="110761"/>
                  </a:lnTo>
                  <a:lnTo>
                    <a:pt x="65645" y="113063"/>
                  </a:lnTo>
                  <a:lnTo>
                    <a:pt x="54579" y="114284"/>
                  </a:lnTo>
                  <a:lnTo>
                    <a:pt x="32946" y="116671"/>
                  </a:lnTo>
                  <a:lnTo>
                    <a:pt x="12171" y="118963"/>
                  </a:lnTo>
                  <a:lnTo>
                    <a:pt x="0" y="120306"/>
                  </a:lnTo>
                  <a:lnTo>
                    <a:pt x="3967" y="114411"/>
                  </a:lnTo>
                  <a:lnTo>
                    <a:pt x="9148" y="106713"/>
                  </a:lnTo>
                  <a:lnTo>
                    <a:pt x="14817" y="98290"/>
                  </a:lnTo>
                  <a:lnTo>
                    <a:pt x="20491" y="89860"/>
                  </a:lnTo>
                  <a:lnTo>
                    <a:pt x="26736" y="80581"/>
                  </a:lnTo>
                  <a:lnTo>
                    <a:pt x="32243" y="72399"/>
                  </a:lnTo>
                  <a:lnTo>
                    <a:pt x="37653" y="64359"/>
                  </a:lnTo>
                  <a:lnTo>
                    <a:pt x="43195" y="56126"/>
                  </a:lnTo>
                  <a:lnTo>
                    <a:pt x="48514" y="48223"/>
                  </a:lnTo>
                  <a:lnTo>
                    <a:pt x="53513" y="40795"/>
                  </a:lnTo>
                  <a:lnTo>
                    <a:pt x="58566" y="33288"/>
                  </a:lnTo>
                  <a:lnTo>
                    <a:pt x="63263" y="26309"/>
                  </a:lnTo>
                  <a:lnTo>
                    <a:pt x="68640" y="18318"/>
                  </a:lnTo>
                  <a:lnTo>
                    <a:pt x="76213" y="7067"/>
                  </a:lnTo>
                  <a:lnTo>
                    <a:pt x="80969" y="0"/>
                  </a:lnTo>
                  <a:lnTo>
                    <a:pt x="101897" y="12547"/>
                  </a:lnTo>
                  <a:lnTo>
                    <a:pt x="115617" y="20773"/>
                  </a:lnTo>
                  <a:lnTo>
                    <a:pt x="121947" y="26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751217" y="1508760"/>
              <a:ext cx="341728" cy="55165"/>
            </a:xfrm>
            <a:custGeom>
              <a:avLst/>
              <a:pathLst>
                <a:path w="341728" h="55165">
                  <a:moveTo>
                    <a:pt x="260546" y="648"/>
                  </a:moveTo>
                  <a:lnTo>
                    <a:pt x="263753" y="12280"/>
                  </a:lnTo>
                  <a:lnTo>
                    <a:pt x="335114" y="6150"/>
                  </a:lnTo>
                  <a:lnTo>
                    <a:pt x="338491" y="27497"/>
                  </a:lnTo>
                  <a:lnTo>
                    <a:pt x="341728" y="47960"/>
                  </a:lnTo>
                  <a:lnTo>
                    <a:pt x="332622" y="48642"/>
                  </a:lnTo>
                  <a:lnTo>
                    <a:pt x="317394" y="49784"/>
                  </a:lnTo>
                  <a:lnTo>
                    <a:pt x="302114" y="50929"/>
                  </a:lnTo>
                  <a:lnTo>
                    <a:pt x="284184" y="52273"/>
                  </a:lnTo>
                  <a:lnTo>
                    <a:pt x="267622" y="53514"/>
                  </a:lnTo>
                  <a:lnTo>
                    <a:pt x="251853" y="54695"/>
                  </a:lnTo>
                  <a:lnTo>
                    <a:pt x="245582" y="55165"/>
                  </a:lnTo>
                  <a:lnTo>
                    <a:pt x="234689" y="51557"/>
                  </a:lnTo>
                  <a:lnTo>
                    <a:pt x="220825" y="46965"/>
                  </a:lnTo>
                  <a:lnTo>
                    <a:pt x="204210" y="41461"/>
                  </a:lnTo>
                  <a:lnTo>
                    <a:pt x="191366" y="36431"/>
                  </a:lnTo>
                  <a:lnTo>
                    <a:pt x="186510" y="34530"/>
                  </a:lnTo>
                  <a:lnTo>
                    <a:pt x="177542" y="31196"/>
                  </a:lnTo>
                  <a:lnTo>
                    <a:pt x="174880" y="30206"/>
                  </a:lnTo>
                  <a:lnTo>
                    <a:pt x="162961" y="28030"/>
                  </a:lnTo>
                  <a:lnTo>
                    <a:pt x="159578" y="27413"/>
                  </a:lnTo>
                  <a:lnTo>
                    <a:pt x="147769" y="28038"/>
                  </a:lnTo>
                  <a:lnTo>
                    <a:pt x="134419" y="28744"/>
                  </a:lnTo>
                  <a:lnTo>
                    <a:pt x="120943" y="29457"/>
                  </a:lnTo>
                  <a:lnTo>
                    <a:pt x="108884" y="30095"/>
                  </a:lnTo>
                  <a:lnTo>
                    <a:pt x="97185" y="32360"/>
                  </a:lnTo>
                  <a:lnTo>
                    <a:pt x="84689" y="34780"/>
                  </a:lnTo>
                  <a:lnTo>
                    <a:pt x="72701" y="37102"/>
                  </a:lnTo>
                  <a:lnTo>
                    <a:pt x="61552" y="39260"/>
                  </a:lnTo>
                  <a:lnTo>
                    <a:pt x="59603" y="39557"/>
                  </a:lnTo>
                  <a:lnTo>
                    <a:pt x="45115" y="41760"/>
                  </a:lnTo>
                  <a:lnTo>
                    <a:pt x="33437" y="43537"/>
                  </a:lnTo>
                  <a:lnTo>
                    <a:pt x="21684" y="45324"/>
                  </a:lnTo>
                  <a:lnTo>
                    <a:pt x="9481" y="47180"/>
                  </a:lnTo>
                  <a:lnTo>
                    <a:pt x="563" y="48536"/>
                  </a:lnTo>
                  <a:lnTo>
                    <a:pt x="238" y="31411"/>
                  </a:lnTo>
                  <a:lnTo>
                    <a:pt x="0" y="18850"/>
                  </a:lnTo>
                  <a:lnTo>
                    <a:pt x="25093" y="6745"/>
                  </a:lnTo>
                  <a:lnTo>
                    <a:pt x="41684" y="0"/>
                  </a:lnTo>
                  <a:lnTo>
                    <a:pt x="204794" y="0"/>
                  </a:lnTo>
                  <a:lnTo>
                    <a:pt x="221179" y="3727"/>
                  </a:lnTo>
                  <a:lnTo>
                    <a:pt x="231393" y="29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098489" y="1508760"/>
              <a:ext cx="144887" cy="31505"/>
            </a:xfrm>
            <a:custGeom>
              <a:avLst/>
              <a:pathLst>
                <a:path w="144887" h="31505">
                  <a:moveTo>
                    <a:pt x="140287" y="1540"/>
                  </a:moveTo>
                  <a:lnTo>
                    <a:pt x="132810" y="4044"/>
                  </a:lnTo>
                  <a:lnTo>
                    <a:pt x="124661" y="6773"/>
                  </a:lnTo>
                  <a:lnTo>
                    <a:pt x="120925" y="8024"/>
                  </a:lnTo>
                  <a:lnTo>
                    <a:pt x="116340" y="8953"/>
                  </a:lnTo>
                  <a:lnTo>
                    <a:pt x="109325" y="10375"/>
                  </a:lnTo>
                  <a:lnTo>
                    <a:pt x="102801" y="11697"/>
                  </a:lnTo>
                  <a:lnTo>
                    <a:pt x="96294" y="13016"/>
                  </a:lnTo>
                  <a:lnTo>
                    <a:pt x="90299" y="14231"/>
                  </a:lnTo>
                  <a:lnTo>
                    <a:pt x="84475" y="15411"/>
                  </a:lnTo>
                  <a:lnTo>
                    <a:pt x="78286" y="16665"/>
                  </a:lnTo>
                  <a:lnTo>
                    <a:pt x="71569" y="18027"/>
                  </a:lnTo>
                  <a:lnTo>
                    <a:pt x="65639" y="19229"/>
                  </a:lnTo>
                  <a:lnTo>
                    <a:pt x="59768" y="20419"/>
                  </a:lnTo>
                  <a:lnTo>
                    <a:pt x="53856" y="21617"/>
                  </a:lnTo>
                  <a:lnTo>
                    <a:pt x="48327" y="22738"/>
                  </a:lnTo>
                  <a:lnTo>
                    <a:pt x="42310" y="23957"/>
                  </a:lnTo>
                  <a:lnTo>
                    <a:pt x="36652" y="25104"/>
                  </a:lnTo>
                  <a:lnTo>
                    <a:pt x="30634" y="26324"/>
                  </a:lnTo>
                  <a:lnTo>
                    <a:pt x="24682" y="27530"/>
                  </a:lnTo>
                  <a:lnTo>
                    <a:pt x="17965" y="28891"/>
                  </a:lnTo>
                  <a:lnTo>
                    <a:pt x="10995" y="30304"/>
                  </a:lnTo>
                  <a:lnTo>
                    <a:pt x="5069" y="31505"/>
                  </a:lnTo>
                  <a:lnTo>
                    <a:pt x="3529" y="21932"/>
                  </a:lnTo>
                  <a:lnTo>
                    <a:pt x="0" y="0"/>
                  </a:lnTo>
                  <a:lnTo>
                    <a:pt x="14488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11461" y="1553549"/>
              <a:ext cx="152255" cy="57641"/>
            </a:xfrm>
            <a:custGeom>
              <a:avLst/>
              <a:pathLst>
                <a:path w="152255" h="57641">
                  <a:moveTo>
                    <a:pt x="144418" y="17108"/>
                  </a:moveTo>
                  <a:lnTo>
                    <a:pt x="152255" y="34586"/>
                  </a:lnTo>
                  <a:lnTo>
                    <a:pt x="96945" y="55571"/>
                  </a:lnTo>
                  <a:lnTo>
                    <a:pt x="75159" y="56041"/>
                  </a:lnTo>
                  <a:lnTo>
                    <a:pt x="969" y="57641"/>
                  </a:lnTo>
                  <a:lnTo>
                    <a:pt x="455" y="39442"/>
                  </a:lnTo>
                  <a:lnTo>
                    <a:pt x="0" y="23345"/>
                  </a:lnTo>
                  <a:lnTo>
                    <a:pt x="3305" y="23311"/>
                  </a:lnTo>
                  <a:lnTo>
                    <a:pt x="10742" y="23234"/>
                  </a:lnTo>
                  <a:lnTo>
                    <a:pt x="18459" y="23153"/>
                  </a:lnTo>
                  <a:lnTo>
                    <a:pt x="25419" y="23081"/>
                  </a:lnTo>
                  <a:lnTo>
                    <a:pt x="32161" y="23011"/>
                  </a:lnTo>
                  <a:lnTo>
                    <a:pt x="38507" y="22945"/>
                  </a:lnTo>
                  <a:lnTo>
                    <a:pt x="45380" y="22873"/>
                  </a:lnTo>
                  <a:lnTo>
                    <a:pt x="51853" y="22806"/>
                  </a:lnTo>
                  <a:lnTo>
                    <a:pt x="58454" y="22737"/>
                  </a:lnTo>
                  <a:lnTo>
                    <a:pt x="65329" y="22666"/>
                  </a:lnTo>
                  <a:lnTo>
                    <a:pt x="72206" y="22594"/>
                  </a:lnTo>
                  <a:lnTo>
                    <a:pt x="78747" y="22526"/>
                  </a:lnTo>
                  <a:lnTo>
                    <a:pt x="85333" y="19969"/>
                  </a:lnTo>
                  <a:lnTo>
                    <a:pt x="91925" y="17408"/>
                  </a:lnTo>
                  <a:lnTo>
                    <a:pt x="98083" y="15017"/>
                  </a:lnTo>
                  <a:lnTo>
                    <a:pt x="104377" y="12572"/>
                  </a:lnTo>
                  <a:lnTo>
                    <a:pt x="110783" y="10084"/>
                  </a:lnTo>
                  <a:lnTo>
                    <a:pt x="117809" y="7355"/>
                  </a:lnTo>
                  <a:lnTo>
                    <a:pt x="124577" y="4727"/>
                  </a:lnTo>
                  <a:lnTo>
                    <a:pt x="131791" y="1925"/>
                  </a:lnTo>
                  <a:lnTo>
                    <a:pt x="13674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154703" y="1508760"/>
              <a:ext cx="344478" cy="110301"/>
            </a:xfrm>
            <a:custGeom>
              <a:avLst/>
              <a:pathLst>
                <a:path w="344478" h="110301">
                  <a:moveTo>
                    <a:pt x="27279" y="110301"/>
                  </a:moveTo>
                  <a:lnTo>
                    <a:pt x="11630" y="71823"/>
                  </a:lnTo>
                  <a:lnTo>
                    <a:pt x="0" y="40263"/>
                  </a:lnTo>
                  <a:lnTo>
                    <a:pt x="6839" y="38014"/>
                  </a:lnTo>
                  <a:lnTo>
                    <a:pt x="16572" y="34814"/>
                  </a:lnTo>
                  <a:lnTo>
                    <a:pt x="25192" y="31980"/>
                  </a:lnTo>
                  <a:lnTo>
                    <a:pt x="33213" y="29343"/>
                  </a:lnTo>
                  <a:lnTo>
                    <a:pt x="40514" y="26942"/>
                  </a:lnTo>
                  <a:lnTo>
                    <a:pt x="48400" y="24350"/>
                  </a:lnTo>
                  <a:lnTo>
                    <a:pt x="55951" y="21867"/>
                  </a:lnTo>
                  <a:lnTo>
                    <a:pt x="59311" y="20762"/>
                  </a:lnTo>
                  <a:lnTo>
                    <a:pt x="64004" y="19544"/>
                  </a:lnTo>
                  <a:lnTo>
                    <a:pt x="72603" y="17311"/>
                  </a:lnTo>
                  <a:lnTo>
                    <a:pt x="81353" y="15040"/>
                  </a:lnTo>
                  <a:lnTo>
                    <a:pt x="90156" y="12754"/>
                  </a:lnTo>
                  <a:lnTo>
                    <a:pt x="98709" y="10534"/>
                  </a:lnTo>
                  <a:lnTo>
                    <a:pt x="107760" y="8184"/>
                  </a:lnTo>
                  <a:lnTo>
                    <a:pt x="115714" y="6119"/>
                  </a:lnTo>
                  <a:lnTo>
                    <a:pt x="123142" y="4190"/>
                  </a:lnTo>
                  <a:lnTo>
                    <a:pt x="131216" y="2094"/>
                  </a:lnTo>
                  <a:lnTo>
                    <a:pt x="139283" y="0"/>
                  </a:lnTo>
                  <a:lnTo>
                    <a:pt x="272872" y="0"/>
                  </a:lnTo>
                  <a:lnTo>
                    <a:pt x="281555" y="2103"/>
                  </a:lnTo>
                  <a:lnTo>
                    <a:pt x="290337" y="4232"/>
                  </a:lnTo>
                  <a:lnTo>
                    <a:pt x="300368" y="6662"/>
                  </a:lnTo>
                  <a:lnTo>
                    <a:pt x="309639" y="8908"/>
                  </a:lnTo>
                  <a:lnTo>
                    <a:pt x="319524" y="11303"/>
                  </a:lnTo>
                  <a:lnTo>
                    <a:pt x="329072" y="13617"/>
                  </a:lnTo>
                  <a:lnTo>
                    <a:pt x="340671" y="16428"/>
                  </a:lnTo>
                  <a:lnTo>
                    <a:pt x="344478" y="17350"/>
                  </a:lnTo>
                  <a:lnTo>
                    <a:pt x="341233" y="41625"/>
                  </a:lnTo>
                  <a:lnTo>
                    <a:pt x="338488" y="62168"/>
                  </a:lnTo>
                  <a:lnTo>
                    <a:pt x="330732" y="70815"/>
                  </a:lnTo>
                  <a:lnTo>
                    <a:pt x="321216" y="74417"/>
                  </a:lnTo>
                  <a:lnTo>
                    <a:pt x="311489" y="72904"/>
                  </a:lnTo>
                  <a:lnTo>
                    <a:pt x="259935" y="58196"/>
                  </a:lnTo>
                  <a:lnTo>
                    <a:pt x="188416" y="58421"/>
                  </a:lnTo>
                  <a:lnTo>
                    <a:pt x="113670" y="76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00782" y="1508760"/>
              <a:ext cx="31790" cy="4596"/>
            </a:xfrm>
            <a:custGeom>
              <a:avLst/>
              <a:pathLst>
                <a:path w="31790" h="4596">
                  <a:moveTo>
                    <a:pt x="31598" y="4596"/>
                  </a:moveTo>
                  <a:lnTo>
                    <a:pt x="27169" y="3952"/>
                  </a:lnTo>
                  <a:lnTo>
                    <a:pt x="18719" y="2723"/>
                  </a:lnTo>
                  <a:lnTo>
                    <a:pt x="10885" y="1583"/>
                  </a:lnTo>
                  <a:lnTo>
                    <a:pt x="2218" y="322"/>
                  </a:lnTo>
                  <a:lnTo>
                    <a:pt x="0" y="0"/>
                  </a:lnTo>
                  <a:lnTo>
                    <a:pt x="317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192867" y="1771953"/>
              <a:ext cx="154821" cy="129159"/>
            </a:xfrm>
            <a:custGeom>
              <a:avLst/>
              <a:pathLst>
                <a:path w="154821" h="129159">
                  <a:moveTo>
                    <a:pt x="80839" y="31830"/>
                  </a:moveTo>
                  <a:lnTo>
                    <a:pt x="154821" y="79772"/>
                  </a:lnTo>
                  <a:lnTo>
                    <a:pt x="140266" y="103674"/>
                  </a:lnTo>
                  <a:lnTo>
                    <a:pt x="124746" y="129159"/>
                  </a:lnTo>
                  <a:lnTo>
                    <a:pt x="88387" y="105113"/>
                  </a:lnTo>
                  <a:lnTo>
                    <a:pt x="60971" y="87037"/>
                  </a:lnTo>
                  <a:lnTo>
                    <a:pt x="0" y="46836"/>
                  </a:lnTo>
                  <a:lnTo>
                    <a:pt x="17171" y="21481"/>
                  </a:lnTo>
                  <a:lnTo>
                    <a:pt x="31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129929" y="1823568"/>
              <a:ext cx="186090" cy="130122"/>
            </a:xfrm>
            <a:custGeom>
              <a:avLst/>
              <a:pathLst>
                <a:path w="186090" h="130122">
                  <a:moveTo>
                    <a:pt x="3678" y="22083"/>
                  </a:moveTo>
                  <a:lnTo>
                    <a:pt x="10141" y="11890"/>
                  </a:lnTo>
                  <a:lnTo>
                    <a:pt x="14802" y="4539"/>
                  </a:lnTo>
                  <a:lnTo>
                    <a:pt x="22636" y="8800"/>
                  </a:lnTo>
                  <a:lnTo>
                    <a:pt x="34606" y="15310"/>
                  </a:lnTo>
                  <a:lnTo>
                    <a:pt x="41673" y="19153"/>
                  </a:lnTo>
                  <a:lnTo>
                    <a:pt x="49891" y="9220"/>
                  </a:lnTo>
                  <a:lnTo>
                    <a:pt x="57518" y="0"/>
                  </a:lnTo>
                  <a:lnTo>
                    <a:pt x="65961" y="5407"/>
                  </a:lnTo>
                  <a:lnTo>
                    <a:pt x="75204" y="11329"/>
                  </a:lnTo>
                  <a:lnTo>
                    <a:pt x="83847" y="16865"/>
                  </a:lnTo>
                  <a:lnTo>
                    <a:pt x="92885" y="22654"/>
                  </a:lnTo>
                  <a:lnTo>
                    <a:pt x="101290" y="28038"/>
                  </a:lnTo>
                  <a:lnTo>
                    <a:pt x="109743" y="33453"/>
                  </a:lnTo>
                  <a:lnTo>
                    <a:pt x="116992" y="38096"/>
                  </a:lnTo>
                  <a:lnTo>
                    <a:pt x="124938" y="43187"/>
                  </a:lnTo>
                  <a:lnTo>
                    <a:pt x="132156" y="47810"/>
                  </a:lnTo>
                  <a:lnTo>
                    <a:pt x="140213" y="52971"/>
                  </a:lnTo>
                  <a:lnTo>
                    <a:pt x="149013" y="58608"/>
                  </a:lnTo>
                  <a:lnTo>
                    <a:pt x="158115" y="64439"/>
                  </a:lnTo>
                  <a:lnTo>
                    <a:pt x="168165" y="70876"/>
                  </a:lnTo>
                  <a:lnTo>
                    <a:pt x="186090" y="82358"/>
                  </a:lnTo>
                  <a:lnTo>
                    <a:pt x="183679" y="87097"/>
                  </a:lnTo>
                  <a:lnTo>
                    <a:pt x="177924" y="98405"/>
                  </a:lnTo>
                  <a:lnTo>
                    <a:pt x="171306" y="111410"/>
                  </a:lnTo>
                  <a:lnTo>
                    <a:pt x="164836" y="124125"/>
                  </a:lnTo>
                  <a:lnTo>
                    <a:pt x="161785" y="130122"/>
                  </a:lnTo>
                  <a:lnTo>
                    <a:pt x="156850" y="127003"/>
                  </a:lnTo>
                  <a:lnTo>
                    <a:pt x="148331" y="121620"/>
                  </a:lnTo>
                  <a:lnTo>
                    <a:pt x="140168" y="116462"/>
                  </a:lnTo>
                  <a:lnTo>
                    <a:pt x="131884" y="111226"/>
                  </a:lnTo>
                  <a:lnTo>
                    <a:pt x="123243" y="105766"/>
                  </a:lnTo>
                  <a:lnTo>
                    <a:pt x="115118" y="100631"/>
                  </a:lnTo>
                  <a:lnTo>
                    <a:pt x="106978" y="95488"/>
                  </a:lnTo>
                  <a:lnTo>
                    <a:pt x="99992" y="91073"/>
                  </a:lnTo>
                  <a:lnTo>
                    <a:pt x="92299" y="86211"/>
                  </a:lnTo>
                  <a:lnTo>
                    <a:pt x="83484" y="80641"/>
                  </a:lnTo>
                  <a:lnTo>
                    <a:pt x="74791" y="75148"/>
                  </a:lnTo>
                  <a:lnTo>
                    <a:pt x="67022" y="70238"/>
                  </a:lnTo>
                  <a:lnTo>
                    <a:pt x="58168" y="64643"/>
                  </a:lnTo>
                  <a:lnTo>
                    <a:pt x="49884" y="59408"/>
                  </a:lnTo>
                  <a:lnTo>
                    <a:pt x="41635" y="54195"/>
                  </a:lnTo>
                  <a:lnTo>
                    <a:pt x="33317" y="48939"/>
                  </a:lnTo>
                  <a:lnTo>
                    <a:pt x="25351" y="43905"/>
                  </a:lnTo>
                  <a:lnTo>
                    <a:pt x="17313" y="38826"/>
                  </a:lnTo>
                  <a:lnTo>
                    <a:pt x="10884" y="34763"/>
                  </a:lnTo>
                  <a:lnTo>
                    <a:pt x="3108" y="29849"/>
                  </a:lnTo>
                  <a:lnTo>
                    <a:pt x="0" y="27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419097" y="1795272"/>
              <a:ext cx="70298" cy="59985"/>
            </a:xfrm>
            <a:custGeom>
              <a:avLst/>
              <a:pathLst>
                <a:path w="70298" h="59985">
                  <a:moveTo>
                    <a:pt x="67957" y="18554"/>
                  </a:moveTo>
                  <a:lnTo>
                    <a:pt x="64278" y="34988"/>
                  </a:lnTo>
                  <a:lnTo>
                    <a:pt x="60741" y="50783"/>
                  </a:lnTo>
                  <a:lnTo>
                    <a:pt x="58681" y="59985"/>
                  </a:lnTo>
                  <a:lnTo>
                    <a:pt x="28283" y="56202"/>
                  </a:lnTo>
                  <a:lnTo>
                    <a:pt x="27017" y="55537"/>
                  </a:lnTo>
                  <a:lnTo>
                    <a:pt x="0" y="41341"/>
                  </a:lnTo>
                  <a:lnTo>
                    <a:pt x="1947" y="35368"/>
                  </a:lnTo>
                  <a:lnTo>
                    <a:pt x="6163" y="22439"/>
                  </a:lnTo>
                  <a:lnTo>
                    <a:pt x="10816" y="8172"/>
                  </a:lnTo>
                  <a:lnTo>
                    <a:pt x="13480" y="0"/>
                  </a:lnTo>
                  <a:lnTo>
                    <a:pt x="22764" y="1323"/>
                  </a:lnTo>
                  <a:lnTo>
                    <a:pt x="40941" y="3913"/>
                  </a:lnTo>
                  <a:lnTo>
                    <a:pt x="57973" y="6340"/>
                  </a:lnTo>
                  <a:lnTo>
                    <a:pt x="70298" y="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560240" y="1813884"/>
              <a:ext cx="55432" cy="78238"/>
            </a:xfrm>
            <a:custGeom>
              <a:avLst/>
              <a:pathLst>
                <a:path w="55432" h="78238">
                  <a:moveTo>
                    <a:pt x="55392" y="7084"/>
                  </a:moveTo>
                  <a:lnTo>
                    <a:pt x="55322" y="19693"/>
                  </a:lnTo>
                  <a:lnTo>
                    <a:pt x="55250" y="32483"/>
                  </a:lnTo>
                  <a:lnTo>
                    <a:pt x="55183" y="44371"/>
                  </a:lnTo>
                  <a:lnTo>
                    <a:pt x="55115" y="56443"/>
                  </a:lnTo>
                  <a:lnTo>
                    <a:pt x="55047" y="68688"/>
                  </a:lnTo>
                  <a:lnTo>
                    <a:pt x="54993" y="78238"/>
                  </a:lnTo>
                  <a:lnTo>
                    <a:pt x="49518" y="77769"/>
                  </a:lnTo>
                  <a:lnTo>
                    <a:pt x="39077" y="75473"/>
                  </a:lnTo>
                  <a:lnTo>
                    <a:pt x="28768" y="72230"/>
                  </a:lnTo>
                  <a:lnTo>
                    <a:pt x="24580" y="69944"/>
                  </a:lnTo>
                  <a:lnTo>
                    <a:pt x="15155" y="64800"/>
                  </a:lnTo>
                  <a:lnTo>
                    <a:pt x="4846" y="57774"/>
                  </a:lnTo>
                  <a:lnTo>
                    <a:pt x="0" y="50839"/>
                  </a:lnTo>
                  <a:lnTo>
                    <a:pt x="256" y="44988"/>
                  </a:lnTo>
                  <a:lnTo>
                    <a:pt x="908" y="30126"/>
                  </a:lnTo>
                  <a:lnTo>
                    <a:pt x="1634" y="13587"/>
                  </a:lnTo>
                  <a:lnTo>
                    <a:pt x="2042" y="4289"/>
                  </a:lnTo>
                  <a:lnTo>
                    <a:pt x="28463" y="2166"/>
                  </a:lnTo>
                  <a:lnTo>
                    <a:pt x="554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621025" y="1810284"/>
              <a:ext cx="57540" cy="85396"/>
            </a:xfrm>
            <a:custGeom>
              <a:avLst/>
              <a:pathLst>
                <a:path w="57540" h="85396">
                  <a:moveTo>
                    <a:pt x="53683" y="7560"/>
                  </a:moveTo>
                  <a:lnTo>
                    <a:pt x="54467" y="20918"/>
                  </a:lnTo>
                  <a:lnTo>
                    <a:pt x="55184" y="33134"/>
                  </a:lnTo>
                  <a:lnTo>
                    <a:pt x="55905" y="45414"/>
                  </a:lnTo>
                  <a:lnTo>
                    <a:pt x="56612" y="57462"/>
                  </a:lnTo>
                  <a:lnTo>
                    <a:pt x="56940" y="63048"/>
                  </a:lnTo>
                  <a:lnTo>
                    <a:pt x="57540" y="76389"/>
                  </a:lnTo>
                  <a:lnTo>
                    <a:pt x="45412" y="78879"/>
                  </a:lnTo>
                  <a:lnTo>
                    <a:pt x="16304" y="84855"/>
                  </a:lnTo>
                  <a:lnTo>
                    <a:pt x="973" y="85396"/>
                  </a:lnTo>
                  <a:lnTo>
                    <a:pt x="845" y="74764"/>
                  </a:lnTo>
                  <a:lnTo>
                    <a:pt x="703" y="62865"/>
                  </a:lnTo>
                  <a:lnTo>
                    <a:pt x="539" y="49175"/>
                  </a:lnTo>
                  <a:lnTo>
                    <a:pt x="368" y="34933"/>
                  </a:lnTo>
                  <a:lnTo>
                    <a:pt x="196" y="20540"/>
                  </a:lnTo>
                  <a:lnTo>
                    <a:pt x="40" y="7581"/>
                  </a:lnTo>
                  <a:lnTo>
                    <a:pt x="0" y="4164"/>
                  </a:lnTo>
                  <a:lnTo>
                    <a:pt x="25344" y="2182"/>
                  </a:lnTo>
                  <a:lnTo>
                    <a:pt x="532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680204" y="1799114"/>
              <a:ext cx="61339" cy="84626"/>
            </a:xfrm>
            <a:custGeom>
              <a:avLst/>
              <a:pathLst>
                <a:path w="61339" h="84626">
                  <a:moveTo>
                    <a:pt x="26123" y="6045"/>
                  </a:moveTo>
                  <a:lnTo>
                    <a:pt x="53924" y="0"/>
                  </a:lnTo>
                  <a:lnTo>
                    <a:pt x="54749" y="6393"/>
                  </a:lnTo>
                  <a:lnTo>
                    <a:pt x="56135" y="17141"/>
                  </a:lnTo>
                  <a:lnTo>
                    <a:pt x="57621" y="28654"/>
                  </a:lnTo>
                  <a:lnTo>
                    <a:pt x="59069" y="39884"/>
                  </a:lnTo>
                  <a:lnTo>
                    <a:pt x="60270" y="49196"/>
                  </a:lnTo>
                  <a:lnTo>
                    <a:pt x="61339" y="57478"/>
                  </a:lnTo>
                  <a:lnTo>
                    <a:pt x="32797" y="75712"/>
                  </a:lnTo>
                  <a:lnTo>
                    <a:pt x="5841" y="84626"/>
                  </a:lnTo>
                  <a:lnTo>
                    <a:pt x="4319" y="74722"/>
                  </a:lnTo>
                  <a:lnTo>
                    <a:pt x="2457" y="62611"/>
                  </a:lnTo>
                  <a:lnTo>
                    <a:pt x="1481" y="56263"/>
                  </a:lnTo>
                  <a:lnTo>
                    <a:pt x="1174" y="47036"/>
                  </a:lnTo>
                  <a:lnTo>
                    <a:pt x="734" y="33792"/>
                  </a:lnTo>
                  <a:lnTo>
                    <a:pt x="317" y="21255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742044" y="1780965"/>
              <a:ext cx="66843" cy="69460"/>
            </a:xfrm>
            <a:custGeom>
              <a:avLst/>
              <a:pathLst>
                <a:path w="66843" h="69460">
                  <a:moveTo>
                    <a:pt x="26723" y="8277"/>
                  </a:moveTo>
                  <a:lnTo>
                    <a:pt x="66843" y="0"/>
                  </a:lnTo>
                  <a:lnTo>
                    <a:pt x="65714" y="6256"/>
                  </a:lnTo>
                  <a:lnTo>
                    <a:pt x="37581" y="34622"/>
                  </a:lnTo>
                  <a:lnTo>
                    <a:pt x="30471" y="41791"/>
                  </a:lnTo>
                  <a:lnTo>
                    <a:pt x="5095" y="69460"/>
                  </a:lnTo>
                  <a:lnTo>
                    <a:pt x="1355" y="28603"/>
                  </a:lnTo>
                  <a:lnTo>
                    <a:pt x="0" y="13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465196" y="1882223"/>
              <a:ext cx="55510" cy="53052"/>
            </a:xfrm>
            <a:custGeom>
              <a:avLst/>
              <a:pathLst>
                <a:path w="55510" h="53052">
                  <a:moveTo>
                    <a:pt x="49844" y="42323"/>
                  </a:moveTo>
                  <a:lnTo>
                    <a:pt x="43759" y="53052"/>
                  </a:lnTo>
                  <a:lnTo>
                    <a:pt x="38747" y="50130"/>
                  </a:lnTo>
                  <a:lnTo>
                    <a:pt x="30757" y="45471"/>
                  </a:lnTo>
                  <a:lnTo>
                    <a:pt x="22605" y="40718"/>
                  </a:lnTo>
                  <a:lnTo>
                    <a:pt x="15165" y="36380"/>
                  </a:lnTo>
                  <a:lnTo>
                    <a:pt x="8037" y="32223"/>
                  </a:lnTo>
                  <a:lnTo>
                    <a:pt x="0" y="27537"/>
                  </a:lnTo>
                  <a:lnTo>
                    <a:pt x="6250" y="17062"/>
                  </a:lnTo>
                  <a:lnTo>
                    <a:pt x="16433" y="0"/>
                  </a:lnTo>
                  <a:lnTo>
                    <a:pt x="34788" y="14676"/>
                  </a:lnTo>
                  <a:lnTo>
                    <a:pt x="38071" y="17301"/>
                  </a:lnTo>
                  <a:lnTo>
                    <a:pt x="55510" y="32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428458" y="1910352"/>
              <a:ext cx="96108" cy="82565"/>
            </a:xfrm>
            <a:custGeom>
              <a:avLst/>
              <a:pathLst>
                <a:path w="96108" h="82565">
                  <a:moveTo>
                    <a:pt x="91491" y="50045"/>
                  </a:moveTo>
                  <a:lnTo>
                    <a:pt x="75172" y="82565"/>
                  </a:lnTo>
                  <a:lnTo>
                    <a:pt x="69712" y="80102"/>
                  </a:lnTo>
                  <a:lnTo>
                    <a:pt x="59657" y="75566"/>
                  </a:lnTo>
                  <a:lnTo>
                    <a:pt x="50794" y="71568"/>
                  </a:lnTo>
                  <a:lnTo>
                    <a:pt x="43197" y="68141"/>
                  </a:lnTo>
                  <a:lnTo>
                    <a:pt x="35326" y="64590"/>
                  </a:lnTo>
                  <a:lnTo>
                    <a:pt x="27774" y="61183"/>
                  </a:lnTo>
                  <a:lnTo>
                    <a:pt x="19487" y="57445"/>
                  </a:lnTo>
                  <a:lnTo>
                    <a:pt x="12514" y="54299"/>
                  </a:lnTo>
                  <a:lnTo>
                    <a:pt x="4731" y="50788"/>
                  </a:lnTo>
                  <a:lnTo>
                    <a:pt x="0" y="48654"/>
                  </a:lnTo>
                  <a:lnTo>
                    <a:pt x="12224" y="27062"/>
                  </a:lnTo>
                  <a:lnTo>
                    <a:pt x="27544" y="0"/>
                  </a:lnTo>
                  <a:lnTo>
                    <a:pt x="35719" y="4869"/>
                  </a:lnTo>
                  <a:lnTo>
                    <a:pt x="45278" y="10564"/>
                  </a:lnTo>
                  <a:lnTo>
                    <a:pt x="54467" y="16039"/>
                  </a:lnTo>
                  <a:lnTo>
                    <a:pt x="65317" y="22502"/>
                  </a:lnTo>
                  <a:lnTo>
                    <a:pt x="76068" y="28907"/>
                  </a:lnTo>
                  <a:lnTo>
                    <a:pt x="86376" y="35048"/>
                  </a:lnTo>
                  <a:lnTo>
                    <a:pt x="96108" y="408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399734" y="1964066"/>
              <a:ext cx="97553" cy="57817"/>
            </a:xfrm>
            <a:custGeom>
              <a:avLst/>
              <a:pathLst>
                <a:path w="97553" h="57817">
                  <a:moveTo>
                    <a:pt x="92294" y="46671"/>
                  </a:moveTo>
                  <a:lnTo>
                    <a:pt x="87403" y="57817"/>
                  </a:lnTo>
                  <a:lnTo>
                    <a:pt x="67949" y="57263"/>
                  </a:lnTo>
                  <a:lnTo>
                    <a:pt x="55277" y="56902"/>
                  </a:lnTo>
                  <a:lnTo>
                    <a:pt x="42982" y="56551"/>
                  </a:lnTo>
                  <a:lnTo>
                    <a:pt x="34325" y="56304"/>
                  </a:lnTo>
                  <a:lnTo>
                    <a:pt x="29627" y="56145"/>
                  </a:lnTo>
                  <a:lnTo>
                    <a:pt x="17622" y="55737"/>
                  </a:lnTo>
                  <a:lnTo>
                    <a:pt x="15596" y="54961"/>
                  </a:lnTo>
                  <a:lnTo>
                    <a:pt x="4031" y="50528"/>
                  </a:lnTo>
                  <a:lnTo>
                    <a:pt x="0" y="48983"/>
                  </a:lnTo>
                  <a:lnTo>
                    <a:pt x="6277" y="37494"/>
                  </a:lnTo>
                  <a:lnTo>
                    <a:pt x="19640" y="13037"/>
                  </a:lnTo>
                  <a:lnTo>
                    <a:pt x="26763" y="0"/>
                  </a:lnTo>
                  <a:lnTo>
                    <a:pt x="31267" y="2206"/>
                  </a:lnTo>
                  <a:lnTo>
                    <a:pt x="38781" y="5889"/>
                  </a:lnTo>
                  <a:lnTo>
                    <a:pt x="46327" y="9586"/>
                  </a:lnTo>
                  <a:lnTo>
                    <a:pt x="53440" y="13072"/>
                  </a:lnTo>
                  <a:lnTo>
                    <a:pt x="61158" y="16853"/>
                  </a:lnTo>
                  <a:lnTo>
                    <a:pt x="68590" y="20495"/>
                  </a:lnTo>
                  <a:lnTo>
                    <a:pt x="76132" y="24191"/>
                  </a:lnTo>
                  <a:lnTo>
                    <a:pt x="85251" y="28659"/>
                  </a:lnTo>
                  <a:lnTo>
                    <a:pt x="97553" y="346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591843" y="1508760"/>
              <a:ext cx="30222" cy="6072"/>
            </a:xfrm>
            <a:custGeom>
              <a:avLst/>
              <a:pathLst>
                <a:path w="30222" h="6072">
                  <a:moveTo>
                    <a:pt x="29430" y="6072"/>
                  </a:moveTo>
                  <a:lnTo>
                    <a:pt x="26173" y="5400"/>
                  </a:lnTo>
                  <a:lnTo>
                    <a:pt x="17887" y="3691"/>
                  </a:lnTo>
                  <a:lnTo>
                    <a:pt x="10084" y="2080"/>
                  </a:lnTo>
                  <a:lnTo>
                    <a:pt x="1881" y="388"/>
                  </a:lnTo>
                  <a:lnTo>
                    <a:pt x="0" y="0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651235" y="1508760"/>
              <a:ext cx="35769" cy="7333"/>
            </a:xfrm>
            <a:custGeom>
              <a:avLst/>
              <a:pathLst>
                <a:path w="35769" h="7333">
                  <a:moveTo>
                    <a:pt x="4035" y="1192"/>
                  </a:moveTo>
                  <a:lnTo>
                    <a:pt x="0" y="0"/>
                  </a:lnTo>
                  <a:lnTo>
                    <a:pt x="35099" y="0"/>
                  </a:lnTo>
                  <a:lnTo>
                    <a:pt x="35769" y="7333"/>
                  </a:lnTo>
                  <a:lnTo>
                    <a:pt x="22517" y="5551"/>
                  </a:lnTo>
                  <a:lnTo>
                    <a:pt x="15679" y="46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859901" y="1697330"/>
              <a:ext cx="84748" cy="138252"/>
            </a:xfrm>
            <a:custGeom>
              <a:avLst/>
              <a:pathLst>
                <a:path w="84748" h="138252">
                  <a:moveTo>
                    <a:pt x="5854" y="39853"/>
                  </a:moveTo>
                  <a:lnTo>
                    <a:pt x="4196" y="31321"/>
                  </a:lnTo>
                  <a:lnTo>
                    <a:pt x="2302" y="21575"/>
                  </a:lnTo>
                  <a:lnTo>
                    <a:pt x="0" y="9724"/>
                  </a:lnTo>
                  <a:lnTo>
                    <a:pt x="5107" y="8262"/>
                  </a:lnTo>
                  <a:lnTo>
                    <a:pt x="17694" y="4660"/>
                  </a:lnTo>
                  <a:lnTo>
                    <a:pt x="19819" y="4052"/>
                  </a:lnTo>
                  <a:lnTo>
                    <a:pt x="31840" y="2516"/>
                  </a:lnTo>
                  <a:lnTo>
                    <a:pt x="44095" y="950"/>
                  </a:lnTo>
                  <a:lnTo>
                    <a:pt x="51532" y="0"/>
                  </a:lnTo>
                  <a:lnTo>
                    <a:pt x="52698" y="7954"/>
                  </a:lnTo>
                  <a:lnTo>
                    <a:pt x="54407" y="19615"/>
                  </a:lnTo>
                  <a:lnTo>
                    <a:pt x="55850" y="29457"/>
                  </a:lnTo>
                  <a:lnTo>
                    <a:pt x="56238" y="32102"/>
                  </a:lnTo>
                  <a:lnTo>
                    <a:pt x="58240" y="39555"/>
                  </a:lnTo>
                  <a:lnTo>
                    <a:pt x="60746" y="48887"/>
                  </a:lnTo>
                  <a:lnTo>
                    <a:pt x="63365" y="58638"/>
                  </a:lnTo>
                  <a:lnTo>
                    <a:pt x="66459" y="70158"/>
                  </a:lnTo>
                  <a:lnTo>
                    <a:pt x="69590" y="81815"/>
                  </a:lnTo>
                  <a:lnTo>
                    <a:pt x="73149" y="95068"/>
                  </a:lnTo>
                  <a:lnTo>
                    <a:pt x="76587" y="107865"/>
                  </a:lnTo>
                  <a:lnTo>
                    <a:pt x="80341" y="121845"/>
                  </a:lnTo>
                  <a:lnTo>
                    <a:pt x="84748" y="138252"/>
                  </a:lnTo>
                  <a:lnTo>
                    <a:pt x="54785" y="137810"/>
                  </a:lnTo>
                  <a:lnTo>
                    <a:pt x="26102" y="137387"/>
                  </a:lnTo>
                  <a:lnTo>
                    <a:pt x="24202" y="128278"/>
                  </a:lnTo>
                  <a:lnTo>
                    <a:pt x="21668" y="116128"/>
                  </a:lnTo>
                  <a:lnTo>
                    <a:pt x="19272" y="104638"/>
                  </a:lnTo>
                  <a:lnTo>
                    <a:pt x="16552" y="91595"/>
                  </a:lnTo>
                  <a:lnTo>
                    <a:pt x="14060" y="79643"/>
                  </a:lnTo>
                  <a:lnTo>
                    <a:pt x="11895" y="69262"/>
                  </a:lnTo>
                  <a:lnTo>
                    <a:pt x="9698" y="58726"/>
                  </a:lnTo>
                  <a:lnTo>
                    <a:pt x="7634" y="48828"/>
                  </a:lnTo>
                  <a:lnTo>
                    <a:pt x="7107" y="46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21917" y="1692351"/>
              <a:ext cx="80644" cy="132700"/>
            </a:xfrm>
            <a:custGeom>
              <a:avLst/>
              <a:pathLst>
                <a:path w="80644" h="132700">
                  <a:moveTo>
                    <a:pt x="44367" y="16752"/>
                  </a:moveTo>
                  <a:lnTo>
                    <a:pt x="48508" y="18733"/>
                  </a:lnTo>
                  <a:lnTo>
                    <a:pt x="51240" y="20625"/>
                  </a:lnTo>
                  <a:lnTo>
                    <a:pt x="52229" y="21790"/>
                  </a:lnTo>
                  <a:lnTo>
                    <a:pt x="54740" y="30953"/>
                  </a:lnTo>
                  <a:lnTo>
                    <a:pt x="58288" y="43901"/>
                  </a:lnTo>
                  <a:lnTo>
                    <a:pt x="61338" y="55035"/>
                  </a:lnTo>
                  <a:lnTo>
                    <a:pt x="64467" y="66453"/>
                  </a:lnTo>
                  <a:lnTo>
                    <a:pt x="67738" y="78391"/>
                  </a:lnTo>
                  <a:lnTo>
                    <a:pt x="71151" y="90849"/>
                  </a:lnTo>
                  <a:lnTo>
                    <a:pt x="74958" y="104740"/>
                  </a:lnTo>
                  <a:lnTo>
                    <a:pt x="78552" y="117857"/>
                  </a:lnTo>
                  <a:lnTo>
                    <a:pt x="80644" y="125493"/>
                  </a:lnTo>
                  <a:lnTo>
                    <a:pt x="52357" y="129137"/>
                  </a:lnTo>
                  <a:lnTo>
                    <a:pt x="24694" y="132700"/>
                  </a:lnTo>
                  <a:lnTo>
                    <a:pt x="21736" y="119526"/>
                  </a:lnTo>
                  <a:lnTo>
                    <a:pt x="18903" y="106905"/>
                  </a:lnTo>
                  <a:lnTo>
                    <a:pt x="16238" y="95035"/>
                  </a:lnTo>
                  <a:lnTo>
                    <a:pt x="13733" y="83876"/>
                  </a:lnTo>
                  <a:lnTo>
                    <a:pt x="11304" y="73059"/>
                  </a:lnTo>
                  <a:lnTo>
                    <a:pt x="8725" y="61571"/>
                  </a:lnTo>
                  <a:lnTo>
                    <a:pt x="6104" y="49898"/>
                  </a:lnTo>
                  <a:lnTo>
                    <a:pt x="3663" y="39027"/>
                  </a:lnTo>
                  <a:lnTo>
                    <a:pt x="1546" y="29597"/>
                  </a:lnTo>
                  <a:lnTo>
                    <a:pt x="1404" y="27626"/>
                  </a:lnTo>
                  <a:lnTo>
                    <a:pt x="611" y="16607"/>
                  </a:lnTo>
                  <a:lnTo>
                    <a:pt x="0" y="8102"/>
                  </a:lnTo>
                  <a:lnTo>
                    <a:pt x="6480" y="6721"/>
                  </a:lnTo>
                  <a:lnTo>
                    <a:pt x="11501" y="5651"/>
                  </a:lnTo>
                  <a:lnTo>
                    <a:pt x="19161" y="2919"/>
                  </a:lnTo>
                  <a:lnTo>
                    <a:pt x="27350" y="0"/>
                  </a:lnTo>
                  <a:lnTo>
                    <a:pt x="33559" y="7022"/>
                  </a:lnTo>
                  <a:lnTo>
                    <a:pt x="38816" y="12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2958138" y="1614622"/>
              <a:ext cx="101819" cy="79137"/>
            </a:xfrm>
            <a:custGeom>
              <a:avLst/>
              <a:pathLst>
                <a:path w="101819" h="79137">
                  <a:moveTo>
                    <a:pt x="83414" y="50773"/>
                  </a:moveTo>
                  <a:lnTo>
                    <a:pt x="69677" y="72084"/>
                  </a:lnTo>
                  <a:lnTo>
                    <a:pt x="34238" y="65828"/>
                  </a:lnTo>
                  <a:lnTo>
                    <a:pt x="6466" y="79137"/>
                  </a:lnTo>
                  <a:lnTo>
                    <a:pt x="3006" y="73704"/>
                  </a:lnTo>
                  <a:lnTo>
                    <a:pt x="0" y="68981"/>
                  </a:lnTo>
                  <a:lnTo>
                    <a:pt x="12836" y="58079"/>
                  </a:lnTo>
                  <a:lnTo>
                    <a:pt x="27054" y="46003"/>
                  </a:lnTo>
                  <a:lnTo>
                    <a:pt x="36604" y="32618"/>
                  </a:lnTo>
                  <a:lnTo>
                    <a:pt x="45446" y="20225"/>
                  </a:lnTo>
                  <a:lnTo>
                    <a:pt x="57504" y="0"/>
                  </a:lnTo>
                  <a:lnTo>
                    <a:pt x="77181" y="9867"/>
                  </a:lnTo>
                  <a:lnTo>
                    <a:pt x="101819" y="22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174203" y="1512603"/>
              <a:ext cx="116029" cy="81733"/>
            </a:xfrm>
            <a:custGeom>
              <a:avLst/>
              <a:pathLst>
                <a:path w="116029" h="81733">
                  <a:moveTo>
                    <a:pt x="14955" y="23202"/>
                  </a:moveTo>
                  <a:lnTo>
                    <a:pt x="30543" y="2427"/>
                  </a:lnTo>
                  <a:lnTo>
                    <a:pt x="58864" y="84"/>
                  </a:lnTo>
                  <a:lnTo>
                    <a:pt x="66740" y="71"/>
                  </a:lnTo>
                  <a:lnTo>
                    <a:pt x="110742" y="0"/>
                  </a:lnTo>
                  <a:lnTo>
                    <a:pt x="116029" y="5404"/>
                  </a:lnTo>
                  <a:lnTo>
                    <a:pt x="103341" y="20535"/>
                  </a:lnTo>
                  <a:lnTo>
                    <a:pt x="87234" y="43902"/>
                  </a:lnTo>
                  <a:lnTo>
                    <a:pt x="68103" y="71657"/>
                  </a:lnTo>
                  <a:lnTo>
                    <a:pt x="61983" y="81733"/>
                  </a:lnTo>
                  <a:lnTo>
                    <a:pt x="27739" y="60408"/>
                  </a:lnTo>
                  <a:lnTo>
                    <a:pt x="0" y="43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482354" y="1806342"/>
              <a:ext cx="45465" cy="72869"/>
            </a:xfrm>
            <a:custGeom>
              <a:avLst/>
              <a:pathLst>
                <a:path w="45465" h="72869">
                  <a:moveTo>
                    <a:pt x="35103" y="72869"/>
                  </a:moveTo>
                  <a:lnTo>
                    <a:pt x="20787" y="70753"/>
                  </a:lnTo>
                  <a:lnTo>
                    <a:pt x="0" y="67681"/>
                  </a:lnTo>
                  <a:lnTo>
                    <a:pt x="244" y="60589"/>
                  </a:lnTo>
                  <a:lnTo>
                    <a:pt x="634" y="49307"/>
                  </a:lnTo>
                  <a:lnTo>
                    <a:pt x="1112" y="47466"/>
                  </a:lnTo>
                  <a:lnTo>
                    <a:pt x="4684" y="33717"/>
                  </a:lnTo>
                  <a:lnTo>
                    <a:pt x="6424" y="27019"/>
                  </a:lnTo>
                  <a:lnTo>
                    <a:pt x="7630" y="20296"/>
                  </a:lnTo>
                  <a:lnTo>
                    <a:pt x="9795" y="8227"/>
                  </a:lnTo>
                  <a:lnTo>
                    <a:pt x="11271" y="0"/>
                  </a:lnTo>
                  <a:lnTo>
                    <a:pt x="22071" y="2292"/>
                  </a:lnTo>
                  <a:lnTo>
                    <a:pt x="29906" y="4168"/>
                  </a:lnTo>
                  <a:lnTo>
                    <a:pt x="34421" y="35031"/>
                  </a:lnTo>
                  <a:lnTo>
                    <a:pt x="36794" y="51253"/>
                  </a:lnTo>
                  <a:lnTo>
                    <a:pt x="45465" y="717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525608" y="1814363"/>
              <a:ext cx="27799" cy="57686"/>
            </a:xfrm>
            <a:custGeom>
              <a:avLst/>
              <a:pathLst>
                <a:path w="27799" h="57686">
                  <a:moveTo>
                    <a:pt x="17272" y="55400"/>
                  </a:moveTo>
                  <a:lnTo>
                    <a:pt x="8809" y="57686"/>
                  </a:lnTo>
                  <a:lnTo>
                    <a:pt x="3530" y="43113"/>
                  </a:lnTo>
                  <a:lnTo>
                    <a:pt x="0" y="33368"/>
                  </a:lnTo>
                  <a:lnTo>
                    <a:pt x="279" y="15405"/>
                  </a:lnTo>
                  <a:lnTo>
                    <a:pt x="520" y="0"/>
                  </a:lnTo>
                  <a:lnTo>
                    <a:pt x="13381" y="1324"/>
                  </a:lnTo>
                  <a:lnTo>
                    <a:pt x="27799" y="2810"/>
                  </a:lnTo>
                  <a:lnTo>
                    <a:pt x="26605" y="26340"/>
                  </a:lnTo>
                  <a:lnTo>
                    <a:pt x="26432" y="29766"/>
                  </a:lnTo>
                  <a:lnTo>
                    <a:pt x="25657" y="5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57950" y="1558625"/>
              <a:ext cx="82589" cy="113702"/>
            </a:xfrm>
            <a:custGeom>
              <a:avLst/>
              <a:pathLst>
                <a:path w="82589" h="113702">
                  <a:moveTo>
                    <a:pt x="17069" y="12168"/>
                  </a:moveTo>
                  <a:lnTo>
                    <a:pt x="30629" y="4527"/>
                  </a:lnTo>
                  <a:lnTo>
                    <a:pt x="32142" y="3674"/>
                  </a:lnTo>
                  <a:lnTo>
                    <a:pt x="44196" y="0"/>
                  </a:lnTo>
                  <a:lnTo>
                    <a:pt x="46345" y="5097"/>
                  </a:lnTo>
                  <a:lnTo>
                    <a:pt x="50157" y="14138"/>
                  </a:lnTo>
                  <a:lnTo>
                    <a:pt x="54148" y="23604"/>
                  </a:lnTo>
                  <a:lnTo>
                    <a:pt x="58594" y="34149"/>
                  </a:lnTo>
                  <a:lnTo>
                    <a:pt x="62698" y="43883"/>
                  </a:lnTo>
                  <a:lnTo>
                    <a:pt x="66690" y="53352"/>
                  </a:lnTo>
                  <a:lnTo>
                    <a:pt x="70351" y="62036"/>
                  </a:lnTo>
                  <a:lnTo>
                    <a:pt x="75279" y="73725"/>
                  </a:lnTo>
                  <a:lnTo>
                    <a:pt x="79468" y="83660"/>
                  </a:lnTo>
                  <a:lnTo>
                    <a:pt x="82589" y="91064"/>
                  </a:lnTo>
                  <a:lnTo>
                    <a:pt x="60269" y="101208"/>
                  </a:lnTo>
                  <a:lnTo>
                    <a:pt x="32777" y="113702"/>
                  </a:lnTo>
                  <a:lnTo>
                    <a:pt x="30306" y="106773"/>
                  </a:lnTo>
                  <a:lnTo>
                    <a:pt x="26497" y="96091"/>
                  </a:lnTo>
                  <a:lnTo>
                    <a:pt x="22089" y="83731"/>
                  </a:lnTo>
                  <a:lnTo>
                    <a:pt x="17978" y="72202"/>
                  </a:lnTo>
                  <a:lnTo>
                    <a:pt x="14134" y="61423"/>
                  </a:lnTo>
                  <a:lnTo>
                    <a:pt x="10476" y="51164"/>
                  </a:lnTo>
                  <a:lnTo>
                    <a:pt x="6823" y="40921"/>
                  </a:lnTo>
                  <a:lnTo>
                    <a:pt x="3008" y="30222"/>
                  </a:lnTo>
                  <a:lnTo>
                    <a:pt x="0" y="21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01278" y="1581538"/>
              <a:ext cx="84437" cy="110027"/>
            </a:xfrm>
            <a:custGeom>
              <a:avLst/>
              <a:pathLst>
                <a:path w="84437" h="110027">
                  <a:moveTo>
                    <a:pt x="68475" y="44702"/>
                  </a:moveTo>
                  <a:lnTo>
                    <a:pt x="72550" y="57126"/>
                  </a:lnTo>
                  <a:lnTo>
                    <a:pt x="76394" y="68847"/>
                  </a:lnTo>
                  <a:lnTo>
                    <a:pt x="80520" y="81431"/>
                  </a:lnTo>
                  <a:lnTo>
                    <a:pt x="84437" y="93373"/>
                  </a:lnTo>
                  <a:lnTo>
                    <a:pt x="60580" y="101603"/>
                  </a:lnTo>
                  <a:lnTo>
                    <a:pt x="36160" y="110027"/>
                  </a:lnTo>
                  <a:lnTo>
                    <a:pt x="32589" y="99342"/>
                  </a:lnTo>
                  <a:lnTo>
                    <a:pt x="24718" y="75789"/>
                  </a:lnTo>
                  <a:lnTo>
                    <a:pt x="19851" y="61227"/>
                  </a:lnTo>
                  <a:lnTo>
                    <a:pt x="15860" y="49285"/>
                  </a:lnTo>
                  <a:lnTo>
                    <a:pt x="13805" y="44468"/>
                  </a:lnTo>
                  <a:lnTo>
                    <a:pt x="8365" y="31715"/>
                  </a:lnTo>
                  <a:lnTo>
                    <a:pt x="3815" y="21049"/>
                  </a:lnTo>
                  <a:lnTo>
                    <a:pt x="0" y="12105"/>
                  </a:lnTo>
                  <a:lnTo>
                    <a:pt x="5815" y="10746"/>
                  </a:lnTo>
                  <a:lnTo>
                    <a:pt x="15286" y="8533"/>
                  </a:lnTo>
                  <a:lnTo>
                    <a:pt x="25294" y="6195"/>
                  </a:lnTo>
                  <a:lnTo>
                    <a:pt x="35303" y="3856"/>
                  </a:lnTo>
                  <a:lnTo>
                    <a:pt x="45567" y="1458"/>
                  </a:lnTo>
                  <a:lnTo>
                    <a:pt x="51809" y="0"/>
                  </a:lnTo>
                  <a:lnTo>
                    <a:pt x="55076" y="8323"/>
                  </a:lnTo>
                  <a:lnTo>
                    <a:pt x="59597" y="19841"/>
                  </a:lnTo>
                  <a:lnTo>
                    <a:pt x="62649" y="27618"/>
                  </a:lnTo>
                  <a:lnTo>
                    <a:pt x="64323" y="32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485764" y="1596668"/>
              <a:ext cx="39198" cy="87906"/>
            </a:xfrm>
            <a:custGeom>
              <a:avLst/>
              <a:pathLst>
                <a:path w="39198" h="87906">
                  <a:moveTo>
                    <a:pt x="29827" y="45525"/>
                  </a:moveTo>
                  <a:lnTo>
                    <a:pt x="32420" y="56259"/>
                  </a:lnTo>
                  <a:lnTo>
                    <a:pt x="34901" y="66523"/>
                  </a:lnTo>
                  <a:lnTo>
                    <a:pt x="37227" y="76148"/>
                  </a:lnTo>
                  <a:lnTo>
                    <a:pt x="39198" y="84305"/>
                  </a:lnTo>
                  <a:lnTo>
                    <a:pt x="20980" y="85979"/>
                  </a:lnTo>
                  <a:lnTo>
                    <a:pt x="0" y="87906"/>
                  </a:lnTo>
                  <a:lnTo>
                    <a:pt x="6118" y="38681"/>
                  </a:lnTo>
                  <a:lnTo>
                    <a:pt x="10925" y="0"/>
                  </a:lnTo>
                  <a:lnTo>
                    <a:pt x="27232" y="34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23866" y="1589752"/>
              <a:ext cx="63031" cy="102748"/>
            </a:xfrm>
            <a:custGeom>
              <a:avLst/>
              <a:pathLst>
                <a:path w="63031" h="102748">
                  <a:moveTo>
                    <a:pt x="38826" y="4996"/>
                  </a:moveTo>
                  <a:lnTo>
                    <a:pt x="58802" y="9511"/>
                  </a:lnTo>
                  <a:lnTo>
                    <a:pt x="60691" y="20131"/>
                  </a:lnTo>
                  <a:lnTo>
                    <a:pt x="63031" y="33289"/>
                  </a:lnTo>
                  <a:lnTo>
                    <a:pt x="61227" y="42358"/>
                  </a:lnTo>
                  <a:lnTo>
                    <a:pt x="59126" y="52917"/>
                  </a:lnTo>
                  <a:lnTo>
                    <a:pt x="57226" y="62465"/>
                  </a:lnTo>
                  <a:lnTo>
                    <a:pt x="55419" y="71550"/>
                  </a:lnTo>
                  <a:lnTo>
                    <a:pt x="53526" y="81059"/>
                  </a:lnTo>
                  <a:lnTo>
                    <a:pt x="51632" y="90573"/>
                  </a:lnTo>
                  <a:lnTo>
                    <a:pt x="49889" y="99336"/>
                  </a:lnTo>
                  <a:lnTo>
                    <a:pt x="49209" y="102748"/>
                  </a:lnTo>
                  <a:lnTo>
                    <a:pt x="25776" y="99355"/>
                  </a:lnTo>
                  <a:lnTo>
                    <a:pt x="22536" y="97279"/>
                  </a:lnTo>
                  <a:lnTo>
                    <a:pt x="0" y="82843"/>
                  </a:lnTo>
                  <a:lnTo>
                    <a:pt x="1125" y="77266"/>
                  </a:lnTo>
                  <a:lnTo>
                    <a:pt x="3071" y="67623"/>
                  </a:lnTo>
                  <a:lnTo>
                    <a:pt x="5245" y="56855"/>
                  </a:lnTo>
                  <a:lnTo>
                    <a:pt x="7140" y="47465"/>
                  </a:lnTo>
                  <a:lnTo>
                    <a:pt x="9095" y="37777"/>
                  </a:lnTo>
                  <a:lnTo>
                    <a:pt x="11285" y="26927"/>
                  </a:lnTo>
                  <a:lnTo>
                    <a:pt x="13484" y="16032"/>
                  </a:lnTo>
                  <a:lnTo>
                    <a:pt x="15346" y="6807"/>
                  </a:lnTo>
                  <a:lnTo>
                    <a:pt x="16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691170" y="1508760"/>
              <a:ext cx="51226" cy="9135"/>
            </a:xfrm>
            <a:custGeom>
              <a:avLst/>
              <a:pathLst>
                <a:path w="51226" h="9135">
                  <a:moveTo>
                    <a:pt x="0" y="0"/>
                  </a:moveTo>
                  <a:lnTo>
                    <a:pt x="50816" y="0"/>
                  </a:lnTo>
                  <a:lnTo>
                    <a:pt x="51226" y="9135"/>
                  </a:lnTo>
                  <a:lnTo>
                    <a:pt x="41503" y="8788"/>
                  </a:lnTo>
                  <a:lnTo>
                    <a:pt x="14222" y="7817"/>
                  </a:lnTo>
                  <a:lnTo>
                    <a:pt x="650" y="7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786697" y="1833798"/>
              <a:ext cx="65937" cy="75114"/>
            </a:xfrm>
            <a:custGeom>
              <a:avLst/>
              <a:pathLst>
                <a:path w="65937" h="75114">
                  <a:moveTo>
                    <a:pt x="23365" y="3958"/>
                  </a:moveTo>
                  <a:lnTo>
                    <a:pt x="48743" y="0"/>
                  </a:lnTo>
                  <a:lnTo>
                    <a:pt x="50488" y="4889"/>
                  </a:lnTo>
                  <a:lnTo>
                    <a:pt x="54234" y="15389"/>
                  </a:lnTo>
                  <a:lnTo>
                    <a:pt x="58561" y="27516"/>
                  </a:lnTo>
                  <a:lnTo>
                    <a:pt x="62956" y="39832"/>
                  </a:lnTo>
                  <a:lnTo>
                    <a:pt x="65937" y="48188"/>
                  </a:lnTo>
                  <a:lnTo>
                    <a:pt x="54708" y="56020"/>
                  </a:lnTo>
                  <a:lnTo>
                    <a:pt x="27329" y="75114"/>
                  </a:lnTo>
                  <a:lnTo>
                    <a:pt x="25221" y="70633"/>
                  </a:lnTo>
                  <a:lnTo>
                    <a:pt x="21248" y="62189"/>
                  </a:lnTo>
                  <a:lnTo>
                    <a:pt x="17580" y="54392"/>
                  </a:lnTo>
                  <a:lnTo>
                    <a:pt x="13461" y="45636"/>
                  </a:lnTo>
                  <a:lnTo>
                    <a:pt x="9448" y="37107"/>
                  </a:lnTo>
                  <a:lnTo>
                    <a:pt x="5365" y="28429"/>
                  </a:lnTo>
                  <a:lnTo>
                    <a:pt x="1463" y="20134"/>
                  </a:lnTo>
                  <a:lnTo>
                    <a:pt x="0" y="17023"/>
                  </a:lnTo>
                  <a:lnTo>
                    <a:pt x="691" y="15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733358" y="1857877"/>
              <a:ext cx="71842" cy="87065"/>
            </a:xfrm>
            <a:custGeom>
              <a:avLst/>
              <a:pathLst>
                <a:path w="71842" h="87065">
                  <a:moveTo>
                    <a:pt x="47172" y="0"/>
                  </a:moveTo>
                  <a:lnTo>
                    <a:pt x="49947" y="6483"/>
                  </a:lnTo>
                  <a:lnTo>
                    <a:pt x="53954" y="15846"/>
                  </a:lnTo>
                  <a:lnTo>
                    <a:pt x="58922" y="27455"/>
                  </a:lnTo>
                  <a:lnTo>
                    <a:pt x="63220" y="37498"/>
                  </a:lnTo>
                  <a:lnTo>
                    <a:pt x="68028" y="48732"/>
                  </a:lnTo>
                  <a:lnTo>
                    <a:pt x="71842" y="57645"/>
                  </a:lnTo>
                  <a:lnTo>
                    <a:pt x="59108" y="66541"/>
                  </a:lnTo>
                  <a:lnTo>
                    <a:pt x="21901" y="87065"/>
                  </a:lnTo>
                  <a:lnTo>
                    <a:pt x="17732" y="75581"/>
                  </a:lnTo>
                  <a:lnTo>
                    <a:pt x="13452" y="63792"/>
                  </a:lnTo>
                  <a:lnTo>
                    <a:pt x="9388" y="52601"/>
                  </a:lnTo>
                  <a:lnTo>
                    <a:pt x="5783" y="42671"/>
                  </a:lnTo>
                  <a:lnTo>
                    <a:pt x="2198" y="32796"/>
                  </a:lnTo>
                  <a:lnTo>
                    <a:pt x="0" y="26740"/>
                  </a:lnTo>
                  <a:lnTo>
                    <a:pt x="22369" y="14060"/>
                  </a:lnTo>
                  <a:lnTo>
                    <a:pt x="42453" y="26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676312" y="1886934"/>
              <a:ext cx="71508" cy="60624"/>
            </a:xfrm>
            <a:custGeom>
              <a:avLst/>
              <a:pathLst>
                <a:path w="71508" h="60624">
                  <a:moveTo>
                    <a:pt x="53557" y="6106"/>
                  </a:moveTo>
                  <a:lnTo>
                    <a:pt x="60850" y="28256"/>
                  </a:lnTo>
                  <a:lnTo>
                    <a:pt x="66944" y="46763"/>
                  </a:lnTo>
                  <a:lnTo>
                    <a:pt x="71508" y="60624"/>
                  </a:lnTo>
                  <a:lnTo>
                    <a:pt x="55567" y="60012"/>
                  </a:lnTo>
                  <a:lnTo>
                    <a:pt x="10536" y="58282"/>
                  </a:lnTo>
                  <a:lnTo>
                    <a:pt x="9908" y="54825"/>
                  </a:lnTo>
                  <a:lnTo>
                    <a:pt x="8458" y="46839"/>
                  </a:lnTo>
                  <a:lnTo>
                    <a:pt x="7838" y="44688"/>
                  </a:lnTo>
                  <a:lnTo>
                    <a:pt x="5300" y="35875"/>
                  </a:lnTo>
                  <a:lnTo>
                    <a:pt x="2657" y="26703"/>
                  </a:lnTo>
                  <a:lnTo>
                    <a:pt x="0" y="17476"/>
                  </a:lnTo>
                  <a:lnTo>
                    <a:pt x="23916" y="9368"/>
                  </a:lnTo>
                  <a:lnTo>
                    <a:pt x="515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619357" y="1902150"/>
              <a:ext cx="62255" cy="53146"/>
            </a:xfrm>
            <a:custGeom>
              <a:avLst/>
              <a:pathLst>
                <a:path w="62255" h="53146">
                  <a:moveTo>
                    <a:pt x="51683" y="5998"/>
                  </a:moveTo>
                  <a:lnTo>
                    <a:pt x="55464" y="16272"/>
                  </a:lnTo>
                  <a:lnTo>
                    <a:pt x="57631" y="22162"/>
                  </a:lnTo>
                  <a:lnTo>
                    <a:pt x="58635" y="26847"/>
                  </a:lnTo>
                  <a:lnTo>
                    <a:pt x="60686" y="36413"/>
                  </a:lnTo>
                  <a:lnTo>
                    <a:pt x="62255" y="43736"/>
                  </a:lnTo>
                  <a:lnTo>
                    <a:pt x="46721" y="46291"/>
                  </a:lnTo>
                  <a:lnTo>
                    <a:pt x="5042" y="53146"/>
                  </a:lnTo>
                  <a:lnTo>
                    <a:pt x="4370" y="46900"/>
                  </a:lnTo>
                  <a:lnTo>
                    <a:pt x="3374" y="37631"/>
                  </a:lnTo>
                  <a:lnTo>
                    <a:pt x="2172" y="26447"/>
                  </a:lnTo>
                  <a:lnTo>
                    <a:pt x="1155" y="16993"/>
                  </a:lnTo>
                  <a:lnTo>
                    <a:pt x="0" y="6241"/>
                  </a:lnTo>
                  <a:lnTo>
                    <a:pt x="24918" y="3098"/>
                  </a:lnTo>
                  <a:lnTo>
                    <a:pt x="494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577807" y="1932257"/>
              <a:ext cx="39049" cy="31018"/>
            </a:xfrm>
            <a:custGeom>
              <a:avLst/>
              <a:pathLst>
                <a:path w="39049" h="31018">
                  <a:moveTo>
                    <a:pt x="36329" y="9370"/>
                  </a:moveTo>
                  <a:lnTo>
                    <a:pt x="39049" y="18109"/>
                  </a:lnTo>
                  <a:lnTo>
                    <a:pt x="24213" y="24016"/>
                  </a:lnTo>
                  <a:lnTo>
                    <a:pt x="6627" y="31018"/>
                  </a:lnTo>
                  <a:lnTo>
                    <a:pt x="5242" y="27025"/>
                  </a:lnTo>
                  <a:lnTo>
                    <a:pt x="1780" y="17043"/>
                  </a:lnTo>
                  <a:lnTo>
                    <a:pt x="0" y="11910"/>
                  </a:lnTo>
                  <a:lnTo>
                    <a:pt x="16405" y="6062"/>
                  </a:lnTo>
                  <a:lnTo>
                    <a:pt x="334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571689" y="1709332"/>
              <a:ext cx="307546" cy="129420"/>
            </a:xfrm>
            <a:custGeom>
              <a:avLst/>
              <a:pathLst>
                <a:path w="307546" h="129420">
                  <a:moveTo>
                    <a:pt x="268885" y="91603"/>
                  </a:moveTo>
                  <a:lnTo>
                    <a:pt x="257930" y="50925"/>
                  </a:lnTo>
                  <a:lnTo>
                    <a:pt x="166543" y="77263"/>
                  </a:lnTo>
                  <a:lnTo>
                    <a:pt x="123051" y="85238"/>
                  </a:lnTo>
                  <a:lnTo>
                    <a:pt x="65081" y="91373"/>
                  </a:lnTo>
                  <a:lnTo>
                    <a:pt x="0" y="92434"/>
                  </a:lnTo>
                  <a:lnTo>
                    <a:pt x="25455" y="81436"/>
                  </a:lnTo>
                  <a:lnTo>
                    <a:pt x="46679" y="72267"/>
                  </a:lnTo>
                  <a:lnTo>
                    <a:pt x="70858" y="65312"/>
                  </a:lnTo>
                  <a:lnTo>
                    <a:pt x="84163" y="61485"/>
                  </a:lnTo>
                  <a:lnTo>
                    <a:pt x="90685" y="59778"/>
                  </a:lnTo>
                  <a:lnTo>
                    <a:pt x="110753" y="54523"/>
                  </a:lnTo>
                  <a:lnTo>
                    <a:pt x="126436" y="50417"/>
                  </a:lnTo>
                  <a:lnTo>
                    <a:pt x="140515" y="46731"/>
                  </a:lnTo>
                  <a:lnTo>
                    <a:pt x="149610" y="44350"/>
                  </a:lnTo>
                  <a:lnTo>
                    <a:pt x="154343" y="42984"/>
                  </a:lnTo>
                  <a:lnTo>
                    <a:pt x="166302" y="39533"/>
                  </a:lnTo>
                  <a:lnTo>
                    <a:pt x="176690" y="36536"/>
                  </a:lnTo>
                  <a:lnTo>
                    <a:pt x="185984" y="33855"/>
                  </a:lnTo>
                  <a:lnTo>
                    <a:pt x="195522" y="31102"/>
                  </a:lnTo>
                  <a:lnTo>
                    <a:pt x="205946" y="28095"/>
                  </a:lnTo>
                  <a:lnTo>
                    <a:pt x="215164" y="25435"/>
                  </a:lnTo>
                  <a:lnTo>
                    <a:pt x="223707" y="22616"/>
                  </a:lnTo>
                  <a:lnTo>
                    <a:pt x="233460" y="19398"/>
                  </a:lnTo>
                  <a:lnTo>
                    <a:pt x="243418" y="16111"/>
                  </a:lnTo>
                  <a:lnTo>
                    <a:pt x="248735" y="14357"/>
                  </a:lnTo>
                  <a:lnTo>
                    <a:pt x="253174" y="12493"/>
                  </a:lnTo>
                  <a:lnTo>
                    <a:pt x="262808" y="8448"/>
                  </a:lnTo>
                  <a:lnTo>
                    <a:pt x="272254" y="4482"/>
                  </a:lnTo>
                  <a:lnTo>
                    <a:pt x="282929" y="0"/>
                  </a:lnTo>
                  <a:lnTo>
                    <a:pt x="284312" y="6575"/>
                  </a:lnTo>
                  <a:lnTo>
                    <a:pt x="286329" y="16169"/>
                  </a:lnTo>
                  <a:lnTo>
                    <a:pt x="288231" y="25215"/>
                  </a:lnTo>
                  <a:lnTo>
                    <a:pt x="290036" y="33799"/>
                  </a:lnTo>
                  <a:lnTo>
                    <a:pt x="292140" y="44978"/>
                  </a:lnTo>
                  <a:lnTo>
                    <a:pt x="294307" y="56492"/>
                  </a:lnTo>
                  <a:lnTo>
                    <a:pt x="296452" y="67886"/>
                  </a:lnTo>
                  <a:lnTo>
                    <a:pt x="298412" y="78301"/>
                  </a:lnTo>
                  <a:lnTo>
                    <a:pt x="300603" y="89940"/>
                  </a:lnTo>
                  <a:lnTo>
                    <a:pt x="302516" y="100105"/>
                  </a:lnTo>
                  <a:lnTo>
                    <a:pt x="304677" y="111582"/>
                  </a:lnTo>
                  <a:lnTo>
                    <a:pt x="307546" y="126826"/>
                  </a:lnTo>
                  <a:lnTo>
                    <a:pt x="295146" y="127956"/>
                  </a:lnTo>
                  <a:lnTo>
                    <a:pt x="279069" y="1294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874337" y="1905575"/>
              <a:ext cx="60627" cy="49853"/>
            </a:xfrm>
            <a:custGeom>
              <a:avLst/>
              <a:pathLst>
                <a:path w="60627" h="49853">
                  <a:moveTo>
                    <a:pt x="22959" y="5098"/>
                  </a:moveTo>
                  <a:lnTo>
                    <a:pt x="49637" y="0"/>
                  </a:lnTo>
                  <a:lnTo>
                    <a:pt x="50994" y="5853"/>
                  </a:lnTo>
                  <a:lnTo>
                    <a:pt x="55005" y="23156"/>
                  </a:lnTo>
                  <a:lnTo>
                    <a:pt x="58482" y="38152"/>
                  </a:lnTo>
                  <a:lnTo>
                    <a:pt x="60627" y="47404"/>
                  </a:lnTo>
                  <a:lnTo>
                    <a:pt x="34594" y="48652"/>
                  </a:lnTo>
                  <a:lnTo>
                    <a:pt x="9529" y="49853"/>
                  </a:lnTo>
                  <a:lnTo>
                    <a:pt x="5040" y="30839"/>
                  </a:lnTo>
                  <a:lnTo>
                    <a:pt x="0" y="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28703" y="1513482"/>
              <a:ext cx="65202" cy="58544"/>
            </a:xfrm>
            <a:custGeom>
              <a:avLst/>
              <a:pathLst>
                <a:path w="65202" h="58544">
                  <a:moveTo>
                    <a:pt x="64041" y="15463"/>
                  </a:moveTo>
                  <a:lnTo>
                    <a:pt x="65202" y="19635"/>
                  </a:lnTo>
                  <a:lnTo>
                    <a:pt x="64849" y="31163"/>
                  </a:lnTo>
                  <a:lnTo>
                    <a:pt x="61677" y="38729"/>
                  </a:lnTo>
                  <a:lnTo>
                    <a:pt x="34229" y="47547"/>
                  </a:lnTo>
                  <a:lnTo>
                    <a:pt x="0" y="58544"/>
                  </a:lnTo>
                  <a:lnTo>
                    <a:pt x="1883" y="37940"/>
                  </a:lnTo>
                  <a:lnTo>
                    <a:pt x="3524" y="19995"/>
                  </a:lnTo>
                  <a:lnTo>
                    <a:pt x="29169" y="10873"/>
                  </a:lnTo>
                  <a:lnTo>
                    <a:pt x="597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09494" y="1777463"/>
              <a:ext cx="93122" cy="87414"/>
            </a:xfrm>
            <a:custGeom>
              <a:avLst/>
              <a:pathLst>
                <a:path w="93122" h="87414">
                  <a:moveTo>
                    <a:pt x="4249" y="82628"/>
                  </a:moveTo>
                  <a:lnTo>
                    <a:pt x="3331" y="73919"/>
                  </a:lnTo>
                  <a:lnTo>
                    <a:pt x="2472" y="65776"/>
                  </a:lnTo>
                  <a:lnTo>
                    <a:pt x="1648" y="57958"/>
                  </a:lnTo>
                  <a:lnTo>
                    <a:pt x="762" y="49563"/>
                  </a:lnTo>
                  <a:lnTo>
                    <a:pt x="0" y="42332"/>
                  </a:lnTo>
                  <a:lnTo>
                    <a:pt x="35572" y="30623"/>
                  </a:lnTo>
                  <a:lnTo>
                    <a:pt x="65470" y="0"/>
                  </a:lnTo>
                  <a:lnTo>
                    <a:pt x="68316" y="2973"/>
                  </a:lnTo>
                  <a:lnTo>
                    <a:pt x="72434" y="7276"/>
                  </a:lnTo>
                  <a:lnTo>
                    <a:pt x="76487" y="11511"/>
                  </a:lnTo>
                  <a:lnTo>
                    <a:pt x="81258" y="16497"/>
                  </a:lnTo>
                  <a:lnTo>
                    <a:pt x="85241" y="20658"/>
                  </a:lnTo>
                  <a:lnTo>
                    <a:pt x="89428" y="25033"/>
                  </a:lnTo>
                  <a:lnTo>
                    <a:pt x="93122" y="28893"/>
                  </a:lnTo>
                  <a:lnTo>
                    <a:pt x="55840" y="72200"/>
                  </a:lnTo>
                  <a:lnTo>
                    <a:pt x="43809" y="81149"/>
                  </a:lnTo>
                  <a:lnTo>
                    <a:pt x="4754" y="87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056923" y="1811120"/>
              <a:ext cx="97531" cy="132566"/>
            </a:xfrm>
            <a:custGeom>
              <a:avLst/>
              <a:pathLst>
                <a:path w="97531" h="132566">
                  <a:moveTo>
                    <a:pt x="7956" y="96593"/>
                  </a:moveTo>
                  <a:lnTo>
                    <a:pt x="5368" y="83181"/>
                  </a:lnTo>
                  <a:lnTo>
                    <a:pt x="2740" y="69561"/>
                  </a:lnTo>
                  <a:lnTo>
                    <a:pt x="0" y="55359"/>
                  </a:lnTo>
                  <a:lnTo>
                    <a:pt x="20434" y="33356"/>
                  </a:lnTo>
                  <a:lnTo>
                    <a:pt x="24369" y="28726"/>
                  </a:lnTo>
                  <a:lnTo>
                    <a:pt x="48783" y="0"/>
                  </a:lnTo>
                  <a:lnTo>
                    <a:pt x="53092" y="6112"/>
                  </a:lnTo>
                  <a:lnTo>
                    <a:pt x="58706" y="14078"/>
                  </a:lnTo>
                  <a:lnTo>
                    <a:pt x="64264" y="21963"/>
                  </a:lnTo>
                  <a:lnTo>
                    <a:pt x="69856" y="29895"/>
                  </a:lnTo>
                  <a:lnTo>
                    <a:pt x="75521" y="37932"/>
                  </a:lnTo>
                  <a:lnTo>
                    <a:pt x="81543" y="46476"/>
                  </a:lnTo>
                  <a:lnTo>
                    <a:pt x="87964" y="55585"/>
                  </a:lnTo>
                  <a:lnTo>
                    <a:pt x="97531" y="69158"/>
                  </a:lnTo>
                  <a:lnTo>
                    <a:pt x="56820" y="119871"/>
                  </a:lnTo>
                  <a:lnTo>
                    <a:pt x="49068" y="124830"/>
                  </a:lnTo>
                  <a:lnTo>
                    <a:pt x="36974" y="132566"/>
                  </a:lnTo>
                  <a:lnTo>
                    <a:pt x="25265" y="121123"/>
                  </a:lnTo>
                  <a:lnTo>
                    <a:pt x="14376" y="110481"/>
                  </a:lnTo>
                  <a:lnTo>
                    <a:pt x="9766" y="105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22914" y="1868936"/>
              <a:ext cx="40707" cy="83978"/>
            </a:xfrm>
            <a:custGeom>
              <a:avLst/>
              <a:pathLst>
                <a:path w="40707" h="83978">
                  <a:moveTo>
                    <a:pt x="16184" y="1756"/>
                  </a:moveTo>
                  <a:lnTo>
                    <a:pt x="28063" y="0"/>
                  </a:lnTo>
                  <a:lnTo>
                    <a:pt x="28985" y="5945"/>
                  </a:lnTo>
                  <a:lnTo>
                    <a:pt x="31320" y="21012"/>
                  </a:lnTo>
                  <a:lnTo>
                    <a:pt x="33814" y="37106"/>
                  </a:lnTo>
                  <a:lnTo>
                    <a:pt x="36225" y="52664"/>
                  </a:lnTo>
                  <a:lnTo>
                    <a:pt x="38817" y="69387"/>
                  </a:lnTo>
                  <a:lnTo>
                    <a:pt x="40707" y="81585"/>
                  </a:lnTo>
                  <a:lnTo>
                    <a:pt x="18890" y="83399"/>
                  </a:lnTo>
                  <a:lnTo>
                    <a:pt x="11928" y="83978"/>
                  </a:lnTo>
                  <a:lnTo>
                    <a:pt x="5277" y="39470"/>
                  </a:lnTo>
                  <a:lnTo>
                    <a:pt x="0" y="41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32647" y="1876042"/>
              <a:ext cx="91648" cy="80907"/>
            </a:xfrm>
            <a:custGeom>
              <a:avLst/>
              <a:pathLst>
                <a:path w="91648" h="80907">
                  <a:moveTo>
                    <a:pt x="39787" y="7315"/>
                  </a:moveTo>
                  <a:lnTo>
                    <a:pt x="78542" y="0"/>
                  </a:lnTo>
                  <a:lnTo>
                    <a:pt x="80559" y="12022"/>
                  </a:lnTo>
                  <a:lnTo>
                    <a:pt x="83898" y="31931"/>
                  </a:lnTo>
                  <a:lnTo>
                    <a:pt x="86733" y="48836"/>
                  </a:lnTo>
                  <a:lnTo>
                    <a:pt x="89381" y="64625"/>
                  </a:lnTo>
                  <a:lnTo>
                    <a:pt x="91648" y="78145"/>
                  </a:lnTo>
                  <a:lnTo>
                    <a:pt x="53303" y="79533"/>
                  </a:lnTo>
                  <a:lnTo>
                    <a:pt x="15334" y="80907"/>
                  </a:lnTo>
                  <a:lnTo>
                    <a:pt x="13243" y="71895"/>
                  </a:lnTo>
                  <a:lnTo>
                    <a:pt x="9889" y="57442"/>
                  </a:lnTo>
                  <a:lnTo>
                    <a:pt x="6586" y="43210"/>
                  </a:lnTo>
                  <a:lnTo>
                    <a:pt x="3193" y="28587"/>
                  </a:lnTo>
                  <a:lnTo>
                    <a:pt x="0" y="148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86006" y="5146279"/>
              <a:ext cx="295750" cy="262488"/>
            </a:xfrm>
            <a:custGeom>
              <a:avLst/>
              <a:pathLst>
                <a:path w="295750" h="262488">
                  <a:moveTo>
                    <a:pt x="290095" y="252806"/>
                  </a:moveTo>
                  <a:lnTo>
                    <a:pt x="283747" y="262488"/>
                  </a:lnTo>
                  <a:lnTo>
                    <a:pt x="158361" y="155792"/>
                  </a:lnTo>
                  <a:lnTo>
                    <a:pt x="140629" y="133064"/>
                  </a:lnTo>
                  <a:lnTo>
                    <a:pt x="122810" y="122114"/>
                  </a:lnTo>
                  <a:lnTo>
                    <a:pt x="76533" y="93675"/>
                  </a:lnTo>
                  <a:lnTo>
                    <a:pt x="60436" y="80706"/>
                  </a:lnTo>
                  <a:lnTo>
                    <a:pt x="40372" y="57456"/>
                  </a:lnTo>
                  <a:lnTo>
                    <a:pt x="0" y="16603"/>
                  </a:lnTo>
                  <a:lnTo>
                    <a:pt x="7447" y="8181"/>
                  </a:lnTo>
                  <a:lnTo>
                    <a:pt x="14683" y="0"/>
                  </a:lnTo>
                  <a:lnTo>
                    <a:pt x="20887" y="3186"/>
                  </a:lnTo>
                  <a:lnTo>
                    <a:pt x="29595" y="7659"/>
                  </a:lnTo>
                  <a:lnTo>
                    <a:pt x="37672" y="14045"/>
                  </a:lnTo>
                  <a:lnTo>
                    <a:pt x="42811" y="18107"/>
                  </a:lnTo>
                  <a:lnTo>
                    <a:pt x="44906" y="20676"/>
                  </a:lnTo>
                  <a:lnTo>
                    <a:pt x="50942" y="28081"/>
                  </a:lnTo>
                  <a:lnTo>
                    <a:pt x="56909" y="35400"/>
                  </a:lnTo>
                  <a:lnTo>
                    <a:pt x="63555" y="43697"/>
                  </a:lnTo>
                  <a:lnTo>
                    <a:pt x="70556" y="50538"/>
                  </a:lnTo>
                  <a:lnTo>
                    <a:pt x="72945" y="52873"/>
                  </a:lnTo>
                  <a:lnTo>
                    <a:pt x="77703" y="58097"/>
                  </a:lnTo>
                  <a:lnTo>
                    <a:pt x="81722" y="65902"/>
                  </a:lnTo>
                  <a:lnTo>
                    <a:pt x="82990" y="68365"/>
                  </a:lnTo>
                  <a:lnTo>
                    <a:pt x="88407" y="73177"/>
                  </a:lnTo>
                  <a:lnTo>
                    <a:pt x="95930" y="79858"/>
                  </a:lnTo>
                  <a:lnTo>
                    <a:pt x="103017" y="86152"/>
                  </a:lnTo>
                  <a:lnTo>
                    <a:pt x="104990" y="87905"/>
                  </a:lnTo>
                  <a:lnTo>
                    <a:pt x="112711" y="92915"/>
                  </a:lnTo>
                  <a:lnTo>
                    <a:pt x="124257" y="100408"/>
                  </a:lnTo>
                  <a:lnTo>
                    <a:pt x="135162" y="107484"/>
                  </a:lnTo>
                  <a:lnTo>
                    <a:pt x="138790" y="109838"/>
                  </a:lnTo>
                  <a:lnTo>
                    <a:pt x="147036" y="113650"/>
                  </a:lnTo>
                  <a:lnTo>
                    <a:pt x="159171" y="119260"/>
                  </a:lnTo>
                  <a:lnTo>
                    <a:pt x="168705" y="123667"/>
                  </a:lnTo>
                  <a:lnTo>
                    <a:pt x="170272" y="124392"/>
                  </a:lnTo>
                  <a:lnTo>
                    <a:pt x="176083" y="132757"/>
                  </a:lnTo>
                  <a:lnTo>
                    <a:pt x="182138" y="141474"/>
                  </a:lnTo>
                  <a:lnTo>
                    <a:pt x="190570" y="148255"/>
                  </a:lnTo>
                  <a:lnTo>
                    <a:pt x="197577" y="153890"/>
                  </a:lnTo>
                  <a:lnTo>
                    <a:pt x="205043" y="159894"/>
                  </a:lnTo>
                  <a:lnTo>
                    <a:pt x="212168" y="165624"/>
                  </a:lnTo>
                  <a:lnTo>
                    <a:pt x="219969" y="171897"/>
                  </a:lnTo>
                  <a:lnTo>
                    <a:pt x="226600" y="177230"/>
                  </a:lnTo>
                  <a:lnTo>
                    <a:pt x="230730" y="180551"/>
                  </a:lnTo>
                  <a:lnTo>
                    <a:pt x="235352" y="184410"/>
                  </a:lnTo>
                  <a:lnTo>
                    <a:pt x="243851" y="191506"/>
                  </a:lnTo>
                  <a:lnTo>
                    <a:pt x="250792" y="197301"/>
                  </a:lnTo>
                  <a:lnTo>
                    <a:pt x="259151" y="204279"/>
                  </a:lnTo>
                  <a:lnTo>
                    <a:pt x="267473" y="211226"/>
                  </a:lnTo>
                  <a:lnTo>
                    <a:pt x="277209" y="219355"/>
                  </a:lnTo>
                  <a:lnTo>
                    <a:pt x="289227" y="237364"/>
                  </a:lnTo>
                  <a:lnTo>
                    <a:pt x="295750" y="244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88164" y="5109591"/>
              <a:ext cx="266638" cy="241867"/>
            </a:xfrm>
            <a:custGeom>
              <a:avLst/>
              <a:pathLst>
                <a:path w="266638" h="241867">
                  <a:moveTo>
                    <a:pt x="266638" y="241867"/>
                  </a:moveTo>
                  <a:lnTo>
                    <a:pt x="242431" y="221504"/>
                  </a:lnTo>
                  <a:lnTo>
                    <a:pt x="228180" y="209516"/>
                  </a:lnTo>
                  <a:lnTo>
                    <a:pt x="214215" y="197769"/>
                  </a:lnTo>
                  <a:lnTo>
                    <a:pt x="198969" y="184944"/>
                  </a:lnTo>
                  <a:lnTo>
                    <a:pt x="189719" y="172837"/>
                  </a:lnTo>
                  <a:lnTo>
                    <a:pt x="179847" y="159915"/>
                  </a:lnTo>
                  <a:lnTo>
                    <a:pt x="163333" y="151794"/>
                  </a:lnTo>
                  <a:lnTo>
                    <a:pt x="145256" y="142905"/>
                  </a:lnTo>
                  <a:lnTo>
                    <a:pt x="140410" y="140522"/>
                  </a:lnTo>
                  <a:lnTo>
                    <a:pt x="129559" y="133258"/>
                  </a:lnTo>
                  <a:lnTo>
                    <a:pt x="114367" y="123089"/>
                  </a:lnTo>
                  <a:lnTo>
                    <a:pt x="97016" y="111475"/>
                  </a:lnTo>
                  <a:lnTo>
                    <a:pt x="83255" y="95797"/>
                  </a:lnTo>
                  <a:lnTo>
                    <a:pt x="70133" y="80849"/>
                  </a:lnTo>
                  <a:lnTo>
                    <a:pt x="65547" y="75623"/>
                  </a:lnTo>
                  <a:lnTo>
                    <a:pt x="56939" y="65800"/>
                  </a:lnTo>
                  <a:lnTo>
                    <a:pt x="45897" y="53198"/>
                  </a:lnTo>
                  <a:lnTo>
                    <a:pt x="29820" y="40588"/>
                  </a:lnTo>
                  <a:lnTo>
                    <a:pt x="16391" y="30056"/>
                  </a:lnTo>
                  <a:lnTo>
                    <a:pt x="0" y="17200"/>
                  </a:lnTo>
                  <a:lnTo>
                    <a:pt x="12741" y="8540"/>
                  </a:lnTo>
                  <a:lnTo>
                    <a:pt x="25307" y="0"/>
                  </a:lnTo>
                  <a:lnTo>
                    <a:pt x="85372" y="57722"/>
                  </a:lnTo>
                  <a:lnTo>
                    <a:pt x="106849" y="88120"/>
                  </a:lnTo>
                  <a:lnTo>
                    <a:pt x="123259" y="102378"/>
                  </a:lnTo>
                  <a:lnTo>
                    <a:pt x="128877" y="107260"/>
                  </a:lnTo>
                  <a:lnTo>
                    <a:pt x="155860" y="125836"/>
                  </a:lnTo>
                  <a:lnTo>
                    <a:pt x="177888" y="139347"/>
                  </a:lnTo>
                  <a:lnTo>
                    <a:pt x="196612" y="148353"/>
                  </a:lnTo>
                  <a:lnTo>
                    <a:pt x="224146" y="169182"/>
                  </a:lnTo>
                  <a:lnTo>
                    <a:pt x="244037" y="190798"/>
                  </a:lnTo>
                  <a:lnTo>
                    <a:pt x="257254" y="216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32779" y="5047847"/>
              <a:ext cx="69959" cy="74756"/>
            </a:xfrm>
            <a:custGeom>
              <a:avLst/>
              <a:pathLst>
                <a:path w="69959" h="74756">
                  <a:moveTo>
                    <a:pt x="8639" y="3529"/>
                  </a:moveTo>
                  <a:lnTo>
                    <a:pt x="20346" y="2810"/>
                  </a:lnTo>
                  <a:lnTo>
                    <a:pt x="32563" y="2059"/>
                  </a:lnTo>
                  <a:lnTo>
                    <a:pt x="45584" y="1259"/>
                  </a:lnTo>
                  <a:lnTo>
                    <a:pt x="56413" y="594"/>
                  </a:lnTo>
                  <a:lnTo>
                    <a:pt x="66083" y="0"/>
                  </a:lnTo>
                  <a:lnTo>
                    <a:pt x="67255" y="10946"/>
                  </a:lnTo>
                  <a:lnTo>
                    <a:pt x="68456" y="22165"/>
                  </a:lnTo>
                  <a:lnTo>
                    <a:pt x="69959" y="36207"/>
                  </a:lnTo>
                  <a:lnTo>
                    <a:pt x="68748" y="38685"/>
                  </a:lnTo>
                  <a:lnTo>
                    <a:pt x="62095" y="52285"/>
                  </a:lnTo>
                  <a:lnTo>
                    <a:pt x="56016" y="64714"/>
                  </a:lnTo>
                  <a:lnTo>
                    <a:pt x="51104" y="74756"/>
                  </a:lnTo>
                  <a:lnTo>
                    <a:pt x="22380" y="71334"/>
                  </a:lnTo>
                  <a:lnTo>
                    <a:pt x="11806" y="67010"/>
                  </a:lnTo>
                  <a:lnTo>
                    <a:pt x="6343" y="63227"/>
                  </a:lnTo>
                  <a:lnTo>
                    <a:pt x="3876" y="57283"/>
                  </a:lnTo>
                  <a:lnTo>
                    <a:pt x="1585" y="49717"/>
                  </a:lnTo>
                  <a:lnTo>
                    <a:pt x="352" y="41791"/>
                  </a:lnTo>
                  <a:lnTo>
                    <a:pt x="0" y="34045"/>
                  </a:lnTo>
                  <a:lnTo>
                    <a:pt x="528" y="22697"/>
                  </a:lnTo>
                  <a:lnTo>
                    <a:pt x="704" y="13690"/>
                  </a:lnTo>
                  <a:lnTo>
                    <a:pt x="1585" y="39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23982" y="4995835"/>
              <a:ext cx="68799" cy="78429"/>
            </a:xfrm>
            <a:custGeom>
              <a:avLst/>
              <a:pathLst>
                <a:path w="68799" h="78429">
                  <a:moveTo>
                    <a:pt x="64189" y="53946"/>
                  </a:moveTo>
                  <a:lnTo>
                    <a:pt x="58426" y="57854"/>
                  </a:lnTo>
                  <a:lnTo>
                    <a:pt x="51859" y="62307"/>
                  </a:lnTo>
                  <a:lnTo>
                    <a:pt x="45341" y="66726"/>
                  </a:lnTo>
                  <a:lnTo>
                    <a:pt x="38364" y="71457"/>
                  </a:lnTo>
                  <a:lnTo>
                    <a:pt x="31900" y="75840"/>
                  </a:lnTo>
                  <a:lnTo>
                    <a:pt x="28082" y="78429"/>
                  </a:lnTo>
                  <a:lnTo>
                    <a:pt x="14098" y="57210"/>
                  </a:lnTo>
                  <a:lnTo>
                    <a:pt x="0" y="35819"/>
                  </a:lnTo>
                  <a:lnTo>
                    <a:pt x="5284" y="32327"/>
                  </a:lnTo>
                  <a:lnTo>
                    <a:pt x="14318" y="26359"/>
                  </a:lnTo>
                  <a:lnTo>
                    <a:pt x="26631" y="18225"/>
                  </a:lnTo>
                  <a:lnTo>
                    <a:pt x="35853" y="12132"/>
                  </a:lnTo>
                  <a:lnTo>
                    <a:pt x="54218" y="0"/>
                  </a:lnTo>
                  <a:lnTo>
                    <a:pt x="63009" y="19313"/>
                  </a:lnTo>
                  <a:lnTo>
                    <a:pt x="64139" y="21795"/>
                  </a:lnTo>
                  <a:lnTo>
                    <a:pt x="68799" y="50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94053" y="4981163"/>
              <a:ext cx="103598" cy="180024"/>
            </a:xfrm>
            <a:custGeom>
              <a:avLst/>
              <a:pathLst>
                <a:path w="103598" h="180024">
                  <a:moveTo>
                    <a:pt x="93406" y="171354"/>
                  </a:moveTo>
                  <a:lnTo>
                    <a:pt x="84302" y="180024"/>
                  </a:lnTo>
                  <a:lnTo>
                    <a:pt x="48617" y="166243"/>
                  </a:lnTo>
                  <a:lnTo>
                    <a:pt x="25620" y="153003"/>
                  </a:lnTo>
                  <a:lnTo>
                    <a:pt x="11875" y="132198"/>
                  </a:lnTo>
                  <a:lnTo>
                    <a:pt x="6015" y="112675"/>
                  </a:lnTo>
                  <a:lnTo>
                    <a:pt x="0" y="11025"/>
                  </a:lnTo>
                  <a:lnTo>
                    <a:pt x="10367" y="5670"/>
                  </a:lnTo>
                  <a:lnTo>
                    <a:pt x="21346" y="0"/>
                  </a:lnTo>
                  <a:lnTo>
                    <a:pt x="25554" y="6297"/>
                  </a:lnTo>
                  <a:lnTo>
                    <a:pt x="28748" y="11078"/>
                  </a:lnTo>
                  <a:lnTo>
                    <a:pt x="29308" y="16236"/>
                  </a:lnTo>
                  <a:lnTo>
                    <a:pt x="30425" y="26512"/>
                  </a:lnTo>
                  <a:lnTo>
                    <a:pt x="31127" y="32965"/>
                  </a:lnTo>
                  <a:lnTo>
                    <a:pt x="31271" y="37129"/>
                  </a:lnTo>
                  <a:lnTo>
                    <a:pt x="31634" y="47604"/>
                  </a:lnTo>
                  <a:lnTo>
                    <a:pt x="31985" y="57740"/>
                  </a:lnTo>
                  <a:lnTo>
                    <a:pt x="32184" y="63498"/>
                  </a:lnTo>
                  <a:lnTo>
                    <a:pt x="32089" y="68064"/>
                  </a:lnTo>
                  <a:lnTo>
                    <a:pt x="31873" y="78422"/>
                  </a:lnTo>
                  <a:lnTo>
                    <a:pt x="31655" y="88897"/>
                  </a:lnTo>
                  <a:lnTo>
                    <a:pt x="30813" y="99107"/>
                  </a:lnTo>
                  <a:lnTo>
                    <a:pt x="29805" y="111324"/>
                  </a:lnTo>
                  <a:lnTo>
                    <a:pt x="30268" y="119284"/>
                  </a:lnTo>
                  <a:lnTo>
                    <a:pt x="31368" y="121399"/>
                  </a:lnTo>
                  <a:lnTo>
                    <a:pt x="34563" y="127537"/>
                  </a:lnTo>
                  <a:lnTo>
                    <a:pt x="37073" y="130415"/>
                  </a:lnTo>
                  <a:lnTo>
                    <a:pt x="45401" y="139966"/>
                  </a:lnTo>
                  <a:lnTo>
                    <a:pt x="56609" y="144422"/>
                  </a:lnTo>
                  <a:lnTo>
                    <a:pt x="64433" y="147532"/>
                  </a:lnTo>
                  <a:lnTo>
                    <a:pt x="69797" y="148344"/>
                  </a:lnTo>
                  <a:lnTo>
                    <a:pt x="85844" y="150774"/>
                  </a:lnTo>
                  <a:lnTo>
                    <a:pt x="94566" y="154557"/>
                  </a:lnTo>
                  <a:lnTo>
                    <a:pt x="103598" y="16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8406" y="4968524"/>
              <a:ext cx="73758" cy="57015"/>
            </a:xfrm>
            <a:custGeom>
              <a:avLst/>
              <a:pathLst>
                <a:path w="73758" h="57015">
                  <a:moveTo>
                    <a:pt x="45960" y="37689"/>
                  </a:moveTo>
                  <a:lnTo>
                    <a:pt x="14060" y="57015"/>
                  </a:lnTo>
                  <a:lnTo>
                    <a:pt x="7413" y="46448"/>
                  </a:lnTo>
                  <a:lnTo>
                    <a:pt x="0" y="34663"/>
                  </a:lnTo>
                  <a:lnTo>
                    <a:pt x="8392" y="29776"/>
                  </a:lnTo>
                  <a:lnTo>
                    <a:pt x="18026" y="24166"/>
                  </a:lnTo>
                  <a:lnTo>
                    <a:pt x="27831" y="18456"/>
                  </a:lnTo>
                  <a:lnTo>
                    <a:pt x="38183" y="12428"/>
                  </a:lnTo>
                  <a:lnTo>
                    <a:pt x="50431" y="5295"/>
                  </a:lnTo>
                  <a:lnTo>
                    <a:pt x="59525" y="0"/>
                  </a:lnTo>
                  <a:lnTo>
                    <a:pt x="65600" y="8897"/>
                  </a:lnTo>
                  <a:lnTo>
                    <a:pt x="73758" y="20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7674" y="4945539"/>
              <a:ext cx="58396" cy="52749"/>
            </a:xfrm>
            <a:custGeom>
              <a:avLst/>
              <a:pathLst>
                <a:path w="58396" h="52749">
                  <a:moveTo>
                    <a:pt x="41037" y="41657"/>
                  </a:moveTo>
                  <a:lnTo>
                    <a:pt x="21883" y="52749"/>
                  </a:lnTo>
                  <a:lnTo>
                    <a:pt x="9724" y="34149"/>
                  </a:lnTo>
                  <a:lnTo>
                    <a:pt x="0" y="19272"/>
                  </a:lnTo>
                  <a:lnTo>
                    <a:pt x="5722" y="16444"/>
                  </a:lnTo>
                  <a:lnTo>
                    <a:pt x="13087" y="12803"/>
                  </a:lnTo>
                  <a:lnTo>
                    <a:pt x="22594" y="8104"/>
                  </a:lnTo>
                  <a:lnTo>
                    <a:pt x="32331" y="3291"/>
                  </a:lnTo>
                  <a:lnTo>
                    <a:pt x="38990" y="0"/>
                  </a:lnTo>
                  <a:lnTo>
                    <a:pt x="48541" y="15554"/>
                  </a:lnTo>
                  <a:lnTo>
                    <a:pt x="58396" y="31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0635" y="4993894"/>
              <a:ext cx="52851" cy="48224"/>
            </a:xfrm>
            <a:custGeom>
              <a:avLst/>
              <a:pathLst>
                <a:path w="52851" h="48224">
                  <a:moveTo>
                    <a:pt x="10188" y="9663"/>
                  </a:moveTo>
                  <a:lnTo>
                    <a:pt x="18350" y="4077"/>
                  </a:lnTo>
                  <a:lnTo>
                    <a:pt x="24308" y="0"/>
                  </a:lnTo>
                  <a:lnTo>
                    <a:pt x="25175" y="926"/>
                  </a:lnTo>
                  <a:lnTo>
                    <a:pt x="31351" y="6187"/>
                  </a:lnTo>
                  <a:lnTo>
                    <a:pt x="34125" y="8550"/>
                  </a:lnTo>
                  <a:lnTo>
                    <a:pt x="38899" y="14932"/>
                  </a:lnTo>
                  <a:lnTo>
                    <a:pt x="43820" y="21510"/>
                  </a:lnTo>
                  <a:lnTo>
                    <a:pt x="45279" y="24058"/>
                  </a:lnTo>
                  <a:lnTo>
                    <a:pt x="49786" y="31928"/>
                  </a:lnTo>
                  <a:lnTo>
                    <a:pt x="50525" y="34883"/>
                  </a:lnTo>
                  <a:lnTo>
                    <a:pt x="52520" y="42855"/>
                  </a:lnTo>
                  <a:lnTo>
                    <a:pt x="52851" y="48224"/>
                  </a:lnTo>
                  <a:lnTo>
                    <a:pt x="30248" y="45788"/>
                  </a:lnTo>
                  <a:lnTo>
                    <a:pt x="13359" y="43967"/>
                  </a:lnTo>
                  <a:lnTo>
                    <a:pt x="6332" y="29590"/>
                  </a:lnTo>
                  <a:lnTo>
                    <a:pt x="0" y="16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95142" y="4933222"/>
              <a:ext cx="106257" cy="114211"/>
            </a:xfrm>
            <a:custGeom>
              <a:avLst/>
              <a:pathLst>
                <a:path w="106257" h="114211">
                  <a:moveTo>
                    <a:pt x="95468" y="108697"/>
                  </a:moveTo>
                  <a:lnTo>
                    <a:pt x="86100" y="109619"/>
                  </a:lnTo>
                  <a:lnTo>
                    <a:pt x="75564" y="110656"/>
                  </a:lnTo>
                  <a:lnTo>
                    <a:pt x="63899" y="111805"/>
                  </a:lnTo>
                  <a:lnTo>
                    <a:pt x="51952" y="112981"/>
                  </a:lnTo>
                  <a:lnTo>
                    <a:pt x="39457" y="114211"/>
                  </a:lnTo>
                  <a:lnTo>
                    <a:pt x="38994" y="106447"/>
                  </a:lnTo>
                  <a:lnTo>
                    <a:pt x="38389" y="96299"/>
                  </a:lnTo>
                  <a:lnTo>
                    <a:pt x="37757" y="85702"/>
                  </a:lnTo>
                  <a:lnTo>
                    <a:pt x="37080" y="74329"/>
                  </a:lnTo>
                  <a:lnTo>
                    <a:pt x="36407" y="63039"/>
                  </a:lnTo>
                  <a:lnTo>
                    <a:pt x="36227" y="60030"/>
                  </a:lnTo>
                  <a:lnTo>
                    <a:pt x="31338" y="52117"/>
                  </a:lnTo>
                  <a:lnTo>
                    <a:pt x="25232" y="42236"/>
                  </a:lnTo>
                  <a:lnTo>
                    <a:pt x="20113" y="33950"/>
                  </a:lnTo>
                  <a:lnTo>
                    <a:pt x="14523" y="24902"/>
                  </a:lnTo>
                  <a:lnTo>
                    <a:pt x="7337" y="13272"/>
                  </a:lnTo>
                  <a:lnTo>
                    <a:pt x="0" y="1396"/>
                  </a:lnTo>
                  <a:lnTo>
                    <a:pt x="7204" y="0"/>
                  </a:lnTo>
                  <a:lnTo>
                    <a:pt x="37192" y="17043"/>
                  </a:lnTo>
                  <a:lnTo>
                    <a:pt x="52021" y="25470"/>
                  </a:lnTo>
                  <a:lnTo>
                    <a:pt x="60171" y="46411"/>
                  </a:lnTo>
                  <a:lnTo>
                    <a:pt x="63110" y="86025"/>
                  </a:lnTo>
                  <a:lnTo>
                    <a:pt x="82857" y="84632"/>
                  </a:lnTo>
                  <a:lnTo>
                    <a:pt x="104715" y="83092"/>
                  </a:lnTo>
                  <a:lnTo>
                    <a:pt x="105533" y="96116"/>
                  </a:lnTo>
                  <a:lnTo>
                    <a:pt x="106257" y="107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67430" y="4869197"/>
              <a:ext cx="34965" cy="58114"/>
            </a:xfrm>
            <a:custGeom>
              <a:avLst/>
              <a:pathLst>
                <a:path w="34965" h="58114">
                  <a:moveTo>
                    <a:pt x="27455" y="55039"/>
                  </a:moveTo>
                  <a:lnTo>
                    <a:pt x="18683" y="58114"/>
                  </a:lnTo>
                  <a:lnTo>
                    <a:pt x="15282" y="48276"/>
                  </a:lnTo>
                  <a:lnTo>
                    <a:pt x="11297" y="36746"/>
                  </a:lnTo>
                  <a:lnTo>
                    <a:pt x="7719" y="26395"/>
                  </a:lnTo>
                  <a:lnTo>
                    <a:pt x="4383" y="16744"/>
                  </a:lnTo>
                  <a:lnTo>
                    <a:pt x="0" y="4064"/>
                  </a:lnTo>
                  <a:lnTo>
                    <a:pt x="4809" y="2969"/>
                  </a:lnTo>
                  <a:lnTo>
                    <a:pt x="9800" y="1833"/>
                  </a:lnTo>
                  <a:lnTo>
                    <a:pt x="15070" y="633"/>
                  </a:lnTo>
                  <a:lnTo>
                    <a:pt x="17851" y="0"/>
                  </a:lnTo>
                  <a:lnTo>
                    <a:pt x="25271" y="22722"/>
                  </a:lnTo>
                  <a:lnTo>
                    <a:pt x="34965" y="52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92262" y="4853599"/>
              <a:ext cx="50785" cy="61722"/>
            </a:xfrm>
            <a:custGeom>
              <a:avLst/>
              <a:pathLst>
                <a:path w="50785" h="61722">
                  <a:moveTo>
                    <a:pt x="12479" y="44131"/>
                  </a:moveTo>
                  <a:lnTo>
                    <a:pt x="0" y="11261"/>
                  </a:lnTo>
                  <a:lnTo>
                    <a:pt x="15817" y="5661"/>
                  </a:lnTo>
                  <a:lnTo>
                    <a:pt x="31807" y="0"/>
                  </a:lnTo>
                  <a:lnTo>
                    <a:pt x="39824" y="20915"/>
                  </a:lnTo>
                  <a:lnTo>
                    <a:pt x="50178" y="47928"/>
                  </a:lnTo>
                  <a:lnTo>
                    <a:pt x="50785" y="49468"/>
                  </a:lnTo>
                  <a:lnTo>
                    <a:pt x="46261" y="51608"/>
                  </a:lnTo>
                  <a:lnTo>
                    <a:pt x="37565" y="55720"/>
                  </a:lnTo>
                  <a:lnTo>
                    <a:pt x="30572" y="59028"/>
                  </a:lnTo>
                  <a:lnTo>
                    <a:pt x="24876" y="61722"/>
                  </a:lnTo>
                  <a:lnTo>
                    <a:pt x="17186" y="56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70784" y="4791601"/>
              <a:ext cx="58771" cy="61307"/>
            </a:xfrm>
            <a:custGeom>
              <a:avLst/>
              <a:pathLst>
                <a:path w="58771" h="61307">
                  <a:moveTo>
                    <a:pt x="44343" y="53901"/>
                  </a:moveTo>
                  <a:lnTo>
                    <a:pt x="30273" y="58141"/>
                  </a:lnTo>
                  <a:lnTo>
                    <a:pt x="19765" y="61307"/>
                  </a:lnTo>
                  <a:lnTo>
                    <a:pt x="9295" y="38869"/>
                  </a:lnTo>
                  <a:lnTo>
                    <a:pt x="0" y="18950"/>
                  </a:lnTo>
                  <a:lnTo>
                    <a:pt x="12098" y="12792"/>
                  </a:lnTo>
                  <a:lnTo>
                    <a:pt x="21623" y="7945"/>
                  </a:lnTo>
                  <a:lnTo>
                    <a:pt x="37235" y="0"/>
                  </a:lnTo>
                  <a:lnTo>
                    <a:pt x="45373" y="18725"/>
                  </a:lnTo>
                  <a:lnTo>
                    <a:pt x="58771" y="49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30695" y="4782576"/>
              <a:ext cx="56601" cy="82117"/>
            </a:xfrm>
            <a:custGeom>
              <a:avLst/>
              <a:pathLst>
                <a:path w="56601" h="82117">
                  <a:moveTo>
                    <a:pt x="32610" y="76698"/>
                  </a:moveTo>
                  <a:lnTo>
                    <a:pt x="30694" y="67511"/>
                  </a:lnTo>
                  <a:lnTo>
                    <a:pt x="30262" y="65438"/>
                  </a:lnTo>
                  <a:lnTo>
                    <a:pt x="27240" y="58625"/>
                  </a:lnTo>
                  <a:lnTo>
                    <a:pt x="23486" y="50159"/>
                  </a:lnTo>
                  <a:lnTo>
                    <a:pt x="22163" y="47175"/>
                  </a:lnTo>
                  <a:lnTo>
                    <a:pt x="19020" y="42087"/>
                  </a:lnTo>
                  <a:lnTo>
                    <a:pt x="14707" y="35105"/>
                  </a:lnTo>
                  <a:lnTo>
                    <a:pt x="13625" y="33354"/>
                  </a:lnTo>
                  <a:lnTo>
                    <a:pt x="9525" y="27718"/>
                  </a:lnTo>
                  <a:lnTo>
                    <a:pt x="4297" y="20532"/>
                  </a:lnTo>
                  <a:lnTo>
                    <a:pt x="0" y="14624"/>
                  </a:lnTo>
                  <a:lnTo>
                    <a:pt x="8234" y="7229"/>
                  </a:lnTo>
                  <a:lnTo>
                    <a:pt x="16283" y="0"/>
                  </a:lnTo>
                  <a:lnTo>
                    <a:pt x="31561" y="21758"/>
                  </a:lnTo>
                  <a:lnTo>
                    <a:pt x="38808" y="34337"/>
                  </a:lnTo>
                  <a:lnTo>
                    <a:pt x="49698" y="53241"/>
                  </a:lnTo>
                  <a:lnTo>
                    <a:pt x="56601" y="75008"/>
                  </a:lnTo>
                  <a:lnTo>
                    <a:pt x="45649" y="78414"/>
                  </a:lnTo>
                  <a:lnTo>
                    <a:pt x="33740" y="821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798148" y="4777422"/>
              <a:ext cx="214118" cy="208489"/>
            </a:xfrm>
            <a:custGeom>
              <a:avLst/>
              <a:pathLst>
                <a:path w="214118" h="208489">
                  <a:moveTo>
                    <a:pt x="57370" y="2383"/>
                  </a:moveTo>
                  <a:lnTo>
                    <a:pt x="59886" y="1745"/>
                  </a:lnTo>
                  <a:lnTo>
                    <a:pt x="66769" y="0"/>
                  </a:lnTo>
                  <a:lnTo>
                    <a:pt x="70290" y="0"/>
                  </a:lnTo>
                  <a:lnTo>
                    <a:pt x="79104" y="0"/>
                  </a:lnTo>
                  <a:lnTo>
                    <a:pt x="90338" y="3152"/>
                  </a:lnTo>
                  <a:lnTo>
                    <a:pt x="101572" y="6529"/>
                  </a:lnTo>
                  <a:lnTo>
                    <a:pt x="111485" y="12384"/>
                  </a:lnTo>
                  <a:lnTo>
                    <a:pt x="117212" y="18238"/>
                  </a:lnTo>
                  <a:lnTo>
                    <a:pt x="119394" y="20534"/>
                  </a:lnTo>
                  <a:lnTo>
                    <a:pt x="124702" y="26119"/>
                  </a:lnTo>
                  <a:lnTo>
                    <a:pt x="126815" y="28699"/>
                  </a:lnTo>
                  <a:lnTo>
                    <a:pt x="132632" y="35802"/>
                  </a:lnTo>
                  <a:lnTo>
                    <a:pt x="134435" y="38768"/>
                  </a:lnTo>
                  <a:lnTo>
                    <a:pt x="137698" y="44133"/>
                  </a:lnTo>
                  <a:lnTo>
                    <a:pt x="141642" y="49825"/>
                  </a:lnTo>
                  <a:lnTo>
                    <a:pt x="145187" y="54941"/>
                  </a:lnTo>
                  <a:lnTo>
                    <a:pt x="147604" y="59658"/>
                  </a:lnTo>
                  <a:lnTo>
                    <a:pt x="153270" y="70714"/>
                  </a:lnTo>
                  <a:lnTo>
                    <a:pt x="157564" y="83366"/>
                  </a:lnTo>
                  <a:lnTo>
                    <a:pt x="161251" y="94228"/>
                  </a:lnTo>
                  <a:lnTo>
                    <a:pt x="164467" y="103703"/>
                  </a:lnTo>
                  <a:lnTo>
                    <a:pt x="168451" y="115439"/>
                  </a:lnTo>
                  <a:lnTo>
                    <a:pt x="170325" y="121470"/>
                  </a:lnTo>
                  <a:lnTo>
                    <a:pt x="174950" y="136357"/>
                  </a:lnTo>
                  <a:lnTo>
                    <a:pt x="179557" y="151185"/>
                  </a:lnTo>
                  <a:lnTo>
                    <a:pt x="214118" y="199333"/>
                  </a:lnTo>
                  <a:lnTo>
                    <a:pt x="205969" y="203330"/>
                  </a:lnTo>
                  <a:lnTo>
                    <a:pt x="195449" y="208489"/>
                  </a:lnTo>
                  <a:lnTo>
                    <a:pt x="165634" y="162106"/>
                  </a:lnTo>
                  <a:lnTo>
                    <a:pt x="129815" y="70814"/>
                  </a:lnTo>
                  <a:lnTo>
                    <a:pt x="108889" y="36362"/>
                  </a:lnTo>
                  <a:lnTo>
                    <a:pt x="100078" y="28031"/>
                  </a:lnTo>
                  <a:lnTo>
                    <a:pt x="89064" y="23077"/>
                  </a:lnTo>
                  <a:lnTo>
                    <a:pt x="77830" y="23753"/>
                  </a:lnTo>
                  <a:lnTo>
                    <a:pt x="68137" y="25554"/>
                  </a:lnTo>
                  <a:lnTo>
                    <a:pt x="58695" y="28578"/>
                  </a:lnTo>
                  <a:lnTo>
                    <a:pt x="52498" y="35462"/>
                  </a:lnTo>
                  <a:lnTo>
                    <a:pt x="48092" y="41766"/>
                  </a:lnTo>
                  <a:lnTo>
                    <a:pt x="46550" y="53475"/>
                  </a:lnTo>
                  <a:lnTo>
                    <a:pt x="46315" y="83769"/>
                  </a:lnTo>
                  <a:lnTo>
                    <a:pt x="44656" y="99140"/>
                  </a:lnTo>
                  <a:lnTo>
                    <a:pt x="37607" y="116253"/>
                  </a:lnTo>
                  <a:lnTo>
                    <a:pt x="29266" y="129126"/>
                  </a:lnTo>
                  <a:lnTo>
                    <a:pt x="22174" y="139486"/>
                  </a:lnTo>
                  <a:lnTo>
                    <a:pt x="16181" y="147537"/>
                  </a:lnTo>
                  <a:lnTo>
                    <a:pt x="9073" y="154644"/>
                  </a:lnTo>
                  <a:lnTo>
                    <a:pt x="4631" y="151331"/>
                  </a:lnTo>
                  <a:lnTo>
                    <a:pt x="0" y="147878"/>
                  </a:lnTo>
                  <a:lnTo>
                    <a:pt x="5658" y="138598"/>
                  </a:lnTo>
                  <a:lnTo>
                    <a:pt x="7890" y="135377"/>
                  </a:lnTo>
                  <a:lnTo>
                    <a:pt x="14645" y="125628"/>
                  </a:lnTo>
                  <a:lnTo>
                    <a:pt x="17685" y="120449"/>
                  </a:lnTo>
                  <a:lnTo>
                    <a:pt x="22047" y="113018"/>
                  </a:lnTo>
                  <a:lnTo>
                    <a:pt x="24243" y="105677"/>
                  </a:lnTo>
                  <a:lnTo>
                    <a:pt x="26628" y="97707"/>
                  </a:lnTo>
                  <a:lnTo>
                    <a:pt x="27933" y="93533"/>
                  </a:lnTo>
                  <a:lnTo>
                    <a:pt x="30681" y="84737"/>
                  </a:lnTo>
                  <a:lnTo>
                    <a:pt x="30463" y="79281"/>
                  </a:lnTo>
                  <a:lnTo>
                    <a:pt x="30143" y="71281"/>
                  </a:lnTo>
                  <a:lnTo>
                    <a:pt x="30125" y="68061"/>
                  </a:lnTo>
                  <a:lnTo>
                    <a:pt x="30056" y="55973"/>
                  </a:lnTo>
                  <a:lnTo>
                    <a:pt x="32229" y="44184"/>
                  </a:lnTo>
                  <a:lnTo>
                    <a:pt x="32919" y="40437"/>
                  </a:lnTo>
                  <a:lnTo>
                    <a:pt x="35251" y="32968"/>
                  </a:lnTo>
                  <a:lnTo>
                    <a:pt x="36224" y="29854"/>
                  </a:lnTo>
                  <a:lnTo>
                    <a:pt x="41290" y="20622"/>
                  </a:lnTo>
                  <a:lnTo>
                    <a:pt x="49660" y="8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8756" y="4750671"/>
              <a:ext cx="59725" cy="53806"/>
            </a:xfrm>
            <a:custGeom>
              <a:avLst/>
              <a:pathLst>
                <a:path w="59725" h="53806">
                  <a:moveTo>
                    <a:pt x="41018" y="41336"/>
                  </a:moveTo>
                  <a:lnTo>
                    <a:pt x="18235" y="53806"/>
                  </a:lnTo>
                  <a:lnTo>
                    <a:pt x="9072" y="41244"/>
                  </a:lnTo>
                  <a:lnTo>
                    <a:pt x="0" y="28807"/>
                  </a:lnTo>
                  <a:lnTo>
                    <a:pt x="11825" y="19611"/>
                  </a:lnTo>
                  <a:lnTo>
                    <a:pt x="21160" y="12353"/>
                  </a:lnTo>
                  <a:lnTo>
                    <a:pt x="30165" y="5351"/>
                  </a:lnTo>
                  <a:lnTo>
                    <a:pt x="37047" y="0"/>
                  </a:lnTo>
                  <a:lnTo>
                    <a:pt x="47444" y="14257"/>
                  </a:lnTo>
                  <a:lnTo>
                    <a:pt x="59725" y="310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5243" y="4758487"/>
              <a:ext cx="92209" cy="173896"/>
            </a:xfrm>
            <a:custGeom>
              <a:avLst/>
              <a:pathLst>
                <a:path w="92209" h="173896">
                  <a:moveTo>
                    <a:pt x="13302" y="173896"/>
                  </a:moveTo>
                  <a:lnTo>
                    <a:pt x="6853" y="171102"/>
                  </a:lnTo>
                  <a:lnTo>
                    <a:pt x="0" y="168133"/>
                  </a:lnTo>
                  <a:lnTo>
                    <a:pt x="10048" y="146480"/>
                  </a:lnTo>
                  <a:lnTo>
                    <a:pt x="29163" y="121758"/>
                  </a:lnTo>
                  <a:lnTo>
                    <a:pt x="32862" y="107301"/>
                  </a:lnTo>
                  <a:lnTo>
                    <a:pt x="21209" y="89108"/>
                  </a:lnTo>
                  <a:lnTo>
                    <a:pt x="17747" y="70075"/>
                  </a:lnTo>
                  <a:lnTo>
                    <a:pt x="32568" y="32112"/>
                  </a:lnTo>
                  <a:lnTo>
                    <a:pt x="48465" y="10132"/>
                  </a:lnTo>
                  <a:lnTo>
                    <a:pt x="65547" y="5472"/>
                  </a:lnTo>
                  <a:lnTo>
                    <a:pt x="85604" y="0"/>
                  </a:lnTo>
                  <a:lnTo>
                    <a:pt x="89223" y="6050"/>
                  </a:lnTo>
                  <a:lnTo>
                    <a:pt x="92209" y="11041"/>
                  </a:lnTo>
                  <a:lnTo>
                    <a:pt x="79207" y="16480"/>
                  </a:lnTo>
                  <a:lnTo>
                    <a:pt x="68353" y="21020"/>
                  </a:lnTo>
                  <a:lnTo>
                    <a:pt x="63697" y="28767"/>
                  </a:lnTo>
                  <a:lnTo>
                    <a:pt x="57556" y="38985"/>
                  </a:lnTo>
                  <a:lnTo>
                    <a:pt x="55031" y="44227"/>
                  </a:lnTo>
                  <a:lnTo>
                    <a:pt x="50441" y="53758"/>
                  </a:lnTo>
                  <a:lnTo>
                    <a:pt x="49089" y="64141"/>
                  </a:lnTo>
                  <a:lnTo>
                    <a:pt x="48613" y="67798"/>
                  </a:lnTo>
                  <a:lnTo>
                    <a:pt x="47807" y="84561"/>
                  </a:lnTo>
                  <a:lnTo>
                    <a:pt x="48468" y="101674"/>
                  </a:lnTo>
                  <a:lnTo>
                    <a:pt x="46773" y="107643"/>
                  </a:lnTo>
                  <a:lnTo>
                    <a:pt x="43534" y="119057"/>
                  </a:lnTo>
                  <a:lnTo>
                    <a:pt x="39304" y="128785"/>
                  </a:lnTo>
                  <a:lnTo>
                    <a:pt x="26023" y="150693"/>
                  </a:lnTo>
                  <a:lnTo>
                    <a:pt x="19696" y="1611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67030" y="4484002"/>
              <a:ext cx="203671" cy="310587"/>
            </a:xfrm>
            <a:custGeom>
              <a:avLst/>
              <a:pathLst>
                <a:path w="203671" h="310587">
                  <a:moveTo>
                    <a:pt x="72264" y="127400"/>
                  </a:moveTo>
                  <a:lnTo>
                    <a:pt x="82766" y="145989"/>
                  </a:lnTo>
                  <a:lnTo>
                    <a:pt x="116018" y="245106"/>
                  </a:lnTo>
                  <a:lnTo>
                    <a:pt x="123809" y="262543"/>
                  </a:lnTo>
                  <a:lnTo>
                    <a:pt x="141150" y="276403"/>
                  </a:lnTo>
                  <a:lnTo>
                    <a:pt x="155847" y="258637"/>
                  </a:lnTo>
                  <a:lnTo>
                    <a:pt x="172383" y="238649"/>
                  </a:lnTo>
                  <a:lnTo>
                    <a:pt x="190012" y="254702"/>
                  </a:lnTo>
                  <a:lnTo>
                    <a:pt x="203671" y="267140"/>
                  </a:lnTo>
                  <a:lnTo>
                    <a:pt x="194183" y="276312"/>
                  </a:lnTo>
                  <a:lnTo>
                    <a:pt x="180364" y="289670"/>
                  </a:lnTo>
                  <a:lnTo>
                    <a:pt x="168154" y="301474"/>
                  </a:lnTo>
                  <a:lnTo>
                    <a:pt x="158727" y="310587"/>
                  </a:lnTo>
                  <a:lnTo>
                    <a:pt x="137974" y="294508"/>
                  </a:lnTo>
                  <a:lnTo>
                    <a:pt x="120032" y="287860"/>
                  </a:lnTo>
                  <a:lnTo>
                    <a:pt x="115230" y="284836"/>
                  </a:lnTo>
                  <a:lnTo>
                    <a:pt x="110776" y="282032"/>
                  </a:lnTo>
                  <a:lnTo>
                    <a:pt x="103948" y="272800"/>
                  </a:lnTo>
                  <a:lnTo>
                    <a:pt x="102422" y="268121"/>
                  </a:lnTo>
                  <a:lnTo>
                    <a:pt x="97532" y="253129"/>
                  </a:lnTo>
                  <a:lnTo>
                    <a:pt x="96674" y="250499"/>
                  </a:lnTo>
                  <a:lnTo>
                    <a:pt x="91942" y="237863"/>
                  </a:lnTo>
                  <a:lnTo>
                    <a:pt x="86539" y="223434"/>
                  </a:lnTo>
                  <a:lnTo>
                    <a:pt x="81596" y="210235"/>
                  </a:lnTo>
                  <a:lnTo>
                    <a:pt x="77056" y="198112"/>
                  </a:lnTo>
                  <a:lnTo>
                    <a:pt x="73129" y="187627"/>
                  </a:lnTo>
                  <a:lnTo>
                    <a:pt x="68328" y="176522"/>
                  </a:lnTo>
                  <a:lnTo>
                    <a:pt x="65366" y="169672"/>
                  </a:lnTo>
                  <a:lnTo>
                    <a:pt x="64715" y="165748"/>
                  </a:lnTo>
                  <a:lnTo>
                    <a:pt x="62878" y="154664"/>
                  </a:lnTo>
                  <a:lnTo>
                    <a:pt x="58826" y="142239"/>
                  </a:lnTo>
                  <a:lnTo>
                    <a:pt x="57767" y="138992"/>
                  </a:lnTo>
                  <a:lnTo>
                    <a:pt x="52489" y="131106"/>
                  </a:lnTo>
                  <a:lnTo>
                    <a:pt x="48934" y="125793"/>
                  </a:lnTo>
                  <a:lnTo>
                    <a:pt x="46549" y="122431"/>
                  </a:lnTo>
                  <a:lnTo>
                    <a:pt x="39786" y="112897"/>
                  </a:lnTo>
                  <a:lnTo>
                    <a:pt x="36157" y="107780"/>
                  </a:lnTo>
                  <a:lnTo>
                    <a:pt x="32713" y="102518"/>
                  </a:lnTo>
                  <a:lnTo>
                    <a:pt x="24769" y="90381"/>
                  </a:lnTo>
                  <a:lnTo>
                    <a:pt x="17743" y="79648"/>
                  </a:lnTo>
                  <a:lnTo>
                    <a:pt x="10552" y="63387"/>
                  </a:lnTo>
                  <a:lnTo>
                    <a:pt x="7710" y="56960"/>
                  </a:lnTo>
                  <a:lnTo>
                    <a:pt x="4514" y="47734"/>
                  </a:lnTo>
                  <a:lnTo>
                    <a:pt x="1850" y="40044"/>
                  </a:lnTo>
                  <a:lnTo>
                    <a:pt x="1103" y="34754"/>
                  </a:lnTo>
                  <a:lnTo>
                    <a:pt x="0" y="26939"/>
                  </a:lnTo>
                  <a:lnTo>
                    <a:pt x="264" y="15591"/>
                  </a:lnTo>
                  <a:lnTo>
                    <a:pt x="232" y="3818"/>
                  </a:lnTo>
                  <a:lnTo>
                    <a:pt x="6557" y="2108"/>
                  </a:lnTo>
                  <a:lnTo>
                    <a:pt x="14354" y="0"/>
                  </a:lnTo>
                  <a:lnTo>
                    <a:pt x="15067" y="23184"/>
                  </a:lnTo>
                  <a:lnTo>
                    <a:pt x="23878" y="53064"/>
                  </a:lnTo>
                  <a:lnTo>
                    <a:pt x="61274" y="1079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27619" y="4501431"/>
              <a:ext cx="130080" cy="253639"/>
            </a:xfrm>
            <a:custGeom>
              <a:avLst/>
              <a:pathLst>
                <a:path w="130080" h="253639">
                  <a:moveTo>
                    <a:pt x="117800" y="248911"/>
                  </a:moveTo>
                  <a:lnTo>
                    <a:pt x="99714" y="253639"/>
                  </a:lnTo>
                  <a:lnTo>
                    <a:pt x="98456" y="240958"/>
                  </a:lnTo>
                  <a:lnTo>
                    <a:pt x="106345" y="231500"/>
                  </a:lnTo>
                  <a:lnTo>
                    <a:pt x="105345" y="221662"/>
                  </a:lnTo>
                  <a:lnTo>
                    <a:pt x="70714" y="133066"/>
                  </a:lnTo>
                  <a:lnTo>
                    <a:pt x="54039" y="123530"/>
                  </a:lnTo>
                  <a:lnTo>
                    <a:pt x="50918" y="118198"/>
                  </a:lnTo>
                  <a:lnTo>
                    <a:pt x="33766" y="88895"/>
                  </a:lnTo>
                  <a:lnTo>
                    <a:pt x="10895" y="46334"/>
                  </a:lnTo>
                  <a:lnTo>
                    <a:pt x="0" y="10066"/>
                  </a:lnTo>
                  <a:lnTo>
                    <a:pt x="10113" y="5589"/>
                  </a:lnTo>
                  <a:lnTo>
                    <a:pt x="22742" y="0"/>
                  </a:lnTo>
                  <a:lnTo>
                    <a:pt x="25238" y="6010"/>
                  </a:lnTo>
                  <a:lnTo>
                    <a:pt x="29769" y="16919"/>
                  </a:lnTo>
                  <a:lnTo>
                    <a:pt x="34013" y="27138"/>
                  </a:lnTo>
                  <a:lnTo>
                    <a:pt x="38172" y="37152"/>
                  </a:lnTo>
                  <a:lnTo>
                    <a:pt x="41775" y="45829"/>
                  </a:lnTo>
                  <a:lnTo>
                    <a:pt x="45726" y="53445"/>
                  </a:lnTo>
                  <a:lnTo>
                    <a:pt x="49951" y="61587"/>
                  </a:lnTo>
                  <a:lnTo>
                    <a:pt x="54432" y="70224"/>
                  </a:lnTo>
                  <a:lnTo>
                    <a:pt x="56861" y="74906"/>
                  </a:lnTo>
                  <a:lnTo>
                    <a:pt x="60048" y="79728"/>
                  </a:lnTo>
                  <a:lnTo>
                    <a:pt x="65916" y="88604"/>
                  </a:lnTo>
                  <a:lnTo>
                    <a:pt x="71470" y="97005"/>
                  </a:lnTo>
                  <a:lnTo>
                    <a:pt x="76808" y="105080"/>
                  </a:lnTo>
                  <a:lnTo>
                    <a:pt x="81721" y="112512"/>
                  </a:lnTo>
                  <a:lnTo>
                    <a:pt x="86798" y="120191"/>
                  </a:lnTo>
                  <a:lnTo>
                    <a:pt x="88787" y="123200"/>
                  </a:lnTo>
                  <a:lnTo>
                    <a:pt x="91230" y="128270"/>
                  </a:lnTo>
                  <a:lnTo>
                    <a:pt x="92773" y="131471"/>
                  </a:lnTo>
                  <a:lnTo>
                    <a:pt x="93881" y="135768"/>
                  </a:lnTo>
                  <a:lnTo>
                    <a:pt x="96285" y="145081"/>
                  </a:lnTo>
                  <a:lnTo>
                    <a:pt x="98157" y="152337"/>
                  </a:lnTo>
                  <a:lnTo>
                    <a:pt x="100612" y="159320"/>
                  </a:lnTo>
                  <a:lnTo>
                    <a:pt x="102906" y="165842"/>
                  </a:lnTo>
                  <a:lnTo>
                    <a:pt x="105775" y="174001"/>
                  </a:lnTo>
                  <a:lnTo>
                    <a:pt x="108967" y="183078"/>
                  </a:lnTo>
                  <a:lnTo>
                    <a:pt x="109928" y="185811"/>
                  </a:lnTo>
                  <a:lnTo>
                    <a:pt x="112257" y="191985"/>
                  </a:lnTo>
                  <a:lnTo>
                    <a:pt x="115423" y="200381"/>
                  </a:lnTo>
                  <a:lnTo>
                    <a:pt x="118662" y="208968"/>
                  </a:lnTo>
                  <a:lnTo>
                    <a:pt x="121842" y="217400"/>
                  </a:lnTo>
                  <a:lnTo>
                    <a:pt x="125260" y="226463"/>
                  </a:lnTo>
                  <a:lnTo>
                    <a:pt x="126703" y="230287"/>
                  </a:lnTo>
                  <a:lnTo>
                    <a:pt x="128044" y="236409"/>
                  </a:lnTo>
                  <a:lnTo>
                    <a:pt x="130080" y="2457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111616" y="4977950"/>
              <a:ext cx="440554" cy="531135"/>
            </a:xfrm>
            <a:custGeom>
              <a:avLst/>
              <a:pathLst>
                <a:path w="440554" h="531135">
                  <a:moveTo>
                    <a:pt x="385128" y="413653"/>
                  </a:moveTo>
                  <a:lnTo>
                    <a:pt x="386493" y="417064"/>
                  </a:lnTo>
                  <a:lnTo>
                    <a:pt x="388536" y="419793"/>
                  </a:lnTo>
                  <a:lnTo>
                    <a:pt x="390581" y="422524"/>
                  </a:lnTo>
                  <a:lnTo>
                    <a:pt x="391953" y="427310"/>
                  </a:lnTo>
                  <a:lnTo>
                    <a:pt x="393998" y="429360"/>
                  </a:lnTo>
                  <a:lnTo>
                    <a:pt x="395366" y="432097"/>
                  </a:lnTo>
                  <a:lnTo>
                    <a:pt x="396739" y="436207"/>
                  </a:lnTo>
                  <a:lnTo>
                    <a:pt x="398109" y="438948"/>
                  </a:lnTo>
                  <a:lnTo>
                    <a:pt x="398800" y="441692"/>
                  </a:lnTo>
                  <a:lnTo>
                    <a:pt x="400171" y="444436"/>
                  </a:lnTo>
                  <a:lnTo>
                    <a:pt x="400865" y="447870"/>
                  </a:lnTo>
                  <a:lnTo>
                    <a:pt x="402240" y="451306"/>
                  </a:lnTo>
                  <a:lnTo>
                    <a:pt x="440554" y="529451"/>
                  </a:lnTo>
                  <a:lnTo>
                    <a:pt x="439663" y="531135"/>
                  </a:lnTo>
                  <a:lnTo>
                    <a:pt x="421738" y="511801"/>
                  </a:lnTo>
                  <a:lnTo>
                    <a:pt x="390016" y="486982"/>
                  </a:lnTo>
                  <a:lnTo>
                    <a:pt x="387313" y="484413"/>
                  </a:lnTo>
                  <a:lnTo>
                    <a:pt x="385957" y="482432"/>
                  </a:lnTo>
                  <a:lnTo>
                    <a:pt x="383901" y="480359"/>
                  </a:lnTo>
                  <a:lnTo>
                    <a:pt x="380475" y="476906"/>
                  </a:lnTo>
                  <a:lnTo>
                    <a:pt x="378419" y="473451"/>
                  </a:lnTo>
                  <a:lnTo>
                    <a:pt x="377732" y="470686"/>
                  </a:lnTo>
                  <a:lnTo>
                    <a:pt x="375678" y="467926"/>
                  </a:lnTo>
                  <a:lnTo>
                    <a:pt x="374993" y="465855"/>
                  </a:lnTo>
                  <a:lnTo>
                    <a:pt x="372941" y="462408"/>
                  </a:lnTo>
                  <a:lnTo>
                    <a:pt x="370891" y="459653"/>
                  </a:lnTo>
                  <a:lnTo>
                    <a:pt x="368841" y="457588"/>
                  </a:lnTo>
                  <a:lnTo>
                    <a:pt x="366110" y="455527"/>
                  </a:lnTo>
                  <a:lnTo>
                    <a:pt x="364555" y="453236"/>
                  </a:lnTo>
                  <a:lnTo>
                    <a:pt x="364322" y="453001"/>
                  </a:lnTo>
                  <a:lnTo>
                    <a:pt x="363389" y="452297"/>
                  </a:lnTo>
                  <a:lnTo>
                    <a:pt x="362456" y="451592"/>
                  </a:lnTo>
                  <a:lnTo>
                    <a:pt x="361291" y="450889"/>
                  </a:lnTo>
                  <a:lnTo>
                    <a:pt x="360127" y="450186"/>
                  </a:lnTo>
                  <a:lnTo>
                    <a:pt x="359430" y="449953"/>
                  </a:lnTo>
                  <a:lnTo>
                    <a:pt x="357801" y="449016"/>
                  </a:lnTo>
                  <a:lnTo>
                    <a:pt x="356174" y="448315"/>
                  </a:lnTo>
                  <a:lnTo>
                    <a:pt x="355243" y="447612"/>
                  </a:lnTo>
                  <a:lnTo>
                    <a:pt x="354313" y="447144"/>
                  </a:lnTo>
                  <a:lnTo>
                    <a:pt x="353384" y="446677"/>
                  </a:lnTo>
                  <a:lnTo>
                    <a:pt x="352222" y="445975"/>
                  </a:lnTo>
                  <a:lnTo>
                    <a:pt x="351524" y="445272"/>
                  </a:lnTo>
                  <a:lnTo>
                    <a:pt x="350594" y="444570"/>
                  </a:lnTo>
                  <a:lnTo>
                    <a:pt x="349201" y="443869"/>
                  </a:lnTo>
                  <a:lnTo>
                    <a:pt x="348736" y="443400"/>
                  </a:lnTo>
                  <a:lnTo>
                    <a:pt x="347808" y="442699"/>
                  </a:lnTo>
                  <a:lnTo>
                    <a:pt x="347111" y="441996"/>
                  </a:lnTo>
                  <a:lnTo>
                    <a:pt x="345719" y="441297"/>
                  </a:lnTo>
                  <a:lnTo>
                    <a:pt x="344327" y="440362"/>
                  </a:lnTo>
                  <a:lnTo>
                    <a:pt x="343632" y="439895"/>
                  </a:lnTo>
                  <a:lnTo>
                    <a:pt x="342009" y="438962"/>
                  </a:lnTo>
                  <a:lnTo>
                    <a:pt x="341314" y="438261"/>
                  </a:lnTo>
                  <a:lnTo>
                    <a:pt x="340619" y="437561"/>
                  </a:lnTo>
                  <a:lnTo>
                    <a:pt x="339230" y="436628"/>
                  </a:lnTo>
                  <a:lnTo>
                    <a:pt x="338998" y="436395"/>
                  </a:lnTo>
                  <a:lnTo>
                    <a:pt x="338073" y="435461"/>
                  </a:lnTo>
                  <a:lnTo>
                    <a:pt x="337611" y="434995"/>
                  </a:lnTo>
                  <a:lnTo>
                    <a:pt x="336455" y="433829"/>
                  </a:lnTo>
                  <a:lnTo>
                    <a:pt x="335994" y="432895"/>
                  </a:lnTo>
                  <a:lnTo>
                    <a:pt x="335532" y="432429"/>
                  </a:lnTo>
                  <a:lnTo>
                    <a:pt x="335072" y="431264"/>
                  </a:lnTo>
                  <a:lnTo>
                    <a:pt x="334380" y="430566"/>
                  </a:lnTo>
                  <a:lnTo>
                    <a:pt x="333689" y="429401"/>
                  </a:lnTo>
                  <a:lnTo>
                    <a:pt x="333231" y="428238"/>
                  </a:lnTo>
                  <a:lnTo>
                    <a:pt x="332771" y="427308"/>
                  </a:lnTo>
                  <a:lnTo>
                    <a:pt x="332313" y="426145"/>
                  </a:lnTo>
                  <a:lnTo>
                    <a:pt x="331621" y="425451"/>
                  </a:lnTo>
                  <a:lnTo>
                    <a:pt x="331147" y="424545"/>
                  </a:lnTo>
                  <a:lnTo>
                    <a:pt x="330672" y="423637"/>
                  </a:lnTo>
                  <a:lnTo>
                    <a:pt x="330196" y="422726"/>
                  </a:lnTo>
                  <a:lnTo>
                    <a:pt x="329719" y="421814"/>
                  </a:lnTo>
                  <a:lnTo>
                    <a:pt x="328530" y="420450"/>
                  </a:lnTo>
                  <a:lnTo>
                    <a:pt x="327582" y="420001"/>
                  </a:lnTo>
                  <a:lnTo>
                    <a:pt x="325913" y="418865"/>
                  </a:lnTo>
                  <a:lnTo>
                    <a:pt x="325196" y="418410"/>
                  </a:lnTo>
                  <a:lnTo>
                    <a:pt x="323996" y="417495"/>
                  </a:lnTo>
                  <a:lnTo>
                    <a:pt x="322550" y="416346"/>
                  </a:lnTo>
                  <a:lnTo>
                    <a:pt x="321344" y="415657"/>
                  </a:lnTo>
                  <a:lnTo>
                    <a:pt x="320615" y="414962"/>
                  </a:lnTo>
                  <a:lnTo>
                    <a:pt x="319884" y="414266"/>
                  </a:lnTo>
                  <a:lnTo>
                    <a:pt x="318910" y="413569"/>
                  </a:lnTo>
                  <a:lnTo>
                    <a:pt x="317692" y="412872"/>
                  </a:lnTo>
                  <a:lnTo>
                    <a:pt x="316959" y="412406"/>
                  </a:lnTo>
                  <a:lnTo>
                    <a:pt x="315981" y="411940"/>
                  </a:lnTo>
                  <a:lnTo>
                    <a:pt x="314765" y="411946"/>
                  </a:lnTo>
                  <a:lnTo>
                    <a:pt x="313546" y="411952"/>
                  </a:lnTo>
                  <a:lnTo>
                    <a:pt x="312569" y="411957"/>
                  </a:lnTo>
                  <a:lnTo>
                    <a:pt x="311594" y="412199"/>
                  </a:lnTo>
                  <a:lnTo>
                    <a:pt x="307906" y="412218"/>
                  </a:lnTo>
                  <a:lnTo>
                    <a:pt x="306927" y="412699"/>
                  </a:lnTo>
                  <a:lnTo>
                    <a:pt x="305442" y="412707"/>
                  </a:lnTo>
                  <a:lnTo>
                    <a:pt x="304207" y="412952"/>
                  </a:lnTo>
                  <a:lnTo>
                    <a:pt x="303466" y="413195"/>
                  </a:lnTo>
                  <a:lnTo>
                    <a:pt x="302470" y="413201"/>
                  </a:lnTo>
                  <a:lnTo>
                    <a:pt x="301472" y="413207"/>
                  </a:lnTo>
                  <a:lnTo>
                    <a:pt x="300472" y="413213"/>
                  </a:lnTo>
                  <a:lnTo>
                    <a:pt x="298963" y="412984"/>
                  </a:lnTo>
                  <a:lnTo>
                    <a:pt x="297958" y="412989"/>
                  </a:lnTo>
                  <a:lnTo>
                    <a:pt x="296447" y="412998"/>
                  </a:lnTo>
                  <a:lnTo>
                    <a:pt x="294672" y="412769"/>
                  </a:lnTo>
                  <a:lnTo>
                    <a:pt x="293398" y="412535"/>
                  </a:lnTo>
                  <a:lnTo>
                    <a:pt x="292120" y="412301"/>
                  </a:lnTo>
                  <a:lnTo>
                    <a:pt x="290826" y="411583"/>
                  </a:lnTo>
                  <a:lnTo>
                    <a:pt x="290052" y="411345"/>
                  </a:lnTo>
                  <a:lnTo>
                    <a:pt x="288758" y="410866"/>
                  </a:lnTo>
                  <a:lnTo>
                    <a:pt x="286938" y="410144"/>
                  </a:lnTo>
                  <a:lnTo>
                    <a:pt x="285892" y="409661"/>
                  </a:lnTo>
                  <a:lnTo>
                    <a:pt x="284578" y="408934"/>
                  </a:lnTo>
                  <a:lnTo>
                    <a:pt x="283518" y="408203"/>
                  </a:lnTo>
                  <a:lnTo>
                    <a:pt x="277549" y="405337"/>
                  </a:lnTo>
                  <a:lnTo>
                    <a:pt x="252554" y="378400"/>
                  </a:lnTo>
                  <a:lnTo>
                    <a:pt x="252057" y="375893"/>
                  </a:lnTo>
                  <a:lnTo>
                    <a:pt x="251560" y="374434"/>
                  </a:lnTo>
                  <a:lnTo>
                    <a:pt x="251601" y="371990"/>
                  </a:lnTo>
                  <a:lnTo>
                    <a:pt x="251635" y="370030"/>
                  </a:lnTo>
                  <a:lnTo>
                    <a:pt x="251144" y="368070"/>
                  </a:lnTo>
                  <a:lnTo>
                    <a:pt x="250652" y="366105"/>
                  </a:lnTo>
                  <a:lnTo>
                    <a:pt x="249641" y="363645"/>
                  </a:lnTo>
                  <a:lnTo>
                    <a:pt x="248627" y="361178"/>
                  </a:lnTo>
                  <a:lnTo>
                    <a:pt x="248130" y="359197"/>
                  </a:lnTo>
                  <a:lnTo>
                    <a:pt x="247111" y="356716"/>
                  </a:lnTo>
                  <a:lnTo>
                    <a:pt x="246082" y="354728"/>
                  </a:lnTo>
                  <a:lnTo>
                    <a:pt x="245571" y="352692"/>
                  </a:lnTo>
                  <a:lnTo>
                    <a:pt x="244501" y="350528"/>
                  </a:lnTo>
                  <a:lnTo>
                    <a:pt x="243961" y="348362"/>
                  </a:lnTo>
                  <a:lnTo>
                    <a:pt x="242362" y="345664"/>
                  </a:lnTo>
                  <a:lnTo>
                    <a:pt x="241823" y="343502"/>
                  </a:lnTo>
                  <a:lnTo>
                    <a:pt x="240759" y="341887"/>
                  </a:lnTo>
                  <a:lnTo>
                    <a:pt x="239697" y="340273"/>
                  </a:lnTo>
                  <a:lnTo>
                    <a:pt x="238630" y="337580"/>
                  </a:lnTo>
                  <a:lnTo>
                    <a:pt x="237568" y="335968"/>
                  </a:lnTo>
                  <a:lnTo>
                    <a:pt x="236508" y="334358"/>
                  </a:lnTo>
                  <a:lnTo>
                    <a:pt x="235446" y="332210"/>
                  </a:lnTo>
                  <a:lnTo>
                    <a:pt x="215953" y="303951"/>
                  </a:lnTo>
                  <a:lnTo>
                    <a:pt x="209721" y="298165"/>
                  </a:lnTo>
                  <a:lnTo>
                    <a:pt x="200176" y="289302"/>
                  </a:lnTo>
                  <a:lnTo>
                    <a:pt x="198578" y="287231"/>
                  </a:lnTo>
                  <a:lnTo>
                    <a:pt x="196978" y="285156"/>
                  </a:lnTo>
                  <a:lnTo>
                    <a:pt x="194843" y="283610"/>
                  </a:lnTo>
                  <a:lnTo>
                    <a:pt x="193771" y="282048"/>
                  </a:lnTo>
                  <a:lnTo>
                    <a:pt x="192164" y="280490"/>
                  </a:lnTo>
                  <a:lnTo>
                    <a:pt x="190017" y="278408"/>
                  </a:lnTo>
                  <a:lnTo>
                    <a:pt x="188403" y="276844"/>
                  </a:lnTo>
                  <a:lnTo>
                    <a:pt x="185712" y="275289"/>
                  </a:lnTo>
                  <a:lnTo>
                    <a:pt x="182471" y="272676"/>
                  </a:lnTo>
                  <a:lnTo>
                    <a:pt x="180307" y="271635"/>
                  </a:lnTo>
                  <a:lnTo>
                    <a:pt x="177048" y="269010"/>
                  </a:lnTo>
                  <a:lnTo>
                    <a:pt x="174327" y="267435"/>
                  </a:lnTo>
                  <a:lnTo>
                    <a:pt x="172688" y="265850"/>
                  </a:lnTo>
                  <a:lnTo>
                    <a:pt x="170499" y="263733"/>
                  </a:lnTo>
                  <a:lnTo>
                    <a:pt x="168305" y="261610"/>
                  </a:lnTo>
                  <a:lnTo>
                    <a:pt x="166656" y="260015"/>
                  </a:lnTo>
                  <a:lnTo>
                    <a:pt x="164456" y="258420"/>
                  </a:lnTo>
                  <a:lnTo>
                    <a:pt x="161705" y="257357"/>
                  </a:lnTo>
                  <a:lnTo>
                    <a:pt x="159492" y="255219"/>
                  </a:lnTo>
                  <a:lnTo>
                    <a:pt x="157832" y="254148"/>
                  </a:lnTo>
                  <a:lnTo>
                    <a:pt x="155060" y="252540"/>
                  </a:lnTo>
                  <a:lnTo>
                    <a:pt x="152836" y="250927"/>
                  </a:lnTo>
                  <a:lnTo>
                    <a:pt x="150055" y="249849"/>
                  </a:lnTo>
                  <a:lnTo>
                    <a:pt x="148380" y="248770"/>
                  </a:lnTo>
                  <a:lnTo>
                    <a:pt x="146782" y="247693"/>
                  </a:lnTo>
                  <a:lnTo>
                    <a:pt x="144667" y="246078"/>
                  </a:lnTo>
                  <a:lnTo>
                    <a:pt x="142558" y="245004"/>
                  </a:lnTo>
                  <a:lnTo>
                    <a:pt x="139391" y="242319"/>
                  </a:lnTo>
                  <a:lnTo>
                    <a:pt x="137816" y="241786"/>
                  </a:lnTo>
                  <a:lnTo>
                    <a:pt x="136237" y="240714"/>
                  </a:lnTo>
                  <a:lnTo>
                    <a:pt x="134661" y="239644"/>
                  </a:lnTo>
                  <a:lnTo>
                    <a:pt x="131416" y="238029"/>
                  </a:lnTo>
                  <a:lnTo>
                    <a:pt x="129144" y="236397"/>
                  </a:lnTo>
                  <a:lnTo>
                    <a:pt x="126865" y="234761"/>
                  </a:lnTo>
                  <a:lnTo>
                    <a:pt x="124031" y="233119"/>
                  </a:lnTo>
                  <a:lnTo>
                    <a:pt x="122321" y="232022"/>
                  </a:lnTo>
                  <a:lnTo>
                    <a:pt x="120575" y="230377"/>
                  </a:lnTo>
                  <a:lnTo>
                    <a:pt x="118858" y="229275"/>
                  </a:lnTo>
                  <a:lnTo>
                    <a:pt x="117105" y="227622"/>
                  </a:lnTo>
                  <a:lnTo>
                    <a:pt x="115279" y="224863"/>
                  </a:lnTo>
                  <a:lnTo>
                    <a:pt x="113531" y="222660"/>
                  </a:lnTo>
                  <a:lnTo>
                    <a:pt x="112476" y="220495"/>
                  </a:lnTo>
                  <a:lnTo>
                    <a:pt x="110869" y="218329"/>
                  </a:lnTo>
                  <a:lnTo>
                    <a:pt x="109802" y="216705"/>
                  </a:lnTo>
                  <a:lnTo>
                    <a:pt x="108736" y="215082"/>
                  </a:lnTo>
                  <a:lnTo>
                    <a:pt x="107130" y="212917"/>
                  </a:lnTo>
                  <a:lnTo>
                    <a:pt x="106079" y="210757"/>
                  </a:lnTo>
                  <a:lnTo>
                    <a:pt x="105042" y="208061"/>
                  </a:lnTo>
                  <a:lnTo>
                    <a:pt x="103978" y="206442"/>
                  </a:lnTo>
                  <a:lnTo>
                    <a:pt x="103481" y="204290"/>
                  </a:lnTo>
                  <a:lnTo>
                    <a:pt x="102986" y="202140"/>
                  </a:lnTo>
                  <a:lnTo>
                    <a:pt x="101937" y="199987"/>
                  </a:lnTo>
                  <a:lnTo>
                    <a:pt x="101442" y="197840"/>
                  </a:lnTo>
                  <a:lnTo>
                    <a:pt x="100947" y="195694"/>
                  </a:lnTo>
                  <a:lnTo>
                    <a:pt x="99901" y="193545"/>
                  </a:lnTo>
                  <a:lnTo>
                    <a:pt x="99407" y="191403"/>
                  </a:lnTo>
                  <a:lnTo>
                    <a:pt x="98914" y="189263"/>
                  </a:lnTo>
                  <a:lnTo>
                    <a:pt x="97869" y="187118"/>
                  </a:lnTo>
                  <a:lnTo>
                    <a:pt x="97376" y="184981"/>
                  </a:lnTo>
                  <a:lnTo>
                    <a:pt x="96332" y="182839"/>
                  </a:lnTo>
                  <a:lnTo>
                    <a:pt x="95871" y="179641"/>
                  </a:lnTo>
                  <a:lnTo>
                    <a:pt x="95365" y="178041"/>
                  </a:lnTo>
                  <a:lnTo>
                    <a:pt x="94338" y="175373"/>
                  </a:lnTo>
                  <a:lnTo>
                    <a:pt x="94415" y="172721"/>
                  </a:lnTo>
                  <a:lnTo>
                    <a:pt x="93925" y="170595"/>
                  </a:lnTo>
                  <a:lnTo>
                    <a:pt x="92885" y="168463"/>
                  </a:lnTo>
                  <a:lnTo>
                    <a:pt x="92381" y="166868"/>
                  </a:lnTo>
                  <a:lnTo>
                    <a:pt x="91908" y="164218"/>
                  </a:lnTo>
                  <a:lnTo>
                    <a:pt x="91404" y="162626"/>
                  </a:lnTo>
                  <a:lnTo>
                    <a:pt x="89831" y="159963"/>
                  </a:lnTo>
                  <a:lnTo>
                    <a:pt x="89328" y="158373"/>
                  </a:lnTo>
                  <a:lnTo>
                    <a:pt x="88308" y="155722"/>
                  </a:lnTo>
                  <a:lnTo>
                    <a:pt x="86617" y="152977"/>
                  </a:lnTo>
                  <a:lnTo>
                    <a:pt x="84873" y="150191"/>
                  </a:lnTo>
                  <a:lnTo>
                    <a:pt x="83134" y="148484"/>
                  </a:lnTo>
                  <a:lnTo>
                    <a:pt x="81964" y="146260"/>
                  </a:lnTo>
                  <a:lnTo>
                    <a:pt x="80216" y="144004"/>
                  </a:lnTo>
                  <a:lnTo>
                    <a:pt x="79038" y="141229"/>
                  </a:lnTo>
                  <a:lnTo>
                    <a:pt x="77868" y="139539"/>
                  </a:lnTo>
                  <a:lnTo>
                    <a:pt x="76112" y="137272"/>
                  </a:lnTo>
                  <a:lnTo>
                    <a:pt x="74358" y="135546"/>
                  </a:lnTo>
                  <a:lnTo>
                    <a:pt x="71437" y="133756"/>
                  </a:lnTo>
                  <a:lnTo>
                    <a:pt x="69674" y="132023"/>
                  </a:lnTo>
                  <a:lnTo>
                    <a:pt x="68493" y="130319"/>
                  </a:lnTo>
                  <a:lnTo>
                    <a:pt x="66720" y="128034"/>
                  </a:lnTo>
                  <a:lnTo>
                    <a:pt x="62556" y="122409"/>
                  </a:lnTo>
                  <a:lnTo>
                    <a:pt x="54811" y="111950"/>
                  </a:lnTo>
                  <a:lnTo>
                    <a:pt x="53013" y="109631"/>
                  </a:lnTo>
                  <a:lnTo>
                    <a:pt x="50612" y="106716"/>
                  </a:lnTo>
                  <a:lnTo>
                    <a:pt x="48211" y="104348"/>
                  </a:lnTo>
                  <a:lnTo>
                    <a:pt x="47009" y="103162"/>
                  </a:lnTo>
                  <a:lnTo>
                    <a:pt x="44605" y="101340"/>
                  </a:lnTo>
                  <a:lnTo>
                    <a:pt x="41591" y="98918"/>
                  </a:lnTo>
                  <a:lnTo>
                    <a:pt x="39775" y="97127"/>
                  </a:lnTo>
                  <a:lnTo>
                    <a:pt x="37348" y="94735"/>
                  </a:lnTo>
                  <a:lnTo>
                    <a:pt x="34933" y="92904"/>
                  </a:lnTo>
                  <a:lnTo>
                    <a:pt x="32555" y="91105"/>
                  </a:lnTo>
                  <a:lnTo>
                    <a:pt x="30162" y="89848"/>
                  </a:lnTo>
                  <a:lnTo>
                    <a:pt x="27181" y="87455"/>
                  </a:lnTo>
                  <a:lnTo>
                    <a:pt x="24766" y="86181"/>
                  </a:lnTo>
                  <a:lnTo>
                    <a:pt x="21132" y="84263"/>
                  </a:lnTo>
                  <a:lnTo>
                    <a:pt x="19426" y="83119"/>
                  </a:lnTo>
                  <a:lnTo>
                    <a:pt x="17725" y="81980"/>
                  </a:lnTo>
                  <a:lnTo>
                    <a:pt x="15442" y="81375"/>
                  </a:lnTo>
                  <a:lnTo>
                    <a:pt x="14329" y="79151"/>
                  </a:lnTo>
                  <a:lnTo>
                    <a:pt x="13208" y="77476"/>
                  </a:lnTo>
                  <a:lnTo>
                    <a:pt x="12095" y="75251"/>
                  </a:lnTo>
                  <a:lnTo>
                    <a:pt x="10983" y="73027"/>
                  </a:lnTo>
                  <a:lnTo>
                    <a:pt x="10452" y="70269"/>
                  </a:lnTo>
                  <a:lnTo>
                    <a:pt x="9340" y="68045"/>
                  </a:lnTo>
                  <a:lnTo>
                    <a:pt x="9383" y="65303"/>
                  </a:lnTo>
                  <a:lnTo>
                    <a:pt x="9426" y="62562"/>
                  </a:lnTo>
                  <a:lnTo>
                    <a:pt x="9460" y="60371"/>
                  </a:lnTo>
                  <a:lnTo>
                    <a:pt x="9511" y="57084"/>
                  </a:lnTo>
                  <a:lnTo>
                    <a:pt x="9546" y="54894"/>
                  </a:lnTo>
                  <a:lnTo>
                    <a:pt x="10725" y="52738"/>
                  </a:lnTo>
                  <a:lnTo>
                    <a:pt x="11332" y="50566"/>
                  </a:lnTo>
                  <a:lnTo>
                    <a:pt x="12510" y="48412"/>
                  </a:lnTo>
                  <a:lnTo>
                    <a:pt x="13125" y="45697"/>
                  </a:lnTo>
                  <a:lnTo>
                    <a:pt x="13738" y="42982"/>
                  </a:lnTo>
                  <a:lnTo>
                    <a:pt x="13217" y="39689"/>
                  </a:lnTo>
                  <a:lnTo>
                    <a:pt x="12679" y="37488"/>
                  </a:lnTo>
                  <a:lnTo>
                    <a:pt x="12158" y="34196"/>
                  </a:lnTo>
                  <a:lnTo>
                    <a:pt x="11049" y="31979"/>
                  </a:lnTo>
                  <a:lnTo>
                    <a:pt x="10511" y="29779"/>
                  </a:lnTo>
                  <a:lnTo>
                    <a:pt x="9419" y="26471"/>
                  </a:lnTo>
                  <a:lnTo>
                    <a:pt x="8293" y="25343"/>
                  </a:lnTo>
                  <a:lnTo>
                    <a:pt x="7764" y="22599"/>
                  </a:lnTo>
                  <a:lnTo>
                    <a:pt x="6074" y="20908"/>
                  </a:lnTo>
                  <a:lnTo>
                    <a:pt x="5528" y="19254"/>
                  </a:lnTo>
                  <a:lnTo>
                    <a:pt x="3847" y="17017"/>
                  </a:lnTo>
                  <a:lnTo>
                    <a:pt x="0" y="7076"/>
                  </a:lnTo>
                  <a:lnTo>
                    <a:pt x="43747" y="3199"/>
                  </a:lnTo>
                  <a:lnTo>
                    <a:pt x="79850" y="0"/>
                  </a:lnTo>
                  <a:lnTo>
                    <a:pt x="79844" y="526"/>
                  </a:lnTo>
                  <a:lnTo>
                    <a:pt x="80965" y="3293"/>
                  </a:lnTo>
                  <a:lnTo>
                    <a:pt x="81516" y="5467"/>
                  </a:lnTo>
                  <a:lnTo>
                    <a:pt x="81487" y="8102"/>
                  </a:lnTo>
                  <a:lnTo>
                    <a:pt x="81458" y="10738"/>
                  </a:lnTo>
                  <a:lnTo>
                    <a:pt x="82589" y="12447"/>
                  </a:lnTo>
                  <a:lnTo>
                    <a:pt x="82560" y="15083"/>
                  </a:lnTo>
                  <a:lnTo>
                    <a:pt x="83117" y="16728"/>
                  </a:lnTo>
                  <a:lnTo>
                    <a:pt x="83668" y="18900"/>
                  </a:lnTo>
                  <a:lnTo>
                    <a:pt x="83645" y="21010"/>
                  </a:lnTo>
                  <a:lnTo>
                    <a:pt x="83616" y="23649"/>
                  </a:lnTo>
                  <a:lnTo>
                    <a:pt x="84173" y="25292"/>
                  </a:lnTo>
                  <a:lnTo>
                    <a:pt x="84144" y="27932"/>
                  </a:lnTo>
                  <a:lnTo>
                    <a:pt x="84111" y="30565"/>
                  </a:lnTo>
                  <a:lnTo>
                    <a:pt x="84082" y="32670"/>
                  </a:lnTo>
                  <a:lnTo>
                    <a:pt x="84046" y="35302"/>
                  </a:lnTo>
                  <a:lnTo>
                    <a:pt x="84583" y="37990"/>
                  </a:lnTo>
                  <a:lnTo>
                    <a:pt x="85135" y="39624"/>
                  </a:lnTo>
                  <a:lnTo>
                    <a:pt x="85679" y="41784"/>
                  </a:lnTo>
                  <a:lnTo>
                    <a:pt x="85651" y="43892"/>
                  </a:lnTo>
                  <a:lnTo>
                    <a:pt x="87601" y="53283"/>
                  </a:lnTo>
                  <a:lnTo>
                    <a:pt x="87587" y="54225"/>
                  </a:lnTo>
                  <a:lnTo>
                    <a:pt x="88075" y="56158"/>
                  </a:lnTo>
                  <a:lnTo>
                    <a:pt x="88555" y="58562"/>
                  </a:lnTo>
                  <a:lnTo>
                    <a:pt x="89550" y="61015"/>
                  </a:lnTo>
                  <a:lnTo>
                    <a:pt x="91066" y="63043"/>
                  </a:lnTo>
                  <a:lnTo>
                    <a:pt x="91560" y="64503"/>
                  </a:lnTo>
                  <a:lnTo>
                    <a:pt x="93074" y="66528"/>
                  </a:lnTo>
                  <a:lnTo>
                    <a:pt x="94579" y="69022"/>
                  </a:lnTo>
                  <a:lnTo>
                    <a:pt x="96090" y="71042"/>
                  </a:lnTo>
                  <a:lnTo>
                    <a:pt x="97087" y="73015"/>
                  </a:lnTo>
                  <a:lnTo>
                    <a:pt x="98601" y="74561"/>
                  </a:lnTo>
                  <a:lnTo>
                    <a:pt x="100605" y="77560"/>
                  </a:lnTo>
                  <a:lnTo>
                    <a:pt x="101102" y="78544"/>
                  </a:lnTo>
                  <a:lnTo>
                    <a:pt x="103115" y="80598"/>
                  </a:lnTo>
                  <a:lnTo>
                    <a:pt x="103605" y="82050"/>
                  </a:lnTo>
                  <a:lnTo>
                    <a:pt x="106628" y="84184"/>
                  </a:lnTo>
                  <a:lnTo>
                    <a:pt x="108644" y="85291"/>
                  </a:lnTo>
                  <a:lnTo>
                    <a:pt x="109638" y="86781"/>
                  </a:lnTo>
                  <a:lnTo>
                    <a:pt x="112153" y="87925"/>
                  </a:lnTo>
                  <a:lnTo>
                    <a:pt x="113649" y="89453"/>
                  </a:lnTo>
                  <a:lnTo>
                    <a:pt x="115652" y="90552"/>
                  </a:lnTo>
                  <a:lnTo>
                    <a:pt x="117656" y="91181"/>
                  </a:lnTo>
                  <a:lnTo>
                    <a:pt x="121648" y="93851"/>
                  </a:lnTo>
                  <a:lnTo>
                    <a:pt x="124158" y="95492"/>
                  </a:lnTo>
                  <a:lnTo>
                    <a:pt x="125661" y="96569"/>
                  </a:lnTo>
                  <a:lnTo>
                    <a:pt x="128160" y="98202"/>
                  </a:lnTo>
                  <a:lnTo>
                    <a:pt x="130150" y="98837"/>
                  </a:lnTo>
                  <a:lnTo>
                    <a:pt x="132139" y="99948"/>
                  </a:lnTo>
                  <a:lnTo>
                    <a:pt x="134120" y="100579"/>
                  </a:lnTo>
                  <a:lnTo>
                    <a:pt x="136103" y="102161"/>
                  </a:lnTo>
                  <a:lnTo>
                    <a:pt x="137589" y="103701"/>
                  </a:lnTo>
                  <a:lnTo>
                    <a:pt x="147029" y="109873"/>
                  </a:lnTo>
                  <a:lnTo>
                    <a:pt x="147480" y="111247"/>
                  </a:lnTo>
                  <a:lnTo>
                    <a:pt x="148900" y="112675"/>
                  </a:lnTo>
                  <a:lnTo>
                    <a:pt x="150325" y="114583"/>
                  </a:lnTo>
                  <a:lnTo>
                    <a:pt x="151749" y="116490"/>
                  </a:lnTo>
                  <a:lnTo>
                    <a:pt x="152696" y="117912"/>
                  </a:lnTo>
                  <a:lnTo>
                    <a:pt x="154111" y="120272"/>
                  </a:lnTo>
                  <a:lnTo>
                    <a:pt x="155543" y="121723"/>
                  </a:lnTo>
                  <a:lnTo>
                    <a:pt x="157434" y="124565"/>
                  </a:lnTo>
                  <a:lnTo>
                    <a:pt x="158380" y="125986"/>
                  </a:lnTo>
                  <a:lnTo>
                    <a:pt x="159317" y="127862"/>
                  </a:lnTo>
                  <a:lnTo>
                    <a:pt x="166861" y="140130"/>
                  </a:lnTo>
                  <a:lnTo>
                    <a:pt x="187672" y="162575"/>
                  </a:lnTo>
                  <a:lnTo>
                    <a:pt x="189082" y="164462"/>
                  </a:lnTo>
                  <a:lnTo>
                    <a:pt x="189545" y="165854"/>
                  </a:lnTo>
                  <a:lnTo>
                    <a:pt x="190950" y="168198"/>
                  </a:lnTo>
                  <a:lnTo>
                    <a:pt x="191884" y="170066"/>
                  </a:lnTo>
                  <a:lnTo>
                    <a:pt x="193767" y="171969"/>
                  </a:lnTo>
                  <a:lnTo>
                    <a:pt x="194230" y="173361"/>
                  </a:lnTo>
                  <a:lnTo>
                    <a:pt x="195635" y="175704"/>
                  </a:lnTo>
                  <a:lnTo>
                    <a:pt x="197042" y="177588"/>
                  </a:lnTo>
                  <a:lnTo>
                    <a:pt x="198449" y="179471"/>
                  </a:lnTo>
                  <a:lnTo>
                    <a:pt x="199383" y="181338"/>
                  </a:lnTo>
                  <a:lnTo>
                    <a:pt x="200789" y="183220"/>
                  </a:lnTo>
                  <a:lnTo>
                    <a:pt x="201725" y="184627"/>
                  </a:lnTo>
                  <a:lnTo>
                    <a:pt x="203130" y="186508"/>
                  </a:lnTo>
                  <a:lnTo>
                    <a:pt x="205478" y="187957"/>
                  </a:lnTo>
                  <a:lnTo>
                    <a:pt x="206883" y="189376"/>
                  </a:lnTo>
                  <a:lnTo>
                    <a:pt x="208759" y="190349"/>
                  </a:lnTo>
                  <a:lnTo>
                    <a:pt x="210632" y="191320"/>
                  </a:lnTo>
                  <a:lnTo>
                    <a:pt x="212502" y="192290"/>
                  </a:lnTo>
                  <a:lnTo>
                    <a:pt x="214371" y="192800"/>
                  </a:lnTo>
                  <a:lnTo>
                    <a:pt x="217168" y="193793"/>
                  </a:lnTo>
                  <a:lnTo>
                    <a:pt x="218564" y="195205"/>
                  </a:lnTo>
                  <a:lnTo>
                    <a:pt x="219959" y="196158"/>
                  </a:lnTo>
                  <a:lnTo>
                    <a:pt x="221353" y="197568"/>
                  </a:lnTo>
                  <a:lnTo>
                    <a:pt x="222746" y="198976"/>
                  </a:lnTo>
                  <a:lnTo>
                    <a:pt x="242171" y="221364"/>
                  </a:lnTo>
                  <a:lnTo>
                    <a:pt x="282658" y="279293"/>
                  </a:lnTo>
                  <a:lnTo>
                    <a:pt x="308995" y="316976"/>
                  </a:lnTo>
                  <a:lnTo>
                    <a:pt x="311330" y="318849"/>
                  </a:lnTo>
                  <a:lnTo>
                    <a:pt x="312267" y="319326"/>
                  </a:lnTo>
                  <a:lnTo>
                    <a:pt x="313662" y="320719"/>
                  </a:lnTo>
                  <a:lnTo>
                    <a:pt x="315526" y="322124"/>
                  </a:lnTo>
                  <a:lnTo>
                    <a:pt x="317395" y="323075"/>
                  </a:lnTo>
                  <a:lnTo>
                    <a:pt x="318779" y="324917"/>
                  </a:lnTo>
                  <a:lnTo>
                    <a:pt x="320632" y="326769"/>
                  </a:lnTo>
                  <a:lnTo>
                    <a:pt x="322477" y="329072"/>
                  </a:lnTo>
                  <a:lnTo>
                    <a:pt x="323854" y="331364"/>
                  </a:lnTo>
                  <a:lnTo>
                    <a:pt x="324768" y="333194"/>
                  </a:lnTo>
                  <a:lnTo>
                    <a:pt x="325682" y="335024"/>
                  </a:lnTo>
                  <a:lnTo>
                    <a:pt x="326596" y="336855"/>
                  </a:lnTo>
                  <a:lnTo>
                    <a:pt x="327977" y="338693"/>
                  </a:lnTo>
                  <a:lnTo>
                    <a:pt x="333972" y="345137"/>
                  </a:lnTo>
                  <a:lnTo>
                    <a:pt x="345521" y="361259"/>
                  </a:lnTo>
                  <a:lnTo>
                    <a:pt x="347603" y="364014"/>
                  </a:lnTo>
                  <a:lnTo>
                    <a:pt x="348989" y="366074"/>
                  </a:lnTo>
                  <a:lnTo>
                    <a:pt x="351063" y="368817"/>
                  </a:lnTo>
                  <a:lnTo>
                    <a:pt x="353819" y="372235"/>
                  </a:lnTo>
                  <a:lnTo>
                    <a:pt x="356564" y="374280"/>
                  </a:lnTo>
                  <a:lnTo>
                    <a:pt x="357938" y="377683"/>
                  </a:lnTo>
                  <a:lnTo>
                    <a:pt x="359991" y="381076"/>
                  </a:lnTo>
                  <a:lnTo>
                    <a:pt x="362039" y="384460"/>
                  </a:lnTo>
                  <a:lnTo>
                    <a:pt x="364080" y="386482"/>
                  </a:lnTo>
                  <a:lnTo>
                    <a:pt x="366795" y="389847"/>
                  </a:lnTo>
                  <a:lnTo>
                    <a:pt x="368828" y="392563"/>
                  </a:lnTo>
                  <a:lnTo>
                    <a:pt x="370862" y="395279"/>
                  </a:lnTo>
                  <a:lnTo>
                    <a:pt x="372896" y="397317"/>
                  </a:lnTo>
                  <a:lnTo>
                    <a:pt x="375611" y="400716"/>
                  </a:lnTo>
                  <a:lnTo>
                    <a:pt x="377648" y="403437"/>
                  </a:lnTo>
                  <a:lnTo>
                    <a:pt x="379687" y="406159"/>
                  </a:lnTo>
                  <a:lnTo>
                    <a:pt x="381725" y="408201"/>
                  </a:lnTo>
                  <a:lnTo>
                    <a:pt x="383088" y="411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75503" y="5464248"/>
              <a:ext cx="58963" cy="53045"/>
            </a:xfrm>
            <a:custGeom>
              <a:avLst/>
              <a:pathLst>
                <a:path w="58963" h="53045">
                  <a:moveTo>
                    <a:pt x="47386" y="43704"/>
                  </a:moveTo>
                  <a:lnTo>
                    <a:pt x="37269" y="53045"/>
                  </a:lnTo>
                  <a:lnTo>
                    <a:pt x="28236" y="44145"/>
                  </a:lnTo>
                  <a:lnTo>
                    <a:pt x="12555" y="28695"/>
                  </a:lnTo>
                  <a:lnTo>
                    <a:pt x="0" y="16324"/>
                  </a:lnTo>
                  <a:lnTo>
                    <a:pt x="10968" y="7537"/>
                  </a:lnTo>
                  <a:lnTo>
                    <a:pt x="20375" y="0"/>
                  </a:lnTo>
                  <a:lnTo>
                    <a:pt x="37416" y="14579"/>
                  </a:lnTo>
                  <a:lnTo>
                    <a:pt x="58963" y="330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610132" y="5559777"/>
              <a:ext cx="42557" cy="40530"/>
            </a:xfrm>
            <a:custGeom>
              <a:avLst/>
              <a:pathLst>
                <a:path w="42557" h="40530">
                  <a:moveTo>
                    <a:pt x="20589" y="38114"/>
                  </a:moveTo>
                  <a:lnTo>
                    <a:pt x="11591" y="32671"/>
                  </a:lnTo>
                  <a:lnTo>
                    <a:pt x="7313" y="30082"/>
                  </a:lnTo>
                  <a:lnTo>
                    <a:pt x="3458" y="26190"/>
                  </a:lnTo>
                  <a:lnTo>
                    <a:pt x="0" y="22697"/>
                  </a:lnTo>
                  <a:lnTo>
                    <a:pt x="10749" y="11159"/>
                  </a:lnTo>
                  <a:lnTo>
                    <a:pt x="21146" y="0"/>
                  </a:lnTo>
                  <a:lnTo>
                    <a:pt x="31121" y="10154"/>
                  </a:lnTo>
                  <a:lnTo>
                    <a:pt x="42557" y="21796"/>
                  </a:lnTo>
                  <a:lnTo>
                    <a:pt x="32298" y="32488"/>
                  </a:lnTo>
                  <a:lnTo>
                    <a:pt x="24582" y="405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3325" y="4939647"/>
              <a:ext cx="74453" cy="104141"/>
            </a:xfrm>
            <a:custGeom>
              <a:avLst/>
              <a:pathLst>
                <a:path w="74453" h="104141">
                  <a:moveTo>
                    <a:pt x="9915" y="466"/>
                  </a:moveTo>
                  <a:lnTo>
                    <a:pt x="23789" y="1125"/>
                  </a:lnTo>
                  <a:lnTo>
                    <a:pt x="29296" y="19139"/>
                  </a:lnTo>
                  <a:lnTo>
                    <a:pt x="59034" y="33775"/>
                  </a:lnTo>
                  <a:lnTo>
                    <a:pt x="60862" y="38942"/>
                  </a:lnTo>
                  <a:lnTo>
                    <a:pt x="68395" y="60233"/>
                  </a:lnTo>
                  <a:lnTo>
                    <a:pt x="72250" y="86127"/>
                  </a:lnTo>
                  <a:lnTo>
                    <a:pt x="74453" y="104141"/>
                  </a:lnTo>
                  <a:lnTo>
                    <a:pt x="60783" y="101770"/>
                  </a:lnTo>
                  <a:lnTo>
                    <a:pt x="49782" y="99863"/>
                  </a:lnTo>
                  <a:lnTo>
                    <a:pt x="47770" y="92021"/>
                  </a:lnTo>
                  <a:lnTo>
                    <a:pt x="46258" y="86127"/>
                  </a:lnTo>
                  <a:lnTo>
                    <a:pt x="45295" y="81948"/>
                  </a:lnTo>
                  <a:lnTo>
                    <a:pt x="43614" y="74644"/>
                  </a:lnTo>
                  <a:lnTo>
                    <a:pt x="42370" y="70595"/>
                  </a:lnTo>
                  <a:lnTo>
                    <a:pt x="39660" y="61783"/>
                  </a:lnTo>
                  <a:lnTo>
                    <a:pt x="38768" y="58882"/>
                  </a:lnTo>
                  <a:lnTo>
                    <a:pt x="34087" y="54203"/>
                  </a:lnTo>
                  <a:lnTo>
                    <a:pt x="28856" y="48974"/>
                  </a:lnTo>
                  <a:lnTo>
                    <a:pt x="24751" y="45923"/>
                  </a:lnTo>
                  <a:lnTo>
                    <a:pt x="14317" y="38166"/>
                  </a:lnTo>
                  <a:lnTo>
                    <a:pt x="9017" y="29170"/>
                  </a:lnTo>
                  <a:lnTo>
                    <a:pt x="2653" y="18370"/>
                  </a:lnTo>
                  <a:lnTo>
                    <a:pt x="0" y="13866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36532" y="4906987"/>
              <a:ext cx="57712" cy="42152"/>
            </a:xfrm>
            <a:custGeom>
              <a:avLst/>
              <a:pathLst>
                <a:path w="57712" h="42152">
                  <a:moveTo>
                    <a:pt x="11895" y="9727"/>
                  </a:moveTo>
                  <a:lnTo>
                    <a:pt x="14766" y="8993"/>
                  </a:lnTo>
                  <a:lnTo>
                    <a:pt x="33487" y="4209"/>
                  </a:lnTo>
                  <a:lnTo>
                    <a:pt x="49958" y="0"/>
                  </a:lnTo>
                  <a:lnTo>
                    <a:pt x="53343" y="11517"/>
                  </a:lnTo>
                  <a:lnTo>
                    <a:pt x="57712" y="26390"/>
                  </a:lnTo>
                  <a:lnTo>
                    <a:pt x="34579" y="34835"/>
                  </a:lnTo>
                  <a:lnTo>
                    <a:pt x="14538" y="42152"/>
                  </a:lnTo>
                  <a:lnTo>
                    <a:pt x="9171" y="34505"/>
                  </a:lnTo>
                  <a:lnTo>
                    <a:pt x="0" y="21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74000" y="5393352"/>
              <a:ext cx="44007" cy="32381"/>
            </a:xfrm>
            <a:custGeom>
              <a:avLst/>
              <a:pathLst>
                <a:path w="44007" h="32381">
                  <a:moveTo>
                    <a:pt x="2480" y="15133"/>
                  </a:moveTo>
                  <a:lnTo>
                    <a:pt x="7111" y="8477"/>
                  </a:lnTo>
                  <a:lnTo>
                    <a:pt x="10859" y="3091"/>
                  </a:lnTo>
                  <a:lnTo>
                    <a:pt x="11961" y="1507"/>
                  </a:lnTo>
                  <a:lnTo>
                    <a:pt x="13010" y="0"/>
                  </a:lnTo>
                  <a:lnTo>
                    <a:pt x="22583" y="5243"/>
                  </a:lnTo>
                  <a:lnTo>
                    <a:pt x="23913" y="5283"/>
                  </a:lnTo>
                  <a:lnTo>
                    <a:pt x="30105" y="5469"/>
                  </a:lnTo>
                  <a:lnTo>
                    <a:pt x="44007" y="4098"/>
                  </a:lnTo>
                  <a:lnTo>
                    <a:pt x="41460" y="6666"/>
                  </a:lnTo>
                  <a:lnTo>
                    <a:pt x="40075" y="8063"/>
                  </a:lnTo>
                  <a:lnTo>
                    <a:pt x="27825" y="20418"/>
                  </a:lnTo>
                  <a:lnTo>
                    <a:pt x="26762" y="21490"/>
                  </a:lnTo>
                  <a:lnTo>
                    <a:pt x="19172" y="29146"/>
                  </a:lnTo>
                  <a:lnTo>
                    <a:pt x="15964" y="32381"/>
                  </a:lnTo>
                  <a:lnTo>
                    <a:pt x="15548" y="32025"/>
                  </a:lnTo>
                  <a:lnTo>
                    <a:pt x="6951" y="24656"/>
                  </a:lnTo>
                  <a:lnTo>
                    <a:pt x="0" y="18698"/>
                  </a:lnTo>
                  <a:lnTo>
                    <a:pt x="1282" y="16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1257" y="4940967"/>
              <a:ext cx="65172" cy="102498"/>
            </a:xfrm>
            <a:custGeom>
              <a:avLst/>
              <a:pathLst>
                <a:path w="65172" h="102498">
                  <a:moveTo>
                    <a:pt x="54136" y="93749"/>
                  </a:moveTo>
                  <a:lnTo>
                    <a:pt x="50904" y="79772"/>
                  </a:lnTo>
                  <a:lnTo>
                    <a:pt x="42701" y="64779"/>
                  </a:lnTo>
                  <a:lnTo>
                    <a:pt x="33254" y="55885"/>
                  </a:lnTo>
                  <a:lnTo>
                    <a:pt x="28402" y="51011"/>
                  </a:lnTo>
                  <a:lnTo>
                    <a:pt x="18836" y="41401"/>
                  </a:lnTo>
                  <a:lnTo>
                    <a:pt x="5909" y="21072"/>
                  </a:lnTo>
                  <a:lnTo>
                    <a:pt x="0" y="1139"/>
                  </a:lnTo>
                  <a:lnTo>
                    <a:pt x="6034" y="582"/>
                  </a:lnTo>
                  <a:lnTo>
                    <a:pt x="12345" y="0"/>
                  </a:lnTo>
                  <a:lnTo>
                    <a:pt x="14094" y="7113"/>
                  </a:lnTo>
                  <a:lnTo>
                    <a:pt x="17594" y="21349"/>
                  </a:lnTo>
                  <a:lnTo>
                    <a:pt x="19545" y="24151"/>
                  </a:lnTo>
                  <a:lnTo>
                    <a:pt x="29215" y="38045"/>
                  </a:lnTo>
                  <a:lnTo>
                    <a:pt x="30634" y="40083"/>
                  </a:lnTo>
                  <a:lnTo>
                    <a:pt x="37197" y="46881"/>
                  </a:lnTo>
                  <a:lnTo>
                    <a:pt x="41198" y="48798"/>
                  </a:lnTo>
                  <a:lnTo>
                    <a:pt x="44246" y="50259"/>
                  </a:lnTo>
                  <a:lnTo>
                    <a:pt x="51295" y="54762"/>
                  </a:lnTo>
                  <a:lnTo>
                    <a:pt x="55039" y="59491"/>
                  </a:lnTo>
                  <a:lnTo>
                    <a:pt x="59445" y="67372"/>
                  </a:lnTo>
                  <a:lnTo>
                    <a:pt x="63410" y="75703"/>
                  </a:lnTo>
                  <a:lnTo>
                    <a:pt x="64732" y="85385"/>
                  </a:lnTo>
                  <a:lnTo>
                    <a:pt x="64936" y="90298"/>
                  </a:lnTo>
                  <a:lnTo>
                    <a:pt x="65172" y="95969"/>
                  </a:lnTo>
                  <a:lnTo>
                    <a:pt x="64732" y="102498"/>
                  </a:lnTo>
                  <a:lnTo>
                    <a:pt x="59796" y="101966"/>
                  </a:lnTo>
                  <a:lnTo>
                    <a:pt x="55570" y="101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45501" y="4942457"/>
              <a:ext cx="45671" cy="62159"/>
            </a:xfrm>
            <a:custGeom>
              <a:avLst/>
              <a:pathLst>
                <a:path w="45671" h="62159">
                  <a:moveTo>
                    <a:pt x="33716" y="54934"/>
                  </a:moveTo>
                  <a:lnTo>
                    <a:pt x="22243" y="62159"/>
                  </a:lnTo>
                  <a:lnTo>
                    <a:pt x="19137" y="55804"/>
                  </a:lnTo>
                  <a:lnTo>
                    <a:pt x="13757" y="44797"/>
                  </a:lnTo>
                  <a:lnTo>
                    <a:pt x="8719" y="34491"/>
                  </a:lnTo>
                  <a:lnTo>
                    <a:pt x="5672" y="28258"/>
                  </a:lnTo>
                  <a:lnTo>
                    <a:pt x="5048" y="25372"/>
                  </a:lnTo>
                  <a:lnTo>
                    <a:pt x="2475" y="13475"/>
                  </a:lnTo>
                  <a:lnTo>
                    <a:pt x="0" y="2026"/>
                  </a:lnTo>
                  <a:lnTo>
                    <a:pt x="10623" y="1046"/>
                  </a:lnTo>
                  <a:lnTo>
                    <a:pt x="21961" y="0"/>
                  </a:lnTo>
                  <a:lnTo>
                    <a:pt x="24705" y="9418"/>
                  </a:lnTo>
                  <a:lnTo>
                    <a:pt x="29677" y="23140"/>
                  </a:lnTo>
                  <a:lnTo>
                    <a:pt x="39372" y="40674"/>
                  </a:lnTo>
                  <a:lnTo>
                    <a:pt x="45671" y="47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528295" y="4762662"/>
              <a:ext cx="142281" cy="140605"/>
            </a:xfrm>
            <a:custGeom>
              <a:avLst/>
              <a:pathLst>
                <a:path w="142281" h="140605">
                  <a:moveTo>
                    <a:pt x="0" y="44683"/>
                  </a:moveTo>
                  <a:lnTo>
                    <a:pt x="9026" y="23572"/>
                  </a:lnTo>
                  <a:lnTo>
                    <a:pt x="19104" y="0"/>
                  </a:lnTo>
                  <a:lnTo>
                    <a:pt x="103701" y="51386"/>
                  </a:lnTo>
                  <a:lnTo>
                    <a:pt x="142281" y="74821"/>
                  </a:lnTo>
                  <a:lnTo>
                    <a:pt x="142281" y="140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176247" y="4724249"/>
              <a:ext cx="116279" cy="61905"/>
            </a:xfrm>
            <a:custGeom>
              <a:avLst/>
              <a:pathLst>
                <a:path w="116279" h="61905">
                  <a:moveTo>
                    <a:pt x="110686" y="37466"/>
                  </a:moveTo>
                  <a:lnTo>
                    <a:pt x="104361" y="61905"/>
                  </a:lnTo>
                  <a:lnTo>
                    <a:pt x="79522" y="59273"/>
                  </a:lnTo>
                  <a:lnTo>
                    <a:pt x="0" y="50849"/>
                  </a:lnTo>
                  <a:lnTo>
                    <a:pt x="1854" y="23816"/>
                  </a:lnTo>
                  <a:lnTo>
                    <a:pt x="3487" y="0"/>
                  </a:lnTo>
                  <a:lnTo>
                    <a:pt x="28934" y="3577"/>
                  </a:lnTo>
                  <a:lnTo>
                    <a:pt x="36155" y="4593"/>
                  </a:lnTo>
                  <a:lnTo>
                    <a:pt x="40976" y="5270"/>
                  </a:lnTo>
                  <a:lnTo>
                    <a:pt x="45343" y="5884"/>
                  </a:lnTo>
                  <a:lnTo>
                    <a:pt x="50753" y="6645"/>
                  </a:lnTo>
                  <a:lnTo>
                    <a:pt x="55272" y="7281"/>
                  </a:lnTo>
                  <a:lnTo>
                    <a:pt x="61190" y="8113"/>
                  </a:lnTo>
                  <a:lnTo>
                    <a:pt x="65699" y="8747"/>
                  </a:lnTo>
                  <a:lnTo>
                    <a:pt x="72268" y="9670"/>
                  </a:lnTo>
                  <a:lnTo>
                    <a:pt x="75897" y="10180"/>
                  </a:lnTo>
                  <a:lnTo>
                    <a:pt x="79408" y="10674"/>
                  </a:lnTo>
                  <a:lnTo>
                    <a:pt x="90230" y="12196"/>
                  </a:lnTo>
                  <a:lnTo>
                    <a:pt x="108762" y="14801"/>
                  </a:lnTo>
                  <a:lnTo>
                    <a:pt x="116279" y="158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287179" y="4742205"/>
              <a:ext cx="93002" cy="55149"/>
            </a:xfrm>
            <a:custGeom>
              <a:avLst/>
              <a:pathLst>
                <a:path w="93002" h="55149">
                  <a:moveTo>
                    <a:pt x="92204" y="39743"/>
                  </a:moveTo>
                  <a:lnTo>
                    <a:pt x="90795" y="55149"/>
                  </a:lnTo>
                  <a:lnTo>
                    <a:pt x="42935" y="46836"/>
                  </a:lnTo>
                  <a:lnTo>
                    <a:pt x="0" y="39379"/>
                  </a:lnTo>
                  <a:lnTo>
                    <a:pt x="4732" y="20952"/>
                  </a:lnTo>
                  <a:lnTo>
                    <a:pt x="10114" y="0"/>
                  </a:lnTo>
                  <a:lnTo>
                    <a:pt x="26409" y="6095"/>
                  </a:lnTo>
                  <a:lnTo>
                    <a:pt x="44011" y="12680"/>
                  </a:lnTo>
                  <a:lnTo>
                    <a:pt x="93002" y="31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580656" y="4693635"/>
              <a:ext cx="89921" cy="129873"/>
            </a:xfrm>
            <a:custGeom>
              <a:avLst/>
              <a:pathLst>
                <a:path w="89921" h="129873">
                  <a:moveTo>
                    <a:pt x="999" y="1022"/>
                  </a:moveTo>
                  <a:lnTo>
                    <a:pt x="32907" y="432"/>
                  </a:lnTo>
                  <a:lnTo>
                    <a:pt x="56287" y="0"/>
                  </a:lnTo>
                  <a:lnTo>
                    <a:pt x="62200" y="26443"/>
                  </a:lnTo>
                  <a:lnTo>
                    <a:pt x="83973" y="35946"/>
                  </a:lnTo>
                  <a:lnTo>
                    <a:pt x="89921" y="38542"/>
                  </a:lnTo>
                  <a:lnTo>
                    <a:pt x="89921" y="129873"/>
                  </a:lnTo>
                  <a:lnTo>
                    <a:pt x="0" y="75448"/>
                  </a:lnTo>
                  <a:lnTo>
                    <a:pt x="844" y="56316"/>
                  </a:lnTo>
                  <a:lnTo>
                    <a:pt x="1905" y="357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917390" y="4713825"/>
              <a:ext cx="74656" cy="34356"/>
            </a:xfrm>
            <a:custGeom>
              <a:avLst/>
              <a:pathLst>
                <a:path w="74656" h="34356">
                  <a:moveTo>
                    <a:pt x="74159" y="16507"/>
                  </a:moveTo>
                  <a:lnTo>
                    <a:pt x="73269" y="34356"/>
                  </a:lnTo>
                  <a:lnTo>
                    <a:pt x="46890" y="31752"/>
                  </a:lnTo>
                  <a:lnTo>
                    <a:pt x="348" y="27159"/>
                  </a:lnTo>
                  <a:lnTo>
                    <a:pt x="189" y="14768"/>
                  </a:lnTo>
                  <a:lnTo>
                    <a:pt x="0" y="0"/>
                  </a:lnTo>
                  <a:lnTo>
                    <a:pt x="5047" y="443"/>
                  </a:lnTo>
                  <a:lnTo>
                    <a:pt x="13764" y="1208"/>
                  </a:lnTo>
                  <a:lnTo>
                    <a:pt x="21271" y="1867"/>
                  </a:lnTo>
                  <a:lnTo>
                    <a:pt x="31076" y="2728"/>
                  </a:lnTo>
                  <a:lnTo>
                    <a:pt x="40377" y="3544"/>
                  </a:lnTo>
                  <a:lnTo>
                    <a:pt x="50142" y="4401"/>
                  </a:lnTo>
                  <a:lnTo>
                    <a:pt x="60153" y="5280"/>
                  </a:lnTo>
                  <a:lnTo>
                    <a:pt x="68880" y="6046"/>
                  </a:lnTo>
                  <a:lnTo>
                    <a:pt x="74656" y="65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270836" y="4675411"/>
              <a:ext cx="259331" cy="129783"/>
            </a:xfrm>
            <a:custGeom>
              <a:avLst/>
              <a:pathLst>
                <a:path w="259331" h="129783">
                  <a:moveTo>
                    <a:pt x="256205" y="97303"/>
                  </a:moveTo>
                  <a:lnTo>
                    <a:pt x="249806" y="129783"/>
                  </a:lnTo>
                  <a:lnTo>
                    <a:pt x="174282" y="104085"/>
                  </a:lnTo>
                  <a:lnTo>
                    <a:pt x="171356" y="103090"/>
                  </a:lnTo>
                  <a:lnTo>
                    <a:pt x="127770" y="86978"/>
                  </a:lnTo>
                  <a:lnTo>
                    <a:pt x="103232" y="75762"/>
                  </a:lnTo>
                  <a:lnTo>
                    <a:pt x="68620" y="61402"/>
                  </a:lnTo>
                  <a:lnTo>
                    <a:pt x="0" y="41735"/>
                  </a:lnTo>
                  <a:lnTo>
                    <a:pt x="4214" y="16845"/>
                  </a:lnTo>
                  <a:lnTo>
                    <a:pt x="7067" y="0"/>
                  </a:lnTo>
                  <a:lnTo>
                    <a:pt x="41282" y="8426"/>
                  </a:lnTo>
                  <a:lnTo>
                    <a:pt x="54714" y="11734"/>
                  </a:lnTo>
                  <a:lnTo>
                    <a:pt x="82817" y="21138"/>
                  </a:lnTo>
                  <a:lnTo>
                    <a:pt x="115882" y="38375"/>
                  </a:lnTo>
                  <a:lnTo>
                    <a:pt x="126346" y="41827"/>
                  </a:lnTo>
                  <a:lnTo>
                    <a:pt x="140711" y="46567"/>
                  </a:lnTo>
                  <a:lnTo>
                    <a:pt x="151775" y="50218"/>
                  </a:lnTo>
                  <a:lnTo>
                    <a:pt x="158727" y="52236"/>
                  </a:lnTo>
                  <a:lnTo>
                    <a:pt x="172284" y="56171"/>
                  </a:lnTo>
                  <a:lnTo>
                    <a:pt x="185972" y="60144"/>
                  </a:lnTo>
                  <a:lnTo>
                    <a:pt x="201129" y="64544"/>
                  </a:lnTo>
                  <a:lnTo>
                    <a:pt x="215310" y="68661"/>
                  </a:lnTo>
                  <a:lnTo>
                    <a:pt x="232083" y="73529"/>
                  </a:lnTo>
                  <a:lnTo>
                    <a:pt x="259331" y="81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190312" y="4657474"/>
              <a:ext cx="72549" cy="52069"/>
            </a:xfrm>
            <a:custGeom>
              <a:avLst/>
              <a:pathLst>
                <a:path w="72549" h="52069">
                  <a:moveTo>
                    <a:pt x="65768" y="52069"/>
                  </a:moveTo>
                  <a:lnTo>
                    <a:pt x="40159" y="48038"/>
                  </a:lnTo>
                  <a:lnTo>
                    <a:pt x="0" y="41717"/>
                  </a:lnTo>
                  <a:lnTo>
                    <a:pt x="2219" y="16854"/>
                  </a:lnTo>
                  <a:lnTo>
                    <a:pt x="3724" y="0"/>
                  </a:lnTo>
                  <a:lnTo>
                    <a:pt x="15836" y="2546"/>
                  </a:lnTo>
                  <a:lnTo>
                    <a:pt x="25611" y="4601"/>
                  </a:lnTo>
                  <a:lnTo>
                    <a:pt x="31226" y="5781"/>
                  </a:lnTo>
                  <a:lnTo>
                    <a:pt x="35767" y="6736"/>
                  </a:lnTo>
                  <a:lnTo>
                    <a:pt x="39183" y="7454"/>
                  </a:lnTo>
                  <a:lnTo>
                    <a:pt x="42296" y="8108"/>
                  </a:lnTo>
                  <a:lnTo>
                    <a:pt x="44402" y="8551"/>
                  </a:lnTo>
                  <a:lnTo>
                    <a:pt x="46397" y="8971"/>
                  </a:lnTo>
                  <a:lnTo>
                    <a:pt x="49748" y="9675"/>
                  </a:lnTo>
                  <a:lnTo>
                    <a:pt x="53123" y="10385"/>
                  </a:lnTo>
                  <a:lnTo>
                    <a:pt x="58382" y="11490"/>
                  </a:lnTo>
                  <a:lnTo>
                    <a:pt x="61074" y="12056"/>
                  </a:lnTo>
                  <a:lnTo>
                    <a:pt x="68507" y="13619"/>
                  </a:lnTo>
                  <a:lnTo>
                    <a:pt x="71132" y="14171"/>
                  </a:lnTo>
                  <a:lnTo>
                    <a:pt x="72549" y="14468"/>
                  </a:lnTo>
                  <a:lnTo>
                    <a:pt x="72102" y="21721"/>
                  </a:lnTo>
                  <a:lnTo>
                    <a:pt x="71240" y="27302"/>
                  </a:lnTo>
                  <a:lnTo>
                    <a:pt x="70266" y="336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5021180" y="4636839"/>
              <a:ext cx="69515" cy="63355"/>
            </a:xfrm>
            <a:custGeom>
              <a:avLst/>
              <a:pathLst>
                <a:path w="69515" h="63355">
                  <a:moveTo>
                    <a:pt x="52324" y="53043"/>
                  </a:moveTo>
                  <a:lnTo>
                    <a:pt x="14288" y="63355"/>
                  </a:lnTo>
                  <a:lnTo>
                    <a:pt x="5436" y="31402"/>
                  </a:lnTo>
                  <a:lnTo>
                    <a:pt x="0" y="11780"/>
                  </a:lnTo>
                  <a:lnTo>
                    <a:pt x="3697" y="11046"/>
                  </a:lnTo>
                  <a:lnTo>
                    <a:pt x="9306" y="9932"/>
                  </a:lnTo>
                  <a:lnTo>
                    <a:pt x="13472" y="9104"/>
                  </a:lnTo>
                  <a:lnTo>
                    <a:pt x="19382" y="7930"/>
                  </a:lnTo>
                  <a:lnTo>
                    <a:pt x="22980" y="7216"/>
                  </a:lnTo>
                  <a:lnTo>
                    <a:pt x="26839" y="6449"/>
                  </a:lnTo>
                  <a:lnTo>
                    <a:pt x="29414" y="5937"/>
                  </a:lnTo>
                  <a:lnTo>
                    <a:pt x="32574" y="5310"/>
                  </a:lnTo>
                  <a:lnTo>
                    <a:pt x="35486" y="4731"/>
                  </a:lnTo>
                  <a:lnTo>
                    <a:pt x="39151" y="4003"/>
                  </a:lnTo>
                  <a:lnTo>
                    <a:pt x="42798" y="3279"/>
                  </a:lnTo>
                  <a:lnTo>
                    <a:pt x="47359" y="2373"/>
                  </a:lnTo>
                  <a:lnTo>
                    <a:pt x="50379" y="1773"/>
                  </a:lnTo>
                  <a:lnTo>
                    <a:pt x="55056" y="844"/>
                  </a:lnTo>
                  <a:lnTo>
                    <a:pt x="57544" y="350"/>
                  </a:lnTo>
                  <a:lnTo>
                    <a:pt x="59309" y="0"/>
                  </a:lnTo>
                  <a:lnTo>
                    <a:pt x="62317" y="14262"/>
                  </a:lnTo>
                  <a:lnTo>
                    <a:pt x="69515" y="483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101660" y="4643949"/>
              <a:ext cx="83696" cy="56706"/>
            </a:xfrm>
            <a:custGeom>
              <a:avLst/>
              <a:pathLst>
                <a:path w="83696" h="56706">
                  <a:moveTo>
                    <a:pt x="0" y="51343"/>
                  </a:moveTo>
                  <a:lnTo>
                    <a:pt x="1826" y="37784"/>
                  </a:lnTo>
                  <a:lnTo>
                    <a:pt x="3030" y="24641"/>
                  </a:lnTo>
                  <a:lnTo>
                    <a:pt x="5289" y="0"/>
                  </a:lnTo>
                  <a:lnTo>
                    <a:pt x="22164" y="2415"/>
                  </a:lnTo>
                  <a:lnTo>
                    <a:pt x="29988" y="3536"/>
                  </a:lnTo>
                  <a:lnTo>
                    <a:pt x="43981" y="5539"/>
                  </a:lnTo>
                  <a:lnTo>
                    <a:pt x="53704" y="6931"/>
                  </a:lnTo>
                  <a:lnTo>
                    <a:pt x="59014" y="7691"/>
                  </a:lnTo>
                  <a:lnTo>
                    <a:pt x="63340" y="8311"/>
                  </a:lnTo>
                  <a:lnTo>
                    <a:pt x="68826" y="9096"/>
                  </a:lnTo>
                  <a:lnTo>
                    <a:pt x="72602" y="9637"/>
                  </a:lnTo>
                  <a:lnTo>
                    <a:pt x="76501" y="10195"/>
                  </a:lnTo>
                  <a:lnTo>
                    <a:pt x="83696" y="11225"/>
                  </a:lnTo>
                  <a:lnTo>
                    <a:pt x="82173" y="29672"/>
                  </a:lnTo>
                  <a:lnTo>
                    <a:pt x="79942" y="56706"/>
                  </a:lnTo>
                  <a:lnTo>
                    <a:pt x="63427" y="56361"/>
                  </a:lnTo>
                  <a:lnTo>
                    <a:pt x="56616" y="56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357499" y="4638316"/>
              <a:ext cx="189193" cy="104776"/>
            </a:xfrm>
            <a:custGeom>
              <a:avLst/>
              <a:pathLst>
                <a:path w="189193" h="104776">
                  <a:moveTo>
                    <a:pt x="119812" y="47183"/>
                  </a:moveTo>
                  <a:lnTo>
                    <a:pt x="189193" y="55426"/>
                  </a:lnTo>
                  <a:lnTo>
                    <a:pt x="187002" y="82110"/>
                  </a:lnTo>
                  <a:lnTo>
                    <a:pt x="185140" y="104776"/>
                  </a:lnTo>
                  <a:lnTo>
                    <a:pt x="51120" y="74384"/>
                  </a:lnTo>
                  <a:lnTo>
                    <a:pt x="43784" y="70463"/>
                  </a:lnTo>
                  <a:lnTo>
                    <a:pt x="37283" y="66988"/>
                  </a:lnTo>
                  <a:lnTo>
                    <a:pt x="31118" y="63693"/>
                  </a:lnTo>
                  <a:lnTo>
                    <a:pt x="22864" y="59281"/>
                  </a:lnTo>
                  <a:lnTo>
                    <a:pt x="16671" y="55971"/>
                  </a:lnTo>
                  <a:lnTo>
                    <a:pt x="8588" y="51650"/>
                  </a:lnTo>
                  <a:lnTo>
                    <a:pt x="0" y="47060"/>
                  </a:lnTo>
                  <a:lnTo>
                    <a:pt x="10218" y="23929"/>
                  </a:lnTo>
                  <a:lnTo>
                    <a:pt x="20790" y="0"/>
                  </a:lnTo>
                  <a:lnTo>
                    <a:pt x="35547" y="6946"/>
                  </a:lnTo>
                  <a:lnTo>
                    <a:pt x="72625" y="243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300935" y="4617768"/>
              <a:ext cx="51475" cy="54204"/>
            </a:xfrm>
            <a:custGeom>
              <a:avLst/>
              <a:pathLst>
                <a:path w="51475" h="54204">
                  <a:moveTo>
                    <a:pt x="48731" y="29798"/>
                  </a:moveTo>
                  <a:lnTo>
                    <a:pt x="44005" y="54204"/>
                  </a:lnTo>
                  <a:lnTo>
                    <a:pt x="35458" y="51947"/>
                  </a:lnTo>
                  <a:lnTo>
                    <a:pt x="28378" y="50077"/>
                  </a:lnTo>
                  <a:lnTo>
                    <a:pt x="20311" y="47947"/>
                  </a:lnTo>
                  <a:lnTo>
                    <a:pt x="0" y="42583"/>
                  </a:lnTo>
                  <a:lnTo>
                    <a:pt x="2237" y="31540"/>
                  </a:lnTo>
                  <a:lnTo>
                    <a:pt x="5081" y="17506"/>
                  </a:lnTo>
                  <a:lnTo>
                    <a:pt x="8629" y="0"/>
                  </a:lnTo>
                  <a:lnTo>
                    <a:pt x="23931" y="5580"/>
                  </a:lnTo>
                  <a:lnTo>
                    <a:pt x="51475" y="15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837608" y="4621343"/>
              <a:ext cx="183571" cy="77899"/>
            </a:xfrm>
            <a:custGeom>
              <a:avLst/>
              <a:pathLst>
                <a:path w="183571" h="77899">
                  <a:moveTo>
                    <a:pt x="13572" y="0"/>
                  </a:moveTo>
                  <a:lnTo>
                    <a:pt x="51122" y="11198"/>
                  </a:lnTo>
                  <a:lnTo>
                    <a:pt x="62047" y="14570"/>
                  </a:lnTo>
                  <a:lnTo>
                    <a:pt x="69091" y="16744"/>
                  </a:lnTo>
                  <a:lnTo>
                    <a:pt x="81121" y="20132"/>
                  </a:lnTo>
                  <a:lnTo>
                    <a:pt x="90928" y="24628"/>
                  </a:lnTo>
                  <a:lnTo>
                    <a:pt x="98181" y="27954"/>
                  </a:lnTo>
                  <a:lnTo>
                    <a:pt x="117301" y="31921"/>
                  </a:lnTo>
                  <a:lnTo>
                    <a:pt x="127654" y="34070"/>
                  </a:lnTo>
                  <a:lnTo>
                    <a:pt x="137424" y="35802"/>
                  </a:lnTo>
                  <a:lnTo>
                    <a:pt x="142863" y="36222"/>
                  </a:lnTo>
                  <a:lnTo>
                    <a:pt x="146529" y="36226"/>
                  </a:lnTo>
                  <a:lnTo>
                    <a:pt x="152434" y="35215"/>
                  </a:lnTo>
                  <a:lnTo>
                    <a:pt x="158790" y="32950"/>
                  </a:lnTo>
                  <a:lnTo>
                    <a:pt x="172706" y="27411"/>
                  </a:lnTo>
                  <a:lnTo>
                    <a:pt x="177535" y="49849"/>
                  </a:lnTo>
                  <a:lnTo>
                    <a:pt x="183571" y="77899"/>
                  </a:lnTo>
                  <a:lnTo>
                    <a:pt x="109106" y="75748"/>
                  </a:lnTo>
                  <a:lnTo>
                    <a:pt x="85839" y="75076"/>
                  </a:lnTo>
                  <a:lnTo>
                    <a:pt x="74739" y="71287"/>
                  </a:lnTo>
                  <a:lnTo>
                    <a:pt x="56881" y="61821"/>
                  </a:lnTo>
                  <a:lnTo>
                    <a:pt x="45496" y="56341"/>
                  </a:lnTo>
                  <a:lnTo>
                    <a:pt x="32340" y="49304"/>
                  </a:lnTo>
                  <a:lnTo>
                    <a:pt x="19579" y="41239"/>
                  </a:lnTo>
                  <a:lnTo>
                    <a:pt x="10403" y="29876"/>
                  </a:lnTo>
                  <a:lnTo>
                    <a:pt x="0" y="22755"/>
                  </a:lnTo>
                  <a:lnTo>
                    <a:pt x="5836" y="11029"/>
                  </a:lnTo>
                  <a:lnTo>
                    <a:pt x="11297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323744" y="4570839"/>
              <a:ext cx="174338" cy="99194"/>
            </a:xfrm>
            <a:custGeom>
              <a:avLst/>
              <a:pathLst>
                <a:path w="174338" h="99194">
                  <a:moveTo>
                    <a:pt x="29389" y="6381"/>
                  </a:moveTo>
                  <a:lnTo>
                    <a:pt x="73891" y="18902"/>
                  </a:lnTo>
                  <a:lnTo>
                    <a:pt x="94542" y="24712"/>
                  </a:lnTo>
                  <a:lnTo>
                    <a:pt x="109683" y="31036"/>
                  </a:lnTo>
                  <a:lnTo>
                    <a:pt x="113425" y="32599"/>
                  </a:lnTo>
                  <a:lnTo>
                    <a:pt x="156751" y="43996"/>
                  </a:lnTo>
                  <a:lnTo>
                    <a:pt x="174338" y="48622"/>
                  </a:lnTo>
                  <a:lnTo>
                    <a:pt x="170330" y="57968"/>
                  </a:lnTo>
                  <a:lnTo>
                    <a:pt x="159952" y="82170"/>
                  </a:lnTo>
                  <a:lnTo>
                    <a:pt x="152653" y="99194"/>
                  </a:lnTo>
                  <a:lnTo>
                    <a:pt x="126186" y="88832"/>
                  </a:lnTo>
                  <a:lnTo>
                    <a:pt x="88828" y="74205"/>
                  </a:lnTo>
                  <a:lnTo>
                    <a:pt x="71868" y="67564"/>
                  </a:lnTo>
                  <a:lnTo>
                    <a:pt x="62244" y="63797"/>
                  </a:lnTo>
                  <a:lnTo>
                    <a:pt x="48760" y="58517"/>
                  </a:lnTo>
                  <a:lnTo>
                    <a:pt x="41766" y="52131"/>
                  </a:lnTo>
                  <a:lnTo>
                    <a:pt x="35685" y="48118"/>
                  </a:lnTo>
                  <a:lnTo>
                    <a:pt x="33192" y="46354"/>
                  </a:lnTo>
                  <a:lnTo>
                    <a:pt x="23622" y="43816"/>
                  </a:lnTo>
                  <a:lnTo>
                    <a:pt x="0" y="37551"/>
                  </a:lnTo>
                  <a:lnTo>
                    <a:pt x="2168" y="25414"/>
                  </a:lnTo>
                  <a:lnTo>
                    <a:pt x="4555" y="12053"/>
                  </a:lnTo>
                  <a:lnTo>
                    <a:pt x="67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75026" y="4551392"/>
              <a:ext cx="98311" cy="90727"/>
            </a:xfrm>
            <a:custGeom>
              <a:avLst/>
              <a:pathLst>
                <a:path w="98311" h="90727">
                  <a:moveTo>
                    <a:pt x="60901" y="7758"/>
                  </a:moveTo>
                  <a:lnTo>
                    <a:pt x="98311" y="29661"/>
                  </a:lnTo>
                  <a:lnTo>
                    <a:pt x="96530" y="44617"/>
                  </a:lnTo>
                  <a:lnTo>
                    <a:pt x="91307" y="88475"/>
                  </a:lnTo>
                  <a:lnTo>
                    <a:pt x="91039" y="90727"/>
                  </a:lnTo>
                  <a:lnTo>
                    <a:pt x="78531" y="87277"/>
                  </a:lnTo>
                  <a:lnTo>
                    <a:pt x="65456" y="83670"/>
                  </a:lnTo>
                  <a:lnTo>
                    <a:pt x="53280" y="80312"/>
                  </a:lnTo>
                  <a:lnTo>
                    <a:pt x="51636" y="79211"/>
                  </a:lnTo>
                  <a:lnTo>
                    <a:pt x="39946" y="71383"/>
                  </a:lnTo>
                  <a:lnTo>
                    <a:pt x="28215" y="63528"/>
                  </a:lnTo>
                  <a:lnTo>
                    <a:pt x="1461" y="46096"/>
                  </a:lnTo>
                  <a:lnTo>
                    <a:pt x="0" y="45129"/>
                  </a:lnTo>
                  <a:lnTo>
                    <a:pt x="553" y="44120"/>
                  </a:lnTo>
                  <a:lnTo>
                    <a:pt x="20166" y="22364"/>
                  </a:lnTo>
                  <a:lnTo>
                    <a:pt x="403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757954" y="4997399"/>
              <a:ext cx="56177" cy="115670"/>
            </a:xfrm>
            <a:custGeom>
              <a:avLst/>
              <a:pathLst>
                <a:path w="56177" h="115670">
                  <a:moveTo>
                    <a:pt x="24466" y="23821"/>
                  </a:moveTo>
                  <a:lnTo>
                    <a:pt x="31066" y="0"/>
                  </a:lnTo>
                  <a:lnTo>
                    <a:pt x="36138" y="1000"/>
                  </a:lnTo>
                  <a:lnTo>
                    <a:pt x="56177" y="4953"/>
                  </a:lnTo>
                  <a:lnTo>
                    <a:pt x="52653" y="17563"/>
                  </a:lnTo>
                  <a:lnTo>
                    <a:pt x="51805" y="20451"/>
                  </a:lnTo>
                  <a:lnTo>
                    <a:pt x="49480" y="28374"/>
                  </a:lnTo>
                  <a:lnTo>
                    <a:pt x="47669" y="34544"/>
                  </a:lnTo>
                  <a:lnTo>
                    <a:pt x="46426" y="38782"/>
                  </a:lnTo>
                  <a:lnTo>
                    <a:pt x="45115" y="43247"/>
                  </a:lnTo>
                  <a:lnTo>
                    <a:pt x="43401" y="49087"/>
                  </a:lnTo>
                  <a:lnTo>
                    <a:pt x="35471" y="81061"/>
                  </a:lnTo>
                  <a:lnTo>
                    <a:pt x="34952" y="81516"/>
                  </a:lnTo>
                  <a:lnTo>
                    <a:pt x="29170" y="110745"/>
                  </a:lnTo>
                  <a:lnTo>
                    <a:pt x="24918" y="115670"/>
                  </a:lnTo>
                  <a:lnTo>
                    <a:pt x="0" y="112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812083" y="4835553"/>
              <a:ext cx="59254" cy="128347"/>
            </a:xfrm>
            <a:custGeom>
              <a:avLst/>
              <a:pathLst>
                <a:path w="59254" h="128347">
                  <a:moveTo>
                    <a:pt x="58593" y="128347"/>
                  </a:moveTo>
                  <a:lnTo>
                    <a:pt x="53071" y="127066"/>
                  </a:lnTo>
                  <a:lnTo>
                    <a:pt x="45654" y="125345"/>
                  </a:lnTo>
                  <a:lnTo>
                    <a:pt x="42192" y="124541"/>
                  </a:lnTo>
                  <a:lnTo>
                    <a:pt x="36441" y="123207"/>
                  </a:lnTo>
                  <a:lnTo>
                    <a:pt x="32547" y="122303"/>
                  </a:lnTo>
                  <a:lnTo>
                    <a:pt x="29087" y="121501"/>
                  </a:lnTo>
                  <a:lnTo>
                    <a:pt x="22688" y="120016"/>
                  </a:lnTo>
                  <a:lnTo>
                    <a:pt x="22247" y="96823"/>
                  </a:lnTo>
                  <a:lnTo>
                    <a:pt x="16740" y="58994"/>
                  </a:lnTo>
                  <a:lnTo>
                    <a:pt x="14149" y="52211"/>
                  </a:lnTo>
                  <a:lnTo>
                    <a:pt x="7709" y="35351"/>
                  </a:lnTo>
                  <a:lnTo>
                    <a:pt x="0" y="0"/>
                  </a:lnTo>
                  <a:lnTo>
                    <a:pt x="8065" y="2135"/>
                  </a:lnTo>
                  <a:lnTo>
                    <a:pt x="30618" y="8106"/>
                  </a:lnTo>
                  <a:lnTo>
                    <a:pt x="38328" y="19589"/>
                  </a:lnTo>
                  <a:lnTo>
                    <a:pt x="39506" y="22032"/>
                  </a:lnTo>
                  <a:lnTo>
                    <a:pt x="46258" y="36027"/>
                  </a:lnTo>
                  <a:lnTo>
                    <a:pt x="57271" y="57193"/>
                  </a:lnTo>
                  <a:lnTo>
                    <a:pt x="58152" y="90969"/>
                  </a:lnTo>
                  <a:lnTo>
                    <a:pt x="59254" y="114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871968" y="4811376"/>
              <a:ext cx="69894" cy="138339"/>
            </a:xfrm>
            <a:custGeom>
              <a:avLst/>
              <a:pathLst>
                <a:path w="69894" h="138339">
                  <a:moveTo>
                    <a:pt x="9794" y="66"/>
                  </a:moveTo>
                  <a:lnTo>
                    <a:pt x="17516" y="140"/>
                  </a:lnTo>
                  <a:lnTo>
                    <a:pt x="41971" y="21723"/>
                  </a:lnTo>
                  <a:lnTo>
                    <a:pt x="69894" y="46366"/>
                  </a:lnTo>
                  <a:lnTo>
                    <a:pt x="68044" y="55680"/>
                  </a:lnTo>
                  <a:lnTo>
                    <a:pt x="65743" y="67266"/>
                  </a:lnTo>
                  <a:lnTo>
                    <a:pt x="63477" y="78674"/>
                  </a:lnTo>
                  <a:lnTo>
                    <a:pt x="62910" y="81531"/>
                  </a:lnTo>
                  <a:lnTo>
                    <a:pt x="53185" y="97532"/>
                  </a:lnTo>
                  <a:lnTo>
                    <a:pt x="45245" y="110597"/>
                  </a:lnTo>
                  <a:lnTo>
                    <a:pt x="37652" y="124207"/>
                  </a:lnTo>
                  <a:lnTo>
                    <a:pt x="29767" y="138339"/>
                  </a:lnTo>
                  <a:lnTo>
                    <a:pt x="22718" y="133160"/>
                  </a:lnTo>
                  <a:lnTo>
                    <a:pt x="24627" y="117172"/>
                  </a:lnTo>
                  <a:lnTo>
                    <a:pt x="24627" y="92674"/>
                  </a:lnTo>
                  <a:lnTo>
                    <a:pt x="15816" y="73940"/>
                  </a:lnTo>
                  <a:lnTo>
                    <a:pt x="7917" y="65461"/>
                  </a:lnTo>
                  <a:lnTo>
                    <a:pt x="0" y="46844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648805" y="4621831"/>
              <a:ext cx="21771" cy="75839"/>
            </a:xfrm>
            <a:custGeom>
              <a:avLst/>
              <a:pathLst>
                <a:path w="21771" h="75839">
                  <a:moveTo>
                    <a:pt x="0" y="63953"/>
                  </a:moveTo>
                  <a:lnTo>
                    <a:pt x="6642" y="30391"/>
                  </a:lnTo>
                  <a:lnTo>
                    <a:pt x="12657" y="0"/>
                  </a:lnTo>
                  <a:lnTo>
                    <a:pt x="21771" y="2122"/>
                  </a:lnTo>
                  <a:lnTo>
                    <a:pt x="21771" y="758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253984" y="4583638"/>
              <a:ext cx="58720" cy="42619"/>
            </a:xfrm>
            <a:custGeom>
              <a:avLst/>
              <a:pathLst>
                <a:path w="58720" h="42619">
                  <a:moveTo>
                    <a:pt x="2942" y="14468"/>
                  </a:moveTo>
                  <a:lnTo>
                    <a:pt x="5106" y="0"/>
                  </a:lnTo>
                  <a:lnTo>
                    <a:pt x="32370" y="3690"/>
                  </a:lnTo>
                  <a:lnTo>
                    <a:pt x="58720" y="7256"/>
                  </a:lnTo>
                  <a:lnTo>
                    <a:pt x="56266" y="19526"/>
                  </a:lnTo>
                  <a:lnTo>
                    <a:pt x="51647" y="42619"/>
                  </a:lnTo>
                  <a:lnTo>
                    <a:pt x="34884" y="39864"/>
                  </a:lnTo>
                  <a:lnTo>
                    <a:pt x="0" y="34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210193" y="4577540"/>
              <a:ext cx="38146" cy="73557"/>
            </a:xfrm>
            <a:custGeom>
              <a:avLst/>
              <a:pathLst>
                <a:path w="38146" h="73557">
                  <a:moveTo>
                    <a:pt x="720" y="56073"/>
                  </a:moveTo>
                  <a:lnTo>
                    <a:pt x="3171" y="19213"/>
                  </a:lnTo>
                  <a:lnTo>
                    <a:pt x="4449" y="0"/>
                  </a:lnTo>
                  <a:lnTo>
                    <a:pt x="18987" y="2012"/>
                  </a:lnTo>
                  <a:lnTo>
                    <a:pt x="38146" y="4665"/>
                  </a:lnTo>
                  <a:lnTo>
                    <a:pt x="35270" y="25243"/>
                  </a:lnTo>
                  <a:lnTo>
                    <a:pt x="34175" y="33074"/>
                  </a:lnTo>
                  <a:lnTo>
                    <a:pt x="28517" y="73557"/>
                  </a:lnTo>
                  <a:lnTo>
                    <a:pt x="24759" y="72680"/>
                  </a:lnTo>
                  <a:lnTo>
                    <a:pt x="15325" y="70478"/>
                  </a:lnTo>
                  <a:lnTo>
                    <a:pt x="11221" y="69520"/>
                  </a:lnTo>
                  <a:lnTo>
                    <a:pt x="5468" y="68177"/>
                  </a:lnTo>
                  <a:lnTo>
                    <a:pt x="0" y="66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157838" y="4574341"/>
              <a:ext cx="51184" cy="69020"/>
            </a:xfrm>
            <a:custGeom>
              <a:avLst/>
              <a:pathLst>
                <a:path w="51184" h="69020">
                  <a:moveTo>
                    <a:pt x="2632" y="24337"/>
                  </a:moveTo>
                  <a:lnTo>
                    <a:pt x="4397" y="0"/>
                  </a:lnTo>
                  <a:lnTo>
                    <a:pt x="28043" y="1679"/>
                  </a:lnTo>
                  <a:lnTo>
                    <a:pt x="51184" y="3322"/>
                  </a:lnTo>
                  <a:lnTo>
                    <a:pt x="49306" y="35896"/>
                  </a:lnTo>
                  <a:lnTo>
                    <a:pt x="48637" y="47502"/>
                  </a:lnTo>
                  <a:lnTo>
                    <a:pt x="47396" y="69020"/>
                  </a:lnTo>
                  <a:lnTo>
                    <a:pt x="29351" y="64736"/>
                  </a:lnTo>
                  <a:lnTo>
                    <a:pt x="23285" y="63296"/>
                  </a:lnTo>
                  <a:lnTo>
                    <a:pt x="20136" y="62938"/>
                  </a:lnTo>
                  <a:lnTo>
                    <a:pt x="15843" y="62450"/>
                  </a:lnTo>
                  <a:lnTo>
                    <a:pt x="6424" y="61380"/>
                  </a:lnTo>
                  <a:lnTo>
                    <a:pt x="2807" y="60969"/>
                  </a:lnTo>
                  <a:lnTo>
                    <a:pt x="0" y="606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5081023" y="4578812"/>
              <a:ext cx="72155" cy="54528"/>
            </a:xfrm>
            <a:custGeom>
              <a:avLst/>
              <a:pathLst>
                <a:path w="72155" h="54528">
                  <a:moveTo>
                    <a:pt x="3664" y="10815"/>
                  </a:moveTo>
                  <a:lnTo>
                    <a:pt x="4844" y="0"/>
                  </a:lnTo>
                  <a:lnTo>
                    <a:pt x="31722" y="4044"/>
                  </a:lnTo>
                  <a:lnTo>
                    <a:pt x="72155" y="10127"/>
                  </a:lnTo>
                  <a:lnTo>
                    <a:pt x="70076" y="26908"/>
                  </a:lnTo>
                  <a:lnTo>
                    <a:pt x="66653" y="54528"/>
                  </a:lnTo>
                  <a:lnTo>
                    <a:pt x="33400" y="49484"/>
                  </a:lnTo>
                  <a:lnTo>
                    <a:pt x="0" y="44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5016083" y="4575453"/>
              <a:ext cx="64915" cy="57442"/>
            </a:xfrm>
            <a:custGeom>
              <a:avLst/>
              <a:pathLst>
                <a:path w="64915" h="57442">
                  <a:moveTo>
                    <a:pt x="1616" y="35313"/>
                  </a:moveTo>
                  <a:lnTo>
                    <a:pt x="1486" y="32791"/>
                  </a:lnTo>
                  <a:lnTo>
                    <a:pt x="0" y="3956"/>
                  </a:lnTo>
                  <a:lnTo>
                    <a:pt x="31847" y="262"/>
                  </a:lnTo>
                  <a:lnTo>
                    <a:pt x="34111" y="0"/>
                  </a:lnTo>
                  <a:lnTo>
                    <a:pt x="64059" y="3018"/>
                  </a:lnTo>
                  <a:lnTo>
                    <a:pt x="64915" y="3069"/>
                  </a:lnTo>
                  <a:lnTo>
                    <a:pt x="62805" y="23079"/>
                  </a:lnTo>
                  <a:lnTo>
                    <a:pt x="60202" y="47773"/>
                  </a:lnTo>
                  <a:lnTo>
                    <a:pt x="42907" y="48336"/>
                  </a:lnTo>
                  <a:lnTo>
                    <a:pt x="25990" y="49958"/>
                  </a:lnTo>
                  <a:lnTo>
                    <a:pt x="14053" y="53802"/>
                  </a:lnTo>
                  <a:lnTo>
                    <a:pt x="9118" y="55392"/>
                  </a:lnTo>
                  <a:lnTo>
                    <a:pt x="2754" y="57442"/>
                  </a:lnTo>
                  <a:lnTo>
                    <a:pt x="2662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971615" y="4578826"/>
              <a:ext cx="43166" cy="64595"/>
            </a:xfrm>
            <a:custGeom>
              <a:avLst/>
              <a:pathLst>
                <a:path w="43166" h="64595">
                  <a:moveTo>
                    <a:pt x="13822" y="120"/>
                  </a:moveTo>
                  <a:lnTo>
                    <a:pt x="36728" y="466"/>
                  </a:lnTo>
                  <a:lnTo>
                    <a:pt x="36949" y="469"/>
                  </a:lnTo>
                  <a:lnTo>
                    <a:pt x="39240" y="20620"/>
                  </a:lnTo>
                  <a:lnTo>
                    <a:pt x="43166" y="55155"/>
                  </a:lnTo>
                  <a:lnTo>
                    <a:pt x="35357" y="58585"/>
                  </a:lnTo>
                  <a:lnTo>
                    <a:pt x="10451" y="64595"/>
                  </a:lnTo>
                  <a:lnTo>
                    <a:pt x="0" y="63293"/>
                  </a:lnTo>
                  <a:lnTo>
                    <a:pt x="2917" y="31750"/>
                  </a:lnTo>
                  <a:lnTo>
                    <a:pt x="5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824170" y="4506968"/>
              <a:ext cx="88260" cy="86696"/>
            </a:xfrm>
            <a:custGeom>
              <a:avLst/>
              <a:pathLst>
                <a:path w="88260" h="86696">
                  <a:moveTo>
                    <a:pt x="88143" y="41785"/>
                  </a:moveTo>
                  <a:lnTo>
                    <a:pt x="88260" y="42122"/>
                  </a:lnTo>
                  <a:lnTo>
                    <a:pt x="79158" y="51982"/>
                  </a:lnTo>
                  <a:lnTo>
                    <a:pt x="47112" y="86696"/>
                  </a:lnTo>
                  <a:lnTo>
                    <a:pt x="39544" y="80844"/>
                  </a:lnTo>
                  <a:lnTo>
                    <a:pt x="29885" y="73375"/>
                  </a:lnTo>
                  <a:lnTo>
                    <a:pt x="23865" y="68720"/>
                  </a:lnTo>
                  <a:lnTo>
                    <a:pt x="16795" y="63252"/>
                  </a:lnTo>
                  <a:lnTo>
                    <a:pt x="13784" y="60925"/>
                  </a:lnTo>
                  <a:lnTo>
                    <a:pt x="13287" y="60540"/>
                  </a:lnTo>
                  <a:lnTo>
                    <a:pt x="11641" y="59088"/>
                  </a:lnTo>
                  <a:lnTo>
                    <a:pt x="9113" y="56860"/>
                  </a:lnTo>
                  <a:lnTo>
                    <a:pt x="7371" y="55324"/>
                  </a:lnTo>
                  <a:lnTo>
                    <a:pt x="4968" y="53205"/>
                  </a:lnTo>
                  <a:lnTo>
                    <a:pt x="4214" y="52540"/>
                  </a:lnTo>
                  <a:lnTo>
                    <a:pt x="3398" y="51821"/>
                  </a:lnTo>
                  <a:lnTo>
                    <a:pt x="2317" y="50868"/>
                  </a:lnTo>
                  <a:lnTo>
                    <a:pt x="976" y="49685"/>
                  </a:lnTo>
                  <a:lnTo>
                    <a:pt x="0" y="48824"/>
                  </a:lnTo>
                  <a:lnTo>
                    <a:pt x="15533" y="25624"/>
                  </a:lnTo>
                  <a:lnTo>
                    <a:pt x="32690" y="0"/>
                  </a:lnTo>
                  <a:lnTo>
                    <a:pt x="51395" y="11731"/>
                  </a:lnTo>
                  <a:lnTo>
                    <a:pt x="58991" y="16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866241" y="4475487"/>
              <a:ext cx="120060" cy="91502"/>
            </a:xfrm>
            <a:custGeom>
              <a:avLst/>
              <a:pathLst>
                <a:path w="120060" h="91502">
                  <a:moveTo>
                    <a:pt x="51234" y="20399"/>
                  </a:moveTo>
                  <a:lnTo>
                    <a:pt x="74259" y="33342"/>
                  </a:lnTo>
                  <a:lnTo>
                    <a:pt x="120060" y="59087"/>
                  </a:lnTo>
                  <a:lnTo>
                    <a:pt x="118070" y="65191"/>
                  </a:lnTo>
                  <a:lnTo>
                    <a:pt x="116919" y="68722"/>
                  </a:lnTo>
                  <a:lnTo>
                    <a:pt x="113353" y="79656"/>
                  </a:lnTo>
                  <a:lnTo>
                    <a:pt x="107521" y="91502"/>
                  </a:lnTo>
                  <a:lnTo>
                    <a:pt x="89419" y="81183"/>
                  </a:lnTo>
                  <a:lnTo>
                    <a:pt x="52870" y="60349"/>
                  </a:lnTo>
                  <a:lnTo>
                    <a:pt x="45966" y="55368"/>
                  </a:lnTo>
                  <a:lnTo>
                    <a:pt x="42972" y="53208"/>
                  </a:lnTo>
                  <a:lnTo>
                    <a:pt x="28102" y="42563"/>
                  </a:lnTo>
                  <a:lnTo>
                    <a:pt x="17141" y="34717"/>
                  </a:lnTo>
                  <a:lnTo>
                    <a:pt x="0" y="24510"/>
                  </a:lnTo>
                  <a:lnTo>
                    <a:pt x="6841" y="13288"/>
                  </a:lnTo>
                  <a:lnTo>
                    <a:pt x="14942" y="0"/>
                  </a:lnTo>
                  <a:lnTo>
                    <a:pt x="25027" y="5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5002695" y="4494013"/>
              <a:ext cx="25821" cy="28426"/>
            </a:xfrm>
            <a:custGeom>
              <a:avLst/>
              <a:pathLst>
                <a:path w="25821" h="28426">
                  <a:moveTo>
                    <a:pt x="14353" y="27907"/>
                  </a:moveTo>
                  <a:lnTo>
                    <a:pt x="7091" y="27537"/>
                  </a:lnTo>
                  <a:lnTo>
                    <a:pt x="0" y="27175"/>
                  </a:lnTo>
                  <a:lnTo>
                    <a:pt x="1032" y="11846"/>
                  </a:lnTo>
                  <a:lnTo>
                    <a:pt x="1829" y="0"/>
                  </a:lnTo>
                  <a:lnTo>
                    <a:pt x="14665" y="996"/>
                  </a:lnTo>
                  <a:lnTo>
                    <a:pt x="25821" y="1862"/>
                  </a:lnTo>
                  <a:lnTo>
                    <a:pt x="25306" y="12435"/>
                  </a:lnTo>
                  <a:lnTo>
                    <a:pt x="24528" y="28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70553" y="4579932"/>
              <a:ext cx="74428" cy="59433"/>
            </a:xfrm>
            <a:custGeom>
              <a:avLst/>
              <a:pathLst>
                <a:path w="74428" h="59433">
                  <a:moveTo>
                    <a:pt x="68575" y="47382"/>
                  </a:moveTo>
                  <a:lnTo>
                    <a:pt x="60054" y="59433"/>
                  </a:lnTo>
                  <a:lnTo>
                    <a:pt x="40234" y="45225"/>
                  </a:lnTo>
                  <a:lnTo>
                    <a:pt x="0" y="16384"/>
                  </a:lnTo>
                  <a:lnTo>
                    <a:pt x="4567" y="9899"/>
                  </a:lnTo>
                  <a:lnTo>
                    <a:pt x="11541" y="0"/>
                  </a:lnTo>
                  <a:lnTo>
                    <a:pt x="30802" y="11977"/>
                  </a:lnTo>
                  <a:lnTo>
                    <a:pt x="46702" y="21864"/>
                  </a:lnTo>
                  <a:lnTo>
                    <a:pt x="53125" y="25858"/>
                  </a:lnTo>
                  <a:lnTo>
                    <a:pt x="74428" y="39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756578" y="4689290"/>
              <a:ext cx="48334" cy="69700"/>
            </a:xfrm>
            <a:custGeom>
              <a:avLst/>
              <a:pathLst>
                <a:path w="48334" h="69700">
                  <a:moveTo>
                    <a:pt x="45556" y="31630"/>
                  </a:moveTo>
                  <a:lnTo>
                    <a:pt x="39462" y="69700"/>
                  </a:lnTo>
                  <a:lnTo>
                    <a:pt x="28429" y="67944"/>
                  </a:lnTo>
                  <a:lnTo>
                    <a:pt x="0" y="63417"/>
                  </a:lnTo>
                  <a:lnTo>
                    <a:pt x="1878" y="34500"/>
                  </a:lnTo>
                  <a:lnTo>
                    <a:pt x="4119" y="0"/>
                  </a:lnTo>
                  <a:lnTo>
                    <a:pt x="19628" y="5008"/>
                  </a:lnTo>
                  <a:lnTo>
                    <a:pt x="48334" y="14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850793" y="5280894"/>
              <a:ext cx="156655" cy="209843"/>
            </a:xfrm>
            <a:custGeom>
              <a:avLst/>
              <a:pathLst>
                <a:path w="156655" h="209843">
                  <a:moveTo>
                    <a:pt x="3452" y="5212"/>
                  </a:moveTo>
                  <a:lnTo>
                    <a:pt x="6589" y="4534"/>
                  </a:lnTo>
                  <a:lnTo>
                    <a:pt x="11935" y="3379"/>
                  </a:lnTo>
                  <a:lnTo>
                    <a:pt x="14671" y="2787"/>
                  </a:lnTo>
                  <a:lnTo>
                    <a:pt x="17182" y="2244"/>
                  </a:lnTo>
                  <a:lnTo>
                    <a:pt x="19711" y="1698"/>
                  </a:lnTo>
                  <a:lnTo>
                    <a:pt x="22271" y="1144"/>
                  </a:lnTo>
                  <a:lnTo>
                    <a:pt x="25306" y="488"/>
                  </a:lnTo>
                  <a:lnTo>
                    <a:pt x="27568" y="0"/>
                  </a:lnTo>
                  <a:lnTo>
                    <a:pt x="33544" y="11919"/>
                  </a:lnTo>
                  <a:lnTo>
                    <a:pt x="50034" y="40965"/>
                  </a:lnTo>
                  <a:lnTo>
                    <a:pt x="52627" y="50367"/>
                  </a:lnTo>
                  <a:lnTo>
                    <a:pt x="58248" y="70746"/>
                  </a:lnTo>
                  <a:lnTo>
                    <a:pt x="70258" y="135483"/>
                  </a:lnTo>
                  <a:lnTo>
                    <a:pt x="76992" y="145886"/>
                  </a:lnTo>
                  <a:lnTo>
                    <a:pt x="85926" y="151838"/>
                  </a:lnTo>
                  <a:lnTo>
                    <a:pt x="102304" y="160021"/>
                  </a:lnTo>
                  <a:lnTo>
                    <a:pt x="156655" y="181579"/>
                  </a:lnTo>
                  <a:lnTo>
                    <a:pt x="136322" y="196436"/>
                  </a:lnTo>
                  <a:lnTo>
                    <a:pt x="117974" y="209843"/>
                  </a:lnTo>
                  <a:lnTo>
                    <a:pt x="49333" y="152640"/>
                  </a:lnTo>
                  <a:lnTo>
                    <a:pt x="41810" y="130272"/>
                  </a:lnTo>
                  <a:lnTo>
                    <a:pt x="14958" y="50434"/>
                  </a:lnTo>
                  <a:lnTo>
                    <a:pt x="9748" y="34944"/>
                  </a:lnTo>
                  <a:lnTo>
                    <a:pt x="0" y="5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544571" y="4501849"/>
              <a:ext cx="42036" cy="70051"/>
            </a:xfrm>
            <a:custGeom>
              <a:avLst/>
              <a:pathLst>
                <a:path w="42036" h="70051">
                  <a:moveTo>
                    <a:pt x="37195" y="30873"/>
                  </a:moveTo>
                  <a:lnTo>
                    <a:pt x="30225" y="70051"/>
                  </a:lnTo>
                  <a:lnTo>
                    <a:pt x="19009" y="68797"/>
                  </a:lnTo>
                  <a:lnTo>
                    <a:pt x="11780" y="67988"/>
                  </a:lnTo>
                  <a:lnTo>
                    <a:pt x="0" y="66671"/>
                  </a:lnTo>
                  <a:lnTo>
                    <a:pt x="4514" y="29751"/>
                  </a:lnTo>
                  <a:lnTo>
                    <a:pt x="8151" y="0"/>
                  </a:lnTo>
                  <a:lnTo>
                    <a:pt x="24989" y="1819"/>
                  </a:lnTo>
                  <a:lnTo>
                    <a:pt x="42036" y="3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661372" y="4574336"/>
              <a:ext cx="9204" cy="24409"/>
            </a:xfrm>
            <a:custGeom>
              <a:avLst/>
              <a:pathLst>
                <a:path w="9204" h="24409">
                  <a:moveTo>
                    <a:pt x="9204" y="0"/>
                  </a:moveTo>
                  <a:lnTo>
                    <a:pt x="9204" y="24409"/>
                  </a:lnTo>
                  <a:lnTo>
                    <a:pt x="0" y="186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407435" y="1633996"/>
              <a:ext cx="75548" cy="98656"/>
            </a:xfrm>
            <a:custGeom>
              <a:avLst/>
              <a:pathLst>
                <a:path w="75548" h="98656">
                  <a:moveTo>
                    <a:pt x="66154" y="0"/>
                  </a:moveTo>
                  <a:lnTo>
                    <a:pt x="68209" y="5789"/>
                  </a:lnTo>
                  <a:lnTo>
                    <a:pt x="69839" y="10382"/>
                  </a:lnTo>
                  <a:lnTo>
                    <a:pt x="72003" y="16479"/>
                  </a:lnTo>
                  <a:lnTo>
                    <a:pt x="74030" y="22189"/>
                  </a:lnTo>
                  <a:lnTo>
                    <a:pt x="74795" y="24343"/>
                  </a:lnTo>
                  <a:lnTo>
                    <a:pt x="75548" y="26463"/>
                  </a:lnTo>
                  <a:lnTo>
                    <a:pt x="70569" y="41692"/>
                  </a:lnTo>
                  <a:lnTo>
                    <a:pt x="67148" y="52160"/>
                  </a:lnTo>
                  <a:lnTo>
                    <a:pt x="63726" y="62628"/>
                  </a:lnTo>
                  <a:lnTo>
                    <a:pt x="60304" y="73096"/>
                  </a:lnTo>
                  <a:lnTo>
                    <a:pt x="56882" y="83564"/>
                  </a:lnTo>
                  <a:lnTo>
                    <a:pt x="51948" y="98656"/>
                  </a:lnTo>
                  <a:lnTo>
                    <a:pt x="39659" y="93974"/>
                  </a:lnTo>
                  <a:lnTo>
                    <a:pt x="31073" y="90702"/>
                  </a:lnTo>
                  <a:lnTo>
                    <a:pt x="22487" y="87430"/>
                  </a:lnTo>
                  <a:lnTo>
                    <a:pt x="13901" y="84159"/>
                  </a:lnTo>
                  <a:lnTo>
                    <a:pt x="0" y="78862"/>
                  </a:lnTo>
                  <a:lnTo>
                    <a:pt x="18268" y="36323"/>
                  </a:lnTo>
                  <a:lnTo>
                    <a:pt x="21256" y="293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63384" y="1603984"/>
              <a:ext cx="85724" cy="161161"/>
            </a:xfrm>
            <a:custGeom>
              <a:avLst/>
              <a:pathLst>
                <a:path w="85724" h="161161">
                  <a:moveTo>
                    <a:pt x="14510" y="82167"/>
                  </a:moveTo>
                  <a:lnTo>
                    <a:pt x="35420" y="24167"/>
                  </a:lnTo>
                  <a:lnTo>
                    <a:pt x="39724" y="13842"/>
                  </a:lnTo>
                  <a:lnTo>
                    <a:pt x="45496" y="0"/>
                  </a:lnTo>
                  <a:lnTo>
                    <a:pt x="52774" y="5371"/>
                  </a:lnTo>
                  <a:lnTo>
                    <a:pt x="55721" y="7546"/>
                  </a:lnTo>
                  <a:lnTo>
                    <a:pt x="58668" y="9721"/>
                  </a:lnTo>
                  <a:lnTo>
                    <a:pt x="61616" y="11896"/>
                  </a:lnTo>
                  <a:lnTo>
                    <a:pt x="64563" y="14071"/>
                  </a:lnTo>
                  <a:lnTo>
                    <a:pt x="67510" y="16246"/>
                  </a:lnTo>
                  <a:lnTo>
                    <a:pt x="70457" y="18421"/>
                  </a:lnTo>
                  <a:lnTo>
                    <a:pt x="73404" y="20596"/>
                  </a:lnTo>
                  <a:lnTo>
                    <a:pt x="76351" y="22771"/>
                  </a:lnTo>
                  <a:lnTo>
                    <a:pt x="79299" y="24946"/>
                  </a:lnTo>
                  <a:lnTo>
                    <a:pt x="85724" y="29688"/>
                  </a:lnTo>
                  <a:lnTo>
                    <a:pt x="77416" y="59361"/>
                  </a:lnTo>
                  <a:lnTo>
                    <a:pt x="70554" y="83870"/>
                  </a:lnTo>
                  <a:lnTo>
                    <a:pt x="63691" y="108380"/>
                  </a:lnTo>
                  <a:lnTo>
                    <a:pt x="58941" y="125347"/>
                  </a:lnTo>
                  <a:lnTo>
                    <a:pt x="55647" y="132434"/>
                  </a:lnTo>
                  <a:lnTo>
                    <a:pt x="42293" y="161161"/>
                  </a:lnTo>
                  <a:lnTo>
                    <a:pt x="34069" y="155540"/>
                  </a:lnTo>
                  <a:lnTo>
                    <a:pt x="30151" y="152861"/>
                  </a:lnTo>
                  <a:lnTo>
                    <a:pt x="26232" y="150182"/>
                  </a:lnTo>
                  <a:lnTo>
                    <a:pt x="22314" y="147503"/>
                  </a:lnTo>
                  <a:lnTo>
                    <a:pt x="18395" y="144825"/>
                  </a:lnTo>
                  <a:lnTo>
                    <a:pt x="14477" y="142146"/>
                  </a:lnTo>
                  <a:lnTo>
                    <a:pt x="10558" y="139467"/>
                  </a:lnTo>
                  <a:lnTo>
                    <a:pt x="6640" y="136788"/>
                  </a:lnTo>
                  <a:lnTo>
                    <a:pt x="0" y="13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506864" y="1609031"/>
              <a:ext cx="94939" cy="193665"/>
            </a:xfrm>
            <a:custGeom>
              <a:avLst/>
              <a:pathLst>
                <a:path w="94939" h="193665">
                  <a:moveTo>
                    <a:pt x="21983" y="110513"/>
                  </a:moveTo>
                  <a:lnTo>
                    <a:pt x="26850" y="91109"/>
                  </a:lnTo>
                  <a:lnTo>
                    <a:pt x="29572" y="82223"/>
                  </a:lnTo>
                  <a:lnTo>
                    <a:pt x="54760" y="0"/>
                  </a:lnTo>
                  <a:lnTo>
                    <a:pt x="61316" y="6392"/>
                  </a:lnTo>
                  <a:lnTo>
                    <a:pt x="64652" y="9645"/>
                  </a:lnTo>
                  <a:lnTo>
                    <a:pt x="67988" y="12899"/>
                  </a:lnTo>
                  <a:lnTo>
                    <a:pt x="71325" y="16152"/>
                  </a:lnTo>
                  <a:lnTo>
                    <a:pt x="74661" y="19406"/>
                  </a:lnTo>
                  <a:lnTo>
                    <a:pt x="77997" y="22659"/>
                  </a:lnTo>
                  <a:lnTo>
                    <a:pt x="81334" y="25912"/>
                  </a:lnTo>
                  <a:lnTo>
                    <a:pt x="84670" y="29166"/>
                  </a:lnTo>
                  <a:lnTo>
                    <a:pt x="88006" y="32419"/>
                  </a:lnTo>
                  <a:lnTo>
                    <a:pt x="94939" y="39179"/>
                  </a:lnTo>
                  <a:lnTo>
                    <a:pt x="88918" y="63899"/>
                  </a:lnTo>
                  <a:lnTo>
                    <a:pt x="87462" y="68583"/>
                  </a:lnTo>
                  <a:lnTo>
                    <a:pt x="80045" y="92452"/>
                  </a:lnTo>
                  <a:lnTo>
                    <a:pt x="72628" y="116322"/>
                  </a:lnTo>
                  <a:lnTo>
                    <a:pt x="67138" y="133991"/>
                  </a:lnTo>
                  <a:lnTo>
                    <a:pt x="64024" y="139665"/>
                  </a:lnTo>
                  <a:lnTo>
                    <a:pt x="52037" y="161507"/>
                  </a:lnTo>
                  <a:lnTo>
                    <a:pt x="50840" y="163690"/>
                  </a:lnTo>
                  <a:lnTo>
                    <a:pt x="50223" y="176778"/>
                  </a:lnTo>
                  <a:lnTo>
                    <a:pt x="42293" y="193665"/>
                  </a:lnTo>
                  <a:lnTo>
                    <a:pt x="35935" y="189096"/>
                  </a:lnTo>
                  <a:lnTo>
                    <a:pt x="33476" y="187328"/>
                  </a:lnTo>
                  <a:lnTo>
                    <a:pt x="31016" y="185561"/>
                  </a:lnTo>
                  <a:lnTo>
                    <a:pt x="28557" y="183793"/>
                  </a:lnTo>
                  <a:lnTo>
                    <a:pt x="26097" y="182025"/>
                  </a:lnTo>
                  <a:lnTo>
                    <a:pt x="23638" y="180257"/>
                  </a:lnTo>
                  <a:lnTo>
                    <a:pt x="21178" y="178489"/>
                  </a:lnTo>
                  <a:lnTo>
                    <a:pt x="18719" y="176721"/>
                  </a:lnTo>
                  <a:lnTo>
                    <a:pt x="16259" y="174954"/>
                  </a:lnTo>
                  <a:lnTo>
                    <a:pt x="13800" y="173186"/>
                  </a:lnTo>
                  <a:lnTo>
                    <a:pt x="11340" y="171418"/>
                  </a:lnTo>
                  <a:lnTo>
                    <a:pt x="8881" y="169650"/>
                  </a:lnTo>
                  <a:lnTo>
                    <a:pt x="6421" y="167883"/>
                  </a:lnTo>
                  <a:lnTo>
                    <a:pt x="0" y="163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36400" y="1508760"/>
              <a:ext cx="109742" cy="67981"/>
            </a:xfrm>
            <a:custGeom>
              <a:avLst/>
              <a:pathLst>
                <a:path w="109742" h="67981">
                  <a:moveTo>
                    <a:pt x="11658" y="5219"/>
                  </a:moveTo>
                  <a:lnTo>
                    <a:pt x="20281" y="1192"/>
                  </a:lnTo>
                  <a:lnTo>
                    <a:pt x="22833" y="0"/>
                  </a:lnTo>
                  <a:lnTo>
                    <a:pt x="102241" y="0"/>
                  </a:lnTo>
                  <a:lnTo>
                    <a:pt x="102870" y="2021"/>
                  </a:lnTo>
                  <a:lnTo>
                    <a:pt x="104808" y="8252"/>
                  </a:lnTo>
                  <a:lnTo>
                    <a:pt x="106746" y="14483"/>
                  </a:lnTo>
                  <a:lnTo>
                    <a:pt x="109742" y="24115"/>
                  </a:lnTo>
                  <a:lnTo>
                    <a:pt x="96110" y="27516"/>
                  </a:lnTo>
                  <a:lnTo>
                    <a:pt x="86299" y="29963"/>
                  </a:lnTo>
                  <a:lnTo>
                    <a:pt x="76488" y="32411"/>
                  </a:lnTo>
                  <a:lnTo>
                    <a:pt x="72736" y="33347"/>
                  </a:lnTo>
                  <a:lnTo>
                    <a:pt x="67264" y="36406"/>
                  </a:lnTo>
                  <a:lnTo>
                    <a:pt x="58404" y="41359"/>
                  </a:lnTo>
                  <a:lnTo>
                    <a:pt x="49544" y="46313"/>
                  </a:lnTo>
                  <a:lnTo>
                    <a:pt x="40684" y="51266"/>
                  </a:lnTo>
                  <a:lnTo>
                    <a:pt x="31823" y="56219"/>
                  </a:lnTo>
                  <a:lnTo>
                    <a:pt x="22963" y="61173"/>
                  </a:lnTo>
                  <a:lnTo>
                    <a:pt x="10786" y="67981"/>
                  </a:lnTo>
                  <a:lnTo>
                    <a:pt x="3649" y="49550"/>
                  </a:lnTo>
                  <a:lnTo>
                    <a:pt x="562" y="31572"/>
                  </a:lnTo>
                  <a:lnTo>
                    <a:pt x="0" y="10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333967" y="1508760"/>
              <a:ext cx="15355" cy="6020"/>
            </a:xfrm>
            <a:custGeom>
              <a:avLst/>
              <a:pathLst>
                <a:path w="15355" h="6020">
                  <a:moveTo>
                    <a:pt x="12635" y="1184"/>
                  </a:moveTo>
                  <a:lnTo>
                    <a:pt x="1525" y="6020"/>
                  </a:lnTo>
                  <a:lnTo>
                    <a:pt x="0" y="0"/>
                  </a:lnTo>
                  <a:lnTo>
                    <a:pt x="153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52442" y="1536680"/>
              <a:ext cx="105720" cy="90513"/>
            </a:xfrm>
            <a:custGeom>
              <a:avLst/>
              <a:pathLst>
                <a:path w="105720" h="90513">
                  <a:moveTo>
                    <a:pt x="13586" y="39321"/>
                  </a:moveTo>
                  <a:lnTo>
                    <a:pt x="24297" y="32908"/>
                  </a:lnTo>
                  <a:lnTo>
                    <a:pt x="35008" y="26495"/>
                  </a:lnTo>
                  <a:lnTo>
                    <a:pt x="45719" y="20083"/>
                  </a:lnTo>
                  <a:lnTo>
                    <a:pt x="54440" y="14861"/>
                  </a:lnTo>
                  <a:lnTo>
                    <a:pt x="56607" y="14054"/>
                  </a:lnTo>
                  <a:lnTo>
                    <a:pt x="68270" y="9711"/>
                  </a:lnTo>
                  <a:lnTo>
                    <a:pt x="79933" y="5369"/>
                  </a:lnTo>
                  <a:lnTo>
                    <a:pt x="94354" y="0"/>
                  </a:lnTo>
                  <a:lnTo>
                    <a:pt x="103003" y="27962"/>
                  </a:lnTo>
                  <a:lnTo>
                    <a:pt x="104147" y="31660"/>
                  </a:lnTo>
                  <a:lnTo>
                    <a:pt x="105720" y="57553"/>
                  </a:lnTo>
                  <a:lnTo>
                    <a:pt x="92494" y="63141"/>
                  </a:lnTo>
                  <a:lnTo>
                    <a:pt x="82196" y="67491"/>
                  </a:lnTo>
                  <a:lnTo>
                    <a:pt x="71898" y="71842"/>
                  </a:lnTo>
                  <a:lnTo>
                    <a:pt x="61599" y="76192"/>
                  </a:lnTo>
                  <a:lnTo>
                    <a:pt x="51301" y="80542"/>
                  </a:lnTo>
                  <a:lnTo>
                    <a:pt x="41003" y="84893"/>
                  </a:lnTo>
                  <a:lnTo>
                    <a:pt x="27699" y="90513"/>
                  </a:lnTo>
                  <a:lnTo>
                    <a:pt x="17463" y="75315"/>
                  </a:lnTo>
                  <a:lnTo>
                    <a:pt x="9098" y="62895"/>
                  </a:lnTo>
                  <a:lnTo>
                    <a:pt x="7879" y="61085"/>
                  </a:lnTo>
                  <a:lnTo>
                    <a:pt x="0" y="47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52482" y="1672923"/>
              <a:ext cx="89234" cy="153871"/>
            </a:xfrm>
            <a:custGeom>
              <a:avLst/>
              <a:pathLst>
                <a:path w="89234" h="153871">
                  <a:moveTo>
                    <a:pt x="78156" y="70933"/>
                  </a:moveTo>
                  <a:lnTo>
                    <a:pt x="68614" y="90374"/>
                  </a:lnTo>
                  <a:lnTo>
                    <a:pt x="59071" y="109814"/>
                  </a:lnTo>
                  <a:lnTo>
                    <a:pt x="49528" y="129254"/>
                  </a:lnTo>
                  <a:lnTo>
                    <a:pt x="37445" y="153871"/>
                  </a:lnTo>
                  <a:lnTo>
                    <a:pt x="31226" y="150097"/>
                  </a:lnTo>
                  <a:lnTo>
                    <a:pt x="28016" y="148150"/>
                  </a:lnTo>
                  <a:lnTo>
                    <a:pt x="24806" y="146202"/>
                  </a:lnTo>
                  <a:lnTo>
                    <a:pt x="21597" y="144254"/>
                  </a:lnTo>
                  <a:lnTo>
                    <a:pt x="18387" y="142307"/>
                  </a:lnTo>
                  <a:lnTo>
                    <a:pt x="15177" y="140359"/>
                  </a:lnTo>
                  <a:lnTo>
                    <a:pt x="11967" y="138412"/>
                  </a:lnTo>
                  <a:lnTo>
                    <a:pt x="8758" y="136465"/>
                  </a:lnTo>
                  <a:lnTo>
                    <a:pt x="5548" y="134517"/>
                  </a:lnTo>
                  <a:lnTo>
                    <a:pt x="0" y="131151"/>
                  </a:lnTo>
                  <a:lnTo>
                    <a:pt x="9857" y="110784"/>
                  </a:lnTo>
                  <a:lnTo>
                    <a:pt x="13482" y="92681"/>
                  </a:lnTo>
                  <a:lnTo>
                    <a:pt x="24693" y="72460"/>
                  </a:lnTo>
                  <a:lnTo>
                    <a:pt x="26362" y="67270"/>
                  </a:lnTo>
                  <a:lnTo>
                    <a:pt x="47998" y="0"/>
                  </a:lnTo>
                  <a:lnTo>
                    <a:pt x="57238" y="10838"/>
                  </a:lnTo>
                  <a:lnTo>
                    <a:pt x="62806" y="17369"/>
                  </a:lnTo>
                  <a:lnTo>
                    <a:pt x="68374" y="23900"/>
                  </a:lnTo>
                  <a:lnTo>
                    <a:pt x="73942" y="30430"/>
                  </a:lnTo>
                  <a:lnTo>
                    <a:pt x="79510" y="36961"/>
                  </a:lnTo>
                  <a:lnTo>
                    <a:pt x="89234" y="48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95216" y="1748691"/>
              <a:ext cx="86965" cy="110514"/>
            </a:xfrm>
            <a:custGeom>
              <a:avLst/>
              <a:pathLst>
                <a:path w="86965" h="110514">
                  <a:moveTo>
                    <a:pt x="79181" y="43427"/>
                  </a:moveTo>
                  <a:lnTo>
                    <a:pt x="72932" y="56265"/>
                  </a:lnTo>
                  <a:lnTo>
                    <a:pt x="66682" y="69104"/>
                  </a:lnTo>
                  <a:lnTo>
                    <a:pt x="60431" y="81942"/>
                  </a:lnTo>
                  <a:lnTo>
                    <a:pt x="54181" y="94781"/>
                  </a:lnTo>
                  <a:lnTo>
                    <a:pt x="46522" y="110514"/>
                  </a:lnTo>
                  <a:lnTo>
                    <a:pt x="36527" y="103954"/>
                  </a:lnTo>
                  <a:lnTo>
                    <a:pt x="29905" y="99608"/>
                  </a:lnTo>
                  <a:lnTo>
                    <a:pt x="23283" y="95261"/>
                  </a:lnTo>
                  <a:lnTo>
                    <a:pt x="16661" y="90915"/>
                  </a:lnTo>
                  <a:lnTo>
                    <a:pt x="10039" y="86569"/>
                  </a:lnTo>
                  <a:lnTo>
                    <a:pt x="0" y="79980"/>
                  </a:lnTo>
                  <a:lnTo>
                    <a:pt x="18369" y="41112"/>
                  </a:lnTo>
                  <a:lnTo>
                    <a:pt x="37799" y="0"/>
                  </a:lnTo>
                  <a:lnTo>
                    <a:pt x="48488" y="5965"/>
                  </a:lnTo>
                  <a:lnTo>
                    <a:pt x="55383" y="9813"/>
                  </a:lnTo>
                  <a:lnTo>
                    <a:pt x="62277" y="13660"/>
                  </a:lnTo>
                  <a:lnTo>
                    <a:pt x="69171" y="17508"/>
                  </a:lnTo>
                  <a:lnTo>
                    <a:pt x="76065" y="21356"/>
                  </a:lnTo>
                  <a:lnTo>
                    <a:pt x="86965" y="27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646849" y="1778170"/>
              <a:ext cx="59763" cy="114874"/>
            </a:xfrm>
            <a:custGeom>
              <a:avLst/>
              <a:pathLst>
                <a:path w="59763" h="114874">
                  <a:moveTo>
                    <a:pt x="53902" y="104316"/>
                  </a:moveTo>
                  <a:lnTo>
                    <a:pt x="48244" y="114874"/>
                  </a:lnTo>
                  <a:lnTo>
                    <a:pt x="40196" y="109559"/>
                  </a:lnTo>
                  <a:lnTo>
                    <a:pt x="31241" y="103646"/>
                  </a:lnTo>
                  <a:lnTo>
                    <a:pt x="21345" y="97111"/>
                  </a:lnTo>
                  <a:lnTo>
                    <a:pt x="12806" y="91472"/>
                  </a:lnTo>
                  <a:lnTo>
                    <a:pt x="4759" y="86159"/>
                  </a:lnTo>
                  <a:lnTo>
                    <a:pt x="0" y="83016"/>
                  </a:lnTo>
                  <a:lnTo>
                    <a:pt x="20044" y="41298"/>
                  </a:lnTo>
                  <a:lnTo>
                    <a:pt x="39886" y="0"/>
                  </a:lnTo>
                  <a:lnTo>
                    <a:pt x="51760" y="5936"/>
                  </a:lnTo>
                  <a:lnTo>
                    <a:pt x="59651" y="9880"/>
                  </a:lnTo>
                  <a:lnTo>
                    <a:pt x="39721" y="52978"/>
                  </a:lnTo>
                  <a:lnTo>
                    <a:pt x="30662" y="72568"/>
                  </a:lnTo>
                  <a:lnTo>
                    <a:pt x="45434" y="83130"/>
                  </a:lnTo>
                  <a:lnTo>
                    <a:pt x="59763" y="93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720406" y="1878829"/>
              <a:ext cx="40531" cy="33204"/>
            </a:xfrm>
            <a:custGeom>
              <a:avLst/>
              <a:pathLst>
                <a:path w="40531" h="33204">
                  <a:moveTo>
                    <a:pt x="38271" y="21532"/>
                  </a:moveTo>
                  <a:lnTo>
                    <a:pt x="37260" y="24542"/>
                  </a:lnTo>
                  <a:lnTo>
                    <a:pt x="36250" y="27552"/>
                  </a:lnTo>
                  <a:lnTo>
                    <a:pt x="34353" y="33204"/>
                  </a:lnTo>
                  <a:lnTo>
                    <a:pt x="17306" y="28333"/>
                  </a:lnTo>
                  <a:lnTo>
                    <a:pt x="0" y="23388"/>
                  </a:lnTo>
                  <a:lnTo>
                    <a:pt x="3662" y="9602"/>
                  </a:lnTo>
                  <a:lnTo>
                    <a:pt x="6213" y="0"/>
                  </a:lnTo>
                  <a:lnTo>
                    <a:pt x="23354" y="7390"/>
                  </a:lnTo>
                  <a:lnTo>
                    <a:pt x="40531" y="14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98789" y="1907959"/>
              <a:ext cx="41765" cy="47361"/>
            </a:xfrm>
            <a:custGeom>
              <a:avLst/>
              <a:pathLst>
                <a:path w="41765" h="47361">
                  <a:moveTo>
                    <a:pt x="33876" y="26786"/>
                  </a:moveTo>
                  <a:lnTo>
                    <a:pt x="26150" y="47361"/>
                  </a:lnTo>
                  <a:lnTo>
                    <a:pt x="13564" y="44015"/>
                  </a:lnTo>
                  <a:lnTo>
                    <a:pt x="0" y="40409"/>
                  </a:lnTo>
                  <a:lnTo>
                    <a:pt x="5591" y="28489"/>
                  </a:lnTo>
                  <a:lnTo>
                    <a:pt x="9564" y="20017"/>
                  </a:lnTo>
                  <a:lnTo>
                    <a:pt x="13538" y="11545"/>
                  </a:lnTo>
                  <a:lnTo>
                    <a:pt x="18954" y="0"/>
                  </a:lnTo>
                  <a:lnTo>
                    <a:pt x="30740" y="2984"/>
                  </a:lnTo>
                  <a:lnTo>
                    <a:pt x="41765" y="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609196" y="1869044"/>
              <a:ext cx="79593" cy="70136"/>
            </a:xfrm>
            <a:custGeom>
              <a:avLst/>
              <a:pathLst>
                <a:path w="79593" h="70136">
                  <a:moveTo>
                    <a:pt x="41481" y="68562"/>
                  </a:moveTo>
                  <a:lnTo>
                    <a:pt x="32332" y="67355"/>
                  </a:lnTo>
                  <a:lnTo>
                    <a:pt x="23183" y="66148"/>
                  </a:lnTo>
                  <a:lnTo>
                    <a:pt x="14035" y="64941"/>
                  </a:lnTo>
                  <a:lnTo>
                    <a:pt x="0" y="63089"/>
                  </a:lnTo>
                  <a:lnTo>
                    <a:pt x="7123" y="48124"/>
                  </a:lnTo>
                  <a:lnTo>
                    <a:pt x="12470" y="36890"/>
                  </a:lnTo>
                  <a:lnTo>
                    <a:pt x="17817" y="25656"/>
                  </a:lnTo>
                  <a:lnTo>
                    <a:pt x="23164" y="14422"/>
                  </a:lnTo>
                  <a:lnTo>
                    <a:pt x="30029" y="0"/>
                  </a:lnTo>
                  <a:lnTo>
                    <a:pt x="47850" y="11423"/>
                  </a:lnTo>
                  <a:lnTo>
                    <a:pt x="62251" y="20655"/>
                  </a:lnTo>
                  <a:lnTo>
                    <a:pt x="79593" y="31772"/>
                  </a:lnTo>
                  <a:lnTo>
                    <a:pt x="66338" y="51188"/>
                  </a:lnTo>
                  <a:lnTo>
                    <a:pt x="53403" y="70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56106" y="1834807"/>
              <a:ext cx="77255" cy="97713"/>
            </a:xfrm>
            <a:custGeom>
              <a:avLst/>
              <a:pathLst>
                <a:path w="77255" h="97713">
                  <a:moveTo>
                    <a:pt x="32862" y="90952"/>
                  </a:moveTo>
                  <a:lnTo>
                    <a:pt x="25822" y="87119"/>
                  </a:lnTo>
                  <a:lnTo>
                    <a:pt x="18782" y="83285"/>
                  </a:lnTo>
                  <a:lnTo>
                    <a:pt x="11742" y="79452"/>
                  </a:lnTo>
                  <a:lnTo>
                    <a:pt x="0" y="73057"/>
                  </a:lnTo>
                  <a:lnTo>
                    <a:pt x="7243" y="55190"/>
                  </a:lnTo>
                  <a:lnTo>
                    <a:pt x="12287" y="42748"/>
                  </a:lnTo>
                  <a:lnTo>
                    <a:pt x="17331" y="30306"/>
                  </a:lnTo>
                  <a:lnTo>
                    <a:pt x="22375" y="17863"/>
                  </a:lnTo>
                  <a:lnTo>
                    <a:pt x="29618" y="0"/>
                  </a:lnTo>
                  <a:lnTo>
                    <a:pt x="40539" y="7151"/>
                  </a:lnTo>
                  <a:lnTo>
                    <a:pt x="47036" y="11405"/>
                  </a:lnTo>
                  <a:lnTo>
                    <a:pt x="53533" y="15659"/>
                  </a:lnTo>
                  <a:lnTo>
                    <a:pt x="60030" y="19913"/>
                  </a:lnTo>
                  <a:lnTo>
                    <a:pt x="66527" y="24167"/>
                  </a:lnTo>
                  <a:lnTo>
                    <a:pt x="77255" y="31192"/>
                  </a:lnTo>
                  <a:lnTo>
                    <a:pt x="61223" y="64542"/>
                  </a:lnTo>
                  <a:lnTo>
                    <a:pt x="45277" y="977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527404" y="1812377"/>
              <a:ext cx="52030" cy="56618"/>
            </a:xfrm>
            <a:custGeom>
              <a:avLst/>
              <a:pathLst>
                <a:path w="52030" h="56618">
                  <a:moveTo>
                    <a:pt x="17772" y="46102"/>
                  </a:moveTo>
                  <a:lnTo>
                    <a:pt x="0" y="35578"/>
                  </a:lnTo>
                  <a:lnTo>
                    <a:pt x="5099" y="22485"/>
                  </a:lnTo>
                  <a:lnTo>
                    <a:pt x="9013" y="12437"/>
                  </a:lnTo>
                  <a:lnTo>
                    <a:pt x="13857" y="0"/>
                  </a:lnTo>
                  <a:lnTo>
                    <a:pt x="33068" y="10946"/>
                  </a:lnTo>
                  <a:lnTo>
                    <a:pt x="52030" y="21751"/>
                  </a:lnTo>
                  <a:lnTo>
                    <a:pt x="43780" y="39184"/>
                  </a:lnTo>
                  <a:lnTo>
                    <a:pt x="35530" y="566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84070" y="1778200"/>
              <a:ext cx="54481" cy="62471"/>
            </a:xfrm>
            <a:custGeom>
              <a:avLst/>
              <a:pathLst>
                <a:path w="54481" h="62471">
                  <a:moveTo>
                    <a:pt x="49916" y="45076"/>
                  </a:moveTo>
                  <a:lnTo>
                    <a:pt x="40838" y="62471"/>
                  </a:lnTo>
                  <a:lnTo>
                    <a:pt x="26420" y="54945"/>
                  </a:lnTo>
                  <a:lnTo>
                    <a:pt x="14577" y="48764"/>
                  </a:lnTo>
                  <a:lnTo>
                    <a:pt x="0" y="41155"/>
                  </a:lnTo>
                  <a:lnTo>
                    <a:pt x="4316" y="31614"/>
                  </a:lnTo>
                  <a:lnTo>
                    <a:pt x="6961" y="25766"/>
                  </a:lnTo>
                  <a:lnTo>
                    <a:pt x="9606" y="19918"/>
                  </a:lnTo>
                  <a:lnTo>
                    <a:pt x="12252" y="14070"/>
                  </a:lnTo>
                  <a:lnTo>
                    <a:pt x="14897" y="8222"/>
                  </a:lnTo>
                  <a:lnTo>
                    <a:pt x="18617" y="0"/>
                  </a:lnTo>
                  <a:lnTo>
                    <a:pt x="36388" y="13134"/>
                  </a:lnTo>
                  <a:lnTo>
                    <a:pt x="54481" y="26507"/>
                  </a:lnTo>
                  <a:lnTo>
                    <a:pt x="50308" y="443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433080" y="1740732"/>
              <a:ext cx="66774" cy="77278"/>
            </a:xfrm>
            <a:custGeom>
              <a:avLst/>
              <a:pathLst>
                <a:path w="66774" h="77278">
                  <a:moveTo>
                    <a:pt x="36863" y="74124"/>
                  </a:moveTo>
                  <a:lnTo>
                    <a:pt x="30123" y="72000"/>
                  </a:lnTo>
                  <a:lnTo>
                    <a:pt x="23383" y="69876"/>
                  </a:lnTo>
                  <a:lnTo>
                    <a:pt x="16643" y="67752"/>
                  </a:lnTo>
                  <a:lnTo>
                    <a:pt x="9903" y="65628"/>
                  </a:lnTo>
                  <a:lnTo>
                    <a:pt x="0" y="62507"/>
                  </a:lnTo>
                  <a:lnTo>
                    <a:pt x="6533" y="45083"/>
                  </a:lnTo>
                  <a:lnTo>
                    <a:pt x="11577" y="31629"/>
                  </a:lnTo>
                  <a:lnTo>
                    <a:pt x="16622" y="18175"/>
                  </a:lnTo>
                  <a:lnTo>
                    <a:pt x="23437" y="0"/>
                  </a:lnTo>
                  <a:lnTo>
                    <a:pt x="35714" y="8167"/>
                  </a:lnTo>
                  <a:lnTo>
                    <a:pt x="44756" y="14182"/>
                  </a:lnTo>
                  <a:lnTo>
                    <a:pt x="53798" y="20197"/>
                  </a:lnTo>
                  <a:lnTo>
                    <a:pt x="66774" y="28830"/>
                  </a:lnTo>
                  <a:lnTo>
                    <a:pt x="56803" y="53106"/>
                  </a:lnTo>
                  <a:lnTo>
                    <a:pt x="46875" y="77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87161" y="1719503"/>
              <a:ext cx="64821" cy="75795"/>
            </a:xfrm>
            <a:custGeom>
              <a:avLst/>
              <a:pathLst>
                <a:path w="64821" h="75795">
                  <a:moveTo>
                    <a:pt x="27716" y="68014"/>
                  </a:moveTo>
                  <a:lnTo>
                    <a:pt x="19168" y="63915"/>
                  </a:lnTo>
                  <a:lnTo>
                    <a:pt x="14798" y="60801"/>
                  </a:lnTo>
                  <a:lnTo>
                    <a:pt x="0" y="50257"/>
                  </a:lnTo>
                  <a:lnTo>
                    <a:pt x="3536" y="36492"/>
                  </a:lnTo>
                  <a:lnTo>
                    <a:pt x="5963" y="27046"/>
                  </a:lnTo>
                  <a:lnTo>
                    <a:pt x="8390" y="17599"/>
                  </a:lnTo>
                  <a:lnTo>
                    <a:pt x="10514" y="9330"/>
                  </a:lnTo>
                  <a:lnTo>
                    <a:pt x="11142" y="8296"/>
                  </a:lnTo>
                  <a:lnTo>
                    <a:pt x="16184" y="0"/>
                  </a:lnTo>
                  <a:lnTo>
                    <a:pt x="27761" y="4588"/>
                  </a:lnTo>
                  <a:lnTo>
                    <a:pt x="36126" y="7902"/>
                  </a:lnTo>
                  <a:lnTo>
                    <a:pt x="44490" y="11217"/>
                  </a:lnTo>
                  <a:lnTo>
                    <a:pt x="52855" y="14532"/>
                  </a:lnTo>
                  <a:lnTo>
                    <a:pt x="64821" y="19274"/>
                  </a:lnTo>
                  <a:lnTo>
                    <a:pt x="54141" y="48184"/>
                  </a:lnTo>
                  <a:lnTo>
                    <a:pt x="43941" y="75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303528" y="1667776"/>
              <a:ext cx="71465" cy="72731"/>
            </a:xfrm>
            <a:custGeom>
              <a:avLst/>
              <a:pathLst>
                <a:path w="71465" h="72731">
                  <a:moveTo>
                    <a:pt x="13939" y="44419"/>
                  </a:moveTo>
                  <a:lnTo>
                    <a:pt x="0" y="14817"/>
                  </a:lnTo>
                  <a:lnTo>
                    <a:pt x="9610" y="11274"/>
                  </a:lnTo>
                  <a:lnTo>
                    <a:pt x="16490" y="8738"/>
                  </a:lnTo>
                  <a:lnTo>
                    <a:pt x="23370" y="6202"/>
                  </a:lnTo>
                  <a:lnTo>
                    <a:pt x="30250" y="3665"/>
                  </a:lnTo>
                  <a:lnTo>
                    <a:pt x="40195" y="0"/>
                  </a:lnTo>
                  <a:lnTo>
                    <a:pt x="55247" y="21788"/>
                  </a:lnTo>
                  <a:lnTo>
                    <a:pt x="71465" y="45265"/>
                  </a:lnTo>
                  <a:lnTo>
                    <a:pt x="60621" y="52004"/>
                  </a:lnTo>
                  <a:lnTo>
                    <a:pt x="53090" y="56685"/>
                  </a:lnTo>
                  <a:lnTo>
                    <a:pt x="45559" y="61365"/>
                  </a:lnTo>
                  <a:lnTo>
                    <a:pt x="38028" y="66045"/>
                  </a:lnTo>
                  <a:lnTo>
                    <a:pt x="27270" y="72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86942" y="1627860"/>
              <a:ext cx="53247" cy="49762"/>
            </a:xfrm>
            <a:custGeom>
              <a:avLst/>
              <a:pathLst>
                <a:path w="53247" h="49762">
                  <a:moveTo>
                    <a:pt x="8650" y="25380"/>
                  </a:moveTo>
                  <a:lnTo>
                    <a:pt x="0" y="0"/>
                  </a:lnTo>
                  <a:lnTo>
                    <a:pt x="18192" y="12182"/>
                  </a:lnTo>
                  <a:lnTo>
                    <a:pt x="33057" y="22137"/>
                  </a:lnTo>
                  <a:lnTo>
                    <a:pt x="53247" y="35658"/>
                  </a:lnTo>
                  <a:lnTo>
                    <a:pt x="33952" y="43158"/>
                  </a:lnTo>
                  <a:lnTo>
                    <a:pt x="16961" y="497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31142" y="1620366"/>
              <a:ext cx="67138" cy="73398"/>
            </a:xfrm>
            <a:custGeom>
              <a:avLst/>
              <a:pathLst>
                <a:path w="67138" h="73398">
                  <a:moveTo>
                    <a:pt x="52089" y="13359"/>
                  </a:moveTo>
                  <a:lnTo>
                    <a:pt x="56250" y="25758"/>
                  </a:lnTo>
                  <a:lnTo>
                    <a:pt x="62032" y="42987"/>
                  </a:lnTo>
                  <a:lnTo>
                    <a:pt x="64452" y="50200"/>
                  </a:lnTo>
                  <a:lnTo>
                    <a:pt x="67138" y="58203"/>
                  </a:lnTo>
                  <a:lnTo>
                    <a:pt x="60479" y="60154"/>
                  </a:lnTo>
                  <a:lnTo>
                    <a:pt x="54109" y="62020"/>
                  </a:lnTo>
                  <a:lnTo>
                    <a:pt x="43274" y="65195"/>
                  </a:lnTo>
                  <a:lnTo>
                    <a:pt x="40798" y="65920"/>
                  </a:lnTo>
                  <a:lnTo>
                    <a:pt x="30389" y="68970"/>
                  </a:lnTo>
                  <a:lnTo>
                    <a:pt x="15274" y="73398"/>
                  </a:lnTo>
                  <a:lnTo>
                    <a:pt x="14580" y="70569"/>
                  </a:lnTo>
                  <a:lnTo>
                    <a:pt x="13124" y="64637"/>
                  </a:lnTo>
                  <a:lnTo>
                    <a:pt x="11720" y="58916"/>
                  </a:lnTo>
                  <a:lnTo>
                    <a:pt x="8808" y="47050"/>
                  </a:lnTo>
                  <a:lnTo>
                    <a:pt x="0" y="11154"/>
                  </a:lnTo>
                  <a:lnTo>
                    <a:pt x="12633" y="8194"/>
                  </a:lnTo>
                  <a:lnTo>
                    <a:pt x="27091" y="4806"/>
                  </a:lnTo>
                  <a:lnTo>
                    <a:pt x="38240" y="2194"/>
                  </a:lnTo>
                  <a:lnTo>
                    <a:pt x="476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48535" y="1683815"/>
              <a:ext cx="77767" cy="63498"/>
            </a:xfrm>
            <a:custGeom>
              <a:avLst/>
              <a:pathLst>
                <a:path w="77767" h="63498">
                  <a:moveTo>
                    <a:pt x="14924" y="11039"/>
                  </a:moveTo>
                  <a:lnTo>
                    <a:pt x="25430" y="7777"/>
                  </a:lnTo>
                  <a:lnTo>
                    <a:pt x="35936" y="4516"/>
                  </a:lnTo>
                  <a:lnTo>
                    <a:pt x="50487" y="0"/>
                  </a:lnTo>
                  <a:lnTo>
                    <a:pt x="58068" y="16241"/>
                  </a:lnTo>
                  <a:lnTo>
                    <a:pt x="63808" y="28539"/>
                  </a:lnTo>
                  <a:lnTo>
                    <a:pt x="69548" y="40837"/>
                  </a:lnTo>
                  <a:lnTo>
                    <a:pt x="77767" y="58445"/>
                  </a:lnTo>
                  <a:lnTo>
                    <a:pt x="63968" y="63498"/>
                  </a:lnTo>
                  <a:lnTo>
                    <a:pt x="45507" y="56860"/>
                  </a:lnTo>
                  <a:lnTo>
                    <a:pt x="11366" y="44583"/>
                  </a:lnTo>
                  <a:lnTo>
                    <a:pt x="7000" y="33477"/>
                  </a:lnTo>
                  <a:lnTo>
                    <a:pt x="4666" y="27542"/>
                  </a:lnTo>
                  <a:lnTo>
                    <a:pt x="2333" y="21607"/>
                  </a:lnTo>
                  <a:lnTo>
                    <a:pt x="0" y="156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505851" y="1508760"/>
              <a:ext cx="73833" cy="41365"/>
            </a:xfrm>
            <a:custGeom>
              <a:avLst/>
              <a:pathLst>
                <a:path w="73833" h="41365">
                  <a:moveTo>
                    <a:pt x="57641" y="20459"/>
                  </a:moveTo>
                  <a:lnTo>
                    <a:pt x="49871" y="24120"/>
                  </a:lnTo>
                  <a:lnTo>
                    <a:pt x="13267" y="41365"/>
                  </a:lnTo>
                  <a:lnTo>
                    <a:pt x="9511" y="29655"/>
                  </a:lnTo>
                  <a:lnTo>
                    <a:pt x="5067" y="15797"/>
                  </a:lnTo>
                  <a:lnTo>
                    <a:pt x="706" y="2201"/>
                  </a:lnTo>
                  <a:lnTo>
                    <a:pt x="0" y="0"/>
                  </a:lnTo>
                  <a:lnTo>
                    <a:pt x="73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44916" y="1508760"/>
              <a:ext cx="67432" cy="72655"/>
            </a:xfrm>
            <a:custGeom>
              <a:avLst/>
              <a:pathLst>
                <a:path w="67432" h="72655">
                  <a:moveTo>
                    <a:pt x="55281" y="3624"/>
                  </a:moveTo>
                  <a:lnTo>
                    <a:pt x="57511" y="11786"/>
                  </a:lnTo>
                  <a:lnTo>
                    <a:pt x="59740" y="19948"/>
                  </a:lnTo>
                  <a:lnTo>
                    <a:pt x="61969" y="28110"/>
                  </a:lnTo>
                  <a:lnTo>
                    <a:pt x="64199" y="36272"/>
                  </a:lnTo>
                  <a:lnTo>
                    <a:pt x="67432" y="48111"/>
                  </a:lnTo>
                  <a:lnTo>
                    <a:pt x="45057" y="60453"/>
                  </a:lnTo>
                  <a:lnTo>
                    <a:pt x="22936" y="72655"/>
                  </a:lnTo>
                  <a:lnTo>
                    <a:pt x="19289" y="61100"/>
                  </a:lnTo>
                  <a:lnTo>
                    <a:pt x="16921" y="53602"/>
                  </a:lnTo>
                  <a:lnTo>
                    <a:pt x="14554" y="46104"/>
                  </a:lnTo>
                  <a:lnTo>
                    <a:pt x="12187" y="38605"/>
                  </a:lnTo>
                  <a:lnTo>
                    <a:pt x="9820" y="31107"/>
                  </a:lnTo>
                  <a:lnTo>
                    <a:pt x="7453" y="23609"/>
                  </a:lnTo>
                  <a:lnTo>
                    <a:pt x="5085" y="16110"/>
                  </a:lnTo>
                  <a:lnTo>
                    <a:pt x="2718" y="8612"/>
                  </a:lnTo>
                  <a:lnTo>
                    <a:pt x="351" y="1114"/>
                  </a:lnTo>
                  <a:lnTo>
                    <a:pt x="0" y="0"/>
                  </a:lnTo>
                  <a:lnTo>
                    <a:pt x="542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66676" y="1634841"/>
              <a:ext cx="91860" cy="111938"/>
            </a:xfrm>
            <a:custGeom>
              <a:avLst/>
              <a:pathLst>
                <a:path w="91860" h="111938">
                  <a:moveTo>
                    <a:pt x="20068" y="10126"/>
                  </a:moveTo>
                  <a:lnTo>
                    <a:pt x="36346" y="5641"/>
                  </a:lnTo>
                  <a:lnTo>
                    <a:pt x="56824" y="0"/>
                  </a:lnTo>
                  <a:lnTo>
                    <a:pt x="59993" y="13786"/>
                  </a:lnTo>
                  <a:lnTo>
                    <a:pt x="62141" y="23128"/>
                  </a:lnTo>
                  <a:lnTo>
                    <a:pt x="64288" y="32470"/>
                  </a:lnTo>
                  <a:lnTo>
                    <a:pt x="66436" y="41812"/>
                  </a:lnTo>
                  <a:lnTo>
                    <a:pt x="68583" y="51155"/>
                  </a:lnTo>
                  <a:lnTo>
                    <a:pt x="70140" y="57927"/>
                  </a:lnTo>
                  <a:lnTo>
                    <a:pt x="71198" y="60335"/>
                  </a:lnTo>
                  <a:lnTo>
                    <a:pt x="71389" y="60770"/>
                  </a:lnTo>
                  <a:lnTo>
                    <a:pt x="75045" y="69090"/>
                  </a:lnTo>
                  <a:lnTo>
                    <a:pt x="78891" y="77844"/>
                  </a:lnTo>
                  <a:lnTo>
                    <a:pt x="82737" y="86598"/>
                  </a:lnTo>
                  <a:lnTo>
                    <a:pt x="85819" y="93612"/>
                  </a:lnTo>
                  <a:lnTo>
                    <a:pt x="86512" y="95384"/>
                  </a:lnTo>
                  <a:lnTo>
                    <a:pt x="91860" y="109050"/>
                  </a:lnTo>
                  <a:lnTo>
                    <a:pt x="75327" y="111938"/>
                  </a:lnTo>
                  <a:lnTo>
                    <a:pt x="65798" y="87987"/>
                  </a:lnTo>
                  <a:lnTo>
                    <a:pt x="59400" y="89362"/>
                  </a:lnTo>
                  <a:lnTo>
                    <a:pt x="29117" y="95873"/>
                  </a:lnTo>
                  <a:lnTo>
                    <a:pt x="28404" y="96026"/>
                  </a:lnTo>
                  <a:lnTo>
                    <a:pt x="24526" y="85052"/>
                  </a:lnTo>
                  <a:lnTo>
                    <a:pt x="22643" y="79724"/>
                  </a:lnTo>
                  <a:lnTo>
                    <a:pt x="20759" y="74395"/>
                  </a:lnTo>
                  <a:lnTo>
                    <a:pt x="18876" y="69066"/>
                  </a:lnTo>
                  <a:lnTo>
                    <a:pt x="16993" y="63738"/>
                  </a:lnTo>
                  <a:lnTo>
                    <a:pt x="15110" y="58409"/>
                  </a:lnTo>
                  <a:lnTo>
                    <a:pt x="13226" y="53080"/>
                  </a:lnTo>
                  <a:lnTo>
                    <a:pt x="11343" y="47752"/>
                  </a:lnTo>
                  <a:lnTo>
                    <a:pt x="9460" y="42423"/>
                  </a:lnTo>
                  <a:lnTo>
                    <a:pt x="7577" y="37095"/>
                  </a:lnTo>
                  <a:lnTo>
                    <a:pt x="5693" y="31766"/>
                  </a:lnTo>
                  <a:lnTo>
                    <a:pt x="3810" y="26437"/>
                  </a:lnTo>
                  <a:lnTo>
                    <a:pt x="0" y="15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50899" y="1601168"/>
              <a:ext cx="254115" cy="328022"/>
            </a:xfrm>
            <a:custGeom>
              <a:avLst/>
              <a:pathLst>
                <a:path w="254115" h="328022">
                  <a:moveTo>
                    <a:pt x="194373" y="74869"/>
                  </a:moveTo>
                  <a:lnTo>
                    <a:pt x="202134" y="97040"/>
                  </a:lnTo>
                  <a:lnTo>
                    <a:pt x="209329" y="117598"/>
                  </a:lnTo>
                  <a:lnTo>
                    <a:pt x="218011" y="142399"/>
                  </a:lnTo>
                  <a:lnTo>
                    <a:pt x="220099" y="148364"/>
                  </a:lnTo>
                  <a:lnTo>
                    <a:pt x="223766" y="158842"/>
                  </a:lnTo>
                  <a:lnTo>
                    <a:pt x="226007" y="165243"/>
                  </a:lnTo>
                  <a:lnTo>
                    <a:pt x="228097" y="171214"/>
                  </a:lnTo>
                  <a:lnTo>
                    <a:pt x="230610" y="178392"/>
                  </a:lnTo>
                  <a:lnTo>
                    <a:pt x="232660" y="184250"/>
                  </a:lnTo>
                  <a:lnTo>
                    <a:pt x="234472" y="189425"/>
                  </a:lnTo>
                  <a:lnTo>
                    <a:pt x="239236" y="203037"/>
                  </a:lnTo>
                  <a:lnTo>
                    <a:pt x="241362" y="209110"/>
                  </a:lnTo>
                  <a:lnTo>
                    <a:pt x="243635" y="215605"/>
                  </a:lnTo>
                  <a:lnTo>
                    <a:pt x="245795" y="221776"/>
                  </a:lnTo>
                  <a:lnTo>
                    <a:pt x="247886" y="227750"/>
                  </a:lnTo>
                  <a:lnTo>
                    <a:pt x="250388" y="234897"/>
                  </a:lnTo>
                  <a:lnTo>
                    <a:pt x="250925" y="241959"/>
                  </a:lnTo>
                  <a:lnTo>
                    <a:pt x="251308" y="246994"/>
                  </a:lnTo>
                  <a:lnTo>
                    <a:pt x="251718" y="252396"/>
                  </a:lnTo>
                  <a:lnTo>
                    <a:pt x="252092" y="257303"/>
                  </a:lnTo>
                  <a:lnTo>
                    <a:pt x="252571" y="263608"/>
                  </a:lnTo>
                  <a:lnTo>
                    <a:pt x="252954" y="268649"/>
                  </a:lnTo>
                  <a:lnTo>
                    <a:pt x="253683" y="278246"/>
                  </a:lnTo>
                  <a:lnTo>
                    <a:pt x="254115" y="283919"/>
                  </a:lnTo>
                  <a:lnTo>
                    <a:pt x="248146" y="293072"/>
                  </a:lnTo>
                  <a:lnTo>
                    <a:pt x="238997" y="307103"/>
                  </a:lnTo>
                  <a:lnTo>
                    <a:pt x="225356" y="328022"/>
                  </a:lnTo>
                  <a:lnTo>
                    <a:pt x="220313" y="326361"/>
                  </a:lnTo>
                  <a:lnTo>
                    <a:pt x="207200" y="322041"/>
                  </a:lnTo>
                  <a:lnTo>
                    <a:pt x="195274" y="318111"/>
                  </a:lnTo>
                  <a:lnTo>
                    <a:pt x="184146" y="314445"/>
                  </a:lnTo>
                  <a:lnTo>
                    <a:pt x="159179" y="306220"/>
                  </a:lnTo>
                  <a:lnTo>
                    <a:pt x="113299" y="291105"/>
                  </a:lnTo>
                  <a:lnTo>
                    <a:pt x="109160" y="289741"/>
                  </a:lnTo>
                  <a:lnTo>
                    <a:pt x="23827" y="259411"/>
                  </a:lnTo>
                  <a:lnTo>
                    <a:pt x="0" y="231345"/>
                  </a:lnTo>
                  <a:lnTo>
                    <a:pt x="10899" y="218543"/>
                  </a:lnTo>
                  <a:lnTo>
                    <a:pt x="22837" y="226843"/>
                  </a:lnTo>
                  <a:lnTo>
                    <a:pt x="31359" y="232768"/>
                  </a:lnTo>
                  <a:lnTo>
                    <a:pt x="42187" y="234365"/>
                  </a:lnTo>
                  <a:lnTo>
                    <a:pt x="53936" y="236097"/>
                  </a:lnTo>
                  <a:lnTo>
                    <a:pt x="57320" y="232162"/>
                  </a:lnTo>
                  <a:lnTo>
                    <a:pt x="60901" y="227997"/>
                  </a:lnTo>
                  <a:lnTo>
                    <a:pt x="70674" y="216630"/>
                  </a:lnTo>
                  <a:lnTo>
                    <a:pt x="79988" y="219553"/>
                  </a:lnTo>
                  <a:lnTo>
                    <a:pt x="85737" y="221357"/>
                  </a:lnTo>
                  <a:lnTo>
                    <a:pt x="99503" y="225678"/>
                  </a:lnTo>
                  <a:lnTo>
                    <a:pt x="102042" y="215754"/>
                  </a:lnTo>
                  <a:lnTo>
                    <a:pt x="104382" y="206604"/>
                  </a:lnTo>
                  <a:lnTo>
                    <a:pt x="108696" y="189744"/>
                  </a:lnTo>
                  <a:lnTo>
                    <a:pt x="112992" y="172952"/>
                  </a:lnTo>
                  <a:lnTo>
                    <a:pt x="104665" y="170327"/>
                  </a:lnTo>
                  <a:lnTo>
                    <a:pt x="98446" y="168367"/>
                  </a:lnTo>
                  <a:lnTo>
                    <a:pt x="88881" y="165353"/>
                  </a:lnTo>
                  <a:lnTo>
                    <a:pt x="81784" y="163116"/>
                  </a:lnTo>
                  <a:lnTo>
                    <a:pt x="53625" y="154241"/>
                  </a:lnTo>
                  <a:lnTo>
                    <a:pt x="38630" y="149515"/>
                  </a:lnTo>
                  <a:lnTo>
                    <a:pt x="21957" y="144260"/>
                  </a:lnTo>
                  <a:lnTo>
                    <a:pt x="24097" y="137997"/>
                  </a:lnTo>
                  <a:lnTo>
                    <a:pt x="26230" y="131753"/>
                  </a:lnTo>
                  <a:lnTo>
                    <a:pt x="29293" y="122788"/>
                  </a:lnTo>
                  <a:lnTo>
                    <a:pt x="36001" y="103158"/>
                  </a:lnTo>
                  <a:lnTo>
                    <a:pt x="40280" y="90635"/>
                  </a:lnTo>
                  <a:lnTo>
                    <a:pt x="74665" y="101962"/>
                  </a:lnTo>
                  <a:lnTo>
                    <a:pt x="76291" y="95236"/>
                  </a:lnTo>
                  <a:lnTo>
                    <a:pt x="86474" y="53120"/>
                  </a:lnTo>
                  <a:lnTo>
                    <a:pt x="58805" y="35802"/>
                  </a:lnTo>
                  <a:lnTo>
                    <a:pt x="68195" y="0"/>
                  </a:lnTo>
                  <a:lnTo>
                    <a:pt x="79287" y="5017"/>
                  </a:lnTo>
                  <a:lnTo>
                    <a:pt x="96416" y="12766"/>
                  </a:lnTo>
                  <a:lnTo>
                    <a:pt x="115289" y="21303"/>
                  </a:lnTo>
                  <a:lnTo>
                    <a:pt x="135996" y="30671"/>
                  </a:lnTo>
                  <a:lnTo>
                    <a:pt x="154446" y="39017"/>
                  </a:lnTo>
                  <a:lnTo>
                    <a:pt x="166109" y="44293"/>
                  </a:lnTo>
                  <a:lnTo>
                    <a:pt x="186974" y="53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734455" y="1916977"/>
              <a:ext cx="38877" cy="46611"/>
            </a:xfrm>
            <a:custGeom>
              <a:avLst/>
              <a:pathLst>
                <a:path w="38877" h="46611">
                  <a:moveTo>
                    <a:pt x="6061" y="25444"/>
                  </a:moveTo>
                  <a:lnTo>
                    <a:pt x="10397" y="13894"/>
                  </a:lnTo>
                  <a:lnTo>
                    <a:pt x="15615" y="0"/>
                  </a:lnTo>
                  <a:lnTo>
                    <a:pt x="28621" y="3537"/>
                  </a:lnTo>
                  <a:lnTo>
                    <a:pt x="38877" y="6326"/>
                  </a:lnTo>
                  <a:lnTo>
                    <a:pt x="28450" y="26265"/>
                  </a:lnTo>
                  <a:lnTo>
                    <a:pt x="17812" y="46611"/>
                  </a:lnTo>
                  <a:lnTo>
                    <a:pt x="10537" y="44558"/>
                  </a:lnTo>
                  <a:lnTo>
                    <a:pt x="0" y="415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59303" y="1599954"/>
              <a:ext cx="111466" cy="84252"/>
            </a:xfrm>
            <a:custGeom>
              <a:avLst/>
              <a:pathLst>
                <a:path w="111466" h="84252">
                  <a:moveTo>
                    <a:pt x="66659" y="56425"/>
                  </a:moveTo>
                  <a:lnTo>
                    <a:pt x="21789" y="84252"/>
                  </a:lnTo>
                  <a:lnTo>
                    <a:pt x="10703" y="69076"/>
                  </a:lnTo>
                  <a:lnTo>
                    <a:pt x="0" y="54423"/>
                  </a:lnTo>
                  <a:lnTo>
                    <a:pt x="27195" y="39788"/>
                  </a:lnTo>
                  <a:lnTo>
                    <a:pt x="50858" y="27053"/>
                  </a:lnTo>
                  <a:lnTo>
                    <a:pt x="74522" y="14318"/>
                  </a:lnTo>
                  <a:lnTo>
                    <a:pt x="101127" y="0"/>
                  </a:lnTo>
                  <a:lnTo>
                    <a:pt x="106381" y="14553"/>
                  </a:lnTo>
                  <a:lnTo>
                    <a:pt x="111466" y="28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70911" y="1847361"/>
              <a:ext cx="75202" cy="45289"/>
            </a:xfrm>
            <a:custGeom>
              <a:avLst/>
              <a:pathLst>
                <a:path w="75202" h="45289">
                  <a:moveTo>
                    <a:pt x="53652" y="21451"/>
                  </a:moveTo>
                  <a:lnTo>
                    <a:pt x="75202" y="45289"/>
                  </a:lnTo>
                  <a:lnTo>
                    <a:pt x="41279" y="44580"/>
                  </a:lnTo>
                  <a:lnTo>
                    <a:pt x="9606" y="43918"/>
                  </a:lnTo>
                  <a:lnTo>
                    <a:pt x="4933" y="27807"/>
                  </a:lnTo>
                  <a:lnTo>
                    <a:pt x="0" y="10801"/>
                  </a:lnTo>
                  <a:lnTo>
                    <a:pt x="10154" y="7600"/>
                  </a:lnTo>
                  <a:lnTo>
                    <a:pt x="16180" y="5700"/>
                  </a:lnTo>
                  <a:lnTo>
                    <a:pt x="22206" y="3800"/>
                  </a:lnTo>
                  <a:lnTo>
                    <a:pt x="28232" y="1900"/>
                  </a:lnTo>
                  <a:lnTo>
                    <a:pt x="342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70916" y="1906495"/>
              <a:ext cx="273445" cy="75993"/>
            </a:xfrm>
            <a:custGeom>
              <a:avLst/>
              <a:pathLst>
                <a:path w="273445" h="75993">
                  <a:moveTo>
                    <a:pt x="62952" y="324"/>
                  </a:moveTo>
                  <a:lnTo>
                    <a:pt x="66128" y="427"/>
                  </a:lnTo>
                  <a:lnTo>
                    <a:pt x="69702" y="544"/>
                  </a:lnTo>
                  <a:lnTo>
                    <a:pt x="71291" y="596"/>
                  </a:lnTo>
                  <a:lnTo>
                    <a:pt x="74073" y="687"/>
                  </a:lnTo>
                  <a:lnTo>
                    <a:pt x="76457" y="765"/>
                  </a:lnTo>
                  <a:lnTo>
                    <a:pt x="78445" y="830"/>
                  </a:lnTo>
                  <a:lnTo>
                    <a:pt x="80035" y="882"/>
                  </a:lnTo>
                  <a:lnTo>
                    <a:pt x="82819" y="973"/>
                  </a:lnTo>
                  <a:lnTo>
                    <a:pt x="85206" y="1051"/>
                  </a:lnTo>
                  <a:lnTo>
                    <a:pt x="86403" y="1090"/>
                  </a:lnTo>
                  <a:lnTo>
                    <a:pt x="86798" y="1103"/>
                  </a:lnTo>
                  <a:lnTo>
                    <a:pt x="89584" y="1194"/>
                  </a:lnTo>
                  <a:lnTo>
                    <a:pt x="90380" y="1220"/>
                  </a:lnTo>
                  <a:lnTo>
                    <a:pt x="92371" y="1285"/>
                  </a:lnTo>
                  <a:lnTo>
                    <a:pt x="95556" y="1389"/>
                  </a:lnTo>
                  <a:lnTo>
                    <a:pt x="97947" y="1467"/>
                  </a:lnTo>
                  <a:lnTo>
                    <a:pt x="99939" y="1532"/>
                  </a:lnTo>
                  <a:lnTo>
                    <a:pt x="101134" y="1571"/>
                  </a:lnTo>
                  <a:lnTo>
                    <a:pt x="104722" y="1688"/>
                  </a:lnTo>
                  <a:lnTo>
                    <a:pt x="106317" y="1740"/>
                  </a:lnTo>
                  <a:lnTo>
                    <a:pt x="106778" y="1755"/>
                  </a:lnTo>
                  <a:lnTo>
                    <a:pt x="110305" y="1871"/>
                  </a:lnTo>
                  <a:lnTo>
                    <a:pt x="113497" y="1975"/>
                  </a:lnTo>
                  <a:lnTo>
                    <a:pt x="115879" y="2451"/>
                  </a:lnTo>
                  <a:lnTo>
                    <a:pt x="117077" y="2490"/>
                  </a:lnTo>
                  <a:lnTo>
                    <a:pt x="119859" y="2980"/>
                  </a:lnTo>
                  <a:lnTo>
                    <a:pt x="121457" y="3032"/>
                  </a:lnTo>
                  <a:lnTo>
                    <a:pt x="124640" y="3535"/>
                  </a:lnTo>
                  <a:lnTo>
                    <a:pt x="125439" y="3561"/>
                  </a:lnTo>
                  <a:lnTo>
                    <a:pt x="126638" y="3601"/>
                  </a:lnTo>
                  <a:lnTo>
                    <a:pt x="127034" y="3614"/>
                  </a:lnTo>
                  <a:lnTo>
                    <a:pt x="129435" y="3692"/>
                  </a:lnTo>
                  <a:lnTo>
                    <a:pt x="131422" y="4156"/>
                  </a:lnTo>
                  <a:lnTo>
                    <a:pt x="133797" y="5032"/>
                  </a:lnTo>
                  <a:lnTo>
                    <a:pt x="134984" y="5470"/>
                  </a:lnTo>
                  <a:lnTo>
                    <a:pt x="136972" y="5934"/>
                  </a:lnTo>
                  <a:lnTo>
                    <a:pt x="139748" y="6824"/>
                  </a:lnTo>
                  <a:lnTo>
                    <a:pt x="140937" y="7262"/>
                  </a:lnTo>
                  <a:lnTo>
                    <a:pt x="142125" y="7700"/>
                  </a:lnTo>
                  <a:lnTo>
                    <a:pt x="144902" y="8590"/>
                  </a:lnTo>
                  <a:lnTo>
                    <a:pt x="146675" y="8648"/>
                  </a:lnTo>
                  <a:lnTo>
                    <a:pt x="146904" y="8656"/>
                  </a:lnTo>
                  <a:lnTo>
                    <a:pt x="148882" y="9520"/>
                  </a:lnTo>
                  <a:lnTo>
                    <a:pt x="150472" y="9972"/>
                  </a:lnTo>
                  <a:lnTo>
                    <a:pt x="152851" y="10849"/>
                  </a:lnTo>
                  <a:lnTo>
                    <a:pt x="154040" y="11287"/>
                  </a:lnTo>
                  <a:lnTo>
                    <a:pt x="155631" y="11739"/>
                  </a:lnTo>
                  <a:lnTo>
                    <a:pt x="159214" y="12657"/>
                  </a:lnTo>
                  <a:lnTo>
                    <a:pt x="160404" y="13096"/>
                  </a:lnTo>
                  <a:lnTo>
                    <a:pt x="160781" y="13907"/>
                  </a:lnTo>
                  <a:lnTo>
                    <a:pt x="163174" y="14386"/>
                  </a:lnTo>
                  <a:lnTo>
                    <a:pt x="165143" y="15650"/>
                  </a:lnTo>
                  <a:lnTo>
                    <a:pt x="165387" y="15845"/>
                  </a:lnTo>
                  <a:lnTo>
                    <a:pt x="166710" y="16901"/>
                  </a:lnTo>
                  <a:lnTo>
                    <a:pt x="168290" y="17753"/>
                  </a:lnTo>
                  <a:lnTo>
                    <a:pt x="169482" y="18192"/>
                  </a:lnTo>
                  <a:lnTo>
                    <a:pt x="171050" y="19444"/>
                  </a:lnTo>
                  <a:lnTo>
                    <a:pt x="173032" y="20309"/>
                  </a:lnTo>
                  <a:lnTo>
                    <a:pt x="175428" y="20789"/>
                  </a:lnTo>
                  <a:lnTo>
                    <a:pt x="176608" y="21628"/>
                  </a:lnTo>
                  <a:lnTo>
                    <a:pt x="178993" y="22508"/>
                  </a:lnTo>
                  <a:lnTo>
                    <a:pt x="180976" y="23374"/>
                  </a:lnTo>
                  <a:lnTo>
                    <a:pt x="182558" y="24227"/>
                  </a:lnTo>
                  <a:lnTo>
                    <a:pt x="183667" y="24542"/>
                  </a:lnTo>
                  <a:lnTo>
                    <a:pt x="184153" y="24680"/>
                  </a:lnTo>
                  <a:lnTo>
                    <a:pt x="184944" y="25107"/>
                  </a:lnTo>
                  <a:lnTo>
                    <a:pt x="187720" y="26400"/>
                  </a:lnTo>
                  <a:lnTo>
                    <a:pt x="190107" y="27280"/>
                  </a:lnTo>
                  <a:lnTo>
                    <a:pt x="191301" y="27721"/>
                  </a:lnTo>
                  <a:lnTo>
                    <a:pt x="192884" y="28574"/>
                  </a:lnTo>
                  <a:lnTo>
                    <a:pt x="195285" y="29056"/>
                  </a:lnTo>
                  <a:lnTo>
                    <a:pt x="197272" y="29923"/>
                  </a:lnTo>
                  <a:lnTo>
                    <a:pt x="199271" y="30391"/>
                  </a:lnTo>
                  <a:lnTo>
                    <a:pt x="201661" y="31272"/>
                  </a:lnTo>
                  <a:lnTo>
                    <a:pt x="202670" y="31816"/>
                  </a:lnTo>
                  <a:lnTo>
                    <a:pt x="203246" y="32127"/>
                  </a:lnTo>
                  <a:lnTo>
                    <a:pt x="204453" y="32168"/>
                  </a:lnTo>
                  <a:lnTo>
                    <a:pt x="206832" y="33449"/>
                  </a:lnTo>
                  <a:lnTo>
                    <a:pt x="209613" y="34745"/>
                  </a:lnTo>
                  <a:lnTo>
                    <a:pt x="210809" y="35186"/>
                  </a:lnTo>
                  <a:lnTo>
                    <a:pt x="213188" y="36468"/>
                  </a:lnTo>
                  <a:lnTo>
                    <a:pt x="214788" y="36923"/>
                  </a:lnTo>
                  <a:lnTo>
                    <a:pt x="217558" y="38620"/>
                  </a:lnTo>
                  <a:lnTo>
                    <a:pt x="219561" y="39089"/>
                  </a:lnTo>
                  <a:lnTo>
                    <a:pt x="221150" y="40109"/>
                  </a:lnTo>
                  <a:lnTo>
                    <a:pt x="221539" y="40358"/>
                  </a:lnTo>
                  <a:lnTo>
                    <a:pt x="223530" y="41228"/>
                  </a:lnTo>
                  <a:lnTo>
                    <a:pt x="225131" y="41683"/>
                  </a:lnTo>
                  <a:lnTo>
                    <a:pt x="225925" y="42111"/>
                  </a:lnTo>
                  <a:lnTo>
                    <a:pt x="229115" y="43423"/>
                  </a:lnTo>
                  <a:lnTo>
                    <a:pt x="231107" y="44293"/>
                  </a:lnTo>
                  <a:lnTo>
                    <a:pt x="232709" y="44749"/>
                  </a:lnTo>
                  <a:lnTo>
                    <a:pt x="234312" y="45205"/>
                  </a:lnTo>
                  <a:lnTo>
                    <a:pt x="236305" y="46075"/>
                  </a:lnTo>
                  <a:lnTo>
                    <a:pt x="238716" y="46560"/>
                  </a:lnTo>
                  <a:lnTo>
                    <a:pt x="240321" y="46936"/>
                  </a:lnTo>
                  <a:lnTo>
                    <a:pt x="240723" y="47030"/>
                  </a:lnTo>
                  <a:lnTo>
                    <a:pt x="242326" y="47487"/>
                  </a:lnTo>
                  <a:lnTo>
                    <a:pt x="244738" y="47972"/>
                  </a:lnTo>
                  <a:lnTo>
                    <a:pt x="246355" y="48028"/>
                  </a:lnTo>
                  <a:lnTo>
                    <a:pt x="247568" y="48070"/>
                  </a:lnTo>
                  <a:lnTo>
                    <a:pt x="250386" y="48569"/>
                  </a:lnTo>
                  <a:lnTo>
                    <a:pt x="252395" y="49040"/>
                  </a:lnTo>
                  <a:lnTo>
                    <a:pt x="254823" y="49125"/>
                  </a:lnTo>
                  <a:lnTo>
                    <a:pt x="256846" y="49195"/>
                  </a:lnTo>
                  <a:lnTo>
                    <a:pt x="259679" y="49294"/>
                  </a:lnTo>
                  <a:lnTo>
                    <a:pt x="260489" y="49322"/>
                  </a:lnTo>
                  <a:lnTo>
                    <a:pt x="262906" y="49807"/>
                  </a:lnTo>
                  <a:lnTo>
                    <a:pt x="265741" y="49906"/>
                  </a:lnTo>
                  <a:lnTo>
                    <a:pt x="268171" y="49991"/>
                  </a:lnTo>
                  <a:lnTo>
                    <a:pt x="270821" y="62379"/>
                  </a:lnTo>
                  <a:lnTo>
                    <a:pt x="273445" y="74646"/>
                  </a:lnTo>
                  <a:lnTo>
                    <a:pt x="244235" y="75993"/>
                  </a:lnTo>
                  <a:lnTo>
                    <a:pt x="232079" y="64347"/>
                  </a:lnTo>
                  <a:lnTo>
                    <a:pt x="140525" y="33977"/>
                  </a:lnTo>
                  <a:lnTo>
                    <a:pt x="120113" y="36815"/>
                  </a:lnTo>
                  <a:lnTo>
                    <a:pt x="99207" y="39722"/>
                  </a:lnTo>
                  <a:lnTo>
                    <a:pt x="99438" y="58818"/>
                  </a:lnTo>
                  <a:lnTo>
                    <a:pt x="78738" y="58874"/>
                  </a:lnTo>
                  <a:lnTo>
                    <a:pt x="77807" y="22684"/>
                  </a:lnTo>
                  <a:lnTo>
                    <a:pt x="43803" y="17566"/>
                  </a:lnTo>
                  <a:lnTo>
                    <a:pt x="12292" y="26412"/>
                  </a:lnTo>
                  <a:lnTo>
                    <a:pt x="6334" y="20451"/>
                  </a:lnTo>
                  <a:lnTo>
                    <a:pt x="0" y="14114"/>
                  </a:lnTo>
                  <a:lnTo>
                    <a:pt x="1599" y="13375"/>
                  </a:lnTo>
                  <a:lnTo>
                    <a:pt x="2815" y="12227"/>
                  </a:lnTo>
                  <a:lnTo>
                    <a:pt x="4809" y="11501"/>
                  </a:lnTo>
                  <a:lnTo>
                    <a:pt x="6792" y="11171"/>
                  </a:lnTo>
                  <a:lnTo>
                    <a:pt x="9182" y="10458"/>
                  </a:lnTo>
                  <a:lnTo>
                    <a:pt x="11561" y="10141"/>
                  </a:lnTo>
                  <a:lnTo>
                    <a:pt x="13568" y="9019"/>
                  </a:lnTo>
                  <a:lnTo>
                    <a:pt x="15553" y="8688"/>
                  </a:lnTo>
                  <a:lnTo>
                    <a:pt x="16760" y="7935"/>
                  </a:lnTo>
                  <a:lnTo>
                    <a:pt x="17968" y="7182"/>
                  </a:lnTo>
                  <a:lnTo>
                    <a:pt x="20372" y="6072"/>
                  </a:lnTo>
                  <a:lnTo>
                    <a:pt x="22765" y="5358"/>
                  </a:lnTo>
                  <a:lnTo>
                    <a:pt x="23973" y="4604"/>
                  </a:lnTo>
                  <a:lnTo>
                    <a:pt x="25773" y="4305"/>
                  </a:lnTo>
                  <a:lnTo>
                    <a:pt x="25961" y="4273"/>
                  </a:lnTo>
                  <a:lnTo>
                    <a:pt x="27960" y="3546"/>
                  </a:lnTo>
                  <a:lnTo>
                    <a:pt x="29960" y="2818"/>
                  </a:lnTo>
                  <a:lnTo>
                    <a:pt x="31950" y="2486"/>
                  </a:lnTo>
                  <a:lnTo>
                    <a:pt x="33939" y="2154"/>
                  </a:lnTo>
                  <a:lnTo>
                    <a:pt x="36721" y="1849"/>
                  </a:lnTo>
                  <a:lnTo>
                    <a:pt x="39119" y="1133"/>
                  </a:lnTo>
                  <a:lnTo>
                    <a:pt x="40307" y="1172"/>
                  </a:lnTo>
                  <a:lnTo>
                    <a:pt x="41902" y="827"/>
                  </a:lnTo>
                  <a:lnTo>
                    <a:pt x="44687" y="521"/>
                  </a:lnTo>
                  <a:lnTo>
                    <a:pt x="45681" y="388"/>
                  </a:lnTo>
                  <a:lnTo>
                    <a:pt x="47075" y="202"/>
                  </a:lnTo>
                  <a:lnTo>
                    <a:pt x="48661" y="254"/>
                  </a:lnTo>
                  <a:lnTo>
                    <a:pt x="50643" y="319"/>
                  </a:lnTo>
                  <a:lnTo>
                    <a:pt x="53033" y="0"/>
                  </a:lnTo>
                  <a:lnTo>
                    <a:pt x="55016" y="64"/>
                  </a:lnTo>
                  <a:lnTo>
                    <a:pt x="57396" y="142"/>
                  </a:lnTo>
                  <a:lnTo>
                    <a:pt x="59776" y="220"/>
                  </a:lnTo>
                  <a:lnTo>
                    <a:pt x="62158" y="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728969" y="4519286"/>
              <a:ext cx="58505" cy="55038"/>
            </a:xfrm>
            <a:custGeom>
              <a:avLst/>
              <a:pathLst>
                <a:path w="58505" h="55038">
                  <a:moveTo>
                    <a:pt x="49941" y="37494"/>
                  </a:moveTo>
                  <a:lnTo>
                    <a:pt x="33834" y="55038"/>
                  </a:lnTo>
                  <a:lnTo>
                    <a:pt x="24042" y="46175"/>
                  </a:lnTo>
                  <a:lnTo>
                    <a:pt x="11454" y="34781"/>
                  </a:lnTo>
                  <a:lnTo>
                    <a:pt x="0" y="24414"/>
                  </a:lnTo>
                  <a:lnTo>
                    <a:pt x="9806" y="17370"/>
                  </a:lnTo>
                  <a:lnTo>
                    <a:pt x="13040" y="15047"/>
                  </a:lnTo>
                  <a:lnTo>
                    <a:pt x="11278" y="10364"/>
                  </a:lnTo>
                  <a:lnTo>
                    <a:pt x="22459" y="0"/>
                  </a:lnTo>
                  <a:lnTo>
                    <a:pt x="34153" y="8972"/>
                  </a:lnTo>
                  <a:lnTo>
                    <a:pt x="58505" y="27657"/>
                  </a:lnTo>
                  <a:lnTo>
                    <a:pt x="55333" y="316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29040" y="513081"/>
                  </a:move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lnTo>
                    <a:pt x="64761" y="5822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001238" y="3185492"/>
              <a:ext cx="186716" cy="308725"/>
            </a:xfrm>
            <a:custGeom>
              <a:avLst/>
              <a:pathLst>
                <a:path w="186716" h="308725">
                  <a:moveTo>
                    <a:pt x="18411" y="12616"/>
                  </a:moveTo>
                  <a:lnTo>
                    <a:pt x="28535" y="19553"/>
                  </a:lnTo>
                  <a:lnTo>
                    <a:pt x="73622" y="50448"/>
                  </a:lnTo>
                  <a:lnTo>
                    <a:pt x="79162" y="54244"/>
                  </a:lnTo>
                  <a:lnTo>
                    <a:pt x="117554" y="80551"/>
                  </a:lnTo>
                  <a:lnTo>
                    <a:pt x="119798" y="81956"/>
                  </a:lnTo>
                  <a:lnTo>
                    <a:pt x="125003" y="85655"/>
                  </a:lnTo>
                  <a:lnTo>
                    <a:pt x="186716" y="127942"/>
                  </a:lnTo>
                  <a:lnTo>
                    <a:pt x="185928" y="129145"/>
                  </a:lnTo>
                  <a:lnTo>
                    <a:pt x="184055" y="132006"/>
                  </a:lnTo>
                  <a:lnTo>
                    <a:pt x="132830" y="210245"/>
                  </a:lnTo>
                  <a:lnTo>
                    <a:pt x="126469" y="206125"/>
                  </a:lnTo>
                  <a:lnTo>
                    <a:pt x="101060" y="188318"/>
                  </a:lnTo>
                  <a:lnTo>
                    <a:pt x="84697" y="175630"/>
                  </a:lnTo>
                  <a:lnTo>
                    <a:pt x="43036" y="238876"/>
                  </a:lnTo>
                  <a:lnTo>
                    <a:pt x="42118" y="240363"/>
                  </a:lnTo>
                  <a:lnTo>
                    <a:pt x="16750" y="281539"/>
                  </a:lnTo>
                  <a:lnTo>
                    <a:pt x="0" y="30872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001238" y="1722942"/>
              <a:ext cx="936189" cy="904305"/>
            </a:xfrm>
            <a:custGeom>
              <a:avLst/>
              <a:pathLst>
                <a:path w="936189" h="904305">
                  <a:moveTo>
                    <a:pt x="51142" y="34808"/>
                  </a:moveTo>
                  <a:lnTo>
                    <a:pt x="108878" y="74104"/>
                  </a:lnTo>
                  <a:lnTo>
                    <a:pt x="111839" y="84769"/>
                  </a:lnTo>
                  <a:lnTo>
                    <a:pt x="141797" y="97931"/>
                  </a:lnTo>
                  <a:lnTo>
                    <a:pt x="123326" y="127088"/>
                  </a:lnTo>
                  <a:lnTo>
                    <a:pt x="177793" y="162057"/>
                  </a:lnTo>
                  <a:lnTo>
                    <a:pt x="296178" y="239021"/>
                  </a:lnTo>
                  <a:lnTo>
                    <a:pt x="332713" y="262070"/>
                  </a:lnTo>
                  <a:lnTo>
                    <a:pt x="366808" y="280669"/>
                  </a:lnTo>
                  <a:lnTo>
                    <a:pt x="379439" y="285676"/>
                  </a:lnTo>
                  <a:lnTo>
                    <a:pt x="394439" y="291621"/>
                  </a:lnTo>
                  <a:lnTo>
                    <a:pt x="418405" y="299835"/>
                  </a:lnTo>
                  <a:lnTo>
                    <a:pt x="488753" y="303006"/>
                  </a:lnTo>
                  <a:lnTo>
                    <a:pt x="552512" y="295509"/>
                  </a:lnTo>
                  <a:lnTo>
                    <a:pt x="563042" y="326954"/>
                  </a:lnTo>
                  <a:lnTo>
                    <a:pt x="647096" y="290513"/>
                  </a:lnTo>
                  <a:lnTo>
                    <a:pt x="748704" y="314195"/>
                  </a:lnTo>
                  <a:lnTo>
                    <a:pt x="852361" y="418719"/>
                  </a:lnTo>
                  <a:lnTo>
                    <a:pt x="927707" y="494695"/>
                  </a:lnTo>
                  <a:lnTo>
                    <a:pt x="936189" y="503248"/>
                  </a:lnTo>
                  <a:lnTo>
                    <a:pt x="928823" y="509301"/>
                  </a:lnTo>
                  <a:lnTo>
                    <a:pt x="900105" y="532901"/>
                  </a:lnTo>
                  <a:lnTo>
                    <a:pt x="889204" y="542671"/>
                  </a:lnTo>
                  <a:lnTo>
                    <a:pt x="870092" y="559801"/>
                  </a:lnTo>
                  <a:lnTo>
                    <a:pt x="862743" y="567036"/>
                  </a:lnTo>
                  <a:lnTo>
                    <a:pt x="800488" y="628320"/>
                  </a:lnTo>
                  <a:lnTo>
                    <a:pt x="809031" y="636968"/>
                  </a:lnTo>
                  <a:lnTo>
                    <a:pt x="835800" y="664062"/>
                  </a:lnTo>
                  <a:lnTo>
                    <a:pt x="845241" y="737007"/>
                  </a:lnTo>
                  <a:lnTo>
                    <a:pt x="840978" y="747394"/>
                  </a:lnTo>
                  <a:lnTo>
                    <a:pt x="791837" y="732768"/>
                  </a:lnTo>
                  <a:lnTo>
                    <a:pt x="784499" y="730583"/>
                  </a:lnTo>
                  <a:lnTo>
                    <a:pt x="775297" y="728812"/>
                  </a:lnTo>
                  <a:lnTo>
                    <a:pt x="773861" y="728536"/>
                  </a:lnTo>
                  <a:lnTo>
                    <a:pt x="769858" y="727765"/>
                  </a:lnTo>
                  <a:lnTo>
                    <a:pt x="761389" y="726135"/>
                  </a:lnTo>
                  <a:lnTo>
                    <a:pt x="750576" y="724053"/>
                  </a:lnTo>
                  <a:lnTo>
                    <a:pt x="712248" y="718424"/>
                  </a:lnTo>
                  <a:lnTo>
                    <a:pt x="708032" y="718545"/>
                  </a:lnTo>
                  <a:lnTo>
                    <a:pt x="707622" y="718556"/>
                  </a:lnTo>
                  <a:lnTo>
                    <a:pt x="705721" y="718611"/>
                  </a:lnTo>
                  <a:lnTo>
                    <a:pt x="688678" y="719099"/>
                  </a:lnTo>
                  <a:lnTo>
                    <a:pt x="683363" y="718426"/>
                  </a:lnTo>
                  <a:lnTo>
                    <a:pt x="680023" y="718002"/>
                  </a:lnTo>
                  <a:lnTo>
                    <a:pt x="666869" y="716334"/>
                  </a:lnTo>
                  <a:lnTo>
                    <a:pt x="663530" y="715911"/>
                  </a:lnTo>
                  <a:lnTo>
                    <a:pt x="658518" y="715609"/>
                  </a:lnTo>
                  <a:lnTo>
                    <a:pt x="635508" y="714219"/>
                  </a:lnTo>
                  <a:lnTo>
                    <a:pt x="627616" y="728131"/>
                  </a:lnTo>
                  <a:lnTo>
                    <a:pt x="621769" y="738515"/>
                  </a:lnTo>
                  <a:lnTo>
                    <a:pt x="621494" y="738915"/>
                  </a:lnTo>
                  <a:lnTo>
                    <a:pt x="617088" y="745219"/>
                  </a:lnTo>
                  <a:lnTo>
                    <a:pt x="610559" y="747201"/>
                  </a:lnTo>
                  <a:lnTo>
                    <a:pt x="602990" y="749498"/>
                  </a:lnTo>
                  <a:lnTo>
                    <a:pt x="592637" y="747246"/>
                  </a:lnTo>
                  <a:lnTo>
                    <a:pt x="582945" y="744544"/>
                  </a:lnTo>
                  <a:lnTo>
                    <a:pt x="576251" y="741135"/>
                  </a:lnTo>
                  <a:lnTo>
                    <a:pt x="524572" y="714821"/>
                  </a:lnTo>
                  <a:lnTo>
                    <a:pt x="459711" y="703225"/>
                  </a:lnTo>
                  <a:lnTo>
                    <a:pt x="460004" y="703226"/>
                  </a:lnTo>
                  <a:lnTo>
                    <a:pt x="456074" y="702575"/>
                  </a:lnTo>
                  <a:lnTo>
                    <a:pt x="454439" y="712753"/>
                  </a:lnTo>
                  <a:lnTo>
                    <a:pt x="444720" y="773261"/>
                  </a:lnTo>
                  <a:lnTo>
                    <a:pt x="424431" y="770428"/>
                  </a:lnTo>
                  <a:lnTo>
                    <a:pt x="424195" y="770971"/>
                  </a:lnTo>
                  <a:lnTo>
                    <a:pt x="423111" y="773462"/>
                  </a:lnTo>
                  <a:lnTo>
                    <a:pt x="422683" y="774447"/>
                  </a:lnTo>
                  <a:lnTo>
                    <a:pt x="416363" y="788983"/>
                  </a:lnTo>
                  <a:lnTo>
                    <a:pt x="411523" y="800115"/>
                  </a:lnTo>
                  <a:lnTo>
                    <a:pt x="408571" y="806905"/>
                  </a:lnTo>
                  <a:lnTo>
                    <a:pt x="408102" y="807546"/>
                  </a:lnTo>
                  <a:lnTo>
                    <a:pt x="405684" y="810853"/>
                  </a:lnTo>
                  <a:lnTo>
                    <a:pt x="398394" y="820821"/>
                  </a:lnTo>
                  <a:lnTo>
                    <a:pt x="396015" y="822442"/>
                  </a:lnTo>
                  <a:lnTo>
                    <a:pt x="391965" y="824098"/>
                  </a:lnTo>
                  <a:lnTo>
                    <a:pt x="389407" y="825144"/>
                  </a:lnTo>
                  <a:lnTo>
                    <a:pt x="388865" y="825968"/>
                  </a:lnTo>
                  <a:lnTo>
                    <a:pt x="384906" y="831987"/>
                  </a:lnTo>
                  <a:lnTo>
                    <a:pt x="373920" y="848693"/>
                  </a:lnTo>
                  <a:lnTo>
                    <a:pt x="373149" y="849864"/>
                  </a:lnTo>
                  <a:lnTo>
                    <a:pt x="355687" y="876415"/>
                  </a:lnTo>
                  <a:lnTo>
                    <a:pt x="337636" y="903861"/>
                  </a:lnTo>
                  <a:lnTo>
                    <a:pt x="337344" y="904305"/>
                  </a:lnTo>
                  <a:lnTo>
                    <a:pt x="330003" y="899494"/>
                  </a:lnTo>
                  <a:lnTo>
                    <a:pt x="311974" y="887679"/>
                  </a:lnTo>
                  <a:lnTo>
                    <a:pt x="291385" y="874186"/>
                  </a:lnTo>
                  <a:lnTo>
                    <a:pt x="279636" y="866486"/>
                  </a:lnTo>
                  <a:lnTo>
                    <a:pt x="276775" y="864611"/>
                  </a:lnTo>
                  <a:lnTo>
                    <a:pt x="225887" y="831263"/>
                  </a:lnTo>
                  <a:lnTo>
                    <a:pt x="171270" y="795471"/>
                  </a:lnTo>
                  <a:lnTo>
                    <a:pt x="152019" y="782855"/>
                  </a:lnTo>
                  <a:lnTo>
                    <a:pt x="125927" y="761830"/>
                  </a:lnTo>
                  <a:lnTo>
                    <a:pt x="124044" y="759662"/>
                  </a:lnTo>
                  <a:lnTo>
                    <a:pt x="122888" y="757461"/>
                  </a:lnTo>
                  <a:lnTo>
                    <a:pt x="119826" y="751627"/>
                  </a:lnTo>
                  <a:lnTo>
                    <a:pt x="118537" y="749172"/>
                  </a:lnTo>
                  <a:lnTo>
                    <a:pt x="117868" y="747897"/>
                  </a:lnTo>
                  <a:lnTo>
                    <a:pt x="114351" y="741198"/>
                  </a:lnTo>
                  <a:lnTo>
                    <a:pt x="78357" y="713429"/>
                  </a:lnTo>
                  <a:lnTo>
                    <a:pt x="69357" y="706485"/>
                  </a:lnTo>
                  <a:lnTo>
                    <a:pt x="67653" y="705171"/>
                  </a:lnTo>
                  <a:lnTo>
                    <a:pt x="65443" y="703658"/>
                  </a:lnTo>
                  <a:lnTo>
                    <a:pt x="0" y="65886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719299" y="4454250"/>
              <a:ext cx="951278" cy="1056277"/>
            </a:xfrm>
            <a:custGeom>
              <a:avLst/>
              <a:pathLst>
                <a:path w="951278" h="1056277">
                  <a:moveTo>
                    <a:pt x="795422" y="150204"/>
                  </a:moveTo>
                  <a:lnTo>
                    <a:pt x="825573" y="33024"/>
                  </a:lnTo>
                  <a:lnTo>
                    <a:pt x="868747" y="35727"/>
                  </a:lnTo>
                  <a:lnTo>
                    <a:pt x="951278" y="57153"/>
                  </a:lnTo>
                  <a:lnTo>
                    <a:pt x="951278" y="459569"/>
                  </a:lnTo>
                  <a:lnTo>
                    <a:pt x="945645" y="456032"/>
                  </a:lnTo>
                  <a:lnTo>
                    <a:pt x="772488" y="347265"/>
                  </a:lnTo>
                  <a:lnTo>
                    <a:pt x="705853" y="336008"/>
                  </a:lnTo>
                  <a:lnTo>
                    <a:pt x="671447" y="330921"/>
                  </a:lnTo>
                  <a:lnTo>
                    <a:pt x="669447" y="359962"/>
                  </a:lnTo>
                  <a:lnTo>
                    <a:pt x="575230" y="348754"/>
                  </a:lnTo>
                  <a:lnTo>
                    <a:pt x="547610" y="345279"/>
                  </a:lnTo>
                  <a:lnTo>
                    <a:pt x="463367" y="334164"/>
                  </a:lnTo>
                  <a:lnTo>
                    <a:pt x="440528" y="331151"/>
                  </a:lnTo>
                  <a:lnTo>
                    <a:pt x="443261" y="301289"/>
                  </a:lnTo>
                  <a:lnTo>
                    <a:pt x="446236" y="268773"/>
                  </a:lnTo>
                  <a:lnTo>
                    <a:pt x="418217" y="266071"/>
                  </a:lnTo>
                  <a:lnTo>
                    <a:pt x="378038" y="265531"/>
                  </a:lnTo>
                  <a:lnTo>
                    <a:pt x="334688" y="269314"/>
                  </a:lnTo>
                  <a:lnTo>
                    <a:pt x="290809" y="269314"/>
                  </a:lnTo>
                  <a:lnTo>
                    <a:pt x="291184" y="331864"/>
                  </a:lnTo>
                  <a:lnTo>
                    <a:pt x="273363" y="329840"/>
                  </a:lnTo>
                  <a:lnTo>
                    <a:pt x="246401" y="324436"/>
                  </a:lnTo>
                  <a:lnTo>
                    <a:pt x="238471" y="386583"/>
                  </a:lnTo>
                  <a:lnTo>
                    <a:pt x="228955" y="446028"/>
                  </a:lnTo>
                  <a:lnTo>
                    <a:pt x="182961" y="520064"/>
                  </a:lnTo>
                  <a:lnTo>
                    <a:pt x="174058" y="527458"/>
                  </a:lnTo>
                  <a:lnTo>
                    <a:pt x="115820" y="518983"/>
                  </a:lnTo>
                  <a:lnTo>
                    <a:pt x="82771" y="635894"/>
                  </a:lnTo>
                  <a:lnTo>
                    <a:pt x="83386" y="662678"/>
                  </a:lnTo>
                  <a:lnTo>
                    <a:pt x="198811" y="859928"/>
                  </a:lnTo>
                  <a:lnTo>
                    <a:pt x="218195" y="941890"/>
                  </a:lnTo>
                  <a:lnTo>
                    <a:pt x="227006" y="966209"/>
                  </a:lnTo>
                  <a:lnTo>
                    <a:pt x="311593" y="1007640"/>
                  </a:lnTo>
                  <a:lnTo>
                    <a:pt x="250796" y="1056277"/>
                  </a:lnTo>
                  <a:lnTo>
                    <a:pt x="168853" y="986024"/>
                  </a:lnTo>
                  <a:lnTo>
                    <a:pt x="28757" y="663579"/>
                  </a:lnTo>
                  <a:lnTo>
                    <a:pt x="34688" y="621238"/>
                  </a:lnTo>
                  <a:lnTo>
                    <a:pt x="48941" y="569787"/>
                  </a:lnTo>
                  <a:lnTo>
                    <a:pt x="68522" y="499105"/>
                  </a:lnTo>
                  <a:lnTo>
                    <a:pt x="83325" y="457494"/>
                  </a:lnTo>
                  <a:lnTo>
                    <a:pt x="82268" y="379674"/>
                  </a:lnTo>
                  <a:lnTo>
                    <a:pt x="83325" y="358599"/>
                  </a:lnTo>
                  <a:lnTo>
                    <a:pt x="85746" y="328565"/>
                  </a:lnTo>
                  <a:lnTo>
                    <a:pt x="26995" y="316815"/>
                  </a:lnTo>
                  <a:lnTo>
                    <a:pt x="28757" y="217740"/>
                  </a:lnTo>
                  <a:lnTo>
                    <a:pt x="102770" y="238456"/>
                  </a:lnTo>
                  <a:lnTo>
                    <a:pt x="109166" y="210341"/>
                  </a:lnTo>
                  <a:lnTo>
                    <a:pt x="80361" y="186921"/>
                  </a:lnTo>
                  <a:lnTo>
                    <a:pt x="34222" y="146544"/>
                  </a:lnTo>
                  <a:lnTo>
                    <a:pt x="46153" y="132195"/>
                  </a:lnTo>
                  <a:lnTo>
                    <a:pt x="0" y="88527"/>
                  </a:lnTo>
                  <a:lnTo>
                    <a:pt x="31059" y="53400"/>
                  </a:lnTo>
                  <a:lnTo>
                    <a:pt x="81886" y="89223"/>
                  </a:lnTo>
                  <a:lnTo>
                    <a:pt x="156077" y="0"/>
                  </a:lnTo>
                  <a:lnTo>
                    <a:pt x="252373" y="63900"/>
                  </a:lnTo>
                  <a:lnTo>
                    <a:pt x="269845" y="75495"/>
                  </a:lnTo>
                  <a:lnTo>
                    <a:pt x="275259" y="79088"/>
                  </a:lnTo>
                  <a:lnTo>
                    <a:pt x="277670" y="32874"/>
                  </a:lnTo>
                  <a:lnTo>
                    <a:pt x="320404" y="34226"/>
                  </a:lnTo>
                  <a:lnTo>
                    <a:pt x="319212" y="90278"/>
                  </a:lnTo>
                  <a:lnTo>
                    <a:pt x="324401" y="91599"/>
                  </a:lnTo>
                  <a:lnTo>
                    <a:pt x="382065" y="96634"/>
                  </a:lnTo>
                  <a:lnTo>
                    <a:pt x="510530" y="107983"/>
                  </a:lnTo>
                  <a:lnTo>
                    <a:pt x="595117" y="118251"/>
                  </a:lnTo>
                  <a:lnTo>
                    <a:pt x="599429" y="95385"/>
                  </a:lnTo>
                  <a:lnTo>
                    <a:pt x="729420" y="139137"/>
                  </a:lnTo>
                  <a:lnTo>
                    <a:pt x="777622" y="14890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9556" y="1508760"/>
              <a:ext cx="849872" cy="490421"/>
            </a:xfrm>
            <a:custGeom>
              <a:avLst/>
              <a:pathLst>
                <a:path w="849872" h="490421">
                  <a:moveTo>
                    <a:pt x="674484" y="3907"/>
                  </a:moveTo>
                  <a:lnTo>
                    <a:pt x="557539" y="73108"/>
                  </a:lnTo>
                  <a:lnTo>
                    <a:pt x="579287" y="88836"/>
                  </a:lnTo>
                  <a:lnTo>
                    <a:pt x="623044" y="120482"/>
                  </a:lnTo>
                  <a:lnTo>
                    <a:pt x="630460" y="95901"/>
                  </a:lnTo>
                  <a:lnTo>
                    <a:pt x="631984" y="90850"/>
                  </a:lnTo>
                  <a:lnTo>
                    <a:pt x="677964" y="133716"/>
                  </a:lnTo>
                  <a:lnTo>
                    <a:pt x="676123" y="139565"/>
                  </a:lnTo>
                  <a:lnTo>
                    <a:pt x="670897" y="156164"/>
                  </a:lnTo>
                  <a:lnTo>
                    <a:pt x="715184" y="210569"/>
                  </a:lnTo>
                  <a:lnTo>
                    <a:pt x="703994" y="233685"/>
                  </a:lnTo>
                  <a:lnTo>
                    <a:pt x="758309" y="259973"/>
                  </a:lnTo>
                  <a:lnTo>
                    <a:pt x="785467" y="273118"/>
                  </a:lnTo>
                  <a:lnTo>
                    <a:pt x="756280" y="339543"/>
                  </a:lnTo>
                  <a:lnTo>
                    <a:pt x="790942" y="357807"/>
                  </a:lnTo>
                  <a:lnTo>
                    <a:pt x="835840" y="381465"/>
                  </a:lnTo>
                  <a:lnTo>
                    <a:pt x="834829" y="384626"/>
                  </a:lnTo>
                  <a:lnTo>
                    <a:pt x="827785" y="406650"/>
                  </a:lnTo>
                  <a:lnTo>
                    <a:pt x="847143" y="412934"/>
                  </a:lnTo>
                  <a:lnTo>
                    <a:pt x="849872" y="413820"/>
                  </a:lnTo>
                  <a:lnTo>
                    <a:pt x="828348" y="461708"/>
                  </a:lnTo>
                  <a:lnTo>
                    <a:pt x="798704" y="452959"/>
                  </a:lnTo>
                  <a:lnTo>
                    <a:pt x="765789" y="443244"/>
                  </a:lnTo>
                  <a:lnTo>
                    <a:pt x="757577" y="441835"/>
                  </a:lnTo>
                  <a:lnTo>
                    <a:pt x="719653" y="435330"/>
                  </a:lnTo>
                  <a:lnTo>
                    <a:pt x="732993" y="484116"/>
                  </a:lnTo>
                  <a:lnTo>
                    <a:pt x="681449" y="490421"/>
                  </a:lnTo>
                  <a:lnTo>
                    <a:pt x="662505" y="473308"/>
                  </a:lnTo>
                  <a:lnTo>
                    <a:pt x="606995" y="453944"/>
                  </a:lnTo>
                  <a:lnTo>
                    <a:pt x="577755" y="446279"/>
                  </a:lnTo>
                  <a:lnTo>
                    <a:pt x="572632" y="444937"/>
                  </a:lnTo>
                  <a:lnTo>
                    <a:pt x="556331" y="446738"/>
                  </a:lnTo>
                  <a:lnTo>
                    <a:pt x="551707" y="460394"/>
                  </a:lnTo>
                  <a:lnTo>
                    <a:pt x="548401" y="470156"/>
                  </a:lnTo>
                  <a:lnTo>
                    <a:pt x="514479" y="468805"/>
                  </a:lnTo>
                  <a:lnTo>
                    <a:pt x="512821" y="453131"/>
                  </a:lnTo>
                  <a:lnTo>
                    <a:pt x="510954" y="435480"/>
                  </a:lnTo>
                  <a:lnTo>
                    <a:pt x="487605" y="427824"/>
                  </a:lnTo>
                  <a:lnTo>
                    <a:pt x="468271" y="435172"/>
                  </a:lnTo>
                  <a:lnTo>
                    <a:pt x="453242" y="440884"/>
                  </a:lnTo>
                  <a:lnTo>
                    <a:pt x="428130" y="412062"/>
                  </a:lnTo>
                  <a:lnTo>
                    <a:pt x="418438" y="398101"/>
                  </a:lnTo>
                  <a:lnTo>
                    <a:pt x="440025" y="394498"/>
                  </a:lnTo>
                  <a:lnTo>
                    <a:pt x="425927" y="349014"/>
                  </a:lnTo>
                  <a:lnTo>
                    <a:pt x="407248" y="262368"/>
                  </a:lnTo>
                  <a:lnTo>
                    <a:pt x="356496" y="256964"/>
                  </a:lnTo>
                  <a:lnTo>
                    <a:pt x="333235" y="252641"/>
                  </a:lnTo>
                  <a:lnTo>
                    <a:pt x="308916" y="258045"/>
                  </a:lnTo>
                  <a:lnTo>
                    <a:pt x="293056" y="237509"/>
                  </a:lnTo>
                  <a:lnTo>
                    <a:pt x="266623" y="245075"/>
                  </a:lnTo>
                  <a:lnTo>
                    <a:pt x="297285" y="320732"/>
                  </a:lnTo>
                  <a:lnTo>
                    <a:pt x="299400" y="372612"/>
                  </a:lnTo>
                  <a:lnTo>
                    <a:pt x="273425" y="425715"/>
                  </a:lnTo>
                  <a:lnTo>
                    <a:pt x="251556" y="439082"/>
                  </a:lnTo>
                  <a:lnTo>
                    <a:pt x="177543" y="416115"/>
                  </a:lnTo>
                  <a:lnTo>
                    <a:pt x="36125" y="364776"/>
                  </a:lnTo>
                  <a:lnTo>
                    <a:pt x="0" y="329199"/>
                  </a:lnTo>
                  <a:lnTo>
                    <a:pt x="24899" y="291666"/>
                  </a:lnTo>
                  <a:lnTo>
                    <a:pt x="47015" y="305403"/>
                  </a:lnTo>
                  <a:lnTo>
                    <a:pt x="65078" y="309456"/>
                  </a:lnTo>
                  <a:lnTo>
                    <a:pt x="73008" y="257666"/>
                  </a:lnTo>
                  <a:lnTo>
                    <a:pt x="30852" y="245980"/>
                  </a:lnTo>
                  <a:lnTo>
                    <a:pt x="25797" y="244579"/>
                  </a:lnTo>
                  <a:lnTo>
                    <a:pt x="53717" y="170960"/>
                  </a:lnTo>
                  <a:lnTo>
                    <a:pt x="84022" y="175254"/>
                  </a:lnTo>
                  <a:lnTo>
                    <a:pt x="92833" y="150034"/>
                  </a:lnTo>
                  <a:lnTo>
                    <a:pt x="64638" y="137425"/>
                  </a:lnTo>
                  <a:lnTo>
                    <a:pt x="83044" y="79297"/>
                  </a:lnTo>
                  <a:lnTo>
                    <a:pt x="88098" y="81453"/>
                  </a:lnTo>
                  <a:lnTo>
                    <a:pt x="92571" y="83362"/>
                  </a:lnTo>
                  <a:lnTo>
                    <a:pt x="173895" y="118060"/>
                  </a:lnTo>
                  <a:lnTo>
                    <a:pt x="199710" y="136219"/>
                  </a:lnTo>
                  <a:lnTo>
                    <a:pt x="218311" y="130872"/>
                  </a:lnTo>
                  <a:lnTo>
                    <a:pt x="264822" y="117503"/>
                  </a:lnTo>
                  <a:lnTo>
                    <a:pt x="279511" y="113280"/>
                  </a:lnTo>
                  <a:lnTo>
                    <a:pt x="343735" y="107492"/>
                  </a:lnTo>
                  <a:lnTo>
                    <a:pt x="350154" y="107969"/>
                  </a:lnTo>
                  <a:lnTo>
                    <a:pt x="397130" y="111455"/>
                  </a:lnTo>
                  <a:lnTo>
                    <a:pt x="422329" y="141070"/>
                  </a:lnTo>
                  <a:lnTo>
                    <a:pt x="455424" y="126263"/>
                  </a:lnTo>
                  <a:lnTo>
                    <a:pt x="448133" y="117503"/>
                  </a:lnTo>
                  <a:lnTo>
                    <a:pt x="436706" y="100429"/>
                  </a:lnTo>
                  <a:lnTo>
                    <a:pt x="418821" y="73707"/>
                  </a:lnTo>
                  <a:lnTo>
                    <a:pt x="415880" y="69313"/>
                  </a:lnTo>
                  <a:lnTo>
                    <a:pt x="414809" y="67713"/>
                  </a:lnTo>
                  <a:lnTo>
                    <a:pt x="409602" y="53684"/>
                  </a:lnTo>
                  <a:lnTo>
                    <a:pt x="406938" y="46508"/>
                  </a:lnTo>
                  <a:lnTo>
                    <a:pt x="402646" y="9786"/>
                  </a:lnTo>
                  <a:lnTo>
                    <a:pt x="400069" y="0"/>
                  </a:lnTo>
                  <a:lnTo>
                    <a:pt x="674684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001238" y="1508760"/>
              <a:ext cx="1642722" cy="541137"/>
            </a:xfrm>
            <a:custGeom>
              <a:avLst/>
              <a:pathLst>
                <a:path w="1642722" h="541137">
                  <a:moveTo>
                    <a:pt x="1603732" y="43167"/>
                  </a:moveTo>
                  <a:lnTo>
                    <a:pt x="1613428" y="73568"/>
                  </a:lnTo>
                  <a:lnTo>
                    <a:pt x="1642722" y="139760"/>
                  </a:lnTo>
                  <a:lnTo>
                    <a:pt x="1630651" y="176769"/>
                  </a:lnTo>
                  <a:lnTo>
                    <a:pt x="1205363" y="306237"/>
                  </a:lnTo>
                  <a:lnTo>
                    <a:pt x="1106679" y="453229"/>
                  </a:lnTo>
                  <a:lnTo>
                    <a:pt x="643168" y="471282"/>
                  </a:lnTo>
                  <a:lnTo>
                    <a:pt x="647096" y="504695"/>
                  </a:lnTo>
                  <a:lnTo>
                    <a:pt x="563042" y="541137"/>
                  </a:lnTo>
                  <a:lnTo>
                    <a:pt x="552512" y="509691"/>
                  </a:lnTo>
                  <a:lnTo>
                    <a:pt x="488753" y="517188"/>
                  </a:lnTo>
                  <a:lnTo>
                    <a:pt x="418405" y="514018"/>
                  </a:lnTo>
                  <a:lnTo>
                    <a:pt x="394439" y="505803"/>
                  </a:lnTo>
                  <a:lnTo>
                    <a:pt x="379439" y="499858"/>
                  </a:lnTo>
                  <a:lnTo>
                    <a:pt x="366808" y="494851"/>
                  </a:lnTo>
                  <a:lnTo>
                    <a:pt x="332713" y="476252"/>
                  </a:lnTo>
                  <a:lnTo>
                    <a:pt x="296178" y="453203"/>
                  </a:lnTo>
                  <a:lnTo>
                    <a:pt x="177793" y="376239"/>
                  </a:lnTo>
                  <a:lnTo>
                    <a:pt x="123326" y="341270"/>
                  </a:lnTo>
                  <a:lnTo>
                    <a:pt x="141797" y="312113"/>
                  </a:lnTo>
                  <a:lnTo>
                    <a:pt x="111839" y="298951"/>
                  </a:lnTo>
                  <a:lnTo>
                    <a:pt x="108878" y="288287"/>
                  </a:lnTo>
                  <a:lnTo>
                    <a:pt x="51142" y="248990"/>
                  </a:lnTo>
                  <a:lnTo>
                    <a:pt x="0" y="21418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281566" y="1508760"/>
              <a:ext cx="84555" cy="36937"/>
            </a:xfrm>
            <a:custGeom>
              <a:avLst/>
              <a:pathLst>
                <a:path w="84555" h="36937">
                  <a:moveTo>
                    <a:pt x="11101" y="36937"/>
                  </a:moveTo>
                  <a:lnTo>
                    <a:pt x="0" y="0"/>
                  </a:lnTo>
                  <a:lnTo>
                    <a:pt x="84555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591203" y="1508760"/>
              <a:ext cx="793778" cy="242162"/>
            </a:xfrm>
            <a:custGeom>
              <a:avLst/>
              <a:pathLst>
                <a:path w="793778" h="242162">
                  <a:moveTo>
                    <a:pt x="741000" y="9786"/>
                  </a:moveTo>
                  <a:lnTo>
                    <a:pt x="745292" y="46508"/>
                  </a:lnTo>
                  <a:lnTo>
                    <a:pt x="747955" y="53684"/>
                  </a:lnTo>
                  <a:lnTo>
                    <a:pt x="753163" y="67713"/>
                  </a:lnTo>
                  <a:lnTo>
                    <a:pt x="754234" y="69313"/>
                  </a:lnTo>
                  <a:lnTo>
                    <a:pt x="757174" y="73707"/>
                  </a:lnTo>
                  <a:lnTo>
                    <a:pt x="775059" y="100429"/>
                  </a:lnTo>
                  <a:lnTo>
                    <a:pt x="786487" y="117503"/>
                  </a:lnTo>
                  <a:lnTo>
                    <a:pt x="793778" y="126263"/>
                  </a:lnTo>
                  <a:lnTo>
                    <a:pt x="760634" y="141013"/>
                  </a:lnTo>
                  <a:lnTo>
                    <a:pt x="735471" y="111454"/>
                  </a:lnTo>
                  <a:lnTo>
                    <a:pt x="688508" y="107969"/>
                  </a:lnTo>
                  <a:lnTo>
                    <a:pt x="681912" y="107492"/>
                  </a:lnTo>
                  <a:lnTo>
                    <a:pt x="617865" y="113280"/>
                  </a:lnTo>
                  <a:lnTo>
                    <a:pt x="603175" y="117503"/>
                  </a:lnTo>
                  <a:lnTo>
                    <a:pt x="556665" y="130872"/>
                  </a:lnTo>
                  <a:lnTo>
                    <a:pt x="538064" y="136219"/>
                  </a:lnTo>
                  <a:lnTo>
                    <a:pt x="493833" y="58165"/>
                  </a:lnTo>
                  <a:lnTo>
                    <a:pt x="479383" y="61047"/>
                  </a:lnTo>
                  <a:lnTo>
                    <a:pt x="425460" y="60326"/>
                  </a:lnTo>
                  <a:lnTo>
                    <a:pt x="409952" y="50959"/>
                  </a:lnTo>
                  <a:lnTo>
                    <a:pt x="386691" y="107522"/>
                  </a:lnTo>
                  <a:lnTo>
                    <a:pt x="394494" y="141135"/>
                  </a:lnTo>
                  <a:lnTo>
                    <a:pt x="390745" y="155770"/>
                  </a:lnTo>
                  <a:lnTo>
                    <a:pt x="290474" y="180658"/>
                  </a:lnTo>
                  <a:lnTo>
                    <a:pt x="291884" y="200833"/>
                  </a:lnTo>
                  <a:lnTo>
                    <a:pt x="265098" y="221008"/>
                  </a:lnTo>
                  <a:lnTo>
                    <a:pt x="265994" y="236117"/>
                  </a:lnTo>
                  <a:lnTo>
                    <a:pt x="254839" y="242162"/>
                  </a:lnTo>
                  <a:lnTo>
                    <a:pt x="234415" y="241309"/>
                  </a:lnTo>
                  <a:lnTo>
                    <a:pt x="227386" y="228935"/>
                  </a:lnTo>
                  <a:lnTo>
                    <a:pt x="206240" y="233978"/>
                  </a:lnTo>
                  <a:lnTo>
                    <a:pt x="175225" y="219207"/>
                  </a:lnTo>
                  <a:lnTo>
                    <a:pt x="136104" y="231096"/>
                  </a:lnTo>
                  <a:lnTo>
                    <a:pt x="116014" y="223530"/>
                  </a:lnTo>
                  <a:lnTo>
                    <a:pt x="95514" y="233710"/>
                  </a:lnTo>
                  <a:lnTo>
                    <a:pt x="43450" y="207445"/>
                  </a:lnTo>
                  <a:lnTo>
                    <a:pt x="32485" y="201914"/>
                  </a:lnTo>
                  <a:lnTo>
                    <a:pt x="40687" y="176769"/>
                  </a:lnTo>
                  <a:lnTo>
                    <a:pt x="52758" y="139760"/>
                  </a:lnTo>
                  <a:lnTo>
                    <a:pt x="23463" y="73568"/>
                  </a:lnTo>
                  <a:lnTo>
                    <a:pt x="13767" y="43167"/>
                  </a:lnTo>
                  <a:lnTo>
                    <a:pt x="0" y="0"/>
                  </a:lnTo>
                  <a:lnTo>
                    <a:pt x="738423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001238" y="2381806"/>
              <a:ext cx="837697" cy="931628"/>
            </a:xfrm>
            <a:custGeom>
              <a:avLst/>
              <a:pathLst>
                <a:path w="837697" h="931628">
                  <a:moveTo>
                    <a:pt x="337344" y="245440"/>
                  </a:moveTo>
                  <a:lnTo>
                    <a:pt x="337636" y="244996"/>
                  </a:lnTo>
                  <a:lnTo>
                    <a:pt x="355687" y="217551"/>
                  </a:lnTo>
                  <a:lnTo>
                    <a:pt x="373149" y="191000"/>
                  </a:lnTo>
                  <a:lnTo>
                    <a:pt x="373920" y="189828"/>
                  </a:lnTo>
                  <a:lnTo>
                    <a:pt x="384906" y="173123"/>
                  </a:lnTo>
                  <a:lnTo>
                    <a:pt x="388865" y="167104"/>
                  </a:lnTo>
                  <a:lnTo>
                    <a:pt x="389407" y="166280"/>
                  </a:lnTo>
                  <a:lnTo>
                    <a:pt x="391965" y="165234"/>
                  </a:lnTo>
                  <a:lnTo>
                    <a:pt x="396015" y="163578"/>
                  </a:lnTo>
                  <a:lnTo>
                    <a:pt x="398394" y="161957"/>
                  </a:lnTo>
                  <a:lnTo>
                    <a:pt x="405684" y="151989"/>
                  </a:lnTo>
                  <a:lnTo>
                    <a:pt x="408102" y="148682"/>
                  </a:lnTo>
                  <a:lnTo>
                    <a:pt x="408571" y="148041"/>
                  </a:lnTo>
                  <a:lnTo>
                    <a:pt x="411523" y="141251"/>
                  </a:lnTo>
                  <a:lnTo>
                    <a:pt x="416363" y="130119"/>
                  </a:lnTo>
                  <a:lnTo>
                    <a:pt x="422683" y="115582"/>
                  </a:lnTo>
                  <a:lnTo>
                    <a:pt x="423111" y="114598"/>
                  </a:lnTo>
                  <a:lnTo>
                    <a:pt x="424195" y="112107"/>
                  </a:lnTo>
                  <a:lnTo>
                    <a:pt x="424431" y="111563"/>
                  </a:lnTo>
                  <a:lnTo>
                    <a:pt x="444720" y="114396"/>
                  </a:lnTo>
                  <a:lnTo>
                    <a:pt x="454439" y="53888"/>
                  </a:lnTo>
                  <a:lnTo>
                    <a:pt x="456074" y="43710"/>
                  </a:lnTo>
                  <a:lnTo>
                    <a:pt x="460004" y="44362"/>
                  </a:lnTo>
                  <a:lnTo>
                    <a:pt x="459711" y="44361"/>
                  </a:lnTo>
                  <a:lnTo>
                    <a:pt x="524572" y="55957"/>
                  </a:lnTo>
                  <a:lnTo>
                    <a:pt x="576247" y="82288"/>
                  </a:lnTo>
                  <a:lnTo>
                    <a:pt x="582945" y="85680"/>
                  </a:lnTo>
                  <a:lnTo>
                    <a:pt x="592637" y="88382"/>
                  </a:lnTo>
                  <a:lnTo>
                    <a:pt x="602990" y="90633"/>
                  </a:lnTo>
                  <a:lnTo>
                    <a:pt x="610559" y="88336"/>
                  </a:lnTo>
                  <a:lnTo>
                    <a:pt x="617088" y="86355"/>
                  </a:lnTo>
                  <a:lnTo>
                    <a:pt x="621494" y="80050"/>
                  </a:lnTo>
                  <a:lnTo>
                    <a:pt x="621725" y="79653"/>
                  </a:lnTo>
                  <a:lnTo>
                    <a:pt x="627624" y="69253"/>
                  </a:lnTo>
                  <a:lnTo>
                    <a:pt x="635508" y="55354"/>
                  </a:lnTo>
                  <a:lnTo>
                    <a:pt x="658518" y="56744"/>
                  </a:lnTo>
                  <a:lnTo>
                    <a:pt x="663530" y="57047"/>
                  </a:lnTo>
                  <a:lnTo>
                    <a:pt x="666869" y="57470"/>
                  </a:lnTo>
                  <a:lnTo>
                    <a:pt x="680023" y="59138"/>
                  </a:lnTo>
                  <a:lnTo>
                    <a:pt x="683363" y="59561"/>
                  </a:lnTo>
                  <a:lnTo>
                    <a:pt x="688678" y="60235"/>
                  </a:lnTo>
                  <a:lnTo>
                    <a:pt x="705721" y="59747"/>
                  </a:lnTo>
                  <a:lnTo>
                    <a:pt x="707622" y="59692"/>
                  </a:lnTo>
                  <a:lnTo>
                    <a:pt x="708032" y="59680"/>
                  </a:lnTo>
                  <a:lnTo>
                    <a:pt x="712248" y="59560"/>
                  </a:lnTo>
                  <a:lnTo>
                    <a:pt x="750576" y="65189"/>
                  </a:lnTo>
                  <a:lnTo>
                    <a:pt x="761389" y="67270"/>
                  </a:lnTo>
                  <a:lnTo>
                    <a:pt x="769858" y="68901"/>
                  </a:lnTo>
                  <a:lnTo>
                    <a:pt x="773861" y="69671"/>
                  </a:lnTo>
                  <a:lnTo>
                    <a:pt x="775297" y="69948"/>
                  </a:lnTo>
                  <a:lnTo>
                    <a:pt x="773861" y="76633"/>
                  </a:lnTo>
                  <a:lnTo>
                    <a:pt x="760552" y="138626"/>
                  </a:lnTo>
                  <a:lnTo>
                    <a:pt x="755176" y="163666"/>
                  </a:lnTo>
                  <a:lnTo>
                    <a:pt x="754897" y="164967"/>
                  </a:lnTo>
                  <a:lnTo>
                    <a:pt x="759145" y="165152"/>
                  </a:lnTo>
                  <a:lnTo>
                    <a:pt x="758247" y="167534"/>
                  </a:lnTo>
                  <a:lnTo>
                    <a:pt x="750955" y="186862"/>
                  </a:lnTo>
                  <a:lnTo>
                    <a:pt x="747694" y="195508"/>
                  </a:lnTo>
                  <a:lnTo>
                    <a:pt x="745849" y="200398"/>
                  </a:lnTo>
                  <a:lnTo>
                    <a:pt x="745558" y="201168"/>
                  </a:lnTo>
                  <a:lnTo>
                    <a:pt x="747175" y="201791"/>
                  </a:lnTo>
                  <a:lnTo>
                    <a:pt x="755387" y="204954"/>
                  </a:lnTo>
                  <a:lnTo>
                    <a:pt x="761275" y="210292"/>
                  </a:lnTo>
                  <a:lnTo>
                    <a:pt x="778737" y="226120"/>
                  </a:lnTo>
                  <a:lnTo>
                    <a:pt x="779176" y="226655"/>
                  </a:lnTo>
                  <a:lnTo>
                    <a:pt x="780106" y="227786"/>
                  </a:lnTo>
                  <a:lnTo>
                    <a:pt x="781264" y="228412"/>
                  </a:lnTo>
                  <a:lnTo>
                    <a:pt x="786194" y="231077"/>
                  </a:lnTo>
                  <a:lnTo>
                    <a:pt x="790244" y="233266"/>
                  </a:lnTo>
                  <a:lnTo>
                    <a:pt x="835648" y="257563"/>
                  </a:lnTo>
                  <a:lnTo>
                    <a:pt x="836105" y="257808"/>
                  </a:lnTo>
                  <a:lnTo>
                    <a:pt x="837697" y="258680"/>
                  </a:lnTo>
                  <a:lnTo>
                    <a:pt x="837330" y="259221"/>
                  </a:lnTo>
                  <a:lnTo>
                    <a:pt x="835761" y="261537"/>
                  </a:lnTo>
                  <a:lnTo>
                    <a:pt x="834713" y="263082"/>
                  </a:lnTo>
                  <a:lnTo>
                    <a:pt x="834362" y="263600"/>
                  </a:lnTo>
                  <a:lnTo>
                    <a:pt x="798413" y="316638"/>
                  </a:lnTo>
                  <a:lnTo>
                    <a:pt x="794597" y="322269"/>
                  </a:lnTo>
                  <a:lnTo>
                    <a:pt x="792847" y="324850"/>
                  </a:lnTo>
                  <a:lnTo>
                    <a:pt x="793593" y="325477"/>
                  </a:lnTo>
                  <a:lnTo>
                    <a:pt x="805005" y="335064"/>
                  </a:lnTo>
                  <a:lnTo>
                    <a:pt x="776616" y="349605"/>
                  </a:lnTo>
                  <a:lnTo>
                    <a:pt x="734475" y="371191"/>
                  </a:lnTo>
                  <a:lnTo>
                    <a:pt x="733971" y="371461"/>
                  </a:lnTo>
                  <a:lnTo>
                    <a:pt x="730192" y="373488"/>
                  </a:lnTo>
                  <a:lnTo>
                    <a:pt x="719078" y="379446"/>
                  </a:lnTo>
                  <a:lnTo>
                    <a:pt x="704831" y="387084"/>
                  </a:lnTo>
                  <a:lnTo>
                    <a:pt x="702976" y="388079"/>
                  </a:lnTo>
                  <a:lnTo>
                    <a:pt x="701405" y="388795"/>
                  </a:lnTo>
                  <a:lnTo>
                    <a:pt x="672885" y="401808"/>
                  </a:lnTo>
                  <a:lnTo>
                    <a:pt x="664943" y="405431"/>
                  </a:lnTo>
                  <a:lnTo>
                    <a:pt x="663940" y="405779"/>
                  </a:lnTo>
                  <a:lnTo>
                    <a:pt x="609577" y="424618"/>
                  </a:lnTo>
                  <a:lnTo>
                    <a:pt x="605292" y="426172"/>
                  </a:lnTo>
                  <a:lnTo>
                    <a:pt x="598306" y="428704"/>
                  </a:lnTo>
                  <a:lnTo>
                    <a:pt x="551773" y="445572"/>
                  </a:lnTo>
                  <a:lnTo>
                    <a:pt x="546981" y="447310"/>
                  </a:lnTo>
                  <a:lnTo>
                    <a:pt x="544697" y="448138"/>
                  </a:lnTo>
                  <a:lnTo>
                    <a:pt x="539303" y="447490"/>
                  </a:lnTo>
                  <a:lnTo>
                    <a:pt x="537576" y="444161"/>
                  </a:lnTo>
                  <a:lnTo>
                    <a:pt x="492016" y="466033"/>
                  </a:lnTo>
                  <a:lnTo>
                    <a:pt x="479104" y="468108"/>
                  </a:lnTo>
                  <a:lnTo>
                    <a:pt x="489261" y="487795"/>
                  </a:lnTo>
                  <a:lnTo>
                    <a:pt x="492742" y="486407"/>
                  </a:lnTo>
                  <a:lnTo>
                    <a:pt x="546981" y="464789"/>
                  </a:lnTo>
                  <a:lnTo>
                    <a:pt x="550366" y="463440"/>
                  </a:lnTo>
                  <a:lnTo>
                    <a:pt x="562526" y="466953"/>
                  </a:lnTo>
                  <a:lnTo>
                    <a:pt x="577195" y="467442"/>
                  </a:lnTo>
                  <a:lnTo>
                    <a:pt x="675925" y="470736"/>
                  </a:lnTo>
                  <a:lnTo>
                    <a:pt x="680645" y="470893"/>
                  </a:lnTo>
                  <a:lnTo>
                    <a:pt x="696033" y="481548"/>
                  </a:lnTo>
                  <a:lnTo>
                    <a:pt x="696218" y="483806"/>
                  </a:lnTo>
                  <a:lnTo>
                    <a:pt x="698771" y="514842"/>
                  </a:lnTo>
                  <a:lnTo>
                    <a:pt x="698930" y="516783"/>
                  </a:lnTo>
                  <a:lnTo>
                    <a:pt x="700140" y="531499"/>
                  </a:lnTo>
                  <a:lnTo>
                    <a:pt x="673601" y="529668"/>
                  </a:lnTo>
                  <a:lnTo>
                    <a:pt x="630274" y="526702"/>
                  </a:lnTo>
                  <a:lnTo>
                    <a:pt x="595579" y="583091"/>
                  </a:lnTo>
                  <a:lnTo>
                    <a:pt x="595029" y="583902"/>
                  </a:lnTo>
                  <a:lnTo>
                    <a:pt x="591681" y="585331"/>
                  </a:lnTo>
                  <a:lnTo>
                    <a:pt x="547805" y="604059"/>
                  </a:lnTo>
                  <a:lnTo>
                    <a:pt x="547141" y="604342"/>
                  </a:lnTo>
                  <a:lnTo>
                    <a:pt x="540246" y="607285"/>
                  </a:lnTo>
                  <a:lnTo>
                    <a:pt x="530358" y="612250"/>
                  </a:lnTo>
                  <a:lnTo>
                    <a:pt x="529100" y="614108"/>
                  </a:lnTo>
                  <a:lnTo>
                    <a:pt x="524342" y="621133"/>
                  </a:lnTo>
                  <a:lnTo>
                    <a:pt x="510332" y="638021"/>
                  </a:lnTo>
                  <a:lnTo>
                    <a:pt x="464206" y="687931"/>
                  </a:lnTo>
                  <a:lnTo>
                    <a:pt x="453897" y="699087"/>
                  </a:lnTo>
                  <a:lnTo>
                    <a:pt x="451760" y="701397"/>
                  </a:lnTo>
                  <a:lnTo>
                    <a:pt x="448264" y="699844"/>
                  </a:lnTo>
                  <a:lnTo>
                    <a:pt x="424499" y="678585"/>
                  </a:lnTo>
                  <a:lnTo>
                    <a:pt x="425068" y="664629"/>
                  </a:lnTo>
                  <a:lnTo>
                    <a:pt x="423301" y="666078"/>
                  </a:lnTo>
                  <a:lnTo>
                    <a:pt x="416428" y="683191"/>
                  </a:lnTo>
                  <a:lnTo>
                    <a:pt x="395105" y="709130"/>
                  </a:lnTo>
                  <a:lnTo>
                    <a:pt x="380479" y="696701"/>
                  </a:lnTo>
                  <a:lnTo>
                    <a:pt x="361447" y="703906"/>
                  </a:lnTo>
                  <a:lnTo>
                    <a:pt x="355097" y="706311"/>
                  </a:lnTo>
                  <a:lnTo>
                    <a:pt x="354030" y="704142"/>
                  </a:lnTo>
                  <a:lnTo>
                    <a:pt x="351853" y="697630"/>
                  </a:lnTo>
                  <a:lnTo>
                    <a:pt x="350298" y="699833"/>
                  </a:lnTo>
                  <a:lnTo>
                    <a:pt x="348781" y="701983"/>
                  </a:lnTo>
                  <a:lnTo>
                    <a:pt x="339896" y="714573"/>
                  </a:lnTo>
                  <a:lnTo>
                    <a:pt x="314638" y="750363"/>
                  </a:lnTo>
                  <a:lnTo>
                    <a:pt x="311478" y="754840"/>
                  </a:lnTo>
                  <a:lnTo>
                    <a:pt x="244009" y="850443"/>
                  </a:lnTo>
                  <a:lnTo>
                    <a:pt x="243278" y="851480"/>
                  </a:lnTo>
                  <a:lnTo>
                    <a:pt x="241405" y="854134"/>
                  </a:lnTo>
                  <a:lnTo>
                    <a:pt x="240306" y="855691"/>
                  </a:lnTo>
                  <a:lnTo>
                    <a:pt x="193130" y="922539"/>
                  </a:lnTo>
                  <a:lnTo>
                    <a:pt x="187871" y="929991"/>
                  </a:lnTo>
                  <a:lnTo>
                    <a:pt x="186716" y="931628"/>
                  </a:lnTo>
                  <a:lnTo>
                    <a:pt x="125003" y="889341"/>
                  </a:lnTo>
                  <a:lnTo>
                    <a:pt x="119798" y="885642"/>
                  </a:lnTo>
                  <a:lnTo>
                    <a:pt x="117554" y="884237"/>
                  </a:lnTo>
                  <a:lnTo>
                    <a:pt x="79162" y="857930"/>
                  </a:lnTo>
                  <a:lnTo>
                    <a:pt x="73622" y="854134"/>
                  </a:lnTo>
                  <a:lnTo>
                    <a:pt x="28535" y="823239"/>
                  </a:lnTo>
                  <a:lnTo>
                    <a:pt x="18411" y="816302"/>
                  </a:lnTo>
                  <a:lnTo>
                    <a:pt x="0" y="803685"/>
                  </a:lnTo>
                  <a:lnTo>
                    <a:pt x="0" y="0"/>
                  </a:lnTo>
                  <a:lnTo>
                    <a:pt x="65443" y="44794"/>
                  </a:lnTo>
                  <a:lnTo>
                    <a:pt x="67653" y="46306"/>
                  </a:lnTo>
                  <a:lnTo>
                    <a:pt x="69357" y="47621"/>
                  </a:lnTo>
                  <a:lnTo>
                    <a:pt x="78357" y="54564"/>
                  </a:lnTo>
                  <a:lnTo>
                    <a:pt x="114351" y="82334"/>
                  </a:lnTo>
                  <a:lnTo>
                    <a:pt x="117868" y="89033"/>
                  </a:lnTo>
                  <a:lnTo>
                    <a:pt x="118537" y="90307"/>
                  </a:lnTo>
                  <a:lnTo>
                    <a:pt x="119826" y="92762"/>
                  </a:lnTo>
                  <a:lnTo>
                    <a:pt x="122888" y="98596"/>
                  </a:lnTo>
                  <a:lnTo>
                    <a:pt x="124044" y="100798"/>
                  </a:lnTo>
                  <a:lnTo>
                    <a:pt x="126036" y="103091"/>
                  </a:lnTo>
                  <a:lnTo>
                    <a:pt x="152019" y="123990"/>
                  </a:lnTo>
                  <a:lnTo>
                    <a:pt x="171270" y="136606"/>
                  </a:lnTo>
                  <a:lnTo>
                    <a:pt x="225887" y="172399"/>
                  </a:lnTo>
                  <a:lnTo>
                    <a:pt x="276775" y="205747"/>
                  </a:lnTo>
                  <a:lnTo>
                    <a:pt x="279636" y="207622"/>
                  </a:lnTo>
                  <a:lnTo>
                    <a:pt x="291385" y="215322"/>
                  </a:lnTo>
                  <a:lnTo>
                    <a:pt x="311974" y="228814"/>
                  </a:lnTo>
                  <a:lnTo>
                    <a:pt x="330003" y="24062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480343" y="2451754"/>
              <a:ext cx="1106156" cy="675726"/>
            </a:xfrm>
            <a:custGeom>
              <a:avLst/>
              <a:pathLst>
                <a:path w="1106156" h="675726">
                  <a:moveTo>
                    <a:pt x="361873" y="18582"/>
                  </a:moveTo>
                  <a:lnTo>
                    <a:pt x="366136" y="8195"/>
                  </a:lnTo>
                  <a:lnTo>
                    <a:pt x="428555" y="27761"/>
                  </a:lnTo>
                  <a:lnTo>
                    <a:pt x="592749" y="111873"/>
                  </a:lnTo>
                  <a:lnTo>
                    <a:pt x="599133" y="115143"/>
                  </a:lnTo>
                  <a:lnTo>
                    <a:pt x="612669" y="123339"/>
                  </a:lnTo>
                  <a:lnTo>
                    <a:pt x="615972" y="125340"/>
                  </a:lnTo>
                  <a:lnTo>
                    <a:pt x="618584" y="128509"/>
                  </a:lnTo>
                  <a:lnTo>
                    <a:pt x="624680" y="135907"/>
                  </a:lnTo>
                  <a:lnTo>
                    <a:pt x="652727" y="169942"/>
                  </a:lnTo>
                  <a:lnTo>
                    <a:pt x="655853" y="174911"/>
                  </a:lnTo>
                  <a:lnTo>
                    <a:pt x="656500" y="176222"/>
                  </a:lnTo>
                  <a:lnTo>
                    <a:pt x="658616" y="180511"/>
                  </a:lnTo>
                  <a:lnTo>
                    <a:pt x="660721" y="186201"/>
                  </a:lnTo>
                  <a:lnTo>
                    <a:pt x="662235" y="192079"/>
                  </a:lnTo>
                  <a:lnTo>
                    <a:pt x="663144" y="198097"/>
                  </a:lnTo>
                  <a:lnTo>
                    <a:pt x="663436" y="204162"/>
                  </a:lnTo>
                  <a:lnTo>
                    <a:pt x="663111" y="210233"/>
                  </a:lnTo>
                  <a:lnTo>
                    <a:pt x="662167" y="216245"/>
                  </a:lnTo>
                  <a:lnTo>
                    <a:pt x="660619" y="222119"/>
                  </a:lnTo>
                  <a:lnTo>
                    <a:pt x="660496" y="222502"/>
                  </a:lnTo>
                  <a:lnTo>
                    <a:pt x="662804" y="220885"/>
                  </a:lnTo>
                  <a:lnTo>
                    <a:pt x="694087" y="198968"/>
                  </a:lnTo>
                  <a:lnTo>
                    <a:pt x="710652" y="164197"/>
                  </a:lnTo>
                  <a:lnTo>
                    <a:pt x="717503" y="148950"/>
                  </a:lnTo>
                  <a:lnTo>
                    <a:pt x="747220" y="151330"/>
                  </a:lnTo>
                  <a:lnTo>
                    <a:pt x="802289" y="155834"/>
                  </a:lnTo>
                  <a:lnTo>
                    <a:pt x="830925" y="151330"/>
                  </a:lnTo>
                  <a:lnTo>
                    <a:pt x="885202" y="150539"/>
                  </a:lnTo>
                  <a:lnTo>
                    <a:pt x="883031" y="179755"/>
                  </a:lnTo>
                  <a:lnTo>
                    <a:pt x="892128" y="178348"/>
                  </a:lnTo>
                  <a:lnTo>
                    <a:pt x="904934" y="205610"/>
                  </a:lnTo>
                  <a:lnTo>
                    <a:pt x="913263" y="224636"/>
                  </a:lnTo>
                  <a:lnTo>
                    <a:pt x="913499" y="225173"/>
                  </a:lnTo>
                  <a:lnTo>
                    <a:pt x="917877" y="242418"/>
                  </a:lnTo>
                  <a:lnTo>
                    <a:pt x="928626" y="239356"/>
                  </a:lnTo>
                  <a:lnTo>
                    <a:pt x="946248" y="258810"/>
                  </a:lnTo>
                  <a:lnTo>
                    <a:pt x="945683" y="267620"/>
                  </a:lnTo>
                  <a:lnTo>
                    <a:pt x="941465" y="276902"/>
                  </a:lnTo>
                  <a:lnTo>
                    <a:pt x="964752" y="295018"/>
                  </a:lnTo>
                  <a:lnTo>
                    <a:pt x="962526" y="322890"/>
                  </a:lnTo>
                  <a:lnTo>
                    <a:pt x="963323" y="323050"/>
                  </a:lnTo>
                  <a:lnTo>
                    <a:pt x="999309" y="330253"/>
                  </a:lnTo>
                  <a:lnTo>
                    <a:pt x="1009636" y="341733"/>
                  </a:lnTo>
                  <a:lnTo>
                    <a:pt x="1023092" y="356692"/>
                  </a:lnTo>
                  <a:lnTo>
                    <a:pt x="1041602" y="377269"/>
                  </a:lnTo>
                  <a:lnTo>
                    <a:pt x="1043927" y="383211"/>
                  </a:lnTo>
                  <a:lnTo>
                    <a:pt x="1054373" y="409906"/>
                  </a:lnTo>
                  <a:lnTo>
                    <a:pt x="1045600" y="416790"/>
                  </a:lnTo>
                  <a:lnTo>
                    <a:pt x="1065105" y="455459"/>
                  </a:lnTo>
                  <a:lnTo>
                    <a:pt x="1069942" y="465048"/>
                  </a:lnTo>
                  <a:lnTo>
                    <a:pt x="1072063" y="469253"/>
                  </a:lnTo>
                  <a:lnTo>
                    <a:pt x="1059545" y="478436"/>
                  </a:lnTo>
                  <a:lnTo>
                    <a:pt x="1060940" y="481270"/>
                  </a:lnTo>
                  <a:lnTo>
                    <a:pt x="1066586" y="492744"/>
                  </a:lnTo>
                  <a:lnTo>
                    <a:pt x="1083144" y="526394"/>
                  </a:lnTo>
                  <a:lnTo>
                    <a:pt x="1083382" y="526898"/>
                  </a:lnTo>
                  <a:lnTo>
                    <a:pt x="1089272" y="539275"/>
                  </a:lnTo>
                  <a:lnTo>
                    <a:pt x="1106156" y="574757"/>
                  </a:lnTo>
                  <a:lnTo>
                    <a:pt x="1049332" y="596784"/>
                  </a:lnTo>
                  <a:lnTo>
                    <a:pt x="1023188" y="597773"/>
                  </a:lnTo>
                  <a:lnTo>
                    <a:pt x="1020983" y="597856"/>
                  </a:lnTo>
                  <a:lnTo>
                    <a:pt x="1020655" y="597868"/>
                  </a:lnTo>
                  <a:lnTo>
                    <a:pt x="1020945" y="611816"/>
                  </a:lnTo>
                  <a:lnTo>
                    <a:pt x="1022162" y="613652"/>
                  </a:lnTo>
                  <a:lnTo>
                    <a:pt x="1023801" y="616125"/>
                  </a:lnTo>
                  <a:lnTo>
                    <a:pt x="1027574" y="622508"/>
                  </a:lnTo>
                  <a:lnTo>
                    <a:pt x="1030189" y="626933"/>
                  </a:lnTo>
                  <a:lnTo>
                    <a:pt x="1032062" y="628734"/>
                  </a:lnTo>
                  <a:lnTo>
                    <a:pt x="1030112" y="631517"/>
                  </a:lnTo>
                  <a:lnTo>
                    <a:pt x="1025674" y="637854"/>
                  </a:lnTo>
                  <a:lnTo>
                    <a:pt x="1029528" y="653954"/>
                  </a:lnTo>
                  <a:lnTo>
                    <a:pt x="1030444" y="675726"/>
                  </a:lnTo>
                  <a:lnTo>
                    <a:pt x="1026258" y="673751"/>
                  </a:lnTo>
                  <a:lnTo>
                    <a:pt x="1018901" y="670280"/>
                  </a:lnTo>
                  <a:lnTo>
                    <a:pt x="1016698" y="669241"/>
                  </a:lnTo>
                  <a:lnTo>
                    <a:pt x="1009164" y="659038"/>
                  </a:lnTo>
                  <a:lnTo>
                    <a:pt x="1004962" y="657856"/>
                  </a:lnTo>
                  <a:lnTo>
                    <a:pt x="948571" y="642004"/>
                  </a:lnTo>
                  <a:lnTo>
                    <a:pt x="915970" y="638221"/>
                  </a:lnTo>
                  <a:lnTo>
                    <a:pt x="910275" y="638781"/>
                  </a:lnTo>
                  <a:lnTo>
                    <a:pt x="906807" y="639122"/>
                  </a:lnTo>
                  <a:lnTo>
                    <a:pt x="884955" y="653893"/>
                  </a:lnTo>
                  <a:lnTo>
                    <a:pt x="875968" y="658937"/>
                  </a:lnTo>
                  <a:lnTo>
                    <a:pt x="866276" y="659838"/>
                  </a:lnTo>
                  <a:lnTo>
                    <a:pt x="862767" y="658580"/>
                  </a:lnTo>
                  <a:lnTo>
                    <a:pt x="852707" y="654974"/>
                  </a:lnTo>
                  <a:lnTo>
                    <a:pt x="850943" y="654342"/>
                  </a:lnTo>
                  <a:lnTo>
                    <a:pt x="851078" y="654960"/>
                  </a:lnTo>
                  <a:lnTo>
                    <a:pt x="851222" y="655617"/>
                  </a:lnTo>
                  <a:lnTo>
                    <a:pt x="768006" y="611327"/>
                  </a:lnTo>
                  <a:lnTo>
                    <a:pt x="767337" y="610971"/>
                  </a:lnTo>
                  <a:lnTo>
                    <a:pt x="767083" y="620966"/>
                  </a:lnTo>
                  <a:lnTo>
                    <a:pt x="764563" y="619989"/>
                  </a:lnTo>
                  <a:lnTo>
                    <a:pt x="759671" y="618093"/>
                  </a:lnTo>
                  <a:lnTo>
                    <a:pt x="759594" y="620876"/>
                  </a:lnTo>
                  <a:lnTo>
                    <a:pt x="758414" y="663165"/>
                  </a:lnTo>
                  <a:lnTo>
                    <a:pt x="753290" y="661994"/>
                  </a:lnTo>
                  <a:lnTo>
                    <a:pt x="723195" y="655116"/>
                  </a:lnTo>
                  <a:lnTo>
                    <a:pt x="679712" y="636202"/>
                  </a:lnTo>
                  <a:lnTo>
                    <a:pt x="677472" y="635227"/>
                  </a:lnTo>
                  <a:lnTo>
                    <a:pt x="677472" y="627540"/>
                  </a:lnTo>
                  <a:lnTo>
                    <a:pt x="643090" y="618786"/>
                  </a:lnTo>
                  <a:lnTo>
                    <a:pt x="583581" y="603636"/>
                  </a:lnTo>
                  <a:lnTo>
                    <a:pt x="574906" y="605634"/>
                  </a:lnTo>
                  <a:lnTo>
                    <a:pt x="546345" y="612210"/>
                  </a:lnTo>
                  <a:lnTo>
                    <a:pt x="546444" y="611491"/>
                  </a:lnTo>
                  <a:lnTo>
                    <a:pt x="523104" y="614340"/>
                  </a:lnTo>
                  <a:lnTo>
                    <a:pt x="515825" y="615229"/>
                  </a:lnTo>
                  <a:lnTo>
                    <a:pt x="505275" y="608112"/>
                  </a:lnTo>
                  <a:lnTo>
                    <a:pt x="499179" y="603999"/>
                  </a:lnTo>
                  <a:lnTo>
                    <a:pt x="485540" y="594797"/>
                  </a:lnTo>
                  <a:lnTo>
                    <a:pt x="462958" y="579562"/>
                  </a:lnTo>
                  <a:lnTo>
                    <a:pt x="454688" y="572676"/>
                  </a:lnTo>
                  <a:lnTo>
                    <a:pt x="448997" y="567939"/>
                  </a:lnTo>
                  <a:lnTo>
                    <a:pt x="440044" y="560484"/>
                  </a:lnTo>
                  <a:lnTo>
                    <a:pt x="431173" y="553098"/>
                  </a:lnTo>
                  <a:lnTo>
                    <a:pt x="403234" y="533429"/>
                  </a:lnTo>
                  <a:lnTo>
                    <a:pt x="402338" y="532798"/>
                  </a:lnTo>
                  <a:lnTo>
                    <a:pt x="390832" y="524698"/>
                  </a:lnTo>
                  <a:lnTo>
                    <a:pt x="387200" y="522496"/>
                  </a:lnTo>
                  <a:lnTo>
                    <a:pt x="354758" y="502824"/>
                  </a:lnTo>
                  <a:lnTo>
                    <a:pt x="351505" y="500714"/>
                  </a:lnTo>
                  <a:lnTo>
                    <a:pt x="350072" y="499785"/>
                  </a:lnTo>
                  <a:lnTo>
                    <a:pt x="338880" y="492526"/>
                  </a:lnTo>
                  <a:lnTo>
                    <a:pt x="312695" y="475544"/>
                  </a:lnTo>
                  <a:lnTo>
                    <a:pt x="302591" y="468992"/>
                  </a:lnTo>
                  <a:lnTo>
                    <a:pt x="296429" y="464995"/>
                  </a:lnTo>
                  <a:lnTo>
                    <a:pt x="294937" y="464004"/>
                  </a:lnTo>
                  <a:lnTo>
                    <a:pt x="247864" y="432757"/>
                  </a:lnTo>
                  <a:lnTo>
                    <a:pt x="245783" y="431375"/>
                  </a:lnTo>
                  <a:lnTo>
                    <a:pt x="238628" y="426626"/>
                  </a:lnTo>
                  <a:lnTo>
                    <a:pt x="216928" y="411600"/>
                  </a:lnTo>
                  <a:lnTo>
                    <a:pt x="201541" y="400945"/>
                  </a:lnTo>
                  <a:lnTo>
                    <a:pt x="196820" y="400787"/>
                  </a:lnTo>
                  <a:lnTo>
                    <a:pt x="98090" y="397494"/>
                  </a:lnTo>
                  <a:lnTo>
                    <a:pt x="83421" y="397005"/>
                  </a:lnTo>
                  <a:lnTo>
                    <a:pt x="71262" y="393492"/>
                  </a:lnTo>
                  <a:lnTo>
                    <a:pt x="67876" y="394841"/>
                  </a:lnTo>
                  <a:lnTo>
                    <a:pt x="13637" y="416459"/>
                  </a:lnTo>
                  <a:lnTo>
                    <a:pt x="10156" y="417847"/>
                  </a:lnTo>
                  <a:lnTo>
                    <a:pt x="0" y="398160"/>
                  </a:lnTo>
                  <a:lnTo>
                    <a:pt x="12912" y="396085"/>
                  </a:lnTo>
                  <a:lnTo>
                    <a:pt x="58471" y="374213"/>
                  </a:lnTo>
                  <a:lnTo>
                    <a:pt x="60199" y="377541"/>
                  </a:lnTo>
                  <a:lnTo>
                    <a:pt x="65593" y="378190"/>
                  </a:lnTo>
                  <a:lnTo>
                    <a:pt x="67876" y="377362"/>
                  </a:lnTo>
                  <a:lnTo>
                    <a:pt x="72669" y="375624"/>
                  </a:lnTo>
                  <a:lnTo>
                    <a:pt x="119201" y="358756"/>
                  </a:lnTo>
                  <a:lnTo>
                    <a:pt x="126187" y="356224"/>
                  </a:lnTo>
                  <a:lnTo>
                    <a:pt x="130472" y="354670"/>
                  </a:lnTo>
                  <a:lnTo>
                    <a:pt x="184835" y="335831"/>
                  </a:lnTo>
                  <a:lnTo>
                    <a:pt x="185838" y="335483"/>
                  </a:lnTo>
                  <a:lnTo>
                    <a:pt x="193780" y="331860"/>
                  </a:lnTo>
                  <a:lnTo>
                    <a:pt x="222301" y="318847"/>
                  </a:lnTo>
                  <a:lnTo>
                    <a:pt x="223871" y="318131"/>
                  </a:lnTo>
                  <a:lnTo>
                    <a:pt x="225726" y="317136"/>
                  </a:lnTo>
                  <a:lnTo>
                    <a:pt x="239973" y="309498"/>
                  </a:lnTo>
                  <a:lnTo>
                    <a:pt x="251087" y="303539"/>
                  </a:lnTo>
                  <a:lnTo>
                    <a:pt x="254866" y="301513"/>
                  </a:lnTo>
                  <a:lnTo>
                    <a:pt x="255370" y="301243"/>
                  </a:lnTo>
                  <a:lnTo>
                    <a:pt x="297511" y="279657"/>
                  </a:lnTo>
                  <a:lnTo>
                    <a:pt x="325900" y="265116"/>
                  </a:lnTo>
                  <a:lnTo>
                    <a:pt x="314488" y="255529"/>
                  </a:lnTo>
                  <a:lnTo>
                    <a:pt x="313742" y="254902"/>
                  </a:lnTo>
                  <a:lnTo>
                    <a:pt x="315492" y="252320"/>
                  </a:lnTo>
                  <a:lnTo>
                    <a:pt x="319308" y="246690"/>
                  </a:lnTo>
                  <a:lnTo>
                    <a:pt x="355257" y="193652"/>
                  </a:lnTo>
                  <a:lnTo>
                    <a:pt x="355609" y="193134"/>
                  </a:lnTo>
                  <a:lnTo>
                    <a:pt x="356656" y="191588"/>
                  </a:lnTo>
                  <a:lnTo>
                    <a:pt x="358226" y="189272"/>
                  </a:lnTo>
                  <a:lnTo>
                    <a:pt x="358592" y="188732"/>
                  </a:lnTo>
                  <a:lnTo>
                    <a:pt x="357000" y="187860"/>
                  </a:lnTo>
                  <a:lnTo>
                    <a:pt x="356544" y="187615"/>
                  </a:lnTo>
                  <a:lnTo>
                    <a:pt x="311140" y="163318"/>
                  </a:lnTo>
                  <a:lnTo>
                    <a:pt x="307089" y="161129"/>
                  </a:lnTo>
                  <a:lnTo>
                    <a:pt x="302160" y="158464"/>
                  </a:lnTo>
                  <a:lnTo>
                    <a:pt x="301001" y="157837"/>
                  </a:lnTo>
                  <a:lnTo>
                    <a:pt x="300071" y="156707"/>
                  </a:lnTo>
                  <a:lnTo>
                    <a:pt x="299632" y="156172"/>
                  </a:lnTo>
                  <a:lnTo>
                    <a:pt x="282171" y="140344"/>
                  </a:lnTo>
                  <a:lnTo>
                    <a:pt x="276282" y="135006"/>
                  </a:lnTo>
                  <a:lnTo>
                    <a:pt x="268070" y="131843"/>
                  </a:lnTo>
                  <a:lnTo>
                    <a:pt x="266454" y="131220"/>
                  </a:lnTo>
                  <a:lnTo>
                    <a:pt x="266744" y="130450"/>
                  </a:lnTo>
                  <a:lnTo>
                    <a:pt x="268589" y="125560"/>
                  </a:lnTo>
                  <a:lnTo>
                    <a:pt x="271851" y="116914"/>
                  </a:lnTo>
                  <a:lnTo>
                    <a:pt x="279142" y="97586"/>
                  </a:lnTo>
                  <a:lnTo>
                    <a:pt x="280040" y="95204"/>
                  </a:lnTo>
                  <a:lnTo>
                    <a:pt x="275792" y="95019"/>
                  </a:lnTo>
                  <a:lnTo>
                    <a:pt x="276072" y="93718"/>
                  </a:lnTo>
                  <a:lnTo>
                    <a:pt x="281447" y="68678"/>
                  </a:lnTo>
                  <a:lnTo>
                    <a:pt x="294757" y="6685"/>
                  </a:lnTo>
                  <a:lnTo>
                    <a:pt x="296192" y="0"/>
                  </a:lnTo>
                  <a:lnTo>
                    <a:pt x="305394" y="1771"/>
                  </a:lnTo>
                  <a:lnTo>
                    <a:pt x="312733" y="39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01726" y="2088906"/>
              <a:ext cx="806819" cy="704582"/>
            </a:xfrm>
            <a:custGeom>
              <a:avLst/>
              <a:pathLst>
                <a:path w="806819" h="704582">
                  <a:moveTo>
                    <a:pt x="355971" y="30623"/>
                  </a:moveTo>
                  <a:lnTo>
                    <a:pt x="399503" y="22089"/>
                  </a:lnTo>
                  <a:lnTo>
                    <a:pt x="418580" y="21259"/>
                  </a:lnTo>
                  <a:lnTo>
                    <a:pt x="444464" y="49019"/>
                  </a:lnTo>
                  <a:lnTo>
                    <a:pt x="434213" y="64128"/>
                  </a:lnTo>
                  <a:lnTo>
                    <a:pt x="465933" y="114567"/>
                  </a:lnTo>
                  <a:lnTo>
                    <a:pt x="477656" y="97447"/>
                  </a:lnTo>
                  <a:lnTo>
                    <a:pt x="487967" y="101195"/>
                  </a:lnTo>
                  <a:lnTo>
                    <a:pt x="523212" y="129904"/>
                  </a:lnTo>
                  <a:lnTo>
                    <a:pt x="533266" y="158303"/>
                  </a:lnTo>
                  <a:lnTo>
                    <a:pt x="544138" y="189011"/>
                  </a:lnTo>
                  <a:lnTo>
                    <a:pt x="538429" y="221305"/>
                  </a:lnTo>
                  <a:lnTo>
                    <a:pt x="465581" y="310147"/>
                  </a:lnTo>
                  <a:lnTo>
                    <a:pt x="495891" y="343292"/>
                  </a:lnTo>
                  <a:lnTo>
                    <a:pt x="519857" y="364188"/>
                  </a:lnTo>
                  <a:lnTo>
                    <a:pt x="527934" y="319294"/>
                  </a:lnTo>
                  <a:lnTo>
                    <a:pt x="546341" y="312293"/>
                  </a:lnTo>
                  <a:lnTo>
                    <a:pt x="579382" y="313981"/>
                  </a:lnTo>
                  <a:lnTo>
                    <a:pt x="612975" y="313981"/>
                  </a:lnTo>
                  <a:lnTo>
                    <a:pt x="631698" y="279080"/>
                  </a:lnTo>
                  <a:lnTo>
                    <a:pt x="681811" y="283020"/>
                  </a:lnTo>
                  <a:lnTo>
                    <a:pt x="704390" y="300471"/>
                  </a:lnTo>
                  <a:lnTo>
                    <a:pt x="728620" y="305537"/>
                  </a:lnTo>
                  <a:lnTo>
                    <a:pt x="769371" y="309478"/>
                  </a:lnTo>
                  <a:lnTo>
                    <a:pt x="800210" y="329743"/>
                  </a:lnTo>
                  <a:lnTo>
                    <a:pt x="803658" y="331459"/>
                  </a:lnTo>
                  <a:lnTo>
                    <a:pt x="806819" y="390539"/>
                  </a:lnTo>
                  <a:lnTo>
                    <a:pt x="788646" y="446269"/>
                  </a:lnTo>
                  <a:lnTo>
                    <a:pt x="788431" y="446611"/>
                  </a:lnTo>
                  <a:lnTo>
                    <a:pt x="763497" y="445747"/>
                  </a:lnTo>
                  <a:lnTo>
                    <a:pt x="744031" y="481447"/>
                  </a:lnTo>
                  <a:lnTo>
                    <a:pt x="707473" y="469124"/>
                  </a:lnTo>
                  <a:lnTo>
                    <a:pt x="665621" y="464621"/>
                  </a:lnTo>
                  <a:lnTo>
                    <a:pt x="657471" y="459667"/>
                  </a:lnTo>
                  <a:lnTo>
                    <a:pt x="656993" y="478863"/>
                  </a:lnTo>
                  <a:lnTo>
                    <a:pt x="665451" y="498318"/>
                  </a:lnTo>
                  <a:lnTo>
                    <a:pt x="678668" y="512369"/>
                  </a:lnTo>
                  <a:lnTo>
                    <a:pt x="690827" y="537228"/>
                  </a:lnTo>
                  <a:lnTo>
                    <a:pt x="698228" y="545874"/>
                  </a:lnTo>
                  <a:lnTo>
                    <a:pt x="704044" y="552359"/>
                  </a:lnTo>
                  <a:lnTo>
                    <a:pt x="722018" y="556683"/>
                  </a:lnTo>
                  <a:lnTo>
                    <a:pt x="720961" y="588026"/>
                  </a:lnTo>
                  <a:lnTo>
                    <a:pt x="720961" y="594511"/>
                  </a:lnTo>
                  <a:lnTo>
                    <a:pt x="752681" y="584244"/>
                  </a:lnTo>
                  <a:lnTo>
                    <a:pt x="779643" y="655578"/>
                  </a:lnTo>
                  <a:lnTo>
                    <a:pt x="726248" y="671790"/>
                  </a:lnTo>
                  <a:lnTo>
                    <a:pt x="714617" y="685300"/>
                  </a:lnTo>
                  <a:lnTo>
                    <a:pt x="688253" y="704582"/>
                  </a:lnTo>
                  <a:lnTo>
                    <a:pt x="677925" y="693101"/>
                  </a:lnTo>
                  <a:lnTo>
                    <a:pt x="641940" y="685899"/>
                  </a:lnTo>
                  <a:lnTo>
                    <a:pt x="641142" y="685739"/>
                  </a:lnTo>
                  <a:lnTo>
                    <a:pt x="643368" y="657867"/>
                  </a:lnTo>
                  <a:lnTo>
                    <a:pt x="620082" y="639750"/>
                  </a:lnTo>
                  <a:lnTo>
                    <a:pt x="624300" y="630468"/>
                  </a:lnTo>
                  <a:lnTo>
                    <a:pt x="624865" y="621659"/>
                  </a:lnTo>
                  <a:lnTo>
                    <a:pt x="607243" y="602204"/>
                  </a:lnTo>
                  <a:lnTo>
                    <a:pt x="596493" y="605267"/>
                  </a:lnTo>
                  <a:lnTo>
                    <a:pt x="592115" y="588022"/>
                  </a:lnTo>
                  <a:lnTo>
                    <a:pt x="591880" y="587485"/>
                  </a:lnTo>
                  <a:lnTo>
                    <a:pt x="583551" y="568459"/>
                  </a:lnTo>
                  <a:lnTo>
                    <a:pt x="570744" y="541197"/>
                  </a:lnTo>
                  <a:lnTo>
                    <a:pt x="561648" y="542603"/>
                  </a:lnTo>
                  <a:lnTo>
                    <a:pt x="563818" y="513387"/>
                  </a:lnTo>
                  <a:lnTo>
                    <a:pt x="509542" y="514179"/>
                  </a:lnTo>
                  <a:lnTo>
                    <a:pt x="480906" y="518683"/>
                  </a:lnTo>
                  <a:lnTo>
                    <a:pt x="425836" y="514179"/>
                  </a:lnTo>
                  <a:lnTo>
                    <a:pt x="396120" y="511799"/>
                  </a:lnTo>
                  <a:lnTo>
                    <a:pt x="389268" y="527046"/>
                  </a:lnTo>
                  <a:lnTo>
                    <a:pt x="372703" y="561817"/>
                  </a:lnTo>
                  <a:lnTo>
                    <a:pt x="341421" y="583734"/>
                  </a:lnTo>
                  <a:lnTo>
                    <a:pt x="339101" y="585325"/>
                  </a:lnTo>
                  <a:lnTo>
                    <a:pt x="339240" y="584955"/>
                  </a:lnTo>
                  <a:lnTo>
                    <a:pt x="340786" y="579081"/>
                  </a:lnTo>
                  <a:lnTo>
                    <a:pt x="341728" y="573076"/>
                  </a:lnTo>
                  <a:lnTo>
                    <a:pt x="342053" y="567002"/>
                  </a:lnTo>
                  <a:lnTo>
                    <a:pt x="341759" y="560927"/>
                  </a:lnTo>
                  <a:lnTo>
                    <a:pt x="340849" y="554917"/>
                  </a:lnTo>
                  <a:lnTo>
                    <a:pt x="339334" y="549035"/>
                  </a:lnTo>
                  <a:lnTo>
                    <a:pt x="337228" y="543347"/>
                  </a:lnTo>
                  <a:lnTo>
                    <a:pt x="335117" y="539070"/>
                  </a:lnTo>
                  <a:lnTo>
                    <a:pt x="334470" y="537759"/>
                  </a:lnTo>
                  <a:lnTo>
                    <a:pt x="331344" y="532791"/>
                  </a:lnTo>
                  <a:lnTo>
                    <a:pt x="303297" y="498756"/>
                  </a:lnTo>
                  <a:lnTo>
                    <a:pt x="297201" y="491358"/>
                  </a:lnTo>
                  <a:lnTo>
                    <a:pt x="294589" y="488188"/>
                  </a:lnTo>
                  <a:lnTo>
                    <a:pt x="291285" y="486188"/>
                  </a:lnTo>
                  <a:lnTo>
                    <a:pt x="277749" y="477992"/>
                  </a:lnTo>
                  <a:lnTo>
                    <a:pt x="271365" y="474721"/>
                  </a:lnTo>
                  <a:lnTo>
                    <a:pt x="107171" y="390609"/>
                  </a:lnTo>
                  <a:lnTo>
                    <a:pt x="44753" y="371043"/>
                  </a:lnTo>
                  <a:lnTo>
                    <a:pt x="35311" y="298098"/>
                  </a:lnTo>
                  <a:lnTo>
                    <a:pt x="8543" y="271004"/>
                  </a:lnTo>
                  <a:lnTo>
                    <a:pt x="0" y="262356"/>
                  </a:lnTo>
                  <a:lnTo>
                    <a:pt x="62255" y="201072"/>
                  </a:lnTo>
                  <a:lnTo>
                    <a:pt x="69604" y="193837"/>
                  </a:lnTo>
                  <a:lnTo>
                    <a:pt x="88716" y="176707"/>
                  </a:lnTo>
                  <a:lnTo>
                    <a:pt x="99617" y="166937"/>
                  </a:lnTo>
                  <a:lnTo>
                    <a:pt x="128335" y="143337"/>
                  </a:lnTo>
                  <a:lnTo>
                    <a:pt x="135701" y="137284"/>
                  </a:lnTo>
                  <a:lnTo>
                    <a:pt x="144018" y="130448"/>
                  </a:lnTo>
                  <a:lnTo>
                    <a:pt x="168926" y="109979"/>
                  </a:lnTo>
                  <a:lnTo>
                    <a:pt x="173789" y="105983"/>
                  </a:lnTo>
                  <a:lnTo>
                    <a:pt x="171898" y="51951"/>
                  </a:lnTo>
                  <a:lnTo>
                    <a:pt x="171995" y="41431"/>
                  </a:lnTo>
                  <a:lnTo>
                    <a:pt x="233863" y="43840"/>
                  </a:lnTo>
                  <a:lnTo>
                    <a:pt x="241779" y="44673"/>
                  </a:lnTo>
                  <a:lnTo>
                    <a:pt x="261164" y="0"/>
                  </a:lnTo>
                  <a:lnTo>
                    <a:pt x="270394" y="1818"/>
                  </a:lnTo>
                  <a:lnTo>
                    <a:pt x="323878" y="123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33635" y="731278"/>
                  </a:move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lnTo>
                    <a:pt x="2777699" y="693741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703404" y="3171157"/>
              <a:ext cx="967173" cy="911833"/>
            </a:xfrm>
            <a:custGeom>
              <a:avLst/>
              <a:pathLst>
                <a:path w="967173" h="911833">
                  <a:moveTo>
                    <a:pt x="801747" y="179011"/>
                  </a:moveTo>
                  <a:lnTo>
                    <a:pt x="916291" y="219541"/>
                  </a:lnTo>
                  <a:lnTo>
                    <a:pt x="911972" y="258011"/>
                  </a:lnTo>
                  <a:lnTo>
                    <a:pt x="799544" y="296099"/>
                  </a:lnTo>
                  <a:lnTo>
                    <a:pt x="733000" y="363074"/>
                  </a:lnTo>
                  <a:lnTo>
                    <a:pt x="829760" y="466519"/>
                  </a:lnTo>
                  <a:lnTo>
                    <a:pt x="825582" y="480400"/>
                  </a:lnTo>
                  <a:lnTo>
                    <a:pt x="544685" y="533536"/>
                  </a:lnTo>
                  <a:lnTo>
                    <a:pt x="543986" y="550241"/>
                  </a:lnTo>
                  <a:lnTo>
                    <a:pt x="579627" y="562057"/>
                  </a:lnTo>
                  <a:lnTo>
                    <a:pt x="613109" y="574217"/>
                  </a:lnTo>
                  <a:lnTo>
                    <a:pt x="635591" y="585508"/>
                  </a:lnTo>
                  <a:lnTo>
                    <a:pt x="698576" y="550348"/>
                  </a:lnTo>
                  <a:lnTo>
                    <a:pt x="734315" y="672621"/>
                  </a:lnTo>
                  <a:lnTo>
                    <a:pt x="754086" y="672391"/>
                  </a:lnTo>
                  <a:lnTo>
                    <a:pt x="781467" y="574601"/>
                  </a:lnTo>
                  <a:lnTo>
                    <a:pt x="799237" y="553711"/>
                  </a:lnTo>
                  <a:lnTo>
                    <a:pt x="820169" y="538639"/>
                  </a:lnTo>
                  <a:lnTo>
                    <a:pt x="836684" y="544704"/>
                  </a:lnTo>
                  <a:lnTo>
                    <a:pt x="862462" y="548097"/>
                  </a:lnTo>
                  <a:lnTo>
                    <a:pt x="901231" y="541792"/>
                  </a:lnTo>
                  <a:lnTo>
                    <a:pt x="935154" y="538639"/>
                  </a:lnTo>
                  <a:lnTo>
                    <a:pt x="967173" y="539003"/>
                  </a:lnTo>
                  <a:lnTo>
                    <a:pt x="967173" y="875617"/>
                  </a:lnTo>
                  <a:lnTo>
                    <a:pt x="961984" y="875376"/>
                  </a:lnTo>
                  <a:lnTo>
                    <a:pt x="949824" y="869431"/>
                  </a:lnTo>
                  <a:lnTo>
                    <a:pt x="952468" y="860244"/>
                  </a:lnTo>
                  <a:lnTo>
                    <a:pt x="959869" y="850517"/>
                  </a:lnTo>
                  <a:lnTo>
                    <a:pt x="964627" y="838628"/>
                  </a:lnTo>
                  <a:lnTo>
                    <a:pt x="960926" y="831602"/>
                  </a:lnTo>
                  <a:lnTo>
                    <a:pt x="951410" y="831062"/>
                  </a:lnTo>
                  <a:lnTo>
                    <a:pt x="939780" y="835926"/>
                  </a:lnTo>
                  <a:lnTo>
                    <a:pt x="924977" y="842951"/>
                  </a:lnTo>
                  <a:lnTo>
                    <a:pt x="899072" y="849976"/>
                  </a:lnTo>
                  <a:lnTo>
                    <a:pt x="880569" y="853759"/>
                  </a:lnTo>
                  <a:lnTo>
                    <a:pt x="854136" y="855921"/>
                  </a:lnTo>
                  <a:lnTo>
                    <a:pt x="808671" y="855921"/>
                  </a:lnTo>
                  <a:lnTo>
                    <a:pt x="746817" y="851057"/>
                  </a:lnTo>
                  <a:lnTo>
                    <a:pt x="681263" y="851057"/>
                  </a:lnTo>
                  <a:lnTo>
                    <a:pt x="644289" y="848374"/>
                  </a:lnTo>
                  <a:lnTo>
                    <a:pt x="642326" y="907388"/>
                  </a:lnTo>
                  <a:lnTo>
                    <a:pt x="600423" y="911833"/>
                  </a:lnTo>
                  <a:lnTo>
                    <a:pt x="598308" y="894756"/>
                  </a:lnTo>
                  <a:lnTo>
                    <a:pt x="567011" y="878544"/>
                  </a:lnTo>
                  <a:lnTo>
                    <a:pt x="576416" y="850479"/>
                  </a:lnTo>
                  <a:lnTo>
                    <a:pt x="551205" y="827970"/>
                  </a:lnTo>
                  <a:lnTo>
                    <a:pt x="500982" y="811307"/>
                  </a:lnTo>
                  <a:lnTo>
                    <a:pt x="476268" y="818217"/>
                  </a:lnTo>
                  <a:lnTo>
                    <a:pt x="449437" y="825718"/>
                  </a:lnTo>
                  <a:lnTo>
                    <a:pt x="391525" y="794987"/>
                  </a:lnTo>
                  <a:lnTo>
                    <a:pt x="385116" y="762220"/>
                  </a:lnTo>
                  <a:lnTo>
                    <a:pt x="354120" y="758598"/>
                  </a:lnTo>
                  <a:lnTo>
                    <a:pt x="323439" y="755014"/>
                  </a:lnTo>
                  <a:lnTo>
                    <a:pt x="323000" y="738544"/>
                  </a:lnTo>
                  <a:lnTo>
                    <a:pt x="275859" y="736550"/>
                  </a:lnTo>
                  <a:lnTo>
                    <a:pt x="213741" y="745107"/>
                  </a:lnTo>
                  <a:lnTo>
                    <a:pt x="153825" y="716735"/>
                  </a:lnTo>
                  <a:lnTo>
                    <a:pt x="153603" y="707860"/>
                  </a:lnTo>
                  <a:lnTo>
                    <a:pt x="152944" y="681608"/>
                  </a:lnTo>
                  <a:lnTo>
                    <a:pt x="130557" y="670809"/>
                  </a:lnTo>
                  <a:lnTo>
                    <a:pt x="119024" y="662743"/>
                  </a:lnTo>
                  <a:lnTo>
                    <a:pt x="75963" y="632625"/>
                  </a:lnTo>
                  <a:lnTo>
                    <a:pt x="44633" y="693719"/>
                  </a:lnTo>
                  <a:lnTo>
                    <a:pt x="35528" y="690795"/>
                  </a:lnTo>
                  <a:lnTo>
                    <a:pt x="4197" y="679280"/>
                  </a:lnTo>
                  <a:lnTo>
                    <a:pt x="0" y="678239"/>
                  </a:lnTo>
                  <a:lnTo>
                    <a:pt x="2130" y="673197"/>
                  </a:lnTo>
                  <a:lnTo>
                    <a:pt x="2372" y="672626"/>
                  </a:lnTo>
                  <a:lnTo>
                    <a:pt x="42585" y="577480"/>
                  </a:lnTo>
                  <a:lnTo>
                    <a:pt x="56583" y="572718"/>
                  </a:lnTo>
                  <a:lnTo>
                    <a:pt x="81892" y="564107"/>
                  </a:lnTo>
                  <a:lnTo>
                    <a:pt x="85856" y="557480"/>
                  </a:lnTo>
                  <a:lnTo>
                    <a:pt x="88578" y="552929"/>
                  </a:lnTo>
                  <a:lnTo>
                    <a:pt x="107797" y="520795"/>
                  </a:lnTo>
                  <a:lnTo>
                    <a:pt x="113389" y="512524"/>
                  </a:lnTo>
                  <a:lnTo>
                    <a:pt x="126606" y="493610"/>
                  </a:lnTo>
                  <a:lnTo>
                    <a:pt x="138712" y="478595"/>
                  </a:lnTo>
                  <a:lnTo>
                    <a:pt x="140596" y="476258"/>
                  </a:lnTo>
                  <a:lnTo>
                    <a:pt x="146537" y="468889"/>
                  </a:lnTo>
                  <a:lnTo>
                    <a:pt x="152875" y="461029"/>
                  </a:lnTo>
                  <a:lnTo>
                    <a:pt x="154489" y="459027"/>
                  </a:lnTo>
                  <a:lnTo>
                    <a:pt x="166886" y="444654"/>
                  </a:lnTo>
                  <a:lnTo>
                    <a:pt x="167033" y="437163"/>
                  </a:lnTo>
                  <a:lnTo>
                    <a:pt x="167033" y="431309"/>
                  </a:lnTo>
                  <a:lnTo>
                    <a:pt x="188946" y="399666"/>
                  </a:lnTo>
                  <a:lnTo>
                    <a:pt x="194788" y="391228"/>
                  </a:lnTo>
                  <a:lnTo>
                    <a:pt x="199194" y="320525"/>
                  </a:lnTo>
                  <a:lnTo>
                    <a:pt x="198566" y="306423"/>
                  </a:lnTo>
                  <a:lnTo>
                    <a:pt x="227756" y="295892"/>
                  </a:lnTo>
                  <a:lnTo>
                    <a:pt x="290315" y="276077"/>
                  </a:lnTo>
                  <a:lnTo>
                    <a:pt x="381069" y="262566"/>
                  </a:lnTo>
                  <a:lnTo>
                    <a:pt x="448033" y="260765"/>
                  </a:lnTo>
                  <a:lnTo>
                    <a:pt x="517641" y="253560"/>
                  </a:lnTo>
                  <a:lnTo>
                    <a:pt x="518637" y="253973"/>
                  </a:lnTo>
                  <a:lnTo>
                    <a:pt x="534663" y="268141"/>
                  </a:lnTo>
                  <a:lnTo>
                    <a:pt x="586345" y="313832"/>
                  </a:lnTo>
                  <a:lnTo>
                    <a:pt x="612354" y="336826"/>
                  </a:lnTo>
                  <a:lnTo>
                    <a:pt x="662019" y="290349"/>
                  </a:lnTo>
                  <a:lnTo>
                    <a:pt x="662874" y="289548"/>
                  </a:lnTo>
                  <a:lnTo>
                    <a:pt x="687424" y="266573"/>
                  </a:lnTo>
                  <a:lnTo>
                    <a:pt x="710686" y="200643"/>
                  </a:lnTo>
                  <a:lnTo>
                    <a:pt x="706953" y="152942"/>
                  </a:lnTo>
                  <a:lnTo>
                    <a:pt x="610106" y="192521"/>
                  </a:lnTo>
                  <a:lnTo>
                    <a:pt x="604599" y="75432"/>
                  </a:lnTo>
                  <a:lnTo>
                    <a:pt x="754387" y="43908"/>
                  </a:lnTo>
                  <a:lnTo>
                    <a:pt x="871966" y="13843"/>
                  </a:lnTo>
                  <a:lnTo>
                    <a:pt x="927305" y="0"/>
                  </a:lnTo>
                  <a:lnTo>
                    <a:pt x="894249" y="41165"/>
                  </a:lnTo>
                  <a:lnTo>
                    <a:pt x="791653" y="13211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406966" y="14841"/>
                  </a:move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lnTo>
                    <a:pt x="387218" y="434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588226" y="3589128"/>
              <a:ext cx="770186" cy="1277373"/>
            </a:xfrm>
            <a:custGeom>
              <a:avLst/>
              <a:pathLst>
                <a:path w="770186" h="1277373">
                  <a:moveTo>
                    <a:pt x="760644" y="203939"/>
                  </a:moveTo>
                  <a:lnTo>
                    <a:pt x="768295" y="305181"/>
                  </a:lnTo>
                  <a:lnTo>
                    <a:pt x="770186" y="324744"/>
                  </a:lnTo>
                  <a:lnTo>
                    <a:pt x="765924" y="324353"/>
                  </a:lnTo>
                  <a:lnTo>
                    <a:pt x="760386" y="323844"/>
                  </a:lnTo>
                  <a:lnTo>
                    <a:pt x="752903" y="323804"/>
                  </a:lnTo>
                  <a:lnTo>
                    <a:pt x="744564" y="323760"/>
                  </a:lnTo>
                  <a:lnTo>
                    <a:pt x="737515" y="324570"/>
                  </a:lnTo>
                  <a:lnTo>
                    <a:pt x="730510" y="324705"/>
                  </a:lnTo>
                  <a:lnTo>
                    <a:pt x="721523" y="322949"/>
                  </a:lnTo>
                  <a:lnTo>
                    <a:pt x="707777" y="320517"/>
                  </a:lnTo>
                  <a:lnTo>
                    <a:pt x="705674" y="320517"/>
                  </a:lnTo>
                  <a:lnTo>
                    <a:pt x="702627" y="320517"/>
                  </a:lnTo>
                  <a:lnTo>
                    <a:pt x="690992" y="320517"/>
                  </a:lnTo>
                  <a:lnTo>
                    <a:pt x="678157" y="321463"/>
                  </a:lnTo>
                  <a:lnTo>
                    <a:pt x="673895" y="338838"/>
                  </a:lnTo>
                  <a:lnTo>
                    <a:pt x="662485" y="351272"/>
                  </a:lnTo>
                  <a:lnTo>
                    <a:pt x="639514" y="376305"/>
                  </a:lnTo>
                  <a:lnTo>
                    <a:pt x="633893" y="382431"/>
                  </a:lnTo>
                  <a:lnTo>
                    <a:pt x="617455" y="398784"/>
                  </a:lnTo>
                  <a:lnTo>
                    <a:pt x="621067" y="427730"/>
                  </a:lnTo>
                  <a:lnTo>
                    <a:pt x="621986" y="434274"/>
                  </a:lnTo>
                  <a:lnTo>
                    <a:pt x="625136" y="456717"/>
                  </a:lnTo>
                  <a:lnTo>
                    <a:pt x="625979" y="462722"/>
                  </a:lnTo>
                  <a:lnTo>
                    <a:pt x="621754" y="463897"/>
                  </a:lnTo>
                  <a:lnTo>
                    <a:pt x="561391" y="480691"/>
                  </a:lnTo>
                  <a:lnTo>
                    <a:pt x="555787" y="482419"/>
                  </a:lnTo>
                  <a:lnTo>
                    <a:pt x="554322" y="482657"/>
                  </a:lnTo>
                  <a:lnTo>
                    <a:pt x="544649" y="485348"/>
                  </a:lnTo>
                  <a:lnTo>
                    <a:pt x="593480" y="701080"/>
                  </a:lnTo>
                  <a:lnTo>
                    <a:pt x="577620" y="778899"/>
                  </a:lnTo>
                  <a:lnTo>
                    <a:pt x="612549" y="839717"/>
                  </a:lnTo>
                  <a:lnTo>
                    <a:pt x="603738" y="888129"/>
                  </a:lnTo>
                  <a:lnTo>
                    <a:pt x="580826" y="949091"/>
                  </a:lnTo>
                  <a:lnTo>
                    <a:pt x="568258" y="1003803"/>
                  </a:lnTo>
                  <a:lnTo>
                    <a:pt x="548433" y="1061222"/>
                  </a:lnTo>
                  <a:lnTo>
                    <a:pt x="541384" y="1098632"/>
                  </a:lnTo>
                  <a:lnTo>
                    <a:pt x="544028" y="1156726"/>
                  </a:lnTo>
                  <a:lnTo>
                    <a:pt x="522220" y="1206714"/>
                  </a:lnTo>
                  <a:lnTo>
                    <a:pt x="493805" y="1220224"/>
                  </a:lnTo>
                  <a:lnTo>
                    <a:pt x="450190" y="1225629"/>
                  </a:lnTo>
                  <a:lnTo>
                    <a:pt x="427161" y="1217135"/>
                  </a:lnTo>
                  <a:lnTo>
                    <a:pt x="421522" y="1228663"/>
                  </a:lnTo>
                  <a:lnTo>
                    <a:pt x="425751" y="1256044"/>
                  </a:lnTo>
                  <a:lnTo>
                    <a:pt x="415868" y="1277373"/>
                  </a:lnTo>
                  <a:lnTo>
                    <a:pt x="396662" y="1274266"/>
                  </a:lnTo>
                  <a:lnTo>
                    <a:pt x="380142" y="1268861"/>
                  </a:lnTo>
                  <a:lnTo>
                    <a:pt x="345911" y="1251481"/>
                  </a:lnTo>
                  <a:lnTo>
                    <a:pt x="326879" y="1239952"/>
                  </a:lnTo>
                  <a:lnTo>
                    <a:pt x="317715" y="1229144"/>
                  </a:lnTo>
                  <a:lnTo>
                    <a:pt x="310666" y="1213292"/>
                  </a:lnTo>
                  <a:lnTo>
                    <a:pt x="301503" y="1199601"/>
                  </a:lnTo>
                  <a:lnTo>
                    <a:pt x="288110" y="1183749"/>
                  </a:lnTo>
                  <a:lnTo>
                    <a:pt x="279651" y="1166456"/>
                  </a:lnTo>
                  <a:lnTo>
                    <a:pt x="276127" y="1147722"/>
                  </a:lnTo>
                  <a:lnTo>
                    <a:pt x="276832" y="1130429"/>
                  </a:lnTo>
                  <a:lnTo>
                    <a:pt x="271655" y="1106935"/>
                  </a:lnTo>
                  <a:lnTo>
                    <a:pt x="259017" y="1081721"/>
                  </a:lnTo>
                  <a:lnTo>
                    <a:pt x="166870" y="1056933"/>
                  </a:lnTo>
                  <a:lnTo>
                    <a:pt x="123167" y="1049727"/>
                  </a:lnTo>
                  <a:lnTo>
                    <a:pt x="100798" y="1034115"/>
                  </a:lnTo>
                  <a:lnTo>
                    <a:pt x="93749" y="949811"/>
                  </a:lnTo>
                  <a:lnTo>
                    <a:pt x="97979" y="917387"/>
                  </a:lnTo>
                  <a:lnTo>
                    <a:pt x="107142" y="884241"/>
                  </a:lnTo>
                  <a:lnTo>
                    <a:pt x="131108" y="862625"/>
                  </a:lnTo>
                  <a:lnTo>
                    <a:pt x="155779" y="833083"/>
                  </a:lnTo>
                  <a:lnTo>
                    <a:pt x="162123" y="820833"/>
                  </a:lnTo>
                  <a:lnTo>
                    <a:pt x="169172" y="802820"/>
                  </a:lnTo>
                  <a:lnTo>
                    <a:pt x="171287" y="787688"/>
                  </a:lnTo>
                  <a:lnTo>
                    <a:pt x="169877" y="773277"/>
                  </a:lnTo>
                  <a:lnTo>
                    <a:pt x="168467" y="762469"/>
                  </a:lnTo>
                  <a:lnTo>
                    <a:pt x="162123" y="752381"/>
                  </a:lnTo>
                  <a:lnTo>
                    <a:pt x="150140" y="732206"/>
                  </a:lnTo>
                  <a:lnTo>
                    <a:pt x="133223" y="710589"/>
                  </a:lnTo>
                  <a:lnTo>
                    <a:pt x="126174" y="676724"/>
                  </a:lnTo>
                  <a:lnTo>
                    <a:pt x="136747" y="646461"/>
                  </a:lnTo>
                  <a:lnTo>
                    <a:pt x="150845" y="629168"/>
                  </a:lnTo>
                  <a:lnTo>
                    <a:pt x="166353" y="618359"/>
                  </a:lnTo>
                  <a:lnTo>
                    <a:pt x="191729" y="619080"/>
                  </a:lnTo>
                  <a:lnTo>
                    <a:pt x="214990" y="624844"/>
                  </a:lnTo>
                  <a:lnTo>
                    <a:pt x="236841" y="630609"/>
                  </a:lnTo>
                  <a:lnTo>
                    <a:pt x="234022" y="616918"/>
                  </a:lnTo>
                  <a:lnTo>
                    <a:pt x="222744" y="597464"/>
                  </a:lnTo>
                  <a:lnTo>
                    <a:pt x="181860" y="580170"/>
                  </a:lnTo>
                  <a:lnTo>
                    <a:pt x="161418" y="581612"/>
                  </a:lnTo>
                  <a:lnTo>
                    <a:pt x="128994" y="587376"/>
                  </a:lnTo>
                  <a:lnTo>
                    <a:pt x="101503" y="583773"/>
                  </a:lnTo>
                  <a:lnTo>
                    <a:pt x="85291" y="572965"/>
                  </a:lnTo>
                  <a:lnTo>
                    <a:pt x="78242" y="557833"/>
                  </a:lnTo>
                  <a:lnTo>
                    <a:pt x="71193" y="537658"/>
                  </a:lnTo>
                  <a:lnTo>
                    <a:pt x="69078" y="515321"/>
                  </a:lnTo>
                  <a:lnTo>
                    <a:pt x="62734" y="497307"/>
                  </a:lnTo>
                  <a:lnTo>
                    <a:pt x="45817" y="480735"/>
                  </a:lnTo>
                  <a:lnTo>
                    <a:pt x="73308" y="446869"/>
                  </a:lnTo>
                  <a:lnTo>
                    <a:pt x="0" y="374094"/>
                  </a:lnTo>
                  <a:lnTo>
                    <a:pt x="37358" y="351036"/>
                  </a:lnTo>
                  <a:lnTo>
                    <a:pt x="132518" y="382020"/>
                  </a:lnTo>
                  <a:lnTo>
                    <a:pt x="182390" y="387858"/>
                  </a:lnTo>
                  <a:lnTo>
                    <a:pt x="282308" y="392182"/>
                  </a:lnTo>
                  <a:lnTo>
                    <a:pt x="310468" y="330534"/>
                  </a:lnTo>
                  <a:lnTo>
                    <a:pt x="272252" y="325746"/>
                  </a:lnTo>
                  <a:lnTo>
                    <a:pt x="228525" y="320266"/>
                  </a:lnTo>
                  <a:lnTo>
                    <a:pt x="225129" y="292223"/>
                  </a:lnTo>
                  <a:lnTo>
                    <a:pt x="226056" y="269302"/>
                  </a:lnTo>
                  <a:lnTo>
                    <a:pt x="221095" y="263053"/>
                  </a:lnTo>
                  <a:lnTo>
                    <a:pt x="223514" y="261575"/>
                  </a:lnTo>
                  <a:lnTo>
                    <a:pt x="228759" y="258370"/>
                  </a:lnTo>
                  <a:lnTo>
                    <a:pt x="234310" y="258235"/>
                  </a:lnTo>
                  <a:lnTo>
                    <a:pt x="255567" y="248629"/>
                  </a:lnTo>
                  <a:lnTo>
                    <a:pt x="258826" y="247157"/>
                  </a:lnTo>
                  <a:lnTo>
                    <a:pt x="270573" y="232667"/>
                  </a:lnTo>
                  <a:lnTo>
                    <a:pt x="284781" y="209474"/>
                  </a:lnTo>
                  <a:lnTo>
                    <a:pt x="290376" y="203057"/>
                  </a:lnTo>
                  <a:lnTo>
                    <a:pt x="294978" y="198927"/>
                  </a:lnTo>
                  <a:lnTo>
                    <a:pt x="301918" y="192699"/>
                  </a:lnTo>
                  <a:lnTo>
                    <a:pt x="322173" y="169608"/>
                  </a:lnTo>
                  <a:lnTo>
                    <a:pt x="326140" y="169002"/>
                  </a:lnTo>
                  <a:lnTo>
                    <a:pt x="340678" y="180351"/>
                  </a:lnTo>
                  <a:lnTo>
                    <a:pt x="351158" y="190279"/>
                  </a:lnTo>
                  <a:lnTo>
                    <a:pt x="360886" y="146953"/>
                  </a:lnTo>
                  <a:lnTo>
                    <a:pt x="366377" y="122496"/>
                  </a:lnTo>
                  <a:lnTo>
                    <a:pt x="368428" y="113361"/>
                  </a:lnTo>
                  <a:lnTo>
                    <a:pt x="369004" y="99067"/>
                  </a:lnTo>
                  <a:lnTo>
                    <a:pt x="369926" y="76207"/>
                  </a:lnTo>
                  <a:lnTo>
                    <a:pt x="368979" y="59928"/>
                  </a:lnTo>
                  <a:lnTo>
                    <a:pt x="364917" y="42462"/>
                  </a:lnTo>
                  <a:lnTo>
                    <a:pt x="363861" y="34607"/>
                  </a:lnTo>
                  <a:lnTo>
                    <a:pt x="364371" y="34564"/>
                  </a:lnTo>
                  <a:lnTo>
                    <a:pt x="377008" y="34495"/>
                  </a:lnTo>
                  <a:lnTo>
                    <a:pt x="422487" y="34246"/>
                  </a:lnTo>
                  <a:lnTo>
                    <a:pt x="498972" y="33827"/>
                  </a:lnTo>
                  <a:lnTo>
                    <a:pt x="512108" y="33159"/>
                  </a:lnTo>
                  <a:lnTo>
                    <a:pt x="569011" y="30265"/>
                  </a:lnTo>
                  <a:lnTo>
                    <a:pt x="603713" y="28499"/>
                  </a:lnTo>
                  <a:lnTo>
                    <a:pt x="614927" y="27825"/>
                  </a:lnTo>
                  <a:lnTo>
                    <a:pt x="636353" y="26537"/>
                  </a:lnTo>
                  <a:lnTo>
                    <a:pt x="644105" y="23034"/>
                  </a:lnTo>
                  <a:lnTo>
                    <a:pt x="663688" y="14182"/>
                  </a:lnTo>
                  <a:lnTo>
                    <a:pt x="669437" y="11584"/>
                  </a:lnTo>
                  <a:lnTo>
                    <a:pt x="681270" y="0"/>
                  </a:lnTo>
                  <a:lnTo>
                    <a:pt x="722895" y="32241"/>
                  </a:lnTo>
                  <a:lnTo>
                    <a:pt x="753734" y="114204"/>
                  </a:lnTo>
                  <a:lnTo>
                    <a:pt x="758610" y="17753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001238" y="3079436"/>
              <a:ext cx="769055" cy="1388636"/>
            </a:xfrm>
            <a:custGeom>
              <a:avLst/>
              <a:pathLst>
                <a:path w="769055" h="1388636">
                  <a:moveTo>
                    <a:pt x="766670" y="236874"/>
                  </a:moveTo>
                  <a:lnTo>
                    <a:pt x="767858" y="240477"/>
                  </a:lnTo>
                  <a:lnTo>
                    <a:pt x="769055" y="244109"/>
                  </a:lnTo>
                  <a:lnTo>
                    <a:pt x="762997" y="241591"/>
                  </a:lnTo>
                  <a:lnTo>
                    <a:pt x="745947" y="235917"/>
                  </a:lnTo>
                  <a:lnTo>
                    <a:pt x="738706" y="234125"/>
                  </a:lnTo>
                  <a:lnTo>
                    <a:pt x="733392" y="232809"/>
                  </a:lnTo>
                  <a:lnTo>
                    <a:pt x="716871" y="231053"/>
                  </a:lnTo>
                  <a:lnTo>
                    <a:pt x="704183" y="231053"/>
                  </a:lnTo>
                  <a:lnTo>
                    <a:pt x="697436" y="231441"/>
                  </a:lnTo>
                  <a:lnTo>
                    <a:pt x="692126" y="231746"/>
                  </a:lnTo>
                  <a:lnTo>
                    <a:pt x="688624" y="231947"/>
                  </a:lnTo>
                  <a:lnTo>
                    <a:pt x="685201" y="232451"/>
                  </a:lnTo>
                  <a:lnTo>
                    <a:pt x="679265" y="233100"/>
                  </a:lnTo>
                  <a:lnTo>
                    <a:pt x="675342" y="233530"/>
                  </a:lnTo>
                  <a:lnTo>
                    <a:pt x="663711" y="234802"/>
                  </a:lnTo>
                  <a:lnTo>
                    <a:pt x="644767" y="238495"/>
                  </a:lnTo>
                  <a:lnTo>
                    <a:pt x="600535" y="246331"/>
                  </a:lnTo>
                  <a:lnTo>
                    <a:pt x="557097" y="254797"/>
                  </a:lnTo>
                  <a:lnTo>
                    <a:pt x="545822" y="256860"/>
                  </a:lnTo>
                  <a:lnTo>
                    <a:pt x="540680" y="257800"/>
                  </a:lnTo>
                  <a:lnTo>
                    <a:pt x="480729" y="268764"/>
                  </a:lnTo>
                  <a:lnTo>
                    <a:pt x="474361" y="269929"/>
                  </a:lnTo>
                  <a:lnTo>
                    <a:pt x="464806" y="272546"/>
                  </a:lnTo>
                  <a:lnTo>
                    <a:pt x="458757" y="274203"/>
                  </a:lnTo>
                  <a:lnTo>
                    <a:pt x="455104" y="275204"/>
                  </a:lnTo>
                  <a:lnTo>
                    <a:pt x="455322" y="276386"/>
                  </a:lnTo>
                  <a:lnTo>
                    <a:pt x="457071" y="278695"/>
                  </a:lnTo>
                  <a:lnTo>
                    <a:pt x="462797" y="286254"/>
                  </a:lnTo>
                  <a:lnTo>
                    <a:pt x="464475" y="295443"/>
                  </a:lnTo>
                  <a:lnTo>
                    <a:pt x="467731" y="313274"/>
                  </a:lnTo>
                  <a:lnTo>
                    <a:pt x="480589" y="372271"/>
                  </a:lnTo>
                  <a:lnTo>
                    <a:pt x="485772" y="370815"/>
                  </a:lnTo>
                  <a:lnTo>
                    <a:pt x="490523" y="393480"/>
                  </a:lnTo>
                  <a:lnTo>
                    <a:pt x="491367" y="397198"/>
                  </a:lnTo>
                  <a:lnTo>
                    <a:pt x="499594" y="433447"/>
                  </a:lnTo>
                  <a:lnTo>
                    <a:pt x="502362" y="447380"/>
                  </a:lnTo>
                  <a:lnTo>
                    <a:pt x="501827" y="449810"/>
                  </a:lnTo>
                  <a:lnTo>
                    <a:pt x="502977" y="454098"/>
                  </a:lnTo>
                  <a:lnTo>
                    <a:pt x="504099" y="458279"/>
                  </a:lnTo>
                  <a:lnTo>
                    <a:pt x="506892" y="473083"/>
                  </a:lnTo>
                  <a:lnTo>
                    <a:pt x="512546" y="503059"/>
                  </a:lnTo>
                  <a:lnTo>
                    <a:pt x="515244" y="517360"/>
                  </a:lnTo>
                  <a:lnTo>
                    <a:pt x="491805" y="521770"/>
                  </a:lnTo>
                  <a:lnTo>
                    <a:pt x="477743" y="524416"/>
                  </a:lnTo>
                  <a:lnTo>
                    <a:pt x="492306" y="531377"/>
                  </a:lnTo>
                  <a:lnTo>
                    <a:pt x="496622" y="532155"/>
                  </a:lnTo>
                  <a:lnTo>
                    <a:pt x="493540" y="537543"/>
                  </a:lnTo>
                  <a:lnTo>
                    <a:pt x="493353" y="540353"/>
                  </a:lnTo>
                  <a:lnTo>
                    <a:pt x="492219" y="557358"/>
                  </a:lnTo>
                  <a:lnTo>
                    <a:pt x="490016" y="563775"/>
                  </a:lnTo>
                  <a:lnTo>
                    <a:pt x="487042" y="568504"/>
                  </a:lnTo>
                  <a:lnTo>
                    <a:pt x="480654" y="575371"/>
                  </a:lnTo>
                  <a:lnTo>
                    <a:pt x="478544" y="577489"/>
                  </a:lnTo>
                  <a:lnTo>
                    <a:pt x="474597" y="581451"/>
                  </a:lnTo>
                  <a:lnTo>
                    <a:pt x="473663" y="585431"/>
                  </a:lnTo>
                  <a:lnTo>
                    <a:pt x="471218" y="595861"/>
                  </a:lnTo>
                  <a:lnTo>
                    <a:pt x="470528" y="598867"/>
                  </a:lnTo>
                  <a:lnTo>
                    <a:pt x="467754" y="610952"/>
                  </a:lnTo>
                  <a:lnTo>
                    <a:pt x="464965" y="623102"/>
                  </a:lnTo>
                  <a:lnTo>
                    <a:pt x="475270" y="636377"/>
                  </a:lnTo>
                  <a:lnTo>
                    <a:pt x="482936" y="642727"/>
                  </a:lnTo>
                  <a:lnTo>
                    <a:pt x="485030" y="643837"/>
                  </a:lnTo>
                  <a:lnTo>
                    <a:pt x="490072" y="646510"/>
                  </a:lnTo>
                  <a:lnTo>
                    <a:pt x="490554" y="646701"/>
                  </a:lnTo>
                  <a:lnTo>
                    <a:pt x="493867" y="648015"/>
                  </a:lnTo>
                  <a:lnTo>
                    <a:pt x="482287" y="655601"/>
                  </a:lnTo>
                  <a:lnTo>
                    <a:pt x="468231" y="664809"/>
                  </a:lnTo>
                  <a:lnTo>
                    <a:pt x="463743" y="679462"/>
                  </a:lnTo>
                  <a:lnTo>
                    <a:pt x="456477" y="685184"/>
                  </a:lnTo>
                  <a:lnTo>
                    <a:pt x="447618" y="692161"/>
                  </a:lnTo>
                  <a:lnTo>
                    <a:pt x="447716" y="694001"/>
                  </a:lnTo>
                  <a:lnTo>
                    <a:pt x="448295" y="704947"/>
                  </a:lnTo>
                  <a:lnTo>
                    <a:pt x="448676" y="712157"/>
                  </a:lnTo>
                  <a:lnTo>
                    <a:pt x="455765" y="717340"/>
                  </a:lnTo>
                  <a:lnTo>
                    <a:pt x="486847" y="723876"/>
                  </a:lnTo>
                  <a:lnTo>
                    <a:pt x="495217" y="743691"/>
                  </a:lnTo>
                  <a:lnTo>
                    <a:pt x="487067" y="760692"/>
                  </a:lnTo>
                  <a:lnTo>
                    <a:pt x="467242" y="787712"/>
                  </a:lnTo>
                  <a:lnTo>
                    <a:pt x="434370" y="785950"/>
                  </a:lnTo>
                  <a:lnTo>
                    <a:pt x="416707" y="777277"/>
                  </a:lnTo>
                  <a:lnTo>
                    <a:pt x="387631" y="785383"/>
                  </a:lnTo>
                  <a:lnTo>
                    <a:pt x="374943" y="781601"/>
                  </a:lnTo>
                  <a:lnTo>
                    <a:pt x="355118" y="799434"/>
                  </a:lnTo>
                  <a:lnTo>
                    <a:pt x="366245" y="812481"/>
                  </a:lnTo>
                  <a:lnTo>
                    <a:pt x="402150" y="805951"/>
                  </a:lnTo>
                  <a:lnTo>
                    <a:pt x="404548" y="839154"/>
                  </a:lnTo>
                  <a:lnTo>
                    <a:pt x="413139" y="932525"/>
                  </a:lnTo>
                  <a:lnTo>
                    <a:pt x="420709" y="980628"/>
                  </a:lnTo>
                  <a:lnTo>
                    <a:pt x="446701" y="963064"/>
                  </a:lnTo>
                  <a:lnTo>
                    <a:pt x="464764" y="973872"/>
                  </a:lnTo>
                  <a:lnTo>
                    <a:pt x="480183" y="986482"/>
                  </a:lnTo>
                  <a:lnTo>
                    <a:pt x="509700" y="1033318"/>
                  </a:lnTo>
                  <a:lnTo>
                    <a:pt x="503973" y="1047278"/>
                  </a:lnTo>
                  <a:lnTo>
                    <a:pt x="498386" y="1065376"/>
                  </a:lnTo>
                  <a:lnTo>
                    <a:pt x="490236" y="1093973"/>
                  </a:lnTo>
                  <a:lnTo>
                    <a:pt x="481425" y="1103205"/>
                  </a:lnTo>
                  <a:lnTo>
                    <a:pt x="490456" y="1109285"/>
                  </a:lnTo>
                  <a:lnTo>
                    <a:pt x="459397" y="1152968"/>
                  </a:lnTo>
                  <a:lnTo>
                    <a:pt x="468869" y="1165352"/>
                  </a:lnTo>
                  <a:lnTo>
                    <a:pt x="472834" y="1175710"/>
                  </a:lnTo>
                  <a:lnTo>
                    <a:pt x="489276" y="1215286"/>
                  </a:lnTo>
                  <a:lnTo>
                    <a:pt x="492360" y="1230597"/>
                  </a:lnTo>
                  <a:lnTo>
                    <a:pt x="485749" y="1254624"/>
                  </a:lnTo>
                  <a:lnTo>
                    <a:pt x="485609" y="1255134"/>
                  </a:lnTo>
                  <a:lnTo>
                    <a:pt x="474801" y="1259806"/>
                  </a:lnTo>
                  <a:lnTo>
                    <a:pt x="462469" y="1261363"/>
                  </a:lnTo>
                  <a:lnTo>
                    <a:pt x="450943" y="1262819"/>
                  </a:lnTo>
                  <a:lnTo>
                    <a:pt x="443082" y="1267233"/>
                  </a:lnTo>
                  <a:lnTo>
                    <a:pt x="432175" y="1273357"/>
                  </a:lnTo>
                  <a:lnTo>
                    <a:pt x="416844" y="1280518"/>
                  </a:lnTo>
                  <a:lnTo>
                    <a:pt x="412956" y="1283935"/>
                  </a:lnTo>
                  <a:lnTo>
                    <a:pt x="396094" y="1298757"/>
                  </a:lnTo>
                  <a:lnTo>
                    <a:pt x="389869" y="1304239"/>
                  </a:lnTo>
                  <a:lnTo>
                    <a:pt x="387503" y="1306322"/>
                  </a:lnTo>
                  <a:lnTo>
                    <a:pt x="363449" y="1333343"/>
                  </a:lnTo>
                  <a:lnTo>
                    <a:pt x="343686" y="1342069"/>
                  </a:lnTo>
                  <a:lnTo>
                    <a:pt x="341113" y="1343205"/>
                  </a:lnTo>
                  <a:lnTo>
                    <a:pt x="337633" y="1345725"/>
                  </a:lnTo>
                  <a:lnTo>
                    <a:pt x="334769" y="1347799"/>
                  </a:lnTo>
                  <a:lnTo>
                    <a:pt x="300405" y="1382250"/>
                  </a:lnTo>
                  <a:lnTo>
                    <a:pt x="294036" y="1388636"/>
                  </a:lnTo>
                  <a:lnTo>
                    <a:pt x="293803" y="1385804"/>
                  </a:lnTo>
                  <a:lnTo>
                    <a:pt x="292152" y="1365796"/>
                  </a:lnTo>
                  <a:lnTo>
                    <a:pt x="275525" y="1344085"/>
                  </a:lnTo>
                  <a:lnTo>
                    <a:pt x="252536" y="1364479"/>
                  </a:lnTo>
                  <a:lnTo>
                    <a:pt x="226367" y="1376368"/>
                  </a:lnTo>
                  <a:lnTo>
                    <a:pt x="207203" y="1377179"/>
                  </a:lnTo>
                  <a:lnTo>
                    <a:pt x="200416" y="1378890"/>
                  </a:lnTo>
                  <a:lnTo>
                    <a:pt x="194146" y="1363289"/>
                  </a:lnTo>
                  <a:lnTo>
                    <a:pt x="188209" y="1360745"/>
                  </a:lnTo>
                  <a:lnTo>
                    <a:pt x="186692" y="1360094"/>
                  </a:lnTo>
                  <a:lnTo>
                    <a:pt x="170215" y="1353031"/>
                  </a:lnTo>
                  <a:lnTo>
                    <a:pt x="151712" y="1358885"/>
                  </a:lnTo>
                  <a:lnTo>
                    <a:pt x="132379" y="1355521"/>
                  </a:lnTo>
                  <a:lnTo>
                    <a:pt x="121578" y="1350896"/>
                  </a:lnTo>
                  <a:lnTo>
                    <a:pt x="117719" y="1356730"/>
                  </a:lnTo>
                  <a:lnTo>
                    <a:pt x="116970" y="1357863"/>
                  </a:lnTo>
                  <a:lnTo>
                    <a:pt x="100162" y="1327580"/>
                  </a:lnTo>
                  <a:lnTo>
                    <a:pt x="79079" y="1302108"/>
                  </a:lnTo>
                  <a:lnTo>
                    <a:pt x="92848" y="1286509"/>
                  </a:lnTo>
                  <a:lnTo>
                    <a:pt x="95316" y="1280565"/>
                  </a:lnTo>
                  <a:lnTo>
                    <a:pt x="95844" y="1272639"/>
                  </a:lnTo>
                  <a:lnTo>
                    <a:pt x="95981" y="1258243"/>
                  </a:lnTo>
                  <a:lnTo>
                    <a:pt x="96128" y="1242814"/>
                  </a:lnTo>
                  <a:lnTo>
                    <a:pt x="96285" y="1226343"/>
                  </a:lnTo>
                  <a:lnTo>
                    <a:pt x="97513" y="1203742"/>
                  </a:lnTo>
                  <a:lnTo>
                    <a:pt x="98179" y="1191487"/>
                  </a:lnTo>
                  <a:lnTo>
                    <a:pt x="99093" y="1186788"/>
                  </a:lnTo>
                  <a:lnTo>
                    <a:pt x="100564" y="1179222"/>
                  </a:lnTo>
                  <a:lnTo>
                    <a:pt x="100955" y="1177211"/>
                  </a:lnTo>
                  <a:lnTo>
                    <a:pt x="103089" y="1171029"/>
                  </a:lnTo>
                  <a:lnTo>
                    <a:pt x="103933" y="1159376"/>
                  </a:lnTo>
                  <a:lnTo>
                    <a:pt x="107281" y="1132715"/>
                  </a:lnTo>
                  <a:lnTo>
                    <a:pt x="108691" y="1127131"/>
                  </a:lnTo>
                  <a:lnTo>
                    <a:pt x="109944" y="1123728"/>
                  </a:lnTo>
                  <a:lnTo>
                    <a:pt x="113156" y="1115008"/>
                  </a:lnTo>
                  <a:lnTo>
                    <a:pt x="114688" y="1111068"/>
                  </a:lnTo>
                  <a:lnTo>
                    <a:pt x="116876" y="1105445"/>
                  </a:lnTo>
                  <a:lnTo>
                    <a:pt x="117172" y="1102425"/>
                  </a:lnTo>
                  <a:lnTo>
                    <a:pt x="118286" y="1091034"/>
                  </a:lnTo>
                  <a:lnTo>
                    <a:pt x="118110" y="1075902"/>
                  </a:lnTo>
                  <a:lnTo>
                    <a:pt x="117228" y="1071127"/>
                  </a:lnTo>
                  <a:lnTo>
                    <a:pt x="116348" y="1066355"/>
                  </a:lnTo>
                  <a:lnTo>
                    <a:pt x="116388" y="1064769"/>
                  </a:lnTo>
                  <a:lnTo>
                    <a:pt x="116447" y="1062497"/>
                  </a:lnTo>
                  <a:lnTo>
                    <a:pt x="116524" y="1059510"/>
                  </a:lnTo>
                  <a:lnTo>
                    <a:pt x="115267" y="1049016"/>
                  </a:lnTo>
                  <a:lnTo>
                    <a:pt x="113570" y="1034840"/>
                  </a:lnTo>
                  <a:lnTo>
                    <a:pt x="112726" y="1027792"/>
                  </a:lnTo>
                  <a:lnTo>
                    <a:pt x="112396" y="1016646"/>
                  </a:lnTo>
                  <a:lnTo>
                    <a:pt x="111257" y="1004581"/>
                  </a:lnTo>
                  <a:lnTo>
                    <a:pt x="115171" y="980808"/>
                  </a:lnTo>
                  <a:lnTo>
                    <a:pt x="116513" y="972661"/>
                  </a:lnTo>
                  <a:lnTo>
                    <a:pt x="128011" y="974823"/>
                  </a:lnTo>
                  <a:lnTo>
                    <a:pt x="132804" y="975020"/>
                  </a:lnTo>
                  <a:lnTo>
                    <a:pt x="139292" y="975287"/>
                  </a:lnTo>
                  <a:lnTo>
                    <a:pt x="147704" y="975633"/>
                  </a:lnTo>
                  <a:lnTo>
                    <a:pt x="152729" y="970811"/>
                  </a:lnTo>
                  <a:lnTo>
                    <a:pt x="179921" y="971752"/>
                  </a:lnTo>
                  <a:lnTo>
                    <a:pt x="189613" y="972833"/>
                  </a:lnTo>
                  <a:lnTo>
                    <a:pt x="196927" y="972517"/>
                  </a:lnTo>
                  <a:lnTo>
                    <a:pt x="204152" y="960448"/>
                  </a:lnTo>
                  <a:lnTo>
                    <a:pt x="207036" y="956336"/>
                  </a:lnTo>
                  <a:lnTo>
                    <a:pt x="215529" y="944225"/>
                  </a:lnTo>
                  <a:lnTo>
                    <a:pt x="225122" y="930546"/>
                  </a:lnTo>
                  <a:lnTo>
                    <a:pt x="229379" y="923882"/>
                  </a:lnTo>
                  <a:lnTo>
                    <a:pt x="229898" y="923070"/>
                  </a:lnTo>
                  <a:lnTo>
                    <a:pt x="230761" y="921719"/>
                  </a:lnTo>
                  <a:lnTo>
                    <a:pt x="232079" y="920764"/>
                  </a:lnTo>
                  <a:lnTo>
                    <a:pt x="234671" y="918887"/>
                  </a:lnTo>
                  <a:lnTo>
                    <a:pt x="236130" y="916531"/>
                  </a:lnTo>
                  <a:lnTo>
                    <a:pt x="238302" y="913025"/>
                  </a:lnTo>
                  <a:lnTo>
                    <a:pt x="243889" y="904006"/>
                  </a:lnTo>
                  <a:lnTo>
                    <a:pt x="245725" y="901043"/>
                  </a:lnTo>
                  <a:lnTo>
                    <a:pt x="253182" y="889005"/>
                  </a:lnTo>
                  <a:lnTo>
                    <a:pt x="254134" y="887468"/>
                  </a:lnTo>
                  <a:lnTo>
                    <a:pt x="256665" y="883191"/>
                  </a:lnTo>
                  <a:lnTo>
                    <a:pt x="266721" y="866198"/>
                  </a:lnTo>
                  <a:lnTo>
                    <a:pt x="271130" y="860036"/>
                  </a:lnTo>
                  <a:lnTo>
                    <a:pt x="282294" y="844434"/>
                  </a:lnTo>
                  <a:lnTo>
                    <a:pt x="284770" y="840975"/>
                  </a:lnTo>
                  <a:lnTo>
                    <a:pt x="288389" y="835917"/>
                  </a:lnTo>
                  <a:lnTo>
                    <a:pt x="291484" y="832999"/>
                  </a:lnTo>
                  <a:lnTo>
                    <a:pt x="307193" y="818184"/>
                  </a:lnTo>
                  <a:lnTo>
                    <a:pt x="298821" y="808170"/>
                  </a:lnTo>
                  <a:lnTo>
                    <a:pt x="299000" y="807727"/>
                  </a:lnTo>
                  <a:lnTo>
                    <a:pt x="301539" y="801441"/>
                  </a:lnTo>
                  <a:lnTo>
                    <a:pt x="289022" y="792808"/>
                  </a:lnTo>
                  <a:lnTo>
                    <a:pt x="285556" y="787375"/>
                  </a:lnTo>
                  <a:lnTo>
                    <a:pt x="284519" y="777676"/>
                  </a:lnTo>
                  <a:lnTo>
                    <a:pt x="283026" y="763715"/>
                  </a:lnTo>
                  <a:lnTo>
                    <a:pt x="285042" y="760241"/>
                  </a:lnTo>
                  <a:lnTo>
                    <a:pt x="296463" y="740566"/>
                  </a:lnTo>
                  <a:lnTo>
                    <a:pt x="299371" y="735557"/>
                  </a:lnTo>
                  <a:lnTo>
                    <a:pt x="303195" y="728457"/>
                  </a:lnTo>
                  <a:lnTo>
                    <a:pt x="304047" y="726877"/>
                  </a:lnTo>
                  <a:lnTo>
                    <a:pt x="305535" y="724114"/>
                  </a:lnTo>
                  <a:lnTo>
                    <a:pt x="303411" y="724645"/>
                  </a:lnTo>
                  <a:lnTo>
                    <a:pt x="302033" y="724989"/>
                  </a:lnTo>
                  <a:lnTo>
                    <a:pt x="280996" y="729380"/>
                  </a:lnTo>
                  <a:lnTo>
                    <a:pt x="268843" y="733031"/>
                  </a:lnTo>
                  <a:lnTo>
                    <a:pt x="254012" y="737486"/>
                  </a:lnTo>
                  <a:lnTo>
                    <a:pt x="240913" y="741615"/>
                  </a:lnTo>
                  <a:lnTo>
                    <a:pt x="226147" y="746268"/>
                  </a:lnTo>
                  <a:lnTo>
                    <a:pt x="221480" y="747043"/>
                  </a:lnTo>
                  <a:lnTo>
                    <a:pt x="215625" y="748015"/>
                  </a:lnTo>
                  <a:lnTo>
                    <a:pt x="195639" y="751334"/>
                  </a:lnTo>
                  <a:lnTo>
                    <a:pt x="192777" y="751425"/>
                  </a:lnTo>
                  <a:lnTo>
                    <a:pt x="180975" y="751798"/>
                  </a:lnTo>
                  <a:lnTo>
                    <a:pt x="175832" y="751960"/>
                  </a:lnTo>
                  <a:lnTo>
                    <a:pt x="174272" y="752010"/>
                  </a:lnTo>
                  <a:lnTo>
                    <a:pt x="156206" y="748129"/>
                  </a:lnTo>
                  <a:lnTo>
                    <a:pt x="143874" y="745480"/>
                  </a:lnTo>
                  <a:lnTo>
                    <a:pt x="99819" y="736023"/>
                  </a:lnTo>
                  <a:lnTo>
                    <a:pt x="69978" y="733370"/>
                  </a:lnTo>
                  <a:lnTo>
                    <a:pt x="64354" y="732870"/>
                  </a:lnTo>
                  <a:lnTo>
                    <a:pt x="51880" y="736900"/>
                  </a:lnTo>
                  <a:lnTo>
                    <a:pt x="49264" y="740890"/>
                  </a:lnTo>
                  <a:lnTo>
                    <a:pt x="47478" y="743615"/>
                  </a:lnTo>
                  <a:lnTo>
                    <a:pt x="44957" y="738726"/>
                  </a:lnTo>
                  <a:lnTo>
                    <a:pt x="39938" y="728994"/>
                  </a:lnTo>
                  <a:lnTo>
                    <a:pt x="32321" y="709478"/>
                  </a:lnTo>
                  <a:lnTo>
                    <a:pt x="27254" y="702903"/>
                  </a:lnTo>
                  <a:lnTo>
                    <a:pt x="23818" y="699255"/>
                  </a:lnTo>
                  <a:lnTo>
                    <a:pt x="8223" y="687637"/>
                  </a:lnTo>
                  <a:lnTo>
                    <a:pt x="0" y="681770"/>
                  </a:lnTo>
                  <a:lnTo>
                    <a:pt x="0" y="414780"/>
                  </a:lnTo>
                  <a:lnTo>
                    <a:pt x="16750" y="387594"/>
                  </a:lnTo>
                  <a:lnTo>
                    <a:pt x="42118" y="346419"/>
                  </a:lnTo>
                  <a:lnTo>
                    <a:pt x="43036" y="344932"/>
                  </a:lnTo>
                  <a:lnTo>
                    <a:pt x="84697" y="281686"/>
                  </a:lnTo>
                  <a:lnTo>
                    <a:pt x="101060" y="294373"/>
                  </a:lnTo>
                  <a:lnTo>
                    <a:pt x="126469" y="312180"/>
                  </a:lnTo>
                  <a:lnTo>
                    <a:pt x="132838" y="316288"/>
                  </a:lnTo>
                  <a:lnTo>
                    <a:pt x="184055" y="238061"/>
                  </a:lnTo>
                  <a:lnTo>
                    <a:pt x="185928" y="235200"/>
                  </a:lnTo>
                  <a:lnTo>
                    <a:pt x="186716" y="233998"/>
                  </a:lnTo>
                  <a:lnTo>
                    <a:pt x="187871" y="232361"/>
                  </a:lnTo>
                  <a:lnTo>
                    <a:pt x="193130" y="224908"/>
                  </a:lnTo>
                  <a:lnTo>
                    <a:pt x="240306" y="158061"/>
                  </a:lnTo>
                  <a:lnTo>
                    <a:pt x="241405" y="156504"/>
                  </a:lnTo>
                  <a:lnTo>
                    <a:pt x="243278" y="153850"/>
                  </a:lnTo>
                  <a:lnTo>
                    <a:pt x="244009" y="152813"/>
                  </a:lnTo>
                  <a:lnTo>
                    <a:pt x="311478" y="57210"/>
                  </a:lnTo>
                  <a:lnTo>
                    <a:pt x="314638" y="52733"/>
                  </a:lnTo>
                  <a:lnTo>
                    <a:pt x="339896" y="16943"/>
                  </a:lnTo>
                  <a:lnTo>
                    <a:pt x="348781" y="4352"/>
                  </a:lnTo>
                  <a:lnTo>
                    <a:pt x="350298" y="2202"/>
                  </a:lnTo>
                  <a:lnTo>
                    <a:pt x="351853" y="0"/>
                  </a:lnTo>
                  <a:lnTo>
                    <a:pt x="354030" y="6511"/>
                  </a:lnTo>
                  <a:lnTo>
                    <a:pt x="355097" y="8680"/>
                  </a:lnTo>
                  <a:lnTo>
                    <a:pt x="358257" y="15120"/>
                  </a:lnTo>
                  <a:lnTo>
                    <a:pt x="396527" y="93072"/>
                  </a:lnTo>
                  <a:lnTo>
                    <a:pt x="503327" y="120019"/>
                  </a:lnTo>
                  <a:lnTo>
                    <a:pt x="517291" y="123542"/>
                  </a:lnTo>
                  <a:lnTo>
                    <a:pt x="519467" y="124091"/>
                  </a:lnTo>
                  <a:lnTo>
                    <a:pt x="524201" y="125286"/>
                  </a:lnTo>
                  <a:lnTo>
                    <a:pt x="544041" y="130291"/>
                  </a:lnTo>
                  <a:lnTo>
                    <a:pt x="603006" y="145169"/>
                  </a:lnTo>
                  <a:lnTo>
                    <a:pt x="673436" y="162939"/>
                  </a:lnTo>
                  <a:lnTo>
                    <a:pt x="680907" y="164824"/>
                  </a:lnTo>
                  <a:lnTo>
                    <a:pt x="693071" y="169321"/>
                  </a:lnTo>
                  <a:lnTo>
                    <a:pt x="698876" y="171467"/>
                  </a:lnTo>
                  <a:lnTo>
                    <a:pt x="752800" y="210557"/>
                  </a:lnTo>
                  <a:lnTo>
                    <a:pt x="759364" y="220194"/>
                  </a:lnTo>
                  <a:lnTo>
                    <a:pt x="761132" y="223357"/>
                  </a:lnTo>
                  <a:lnTo>
                    <a:pt x="763058" y="226801"/>
                  </a:lnTo>
                  <a:lnTo>
                    <a:pt x="763770" y="22807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010517" y="3803551"/>
              <a:ext cx="297914" cy="251519"/>
            </a:xfrm>
            <a:custGeom>
              <a:avLst/>
              <a:pathLst>
                <a:path w="297914" h="251519">
                  <a:moveTo>
                    <a:pt x="275763" y="36127"/>
                  </a:moveTo>
                  <a:lnTo>
                    <a:pt x="273746" y="39600"/>
                  </a:lnTo>
                  <a:lnTo>
                    <a:pt x="275239" y="53561"/>
                  </a:lnTo>
                  <a:lnTo>
                    <a:pt x="276277" y="63260"/>
                  </a:lnTo>
                  <a:lnTo>
                    <a:pt x="279743" y="68694"/>
                  </a:lnTo>
                  <a:lnTo>
                    <a:pt x="292259" y="77326"/>
                  </a:lnTo>
                  <a:lnTo>
                    <a:pt x="289720" y="83612"/>
                  </a:lnTo>
                  <a:lnTo>
                    <a:pt x="289541" y="84055"/>
                  </a:lnTo>
                  <a:lnTo>
                    <a:pt x="297914" y="94070"/>
                  </a:lnTo>
                  <a:lnTo>
                    <a:pt x="282204" y="108884"/>
                  </a:lnTo>
                  <a:lnTo>
                    <a:pt x="279110" y="111802"/>
                  </a:lnTo>
                  <a:lnTo>
                    <a:pt x="275491" y="116860"/>
                  </a:lnTo>
                  <a:lnTo>
                    <a:pt x="273015" y="120320"/>
                  </a:lnTo>
                  <a:lnTo>
                    <a:pt x="261851" y="135921"/>
                  </a:lnTo>
                  <a:lnTo>
                    <a:pt x="257442" y="142083"/>
                  </a:lnTo>
                  <a:lnTo>
                    <a:pt x="247386" y="159076"/>
                  </a:lnTo>
                  <a:lnTo>
                    <a:pt x="244855" y="163353"/>
                  </a:lnTo>
                  <a:lnTo>
                    <a:pt x="243903" y="164890"/>
                  </a:lnTo>
                  <a:lnTo>
                    <a:pt x="236446" y="176928"/>
                  </a:lnTo>
                  <a:lnTo>
                    <a:pt x="234610" y="179891"/>
                  </a:lnTo>
                  <a:lnTo>
                    <a:pt x="229023" y="188910"/>
                  </a:lnTo>
                  <a:lnTo>
                    <a:pt x="226851" y="192417"/>
                  </a:lnTo>
                  <a:lnTo>
                    <a:pt x="225391" y="194773"/>
                  </a:lnTo>
                  <a:lnTo>
                    <a:pt x="222800" y="196649"/>
                  </a:lnTo>
                  <a:lnTo>
                    <a:pt x="221482" y="197604"/>
                  </a:lnTo>
                  <a:lnTo>
                    <a:pt x="220619" y="198955"/>
                  </a:lnTo>
                  <a:lnTo>
                    <a:pt x="220100" y="199767"/>
                  </a:lnTo>
                  <a:lnTo>
                    <a:pt x="215843" y="206431"/>
                  </a:lnTo>
                  <a:lnTo>
                    <a:pt x="206249" y="220111"/>
                  </a:lnTo>
                  <a:lnTo>
                    <a:pt x="197756" y="232222"/>
                  </a:lnTo>
                  <a:lnTo>
                    <a:pt x="194872" y="236334"/>
                  </a:lnTo>
                  <a:lnTo>
                    <a:pt x="187647" y="248403"/>
                  </a:lnTo>
                  <a:lnTo>
                    <a:pt x="180334" y="248718"/>
                  </a:lnTo>
                  <a:lnTo>
                    <a:pt x="170642" y="247637"/>
                  </a:lnTo>
                  <a:lnTo>
                    <a:pt x="143450" y="246696"/>
                  </a:lnTo>
                  <a:lnTo>
                    <a:pt x="138425" y="251519"/>
                  </a:lnTo>
                  <a:lnTo>
                    <a:pt x="130012" y="251172"/>
                  </a:lnTo>
                  <a:lnTo>
                    <a:pt x="123525" y="250905"/>
                  </a:lnTo>
                  <a:lnTo>
                    <a:pt x="118732" y="250708"/>
                  </a:lnTo>
                  <a:lnTo>
                    <a:pt x="107234" y="248546"/>
                  </a:lnTo>
                  <a:lnTo>
                    <a:pt x="97057" y="245979"/>
                  </a:lnTo>
                  <a:lnTo>
                    <a:pt x="71406" y="236681"/>
                  </a:lnTo>
                  <a:lnTo>
                    <a:pt x="65337" y="233685"/>
                  </a:lnTo>
                  <a:lnTo>
                    <a:pt x="55371" y="227152"/>
                  </a:lnTo>
                  <a:lnTo>
                    <a:pt x="49171" y="224471"/>
                  </a:lnTo>
                  <a:lnTo>
                    <a:pt x="45527" y="219886"/>
                  </a:lnTo>
                  <a:lnTo>
                    <a:pt x="28345" y="198269"/>
                  </a:lnTo>
                  <a:lnTo>
                    <a:pt x="19740" y="189265"/>
                  </a:lnTo>
                  <a:lnTo>
                    <a:pt x="9745" y="178807"/>
                  </a:lnTo>
                  <a:lnTo>
                    <a:pt x="9029" y="178057"/>
                  </a:lnTo>
                  <a:lnTo>
                    <a:pt x="0" y="168609"/>
                  </a:lnTo>
                  <a:lnTo>
                    <a:pt x="3964" y="137941"/>
                  </a:lnTo>
                  <a:lnTo>
                    <a:pt x="14538" y="105381"/>
                  </a:lnTo>
                  <a:lnTo>
                    <a:pt x="30398" y="75389"/>
                  </a:lnTo>
                  <a:lnTo>
                    <a:pt x="28197" y="65668"/>
                  </a:lnTo>
                  <a:lnTo>
                    <a:pt x="22996" y="42694"/>
                  </a:lnTo>
                  <a:lnTo>
                    <a:pt x="29593" y="32629"/>
                  </a:lnTo>
                  <a:lnTo>
                    <a:pt x="36916" y="21458"/>
                  </a:lnTo>
                  <a:lnTo>
                    <a:pt x="38199" y="19500"/>
                  </a:lnTo>
                  <a:lnTo>
                    <a:pt x="39985" y="16775"/>
                  </a:lnTo>
                  <a:lnTo>
                    <a:pt x="42601" y="12785"/>
                  </a:lnTo>
                  <a:lnTo>
                    <a:pt x="55075" y="8756"/>
                  </a:lnTo>
                  <a:lnTo>
                    <a:pt x="60699" y="9256"/>
                  </a:lnTo>
                  <a:lnTo>
                    <a:pt x="90539" y="11908"/>
                  </a:lnTo>
                  <a:lnTo>
                    <a:pt x="134595" y="21365"/>
                  </a:lnTo>
                  <a:lnTo>
                    <a:pt x="146927" y="24014"/>
                  </a:lnTo>
                  <a:lnTo>
                    <a:pt x="164993" y="27895"/>
                  </a:lnTo>
                  <a:lnTo>
                    <a:pt x="166553" y="27846"/>
                  </a:lnTo>
                  <a:lnTo>
                    <a:pt x="171696" y="27683"/>
                  </a:lnTo>
                  <a:lnTo>
                    <a:pt x="183498" y="27310"/>
                  </a:lnTo>
                  <a:lnTo>
                    <a:pt x="186360" y="27220"/>
                  </a:lnTo>
                  <a:lnTo>
                    <a:pt x="206346" y="23901"/>
                  </a:lnTo>
                  <a:lnTo>
                    <a:pt x="212200" y="22928"/>
                  </a:lnTo>
                  <a:lnTo>
                    <a:pt x="216868" y="22153"/>
                  </a:lnTo>
                  <a:lnTo>
                    <a:pt x="231633" y="17500"/>
                  </a:lnTo>
                  <a:lnTo>
                    <a:pt x="244733" y="13372"/>
                  </a:lnTo>
                  <a:lnTo>
                    <a:pt x="259564" y="8916"/>
                  </a:lnTo>
                  <a:lnTo>
                    <a:pt x="271717" y="5266"/>
                  </a:lnTo>
                  <a:lnTo>
                    <a:pt x="292753" y="875"/>
                  </a:lnTo>
                  <a:lnTo>
                    <a:pt x="294131" y="530"/>
                  </a:lnTo>
                  <a:lnTo>
                    <a:pt x="296256" y="0"/>
                  </a:lnTo>
                  <a:lnTo>
                    <a:pt x="294767" y="2762"/>
                  </a:lnTo>
                  <a:lnTo>
                    <a:pt x="293916" y="4343"/>
                  </a:lnTo>
                  <a:lnTo>
                    <a:pt x="290092" y="11442"/>
                  </a:lnTo>
                  <a:lnTo>
                    <a:pt x="287184" y="164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118208" y="4214652"/>
              <a:ext cx="559844" cy="558935"/>
            </a:xfrm>
            <a:custGeom>
              <a:avLst/>
              <a:pathLst>
                <a:path w="559844" h="558935">
                  <a:moveTo>
                    <a:pt x="547945" y="269021"/>
                  </a:moveTo>
                  <a:lnTo>
                    <a:pt x="546149" y="311997"/>
                  </a:lnTo>
                  <a:lnTo>
                    <a:pt x="556863" y="334375"/>
                  </a:lnTo>
                  <a:lnTo>
                    <a:pt x="559844" y="361535"/>
                  </a:lnTo>
                  <a:lnTo>
                    <a:pt x="455747" y="387654"/>
                  </a:lnTo>
                  <a:lnTo>
                    <a:pt x="406052" y="389275"/>
                  </a:lnTo>
                  <a:lnTo>
                    <a:pt x="409722" y="439944"/>
                  </a:lnTo>
                  <a:lnTo>
                    <a:pt x="410656" y="452850"/>
                  </a:lnTo>
                  <a:lnTo>
                    <a:pt x="407800" y="452351"/>
                  </a:lnTo>
                  <a:lnTo>
                    <a:pt x="374384" y="447286"/>
                  </a:lnTo>
                  <a:lnTo>
                    <a:pt x="351973" y="451096"/>
                  </a:lnTo>
                  <a:lnTo>
                    <a:pt x="318677" y="457887"/>
                  </a:lnTo>
                  <a:lnTo>
                    <a:pt x="312958" y="464819"/>
                  </a:lnTo>
                  <a:lnTo>
                    <a:pt x="306341" y="472839"/>
                  </a:lnTo>
                  <a:lnTo>
                    <a:pt x="292772" y="480044"/>
                  </a:lnTo>
                  <a:lnTo>
                    <a:pt x="297618" y="497022"/>
                  </a:lnTo>
                  <a:lnTo>
                    <a:pt x="295820" y="498375"/>
                  </a:lnTo>
                  <a:lnTo>
                    <a:pt x="270999" y="517053"/>
                  </a:lnTo>
                  <a:lnTo>
                    <a:pt x="266424" y="543899"/>
                  </a:lnTo>
                  <a:lnTo>
                    <a:pt x="263862" y="558935"/>
                  </a:lnTo>
                  <a:lnTo>
                    <a:pt x="187346" y="557472"/>
                  </a:lnTo>
                  <a:lnTo>
                    <a:pt x="183008" y="552384"/>
                  </a:lnTo>
                  <a:lnTo>
                    <a:pt x="152358" y="516433"/>
                  </a:lnTo>
                  <a:lnTo>
                    <a:pt x="116432" y="474293"/>
                  </a:lnTo>
                  <a:lnTo>
                    <a:pt x="113789" y="471192"/>
                  </a:lnTo>
                  <a:lnTo>
                    <a:pt x="100290" y="440366"/>
                  </a:lnTo>
                  <a:lnTo>
                    <a:pt x="99339" y="438163"/>
                  </a:lnTo>
                  <a:lnTo>
                    <a:pt x="85884" y="406996"/>
                  </a:lnTo>
                  <a:lnTo>
                    <a:pt x="81554" y="396637"/>
                  </a:lnTo>
                  <a:lnTo>
                    <a:pt x="74060" y="378715"/>
                  </a:lnTo>
                  <a:lnTo>
                    <a:pt x="65247" y="372976"/>
                  </a:lnTo>
                  <a:lnTo>
                    <a:pt x="44252" y="359305"/>
                  </a:lnTo>
                  <a:lnTo>
                    <a:pt x="43553" y="353825"/>
                  </a:lnTo>
                  <a:lnTo>
                    <a:pt x="42270" y="343768"/>
                  </a:lnTo>
                  <a:lnTo>
                    <a:pt x="19111" y="312584"/>
                  </a:lnTo>
                  <a:lnTo>
                    <a:pt x="6124" y="270595"/>
                  </a:lnTo>
                  <a:lnTo>
                    <a:pt x="9501" y="268038"/>
                  </a:lnTo>
                  <a:lnTo>
                    <a:pt x="23432" y="264867"/>
                  </a:lnTo>
                  <a:lnTo>
                    <a:pt x="20623" y="259805"/>
                  </a:lnTo>
                  <a:lnTo>
                    <a:pt x="14576" y="248910"/>
                  </a:lnTo>
                  <a:lnTo>
                    <a:pt x="0" y="222648"/>
                  </a:lnTo>
                  <a:lnTo>
                    <a:pt x="749" y="221515"/>
                  </a:lnTo>
                  <a:lnTo>
                    <a:pt x="4608" y="215681"/>
                  </a:lnTo>
                  <a:lnTo>
                    <a:pt x="15409" y="220306"/>
                  </a:lnTo>
                  <a:lnTo>
                    <a:pt x="34741" y="223670"/>
                  </a:lnTo>
                  <a:lnTo>
                    <a:pt x="53245" y="217815"/>
                  </a:lnTo>
                  <a:lnTo>
                    <a:pt x="69722" y="224879"/>
                  </a:lnTo>
                  <a:lnTo>
                    <a:pt x="71239" y="225529"/>
                  </a:lnTo>
                  <a:lnTo>
                    <a:pt x="77176" y="228074"/>
                  </a:lnTo>
                  <a:lnTo>
                    <a:pt x="83446" y="243674"/>
                  </a:lnTo>
                  <a:lnTo>
                    <a:pt x="90233" y="241964"/>
                  </a:lnTo>
                  <a:lnTo>
                    <a:pt x="109397" y="241153"/>
                  </a:lnTo>
                  <a:lnTo>
                    <a:pt x="135566" y="229264"/>
                  </a:lnTo>
                  <a:lnTo>
                    <a:pt x="158555" y="208869"/>
                  </a:lnTo>
                  <a:lnTo>
                    <a:pt x="175182" y="230580"/>
                  </a:lnTo>
                  <a:lnTo>
                    <a:pt x="176833" y="250589"/>
                  </a:lnTo>
                  <a:lnTo>
                    <a:pt x="177066" y="253420"/>
                  </a:lnTo>
                  <a:lnTo>
                    <a:pt x="183435" y="247035"/>
                  </a:lnTo>
                  <a:lnTo>
                    <a:pt x="217798" y="212583"/>
                  </a:lnTo>
                  <a:lnTo>
                    <a:pt x="220663" y="210510"/>
                  </a:lnTo>
                  <a:lnTo>
                    <a:pt x="224142" y="207990"/>
                  </a:lnTo>
                  <a:lnTo>
                    <a:pt x="226716" y="206854"/>
                  </a:lnTo>
                  <a:lnTo>
                    <a:pt x="246479" y="198127"/>
                  </a:lnTo>
                  <a:lnTo>
                    <a:pt x="270533" y="171107"/>
                  </a:lnTo>
                  <a:lnTo>
                    <a:pt x="272899" y="169023"/>
                  </a:lnTo>
                  <a:lnTo>
                    <a:pt x="279124" y="163541"/>
                  </a:lnTo>
                  <a:lnTo>
                    <a:pt x="295986" y="148720"/>
                  </a:lnTo>
                  <a:lnTo>
                    <a:pt x="299874" y="145302"/>
                  </a:lnTo>
                  <a:lnTo>
                    <a:pt x="315205" y="138142"/>
                  </a:lnTo>
                  <a:lnTo>
                    <a:pt x="326112" y="132017"/>
                  </a:lnTo>
                  <a:lnTo>
                    <a:pt x="333973" y="127604"/>
                  </a:lnTo>
                  <a:lnTo>
                    <a:pt x="345499" y="126148"/>
                  </a:lnTo>
                  <a:lnTo>
                    <a:pt x="357830" y="124590"/>
                  </a:lnTo>
                  <a:lnTo>
                    <a:pt x="368639" y="119919"/>
                  </a:lnTo>
                  <a:lnTo>
                    <a:pt x="368779" y="119409"/>
                  </a:lnTo>
                  <a:lnTo>
                    <a:pt x="375390" y="95382"/>
                  </a:lnTo>
                  <a:lnTo>
                    <a:pt x="372306" y="80070"/>
                  </a:lnTo>
                  <a:lnTo>
                    <a:pt x="355864" y="40495"/>
                  </a:lnTo>
                  <a:lnTo>
                    <a:pt x="432133" y="0"/>
                  </a:lnTo>
                  <a:lnTo>
                    <a:pt x="460505" y="69352"/>
                  </a:lnTo>
                  <a:lnTo>
                    <a:pt x="472664" y="100696"/>
                  </a:lnTo>
                  <a:lnTo>
                    <a:pt x="493459" y="152528"/>
                  </a:lnTo>
                  <a:lnTo>
                    <a:pt x="511257" y="196889"/>
                  </a:lnTo>
                  <a:lnTo>
                    <a:pt x="541621" y="24455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001238" y="3761206"/>
              <a:ext cx="47478" cy="220402"/>
            </a:xfrm>
            <a:custGeom>
              <a:avLst/>
              <a:pathLst>
                <a:path w="47478" h="220402">
                  <a:moveTo>
                    <a:pt x="8223" y="5867"/>
                  </a:moveTo>
                  <a:lnTo>
                    <a:pt x="23818" y="17485"/>
                  </a:lnTo>
                  <a:lnTo>
                    <a:pt x="27254" y="21133"/>
                  </a:lnTo>
                  <a:lnTo>
                    <a:pt x="32321" y="27708"/>
                  </a:lnTo>
                  <a:lnTo>
                    <a:pt x="39938" y="47224"/>
                  </a:lnTo>
                  <a:lnTo>
                    <a:pt x="44957" y="56956"/>
                  </a:lnTo>
                  <a:lnTo>
                    <a:pt x="47478" y="61845"/>
                  </a:lnTo>
                  <a:lnTo>
                    <a:pt x="46195" y="63802"/>
                  </a:lnTo>
                  <a:lnTo>
                    <a:pt x="38872" y="74974"/>
                  </a:lnTo>
                  <a:lnTo>
                    <a:pt x="32276" y="85038"/>
                  </a:lnTo>
                  <a:lnTo>
                    <a:pt x="37477" y="108013"/>
                  </a:lnTo>
                  <a:lnTo>
                    <a:pt x="39677" y="117733"/>
                  </a:lnTo>
                  <a:lnTo>
                    <a:pt x="23817" y="147726"/>
                  </a:lnTo>
                  <a:lnTo>
                    <a:pt x="13244" y="180286"/>
                  </a:lnTo>
                  <a:lnTo>
                    <a:pt x="9279" y="210954"/>
                  </a:lnTo>
                  <a:lnTo>
                    <a:pt x="18308" y="220402"/>
                  </a:lnTo>
                  <a:lnTo>
                    <a:pt x="11617" y="216380"/>
                  </a:lnTo>
                  <a:lnTo>
                    <a:pt x="953" y="209970"/>
                  </a:lnTo>
                  <a:lnTo>
                    <a:pt x="0" y="2093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001238" y="4476868"/>
              <a:ext cx="269328" cy="453241"/>
            </a:xfrm>
            <a:custGeom>
              <a:avLst/>
              <a:pathLst>
                <a:path w="269328" h="453241">
                  <a:moveTo>
                    <a:pt x="3849" y="0"/>
                  </a:moveTo>
                  <a:lnTo>
                    <a:pt x="13365" y="360"/>
                  </a:lnTo>
                  <a:lnTo>
                    <a:pt x="40150" y="9727"/>
                  </a:lnTo>
                  <a:lnTo>
                    <a:pt x="47552" y="13330"/>
                  </a:lnTo>
                  <a:lnTo>
                    <a:pt x="51781" y="19094"/>
                  </a:lnTo>
                  <a:lnTo>
                    <a:pt x="63059" y="28821"/>
                  </a:lnTo>
                  <a:lnTo>
                    <a:pt x="75042" y="29182"/>
                  </a:lnTo>
                  <a:lnTo>
                    <a:pt x="91607" y="26660"/>
                  </a:lnTo>
                  <a:lnTo>
                    <a:pt x="100418" y="21616"/>
                  </a:lnTo>
                  <a:lnTo>
                    <a:pt x="109582" y="17653"/>
                  </a:lnTo>
                  <a:lnTo>
                    <a:pt x="123094" y="8379"/>
                  </a:lnTo>
                  <a:lnTo>
                    <a:pt x="136082" y="50368"/>
                  </a:lnTo>
                  <a:lnTo>
                    <a:pt x="159240" y="81552"/>
                  </a:lnTo>
                  <a:lnTo>
                    <a:pt x="160523" y="91609"/>
                  </a:lnTo>
                  <a:lnTo>
                    <a:pt x="161222" y="97088"/>
                  </a:lnTo>
                  <a:lnTo>
                    <a:pt x="182217" y="110760"/>
                  </a:lnTo>
                  <a:lnTo>
                    <a:pt x="191031" y="116499"/>
                  </a:lnTo>
                  <a:lnTo>
                    <a:pt x="198524" y="134421"/>
                  </a:lnTo>
                  <a:lnTo>
                    <a:pt x="202855" y="144780"/>
                  </a:lnTo>
                  <a:lnTo>
                    <a:pt x="216310" y="175947"/>
                  </a:lnTo>
                  <a:lnTo>
                    <a:pt x="217261" y="178150"/>
                  </a:lnTo>
                  <a:lnTo>
                    <a:pt x="230759" y="208976"/>
                  </a:lnTo>
                  <a:lnTo>
                    <a:pt x="233403" y="212077"/>
                  </a:lnTo>
                  <a:lnTo>
                    <a:pt x="269328" y="254216"/>
                  </a:lnTo>
                  <a:lnTo>
                    <a:pt x="45871" y="258735"/>
                  </a:lnTo>
                  <a:lnTo>
                    <a:pt x="40981" y="427968"/>
                  </a:lnTo>
                  <a:lnTo>
                    <a:pt x="21803" y="453241"/>
                  </a:lnTo>
                  <a:lnTo>
                    <a:pt x="0" y="430153"/>
                  </a:lnTo>
                  <a:lnTo>
                    <a:pt x="0" y="728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001238" y="5250777"/>
              <a:ext cx="1568616" cy="802550"/>
            </a:xfrm>
            <a:custGeom>
              <a:avLst/>
              <a:pathLst>
                <a:path w="1568616" h="802550">
                  <a:moveTo>
                    <a:pt x="213272" y="134736"/>
                  </a:moveTo>
                  <a:lnTo>
                    <a:pt x="263037" y="187361"/>
                  </a:lnTo>
                  <a:lnTo>
                    <a:pt x="143206" y="296884"/>
                  </a:lnTo>
                  <a:lnTo>
                    <a:pt x="95979" y="327147"/>
                  </a:lnTo>
                  <a:lnTo>
                    <a:pt x="182680" y="322104"/>
                  </a:lnTo>
                  <a:lnTo>
                    <a:pt x="436590" y="258746"/>
                  </a:lnTo>
                  <a:lnTo>
                    <a:pt x="496506" y="379437"/>
                  </a:lnTo>
                  <a:lnTo>
                    <a:pt x="374031" y="441585"/>
                  </a:lnTo>
                  <a:lnTo>
                    <a:pt x="200579" y="457057"/>
                  </a:lnTo>
                  <a:lnTo>
                    <a:pt x="103027" y="459728"/>
                  </a:lnTo>
                  <a:lnTo>
                    <a:pt x="117190" y="503387"/>
                  </a:lnTo>
                  <a:lnTo>
                    <a:pt x="172818" y="561426"/>
                  </a:lnTo>
                  <a:lnTo>
                    <a:pt x="158413" y="565302"/>
                  </a:lnTo>
                  <a:lnTo>
                    <a:pt x="105514" y="579535"/>
                  </a:lnTo>
                  <a:lnTo>
                    <a:pt x="70083" y="599085"/>
                  </a:lnTo>
                  <a:lnTo>
                    <a:pt x="63609" y="602658"/>
                  </a:lnTo>
                  <a:lnTo>
                    <a:pt x="81339" y="629434"/>
                  </a:lnTo>
                  <a:lnTo>
                    <a:pt x="107584" y="650631"/>
                  </a:lnTo>
                  <a:lnTo>
                    <a:pt x="134334" y="728353"/>
                  </a:lnTo>
                  <a:lnTo>
                    <a:pt x="130801" y="769738"/>
                  </a:lnTo>
                  <a:lnTo>
                    <a:pt x="245460" y="730662"/>
                  </a:lnTo>
                  <a:lnTo>
                    <a:pt x="345286" y="652465"/>
                  </a:lnTo>
                  <a:lnTo>
                    <a:pt x="330291" y="571530"/>
                  </a:lnTo>
                  <a:lnTo>
                    <a:pt x="574654" y="545619"/>
                  </a:lnTo>
                  <a:lnTo>
                    <a:pt x="612235" y="541635"/>
                  </a:lnTo>
                  <a:lnTo>
                    <a:pt x="617624" y="511840"/>
                  </a:lnTo>
                  <a:lnTo>
                    <a:pt x="748967" y="510201"/>
                  </a:lnTo>
                  <a:lnTo>
                    <a:pt x="799788" y="532386"/>
                  </a:lnTo>
                  <a:lnTo>
                    <a:pt x="823629" y="448025"/>
                  </a:lnTo>
                  <a:lnTo>
                    <a:pt x="889144" y="468766"/>
                  </a:lnTo>
                  <a:lnTo>
                    <a:pt x="844355" y="579886"/>
                  </a:lnTo>
                  <a:lnTo>
                    <a:pt x="864803" y="593261"/>
                  </a:lnTo>
                  <a:lnTo>
                    <a:pt x="905099" y="569283"/>
                  </a:lnTo>
                  <a:lnTo>
                    <a:pt x="975111" y="546516"/>
                  </a:lnTo>
                  <a:lnTo>
                    <a:pt x="1006580" y="512077"/>
                  </a:lnTo>
                  <a:lnTo>
                    <a:pt x="1020929" y="499680"/>
                  </a:lnTo>
                  <a:lnTo>
                    <a:pt x="1032388" y="518849"/>
                  </a:lnTo>
                  <a:lnTo>
                    <a:pt x="1035034" y="523275"/>
                  </a:lnTo>
                  <a:lnTo>
                    <a:pt x="1044190" y="538590"/>
                  </a:lnTo>
                  <a:lnTo>
                    <a:pt x="1023490" y="594427"/>
                  </a:lnTo>
                  <a:lnTo>
                    <a:pt x="976995" y="625830"/>
                  </a:lnTo>
                  <a:lnTo>
                    <a:pt x="1006398" y="640977"/>
                  </a:lnTo>
                  <a:lnTo>
                    <a:pt x="1036826" y="657127"/>
                  </a:lnTo>
                  <a:lnTo>
                    <a:pt x="1137445" y="705019"/>
                  </a:lnTo>
                  <a:lnTo>
                    <a:pt x="1167289" y="607510"/>
                  </a:lnTo>
                  <a:lnTo>
                    <a:pt x="1267337" y="636371"/>
                  </a:lnTo>
                  <a:lnTo>
                    <a:pt x="1257375" y="718092"/>
                  </a:lnTo>
                  <a:lnTo>
                    <a:pt x="1320748" y="739849"/>
                  </a:lnTo>
                  <a:lnTo>
                    <a:pt x="1347322" y="706462"/>
                  </a:lnTo>
                  <a:lnTo>
                    <a:pt x="1450216" y="735826"/>
                  </a:lnTo>
                  <a:lnTo>
                    <a:pt x="1463977" y="750615"/>
                  </a:lnTo>
                  <a:lnTo>
                    <a:pt x="1491630" y="780336"/>
                  </a:lnTo>
                  <a:lnTo>
                    <a:pt x="1568616" y="802550"/>
                  </a:lnTo>
                  <a:lnTo>
                    <a:pt x="0" y="802550"/>
                  </a:lnTo>
                  <a:lnTo>
                    <a:pt x="0" y="201861"/>
                  </a:lnTo>
                  <a:lnTo>
                    <a:pt x="16919" y="196351"/>
                  </a:lnTo>
                  <a:lnTo>
                    <a:pt x="34683" y="143543"/>
                  </a:lnTo>
                  <a:lnTo>
                    <a:pt x="21549" y="113172"/>
                  </a:lnTo>
                  <a:lnTo>
                    <a:pt x="0" y="109939"/>
                  </a:lnTo>
                  <a:lnTo>
                    <a:pt x="0" y="0"/>
                  </a:lnTo>
                  <a:lnTo>
                    <a:pt x="187885" y="1205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67251" y="151077"/>
                  </a:move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lnTo>
                    <a:pt x="742007" y="13468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001238" y="3970604"/>
              <a:ext cx="140402" cy="535446"/>
            </a:xfrm>
            <a:custGeom>
              <a:avLst/>
              <a:pathLst>
                <a:path w="140402" h="535446">
                  <a:moveTo>
                    <a:pt x="953" y="573"/>
                  </a:moveTo>
                  <a:lnTo>
                    <a:pt x="11617" y="6983"/>
                  </a:lnTo>
                  <a:lnTo>
                    <a:pt x="18308" y="11004"/>
                  </a:lnTo>
                  <a:lnTo>
                    <a:pt x="19025" y="11754"/>
                  </a:lnTo>
                  <a:lnTo>
                    <a:pt x="29019" y="22212"/>
                  </a:lnTo>
                  <a:lnTo>
                    <a:pt x="37625" y="31217"/>
                  </a:lnTo>
                  <a:lnTo>
                    <a:pt x="54806" y="52833"/>
                  </a:lnTo>
                  <a:lnTo>
                    <a:pt x="58451" y="57418"/>
                  </a:lnTo>
                  <a:lnTo>
                    <a:pt x="64650" y="60099"/>
                  </a:lnTo>
                  <a:lnTo>
                    <a:pt x="74616" y="66632"/>
                  </a:lnTo>
                  <a:lnTo>
                    <a:pt x="80685" y="69628"/>
                  </a:lnTo>
                  <a:lnTo>
                    <a:pt x="106336" y="78927"/>
                  </a:lnTo>
                  <a:lnTo>
                    <a:pt x="116513" y="81494"/>
                  </a:lnTo>
                  <a:lnTo>
                    <a:pt x="115171" y="89641"/>
                  </a:lnTo>
                  <a:lnTo>
                    <a:pt x="111257" y="113413"/>
                  </a:lnTo>
                  <a:lnTo>
                    <a:pt x="112396" y="125479"/>
                  </a:lnTo>
                  <a:lnTo>
                    <a:pt x="112726" y="136625"/>
                  </a:lnTo>
                  <a:lnTo>
                    <a:pt x="113570" y="143673"/>
                  </a:lnTo>
                  <a:lnTo>
                    <a:pt x="115267" y="157848"/>
                  </a:lnTo>
                  <a:lnTo>
                    <a:pt x="116524" y="168342"/>
                  </a:lnTo>
                  <a:lnTo>
                    <a:pt x="116447" y="171329"/>
                  </a:lnTo>
                  <a:lnTo>
                    <a:pt x="116388" y="173602"/>
                  </a:lnTo>
                  <a:lnTo>
                    <a:pt x="116348" y="175188"/>
                  </a:lnTo>
                  <a:lnTo>
                    <a:pt x="117228" y="179959"/>
                  </a:lnTo>
                  <a:lnTo>
                    <a:pt x="118110" y="184735"/>
                  </a:lnTo>
                  <a:lnTo>
                    <a:pt x="118286" y="199866"/>
                  </a:lnTo>
                  <a:lnTo>
                    <a:pt x="117172" y="211258"/>
                  </a:lnTo>
                  <a:lnTo>
                    <a:pt x="116876" y="214277"/>
                  </a:lnTo>
                  <a:lnTo>
                    <a:pt x="114688" y="219901"/>
                  </a:lnTo>
                  <a:lnTo>
                    <a:pt x="113156" y="223841"/>
                  </a:lnTo>
                  <a:lnTo>
                    <a:pt x="109944" y="232561"/>
                  </a:lnTo>
                  <a:lnTo>
                    <a:pt x="108691" y="235964"/>
                  </a:lnTo>
                  <a:lnTo>
                    <a:pt x="107281" y="241548"/>
                  </a:lnTo>
                  <a:lnTo>
                    <a:pt x="103933" y="268208"/>
                  </a:lnTo>
                  <a:lnTo>
                    <a:pt x="103089" y="279862"/>
                  </a:lnTo>
                  <a:lnTo>
                    <a:pt x="100955" y="286044"/>
                  </a:lnTo>
                  <a:lnTo>
                    <a:pt x="100564" y="288055"/>
                  </a:lnTo>
                  <a:lnTo>
                    <a:pt x="99093" y="295620"/>
                  </a:lnTo>
                  <a:lnTo>
                    <a:pt x="98179" y="300320"/>
                  </a:lnTo>
                  <a:lnTo>
                    <a:pt x="97513" y="312574"/>
                  </a:lnTo>
                  <a:lnTo>
                    <a:pt x="96285" y="335176"/>
                  </a:lnTo>
                  <a:lnTo>
                    <a:pt x="96128" y="351647"/>
                  </a:lnTo>
                  <a:lnTo>
                    <a:pt x="95981" y="367076"/>
                  </a:lnTo>
                  <a:lnTo>
                    <a:pt x="95844" y="381471"/>
                  </a:lnTo>
                  <a:lnTo>
                    <a:pt x="95316" y="389397"/>
                  </a:lnTo>
                  <a:lnTo>
                    <a:pt x="92848" y="395342"/>
                  </a:lnTo>
                  <a:lnTo>
                    <a:pt x="79015" y="411014"/>
                  </a:lnTo>
                  <a:lnTo>
                    <a:pt x="100162" y="436413"/>
                  </a:lnTo>
                  <a:lnTo>
                    <a:pt x="116970" y="466696"/>
                  </a:lnTo>
                  <a:lnTo>
                    <a:pt x="131546" y="492959"/>
                  </a:lnTo>
                  <a:lnTo>
                    <a:pt x="137593" y="503854"/>
                  </a:lnTo>
                  <a:lnTo>
                    <a:pt x="140402" y="508915"/>
                  </a:lnTo>
                  <a:lnTo>
                    <a:pt x="126471" y="512087"/>
                  </a:lnTo>
                  <a:lnTo>
                    <a:pt x="123094" y="514643"/>
                  </a:lnTo>
                  <a:lnTo>
                    <a:pt x="109582" y="523917"/>
                  </a:lnTo>
                  <a:lnTo>
                    <a:pt x="100418" y="527880"/>
                  </a:lnTo>
                  <a:lnTo>
                    <a:pt x="91607" y="532924"/>
                  </a:lnTo>
                  <a:lnTo>
                    <a:pt x="75042" y="535446"/>
                  </a:lnTo>
                  <a:lnTo>
                    <a:pt x="63059" y="535086"/>
                  </a:lnTo>
                  <a:lnTo>
                    <a:pt x="51781" y="525358"/>
                  </a:lnTo>
                  <a:lnTo>
                    <a:pt x="47552" y="519594"/>
                  </a:lnTo>
                  <a:lnTo>
                    <a:pt x="40150" y="515991"/>
                  </a:lnTo>
                  <a:lnTo>
                    <a:pt x="13365" y="506624"/>
                  </a:lnTo>
                  <a:lnTo>
                    <a:pt x="3849" y="506264"/>
                  </a:lnTo>
                  <a:lnTo>
                    <a:pt x="0" y="51355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387218" y="4342"/>
                  </a:moveTo>
                  <a:lnTo>
                    <a:pt x="406966" y="14841"/>
                  </a:ln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64761" y="582252"/>
                  </a:moveTo>
                  <a:lnTo>
                    <a:pt x="29040" y="513081"/>
                  </a:ln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77699" y="693741"/>
                  </a:moveTo>
                  <a:lnTo>
                    <a:pt x="2733635" y="731278"/>
                  </a:ln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42007" y="134680"/>
                  </a:moveTo>
                  <a:lnTo>
                    <a:pt x="767251" y="151077"/>
                  </a:ln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895844" y="493776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528523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8133588" y="523036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8133588" y="550468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95070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8133588" y="577900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238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2081670" y="2057400"/>
            <a:ext cx="2193112" cy="3630168"/>
            <a:chOff x="2081670" y="2057400"/>
            <a:chExt cx="2193112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7469072" y="2057400"/>
            <a:ext cx="3417979" cy="3630168"/>
            <a:chOff x="7469072" y="2057400"/>
            <a:chExt cx="3417979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82472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8873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82472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LIMA: RESULTADO POR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5941" y="1508760"/>
            <a:ext cx="2832927" cy="4544568"/>
            <a:chOff x="1825941" y="1508760"/>
            <a:chExt cx="2832927" cy="4544568"/>
          </a:xfrm>
        </p:grpSpPr>
        <p:sp>
          <p:nvSpPr>
            <p:cNvPr id="6" name="pg3"/>
            <p:cNvSpPr/>
            <p:nvPr/>
          </p:nvSpPr>
          <p:spPr>
            <a:xfrm>
              <a:off x="2142518" y="3910787"/>
              <a:ext cx="231147" cy="80682"/>
            </a:xfrm>
            <a:custGeom>
              <a:avLst/>
              <a:pathLst>
                <a:path w="231147" h="80682">
                  <a:moveTo>
                    <a:pt x="229921" y="48309"/>
                  </a:moveTo>
                  <a:lnTo>
                    <a:pt x="230118" y="48359"/>
                  </a:lnTo>
                  <a:lnTo>
                    <a:pt x="230853" y="48409"/>
                  </a:lnTo>
                  <a:lnTo>
                    <a:pt x="231147" y="48960"/>
                  </a:lnTo>
                  <a:lnTo>
                    <a:pt x="230755" y="48960"/>
                  </a:lnTo>
                  <a:lnTo>
                    <a:pt x="228843" y="49161"/>
                  </a:lnTo>
                  <a:lnTo>
                    <a:pt x="227667" y="49311"/>
                  </a:lnTo>
                  <a:lnTo>
                    <a:pt x="224579" y="49612"/>
                  </a:lnTo>
                  <a:lnTo>
                    <a:pt x="223158" y="49762"/>
                  </a:lnTo>
                  <a:lnTo>
                    <a:pt x="208061" y="51315"/>
                  </a:lnTo>
                  <a:lnTo>
                    <a:pt x="207179" y="51416"/>
                  </a:lnTo>
                  <a:lnTo>
                    <a:pt x="206689" y="51466"/>
                  </a:lnTo>
                  <a:lnTo>
                    <a:pt x="205023" y="51616"/>
                  </a:lnTo>
                  <a:lnTo>
                    <a:pt x="195220" y="52618"/>
                  </a:lnTo>
                  <a:lnTo>
                    <a:pt x="188799" y="53270"/>
                  </a:lnTo>
                  <a:lnTo>
                    <a:pt x="187476" y="53420"/>
                  </a:lnTo>
                  <a:lnTo>
                    <a:pt x="180663" y="54122"/>
                  </a:lnTo>
                  <a:lnTo>
                    <a:pt x="174928" y="54723"/>
                  </a:lnTo>
                  <a:lnTo>
                    <a:pt x="174438" y="54773"/>
                  </a:lnTo>
                  <a:lnTo>
                    <a:pt x="169292" y="55274"/>
                  </a:lnTo>
                  <a:lnTo>
                    <a:pt x="154441" y="56828"/>
                  </a:lnTo>
                  <a:lnTo>
                    <a:pt x="154098" y="56828"/>
                  </a:lnTo>
                  <a:lnTo>
                    <a:pt x="145128" y="57680"/>
                  </a:lnTo>
                  <a:lnTo>
                    <a:pt x="145079" y="57429"/>
                  </a:lnTo>
                  <a:lnTo>
                    <a:pt x="141256" y="57730"/>
                  </a:lnTo>
                  <a:lnTo>
                    <a:pt x="140570" y="57830"/>
                  </a:lnTo>
                  <a:lnTo>
                    <a:pt x="139835" y="57930"/>
                  </a:lnTo>
                  <a:lnTo>
                    <a:pt x="139100" y="57930"/>
                  </a:lnTo>
                  <a:lnTo>
                    <a:pt x="138364" y="57981"/>
                  </a:lnTo>
                  <a:lnTo>
                    <a:pt x="137629" y="57930"/>
                  </a:lnTo>
                  <a:lnTo>
                    <a:pt x="135228" y="57830"/>
                  </a:lnTo>
                  <a:lnTo>
                    <a:pt x="132777" y="57730"/>
                  </a:lnTo>
                  <a:lnTo>
                    <a:pt x="131552" y="57730"/>
                  </a:lnTo>
                  <a:lnTo>
                    <a:pt x="129787" y="57830"/>
                  </a:lnTo>
                  <a:lnTo>
                    <a:pt x="128072" y="58031"/>
                  </a:lnTo>
                  <a:lnTo>
                    <a:pt x="121896" y="59133"/>
                  </a:lnTo>
                  <a:lnTo>
                    <a:pt x="117436" y="59734"/>
                  </a:lnTo>
                  <a:lnTo>
                    <a:pt x="104006" y="62290"/>
                  </a:lnTo>
                  <a:lnTo>
                    <a:pt x="96066" y="63794"/>
                  </a:lnTo>
                  <a:lnTo>
                    <a:pt x="77686" y="67352"/>
                  </a:lnTo>
                  <a:lnTo>
                    <a:pt x="70236" y="68905"/>
                  </a:lnTo>
                  <a:lnTo>
                    <a:pt x="6175" y="80682"/>
                  </a:lnTo>
                  <a:lnTo>
                    <a:pt x="6028" y="80131"/>
                  </a:lnTo>
                  <a:lnTo>
                    <a:pt x="5342" y="77424"/>
                  </a:lnTo>
                  <a:lnTo>
                    <a:pt x="0" y="39890"/>
                  </a:lnTo>
                  <a:lnTo>
                    <a:pt x="55630" y="33826"/>
                  </a:lnTo>
                  <a:lnTo>
                    <a:pt x="63815" y="33826"/>
                  </a:lnTo>
                  <a:lnTo>
                    <a:pt x="80627" y="29817"/>
                  </a:lnTo>
                  <a:lnTo>
                    <a:pt x="99252" y="25357"/>
                  </a:lnTo>
                  <a:lnTo>
                    <a:pt x="228059" y="0"/>
                  </a:lnTo>
                  <a:lnTo>
                    <a:pt x="228157" y="501"/>
                  </a:lnTo>
                  <a:lnTo>
                    <a:pt x="228206" y="1152"/>
                  </a:lnTo>
                  <a:lnTo>
                    <a:pt x="228108" y="2305"/>
                  </a:lnTo>
                  <a:lnTo>
                    <a:pt x="228059" y="2756"/>
                  </a:lnTo>
                  <a:lnTo>
                    <a:pt x="227961" y="3207"/>
                  </a:lnTo>
                  <a:lnTo>
                    <a:pt x="227961" y="3507"/>
                  </a:lnTo>
                  <a:lnTo>
                    <a:pt x="227912" y="4009"/>
                  </a:lnTo>
                  <a:lnTo>
                    <a:pt x="227667" y="6163"/>
                  </a:lnTo>
                  <a:lnTo>
                    <a:pt x="227618" y="6614"/>
                  </a:lnTo>
                  <a:lnTo>
                    <a:pt x="227373" y="8719"/>
                  </a:lnTo>
                  <a:lnTo>
                    <a:pt x="227128" y="11024"/>
                  </a:lnTo>
                  <a:lnTo>
                    <a:pt x="227030" y="11726"/>
                  </a:lnTo>
                  <a:lnTo>
                    <a:pt x="226932" y="12628"/>
                  </a:lnTo>
                  <a:lnTo>
                    <a:pt x="226785" y="13981"/>
                  </a:lnTo>
                  <a:lnTo>
                    <a:pt x="226785" y="14282"/>
                  </a:lnTo>
                  <a:lnTo>
                    <a:pt x="226736" y="14683"/>
                  </a:lnTo>
                  <a:lnTo>
                    <a:pt x="226491" y="16737"/>
                  </a:lnTo>
                  <a:lnTo>
                    <a:pt x="225902" y="22250"/>
                  </a:lnTo>
                  <a:lnTo>
                    <a:pt x="225608" y="25357"/>
                  </a:lnTo>
                  <a:lnTo>
                    <a:pt x="225216" y="28915"/>
                  </a:lnTo>
                  <a:lnTo>
                    <a:pt x="224824" y="32523"/>
                  </a:lnTo>
                  <a:lnTo>
                    <a:pt x="224677" y="34076"/>
                  </a:lnTo>
                  <a:lnTo>
                    <a:pt x="224628" y="34277"/>
                  </a:lnTo>
                  <a:lnTo>
                    <a:pt x="224481" y="35680"/>
                  </a:lnTo>
                  <a:lnTo>
                    <a:pt x="224628" y="35830"/>
                  </a:lnTo>
                  <a:lnTo>
                    <a:pt x="224971" y="36281"/>
                  </a:lnTo>
                  <a:lnTo>
                    <a:pt x="226098" y="37785"/>
                  </a:lnTo>
                  <a:lnTo>
                    <a:pt x="226883" y="38887"/>
                  </a:lnTo>
                  <a:lnTo>
                    <a:pt x="226540" y="39439"/>
                  </a:lnTo>
                  <a:lnTo>
                    <a:pt x="226147" y="40090"/>
                  </a:lnTo>
                  <a:lnTo>
                    <a:pt x="225853" y="40591"/>
                  </a:lnTo>
                  <a:lnTo>
                    <a:pt x="225559" y="41343"/>
                  </a:lnTo>
                  <a:lnTo>
                    <a:pt x="225265" y="42044"/>
                  </a:lnTo>
                  <a:lnTo>
                    <a:pt x="225314" y="42696"/>
                  </a:lnTo>
                  <a:lnTo>
                    <a:pt x="225363" y="43598"/>
                  </a:lnTo>
                  <a:lnTo>
                    <a:pt x="225412" y="43849"/>
                  </a:lnTo>
                  <a:lnTo>
                    <a:pt x="225510" y="44500"/>
                  </a:lnTo>
                  <a:lnTo>
                    <a:pt x="225706" y="45452"/>
                  </a:lnTo>
                  <a:lnTo>
                    <a:pt x="226049" y="45953"/>
                  </a:lnTo>
                  <a:lnTo>
                    <a:pt x="228794" y="47808"/>
                  </a:lnTo>
                  <a:lnTo>
                    <a:pt x="229431" y="48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20769" y="3334735"/>
              <a:ext cx="403527" cy="671617"/>
            </a:xfrm>
            <a:custGeom>
              <a:avLst/>
              <a:pathLst>
                <a:path w="403527" h="671617">
                  <a:moveTo>
                    <a:pt x="96850" y="14182"/>
                  </a:moveTo>
                  <a:lnTo>
                    <a:pt x="96703" y="13881"/>
                  </a:lnTo>
                  <a:lnTo>
                    <a:pt x="96458" y="13430"/>
                  </a:lnTo>
                  <a:lnTo>
                    <a:pt x="96311" y="12979"/>
                  </a:lnTo>
                  <a:lnTo>
                    <a:pt x="96213" y="12678"/>
                  </a:lnTo>
                  <a:lnTo>
                    <a:pt x="96164" y="12528"/>
                  </a:lnTo>
                  <a:lnTo>
                    <a:pt x="98271" y="12428"/>
                  </a:lnTo>
                  <a:lnTo>
                    <a:pt x="98516" y="12377"/>
                  </a:lnTo>
                  <a:lnTo>
                    <a:pt x="100673" y="12277"/>
                  </a:lnTo>
                  <a:lnTo>
                    <a:pt x="101457" y="12327"/>
                  </a:lnTo>
                  <a:lnTo>
                    <a:pt x="102242" y="12177"/>
                  </a:lnTo>
                  <a:lnTo>
                    <a:pt x="103173" y="12027"/>
                  </a:lnTo>
                  <a:lnTo>
                    <a:pt x="104153" y="12027"/>
                  </a:lnTo>
                  <a:lnTo>
                    <a:pt x="105770" y="11926"/>
                  </a:lnTo>
                  <a:lnTo>
                    <a:pt x="107486" y="11977"/>
                  </a:lnTo>
                  <a:lnTo>
                    <a:pt x="108907" y="11977"/>
                  </a:lnTo>
                  <a:lnTo>
                    <a:pt x="110672" y="11826"/>
                  </a:lnTo>
                  <a:lnTo>
                    <a:pt x="113270" y="11576"/>
                  </a:lnTo>
                  <a:lnTo>
                    <a:pt x="115965" y="11375"/>
                  </a:lnTo>
                  <a:lnTo>
                    <a:pt x="120327" y="10373"/>
                  </a:lnTo>
                  <a:lnTo>
                    <a:pt x="122582" y="9671"/>
                  </a:lnTo>
                  <a:lnTo>
                    <a:pt x="126013" y="8719"/>
                  </a:lnTo>
                  <a:lnTo>
                    <a:pt x="126601" y="8569"/>
                  </a:lnTo>
                  <a:lnTo>
                    <a:pt x="128317" y="8118"/>
                  </a:lnTo>
                  <a:lnTo>
                    <a:pt x="130914" y="7316"/>
                  </a:lnTo>
                  <a:lnTo>
                    <a:pt x="132630" y="6414"/>
                  </a:lnTo>
                  <a:lnTo>
                    <a:pt x="135865" y="3808"/>
                  </a:lnTo>
                  <a:lnTo>
                    <a:pt x="137923" y="1753"/>
                  </a:lnTo>
                  <a:lnTo>
                    <a:pt x="138609" y="1353"/>
                  </a:lnTo>
                  <a:lnTo>
                    <a:pt x="139688" y="601"/>
                  </a:lnTo>
                  <a:lnTo>
                    <a:pt x="141011" y="150"/>
                  </a:lnTo>
                  <a:lnTo>
                    <a:pt x="142285" y="0"/>
                  </a:lnTo>
                  <a:lnTo>
                    <a:pt x="143854" y="200"/>
                  </a:lnTo>
                  <a:lnTo>
                    <a:pt x="145128" y="701"/>
                  </a:lnTo>
                  <a:lnTo>
                    <a:pt x="146599" y="1503"/>
                  </a:lnTo>
                  <a:lnTo>
                    <a:pt x="148167" y="2706"/>
                  </a:lnTo>
                  <a:lnTo>
                    <a:pt x="149539" y="3608"/>
                  </a:lnTo>
                  <a:lnTo>
                    <a:pt x="150079" y="4059"/>
                  </a:lnTo>
                  <a:lnTo>
                    <a:pt x="150520" y="4460"/>
                  </a:lnTo>
                  <a:lnTo>
                    <a:pt x="151206" y="5462"/>
                  </a:lnTo>
                  <a:lnTo>
                    <a:pt x="151941" y="6564"/>
                  </a:lnTo>
                  <a:lnTo>
                    <a:pt x="152774" y="7516"/>
                  </a:lnTo>
                  <a:lnTo>
                    <a:pt x="152725" y="7817"/>
                  </a:lnTo>
                  <a:lnTo>
                    <a:pt x="152627" y="8519"/>
                  </a:lnTo>
                  <a:lnTo>
                    <a:pt x="152382" y="9872"/>
                  </a:lnTo>
                  <a:lnTo>
                    <a:pt x="152382" y="10172"/>
                  </a:lnTo>
                  <a:lnTo>
                    <a:pt x="152284" y="11275"/>
                  </a:lnTo>
                  <a:lnTo>
                    <a:pt x="152284" y="11425"/>
                  </a:lnTo>
                  <a:lnTo>
                    <a:pt x="152284" y="12728"/>
                  </a:lnTo>
                  <a:lnTo>
                    <a:pt x="152284" y="12929"/>
                  </a:lnTo>
                  <a:lnTo>
                    <a:pt x="152186" y="13731"/>
                  </a:lnTo>
                  <a:lnTo>
                    <a:pt x="152186" y="14633"/>
                  </a:lnTo>
                  <a:lnTo>
                    <a:pt x="152186" y="15134"/>
                  </a:lnTo>
                  <a:lnTo>
                    <a:pt x="152235" y="15835"/>
                  </a:lnTo>
                  <a:lnTo>
                    <a:pt x="152382" y="16236"/>
                  </a:lnTo>
                  <a:lnTo>
                    <a:pt x="152676" y="16888"/>
                  </a:lnTo>
                  <a:lnTo>
                    <a:pt x="153166" y="17589"/>
                  </a:lnTo>
                  <a:lnTo>
                    <a:pt x="153461" y="17990"/>
                  </a:lnTo>
                  <a:lnTo>
                    <a:pt x="153559" y="18592"/>
                  </a:lnTo>
                  <a:lnTo>
                    <a:pt x="153559" y="18842"/>
                  </a:lnTo>
                  <a:lnTo>
                    <a:pt x="153657" y="20345"/>
                  </a:lnTo>
                  <a:lnTo>
                    <a:pt x="153755" y="21348"/>
                  </a:lnTo>
                  <a:lnTo>
                    <a:pt x="153804" y="21949"/>
                  </a:lnTo>
                  <a:lnTo>
                    <a:pt x="153853" y="22099"/>
                  </a:lnTo>
                  <a:lnTo>
                    <a:pt x="153853" y="22651"/>
                  </a:lnTo>
                  <a:lnTo>
                    <a:pt x="154000" y="23352"/>
                  </a:lnTo>
                  <a:lnTo>
                    <a:pt x="154098" y="24204"/>
                  </a:lnTo>
                  <a:lnTo>
                    <a:pt x="154196" y="24605"/>
                  </a:lnTo>
                  <a:lnTo>
                    <a:pt x="154196" y="25557"/>
                  </a:lnTo>
                  <a:lnTo>
                    <a:pt x="154245" y="26008"/>
                  </a:lnTo>
                  <a:lnTo>
                    <a:pt x="154245" y="27211"/>
                  </a:lnTo>
                  <a:lnTo>
                    <a:pt x="154147" y="27462"/>
                  </a:lnTo>
                  <a:lnTo>
                    <a:pt x="154098" y="27812"/>
                  </a:lnTo>
                  <a:lnTo>
                    <a:pt x="154147" y="28213"/>
                  </a:lnTo>
                  <a:lnTo>
                    <a:pt x="154245" y="28915"/>
                  </a:lnTo>
                  <a:lnTo>
                    <a:pt x="154441" y="29416"/>
                  </a:lnTo>
                  <a:lnTo>
                    <a:pt x="154490" y="29616"/>
                  </a:lnTo>
                  <a:lnTo>
                    <a:pt x="154637" y="30218"/>
                  </a:lnTo>
                  <a:lnTo>
                    <a:pt x="154735" y="30368"/>
                  </a:lnTo>
                  <a:lnTo>
                    <a:pt x="155176" y="31070"/>
                  </a:lnTo>
                  <a:lnTo>
                    <a:pt x="155421" y="31370"/>
                  </a:lnTo>
                  <a:lnTo>
                    <a:pt x="155568" y="31521"/>
                  </a:lnTo>
                  <a:lnTo>
                    <a:pt x="155813" y="31771"/>
                  </a:lnTo>
                  <a:lnTo>
                    <a:pt x="156107" y="32122"/>
                  </a:lnTo>
                  <a:lnTo>
                    <a:pt x="156401" y="32373"/>
                  </a:lnTo>
                  <a:lnTo>
                    <a:pt x="156597" y="32423"/>
                  </a:lnTo>
                  <a:lnTo>
                    <a:pt x="156744" y="32473"/>
                  </a:lnTo>
                  <a:lnTo>
                    <a:pt x="157137" y="32924"/>
                  </a:lnTo>
                  <a:lnTo>
                    <a:pt x="157186" y="33425"/>
                  </a:lnTo>
                  <a:lnTo>
                    <a:pt x="157431" y="34127"/>
                  </a:lnTo>
                  <a:lnTo>
                    <a:pt x="157529" y="34377"/>
                  </a:lnTo>
                  <a:lnTo>
                    <a:pt x="157529" y="34678"/>
                  </a:lnTo>
                  <a:lnTo>
                    <a:pt x="158460" y="35630"/>
                  </a:lnTo>
                  <a:lnTo>
                    <a:pt x="158607" y="35881"/>
                  </a:lnTo>
                  <a:lnTo>
                    <a:pt x="158950" y="36532"/>
                  </a:lnTo>
                  <a:lnTo>
                    <a:pt x="160028" y="38286"/>
                  </a:lnTo>
                  <a:lnTo>
                    <a:pt x="160518" y="39840"/>
                  </a:lnTo>
                  <a:lnTo>
                    <a:pt x="160666" y="40391"/>
                  </a:lnTo>
                  <a:lnTo>
                    <a:pt x="160813" y="41243"/>
                  </a:lnTo>
                  <a:lnTo>
                    <a:pt x="161058" y="42445"/>
                  </a:lnTo>
                  <a:lnTo>
                    <a:pt x="161254" y="42896"/>
                  </a:lnTo>
                  <a:lnTo>
                    <a:pt x="161499" y="43398"/>
                  </a:lnTo>
                  <a:lnTo>
                    <a:pt x="162234" y="43849"/>
                  </a:lnTo>
                  <a:lnTo>
                    <a:pt x="162773" y="44049"/>
                  </a:lnTo>
                  <a:lnTo>
                    <a:pt x="163508" y="44199"/>
                  </a:lnTo>
                  <a:lnTo>
                    <a:pt x="163753" y="44249"/>
                  </a:lnTo>
                  <a:lnTo>
                    <a:pt x="164096" y="44801"/>
                  </a:lnTo>
                  <a:lnTo>
                    <a:pt x="164292" y="45603"/>
                  </a:lnTo>
                  <a:lnTo>
                    <a:pt x="164391" y="46304"/>
                  </a:lnTo>
                  <a:lnTo>
                    <a:pt x="164440" y="47056"/>
                  </a:lnTo>
                  <a:lnTo>
                    <a:pt x="164881" y="47808"/>
                  </a:lnTo>
                  <a:lnTo>
                    <a:pt x="165273" y="48108"/>
                  </a:lnTo>
                  <a:lnTo>
                    <a:pt x="165567" y="48309"/>
                  </a:lnTo>
                  <a:lnTo>
                    <a:pt x="165861" y="48509"/>
                  </a:lnTo>
                  <a:lnTo>
                    <a:pt x="167527" y="48459"/>
                  </a:lnTo>
                  <a:lnTo>
                    <a:pt x="167723" y="48509"/>
                  </a:lnTo>
                  <a:lnTo>
                    <a:pt x="168018" y="48609"/>
                  </a:lnTo>
                  <a:lnTo>
                    <a:pt x="169243" y="49010"/>
                  </a:lnTo>
                  <a:lnTo>
                    <a:pt x="171448" y="49110"/>
                  </a:lnTo>
                  <a:lnTo>
                    <a:pt x="171743" y="49211"/>
                  </a:lnTo>
                  <a:lnTo>
                    <a:pt x="172037" y="49311"/>
                  </a:lnTo>
                  <a:lnTo>
                    <a:pt x="173409" y="49912"/>
                  </a:lnTo>
                  <a:lnTo>
                    <a:pt x="174438" y="50864"/>
                  </a:lnTo>
                  <a:lnTo>
                    <a:pt x="174977" y="51516"/>
                  </a:lnTo>
                  <a:lnTo>
                    <a:pt x="175272" y="51867"/>
                  </a:lnTo>
                  <a:lnTo>
                    <a:pt x="176742" y="53821"/>
                  </a:lnTo>
                  <a:lnTo>
                    <a:pt x="177134" y="54673"/>
                  </a:lnTo>
                  <a:lnTo>
                    <a:pt x="177722" y="55926"/>
                  </a:lnTo>
                  <a:lnTo>
                    <a:pt x="177820" y="56678"/>
                  </a:lnTo>
                  <a:lnTo>
                    <a:pt x="177869" y="56878"/>
                  </a:lnTo>
                  <a:lnTo>
                    <a:pt x="178261" y="58181"/>
                  </a:lnTo>
                  <a:lnTo>
                    <a:pt x="178948" y="58883"/>
                  </a:lnTo>
                  <a:lnTo>
                    <a:pt x="179585" y="59384"/>
                  </a:lnTo>
                  <a:lnTo>
                    <a:pt x="179830" y="59584"/>
                  </a:lnTo>
                  <a:lnTo>
                    <a:pt x="180075" y="59785"/>
                  </a:lnTo>
                  <a:lnTo>
                    <a:pt x="180614" y="60135"/>
                  </a:lnTo>
                  <a:lnTo>
                    <a:pt x="180810" y="60336"/>
                  </a:lnTo>
                  <a:lnTo>
                    <a:pt x="181398" y="60987"/>
                  </a:lnTo>
                  <a:lnTo>
                    <a:pt x="181839" y="61388"/>
                  </a:lnTo>
                  <a:lnTo>
                    <a:pt x="182035" y="61589"/>
                  </a:lnTo>
                  <a:lnTo>
                    <a:pt x="183065" y="62491"/>
                  </a:lnTo>
                  <a:lnTo>
                    <a:pt x="184633" y="63493"/>
                  </a:lnTo>
                  <a:lnTo>
                    <a:pt x="185564" y="64044"/>
                  </a:lnTo>
                  <a:lnTo>
                    <a:pt x="186692" y="65147"/>
                  </a:lnTo>
                  <a:lnTo>
                    <a:pt x="187231" y="65698"/>
                  </a:lnTo>
                  <a:lnTo>
                    <a:pt x="187966" y="66650"/>
                  </a:lnTo>
                  <a:lnTo>
                    <a:pt x="188701" y="67452"/>
                  </a:lnTo>
                  <a:lnTo>
                    <a:pt x="189044" y="68605"/>
                  </a:lnTo>
                  <a:lnTo>
                    <a:pt x="189093" y="68755"/>
                  </a:lnTo>
                  <a:lnTo>
                    <a:pt x="189191" y="69306"/>
                  </a:lnTo>
                  <a:lnTo>
                    <a:pt x="189436" y="70258"/>
                  </a:lnTo>
                  <a:lnTo>
                    <a:pt x="189779" y="70559"/>
                  </a:lnTo>
                  <a:lnTo>
                    <a:pt x="189976" y="70709"/>
                  </a:lnTo>
                  <a:lnTo>
                    <a:pt x="190319" y="71661"/>
                  </a:lnTo>
                  <a:lnTo>
                    <a:pt x="190270" y="72213"/>
                  </a:lnTo>
                  <a:lnTo>
                    <a:pt x="189828" y="72614"/>
                  </a:lnTo>
                  <a:lnTo>
                    <a:pt x="189387" y="73165"/>
                  </a:lnTo>
                  <a:lnTo>
                    <a:pt x="189093" y="73465"/>
                  </a:lnTo>
                  <a:lnTo>
                    <a:pt x="188946" y="73666"/>
                  </a:lnTo>
                  <a:lnTo>
                    <a:pt x="188701" y="73866"/>
                  </a:lnTo>
                  <a:lnTo>
                    <a:pt x="188407" y="74217"/>
                  </a:lnTo>
                  <a:lnTo>
                    <a:pt x="188309" y="74368"/>
                  </a:lnTo>
                  <a:lnTo>
                    <a:pt x="187329" y="75320"/>
                  </a:lnTo>
                  <a:lnTo>
                    <a:pt x="186545" y="75520"/>
                  </a:lnTo>
                  <a:lnTo>
                    <a:pt x="186300" y="75971"/>
                  </a:lnTo>
                  <a:lnTo>
                    <a:pt x="186300" y="76623"/>
                  </a:lnTo>
                  <a:lnTo>
                    <a:pt x="186496" y="77124"/>
                  </a:lnTo>
                  <a:lnTo>
                    <a:pt x="186692" y="77224"/>
                  </a:lnTo>
                  <a:lnTo>
                    <a:pt x="187084" y="77475"/>
                  </a:lnTo>
                  <a:lnTo>
                    <a:pt x="187574" y="77675"/>
                  </a:lnTo>
                  <a:lnTo>
                    <a:pt x="187819" y="77926"/>
                  </a:lnTo>
                  <a:lnTo>
                    <a:pt x="188211" y="78878"/>
                  </a:lnTo>
                  <a:lnTo>
                    <a:pt x="188064" y="79128"/>
                  </a:lnTo>
                  <a:lnTo>
                    <a:pt x="187525" y="80030"/>
                  </a:lnTo>
                  <a:lnTo>
                    <a:pt x="187280" y="80882"/>
                  </a:lnTo>
                  <a:lnTo>
                    <a:pt x="187672" y="81433"/>
                  </a:lnTo>
                  <a:lnTo>
                    <a:pt x="188211" y="82035"/>
                  </a:lnTo>
                  <a:lnTo>
                    <a:pt x="188407" y="82586"/>
                  </a:lnTo>
                  <a:lnTo>
                    <a:pt x="188603" y="83087"/>
                  </a:lnTo>
                  <a:lnTo>
                    <a:pt x="188701" y="83638"/>
                  </a:lnTo>
                  <a:lnTo>
                    <a:pt x="189093" y="84340"/>
                  </a:lnTo>
                  <a:lnTo>
                    <a:pt x="189338" y="85292"/>
                  </a:lnTo>
                  <a:lnTo>
                    <a:pt x="189436" y="86044"/>
                  </a:lnTo>
                  <a:lnTo>
                    <a:pt x="189387" y="86846"/>
                  </a:lnTo>
                  <a:lnTo>
                    <a:pt x="189338" y="87197"/>
                  </a:lnTo>
                  <a:lnTo>
                    <a:pt x="189485" y="87898"/>
                  </a:lnTo>
                  <a:lnTo>
                    <a:pt x="189779" y="88149"/>
                  </a:lnTo>
                  <a:lnTo>
                    <a:pt x="190123" y="88399"/>
                  </a:lnTo>
                  <a:lnTo>
                    <a:pt x="190956" y="88550"/>
                  </a:lnTo>
                  <a:lnTo>
                    <a:pt x="191544" y="88800"/>
                  </a:lnTo>
                  <a:lnTo>
                    <a:pt x="191985" y="88950"/>
                  </a:lnTo>
                  <a:lnTo>
                    <a:pt x="192622" y="89301"/>
                  </a:lnTo>
                  <a:lnTo>
                    <a:pt x="193357" y="89502"/>
                  </a:lnTo>
                  <a:lnTo>
                    <a:pt x="193603" y="89802"/>
                  </a:lnTo>
                  <a:lnTo>
                    <a:pt x="194387" y="90805"/>
                  </a:lnTo>
                  <a:lnTo>
                    <a:pt x="194828" y="91356"/>
                  </a:lnTo>
                  <a:lnTo>
                    <a:pt x="195073" y="91907"/>
                  </a:lnTo>
                  <a:lnTo>
                    <a:pt x="195171" y="92308"/>
                  </a:lnTo>
                  <a:lnTo>
                    <a:pt x="195465" y="92809"/>
                  </a:lnTo>
                  <a:lnTo>
                    <a:pt x="195857" y="93210"/>
                  </a:lnTo>
                  <a:lnTo>
                    <a:pt x="196494" y="93711"/>
                  </a:lnTo>
                  <a:lnTo>
                    <a:pt x="196739" y="94012"/>
                  </a:lnTo>
                  <a:lnTo>
                    <a:pt x="197131" y="94363"/>
                  </a:lnTo>
                  <a:lnTo>
                    <a:pt x="197720" y="94914"/>
                  </a:lnTo>
                  <a:lnTo>
                    <a:pt x="198112" y="95365"/>
                  </a:lnTo>
                  <a:lnTo>
                    <a:pt x="198406" y="95616"/>
                  </a:lnTo>
                  <a:lnTo>
                    <a:pt x="198602" y="95766"/>
                  </a:lnTo>
                  <a:lnTo>
                    <a:pt x="198798" y="96167"/>
                  </a:lnTo>
                  <a:lnTo>
                    <a:pt x="198945" y="96668"/>
                  </a:lnTo>
                  <a:lnTo>
                    <a:pt x="199288" y="97369"/>
                  </a:lnTo>
                  <a:lnTo>
                    <a:pt x="199435" y="97971"/>
                  </a:lnTo>
                  <a:lnTo>
                    <a:pt x="200121" y="98672"/>
                  </a:lnTo>
                  <a:lnTo>
                    <a:pt x="200611" y="99324"/>
                  </a:lnTo>
                  <a:lnTo>
                    <a:pt x="201004" y="99775"/>
                  </a:lnTo>
                  <a:lnTo>
                    <a:pt x="201151" y="100025"/>
                  </a:lnTo>
                  <a:lnTo>
                    <a:pt x="201102" y="100777"/>
                  </a:lnTo>
                  <a:lnTo>
                    <a:pt x="200955" y="101228"/>
                  </a:lnTo>
                  <a:lnTo>
                    <a:pt x="200906" y="102180"/>
                  </a:lnTo>
                  <a:lnTo>
                    <a:pt x="200513" y="103082"/>
                  </a:lnTo>
                  <a:lnTo>
                    <a:pt x="200317" y="103433"/>
                  </a:lnTo>
                  <a:lnTo>
                    <a:pt x="199876" y="104135"/>
                  </a:lnTo>
                  <a:lnTo>
                    <a:pt x="199729" y="104486"/>
                  </a:lnTo>
                  <a:lnTo>
                    <a:pt x="199582" y="105939"/>
                  </a:lnTo>
                  <a:lnTo>
                    <a:pt x="199582" y="107091"/>
                  </a:lnTo>
                  <a:lnTo>
                    <a:pt x="199876" y="108445"/>
                  </a:lnTo>
                  <a:lnTo>
                    <a:pt x="200268" y="109647"/>
                  </a:lnTo>
                  <a:lnTo>
                    <a:pt x="200268" y="109998"/>
                  </a:lnTo>
                  <a:lnTo>
                    <a:pt x="200317" y="110549"/>
                  </a:lnTo>
                  <a:lnTo>
                    <a:pt x="200415" y="111401"/>
                  </a:lnTo>
                  <a:lnTo>
                    <a:pt x="200121" y="112053"/>
                  </a:lnTo>
                  <a:lnTo>
                    <a:pt x="199631" y="112804"/>
                  </a:lnTo>
                  <a:lnTo>
                    <a:pt x="198896" y="113055"/>
                  </a:lnTo>
                  <a:lnTo>
                    <a:pt x="198406" y="114107"/>
                  </a:lnTo>
                  <a:lnTo>
                    <a:pt x="197916" y="114909"/>
                  </a:lnTo>
                  <a:lnTo>
                    <a:pt x="198014" y="115661"/>
                  </a:lnTo>
                  <a:lnTo>
                    <a:pt x="198308" y="117264"/>
                  </a:lnTo>
                  <a:lnTo>
                    <a:pt x="198504" y="119419"/>
                  </a:lnTo>
                  <a:lnTo>
                    <a:pt x="198504" y="120572"/>
                  </a:lnTo>
                  <a:lnTo>
                    <a:pt x="198504" y="121073"/>
                  </a:lnTo>
                  <a:lnTo>
                    <a:pt x="198700" y="121524"/>
                  </a:lnTo>
                  <a:lnTo>
                    <a:pt x="199190" y="122025"/>
                  </a:lnTo>
                  <a:lnTo>
                    <a:pt x="199974" y="122376"/>
                  </a:lnTo>
                  <a:lnTo>
                    <a:pt x="200660" y="122627"/>
                  </a:lnTo>
                  <a:lnTo>
                    <a:pt x="200857" y="122977"/>
                  </a:lnTo>
                  <a:lnTo>
                    <a:pt x="200857" y="123378"/>
                  </a:lnTo>
                  <a:lnTo>
                    <a:pt x="200857" y="124080"/>
                  </a:lnTo>
                  <a:lnTo>
                    <a:pt x="200857" y="124781"/>
                  </a:lnTo>
                  <a:lnTo>
                    <a:pt x="200857" y="124932"/>
                  </a:lnTo>
                  <a:lnTo>
                    <a:pt x="200906" y="125383"/>
                  </a:lnTo>
                  <a:lnTo>
                    <a:pt x="201200" y="125683"/>
                  </a:lnTo>
                  <a:lnTo>
                    <a:pt x="201445" y="126034"/>
                  </a:lnTo>
                  <a:lnTo>
                    <a:pt x="201690" y="126586"/>
                  </a:lnTo>
                  <a:lnTo>
                    <a:pt x="202131" y="126936"/>
                  </a:lnTo>
                  <a:lnTo>
                    <a:pt x="202376" y="126986"/>
                  </a:lnTo>
                  <a:lnTo>
                    <a:pt x="202866" y="127187"/>
                  </a:lnTo>
                  <a:lnTo>
                    <a:pt x="203307" y="127387"/>
                  </a:lnTo>
                  <a:lnTo>
                    <a:pt x="203748" y="127638"/>
                  </a:lnTo>
                  <a:lnTo>
                    <a:pt x="204091" y="127738"/>
                  </a:lnTo>
                  <a:lnTo>
                    <a:pt x="204385" y="127989"/>
                  </a:lnTo>
                  <a:lnTo>
                    <a:pt x="204434" y="128289"/>
                  </a:lnTo>
                  <a:lnTo>
                    <a:pt x="204042" y="128991"/>
                  </a:lnTo>
                  <a:lnTo>
                    <a:pt x="203846" y="129492"/>
                  </a:lnTo>
                  <a:lnTo>
                    <a:pt x="203454" y="130194"/>
                  </a:lnTo>
                  <a:lnTo>
                    <a:pt x="203258" y="130895"/>
                  </a:lnTo>
                  <a:lnTo>
                    <a:pt x="202866" y="131346"/>
                  </a:lnTo>
                  <a:lnTo>
                    <a:pt x="202425" y="132198"/>
                  </a:lnTo>
                  <a:lnTo>
                    <a:pt x="201641" y="132399"/>
                  </a:lnTo>
                  <a:lnTo>
                    <a:pt x="201053" y="132549"/>
                  </a:lnTo>
                  <a:lnTo>
                    <a:pt x="200513" y="132900"/>
                  </a:lnTo>
                  <a:lnTo>
                    <a:pt x="200121" y="133301"/>
                  </a:lnTo>
                  <a:lnTo>
                    <a:pt x="199778" y="133752"/>
                  </a:lnTo>
                  <a:lnTo>
                    <a:pt x="199582" y="134203"/>
                  </a:lnTo>
                  <a:lnTo>
                    <a:pt x="199631" y="134503"/>
                  </a:lnTo>
                  <a:lnTo>
                    <a:pt x="199729" y="135005"/>
                  </a:lnTo>
                  <a:lnTo>
                    <a:pt x="200219" y="135606"/>
                  </a:lnTo>
                  <a:lnTo>
                    <a:pt x="201200" y="136307"/>
                  </a:lnTo>
                  <a:lnTo>
                    <a:pt x="201347" y="136508"/>
                  </a:lnTo>
                  <a:lnTo>
                    <a:pt x="201641" y="136809"/>
                  </a:lnTo>
                  <a:lnTo>
                    <a:pt x="201739" y="137009"/>
                  </a:lnTo>
                  <a:lnTo>
                    <a:pt x="202082" y="138112"/>
                  </a:lnTo>
                  <a:lnTo>
                    <a:pt x="202082" y="138512"/>
                  </a:lnTo>
                  <a:lnTo>
                    <a:pt x="202278" y="138963"/>
                  </a:lnTo>
                  <a:lnTo>
                    <a:pt x="202474" y="139264"/>
                  </a:lnTo>
                  <a:lnTo>
                    <a:pt x="202768" y="139665"/>
                  </a:lnTo>
                  <a:lnTo>
                    <a:pt x="202817" y="139916"/>
                  </a:lnTo>
                  <a:lnTo>
                    <a:pt x="203111" y="140266"/>
                  </a:lnTo>
                  <a:lnTo>
                    <a:pt x="203552" y="140617"/>
                  </a:lnTo>
                  <a:lnTo>
                    <a:pt x="203944" y="140918"/>
                  </a:lnTo>
                  <a:lnTo>
                    <a:pt x="204091" y="141118"/>
                  </a:lnTo>
                  <a:lnTo>
                    <a:pt x="204434" y="141419"/>
                  </a:lnTo>
                  <a:lnTo>
                    <a:pt x="204974" y="142471"/>
                  </a:lnTo>
                  <a:lnTo>
                    <a:pt x="205317" y="143273"/>
                  </a:lnTo>
                  <a:lnTo>
                    <a:pt x="205709" y="144426"/>
                  </a:lnTo>
                  <a:lnTo>
                    <a:pt x="206101" y="145077"/>
                  </a:lnTo>
                  <a:lnTo>
                    <a:pt x="206248" y="145779"/>
                  </a:lnTo>
                  <a:lnTo>
                    <a:pt x="206297" y="146280"/>
                  </a:lnTo>
                  <a:lnTo>
                    <a:pt x="206297" y="146631"/>
                  </a:lnTo>
                  <a:lnTo>
                    <a:pt x="206444" y="147583"/>
                  </a:lnTo>
                  <a:lnTo>
                    <a:pt x="206738" y="149036"/>
                  </a:lnTo>
                  <a:lnTo>
                    <a:pt x="206738" y="150640"/>
                  </a:lnTo>
                  <a:lnTo>
                    <a:pt x="205905" y="152444"/>
                  </a:lnTo>
                  <a:lnTo>
                    <a:pt x="205807" y="153546"/>
                  </a:lnTo>
                  <a:lnTo>
                    <a:pt x="205856" y="154198"/>
                  </a:lnTo>
                  <a:lnTo>
                    <a:pt x="205807" y="155300"/>
                  </a:lnTo>
                  <a:lnTo>
                    <a:pt x="205954" y="156253"/>
                  </a:lnTo>
                  <a:lnTo>
                    <a:pt x="206003" y="157656"/>
                  </a:lnTo>
                  <a:lnTo>
                    <a:pt x="205758" y="159259"/>
                  </a:lnTo>
                  <a:lnTo>
                    <a:pt x="205611" y="160262"/>
                  </a:lnTo>
                  <a:lnTo>
                    <a:pt x="205366" y="161164"/>
                  </a:lnTo>
                  <a:lnTo>
                    <a:pt x="205072" y="161815"/>
                  </a:lnTo>
                  <a:lnTo>
                    <a:pt x="205023" y="162016"/>
                  </a:lnTo>
                  <a:lnTo>
                    <a:pt x="204778" y="162667"/>
                  </a:lnTo>
                  <a:lnTo>
                    <a:pt x="204238" y="164020"/>
                  </a:lnTo>
                  <a:lnTo>
                    <a:pt x="204680" y="164371"/>
                  </a:lnTo>
                  <a:lnTo>
                    <a:pt x="204974" y="164772"/>
                  </a:lnTo>
                  <a:lnTo>
                    <a:pt x="204140" y="166275"/>
                  </a:lnTo>
                  <a:lnTo>
                    <a:pt x="203993" y="167478"/>
                  </a:lnTo>
                  <a:lnTo>
                    <a:pt x="203699" y="168881"/>
                  </a:lnTo>
                  <a:lnTo>
                    <a:pt x="203552" y="170384"/>
                  </a:lnTo>
                  <a:lnTo>
                    <a:pt x="203307" y="170835"/>
                  </a:lnTo>
                  <a:lnTo>
                    <a:pt x="202719" y="172489"/>
                  </a:lnTo>
                  <a:lnTo>
                    <a:pt x="203503" y="172589"/>
                  </a:lnTo>
                  <a:lnTo>
                    <a:pt x="204385" y="171738"/>
                  </a:lnTo>
                  <a:lnTo>
                    <a:pt x="205023" y="170986"/>
                  </a:lnTo>
                  <a:lnTo>
                    <a:pt x="205219" y="170585"/>
                  </a:lnTo>
                  <a:lnTo>
                    <a:pt x="206052" y="168731"/>
                  </a:lnTo>
                  <a:lnTo>
                    <a:pt x="207620" y="169933"/>
                  </a:lnTo>
                  <a:lnTo>
                    <a:pt x="209238" y="171136"/>
                  </a:lnTo>
                  <a:lnTo>
                    <a:pt x="209581" y="171086"/>
                  </a:lnTo>
                  <a:lnTo>
                    <a:pt x="210120" y="170735"/>
                  </a:lnTo>
                  <a:lnTo>
                    <a:pt x="211394" y="169482"/>
                  </a:lnTo>
                  <a:lnTo>
                    <a:pt x="213404" y="170986"/>
                  </a:lnTo>
                  <a:lnTo>
                    <a:pt x="213943" y="172339"/>
                  </a:lnTo>
                  <a:lnTo>
                    <a:pt x="213992" y="172489"/>
                  </a:lnTo>
                  <a:lnTo>
                    <a:pt x="214531" y="172890"/>
                  </a:lnTo>
                  <a:lnTo>
                    <a:pt x="214629" y="173040"/>
                  </a:lnTo>
                  <a:lnTo>
                    <a:pt x="214825" y="173241"/>
                  </a:lnTo>
                  <a:lnTo>
                    <a:pt x="217374" y="175646"/>
                  </a:lnTo>
                  <a:lnTo>
                    <a:pt x="218109" y="175947"/>
                  </a:lnTo>
                  <a:lnTo>
                    <a:pt x="218060" y="176097"/>
                  </a:lnTo>
                  <a:lnTo>
                    <a:pt x="220168" y="176699"/>
                  </a:lnTo>
                  <a:lnTo>
                    <a:pt x="220952" y="176999"/>
                  </a:lnTo>
                  <a:lnTo>
                    <a:pt x="221687" y="177300"/>
                  </a:lnTo>
                  <a:lnTo>
                    <a:pt x="222030" y="177400"/>
                  </a:lnTo>
                  <a:lnTo>
                    <a:pt x="224383" y="177952"/>
                  </a:lnTo>
                  <a:lnTo>
                    <a:pt x="225118" y="178252"/>
                  </a:lnTo>
                  <a:lnTo>
                    <a:pt x="227030" y="179806"/>
                  </a:lnTo>
                  <a:lnTo>
                    <a:pt x="228500" y="181109"/>
                  </a:lnTo>
                  <a:lnTo>
                    <a:pt x="230265" y="182712"/>
                  </a:lnTo>
                  <a:lnTo>
                    <a:pt x="230559" y="183013"/>
                  </a:lnTo>
                  <a:lnTo>
                    <a:pt x="230755" y="183113"/>
                  </a:lnTo>
                  <a:lnTo>
                    <a:pt x="231196" y="183514"/>
                  </a:lnTo>
                  <a:lnTo>
                    <a:pt x="233941" y="186571"/>
                  </a:lnTo>
                  <a:lnTo>
                    <a:pt x="234137" y="186421"/>
                  </a:lnTo>
                  <a:lnTo>
                    <a:pt x="234333" y="186571"/>
                  </a:lnTo>
                  <a:lnTo>
                    <a:pt x="234725" y="186822"/>
                  </a:lnTo>
                  <a:lnTo>
                    <a:pt x="235215" y="187122"/>
                  </a:lnTo>
                  <a:lnTo>
                    <a:pt x="235901" y="187724"/>
                  </a:lnTo>
                  <a:lnTo>
                    <a:pt x="236097" y="187924"/>
                  </a:lnTo>
                  <a:lnTo>
                    <a:pt x="238156" y="186320"/>
                  </a:lnTo>
                  <a:lnTo>
                    <a:pt x="239675" y="188225"/>
                  </a:lnTo>
                  <a:lnTo>
                    <a:pt x="241881" y="190330"/>
                  </a:lnTo>
                  <a:lnTo>
                    <a:pt x="242273" y="190730"/>
                  </a:lnTo>
                  <a:lnTo>
                    <a:pt x="244969" y="193286"/>
                  </a:lnTo>
                  <a:lnTo>
                    <a:pt x="244527" y="193837"/>
                  </a:lnTo>
                  <a:lnTo>
                    <a:pt x="246537" y="195241"/>
                  </a:lnTo>
                  <a:lnTo>
                    <a:pt x="244969" y="197195"/>
                  </a:lnTo>
                  <a:lnTo>
                    <a:pt x="245949" y="197847"/>
                  </a:lnTo>
                  <a:lnTo>
                    <a:pt x="247125" y="198298"/>
                  </a:lnTo>
                  <a:lnTo>
                    <a:pt x="248547" y="198398"/>
                  </a:lnTo>
                  <a:lnTo>
                    <a:pt x="250017" y="198197"/>
                  </a:lnTo>
                  <a:lnTo>
                    <a:pt x="251340" y="197696"/>
                  </a:lnTo>
                  <a:lnTo>
                    <a:pt x="252762" y="196644"/>
                  </a:lnTo>
                  <a:lnTo>
                    <a:pt x="254281" y="197947"/>
                  </a:lnTo>
                  <a:lnTo>
                    <a:pt x="251683" y="200753"/>
                  </a:lnTo>
                  <a:lnTo>
                    <a:pt x="253399" y="202357"/>
                  </a:lnTo>
                  <a:lnTo>
                    <a:pt x="253252" y="202507"/>
                  </a:lnTo>
                  <a:lnTo>
                    <a:pt x="253644" y="202858"/>
                  </a:lnTo>
                  <a:lnTo>
                    <a:pt x="254771" y="205664"/>
                  </a:lnTo>
                  <a:lnTo>
                    <a:pt x="255212" y="206115"/>
                  </a:lnTo>
                  <a:lnTo>
                    <a:pt x="255359" y="206215"/>
                  </a:lnTo>
                  <a:lnTo>
                    <a:pt x="254918" y="206666"/>
                  </a:lnTo>
                  <a:lnTo>
                    <a:pt x="255703" y="207318"/>
                  </a:lnTo>
                  <a:lnTo>
                    <a:pt x="255163" y="207919"/>
                  </a:lnTo>
                  <a:lnTo>
                    <a:pt x="261878" y="213582"/>
                  </a:lnTo>
                  <a:lnTo>
                    <a:pt x="262417" y="213582"/>
                  </a:lnTo>
                  <a:lnTo>
                    <a:pt x="263349" y="214634"/>
                  </a:lnTo>
                  <a:lnTo>
                    <a:pt x="263643" y="214935"/>
                  </a:lnTo>
                  <a:lnTo>
                    <a:pt x="264182" y="215136"/>
                  </a:lnTo>
                  <a:lnTo>
                    <a:pt x="265603" y="216539"/>
                  </a:lnTo>
                  <a:lnTo>
                    <a:pt x="266044" y="216739"/>
                  </a:lnTo>
                  <a:lnTo>
                    <a:pt x="267368" y="218042"/>
                  </a:lnTo>
                  <a:lnTo>
                    <a:pt x="267123" y="218293"/>
                  </a:lnTo>
                  <a:lnTo>
                    <a:pt x="266829" y="218543"/>
                  </a:lnTo>
                  <a:lnTo>
                    <a:pt x="267368" y="218393"/>
                  </a:lnTo>
                  <a:lnTo>
                    <a:pt x="267711" y="218343"/>
                  </a:lnTo>
                  <a:lnTo>
                    <a:pt x="268103" y="218243"/>
                  </a:lnTo>
                  <a:lnTo>
                    <a:pt x="268446" y="218192"/>
                  </a:lnTo>
                  <a:lnTo>
                    <a:pt x="268838" y="218192"/>
                  </a:lnTo>
                  <a:lnTo>
                    <a:pt x="269181" y="218243"/>
                  </a:lnTo>
                  <a:lnTo>
                    <a:pt x="269524" y="218293"/>
                  </a:lnTo>
                  <a:lnTo>
                    <a:pt x="269671" y="218293"/>
                  </a:lnTo>
                  <a:lnTo>
                    <a:pt x="269916" y="218343"/>
                  </a:lnTo>
                  <a:lnTo>
                    <a:pt x="270112" y="218393"/>
                  </a:lnTo>
                  <a:lnTo>
                    <a:pt x="270260" y="218443"/>
                  </a:lnTo>
                  <a:lnTo>
                    <a:pt x="270603" y="218543"/>
                  </a:lnTo>
                  <a:lnTo>
                    <a:pt x="271534" y="218844"/>
                  </a:lnTo>
                  <a:lnTo>
                    <a:pt x="271926" y="219095"/>
                  </a:lnTo>
                  <a:lnTo>
                    <a:pt x="272465" y="219846"/>
                  </a:lnTo>
                  <a:lnTo>
                    <a:pt x="273249" y="221049"/>
                  </a:lnTo>
                  <a:lnTo>
                    <a:pt x="274965" y="221199"/>
                  </a:lnTo>
                  <a:lnTo>
                    <a:pt x="275651" y="221249"/>
                  </a:lnTo>
                  <a:lnTo>
                    <a:pt x="286483" y="222302"/>
                  </a:lnTo>
                  <a:lnTo>
                    <a:pt x="286434" y="223705"/>
                  </a:lnTo>
                  <a:lnTo>
                    <a:pt x="286826" y="223755"/>
                  </a:lnTo>
                  <a:lnTo>
                    <a:pt x="287120" y="223755"/>
                  </a:lnTo>
                  <a:lnTo>
                    <a:pt x="287463" y="223805"/>
                  </a:lnTo>
                  <a:lnTo>
                    <a:pt x="288100" y="223855"/>
                  </a:lnTo>
                  <a:lnTo>
                    <a:pt x="288345" y="223905"/>
                  </a:lnTo>
                  <a:lnTo>
                    <a:pt x="288591" y="223905"/>
                  </a:lnTo>
                  <a:lnTo>
                    <a:pt x="288885" y="223956"/>
                  </a:lnTo>
                  <a:lnTo>
                    <a:pt x="288787" y="225158"/>
                  </a:lnTo>
                  <a:lnTo>
                    <a:pt x="291482" y="225409"/>
                  </a:lnTo>
                  <a:lnTo>
                    <a:pt x="292512" y="225509"/>
                  </a:lnTo>
                  <a:lnTo>
                    <a:pt x="292610" y="226261"/>
                  </a:lnTo>
                  <a:lnTo>
                    <a:pt x="292708" y="226812"/>
                  </a:lnTo>
                  <a:lnTo>
                    <a:pt x="291874" y="227213"/>
                  </a:lnTo>
                  <a:lnTo>
                    <a:pt x="291678" y="227363"/>
                  </a:lnTo>
                  <a:lnTo>
                    <a:pt x="292120" y="228165"/>
                  </a:lnTo>
                  <a:lnTo>
                    <a:pt x="290992" y="229117"/>
                  </a:lnTo>
                  <a:lnTo>
                    <a:pt x="288836" y="231072"/>
                  </a:lnTo>
                  <a:lnTo>
                    <a:pt x="288247" y="231924"/>
                  </a:lnTo>
                  <a:lnTo>
                    <a:pt x="286091" y="231372"/>
                  </a:lnTo>
                  <a:lnTo>
                    <a:pt x="285454" y="231222"/>
                  </a:lnTo>
                  <a:lnTo>
                    <a:pt x="285160" y="231873"/>
                  </a:lnTo>
                  <a:lnTo>
                    <a:pt x="284767" y="232174"/>
                  </a:lnTo>
                  <a:lnTo>
                    <a:pt x="284571" y="232274"/>
                  </a:lnTo>
                  <a:lnTo>
                    <a:pt x="283787" y="232775"/>
                  </a:lnTo>
                  <a:lnTo>
                    <a:pt x="283248" y="233277"/>
                  </a:lnTo>
                  <a:lnTo>
                    <a:pt x="280650" y="234980"/>
                  </a:lnTo>
                  <a:lnTo>
                    <a:pt x="276876" y="237636"/>
                  </a:lnTo>
                  <a:lnTo>
                    <a:pt x="275308" y="238739"/>
                  </a:lnTo>
                  <a:lnTo>
                    <a:pt x="271338" y="241395"/>
                  </a:lnTo>
                  <a:lnTo>
                    <a:pt x="270750" y="241796"/>
                  </a:lnTo>
                  <a:lnTo>
                    <a:pt x="269573" y="242397"/>
                  </a:lnTo>
                  <a:lnTo>
                    <a:pt x="269279" y="242548"/>
                  </a:lnTo>
                  <a:lnTo>
                    <a:pt x="268005" y="242497"/>
                  </a:lnTo>
                  <a:lnTo>
                    <a:pt x="266142" y="241896"/>
                  </a:lnTo>
                  <a:lnTo>
                    <a:pt x="264917" y="241445"/>
                  </a:lnTo>
                  <a:lnTo>
                    <a:pt x="263006" y="240994"/>
                  </a:lnTo>
                  <a:lnTo>
                    <a:pt x="262662" y="241595"/>
                  </a:lnTo>
                  <a:lnTo>
                    <a:pt x="262270" y="242297"/>
                  </a:lnTo>
                  <a:lnTo>
                    <a:pt x="260604" y="245053"/>
                  </a:lnTo>
                  <a:lnTo>
                    <a:pt x="258594" y="244402"/>
                  </a:lnTo>
                  <a:lnTo>
                    <a:pt x="257957" y="244251"/>
                  </a:lnTo>
                  <a:lnTo>
                    <a:pt x="256585" y="243750"/>
                  </a:lnTo>
                  <a:lnTo>
                    <a:pt x="256193" y="244853"/>
                  </a:lnTo>
                  <a:lnTo>
                    <a:pt x="255850" y="244752"/>
                  </a:lnTo>
                  <a:lnTo>
                    <a:pt x="255555" y="245655"/>
                  </a:lnTo>
                  <a:lnTo>
                    <a:pt x="255408" y="245655"/>
                  </a:lnTo>
                  <a:lnTo>
                    <a:pt x="255163" y="245755"/>
                  </a:lnTo>
                  <a:lnTo>
                    <a:pt x="254281" y="246206"/>
                  </a:lnTo>
                  <a:lnTo>
                    <a:pt x="253840" y="246356"/>
                  </a:lnTo>
                  <a:lnTo>
                    <a:pt x="253693" y="246406"/>
                  </a:lnTo>
                  <a:lnTo>
                    <a:pt x="253399" y="246557"/>
                  </a:lnTo>
                  <a:lnTo>
                    <a:pt x="253105" y="246657"/>
                  </a:lnTo>
                  <a:lnTo>
                    <a:pt x="252811" y="246406"/>
                  </a:lnTo>
                  <a:lnTo>
                    <a:pt x="252517" y="246156"/>
                  </a:lnTo>
                  <a:lnTo>
                    <a:pt x="252272" y="245655"/>
                  </a:lnTo>
                  <a:lnTo>
                    <a:pt x="252027" y="245254"/>
                  </a:lnTo>
                  <a:lnTo>
                    <a:pt x="251879" y="245053"/>
                  </a:lnTo>
                  <a:lnTo>
                    <a:pt x="252174" y="244602"/>
                  </a:lnTo>
                  <a:lnTo>
                    <a:pt x="249919" y="243700"/>
                  </a:lnTo>
                  <a:lnTo>
                    <a:pt x="251438" y="239240"/>
                  </a:lnTo>
                  <a:lnTo>
                    <a:pt x="250311" y="239140"/>
                  </a:lnTo>
                  <a:lnTo>
                    <a:pt x="249331" y="239040"/>
                  </a:lnTo>
                  <a:lnTo>
                    <a:pt x="246537" y="238538"/>
                  </a:lnTo>
                  <a:lnTo>
                    <a:pt x="244233" y="243600"/>
                  </a:lnTo>
                  <a:lnTo>
                    <a:pt x="243400" y="243049"/>
                  </a:lnTo>
                  <a:lnTo>
                    <a:pt x="238450" y="241044"/>
                  </a:lnTo>
                  <a:lnTo>
                    <a:pt x="237028" y="244803"/>
                  </a:lnTo>
                  <a:lnTo>
                    <a:pt x="232323" y="243500"/>
                  </a:lnTo>
                  <a:lnTo>
                    <a:pt x="232127" y="244101"/>
                  </a:lnTo>
                  <a:lnTo>
                    <a:pt x="230608" y="243650"/>
                  </a:lnTo>
                  <a:lnTo>
                    <a:pt x="230265" y="243550"/>
                  </a:lnTo>
                  <a:lnTo>
                    <a:pt x="229823" y="243700"/>
                  </a:lnTo>
                  <a:lnTo>
                    <a:pt x="228892" y="244151"/>
                  </a:lnTo>
                  <a:lnTo>
                    <a:pt x="228647" y="244452"/>
                  </a:lnTo>
                  <a:lnTo>
                    <a:pt x="227912" y="244352"/>
                  </a:lnTo>
                  <a:lnTo>
                    <a:pt x="226785" y="244201"/>
                  </a:lnTo>
                  <a:lnTo>
                    <a:pt x="223697" y="243850"/>
                  </a:lnTo>
                  <a:lnTo>
                    <a:pt x="221001" y="243850"/>
                  </a:lnTo>
                  <a:lnTo>
                    <a:pt x="219727" y="242948"/>
                  </a:lnTo>
                  <a:lnTo>
                    <a:pt x="219335" y="242648"/>
                  </a:lnTo>
                  <a:lnTo>
                    <a:pt x="218746" y="242347"/>
                  </a:lnTo>
                  <a:lnTo>
                    <a:pt x="216884" y="241645"/>
                  </a:lnTo>
                  <a:lnTo>
                    <a:pt x="216296" y="242748"/>
                  </a:lnTo>
                  <a:lnTo>
                    <a:pt x="215217" y="244803"/>
                  </a:lnTo>
                  <a:lnTo>
                    <a:pt x="214874" y="245454"/>
                  </a:lnTo>
                  <a:lnTo>
                    <a:pt x="214384" y="246306"/>
                  </a:lnTo>
                  <a:lnTo>
                    <a:pt x="211247" y="251418"/>
                  </a:lnTo>
                  <a:lnTo>
                    <a:pt x="210267" y="253071"/>
                  </a:lnTo>
                  <a:lnTo>
                    <a:pt x="210169" y="253222"/>
                  </a:lnTo>
                  <a:lnTo>
                    <a:pt x="210218" y="253572"/>
                  </a:lnTo>
                  <a:lnTo>
                    <a:pt x="210463" y="253973"/>
                  </a:lnTo>
                  <a:lnTo>
                    <a:pt x="210561" y="254124"/>
                  </a:lnTo>
                  <a:lnTo>
                    <a:pt x="211394" y="255076"/>
                  </a:lnTo>
                  <a:lnTo>
                    <a:pt x="211296" y="255376"/>
                  </a:lnTo>
                  <a:lnTo>
                    <a:pt x="211247" y="255577"/>
                  </a:lnTo>
                  <a:lnTo>
                    <a:pt x="210855" y="256730"/>
                  </a:lnTo>
                  <a:lnTo>
                    <a:pt x="210708" y="257030"/>
                  </a:lnTo>
                  <a:lnTo>
                    <a:pt x="210610" y="257431"/>
                  </a:lnTo>
                  <a:lnTo>
                    <a:pt x="209630" y="259085"/>
                  </a:lnTo>
                  <a:lnTo>
                    <a:pt x="209287" y="259636"/>
                  </a:lnTo>
                  <a:lnTo>
                    <a:pt x="208895" y="260689"/>
                  </a:lnTo>
                  <a:lnTo>
                    <a:pt x="208797" y="261089"/>
                  </a:lnTo>
                  <a:lnTo>
                    <a:pt x="208012" y="263745"/>
                  </a:lnTo>
                  <a:lnTo>
                    <a:pt x="207277" y="264848"/>
                  </a:lnTo>
                  <a:lnTo>
                    <a:pt x="206297" y="266051"/>
                  </a:lnTo>
                  <a:lnTo>
                    <a:pt x="205905" y="266452"/>
                  </a:lnTo>
                  <a:lnTo>
                    <a:pt x="205856" y="266652"/>
                  </a:lnTo>
                  <a:lnTo>
                    <a:pt x="205415" y="268055"/>
                  </a:lnTo>
                  <a:lnTo>
                    <a:pt x="205170" y="269208"/>
                  </a:lnTo>
                  <a:lnTo>
                    <a:pt x="205023" y="269408"/>
                  </a:lnTo>
                  <a:lnTo>
                    <a:pt x="204680" y="269809"/>
                  </a:lnTo>
                  <a:lnTo>
                    <a:pt x="204238" y="270561"/>
                  </a:lnTo>
                  <a:lnTo>
                    <a:pt x="200709" y="275021"/>
                  </a:lnTo>
                  <a:lnTo>
                    <a:pt x="200268" y="275572"/>
                  </a:lnTo>
                  <a:lnTo>
                    <a:pt x="199778" y="276374"/>
                  </a:lnTo>
                  <a:lnTo>
                    <a:pt x="199778" y="276825"/>
                  </a:lnTo>
                  <a:lnTo>
                    <a:pt x="199778" y="278228"/>
                  </a:lnTo>
                  <a:lnTo>
                    <a:pt x="199778" y="278579"/>
                  </a:lnTo>
                  <a:lnTo>
                    <a:pt x="199680" y="279732"/>
                  </a:lnTo>
                  <a:lnTo>
                    <a:pt x="199484" y="280934"/>
                  </a:lnTo>
                  <a:lnTo>
                    <a:pt x="199141" y="280934"/>
                  </a:lnTo>
                  <a:lnTo>
                    <a:pt x="199043" y="281135"/>
                  </a:lnTo>
                  <a:lnTo>
                    <a:pt x="199239" y="283941"/>
                  </a:lnTo>
                  <a:lnTo>
                    <a:pt x="199288" y="284091"/>
                  </a:lnTo>
                  <a:lnTo>
                    <a:pt x="199337" y="284292"/>
                  </a:lnTo>
                  <a:lnTo>
                    <a:pt x="199680" y="284793"/>
                  </a:lnTo>
                  <a:lnTo>
                    <a:pt x="199925" y="285144"/>
                  </a:lnTo>
                  <a:lnTo>
                    <a:pt x="200170" y="285444"/>
                  </a:lnTo>
                  <a:lnTo>
                    <a:pt x="200317" y="285695"/>
                  </a:lnTo>
                  <a:lnTo>
                    <a:pt x="200562" y="286096"/>
                  </a:lnTo>
                  <a:lnTo>
                    <a:pt x="200709" y="286547"/>
                  </a:lnTo>
                  <a:lnTo>
                    <a:pt x="200758" y="286848"/>
                  </a:lnTo>
                  <a:lnTo>
                    <a:pt x="200955" y="287549"/>
                  </a:lnTo>
                  <a:lnTo>
                    <a:pt x="201004" y="288301"/>
                  </a:lnTo>
                  <a:lnTo>
                    <a:pt x="200955" y="288802"/>
                  </a:lnTo>
                  <a:lnTo>
                    <a:pt x="200709" y="289353"/>
                  </a:lnTo>
                  <a:lnTo>
                    <a:pt x="200268" y="290857"/>
                  </a:lnTo>
                  <a:lnTo>
                    <a:pt x="201690" y="290406"/>
                  </a:lnTo>
                  <a:lnTo>
                    <a:pt x="202866" y="290005"/>
                  </a:lnTo>
                  <a:lnTo>
                    <a:pt x="203405" y="291207"/>
                  </a:lnTo>
                  <a:lnTo>
                    <a:pt x="203748" y="292059"/>
                  </a:lnTo>
                  <a:lnTo>
                    <a:pt x="204484" y="291809"/>
                  </a:lnTo>
                  <a:lnTo>
                    <a:pt x="204631" y="291759"/>
                  </a:lnTo>
                  <a:lnTo>
                    <a:pt x="204876" y="292561"/>
                  </a:lnTo>
                  <a:lnTo>
                    <a:pt x="208110" y="294565"/>
                  </a:lnTo>
                  <a:lnTo>
                    <a:pt x="209238" y="295217"/>
                  </a:lnTo>
                  <a:lnTo>
                    <a:pt x="210022" y="295367"/>
                  </a:lnTo>
                  <a:lnTo>
                    <a:pt x="211983" y="296119"/>
                  </a:lnTo>
                  <a:lnTo>
                    <a:pt x="215855" y="297672"/>
                  </a:lnTo>
                  <a:lnTo>
                    <a:pt x="217962" y="298524"/>
                  </a:lnTo>
                  <a:lnTo>
                    <a:pt x="226147" y="301982"/>
                  </a:lnTo>
                  <a:lnTo>
                    <a:pt x="227275" y="302433"/>
                  </a:lnTo>
                  <a:lnTo>
                    <a:pt x="228108" y="302784"/>
                  </a:lnTo>
                  <a:lnTo>
                    <a:pt x="228745" y="303034"/>
                  </a:lnTo>
                  <a:lnTo>
                    <a:pt x="229284" y="303485"/>
                  </a:lnTo>
                  <a:lnTo>
                    <a:pt x="229578" y="303736"/>
                  </a:lnTo>
                  <a:lnTo>
                    <a:pt x="229872" y="303585"/>
                  </a:lnTo>
                  <a:lnTo>
                    <a:pt x="230951" y="303034"/>
                  </a:lnTo>
                  <a:lnTo>
                    <a:pt x="231049" y="303285"/>
                  </a:lnTo>
                  <a:lnTo>
                    <a:pt x="231539" y="304237"/>
                  </a:lnTo>
                  <a:lnTo>
                    <a:pt x="231245" y="304387"/>
                  </a:lnTo>
                  <a:lnTo>
                    <a:pt x="231539" y="304938"/>
                  </a:lnTo>
                  <a:lnTo>
                    <a:pt x="232813" y="304287"/>
                  </a:lnTo>
                  <a:lnTo>
                    <a:pt x="233058" y="304788"/>
                  </a:lnTo>
                  <a:lnTo>
                    <a:pt x="232813" y="304989"/>
                  </a:lnTo>
                  <a:lnTo>
                    <a:pt x="232911" y="305139"/>
                  </a:lnTo>
                  <a:lnTo>
                    <a:pt x="233156" y="305640"/>
                  </a:lnTo>
                  <a:lnTo>
                    <a:pt x="234529" y="304938"/>
                  </a:lnTo>
                  <a:lnTo>
                    <a:pt x="234970" y="305690"/>
                  </a:lnTo>
                  <a:lnTo>
                    <a:pt x="235166" y="305590"/>
                  </a:lnTo>
                  <a:lnTo>
                    <a:pt x="235950" y="305189"/>
                  </a:lnTo>
                  <a:lnTo>
                    <a:pt x="236685" y="306642"/>
                  </a:lnTo>
                  <a:lnTo>
                    <a:pt x="237470" y="306241"/>
                  </a:lnTo>
                  <a:lnTo>
                    <a:pt x="237568" y="306492"/>
                  </a:lnTo>
                  <a:lnTo>
                    <a:pt x="237960" y="307093"/>
                  </a:lnTo>
                  <a:lnTo>
                    <a:pt x="238940" y="306592"/>
                  </a:lnTo>
                  <a:lnTo>
                    <a:pt x="239675" y="308045"/>
                  </a:lnTo>
                  <a:lnTo>
                    <a:pt x="241146" y="307294"/>
                  </a:lnTo>
                  <a:lnTo>
                    <a:pt x="241293" y="307544"/>
                  </a:lnTo>
                  <a:lnTo>
                    <a:pt x="241587" y="308146"/>
                  </a:lnTo>
                  <a:lnTo>
                    <a:pt x="241685" y="308346"/>
                  </a:lnTo>
                  <a:lnTo>
                    <a:pt x="242322" y="308045"/>
                  </a:lnTo>
                  <a:lnTo>
                    <a:pt x="242910" y="309098"/>
                  </a:lnTo>
                  <a:lnTo>
                    <a:pt x="243694" y="308697"/>
                  </a:lnTo>
                  <a:lnTo>
                    <a:pt x="244478" y="310250"/>
                  </a:lnTo>
                  <a:lnTo>
                    <a:pt x="245557" y="309699"/>
                  </a:lnTo>
                  <a:lnTo>
                    <a:pt x="245900" y="310351"/>
                  </a:lnTo>
                  <a:lnTo>
                    <a:pt x="246929" y="309799"/>
                  </a:lnTo>
                  <a:lnTo>
                    <a:pt x="247321" y="310601"/>
                  </a:lnTo>
                  <a:lnTo>
                    <a:pt x="247468" y="310952"/>
                  </a:lnTo>
                  <a:lnTo>
                    <a:pt x="247664" y="310852"/>
                  </a:lnTo>
                  <a:lnTo>
                    <a:pt x="248498" y="310401"/>
                  </a:lnTo>
                  <a:lnTo>
                    <a:pt x="249282" y="311654"/>
                  </a:lnTo>
                  <a:lnTo>
                    <a:pt x="249968" y="311303"/>
                  </a:lnTo>
                  <a:lnTo>
                    <a:pt x="250899" y="312606"/>
                  </a:lnTo>
                  <a:lnTo>
                    <a:pt x="251389" y="312606"/>
                  </a:lnTo>
                  <a:lnTo>
                    <a:pt x="252223" y="312556"/>
                  </a:lnTo>
                  <a:lnTo>
                    <a:pt x="252419" y="312957"/>
                  </a:lnTo>
                  <a:lnTo>
                    <a:pt x="253301" y="312506"/>
                  </a:lnTo>
                  <a:lnTo>
                    <a:pt x="253938" y="313708"/>
                  </a:lnTo>
                  <a:lnTo>
                    <a:pt x="254820" y="313257"/>
                  </a:lnTo>
                  <a:lnTo>
                    <a:pt x="254967" y="313157"/>
                  </a:lnTo>
                  <a:lnTo>
                    <a:pt x="255212" y="313257"/>
                  </a:lnTo>
                  <a:lnTo>
                    <a:pt x="256879" y="314009"/>
                  </a:lnTo>
                  <a:lnTo>
                    <a:pt x="257810" y="314360"/>
                  </a:lnTo>
                  <a:lnTo>
                    <a:pt x="259820" y="315162"/>
                  </a:lnTo>
                  <a:lnTo>
                    <a:pt x="262270" y="316114"/>
                  </a:lnTo>
                  <a:lnTo>
                    <a:pt x="262466" y="316214"/>
                  </a:lnTo>
                  <a:lnTo>
                    <a:pt x="263251" y="316515"/>
                  </a:lnTo>
                  <a:lnTo>
                    <a:pt x="264525" y="317016"/>
                  </a:lnTo>
                  <a:lnTo>
                    <a:pt x="266289" y="317717"/>
                  </a:lnTo>
                  <a:lnTo>
                    <a:pt x="266633" y="317918"/>
                  </a:lnTo>
                  <a:lnTo>
                    <a:pt x="268397" y="318770"/>
                  </a:lnTo>
                  <a:lnTo>
                    <a:pt x="269181" y="319171"/>
                  </a:lnTo>
                  <a:lnTo>
                    <a:pt x="270309" y="319672"/>
                  </a:lnTo>
                  <a:lnTo>
                    <a:pt x="273200" y="320975"/>
                  </a:lnTo>
                  <a:lnTo>
                    <a:pt x="273788" y="320023"/>
                  </a:lnTo>
                  <a:lnTo>
                    <a:pt x="277366" y="321927"/>
                  </a:lnTo>
                  <a:lnTo>
                    <a:pt x="278249" y="322628"/>
                  </a:lnTo>
                  <a:lnTo>
                    <a:pt x="280993" y="321275"/>
                  </a:lnTo>
                  <a:lnTo>
                    <a:pt x="281925" y="323280"/>
                  </a:lnTo>
                  <a:lnTo>
                    <a:pt x="284473" y="328642"/>
                  </a:lnTo>
                  <a:lnTo>
                    <a:pt x="287071" y="329694"/>
                  </a:lnTo>
                  <a:lnTo>
                    <a:pt x="286777" y="330446"/>
                  </a:lnTo>
                  <a:lnTo>
                    <a:pt x="286630" y="330697"/>
                  </a:lnTo>
                  <a:lnTo>
                    <a:pt x="290208" y="332250"/>
                  </a:lnTo>
                  <a:lnTo>
                    <a:pt x="290208" y="332401"/>
                  </a:lnTo>
                  <a:lnTo>
                    <a:pt x="290061" y="332801"/>
                  </a:lnTo>
                  <a:lnTo>
                    <a:pt x="289326" y="335107"/>
                  </a:lnTo>
                  <a:lnTo>
                    <a:pt x="289228" y="335357"/>
                  </a:lnTo>
                  <a:lnTo>
                    <a:pt x="289032" y="335908"/>
                  </a:lnTo>
                  <a:lnTo>
                    <a:pt x="288885" y="336410"/>
                  </a:lnTo>
                  <a:lnTo>
                    <a:pt x="289277" y="336710"/>
                  </a:lnTo>
                  <a:lnTo>
                    <a:pt x="290453" y="337512"/>
                  </a:lnTo>
                  <a:lnTo>
                    <a:pt x="291237" y="338113"/>
                  </a:lnTo>
                  <a:lnTo>
                    <a:pt x="295845" y="338615"/>
                  </a:lnTo>
                  <a:lnTo>
                    <a:pt x="298540" y="339366"/>
                  </a:lnTo>
                  <a:lnTo>
                    <a:pt x="297413" y="342122"/>
                  </a:lnTo>
                  <a:lnTo>
                    <a:pt x="298197" y="343025"/>
                  </a:lnTo>
                  <a:lnTo>
                    <a:pt x="299324" y="344327"/>
                  </a:lnTo>
                  <a:lnTo>
                    <a:pt x="300501" y="345380"/>
                  </a:lnTo>
                  <a:lnTo>
                    <a:pt x="300942" y="345981"/>
                  </a:lnTo>
                  <a:lnTo>
                    <a:pt x="301040" y="346132"/>
                  </a:lnTo>
                  <a:lnTo>
                    <a:pt x="301236" y="346031"/>
                  </a:lnTo>
                  <a:lnTo>
                    <a:pt x="307461" y="342924"/>
                  </a:lnTo>
                  <a:lnTo>
                    <a:pt x="308539" y="342423"/>
                  </a:lnTo>
                  <a:lnTo>
                    <a:pt x="310303" y="340870"/>
                  </a:lnTo>
                  <a:lnTo>
                    <a:pt x="310549" y="340870"/>
                  </a:lnTo>
                  <a:lnTo>
                    <a:pt x="311235" y="341772"/>
                  </a:lnTo>
                  <a:lnTo>
                    <a:pt x="311823" y="342523"/>
                  </a:lnTo>
                  <a:lnTo>
                    <a:pt x="312117" y="342924"/>
                  </a:lnTo>
                  <a:lnTo>
                    <a:pt x="312264" y="343175"/>
                  </a:lnTo>
                  <a:lnTo>
                    <a:pt x="310843" y="344327"/>
                  </a:lnTo>
                  <a:lnTo>
                    <a:pt x="312117" y="347184"/>
                  </a:lnTo>
                  <a:lnTo>
                    <a:pt x="313538" y="350391"/>
                  </a:lnTo>
                  <a:lnTo>
                    <a:pt x="314519" y="349940"/>
                  </a:lnTo>
                  <a:lnTo>
                    <a:pt x="314617" y="350090"/>
                  </a:lnTo>
                  <a:lnTo>
                    <a:pt x="315401" y="351995"/>
                  </a:lnTo>
                  <a:lnTo>
                    <a:pt x="315646" y="352496"/>
                  </a:lnTo>
                  <a:lnTo>
                    <a:pt x="316528" y="352095"/>
                  </a:lnTo>
                  <a:lnTo>
                    <a:pt x="317361" y="351644"/>
                  </a:lnTo>
                  <a:lnTo>
                    <a:pt x="317852" y="352847"/>
                  </a:lnTo>
                  <a:lnTo>
                    <a:pt x="318097" y="353448"/>
                  </a:lnTo>
                  <a:lnTo>
                    <a:pt x="319175" y="352997"/>
                  </a:lnTo>
                  <a:lnTo>
                    <a:pt x="319420" y="353598"/>
                  </a:lnTo>
                  <a:lnTo>
                    <a:pt x="319567" y="353899"/>
                  </a:lnTo>
                  <a:lnTo>
                    <a:pt x="319714" y="354200"/>
                  </a:lnTo>
                  <a:lnTo>
                    <a:pt x="319861" y="354500"/>
                  </a:lnTo>
                  <a:lnTo>
                    <a:pt x="319959" y="354851"/>
                  </a:lnTo>
                  <a:lnTo>
                    <a:pt x="320106" y="355152"/>
                  </a:lnTo>
                  <a:lnTo>
                    <a:pt x="320253" y="355453"/>
                  </a:lnTo>
                  <a:lnTo>
                    <a:pt x="320400" y="355803"/>
                  </a:lnTo>
                  <a:lnTo>
                    <a:pt x="319616" y="356355"/>
                  </a:lnTo>
                  <a:lnTo>
                    <a:pt x="319469" y="356054"/>
                  </a:lnTo>
                  <a:lnTo>
                    <a:pt x="319224" y="356154"/>
                  </a:lnTo>
                  <a:lnTo>
                    <a:pt x="319028" y="356254"/>
                  </a:lnTo>
                  <a:lnTo>
                    <a:pt x="316969" y="357307"/>
                  </a:lnTo>
                  <a:lnTo>
                    <a:pt x="318097" y="359812"/>
                  </a:lnTo>
                  <a:lnTo>
                    <a:pt x="318244" y="359762"/>
                  </a:lnTo>
                  <a:lnTo>
                    <a:pt x="323341" y="357557"/>
                  </a:lnTo>
                  <a:lnTo>
                    <a:pt x="324223" y="359812"/>
                  </a:lnTo>
                  <a:lnTo>
                    <a:pt x="324713" y="363020"/>
                  </a:lnTo>
                  <a:lnTo>
                    <a:pt x="325057" y="364273"/>
                  </a:lnTo>
                  <a:lnTo>
                    <a:pt x="325743" y="364573"/>
                  </a:lnTo>
                  <a:lnTo>
                    <a:pt x="326821" y="364473"/>
                  </a:lnTo>
                  <a:lnTo>
                    <a:pt x="332507" y="363922"/>
                  </a:lnTo>
                  <a:lnTo>
                    <a:pt x="332899" y="366628"/>
                  </a:lnTo>
                  <a:lnTo>
                    <a:pt x="332997" y="367129"/>
                  </a:lnTo>
                  <a:lnTo>
                    <a:pt x="337114" y="366678"/>
                  </a:lnTo>
                  <a:lnTo>
                    <a:pt x="337702" y="371489"/>
                  </a:lnTo>
                  <a:lnTo>
                    <a:pt x="339172" y="374947"/>
                  </a:lnTo>
                  <a:lnTo>
                    <a:pt x="339368" y="375047"/>
                  </a:lnTo>
                  <a:lnTo>
                    <a:pt x="341476" y="376049"/>
                  </a:lnTo>
                  <a:lnTo>
                    <a:pt x="342113" y="376701"/>
                  </a:lnTo>
                  <a:lnTo>
                    <a:pt x="343339" y="379006"/>
                  </a:lnTo>
                  <a:lnTo>
                    <a:pt x="343633" y="379507"/>
                  </a:lnTo>
                  <a:lnTo>
                    <a:pt x="344907" y="381511"/>
                  </a:lnTo>
                  <a:lnTo>
                    <a:pt x="346671" y="384268"/>
                  </a:lnTo>
                  <a:lnTo>
                    <a:pt x="347260" y="385220"/>
                  </a:lnTo>
                  <a:lnTo>
                    <a:pt x="347946" y="386272"/>
                  </a:lnTo>
                  <a:lnTo>
                    <a:pt x="349220" y="388277"/>
                  </a:lnTo>
                  <a:lnTo>
                    <a:pt x="349563" y="388778"/>
                  </a:lnTo>
                  <a:lnTo>
                    <a:pt x="349759" y="389079"/>
                  </a:lnTo>
                  <a:lnTo>
                    <a:pt x="349955" y="389429"/>
                  </a:lnTo>
                  <a:lnTo>
                    <a:pt x="350102" y="389830"/>
                  </a:lnTo>
                  <a:lnTo>
                    <a:pt x="350445" y="390833"/>
                  </a:lnTo>
                  <a:lnTo>
                    <a:pt x="350593" y="391434"/>
                  </a:lnTo>
                  <a:lnTo>
                    <a:pt x="350887" y="392587"/>
                  </a:lnTo>
                  <a:lnTo>
                    <a:pt x="351083" y="393088"/>
                  </a:lnTo>
                  <a:lnTo>
                    <a:pt x="351328" y="393639"/>
                  </a:lnTo>
                  <a:lnTo>
                    <a:pt x="351622" y="394591"/>
                  </a:lnTo>
                  <a:lnTo>
                    <a:pt x="351671" y="394942"/>
                  </a:lnTo>
                  <a:lnTo>
                    <a:pt x="351720" y="395293"/>
                  </a:lnTo>
                  <a:lnTo>
                    <a:pt x="351622" y="395593"/>
                  </a:lnTo>
                  <a:lnTo>
                    <a:pt x="351426" y="396145"/>
                  </a:lnTo>
                  <a:lnTo>
                    <a:pt x="351279" y="396295"/>
                  </a:lnTo>
                  <a:lnTo>
                    <a:pt x="350691" y="396996"/>
                  </a:lnTo>
                  <a:lnTo>
                    <a:pt x="349269" y="397899"/>
                  </a:lnTo>
                  <a:lnTo>
                    <a:pt x="346622" y="401406"/>
                  </a:lnTo>
                  <a:lnTo>
                    <a:pt x="346328" y="401757"/>
                  </a:lnTo>
                  <a:lnTo>
                    <a:pt x="346230" y="401908"/>
                  </a:lnTo>
                  <a:lnTo>
                    <a:pt x="346034" y="402308"/>
                  </a:lnTo>
                  <a:lnTo>
                    <a:pt x="345642" y="403010"/>
                  </a:lnTo>
                  <a:lnTo>
                    <a:pt x="344858" y="404463"/>
                  </a:lnTo>
                  <a:lnTo>
                    <a:pt x="344613" y="404864"/>
                  </a:lnTo>
                  <a:lnTo>
                    <a:pt x="343878" y="406217"/>
                  </a:lnTo>
                  <a:lnTo>
                    <a:pt x="342113" y="409274"/>
                  </a:lnTo>
                  <a:lnTo>
                    <a:pt x="340692" y="411329"/>
                  </a:lnTo>
                  <a:lnTo>
                    <a:pt x="340594" y="411479"/>
                  </a:lnTo>
                  <a:lnTo>
                    <a:pt x="338584" y="414436"/>
                  </a:lnTo>
                  <a:lnTo>
                    <a:pt x="337457" y="417543"/>
                  </a:lnTo>
                  <a:lnTo>
                    <a:pt x="337359" y="417944"/>
                  </a:lnTo>
                  <a:lnTo>
                    <a:pt x="337261" y="418345"/>
                  </a:lnTo>
                  <a:lnTo>
                    <a:pt x="336967" y="419748"/>
                  </a:lnTo>
                  <a:lnTo>
                    <a:pt x="336232" y="421251"/>
                  </a:lnTo>
                  <a:lnTo>
                    <a:pt x="331722" y="430222"/>
                  </a:lnTo>
                  <a:lnTo>
                    <a:pt x="334516" y="431675"/>
                  </a:lnTo>
                  <a:lnTo>
                    <a:pt x="334957" y="431925"/>
                  </a:lnTo>
                  <a:lnTo>
                    <a:pt x="331722" y="438440"/>
                  </a:lnTo>
                  <a:lnTo>
                    <a:pt x="330693" y="440495"/>
                  </a:lnTo>
                  <a:lnTo>
                    <a:pt x="327899" y="446158"/>
                  </a:lnTo>
                  <a:lnTo>
                    <a:pt x="325155" y="451670"/>
                  </a:lnTo>
                  <a:lnTo>
                    <a:pt x="324370" y="453524"/>
                  </a:lnTo>
                  <a:lnTo>
                    <a:pt x="321135" y="461041"/>
                  </a:lnTo>
                  <a:lnTo>
                    <a:pt x="319861" y="463948"/>
                  </a:lnTo>
                  <a:lnTo>
                    <a:pt x="318489" y="467205"/>
                  </a:lnTo>
                  <a:lnTo>
                    <a:pt x="316626" y="466904"/>
                  </a:lnTo>
                  <a:lnTo>
                    <a:pt x="316479" y="467205"/>
                  </a:lnTo>
                  <a:lnTo>
                    <a:pt x="316234" y="467706"/>
                  </a:lnTo>
                  <a:lnTo>
                    <a:pt x="316185" y="467857"/>
                  </a:lnTo>
                  <a:lnTo>
                    <a:pt x="315499" y="469260"/>
                  </a:lnTo>
                  <a:lnTo>
                    <a:pt x="315352" y="469611"/>
                  </a:lnTo>
                  <a:lnTo>
                    <a:pt x="315009" y="470212"/>
                  </a:lnTo>
                  <a:lnTo>
                    <a:pt x="314078" y="472166"/>
                  </a:lnTo>
                  <a:lnTo>
                    <a:pt x="312999" y="474421"/>
                  </a:lnTo>
                  <a:lnTo>
                    <a:pt x="311039" y="478481"/>
                  </a:lnTo>
                  <a:lnTo>
                    <a:pt x="308245" y="484143"/>
                  </a:lnTo>
                  <a:lnTo>
                    <a:pt x="307706" y="485296"/>
                  </a:lnTo>
                  <a:lnTo>
                    <a:pt x="313832" y="488102"/>
                  </a:lnTo>
                  <a:lnTo>
                    <a:pt x="313685" y="491610"/>
                  </a:lnTo>
                  <a:lnTo>
                    <a:pt x="313636" y="492011"/>
                  </a:lnTo>
                  <a:lnTo>
                    <a:pt x="313244" y="500029"/>
                  </a:lnTo>
                  <a:lnTo>
                    <a:pt x="315499" y="499578"/>
                  </a:lnTo>
                  <a:lnTo>
                    <a:pt x="320890" y="498426"/>
                  </a:lnTo>
                  <a:lnTo>
                    <a:pt x="321822" y="497975"/>
                  </a:lnTo>
                  <a:lnTo>
                    <a:pt x="322900" y="498075"/>
                  </a:lnTo>
                  <a:lnTo>
                    <a:pt x="322802" y="498476"/>
                  </a:lnTo>
                  <a:lnTo>
                    <a:pt x="322704" y="498827"/>
                  </a:lnTo>
                  <a:lnTo>
                    <a:pt x="322655" y="499177"/>
                  </a:lnTo>
                  <a:lnTo>
                    <a:pt x="322557" y="499578"/>
                  </a:lnTo>
                  <a:lnTo>
                    <a:pt x="322508" y="499929"/>
                  </a:lnTo>
                  <a:lnTo>
                    <a:pt x="322410" y="500330"/>
                  </a:lnTo>
                  <a:lnTo>
                    <a:pt x="322361" y="500681"/>
                  </a:lnTo>
                  <a:lnTo>
                    <a:pt x="322361" y="500981"/>
                  </a:lnTo>
                  <a:lnTo>
                    <a:pt x="322312" y="501332"/>
                  </a:lnTo>
                  <a:lnTo>
                    <a:pt x="322263" y="501733"/>
                  </a:lnTo>
                  <a:lnTo>
                    <a:pt x="322214" y="502084"/>
                  </a:lnTo>
                  <a:lnTo>
                    <a:pt x="322165" y="502435"/>
                  </a:lnTo>
                  <a:lnTo>
                    <a:pt x="322165" y="502836"/>
                  </a:lnTo>
                  <a:lnTo>
                    <a:pt x="322116" y="503186"/>
                  </a:lnTo>
                  <a:lnTo>
                    <a:pt x="322018" y="503788"/>
                  </a:lnTo>
                  <a:lnTo>
                    <a:pt x="321969" y="504189"/>
                  </a:lnTo>
                  <a:lnTo>
                    <a:pt x="321920" y="504539"/>
                  </a:lnTo>
                  <a:lnTo>
                    <a:pt x="321920" y="504890"/>
                  </a:lnTo>
                  <a:lnTo>
                    <a:pt x="321871" y="505291"/>
                  </a:lnTo>
                  <a:lnTo>
                    <a:pt x="321773" y="505792"/>
                  </a:lnTo>
                  <a:lnTo>
                    <a:pt x="321724" y="506344"/>
                  </a:lnTo>
                  <a:lnTo>
                    <a:pt x="321430" y="507697"/>
                  </a:lnTo>
                  <a:lnTo>
                    <a:pt x="321184" y="508849"/>
                  </a:lnTo>
                  <a:lnTo>
                    <a:pt x="293541" y="514211"/>
                  </a:lnTo>
                  <a:lnTo>
                    <a:pt x="293786" y="516968"/>
                  </a:lnTo>
                  <a:lnTo>
                    <a:pt x="297021" y="558662"/>
                  </a:lnTo>
                  <a:lnTo>
                    <a:pt x="379657" y="552097"/>
                  </a:lnTo>
                  <a:lnTo>
                    <a:pt x="380148" y="552047"/>
                  </a:lnTo>
                  <a:lnTo>
                    <a:pt x="383922" y="551696"/>
                  </a:lnTo>
                  <a:lnTo>
                    <a:pt x="384902" y="551596"/>
                  </a:lnTo>
                  <a:lnTo>
                    <a:pt x="387402" y="551395"/>
                  </a:lnTo>
                  <a:lnTo>
                    <a:pt x="389852" y="551145"/>
                  </a:lnTo>
                  <a:lnTo>
                    <a:pt x="390784" y="551045"/>
                  </a:lnTo>
                  <a:lnTo>
                    <a:pt x="394607" y="550744"/>
                  </a:lnTo>
                  <a:lnTo>
                    <a:pt x="397596" y="550443"/>
                  </a:lnTo>
                  <a:lnTo>
                    <a:pt x="403527" y="550193"/>
                  </a:lnTo>
                  <a:lnTo>
                    <a:pt x="403233" y="551496"/>
                  </a:lnTo>
                  <a:lnTo>
                    <a:pt x="402792" y="553199"/>
                  </a:lnTo>
                  <a:lnTo>
                    <a:pt x="402302" y="554953"/>
                  </a:lnTo>
                  <a:lnTo>
                    <a:pt x="401959" y="556056"/>
                  </a:lnTo>
                  <a:lnTo>
                    <a:pt x="396273" y="566429"/>
                  </a:lnTo>
                  <a:lnTo>
                    <a:pt x="396077" y="567582"/>
                  </a:lnTo>
                  <a:lnTo>
                    <a:pt x="393136" y="568133"/>
                  </a:lnTo>
                  <a:lnTo>
                    <a:pt x="391078" y="568484"/>
                  </a:lnTo>
                  <a:lnTo>
                    <a:pt x="387794" y="569085"/>
                  </a:lnTo>
                  <a:lnTo>
                    <a:pt x="374903" y="571391"/>
                  </a:lnTo>
                  <a:lnTo>
                    <a:pt x="372992" y="571741"/>
                  </a:lnTo>
                  <a:lnTo>
                    <a:pt x="372207" y="571892"/>
                  </a:lnTo>
                  <a:lnTo>
                    <a:pt x="370590" y="572192"/>
                  </a:lnTo>
                  <a:lnTo>
                    <a:pt x="368090" y="572643"/>
                  </a:lnTo>
                  <a:lnTo>
                    <a:pt x="357405" y="574548"/>
                  </a:lnTo>
                  <a:lnTo>
                    <a:pt x="355935" y="574798"/>
                  </a:lnTo>
                  <a:lnTo>
                    <a:pt x="355788" y="574848"/>
                  </a:lnTo>
                  <a:lnTo>
                    <a:pt x="349808" y="576051"/>
                  </a:lnTo>
                  <a:lnTo>
                    <a:pt x="221001" y="601408"/>
                  </a:lnTo>
                  <a:lnTo>
                    <a:pt x="202376" y="605868"/>
                  </a:lnTo>
                  <a:lnTo>
                    <a:pt x="185564" y="609877"/>
                  </a:lnTo>
                  <a:lnTo>
                    <a:pt x="177379" y="609877"/>
                  </a:lnTo>
                  <a:lnTo>
                    <a:pt x="121749" y="615941"/>
                  </a:lnTo>
                  <a:lnTo>
                    <a:pt x="124641" y="636187"/>
                  </a:lnTo>
                  <a:lnTo>
                    <a:pt x="127091" y="653476"/>
                  </a:lnTo>
                  <a:lnTo>
                    <a:pt x="127925" y="656583"/>
                  </a:lnTo>
                  <a:lnTo>
                    <a:pt x="127925" y="657034"/>
                  </a:lnTo>
                  <a:lnTo>
                    <a:pt x="127827" y="658588"/>
                  </a:lnTo>
                  <a:lnTo>
                    <a:pt x="128415" y="663098"/>
                  </a:lnTo>
                  <a:lnTo>
                    <a:pt x="128660" y="665052"/>
                  </a:lnTo>
                  <a:lnTo>
                    <a:pt x="128856" y="666706"/>
                  </a:lnTo>
                  <a:lnTo>
                    <a:pt x="129297" y="670214"/>
                  </a:lnTo>
                  <a:lnTo>
                    <a:pt x="129493" y="671617"/>
                  </a:lnTo>
                  <a:lnTo>
                    <a:pt x="129199" y="671467"/>
                  </a:lnTo>
                  <a:lnTo>
                    <a:pt x="129003" y="671366"/>
                  </a:lnTo>
                  <a:lnTo>
                    <a:pt x="128758" y="671316"/>
                  </a:lnTo>
                  <a:lnTo>
                    <a:pt x="128513" y="671316"/>
                  </a:lnTo>
                  <a:lnTo>
                    <a:pt x="128121" y="671216"/>
                  </a:lnTo>
                  <a:lnTo>
                    <a:pt x="127827" y="671116"/>
                  </a:lnTo>
                  <a:lnTo>
                    <a:pt x="127581" y="670965"/>
                  </a:lnTo>
                  <a:lnTo>
                    <a:pt x="127287" y="670815"/>
                  </a:lnTo>
                  <a:lnTo>
                    <a:pt x="126895" y="670715"/>
                  </a:lnTo>
                  <a:lnTo>
                    <a:pt x="126601" y="670665"/>
                  </a:lnTo>
                  <a:lnTo>
                    <a:pt x="126307" y="670615"/>
                  </a:lnTo>
                  <a:lnTo>
                    <a:pt x="126062" y="670514"/>
                  </a:lnTo>
                  <a:lnTo>
                    <a:pt x="125670" y="670264"/>
                  </a:lnTo>
                  <a:lnTo>
                    <a:pt x="125229" y="670114"/>
                  </a:lnTo>
                  <a:lnTo>
                    <a:pt x="124886" y="670114"/>
                  </a:lnTo>
                  <a:lnTo>
                    <a:pt x="124592" y="670013"/>
                  </a:lnTo>
                  <a:lnTo>
                    <a:pt x="124396" y="669913"/>
                  </a:lnTo>
                  <a:lnTo>
                    <a:pt x="124151" y="669813"/>
                  </a:lnTo>
                  <a:lnTo>
                    <a:pt x="123954" y="669763"/>
                  </a:lnTo>
                  <a:lnTo>
                    <a:pt x="123709" y="669663"/>
                  </a:lnTo>
                  <a:lnTo>
                    <a:pt x="123513" y="669562"/>
                  </a:lnTo>
                  <a:lnTo>
                    <a:pt x="123268" y="669512"/>
                  </a:lnTo>
                  <a:lnTo>
                    <a:pt x="123072" y="669462"/>
                  </a:lnTo>
                  <a:lnTo>
                    <a:pt x="122827" y="669362"/>
                  </a:lnTo>
                  <a:lnTo>
                    <a:pt x="122631" y="669262"/>
                  </a:lnTo>
                  <a:lnTo>
                    <a:pt x="122386" y="669212"/>
                  </a:lnTo>
                  <a:lnTo>
                    <a:pt x="122190" y="669161"/>
                  </a:lnTo>
                  <a:lnTo>
                    <a:pt x="121994" y="669111"/>
                  </a:lnTo>
                  <a:lnTo>
                    <a:pt x="121798" y="669011"/>
                  </a:lnTo>
                  <a:lnTo>
                    <a:pt x="121602" y="668911"/>
                  </a:lnTo>
                  <a:lnTo>
                    <a:pt x="121406" y="668760"/>
                  </a:lnTo>
                  <a:lnTo>
                    <a:pt x="120965" y="668660"/>
                  </a:lnTo>
                  <a:lnTo>
                    <a:pt x="120671" y="668610"/>
                  </a:lnTo>
                  <a:lnTo>
                    <a:pt x="120474" y="668560"/>
                  </a:lnTo>
                  <a:lnTo>
                    <a:pt x="120180" y="668510"/>
                  </a:lnTo>
                  <a:lnTo>
                    <a:pt x="119935" y="668460"/>
                  </a:lnTo>
                  <a:lnTo>
                    <a:pt x="119543" y="668259"/>
                  </a:lnTo>
                  <a:lnTo>
                    <a:pt x="119347" y="668159"/>
                  </a:lnTo>
                  <a:lnTo>
                    <a:pt x="119102" y="668059"/>
                  </a:lnTo>
                  <a:lnTo>
                    <a:pt x="118857" y="667959"/>
                  </a:lnTo>
                  <a:lnTo>
                    <a:pt x="118514" y="667808"/>
                  </a:lnTo>
                  <a:lnTo>
                    <a:pt x="118269" y="667758"/>
                  </a:lnTo>
                  <a:lnTo>
                    <a:pt x="118024" y="667708"/>
                  </a:lnTo>
                  <a:lnTo>
                    <a:pt x="117779" y="667658"/>
                  </a:lnTo>
                  <a:lnTo>
                    <a:pt x="117632" y="667558"/>
                  </a:lnTo>
                  <a:lnTo>
                    <a:pt x="117338" y="667458"/>
                  </a:lnTo>
                  <a:lnTo>
                    <a:pt x="117142" y="667357"/>
                  </a:lnTo>
                  <a:lnTo>
                    <a:pt x="116749" y="667357"/>
                  </a:lnTo>
                  <a:lnTo>
                    <a:pt x="116504" y="667307"/>
                  </a:lnTo>
                  <a:lnTo>
                    <a:pt x="116357" y="667257"/>
                  </a:lnTo>
                  <a:lnTo>
                    <a:pt x="116210" y="667107"/>
                  </a:lnTo>
                  <a:lnTo>
                    <a:pt x="116014" y="666956"/>
                  </a:lnTo>
                  <a:lnTo>
                    <a:pt x="115622" y="666856"/>
                  </a:lnTo>
                  <a:lnTo>
                    <a:pt x="115034" y="666806"/>
                  </a:lnTo>
                  <a:lnTo>
                    <a:pt x="114593" y="666706"/>
                  </a:lnTo>
                  <a:lnTo>
                    <a:pt x="114299" y="666556"/>
                  </a:lnTo>
                  <a:lnTo>
                    <a:pt x="114054" y="666455"/>
                  </a:lnTo>
                  <a:lnTo>
                    <a:pt x="113613" y="666305"/>
                  </a:lnTo>
                  <a:lnTo>
                    <a:pt x="113122" y="666155"/>
                  </a:lnTo>
                  <a:lnTo>
                    <a:pt x="112779" y="666054"/>
                  </a:lnTo>
                  <a:lnTo>
                    <a:pt x="112387" y="666004"/>
                  </a:lnTo>
                  <a:lnTo>
                    <a:pt x="111946" y="665854"/>
                  </a:lnTo>
                  <a:lnTo>
                    <a:pt x="111456" y="665754"/>
                  </a:lnTo>
                  <a:lnTo>
                    <a:pt x="110819" y="665704"/>
                  </a:lnTo>
                  <a:lnTo>
                    <a:pt x="110476" y="665603"/>
                  </a:lnTo>
                  <a:lnTo>
                    <a:pt x="110035" y="665453"/>
                  </a:lnTo>
                  <a:lnTo>
                    <a:pt x="109692" y="665303"/>
                  </a:lnTo>
                  <a:lnTo>
                    <a:pt x="109250" y="665102"/>
                  </a:lnTo>
                  <a:lnTo>
                    <a:pt x="108809" y="664902"/>
                  </a:lnTo>
                  <a:lnTo>
                    <a:pt x="108417" y="664802"/>
                  </a:lnTo>
                  <a:lnTo>
                    <a:pt x="108074" y="664751"/>
                  </a:lnTo>
                  <a:lnTo>
                    <a:pt x="107682" y="664701"/>
                  </a:lnTo>
                  <a:lnTo>
                    <a:pt x="107192" y="664601"/>
                  </a:lnTo>
                  <a:lnTo>
                    <a:pt x="106800" y="664601"/>
                  </a:lnTo>
                  <a:lnTo>
                    <a:pt x="106359" y="664451"/>
                  </a:lnTo>
                  <a:lnTo>
                    <a:pt x="106065" y="664300"/>
                  </a:lnTo>
                  <a:lnTo>
                    <a:pt x="105721" y="664250"/>
                  </a:lnTo>
                  <a:lnTo>
                    <a:pt x="105427" y="664150"/>
                  </a:lnTo>
                  <a:lnTo>
                    <a:pt x="105035" y="664050"/>
                  </a:lnTo>
                  <a:lnTo>
                    <a:pt x="104692" y="663900"/>
                  </a:lnTo>
                  <a:lnTo>
                    <a:pt x="104055" y="663699"/>
                  </a:lnTo>
                  <a:lnTo>
                    <a:pt x="103124" y="663599"/>
                  </a:lnTo>
                  <a:lnTo>
                    <a:pt x="102634" y="663549"/>
                  </a:lnTo>
                  <a:lnTo>
                    <a:pt x="102438" y="663448"/>
                  </a:lnTo>
                  <a:lnTo>
                    <a:pt x="102192" y="663348"/>
                  </a:lnTo>
                  <a:lnTo>
                    <a:pt x="101996" y="663198"/>
                  </a:lnTo>
                  <a:lnTo>
                    <a:pt x="101849" y="663148"/>
                  </a:lnTo>
                  <a:lnTo>
                    <a:pt x="101604" y="663148"/>
                  </a:lnTo>
                  <a:lnTo>
                    <a:pt x="101310" y="663148"/>
                  </a:lnTo>
                  <a:lnTo>
                    <a:pt x="100918" y="663048"/>
                  </a:lnTo>
                  <a:lnTo>
                    <a:pt x="100722" y="662997"/>
                  </a:lnTo>
                  <a:lnTo>
                    <a:pt x="100379" y="662897"/>
                  </a:lnTo>
                  <a:lnTo>
                    <a:pt x="100183" y="662847"/>
                  </a:lnTo>
                  <a:lnTo>
                    <a:pt x="100036" y="662747"/>
                  </a:lnTo>
                  <a:lnTo>
                    <a:pt x="99840" y="662747"/>
                  </a:lnTo>
                  <a:lnTo>
                    <a:pt x="99644" y="662747"/>
                  </a:lnTo>
                  <a:lnTo>
                    <a:pt x="99399" y="662697"/>
                  </a:lnTo>
                  <a:lnTo>
                    <a:pt x="99203" y="662697"/>
                  </a:lnTo>
                  <a:lnTo>
                    <a:pt x="98565" y="662546"/>
                  </a:lnTo>
                  <a:lnTo>
                    <a:pt x="98320" y="662446"/>
                  </a:lnTo>
                  <a:lnTo>
                    <a:pt x="97977" y="662396"/>
                  </a:lnTo>
                  <a:lnTo>
                    <a:pt x="97634" y="662246"/>
                  </a:lnTo>
                  <a:lnTo>
                    <a:pt x="97389" y="662246"/>
                  </a:lnTo>
                  <a:lnTo>
                    <a:pt x="97193" y="662196"/>
                  </a:lnTo>
                  <a:lnTo>
                    <a:pt x="96997" y="662146"/>
                  </a:lnTo>
                  <a:lnTo>
                    <a:pt x="96752" y="662045"/>
                  </a:lnTo>
                  <a:lnTo>
                    <a:pt x="96458" y="661995"/>
                  </a:lnTo>
                  <a:lnTo>
                    <a:pt x="96213" y="661945"/>
                  </a:lnTo>
                  <a:lnTo>
                    <a:pt x="95821" y="661895"/>
                  </a:lnTo>
                  <a:lnTo>
                    <a:pt x="95478" y="661745"/>
                  </a:lnTo>
                  <a:lnTo>
                    <a:pt x="95184" y="661644"/>
                  </a:lnTo>
                  <a:lnTo>
                    <a:pt x="94939" y="661594"/>
                  </a:lnTo>
                  <a:lnTo>
                    <a:pt x="94693" y="661544"/>
                  </a:lnTo>
                  <a:lnTo>
                    <a:pt x="94448" y="661444"/>
                  </a:lnTo>
                  <a:lnTo>
                    <a:pt x="94105" y="661394"/>
                  </a:lnTo>
                  <a:lnTo>
                    <a:pt x="93811" y="661294"/>
                  </a:lnTo>
                  <a:lnTo>
                    <a:pt x="93419" y="661193"/>
                  </a:lnTo>
                  <a:lnTo>
                    <a:pt x="93174" y="661143"/>
                  </a:lnTo>
                  <a:lnTo>
                    <a:pt x="92880" y="661143"/>
                  </a:lnTo>
                  <a:lnTo>
                    <a:pt x="92390" y="661093"/>
                  </a:lnTo>
                  <a:lnTo>
                    <a:pt x="92145" y="661043"/>
                  </a:lnTo>
                  <a:lnTo>
                    <a:pt x="91753" y="660893"/>
                  </a:lnTo>
                  <a:lnTo>
                    <a:pt x="91312" y="660843"/>
                  </a:lnTo>
                  <a:lnTo>
                    <a:pt x="90821" y="660742"/>
                  </a:lnTo>
                  <a:lnTo>
                    <a:pt x="90478" y="660642"/>
                  </a:lnTo>
                  <a:lnTo>
                    <a:pt x="90282" y="660642"/>
                  </a:lnTo>
                  <a:lnTo>
                    <a:pt x="89939" y="660542"/>
                  </a:lnTo>
                  <a:lnTo>
                    <a:pt x="89645" y="660392"/>
                  </a:lnTo>
                  <a:lnTo>
                    <a:pt x="89204" y="660291"/>
                  </a:lnTo>
                  <a:lnTo>
                    <a:pt x="88861" y="660241"/>
                  </a:lnTo>
                  <a:lnTo>
                    <a:pt x="88665" y="660241"/>
                  </a:lnTo>
                  <a:lnTo>
                    <a:pt x="88518" y="660191"/>
                  </a:lnTo>
                  <a:lnTo>
                    <a:pt x="88224" y="660091"/>
                  </a:lnTo>
                  <a:lnTo>
                    <a:pt x="87832" y="659991"/>
                  </a:lnTo>
                  <a:lnTo>
                    <a:pt x="87537" y="659941"/>
                  </a:lnTo>
                  <a:lnTo>
                    <a:pt x="87243" y="659941"/>
                  </a:lnTo>
                  <a:lnTo>
                    <a:pt x="86949" y="659890"/>
                  </a:lnTo>
                  <a:lnTo>
                    <a:pt x="86459" y="659790"/>
                  </a:lnTo>
                  <a:lnTo>
                    <a:pt x="85773" y="659590"/>
                  </a:lnTo>
                  <a:lnTo>
                    <a:pt x="85528" y="659540"/>
                  </a:lnTo>
                  <a:lnTo>
                    <a:pt x="84940" y="659389"/>
                  </a:lnTo>
                  <a:lnTo>
                    <a:pt x="84499" y="659289"/>
                  </a:lnTo>
                  <a:lnTo>
                    <a:pt x="83910" y="659189"/>
                  </a:lnTo>
                  <a:lnTo>
                    <a:pt x="83420" y="659039"/>
                  </a:lnTo>
                  <a:lnTo>
                    <a:pt x="83077" y="658938"/>
                  </a:lnTo>
                  <a:lnTo>
                    <a:pt x="82440" y="658838"/>
                  </a:lnTo>
                  <a:lnTo>
                    <a:pt x="82097" y="658738"/>
                  </a:lnTo>
                  <a:lnTo>
                    <a:pt x="81264" y="658638"/>
                  </a:lnTo>
                  <a:lnTo>
                    <a:pt x="80627" y="658588"/>
                  </a:lnTo>
                  <a:lnTo>
                    <a:pt x="80038" y="658437"/>
                  </a:lnTo>
                  <a:lnTo>
                    <a:pt x="79597" y="658387"/>
                  </a:lnTo>
                  <a:lnTo>
                    <a:pt x="79450" y="658337"/>
                  </a:lnTo>
                  <a:lnTo>
                    <a:pt x="79205" y="658287"/>
                  </a:lnTo>
                  <a:lnTo>
                    <a:pt x="78862" y="658237"/>
                  </a:lnTo>
                  <a:lnTo>
                    <a:pt x="78568" y="658187"/>
                  </a:lnTo>
                  <a:lnTo>
                    <a:pt x="78323" y="658136"/>
                  </a:lnTo>
                  <a:lnTo>
                    <a:pt x="77931" y="658086"/>
                  </a:lnTo>
                  <a:lnTo>
                    <a:pt x="77539" y="658036"/>
                  </a:lnTo>
                  <a:lnTo>
                    <a:pt x="77245" y="657986"/>
                  </a:lnTo>
                  <a:lnTo>
                    <a:pt x="77049" y="657936"/>
                  </a:lnTo>
                  <a:lnTo>
                    <a:pt x="76804" y="657836"/>
                  </a:lnTo>
                  <a:lnTo>
                    <a:pt x="76460" y="657786"/>
                  </a:lnTo>
                  <a:lnTo>
                    <a:pt x="76019" y="657685"/>
                  </a:lnTo>
                  <a:lnTo>
                    <a:pt x="75431" y="657635"/>
                  </a:lnTo>
                  <a:lnTo>
                    <a:pt x="75137" y="657535"/>
                  </a:lnTo>
                  <a:lnTo>
                    <a:pt x="74941" y="657485"/>
                  </a:lnTo>
                  <a:lnTo>
                    <a:pt x="74549" y="657385"/>
                  </a:lnTo>
                  <a:lnTo>
                    <a:pt x="74304" y="657335"/>
                  </a:lnTo>
                  <a:lnTo>
                    <a:pt x="73961" y="657285"/>
                  </a:lnTo>
                  <a:lnTo>
                    <a:pt x="73569" y="657285"/>
                  </a:lnTo>
                  <a:lnTo>
                    <a:pt x="73030" y="657285"/>
                  </a:lnTo>
                  <a:lnTo>
                    <a:pt x="72735" y="657184"/>
                  </a:lnTo>
                  <a:lnTo>
                    <a:pt x="72343" y="657084"/>
                  </a:lnTo>
                  <a:lnTo>
                    <a:pt x="71951" y="656984"/>
                  </a:lnTo>
                  <a:lnTo>
                    <a:pt x="71657" y="656984"/>
                  </a:lnTo>
                  <a:lnTo>
                    <a:pt x="71363" y="657034"/>
                  </a:lnTo>
                  <a:lnTo>
                    <a:pt x="71118" y="657034"/>
                  </a:lnTo>
                  <a:lnTo>
                    <a:pt x="70922" y="657084"/>
                  </a:lnTo>
                  <a:lnTo>
                    <a:pt x="70481" y="657034"/>
                  </a:lnTo>
                  <a:lnTo>
                    <a:pt x="70089" y="656934"/>
                  </a:lnTo>
                  <a:lnTo>
                    <a:pt x="69844" y="656834"/>
                  </a:lnTo>
                  <a:lnTo>
                    <a:pt x="69648" y="656834"/>
                  </a:lnTo>
                  <a:lnTo>
                    <a:pt x="69059" y="656733"/>
                  </a:lnTo>
                  <a:lnTo>
                    <a:pt x="68814" y="656733"/>
                  </a:lnTo>
                  <a:lnTo>
                    <a:pt x="68520" y="656733"/>
                  </a:lnTo>
                  <a:lnTo>
                    <a:pt x="68226" y="656733"/>
                  </a:lnTo>
                  <a:lnTo>
                    <a:pt x="67785" y="656834"/>
                  </a:lnTo>
                  <a:lnTo>
                    <a:pt x="67491" y="656884"/>
                  </a:lnTo>
                  <a:lnTo>
                    <a:pt x="67197" y="656934"/>
                  </a:lnTo>
                  <a:lnTo>
                    <a:pt x="66903" y="656984"/>
                  </a:lnTo>
                  <a:lnTo>
                    <a:pt x="66609" y="657034"/>
                  </a:lnTo>
                  <a:lnTo>
                    <a:pt x="66315" y="657034"/>
                  </a:lnTo>
                  <a:lnTo>
                    <a:pt x="66021" y="657034"/>
                  </a:lnTo>
                  <a:lnTo>
                    <a:pt x="65432" y="656934"/>
                  </a:lnTo>
                  <a:lnTo>
                    <a:pt x="65285" y="656884"/>
                  </a:lnTo>
                  <a:lnTo>
                    <a:pt x="65040" y="656834"/>
                  </a:lnTo>
                  <a:lnTo>
                    <a:pt x="64844" y="656834"/>
                  </a:lnTo>
                  <a:lnTo>
                    <a:pt x="64501" y="656834"/>
                  </a:lnTo>
                  <a:lnTo>
                    <a:pt x="64256" y="656783"/>
                  </a:lnTo>
                  <a:lnTo>
                    <a:pt x="64109" y="656733"/>
                  </a:lnTo>
                  <a:lnTo>
                    <a:pt x="63766" y="656633"/>
                  </a:lnTo>
                  <a:lnTo>
                    <a:pt x="63619" y="656633"/>
                  </a:lnTo>
                  <a:lnTo>
                    <a:pt x="63276" y="656583"/>
                  </a:lnTo>
                  <a:lnTo>
                    <a:pt x="63031" y="656583"/>
                  </a:lnTo>
                  <a:lnTo>
                    <a:pt x="62786" y="656533"/>
                  </a:lnTo>
                  <a:lnTo>
                    <a:pt x="62590" y="656533"/>
                  </a:lnTo>
                  <a:lnTo>
                    <a:pt x="62149" y="656483"/>
                  </a:lnTo>
                  <a:lnTo>
                    <a:pt x="61952" y="656483"/>
                  </a:lnTo>
                  <a:lnTo>
                    <a:pt x="61511" y="656282"/>
                  </a:lnTo>
                  <a:lnTo>
                    <a:pt x="61364" y="656232"/>
                  </a:lnTo>
                  <a:lnTo>
                    <a:pt x="60972" y="656433"/>
                  </a:lnTo>
                  <a:lnTo>
                    <a:pt x="60629" y="656884"/>
                  </a:lnTo>
                  <a:lnTo>
                    <a:pt x="60580" y="657134"/>
                  </a:lnTo>
                  <a:lnTo>
                    <a:pt x="60531" y="657585"/>
                  </a:lnTo>
                  <a:lnTo>
                    <a:pt x="60384" y="658638"/>
                  </a:lnTo>
                  <a:lnTo>
                    <a:pt x="60433" y="658938"/>
                  </a:lnTo>
                  <a:lnTo>
                    <a:pt x="60433" y="659139"/>
                  </a:lnTo>
                  <a:lnTo>
                    <a:pt x="60482" y="659690"/>
                  </a:lnTo>
                  <a:lnTo>
                    <a:pt x="60384" y="659941"/>
                  </a:lnTo>
                  <a:lnTo>
                    <a:pt x="60286" y="660341"/>
                  </a:lnTo>
                  <a:lnTo>
                    <a:pt x="60139" y="661043"/>
                  </a:lnTo>
                  <a:lnTo>
                    <a:pt x="60188" y="661745"/>
                  </a:lnTo>
                  <a:lnTo>
                    <a:pt x="60237" y="662045"/>
                  </a:lnTo>
                  <a:lnTo>
                    <a:pt x="60335" y="662396"/>
                  </a:lnTo>
                  <a:lnTo>
                    <a:pt x="60384" y="662697"/>
                  </a:lnTo>
                  <a:lnTo>
                    <a:pt x="60335" y="662947"/>
                  </a:lnTo>
                  <a:lnTo>
                    <a:pt x="60090" y="663148"/>
                  </a:lnTo>
                  <a:lnTo>
                    <a:pt x="59845" y="663298"/>
                  </a:lnTo>
                  <a:lnTo>
                    <a:pt x="59502" y="663549"/>
                  </a:lnTo>
                  <a:lnTo>
                    <a:pt x="59257" y="663549"/>
                  </a:lnTo>
                  <a:lnTo>
                    <a:pt x="58865" y="663348"/>
                  </a:lnTo>
                  <a:lnTo>
                    <a:pt x="58620" y="663198"/>
                  </a:lnTo>
                  <a:lnTo>
                    <a:pt x="58227" y="663198"/>
                  </a:lnTo>
                  <a:lnTo>
                    <a:pt x="57884" y="663248"/>
                  </a:lnTo>
                  <a:lnTo>
                    <a:pt x="57590" y="663398"/>
                  </a:lnTo>
                  <a:lnTo>
                    <a:pt x="57345" y="663448"/>
                  </a:lnTo>
                  <a:lnTo>
                    <a:pt x="57198" y="663448"/>
                  </a:lnTo>
                  <a:lnTo>
                    <a:pt x="57198" y="663148"/>
                  </a:lnTo>
                  <a:lnTo>
                    <a:pt x="57198" y="662947"/>
                  </a:lnTo>
                  <a:lnTo>
                    <a:pt x="57051" y="662647"/>
                  </a:lnTo>
                  <a:lnTo>
                    <a:pt x="57100" y="662396"/>
                  </a:lnTo>
                  <a:lnTo>
                    <a:pt x="57345" y="662246"/>
                  </a:lnTo>
                  <a:lnTo>
                    <a:pt x="57541" y="662246"/>
                  </a:lnTo>
                  <a:lnTo>
                    <a:pt x="57737" y="662246"/>
                  </a:lnTo>
                  <a:lnTo>
                    <a:pt x="58080" y="662246"/>
                  </a:lnTo>
                  <a:lnTo>
                    <a:pt x="58473" y="662196"/>
                  </a:lnTo>
                  <a:lnTo>
                    <a:pt x="58767" y="662146"/>
                  </a:lnTo>
                  <a:lnTo>
                    <a:pt x="59012" y="661995"/>
                  </a:lnTo>
                  <a:lnTo>
                    <a:pt x="59208" y="661845"/>
                  </a:lnTo>
                  <a:lnTo>
                    <a:pt x="59257" y="661644"/>
                  </a:lnTo>
                  <a:lnTo>
                    <a:pt x="59453" y="660341"/>
                  </a:lnTo>
                  <a:lnTo>
                    <a:pt x="59502" y="659941"/>
                  </a:lnTo>
                  <a:lnTo>
                    <a:pt x="59649" y="658988"/>
                  </a:lnTo>
                  <a:lnTo>
                    <a:pt x="59747" y="658588"/>
                  </a:lnTo>
                  <a:lnTo>
                    <a:pt x="59747" y="658136"/>
                  </a:lnTo>
                  <a:lnTo>
                    <a:pt x="59747" y="657836"/>
                  </a:lnTo>
                  <a:lnTo>
                    <a:pt x="59649" y="657685"/>
                  </a:lnTo>
                  <a:lnTo>
                    <a:pt x="59502" y="657335"/>
                  </a:lnTo>
                  <a:lnTo>
                    <a:pt x="59110" y="656583"/>
                  </a:lnTo>
                  <a:lnTo>
                    <a:pt x="58963" y="656433"/>
                  </a:lnTo>
                  <a:lnTo>
                    <a:pt x="58767" y="656282"/>
                  </a:lnTo>
                  <a:lnTo>
                    <a:pt x="58374" y="656132"/>
                  </a:lnTo>
                  <a:lnTo>
                    <a:pt x="58178" y="656082"/>
                  </a:lnTo>
                  <a:lnTo>
                    <a:pt x="57835" y="656032"/>
                  </a:lnTo>
                  <a:lnTo>
                    <a:pt x="57394" y="655982"/>
                  </a:lnTo>
                  <a:lnTo>
                    <a:pt x="57100" y="655982"/>
                  </a:lnTo>
                  <a:lnTo>
                    <a:pt x="56610" y="655982"/>
                  </a:lnTo>
                  <a:lnTo>
                    <a:pt x="54649" y="655681"/>
                  </a:lnTo>
                  <a:lnTo>
                    <a:pt x="51905" y="655280"/>
                  </a:lnTo>
                  <a:lnTo>
                    <a:pt x="50287" y="655130"/>
                  </a:lnTo>
                  <a:lnTo>
                    <a:pt x="49013" y="655480"/>
                  </a:lnTo>
                  <a:lnTo>
                    <a:pt x="48033" y="656433"/>
                  </a:lnTo>
                  <a:lnTo>
                    <a:pt x="47837" y="656884"/>
                  </a:lnTo>
                  <a:lnTo>
                    <a:pt x="47592" y="657335"/>
                  </a:lnTo>
                  <a:lnTo>
                    <a:pt x="47543" y="657936"/>
                  </a:lnTo>
                  <a:lnTo>
                    <a:pt x="47346" y="658487"/>
                  </a:lnTo>
                  <a:lnTo>
                    <a:pt x="47248" y="659039"/>
                  </a:lnTo>
                  <a:lnTo>
                    <a:pt x="47199" y="659540"/>
                  </a:lnTo>
                  <a:lnTo>
                    <a:pt x="47199" y="660141"/>
                  </a:lnTo>
                  <a:lnTo>
                    <a:pt x="47199" y="660592"/>
                  </a:lnTo>
                  <a:lnTo>
                    <a:pt x="47248" y="660843"/>
                  </a:lnTo>
                  <a:lnTo>
                    <a:pt x="47346" y="661143"/>
                  </a:lnTo>
                  <a:lnTo>
                    <a:pt x="47641" y="661294"/>
                  </a:lnTo>
                  <a:lnTo>
                    <a:pt x="48131" y="661444"/>
                  </a:lnTo>
                  <a:lnTo>
                    <a:pt x="48621" y="661494"/>
                  </a:lnTo>
                  <a:lnTo>
                    <a:pt x="48915" y="661644"/>
                  </a:lnTo>
                  <a:lnTo>
                    <a:pt x="49111" y="661895"/>
                  </a:lnTo>
                  <a:lnTo>
                    <a:pt x="48866" y="662045"/>
                  </a:lnTo>
                  <a:lnTo>
                    <a:pt x="48278" y="662045"/>
                  </a:lnTo>
                  <a:lnTo>
                    <a:pt x="47444" y="661895"/>
                  </a:lnTo>
                  <a:lnTo>
                    <a:pt x="46954" y="661845"/>
                  </a:lnTo>
                  <a:lnTo>
                    <a:pt x="46023" y="661695"/>
                  </a:lnTo>
                  <a:lnTo>
                    <a:pt x="45239" y="661544"/>
                  </a:lnTo>
                  <a:lnTo>
                    <a:pt x="44798" y="661494"/>
                  </a:lnTo>
                  <a:lnTo>
                    <a:pt x="43621" y="661344"/>
                  </a:lnTo>
                  <a:lnTo>
                    <a:pt x="43425" y="660993"/>
                  </a:lnTo>
                  <a:lnTo>
                    <a:pt x="43719" y="660742"/>
                  </a:lnTo>
                  <a:lnTo>
                    <a:pt x="43916" y="660642"/>
                  </a:lnTo>
                  <a:lnTo>
                    <a:pt x="44553" y="660692"/>
                  </a:lnTo>
                  <a:lnTo>
                    <a:pt x="44945" y="660742"/>
                  </a:lnTo>
                  <a:lnTo>
                    <a:pt x="45680" y="660642"/>
                  </a:lnTo>
                  <a:lnTo>
                    <a:pt x="46023" y="660392"/>
                  </a:lnTo>
                  <a:lnTo>
                    <a:pt x="46268" y="660091"/>
                  </a:lnTo>
                  <a:lnTo>
                    <a:pt x="46366" y="659840"/>
                  </a:lnTo>
                  <a:lnTo>
                    <a:pt x="46513" y="659239"/>
                  </a:lnTo>
                  <a:lnTo>
                    <a:pt x="46513" y="658788"/>
                  </a:lnTo>
                  <a:lnTo>
                    <a:pt x="46513" y="658437"/>
                  </a:lnTo>
                  <a:lnTo>
                    <a:pt x="46415" y="658187"/>
                  </a:lnTo>
                  <a:lnTo>
                    <a:pt x="46072" y="657786"/>
                  </a:lnTo>
                  <a:lnTo>
                    <a:pt x="45729" y="657635"/>
                  </a:lnTo>
                  <a:lnTo>
                    <a:pt x="45239" y="657485"/>
                  </a:lnTo>
                  <a:lnTo>
                    <a:pt x="45043" y="657435"/>
                  </a:lnTo>
                  <a:lnTo>
                    <a:pt x="44749" y="657234"/>
                  </a:lnTo>
                  <a:lnTo>
                    <a:pt x="43916" y="656633"/>
                  </a:lnTo>
                  <a:lnTo>
                    <a:pt x="42935" y="655982"/>
                  </a:lnTo>
                  <a:lnTo>
                    <a:pt x="42543" y="655781"/>
                  </a:lnTo>
                  <a:lnTo>
                    <a:pt x="42151" y="655631"/>
                  </a:lnTo>
                  <a:lnTo>
                    <a:pt x="41906" y="655531"/>
                  </a:lnTo>
                  <a:lnTo>
                    <a:pt x="41563" y="655480"/>
                  </a:lnTo>
                  <a:lnTo>
                    <a:pt x="41318" y="655430"/>
                  </a:lnTo>
                  <a:lnTo>
                    <a:pt x="40828" y="655330"/>
                  </a:lnTo>
                  <a:lnTo>
                    <a:pt x="40240" y="655230"/>
                  </a:lnTo>
                  <a:lnTo>
                    <a:pt x="39406" y="655180"/>
                  </a:lnTo>
                  <a:lnTo>
                    <a:pt x="38818" y="655080"/>
                  </a:lnTo>
                  <a:lnTo>
                    <a:pt x="37740" y="655029"/>
                  </a:lnTo>
                  <a:lnTo>
                    <a:pt x="36367" y="655130"/>
                  </a:lnTo>
                  <a:lnTo>
                    <a:pt x="35926" y="655280"/>
                  </a:lnTo>
                  <a:lnTo>
                    <a:pt x="35632" y="655430"/>
                  </a:lnTo>
                  <a:lnTo>
                    <a:pt x="35387" y="655581"/>
                  </a:lnTo>
                  <a:lnTo>
                    <a:pt x="34652" y="656032"/>
                  </a:lnTo>
                  <a:lnTo>
                    <a:pt x="34260" y="656282"/>
                  </a:lnTo>
                  <a:lnTo>
                    <a:pt x="34113" y="656332"/>
                  </a:lnTo>
                  <a:lnTo>
                    <a:pt x="33770" y="656433"/>
                  </a:lnTo>
                  <a:lnTo>
                    <a:pt x="33378" y="656583"/>
                  </a:lnTo>
                  <a:lnTo>
                    <a:pt x="33035" y="656633"/>
                  </a:lnTo>
                  <a:lnTo>
                    <a:pt x="32642" y="656683"/>
                  </a:lnTo>
                  <a:lnTo>
                    <a:pt x="32250" y="656733"/>
                  </a:lnTo>
                  <a:lnTo>
                    <a:pt x="31858" y="656733"/>
                  </a:lnTo>
                  <a:lnTo>
                    <a:pt x="31711" y="656783"/>
                  </a:lnTo>
                  <a:lnTo>
                    <a:pt x="31466" y="656934"/>
                  </a:lnTo>
                  <a:lnTo>
                    <a:pt x="31270" y="657184"/>
                  </a:lnTo>
                  <a:lnTo>
                    <a:pt x="31172" y="657335"/>
                  </a:lnTo>
                  <a:lnTo>
                    <a:pt x="31074" y="657585"/>
                  </a:lnTo>
                  <a:lnTo>
                    <a:pt x="30976" y="658588"/>
                  </a:lnTo>
                  <a:lnTo>
                    <a:pt x="31172" y="659289"/>
                  </a:lnTo>
                  <a:lnTo>
                    <a:pt x="31417" y="659890"/>
                  </a:lnTo>
                  <a:lnTo>
                    <a:pt x="31711" y="659991"/>
                  </a:lnTo>
                  <a:lnTo>
                    <a:pt x="32005" y="660141"/>
                  </a:lnTo>
                  <a:lnTo>
                    <a:pt x="32299" y="660241"/>
                  </a:lnTo>
                  <a:lnTo>
                    <a:pt x="32593" y="660291"/>
                  </a:lnTo>
                  <a:lnTo>
                    <a:pt x="32937" y="660341"/>
                  </a:lnTo>
                  <a:lnTo>
                    <a:pt x="33231" y="660392"/>
                  </a:lnTo>
                  <a:lnTo>
                    <a:pt x="33574" y="660492"/>
                  </a:lnTo>
                  <a:lnTo>
                    <a:pt x="33868" y="660592"/>
                  </a:lnTo>
                  <a:lnTo>
                    <a:pt x="34162" y="660742"/>
                  </a:lnTo>
                  <a:lnTo>
                    <a:pt x="34162" y="660893"/>
                  </a:lnTo>
                  <a:lnTo>
                    <a:pt x="34015" y="660943"/>
                  </a:lnTo>
                  <a:lnTo>
                    <a:pt x="33770" y="660943"/>
                  </a:lnTo>
                  <a:lnTo>
                    <a:pt x="33280" y="660893"/>
                  </a:lnTo>
                  <a:lnTo>
                    <a:pt x="31711" y="660742"/>
                  </a:lnTo>
                  <a:lnTo>
                    <a:pt x="31368" y="660742"/>
                  </a:lnTo>
                  <a:lnTo>
                    <a:pt x="31025" y="660692"/>
                  </a:lnTo>
                  <a:lnTo>
                    <a:pt x="30731" y="660642"/>
                  </a:lnTo>
                  <a:lnTo>
                    <a:pt x="29849" y="660642"/>
                  </a:lnTo>
                  <a:lnTo>
                    <a:pt x="28917" y="660642"/>
                  </a:lnTo>
                  <a:lnTo>
                    <a:pt x="28672" y="660692"/>
                  </a:lnTo>
                  <a:lnTo>
                    <a:pt x="28427" y="660692"/>
                  </a:lnTo>
                  <a:lnTo>
                    <a:pt x="28182" y="660692"/>
                  </a:lnTo>
                  <a:lnTo>
                    <a:pt x="27937" y="660642"/>
                  </a:lnTo>
                  <a:lnTo>
                    <a:pt x="27790" y="660041"/>
                  </a:lnTo>
                  <a:lnTo>
                    <a:pt x="28133" y="659890"/>
                  </a:lnTo>
                  <a:lnTo>
                    <a:pt x="28427" y="659790"/>
                  </a:lnTo>
                  <a:lnTo>
                    <a:pt x="28770" y="659690"/>
                  </a:lnTo>
                  <a:lnTo>
                    <a:pt x="28966" y="659740"/>
                  </a:lnTo>
                  <a:lnTo>
                    <a:pt x="29162" y="659690"/>
                  </a:lnTo>
                  <a:lnTo>
                    <a:pt x="29310" y="659690"/>
                  </a:lnTo>
                  <a:lnTo>
                    <a:pt x="29506" y="659590"/>
                  </a:lnTo>
                  <a:lnTo>
                    <a:pt x="29653" y="659490"/>
                  </a:lnTo>
                  <a:lnTo>
                    <a:pt x="29800" y="659339"/>
                  </a:lnTo>
                  <a:lnTo>
                    <a:pt x="29898" y="659189"/>
                  </a:lnTo>
                  <a:lnTo>
                    <a:pt x="29996" y="659039"/>
                  </a:lnTo>
                  <a:lnTo>
                    <a:pt x="30045" y="658888"/>
                  </a:lnTo>
                  <a:lnTo>
                    <a:pt x="30045" y="658688"/>
                  </a:lnTo>
                  <a:lnTo>
                    <a:pt x="30143" y="657936"/>
                  </a:lnTo>
                  <a:lnTo>
                    <a:pt x="30241" y="657184"/>
                  </a:lnTo>
                  <a:lnTo>
                    <a:pt x="30290" y="656433"/>
                  </a:lnTo>
                  <a:lnTo>
                    <a:pt x="30094" y="656082"/>
                  </a:lnTo>
                  <a:lnTo>
                    <a:pt x="29849" y="655781"/>
                  </a:lnTo>
                  <a:lnTo>
                    <a:pt x="29555" y="655480"/>
                  </a:lnTo>
                  <a:lnTo>
                    <a:pt x="29261" y="655230"/>
                  </a:lnTo>
                  <a:lnTo>
                    <a:pt x="28868" y="654929"/>
                  </a:lnTo>
                  <a:lnTo>
                    <a:pt x="28623" y="654729"/>
                  </a:lnTo>
                  <a:lnTo>
                    <a:pt x="28329" y="654528"/>
                  </a:lnTo>
                  <a:lnTo>
                    <a:pt x="27986" y="654378"/>
                  </a:lnTo>
                  <a:lnTo>
                    <a:pt x="27496" y="654077"/>
                  </a:lnTo>
                  <a:lnTo>
                    <a:pt x="26908" y="653827"/>
                  </a:lnTo>
                  <a:lnTo>
                    <a:pt x="26663" y="653727"/>
                  </a:lnTo>
                  <a:lnTo>
                    <a:pt x="25732" y="653576"/>
                  </a:lnTo>
                  <a:lnTo>
                    <a:pt x="24849" y="653476"/>
                  </a:lnTo>
                  <a:lnTo>
                    <a:pt x="23918" y="653426"/>
                  </a:lnTo>
                  <a:lnTo>
                    <a:pt x="23036" y="653376"/>
                  </a:lnTo>
                  <a:lnTo>
                    <a:pt x="22105" y="653376"/>
                  </a:lnTo>
                  <a:lnTo>
                    <a:pt x="21222" y="653376"/>
                  </a:lnTo>
                  <a:lnTo>
                    <a:pt x="20340" y="653526"/>
                  </a:lnTo>
                  <a:lnTo>
                    <a:pt x="20095" y="653576"/>
                  </a:lnTo>
                  <a:lnTo>
                    <a:pt x="19948" y="653576"/>
                  </a:lnTo>
                  <a:lnTo>
                    <a:pt x="19311" y="653676"/>
                  </a:lnTo>
                  <a:lnTo>
                    <a:pt x="18919" y="653727"/>
                  </a:lnTo>
                  <a:lnTo>
                    <a:pt x="18723" y="653727"/>
                  </a:lnTo>
                  <a:lnTo>
                    <a:pt x="18576" y="653727"/>
                  </a:lnTo>
                  <a:lnTo>
                    <a:pt x="18429" y="653777"/>
                  </a:lnTo>
                  <a:lnTo>
                    <a:pt x="18282" y="653827"/>
                  </a:lnTo>
                  <a:lnTo>
                    <a:pt x="18036" y="653877"/>
                  </a:lnTo>
                  <a:lnTo>
                    <a:pt x="17154" y="653977"/>
                  </a:lnTo>
                  <a:lnTo>
                    <a:pt x="16174" y="654027"/>
                  </a:lnTo>
                  <a:lnTo>
                    <a:pt x="16027" y="654127"/>
                  </a:lnTo>
                  <a:lnTo>
                    <a:pt x="15684" y="654278"/>
                  </a:lnTo>
                  <a:lnTo>
                    <a:pt x="15537" y="654278"/>
                  </a:lnTo>
                  <a:lnTo>
                    <a:pt x="15292" y="654328"/>
                  </a:lnTo>
                  <a:lnTo>
                    <a:pt x="15145" y="654378"/>
                  </a:lnTo>
                  <a:lnTo>
                    <a:pt x="14900" y="654528"/>
                  </a:lnTo>
                  <a:lnTo>
                    <a:pt x="14753" y="654528"/>
                  </a:lnTo>
                  <a:lnTo>
                    <a:pt x="14606" y="654528"/>
                  </a:lnTo>
                  <a:lnTo>
                    <a:pt x="14409" y="654629"/>
                  </a:lnTo>
                  <a:lnTo>
                    <a:pt x="14164" y="654779"/>
                  </a:lnTo>
                  <a:lnTo>
                    <a:pt x="13919" y="654979"/>
                  </a:lnTo>
                  <a:lnTo>
                    <a:pt x="13625" y="655581"/>
                  </a:lnTo>
                  <a:lnTo>
                    <a:pt x="13380" y="656082"/>
                  </a:lnTo>
                  <a:lnTo>
                    <a:pt x="9459" y="664701"/>
                  </a:lnTo>
                  <a:lnTo>
                    <a:pt x="9312" y="665002"/>
                  </a:lnTo>
                  <a:lnTo>
                    <a:pt x="9263" y="665253"/>
                  </a:lnTo>
                  <a:lnTo>
                    <a:pt x="6028" y="661244"/>
                  </a:lnTo>
                  <a:lnTo>
                    <a:pt x="5636" y="660943"/>
                  </a:lnTo>
                  <a:lnTo>
                    <a:pt x="4754" y="659540"/>
                  </a:lnTo>
                  <a:lnTo>
                    <a:pt x="1274" y="654929"/>
                  </a:lnTo>
                  <a:lnTo>
                    <a:pt x="0" y="653225"/>
                  </a:lnTo>
                  <a:lnTo>
                    <a:pt x="1176" y="652223"/>
                  </a:lnTo>
                  <a:lnTo>
                    <a:pt x="2009" y="651572"/>
                  </a:lnTo>
                  <a:lnTo>
                    <a:pt x="686" y="649918"/>
                  </a:lnTo>
                  <a:lnTo>
                    <a:pt x="1225" y="649517"/>
                  </a:lnTo>
                  <a:lnTo>
                    <a:pt x="1568" y="649968"/>
                  </a:lnTo>
                  <a:lnTo>
                    <a:pt x="2205" y="649517"/>
                  </a:lnTo>
                  <a:lnTo>
                    <a:pt x="2646" y="650118"/>
                  </a:lnTo>
                  <a:lnTo>
                    <a:pt x="2107" y="650519"/>
                  </a:lnTo>
                  <a:lnTo>
                    <a:pt x="2548" y="651071"/>
                  </a:lnTo>
                  <a:lnTo>
                    <a:pt x="2891" y="650820"/>
                  </a:lnTo>
                  <a:lnTo>
                    <a:pt x="4215" y="649768"/>
                  </a:lnTo>
                  <a:lnTo>
                    <a:pt x="2646" y="647863"/>
                  </a:lnTo>
                  <a:lnTo>
                    <a:pt x="2891" y="647663"/>
                  </a:lnTo>
                  <a:lnTo>
                    <a:pt x="4460" y="649567"/>
                  </a:lnTo>
                  <a:lnTo>
                    <a:pt x="6028" y="648415"/>
                  </a:lnTo>
                  <a:lnTo>
                    <a:pt x="12792" y="643103"/>
                  </a:lnTo>
                  <a:lnTo>
                    <a:pt x="13478" y="642551"/>
                  </a:lnTo>
                  <a:lnTo>
                    <a:pt x="13968" y="642150"/>
                  </a:lnTo>
                  <a:lnTo>
                    <a:pt x="15096" y="641298"/>
                  </a:lnTo>
                  <a:lnTo>
                    <a:pt x="15978" y="640647"/>
                  </a:lnTo>
                  <a:lnTo>
                    <a:pt x="12694" y="637289"/>
                  </a:lnTo>
                  <a:lnTo>
                    <a:pt x="13184" y="636838"/>
                  </a:lnTo>
                  <a:lnTo>
                    <a:pt x="16419" y="640296"/>
                  </a:lnTo>
                  <a:lnTo>
                    <a:pt x="20438" y="637590"/>
                  </a:lnTo>
                  <a:lnTo>
                    <a:pt x="29064" y="630073"/>
                  </a:lnTo>
                  <a:lnTo>
                    <a:pt x="33868" y="626114"/>
                  </a:lnTo>
                  <a:lnTo>
                    <a:pt x="37789" y="621955"/>
                  </a:lnTo>
                  <a:lnTo>
                    <a:pt x="39504" y="619650"/>
                  </a:lnTo>
                  <a:lnTo>
                    <a:pt x="39896" y="618697"/>
                  </a:lnTo>
                  <a:lnTo>
                    <a:pt x="39357" y="618447"/>
                  </a:lnTo>
                  <a:lnTo>
                    <a:pt x="39210" y="618246"/>
                  </a:lnTo>
                  <a:lnTo>
                    <a:pt x="39112" y="618096"/>
                  </a:lnTo>
                  <a:lnTo>
                    <a:pt x="39063" y="617896"/>
                  </a:lnTo>
                  <a:lnTo>
                    <a:pt x="39063" y="617745"/>
                  </a:lnTo>
                  <a:lnTo>
                    <a:pt x="39161" y="617495"/>
                  </a:lnTo>
                  <a:lnTo>
                    <a:pt x="41857" y="612483"/>
                  </a:lnTo>
                  <a:lnTo>
                    <a:pt x="42004" y="611581"/>
                  </a:lnTo>
                  <a:lnTo>
                    <a:pt x="42690" y="611732"/>
                  </a:lnTo>
                  <a:lnTo>
                    <a:pt x="42543" y="612684"/>
                  </a:lnTo>
                  <a:lnTo>
                    <a:pt x="40092" y="617695"/>
                  </a:lnTo>
                  <a:lnTo>
                    <a:pt x="40092" y="617845"/>
                  </a:lnTo>
                  <a:lnTo>
                    <a:pt x="40141" y="617996"/>
                  </a:lnTo>
                  <a:lnTo>
                    <a:pt x="40043" y="618246"/>
                  </a:lnTo>
                  <a:lnTo>
                    <a:pt x="40730" y="618547"/>
                  </a:lnTo>
                  <a:lnTo>
                    <a:pt x="40975" y="618798"/>
                  </a:lnTo>
                  <a:lnTo>
                    <a:pt x="41269" y="618948"/>
                  </a:lnTo>
                  <a:lnTo>
                    <a:pt x="41857" y="619199"/>
                  </a:lnTo>
                  <a:lnTo>
                    <a:pt x="42200" y="618497"/>
                  </a:lnTo>
                  <a:lnTo>
                    <a:pt x="42886" y="618898"/>
                  </a:lnTo>
                  <a:lnTo>
                    <a:pt x="44798" y="615440"/>
                  </a:lnTo>
                  <a:lnTo>
                    <a:pt x="44210" y="615089"/>
                  </a:lnTo>
                  <a:lnTo>
                    <a:pt x="44553" y="614538"/>
                  </a:lnTo>
                  <a:lnTo>
                    <a:pt x="45190" y="614939"/>
                  </a:lnTo>
                  <a:lnTo>
                    <a:pt x="45386" y="614588"/>
                  </a:lnTo>
                  <a:lnTo>
                    <a:pt x="44798" y="614187"/>
                  </a:lnTo>
                  <a:lnTo>
                    <a:pt x="44896" y="614037"/>
                  </a:lnTo>
                  <a:lnTo>
                    <a:pt x="44700" y="613937"/>
                  </a:lnTo>
                  <a:lnTo>
                    <a:pt x="44455" y="613836"/>
                  </a:lnTo>
                  <a:lnTo>
                    <a:pt x="44063" y="613686"/>
                  </a:lnTo>
                  <a:lnTo>
                    <a:pt x="44161" y="613435"/>
                  </a:lnTo>
                  <a:lnTo>
                    <a:pt x="43376" y="612984"/>
                  </a:lnTo>
                  <a:lnTo>
                    <a:pt x="43131" y="612634"/>
                  </a:lnTo>
                  <a:lnTo>
                    <a:pt x="43523" y="612433"/>
                  </a:lnTo>
                  <a:lnTo>
                    <a:pt x="43670" y="612734"/>
                  </a:lnTo>
                  <a:lnTo>
                    <a:pt x="44749" y="613385"/>
                  </a:lnTo>
                  <a:lnTo>
                    <a:pt x="45827" y="613987"/>
                  </a:lnTo>
                  <a:lnTo>
                    <a:pt x="45974" y="613887"/>
                  </a:lnTo>
                  <a:lnTo>
                    <a:pt x="46072" y="613736"/>
                  </a:lnTo>
                  <a:lnTo>
                    <a:pt x="46268" y="613536"/>
                  </a:lnTo>
                  <a:lnTo>
                    <a:pt x="47739" y="612032"/>
                  </a:lnTo>
                  <a:lnTo>
                    <a:pt x="47886" y="611832"/>
                  </a:lnTo>
                  <a:lnTo>
                    <a:pt x="47739" y="611231"/>
                  </a:lnTo>
                  <a:lnTo>
                    <a:pt x="47837" y="611080"/>
                  </a:lnTo>
                  <a:lnTo>
                    <a:pt x="47641" y="609426"/>
                  </a:lnTo>
                  <a:lnTo>
                    <a:pt x="47935" y="610679"/>
                  </a:lnTo>
                  <a:lnTo>
                    <a:pt x="48033" y="610980"/>
                  </a:lnTo>
                  <a:lnTo>
                    <a:pt x="48523" y="610880"/>
                  </a:lnTo>
                  <a:lnTo>
                    <a:pt x="51170" y="610128"/>
                  </a:lnTo>
                  <a:lnTo>
                    <a:pt x="51022" y="609527"/>
                  </a:lnTo>
                  <a:lnTo>
                    <a:pt x="50581" y="607973"/>
                  </a:lnTo>
                  <a:lnTo>
                    <a:pt x="50238" y="606821"/>
                  </a:lnTo>
                  <a:lnTo>
                    <a:pt x="50091" y="606169"/>
                  </a:lnTo>
                  <a:lnTo>
                    <a:pt x="49993" y="605969"/>
                  </a:lnTo>
                  <a:lnTo>
                    <a:pt x="49797" y="606219"/>
                  </a:lnTo>
                  <a:lnTo>
                    <a:pt x="48278" y="607723"/>
                  </a:lnTo>
                  <a:lnTo>
                    <a:pt x="48376" y="607572"/>
                  </a:lnTo>
                  <a:lnTo>
                    <a:pt x="49895" y="605618"/>
                  </a:lnTo>
                  <a:lnTo>
                    <a:pt x="49650" y="604616"/>
                  </a:lnTo>
                  <a:lnTo>
                    <a:pt x="49552" y="604215"/>
                  </a:lnTo>
                  <a:lnTo>
                    <a:pt x="45925" y="601158"/>
                  </a:lnTo>
                  <a:lnTo>
                    <a:pt x="44847" y="600256"/>
                  </a:lnTo>
                  <a:lnTo>
                    <a:pt x="42837" y="598602"/>
                  </a:lnTo>
                  <a:lnTo>
                    <a:pt x="41171" y="598702"/>
                  </a:lnTo>
                  <a:lnTo>
                    <a:pt x="39455" y="597199"/>
                  </a:lnTo>
                  <a:lnTo>
                    <a:pt x="38132" y="594743"/>
                  </a:lnTo>
                  <a:lnTo>
                    <a:pt x="30731" y="588529"/>
                  </a:lnTo>
                  <a:lnTo>
                    <a:pt x="29947" y="588730"/>
                  </a:lnTo>
                  <a:lnTo>
                    <a:pt x="28770" y="588930"/>
                  </a:lnTo>
                  <a:lnTo>
                    <a:pt x="27104" y="589281"/>
                  </a:lnTo>
                  <a:lnTo>
                    <a:pt x="26614" y="589331"/>
                  </a:lnTo>
                  <a:lnTo>
                    <a:pt x="13037" y="578356"/>
                  </a:lnTo>
                  <a:lnTo>
                    <a:pt x="17889" y="572092"/>
                  </a:lnTo>
                  <a:lnTo>
                    <a:pt x="15586" y="565026"/>
                  </a:lnTo>
                  <a:lnTo>
                    <a:pt x="15488" y="564425"/>
                  </a:lnTo>
                  <a:lnTo>
                    <a:pt x="15782" y="564124"/>
                  </a:lnTo>
                  <a:lnTo>
                    <a:pt x="16223" y="564124"/>
                  </a:lnTo>
                  <a:lnTo>
                    <a:pt x="16566" y="564475"/>
                  </a:lnTo>
                  <a:lnTo>
                    <a:pt x="16713" y="565227"/>
                  </a:lnTo>
                  <a:lnTo>
                    <a:pt x="18919" y="571441"/>
                  </a:lnTo>
                  <a:lnTo>
                    <a:pt x="19458" y="571190"/>
                  </a:lnTo>
                  <a:lnTo>
                    <a:pt x="20291" y="570889"/>
                  </a:lnTo>
                  <a:lnTo>
                    <a:pt x="22056" y="570438"/>
                  </a:lnTo>
                  <a:lnTo>
                    <a:pt x="22399" y="570438"/>
                  </a:lnTo>
                  <a:lnTo>
                    <a:pt x="23281" y="569336"/>
                  </a:lnTo>
                  <a:lnTo>
                    <a:pt x="22889" y="569035"/>
                  </a:lnTo>
                  <a:lnTo>
                    <a:pt x="23036" y="568835"/>
                  </a:lnTo>
                  <a:lnTo>
                    <a:pt x="20928" y="567081"/>
                  </a:lnTo>
                  <a:lnTo>
                    <a:pt x="21075" y="566830"/>
                  </a:lnTo>
                  <a:lnTo>
                    <a:pt x="20438" y="566279"/>
                  </a:lnTo>
                  <a:lnTo>
                    <a:pt x="20879" y="565778"/>
                  </a:lnTo>
                  <a:lnTo>
                    <a:pt x="20977" y="565627"/>
                  </a:lnTo>
                  <a:lnTo>
                    <a:pt x="21173" y="565377"/>
                  </a:lnTo>
                  <a:lnTo>
                    <a:pt x="22154" y="564174"/>
                  </a:lnTo>
                  <a:lnTo>
                    <a:pt x="31074" y="571641"/>
                  </a:lnTo>
                  <a:lnTo>
                    <a:pt x="31221" y="571791"/>
                  </a:lnTo>
                  <a:lnTo>
                    <a:pt x="31417" y="571942"/>
                  </a:lnTo>
                  <a:lnTo>
                    <a:pt x="35289" y="575249"/>
                  </a:lnTo>
                  <a:lnTo>
                    <a:pt x="35485" y="574949"/>
                  </a:lnTo>
                  <a:lnTo>
                    <a:pt x="35583" y="574798"/>
                  </a:lnTo>
                  <a:lnTo>
                    <a:pt x="35632" y="574648"/>
                  </a:lnTo>
                  <a:lnTo>
                    <a:pt x="35877" y="574848"/>
                  </a:lnTo>
                  <a:lnTo>
                    <a:pt x="38426" y="577103"/>
                  </a:lnTo>
                  <a:lnTo>
                    <a:pt x="41073" y="579409"/>
                  </a:lnTo>
                  <a:lnTo>
                    <a:pt x="44651" y="582516"/>
                  </a:lnTo>
                  <a:lnTo>
                    <a:pt x="45729" y="583418"/>
                  </a:lnTo>
                  <a:lnTo>
                    <a:pt x="49503" y="586725"/>
                  </a:lnTo>
                  <a:lnTo>
                    <a:pt x="50042" y="587176"/>
                  </a:lnTo>
                  <a:lnTo>
                    <a:pt x="58325" y="594443"/>
                  </a:lnTo>
                  <a:lnTo>
                    <a:pt x="58571" y="594643"/>
                  </a:lnTo>
                  <a:lnTo>
                    <a:pt x="60776" y="592037"/>
                  </a:lnTo>
                  <a:lnTo>
                    <a:pt x="61315" y="591436"/>
                  </a:lnTo>
                  <a:lnTo>
                    <a:pt x="61609" y="591135"/>
                  </a:lnTo>
                  <a:lnTo>
                    <a:pt x="60531" y="590183"/>
                  </a:lnTo>
                  <a:lnTo>
                    <a:pt x="60874" y="589782"/>
                  </a:lnTo>
                  <a:lnTo>
                    <a:pt x="61560" y="588980"/>
                  </a:lnTo>
                  <a:lnTo>
                    <a:pt x="61805" y="588730"/>
                  </a:lnTo>
                  <a:lnTo>
                    <a:pt x="68765" y="580611"/>
                  </a:lnTo>
                  <a:lnTo>
                    <a:pt x="69550" y="581263"/>
                  </a:lnTo>
                  <a:lnTo>
                    <a:pt x="71020" y="579509"/>
                  </a:lnTo>
                  <a:lnTo>
                    <a:pt x="71363" y="578958"/>
                  </a:lnTo>
                  <a:lnTo>
                    <a:pt x="71559" y="578456"/>
                  </a:lnTo>
                  <a:lnTo>
                    <a:pt x="71608" y="578206"/>
                  </a:lnTo>
                  <a:lnTo>
                    <a:pt x="71755" y="576352"/>
                  </a:lnTo>
                  <a:lnTo>
                    <a:pt x="71755" y="576051"/>
                  </a:lnTo>
                  <a:lnTo>
                    <a:pt x="70824" y="575951"/>
                  </a:lnTo>
                  <a:lnTo>
                    <a:pt x="63521" y="575299"/>
                  </a:lnTo>
                  <a:lnTo>
                    <a:pt x="63668" y="573946"/>
                  </a:lnTo>
                  <a:lnTo>
                    <a:pt x="71902" y="574648"/>
                  </a:lnTo>
                  <a:lnTo>
                    <a:pt x="72000" y="573395"/>
                  </a:lnTo>
                  <a:lnTo>
                    <a:pt x="72049" y="572994"/>
                  </a:lnTo>
                  <a:lnTo>
                    <a:pt x="72245" y="570488"/>
                  </a:lnTo>
                  <a:lnTo>
                    <a:pt x="64011" y="569787"/>
                  </a:lnTo>
                  <a:lnTo>
                    <a:pt x="64207" y="567432"/>
                  </a:lnTo>
                  <a:lnTo>
                    <a:pt x="64305" y="566028"/>
                  </a:lnTo>
                  <a:lnTo>
                    <a:pt x="72588" y="566730"/>
                  </a:lnTo>
                  <a:lnTo>
                    <a:pt x="72882" y="562420"/>
                  </a:lnTo>
                  <a:lnTo>
                    <a:pt x="64550" y="561769"/>
                  </a:lnTo>
                  <a:lnTo>
                    <a:pt x="64844" y="557960"/>
                  </a:lnTo>
                  <a:lnTo>
                    <a:pt x="73030" y="558562"/>
                  </a:lnTo>
                  <a:lnTo>
                    <a:pt x="73324" y="554903"/>
                  </a:lnTo>
                  <a:lnTo>
                    <a:pt x="73373" y="554352"/>
                  </a:lnTo>
                  <a:lnTo>
                    <a:pt x="65187" y="553701"/>
                  </a:lnTo>
                  <a:lnTo>
                    <a:pt x="65285" y="552448"/>
                  </a:lnTo>
                  <a:lnTo>
                    <a:pt x="73471" y="553049"/>
                  </a:lnTo>
                  <a:lnTo>
                    <a:pt x="73618" y="551596"/>
                  </a:lnTo>
                  <a:lnTo>
                    <a:pt x="73618" y="551095"/>
                  </a:lnTo>
                  <a:lnTo>
                    <a:pt x="71804" y="548890"/>
                  </a:lnTo>
                  <a:lnTo>
                    <a:pt x="71265" y="548288"/>
                  </a:lnTo>
                  <a:lnTo>
                    <a:pt x="62100" y="537414"/>
                  </a:lnTo>
                  <a:lnTo>
                    <a:pt x="64011" y="535760"/>
                  </a:lnTo>
                  <a:lnTo>
                    <a:pt x="66021" y="534006"/>
                  </a:lnTo>
                  <a:lnTo>
                    <a:pt x="66903" y="533254"/>
                  </a:lnTo>
                  <a:lnTo>
                    <a:pt x="68667" y="531701"/>
                  </a:lnTo>
                  <a:lnTo>
                    <a:pt x="69452" y="530999"/>
                  </a:lnTo>
                  <a:lnTo>
                    <a:pt x="72882" y="535058"/>
                  </a:lnTo>
                  <a:lnTo>
                    <a:pt x="73814" y="536061"/>
                  </a:lnTo>
                  <a:lnTo>
                    <a:pt x="84205" y="548188"/>
                  </a:lnTo>
                  <a:lnTo>
                    <a:pt x="85185" y="549341"/>
                  </a:lnTo>
                  <a:lnTo>
                    <a:pt x="85871" y="550142"/>
                  </a:lnTo>
                  <a:lnTo>
                    <a:pt x="85626" y="550543"/>
                  </a:lnTo>
                  <a:lnTo>
                    <a:pt x="85136" y="550944"/>
                  </a:lnTo>
                  <a:lnTo>
                    <a:pt x="84303" y="551746"/>
                  </a:lnTo>
                  <a:lnTo>
                    <a:pt x="86655" y="551646"/>
                  </a:lnTo>
                  <a:lnTo>
                    <a:pt x="88420" y="549992"/>
                  </a:lnTo>
                  <a:lnTo>
                    <a:pt x="88763" y="548789"/>
                  </a:lnTo>
                  <a:lnTo>
                    <a:pt x="88714" y="547938"/>
                  </a:lnTo>
                  <a:lnTo>
                    <a:pt x="88567" y="547436"/>
                  </a:lnTo>
                  <a:lnTo>
                    <a:pt x="87979" y="546685"/>
                  </a:lnTo>
                  <a:lnTo>
                    <a:pt x="88322" y="546234"/>
                  </a:lnTo>
                  <a:lnTo>
                    <a:pt x="88959" y="545432"/>
                  </a:lnTo>
                  <a:lnTo>
                    <a:pt x="88861" y="545081"/>
                  </a:lnTo>
                  <a:lnTo>
                    <a:pt x="89008" y="545031"/>
                  </a:lnTo>
                  <a:lnTo>
                    <a:pt x="88959" y="544830"/>
                  </a:lnTo>
                  <a:lnTo>
                    <a:pt x="88812" y="544079"/>
                  </a:lnTo>
                  <a:lnTo>
                    <a:pt x="86557" y="544530"/>
                  </a:lnTo>
                  <a:lnTo>
                    <a:pt x="86508" y="544079"/>
                  </a:lnTo>
                  <a:lnTo>
                    <a:pt x="86998" y="543928"/>
                  </a:lnTo>
                  <a:lnTo>
                    <a:pt x="87047" y="543578"/>
                  </a:lnTo>
                  <a:lnTo>
                    <a:pt x="87685" y="540120"/>
                  </a:lnTo>
                  <a:lnTo>
                    <a:pt x="87783" y="539468"/>
                  </a:lnTo>
                  <a:lnTo>
                    <a:pt x="87832" y="538667"/>
                  </a:lnTo>
                  <a:lnTo>
                    <a:pt x="87685" y="538667"/>
                  </a:lnTo>
                  <a:lnTo>
                    <a:pt x="87586" y="538466"/>
                  </a:lnTo>
                  <a:lnTo>
                    <a:pt x="87881" y="538466"/>
                  </a:lnTo>
                  <a:lnTo>
                    <a:pt x="88077" y="538466"/>
                  </a:lnTo>
                  <a:lnTo>
                    <a:pt x="88469" y="538466"/>
                  </a:lnTo>
                  <a:lnTo>
                    <a:pt x="88420" y="537765"/>
                  </a:lnTo>
                  <a:lnTo>
                    <a:pt x="88077" y="537464"/>
                  </a:lnTo>
                  <a:lnTo>
                    <a:pt x="87930" y="537263"/>
                  </a:lnTo>
                  <a:lnTo>
                    <a:pt x="87832" y="537013"/>
                  </a:lnTo>
                  <a:lnTo>
                    <a:pt x="87783" y="536812"/>
                  </a:lnTo>
                  <a:lnTo>
                    <a:pt x="87783" y="536612"/>
                  </a:lnTo>
                  <a:lnTo>
                    <a:pt x="87979" y="536311"/>
                  </a:lnTo>
                  <a:lnTo>
                    <a:pt x="88175" y="536111"/>
                  </a:lnTo>
                  <a:lnTo>
                    <a:pt x="88518" y="535409"/>
                  </a:lnTo>
                  <a:lnTo>
                    <a:pt x="88616" y="535058"/>
                  </a:lnTo>
                  <a:lnTo>
                    <a:pt x="88714" y="534708"/>
                  </a:lnTo>
                  <a:lnTo>
                    <a:pt x="88714" y="534457"/>
                  </a:lnTo>
                  <a:lnTo>
                    <a:pt x="91557" y="533004"/>
                  </a:lnTo>
                  <a:lnTo>
                    <a:pt x="91704" y="532904"/>
                  </a:lnTo>
                  <a:lnTo>
                    <a:pt x="91312" y="532102"/>
                  </a:lnTo>
                  <a:lnTo>
                    <a:pt x="91115" y="531751"/>
                  </a:lnTo>
                  <a:lnTo>
                    <a:pt x="90821" y="531300"/>
                  </a:lnTo>
                  <a:lnTo>
                    <a:pt x="90380" y="531550"/>
                  </a:lnTo>
                  <a:lnTo>
                    <a:pt x="90282" y="531300"/>
                  </a:lnTo>
                  <a:lnTo>
                    <a:pt x="90037" y="530949"/>
                  </a:lnTo>
                  <a:lnTo>
                    <a:pt x="89939" y="530799"/>
                  </a:lnTo>
                  <a:lnTo>
                    <a:pt x="85479" y="533104"/>
                  </a:lnTo>
                  <a:lnTo>
                    <a:pt x="84793" y="531751"/>
                  </a:lnTo>
                  <a:lnTo>
                    <a:pt x="89498" y="529396"/>
                  </a:lnTo>
                  <a:lnTo>
                    <a:pt x="87832" y="526088"/>
                  </a:lnTo>
                  <a:lnTo>
                    <a:pt x="80676" y="529847"/>
                  </a:lnTo>
                  <a:lnTo>
                    <a:pt x="80774" y="530147"/>
                  </a:lnTo>
                  <a:lnTo>
                    <a:pt x="80872" y="530348"/>
                  </a:lnTo>
                  <a:lnTo>
                    <a:pt x="80970" y="530498"/>
                  </a:lnTo>
                  <a:lnTo>
                    <a:pt x="80529" y="530749"/>
                  </a:lnTo>
                  <a:lnTo>
                    <a:pt x="79548" y="528844"/>
                  </a:lnTo>
                  <a:lnTo>
                    <a:pt x="79989" y="528544"/>
                  </a:lnTo>
                  <a:lnTo>
                    <a:pt x="80087" y="528744"/>
                  </a:lnTo>
                  <a:lnTo>
                    <a:pt x="80283" y="529095"/>
                  </a:lnTo>
                  <a:lnTo>
                    <a:pt x="84891" y="526690"/>
                  </a:lnTo>
                  <a:lnTo>
                    <a:pt x="89008" y="524535"/>
                  </a:lnTo>
                  <a:lnTo>
                    <a:pt x="89400" y="524334"/>
                  </a:lnTo>
                  <a:lnTo>
                    <a:pt x="91361" y="523332"/>
                  </a:lnTo>
                  <a:lnTo>
                    <a:pt x="92635" y="522630"/>
                  </a:lnTo>
                  <a:lnTo>
                    <a:pt x="90674" y="518772"/>
                  </a:lnTo>
                  <a:lnTo>
                    <a:pt x="90625" y="518571"/>
                  </a:lnTo>
                  <a:lnTo>
                    <a:pt x="90674" y="518421"/>
                  </a:lnTo>
                  <a:lnTo>
                    <a:pt x="90723" y="518220"/>
                  </a:lnTo>
                  <a:lnTo>
                    <a:pt x="90772" y="518070"/>
                  </a:lnTo>
                  <a:lnTo>
                    <a:pt x="90870" y="517870"/>
                  </a:lnTo>
                  <a:lnTo>
                    <a:pt x="91017" y="517719"/>
                  </a:lnTo>
                  <a:lnTo>
                    <a:pt x="91312" y="517368"/>
                  </a:lnTo>
                  <a:lnTo>
                    <a:pt x="91557" y="517118"/>
                  </a:lnTo>
                  <a:lnTo>
                    <a:pt x="91508" y="516968"/>
                  </a:lnTo>
                  <a:lnTo>
                    <a:pt x="91066" y="516216"/>
                  </a:lnTo>
                  <a:lnTo>
                    <a:pt x="90968" y="515965"/>
                  </a:lnTo>
                  <a:lnTo>
                    <a:pt x="81852" y="520726"/>
                  </a:lnTo>
                  <a:lnTo>
                    <a:pt x="81558" y="520075"/>
                  </a:lnTo>
                  <a:lnTo>
                    <a:pt x="90576" y="515264"/>
                  </a:lnTo>
                  <a:lnTo>
                    <a:pt x="90625" y="515113"/>
                  </a:lnTo>
                  <a:lnTo>
                    <a:pt x="91410" y="514712"/>
                  </a:lnTo>
                  <a:lnTo>
                    <a:pt x="89988" y="511906"/>
                  </a:lnTo>
                  <a:lnTo>
                    <a:pt x="75431" y="519423"/>
                  </a:lnTo>
                  <a:lnTo>
                    <a:pt x="75284" y="519022"/>
                  </a:lnTo>
                  <a:lnTo>
                    <a:pt x="89743" y="511505"/>
                  </a:lnTo>
                  <a:lnTo>
                    <a:pt x="88175" y="508398"/>
                  </a:lnTo>
                  <a:lnTo>
                    <a:pt x="80529" y="512357"/>
                  </a:lnTo>
                  <a:lnTo>
                    <a:pt x="80333" y="511906"/>
                  </a:lnTo>
                  <a:lnTo>
                    <a:pt x="80872" y="511656"/>
                  </a:lnTo>
                  <a:lnTo>
                    <a:pt x="81068" y="511505"/>
                  </a:lnTo>
                  <a:lnTo>
                    <a:pt x="87930" y="507947"/>
                  </a:lnTo>
                  <a:lnTo>
                    <a:pt x="87488" y="507095"/>
                  </a:lnTo>
                  <a:lnTo>
                    <a:pt x="79205" y="504289"/>
                  </a:lnTo>
                  <a:lnTo>
                    <a:pt x="78764" y="504139"/>
                  </a:lnTo>
                  <a:lnTo>
                    <a:pt x="60335" y="513660"/>
                  </a:lnTo>
                  <a:lnTo>
                    <a:pt x="59943" y="513861"/>
                  </a:lnTo>
                  <a:lnTo>
                    <a:pt x="58031" y="511104"/>
                  </a:lnTo>
                  <a:lnTo>
                    <a:pt x="57051" y="509751"/>
                  </a:lnTo>
                  <a:lnTo>
                    <a:pt x="56708" y="510503"/>
                  </a:lnTo>
                  <a:lnTo>
                    <a:pt x="52395" y="518722"/>
                  </a:lnTo>
                  <a:lnTo>
                    <a:pt x="50287" y="522981"/>
                  </a:lnTo>
                  <a:lnTo>
                    <a:pt x="51317" y="523582"/>
                  </a:lnTo>
                  <a:lnTo>
                    <a:pt x="50875" y="524284"/>
                  </a:lnTo>
                  <a:lnTo>
                    <a:pt x="49895" y="523733"/>
                  </a:lnTo>
                  <a:lnTo>
                    <a:pt x="47346" y="528844"/>
                  </a:lnTo>
                  <a:lnTo>
                    <a:pt x="45337" y="527592"/>
                  </a:lnTo>
                  <a:lnTo>
                    <a:pt x="48180" y="522029"/>
                  </a:lnTo>
                  <a:lnTo>
                    <a:pt x="55385" y="509902"/>
                  </a:lnTo>
                  <a:lnTo>
                    <a:pt x="52248" y="511455"/>
                  </a:lnTo>
                  <a:lnTo>
                    <a:pt x="47788" y="517018"/>
                  </a:lnTo>
                  <a:lnTo>
                    <a:pt x="40828" y="525086"/>
                  </a:lnTo>
                  <a:lnTo>
                    <a:pt x="38377" y="541723"/>
                  </a:lnTo>
                  <a:lnTo>
                    <a:pt x="38132" y="541824"/>
                  </a:lnTo>
                  <a:lnTo>
                    <a:pt x="37887" y="541924"/>
                  </a:lnTo>
                  <a:lnTo>
                    <a:pt x="37642" y="542024"/>
                  </a:lnTo>
                  <a:lnTo>
                    <a:pt x="37348" y="542024"/>
                  </a:lnTo>
                  <a:lnTo>
                    <a:pt x="37103" y="542024"/>
                  </a:lnTo>
                  <a:lnTo>
                    <a:pt x="36809" y="541974"/>
                  </a:lnTo>
                  <a:lnTo>
                    <a:pt x="36564" y="541924"/>
                  </a:lnTo>
                  <a:lnTo>
                    <a:pt x="36318" y="541824"/>
                  </a:lnTo>
                  <a:lnTo>
                    <a:pt x="36073" y="541673"/>
                  </a:lnTo>
                  <a:lnTo>
                    <a:pt x="35877" y="541523"/>
                  </a:lnTo>
                  <a:lnTo>
                    <a:pt x="38181" y="525336"/>
                  </a:lnTo>
                  <a:lnTo>
                    <a:pt x="17448" y="549691"/>
                  </a:lnTo>
                  <a:lnTo>
                    <a:pt x="16517" y="548439"/>
                  </a:lnTo>
                  <a:lnTo>
                    <a:pt x="49062" y="510403"/>
                  </a:lnTo>
                  <a:lnTo>
                    <a:pt x="49699" y="509451"/>
                  </a:lnTo>
                  <a:lnTo>
                    <a:pt x="51807" y="508248"/>
                  </a:lnTo>
                  <a:lnTo>
                    <a:pt x="52542" y="507847"/>
                  </a:lnTo>
                  <a:lnTo>
                    <a:pt x="54993" y="506494"/>
                  </a:lnTo>
                  <a:lnTo>
                    <a:pt x="56561" y="505692"/>
                  </a:lnTo>
                  <a:lnTo>
                    <a:pt x="56708" y="505441"/>
                  </a:lnTo>
                  <a:lnTo>
                    <a:pt x="56757" y="505291"/>
                  </a:lnTo>
                  <a:lnTo>
                    <a:pt x="56904" y="505091"/>
                  </a:lnTo>
                  <a:lnTo>
                    <a:pt x="57149" y="503337"/>
                  </a:lnTo>
                  <a:lnTo>
                    <a:pt x="57051" y="502485"/>
                  </a:lnTo>
                  <a:lnTo>
                    <a:pt x="56953" y="501883"/>
                  </a:lnTo>
                  <a:lnTo>
                    <a:pt x="56953" y="501332"/>
                  </a:lnTo>
                  <a:lnTo>
                    <a:pt x="56855" y="500831"/>
                  </a:lnTo>
                  <a:lnTo>
                    <a:pt x="56561" y="499227"/>
                  </a:lnTo>
                  <a:lnTo>
                    <a:pt x="56512" y="498376"/>
                  </a:lnTo>
                  <a:lnTo>
                    <a:pt x="56512" y="497774"/>
                  </a:lnTo>
                  <a:lnTo>
                    <a:pt x="56512" y="497273"/>
                  </a:lnTo>
                  <a:lnTo>
                    <a:pt x="56512" y="497022"/>
                  </a:lnTo>
                  <a:lnTo>
                    <a:pt x="56512" y="496321"/>
                  </a:lnTo>
                  <a:lnTo>
                    <a:pt x="56463" y="495068"/>
                  </a:lnTo>
                  <a:lnTo>
                    <a:pt x="56365" y="493865"/>
                  </a:lnTo>
                  <a:lnTo>
                    <a:pt x="56316" y="492863"/>
                  </a:lnTo>
                  <a:lnTo>
                    <a:pt x="56120" y="491360"/>
                  </a:lnTo>
                  <a:lnTo>
                    <a:pt x="56022" y="490408"/>
                  </a:lnTo>
                  <a:lnTo>
                    <a:pt x="55728" y="489355"/>
                  </a:lnTo>
                  <a:lnTo>
                    <a:pt x="55483" y="488503"/>
                  </a:lnTo>
                  <a:lnTo>
                    <a:pt x="55483" y="487651"/>
                  </a:lnTo>
                  <a:lnTo>
                    <a:pt x="55434" y="486799"/>
                  </a:lnTo>
                  <a:lnTo>
                    <a:pt x="55189" y="485947"/>
                  </a:lnTo>
                  <a:lnTo>
                    <a:pt x="54944" y="484995"/>
                  </a:lnTo>
                  <a:lnTo>
                    <a:pt x="54600" y="484344"/>
                  </a:lnTo>
                  <a:lnTo>
                    <a:pt x="54306" y="483392"/>
                  </a:lnTo>
                  <a:lnTo>
                    <a:pt x="54257" y="482790"/>
                  </a:lnTo>
                  <a:lnTo>
                    <a:pt x="54012" y="481989"/>
                  </a:lnTo>
                  <a:lnTo>
                    <a:pt x="53816" y="481688"/>
                  </a:lnTo>
                  <a:lnTo>
                    <a:pt x="53375" y="480635"/>
                  </a:lnTo>
                  <a:lnTo>
                    <a:pt x="53081" y="479934"/>
                  </a:lnTo>
                  <a:lnTo>
                    <a:pt x="52640" y="479182"/>
                  </a:lnTo>
                  <a:lnTo>
                    <a:pt x="52101" y="478230"/>
                  </a:lnTo>
                  <a:lnTo>
                    <a:pt x="51758" y="476927"/>
                  </a:lnTo>
                  <a:lnTo>
                    <a:pt x="51513" y="475875"/>
                  </a:lnTo>
                  <a:lnTo>
                    <a:pt x="51268" y="475023"/>
                  </a:lnTo>
                  <a:lnTo>
                    <a:pt x="50973" y="474221"/>
                  </a:lnTo>
                  <a:lnTo>
                    <a:pt x="50973" y="474071"/>
                  </a:lnTo>
                  <a:lnTo>
                    <a:pt x="50483" y="470863"/>
                  </a:lnTo>
                  <a:lnTo>
                    <a:pt x="50189" y="470212"/>
                  </a:lnTo>
                  <a:lnTo>
                    <a:pt x="49993" y="469560"/>
                  </a:lnTo>
                  <a:lnTo>
                    <a:pt x="49846" y="468909"/>
                  </a:lnTo>
                  <a:lnTo>
                    <a:pt x="49748" y="468007"/>
                  </a:lnTo>
                  <a:lnTo>
                    <a:pt x="49601" y="467005"/>
                  </a:lnTo>
                  <a:lnTo>
                    <a:pt x="49454" y="466904"/>
                  </a:lnTo>
                  <a:lnTo>
                    <a:pt x="49209" y="466704"/>
                  </a:lnTo>
                  <a:lnTo>
                    <a:pt x="48670" y="466203"/>
                  </a:lnTo>
                  <a:lnTo>
                    <a:pt x="48425" y="466002"/>
                  </a:lnTo>
                  <a:lnTo>
                    <a:pt x="48082" y="465551"/>
                  </a:lnTo>
                  <a:lnTo>
                    <a:pt x="47935" y="465050"/>
                  </a:lnTo>
                  <a:lnTo>
                    <a:pt x="47690" y="464248"/>
                  </a:lnTo>
                  <a:lnTo>
                    <a:pt x="47641" y="464048"/>
                  </a:lnTo>
                  <a:lnTo>
                    <a:pt x="47494" y="463447"/>
                  </a:lnTo>
                  <a:lnTo>
                    <a:pt x="47297" y="460791"/>
                  </a:lnTo>
                  <a:lnTo>
                    <a:pt x="48082" y="459688"/>
                  </a:lnTo>
                  <a:lnTo>
                    <a:pt x="49748" y="458536"/>
                  </a:lnTo>
                  <a:lnTo>
                    <a:pt x="51219" y="456481"/>
                  </a:lnTo>
                  <a:lnTo>
                    <a:pt x="51709" y="454827"/>
                  </a:lnTo>
                  <a:lnTo>
                    <a:pt x="52003" y="453825"/>
                  </a:lnTo>
                  <a:lnTo>
                    <a:pt x="52150" y="453324"/>
                  </a:lnTo>
                  <a:lnTo>
                    <a:pt x="52444" y="452271"/>
                  </a:lnTo>
                  <a:lnTo>
                    <a:pt x="52640" y="451369"/>
                  </a:lnTo>
                  <a:lnTo>
                    <a:pt x="52983" y="450317"/>
                  </a:lnTo>
                  <a:lnTo>
                    <a:pt x="54257" y="446007"/>
                  </a:lnTo>
                  <a:lnTo>
                    <a:pt x="54502" y="445205"/>
                  </a:lnTo>
                  <a:lnTo>
                    <a:pt x="56463" y="440395"/>
                  </a:lnTo>
                  <a:lnTo>
                    <a:pt x="56953" y="439142"/>
                  </a:lnTo>
                  <a:lnTo>
                    <a:pt x="58669" y="435433"/>
                  </a:lnTo>
                  <a:lnTo>
                    <a:pt x="59012" y="433429"/>
                  </a:lnTo>
                  <a:lnTo>
                    <a:pt x="59159" y="432477"/>
                  </a:lnTo>
                  <a:lnTo>
                    <a:pt x="59894" y="429771"/>
                  </a:lnTo>
                  <a:lnTo>
                    <a:pt x="60335" y="428468"/>
                  </a:lnTo>
                  <a:lnTo>
                    <a:pt x="61413" y="426263"/>
                  </a:lnTo>
                  <a:lnTo>
                    <a:pt x="61707" y="425361"/>
                  </a:lnTo>
                  <a:lnTo>
                    <a:pt x="61854" y="424859"/>
                  </a:lnTo>
                  <a:lnTo>
                    <a:pt x="62247" y="424058"/>
                  </a:lnTo>
                  <a:lnTo>
                    <a:pt x="62443" y="423807"/>
                  </a:lnTo>
                  <a:lnTo>
                    <a:pt x="62688" y="423456"/>
                  </a:lnTo>
                  <a:lnTo>
                    <a:pt x="62737" y="422955"/>
                  </a:lnTo>
                  <a:lnTo>
                    <a:pt x="62982" y="422454"/>
                  </a:lnTo>
                  <a:lnTo>
                    <a:pt x="63668" y="420951"/>
                  </a:lnTo>
                  <a:lnTo>
                    <a:pt x="64158" y="420149"/>
                  </a:lnTo>
                  <a:lnTo>
                    <a:pt x="64501" y="419698"/>
                  </a:lnTo>
                  <a:lnTo>
                    <a:pt x="64648" y="419397"/>
                  </a:lnTo>
                  <a:lnTo>
                    <a:pt x="64746" y="419147"/>
                  </a:lnTo>
                  <a:lnTo>
                    <a:pt x="64893" y="418946"/>
                  </a:lnTo>
                  <a:lnTo>
                    <a:pt x="64991" y="418696"/>
                  </a:lnTo>
                  <a:lnTo>
                    <a:pt x="65089" y="418495"/>
                  </a:lnTo>
                  <a:lnTo>
                    <a:pt x="65236" y="418194"/>
                  </a:lnTo>
                  <a:lnTo>
                    <a:pt x="65285" y="417994"/>
                  </a:lnTo>
                  <a:lnTo>
                    <a:pt x="65432" y="417743"/>
                  </a:lnTo>
                  <a:lnTo>
                    <a:pt x="65579" y="417593"/>
                  </a:lnTo>
                  <a:lnTo>
                    <a:pt x="65776" y="417393"/>
                  </a:lnTo>
                  <a:lnTo>
                    <a:pt x="65825" y="417042"/>
                  </a:lnTo>
                  <a:lnTo>
                    <a:pt x="65874" y="416841"/>
                  </a:lnTo>
                  <a:lnTo>
                    <a:pt x="65972" y="416691"/>
                  </a:lnTo>
                  <a:lnTo>
                    <a:pt x="66021" y="416491"/>
                  </a:lnTo>
                  <a:lnTo>
                    <a:pt x="66070" y="416290"/>
                  </a:lnTo>
                  <a:lnTo>
                    <a:pt x="66168" y="416140"/>
                  </a:lnTo>
                  <a:lnTo>
                    <a:pt x="66315" y="415939"/>
                  </a:lnTo>
                  <a:lnTo>
                    <a:pt x="66413" y="415739"/>
                  </a:lnTo>
                  <a:lnTo>
                    <a:pt x="66560" y="415588"/>
                  </a:lnTo>
                  <a:lnTo>
                    <a:pt x="66658" y="415288"/>
                  </a:lnTo>
                  <a:lnTo>
                    <a:pt x="66707" y="415137"/>
                  </a:lnTo>
                  <a:lnTo>
                    <a:pt x="66756" y="414987"/>
                  </a:lnTo>
                  <a:lnTo>
                    <a:pt x="66952" y="414586"/>
                  </a:lnTo>
                  <a:lnTo>
                    <a:pt x="67246" y="414235"/>
                  </a:lnTo>
                  <a:lnTo>
                    <a:pt x="67344" y="413985"/>
                  </a:lnTo>
                  <a:lnTo>
                    <a:pt x="67491" y="413835"/>
                  </a:lnTo>
                  <a:lnTo>
                    <a:pt x="67736" y="413634"/>
                  </a:lnTo>
                  <a:lnTo>
                    <a:pt x="67932" y="413434"/>
                  </a:lnTo>
                  <a:lnTo>
                    <a:pt x="68128" y="413133"/>
                  </a:lnTo>
                  <a:lnTo>
                    <a:pt x="69206" y="411930"/>
                  </a:lnTo>
                  <a:lnTo>
                    <a:pt x="69304" y="411780"/>
                  </a:lnTo>
                  <a:lnTo>
                    <a:pt x="69501" y="411529"/>
                  </a:lnTo>
                  <a:lnTo>
                    <a:pt x="69844" y="410778"/>
                  </a:lnTo>
                  <a:lnTo>
                    <a:pt x="70236" y="410076"/>
                  </a:lnTo>
                  <a:lnTo>
                    <a:pt x="70824" y="408923"/>
                  </a:lnTo>
                  <a:lnTo>
                    <a:pt x="71118" y="408272"/>
                  </a:lnTo>
                  <a:lnTo>
                    <a:pt x="71265" y="407821"/>
                  </a:lnTo>
                  <a:lnTo>
                    <a:pt x="71559" y="407069"/>
                  </a:lnTo>
                  <a:lnTo>
                    <a:pt x="71706" y="406668"/>
                  </a:lnTo>
                  <a:lnTo>
                    <a:pt x="71853" y="406267"/>
                  </a:lnTo>
                  <a:lnTo>
                    <a:pt x="72098" y="405917"/>
                  </a:lnTo>
                  <a:lnTo>
                    <a:pt x="72245" y="405616"/>
                  </a:lnTo>
                  <a:lnTo>
                    <a:pt x="72343" y="405365"/>
                  </a:lnTo>
                  <a:lnTo>
                    <a:pt x="72392" y="405065"/>
                  </a:lnTo>
                  <a:lnTo>
                    <a:pt x="72392" y="404914"/>
                  </a:lnTo>
                  <a:lnTo>
                    <a:pt x="72392" y="404614"/>
                  </a:lnTo>
                  <a:lnTo>
                    <a:pt x="72392" y="404313"/>
                  </a:lnTo>
                  <a:lnTo>
                    <a:pt x="72392" y="404062"/>
                  </a:lnTo>
                  <a:lnTo>
                    <a:pt x="72441" y="403912"/>
                  </a:lnTo>
                  <a:lnTo>
                    <a:pt x="72490" y="403662"/>
                  </a:lnTo>
                  <a:lnTo>
                    <a:pt x="72588" y="403261"/>
                  </a:lnTo>
                  <a:lnTo>
                    <a:pt x="72686" y="402960"/>
                  </a:lnTo>
                  <a:lnTo>
                    <a:pt x="72833" y="402659"/>
                  </a:lnTo>
                  <a:lnTo>
                    <a:pt x="72882" y="402459"/>
                  </a:lnTo>
                  <a:lnTo>
                    <a:pt x="72882" y="402308"/>
                  </a:lnTo>
                  <a:lnTo>
                    <a:pt x="72931" y="402158"/>
                  </a:lnTo>
                  <a:lnTo>
                    <a:pt x="72980" y="401908"/>
                  </a:lnTo>
                  <a:lnTo>
                    <a:pt x="73079" y="401607"/>
                  </a:lnTo>
                  <a:lnTo>
                    <a:pt x="73275" y="401306"/>
                  </a:lnTo>
                  <a:lnTo>
                    <a:pt x="73373" y="401006"/>
                  </a:lnTo>
                  <a:lnTo>
                    <a:pt x="73422" y="400755"/>
                  </a:lnTo>
                  <a:lnTo>
                    <a:pt x="73177" y="400404"/>
                  </a:lnTo>
                  <a:lnTo>
                    <a:pt x="73422" y="399953"/>
                  </a:lnTo>
                  <a:lnTo>
                    <a:pt x="73618" y="399803"/>
                  </a:lnTo>
                  <a:lnTo>
                    <a:pt x="73618" y="399602"/>
                  </a:lnTo>
                  <a:lnTo>
                    <a:pt x="73422" y="399402"/>
                  </a:lnTo>
                  <a:lnTo>
                    <a:pt x="73422" y="399151"/>
                  </a:lnTo>
                  <a:lnTo>
                    <a:pt x="73471" y="398951"/>
                  </a:lnTo>
                  <a:lnTo>
                    <a:pt x="73569" y="398750"/>
                  </a:lnTo>
                  <a:lnTo>
                    <a:pt x="74010" y="398350"/>
                  </a:lnTo>
                  <a:lnTo>
                    <a:pt x="73863" y="397949"/>
                  </a:lnTo>
                  <a:lnTo>
                    <a:pt x="73912" y="397698"/>
                  </a:lnTo>
                  <a:lnTo>
                    <a:pt x="73961" y="397498"/>
                  </a:lnTo>
                  <a:lnTo>
                    <a:pt x="74157" y="397247"/>
                  </a:lnTo>
                  <a:lnTo>
                    <a:pt x="74255" y="397097"/>
                  </a:lnTo>
                  <a:lnTo>
                    <a:pt x="74353" y="396946"/>
                  </a:lnTo>
                  <a:lnTo>
                    <a:pt x="74353" y="396696"/>
                  </a:lnTo>
                  <a:lnTo>
                    <a:pt x="74353" y="396545"/>
                  </a:lnTo>
                  <a:lnTo>
                    <a:pt x="74451" y="396295"/>
                  </a:lnTo>
                  <a:lnTo>
                    <a:pt x="74549" y="396094"/>
                  </a:lnTo>
                  <a:lnTo>
                    <a:pt x="74598" y="395894"/>
                  </a:lnTo>
                  <a:lnTo>
                    <a:pt x="74647" y="395744"/>
                  </a:lnTo>
                  <a:lnTo>
                    <a:pt x="74696" y="395493"/>
                  </a:lnTo>
                  <a:lnTo>
                    <a:pt x="74696" y="395293"/>
                  </a:lnTo>
                  <a:lnTo>
                    <a:pt x="74794" y="394992"/>
                  </a:lnTo>
                  <a:lnTo>
                    <a:pt x="74843" y="394791"/>
                  </a:lnTo>
                  <a:lnTo>
                    <a:pt x="74941" y="394391"/>
                  </a:lnTo>
                  <a:lnTo>
                    <a:pt x="75137" y="393990"/>
                  </a:lnTo>
                  <a:lnTo>
                    <a:pt x="75333" y="393639"/>
                  </a:lnTo>
                  <a:lnTo>
                    <a:pt x="75529" y="393238"/>
                  </a:lnTo>
                  <a:lnTo>
                    <a:pt x="75578" y="392987"/>
                  </a:lnTo>
                  <a:lnTo>
                    <a:pt x="75676" y="392737"/>
                  </a:lnTo>
                  <a:lnTo>
                    <a:pt x="75823" y="392286"/>
                  </a:lnTo>
                  <a:lnTo>
                    <a:pt x="75970" y="391935"/>
                  </a:lnTo>
                  <a:lnTo>
                    <a:pt x="76068" y="391634"/>
                  </a:lnTo>
                  <a:lnTo>
                    <a:pt x="76215" y="391334"/>
                  </a:lnTo>
                  <a:lnTo>
                    <a:pt x="76509" y="390983"/>
                  </a:lnTo>
                  <a:lnTo>
                    <a:pt x="76558" y="390732"/>
                  </a:lnTo>
                  <a:lnTo>
                    <a:pt x="76558" y="390532"/>
                  </a:lnTo>
                  <a:lnTo>
                    <a:pt x="76656" y="390281"/>
                  </a:lnTo>
                  <a:lnTo>
                    <a:pt x="76804" y="389931"/>
                  </a:lnTo>
                  <a:lnTo>
                    <a:pt x="77000" y="389530"/>
                  </a:lnTo>
                  <a:lnTo>
                    <a:pt x="77147" y="389229"/>
                  </a:lnTo>
                  <a:lnTo>
                    <a:pt x="77784" y="387926"/>
                  </a:lnTo>
                  <a:lnTo>
                    <a:pt x="78176" y="387124"/>
                  </a:lnTo>
                  <a:lnTo>
                    <a:pt x="78470" y="386473"/>
                  </a:lnTo>
                  <a:lnTo>
                    <a:pt x="78715" y="386022"/>
                  </a:lnTo>
                  <a:lnTo>
                    <a:pt x="79254" y="385170"/>
                  </a:lnTo>
                  <a:lnTo>
                    <a:pt x="79499" y="384518"/>
                  </a:lnTo>
                  <a:lnTo>
                    <a:pt x="79793" y="383817"/>
                  </a:lnTo>
                  <a:lnTo>
                    <a:pt x="79989" y="383265"/>
                  </a:lnTo>
                  <a:lnTo>
                    <a:pt x="80185" y="382714"/>
                  </a:lnTo>
                  <a:lnTo>
                    <a:pt x="80283" y="382363"/>
                  </a:lnTo>
                  <a:lnTo>
                    <a:pt x="80480" y="381862"/>
                  </a:lnTo>
                  <a:lnTo>
                    <a:pt x="80529" y="381612"/>
                  </a:lnTo>
                  <a:lnTo>
                    <a:pt x="81019" y="380509"/>
                  </a:lnTo>
                  <a:lnTo>
                    <a:pt x="81362" y="379908"/>
                  </a:lnTo>
                  <a:lnTo>
                    <a:pt x="81460" y="379657"/>
                  </a:lnTo>
                  <a:lnTo>
                    <a:pt x="81558" y="379307"/>
                  </a:lnTo>
                  <a:lnTo>
                    <a:pt x="81803" y="378655"/>
                  </a:lnTo>
                  <a:lnTo>
                    <a:pt x="81852" y="378104"/>
                  </a:lnTo>
                  <a:lnTo>
                    <a:pt x="81999" y="377803"/>
                  </a:lnTo>
                  <a:lnTo>
                    <a:pt x="82048" y="377603"/>
                  </a:lnTo>
                  <a:lnTo>
                    <a:pt x="82146" y="377352"/>
                  </a:lnTo>
                  <a:lnTo>
                    <a:pt x="82146" y="377202"/>
                  </a:lnTo>
                  <a:lnTo>
                    <a:pt x="82097" y="376951"/>
                  </a:lnTo>
                  <a:lnTo>
                    <a:pt x="82048" y="376751"/>
                  </a:lnTo>
                  <a:lnTo>
                    <a:pt x="82097" y="376199"/>
                  </a:lnTo>
                  <a:lnTo>
                    <a:pt x="82342" y="375598"/>
                  </a:lnTo>
                  <a:lnTo>
                    <a:pt x="82587" y="375097"/>
                  </a:lnTo>
                  <a:lnTo>
                    <a:pt x="82930" y="374746"/>
                  </a:lnTo>
                  <a:lnTo>
                    <a:pt x="83028" y="374245"/>
                  </a:lnTo>
                  <a:lnTo>
                    <a:pt x="83224" y="373744"/>
                  </a:lnTo>
                  <a:lnTo>
                    <a:pt x="83420" y="373042"/>
                  </a:lnTo>
                  <a:lnTo>
                    <a:pt x="83665" y="372291"/>
                  </a:lnTo>
                  <a:lnTo>
                    <a:pt x="84009" y="371389"/>
                  </a:lnTo>
                  <a:lnTo>
                    <a:pt x="84401" y="370837"/>
                  </a:lnTo>
                  <a:lnTo>
                    <a:pt x="84744" y="370136"/>
                  </a:lnTo>
                  <a:lnTo>
                    <a:pt x="85283" y="369434"/>
                  </a:lnTo>
                  <a:lnTo>
                    <a:pt x="85773" y="368733"/>
                  </a:lnTo>
                  <a:lnTo>
                    <a:pt x="86116" y="367981"/>
                  </a:lnTo>
                  <a:lnTo>
                    <a:pt x="86459" y="367329"/>
                  </a:lnTo>
                  <a:lnTo>
                    <a:pt x="88959" y="361967"/>
                  </a:lnTo>
                  <a:lnTo>
                    <a:pt x="89400" y="360915"/>
                  </a:lnTo>
                  <a:lnTo>
                    <a:pt x="89645" y="360013"/>
                  </a:lnTo>
                  <a:lnTo>
                    <a:pt x="89841" y="359412"/>
                  </a:lnTo>
                  <a:lnTo>
                    <a:pt x="89890" y="358910"/>
                  </a:lnTo>
                  <a:lnTo>
                    <a:pt x="90184" y="357908"/>
                  </a:lnTo>
                  <a:lnTo>
                    <a:pt x="91017" y="355954"/>
                  </a:lnTo>
                  <a:lnTo>
                    <a:pt x="91115" y="355603"/>
                  </a:lnTo>
                  <a:lnTo>
                    <a:pt x="91410" y="354601"/>
                  </a:lnTo>
                  <a:lnTo>
                    <a:pt x="91753" y="353198"/>
                  </a:lnTo>
                  <a:lnTo>
                    <a:pt x="92292" y="351694"/>
                  </a:lnTo>
                  <a:lnTo>
                    <a:pt x="92586" y="350692"/>
                  </a:lnTo>
                  <a:lnTo>
                    <a:pt x="92880" y="349840"/>
                  </a:lnTo>
                  <a:lnTo>
                    <a:pt x="93125" y="349038"/>
                  </a:lnTo>
                  <a:lnTo>
                    <a:pt x="93370" y="348136"/>
                  </a:lnTo>
                  <a:lnTo>
                    <a:pt x="93566" y="347685"/>
                  </a:lnTo>
                  <a:lnTo>
                    <a:pt x="93762" y="346983"/>
                  </a:lnTo>
                  <a:lnTo>
                    <a:pt x="93909" y="346282"/>
                  </a:lnTo>
                  <a:lnTo>
                    <a:pt x="94252" y="345330"/>
                  </a:lnTo>
                  <a:lnTo>
                    <a:pt x="94399" y="344478"/>
                  </a:lnTo>
                  <a:lnTo>
                    <a:pt x="94546" y="343776"/>
                  </a:lnTo>
                  <a:lnTo>
                    <a:pt x="94595" y="343375"/>
                  </a:lnTo>
                  <a:lnTo>
                    <a:pt x="94988" y="342072"/>
                  </a:lnTo>
                  <a:lnTo>
                    <a:pt x="95086" y="341621"/>
                  </a:lnTo>
                  <a:lnTo>
                    <a:pt x="95380" y="340419"/>
                  </a:lnTo>
                  <a:lnTo>
                    <a:pt x="95527" y="339366"/>
                  </a:lnTo>
                  <a:lnTo>
                    <a:pt x="95968" y="337662"/>
                  </a:lnTo>
                  <a:lnTo>
                    <a:pt x="96262" y="336109"/>
                  </a:lnTo>
                  <a:lnTo>
                    <a:pt x="96409" y="334656"/>
                  </a:lnTo>
                  <a:lnTo>
                    <a:pt x="96654" y="333403"/>
                  </a:lnTo>
                  <a:lnTo>
                    <a:pt x="96899" y="332150"/>
                  </a:lnTo>
                  <a:lnTo>
                    <a:pt x="96997" y="331098"/>
                  </a:lnTo>
                  <a:lnTo>
                    <a:pt x="97389" y="329644"/>
                  </a:lnTo>
                  <a:lnTo>
                    <a:pt x="97732" y="328141"/>
                  </a:lnTo>
                  <a:lnTo>
                    <a:pt x="97977" y="326788"/>
                  </a:lnTo>
                  <a:lnTo>
                    <a:pt x="98320" y="325335"/>
                  </a:lnTo>
                  <a:lnTo>
                    <a:pt x="98565" y="324433"/>
                  </a:lnTo>
                  <a:lnTo>
                    <a:pt x="98713" y="323731"/>
                  </a:lnTo>
                  <a:lnTo>
                    <a:pt x="98811" y="323180"/>
                  </a:lnTo>
                  <a:lnTo>
                    <a:pt x="98909" y="322829"/>
                  </a:lnTo>
                  <a:lnTo>
                    <a:pt x="99056" y="322378"/>
                  </a:lnTo>
                  <a:lnTo>
                    <a:pt x="99154" y="322027"/>
                  </a:lnTo>
                  <a:lnTo>
                    <a:pt x="99203" y="321726"/>
                  </a:lnTo>
                  <a:lnTo>
                    <a:pt x="99105" y="321576"/>
                  </a:lnTo>
                  <a:lnTo>
                    <a:pt x="98516" y="321676"/>
                  </a:lnTo>
                  <a:lnTo>
                    <a:pt x="98369" y="321726"/>
                  </a:lnTo>
                  <a:lnTo>
                    <a:pt x="97977" y="321777"/>
                  </a:lnTo>
                  <a:lnTo>
                    <a:pt x="97193" y="321877"/>
                  </a:lnTo>
                  <a:lnTo>
                    <a:pt x="96752" y="321877"/>
                  </a:lnTo>
                  <a:lnTo>
                    <a:pt x="96262" y="321877"/>
                  </a:lnTo>
                  <a:lnTo>
                    <a:pt x="95821" y="321877"/>
                  </a:lnTo>
                  <a:lnTo>
                    <a:pt x="95576" y="321877"/>
                  </a:lnTo>
                  <a:lnTo>
                    <a:pt x="95135" y="321877"/>
                  </a:lnTo>
                  <a:lnTo>
                    <a:pt x="94644" y="321877"/>
                  </a:lnTo>
                  <a:lnTo>
                    <a:pt x="92782" y="321877"/>
                  </a:lnTo>
                  <a:lnTo>
                    <a:pt x="91851" y="321877"/>
                  </a:lnTo>
                  <a:lnTo>
                    <a:pt x="91851" y="321576"/>
                  </a:lnTo>
                  <a:lnTo>
                    <a:pt x="92733" y="321576"/>
                  </a:lnTo>
                  <a:lnTo>
                    <a:pt x="92880" y="321576"/>
                  </a:lnTo>
                  <a:lnTo>
                    <a:pt x="93762" y="321576"/>
                  </a:lnTo>
                  <a:lnTo>
                    <a:pt x="94007" y="321576"/>
                  </a:lnTo>
                  <a:lnTo>
                    <a:pt x="94203" y="321526"/>
                  </a:lnTo>
                  <a:lnTo>
                    <a:pt x="94448" y="321426"/>
                  </a:lnTo>
                  <a:lnTo>
                    <a:pt x="94399" y="321175"/>
                  </a:lnTo>
                  <a:lnTo>
                    <a:pt x="94939" y="321175"/>
                  </a:lnTo>
                  <a:lnTo>
                    <a:pt x="95478" y="321275"/>
                  </a:lnTo>
                  <a:lnTo>
                    <a:pt x="95478" y="321426"/>
                  </a:lnTo>
                  <a:lnTo>
                    <a:pt x="95723" y="321476"/>
                  </a:lnTo>
                  <a:lnTo>
                    <a:pt x="96017" y="321576"/>
                  </a:lnTo>
                  <a:lnTo>
                    <a:pt x="96507" y="321576"/>
                  </a:lnTo>
                  <a:lnTo>
                    <a:pt x="96703" y="321576"/>
                  </a:lnTo>
                  <a:lnTo>
                    <a:pt x="97389" y="321576"/>
                  </a:lnTo>
                  <a:lnTo>
                    <a:pt x="97830" y="321526"/>
                  </a:lnTo>
                  <a:lnTo>
                    <a:pt x="98271" y="321426"/>
                  </a:lnTo>
                  <a:lnTo>
                    <a:pt x="98664" y="321376"/>
                  </a:lnTo>
                  <a:lnTo>
                    <a:pt x="99301" y="321225"/>
                  </a:lnTo>
                  <a:lnTo>
                    <a:pt x="99497" y="320724"/>
                  </a:lnTo>
                  <a:lnTo>
                    <a:pt x="99595" y="319922"/>
                  </a:lnTo>
                  <a:lnTo>
                    <a:pt x="99595" y="319171"/>
                  </a:lnTo>
                  <a:lnTo>
                    <a:pt x="99644" y="318720"/>
                  </a:lnTo>
                  <a:lnTo>
                    <a:pt x="99742" y="318068"/>
                  </a:lnTo>
                  <a:lnTo>
                    <a:pt x="99742" y="317667"/>
                  </a:lnTo>
                  <a:lnTo>
                    <a:pt x="99791" y="317216"/>
                  </a:lnTo>
                  <a:lnTo>
                    <a:pt x="99791" y="317066"/>
                  </a:lnTo>
                  <a:lnTo>
                    <a:pt x="99399" y="317016"/>
                  </a:lnTo>
                  <a:lnTo>
                    <a:pt x="98811" y="317016"/>
                  </a:lnTo>
                  <a:lnTo>
                    <a:pt x="98811" y="317467"/>
                  </a:lnTo>
                  <a:lnTo>
                    <a:pt x="96458" y="317266"/>
                  </a:lnTo>
                  <a:lnTo>
                    <a:pt x="96556" y="316064"/>
                  </a:lnTo>
                  <a:lnTo>
                    <a:pt x="98860" y="316214"/>
                  </a:lnTo>
                  <a:lnTo>
                    <a:pt x="98909" y="316565"/>
                  </a:lnTo>
                  <a:lnTo>
                    <a:pt x="99252" y="316615"/>
                  </a:lnTo>
                  <a:lnTo>
                    <a:pt x="99840" y="316665"/>
                  </a:lnTo>
                  <a:lnTo>
                    <a:pt x="99889" y="316164"/>
                  </a:lnTo>
                  <a:lnTo>
                    <a:pt x="99987" y="315763"/>
                  </a:lnTo>
                  <a:lnTo>
                    <a:pt x="100085" y="315462"/>
                  </a:lnTo>
                  <a:lnTo>
                    <a:pt x="100183" y="315162"/>
                  </a:lnTo>
                  <a:lnTo>
                    <a:pt x="100232" y="314660"/>
                  </a:lnTo>
                  <a:lnTo>
                    <a:pt x="100281" y="314360"/>
                  </a:lnTo>
                  <a:lnTo>
                    <a:pt x="100379" y="313859"/>
                  </a:lnTo>
                  <a:lnTo>
                    <a:pt x="100526" y="313358"/>
                  </a:lnTo>
                  <a:lnTo>
                    <a:pt x="100575" y="313007"/>
                  </a:lnTo>
                  <a:lnTo>
                    <a:pt x="100722" y="312506"/>
                  </a:lnTo>
                  <a:lnTo>
                    <a:pt x="100771" y="312105"/>
                  </a:lnTo>
                  <a:lnTo>
                    <a:pt x="100967" y="311253"/>
                  </a:lnTo>
                  <a:lnTo>
                    <a:pt x="100967" y="310501"/>
                  </a:lnTo>
                  <a:lnTo>
                    <a:pt x="101114" y="309950"/>
                  </a:lnTo>
                  <a:lnTo>
                    <a:pt x="101310" y="309399"/>
                  </a:lnTo>
                  <a:lnTo>
                    <a:pt x="101506" y="308897"/>
                  </a:lnTo>
                  <a:lnTo>
                    <a:pt x="101702" y="308296"/>
                  </a:lnTo>
                  <a:lnTo>
                    <a:pt x="101800" y="307945"/>
                  </a:lnTo>
                  <a:lnTo>
                    <a:pt x="101947" y="307444"/>
                  </a:lnTo>
                  <a:lnTo>
                    <a:pt x="102242" y="306141"/>
                  </a:lnTo>
                  <a:lnTo>
                    <a:pt x="102536" y="304688"/>
                  </a:lnTo>
                  <a:lnTo>
                    <a:pt x="102732" y="303686"/>
                  </a:lnTo>
                  <a:lnTo>
                    <a:pt x="103026" y="302082"/>
                  </a:lnTo>
                  <a:lnTo>
                    <a:pt x="103369" y="300378"/>
                  </a:lnTo>
                  <a:lnTo>
                    <a:pt x="103418" y="299626"/>
                  </a:lnTo>
                  <a:lnTo>
                    <a:pt x="103712" y="298123"/>
                  </a:lnTo>
                  <a:lnTo>
                    <a:pt x="103761" y="297772"/>
                  </a:lnTo>
                  <a:lnTo>
                    <a:pt x="103908" y="297071"/>
                  </a:lnTo>
                  <a:lnTo>
                    <a:pt x="104055" y="296119"/>
                  </a:lnTo>
                  <a:lnTo>
                    <a:pt x="104202" y="295217"/>
                  </a:lnTo>
                  <a:lnTo>
                    <a:pt x="104398" y="293613"/>
                  </a:lnTo>
                  <a:lnTo>
                    <a:pt x="104594" y="291809"/>
                  </a:lnTo>
                  <a:lnTo>
                    <a:pt x="104986" y="289604"/>
                  </a:lnTo>
                  <a:lnTo>
                    <a:pt x="105280" y="288251"/>
                  </a:lnTo>
                  <a:lnTo>
                    <a:pt x="105623" y="286547"/>
                  </a:lnTo>
                  <a:lnTo>
                    <a:pt x="105721" y="284893"/>
                  </a:lnTo>
                  <a:lnTo>
                    <a:pt x="106016" y="283390"/>
                  </a:lnTo>
                  <a:lnTo>
                    <a:pt x="106163" y="282438"/>
                  </a:lnTo>
                  <a:lnTo>
                    <a:pt x="106457" y="280834"/>
                  </a:lnTo>
                  <a:lnTo>
                    <a:pt x="106653" y="279381"/>
                  </a:lnTo>
                  <a:lnTo>
                    <a:pt x="106751" y="278779"/>
                  </a:lnTo>
                  <a:lnTo>
                    <a:pt x="106996" y="277527"/>
                  </a:lnTo>
                  <a:lnTo>
                    <a:pt x="107143" y="276524"/>
                  </a:lnTo>
                  <a:lnTo>
                    <a:pt x="107094" y="275622"/>
                  </a:lnTo>
                  <a:lnTo>
                    <a:pt x="107045" y="274319"/>
                  </a:lnTo>
                  <a:lnTo>
                    <a:pt x="107045" y="273568"/>
                  </a:lnTo>
                  <a:lnTo>
                    <a:pt x="107045" y="273417"/>
                  </a:lnTo>
                  <a:lnTo>
                    <a:pt x="106996" y="272666"/>
                  </a:lnTo>
                  <a:lnTo>
                    <a:pt x="107045" y="272064"/>
                  </a:lnTo>
                  <a:lnTo>
                    <a:pt x="107143" y="271012"/>
                  </a:lnTo>
                  <a:lnTo>
                    <a:pt x="107143" y="270360"/>
                  </a:lnTo>
                  <a:lnTo>
                    <a:pt x="107241" y="269408"/>
                  </a:lnTo>
                  <a:lnTo>
                    <a:pt x="107437" y="268707"/>
                  </a:lnTo>
                  <a:lnTo>
                    <a:pt x="107486" y="268306"/>
                  </a:lnTo>
                  <a:lnTo>
                    <a:pt x="107535" y="267805"/>
                  </a:lnTo>
                  <a:lnTo>
                    <a:pt x="107535" y="267504"/>
                  </a:lnTo>
                  <a:lnTo>
                    <a:pt x="107731" y="266752"/>
                  </a:lnTo>
                  <a:lnTo>
                    <a:pt x="108123" y="265950"/>
                  </a:lnTo>
                  <a:lnTo>
                    <a:pt x="108270" y="265700"/>
                  </a:lnTo>
                  <a:lnTo>
                    <a:pt x="108564" y="264698"/>
                  </a:lnTo>
                  <a:lnTo>
                    <a:pt x="108564" y="264196"/>
                  </a:lnTo>
                  <a:lnTo>
                    <a:pt x="108662" y="263545"/>
                  </a:lnTo>
                  <a:lnTo>
                    <a:pt x="108760" y="262944"/>
                  </a:lnTo>
                  <a:lnTo>
                    <a:pt x="108858" y="262442"/>
                  </a:lnTo>
                  <a:lnTo>
                    <a:pt x="108956" y="261841"/>
                  </a:lnTo>
                  <a:lnTo>
                    <a:pt x="109005" y="261440"/>
                  </a:lnTo>
                  <a:lnTo>
                    <a:pt x="109103" y="260889"/>
                  </a:lnTo>
                  <a:lnTo>
                    <a:pt x="109201" y="260538"/>
                  </a:lnTo>
                  <a:lnTo>
                    <a:pt x="109250" y="260187"/>
                  </a:lnTo>
                  <a:lnTo>
                    <a:pt x="109348" y="259536"/>
                  </a:lnTo>
                  <a:lnTo>
                    <a:pt x="109495" y="258834"/>
                  </a:lnTo>
                  <a:lnTo>
                    <a:pt x="110231" y="254775"/>
                  </a:lnTo>
                  <a:lnTo>
                    <a:pt x="110476" y="253472"/>
                  </a:lnTo>
                  <a:lnTo>
                    <a:pt x="110868" y="250666"/>
                  </a:lnTo>
                  <a:lnTo>
                    <a:pt x="110868" y="250165"/>
                  </a:lnTo>
                  <a:lnTo>
                    <a:pt x="110966" y="249613"/>
                  </a:lnTo>
                  <a:lnTo>
                    <a:pt x="111407" y="247308"/>
                  </a:lnTo>
                  <a:lnTo>
                    <a:pt x="111456" y="245805"/>
                  </a:lnTo>
                  <a:lnTo>
                    <a:pt x="111554" y="244602"/>
                  </a:lnTo>
                  <a:lnTo>
                    <a:pt x="111897" y="241896"/>
                  </a:lnTo>
                  <a:lnTo>
                    <a:pt x="112044" y="240242"/>
                  </a:lnTo>
                  <a:lnTo>
                    <a:pt x="112240" y="239390"/>
                  </a:lnTo>
                  <a:lnTo>
                    <a:pt x="112289" y="238689"/>
                  </a:lnTo>
                  <a:lnTo>
                    <a:pt x="112289" y="238188"/>
                  </a:lnTo>
                  <a:lnTo>
                    <a:pt x="112338" y="237987"/>
                  </a:lnTo>
                  <a:lnTo>
                    <a:pt x="112436" y="236584"/>
                  </a:lnTo>
                  <a:lnTo>
                    <a:pt x="112387" y="235882"/>
                  </a:lnTo>
                  <a:lnTo>
                    <a:pt x="112436" y="234128"/>
                  </a:lnTo>
                  <a:lnTo>
                    <a:pt x="112387" y="232826"/>
                  </a:lnTo>
                  <a:lnTo>
                    <a:pt x="112387" y="231924"/>
                  </a:lnTo>
                  <a:lnTo>
                    <a:pt x="112436" y="230370"/>
                  </a:lnTo>
                  <a:lnTo>
                    <a:pt x="112387" y="228616"/>
                  </a:lnTo>
                  <a:lnTo>
                    <a:pt x="112387" y="226662"/>
                  </a:lnTo>
                  <a:lnTo>
                    <a:pt x="112289" y="223755"/>
                  </a:lnTo>
                  <a:lnTo>
                    <a:pt x="112191" y="222452"/>
                  </a:lnTo>
                  <a:lnTo>
                    <a:pt x="112044" y="221450"/>
                  </a:lnTo>
                  <a:lnTo>
                    <a:pt x="111799" y="220999"/>
                  </a:lnTo>
                  <a:lnTo>
                    <a:pt x="111750" y="220748"/>
                  </a:lnTo>
                  <a:lnTo>
                    <a:pt x="111701" y="220197"/>
                  </a:lnTo>
                  <a:lnTo>
                    <a:pt x="111554" y="218443"/>
                  </a:lnTo>
                  <a:lnTo>
                    <a:pt x="111554" y="217491"/>
                  </a:lnTo>
                  <a:lnTo>
                    <a:pt x="111554" y="216639"/>
                  </a:lnTo>
                  <a:lnTo>
                    <a:pt x="111505" y="215687"/>
                  </a:lnTo>
                  <a:lnTo>
                    <a:pt x="111211" y="214584"/>
                  </a:lnTo>
                  <a:lnTo>
                    <a:pt x="111113" y="213432"/>
                  </a:lnTo>
                  <a:lnTo>
                    <a:pt x="111113" y="212580"/>
                  </a:lnTo>
                  <a:lnTo>
                    <a:pt x="111113" y="211678"/>
                  </a:lnTo>
                  <a:lnTo>
                    <a:pt x="111162" y="211177"/>
                  </a:lnTo>
                  <a:lnTo>
                    <a:pt x="111162" y="209924"/>
                  </a:lnTo>
                  <a:lnTo>
                    <a:pt x="111113" y="209423"/>
                  </a:lnTo>
                  <a:lnTo>
                    <a:pt x="111015" y="208821"/>
                  </a:lnTo>
                  <a:lnTo>
                    <a:pt x="111015" y="208170"/>
                  </a:lnTo>
                  <a:lnTo>
                    <a:pt x="110966" y="207468"/>
                  </a:lnTo>
                  <a:lnTo>
                    <a:pt x="110966" y="206967"/>
                  </a:lnTo>
                  <a:lnTo>
                    <a:pt x="110966" y="206316"/>
                  </a:lnTo>
                  <a:lnTo>
                    <a:pt x="110917" y="204662"/>
                  </a:lnTo>
                  <a:lnTo>
                    <a:pt x="110966" y="203610"/>
                  </a:lnTo>
                  <a:lnTo>
                    <a:pt x="111309" y="202307"/>
                  </a:lnTo>
                  <a:lnTo>
                    <a:pt x="111407" y="202006"/>
                  </a:lnTo>
                  <a:lnTo>
                    <a:pt x="111701" y="201254"/>
                  </a:lnTo>
                  <a:lnTo>
                    <a:pt x="112191" y="200553"/>
                  </a:lnTo>
                  <a:lnTo>
                    <a:pt x="112926" y="199400"/>
                  </a:lnTo>
                  <a:lnTo>
                    <a:pt x="113171" y="199049"/>
                  </a:lnTo>
                  <a:lnTo>
                    <a:pt x="113809" y="197847"/>
                  </a:lnTo>
                  <a:lnTo>
                    <a:pt x="114446" y="195541"/>
                  </a:lnTo>
                  <a:lnTo>
                    <a:pt x="114495" y="195391"/>
                  </a:lnTo>
                  <a:lnTo>
                    <a:pt x="114740" y="194639"/>
                  </a:lnTo>
                  <a:lnTo>
                    <a:pt x="115083" y="193787"/>
                  </a:lnTo>
                  <a:lnTo>
                    <a:pt x="115377" y="192835"/>
                  </a:lnTo>
                  <a:lnTo>
                    <a:pt x="115622" y="191532"/>
                  </a:lnTo>
                  <a:lnTo>
                    <a:pt x="116112" y="190279"/>
                  </a:lnTo>
                  <a:lnTo>
                    <a:pt x="116210" y="189377"/>
                  </a:lnTo>
                  <a:lnTo>
                    <a:pt x="116308" y="188776"/>
                  </a:lnTo>
                  <a:lnTo>
                    <a:pt x="116553" y="188125"/>
                  </a:lnTo>
                  <a:lnTo>
                    <a:pt x="116651" y="187423"/>
                  </a:lnTo>
                  <a:lnTo>
                    <a:pt x="116651" y="187022"/>
                  </a:lnTo>
                  <a:lnTo>
                    <a:pt x="116651" y="186571"/>
                  </a:lnTo>
                  <a:lnTo>
                    <a:pt x="116602" y="186170"/>
                  </a:lnTo>
                  <a:lnTo>
                    <a:pt x="116651" y="185469"/>
                  </a:lnTo>
                  <a:lnTo>
                    <a:pt x="116995" y="184516"/>
                  </a:lnTo>
                  <a:lnTo>
                    <a:pt x="117142" y="183614"/>
                  </a:lnTo>
                  <a:lnTo>
                    <a:pt x="117142" y="183264"/>
                  </a:lnTo>
                  <a:lnTo>
                    <a:pt x="117240" y="182161"/>
                  </a:lnTo>
                  <a:lnTo>
                    <a:pt x="117240" y="181710"/>
                  </a:lnTo>
                  <a:lnTo>
                    <a:pt x="117191" y="181560"/>
                  </a:lnTo>
                  <a:lnTo>
                    <a:pt x="117142" y="181309"/>
                  </a:lnTo>
                  <a:lnTo>
                    <a:pt x="117093" y="180908"/>
                  </a:lnTo>
                  <a:lnTo>
                    <a:pt x="117093" y="180557"/>
                  </a:lnTo>
                  <a:lnTo>
                    <a:pt x="117093" y="180207"/>
                  </a:lnTo>
                  <a:lnTo>
                    <a:pt x="117240" y="179655"/>
                  </a:lnTo>
                  <a:lnTo>
                    <a:pt x="117338" y="179455"/>
                  </a:lnTo>
                  <a:lnTo>
                    <a:pt x="117436" y="179154"/>
                  </a:lnTo>
                  <a:lnTo>
                    <a:pt x="117485" y="178803"/>
                  </a:lnTo>
                  <a:lnTo>
                    <a:pt x="117485" y="178503"/>
                  </a:lnTo>
                  <a:lnTo>
                    <a:pt x="117485" y="178252"/>
                  </a:lnTo>
                  <a:lnTo>
                    <a:pt x="117485" y="178102"/>
                  </a:lnTo>
                  <a:lnTo>
                    <a:pt x="117632" y="177150"/>
                  </a:lnTo>
                  <a:lnTo>
                    <a:pt x="117681" y="176298"/>
                  </a:lnTo>
                  <a:lnTo>
                    <a:pt x="117730" y="175696"/>
                  </a:lnTo>
                  <a:lnTo>
                    <a:pt x="117828" y="175095"/>
                  </a:lnTo>
                  <a:lnTo>
                    <a:pt x="118269" y="168430"/>
                  </a:lnTo>
                  <a:lnTo>
                    <a:pt x="118465" y="164621"/>
                  </a:lnTo>
                  <a:lnTo>
                    <a:pt x="118563" y="161815"/>
                  </a:lnTo>
                  <a:lnTo>
                    <a:pt x="118661" y="160262"/>
                  </a:lnTo>
                  <a:lnTo>
                    <a:pt x="118661" y="158257"/>
                  </a:lnTo>
                  <a:lnTo>
                    <a:pt x="118955" y="156152"/>
                  </a:lnTo>
                  <a:lnTo>
                    <a:pt x="119004" y="154499"/>
                  </a:lnTo>
                  <a:lnTo>
                    <a:pt x="119004" y="153847"/>
                  </a:lnTo>
                  <a:lnTo>
                    <a:pt x="119004" y="151742"/>
                  </a:lnTo>
                  <a:lnTo>
                    <a:pt x="118661" y="146029"/>
                  </a:lnTo>
                  <a:lnTo>
                    <a:pt x="118514" y="142321"/>
                  </a:lnTo>
                  <a:lnTo>
                    <a:pt x="118073" y="138362"/>
                  </a:lnTo>
                  <a:lnTo>
                    <a:pt x="117975" y="136859"/>
                  </a:lnTo>
                  <a:lnTo>
                    <a:pt x="117779" y="135856"/>
                  </a:lnTo>
                  <a:lnTo>
                    <a:pt x="117828" y="135355"/>
                  </a:lnTo>
                  <a:lnTo>
                    <a:pt x="118073" y="134904"/>
                  </a:lnTo>
                  <a:lnTo>
                    <a:pt x="118514" y="134503"/>
                  </a:lnTo>
                  <a:lnTo>
                    <a:pt x="118955" y="134153"/>
                  </a:lnTo>
                  <a:lnTo>
                    <a:pt x="119249" y="133752"/>
                  </a:lnTo>
                  <a:lnTo>
                    <a:pt x="119347" y="133401"/>
                  </a:lnTo>
                  <a:lnTo>
                    <a:pt x="119200" y="132950"/>
                  </a:lnTo>
                  <a:lnTo>
                    <a:pt x="119249" y="132699"/>
                  </a:lnTo>
                  <a:lnTo>
                    <a:pt x="119249" y="132449"/>
                  </a:lnTo>
                  <a:lnTo>
                    <a:pt x="119102" y="131998"/>
                  </a:lnTo>
                  <a:lnTo>
                    <a:pt x="119102" y="131547"/>
                  </a:lnTo>
                  <a:lnTo>
                    <a:pt x="119053" y="131196"/>
                  </a:lnTo>
                  <a:lnTo>
                    <a:pt x="119004" y="130795"/>
                  </a:lnTo>
                  <a:lnTo>
                    <a:pt x="118955" y="130344"/>
                  </a:lnTo>
                  <a:lnTo>
                    <a:pt x="118906" y="129843"/>
                  </a:lnTo>
                  <a:lnTo>
                    <a:pt x="118906" y="129492"/>
                  </a:lnTo>
                  <a:lnTo>
                    <a:pt x="118710" y="129141"/>
                  </a:lnTo>
                  <a:lnTo>
                    <a:pt x="118612" y="128740"/>
                  </a:lnTo>
                  <a:lnTo>
                    <a:pt x="118416" y="128390"/>
                  </a:lnTo>
                  <a:lnTo>
                    <a:pt x="118269" y="128189"/>
                  </a:lnTo>
                  <a:lnTo>
                    <a:pt x="118122" y="127939"/>
                  </a:lnTo>
                  <a:lnTo>
                    <a:pt x="118073" y="127638"/>
                  </a:lnTo>
                  <a:lnTo>
                    <a:pt x="117975" y="127287"/>
                  </a:lnTo>
                  <a:lnTo>
                    <a:pt x="117975" y="126786"/>
                  </a:lnTo>
                  <a:lnTo>
                    <a:pt x="117975" y="126535"/>
                  </a:lnTo>
                  <a:lnTo>
                    <a:pt x="117975" y="126285"/>
                  </a:lnTo>
                  <a:lnTo>
                    <a:pt x="117975" y="126134"/>
                  </a:lnTo>
                  <a:lnTo>
                    <a:pt x="117926" y="125984"/>
                  </a:lnTo>
                  <a:lnTo>
                    <a:pt x="117877" y="125784"/>
                  </a:lnTo>
                  <a:lnTo>
                    <a:pt x="117779" y="125533"/>
                  </a:lnTo>
                  <a:lnTo>
                    <a:pt x="117681" y="125333"/>
                  </a:lnTo>
                  <a:lnTo>
                    <a:pt x="117583" y="125132"/>
                  </a:lnTo>
                  <a:lnTo>
                    <a:pt x="117534" y="124982"/>
                  </a:lnTo>
                  <a:lnTo>
                    <a:pt x="117534" y="124731"/>
                  </a:lnTo>
                  <a:lnTo>
                    <a:pt x="117485" y="124531"/>
                  </a:lnTo>
                  <a:lnTo>
                    <a:pt x="114446" y="124982"/>
                  </a:lnTo>
                  <a:lnTo>
                    <a:pt x="111554" y="125433"/>
                  </a:lnTo>
                  <a:lnTo>
                    <a:pt x="111505" y="124781"/>
                  </a:lnTo>
                  <a:lnTo>
                    <a:pt x="112534" y="124581"/>
                  </a:lnTo>
                  <a:lnTo>
                    <a:pt x="113613" y="124431"/>
                  </a:lnTo>
                  <a:lnTo>
                    <a:pt x="117191" y="123829"/>
                  </a:lnTo>
                  <a:lnTo>
                    <a:pt x="117240" y="122025"/>
                  </a:lnTo>
                  <a:lnTo>
                    <a:pt x="117289" y="119971"/>
                  </a:lnTo>
                  <a:lnTo>
                    <a:pt x="117191" y="118166"/>
                  </a:lnTo>
                  <a:lnTo>
                    <a:pt x="117142" y="116062"/>
                  </a:lnTo>
                  <a:lnTo>
                    <a:pt x="117093" y="113957"/>
                  </a:lnTo>
                  <a:lnTo>
                    <a:pt x="117093" y="111652"/>
                  </a:lnTo>
                  <a:lnTo>
                    <a:pt x="117044" y="110349"/>
                  </a:lnTo>
                  <a:lnTo>
                    <a:pt x="116897" y="107542"/>
                  </a:lnTo>
                  <a:lnTo>
                    <a:pt x="116749" y="106490"/>
                  </a:lnTo>
                  <a:lnTo>
                    <a:pt x="116553" y="105438"/>
                  </a:lnTo>
                  <a:lnTo>
                    <a:pt x="110525" y="106691"/>
                  </a:lnTo>
                  <a:lnTo>
                    <a:pt x="108270" y="107142"/>
                  </a:lnTo>
                  <a:lnTo>
                    <a:pt x="107780" y="107542"/>
                  </a:lnTo>
                  <a:lnTo>
                    <a:pt x="107535" y="107693"/>
                  </a:lnTo>
                  <a:lnTo>
                    <a:pt x="107339" y="107843"/>
                  </a:lnTo>
                  <a:lnTo>
                    <a:pt x="106947" y="108144"/>
                  </a:lnTo>
                  <a:lnTo>
                    <a:pt x="106310" y="108595"/>
                  </a:lnTo>
                  <a:lnTo>
                    <a:pt x="105721" y="108996"/>
                  </a:lnTo>
                  <a:lnTo>
                    <a:pt x="105525" y="109196"/>
                  </a:lnTo>
                  <a:lnTo>
                    <a:pt x="103222" y="110850"/>
                  </a:lnTo>
                  <a:lnTo>
                    <a:pt x="102438" y="111050"/>
                  </a:lnTo>
                  <a:lnTo>
                    <a:pt x="102536" y="111451"/>
                  </a:lnTo>
                  <a:lnTo>
                    <a:pt x="99693" y="112203"/>
                  </a:lnTo>
                  <a:lnTo>
                    <a:pt x="99350" y="111000"/>
                  </a:lnTo>
                  <a:lnTo>
                    <a:pt x="102242" y="110198"/>
                  </a:lnTo>
                  <a:lnTo>
                    <a:pt x="102291" y="110549"/>
                  </a:lnTo>
                  <a:lnTo>
                    <a:pt x="103418" y="110148"/>
                  </a:lnTo>
                  <a:lnTo>
                    <a:pt x="108319" y="106540"/>
                  </a:lnTo>
                  <a:lnTo>
                    <a:pt x="114397" y="105338"/>
                  </a:lnTo>
                  <a:lnTo>
                    <a:pt x="117142" y="104786"/>
                  </a:lnTo>
                  <a:lnTo>
                    <a:pt x="116946" y="103634"/>
                  </a:lnTo>
                  <a:lnTo>
                    <a:pt x="116897" y="102832"/>
                  </a:lnTo>
                  <a:lnTo>
                    <a:pt x="116946" y="102431"/>
                  </a:lnTo>
                  <a:lnTo>
                    <a:pt x="116897" y="102080"/>
                  </a:lnTo>
                  <a:lnTo>
                    <a:pt x="116749" y="101629"/>
                  </a:lnTo>
                  <a:lnTo>
                    <a:pt x="116602" y="101278"/>
                  </a:lnTo>
                  <a:lnTo>
                    <a:pt x="116553" y="100677"/>
                  </a:lnTo>
                  <a:lnTo>
                    <a:pt x="116504" y="100276"/>
                  </a:lnTo>
                  <a:lnTo>
                    <a:pt x="116406" y="99925"/>
                  </a:lnTo>
                  <a:lnTo>
                    <a:pt x="116406" y="99574"/>
                  </a:lnTo>
                  <a:lnTo>
                    <a:pt x="116357" y="99224"/>
                  </a:lnTo>
                  <a:lnTo>
                    <a:pt x="116210" y="98923"/>
                  </a:lnTo>
                  <a:lnTo>
                    <a:pt x="116112" y="98723"/>
                  </a:lnTo>
                  <a:lnTo>
                    <a:pt x="116014" y="98322"/>
                  </a:lnTo>
                  <a:lnTo>
                    <a:pt x="115965" y="98021"/>
                  </a:lnTo>
                  <a:lnTo>
                    <a:pt x="115965" y="97720"/>
                  </a:lnTo>
                  <a:lnTo>
                    <a:pt x="115965" y="97319"/>
                  </a:lnTo>
                  <a:lnTo>
                    <a:pt x="115916" y="97019"/>
                  </a:lnTo>
                  <a:lnTo>
                    <a:pt x="115818" y="96768"/>
                  </a:lnTo>
                  <a:lnTo>
                    <a:pt x="115720" y="96467"/>
                  </a:lnTo>
                  <a:lnTo>
                    <a:pt x="115671" y="96067"/>
                  </a:lnTo>
                  <a:lnTo>
                    <a:pt x="115622" y="95666"/>
                  </a:lnTo>
                  <a:lnTo>
                    <a:pt x="115573" y="95265"/>
                  </a:lnTo>
                  <a:lnTo>
                    <a:pt x="115475" y="94162"/>
                  </a:lnTo>
                  <a:lnTo>
                    <a:pt x="114544" y="94463"/>
                  </a:lnTo>
                  <a:lnTo>
                    <a:pt x="114299" y="94563"/>
                  </a:lnTo>
                  <a:lnTo>
                    <a:pt x="113319" y="94864"/>
                  </a:lnTo>
                  <a:lnTo>
                    <a:pt x="112338" y="95215"/>
                  </a:lnTo>
                  <a:lnTo>
                    <a:pt x="111505" y="95515"/>
                  </a:lnTo>
                  <a:lnTo>
                    <a:pt x="111015" y="95666"/>
                  </a:lnTo>
                  <a:lnTo>
                    <a:pt x="110231" y="95916"/>
                  </a:lnTo>
                  <a:lnTo>
                    <a:pt x="109643" y="96117"/>
                  </a:lnTo>
                  <a:lnTo>
                    <a:pt x="108907" y="96367"/>
                  </a:lnTo>
                  <a:lnTo>
                    <a:pt x="108319" y="96568"/>
                  </a:lnTo>
                  <a:lnTo>
                    <a:pt x="107584" y="96818"/>
                  </a:lnTo>
                  <a:lnTo>
                    <a:pt x="106947" y="97019"/>
                  </a:lnTo>
                  <a:lnTo>
                    <a:pt x="106359" y="97269"/>
                  </a:lnTo>
                  <a:lnTo>
                    <a:pt x="97340" y="100276"/>
                  </a:lnTo>
                  <a:lnTo>
                    <a:pt x="97242" y="99825"/>
                  </a:lnTo>
                  <a:lnTo>
                    <a:pt x="110721" y="95315"/>
                  </a:lnTo>
                  <a:lnTo>
                    <a:pt x="111015" y="95215"/>
                  </a:lnTo>
                  <a:lnTo>
                    <a:pt x="111554" y="95064"/>
                  </a:lnTo>
                  <a:lnTo>
                    <a:pt x="112485" y="94713"/>
                  </a:lnTo>
                  <a:lnTo>
                    <a:pt x="112877" y="94613"/>
                  </a:lnTo>
                  <a:lnTo>
                    <a:pt x="113956" y="94262"/>
                  </a:lnTo>
                  <a:lnTo>
                    <a:pt x="114397" y="94112"/>
                  </a:lnTo>
                  <a:lnTo>
                    <a:pt x="115034" y="93862"/>
                  </a:lnTo>
                  <a:lnTo>
                    <a:pt x="115328" y="93761"/>
                  </a:lnTo>
                  <a:lnTo>
                    <a:pt x="115279" y="93461"/>
                  </a:lnTo>
                  <a:lnTo>
                    <a:pt x="115279" y="93210"/>
                  </a:lnTo>
                  <a:lnTo>
                    <a:pt x="115279" y="92759"/>
                  </a:lnTo>
                  <a:lnTo>
                    <a:pt x="115279" y="92509"/>
                  </a:lnTo>
                  <a:lnTo>
                    <a:pt x="115230" y="92208"/>
                  </a:lnTo>
                  <a:lnTo>
                    <a:pt x="115181" y="91957"/>
                  </a:lnTo>
                  <a:lnTo>
                    <a:pt x="115132" y="91506"/>
                  </a:lnTo>
                  <a:lnTo>
                    <a:pt x="115132" y="91105"/>
                  </a:lnTo>
                  <a:lnTo>
                    <a:pt x="115083" y="90805"/>
                  </a:lnTo>
                  <a:lnTo>
                    <a:pt x="115034" y="90454"/>
                  </a:lnTo>
                  <a:lnTo>
                    <a:pt x="114985" y="90103"/>
                  </a:lnTo>
                  <a:lnTo>
                    <a:pt x="114887" y="89752"/>
                  </a:lnTo>
                  <a:lnTo>
                    <a:pt x="114887" y="89452"/>
                  </a:lnTo>
                  <a:lnTo>
                    <a:pt x="114887" y="89201"/>
                  </a:lnTo>
                  <a:lnTo>
                    <a:pt x="114936" y="88850"/>
                  </a:lnTo>
                  <a:lnTo>
                    <a:pt x="114838" y="88399"/>
                  </a:lnTo>
                  <a:lnTo>
                    <a:pt x="114740" y="87998"/>
                  </a:lnTo>
                  <a:lnTo>
                    <a:pt x="114642" y="87597"/>
                  </a:lnTo>
                  <a:lnTo>
                    <a:pt x="114593" y="87397"/>
                  </a:lnTo>
                  <a:lnTo>
                    <a:pt x="114446" y="87146"/>
                  </a:lnTo>
                  <a:lnTo>
                    <a:pt x="114250" y="86946"/>
                  </a:lnTo>
                  <a:lnTo>
                    <a:pt x="114201" y="86695"/>
                  </a:lnTo>
                  <a:lnTo>
                    <a:pt x="114201" y="86395"/>
                  </a:lnTo>
                  <a:lnTo>
                    <a:pt x="114250" y="86094"/>
                  </a:lnTo>
                  <a:lnTo>
                    <a:pt x="114250" y="85843"/>
                  </a:lnTo>
                  <a:lnTo>
                    <a:pt x="114201" y="85493"/>
                  </a:lnTo>
                  <a:lnTo>
                    <a:pt x="114103" y="85142"/>
                  </a:lnTo>
                  <a:lnTo>
                    <a:pt x="114005" y="84841"/>
                  </a:lnTo>
                  <a:lnTo>
                    <a:pt x="114005" y="84490"/>
                  </a:lnTo>
                  <a:lnTo>
                    <a:pt x="113956" y="83989"/>
                  </a:lnTo>
                  <a:lnTo>
                    <a:pt x="113809" y="83689"/>
                  </a:lnTo>
                  <a:lnTo>
                    <a:pt x="113613" y="83388"/>
                  </a:lnTo>
                  <a:lnTo>
                    <a:pt x="113515" y="83037"/>
                  </a:lnTo>
                  <a:lnTo>
                    <a:pt x="113515" y="82536"/>
                  </a:lnTo>
                  <a:lnTo>
                    <a:pt x="113515" y="82035"/>
                  </a:lnTo>
                  <a:lnTo>
                    <a:pt x="113417" y="81684"/>
                  </a:lnTo>
                  <a:lnTo>
                    <a:pt x="113368" y="81283"/>
                  </a:lnTo>
                  <a:lnTo>
                    <a:pt x="113270" y="81033"/>
                  </a:lnTo>
                  <a:lnTo>
                    <a:pt x="113122" y="80732"/>
                  </a:lnTo>
                  <a:lnTo>
                    <a:pt x="112975" y="80431"/>
                  </a:lnTo>
                  <a:lnTo>
                    <a:pt x="112926" y="80080"/>
                  </a:lnTo>
                  <a:lnTo>
                    <a:pt x="112975" y="79730"/>
                  </a:lnTo>
                  <a:lnTo>
                    <a:pt x="112975" y="79279"/>
                  </a:lnTo>
                  <a:lnTo>
                    <a:pt x="112975" y="78978"/>
                  </a:lnTo>
                  <a:lnTo>
                    <a:pt x="112877" y="78677"/>
                  </a:lnTo>
                  <a:lnTo>
                    <a:pt x="112730" y="78276"/>
                  </a:lnTo>
                  <a:lnTo>
                    <a:pt x="112583" y="77926"/>
                  </a:lnTo>
                  <a:lnTo>
                    <a:pt x="112534" y="77475"/>
                  </a:lnTo>
                  <a:lnTo>
                    <a:pt x="112534" y="77124"/>
                  </a:lnTo>
                  <a:lnTo>
                    <a:pt x="112534" y="76522"/>
                  </a:lnTo>
                  <a:lnTo>
                    <a:pt x="112436" y="76222"/>
                  </a:lnTo>
                  <a:lnTo>
                    <a:pt x="112338" y="75921"/>
                  </a:lnTo>
                  <a:lnTo>
                    <a:pt x="112240" y="75570"/>
                  </a:lnTo>
                  <a:lnTo>
                    <a:pt x="112240" y="75219"/>
                  </a:lnTo>
                  <a:lnTo>
                    <a:pt x="112240" y="74768"/>
                  </a:lnTo>
                  <a:lnTo>
                    <a:pt x="112191" y="74518"/>
                  </a:lnTo>
                  <a:lnTo>
                    <a:pt x="111995" y="74117"/>
                  </a:lnTo>
                  <a:lnTo>
                    <a:pt x="111848" y="73716"/>
                  </a:lnTo>
                  <a:lnTo>
                    <a:pt x="111799" y="73315"/>
                  </a:lnTo>
                  <a:lnTo>
                    <a:pt x="111701" y="72914"/>
                  </a:lnTo>
                  <a:lnTo>
                    <a:pt x="111652" y="72463"/>
                  </a:lnTo>
                  <a:lnTo>
                    <a:pt x="111652" y="71962"/>
                  </a:lnTo>
                  <a:lnTo>
                    <a:pt x="111505" y="71361"/>
                  </a:lnTo>
                  <a:lnTo>
                    <a:pt x="111456" y="70960"/>
                  </a:lnTo>
                  <a:lnTo>
                    <a:pt x="111407" y="70459"/>
                  </a:lnTo>
                  <a:lnTo>
                    <a:pt x="111358" y="70108"/>
                  </a:lnTo>
                  <a:lnTo>
                    <a:pt x="111358" y="69857"/>
                  </a:lnTo>
                  <a:lnTo>
                    <a:pt x="111309" y="69507"/>
                  </a:lnTo>
                  <a:lnTo>
                    <a:pt x="111211" y="69106"/>
                  </a:lnTo>
                  <a:lnTo>
                    <a:pt x="111162" y="68805"/>
                  </a:lnTo>
                  <a:lnTo>
                    <a:pt x="111064" y="68504"/>
                  </a:lnTo>
                  <a:lnTo>
                    <a:pt x="110868" y="68103"/>
                  </a:lnTo>
                  <a:lnTo>
                    <a:pt x="110770" y="67652"/>
                  </a:lnTo>
                  <a:lnTo>
                    <a:pt x="110721" y="67302"/>
                  </a:lnTo>
                  <a:lnTo>
                    <a:pt x="110721" y="66851"/>
                  </a:lnTo>
                  <a:lnTo>
                    <a:pt x="110721" y="66199"/>
                  </a:lnTo>
                  <a:lnTo>
                    <a:pt x="110672" y="65798"/>
                  </a:lnTo>
                  <a:lnTo>
                    <a:pt x="110574" y="65447"/>
                  </a:lnTo>
                  <a:lnTo>
                    <a:pt x="110525" y="64896"/>
                  </a:lnTo>
                  <a:lnTo>
                    <a:pt x="110427" y="64395"/>
                  </a:lnTo>
                  <a:lnTo>
                    <a:pt x="110182" y="62942"/>
                  </a:lnTo>
                  <a:lnTo>
                    <a:pt x="110133" y="62541"/>
                  </a:lnTo>
                  <a:lnTo>
                    <a:pt x="110084" y="62040"/>
                  </a:lnTo>
                  <a:lnTo>
                    <a:pt x="110084" y="61488"/>
                  </a:lnTo>
                  <a:lnTo>
                    <a:pt x="110035" y="60787"/>
                  </a:lnTo>
                  <a:lnTo>
                    <a:pt x="109937" y="60436"/>
                  </a:lnTo>
                  <a:lnTo>
                    <a:pt x="109888" y="60236"/>
                  </a:lnTo>
                  <a:lnTo>
                    <a:pt x="109839" y="59885"/>
                  </a:lnTo>
                  <a:lnTo>
                    <a:pt x="109790" y="59584"/>
                  </a:lnTo>
                  <a:lnTo>
                    <a:pt x="109643" y="59384"/>
                  </a:lnTo>
                  <a:lnTo>
                    <a:pt x="109446" y="59033"/>
                  </a:lnTo>
                  <a:lnTo>
                    <a:pt x="109446" y="58682"/>
                  </a:lnTo>
                  <a:lnTo>
                    <a:pt x="109495" y="58331"/>
                  </a:lnTo>
                  <a:lnTo>
                    <a:pt x="109495" y="57981"/>
                  </a:lnTo>
                  <a:lnTo>
                    <a:pt x="109348" y="57429"/>
                  </a:lnTo>
                  <a:lnTo>
                    <a:pt x="109201" y="57078"/>
                  </a:lnTo>
                  <a:lnTo>
                    <a:pt x="109103" y="56678"/>
                  </a:lnTo>
                  <a:lnTo>
                    <a:pt x="109005" y="56327"/>
                  </a:lnTo>
                  <a:lnTo>
                    <a:pt x="109005" y="55826"/>
                  </a:lnTo>
                  <a:lnTo>
                    <a:pt x="108956" y="55274"/>
                  </a:lnTo>
                  <a:lnTo>
                    <a:pt x="108858" y="54924"/>
                  </a:lnTo>
                  <a:lnTo>
                    <a:pt x="108760" y="54523"/>
                  </a:lnTo>
                  <a:lnTo>
                    <a:pt x="108613" y="54172"/>
                  </a:lnTo>
                  <a:lnTo>
                    <a:pt x="108466" y="53771"/>
                  </a:lnTo>
                  <a:lnTo>
                    <a:pt x="108368" y="53270"/>
                  </a:lnTo>
                  <a:lnTo>
                    <a:pt x="108368" y="52819"/>
                  </a:lnTo>
                  <a:lnTo>
                    <a:pt x="108368" y="52067"/>
                  </a:lnTo>
                  <a:lnTo>
                    <a:pt x="108368" y="51666"/>
                  </a:lnTo>
                  <a:lnTo>
                    <a:pt x="108270" y="51065"/>
                  </a:lnTo>
                  <a:lnTo>
                    <a:pt x="108221" y="50764"/>
                  </a:lnTo>
                  <a:lnTo>
                    <a:pt x="108123" y="50313"/>
                  </a:lnTo>
                  <a:lnTo>
                    <a:pt x="107976" y="49812"/>
                  </a:lnTo>
                  <a:lnTo>
                    <a:pt x="107878" y="49361"/>
                  </a:lnTo>
                  <a:lnTo>
                    <a:pt x="107780" y="48659"/>
                  </a:lnTo>
                  <a:lnTo>
                    <a:pt x="107731" y="48208"/>
                  </a:lnTo>
                  <a:lnTo>
                    <a:pt x="107633" y="47808"/>
                  </a:lnTo>
                  <a:lnTo>
                    <a:pt x="107388" y="47306"/>
                  </a:lnTo>
                  <a:lnTo>
                    <a:pt x="107143" y="47006"/>
                  </a:lnTo>
                  <a:lnTo>
                    <a:pt x="107094" y="46855"/>
                  </a:lnTo>
                  <a:lnTo>
                    <a:pt x="107094" y="46605"/>
                  </a:lnTo>
                  <a:lnTo>
                    <a:pt x="107094" y="46404"/>
                  </a:lnTo>
                  <a:lnTo>
                    <a:pt x="107045" y="46204"/>
                  </a:lnTo>
                  <a:lnTo>
                    <a:pt x="107045" y="45853"/>
                  </a:lnTo>
                  <a:lnTo>
                    <a:pt x="107045" y="45603"/>
                  </a:lnTo>
                  <a:lnTo>
                    <a:pt x="106947" y="45352"/>
                  </a:lnTo>
                  <a:lnTo>
                    <a:pt x="106849" y="45101"/>
                  </a:lnTo>
                  <a:lnTo>
                    <a:pt x="106702" y="44951"/>
                  </a:lnTo>
                  <a:lnTo>
                    <a:pt x="106506" y="44650"/>
                  </a:lnTo>
                  <a:lnTo>
                    <a:pt x="106408" y="44350"/>
                  </a:lnTo>
                  <a:lnTo>
                    <a:pt x="106310" y="43999"/>
                  </a:lnTo>
                  <a:lnTo>
                    <a:pt x="106212" y="43398"/>
                  </a:lnTo>
                  <a:lnTo>
                    <a:pt x="106065" y="42896"/>
                  </a:lnTo>
                  <a:lnTo>
                    <a:pt x="106016" y="42445"/>
                  </a:lnTo>
                  <a:lnTo>
                    <a:pt x="105967" y="41944"/>
                  </a:lnTo>
                  <a:lnTo>
                    <a:pt x="105476" y="39789"/>
                  </a:lnTo>
                  <a:lnTo>
                    <a:pt x="104790" y="37685"/>
                  </a:lnTo>
                  <a:lnTo>
                    <a:pt x="104496" y="36582"/>
                  </a:lnTo>
                  <a:lnTo>
                    <a:pt x="104447" y="36432"/>
                  </a:lnTo>
                  <a:lnTo>
                    <a:pt x="103859" y="34578"/>
                  </a:lnTo>
                  <a:lnTo>
                    <a:pt x="103810" y="34227"/>
                  </a:lnTo>
                  <a:lnTo>
                    <a:pt x="103761" y="33876"/>
                  </a:lnTo>
                  <a:lnTo>
                    <a:pt x="102928" y="31771"/>
                  </a:lnTo>
                  <a:lnTo>
                    <a:pt x="102830" y="31521"/>
                  </a:lnTo>
                  <a:lnTo>
                    <a:pt x="102781" y="31370"/>
                  </a:lnTo>
                  <a:lnTo>
                    <a:pt x="102732" y="31220"/>
                  </a:lnTo>
                  <a:lnTo>
                    <a:pt x="102291" y="30118"/>
                  </a:lnTo>
                  <a:lnTo>
                    <a:pt x="100820" y="25808"/>
                  </a:lnTo>
                  <a:lnTo>
                    <a:pt x="100624" y="23803"/>
                  </a:lnTo>
                  <a:lnTo>
                    <a:pt x="99546" y="21147"/>
                  </a:lnTo>
                  <a:lnTo>
                    <a:pt x="98615" y="17940"/>
                  </a:lnTo>
                  <a:lnTo>
                    <a:pt x="98222" y="16988"/>
                  </a:lnTo>
                  <a:lnTo>
                    <a:pt x="97928" y="16587"/>
                  </a:lnTo>
                  <a:lnTo>
                    <a:pt x="97634" y="16186"/>
                  </a:lnTo>
                  <a:lnTo>
                    <a:pt x="97536" y="15986"/>
                  </a:lnTo>
                  <a:lnTo>
                    <a:pt x="97389" y="15785"/>
                  </a:lnTo>
                  <a:lnTo>
                    <a:pt x="97291" y="15434"/>
                  </a:lnTo>
                  <a:lnTo>
                    <a:pt x="97144" y="15033"/>
                  </a:lnTo>
                  <a:lnTo>
                    <a:pt x="96997" y="14633"/>
                  </a:lnTo>
                  <a:lnTo>
                    <a:pt x="96948" y="14382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314310" y="3833412"/>
              <a:ext cx="86116" cy="59985"/>
            </a:xfrm>
            <a:custGeom>
              <a:avLst/>
              <a:pathLst>
                <a:path w="86116" h="59985">
                  <a:moveTo>
                    <a:pt x="79254" y="0"/>
                  </a:moveTo>
                  <a:lnTo>
                    <a:pt x="79303" y="350"/>
                  </a:lnTo>
                  <a:lnTo>
                    <a:pt x="79352" y="651"/>
                  </a:lnTo>
                  <a:lnTo>
                    <a:pt x="79499" y="1703"/>
                  </a:lnTo>
                  <a:lnTo>
                    <a:pt x="79548" y="2004"/>
                  </a:lnTo>
                  <a:lnTo>
                    <a:pt x="79548" y="2204"/>
                  </a:lnTo>
                  <a:lnTo>
                    <a:pt x="79646" y="2856"/>
                  </a:lnTo>
                  <a:lnTo>
                    <a:pt x="79695" y="3407"/>
                  </a:lnTo>
                  <a:lnTo>
                    <a:pt x="79940" y="5462"/>
                  </a:lnTo>
                  <a:lnTo>
                    <a:pt x="80431" y="10072"/>
                  </a:lnTo>
                  <a:lnTo>
                    <a:pt x="80480" y="10373"/>
                  </a:lnTo>
                  <a:lnTo>
                    <a:pt x="80529" y="10674"/>
                  </a:lnTo>
                  <a:lnTo>
                    <a:pt x="80676" y="12277"/>
                  </a:lnTo>
                  <a:lnTo>
                    <a:pt x="80921" y="13981"/>
                  </a:lnTo>
                  <a:lnTo>
                    <a:pt x="78225" y="14482"/>
                  </a:lnTo>
                  <a:lnTo>
                    <a:pt x="78274" y="14833"/>
                  </a:lnTo>
                  <a:lnTo>
                    <a:pt x="78372" y="15535"/>
                  </a:lnTo>
                  <a:lnTo>
                    <a:pt x="78372" y="15785"/>
                  </a:lnTo>
                  <a:lnTo>
                    <a:pt x="78421" y="16086"/>
                  </a:lnTo>
                  <a:lnTo>
                    <a:pt x="78568" y="18391"/>
                  </a:lnTo>
                  <a:lnTo>
                    <a:pt x="78617" y="18942"/>
                  </a:lnTo>
                  <a:lnTo>
                    <a:pt x="79009" y="24455"/>
                  </a:lnTo>
                  <a:lnTo>
                    <a:pt x="79156" y="26409"/>
                  </a:lnTo>
                  <a:lnTo>
                    <a:pt x="79401" y="29616"/>
                  </a:lnTo>
                  <a:lnTo>
                    <a:pt x="79450" y="29867"/>
                  </a:lnTo>
                  <a:lnTo>
                    <a:pt x="80529" y="41994"/>
                  </a:lnTo>
                  <a:lnTo>
                    <a:pt x="80578" y="42245"/>
                  </a:lnTo>
                  <a:lnTo>
                    <a:pt x="80578" y="42696"/>
                  </a:lnTo>
                  <a:lnTo>
                    <a:pt x="80774" y="43598"/>
                  </a:lnTo>
                  <a:lnTo>
                    <a:pt x="81117" y="43548"/>
                  </a:lnTo>
                  <a:lnTo>
                    <a:pt x="85136" y="43347"/>
                  </a:lnTo>
                  <a:lnTo>
                    <a:pt x="85675" y="48559"/>
                  </a:lnTo>
                  <a:lnTo>
                    <a:pt x="85724" y="48960"/>
                  </a:lnTo>
                  <a:lnTo>
                    <a:pt x="86067" y="52618"/>
                  </a:lnTo>
                  <a:lnTo>
                    <a:pt x="86116" y="53370"/>
                  </a:lnTo>
                  <a:lnTo>
                    <a:pt x="3479" y="59985"/>
                  </a:lnTo>
                  <a:lnTo>
                    <a:pt x="245" y="18291"/>
                  </a:lnTo>
                  <a:lnTo>
                    <a:pt x="0" y="15535"/>
                  </a:lnTo>
                  <a:lnTo>
                    <a:pt x="27643" y="10172"/>
                  </a:lnTo>
                  <a:lnTo>
                    <a:pt x="27790" y="10273"/>
                  </a:lnTo>
                  <a:lnTo>
                    <a:pt x="28623" y="10523"/>
                  </a:lnTo>
                  <a:lnTo>
                    <a:pt x="28966" y="10473"/>
                  </a:lnTo>
                  <a:lnTo>
                    <a:pt x="34456" y="9371"/>
                  </a:lnTo>
                  <a:lnTo>
                    <a:pt x="37544" y="8769"/>
                  </a:lnTo>
                  <a:lnTo>
                    <a:pt x="38034" y="8669"/>
                  </a:lnTo>
                  <a:lnTo>
                    <a:pt x="46121" y="7065"/>
                  </a:lnTo>
                  <a:lnTo>
                    <a:pt x="57100" y="4911"/>
                  </a:lnTo>
                  <a:lnTo>
                    <a:pt x="58571" y="4610"/>
                  </a:lnTo>
                  <a:lnTo>
                    <a:pt x="62345" y="3858"/>
                  </a:lnTo>
                  <a:lnTo>
                    <a:pt x="62835" y="3758"/>
                  </a:lnTo>
                  <a:lnTo>
                    <a:pt x="68863" y="2605"/>
                  </a:lnTo>
                  <a:lnTo>
                    <a:pt x="74451" y="1052"/>
                  </a:lnTo>
                  <a:lnTo>
                    <a:pt x="75872" y="7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48596" y="3968216"/>
              <a:ext cx="141991" cy="84741"/>
            </a:xfrm>
            <a:custGeom>
              <a:avLst/>
              <a:pathLst>
                <a:path w="141991" h="84741">
                  <a:moveTo>
                    <a:pt x="64550" y="65698"/>
                  </a:moveTo>
                  <a:lnTo>
                    <a:pt x="64158" y="65648"/>
                  </a:lnTo>
                  <a:lnTo>
                    <a:pt x="63668" y="65347"/>
                  </a:lnTo>
                  <a:lnTo>
                    <a:pt x="63276" y="65097"/>
                  </a:lnTo>
                  <a:lnTo>
                    <a:pt x="62982" y="64996"/>
                  </a:lnTo>
                  <a:lnTo>
                    <a:pt x="62443" y="64746"/>
                  </a:lnTo>
                  <a:lnTo>
                    <a:pt x="62100" y="64445"/>
                  </a:lnTo>
                  <a:lnTo>
                    <a:pt x="61952" y="64345"/>
                  </a:lnTo>
                  <a:lnTo>
                    <a:pt x="61854" y="64195"/>
                  </a:lnTo>
                  <a:lnTo>
                    <a:pt x="61609" y="64094"/>
                  </a:lnTo>
                  <a:lnTo>
                    <a:pt x="61364" y="63994"/>
                  </a:lnTo>
                  <a:lnTo>
                    <a:pt x="61119" y="63894"/>
                  </a:lnTo>
                  <a:lnTo>
                    <a:pt x="60776" y="63693"/>
                  </a:lnTo>
                  <a:lnTo>
                    <a:pt x="60433" y="63493"/>
                  </a:lnTo>
                  <a:lnTo>
                    <a:pt x="60139" y="63343"/>
                  </a:lnTo>
                  <a:lnTo>
                    <a:pt x="59943" y="63242"/>
                  </a:lnTo>
                  <a:lnTo>
                    <a:pt x="59649" y="63142"/>
                  </a:lnTo>
                  <a:lnTo>
                    <a:pt x="59110" y="62942"/>
                  </a:lnTo>
                  <a:lnTo>
                    <a:pt x="58669" y="62691"/>
                  </a:lnTo>
                  <a:lnTo>
                    <a:pt x="58227" y="62541"/>
                  </a:lnTo>
                  <a:lnTo>
                    <a:pt x="57737" y="62290"/>
                  </a:lnTo>
                  <a:lnTo>
                    <a:pt x="57296" y="62090"/>
                  </a:lnTo>
                  <a:lnTo>
                    <a:pt x="56855" y="61889"/>
                  </a:lnTo>
                  <a:lnTo>
                    <a:pt x="56561" y="61739"/>
                  </a:lnTo>
                  <a:lnTo>
                    <a:pt x="56169" y="61589"/>
                  </a:lnTo>
                  <a:lnTo>
                    <a:pt x="55826" y="61438"/>
                  </a:lnTo>
                  <a:lnTo>
                    <a:pt x="55532" y="61338"/>
                  </a:lnTo>
                  <a:lnTo>
                    <a:pt x="55238" y="61138"/>
                  </a:lnTo>
                  <a:lnTo>
                    <a:pt x="55042" y="61037"/>
                  </a:lnTo>
                  <a:lnTo>
                    <a:pt x="54797" y="60937"/>
                  </a:lnTo>
                  <a:lnTo>
                    <a:pt x="54600" y="60887"/>
                  </a:lnTo>
                  <a:lnTo>
                    <a:pt x="54355" y="60787"/>
                  </a:lnTo>
                  <a:lnTo>
                    <a:pt x="54110" y="60687"/>
                  </a:lnTo>
                  <a:lnTo>
                    <a:pt x="53914" y="60586"/>
                  </a:lnTo>
                  <a:lnTo>
                    <a:pt x="53718" y="60486"/>
                  </a:lnTo>
                  <a:lnTo>
                    <a:pt x="53522" y="60386"/>
                  </a:lnTo>
                  <a:lnTo>
                    <a:pt x="53277" y="60236"/>
                  </a:lnTo>
                  <a:lnTo>
                    <a:pt x="52934" y="60236"/>
                  </a:lnTo>
                  <a:lnTo>
                    <a:pt x="52591" y="60135"/>
                  </a:lnTo>
                  <a:lnTo>
                    <a:pt x="52395" y="60035"/>
                  </a:lnTo>
                  <a:lnTo>
                    <a:pt x="52199" y="59835"/>
                  </a:lnTo>
                  <a:lnTo>
                    <a:pt x="51905" y="59634"/>
                  </a:lnTo>
                  <a:lnTo>
                    <a:pt x="51709" y="59534"/>
                  </a:lnTo>
                  <a:lnTo>
                    <a:pt x="51464" y="59484"/>
                  </a:lnTo>
                  <a:lnTo>
                    <a:pt x="51219" y="59484"/>
                  </a:lnTo>
                  <a:lnTo>
                    <a:pt x="50826" y="59334"/>
                  </a:lnTo>
                  <a:lnTo>
                    <a:pt x="50679" y="59183"/>
                  </a:lnTo>
                  <a:lnTo>
                    <a:pt x="50483" y="59033"/>
                  </a:lnTo>
                  <a:lnTo>
                    <a:pt x="50238" y="58983"/>
                  </a:lnTo>
                  <a:lnTo>
                    <a:pt x="49797" y="58832"/>
                  </a:lnTo>
                  <a:lnTo>
                    <a:pt x="49503" y="58682"/>
                  </a:lnTo>
                  <a:lnTo>
                    <a:pt x="49111" y="58482"/>
                  </a:lnTo>
                  <a:lnTo>
                    <a:pt x="48866" y="58331"/>
                  </a:lnTo>
                  <a:lnTo>
                    <a:pt x="48572" y="58231"/>
                  </a:lnTo>
                  <a:lnTo>
                    <a:pt x="48278" y="58131"/>
                  </a:lnTo>
                  <a:lnTo>
                    <a:pt x="48082" y="58031"/>
                  </a:lnTo>
                  <a:lnTo>
                    <a:pt x="47837" y="57830"/>
                  </a:lnTo>
                  <a:lnTo>
                    <a:pt x="47543" y="57730"/>
                  </a:lnTo>
                  <a:lnTo>
                    <a:pt x="47346" y="57680"/>
                  </a:lnTo>
                  <a:lnTo>
                    <a:pt x="47150" y="57580"/>
                  </a:lnTo>
                  <a:lnTo>
                    <a:pt x="46954" y="57580"/>
                  </a:lnTo>
                  <a:lnTo>
                    <a:pt x="46660" y="57429"/>
                  </a:lnTo>
                  <a:lnTo>
                    <a:pt x="46366" y="57229"/>
                  </a:lnTo>
                  <a:lnTo>
                    <a:pt x="46268" y="57078"/>
                  </a:lnTo>
                  <a:lnTo>
                    <a:pt x="45925" y="56978"/>
                  </a:lnTo>
                  <a:lnTo>
                    <a:pt x="45631" y="56928"/>
                  </a:lnTo>
                  <a:lnTo>
                    <a:pt x="45484" y="56928"/>
                  </a:lnTo>
                  <a:lnTo>
                    <a:pt x="45337" y="56878"/>
                  </a:lnTo>
                  <a:lnTo>
                    <a:pt x="45092" y="56778"/>
                  </a:lnTo>
                  <a:lnTo>
                    <a:pt x="44847" y="56627"/>
                  </a:lnTo>
                  <a:lnTo>
                    <a:pt x="44602" y="56377"/>
                  </a:lnTo>
                  <a:lnTo>
                    <a:pt x="44406" y="56277"/>
                  </a:lnTo>
                  <a:lnTo>
                    <a:pt x="44259" y="56277"/>
                  </a:lnTo>
                  <a:lnTo>
                    <a:pt x="43818" y="56176"/>
                  </a:lnTo>
                  <a:lnTo>
                    <a:pt x="43621" y="56076"/>
                  </a:lnTo>
                  <a:lnTo>
                    <a:pt x="43474" y="55876"/>
                  </a:lnTo>
                  <a:lnTo>
                    <a:pt x="43180" y="55776"/>
                  </a:lnTo>
                  <a:lnTo>
                    <a:pt x="43033" y="55725"/>
                  </a:lnTo>
                  <a:lnTo>
                    <a:pt x="42788" y="55725"/>
                  </a:lnTo>
                  <a:lnTo>
                    <a:pt x="42396" y="55675"/>
                  </a:lnTo>
                  <a:lnTo>
                    <a:pt x="42200" y="55575"/>
                  </a:lnTo>
                  <a:lnTo>
                    <a:pt x="42004" y="55475"/>
                  </a:lnTo>
                  <a:lnTo>
                    <a:pt x="41857" y="55325"/>
                  </a:lnTo>
                  <a:lnTo>
                    <a:pt x="41612" y="55074"/>
                  </a:lnTo>
                  <a:lnTo>
                    <a:pt x="41318" y="55074"/>
                  </a:lnTo>
                  <a:lnTo>
                    <a:pt x="41024" y="55024"/>
                  </a:lnTo>
                  <a:lnTo>
                    <a:pt x="40877" y="54974"/>
                  </a:lnTo>
                  <a:lnTo>
                    <a:pt x="40681" y="54773"/>
                  </a:lnTo>
                  <a:lnTo>
                    <a:pt x="40338" y="54523"/>
                  </a:lnTo>
                  <a:lnTo>
                    <a:pt x="40141" y="54422"/>
                  </a:lnTo>
                  <a:lnTo>
                    <a:pt x="39847" y="54372"/>
                  </a:lnTo>
                  <a:lnTo>
                    <a:pt x="39504" y="54222"/>
                  </a:lnTo>
                  <a:lnTo>
                    <a:pt x="39259" y="54222"/>
                  </a:lnTo>
                  <a:lnTo>
                    <a:pt x="39063" y="54222"/>
                  </a:lnTo>
                  <a:lnTo>
                    <a:pt x="38818" y="54072"/>
                  </a:lnTo>
                  <a:lnTo>
                    <a:pt x="38671" y="54022"/>
                  </a:lnTo>
                  <a:lnTo>
                    <a:pt x="38426" y="53871"/>
                  </a:lnTo>
                  <a:lnTo>
                    <a:pt x="38181" y="53721"/>
                  </a:lnTo>
                  <a:lnTo>
                    <a:pt x="37985" y="53621"/>
                  </a:lnTo>
                  <a:lnTo>
                    <a:pt x="37789" y="53571"/>
                  </a:lnTo>
                  <a:lnTo>
                    <a:pt x="37642" y="53470"/>
                  </a:lnTo>
                  <a:lnTo>
                    <a:pt x="37495" y="53420"/>
                  </a:lnTo>
                  <a:lnTo>
                    <a:pt x="37299" y="53370"/>
                  </a:lnTo>
                  <a:lnTo>
                    <a:pt x="37103" y="53320"/>
                  </a:lnTo>
                  <a:lnTo>
                    <a:pt x="36858" y="53120"/>
                  </a:lnTo>
                  <a:lnTo>
                    <a:pt x="36711" y="52969"/>
                  </a:lnTo>
                  <a:lnTo>
                    <a:pt x="36564" y="52719"/>
                  </a:lnTo>
                  <a:lnTo>
                    <a:pt x="36416" y="52719"/>
                  </a:lnTo>
                  <a:lnTo>
                    <a:pt x="36269" y="52719"/>
                  </a:lnTo>
                  <a:lnTo>
                    <a:pt x="36073" y="52719"/>
                  </a:lnTo>
                  <a:lnTo>
                    <a:pt x="35926" y="52669"/>
                  </a:lnTo>
                  <a:lnTo>
                    <a:pt x="35779" y="52618"/>
                  </a:lnTo>
                  <a:lnTo>
                    <a:pt x="35289" y="52117"/>
                  </a:lnTo>
                  <a:lnTo>
                    <a:pt x="34995" y="52067"/>
                  </a:lnTo>
                  <a:lnTo>
                    <a:pt x="34701" y="51967"/>
                  </a:lnTo>
                  <a:lnTo>
                    <a:pt x="34505" y="51917"/>
                  </a:lnTo>
                  <a:lnTo>
                    <a:pt x="34211" y="51766"/>
                  </a:lnTo>
                  <a:lnTo>
                    <a:pt x="33966" y="51566"/>
                  </a:lnTo>
                  <a:lnTo>
                    <a:pt x="33574" y="51115"/>
                  </a:lnTo>
                  <a:lnTo>
                    <a:pt x="33280" y="51115"/>
                  </a:lnTo>
                  <a:lnTo>
                    <a:pt x="33133" y="51115"/>
                  </a:lnTo>
                  <a:lnTo>
                    <a:pt x="32986" y="51065"/>
                  </a:lnTo>
                  <a:lnTo>
                    <a:pt x="32789" y="51015"/>
                  </a:lnTo>
                  <a:lnTo>
                    <a:pt x="32642" y="50864"/>
                  </a:lnTo>
                  <a:lnTo>
                    <a:pt x="32054" y="50464"/>
                  </a:lnTo>
                  <a:lnTo>
                    <a:pt x="31760" y="50413"/>
                  </a:lnTo>
                  <a:lnTo>
                    <a:pt x="31564" y="50413"/>
                  </a:lnTo>
                  <a:lnTo>
                    <a:pt x="31368" y="50363"/>
                  </a:lnTo>
                  <a:lnTo>
                    <a:pt x="31172" y="50263"/>
                  </a:lnTo>
                  <a:lnTo>
                    <a:pt x="30976" y="50113"/>
                  </a:lnTo>
                  <a:lnTo>
                    <a:pt x="30878" y="49962"/>
                  </a:lnTo>
                  <a:lnTo>
                    <a:pt x="30731" y="49862"/>
                  </a:lnTo>
                  <a:lnTo>
                    <a:pt x="30584" y="49762"/>
                  </a:lnTo>
                  <a:lnTo>
                    <a:pt x="30388" y="49712"/>
                  </a:lnTo>
                  <a:lnTo>
                    <a:pt x="30143" y="49712"/>
                  </a:lnTo>
                  <a:lnTo>
                    <a:pt x="29947" y="49712"/>
                  </a:lnTo>
                  <a:lnTo>
                    <a:pt x="29555" y="49311"/>
                  </a:lnTo>
                  <a:lnTo>
                    <a:pt x="29261" y="49060"/>
                  </a:lnTo>
                  <a:lnTo>
                    <a:pt x="29064" y="48960"/>
                  </a:lnTo>
                  <a:lnTo>
                    <a:pt x="28868" y="48960"/>
                  </a:lnTo>
                  <a:lnTo>
                    <a:pt x="28525" y="48910"/>
                  </a:lnTo>
                  <a:lnTo>
                    <a:pt x="28378" y="48910"/>
                  </a:lnTo>
                  <a:lnTo>
                    <a:pt x="28231" y="48810"/>
                  </a:lnTo>
                  <a:lnTo>
                    <a:pt x="28035" y="48509"/>
                  </a:lnTo>
                  <a:lnTo>
                    <a:pt x="27790" y="48509"/>
                  </a:lnTo>
                  <a:lnTo>
                    <a:pt x="27496" y="48509"/>
                  </a:lnTo>
                  <a:lnTo>
                    <a:pt x="27300" y="48459"/>
                  </a:lnTo>
                  <a:lnTo>
                    <a:pt x="27153" y="48459"/>
                  </a:lnTo>
                  <a:lnTo>
                    <a:pt x="26908" y="48259"/>
                  </a:lnTo>
                  <a:lnTo>
                    <a:pt x="26859" y="48058"/>
                  </a:lnTo>
                  <a:lnTo>
                    <a:pt x="26614" y="48008"/>
                  </a:lnTo>
                  <a:lnTo>
                    <a:pt x="26124" y="48008"/>
                  </a:lnTo>
                  <a:lnTo>
                    <a:pt x="25928" y="47958"/>
                  </a:lnTo>
                  <a:lnTo>
                    <a:pt x="25830" y="47808"/>
                  </a:lnTo>
                  <a:lnTo>
                    <a:pt x="25732" y="47657"/>
                  </a:lnTo>
                  <a:lnTo>
                    <a:pt x="25535" y="47557"/>
                  </a:lnTo>
                  <a:lnTo>
                    <a:pt x="25339" y="47557"/>
                  </a:lnTo>
                  <a:lnTo>
                    <a:pt x="25094" y="47557"/>
                  </a:lnTo>
                  <a:lnTo>
                    <a:pt x="24849" y="47457"/>
                  </a:lnTo>
                  <a:lnTo>
                    <a:pt x="24555" y="47206"/>
                  </a:lnTo>
                  <a:lnTo>
                    <a:pt x="24359" y="47106"/>
                  </a:lnTo>
                  <a:lnTo>
                    <a:pt x="24114" y="47106"/>
                  </a:lnTo>
                  <a:lnTo>
                    <a:pt x="23869" y="47056"/>
                  </a:lnTo>
                  <a:lnTo>
                    <a:pt x="23526" y="46905"/>
                  </a:lnTo>
                  <a:lnTo>
                    <a:pt x="23232" y="46655"/>
                  </a:lnTo>
                  <a:lnTo>
                    <a:pt x="23036" y="46605"/>
                  </a:lnTo>
                  <a:lnTo>
                    <a:pt x="22742" y="46555"/>
                  </a:lnTo>
                  <a:lnTo>
                    <a:pt x="22546" y="46404"/>
                  </a:lnTo>
                  <a:lnTo>
                    <a:pt x="22497" y="46254"/>
                  </a:lnTo>
                  <a:lnTo>
                    <a:pt x="22203" y="46104"/>
                  </a:lnTo>
                  <a:lnTo>
                    <a:pt x="21859" y="46054"/>
                  </a:lnTo>
                  <a:lnTo>
                    <a:pt x="21565" y="45953"/>
                  </a:lnTo>
                  <a:lnTo>
                    <a:pt x="21418" y="45903"/>
                  </a:lnTo>
                  <a:lnTo>
                    <a:pt x="21271" y="45753"/>
                  </a:lnTo>
                  <a:lnTo>
                    <a:pt x="21124" y="45653"/>
                  </a:lnTo>
                  <a:lnTo>
                    <a:pt x="20830" y="45502"/>
                  </a:lnTo>
                  <a:lnTo>
                    <a:pt x="20683" y="45452"/>
                  </a:lnTo>
                  <a:lnTo>
                    <a:pt x="20438" y="45402"/>
                  </a:lnTo>
                  <a:lnTo>
                    <a:pt x="20291" y="45352"/>
                  </a:lnTo>
                  <a:lnTo>
                    <a:pt x="20095" y="45152"/>
                  </a:lnTo>
                  <a:lnTo>
                    <a:pt x="19899" y="45001"/>
                  </a:lnTo>
                  <a:lnTo>
                    <a:pt x="19752" y="44951"/>
                  </a:lnTo>
                  <a:lnTo>
                    <a:pt x="19556" y="44901"/>
                  </a:lnTo>
                  <a:lnTo>
                    <a:pt x="19360" y="44901"/>
                  </a:lnTo>
                  <a:lnTo>
                    <a:pt x="19164" y="44801"/>
                  </a:lnTo>
                  <a:lnTo>
                    <a:pt x="19017" y="44650"/>
                  </a:lnTo>
                  <a:lnTo>
                    <a:pt x="18674" y="44650"/>
                  </a:lnTo>
                  <a:lnTo>
                    <a:pt x="18331" y="44600"/>
                  </a:lnTo>
                  <a:lnTo>
                    <a:pt x="18036" y="44500"/>
                  </a:lnTo>
                  <a:lnTo>
                    <a:pt x="17791" y="44350"/>
                  </a:lnTo>
                  <a:lnTo>
                    <a:pt x="17595" y="44199"/>
                  </a:lnTo>
                  <a:lnTo>
                    <a:pt x="17350" y="44149"/>
                  </a:lnTo>
                  <a:lnTo>
                    <a:pt x="17154" y="44149"/>
                  </a:lnTo>
                  <a:lnTo>
                    <a:pt x="16860" y="44099"/>
                  </a:lnTo>
                  <a:lnTo>
                    <a:pt x="16664" y="43949"/>
                  </a:lnTo>
                  <a:lnTo>
                    <a:pt x="16517" y="43748"/>
                  </a:lnTo>
                  <a:lnTo>
                    <a:pt x="16321" y="43548"/>
                  </a:lnTo>
                  <a:lnTo>
                    <a:pt x="16027" y="43548"/>
                  </a:lnTo>
                  <a:lnTo>
                    <a:pt x="15684" y="43498"/>
                  </a:lnTo>
                  <a:lnTo>
                    <a:pt x="15488" y="43498"/>
                  </a:lnTo>
                  <a:lnTo>
                    <a:pt x="15194" y="43297"/>
                  </a:lnTo>
                  <a:lnTo>
                    <a:pt x="15047" y="43147"/>
                  </a:lnTo>
                  <a:lnTo>
                    <a:pt x="14900" y="42947"/>
                  </a:lnTo>
                  <a:lnTo>
                    <a:pt x="14606" y="42896"/>
                  </a:lnTo>
                  <a:lnTo>
                    <a:pt x="14360" y="42846"/>
                  </a:lnTo>
                  <a:lnTo>
                    <a:pt x="14164" y="42796"/>
                  </a:lnTo>
                  <a:lnTo>
                    <a:pt x="13968" y="42696"/>
                  </a:lnTo>
                  <a:lnTo>
                    <a:pt x="13821" y="42596"/>
                  </a:lnTo>
                  <a:lnTo>
                    <a:pt x="13674" y="42496"/>
                  </a:lnTo>
                  <a:lnTo>
                    <a:pt x="13429" y="42395"/>
                  </a:lnTo>
                  <a:lnTo>
                    <a:pt x="13086" y="42395"/>
                  </a:lnTo>
                  <a:lnTo>
                    <a:pt x="12792" y="42345"/>
                  </a:lnTo>
                  <a:lnTo>
                    <a:pt x="12498" y="42245"/>
                  </a:lnTo>
                  <a:lnTo>
                    <a:pt x="12057" y="42044"/>
                  </a:lnTo>
                  <a:lnTo>
                    <a:pt x="11861" y="41894"/>
                  </a:lnTo>
                  <a:lnTo>
                    <a:pt x="11665" y="41744"/>
                  </a:lnTo>
                  <a:lnTo>
                    <a:pt x="11518" y="41694"/>
                  </a:lnTo>
                  <a:lnTo>
                    <a:pt x="11224" y="41644"/>
                  </a:lnTo>
                  <a:lnTo>
                    <a:pt x="11028" y="41593"/>
                  </a:lnTo>
                  <a:lnTo>
                    <a:pt x="10537" y="41443"/>
                  </a:lnTo>
                  <a:lnTo>
                    <a:pt x="10341" y="41343"/>
                  </a:lnTo>
                  <a:lnTo>
                    <a:pt x="10047" y="41193"/>
                  </a:lnTo>
                  <a:lnTo>
                    <a:pt x="9753" y="41092"/>
                  </a:lnTo>
                  <a:lnTo>
                    <a:pt x="9606" y="41092"/>
                  </a:lnTo>
                  <a:lnTo>
                    <a:pt x="9361" y="41042"/>
                  </a:lnTo>
                  <a:lnTo>
                    <a:pt x="9067" y="40942"/>
                  </a:lnTo>
                  <a:lnTo>
                    <a:pt x="8773" y="40792"/>
                  </a:lnTo>
                  <a:lnTo>
                    <a:pt x="8577" y="40641"/>
                  </a:lnTo>
                  <a:lnTo>
                    <a:pt x="8430" y="40541"/>
                  </a:lnTo>
                  <a:lnTo>
                    <a:pt x="8087" y="40491"/>
                  </a:lnTo>
                  <a:lnTo>
                    <a:pt x="7940" y="40491"/>
                  </a:lnTo>
                  <a:lnTo>
                    <a:pt x="7695" y="40491"/>
                  </a:lnTo>
                  <a:lnTo>
                    <a:pt x="7253" y="40240"/>
                  </a:lnTo>
                  <a:lnTo>
                    <a:pt x="7057" y="40140"/>
                  </a:lnTo>
                  <a:lnTo>
                    <a:pt x="6763" y="39990"/>
                  </a:lnTo>
                  <a:lnTo>
                    <a:pt x="6273" y="39940"/>
                  </a:lnTo>
                  <a:lnTo>
                    <a:pt x="5881" y="39689"/>
                  </a:lnTo>
                  <a:lnTo>
                    <a:pt x="5538" y="39589"/>
                  </a:lnTo>
                  <a:lnTo>
                    <a:pt x="5244" y="39439"/>
                  </a:lnTo>
                  <a:lnTo>
                    <a:pt x="4950" y="39439"/>
                  </a:lnTo>
                  <a:lnTo>
                    <a:pt x="4705" y="39338"/>
                  </a:lnTo>
                  <a:lnTo>
                    <a:pt x="4411" y="39088"/>
                  </a:lnTo>
                  <a:lnTo>
                    <a:pt x="3921" y="38988"/>
                  </a:lnTo>
                  <a:lnTo>
                    <a:pt x="3577" y="38937"/>
                  </a:lnTo>
                  <a:lnTo>
                    <a:pt x="3332" y="38887"/>
                  </a:lnTo>
                  <a:lnTo>
                    <a:pt x="3087" y="38787"/>
                  </a:lnTo>
                  <a:lnTo>
                    <a:pt x="2842" y="38587"/>
                  </a:lnTo>
                  <a:lnTo>
                    <a:pt x="2695" y="38486"/>
                  </a:lnTo>
                  <a:lnTo>
                    <a:pt x="2254" y="38436"/>
                  </a:lnTo>
                  <a:lnTo>
                    <a:pt x="2058" y="38386"/>
                  </a:lnTo>
                  <a:lnTo>
                    <a:pt x="1666" y="38136"/>
                  </a:lnTo>
                  <a:lnTo>
                    <a:pt x="1470" y="36732"/>
                  </a:lnTo>
                  <a:lnTo>
                    <a:pt x="1421" y="36181"/>
                  </a:lnTo>
                  <a:lnTo>
                    <a:pt x="1029" y="33225"/>
                  </a:lnTo>
                  <a:lnTo>
                    <a:pt x="931" y="32573"/>
                  </a:lnTo>
                  <a:lnTo>
                    <a:pt x="833" y="31571"/>
                  </a:lnTo>
                  <a:lnTo>
                    <a:pt x="588" y="29616"/>
                  </a:lnTo>
                  <a:lnTo>
                    <a:pt x="0" y="25106"/>
                  </a:lnTo>
                  <a:lnTo>
                    <a:pt x="98" y="23553"/>
                  </a:lnTo>
                  <a:lnTo>
                    <a:pt x="64158" y="11475"/>
                  </a:lnTo>
                  <a:lnTo>
                    <a:pt x="71608" y="9922"/>
                  </a:lnTo>
                  <a:lnTo>
                    <a:pt x="89988" y="6364"/>
                  </a:lnTo>
                  <a:lnTo>
                    <a:pt x="97928" y="4860"/>
                  </a:lnTo>
                  <a:lnTo>
                    <a:pt x="111358" y="2305"/>
                  </a:lnTo>
                  <a:lnTo>
                    <a:pt x="115818" y="1703"/>
                  </a:lnTo>
                  <a:lnTo>
                    <a:pt x="121994" y="601"/>
                  </a:lnTo>
                  <a:lnTo>
                    <a:pt x="123709" y="400"/>
                  </a:lnTo>
                  <a:lnTo>
                    <a:pt x="125474" y="300"/>
                  </a:lnTo>
                  <a:lnTo>
                    <a:pt x="126699" y="300"/>
                  </a:lnTo>
                  <a:lnTo>
                    <a:pt x="129150" y="400"/>
                  </a:lnTo>
                  <a:lnTo>
                    <a:pt x="131552" y="501"/>
                  </a:lnTo>
                  <a:lnTo>
                    <a:pt x="132287" y="551"/>
                  </a:lnTo>
                  <a:lnTo>
                    <a:pt x="133022" y="501"/>
                  </a:lnTo>
                  <a:lnTo>
                    <a:pt x="133757" y="501"/>
                  </a:lnTo>
                  <a:lnTo>
                    <a:pt x="134492" y="400"/>
                  </a:lnTo>
                  <a:lnTo>
                    <a:pt x="135179" y="300"/>
                  </a:lnTo>
                  <a:lnTo>
                    <a:pt x="139002" y="0"/>
                  </a:lnTo>
                  <a:lnTo>
                    <a:pt x="139051" y="350"/>
                  </a:lnTo>
                  <a:lnTo>
                    <a:pt x="138855" y="651"/>
                  </a:lnTo>
                  <a:lnTo>
                    <a:pt x="139051" y="1603"/>
                  </a:lnTo>
                  <a:lnTo>
                    <a:pt x="139149" y="2054"/>
                  </a:lnTo>
                  <a:lnTo>
                    <a:pt x="139590" y="4309"/>
                  </a:lnTo>
                  <a:lnTo>
                    <a:pt x="140423" y="8419"/>
                  </a:lnTo>
                  <a:lnTo>
                    <a:pt x="140472" y="8719"/>
                  </a:lnTo>
                  <a:lnTo>
                    <a:pt x="141305" y="12929"/>
                  </a:lnTo>
                  <a:lnTo>
                    <a:pt x="141354" y="13530"/>
                  </a:lnTo>
                  <a:lnTo>
                    <a:pt x="141942" y="18892"/>
                  </a:lnTo>
                  <a:lnTo>
                    <a:pt x="141991" y="19544"/>
                  </a:lnTo>
                  <a:lnTo>
                    <a:pt x="141942" y="23402"/>
                  </a:lnTo>
                  <a:lnTo>
                    <a:pt x="141844" y="24154"/>
                  </a:lnTo>
                  <a:lnTo>
                    <a:pt x="141795" y="24455"/>
                  </a:lnTo>
                  <a:lnTo>
                    <a:pt x="141452" y="26960"/>
                  </a:lnTo>
                  <a:lnTo>
                    <a:pt x="141207" y="27762"/>
                  </a:lnTo>
                  <a:lnTo>
                    <a:pt x="140913" y="28714"/>
                  </a:lnTo>
                  <a:lnTo>
                    <a:pt x="140815" y="29216"/>
                  </a:lnTo>
                  <a:lnTo>
                    <a:pt x="140668" y="29767"/>
                  </a:lnTo>
                  <a:lnTo>
                    <a:pt x="140521" y="30569"/>
                  </a:lnTo>
                  <a:lnTo>
                    <a:pt x="139051" y="37083"/>
                  </a:lnTo>
                  <a:lnTo>
                    <a:pt x="138119" y="41393"/>
                  </a:lnTo>
                  <a:lnTo>
                    <a:pt x="136698" y="43598"/>
                  </a:lnTo>
                  <a:lnTo>
                    <a:pt x="135865" y="45502"/>
                  </a:lnTo>
                  <a:lnTo>
                    <a:pt x="135718" y="45853"/>
                  </a:lnTo>
                  <a:lnTo>
                    <a:pt x="135522" y="46304"/>
                  </a:lnTo>
                  <a:lnTo>
                    <a:pt x="135228" y="47056"/>
                  </a:lnTo>
                  <a:lnTo>
                    <a:pt x="132140" y="54573"/>
                  </a:lnTo>
                  <a:lnTo>
                    <a:pt x="131944" y="55124"/>
                  </a:lnTo>
                  <a:lnTo>
                    <a:pt x="128513" y="53671"/>
                  </a:lnTo>
                  <a:lnTo>
                    <a:pt x="127189" y="53120"/>
                  </a:lnTo>
                  <a:lnTo>
                    <a:pt x="124837" y="52117"/>
                  </a:lnTo>
                  <a:lnTo>
                    <a:pt x="124249" y="51867"/>
                  </a:lnTo>
                  <a:lnTo>
                    <a:pt x="123660" y="52969"/>
                  </a:lnTo>
                  <a:lnTo>
                    <a:pt x="123121" y="53921"/>
                  </a:lnTo>
                  <a:lnTo>
                    <a:pt x="122974" y="54122"/>
                  </a:lnTo>
                  <a:lnTo>
                    <a:pt x="121749" y="56327"/>
                  </a:lnTo>
                  <a:lnTo>
                    <a:pt x="121161" y="57329"/>
                  </a:lnTo>
                  <a:lnTo>
                    <a:pt x="120671" y="58231"/>
                  </a:lnTo>
                  <a:lnTo>
                    <a:pt x="119102" y="61037"/>
                  </a:lnTo>
                  <a:lnTo>
                    <a:pt x="119004" y="61238"/>
                  </a:lnTo>
                  <a:lnTo>
                    <a:pt x="116259" y="66099"/>
                  </a:lnTo>
                  <a:lnTo>
                    <a:pt x="115426" y="65648"/>
                  </a:lnTo>
                  <a:lnTo>
                    <a:pt x="114838" y="66650"/>
                  </a:lnTo>
                  <a:lnTo>
                    <a:pt x="114103" y="67903"/>
                  </a:lnTo>
                  <a:lnTo>
                    <a:pt x="113270" y="69356"/>
                  </a:lnTo>
                  <a:lnTo>
                    <a:pt x="113073" y="69707"/>
                  </a:lnTo>
                  <a:lnTo>
                    <a:pt x="112191" y="71210"/>
                  </a:lnTo>
                  <a:lnTo>
                    <a:pt x="111211" y="70809"/>
                  </a:lnTo>
                  <a:lnTo>
                    <a:pt x="109986" y="70258"/>
                  </a:lnTo>
                  <a:lnTo>
                    <a:pt x="109299" y="72012"/>
                  </a:lnTo>
                  <a:lnTo>
                    <a:pt x="109201" y="72263"/>
                  </a:lnTo>
                  <a:lnTo>
                    <a:pt x="107535" y="76522"/>
                  </a:lnTo>
                  <a:lnTo>
                    <a:pt x="106849" y="77926"/>
                  </a:lnTo>
                  <a:lnTo>
                    <a:pt x="106604" y="78527"/>
                  </a:lnTo>
                  <a:lnTo>
                    <a:pt x="106261" y="79128"/>
                  </a:lnTo>
                  <a:lnTo>
                    <a:pt x="106114" y="79429"/>
                  </a:lnTo>
                  <a:lnTo>
                    <a:pt x="105819" y="80030"/>
                  </a:lnTo>
                  <a:lnTo>
                    <a:pt x="105280" y="81183"/>
                  </a:lnTo>
                  <a:lnTo>
                    <a:pt x="104741" y="82336"/>
                  </a:lnTo>
                  <a:lnTo>
                    <a:pt x="104251" y="83388"/>
                  </a:lnTo>
                  <a:lnTo>
                    <a:pt x="103614" y="84741"/>
                  </a:lnTo>
                  <a:lnTo>
                    <a:pt x="103222" y="84641"/>
                  </a:lnTo>
                  <a:lnTo>
                    <a:pt x="102879" y="84490"/>
                  </a:lnTo>
                  <a:lnTo>
                    <a:pt x="102536" y="84290"/>
                  </a:lnTo>
                  <a:lnTo>
                    <a:pt x="101996" y="84089"/>
                  </a:lnTo>
                  <a:lnTo>
                    <a:pt x="101849" y="83989"/>
                  </a:lnTo>
                  <a:lnTo>
                    <a:pt x="100869" y="83488"/>
                  </a:lnTo>
                  <a:lnTo>
                    <a:pt x="100722" y="83488"/>
                  </a:lnTo>
                  <a:lnTo>
                    <a:pt x="100428" y="83388"/>
                  </a:lnTo>
                  <a:lnTo>
                    <a:pt x="100183" y="83288"/>
                  </a:lnTo>
                  <a:lnTo>
                    <a:pt x="99987" y="83187"/>
                  </a:lnTo>
                  <a:lnTo>
                    <a:pt x="99546" y="82787"/>
                  </a:lnTo>
                  <a:lnTo>
                    <a:pt x="98173" y="82185"/>
                  </a:lnTo>
                  <a:lnTo>
                    <a:pt x="97928" y="82085"/>
                  </a:lnTo>
                  <a:lnTo>
                    <a:pt x="97095" y="81734"/>
                  </a:lnTo>
                  <a:lnTo>
                    <a:pt x="96948" y="81584"/>
                  </a:lnTo>
                  <a:lnTo>
                    <a:pt x="96703" y="81484"/>
                  </a:lnTo>
                  <a:lnTo>
                    <a:pt x="96360" y="81383"/>
                  </a:lnTo>
                  <a:lnTo>
                    <a:pt x="96017" y="81233"/>
                  </a:lnTo>
                  <a:lnTo>
                    <a:pt x="95723" y="81083"/>
                  </a:lnTo>
                  <a:lnTo>
                    <a:pt x="95331" y="80782"/>
                  </a:lnTo>
                  <a:lnTo>
                    <a:pt x="95184" y="80732"/>
                  </a:lnTo>
                  <a:lnTo>
                    <a:pt x="94988" y="80632"/>
                  </a:lnTo>
                  <a:lnTo>
                    <a:pt x="94693" y="80531"/>
                  </a:lnTo>
                  <a:lnTo>
                    <a:pt x="94448" y="80381"/>
                  </a:lnTo>
                  <a:lnTo>
                    <a:pt x="94301" y="80331"/>
                  </a:lnTo>
                  <a:lnTo>
                    <a:pt x="94105" y="80231"/>
                  </a:lnTo>
                  <a:lnTo>
                    <a:pt x="93909" y="80131"/>
                  </a:lnTo>
                  <a:lnTo>
                    <a:pt x="93664" y="80080"/>
                  </a:lnTo>
                  <a:lnTo>
                    <a:pt x="93370" y="79980"/>
                  </a:lnTo>
                  <a:lnTo>
                    <a:pt x="93027" y="79629"/>
                  </a:lnTo>
                  <a:lnTo>
                    <a:pt x="92831" y="79529"/>
                  </a:lnTo>
                  <a:lnTo>
                    <a:pt x="92488" y="79379"/>
                  </a:lnTo>
                  <a:lnTo>
                    <a:pt x="92243" y="79229"/>
                  </a:lnTo>
                  <a:lnTo>
                    <a:pt x="92047" y="79128"/>
                  </a:lnTo>
                  <a:lnTo>
                    <a:pt x="91655" y="79028"/>
                  </a:lnTo>
                  <a:lnTo>
                    <a:pt x="91410" y="78928"/>
                  </a:lnTo>
                  <a:lnTo>
                    <a:pt x="91213" y="78878"/>
                  </a:lnTo>
                  <a:lnTo>
                    <a:pt x="91066" y="78777"/>
                  </a:lnTo>
                  <a:lnTo>
                    <a:pt x="90723" y="78477"/>
                  </a:lnTo>
                  <a:lnTo>
                    <a:pt x="90331" y="78276"/>
                  </a:lnTo>
                  <a:lnTo>
                    <a:pt x="90135" y="78126"/>
                  </a:lnTo>
                  <a:lnTo>
                    <a:pt x="89890" y="78026"/>
                  </a:lnTo>
                  <a:lnTo>
                    <a:pt x="89743" y="77926"/>
                  </a:lnTo>
                  <a:lnTo>
                    <a:pt x="89547" y="77825"/>
                  </a:lnTo>
                  <a:lnTo>
                    <a:pt x="89253" y="77725"/>
                  </a:lnTo>
                  <a:lnTo>
                    <a:pt x="88959" y="77575"/>
                  </a:lnTo>
                  <a:lnTo>
                    <a:pt x="88812" y="77525"/>
                  </a:lnTo>
                  <a:lnTo>
                    <a:pt x="88616" y="77475"/>
                  </a:lnTo>
                  <a:lnTo>
                    <a:pt x="88371" y="77374"/>
                  </a:lnTo>
                  <a:lnTo>
                    <a:pt x="88175" y="77274"/>
                  </a:lnTo>
                  <a:lnTo>
                    <a:pt x="87881" y="77124"/>
                  </a:lnTo>
                  <a:lnTo>
                    <a:pt x="87292" y="76723"/>
                  </a:lnTo>
                  <a:lnTo>
                    <a:pt x="86998" y="76623"/>
                  </a:lnTo>
                  <a:lnTo>
                    <a:pt x="86851" y="76573"/>
                  </a:lnTo>
                  <a:lnTo>
                    <a:pt x="86704" y="76522"/>
                  </a:lnTo>
                  <a:lnTo>
                    <a:pt x="86557" y="76422"/>
                  </a:lnTo>
                  <a:lnTo>
                    <a:pt x="86410" y="76322"/>
                  </a:lnTo>
                  <a:lnTo>
                    <a:pt x="85724" y="75921"/>
                  </a:lnTo>
                  <a:lnTo>
                    <a:pt x="85038" y="75470"/>
                  </a:lnTo>
                  <a:lnTo>
                    <a:pt x="84499" y="75069"/>
                  </a:lnTo>
                  <a:lnTo>
                    <a:pt x="84058" y="74768"/>
                  </a:lnTo>
                  <a:lnTo>
                    <a:pt x="83812" y="74668"/>
                  </a:lnTo>
                  <a:lnTo>
                    <a:pt x="83616" y="74618"/>
                  </a:lnTo>
                  <a:lnTo>
                    <a:pt x="83175" y="74468"/>
                  </a:lnTo>
                  <a:lnTo>
                    <a:pt x="82930" y="74368"/>
                  </a:lnTo>
                  <a:lnTo>
                    <a:pt x="82734" y="74267"/>
                  </a:lnTo>
                  <a:lnTo>
                    <a:pt x="82391" y="74017"/>
                  </a:lnTo>
                  <a:lnTo>
                    <a:pt x="82146" y="73866"/>
                  </a:lnTo>
                  <a:lnTo>
                    <a:pt x="81901" y="73766"/>
                  </a:lnTo>
                  <a:lnTo>
                    <a:pt x="81754" y="73716"/>
                  </a:lnTo>
                  <a:lnTo>
                    <a:pt x="81509" y="73616"/>
                  </a:lnTo>
                  <a:lnTo>
                    <a:pt x="81166" y="73415"/>
                  </a:lnTo>
                  <a:lnTo>
                    <a:pt x="81019" y="73215"/>
                  </a:lnTo>
                  <a:lnTo>
                    <a:pt x="80676" y="73014"/>
                  </a:lnTo>
                  <a:lnTo>
                    <a:pt x="80529" y="72914"/>
                  </a:lnTo>
                  <a:lnTo>
                    <a:pt x="79793" y="72814"/>
                  </a:lnTo>
                  <a:lnTo>
                    <a:pt x="79597" y="72764"/>
                  </a:lnTo>
                  <a:lnTo>
                    <a:pt x="79107" y="72614"/>
                  </a:lnTo>
                  <a:lnTo>
                    <a:pt x="78715" y="72513"/>
                  </a:lnTo>
                  <a:lnTo>
                    <a:pt x="78323" y="72263"/>
                  </a:lnTo>
                  <a:lnTo>
                    <a:pt x="78127" y="72112"/>
                  </a:lnTo>
                  <a:lnTo>
                    <a:pt x="77735" y="71962"/>
                  </a:lnTo>
                  <a:lnTo>
                    <a:pt x="77392" y="71712"/>
                  </a:lnTo>
                  <a:lnTo>
                    <a:pt x="77196" y="71511"/>
                  </a:lnTo>
                  <a:lnTo>
                    <a:pt x="77000" y="71361"/>
                  </a:lnTo>
                  <a:lnTo>
                    <a:pt x="76509" y="71261"/>
                  </a:lnTo>
                  <a:lnTo>
                    <a:pt x="76068" y="71060"/>
                  </a:lnTo>
                  <a:lnTo>
                    <a:pt x="75627" y="70809"/>
                  </a:lnTo>
                  <a:lnTo>
                    <a:pt x="75284" y="70609"/>
                  </a:lnTo>
                  <a:lnTo>
                    <a:pt x="74794" y="70358"/>
                  </a:lnTo>
                  <a:lnTo>
                    <a:pt x="74451" y="70308"/>
                  </a:lnTo>
                  <a:lnTo>
                    <a:pt x="74157" y="70208"/>
                  </a:lnTo>
                  <a:lnTo>
                    <a:pt x="73765" y="69958"/>
                  </a:lnTo>
                  <a:lnTo>
                    <a:pt x="73324" y="69657"/>
                  </a:lnTo>
                  <a:lnTo>
                    <a:pt x="73030" y="69507"/>
                  </a:lnTo>
                  <a:lnTo>
                    <a:pt x="72245" y="69156"/>
                  </a:lnTo>
                  <a:lnTo>
                    <a:pt x="72098" y="69106"/>
                  </a:lnTo>
                  <a:lnTo>
                    <a:pt x="71265" y="68655"/>
                  </a:lnTo>
                  <a:lnTo>
                    <a:pt x="70971" y="68504"/>
                  </a:lnTo>
                  <a:lnTo>
                    <a:pt x="70726" y="68454"/>
                  </a:lnTo>
                  <a:lnTo>
                    <a:pt x="70579" y="68404"/>
                  </a:lnTo>
                  <a:lnTo>
                    <a:pt x="70432" y="68354"/>
                  </a:lnTo>
                  <a:lnTo>
                    <a:pt x="70187" y="68254"/>
                  </a:lnTo>
                  <a:lnTo>
                    <a:pt x="69746" y="68053"/>
                  </a:lnTo>
                  <a:lnTo>
                    <a:pt x="69550" y="67953"/>
                  </a:lnTo>
                  <a:lnTo>
                    <a:pt x="69403" y="67853"/>
                  </a:lnTo>
                  <a:lnTo>
                    <a:pt x="69206" y="67803"/>
                  </a:lnTo>
                  <a:lnTo>
                    <a:pt x="69010" y="67702"/>
                  </a:lnTo>
                  <a:lnTo>
                    <a:pt x="68814" y="67552"/>
                  </a:lnTo>
                  <a:lnTo>
                    <a:pt x="68569" y="67502"/>
                  </a:lnTo>
                  <a:lnTo>
                    <a:pt x="68422" y="67402"/>
                  </a:lnTo>
                  <a:lnTo>
                    <a:pt x="68275" y="67352"/>
                  </a:lnTo>
                  <a:lnTo>
                    <a:pt x="68128" y="67302"/>
                  </a:lnTo>
                  <a:lnTo>
                    <a:pt x="67883" y="67251"/>
                  </a:lnTo>
                  <a:lnTo>
                    <a:pt x="67736" y="67151"/>
                  </a:lnTo>
                  <a:lnTo>
                    <a:pt x="67540" y="67051"/>
                  </a:lnTo>
                  <a:lnTo>
                    <a:pt x="67295" y="66951"/>
                  </a:lnTo>
                  <a:lnTo>
                    <a:pt x="67050" y="66800"/>
                  </a:lnTo>
                  <a:lnTo>
                    <a:pt x="66756" y="66650"/>
                  </a:lnTo>
                  <a:lnTo>
                    <a:pt x="66315" y="66500"/>
                  </a:lnTo>
                  <a:lnTo>
                    <a:pt x="65825" y="66249"/>
                  </a:lnTo>
                  <a:lnTo>
                    <a:pt x="65383" y="66099"/>
                  </a:lnTo>
                  <a:lnTo>
                    <a:pt x="64893" y="658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961806" y="3987961"/>
              <a:ext cx="70383" cy="41293"/>
            </a:xfrm>
            <a:custGeom>
              <a:avLst/>
              <a:pathLst>
                <a:path w="70383" h="41293">
                  <a:moveTo>
                    <a:pt x="10733" y="36181"/>
                  </a:moveTo>
                  <a:lnTo>
                    <a:pt x="10047" y="36582"/>
                  </a:lnTo>
                  <a:lnTo>
                    <a:pt x="9606" y="36833"/>
                  </a:lnTo>
                  <a:lnTo>
                    <a:pt x="8185" y="37083"/>
                  </a:lnTo>
                  <a:lnTo>
                    <a:pt x="7253" y="37083"/>
                  </a:lnTo>
                  <a:lnTo>
                    <a:pt x="7106" y="37083"/>
                  </a:lnTo>
                  <a:lnTo>
                    <a:pt x="6322" y="36632"/>
                  </a:lnTo>
                  <a:lnTo>
                    <a:pt x="6273" y="36482"/>
                  </a:lnTo>
                  <a:lnTo>
                    <a:pt x="6224" y="36332"/>
                  </a:lnTo>
                  <a:lnTo>
                    <a:pt x="6224" y="36081"/>
                  </a:lnTo>
                  <a:lnTo>
                    <a:pt x="6224" y="35881"/>
                  </a:lnTo>
                  <a:lnTo>
                    <a:pt x="6273" y="35480"/>
                  </a:lnTo>
                  <a:lnTo>
                    <a:pt x="6224" y="35229"/>
                  </a:lnTo>
                  <a:lnTo>
                    <a:pt x="6175" y="34979"/>
                  </a:lnTo>
                  <a:lnTo>
                    <a:pt x="6077" y="34728"/>
                  </a:lnTo>
                  <a:lnTo>
                    <a:pt x="5979" y="34528"/>
                  </a:lnTo>
                  <a:lnTo>
                    <a:pt x="5832" y="34327"/>
                  </a:lnTo>
                  <a:lnTo>
                    <a:pt x="5636" y="34127"/>
                  </a:lnTo>
                  <a:lnTo>
                    <a:pt x="5048" y="33525"/>
                  </a:lnTo>
                  <a:lnTo>
                    <a:pt x="4852" y="33325"/>
                  </a:lnTo>
                  <a:lnTo>
                    <a:pt x="4656" y="33225"/>
                  </a:lnTo>
                  <a:lnTo>
                    <a:pt x="4460" y="33124"/>
                  </a:lnTo>
                  <a:lnTo>
                    <a:pt x="4313" y="32974"/>
                  </a:lnTo>
                  <a:lnTo>
                    <a:pt x="4166" y="32774"/>
                  </a:lnTo>
                  <a:lnTo>
                    <a:pt x="4068" y="32623"/>
                  </a:lnTo>
                  <a:lnTo>
                    <a:pt x="3970" y="32423"/>
                  </a:lnTo>
                  <a:lnTo>
                    <a:pt x="3921" y="32172"/>
                  </a:lnTo>
                  <a:lnTo>
                    <a:pt x="3921" y="31972"/>
                  </a:lnTo>
                  <a:lnTo>
                    <a:pt x="3921" y="31721"/>
                  </a:lnTo>
                  <a:lnTo>
                    <a:pt x="3774" y="31571"/>
                  </a:lnTo>
                  <a:lnTo>
                    <a:pt x="3479" y="31420"/>
                  </a:lnTo>
                  <a:lnTo>
                    <a:pt x="3136" y="31320"/>
                  </a:lnTo>
                  <a:lnTo>
                    <a:pt x="2793" y="31220"/>
                  </a:lnTo>
                  <a:lnTo>
                    <a:pt x="2401" y="31120"/>
                  </a:lnTo>
                  <a:lnTo>
                    <a:pt x="2009" y="31020"/>
                  </a:lnTo>
                  <a:lnTo>
                    <a:pt x="1764" y="30969"/>
                  </a:lnTo>
                  <a:lnTo>
                    <a:pt x="1470" y="30819"/>
                  </a:lnTo>
                  <a:lnTo>
                    <a:pt x="1225" y="30819"/>
                  </a:lnTo>
                  <a:lnTo>
                    <a:pt x="980" y="30769"/>
                  </a:lnTo>
                  <a:lnTo>
                    <a:pt x="539" y="30619"/>
                  </a:lnTo>
                  <a:lnTo>
                    <a:pt x="343" y="30468"/>
                  </a:lnTo>
                  <a:lnTo>
                    <a:pt x="147" y="30318"/>
                  </a:lnTo>
                  <a:lnTo>
                    <a:pt x="0" y="30067"/>
                  </a:lnTo>
                  <a:lnTo>
                    <a:pt x="0" y="29717"/>
                  </a:lnTo>
                  <a:lnTo>
                    <a:pt x="196" y="29416"/>
                  </a:lnTo>
                  <a:lnTo>
                    <a:pt x="441" y="29115"/>
                  </a:lnTo>
                  <a:lnTo>
                    <a:pt x="637" y="28965"/>
                  </a:lnTo>
                  <a:lnTo>
                    <a:pt x="1078" y="28564"/>
                  </a:lnTo>
                  <a:lnTo>
                    <a:pt x="1519" y="28163"/>
                  </a:lnTo>
                  <a:lnTo>
                    <a:pt x="1715" y="28013"/>
                  </a:lnTo>
                  <a:lnTo>
                    <a:pt x="1911" y="27862"/>
                  </a:lnTo>
                  <a:lnTo>
                    <a:pt x="2107" y="27712"/>
                  </a:lnTo>
                  <a:lnTo>
                    <a:pt x="2254" y="27562"/>
                  </a:lnTo>
                  <a:lnTo>
                    <a:pt x="2401" y="27411"/>
                  </a:lnTo>
                  <a:lnTo>
                    <a:pt x="2695" y="27111"/>
                  </a:lnTo>
                  <a:lnTo>
                    <a:pt x="2891" y="26910"/>
                  </a:lnTo>
                  <a:lnTo>
                    <a:pt x="3038" y="26860"/>
                  </a:lnTo>
                  <a:lnTo>
                    <a:pt x="3234" y="26610"/>
                  </a:lnTo>
                  <a:lnTo>
                    <a:pt x="3430" y="26459"/>
                  </a:lnTo>
                  <a:lnTo>
                    <a:pt x="3823" y="26209"/>
                  </a:lnTo>
                  <a:lnTo>
                    <a:pt x="3872" y="26058"/>
                  </a:lnTo>
                  <a:lnTo>
                    <a:pt x="3970" y="25908"/>
                  </a:lnTo>
                  <a:lnTo>
                    <a:pt x="4264" y="25758"/>
                  </a:lnTo>
                  <a:lnTo>
                    <a:pt x="4411" y="25657"/>
                  </a:lnTo>
                  <a:lnTo>
                    <a:pt x="4558" y="25557"/>
                  </a:lnTo>
                  <a:lnTo>
                    <a:pt x="4656" y="25407"/>
                  </a:lnTo>
                  <a:lnTo>
                    <a:pt x="4754" y="25206"/>
                  </a:lnTo>
                  <a:lnTo>
                    <a:pt x="4901" y="25106"/>
                  </a:lnTo>
                  <a:lnTo>
                    <a:pt x="5048" y="25056"/>
                  </a:lnTo>
                  <a:lnTo>
                    <a:pt x="5244" y="24906"/>
                  </a:lnTo>
                  <a:lnTo>
                    <a:pt x="5391" y="24755"/>
                  </a:lnTo>
                  <a:lnTo>
                    <a:pt x="5440" y="24605"/>
                  </a:lnTo>
                  <a:lnTo>
                    <a:pt x="5587" y="24455"/>
                  </a:lnTo>
                  <a:lnTo>
                    <a:pt x="5734" y="24405"/>
                  </a:lnTo>
                  <a:lnTo>
                    <a:pt x="5930" y="24355"/>
                  </a:lnTo>
                  <a:lnTo>
                    <a:pt x="6224" y="24004"/>
                  </a:lnTo>
                  <a:lnTo>
                    <a:pt x="6469" y="23904"/>
                  </a:lnTo>
                  <a:lnTo>
                    <a:pt x="6616" y="23803"/>
                  </a:lnTo>
                  <a:lnTo>
                    <a:pt x="6861" y="23703"/>
                  </a:lnTo>
                  <a:lnTo>
                    <a:pt x="7008" y="23553"/>
                  </a:lnTo>
                  <a:lnTo>
                    <a:pt x="7204" y="23452"/>
                  </a:lnTo>
                  <a:lnTo>
                    <a:pt x="7303" y="23302"/>
                  </a:lnTo>
                  <a:lnTo>
                    <a:pt x="7401" y="23152"/>
                  </a:lnTo>
                  <a:lnTo>
                    <a:pt x="7695" y="23001"/>
                  </a:lnTo>
                  <a:lnTo>
                    <a:pt x="7891" y="22901"/>
                  </a:lnTo>
                  <a:lnTo>
                    <a:pt x="7940" y="22751"/>
                  </a:lnTo>
                  <a:lnTo>
                    <a:pt x="8087" y="22601"/>
                  </a:lnTo>
                  <a:lnTo>
                    <a:pt x="8381" y="22500"/>
                  </a:lnTo>
                  <a:lnTo>
                    <a:pt x="8626" y="22400"/>
                  </a:lnTo>
                  <a:lnTo>
                    <a:pt x="9018" y="22150"/>
                  </a:lnTo>
                  <a:lnTo>
                    <a:pt x="9165" y="21949"/>
                  </a:lnTo>
                  <a:lnTo>
                    <a:pt x="9312" y="21699"/>
                  </a:lnTo>
                  <a:lnTo>
                    <a:pt x="9606" y="21398"/>
                  </a:lnTo>
                  <a:lnTo>
                    <a:pt x="9802" y="21147"/>
                  </a:lnTo>
                  <a:lnTo>
                    <a:pt x="10243" y="20796"/>
                  </a:lnTo>
                  <a:lnTo>
                    <a:pt x="10635" y="20496"/>
                  </a:lnTo>
                  <a:lnTo>
                    <a:pt x="10880" y="20345"/>
                  </a:lnTo>
                  <a:lnTo>
                    <a:pt x="11077" y="20245"/>
                  </a:lnTo>
                  <a:lnTo>
                    <a:pt x="11273" y="20145"/>
                  </a:lnTo>
                  <a:lnTo>
                    <a:pt x="11420" y="20045"/>
                  </a:lnTo>
                  <a:lnTo>
                    <a:pt x="11420" y="19894"/>
                  </a:lnTo>
                  <a:lnTo>
                    <a:pt x="11616" y="19343"/>
                  </a:lnTo>
                  <a:lnTo>
                    <a:pt x="11665" y="19093"/>
                  </a:lnTo>
                  <a:lnTo>
                    <a:pt x="11763" y="17389"/>
                  </a:lnTo>
                  <a:lnTo>
                    <a:pt x="12302" y="14131"/>
                  </a:lnTo>
                  <a:lnTo>
                    <a:pt x="12694" y="11225"/>
                  </a:lnTo>
                  <a:lnTo>
                    <a:pt x="12988" y="9922"/>
                  </a:lnTo>
                  <a:lnTo>
                    <a:pt x="13135" y="9270"/>
                  </a:lnTo>
                  <a:lnTo>
                    <a:pt x="14311" y="7166"/>
                  </a:lnTo>
                  <a:lnTo>
                    <a:pt x="16174" y="5462"/>
                  </a:lnTo>
                  <a:lnTo>
                    <a:pt x="17938" y="4409"/>
                  </a:lnTo>
                  <a:lnTo>
                    <a:pt x="19556" y="2906"/>
                  </a:lnTo>
                  <a:lnTo>
                    <a:pt x="20144" y="2305"/>
                  </a:lnTo>
                  <a:lnTo>
                    <a:pt x="20389" y="2054"/>
                  </a:lnTo>
                  <a:lnTo>
                    <a:pt x="20879" y="2104"/>
                  </a:lnTo>
                  <a:lnTo>
                    <a:pt x="21026" y="2154"/>
                  </a:lnTo>
                  <a:lnTo>
                    <a:pt x="20977" y="2455"/>
                  </a:lnTo>
                  <a:lnTo>
                    <a:pt x="20879" y="2806"/>
                  </a:lnTo>
                  <a:lnTo>
                    <a:pt x="20438" y="3357"/>
                  </a:lnTo>
                  <a:lnTo>
                    <a:pt x="20095" y="3758"/>
                  </a:lnTo>
                  <a:lnTo>
                    <a:pt x="19752" y="4209"/>
                  </a:lnTo>
                  <a:lnTo>
                    <a:pt x="19360" y="4610"/>
                  </a:lnTo>
                  <a:lnTo>
                    <a:pt x="18968" y="5011"/>
                  </a:lnTo>
                  <a:lnTo>
                    <a:pt x="18134" y="5612"/>
                  </a:lnTo>
                  <a:lnTo>
                    <a:pt x="17056" y="6013"/>
                  </a:lnTo>
                  <a:lnTo>
                    <a:pt x="16272" y="6765"/>
                  </a:lnTo>
                  <a:lnTo>
                    <a:pt x="15341" y="7466"/>
                  </a:lnTo>
                  <a:lnTo>
                    <a:pt x="14900" y="7917"/>
                  </a:lnTo>
                  <a:lnTo>
                    <a:pt x="14556" y="8569"/>
                  </a:lnTo>
                  <a:lnTo>
                    <a:pt x="14409" y="8669"/>
                  </a:lnTo>
                  <a:lnTo>
                    <a:pt x="13968" y="9220"/>
                  </a:lnTo>
                  <a:lnTo>
                    <a:pt x="13772" y="9772"/>
                  </a:lnTo>
                  <a:lnTo>
                    <a:pt x="13478" y="10824"/>
                  </a:lnTo>
                  <a:lnTo>
                    <a:pt x="13380" y="11626"/>
                  </a:lnTo>
                  <a:lnTo>
                    <a:pt x="12988" y="13731"/>
                  </a:lnTo>
                  <a:lnTo>
                    <a:pt x="12792" y="15334"/>
                  </a:lnTo>
                  <a:lnTo>
                    <a:pt x="12743" y="15735"/>
                  </a:lnTo>
                  <a:lnTo>
                    <a:pt x="12596" y="16387"/>
                  </a:lnTo>
                  <a:lnTo>
                    <a:pt x="12547" y="16637"/>
                  </a:lnTo>
                  <a:lnTo>
                    <a:pt x="13331" y="16838"/>
                  </a:lnTo>
                  <a:lnTo>
                    <a:pt x="13331" y="17289"/>
                  </a:lnTo>
                  <a:lnTo>
                    <a:pt x="13478" y="17289"/>
                  </a:lnTo>
                  <a:lnTo>
                    <a:pt x="13429" y="18140"/>
                  </a:lnTo>
                  <a:lnTo>
                    <a:pt x="13282" y="18140"/>
                  </a:lnTo>
                  <a:lnTo>
                    <a:pt x="12988" y="18441"/>
                  </a:lnTo>
                  <a:lnTo>
                    <a:pt x="12988" y="19043"/>
                  </a:lnTo>
                  <a:lnTo>
                    <a:pt x="13429" y="19093"/>
                  </a:lnTo>
                  <a:lnTo>
                    <a:pt x="13380" y="21398"/>
                  </a:lnTo>
                  <a:lnTo>
                    <a:pt x="12939" y="21699"/>
                  </a:lnTo>
                  <a:lnTo>
                    <a:pt x="14164" y="21799"/>
                  </a:lnTo>
                  <a:lnTo>
                    <a:pt x="23379" y="17890"/>
                  </a:lnTo>
                  <a:lnTo>
                    <a:pt x="23820" y="17689"/>
                  </a:lnTo>
                  <a:lnTo>
                    <a:pt x="23771" y="17539"/>
                  </a:lnTo>
                  <a:lnTo>
                    <a:pt x="23330" y="15986"/>
                  </a:lnTo>
                  <a:lnTo>
                    <a:pt x="23134" y="15284"/>
                  </a:lnTo>
                  <a:lnTo>
                    <a:pt x="22889" y="14282"/>
                  </a:lnTo>
                  <a:lnTo>
                    <a:pt x="22252" y="12929"/>
                  </a:lnTo>
                  <a:lnTo>
                    <a:pt x="22154" y="12578"/>
                  </a:lnTo>
                  <a:lnTo>
                    <a:pt x="20977" y="7667"/>
                  </a:lnTo>
                  <a:lnTo>
                    <a:pt x="21222" y="7316"/>
                  </a:lnTo>
                  <a:lnTo>
                    <a:pt x="21614" y="7316"/>
                  </a:lnTo>
                  <a:lnTo>
                    <a:pt x="21712" y="7667"/>
                  </a:lnTo>
                  <a:lnTo>
                    <a:pt x="22007" y="8870"/>
                  </a:lnTo>
                  <a:lnTo>
                    <a:pt x="22448" y="10573"/>
                  </a:lnTo>
                  <a:lnTo>
                    <a:pt x="22742" y="11826"/>
                  </a:lnTo>
                  <a:lnTo>
                    <a:pt x="23036" y="13179"/>
                  </a:lnTo>
                  <a:lnTo>
                    <a:pt x="23085" y="13380"/>
                  </a:lnTo>
                  <a:lnTo>
                    <a:pt x="23428" y="14783"/>
                  </a:lnTo>
                  <a:lnTo>
                    <a:pt x="24212" y="15284"/>
                  </a:lnTo>
                  <a:lnTo>
                    <a:pt x="25045" y="15334"/>
                  </a:lnTo>
                  <a:lnTo>
                    <a:pt x="25486" y="15384"/>
                  </a:lnTo>
                  <a:lnTo>
                    <a:pt x="27104" y="15134"/>
                  </a:lnTo>
                  <a:lnTo>
                    <a:pt x="28574" y="14833"/>
                  </a:lnTo>
                  <a:lnTo>
                    <a:pt x="29604" y="14482"/>
                  </a:lnTo>
                  <a:lnTo>
                    <a:pt x="30192" y="14232"/>
                  </a:lnTo>
                  <a:lnTo>
                    <a:pt x="35436" y="11826"/>
                  </a:lnTo>
                  <a:lnTo>
                    <a:pt x="40436" y="9822"/>
                  </a:lnTo>
                  <a:lnTo>
                    <a:pt x="40092" y="9120"/>
                  </a:lnTo>
                  <a:lnTo>
                    <a:pt x="40191" y="8870"/>
                  </a:lnTo>
                  <a:lnTo>
                    <a:pt x="39357" y="7466"/>
                  </a:lnTo>
                  <a:lnTo>
                    <a:pt x="40338" y="6915"/>
                  </a:lnTo>
                  <a:lnTo>
                    <a:pt x="40828" y="7717"/>
                  </a:lnTo>
                  <a:lnTo>
                    <a:pt x="40632" y="7867"/>
                  </a:lnTo>
                  <a:lnTo>
                    <a:pt x="41661" y="9521"/>
                  </a:lnTo>
                  <a:lnTo>
                    <a:pt x="41857" y="9421"/>
                  </a:lnTo>
                  <a:lnTo>
                    <a:pt x="43621" y="8870"/>
                  </a:lnTo>
                  <a:lnTo>
                    <a:pt x="46611" y="7316"/>
                  </a:lnTo>
                  <a:lnTo>
                    <a:pt x="47641" y="6765"/>
                  </a:lnTo>
                  <a:lnTo>
                    <a:pt x="46170" y="3407"/>
                  </a:lnTo>
                  <a:lnTo>
                    <a:pt x="47346" y="2906"/>
                  </a:lnTo>
                  <a:lnTo>
                    <a:pt x="47886" y="4309"/>
                  </a:lnTo>
                  <a:lnTo>
                    <a:pt x="47346" y="4560"/>
                  </a:lnTo>
                  <a:lnTo>
                    <a:pt x="48180" y="6614"/>
                  </a:lnTo>
                  <a:lnTo>
                    <a:pt x="48425" y="6464"/>
                  </a:lnTo>
                  <a:lnTo>
                    <a:pt x="48915" y="6264"/>
                  </a:lnTo>
                  <a:lnTo>
                    <a:pt x="50679" y="5512"/>
                  </a:lnTo>
                  <a:lnTo>
                    <a:pt x="52003" y="4961"/>
                  </a:lnTo>
                  <a:lnTo>
                    <a:pt x="52150" y="4911"/>
                  </a:lnTo>
                  <a:lnTo>
                    <a:pt x="52885" y="4510"/>
                  </a:lnTo>
                  <a:lnTo>
                    <a:pt x="51660" y="2706"/>
                  </a:lnTo>
                  <a:lnTo>
                    <a:pt x="51513" y="2656"/>
                  </a:lnTo>
                  <a:lnTo>
                    <a:pt x="51366" y="2505"/>
                  </a:lnTo>
                  <a:lnTo>
                    <a:pt x="51219" y="2204"/>
                  </a:lnTo>
                  <a:lnTo>
                    <a:pt x="51464" y="1954"/>
                  </a:lnTo>
                  <a:lnTo>
                    <a:pt x="51660" y="2004"/>
                  </a:lnTo>
                  <a:lnTo>
                    <a:pt x="51856" y="2355"/>
                  </a:lnTo>
                  <a:lnTo>
                    <a:pt x="51856" y="2555"/>
                  </a:lnTo>
                  <a:lnTo>
                    <a:pt x="53179" y="4359"/>
                  </a:lnTo>
                  <a:lnTo>
                    <a:pt x="54061" y="3958"/>
                  </a:lnTo>
                  <a:lnTo>
                    <a:pt x="55287" y="3056"/>
                  </a:lnTo>
                  <a:lnTo>
                    <a:pt x="56218" y="2355"/>
                  </a:lnTo>
                  <a:lnTo>
                    <a:pt x="57100" y="1703"/>
                  </a:lnTo>
                  <a:lnTo>
                    <a:pt x="57639" y="1152"/>
                  </a:lnTo>
                  <a:lnTo>
                    <a:pt x="57933" y="851"/>
                  </a:lnTo>
                  <a:lnTo>
                    <a:pt x="58669" y="250"/>
                  </a:lnTo>
                  <a:lnTo>
                    <a:pt x="58963" y="0"/>
                  </a:lnTo>
                  <a:lnTo>
                    <a:pt x="60286" y="1603"/>
                  </a:lnTo>
                  <a:lnTo>
                    <a:pt x="63570" y="6464"/>
                  </a:lnTo>
                  <a:lnTo>
                    <a:pt x="64697" y="7667"/>
                  </a:lnTo>
                  <a:lnTo>
                    <a:pt x="64991" y="8018"/>
                  </a:lnTo>
                  <a:lnTo>
                    <a:pt x="68177" y="12027"/>
                  </a:lnTo>
                  <a:lnTo>
                    <a:pt x="67540" y="13380"/>
                  </a:lnTo>
                  <a:lnTo>
                    <a:pt x="66952" y="14633"/>
                  </a:lnTo>
                  <a:lnTo>
                    <a:pt x="66413" y="15885"/>
                  </a:lnTo>
                  <a:lnTo>
                    <a:pt x="65874" y="17188"/>
                  </a:lnTo>
                  <a:lnTo>
                    <a:pt x="65334" y="18441"/>
                  </a:lnTo>
                  <a:lnTo>
                    <a:pt x="65187" y="19193"/>
                  </a:lnTo>
                  <a:lnTo>
                    <a:pt x="65040" y="19945"/>
                  </a:lnTo>
                  <a:lnTo>
                    <a:pt x="64942" y="20746"/>
                  </a:lnTo>
                  <a:lnTo>
                    <a:pt x="64844" y="21498"/>
                  </a:lnTo>
                  <a:lnTo>
                    <a:pt x="64844" y="21899"/>
                  </a:lnTo>
                  <a:lnTo>
                    <a:pt x="64893" y="22350"/>
                  </a:lnTo>
                  <a:lnTo>
                    <a:pt x="64991" y="22751"/>
                  </a:lnTo>
                  <a:lnTo>
                    <a:pt x="65089" y="23152"/>
                  </a:lnTo>
                  <a:lnTo>
                    <a:pt x="65236" y="23553"/>
                  </a:lnTo>
                  <a:lnTo>
                    <a:pt x="65383" y="23954"/>
                  </a:lnTo>
                  <a:lnTo>
                    <a:pt x="65530" y="24204"/>
                  </a:lnTo>
                  <a:lnTo>
                    <a:pt x="65727" y="24405"/>
                  </a:lnTo>
                  <a:lnTo>
                    <a:pt x="65972" y="24605"/>
                  </a:lnTo>
                  <a:lnTo>
                    <a:pt x="66217" y="24755"/>
                  </a:lnTo>
                  <a:lnTo>
                    <a:pt x="66462" y="24906"/>
                  </a:lnTo>
                  <a:lnTo>
                    <a:pt x="66756" y="25006"/>
                  </a:lnTo>
                  <a:lnTo>
                    <a:pt x="67050" y="25106"/>
                  </a:lnTo>
                  <a:lnTo>
                    <a:pt x="67295" y="25106"/>
                  </a:lnTo>
                  <a:lnTo>
                    <a:pt x="67589" y="25156"/>
                  </a:lnTo>
                  <a:lnTo>
                    <a:pt x="67883" y="25206"/>
                  </a:lnTo>
                  <a:lnTo>
                    <a:pt x="68177" y="25206"/>
                  </a:lnTo>
                  <a:lnTo>
                    <a:pt x="68422" y="25206"/>
                  </a:lnTo>
                  <a:lnTo>
                    <a:pt x="68716" y="25156"/>
                  </a:lnTo>
                  <a:lnTo>
                    <a:pt x="68961" y="25106"/>
                  </a:lnTo>
                  <a:lnTo>
                    <a:pt x="69255" y="25056"/>
                  </a:lnTo>
                  <a:lnTo>
                    <a:pt x="69795" y="24856"/>
                  </a:lnTo>
                  <a:lnTo>
                    <a:pt x="70383" y="25156"/>
                  </a:lnTo>
                  <a:lnTo>
                    <a:pt x="70236" y="25407"/>
                  </a:lnTo>
                  <a:lnTo>
                    <a:pt x="70040" y="25657"/>
                  </a:lnTo>
                  <a:lnTo>
                    <a:pt x="69844" y="25858"/>
                  </a:lnTo>
                  <a:lnTo>
                    <a:pt x="69599" y="26058"/>
                  </a:lnTo>
                  <a:lnTo>
                    <a:pt x="69353" y="26259"/>
                  </a:lnTo>
                  <a:lnTo>
                    <a:pt x="69108" y="26459"/>
                  </a:lnTo>
                  <a:lnTo>
                    <a:pt x="68814" y="26610"/>
                  </a:lnTo>
                  <a:lnTo>
                    <a:pt x="68520" y="26760"/>
                  </a:lnTo>
                  <a:lnTo>
                    <a:pt x="68226" y="26860"/>
                  </a:lnTo>
                  <a:lnTo>
                    <a:pt x="67883" y="26960"/>
                  </a:lnTo>
                  <a:lnTo>
                    <a:pt x="67589" y="26960"/>
                  </a:lnTo>
                  <a:lnTo>
                    <a:pt x="66903" y="27211"/>
                  </a:lnTo>
                  <a:lnTo>
                    <a:pt x="66217" y="27512"/>
                  </a:lnTo>
                  <a:lnTo>
                    <a:pt x="65579" y="27812"/>
                  </a:lnTo>
                  <a:lnTo>
                    <a:pt x="64942" y="28113"/>
                  </a:lnTo>
                  <a:lnTo>
                    <a:pt x="64305" y="28464"/>
                  </a:lnTo>
                  <a:lnTo>
                    <a:pt x="64011" y="28714"/>
                  </a:lnTo>
                  <a:lnTo>
                    <a:pt x="63717" y="28965"/>
                  </a:lnTo>
                  <a:lnTo>
                    <a:pt x="63472" y="29216"/>
                  </a:lnTo>
                  <a:lnTo>
                    <a:pt x="63227" y="29466"/>
                  </a:lnTo>
                  <a:lnTo>
                    <a:pt x="62982" y="29767"/>
                  </a:lnTo>
                  <a:lnTo>
                    <a:pt x="62786" y="30118"/>
                  </a:lnTo>
                  <a:lnTo>
                    <a:pt x="62590" y="30418"/>
                  </a:lnTo>
                  <a:lnTo>
                    <a:pt x="62443" y="30769"/>
                  </a:lnTo>
                  <a:lnTo>
                    <a:pt x="61756" y="31872"/>
                  </a:lnTo>
                  <a:lnTo>
                    <a:pt x="60580" y="33876"/>
                  </a:lnTo>
                  <a:lnTo>
                    <a:pt x="59159" y="35029"/>
                  </a:lnTo>
                  <a:lnTo>
                    <a:pt x="55826" y="36281"/>
                  </a:lnTo>
                  <a:lnTo>
                    <a:pt x="52052" y="37234"/>
                  </a:lnTo>
                  <a:lnTo>
                    <a:pt x="46709" y="38787"/>
                  </a:lnTo>
                  <a:lnTo>
                    <a:pt x="43474" y="39739"/>
                  </a:lnTo>
                  <a:lnTo>
                    <a:pt x="41269" y="40491"/>
                  </a:lnTo>
                  <a:lnTo>
                    <a:pt x="40877" y="40691"/>
                  </a:lnTo>
                  <a:lnTo>
                    <a:pt x="40485" y="40892"/>
                  </a:lnTo>
                  <a:lnTo>
                    <a:pt x="40043" y="41042"/>
                  </a:lnTo>
                  <a:lnTo>
                    <a:pt x="39651" y="41142"/>
                  </a:lnTo>
                  <a:lnTo>
                    <a:pt x="39210" y="41243"/>
                  </a:lnTo>
                  <a:lnTo>
                    <a:pt x="38867" y="41293"/>
                  </a:lnTo>
                  <a:lnTo>
                    <a:pt x="38524" y="41293"/>
                  </a:lnTo>
                  <a:lnTo>
                    <a:pt x="38230" y="41243"/>
                  </a:lnTo>
                  <a:lnTo>
                    <a:pt x="37887" y="41193"/>
                  </a:lnTo>
                  <a:lnTo>
                    <a:pt x="37544" y="41142"/>
                  </a:lnTo>
                  <a:lnTo>
                    <a:pt x="37103" y="41042"/>
                  </a:lnTo>
                  <a:lnTo>
                    <a:pt x="36613" y="40892"/>
                  </a:lnTo>
                  <a:lnTo>
                    <a:pt x="36171" y="40691"/>
                  </a:lnTo>
                  <a:lnTo>
                    <a:pt x="35730" y="40491"/>
                  </a:lnTo>
                  <a:lnTo>
                    <a:pt x="35338" y="40291"/>
                  </a:lnTo>
                  <a:lnTo>
                    <a:pt x="34946" y="39990"/>
                  </a:lnTo>
                  <a:lnTo>
                    <a:pt x="34260" y="39489"/>
                  </a:lnTo>
                  <a:lnTo>
                    <a:pt x="33574" y="38988"/>
                  </a:lnTo>
                  <a:lnTo>
                    <a:pt x="32838" y="38486"/>
                  </a:lnTo>
                  <a:lnTo>
                    <a:pt x="32103" y="38035"/>
                  </a:lnTo>
                  <a:lnTo>
                    <a:pt x="31711" y="37785"/>
                  </a:lnTo>
                  <a:lnTo>
                    <a:pt x="31319" y="37584"/>
                  </a:lnTo>
                  <a:lnTo>
                    <a:pt x="30878" y="37384"/>
                  </a:lnTo>
                  <a:lnTo>
                    <a:pt x="30437" y="37234"/>
                  </a:lnTo>
                  <a:lnTo>
                    <a:pt x="29996" y="37133"/>
                  </a:lnTo>
                  <a:lnTo>
                    <a:pt x="29555" y="37033"/>
                  </a:lnTo>
                  <a:lnTo>
                    <a:pt x="29162" y="36933"/>
                  </a:lnTo>
                  <a:lnTo>
                    <a:pt x="28819" y="36933"/>
                  </a:lnTo>
                  <a:lnTo>
                    <a:pt x="28427" y="36883"/>
                  </a:lnTo>
                  <a:lnTo>
                    <a:pt x="28035" y="36933"/>
                  </a:lnTo>
                  <a:lnTo>
                    <a:pt x="27643" y="36933"/>
                  </a:lnTo>
                  <a:lnTo>
                    <a:pt x="27349" y="37083"/>
                  </a:lnTo>
                  <a:lnTo>
                    <a:pt x="27104" y="37184"/>
                  </a:lnTo>
                  <a:lnTo>
                    <a:pt x="26810" y="37334"/>
                  </a:lnTo>
                  <a:lnTo>
                    <a:pt x="26565" y="37534"/>
                  </a:lnTo>
                  <a:lnTo>
                    <a:pt x="26369" y="37735"/>
                  </a:lnTo>
                  <a:lnTo>
                    <a:pt x="26124" y="37935"/>
                  </a:lnTo>
                  <a:lnTo>
                    <a:pt x="25977" y="38086"/>
                  </a:lnTo>
                  <a:lnTo>
                    <a:pt x="25339" y="38937"/>
                  </a:lnTo>
                  <a:lnTo>
                    <a:pt x="24996" y="39038"/>
                  </a:lnTo>
                  <a:lnTo>
                    <a:pt x="24261" y="38486"/>
                  </a:lnTo>
                  <a:lnTo>
                    <a:pt x="24212" y="38336"/>
                  </a:lnTo>
                  <a:lnTo>
                    <a:pt x="24261" y="38186"/>
                  </a:lnTo>
                  <a:lnTo>
                    <a:pt x="24408" y="37885"/>
                  </a:lnTo>
                  <a:lnTo>
                    <a:pt x="24506" y="37735"/>
                  </a:lnTo>
                  <a:lnTo>
                    <a:pt x="24751" y="37534"/>
                  </a:lnTo>
                  <a:lnTo>
                    <a:pt x="24849" y="37334"/>
                  </a:lnTo>
                  <a:lnTo>
                    <a:pt x="24898" y="37184"/>
                  </a:lnTo>
                  <a:lnTo>
                    <a:pt x="24898" y="36983"/>
                  </a:lnTo>
                  <a:lnTo>
                    <a:pt x="24800" y="36732"/>
                  </a:lnTo>
                  <a:lnTo>
                    <a:pt x="24702" y="36532"/>
                  </a:lnTo>
                  <a:lnTo>
                    <a:pt x="24555" y="36332"/>
                  </a:lnTo>
                  <a:lnTo>
                    <a:pt x="24359" y="36181"/>
                  </a:lnTo>
                  <a:lnTo>
                    <a:pt x="24212" y="36031"/>
                  </a:lnTo>
                  <a:lnTo>
                    <a:pt x="23967" y="35881"/>
                  </a:lnTo>
                  <a:lnTo>
                    <a:pt x="23624" y="35680"/>
                  </a:lnTo>
                  <a:lnTo>
                    <a:pt x="23281" y="35530"/>
                  </a:lnTo>
                  <a:lnTo>
                    <a:pt x="22889" y="35379"/>
                  </a:lnTo>
                  <a:lnTo>
                    <a:pt x="22497" y="35279"/>
                  </a:lnTo>
                  <a:lnTo>
                    <a:pt x="22105" y="35179"/>
                  </a:lnTo>
                  <a:lnTo>
                    <a:pt x="21712" y="35129"/>
                  </a:lnTo>
                  <a:lnTo>
                    <a:pt x="21271" y="35079"/>
                  </a:lnTo>
                  <a:lnTo>
                    <a:pt x="18968" y="35229"/>
                  </a:lnTo>
                  <a:lnTo>
                    <a:pt x="13576" y="35680"/>
                  </a:lnTo>
                  <a:lnTo>
                    <a:pt x="12890" y="35780"/>
                  </a:lnTo>
                  <a:lnTo>
                    <a:pt x="12204" y="35830"/>
                  </a:lnTo>
                  <a:lnTo>
                    <a:pt x="11077" y="359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161241" y="2858259"/>
              <a:ext cx="96605" cy="118567"/>
            </a:xfrm>
            <a:custGeom>
              <a:avLst/>
              <a:pathLst>
                <a:path w="96605" h="118567">
                  <a:moveTo>
                    <a:pt x="77931" y="2756"/>
                  </a:moveTo>
                  <a:lnTo>
                    <a:pt x="78666" y="2004"/>
                  </a:lnTo>
                  <a:lnTo>
                    <a:pt x="83616" y="6264"/>
                  </a:lnTo>
                  <a:lnTo>
                    <a:pt x="83616" y="8920"/>
                  </a:lnTo>
                  <a:lnTo>
                    <a:pt x="83714" y="13881"/>
                  </a:lnTo>
                  <a:lnTo>
                    <a:pt x="82979" y="16286"/>
                  </a:lnTo>
                  <a:lnTo>
                    <a:pt x="82734" y="18090"/>
                  </a:lnTo>
                  <a:lnTo>
                    <a:pt x="82783" y="18892"/>
                  </a:lnTo>
                  <a:lnTo>
                    <a:pt x="83126" y="18992"/>
                  </a:lnTo>
                  <a:lnTo>
                    <a:pt x="83028" y="21548"/>
                  </a:lnTo>
                  <a:lnTo>
                    <a:pt x="83175" y="22099"/>
                  </a:lnTo>
                  <a:lnTo>
                    <a:pt x="84156" y="24956"/>
                  </a:lnTo>
                  <a:lnTo>
                    <a:pt x="84793" y="26860"/>
                  </a:lnTo>
                  <a:lnTo>
                    <a:pt x="84793" y="27161"/>
                  </a:lnTo>
                  <a:lnTo>
                    <a:pt x="85430" y="29316"/>
                  </a:lnTo>
                  <a:lnTo>
                    <a:pt x="82097" y="31571"/>
                  </a:lnTo>
                  <a:lnTo>
                    <a:pt x="81068" y="31972"/>
                  </a:lnTo>
                  <a:lnTo>
                    <a:pt x="79842" y="32373"/>
                  </a:lnTo>
                  <a:lnTo>
                    <a:pt x="77735" y="29316"/>
                  </a:lnTo>
                  <a:lnTo>
                    <a:pt x="75970" y="30418"/>
                  </a:lnTo>
                  <a:lnTo>
                    <a:pt x="73863" y="27462"/>
                  </a:lnTo>
                  <a:lnTo>
                    <a:pt x="72196" y="28564"/>
                  </a:lnTo>
                  <a:lnTo>
                    <a:pt x="72343" y="28815"/>
                  </a:lnTo>
                  <a:lnTo>
                    <a:pt x="70628" y="30318"/>
                  </a:lnTo>
                  <a:lnTo>
                    <a:pt x="72294" y="32924"/>
                  </a:lnTo>
                  <a:lnTo>
                    <a:pt x="69501" y="34528"/>
                  </a:lnTo>
                  <a:lnTo>
                    <a:pt x="72147" y="38336"/>
                  </a:lnTo>
                  <a:lnTo>
                    <a:pt x="73422" y="39589"/>
                  </a:lnTo>
                  <a:lnTo>
                    <a:pt x="74206" y="40341"/>
                  </a:lnTo>
                  <a:lnTo>
                    <a:pt x="75333" y="40892"/>
                  </a:lnTo>
                  <a:lnTo>
                    <a:pt x="76313" y="41343"/>
                  </a:lnTo>
                  <a:lnTo>
                    <a:pt x="77931" y="44400"/>
                  </a:lnTo>
                  <a:lnTo>
                    <a:pt x="78568" y="45202"/>
                  </a:lnTo>
                  <a:lnTo>
                    <a:pt x="80676" y="47757"/>
                  </a:lnTo>
                  <a:lnTo>
                    <a:pt x="83518" y="43949"/>
                  </a:lnTo>
                  <a:lnTo>
                    <a:pt x="85283" y="44300"/>
                  </a:lnTo>
                  <a:lnTo>
                    <a:pt x="87194" y="42846"/>
                  </a:lnTo>
                  <a:lnTo>
                    <a:pt x="87537" y="42997"/>
                  </a:lnTo>
                  <a:lnTo>
                    <a:pt x="88518" y="43398"/>
                  </a:lnTo>
                  <a:lnTo>
                    <a:pt x="89204" y="43448"/>
                  </a:lnTo>
                  <a:lnTo>
                    <a:pt x="89547" y="43548"/>
                  </a:lnTo>
                  <a:lnTo>
                    <a:pt x="89890" y="43598"/>
                  </a:lnTo>
                  <a:lnTo>
                    <a:pt x="91262" y="44199"/>
                  </a:lnTo>
                  <a:lnTo>
                    <a:pt x="92194" y="44751"/>
                  </a:lnTo>
                  <a:lnTo>
                    <a:pt x="92341" y="44851"/>
                  </a:lnTo>
                  <a:lnTo>
                    <a:pt x="93125" y="45452"/>
                  </a:lnTo>
                  <a:lnTo>
                    <a:pt x="93762" y="46054"/>
                  </a:lnTo>
                  <a:lnTo>
                    <a:pt x="94007" y="46505"/>
                  </a:lnTo>
                  <a:lnTo>
                    <a:pt x="94056" y="46956"/>
                  </a:lnTo>
                  <a:lnTo>
                    <a:pt x="94301" y="47407"/>
                  </a:lnTo>
                  <a:lnTo>
                    <a:pt x="94644" y="48158"/>
                  </a:lnTo>
                  <a:lnTo>
                    <a:pt x="94889" y="48860"/>
                  </a:lnTo>
                  <a:lnTo>
                    <a:pt x="94939" y="49060"/>
                  </a:lnTo>
                  <a:lnTo>
                    <a:pt x="95086" y="49461"/>
                  </a:lnTo>
                  <a:lnTo>
                    <a:pt x="95086" y="49962"/>
                  </a:lnTo>
                  <a:lnTo>
                    <a:pt x="95037" y="50564"/>
                  </a:lnTo>
                  <a:lnTo>
                    <a:pt x="95086" y="51115"/>
                  </a:lnTo>
                  <a:lnTo>
                    <a:pt x="94939" y="51716"/>
                  </a:lnTo>
                  <a:lnTo>
                    <a:pt x="94889" y="52017"/>
                  </a:lnTo>
                  <a:lnTo>
                    <a:pt x="94644" y="52618"/>
                  </a:lnTo>
                  <a:lnTo>
                    <a:pt x="94350" y="53320"/>
                  </a:lnTo>
                  <a:lnTo>
                    <a:pt x="94154" y="53821"/>
                  </a:lnTo>
                  <a:lnTo>
                    <a:pt x="94105" y="54022"/>
                  </a:lnTo>
                  <a:lnTo>
                    <a:pt x="94007" y="54272"/>
                  </a:lnTo>
                  <a:lnTo>
                    <a:pt x="94056" y="54623"/>
                  </a:lnTo>
                  <a:lnTo>
                    <a:pt x="94154" y="54773"/>
                  </a:lnTo>
                  <a:lnTo>
                    <a:pt x="94350" y="55274"/>
                  </a:lnTo>
                  <a:lnTo>
                    <a:pt x="94693" y="56327"/>
                  </a:lnTo>
                  <a:lnTo>
                    <a:pt x="94644" y="56878"/>
                  </a:lnTo>
                  <a:lnTo>
                    <a:pt x="94595" y="57028"/>
                  </a:lnTo>
                  <a:lnTo>
                    <a:pt x="94693" y="57529"/>
                  </a:lnTo>
                  <a:lnTo>
                    <a:pt x="94742" y="57730"/>
                  </a:lnTo>
                  <a:lnTo>
                    <a:pt x="94889" y="58281"/>
                  </a:lnTo>
                  <a:lnTo>
                    <a:pt x="94939" y="58582"/>
                  </a:lnTo>
                  <a:lnTo>
                    <a:pt x="95184" y="59183"/>
                  </a:lnTo>
                  <a:lnTo>
                    <a:pt x="95380" y="59534"/>
                  </a:lnTo>
                  <a:lnTo>
                    <a:pt x="95527" y="59734"/>
                  </a:lnTo>
                  <a:lnTo>
                    <a:pt x="95821" y="59935"/>
                  </a:lnTo>
                  <a:lnTo>
                    <a:pt x="95968" y="60085"/>
                  </a:lnTo>
                  <a:lnTo>
                    <a:pt x="96360" y="60687"/>
                  </a:lnTo>
                  <a:lnTo>
                    <a:pt x="96556" y="60987"/>
                  </a:lnTo>
                  <a:lnTo>
                    <a:pt x="96605" y="61238"/>
                  </a:lnTo>
                  <a:lnTo>
                    <a:pt x="96507" y="61689"/>
                  </a:lnTo>
                  <a:lnTo>
                    <a:pt x="96164" y="61939"/>
                  </a:lnTo>
                  <a:lnTo>
                    <a:pt x="94889" y="62290"/>
                  </a:lnTo>
                  <a:lnTo>
                    <a:pt x="94252" y="62541"/>
                  </a:lnTo>
                  <a:lnTo>
                    <a:pt x="93860" y="62691"/>
                  </a:lnTo>
                  <a:lnTo>
                    <a:pt x="92978" y="63192"/>
                  </a:lnTo>
                  <a:lnTo>
                    <a:pt x="91998" y="63944"/>
                  </a:lnTo>
                  <a:lnTo>
                    <a:pt x="91949" y="64295"/>
                  </a:lnTo>
                  <a:lnTo>
                    <a:pt x="91900" y="64445"/>
                  </a:lnTo>
                  <a:lnTo>
                    <a:pt x="91753" y="65197"/>
                  </a:lnTo>
                  <a:lnTo>
                    <a:pt x="91262" y="66901"/>
                  </a:lnTo>
                  <a:lnTo>
                    <a:pt x="90723" y="67803"/>
                  </a:lnTo>
                  <a:lnTo>
                    <a:pt x="88322" y="68855"/>
                  </a:lnTo>
                  <a:lnTo>
                    <a:pt x="88126" y="70258"/>
                  </a:lnTo>
                  <a:lnTo>
                    <a:pt x="88371" y="71210"/>
                  </a:lnTo>
                  <a:lnTo>
                    <a:pt x="87390" y="72163"/>
                  </a:lnTo>
                  <a:lnTo>
                    <a:pt x="86851" y="72964"/>
                  </a:lnTo>
                  <a:lnTo>
                    <a:pt x="86557" y="74317"/>
                  </a:lnTo>
                  <a:lnTo>
                    <a:pt x="86165" y="75069"/>
                  </a:lnTo>
                  <a:lnTo>
                    <a:pt x="84940" y="75270"/>
                  </a:lnTo>
                  <a:lnTo>
                    <a:pt x="83959" y="75620"/>
                  </a:lnTo>
                  <a:lnTo>
                    <a:pt x="83518" y="76121"/>
                  </a:lnTo>
                  <a:lnTo>
                    <a:pt x="82636" y="76623"/>
                  </a:lnTo>
                  <a:lnTo>
                    <a:pt x="81705" y="76773"/>
                  </a:lnTo>
                  <a:lnTo>
                    <a:pt x="81264" y="77424"/>
                  </a:lnTo>
                  <a:lnTo>
                    <a:pt x="80529" y="78326"/>
                  </a:lnTo>
                  <a:lnTo>
                    <a:pt x="79597" y="79178"/>
                  </a:lnTo>
                  <a:lnTo>
                    <a:pt x="78470" y="80030"/>
                  </a:lnTo>
                  <a:lnTo>
                    <a:pt x="78274" y="80331"/>
                  </a:lnTo>
                  <a:lnTo>
                    <a:pt x="77735" y="81183"/>
                  </a:lnTo>
                  <a:lnTo>
                    <a:pt x="77245" y="83488"/>
                  </a:lnTo>
                  <a:lnTo>
                    <a:pt x="77441" y="84691"/>
                  </a:lnTo>
                  <a:lnTo>
                    <a:pt x="76019" y="85242"/>
                  </a:lnTo>
                  <a:lnTo>
                    <a:pt x="75186" y="85392"/>
                  </a:lnTo>
                  <a:lnTo>
                    <a:pt x="74549" y="85643"/>
                  </a:lnTo>
                  <a:lnTo>
                    <a:pt x="72343" y="87297"/>
                  </a:lnTo>
                  <a:lnTo>
                    <a:pt x="71363" y="87998"/>
                  </a:lnTo>
                  <a:lnTo>
                    <a:pt x="68667" y="90454"/>
                  </a:lnTo>
                  <a:lnTo>
                    <a:pt x="68030" y="91356"/>
                  </a:lnTo>
                  <a:lnTo>
                    <a:pt x="67197" y="93210"/>
                  </a:lnTo>
                  <a:lnTo>
                    <a:pt x="66756" y="94764"/>
                  </a:lnTo>
                  <a:lnTo>
                    <a:pt x="66315" y="95716"/>
                  </a:lnTo>
                  <a:lnTo>
                    <a:pt x="65628" y="96969"/>
                  </a:lnTo>
                  <a:lnTo>
                    <a:pt x="64550" y="98121"/>
                  </a:lnTo>
                  <a:lnTo>
                    <a:pt x="62835" y="99324"/>
                  </a:lnTo>
                  <a:lnTo>
                    <a:pt x="61119" y="99424"/>
                  </a:lnTo>
                  <a:lnTo>
                    <a:pt x="60090" y="99374"/>
                  </a:lnTo>
                  <a:lnTo>
                    <a:pt x="59796" y="99424"/>
                  </a:lnTo>
                  <a:lnTo>
                    <a:pt x="59355" y="99775"/>
                  </a:lnTo>
                  <a:lnTo>
                    <a:pt x="59012" y="100326"/>
                  </a:lnTo>
                  <a:lnTo>
                    <a:pt x="58276" y="101228"/>
                  </a:lnTo>
                  <a:lnTo>
                    <a:pt x="57443" y="102581"/>
                  </a:lnTo>
                  <a:lnTo>
                    <a:pt x="56267" y="103734"/>
                  </a:lnTo>
                  <a:lnTo>
                    <a:pt x="55140" y="104135"/>
                  </a:lnTo>
                  <a:lnTo>
                    <a:pt x="54944" y="104235"/>
                  </a:lnTo>
                  <a:lnTo>
                    <a:pt x="54208" y="104486"/>
                  </a:lnTo>
                  <a:lnTo>
                    <a:pt x="53277" y="104937"/>
                  </a:lnTo>
                  <a:lnTo>
                    <a:pt x="52248" y="105338"/>
                  </a:lnTo>
                  <a:lnTo>
                    <a:pt x="51660" y="105588"/>
                  </a:lnTo>
                  <a:lnTo>
                    <a:pt x="51268" y="106189"/>
                  </a:lnTo>
                  <a:lnTo>
                    <a:pt x="50924" y="107292"/>
                  </a:lnTo>
                  <a:lnTo>
                    <a:pt x="51022" y="108394"/>
                  </a:lnTo>
                  <a:lnTo>
                    <a:pt x="50777" y="109196"/>
                  </a:lnTo>
                  <a:lnTo>
                    <a:pt x="50091" y="109747"/>
                  </a:lnTo>
                  <a:lnTo>
                    <a:pt x="49307" y="110198"/>
                  </a:lnTo>
                  <a:lnTo>
                    <a:pt x="48964" y="110249"/>
                  </a:lnTo>
                  <a:lnTo>
                    <a:pt x="48817" y="110249"/>
                  </a:lnTo>
                  <a:lnTo>
                    <a:pt x="48376" y="110800"/>
                  </a:lnTo>
                  <a:lnTo>
                    <a:pt x="47935" y="111351"/>
                  </a:lnTo>
                  <a:lnTo>
                    <a:pt x="47444" y="112053"/>
                  </a:lnTo>
                  <a:lnTo>
                    <a:pt x="46954" y="112754"/>
                  </a:lnTo>
                  <a:lnTo>
                    <a:pt x="46464" y="114057"/>
                  </a:lnTo>
                  <a:lnTo>
                    <a:pt x="46072" y="115310"/>
                  </a:lnTo>
                  <a:lnTo>
                    <a:pt x="46072" y="116312"/>
                  </a:lnTo>
                  <a:lnTo>
                    <a:pt x="45974" y="117164"/>
                  </a:lnTo>
                  <a:lnTo>
                    <a:pt x="43180" y="117615"/>
                  </a:lnTo>
                  <a:lnTo>
                    <a:pt x="41269" y="117615"/>
                  </a:lnTo>
                  <a:lnTo>
                    <a:pt x="40289" y="118066"/>
                  </a:lnTo>
                  <a:lnTo>
                    <a:pt x="38720" y="118317"/>
                  </a:lnTo>
                  <a:lnTo>
                    <a:pt x="37544" y="118567"/>
                  </a:lnTo>
                  <a:lnTo>
                    <a:pt x="36515" y="118317"/>
                  </a:lnTo>
                  <a:lnTo>
                    <a:pt x="37691" y="115110"/>
                  </a:lnTo>
                  <a:lnTo>
                    <a:pt x="36760" y="114308"/>
                  </a:lnTo>
                  <a:lnTo>
                    <a:pt x="36171" y="113807"/>
                  </a:lnTo>
                  <a:lnTo>
                    <a:pt x="35338" y="106390"/>
                  </a:lnTo>
                  <a:lnTo>
                    <a:pt x="32495" y="106390"/>
                  </a:lnTo>
                  <a:lnTo>
                    <a:pt x="32201" y="94513"/>
                  </a:lnTo>
                  <a:lnTo>
                    <a:pt x="34505" y="94463"/>
                  </a:lnTo>
                  <a:lnTo>
                    <a:pt x="34309" y="87447"/>
                  </a:lnTo>
                  <a:lnTo>
                    <a:pt x="27251" y="90654"/>
                  </a:lnTo>
                  <a:lnTo>
                    <a:pt x="20585" y="93711"/>
                  </a:lnTo>
                  <a:lnTo>
                    <a:pt x="11322" y="98071"/>
                  </a:lnTo>
                  <a:lnTo>
                    <a:pt x="10194" y="98572"/>
                  </a:lnTo>
                  <a:lnTo>
                    <a:pt x="10292" y="99474"/>
                  </a:lnTo>
                  <a:lnTo>
                    <a:pt x="8969" y="99875"/>
                  </a:lnTo>
                  <a:lnTo>
                    <a:pt x="7303" y="100276"/>
                  </a:lnTo>
                  <a:lnTo>
                    <a:pt x="5930" y="100326"/>
                  </a:lnTo>
                  <a:lnTo>
                    <a:pt x="5391" y="99524"/>
                  </a:lnTo>
                  <a:lnTo>
                    <a:pt x="4362" y="98121"/>
                  </a:lnTo>
                  <a:lnTo>
                    <a:pt x="3626" y="97169"/>
                  </a:lnTo>
                  <a:lnTo>
                    <a:pt x="2156" y="95215"/>
                  </a:lnTo>
                  <a:lnTo>
                    <a:pt x="1421" y="94212"/>
                  </a:lnTo>
                  <a:lnTo>
                    <a:pt x="784" y="92559"/>
                  </a:lnTo>
                  <a:lnTo>
                    <a:pt x="245" y="90755"/>
                  </a:lnTo>
                  <a:lnTo>
                    <a:pt x="98" y="89201"/>
                  </a:lnTo>
                  <a:lnTo>
                    <a:pt x="0" y="88199"/>
                  </a:lnTo>
                  <a:lnTo>
                    <a:pt x="1078" y="78126"/>
                  </a:lnTo>
                  <a:lnTo>
                    <a:pt x="3136" y="58933"/>
                  </a:lnTo>
                  <a:lnTo>
                    <a:pt x="4656" y="54924"/>
                  </a:lnTo>
                  <a:lnTo>
                    <a:pt x="7303" y="51015"/>
                  </a:lnTo>
                  <a:lnTo>
                    <a:pt x="11420" y="46805"/>
                  </a:lnTo>
                  <a:lnTo>
                    <a:pt x="15439" y="42646"/>
                  </a:lnTo>
                  <a:lnTo>
                    <a:pt x="19017" y="40341"/>
                  </a:lnTo>
                  <a:lnTo>
                    <a:pt x="22791" y="39338"/>
                  </a:lnTo>
                  <a:lnTo>
                    <a:pt x="25585" y="39188"/>
                  </a:lnTo>
                  <a:lnTo>
                    <a:pt x="31662" y="39890"/>
                  </a:lnTo>
                  <a:lnTo>
                    <a:pt x="34995" y="39890"/>
                  </a:lnTo>
                  <a:lnTo>
                    <a:pt x="38475" y="38837"/>
                  </a:lnTo>
                  <a:lnTo>
                    <a:pt x="45484" y="36181"/>
                  </a:lnTo>
                  <a:lnTo>
                    <a:pt x="48229" y="35029"/>
                  </a:lnTo>
                  <a:lnTo>
                    <a:pt x="51170" y="32623"/>
                  </a:lnTo>
                  <a:lnTo>
                    <a:pt x="52983" y="30118"/>
                  </a:lnTo>
                  <a:lnTo>
                    <a:pt x="54944" y="25357"/>
                  </a:lnTo>
                  <a:lnTo>
                    <a:pt x="56316" y="21398"/>
                  </a:lnTo>
                  <a:lnTo>
                    <a:pt x="56904" y="19995"/>
                  </a:lnTo>
                  <a:lnTo>
                    <a:pt x="59061" y="17289"/>
                  </a:lnTo>
                  <a:lnTo>
                    <a:pt x="62296" y="13380"/>
                  </a:lnTo>
                  <a:lnTo>
                    <a:pt x="64844" y="10674"/>
                  </a:lnTo>
                  <a:lnTo>
                    <a:pt x="66021" y="9421"/>
                  </a:lnTo>
                  <a:lnTo>
                    <a:pt x="66168" y="9270"/>
                  </a:lnTo>
                  <a:lnTo>
                    <a:pt x="67001" y="8368"/>
                  </a:lnTo>
                  <a:lnTo>
                    <a:pt x="70432" y="4860"/>
                  </a:lnTo>
                  <a:lnTo>
                    <a:pt x="71804" y="3407"/>
                  </a:lnTo>
                  <a:lnTo>
                    <a:pt x="74206" y="902"/>
                  </a:lnTo>
                  <a:lnTo>
                    <a:pt x="74941" y="150"/>
                  </a:lnTo>
                  <a:lnTo>
                    <a:pt x="75088" y="0"/>
                  </a:lnTo>
                  <a:lnTo>
                    <a:pt x="75431" y="350"/>
                  </a:lnTo>
                  <a:lnTo>
                    <a:pt x="75676" y="601"/>
                  </a:lnTo>
                  <a:lnTo>
                    <a:pt x="76215" y="1102"/>
                  </a:lnTo>
                  <a:lnTo>
                    <a:pt x="76656" y="1553"/>
                  </a:lnTo>
                  <a:lnTo>
                    <a:pt x="77441" y="2305"/>
                  </a:lnTo>
                  <a:lnTo>
                    <a:pt x="77735" y="2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879120" y="2738488"/>
              <a:ext cx="483762" cy="662647"/>
            </a:xfrm>
            <a:custGeom>
              <a:avLst/>
              <a:pathLst>
                <a:path w="483762" h="662647">
                  <a:moveTo>
                    <a:pt x="233205" y="553801"/>
                  </a:moveTo>
                  <a:lnTo>
                    <a:pt x="233058" y="552798"/>
                  </a:lnTo>
                  <a:lnTo>
                    <a:pt x="232911" y="551947"/>
                  </a:lnTo>
                  <a:lnTo>
                    <a:pt x="232715" y="551195"/>
                  </a:lnTo>
                  <a:lnTo>
                    <a:pt x="232519" y="550443"/>
                  </a:lnTo>
                  <a:lnTo>
                    <a:pt x="232323" y="549541"/>
                  </a:lnTo>
                  <a:lnTo>
                    <a:pt x="232078" y="548539"/>
                  </a:lnTo>
                  <a:lnTo>
                    <a:pt x="231980" y="547837"/>
                  </a:lnTo>
                  <a:lnTo>
                    <a:pt x="231637" y="545883"/>
                  </a:lnTo>
                  <a:lnTo>
                    <a:pt x="231392" y="544379"/>
                  </a:lnTo>
                  <a:lnTo>
                    <a:pt x="231147" y="543477"/>
                  </a:lnTo>
                  <a:lnTo>
                    <a:pt x="230902" y="542776"/>
                  </a:lnTo>
                  <a:lnTo>
                    <a:pt x="230657" y="542174"/>
                  </a:lnTo>
                  <a:lnTo>
                    <a:pt x="230412" y="541423"/>
                  </a:lnTo>
                  <a:lnTo>
                    <a:pt x="230265" y="540872"/>
                  </a:lnTo>
                  <a:lnTo>
                    <a:pt x="230167" y="540120"/>
                  </a:lnTo>
                  <a:lnTo>
                    <a:pt x="230069" y="539619"/>
                  </a:lnTo>
                  <a:lnTo>
                    <a:pt x="230019" y="538917"/>
                  </a:lnTo>
                  <a:lnTo>
                    <a:pt x="229725" y="537564"/>
                  </a:lnTo>
                  <a:lnTo>
                    <a:pt x="229382" y="536612"/>
                  </a:lnTo>
                  <a:lnTo>
                    <a:pt x="229137" y="535660"/>
                  </a:lnTo>
                  <a:lnTo>
                    <a:pt x="228696" y="534156"/>
                  </a:lnTo>
                  <a:lnTo>
                    <a:pt x="228353" y="532904"/>
                  </a:lnTo>
                  <a:lnTo>
                    <a:pt x="227961" y="531601"/>
                  </a:lnTo>
                  <a:lnTo>
                    <a:pt x="227618" y="530749"/>
                  </a:lnTo>
                  <a:lnTo>
                    <a:pt x="227226" y="530197"/>
                  </a:lnTo>
                  <a:lnTo>
                    <a:pt x="226883" y="529797"/>
                  </a:lnTo>
                  <a:lnTo>
                    <a:pt x="226491" y="529396"/>
                  </a:lnTo>
                  <a:lnTo>
                    <a:pt x="226245" y="529245"/>
                  </a:lnTo>
                  <a:lnTo>
                    <a:pt x="225559" y="529396"/>
                  </a:lnTo>
                  <a:lnTo>
                    <a:pt x="224481" y="529696"/>
                  </a:lnTo>
                  <a:lnTo>
                    <a:pt x="223942" y="529847"/>
                  </a:lnTo>
                  <a:lnTo>
                    <a:pt x="223746" y="529897"/>
                  </a:lnTo>
                  <a:lnTo>
                    <a:pt x="223305" y="529797"/>
                  </a:lnTo>
                  <a:lnTo>
                    <a:pt x="223403" y="529596"/>
                  </a:lnTo>
                  <a:lnTo>
                    <a:pt x="223648" y="529496"/>
                  </a:lnTo>
                  <a:lnTo>
                    <a:pt x="223893" y="529396"/>
                  </a:lnTo>
                  <a:lnTo>
                    <a:pt x="224628" y="529095"/>
                  </a:lnTo>
                  <a:lnTo>
                    <a:pt x="225951" y="528694"/>
                  </a:lnTo>
                  <a:lnTo>
                    <a:pt x="226540" y="528544"/>
                  </a:lnTo>
                  <a:lnTo>
                    <a:pt x="226589" y="528043"/>
                  </a:lnTo>
                  <a:lnTo>
                    <a:pt x="226589" y="527642"/>
                  </a:lnTo>
                  <a:lnTo>
                    <a:pt x="226589" y="527291"/>
                  </a:lnTo>
                  <a:lnTo>
                    <a:pt x="226589" y="526840"/>
                  </a:lnTo>
                  <a:lnTo>
                    <a:pt x="226540" y="526389"/>
                  </a:lnTo>
                  <a:lnTo>
                    <a:pt x="226442" y="525938"/>
                  </a:lnTo>
                  <a:lnTo>
                    <a:pt x="226294" y="525687"/>
                  </a:lnTo>
                  <a:lnTo>
                    <a:pt x="226000" y="525286"/>
                  </a:lnTo>
                  <a:lnTo>
                    <a:pt x="225902" y="525036"/>
                  </a:lnTo>
                  <a:lnTo>
                    <a:pt x="225804" y="524835"/>
                  </a:lnTo>
                  <a:lnTo>
                    <a:pt x="225804" y="524485"/>
                  </a:lnTo>
                  <a:lnTo>
                    <a:pt x="225755" y="524184"/>
                  </a:lnTo>
                  <a:lnTo>
                    <a:pt x="225755" y="523933"/>
                  </a:lnTo>
                  <a:lnTo>
                    <a:pt x="225755" y="523683"/>
                  </a:lnTo>
                  <a:lnTo>
                    <a:pt x="225657" y="523382"/>
                  </a:lnTo>
                  <a:lnTo>
                    <a:pt x="225608" y="523031"/>
                  </a:lnTo>
                  <a:lnTo>
                    <a:pt x="225216" y="522330"/>
                  </a:lnTo>
                  <a:lnTo>
                    <a:pt x="224922" y="522179"/>
                  </a:lnTo>
                  <a:lnTo>
                    <a:pt x="224530" y="522179"/>
                  </a:lnTo>
                  <a:lnTo>
                    <a:pt x="224089" y="522179"/>
                  </a:lnTo>
                  <a:lnTo>
                    <a:pt x="223550" y="521979"/>
                  </a:lnTo>
                  <a:lnTo>
                    <a:pt x="223599" y="521728"/>
                  </a:lnTo>
                  <a:lnTo>
                    <a:pt x="224334" y="521628"/>
                  </a:lnTo>
                  <a:lnTo>
                    <a:pt x="224530" y="521578"/>
                  </a:lnTo>
                  <a:lnTo>
                    <a:pt x="224628" y="520977"/>
                  </a:lnTo>
                  <a:lnTo>
                    <a:pt x="224481" y="520325"/>
                  </a:lnTo>
                  <a:lnTo>
                    <a:pt x="222471" y="520475"/>
                  </a:lnTo>
                  <a:lnTo>
                    <a:pt x="221687" y="520475"/>
                  </a:lnTo>
                  <a:lnTo>
                    <a:pt x="219433" y="520876"/>
                  </a:lnTo>
                  <a:lnTo>
                    <a:pt x="218746" y="520676"/>
                  </a:lnTo>
                  <a:lnTo>
                    <a:pt x="218697" y="520075"/>
                  </a:lnTo>
                  <a:lnTo>
                    <a:pt x="219090" y="519874"/>
                  </a:lnTo>
                  <a:lnTo>
                    <a:pt x="219727" y="519824"/>
                  </a:lnTo>
                  <a:lnTo>
                    <a:pt x="222667" y="519624"/>
                  </a:lnTo>
                  <a:lnTo>
                    <a:pt x="223354" y="519373"/>
                  </a:lnTo>
                  <a:lnTo>
                    <a:pt x="223599" y="518471"/>
                  </a:lnTo>
                  <a:lnTo>
                    <a:pt x="223746" y="517469"/>
                  </a:lnTo>
                  <a:lnTo>
                    <a:pt x="223697" y="515865"/>
                  </a:lnTo>
                  <a:lnTo>
                    <a:pt x="223648" y="514362"/>
                  </a:lnTo>
                  <a:lnTo>
                    <a:pt x="223207" y="513510"/>
                  </a:lnTo>
                  <a:lnTo>
                    <a:pt x="222962" y="513059"/>
                  </a:lnTo>
                  <a:lnTo>
                    <a:pt x="222913" y="512758"/>
                  </a:lnTo>
                  <a:lnTo>
                    <a:pt x="222815" y="512157"/>
                  </a:lnTo>
                  <a:lnTo>
                    <a:pt x="222716" y="511806"/>
                  </a:lnTo>
                  <a:lnTo>
                    <a:pt x="222569" y="510904"/>
                  </a:lnTo>
                  <a:lnTo>
                    <a:pt x="222471" y="510503"/>
                  </a:lnTo>
                  <a:lnTo>
                    <a:pt x="222373" y="509902"/>
                  </a:lnTo>
                  <a:lnTo>
                    <a:pt x="222324" y="509701"/>
                  </a:lnTo>
                  <a:lnTo>
                    <a:pt x="222275" y="509551"/>
                  </a:lnTo>
                  <a:lnTo>
                    <a:pt x="222128" y="508899"/>
                  </a:lnTo>
                  <a:lnTo>
                    <a:pt x="221883" y="508047"/>
                  </a:lnTo>
                  <a:lnTo>
                    <a:pt x="221687" y="507246"/>
                  </a:lnTo>
                  <a:lnTo>
                    <a:pt x="221589" y="506995"/>
                  </a:lnTo>
                  <a:lnTo>
                    <a:pt x="221442" y="506243"/>
                  </a:lnTo>
                  <a:lnTo>
                    <a:pt x="221246" y="505592"/>
                  </a:lnTo>
                  <a:lnTo>
                    <a:pt x="221050" y="504890"/>
                  </a:lnTo>
                  <a:lnTo>
                    <a:pt x="220903" y="504289"/>
                  </a:lnTo>
                  <a:lnTo>
                    <a:pt x="220805" y="504038"/>
                  </a:lnTo>
                  <a:lnTo>
                    <a:pt x="220658" y="503537"/>
                  </a:lnTo>
                  <a:lnTo>
                    <a:pt x="220364" y="502735"/>
                  </a:lnTo>
                  <a:lnTo>
                    <a:pt x="220070" y="501934"/>
                  </a:lnTo>
                  <a:lnTo>
                    <a:pt x="219727" y="500881"/>
                  </a:lnTo>
                  <a:lnTo>
                    <a:pt x="219237" y="499428"/>
                  </a:lnTo>
                  <a:lnTo>
                    <a:pt x="219040" y="498927"/>
                  </a:lnTo>
                  <a:lnTo>
                    <a:pt x="218844" y="498426"/>
                  </a:lnTo>
                  <a:lnTo>
                    <a:pt x="218697" y="497925"/>
                  </a:lnTo>
                  <a:lnTo>
                    <a:pt x="218158" y="496221"/>
                  </a:lnTo>
                  <a:lnTo>
                    <a:pt x="217472" y="494016"/>
                  </a:lnTo>
                  <a:lnTo>
                    <a:pt x="217276" y="493464"/>
                  </a:lnTo>
                  <a:lnTo>
                    <a:pt x="217031" y="492613"/>
                  </a:lnTo>
                  <a:lnTo>
                    <a:pt x="216884" y="492161"/>
                  </a:lnTo>
                  <a:lnTo>
                    <a:pt x="215855" y="488904"/>
                  </a:lnTo>
                  <a:lnTo>
                    <a:pt x="214188" y="484344"/>
                  </a:lnTo>
                  <a:lnTo>
                    <a:pt x="214090" y="483893"/>
                  </a:lnTo>
                  <a:lnTo>
                    <a:pt x="213796" y="483442"/>
                  </a:lnTo>
                  <a:lnTo>
                    <a:pt x="213747" y="483241"/>
                  </a:lnTo>
                  <a:lnTo>
                    <a:pt x="213600" y="482941"/>
                  </a:lnTo>
                  <a:lnTo>
                    <a:pt x="213306" y="482740"/>
                  </a:lnTo>
                  <a:lnTo>
                    <a:pt x="213110" y="482540"/>
                  </a:lnTo>
                  <a:lnTo>
                    <a:pt x="212963" y="482289"/>
                  </a:lnTo>
                  <a:lnTo>
                    <a:pt x="212816" y="481888"/>
                  </a:lnTo>
                  <a:lnTo>
                    <a:pt x="212669" y="481638"/>
                  </a:lnTo>
                  <a:lnTo>
                    <a:pt x="212473" y="481437"/>
                  </a:lnTo>
                  <a:lnTo>
                    <a:pt x="212179" y="481137"/>
                  </a:lnTo>
                  <a:lnTo>
                    <a:pt x="211885" y="480836"/>
                  </a:lnTo>
                  <a:lnTo>
                    <a:pt x="211639" y="480435"/>
                  </a:lnTo>
                  <a:lnTo>
                    <a:pt x="211394" y="479934"/>
                  </a:lnTo>
                  <a:lnTo>
                    <a:pt x="211345" y="479533"/>
                  </a:lnTo>
                  <a:lnTo>
                    <a:pt x="211394" y="479182"/>
                  </a:lnTo>
                  <a:lnTo>
                    <a:pt x="211492" y="478681"/>
                  </a:lnTo>
                  <a:lnTo>
                    <a:pt x="211639" y="478330"/>
                  </a:lnTo>
                  <a:lnTo>
                    <a:pt x="211885" y="478030"/>
                  </a:lnTo>
                  <a:lnTo>
                    <a:pt x="212032" y="477879"/>
                  </a:lnTo>
                  <a:lnTo>
                    <a:pt x="212032" y="477629"/>
                  </a:lnTo>
                  <a:lnTo>
                    <a:pt x="212032" y="477428"/>
                  </a:lnTo>
                  <a:lnTo>
                    <a:pt x="211688" y="477077"/>
                  </a:lnTo>
                  <a:lnTo>
                    <a:pt x="211296" y="476977"/>
                  </a:lnTo>
                  <a:lnTo>
                    <a:pt x="210512" y="475474"/>
                  </a:lnTo>
                  <a:lnTo>
                    <a:pt x="210512" y="475173"/>
                  </a:lnTo>
                  <a:lnTo>
                    <a:pt x="210463" y="474622"/>
                  </a:lnTo>
                  <a:lnTo>
                    <a:pt x="210365" y="474321"/>
                  </a:lnTo>
                  <a:lnTo>
                    <a:pt x="210169" y="474021"/>
                  </a:lnTo>
                  <a:lnTo>
                    <a:pt x="210169" y="473419"/>
                  </a:lnTo>
                  <a:lnTo>
                    <a:pt x="210169" y="472968"/>
                  </a:lnTo>
                  <a:lnTo>
                    <a:pt x="210120" y="472517"/>
                  </a:lnTo>
                  <a:lnTo>
                    <a:pt x="209973" y="472166"/>
                  </a:lnTo>
                  <a:lnTo>
                    <a:pt x="209581" y="471715"/>
                  </a:lnTo>
                  <a:lnTo>
                    <a:pt x="209091" y="471064"/>
                  </a:lnTo>
                  <a:lnTo>
                    <a:pt x="209140" y="470713"/>
                  </a:lnTo>
                  <a:lnTo>
                    <a:pt x="209140" y="470462"/>
                  </a:lnTo>
                  <a:lnTo>
                    <a:pt x="209287" y="470062"/>
                  </a:lnTo>
                  <a:lnTo>
                    <a:pt x="209336" y="469811"/>
                  </a:lnTo>
                  <a:lnTo>
                    <a:pt x="209483" y="469460"/>
                  </a:lnTo>
                  <a:lnTo>
                    <a:pt x="209924" y="469260"/>
                  </a:lnTo>
                  <a:lnTo>
                    <a:pt x="210316" y="469160"/>
                  </a:lnTo>
                  <a:lnTo>
                    <a:pt x="210757" y="468759"/>
                  </a:lnTo>
                  <a:lnTo>
                    <a:pt x="210757" y="468207"/>
                  </a:lnTo>
                  <a:lnTo>
                    <a:pt x="210659" y="467806"/>
                  </a:lnTo>
                  <a:lnTo>
                    <a:pt x="210659" y="467656"/>
                  </a:lnTo>
                  <a:lnTo>
                    <a:pt x="210365" y="466754"/>
                  </a:lnTo>
                  <a:lnTo>
                    <a:pt x="208356" y="462895"/>
                  </a:lnTo>
                  <a:lnTo>
                    <a:pt x="208012" y="462494"/>
                  </a:lnTo>
                  <a:lnTo>
                    <a:pt x="207816" y="462494"/>
                  </a:lnTo>
                  <a:lnTo>
                    <a:pt x="207375" y="462745"/>
                  </a:lnTo>
                  <a:lnTo>
                    <a:pt x="206934" y="462695"/>
                  </a:lnTo>
                  <a:lnTo>
                    <a:pt x="206493" y="462444"/>
                  </a:lnTo>
                  <a:lnTo>
                    <a:pt x="206003" y="462194"/>
                  </a:lnTo>
                  <a:lnTo>
                    <a:pt x="205905" y="461592"/>
                  </a:lnTo>
                  <a:lnTo>
                    <a:pt x="205807" y="461342"/>
                  </a:lnTo>
                  <a:lnTo>
                    <a:pt x="205513" y="461041"/>
                  </a:lnTo>
                  <a:lnTo>
                    <a:pt x="205268" y="460841"/>
                  </a:lnTo>
                  <a:lnTo>
                    <a:pt x="204582" y="460590"/>
                  </a:lnTo>
                  <a:lnTo>
                    <a:pt x="204238" y="460490"/>
                  </a:lnTo>
                  <a:lnTo>
                    <a:pt x="203699" y="460440"/>
                  </a:lnTo>
                  <a:lnTo>
                    <a:pt x="203013" y="460440"/>
                  </a:lnTo>
                  <a:lnTo>
                    <a:pt x="202621" y="460340"/>
                  </a:lnTo>
                  <a:lnTo>
                    <a:pt x="202180" y="460390"/>
                  </a:lnTo>
                  <a:lnTo>
                    <a:pt x="201739" y="460390"/>
                  </a:lnTo>
                  <a:lnTo>
                    <a:pt x="201445" y="460189"/>
                  </a:lnTo>
                  <a:lnTo>
                    <a:pt x="201494" y="459688"/>
                  </a:lnTo>
                  <a:lnTo>
                    <a:pt x="201837" y="459187"/>
                  </a:lnTo>
                  <a:lnTo>
                    <a:pt x="202376" y="458636"/>
                  </a:lnTo>
                  <a:lnTo>
                    <a:pt x="202670" y="458335"/>
                  </a:lnTo>
                  <a:lnTo>
                    <a:pt x="202670" y="457984"/>
                  </a:lnTo>
                  <a:lnTo>
                    <a:pt x="202670" y="457583"/>
                  </a:lnTo>
                  <a:lnTo>
                    <a:pt x="202964" y="457233"/>
                  </a:lnTo>
                  <a:lnTo>
                    <a:pt x="203258" y="457182"/>
                  </a:lnTo>
                  <a:lnTo>
                    <a:pt x="203650" y="457132"/>
                  </a:lnTo>
                  <a:lnTo>
                    <a:pt x="203748" y="456932"/>
                  </a:lnTo>
                  <a:lnTo>
                    <a:pt x="203748" y="456631"/>
                  </a:lnTo>
                  <a:lnTo>
                    <a:pt x="203748" y="456280"/>
                  </a:lnTo>
                  <a:lnTo>
                    <a:pt x="203650" y="455980"/>
                  </a:lnTo>
                  <a:lnTo>
                    <a:pt x="203503" y="455729"/>
                  </a:lnTo>
                  <a:lnTo>
                    <a:pt x="203160" y="455479"/>
                  </a:lnTo>
                  <a:lnTo>
                    <a:pt x="202817" y="455278"/>
                  </a:lnTo>
                  <a:lnTo>
                    <a:pt x="202523" y="455028"/>
                  </a:lnTo>
                  <a:lnTo>
                    <a:pt x="202425" y="454827"/>
                  </a:lnTo>
                  <a:lnTo>
                    <a:pt x="202523" y="454677"/>
                  </a:lnTo>
                  <a:lnTo>
                    <a:pt x="202719" y="454426"/>
                  </a:lnTo>
                  <a:lnTo>
                    <a:pt x="202964" y="454176"/>
                  </a:lnTo>
                  <a:lnTo>
                    <a:pt x="203160" y="454025"/>
                  </a:lnTo>
                  <a:lnTo>
                    <a:pt x="203111" y="453825"/>
                  </a:lnTo>
                  <a:lnTo>
                    <a:pt x="202915" y="453775"/>
                  </a:lnTo>
                  <a:lnTo>
                    <a:pt x="202768" y="453524"/>
                  </a:lnTo>
                  <a:lnTo>
                    <a:pt x="202866" y="453374"/>
                  </a:lnTo>
                  <a:lnTo>
                    <a:pt x="203111" y="453123"/>
                  </a:lnTo>
                  <a:lnTo>
                    <a:pt x="203258" y="452923"/>
                  </a:lnTo>
                  <a:lnTo>
                    <a:pt x="203454" y="452722"/>
                  </a:lnTo>
                  <a:lnTo>
                    <a:pt x="203650" y="452722"/>
                  </a:lnTo>
                  <a:lnTo>
                    <a:pt x="203944" y="452622"/>
                  </a:lnTo>
                  <a:lnTo>
                    <a:pt x="204287" y="452572"/>
                  </a:lnTo>
                  <a:lnTo>
                    <a:pt x="204434" y="452522"/>
                  </a:lnTo>
                  <a:lnTo>
                    <a:pt x="204680" y="452472"/>
                  </a:lnTo>
                  <a:lnTo>
                    <a:pt x="204876" y="452422"/>
                  </a:lnTo>
                  <a:lnTo>
                    <a:pt x="205121" y="452271"/>
                  </a:lnTo>
                  <a:lnTo>
                    <a:pt x="205072" y="452071"/>
                  </a:lnTo>
                  <a:lnTo>
                    <a:pt x="204876" y="451921"/>
                  </a:lnTo>
                  <a:lnTo>
                    <a:pt x="204729" y="451921"/>
                  </a:lnTo>
                  <a:lnTo>
                    <a:pt x="204582" y="451870"/>
                  </a:lnTo>
                  <a:lnTo>
                    <a:pt x="204287" y="451770"/>
                  </a:lnTo>
                  <a:lnTo>
                    <a:pt x="204042" y="451620"/>
                  </a:lnTo>
                  <a:lnTo>
                    <a:pt x="203797" y="451470"/>
                  </a:lnTo>
                  <a:lnTo>
                    <a:pt x="203650" y="451369"/>
                  </a:lnTo>
                  <a:lnTo>
                    <a:pt x="203503" y="451269"/>
                  </a:lnTo>
                  <a:lnTo>
                    <a:pt x="203405" y="450968"/>
                  </a:lnTo>
                  <a:lnTo>
                    <a:pt x="203307" y="450568"/>
                  </a:lnTo>
                  <a:lnTo>
                    <a:pt x="203258" y="450317"/>
                  </a:lnTo>
                  <a:lnTo>
                    <a:pt x="202915" y="450016"/>
                  </a:lnTo>
                  <a:lnTo>
                    <a:pt x="202670" y="449766"/>
                  </a:lnTo>
                  <a:lnTo>
                    <a:pt x="202327" y="449615"/>
                  </a:lnTo>
                  <a:lnTo>
                    <a:pt x="202082" y="449565"/>
                  </a:lnTo>
                  <a:lnTo>
                    <a:pt x="201396" y="449866"/>
                  </a:lnTo>
                  <a:lnTo>
                    <a:pt x="200758" y="449866"/>
                  </a:lnTo>
                  <a:lnTo>
                    <a:pt x="200366" y="449716"/>
                  </a:lnTo>
                  <a:lnTo>
                    <a:pt x="200072" y="449415"/>
                  </a:lnTo>
                  <a:lnTo>
                    <a:pt x="199876" y="449315"/>
                  </a:lnTo>
                  <a:lnTo>
                    <a:pt x="199484" y="448814"/>
                  </a:lnTo>
                  <a:lnTo>
                    <a:pt x="199582" y="448463"/>
                  </a:lnTo>
                  <a:lnTo>
                    <a:pt x="199827" y="448212"/>
                  </a:lnTo>
                  <a:lnTo>
                    <a:pt x="200072" y="448012"/>
                  </a:lnTo>
                  <a:lnTo>
                    <a:pt x="200317" y="447811"/>
                  </a:lnTo>
                  <a:lnTo>
                    <a:pt x="200464" y="447511"/>
                  </a:lnTo>
                  <a:lnTo>
                    <a:pt x="200758" y="447060"/>
                  </a:lnTo>
                  <a:lnTo>
                    <a:pt x="201396" y="446909"/>
                  </a:lnTo>
                  <a:lnTo>
                    <a:pt x="201984" y="447460"/>
                  </a:lnTo>
                  <a:lnTo>
                    <a:pt x="202180" y="447711"/>
                  </a:lnTo>
                  <a:lnTo>
                    <a:pt x="202621" y="448162"/>
                  </a:lnTo>
                  <a:lnTo>
                    <a:pt x="202817" y="447912"/>
                  </a:lnTo>
                  <a:lnTo>
                    <a:pt x="203013" y="447611"/>
                  </a:lnTo>
                  <a:lnTo>
                    <a:pt x="203160" y="447410"/>
                  </a:lnTo>
                  <a:lnTo>
                    <a:pt x="203503" y="447060"/>
                  </a:lnTo>
                  <a:lnTo>
                    <a:pt x="203797" y="446759"/>
                  </a:lnTo>
                  <a:lnTo>
                    <a:pt x="203944" y="446458"/>
                  </a:lnTo>
                  <a:lnTo>
                    <a:pt x="204091" y="446007"/>
                  </a:lnTo>
                  <a:lnTo>
                    <a:pt x="204091" y="445556"/>
                  </a:lnTo>
                  <a:lnTo>
                    <a:pt x="203993" y="445005"/>
                  </a:lnTo>
                  <a:lnTo>
                    <a:pt x="203993" y="444855"/>
                  </a:lnTo>
                  <a:lnTo>
                    <a:pt x="203552" y="441347"/>
                  </a:lnTo>
                  <a:lnTo>
                    <a:pt x="201886" y="436536"/>
                  </a:lnTo>
                  <a:lnTo>
                    <a:pt x="199484" y="428267"/>
                  </a:lnTo>
                  <a:lnTo>
                    <a:pt x="196102" y="419497"/>
                  </a:lnTo>
                  <a:lnTo>
                    <a:pt x="191544" y="408923"/>
                  </a:lnTo>
                  <a:lnTo>
                    <a:pt x="187084" y="400103"/>
                  </a:lnTo>
                  <a:lnTo>
                    <a:pt x="181790" y="388928"/>
                  </a:lnTo>
                  <a:lnTo>
                    <a:pt x="180565" y="385821"/>
                  </a:lnTo>
                  <a:lnTo>
                    <a:pt x="179732" y="383666"/>
                  </a:lnTo>
                  <a:lnTo>
                    <a:pt x="179193" y="382263"/>
                  </a:lnTo>
                  <a:lnTo>
                    <a:pt x="178997" y="381912"/>
                  </a:lnTo>
                  <a:lnTo>
                    <a:pt x="178800" y="381361"/>
                  </a:lnTo>
                  <a:lnTo>
                    <a:pt x="178555" y="380760"/>
                  </a:lnTo>
                  <a:lnTo>
                    <a:pt x="178261" y="380008"/>
                  </a:lnTo>
                  <a:lnTo>
                    <a:pt x="178114" y="379657"/>
                  </a:lnTo>
                  <a:lnTo>
                    <a:pt x="177624" y="378354"/>
                  </a:lnTo>
                  <a:lnTo>
                    <a:pt x="177477" y="377953"/>
                  </a:lnTo>
                  <a:lnTo>
                    <a:pt x="175713" y="374646"/>
                  </a:lnTo>
                  <a:lnTo>
                    <a:pt x="174732" y="372541"/>
                  </a:lnTo>
                  <a:lnTo>
                    <a:pt x="173458" y="369033"/>
                  </a:lnTo>
                  <a:lnTo>
                    <a:pt x="172282" y="365425"/>
                  </a:lnTo>
                  <a:lnTo>
                    <a:pt x="172037" y="364774"/>
                  </a:lnTo>
                  <a:lnTo>
                    <a:pt x="171645" y="363471"/>
                  </a:lnTo>
                  <a:lnTo>
                    <a:pt x="170419" y="360213"/>
                  </a:lnTo>
                  <a:lnTo>
                    <a:pt x="167282" y="349339"/>
                  </a:lnTo>
                  <a:lnTo>
                    <a:pt x="165714" y="344177"/>
                  </a:lnTo>
                  <a:lnTo>
                    <a:pt x="161646" y="330045"/>
                  </a:lnTo>
                  <a:lnTo>
                    <a:pt x="159685" y="321526"/>
                  </a:lnTo>
                  <a:lnTo>
                    <a:pt x="159587" y="321075"/>
                  </a:lnTo>
                  <a:lnTo>
                    <a:pt x="159146" y="319271"/>
                  </a:lnTo>
                  <a:lnTo>
                    <a:pt x="155176" y="307143"/>
                  </a:lnTo>
                  <a:lnTo>
                    <a:pt x="153215" y="300929"/>
                  </a:lnTo>
                  <a:lnTo>
                    <a:pt x="153019" y="300278"/>
                  </a:lnTo>
                  <a:lnTo>
                    <a:pt x="152480" y="298925"/>
                  </a:lnTo>
                  <a:lnTo>
                    <a:pt x="152186" y="298173"/>
                  </a:lnTo>
                  <a:lnTo>
                    <a:pt x="151745" y="297171"/>
                  </a:lnTo>
                  <a:lnTo>
                    <a:pt x="150422" y="293914"/>
                  </a:lnTo>
                  <a:lnTo>
                    <a:pt x="147726" y="286296"/>
                  </a:lnTo>
                  <a:lnTo>
                    <a:pt x="146550" y="283039"/>
                  </a:lnTo>
                  <a:lnTo>
                    <a:pt x="145961" y="281335"/>
                  </a:lnTo>
                  <a:lnTo>
                    <a:pt x="145226" y="279531"/>
                  </a:lnTo>
                  <a:lnTo>
                    <a:pt x="144491" y="277677"/>
                  </a:lnTo>
                  <a:lnTo>
                    <a:pt x="143609" y="275472"/>
                  </a:lnTo>
                  <a:lnTo>
                    <a:pt x="142972" y="273918"/>
                  </a:lnTo>
                  <a:lnTo>
                    <a:pt x="142138" y="271814"/>
                  </a:lnTo>
                  <a:lnTo>
                    <a:pt x="141746" y="270861"/>
                  </a:lnTo>
                  <a:lnTo>
                    <a:pt x="141207" y="269408"/>
                  </a:lnTo>
                  <a:lnTo>
                    <a:pt x="140864" y="268707"/>
                  </a:lnTo>
                  <a:lnTo>
                    <a:pt x="140668" y="268256"/>
                  </a:lnTo>
                  <a:lnTo>
                    <a:pt x="140178" y="267103"/>
                  </a:lnTo>
                  <a:lnTo>
                    <a:pt x="139100" y="264647"/>
                  </a:lnTo>
                  <a:lnTo>
                    <a:pt x="138560" y="263495"/>
                  </a:lnTo>
                  <a:lnTo>
                    <a:pt x="138070" y="262392"/>
                  </a:lnTo>
                  <a:lnTo>
                    <a:pt x="137972" y="262192"/>
                  </a:lnTo>
                  <a:lnTo>
                    <a:pt x="137874" y="261941"/>
                  </a:lnTo>
                  <a:lnTo>
                    <a:pt x="137776" y="261741"/>
                  </a:lnTo>
                  <a:lnTo>
                    <a:pt x="136649" y="259135"/>
                  </a:lnTo>
                  <a:lnTo>
                    <a:pt x="136355" y="258534"/>
                  </a:lnTo>
                  <a:lnTo>
                    <a:pt x="135914" y="257682"/>
                  </a:lnTo>
                  <a:lnTo>
                    <a:pt x="135522" y="256930"/>
                  </a:lnTo>
                  <a:lnTo>
                    <a:pt x="135031" y="256028"/>
                  </a:lnTo>
                  <a:lnTo>
                    <a:pt x="134541" y="255076"/>
                  </a:lnTo>
                  <a:lnTo>
                    <a:pt x="133414" y="252971"/>
                  </a:lnTo>
                  <a:lnTo>
                    <a:pt x="131552" y="249563"/>
                  </a:lnTo>
                  <a:lnTo>
                    <a:pt x="126160" y="238939"/>
                  </a:lnTo>
                  <a:lnTo>
                    <a:pt x="125719" y="238087"/>
                  </a:lnTo>
                  <a:lnTo>
                    <a:pt x="124101" y="234930"/>
                  </a:lnTo>
                  <a:lnTo>
                    <a:pt x="117828" y="223605"/>
                  </a:lnTo>
                  <a:lnTo>
                    <a:pt x="113809" y="216338"/>
                  </a:lnTo>
                  <a:lnTo>
                    <a:pt x="110672" y="210425"/>
                  </a:lnTo>
                  <a:lnTo>
                    <a:pt x="109397" y="208821"/>
                  </a:lnTo>
                  <a:lnTo>
                    <a:pt x="109103" y="208471"/>
                  </a:lnTo>
                  <a:lnTo>
                    <a:pt x="107339" y="206165"/>
                  </a:lnTo>
                  <a:lnTo>
                    <a:pt x="104790" y="200903"/>
                  </a:lnTo>
                  <a:lnTo>
                    <a:pt x="102045" y="197295"/>
                  </a:lnTo>
                  <a:lnTo>
                    <a:pt x="100085" y="194489"/>
                  </a:lnTo>
                  <a:lnTo>
                    <a:pt x="99840" y="193988"/>
                  </a:lnTo>
                  <a:lnTo>
                    <a:pt x="99399" y="193236"/>
                  </a:lnTo>
                  <a:lnTo>
                    <a:pt x="99350" y="193036"/>
                  </a:lnTo>
                  <a:lnTo>
                    <a:pt x="98762" y="191833"/>
                  </a:lnTo>
                  <a:lnTo>
                    <a:pt x="98075" y="190430"/>
                  </a:lnTo>
                  <a:lnTo>
                    <a:pt x="96360" y="187473"/>
                  </a:lnTo>
                  <a:lnTo>
                    <a:pt x="94497" y="184416"/>
                  </a:lnTo>
                  <a:lnTo>
                    <a:pt x="91213" y="180708"/>
                  </a:lnTo>
                  <a:lnTo>
                    <a:pt x="88126" y="176498"/>
                  </a:lnTo>
                  <a:lnTo>
                    <a:pt x="86263" y="173542"/>
                  </a:lnTo>
                  <a:lnTo>
                    <a:pt x="85675" y="172489"/>
                  </a:lnTo>
                  <a:lnTo>
                    <a:pt x="85430" y="172038"/>
                  </a:lnTo>
                  <a:lnTo>
                    <a:pt x="84842" y="170936"/>
                  </a:lnTo>
                  <a:lnTo>
                    <a:pt x="83959" y="168931"/>
                  </a:lnTo>
                  <a:lnTo>
                    <a:pt x="82587" y="167027"/>
                  </a:lnTo>
                  <a:lnTo>
                    <a:pt x="81019" y="165022"/>
                  </a:lnTo>
                  <a:lnTo>
                    <a:pt x="80529" y="164271"/>
                  </a:lnTo>
                  <a:lnTo>
                    <a:pt x="80283" y="164120"/>
                  </a:lnTo>
                  <a:lnTo>
                    <a:pt x="79891" y="163619"/>
                  </a:lnTo>
                  <a:lnTo>
                    <a:pt x="79499" y="163118"/>
                  </a:lnTo>
                  <a:lnTo>
                    <a:pt x="79058" y="162467"/>
                  </a:lnTo>
                  <a:lnTo>
                    <a:pt x="78617" y="161364"/>
                  </a:lnTo>
                  <a:lnTo>
                    <a:pt x="78372" y="160913"/>
                  </a:lnTo>
                  <a:lnTo>
                    <a:pt x="78127" y="160462"/>
                  </a:lnTo>
                  <a:lnTo>
                    <a:pt x="77392" y="159259"/>
                  </a:lnTo>
                  <a:lnTo>
                    <a:pt x="76902" y="158458"/>
                  </a:lnTo>
                  <a:lnTo>
                    <a:pt x="76068" y="157155"/>
                  </a:lnTo>
                  <a:lnTo>
                    <a:pt x="75431" y="156102"/>
                  </a:lnTo>
                  <a:lnTo>
                    <a:pt x="74696" y="155000"/>
                  </a:lnTo>
                  <a:lnTo>
                    <a:pt x="74206" y="154248"/>
                  </a:lnTo>
                  <a:lnTo>
                    <a:pt x="73765" y="153597"/>
                  </a:lnTo>
                  <a:lnTo>
                    <a:pt x="73324" y="153196"/>
                  </a:lnTo>
                  <a:lnTo>
                    <a:pt x="72931" y="152795"/>
                  </a:lnTo>
                  <a:lnTo>
                    <a:pt x="72588" y="152494"/>
                  </a:lnTo>
                  <a:lnTo>
                    <a:pt x="72245" y="152193"/>
                  </a:lnTo>
                  <a:lnTo>
                    <a:pt x="71804" y="151642"/>
                  </a:lnTo>
                  <a:lnTo>
                    <a:pt x="71314" y="151041"/>
                  </a:lnTo>
                  <a:lnTo>
                    <a:pt x="70971" y="150590"/>
                  </a:lnTo>
                  <a:lnTo>
                    <a:pt x="70236" y="149287"/>
                  </a:lnTo>
                  <a:lnTo>
                    <a:pt x="70138" y="149086"/>
                  </a:lnTo>
                  <a:lnTo>
                    <a:pt x="69991" y="148535"/>
                  </a:lnTo>
                  <a:lnTo>
                    <a:pt x="69844" y="148184"/>
                  </a:lnTo>
                  <a:lnTo>
                    <a:pt x="69550" y="147834"/>
                  </a:lnTo>
                  <a:lnTo>
                    <a:pt x="69157" y="147332"/>
                  </a:lnTo>
                  <a:lnTo>
                    <a:pt x="68716" y="146731"/>
                  </a:lnTo>
                  <a:lnTo>
                    <a:pt x="67834" y="145729"/>
                  </a:lnTo>
                  <a:lnTo>
                    <a:pt x="66707" y="144576"/>
                  </a:lnTo>
                  <a:lnTo>
                    <a:pt x="66021" y="143774"/>
                  </a:lnTo>
                  <a:lnTo>
                    <a:pt x="65432" y="143123"/>
                  </a:lnTo>
                  <a:lnTo>
                    <a:pt x="64893" y="142522"/>
                  </a:lnTo>
                  <a:lnTo>
                    <a:pt x="63178" y="140216"/>
                  </a:lnTo>
                  <a:lnTo>
                    <a:pt x="62786" y="139715"/>
                  </a:lnTo>
                  <a:lnTo>
                    <a:pt x="62443" y="139214"/>
                  </a:lnTo>
                  <a:lnTo>
                    <a:pt x="61315" y="138061"/>
                  </a:lnTo>
                  <a:lnTo>
                    <a:pt x="60825" y="137610"/>
                  </a:lnTo>
                  <a:lnTo>
                    <a:pt x="60384" y="137310"/>
                  </a:lnTo>
                  <a:lnTo>
                    <a:pt x="59943" y="137210"/>
                  </a:lnTo>
                  <a:lnTo>
                    <a:pt x="59502" y="137310"/>
                  </a:lnTo>
                  <a:lnTo>
                    <a:pt x="59306" y="137410"/>
                  </a:lnTo>
                  <a:lnTo>
                    <a:pt x="59110" y="137460"/>
                  </a:lnTo>
                  <a:lnTo>
                    <a:pt x="58718" y="137460"/>
                  </a:lnTo>
                  <a:lnTo>
                    <a:pt x="58424" y="137360"/>
                  </a:lnTo>
                  <a:lnTo>
                    <a:pt x="58325" y="137159"/>
                  </a:lnTo>
                  <a:lnTo>
                    <a:pt x="58031" y="137109"/>
                  </a:lnTo>
                  <a:lnTo>
                    <a:pt x="57737" y="137210"/>
                  </a:lnTo>
                  <a:lnTo>
                    <a:pt x="57492" y="137310"/>
                  </a:lnTo>
                  <a:lnTo>
                    <a:pt x="57149" y="137310"/>
                  </a:lnTo>
                  <a:lnTo>
                    <a:pt x="56855" y="137260"/>
                  </a:lnTo>
                  <a:lnTo>
                    <a:pt x="56610" y="137210"/>
                  </a:lnTo>
                  <a:lnTo>
                    <a:pt x="56316" y="136909"/>
                  </a:lnTo>
                  <a:lnTo>
                    <a:pt x="56218" y="136708"/>
                  </a:lnTo>
                  <a:lnTo>
                    <a:pt x="56218" y="136508"/>
                  </a:lnTo>
                  <a:lnTo>
                    <a:pt x="56414" y="136358"/>
                  </a:lnTo>
                  <a:lnTo>
                    <a:pt x="56708" y="136257"/>
                  </a:lnTo>
                  <a:lnTo>
                    <a:pt x="57296" y="136207"/>
                  </a:lnTo>
                  <a:lnTo>
                    <a:pt x="57786" y="136157"/>
                  </a:lnTo>
                  <a:lnTo>
                    <a:pt x="58080" y="136107"/>
                  </a:lnTo>
                  <a:lnTo>
                    <a:pt x="58374" y="135957"/>
                  </a:lnTo>
                  <a:lnTo>
                    <a:pt x="58374" y="135806"/>
                  </a:lnTo>
                  <a:lnTo>
                    <a:pt x="58276" y="135556"/>
                  </a:lnTo>
                  <a:lnTo>
                    <a:pt x="58129" y="135255"/>
                  </a:lnTo>
                  <a:lnTo>
                    <a:pt x="57982" y="134804"/>
                  </a:lnTo>
                  <a:lnTo>
                    <a:pt x="57835" y="134554"/>
                  </a:lnTo>
                  <a:lnTo>
                    <a:pt x="57688" y="134403"/>
                  </a:lnTo>
                  <a:lnTo>
                    <a:pt x="57345" y="134203"/>
                  </a:lnTo>
                  <a:lnTo>
                    <a:pt x="56953" y="134052"/>
                  </a:lnTo>
                  <a:lnTo>
                    <a:pt x="56708" y="134002"/>
                  </a:lnTo>
                  <a:lnTo>
                    <a:pt x="56414" y="134002"/>
                  </a:lnTo>
                  <a:lnTo>
                    <a:pt x="55728" y="133852"/>
                  </a:lnTo>
                  <a:lnTo>
                    <a:pt x="55189" y="133401"/>
                  </a:lnTo>
                  <a:lnTo>
                    <a:pt x="54993" y="133100"/>
                  </a:lnTo>
                  <a:lnTo>
                    <a:pt x="54846" y="132950"/>
                  </a:lnTo>
                  <a:lnTo>
                    <a:pt x="54649" y="132599"/>
                  </a:lnTo>
                  <a:lnTo>
                    <a:pt x="54551" y="132399"/>
                  </a:lnTo>
                  <a:lnTo>
                    <a:pt x="54355" y="132248"/>
                  </a:lnTo>
                  <a:lnTo>
                    <a:pt x="54159" y="132298"/>
                  </a:lnTo>
                  <a:lnTo>
                    <a:pt x="53865" y="132399"/>
                  </a:lnTo>
                  <a:lnTo>
                    <a:pt x="53620" y="132549"/>
                  </a:lnTo>
                  <a:lnTo>
                    <a:pt x="53375" y="132699"/>
                  </a:lnTo>
                  <a:lnTo>
                    <a:pt x="53130" y="132800"/>
                  </a:lnTo>
                  <a:lnTo>
                    <a:pt x="52885" y="132850"/>
                  </a:lnTo>
                  <a:lnTo>
                    <a:pt x="52297" y="132850"/>
                  </a:lnTo>
                  <a:lnTo>
                    <a:pt x="51905" y="132649"/>
                  </a:lnTo>
                  <a:lnTo>
                    <a:pt x="51660" y="132699"/>
                  </a:lnTo>
                  <a:lnTo>
                    <a:pt x="51660" y="132900"/>
                  </a:lnTo>
                  <a:lnTo>
                    <a:pt x="51660" y="133100"/>
                  </a:lnTo>
                  <a:lnTo>
                    <a:pt x="51709" y="133451"/>
                  </a:lnTo>
                  <a:lnTo>
                    <a:pt x="51709" y="133802"/>
                  </a:lnTo>
                  <a:lnTo>
                    <a:pt x="51415" y="134102"/>
                  </a:lnTo>
                  <a:lnTo>
                    <a:pt x="50924" y="134353"/>
                  </a:lnTo>
                  <a:lnTo>
                    <a:pt x="50532" y="134654"/>
                  </a:lnTo>
                  <a:lnTo>
                    <a:pt x="50091" y="134654"/>
                  </a:lnTo>
                  <a:lnTo>
                    <a:pt x="49797" y="134554"/>
                  </a:lnTo>
                  <a:lnTo>
                    <a:pt x="49503" y="134353"/>
                  </a:lnTo>
                  <a:lnTo>
                    <a:pt x="49160" y="134102"/>
                  </a:lnTo>
                  <a:lnTo>
                    <a:pt x="48915" y="133952"/>
                  </a:lnTo>
                  <a:lnTo>
                    <a:pt x="48523" y="133902"/>
                  </a:lnTo>
                  <a:lnTo>
                    <a:pt x="47837" y="133852"/>
                  </a:lnTo>
                  <a:lnTo>
                    <a:pt x="47248" y="133902"/>
                  </a:lnTo>
                  <a:lnTo>
                    <a:pt x="47101" y="134102"/>
                  </a:lnTo>
                  <a:lnTo>
                    <a:pt x="47052" y="134403"/>
                  </a:lnTo>
                  <a:lnTo>
                    <a:pt x="46905" y="134554"/>
                  </a:lnTo>
                  <a:lnTo>
                    <a:pt x="46562" y="134704"/>
                  </a:lnTo>
                  <a:lnTo>
                    <a:pt x="46219" y="134754"/>
                  </a:lnTo>
                  <a:lnTo>
                    <a:pt x="45827" y="134804"/>
                  </a:lnTo>
                  <a:lnTo>
                    <a:pt x="45484" y="134954"/>
                  </a:lnTo>
                  <a:lnTo>
                    <a:pt x="45239" y="135155"/>
                  </a:lnTo>
                  <a:lnTo>
                    <a:pt x="45092" y="135405"/>
                  </a:lnTo>
                  <a:lnTo>
                    <a:pt x="44994" y="135606"/>
                  </a:lnTo>
                  <a:lnTo>
                    <a:pt x="44798" y="135756"/>
                  </a:lnTo>
                  <a:lnTo>
                    <a:pt x="44504" y="135907"/>
                  </a:lnTo>
                  <a:lnTo>
                    <a:pt x="44210" y="136007"/>
                  </a:lnTo>
                  <a:lnTo>
                    <a:pt x="43916" y="135907"/>
                  </a:lnTo>
                  <a:lnTo>
                    <a:pt x="43719" y="135756"/>
                  </a:lnTo>
                  <a:lnTo>
                    <a:pt x="43474" y="135656"/>
                  </a:lnTo>
                  <a:lnTo>
                    <a:pt x="43180" y="135706"/>
                  </a:lnTo>
                  <a:lnTo>
                    <a:pt x="43033" y="135907"/>
                  </a:lnTo>
                  <a:lnTo>
                    <a:pt x="42935" y="136157"/>
                  </a:lnTo>
                  <a:lnTo>
                    <a:pt x="42788" y="136408"/>
                  </a:lnTo>
                  <a:lnTo>
                    <a:pt x="42543" y="136458"/>
                  </a:lnTo>
                  <a:lnTo>
                    <a:pt x="42151" y="136458"/>
                  </a:lnTo>
                  <a:lnTo>
                    <a:pt x="41759" y="136358"/>
                  </a:lnTo>
                  <a:lnTo>
                    <a:pt x="41563" y="136358"/>
                  </a:lnTo>
                  <a:lnTo>
                    <a:pt x="41073" y="136057"/>
                  </a:lnTo>
                  <a:lnTo>
                    <a:pt x="40877" y="135856"/>
                  </a:lnTo>
                  <a:lnTo>
                    <a:pt x="40877" y="135405"/>
                  </a:lnTo>
                  <a:lnTo>
                    <a:pt x="40828" y="135005"/>
                  </a:lnTo>
                  <a:lnTo>
                    <a:pt x="40828" y="134804"/>
                  </a:lnTo>
                  <a:lnTo>
                    <a:pt x="40632" y="134503"/>
                  </a:lnTo>
                  <a:lnTo>
                    <a:pt x="40387" y="134453"/>
                  </a:lnTo>
                  <a:lnTo>
                    <a:pt x="40141" y="134453"/>
                  </a:lnTo>
                  <a:lnTo>
                    <a:pt x="39896" y="134804"/>
                  </a:lnTo>
                  <a:lnTo>
                    <a:pt x="39602" y="135205"/>
                  </a:lnTo>
                  <a:lnTo>
                    <a:pt x="39455" y="135506"/>
                  </a:lnTo>
                  <a:lnTo>
                    <a:pt x="39504" y="135656"/>
                  </a:lnTo>
                  <a:lnTo>
                    <a:pt x="39651" y="135806"/>
                  </a:lnTo>
                  <a:lnTo>
                    <a:pt x="39945" y="136007"/>
                  </a:lnTo>
                  <a:lnTo>
                    <a:pt x="40092" y="136207"/>
                  </a:lnTo>
                  <a:lnTo>
                    <a:pt x="40141" y="136358"/>
                  </a:lnTo>
                  <a:lnTo>
                    <a:pt x="40141" y="136558"/>
                  </a:lnTo>
                  <a:lnTo>
                    <a:pt x="39945" y="136658"/>
                  </a:lnTo>
                  <a:lnTo>
                    <a:pt x="39455" y="136458"/>
                  </a:lnTo>
                  <a:lnTo>
                    <a:pt x="38867" y="136007"/>
                  </a:lnTo>
                  <a:lnTo>
                    <a:pt x="38573" y="135806"/>
                  </a:lnTo>
                  <a:lnTo>
                    <a:pt x="38377" y="135856"/>
                  </a:lnTo>
                  <a:lnTo>
                    <a:pt x="38181" y="136007"/>
                  </a:lnTo>
                  <a:lnTo>
                    <a:pt x="37985" y="136408"/>
                  </a:lnTo>
                  <a:lnTo>
                    <a:pt x="37936" y="136909"/>
                  </a:lnTo>
                  <a:lnTo>
                    <a:pt x="37838" y="137310"/>
                  </a:lnTo>
                  <a:lnTo>
                    <a:pt x="37789" y="137510"/>
                  </a:lnTo>
                  <a:lnTo>
                    <a:pt x="37642" y="137811"/>
                  </a:lnTo>
                  <a:lnTo>
                    <a:pt x="37299" y="137961"/>
                  </a:lnTo>
                  <a:lnTo>
                    <a:pt x="36956" y="137861"/>
                  </a:lnTo>
                  <a:lnTo>
                    <a:pt x="36662" y="137761"/>
                  </a:lnTo>
                  <a:lnTo>
                    <a:pt x="36220" y="137661"/>
                  </a:lnTo>
                  <a:lnTo>
                    <a:pt x="35975" y="137661"/>
                  </a:lnTo>
                  <a:lnTo>
                    <a:pt x="35583" y="137711"/>
                  </a:lnTo>
                  <a:lnTo>
                    <a:pt x="34750" y="137861"/>
                  </a:lnTo>
                  <a:lnTo>
                    <a:pt x="34162" y="138212"/>
                  </a:lnTo>
                  <a:lnTo>
                    <a:pt x="33623" y="138512"/>
                  </a:lnTo>
                  <a:lnTo>
                    <a:pt x="33280" y="138613"/>
                  </a:lnTo>
                  <a:lnTo>
                    <a:pt x="32740" y="138563"/>
                  </a:lnTo>
                  <a:lnTo>
                    <a:pt x="32544" y="138262"/>
                  </a:lnTo>
                  <a:lnTo>
                    <a:pt x="32397" y="137711"/>
                  </a:lnTo>
                  <a:lnTo>
                    <a:pt x="32348" y="137059"/>
                  </a:lnTo>
                  <a:lnTo>
                    <a:pt x="32299" y="136658"/>
                  </a:lnTo>
                  <a:lnTo>
                    <a:pt x="32152" y="136358"/>
                  </a:lnTo>
                  <a:lnTo>
                    <a:pt x="31613" y="136007"/>
                  </a:lnTo>
                  <a:lnTo>
                    <a:pt x="30976" y="135606"/>
                  </a:lnTo>
                  <a:lnTo>
                    <a:pt x="30437" y="135305"/>
                  </a:lnTo>
                  <a:lnTo>
                    <a:pt x="29947" y="134904"/>
                  </a:lnTo>
                  <a:lnTo>
                    <a:pt x="29604" y="134503"/>
                  </a:lnTo>
                  <a:lnTo>
                    <a:pt x="29506" y="134102"/>
                  </a:lnTo>
                  <a:lnTo>
                    <a:pt x="29408" y="133501"/>
                  </a:lnTo>
                  <a:lnTo>
                    <a:pt x="29310" y="133251"/>
                  </a:lnTo>
                  <a:lnTo>
                    <a:pt x="28917" y="132800"/>
                  </a:lnTo>
                  <a:lnTo>
                    <a:pt x="28378" y="132399"/>
                  </a:lnTo>
                  <a:lnTo>
                    <a:pt x="27937" y="132098"/>
                  </a:lnTo>
                  <a:lnTo>
                    <a:pt x="27594" y="132048"/>
                  </a:lnTo>
                  <a:lnTo>
                    <a:pt x="27447" y="131998"/>
                  </a:lnTo>
                  <a:lnTo>
                    <a:pt x="27153" y="132048"/>
                  </a:lnTo>
                  <a:lnTo>
                    <a:pt x="27104" y="132198"/>
                  </a:lnTo>
                  <a:lnTo>
                    <a:pt x="27202" y="132399"/>
                  </a:lnTo>
                  <a:lnTo>
                    <a:pt x="27251" y="132549"/>
                  </a:lnTo>
                  <a:lnTo>
                    <a:pt x="27251" y="132950"/>
                  </a:lnTo>
                  <a:lnTo>
                    <a:pt x="27006" y="133200"/>
                  </a:lnTo>
                  <a:lnTo>
                    <a:pt x="26614" y="133401"/>
                  </a:lnTo>
                  <a:lnTo>
                    <a:pt x="26026" y="133351"/>
                  </a:lnTo>
                  <a:lnTo>
                    <a:pt x="25781" y="133401"/>
                  </a:lnTo>
                  <a:lnTo>
                    <a:pt x="25437" y="133401"/>
                  </a:lnTo>
                  <a:lnTo>
                    <a:pt x="25094" y="133601"/>
                  </a:lnTo>
                  <a:lnTo>
                    <a:pt x="24751" y="133852"/>
                  </a:lnTo>
                  <a:lnTo>
                    <a:pt x="24555" y="134002"/>
                  </a:lnTo>
                  <a:lnTo>
                    <a:pt x="23967" y="134203"/>
                  </a:lnTo>
                  <a:lnTo>
                    <a:pt x="23134" y="134203"/>
                  </a:lnTo>
                  <a:lnTo>
                    <a:pt x="22056" y="134052"/>
                  </a:lnTo>
                  <a:lnTo>
                    <a:pt x="21173" y="133852"/>
                  </a:lnTo>
                  <a:lnTo>
                    <a:pt x="20487" y="133702"/>
                  </a:lnTo>
                  <a:lnTo>
                    <a:pt x="20242" y="133501"/>
                  </a:lnTo>
                  <a:lnTo>
                    <a:pt x="19997" y="133150"/>
                  </a:lnTo>
                  <a:lnTo>
                    <a:pt x="19654" y="132699"/>
                  </a:lnTo>
                  <a:lnTo>
                    <a:pt x="19213" y="132198"/>
                  </a:lnTo>
                  <a:lnTo>
                    <a:pt x="19115" y="131797"/>
                  </a:lnTo>
                  <a:lnTo>
                    <a:pt x="18919" y="131446"/>
                  </a:lnTo>
                  <a:lnTo>
                    <a:pt x="18527" y="131146"/>
                  </a:lnTo>
                  <a:lnTo>
                    <a:pt x="18331" y="130895"/>
                  </a:lnTo>
                  <a:lnTo>
                    <a:pt x="18331" y="130645"/>
                  </a:lnTo>
                  <a:lnTo>
                    <a:pt x="18232" y="130444"/>
                  </a:lnTo>
                  <a:lnTo>
                    <a:pt x="17987" y="130093"/>
                  </a:lnTo>
                  <a:lnTo>
                    <a:pt x="17840" y="129642"/>
                  </a:lnTo>
                  <a:lnTo>
                    <a:pt x="17693" y="128740"/>
                  </a:lnTo>
                  <a:lnTo>
                    <a:pt x="17546" y="128339"/>
                  </a:lnTo>
                  <a:lnTo>
                    <a:pt x="17301" y="128289"/>
                  </a:lnTo>
                  <a:lnTo>
                    <a:pt x="17154" y="128139"/>
                  </a:lnTo>
                  <a:lnTo>
                    <a:pt x="17105" y="127939"/>
                  </a:lnTo>
                  <a:lnTo>
                    <a:pt x="17301" y="127838"/>
                  </a:lnTo>
                  <a:lnTo>
                    <a:pt x="17644" y="127688"/>
                  </a:lnTo>
                  <a:lnTo>
                    <a:pt x="17938" y="127437"/>
                  </a:lnTo>
                  <a:lnTo>
                    <a:pt x="17791" y="127387"/>
                  </a:lnTo>
                  <a:lnTo>
                    <a:pt x="17644" y="127337"/>
                  </a:lnTo>
                  <a:lnTo>
                    <a:pt x="17448" y="127187"/>
                  </a:lnTo>
                  <a:lnTo>
                    <a:pt x="17350" y="126986"/>
                  </a:lnTo>
                  <a:lnTo>
                    <a:pt x="17154" y="126836"/>
                  </a:lnTo>
                  <a:lnTo>
                    <a:pt x="16762" y="126586"/>
                  </a:lnTo>
                  <a:lnTo>
                    <a:pt x="16615" y="126385"/>
                  </a:lnTo>
                  <a:lnTo>
                    <a:pt x="16615" y="126185"/>
                  </a:lnTo>
                  <a:lnTo>
                    <a:pt x="16762" y="126034"/>
                  </a:lnTo>
                  <a:lnTo>
                    <a:pt x="17007" y="125984"/>
                  </a:lnTo>
                  <a:lnTo>
                    <a:pt x="17399" y="125984"/>
                  </a:lnTo>
                  <a:lnTo>
                    <a:pt x="17840" y="126084"/>
                  </a:lnTo>
                  <a:lnTo>
                    <a:pt x="18429" y="126235"/>
                  </a:lnTo>
                  <a:lnTo>
                    <a:pt x="18674" y="126335"/>
                  </a:lnTo>
                  <a:lnTo>
                    <a:pt x="18968" y="126485"/>
                  </a:lnTo>
                  <a:lnTo>
                    <a:pt x="19213" y="126586"/>
                  </a:lnTo>
                  <a:lnTo>
                    <a:pt x="19360" y="126586"/>
                  </a:lnTo>
                  <a:lnTo>
                    <a:pt x="19605" y="126586"/>
                  </a:lnTo>
                  <a:lnTo>
                    <a:pt x="19899" y="126636"/>
                  </a:lnTo>
                  <a:lnTo>
                    <a:pt x="20144" y="126636"/>
                  </a:lnTo>
                  <a:lnTo>
                    <a:pt x="20389" y="126986"/>
                  </a:lnTo>
                  <a:lnTo>
                    <a:pt x="20634" y="126986"/>
                  </a:lnTo>
                  <a:lnTo>
                    <a:pt x="20781" y="127037"/>
                  </a:lnTo>
                  <a:lnTo>
                    <a:pt x="21173" y="127187"/>
                  </a:lnTo>
                  <a:lnTo>
                    <a:pt x="21418" y="127287"/>
                  </a:lnTo>
                  <a:lnTo>
                    <a:pt x="21663" y="127287"/>
                  </a:lnTo>
                  <a:lnTo>
                    <a:pt x="21810" y="127287"/>
                  </a:lnTo>
                  <a:lnTo>
                    <a:pt x="22105" y="127337"/>
                  </a:lnTo>
                  <a:lnTo>
                    <a:pt x="22497" y="127287"/>
                  </a:lnTo>
                  <a:lnTo>
                    <a:pt x="22644" y="127187"/>
                  </a:lnTo>
                  <a:lnTo>
                    <a:pt x="22742" y="127037"/>
                  </a:lnTo>
                  <a:lnTo>
                    <a:pt x="22791" y="126736"/>
                  </a:lnTo>
                  <a:lnTo>
                    <a:pt x="22791" y="126586"/>
                  </a:lnTo>
                  <a:lnTo>
                    <a:pt x="22889" y="126285"/>
                  </a:lnTo>
                  <a:lnTo>
                    <a:pt x="23036" y="126034"/>
                  </a:lnTo>
                  <a:lnTo>
                    <a:pt x="23281" y="125834"/>
                  </a:lnTo>
                  <a:lnTo>
                    <a:pt x="23624" y="125734"/>
                  </a:lnTo>
                  <a:lnTo>
                    <a:pt x="23918" y="125784"/>
                  </a:lnTo>
                  <a:lnTo>
                    <a:pt x="24065" y="125784"/>
                  </a:lnTo>
                  <a:lnTo>
                    <a:pt x="24212" y="125683"/>
                  </a:lnTo>
                  <a:lnTo>
                    <a:pt x="24261" y="125533"/>
                  </a:lnTo>
                  <a:lnTo>
                    <a:pt x="24261" y="125383"/>
                  </a:lnTo>
                  <a:lnTo>
                    <a:pt x="24212" y="124982"/>
                  </a:lnTo>
                  <a:lnTo>
                    <a:pt x="24212" y="124531"/>
                  </a:lnTo>
                  <a:lnTo>
                    <a:pt x="24163" y="124180"/>
                  </a:lnTo>
                  <a:lnTo>
                    <a:pt x="24114" y="123879"/>
                  </a:lnTo>
                  <a:lnTo>
                    <a:pt x="23918" y="123679"/>
                  </a:lnTo>
                  <a:lnTo>
                    <a:pt x="23771" y="123378"/>
                  </a:lnTo>
                  <a:lnTo>
                    <a:pt x="23673" y="123027"/>
                  </a:lnTo>
                  <a:lnTo>
                    <a:pt x="23624" y="122677"/>
                  </a:lnTo>
                  <a:lnTo>
                    <a:pt x="23624" y="122426"/>
                  </a:lnTo>
                  <a:lnTo>
                    <a:pt x="23771" y="122226"/>
                  </a:lnTo>
                  <a:lnTo>
                    <a:pt x="24212" y="121925"/>
                  </a:lnTo>
                  <a:lnTo>
                    <a:pt x="24506" y="121825"/>
                  </a:lnTo>
                  <a:lnTo>
                    <a:pt x="24702" y="121775"/>
                  </a:lnTo>
                  <a:lnTo>
                    <a:pt x="24898" y="121875"/>
                  </a:lnTo>
                  <a:lnTo>
                    <a:pt x="25094" y="121825"/>
                  </a:lnTo>
                  <a:lnTo>
                    <a:pt x="25241" y="121775"/>
                  </a:lnTo>
                  <a:lnTo>
                    <a:pt x="25388" y="121624"/>
                  </a:lnTo>
                  <a:lnTo>
                    <a:pt x="25585" y="121524"/>
                  </a:lnTo>
                  <a:lnTo>
                    <a:pt x="25781" y="121524"/>
                  </a:lnTo>
                  <a:lnTo>
                    <a:pt x="26075" y="121524"/>
                  </a:lnTo>
                  <a:lnTo>
                    <a:pt x="26271" y="121324"/>
                  </a:lnTo>
                  <a:lnTo>
                    <a:pt x="26124" y="121274"/>
                  </a:lnTo>
                  <a:lnTo>
                    <a:pt x="25977" y="121173"/>
                  </a:lnTo>
                  <a:lnTo>
                    <a:pt x="25977" y="120973"/>
                  </a:lnTo>
                  <a:lnTo>
                    <a:pt x="26124" y="120822"/>
                  </a:lnTo>
                  <a:lnTo>
                    <a:pt x="26320" y="120672"/>
                  </a:lnTo>
                  <a:lnTo>
                    <a:pt x="26467" y="120622"/>
                  </a:lnTo>
                  <a:lnTo>
                    <a:pt x="27202" y="120321"/>
                  </a:lnTo>
                  <a:lnTo>
                    <a:pt x="27643" y="120121"/>
                  </a:lnTo>
                  <a:lnTo>
                    <a:pt x="27937" y="120171"/>
                  </a:lnTo>
                  <a:lnTo>
                    <a:pt x="28476" y="120422"/>
                  </a:lnTo>
                  <a:lnTo>
                    <a:pt x="28770" y="120472"/>
                  </a:lnTo>
                  <a:lnTo>
                    <a:pt x="28966" y="120522"/>
                  </a:lnTo>
                  <a:lnTo>
                    <a:pt x="29359" y="120472"/>
                  </a:lnTo>
                  <a:lnTo>
                    <a:pt x="29898" y="120271"/>
                  </a:lnTo>
                  <a:lnTo>
                    <a:pt x="30045" y="119971"/>
                  </a:lnTo>
                  <a:lnTo>
                    <a:pt x="30045" y="119520"/>
                  </a:lnTo>
                  <a:lnTo>
                    <a:pt x="29751" y="119119"/>
                  </a:lnTo>
                  <a:lnTo>
                    <a:pt x="29457" y="118968"/>
                  </a:lnTo>
                  <a:lnTo>
                    <a:pt x="29162" y="118718"/>
                  </a:lnTo>
                  <a:lnTo>
                    <a:pt x="29015" y="118116"/>
                  </a:lnTo>
                  <a:lnTo>
                    <a:pt x="28819" y="117465"/>
                  </a:lnTo>
                  <a:lnTo>
                    <a:pt x="28623" y="116362"/>
                  </a:lnTo>
                  <a:lnTo>
                    <a:pt x="28476" y="115460"/>
                  </a:lnTo>
                  <a:lnTo>
                    <a:pt x="28476" y="114909"/>
                  </a:lnTo>
                  <a:lnTo>
                    <a:pt x="28770" y="114558"/>
                  </a:lnTo>
                  <a:lnTo>
                    <a:pt x="28868" y="114308"/>
                  </a:lnTo>
                  <a:lnTo>
                    <a:pt x="28966" y="114007"/>
                  </a:lnTo>
                  <a:lnTo>
                    <a:pt x="28917" y="113506"/>
                  </a:lnTo>
                  <a:lnTo>
                    <a:pt x="28721" y="113055"/>
                  </a:lnTo>
                  <a:lnTo>
                    <a:pt x="28525" y="112504"/>
                  </a:lnTo>
                  <a:lnTo>
                    <a:pt x="28427" y="112303"/>
                  </a:lnTo>
                  <a:lnTo>
                    <a:pt x="28280" y="111451"/>
                  </a:lnTo>
                  <a:lnTo>
                    <a:pt x="27937" y="111050"/>
                  </a:lnTo>
                  <a:lnTo>
                    <a:pt x="27594" y="110900"/>
                  </a:lnTo>
                  <a:lnTo>
                    <a:pt x="27398" y="110850"/>
                  </a:lnTo>
                  <a:lnTo>
                    <a:pt x="27251" y="110650"/>
                  </a:lnTo>
                  <a:lnTo>
                    <a:pt x="27006" y="110650"/>
                  </a:lnTo>
                  <a:lnTo>
                    <a:pt x="26908" y="110850"/>
                  </a:lnTo>
                  <a:lnTo>
                    <a:pt x="27006" y="111000"/>
                  </a:lnTo>
                  <a:lnTo>
                    <a:pt x="27153" y="111351"/>
                  </a:lnTo>
                  <a:lnTo>
                    <a:pt x="27055" y="111552"/>
                  </a:lnTo>
                  <a:lnTo>
                    <a:pt x="26663" y="111602"/>
                  </a:lnTo>
                  <a:lnTo>
                    <a:pt x="26369" y="111501"/>
                  </a:lnTo>
                  <a:lnTo>
                    <a:pt x="26075" y="111602"/>
                  </a:lnTo>
                  <a:lnTo>
                    <a:pt x="25535" y="111752"/>
                  </a:lnTo>
                  <a:lnTo>
                    <a:pt x="25290" y="111902"/>
                  </a:lnTo>
                  <a:lnTo>
                    <a:pt x="25192" y="112153"/>
                  </a:lnTo>
                  <a:lnTo>
                    <a:pt x="24947" y="112253"/>
                  </a:lnTo>
                  <a:lnTo>
                    <a:pt x="24457" y="112403"/>
                  </a:lnTo>
                  <a:lnTo>
                    <a:pt x="24016" y="112554"/>
                  </a:lnTo>
                  <a:lnTo>
                    <a:pt x="23428" y="112554"/>
                  </a:lnTo>
                  <a:lnTo>
                    <a:pt x="23085" y="112454"/>
                  </a:lnTo>
                  <a:lnTo>
                    <a:pt x="22889" y="112353"/>
                  </a:lnTo>
                  <a:lnTo>
                    <a:pt x="22840" y="112103"/>
                  </a:lnTo>
                  <a:lnTo>
                    <a:pt x="22693" y="112053"/>
                  </a:lnTo>
                  <a:lnTo>
                    <a:pt x="22399" y="112103"/>
                  </a:lnTo>
                  <a:lnTo>
                    <a:pt x="21958" y="112203"/>
                  </a:lnTo>
                  <a:lnTo>
                    <a:pt x="21614" y="112403"/>
                  </a:lnTo>
                  <a:lnTo>
                    <a:pt x="21222" y="112454"/>
                  </a:lnTo>
                  <a:lnTo>
                    <a:pt x="21075" y="112353"/>
                  </a:lnTo>
                  <a:lnTo>
                    <a:pt x="21026" y="112003"/>
                  </a:lnTo>
                  <a:lnTo>
                    <a:pt x="21075" y="111702"/>
                  </a:lnTo>
                  <a:lnTo>
                    <a:pt x="20977" y="111401"/>
                  </a:lnTo>
                  <a:lnTo>
                    <a:pt x="20781" y="111451"/>
                  </a:lnTo>
                  <a:lnTo>
                    <a:pt x="20487" y="111952"/>
                  </a:lnTo>
                  <a:lnTo>
                    <a:pt x="20095" y="112253"/>
                  </a:lnTo>
                  <a:lnTo>
                    <a:pt x="19360" y="112454"/>
                  </a:lnTo>
                  <a:lnTo>
                    <a:pt x="18331" y="112554"/>
                  </a:lnTo>
                  <a:lnTo>
                    <a:pt x="18036" y="112554"/>
                  </a:lnTo>
                  <a:lnTo>
                    <a:pt x="17644" y="112454"/>
                  </a:lnTo>
                  <a:lnTo>
                    <a:pt x="17497" y="112303"/>
                  </a:lnTo>
                  <a:lnTo>
                    <a:pt x="17252" y="112203"/>
                  </a:lnTo>
                  <a:lnTo>
                    <a:pt x="16664" y="111952"/>
                  </a:lnTo>
                  <a:lnTo>
                    <a:pt x="16027" y="111652"/>
                  </a:lnTo>
                  <a:lnTo>
                    <a:pt x="15782" y="111652"/>
                  </a:lnTo>
                  <a:lnTo>
                    <a:pt x="15586" y="111852"/>
                  </a:lnTo>
                  <a:lnTo>
                    <a:pt x="15390" y="112053"/>
                  </a:lnTo>
                  <a:lnTo>
                    <a:pt x="14851" y="112604"/>
                  </a:lnTo>
                  <a:lnTo>
                    <a:pt x="14262" y="112854"/>
                  </a:lnTo>
                  <a:lnTo>
                    <a:pt x="13282" y="112854"/>
                  </a:lnTo>
                  <a:lnTo>
                    <a:pt x="11959" y="112554"/>
                  </a:lnTo>
                  <a:lnTo>
                    <a:pt x="11077" y="112504"/>
                  </a:lnTo>
                  <a:lnTo>
                    <a:pt x="10537" y="112454"/>
                  </a:lnTo>
                  <a:lnTo>
                    <a:pt x="9655" y="112303"/>
                  </a:lnTo>
                  <a:lnTo>
                    <a:pt x="9557" y="111952"/>
                  </a:lnTo>
                  <a:lnTo>
                    <a:pt x="9606" y="111602"/>
                  </a:lnTo>
                  <a:lnTo>
                    <a:pt x="9606" y="111351"/>
                  </a:lnTo>
                  <a:lnTo>
                    <a:pt x="9410" y="111251"/>
                  </a:lnTo>
                  <a:lnTo>
                    <a:pt x="9018" y="111201"/>
                  </a:lnTo>
                  <a:lnTo>
                    <a:pt x="8822" y="111251"/>
                  </a:lnTo>
                  <a:lnTo>
                    <a:pt x="8724" y="111501"/>
                  </a:lnTo>
                  <a:lnTo>
                    <a:pt x="8675" y="111802"/>
                  </a:lnTo>
                  <a:lnTo>
                    <a:pt x="8528" y="112003"/>
                  </a:lnTo>
                  <a:lnTo>
                    <a:pt x="8185" y="112153"/>
                  </a:lnTo>
                  <a:lnTo>
                    <a:pt x="7842" y="112053"/>
                  </a:lnTo>
                  <a:lnTo>
                    <a:pt x="7548" y="111702"/>
                  </a:lnTo>
                  <a:lnTo>
                    <a:pt x="7450" y="111201"/>
                  </a:lnTo>
                  <a:lnTo>
                    <a:pt x="7450" y="110399"/>
                  </a:lnTo>
                  <a:lnTo>
                    <a:pt x="7401" y="109848"/>
                  </a:lnTo>
                  <a:lnTo>
                    <a:pt x="7499" y="109447"/>
                  </a:lnTo>
                  <a:lnTo>
                    <a:pt x="7744" y="109246"/>
                  </a:lnTo>
                  <a:lnTo>
                    <a:pt x="8234" y="109146"/>
                  </a:lnTo>
                  <a:lnTo>
                    <a:pt x="8479" y="109146"/>
                  </a:lnTo>
                  <a:lnTo>
                    <a:pt x="8773" y="109046"/>
                  </a:lnTo>
                  <a:lnTo>
                    <a:pt x="8920" y="108946"/>
                  </a:lnTo>
                  <a:lnTo>
                    <a:pt x="8920" y="108745"/>
                  </a:lnTo>
                  <a:lnTo>
                    <a:pt x="8822" y="108545"/>
                  </a:lnTo>
                  <a:lnTo>
                    <a:pt x="8920" y="108294"/>
                  </a:lnTo>
                  <a:lnTo>
                    <a:pt x="9116" y="108094"/>
                  </a:lnTo>
                  <a:lnTo>
                    <a:pt x="9067" y="107943"/>
                  </a:lnTo>
                  <a:lnTo>
                    <a:pt x="8920" y="107793"/>
                  </a:lnTo>
                  <a:lnTo>
                    <a:pt x="8577" y="107643"/>
                  </a:lnTo>
                  <a:lnTo>
                    <a:pt x="8430" y="107492"/>
                  </a:lnTo>
                  <a:lnTo>
                    <a:pt x="8332" y="107242"/>
                  </a:lnTo>
                  <a:lnTo>
                    <a:pt x="8185" y="106991"/>
                  </a:lnTo>
                  <a:lnTo>
                    <a:pt x="7793" y="106841"/>
                  </a:lnTo>
                  <a:lnTo>
                    <a:pt x="7548" y="106841"/>
                  </a:lnTo>
                  <a:lnTo>
                    <a:pt x="7253" y="106590"/>
                  </a:lnTo>
                  <a:lnTo>
                    <a:pt x="6812" y="106440"/>
                  </a:lnTo>
                  <a:lnTo>
                    <a:pt x="6322" y="106490"/>
                  </a:lnTo>
                  <a:lnTo>
                    <a:pt x="5979" y="106590"/>
                  </a:lnTo>
                  <a:lnTo>
                    <a:pt x="5636" y="106490"/>
                  </a:lnTo>
                  <a:lnTo>
                    <a:pt x="5489" y="106240"/>
                  </a:lnTo>
                  <a:lnTo>
                    <a:pt x="5342" y="105889"/>
                  </a:lnTo>
                  <a:lnTo>
                    <a:pt x="5244" y="105588"/>
                  </a:lnTo>
                  <a:lnTo>
                    <a:pt x="5244" y="105338"/>
                  </a:lnTo>
                  <a:lnTo>
                    <a:pt x="5440" y="105137"/>
                  </a:lnTo>
                  <a:lnTo>
                    <a:pt x="5734" y="104987"/>
                  </a:lnTo>
                  <a:lnTo>
                    <a:pt x="6028" y="104987"/>
                  </a:lnTo>
                  <a:lnTo>
                    <a:pt x="6322" y="104987"/>
                  </a:lnTo>
                  <a:lnTo>
                    <a:pt x="6616" y="104987"/>
                  </a:lnTo>
                  <a:lnTo>
                    <a:pt x="6812" y="104886"/>
                  </a:lnTo>
                  <a:lnTo>
                    <a:pt x="7057" y="104736"/>
                  </a:lnTo>
                  <a:lnTo>
                    <a:pt x="7303" y="104536"/>
                  </a:lnTo>
                  <a:lnTo>
                    <a:pt x="7401" y="104235"/>
                  </a:lnTo>
                  <a:lnTo>
                    <a:pt x="7303" y="103884"/>
                  </a:lnTo>
                  <a:lnTo>
                    <a:pt x="7155" y="103283"/>
                  </a:lnTo>
                  <a:lnTo>
                    <a:pt x="7253" y="102782"/>
                  </a:lnTo>
                  <a:lnTo>
                    <a:pt x="7548" y="102581"/>
                  </a:lnTo>
                  <a:lnTo>
                    <a:pt x="7842" y="102531"/>
                  </a:lnTo>
                  <a:lnTo>
                    <a:pt x="8038" y="102481"/>
                  </a:lnTo>
                  <a:lnTo>
                    <a:pt x="8430" y="102180"/>
                  </a:lnTo>
                  <a:lnTo>
                    <a:pt x="8969" y="101830"/>
                  </a:lnTo>
                  <a:lnTo>
                    <a:pt x="9802" y="101278"/>
                  </a:lnTo>
                  <a:lnTo>
                    <a:pt x="10096" y="101028"/>
                  </a:lnTo>
                  <a:lnTo>
                    <a:pt x="10145" y="100777"/>
                  </a:lnTo>
                  <a:lnTo>
                    <a:pt x="9998" y="100577"/>
                  </a:lnTo>
                  <a:lnTo>
                    <a:pt x="9655" y="100426"/>
                  </a:lnTo>
                  <a:lnTo>
                    <a:pt x="9361" y="100326"/>
                  </a:lnTo>
                  <a:lnTo>
                    <a:pt x="9116" y="100176"/>
                  </a:lnTo>
                  <a:lnTo>
                    <a:pt x="9116" y="100025"/>
                  </a:lnTo>
                  <a:lnTo>
                    <a:pt x="9361" y="99825"/>
                  </a:lnTo>
                  <a:lnTo>
                    <a:pt x="9900" y="99625"/>
                  </a:lnTo>
                  <a:lnTo>
                    <a:pt x="10194" y="99474"/>
                  </a:lnTo>
                  <a:lnTo>
                    <a:pt x="10439" y="99274"/>
                  </a:lnTo>
                  <a:lnTo>
                    <a:pt x="10782" y="99174"/>
                  </a:lnTo>
                  <a:lnTo>
                    <a:pt x="10929" y="99023"/>
                  </a:lnTo>
                  <a:lnTo>
                    <a:pt x="10979" y="98723"/>
                  </a:lnTo>
                  <a:lnTo>
                    <a:pt x="11126" y="98372"/>
                  </a:lnTo>
                  <a:lnTo>
                    <a:pt x="11616" y="97921"/>
                  </a:lnTo>
                  <a:lnTo>
                    <a:pt x="12155" y="97670"/>
                  </a:lnTo>
                  <a:lnTo>
                    <a:pt x="12939" y="97470"/>
                  </a:lnTo>
                  <a:lnTo>
                    <a:pt x="13625" y="97570"/>
                  </a:lnTo>
                  <a:lnTo>
                    <a:pt x="13968" y="97871"/>
                  </a:lnTo>
                  <a:lnTo>
                    <a:pt x="14311" y="98221"/>
                  </a:lnTo>
                  <a:lnTo>
                    <a:pt x="14458" y="98522"/>
                  </a:lnTo>
                  <a:lnTo>
                    <a:pt x="14704" y="98672"/>
                  </a:lnTo>
                  <a:lnTo>
                    <a:pt x="14949" y="98522"/>
                  </a:lnTo>
                  <a:lnTo>
                    <a:pt x="15341" y="98272"/>
                  </a:lnTo>
                  <a:lnTo>
                    <a:pt x="15831" y="97720"/>
                  </a:lnTo>
                  <a:lnTo>
                    <a:pt x="15929" y="97570"/>
                  </a:lnTo>
                  <a:lnTo>
                    <a:pt x="16125" y="97169"/>
                  </a:lnTo>
                  <a:lnTo>
                    <a:pt x="16321" y="96518"/>
                  </a:lnTo>
                  <a:lnTo>
                    <a:pt x="16370" y="95966"/>
                  </a:lnTo>
                  <a:lnTo>
                    <a:pt x="16419" y="95365"/>
                  </a:lnTo>
                  <a:lnTo>
                    <a:pt x="16566" y="94663"/>
                  </a:lnTo>
                  <a:lnTo>
                    <a:pt x="16566" y="94463"/>
                  </a:lnTo>
                  <a:lnTo>
                    <a:pt x="16664" y="93661"/>
                  </a:lnTo>
                  <a:lnTo>
                    <a:pt x="16566" y="92458"/>
                  </a:lnTo>
                  <a:lnTo>
                    <a:pt x="16272" y="91556"/>
                  </a:lnTo>
                  <a:lnTo>
                    <a:pt x="16321" y="91005"/>
                  </a:lnTo>
                  <a:lnTo>
                    <a:pt x="16321" y="90253"/>
                  </a:lnTo>
                  <a:lnTo>
                    <a:pt x="16125" y="89602"/>
                  </a:lnTo>
                  <a:lnTo>
                    <a:pt x="15733" y="88800"/>
                  </a:lnTo>
                  <a:lnTo>
                    <a:pt x="15047" y="87297"/>
                  </a:lnTo>
                  <a:lnTo>
                    <a:pt x="14066" y="86144"/>
                  </a:lnTo>
                  <a:lnTo>
                    <a:pt x="13037" y="84941"/>
                  </a:lnTo>
                  <a:lnTo>
                    <a:pt x="12547" y="84089"/>
                  </a:lnTo>
                  <a:lnTo>
                    <a:pt x="12351" y="83288"/>
                  </a:lnTo>
                  <a:lnTo>
                    <a:pt x="12008" y="82536"/>
                  </a:lnTo>
                  <a:lnTo>
                    <a:pt x="11567" y="81935"/>
                  </a:lnTo>
                  <a:lnTo>
                    <a:pt x="11126" y="81383"/>
                  </a:lnTo>
                  <a:lnTo>
                    <a:pt x="10733" y="80982"/>
                  </a:lnTo>
                  <a:lnTo>
                    <a:pt x="10537" y="80582"/>
                  </a:lnTo>
                  <a:lnTo>
                    <a:pt x="10488" y="80080"/>
                  </a:lnTo>
                  <a:lnTo>
                    <a:pt x="10586" y="79629"/>
                  </a:lnTo>
                  <a:lnTo>
                    <a:pt x="10733" y="79178"/>
                  </a:lnTo>
                  <a:lnTo>
                    <a:pt x="10586" y="78527"/>
                  </a:lnTo>
                  <a:lnTo>
                    <a:pt x="10292" y="78026"/>
                  </a:lnTo>
                  <a:lnTo>
                    <a:pt x="9998" y="77525"/>
                  </a:lnTo>
                  <a:lnTo>
                    <a:pt x="9802" y="77274"/>
                  </a:lnTo>
                  <a:lnTo>
                    <a:pt x="9508" y="76472"/>
                  </a:lnTo>
                  <a:lnTo>
                    <a:pt x="9459" y="76021"/>
                  </a:lnTo>
                  <a:lnTo>
                    <a:pt x="9214" y="75119"/>
                  </a:lnTo>
                  <a:lnTo>
                    <a:pt x="9067" y="74518"/>
                  </a:lnTo>
                  <a:lnTo>
                    <a:pt x="9067" y="73816"/>
                  </a:lnTo>
                  <a:lnTo>
                    <a:pt x="9067" y="73516"/>
                  </a:lnTo>
                  <a:lnTo>
                    <a:pt x="9018" y="73115"/>
                  </a:lnTo>
                  <a:lnTo>
                    <a:pt x="9067" y="72764"/>
                  </a:lnTo>
                  <a:lnTo>
                    <a:pt x="9067" y="72463"/>
                  </a:lnTo>
                  <a:lnTo>
                    <a:pt x="8969" y="71962"/>
                  </a:lnTo>
                  <a:lnTo>
                    <a:pt x="8920" y="71611"/>
                  </a:lnTo>
                  <a:lnTo>
                    <a:pt x="8822" y="71160"/>
                  </a:lnTo>
                  <a:lnTo>
                    <a:pt x="8773" y="70860"/>
                  </a:lnTo>
                  <a:lnTo>
                    <a:pt x="8773" y="70509"/>
                  </a:lnTo>
                  <a:lnTo>
                    <a:pt x="8675" y="70358"/>
                  </a:lnTo>
                  <a:lnTo>
                    <a:pt x="8430" y="70208"/>
                  </a:lnTo>
                  <a:lnTo>
                    <a:pt x="8038" y="70008"/>
                  </a:lnTo>
                  <a:lnTo>
                    <a:pt x="7744" y="69857"/>
                  </a:lnTo>
                  <a:lnTo>
                    <a:pt x="7597" y="69607"/>
                  </a:lnTo>
                  <a:lnTo>
                    <a:pt x="7401" y="69507"/>
                  </a:lnTo>
                  <a:lnTo>
                    <a:pt x="7057" y="69456"/>
                  </a:lnTo>
                  <a:lnTo>
                    <a:pt x="6763" y="69456"/>
                  </a:lnTo>
                  <a:lnTo>
                    <a:pt x="6567" y="69406"/>
                  </a:lnTo>
                  <a:lnTo>
                    <a:pt x="6322" y="69156"/>
                  </a:lnTo>
                  <a:lnTo>
                    <a:pt x="6175" y="69156"/>
                  </a:lnTo>
                  <a:lnTo>
                    <a:pt x="5979" y="69256"/>
                  </a:lnTo>
                  <a:lnTo>
                    <a:pt x="5783" y="69256"/>
                  </a:lnTo>
                  <a:lnTo>
                    <a:pt x="5636" y="69206"/>
                  </a:lnTo>
                  <a:lnTo>
                    <a:pt x="5391" y="69056"/>
                  </a:lnTo>
                  <a:lnTo>
                    <a:pt x="5097" y="68905"/>
                  </a:lnTo>
                  <a:lnTo>
                    <a:pt x="4901" y="68755"/>
                  </a:lnTo>
                  <a:lnTo>
                    <a:pt x="4705" y="68504"/>
                  </a:lnTo>
                  <a:lnTo>
                    <a:pt x="4607" y="68254"/>
                  </a:lnTo>
                  <a:lnTo>
                    <a:pt x="4558" y="67953"/>
                  </a:lnTo>
                  <a:lnTo>
                    <a:pt x="4558" y="67702"/>
                  </a:lnTo>
                  <a:lnTo>
                    <a:pt x="4558" y="67452"/>
                  </a:lnTo>
                  <a:lnTo>
                    <a:pt x="4509" y="67201"/>
                  </a:lnTo>
                  <a:lnTo>
                    <a:pt x="4117" y="66951"/>
                  </a:lnTo>
                  <a:lnTo>
                    <a:pt x="3872" y="66700"/>
                  </a:lnTo>
                  <a:lnTo>
                    <a:pt x="3774" y="66199"/>
                  </a:lnTo>
                  <a:lnTo>
                    <a:pt x="3626" y="65848"/>
                  </a:lnTo>
                  <a:lnTo>
                    <a:pt x="3626" y="65497"/>
                  </a:lnTo>
                  <a:lnTo>
                    <a:pt x="3774" y="65247"/>
                  </a:lnTo>
                  <a:lnTo>
                    <a:pt x="3921" y="65046"/>
                  </a:lnTo>
                  <a:lnTo>
                    <a:pt x="4215" y="64946"/>
                  </a:lnTo>
                  <a:lnTo>
                    <a:pt x="4509" y="65046"/>
                  </a:lnTo>
                  <a:lnTo>
                    <a:pt x="4558" y="64896"/>
                  </a:lnTo>
                  <a:lnTo>
                    <a:pt x="4558" y="64646"/>
                  </a:lnTo>
                  <a:lnTo>
                    <a:pt x="4558" y="64445"/>
                  </a:lnTo>
                  <a:lnTo>
                    <a:pt x="4607" y="64144"/>
                  </a:lnTo>
                  <a:lnTo>
                    <a:pt x="4803" y="63744"/>
                  </a:lnTo>
                  <a:lnTo>
                    <a:pt x="4999" y="63443"/>
                  </a:lnTo>
                  <a:lnTo>
                    <a:pt x="5293" y="63343"/>
                  </a:lnTo>
                  <a:lnTo>
                    <a:pt x="5440" y="63293"/>
                  </a:lnTo>
                  <a:lnTo>
                    <a:pt x="5734" y="63242"/>
                  </a:lnTo>
                  <a:lnTo>
                    <a:pt x="6028" y="63142"/>
                  </a:lnTo>
                  <a:lnTo>
                    <a:pt x="6273" y="63042"/>
                  </a:lnTo>
                  <a:lnTo>
                    <a:pt x="6518" y="62841"/>
                  </a:lnTo>
                  <a:lnTo>
                    <a:pt x="6616" y="62691"/>
                  </a:lnTo>
                  <a:lnTo>
                    <a:pt x="6665" y="62541"/>
                  </a:lnTo>
                  <a:lnTo>
                    <a:pt x="6665" y="62240"/>
                  </a:lnTo>
                  <a:lnTo>
                    <a:pt x="6714" y="62090"/>
                  </a:lnTo>
                  <a:lnTo>
                    <a:pt x="6861" y="61839"/>
                  </a:lnTo>
                  <a:lnTo>
                    <a:pt x="7008" y="61639"/>
                  </a:lnTo>
                  <a:lnTo>
                    <a:pt x="7253" y="61338"/>
                  </a:lnTo>
                  <a:lnTo>
                    <a:pt x="7401" y="61138"/>
                  </a:lnTo>
                  <a:lnTo>
                    <a:pt x="7499" y="60937"/>
                  </a:lnTo>
                  <a:lnTo>
                    <a:pt x="7695" y="60837"/>
                  </a:lnTo>
                  <a:lnTo>
                    <a:pt x="7842" y="60787"/>
                  </a:lnTo>
                  <a:lnTo>
                    <a:pt x="8087" y="60737"/>
                  </a:lnTo>
                  <a:lnTo>
                    <a:pt x="8283" y="60637"/>
                  </a:lnTo>
                  <a:lnTo>
                    <a:pt x="8577" y="60386"/>
                  </a:lnTo>
                  <a:lnTo>
                    <a:pt x="8773" y="60135"/>
                  </a:lnTo>
                  <a:lnTo>
                    <a:pt x="8920" y="59885"/>
                  </a:lnTo>
                  <a:lnTo>
                    <a:pt x="9018" y="59684"/>
                  </a:lnTo>
                  <a:lnTo>
                    <a:pt x="9067" y="59484"/>
                  </a:lnTo>
                  <a:lnTo>
                    <a:pt x="9214" y="59334"/>
                  </a:lnTo>
                  <a:lnTo>
                    <a:pt x="9312" y="59183"/>
                  </a:lnTo>
                  <a:lnTo>
                    <a:pt x="9214" y="58933"/>
                  </a:lnTo>
                  <a:lnTo>
                    <a:pt x="9067" y="58933"/>
                  </a:lnTo>
                  <a:lnTo>
                    <a:pt x="8871" y="58682"/>
                  </a:lnTo>
                  <a:lnTo>
                    <a:pt x="9018" y="58281"/>
                  </a:lnTo>
                  <a:lnTo>
                    <a:pt x="8773" y="58181"/>
                  </a:lnTo>
                  <a:lnTo>
                    <a:pt x="8577" y="58131"/>
                  </a:lnTo>
                  <a:lnTo>
                    <a:pt x="8332" y="58131"/>
                  </a:lnTo>
                  <a:lnTo>
                    <a:pt x="8038" y="58131"/>
                  </a:lnTo>
                  <a:lnTo>
                    <a:pt x="7793" y="57930"/>
                  </a:lnTo>
                  <a:lnTo>
                    <a:pt x="7940" y="57830"/>
                  </a:lnTo>
                  <a:lnTo>
                    <a:pt x="8185" y="57680"/>
                  </a:lnTo>
                  <a:lnTo>
                    <a:pt x="8332" y="57580"/>
                  </a:lnTo>
                  <a:lnTo>
                    <a:pt x="8626" y="57379"/>
                  </a:lnTo>
                  <a:lnTo>
                    <a:pt x="9018" y="57078"/>
                  </a:lnTo>
                  <a:lnTo>
                    <a:pt x="9263" y="56878"/>
                  </a:lnTo>
                  <a:lnTo>
                    <a:pt x="9508" y="56728"/>
                  </a:lnTo>
                  <a:lnTo>
                    <a:pt x="9753" y="56627"/>
                  </a:lnTo>
                  <a:lnTo>
                    <a:pt x="10047" y="56527"/>
                  </a:lnTo>
                  <a:lnTo>
                    <a:pt x="10145" y="56327"/>
                  </a:lnTo>
                  <a:lnTo>
                    <a:pt x="10096" y="56126"/>
                  </a:lnTo>
                  <a:lnTo>
                    <a:pt x="9998" y="55976"/>
                  </a:lnTo>
                  <a:lnTo>
                    <a:pt x="9753" y="55776"/>
                  </a:lnTo>
                  <a:lnTo>
                    <a:pt x="9557" y="55525"/>
                  </a:lnTo>
                  <a:lnTo>
                    <a:pt x="9459" y="55274"/>
                  </a:lnTo>
                  <a:lnTo>
                    <a:pt x="9214" y="54974"/>
                  </a:lnTo>
                  <a:lnTo>
                    <a:pt x="9067" y="54773"/>
                  </a:lnTo>
                  <a:lnTo>
                    <a:pt x="8822" y="54322"/>
                  </a:lnTo>
                  <a:lnTo>
                    <a:pt x="8577" y="53771"/>
                  </a:lnTo>
                  <a:lnTo>
                    <a:pt x="8381" y="53470"/>
                  </a:lnTo>
                  <a:lnTo>
                    <a:pt x="8038" y="52969"/>
                  </a:lnTo>
                  <a:lnTo>
                    <a:pt x="7891" y="52769"/>
                  </a:lnTo>
                  <a:lnTo>
                    <a:pt x="7744" y="52518"/>
                  </a:lnTo>
                  <a:lnTo>
                    <a:pt x="7695" y="52167"/>
                  </a:lnTo>
                  <a:lnTo>
                    <a:pt x="7548" y="51766"/>
                  </a:lnTo>
                  <a:lnTo>
                    <a:pt x="7450" y="51466"/>
                  </a:lnTo>
                  <a:lnTo>
                    <a:pt x="7253" y="51215"/>
                  </a:lnTo>
                  <a:lnTo>
                    <a:pt x="7106" y="51015"/>
                  </a:lnTo>
                  <a:lnTo>
                    <a:pt x="6910" y="50965"/>
                  </a:lnTo>
                  <a:lnTo>
                    <a:pt x="6616" y="51115"/>
                  </a:lnTo>
                  <a:lnTo>
                    <a:pt x="6567" y="51315"/>
                  </a:lnTo>
                  <a:lnTo>
                    <a:pt x="6567" y="51516"/>
                  </a:lnTo>
                  <a:lnTo>
                    <a:pt x="6567" y="51817"/>
                  </a:lnTo>
                  <a:lnTo>
                    <a:pt x="6567" y="52117"/>
                  </a:lnTo>
                  <a:lnTo>
                    <a:pt x="6518" y="52368"/>
                  </a:lnTo>
                  <a:lnTo>
                    <a:pt x="6322" y="52518"/>
                  </a:lnTo>
                  <a:lnTo>
                    <a:pt x="6126" y="52719"/>
                  </a:lnTo>
                  <a:lnTo>
                    <a:pt x="5930" y="52769"/>
                  </a:lnTo>
                  <a:lnTo>
                    <a:pt x="5734" y="52769"/>
                  </a:lnTo>
                  <a:lnTo>
                    <a:pt x="5538" y="52869"/>
                  </a:lnTo>
                  <a:lnTo>
                    <a:pt x="5244" y="52869"/>
                  </a:lnTo>
                  <a:lnTo>
                    <a:pt x="4803" y="52869"/>
                  </a:lnTo>
                  <a:lnTo>
                    <a:pt x="4264" y="52919"/>
                  </a:lnTo>
                  <a:lnTo>
                    <a:pt x="3970" y="52969"/>
                  </a:lnTo>
                  <a:lnTo>
                    <a:pt x="3528" y="52919"/>
                  </a:lnTo>
                  <a:lnTo>
                    <a:pt x="3234" y="52769"/>
                  </a:lnTo>
                  <a:lnTo>
                    <a:pt x="3087" y="52669"/>
                  </a:lnTo>
                  <a:lnTo>
                    <a:pt x="2695" y="52819"/>
                  </a:lnTo>
                  <a:lnTo>
                    <a:pt x="2352" y="52919"/>
                  </a:lnTo>
                  <a:lnTo>
                    <a:pt x="2107" y="52919"/>
                  </a:lnTo>
                  <a:lnTo>
                    <a:pt x="1715" y="52869"/>
                  </a:lnTo>
                  <a:lnTo>
                    <a:pt x="1323" y="52969"/>
                  </a:lnTo>
                  <a:lnTo>
                    <a:pt x="1078" y="53069"/>
                  </a:lnTo>
                  <a:lnTo>
                    <a:pt x="882" y="53170"/>
                  </a:lnTo>
                  <a:lnTo>
                    <a:pt x="588" y="53270"/>
                  </a:lnTo>
                  <a:lnTo>
                    <a:pt x="441" y="53420"/>
                  </a:lnTo>
                  <a:lnTo>
                    <a:pt x="343" y="53721"/>
                  </a:lnTo>
                  <a:lnTo>
                    <a:pt x="147" y="53921"/>
                  </a:lnTo>
                  <a:lnTo>
                    <a:pt x="0" y="53721"/>
                  </a:lnTo>
                  <a:lnTo>
                    <a:pt x="0" y="53220"/>
                  </a:lnTo>
                  <a:lnTo>
                    <a:pt x="0" y="52819"/>
                  </a:lnTo>
                  <a:lnTo>
                    <a:pt x="98" y="52318"/>
                  </a:lnTo>
                  <a:lnTo>
                    <a:pt x="343" y="51716"/>
                  </a:lnTo>
                  <a:lnTo>
                    <a:pt x="784" y="51165"/>
                  </a:lnTo>
                  <a:lnTo>
                    <a:pt x="1421" y="50363"/>
                  </a:lnTo>
                  <a:lnTo>
                    <a:pt x="1960" y="49461"/>
                  </a:lnTo>
                  <a:lnTo>
                    <a:pt x="2352" y="48609"/>
                  </a:lnTo>
                  <a:lnTo>
                    <a:pt x="2842" y="47908"/>
                  </a:lnTo>
                  <a:lnTo>
                    <a:pt x="3283" y="47256"/>
                  </a:lnTo>
                  <a:lnTo>
                    <a:pt x="4166" y="45703"/>
                  </a:lnTo>
                  <a:lnTo>
                    <a:pt x="5048" y="44400"/>
                  </a:lnTo>
                  <a:lnTo>
                    <a:pt x="5538" y="43698"/>
                  </a:lnTo>
                  <a:lnTo>
                    <a:pt x="5734" y="43498"/>
                  </a:lnTo>
                  <a:lnTo>
                    <a:pt x="6028" y="43097"/>
                  </a:lnTo>
                  <a:lnTo>
                    <a:pt x="6714" y="42245"/>
                  </a:lnTo>
                  <a:lnTo>
                    <a:pt x="7106" y="41894"/>
                  </a:lnTo>
                  <a:lnTo>
                    <a:pt x="7499" y="41443"/>
                  </a:lnTo>
                  <a:lnTo>
                    <a:pt x="7646" y="41293"/>
                  </a:lnTo>
                  <a:lnTo>
                    <a:pt x="8332" y="40842"/>
                  </a:lnTo>
                  <a:lnTo>
                    <a:pt x="8920" y="40441"/>
                  </a:lnTo>
                  <a:lnTo>
                    <a:pt x="9508" y="40140"/>
                  </a:lnTo>
                  <a:lnTo>
                    <a:pt x="10047" y="39940"/>
                  </a:lnTo>
                  <a:lnTo>
                    <a:pt x="10684" y="39689"/>
                  </a:lnTo>
                  <a:lnTo>
                    <a:pt x="10831" y="39639"/>
                  </a:lnTo>
                  <a:lnTo>
                    <a:pt x="11420" y="39439"/>
                  </a:lnTo>
                  <a:lnTo>
                    <a:pt x="12106" y="39288"/>
                  </a:lnTo>
                  <a:lnTo>
                    <a:pt x="12743" y="39188"/>
                  </a:lnTo>
                  <a:lnTo>
                    <a:pt x="13429" y="39138"/>
                  </a:lnTo>
                  <a:lnTo>
                    <a:pt x="14066" y="39188"/>
                  </a:lnTo>
                  <a:lnTo>
                    <a:pt x="14655" y="39238"/>
                  </a:lnTo>
                  <a:lnTo>
                    <a:pt x="14949" y="39338"/>
                  </a:lnTo>
                  <a:lnTo>
                    <a:pt x="15194" y="39589"/>
                  </a:lnTo>
                  <a:lnTo>
                    <a:pt x="15537" y="39840"/>
                  </a:lnTo>
                  <a:lnTo>
                    <a:pt x="16174" y="40341"/>
                  </a:lnTo>
                  <a:lnTo>
                    <a:pt x="16566" y="40792"/>
                  </a:lnTo>
                  <a:lnTo>
                    <a:pt x="16860" y="41293"/>
                  </a:lnTo>
                  <a:lnTo>
                    <a:pt x="17252" y="41744"/>
                  </a:lnTo>
                  <a:lnTo>
                    <a:pt x="17350" y="42095"/>
                  </a:lnTo>
                  <a:lnTo>
                    <a:pt x="17350" y="42746"/>
                  </a:lnTo>
                  <a:lnTo>
                    <a:pt x="17399" y="43548"/>
                  </a:lnTo>
                  <a:lnTo>
                    <a:pt x="17497" y="43999"/>
                  </a:lnTo>
                  <a:lnTo>
                    <a:pt x="17693" y="44249"/>
                  </a:lnTo>
                  <a:lnTo>
                    <a:pt x="17938" y="44450"/>
                  </a:lnTo>
                  <a:lnTo>
                    <a:pt x="18134" y="44600"/>
                  </a:lnTo>
                  <a:lnTo>
                    <a:pt x="18625" y="44751"/>
                  </a:lnTo>
                  <a:lnTo>
                    <a:pt x="19556" y="44951"/>
                  </a:lnTo>
                  <a:lnTo>
                    <a:pt x="19752" y="45001"/>
                  </a:lnTo>
                  <a:lnTo>
                    <a:pt x="20291" y="45152"/>
                  </a:lnTo>
                  <a:lnTo>
                    <a:pt x="20830" y="45402"/>
                  </a:lnTo>
                  <a:lnTo>
                    <a:pt x="21173" y="45703"/>
                  </a:lnTo>
                  <a:lnTo>
                    <a:pt x="21467" y="46104"/>
                  </a:lnTo>
                  <a:lnTo>
                    <a:pt x="21712" y="46755"/>
                  </a:lnTo>
                  <a:lnTo>
                    <a:pt x="21810" y="47106"/>
                  </a:lnTo>
                  <a:lnTo>
                    <a:pt x="22105" y="47407"/>
                  </a:lnTo>
                  <a:lnTo>
                    <a:pt x="22203" y="47707"/>
                  </a:lnTo>
                  <a:lnTo>
                    <a:pt x="22399" y="48259"/>
                  </a:lnTo>
                  <a:lnTo>
                    <a:pt x="22546" y="49361"/>
                  </a:lnTo>
                  <a:lnTo>
                    <a:pt x="22742" y="50012"/>
                  </a:lnTo>
                  <a:lnTo>
                    <a:pt x="23134" y="50413"/>
                  </a:lnTo>
                  <a:lnTo>
                    <a:pt x="23624" y="50714"/>
                  </a:lnTo>
                  <a:lnTo>
                    <a:pt x="24849" y="51065"/>
                  </a:lnTo>
                  <a:lnTo>
                    <a:pt x="25535" y="51215"/>
                  </a:lnTo>
                  <a:lnTo>
                    <a:pt x="25977" y="51366"/>
                  </a:lnTo>
                  <a:lnTo>
                    <a:pt x="26565" y="51516"/>
                  </a:lnTo>
                  <a:lnTo>
                    <a:pt x="27104" y="51616"/>
                  </a:lnTo>
                  <a:lnTo>
                    <a:pt x="27790" y="51315"/>
                  </a:lnTo>
                  <a:lnTo>
                    <a:pt x="28182" y="51015"/>
                  </a:lnTo>
                  <a:lnTo>
                    <a:pt x="28476" y="50764"/>
                  </a:lnTo>
                  <a:lnTo>
                    <a:pt x="29653" y="50213"/>
                  </a:lnTo>
                  <a:lnTo>
                    <a:pt x="30388" y="49762"/>
                  </a:lnTo>
                  <a:lnTo>
                    <a:pt x="30878" y="49461"/>
                  </a:lnTo>
                  <a:lnTo>
                    <a:pt x="31907" y="49010"/>
                  </a:lnTo>
                  <a:lnTo>
                    <a:pt x="32838" y="48659"/>
                  </a:lnTo>
                  <a:lnTo>
                    <a:pt x="33770" y="48559"/>
                  </a:lnTo>
                  <a:lnTo>
                    <a:pt x="34603" y="48659"/>
                  </a:lnTo>
                  <a:lnTo>
                    <a:pt x="35142" y="48810"/>
                  </a:lnTo>
                  <a:lnTo>
                    <a:pt x="35436" y="48960"/>
                  </a:lnTo>
                  <a:lnTo>
                    <a:pt x="35779" y="49161"/>
                  </a:lnTo>
                  <a:lnTo>
                    <a:pt x="36171" y="49511"/>
                  </a:lnTo>
                  <a:lnTo>
                    <a:pt x="36416" y="50012"/>
                  </a:lnTo>
                  <a:lnTo>
                    <a:pt x="37005" y="50213"/>
                  </a:lnTo>
                  <a:lnTo>
                    <a:pt x="37495" y="50063"/>
                  </a:lnTo>
                  <a:lnTo>
                    <a:pt x="38475" y="49461"/>
                  </a:lnTo>
                  <a:lnTo>
                    <a:pt x="39210" y="49211"/>
                  </a:lnTo>
                  <a:lnTo>
                    <a:pt x="39749" y="49211"/>
                  </a:lnTo>
                  <a:lnTo>
                    <a:pt x="40141" y="49211"/>
                  </a:lnTo>
                  <a:lnTo>
                    <a:pt x="41318" y="49561"/>
                  </a:lnTo>
                  <a:lnTo>
                    <a:pt x="41514" y="49662"/>
                  </a:lnTo>
                  <a:lnTo>
                    <a:pt x="43327" y="50664"/>
                  </a:lnTo>
                  <a:lnTo>
                    <a:pt x="44504" y="51165"/>
                  </a:lnTo>
                  <a:lnTo>
                    <a:pt x="44749" y="51265"/>
                  </a:lnTo>
                  <a:lnTo>
                    <a:pt x="45631" y="51466"/>
                  </a:lnTo>
                  <a:lnTo>
                    <a:pt x="46268" y="51516"/>
                  </a:lnTo>
                  <a:lnTo>
                    <a:pt x="46415" y="51516"/>
                  </a:lnTo>
                  <a:lnTo>
                    <a:pt x="46954" y="51566"/>
                  </a:lnTo>
                  <a:lnTo>
                    <a:pt x="47444" y="51616"/>
                  </a:lnTo>
                  <a:lnTo>
                    <a:pt x="48180" y="51666"/>
                  </a:lnTo>
                  <a:lnTo>
                    <a:pt x="48817" y="51867"/>
                  </a:lnTo>
                  <a:lnTo>
                    <a:pt x="49454" y="52268"/>
                  </a:lnTo>
                  <a:lnTo>
                    <a:pt x="50042" y="52618"/>
                  </a:lnTo>
                  <a:lnTo>
                    <a:pt x="50777" y="52969"/>
                  </a:lnTo>
                  <a:lnTo>
                    <a:pt x="50924" y="53019"/>
                  </a:lnTo>
                  <a:lnTo>
                    <a:pt x="52052" y="53671"/>
                  </a:lnTo>
                  <a:lnTo>
                    <a:pt x="52885" y="54072"/>
                  </a:lnTo>
                  <a:lnTo>
                    <a:pt x="53473" y="54222"/>
                  </a:lnTo>
                  <a:lnTo>
                    <a:pt x="54012" y="53971"/>
                  </a:lnTo>
                  <a:lnTo>
                    <a:pt x="54208" y="53771"/>
                  </a:lnTo>
                  <a:lnTo>
                    <a:pt x="54257" y="53520"/>
                  </a:lnTo>
                  <a:lnTo>
                    <a:pt x="54208" y="53320"/>
                  </a:lnTo>
                  <a:lnTo>
                    <a:pt x="54012" y="51716"/>
                  </a:lnTo>
                  <a:lnTo>
                    <a:pt x="54257" y="50764"/>
                  </a:lnTo>
                  <a:lnTo>
                    <a:pt x="54600" y="50012"/>
                  </a:lnTo>
                  <a:lnTo>
                    <a:pt x="54797" y="49511"/>
                  </a:lnTo>
                  <a:lnTo>
                    <a:pt x="54944" y="48910"/>
                  </a:lnTo>
                  <a:lnTo>
                    <a:pt x="55091" y="48409"/>
                  </a:lnTo>
                  <a:lnTo>
                    <a:pt x="54993" y="48058"/>
                  </a:lnTo>
                  <a:lnTo>
                    <a:pt x="54846" y="47557"/>
                  </a:lnTo>
                  <a:lnTo>
                    <a:pt x="54453" y="46605"/>
                  </a:lnTo>
                  <a:lnTo>
                    <a:pt x="53963" y="45753"/>
                  </a:lnTo>
                  <a:lnTo>
                    <a:pt x="53816" y="45452"/>
                  </a:lnTo>
                  <a:lnTo>
                    <a:pt x="53620" y="44901"/>
                  </a:lnTo>
                  <a:lnTo>
                    <a:pt x="53620" y="44500"/>
                  </a:lnTo>
                  <a:lnTo>
                    <a:pt x="53669" y="43899"/>
                  </a:lnTo>
                  <a:lnTo>
                    <a:pt x="53767" y="43498"/>
                  </a:lnTo>
                  <a:lnTo>
                    <a:pt x="53914" y="43197"/>
                  </a:lnTo>
                  <a:lnTo>
                    <a:pt x="54159" y="42896"/>
                  </a:lnTo>
                  <a:lnTo>
                    <a:pt x="54404" y="42746"/>
                  </a:lnTo>
                  <a:lnTo>
                    <a:pt x="54649" y="42696"/>
                  </a:lnTo>
                  <a:lnTo>
                    <a:pt x="55042" y="42646"/>
                  </a:lnTo>
                  <a:lnTo>
                    <a:pt x="55826" y="42496"/>
                  </a:lnTo>
                  <a:lnTo>
                    <a:pt x="56659" y="42395"/>
                  </a:lnTo>
                  <a:lnTo>
                    <a:pt x="56953" y="42295"/>
                  </a:lnTo>
                  <a:lnTo>
                    <a:pt x="57884" y="42095"/>
                  </a:lnTo>
                  <a:lnTo>
                    <a:pt x="59796" y="41042"/>
                  </a:lnTo>
                  <a:lnTo>
                    <a:pt x="61070" y="40140"/>
                  </a:lnTo>
                  <a:lnTo>
                    <a:pt x="62001" y="39739"/>
                  </a:lnTo>
                  <a:lnTo>
                    <a:pt x="62149" y="39639"/>
                  </a:lnTo>
                  <a:lnTo>
                    <a:pt x="62394" y="39539"/>
                  </a:lnTo>
                  <a:lnTo>
                    <a:pt x="62590" y="39489"/>
                  </a:lnTo>
                  <a:lnTo>
                    <a:pt x="62884" y="39338"/>
                  </a:lnTo>
                  <a:lnTo>
                    <a:pt x="63864" y="39238"/>
                  </a:lnTo>
                  <a:lnTo>
                    <a:pt x="64746" y="38787"/>
                  </a:lnTo>
                  <a:lnTo>
                    <a:pt x="65187" y="38637"/>
                  </a:lnTo>
                  <a:lnTo>
                    <a:pt x="65727" y="38436"/>
                  </a:lnTo>
                  <a:lnTo>
                    <a:pt x="66707" y="38436"/>
                  </a:lnTo>
                  <a:lnTo>
                    <a:pt x="67785" y="39038"/>
                  </a:lnTo>
                  <a:lnTo>
                    <a:pt x="68569" y="38887"/>
                  </a:lnTo>
                  <a:lnTo>
                    <a:pt x="69206" y="38787"/>
                  </a:lnTo>
                  <a:lnTo>
                    <a:pt x="70873" y="38937"/>
                  </a:lnTo>
                  <a:lnTo>
                    <a:pt x="72490" y="39639"/>
                  </a:lnTo>
                  <a:lnTo>
                    <a:pt x="72637" y="39689"/>
                  </a:lnTo>
                  <a:lnTo>
                    <a:pt x="74353" y="40391"/>
                  </a:lnTo>
                  <a:lnTo>
                    <a:pt x="75823" y="41393"/>
                  </a:lnTo>
                  <a:lnTo>
                    <a:pt x="76264" y="41744"/>
                  </a:lnTo>
                  <a:lnTo>
                    <a:pt x="77931" y="42997"/>
                  </a:lnTo>
                  <a:lnTo>
                    <a:pt x="78470" y="43197"/>
                  </a:lnTo>
                  <a:lnTo>
                    <a:pt x="79156" y="43347"/>
                  </a:lnTo>
                  <a:lnTo>
                    <a:pt x="79940" y="43347"/>
                  </a:lnTo>
                  <a:lnTo>
                    <a:pt x="81117" y="43448"/>
                  </a:lnTo>
                  <a:lnTo>
                    <a:pt x="81852" y="43748"/>
                  </a:lnTo>
                  <a:lnTo>
                    <a:pt x="82146" y="43798"/>
                  </a:lnTo>
                  <a:lnTo>
                    <a:pt x="82587" y="43849"/>
                  </a:lnTo>
                  <a:lnTo>
                    <a:pt x="83028" y="43849"/>
                  </a:lnTo>
                  <a:lnTo>
                    <a:pt x="83469" y="43849"/>
                  </a:lnTo>
                  <a:lnTo>
                    <a:pt x="83812" y="43899"/>
                  </a:lnTo>
                  <a:lnTo>
                    <a:pt x="84205" y="44049"/>
                  </a:lnTo>
                  <a:lnTo>
                    <a:pt x="85234" y="44249"/>
                  </a:lnTo>
                  <a:lnTo>
                    <a:pt x="85871" y="44400"/>
                  </a:lnTo>
                  <a:lnTo>
                    <a:pt x="86557" y="44700"/>
                  </a:lnTo>
                  <a:lnTo>
                    <a:pt x="87390" y="45051"/>
                  </a:lnTo>
                  <a:lnTo>
                    <a:pt x="87537" y="45051"/>
                  </a:lnTo>
                  <a:lnTo>
                    <a:pt x="87881" y="45051"/>
                  </a:lnTo>
                  <a:lnTo>
                    <a:pt x="88616" y="44700"/>
                  </a:lnTo>
                  <a:lnTo>
                    <a:pt x="88861" y="44500"/>
                  </a:lnTo>
                  <a:lnTo>
                    <a:pt x="89155" y="44300"/>
                  </a:lnTo>
                  <a:lnTo>
                    <a:pt x="89351" y="44249"/>
                  </a:lnTo>
                  <a:lnTo>
                    <a:pt x="90037" y="43899"/>
                  </a:lnTo>
                  <a:lnTo>
                    <a:pt x="90625" y="43598"/>
                  </a:lnTo>
                  <a:lnTo>
                    <a:pt x="91410" y="42846"/>
                  </a:lnTo>
                  <a:lnTo>
                    <a:pt x="92929" y="40892"/>
                  </a:lnTo>
                  <a:lnTo>
                    <a:pt x="94448" y="39840"/>
                  </a:lnTo>
                  <a:lnTo>
                    <a:pt x="96409" y="39338"/>
                  </a:lnTo>
                  <a:lnTo>
                    <a:pt x="97095" y="39338"/>
                  </a:lnTo>
                  <a:lnTo>
                    <a:pt x="97585" y="39338"/>
                  </a:lnTo>
                  <a:lnTo>
                    <a:pt x="98664" y="39338"/>
                  </a:lnTo>
                  <a:lnTo>
                    <a:pt x="100477" y="39439"/>
                  </a:lnTo>
                  <a:lnTo>
                    <a:pt x="101506" y="39940"/>
                  </a:lnTo>
                  <a:lnTo>
                    <a:pt x="102683" y="40441"/>
                  </a:lnTo>
                  <a:lnTo>
                    <a:pt x="103614" y="40942"/>
                  </a:lnTo>
                  <a:lnTo>
                    <a:pt x="103761" y="41243"/>
                  </a:lnTo>
                  <a:lnTo>
                    <a:pt x="103761" y="41543"/>
                  </a:lnTo>
                  <a:lnTo>
                    <a:pt x="103859" y="41894"/>
                  </a:lnTo>
                  <a:lnTo>
                    <a:pt x="104251" y="42546"/>
                  </a:lnTo>
                  <a:lnTo>
                    <a:pt x="104839" y="42997"/>
                  </a:lnTo>
                  <a:lnTo>
                    <a:pt x="106065" y="43498"/>
                  </a:lnTo>
                  <a:lnTo>
                    <a:pt x="107437" y="43748"/>
                  </a:lnTo>
                  <a:lnTo>
                    <a:pt x="108417" y="43798"/>
                  </a:lnTo>
                  <a:lnTo>
                    <a:pt x="109348" y="43849"/>
                  </a:lnTo>
                  <a:lnTo>
                    <a:pt x="109692" y="43849"/>
                  </a:lnTo>
                  <a:lnTo>
                    <a:pt x="109986" y="43949"/>
                  </a:lnTo>
                  <a:lnTo>
                    <a:pt x="110427" y="44199"/>
                  </a:lnTo>
                  <a:lnTo>
                    <a:pt x="111064" y="44600"/>
                  </a:lnTo>
                  <a:lnTo>
                    <a:pt x="111701" y="45502"/>
                  </a:lnTo>
                  <a:lnTo>
                    <a:pt x="112436" y="46154"/>
                  </a:lnTo>
                  <a:lnTo>
                    <a:pt x="113368" y="46304"/>
                  </a:lnTo>
                  <a:lnTo>
                    <a:pt x="114740" y="46054"/>
                  </a:lnTo>
                  <a:lnTo>
                    <a:pt x="115818" y="45803"/>
                  </a:lnTo>
                  <a:lnTo>
                    <a:pt x="116995" y="45703"/>
                  </a:lnTo>
                  <a:lnTo>
                    <a:pt x="118465" y="45502"/>
                  </a:lnTo>
                  <a:lnTo>
                    <a:pt x="118857" y="45202"/>
                  </a:lnTo>
                  <a:lnTo>
                    <a:pt x="119347" y="44500"/>
                  </a:lnTo>
                  <a:lnTo>
                    <a:pt x="119592" y="43999"/>
                  </a:lnTo>
                  <a:lnTo>
                    <a:pt x="119837" y="43698"/>
                  </a:lnTo>
                  <a:lnTo>
                    <a:pt x="120229" y="43598"/>
                  </a:lnTo>
                  <a:lnTo>
                    <a:pt x="121014" y="43598"/>
                  </a:lnTo>
                  <a:lnTo>
                    <a:pt x="121455" y="43548"/>
                  </a:lnTo>
                  <a:lnTo>
                    <a:pt x="121847" y="43448"/>
                  </a:lnTo>
                  <a:lnTo>
                    <a:pt x="121994" y="43347"/>
                  </a:lnTo>
                  <a:lnTo>
                    <a:pt x="122288" y="43147"/>
                  </a:lnTo>
                  <a:lnTo>
                    <a:pt x="122582" y="42696"/>
                  </a:lnTo>
                  <a:lnTo>
                    <a:pt x="122876" y="41994"/>
                  </a:lnTo>
                  <a:lnTo>
                    <a:pt x="123072" y="41243"/>
                  </a:lnTo>
                  <a:lnTo>
                    <a:pt x="123121" y="40742"/>
                  </a:lnTo>
                  <a:lnTo>
                    <a:pt x="123072" y="38236"/>
                  </a:lnTo>
                  <a:lnTo>
                    <a:pt x="123023" y="37635"/>
                  </a:lnTo>
                  <a:lnTo>
                    <a:pt x="122925" y="37133"/>
                  </a:lnTo>
                  <a:lnTo>
                    <a:pt x="130914" y="35129"/>
                  </a:lnTo>
                  <a:lnTo>
                    <a:pt x="131159" y="35179"/>
                  </a:lnTo>
                  <a:lnTo>
                    <a:pt x="131355" y="35229"/>
                  </a:lnTo>
                  <a:lnTo>
                    <a:pt x="137531" y="36682"/>
                  </a:lnTo>
                  <a:lnTo>
                    <a:pt x="144295" y="38236"/>
                  </a:lnTo>
                  <a:lnTo>
                    <a:pt x="149637" y="39489"/>
                  </a:lnTo>
                  <a:lnTo>
                    <a:pt x="151990" y="40040"/>
                  </a:lnTo>
                  <a:lnTo>
                    <a:pt x="152872" y="40240"/>
                  </a:lnTo>
                  <a:lnTo>
                    <a:pt x="154343" y="33826"/>
                  </a:lnTo>
                  <a:lnTo>
                    <a:pt x="154735" y="32122"/>
                  </a:lnTo>
                  <a:lnTo>
                    <a:pt x="155274" y="31270"/>
                  </a:lnTo>
                  <a:lnTo>
                    <a:pt x="155470" y="30819"/>
                  </a:lnTo>
                  <a:lnTo>
                    <a:pt x="155764" y="30017"/>
                  </a:lnTo>
                  <a:lnTo>
                    <a:pt x="155911" y="29616"/>
                  </a:lnTo>
                  <a:lnTo>
                    <a:pt x="156107" y="28965"/>
                  </a:lnTo>
                  <a:lnTo>
                    <a:pt x="156156" y="28614"/>
                  </a:lnTo>
                  <a:lnTo>
                    <a:pt x="156156" y="28063"/>
                  </a:lnTo>
                  <a:lnTo>
                    <a:pt x="156107" y="27562"/>
                  </a:lnTo>
                  <a:lnTo>
                    <a:pt x="156156" y="27161"/>
                  </a:lnTo>
                  <a:lnTo>
                    <a:pt x="156254" y="26860"/>
                  </a:lnTo>
                  <a:lnTo>
                    <a:pt x="156450" y="26509"/>
                  </a:lnTo>
                  <a:lnTo>
                    <a:pt x="156499" y="26159"/>
                  </a:lnTo>
                  <a:lnTo>
                    <a:pt x="156499" y="25958"/>
                  </a:lnTo>
                  <a:lnTo>
                    <a:pt x="156499" y="25507"/>
                  </a:lnTo>
                  <a:lnTo>
                    <a:pt x="156499" y="25206"/>
                  </a:lnTo>
                  <a:lnTo>
                    <a:pt x="156793" y="24505"/>
                  </a:lnTo>
                  <a:lnTo>
                    <a:pt x="157088" y="24104"/>
                  </a:lnTo>
                  <a:lnTo>
                    <a:pt x="157676" y="23603"/>
                  </a:lnTo>
                  <a:lnTo>
                    <a:pt x="159048" y="23102"/>
                  </a:lnTo>
                  <a:lnTo>
                    <a:pt x="160666" y="22550"/>
                  </a:lnTo>
                  <a:lnTo>
                    <a:pt x="162430" y="22250"/>
                  </a:lnTo>
                  <a:lnTo>
                    <a:pt x="163410" y="22250"/>
                  </a:lnTo>
                  <a:lnTo>
                    <a:pt x="163704" y="22200"/>
                  </a:lnTo>
                  <a:lnTo>
                    <a:pt x="164832" y="22500"/>
                  </a:lnTo>
                  <a:lnTo>
                    <a:pt x="166106" y="22450"/>
                  </a:lnTo>
                  <a:lnTo>
                    <a:pt x="167037" y="22049"/>
                  </a:lnTo>
                  <a:lnTo>
                    <a:pt x="167331" y="21598"/>
                  </a:lnTo>
                  <a:lnTo>
                    <a:pt x="167331" y="21097"/>
                  </a:lnTo>
                  <a:lnTo>
                    <a:pt x="167527" y="20696"/>
                  </a:lnTo>
                  <a:lnTo>
                    <a:pt x="167527" y="20446"/>
                  </a:lnTo>
                  <a:lnTo>
                    <a:pt x="167576" y="20095"/>
                  </a:lnTo>
                  <a:lnTo>
                    <a:pt x="167576" y="19544"/>
                  </a:lnTo>
                  <a:lnTo>
                    <a:pt x="167674" y="19093"/>
                  </a:lnTo>
                  <a:lnTo>
                    <a:pt x="168018" y="18692"/>
                  </a:lnTo>
                  <a:lnTo>
                    <a:pt x="168410" y="18241"/>
                  </a:lnTo>
                  <a:lnTo>
                    <a:pt x="168704" y="17940"/>
                  </a:lnTo>
                  <a:lnTo>
                    <a:pt x="168851" y="17740"/>
                  </a:lnTo>
                  <a:lnTo>
                    <a:pt x="168998" y="17589"/>
                  </a:lnTo>
                  <a:lnTo>
                    <a:pt x="169390" y="17289"/>
                  </a:lnTo>
                  <a:lnTo>
                    <a:pt x="170076" y="16787"/>
                  </a:lnTo>
                  <a:lnTo>
                    <a:pt x="170909" y="16286"/>
                  </a:lnTo>
                  <a:lnTo>
                    <a:pt x="171841" y="15635"/>
                  </a:lnTo>
                  <a:lnTo>
                    <a:pt x="172478" y="15184"/>
                  </a:lnTo>
                  <a:lnTo>
                    <a:pt x="173164" y="14833"/>
                  </a:lnTo>
                  <a:lnTo>
                    <a:pt x="173752" y="14783"/>
                  </a:lnTo>
                  <a:lnTo>
                    <a:pt x="174046" y="14783"/>
                  </a:lnTo>
                  <a:lnTo>
                    <a:pt x="174438" y="14883"/>
                  </a:lnTo>
                  <a:lnTo>
                    <a:pt x="174879" y="15234"/>
                  </a:lnTo>
                  <a:lnTo>
                    <a:pt x="175419" y="15685"/>
                  </a:lnTo>
                  <a:lnTo>
                    <a:pt x="176056" y="16086"/>
                  </a:lnTo>
                  <a:lnTo>
                    <a:pt x="176203" y="16136"/>
                  </a:lnTo>
                  <a:lnTo>
                    <a:pt x="176987" y="16336"/>
                  </a:lnTo>
                  <a:lnTo>
                    <a:pt x="177673" y="16336"/>
                  </a:lnTo>
                  <a:lnTo>
                    <a:pt x="178702" y="16086"/>
                  </a:lnTo>
                  <a:lnTo>
                    <a:pt x="179487" y="16286"/>
                  </a:lnTo>
                  <a:lnTo>
                    <a:pt x="180761" y="16838"/>
                  </a:lnTo>
                  <a:lnTo>
                    <a:pt x="181104" y="16888"/>
                  </a:lnTo>
                  <a:lnTo>
                    <a:pt x="181398" y="16988"/>
                  </a:lnTo>
                  <a:lnTo>
                    <a:pt x="181986" y="17238"/>
                  </a:lnTo>
                  <a:lnTo>
                    <a:pt x="182525" y="17389"/>
                  </a:lnTo>
                  <a:lnTo>
                    <a:pt x="183261" y="17639"/>
                  </a:lnTo>
                  <a:lnTo>
                    <a:pt x="183457" y="17740"/>
                  </a:lnTo>
                  <a:lnTo>
                    <a:pt x="183898" y="17990"/>
                  </a:lnTo>
                  <a:lnTo>
                    <a:pt x="184290" y="18391"/>
                  </a:lnTo>
                  <a:lnTo>
                    <a:pt x="184682" y="18792"/>
                  </a:lnTo>
                  <a:lnTo>
                    <a:pt x="184829" y="19093"/>
                  </a:lnTo>
                  <a:lnTo>
                    <a:pt x="185025" y="19343"/>
                  </a:lnTo>
                  <a:lnTo>
                    <a:pt x="185221" y="19644"/>
                  </a:lnTo>
                  <a:lnTo>
                    <a:pt x="185907" y="20045"/>
                  </a:lnTo>
                  <a:lnTo>
                    <a:pt x="186496" y="20095"/>
                  </a:lnTo>
                  <a:lnTo>
                    <a:pt x="187084" y="19794"/>
                  </a:lnTo>
                  <a:lnTo>
                    <a:pt x="187378" y="19594"/>
                  </a:lnTo>
                  <a:lnTo>
                    <a:pt x="187525" y="19544"/>
                  </a:lnTo>
                  <a:lnTo>
                    <a:pt x="188505" y="19093"/>
                  </a:lnTo>
                  <a:lnTo>
                    <a:pt x="189093" y="18942"/>
                  </a:lnTo>
                  <a:lnTo>
                    <a:pt x="189338" y="18892"/>
                  </a:lnTo>
                  <a:lnTo>
                    <a:pt x="190221" y="18592"/>
                  </a:lnTo>
                  <a:lnTo>
                    <a:pt x="191054" y="18090"/>
                  </a:lnTo>
                  <a:lnTo>
                    <a:pt x="191348" y="17639"/>
                  </a:lnTo>
                  <a:lnTo>
                    <a:pt x="191593" y="17138"/>
                  </a:lnTo>
                  <a:lnTo>
                    <a:pt x="191985" y="16637"/>
                  </a:lnTo>
                  <a:lnTo>
                    <a:pt x="192573" y="16236"/>
                  </a:lnTo>
                  <a:lnTo>
                    <a:pt x="193112" y="15936"/>
                  </a:lnTo>
                  <a:lnTo>
                    <a:pt x="193750" y="14933"/>
                  </a:lnTo>
                  <a:lnTo>
                    <a:pt x="193848" y="14432"/>
                  </a:lnTo>
                  <a:lnTo>
                    <a:pt x="193799" y="14182"/>
                  </a:lnTo>
                  <a:lnTo>
                    <a:pt x="193750" y="13630"/>
                  </a:lnTo>
                  <a:lnTo>
                    <a:pt x="193554" y="12778"/>
                  </a:lnTo>
                  <a:lnTo>
                    <a:pt x="193308" y="12077"/>
                  </a:lnTo>
                  <a:lnTo>
                    <a:pt x="193210" y="11576"/>
                  </a:lnTo>
                  <a:lnTo>
                    <a:pt x="193161" y="11425"/>
                  </a:lnTo>
                  <a:lnTo>
                    <a:pt x="193308" y="10974"/>
                  </a:lnTo>
                  <a:lnTo>
                    <a:pt x="193897" y="10172"/>
                  </a:lnTo>
                  <a:lnTo>
                    <a:pt x="194583" y="9220"/>
                  </a:lnTo>
                  <a:lnTo>
                    <a:pt x="194828" y="8870"/>
                  </a:lnTo>
                  <a:lnTo>
                    <a:pt x="195416" y="7867"/>
                  </a:lnTo>
                  <a:lnTo>
                    <a:pt x="195612" y="7567"/>
                  </a:lnTo>
                  <a:lnTo>
                    <a:pt x="196151" y="6965"/>
                  </a:lnTo>
                  <a:lnTo>
                    <a:pt x="196494" y="6765"/>
                  </a:lnTo>
                  <a:lnTo>
                    <a:pt x="197082" y="6514"/>
                  </a:lnTo>
                  <a:lnTo>
                    <a:pt x="197475" y="6414"/>
                  </a:lnTo>
                  <a:lnTo>
                    <a:pt x="197720" y="6414"/>
                  </a:lnTo>
                  <a:lnTo>
                    <a:pt x="198161" y="6564"/>
                  </a:lnTo>
                  <a:lnTo>
                    <a:pt x="198700" y="6915"/>
                  </a:lnTo>
                  <a:lnTo>
                    <a:pt x="198945" y="7266"/>
                  </a:lnTo>
                  <a:lnTo>
                    <a:pt x="199435" y="7867"/>
                  </a:lnTo>
                  <a:lnTo>
                    <a:pt x="199631" y="7968"/>
                  </a:lnTo>
                  <a:lnTo>
                    <a:pt x="200121" y="8068"/>
                  </a:lnTo>
                  <a:lnTo>
                    <a:pt x="200268" y="8118"/>
                  </a:lnTo>
                  <a:lnTo>
                    <a:pt x="200758" y="7968"/>
                  </a:lnTo>
                  <a:lnTo>
                    <a:pt x="201396" y="7767"/>
                  </a:lnTo>
                  <a:lnTo>
                    <a:pt x="201984" y="7617"/>
                  </a:lnTo>
                  <a:lnTo>
                    <a:pt x="202670" y="7567"/>
                  </a:lnTo>
                  <a:lnTo>
                    <a:pt x="203307" y="7516"/>
                  </a:lnTo>
                  <a:lnTo>
                    <a:pt x="203797" y="7366"/>
                  </a:lnTo>
                  <a:lnTo>
                    <a:pt x="204533" y="7316"/>
                  </a:lnTo>
                  <a:lnTo>
                    <a:pt x="205317" y="7316"/>
                  </a:lnTo>
                  <a:lnTo>
                    <a:pt x="206444" y="7466"/>
                  </a:lnTo>
                  <a:lnTo>
                    <a:pt x="207277" y="7817"/>
                  </a:lnTo>
                  <a:lnTo>
                    <a:pt x="207718" y="8118"/>
                  </a:lnTo>
                  <a:lnTo>
                    <a:pt x="208748" y="9170"/>
                  </a:lnTo>
                  <a:lnTo>
                    <a:pt x="209532" y="9621"/>
                  </a:lnTo>
                  <a:lnTo>
                    <a:pt x="210708" y="10122"/>
                  </a:lnTo>
                  <a:lnTo>
                    <a:pt x="211541" y="10473"/>
                  </a:lnTo>
                  <a:lnTo>
                    <a:pt x="211885" y="11075"/>
                  </a:lnTo>
                  <a:lnTo>
                    <a:pt x="212081" y="11977"/>
                  </a:lnTo>
                  <a:lnTo>
                    <a:pt x="212522" y="13079"/>
                  </a:lnTo>
                  <a:lnTo>
                    <a:pt x="213894" y="14733"/>
                  </a:lnTo>
                  <a:lnTo>
                    <a:pt x="214384" y="15134"/>
                  </a:lnTo>
                  <a:lnTo>
                    <a:pt x="215266" y="15735"/>
                  </a:lnTo>
                  <a:lnTo>
                    <a:pt x="225608" y="14232"/>
                  </a:lnTo>
                  <a:lnTo>
                    <a:pt x="227569" y="11726"/>
                  </a:lnTo>
                  <a:lnTo>
                    <a:pt x="232862" y="10724"/>
                  </a:lnTo>
                  <a:lnTo>
                    <a:pt x="233254" y="10122"/>
                  </a:lnTo>
                  <a:lnTo>
                    <a:pt x="233745" y="9170"/>
                  </a:lnTo>
                  <a:lnTo>
                    <a:pt x="233990" y="8218"/>
                  </a:lnTo>
                  <a:lnTo>
                    <a:pt x="234186" y="7216"/>
                  </a:lnTo>
                  <a:lnTo>
                    <a:pt x="234431" y="6163"/>
                  </a:lnTo>
                  <a:lnTo>
                    <a:pt x="234823" y="5362"/>
                  </a:lnTo>
                  <a:lnTo>
                    <a:pt x="235117" y="4911"/>
                  </a:lnTo>
                  <a:lnTo>
                    <a:pt x="235509" y="4560"/>
                  </a:lnTo>
                  <a:lnTo>
                    <a:pt x="235950" y="4109"/>
                  </a:lnTo>
                  <a:lnTo>
                    <a:pt x="236783" y="3307"/>
                  </a:lnTo>
                  <a:lnTo>
                    <a:pt x="237764" y="2004"/>
                  </a:lnTo>
                  <a:lnTo>
                    <a:pt x="242714" y="1503"/>
                  </a:lnTo>
                  <a:lnTo>
                    <a:pt x="243155" y="1453"/>
                  </a:lnTo>
                  <a:lnTo>
                    <a:pt x="244675" y="1353"/>
                  </a:lnTo>
                  <a:lnTo>
                    <a:pt x="258545" y="0"/>
                  </a:lnTo>
                  <a:lnTo>
                    <a:pt x="258790" y="1954"/>
                  </a:lnTo>
                  <a:lnTo>
                    <a:pt x="259379" y="1904"/>
                  </a:lnTo>
                  <a:lnTo>
                    <a:pt x="260359" y="2255"/>
                  </a:lnTo>
                  <a:lnTo>
                    <a:pt x="262564" y="2104"/>
                  </a:lnTo>
                  <a:lnTo>
                    <a:pt x="263202" y="2605"/>
                  </a:lnTo>
                  <a:lnTo>
                    <a:pt x="263447" y="2605"/>
                  </a:lnTo>
                  <a:lnTo>
                    <a:pt x="263986" y="2555"/>
                  </a:lnTo>
                  <a:lnTo>
                    <a:pt x="264182" y="2555"/>
                  </a:lnTo>
                  <a:lnTo>
                    <a:pt x="264574" y="3157"/>
                  </a:lnTo>
                  <a:lnTo>
                    <a:pt x="264868" y="3708"/>
                  </a:lnTo>
                  <a:lnTo>
                    <a:pt x="265015" y="3608"/>
                  </a:lnTo>
                  <a:lnTo>
                    <a:pt x="267466" y="1854"/>
                  </a:lnTo>
                  <a:lnTo>
                    <a:pt x="268495" y="3257"/>
                  </a:lnTo>
                  <a:lnTo>
                    <a:pt x="269769" y="5061"/>
                  </a:lnTo>
                  <a:lnTo>
                    <a:pt x="271093" y="7216"/>
                  </a:lnTo>
                  <a:lnTo>
                    <a:pt x="271632" y="6214"/>
                  </a:lnTo>
                  <a:lnTo>
                    <a:pt x="271975" y="5612"/>
                  </a:lnTo>
                  <a:lnTo>
                    <a:pt x="272808" y="5111"/>
                  </a:lnTo>
                  <a:lnTo>
                    <a:pt x="273739" y="2756"/>
                  </a:lnTo>
                  <a:lnTo>
                    <a:pt x="274279" y="2505"/>
                  </a:lnTo>
                  <a:lnTo>
                    <a:pt x="274769" y="2204"/>
                  </a:lnTo>
                  <a:lnTo>
                    <a:pt x="274720" y="1002"/>
                  </a:lnTo>
                  <a:lnTo>
                    <a:pt x="275455" y="551"/>
                  </a:lnTo>
                  <a:lnTo>
                    <a:pt x="275896" y="250"/>
                  </a:lnTo>
                  <a:lnTo>
                    <a:pt x="275994" y="451"/>
                  </a:lnTo>
                  <a:lnTo>
                    <a:pt x="276190" y="701"/>
                  </a:lnTo>
                  <a:lnTo>
                    <a:pt x="276386" y="952"/>
                  </a:lnTo>
                  <a:lnTo>
                    <a:pt x="277317" y="801"/>
                  </a:lnTo>
                  <a:lnTo>
                    <a:pt x="279670" y="1353"/>
                  </a:lnTo>
                  <a:lnTo>
                    <a:pt x="279768" y="1553"/>
                  </a:lnTo>
                  <a:lnTo>
                    <a:pt x="280062" y="2255"/>
                  </a:lnTo>
                  <a:lnTo>
                    <a:pt x="280258" y="2706"/>
                  </a:lnTo>
                  <a:lnTo>
                    <a:pt x="281239" y="2906"/>
                  </a:lnTo>
                  <a:lnTo>
                    <a:pt x="283297" y="3307"/>
                  </a:lnTo>
                  <a:lnTo>
                    <a:pt x="284326" y="3507"/>
                  </a:lnTo>
                  <a:lnTo>
                    <a:pt x="287512" y="4510"/>
                  </a:lnTo>
                  <a:lnTo>
                    <a:pt x="290159" y="5312"/>
                  </a:lnTo>
                  <a:lnTo>
                    <a:pt x="290551" y="6113"/>
                  </a:lnTo>
                  <a:lnTo>
                    <a:pt x="291335" y="7717"/>
                  </a:lnTo>
                  <a:lnTo>
                    <a:pt x="293884" y="7065"/>
                  </a:lnTo>
                  <a:lnTo>
                    <a:pt x="297462" y="4660"/>
                  </a:lnTo>
                  <a:lnTo>
                    <a:pt x="299570" y="3307"/>
                  </a:lnTo>
                  <a:lnTo>
                    <a:pt x="302069" y="9521"/>
                  </a:lnTo>
                  <a:lnTo>
                    <a:pt x="302265" y="10022"/>
                  </a:lnTo>
                  <a:lnTo>
                    <a:pt x="303883" y="13981"/>
                  </a:lnTo>
                  <a:lnTo>
                    <a:pt x="305157" y="17188"/>
                  </a:lnTo>
                  <a:lnTo>
                    <a:pt x="305304" y="17539"/>
                  </a:lnTo>
                  <a:lnTo>
                    <a:pt x="305402" y="17740"/>
                  </a:lnTo>
                  <a:lnTo>
                    <a:pt x="305500" y="18040"/>
                  </a:lnTo>
                  <a:lnTo>
                    <a:pt x="305941" y="19093"/>
                  </a:lnTo>
                  <a:lnTo>
                    <a:pt x="306088" y="19393"/>
                  </a:lnTo>
                  <a:lnTo>
                    <a:pt x="306333" y="19945"/>
                  </a:lnTo>
                  <a:lnTo>
                    <a:pt x="306578" y="20396"/>
                  </a:lnTo>
                  <a:lnTo>
                    <a:pt x="306726" y="20696"/>
                  </a:lnTo>
                  <a:lnTo>
                    <a:pt x="306824" y="20847"/>
                  </a:lnTo>
                  <a:lnTo>
                    <a:pt x="307412" y="21849"/>
                  </a:lnTo>
                  <a:lnTo>
                    <a:pt x="307657" y="22150"/>
                  </a:lnTo>
                  <a:lnTo>
                    <a:pt x="308441" y="23302"/>
                  </a:lnTo>
                  <a:lnTo>
                    <a:pt x="308686" y="23553"/>
                  </a:lnTo>
                  <a:lnTo>
                    <a:pt x="310402" y="25507"/>
                  </a:lnTo>
                  <a:lnTo>
                    <a:pt x="312166" y="27612"/>
                  </a:lnTo>
                  <a:lnTo>
                    <a:pt x="315156" y="31120"/>
                  </a:lnTo>
                  <a:lnTo>
                    <a:pt x="315499" y="31521"/>
                  </a:lnTo>
                  <a:lnTo>
                    <a:pt x="315891" y="31972"/>
                  </a:lnTo>
                  <a:lnTo>
                    <a:pt x="317018" y="33225"/>
                  </a:lnTo>
                  <a:lnTo>
                    <a:pt x="318097" y="34528"/>
                  </a:lnTo>
                  <a:lnTo>
                    <a:pt x="322900" y="40040"/>
                  </a:lnTo>
                  <a:lnTo>
                    <a:pt x="325645" y="43197"/>
                  </a:lnTo>
                  <a:lnTo>
                    <a:pt x="327115" y="44901"/>
                  </a:lnTo>
                  <a:lnTo>
                    <a:pt x="331918" y="50413"/>
                  </a:lnTo>
                  <a:lnTo>
                    <a:pt x="334222" y="53120"/>
                  </a:lnTo>
                  <a:lnTo>
                    <a:pt x="334467" y="53370"/>
                  </a:lnTo>
                  <a:lnTo>
                    <a:pt x="335153" y="54122"/>
                  </a:lnTo>
                  <a:lnTo>
                    <a:pt x="335987" y="54924"/>
                  </a:lnTo>
                  <a:lnTo>
                    <a:pt x="337800" y="56577"/>
                  </a:lnTo>
                  <a:lnTo>
                    <a:pt x="340594" y="58883"/>
                  </a:lnTo>
                  <a:lnTo>
                    <a:pt x="347946" y="64946"/>
                  </a:lnTo>
                  <a:lnTo>
                    <a:pt x="350691" y="67151"/>
                  </a:lnTo>
                  <a:lnTo>
                    <a:pt x="349759" y="68304"/>
                  </a:lnTo>
                  <a:lnTo>
                    <a:pt x="347260" y="71361"/>
                  </a:lnTo>
                  <a:lnTo>
                    <a:pt x="347162" y="71511"/>
                  </a:lnTo>
                  <a:lnTo>
                    <a:pt x="345740" y="73265"/>
                  </a:lnTo>
                  <a:lnTo>
                    <a:pt x="349024" y="77374"/>
                  </a:lnTo>
                  <a:lnTo>
                    <a:pt x="350789" y="79629"/>
                  </a:lnTo>
                  <a:lnTo>
                    <a:pt x="351181" y="80131"/>
                  </a:lnTo>
                  <a:lnTo>
                    <a:pt x="358680" y="85142"/>
                  </a:lnTo>
                  <a:lnTo>
                    <a:pt x="358141" y="86144"/>
                  </a:lnTo>
                  <a:lnTo>
                    <a:pt x="357258" y="89101"/>
                  </a:lnTo>
                  <a:lnTo>
                    <a:pt x="356621" y="91907"/>
                  </a:lnTo>
                  <a:lnTo>
                    <a:pt x="356572" y="92158"/>
                  </a:lnTo>
                  <a:lnTo>
                    <a:pt x="356376" y="92809"/>
                  </a:lnTo>
                  <a:lnTo>
                    <a:pt x="356082" y="94162"/>
                  </a:lnTo>
                  <a:lnTo>
                    <a:pt x="355102" y="97871"/>
                  </a:lnTo>
                  <a:lnTo>
                    <a:pt x="354906" y="98622"/>
                  </a:lnTo>
                  <a:lnTo>
                    <a:pt x="354808" y="99174"/>
                  </a:lnTo>
                  <a:lnTo>
                    <a:pt x="354416" y="100777"/>
                  </a:lnTo>
                  <a:lnTo>
                    <a:pt x="353239" y="105237"/>
                  </a:lnTo>
                  <a:lnTo>
                    <a:pt x="353239" y="105488"/>
                  </a:lnTo>
                  <a:lnTo>
                    <a:pt x="353141" y="106490"/>
                  </a:lnTo>
                  <a:lnTo>
                    <a:pt x="353239" y="107943"/>
                  </a:lnTo>
                  <a:lnTo>
                    <a:pt x="353337" y="108845"/>
                  </a:lnTo>
                  <a:lnTo>
                    <a:pt x="353386" y="109196"/>
                  </a:lnTo>
                  <a:lnTo>
                    <a:pt x="354023" y="109948"/>
                  </a:lnTo>
                  <a:lnTo>
                    <a:pt x="355249" y="111351"/>
                  </a:lnTo>
                  <a:lnTo>
                    <a:pt x="360003" y="116763"/>
                  </a:lnTo>
                  <a:lnTo>
                    <a:pt x="358680" y="118166"/>
                  </a:lnTo>
                  <a:lnTo>
                    <a:pt x="357160" y="119770"/>
                  </a:lnTo>
                  <a:lnTo>
                    <a:pt x="357062" y="119920"/>
                  </a:lnTo>
                  <a:lnTo>
                    <a:pt x="356229" y="120772"/>
                  </a:lnTo>
                  <a:lnTo>
                    <a:pt x="353925" y="123178"/>
                  </a:lnTo>
                  <a:lnTo>
                    <a:pt x="352553" y="124631"/>
                  </a:lnTo>
                  <a:lnTo>
                    <a:pt x="349122" y="128139"/>
                  </a:lnTo>
                  <a:lnTo>
                    <a:pt x="348289" y="129041"/>
                  </a:lnTo>
                  <a:lnTo>
                    <a:pt x="348142" y="129191"/>
                  </a:lnTo>
                  <a:lnTo>
                    <a:pt x="346966" y="130444"/>
                  </a:lnTo>
                  <a:lnTo>
                    <a:pt x="344417" y="133150"/>
                  </a:lnTo>
                  <a:lnTo>
                    <a:pt x="341182" y="137059"/>
                  </a:lnTo>
                  <a:lnTo>
                    <a:pt x="339025" y="139765"/>
                  </a:lnTo>
                  <a:lnTo>
                    <a:pt x="338437" y="141168"/>
                  </a:lnTo>
                  <a:lnTo>
                    <a:pt x="337065" y="145127"/>
                  </a:lnTo>
                  <a:lnTo>
                    <a:pt x="335104" y="149888"/>
                  </a:lnTo>
                  <a:lnTo>
                    <a:pt x="333291" y="152394"/>
                  </a:lnTo>
                  <a:lnTo>
                    <a:pt x="330350" y="154799"/>
                  </a:lnTo>
                  <a:lnTo>
                    <a:pt x="327605" y="155952"/>
                  </a:lnTo>
                  <a:lnTo>
                    <a:pt x="320596" y="158608"/>
                  </a:lnTo>
                  <a:lnTo>
                    <a:pt x="317116" y="159660"/>
                  </a:lnTo>
                  <a:lnTo>
                    <a:pt x="313783" y="159660"/>
                  </a:lnTo>
                  <a:lnTo>
                    <a:pt x="307706" y="158959"/>
                  </a:lnTo>
                  <a:lnTo>
                    <a:pt x="304912" y="159109"/>
                  </a:lnTo>
                  <a:lnTo>
                    <a:pt x="301138" y="160111"/>
                  </a:lnTo>
                  <a:lnTo>
                    <a:pt x="297560" y="162416"/>
                  </a:lnTo>
                  <a:lnTo>
                    <a:pt x="293541" y="166576"/>
                  </a:lnTo>
                  <a:lnTo>
                    <a:pt x="289424" y="170785"/>
                  </a:lnTo>
                  <a:lnTo>
                    <a:pt x="286777" y="174694"/>
                  </a:lnTo>
                  <a:lnTo>
                    <a:pt x="285258" y="178703"/>
                  </a:lnTo>
                  <a:lnTo>
                    <a:pt x="283199" y="197897"/>
                  </a:lnTo>
                  <a:lnTo>
                    <a:pt x="282121" y="207969"/>
                  </a:lnTo>
                  <a:lnTo>
                    <a:pt x="282219" y="208972"/>
                  </a:lnTo>
                  <a:lnTo>
                    <a:pt x="282366" y="210525"/>
                  </a:lnTo>
                  <a:lnTo>
                    <a:pt x="282905" y="212329"/>
                  </a:lnTo>
                  <a:lnTo>
                    <a:pt x="283542" y="213983"/>
                  </a:lnTo>
                  <a:lnTo>
                    <a:pt x="284277" y="214985"/>
                  </a:lnTo>
                  <a:lnTo>
                    <a:pt x="285748" y="216940"/>
                  </a:lnTo>
                  <a:lnTo>
                    <a:pt x="286483" y="217892"/>
                  </a:lnTo>
                  <a:lnTo>
                    <a:pt x="287512" y="219295"/>
                  </a:lnTo>
                  <a:lnTo>
                    <a:pt x="288051" y="220097"/>
                  </a:lnTo>
                  <a:lnTo>
                    <a:pt x="289424" y="220047"/>
                  </a:lnTo>
                  <a:lnTo>
                    <a:pt x="291090" y="219646"/>
                  </a:lnTo>
                  <a:lnTo>
                    <a:pt x="292414" y="219245"/>
                  </a:lnTo>
                  <a:lnTo>
                    <a:pt x="292316" y="218343"/>
                  </a:lnTo>
                  <a:lnTo>
                    <a:pt x="293443" y="217842"/>
                  </a:lnTo>
                  <a:lnTo>
                    <a:pt x="302706" y="213482"/>
                  </a:lnTo>
                  <a:lnTo>
                    <a:pt x="309372" y="210425"/>
                  </a:lnTo>
                  <a:lnTo>
                    <a:pt x="316430" y="207218"/>
                  </a:lnTo>
                  <a:lnTo>
                    <a:pt x="316626" y="214234"/>
                  </a:lnTo>
                  <a:lnTo>
                    <a:pt x="314323" y="214284"/>
                  </a:lnTo>
                  <a:lnTo>
                    <a:pt x="314617" y="226160"/>
                  </a:lnTo>
                  <a:lnTo>
                    <a:pt x="317459" y="226160"/>
                  </a:lnTo>
                  <a:lnTo>
                    <a:pt x="318293" y="233577"/>
                  </a:lnTo>
                  <a:lnTo>
                    <a:pt x="318881" y="234078"/>
                  </a:lnTo>
                  <a:lnTo>
                    <a:pt x="319812" y="234880"/>
                  </a:lnTo>
                  <a:lnTo>
                    <a:pt x="318636" y="238087"/>
                  </a:lnTo>
                  <a:lnTo>
                    <a:pt x="319665" y="238338"/>
                  </a:lnTo>
                  <a:lnTo>
                    <a:pt x="320841" y="238087"/>
                  </a:lnTo>
                  <a:lnTo>
                    <a:pt x="322410" y="237837"/>
                  </a:lnTo>
                  <a:lnTo>
                    <a:pt x="323390" y="237386"/>
                  </a:lnTo>
                  <a:lnTo>
                    <a:pt x="325302" y="237386"/>
                  </a:lnTo>
                  <a:lnTo>
                    <a:pt x="328095" y="236935"/>
                  </a:lnTo>
                  <a:lnTo>
                    <a:pt x="328193" y="236083"/>
                  </a:lnTo>
                  <a:lnTo>
                    <a:pt x="328193" y="235081"/>
                  </a:lnTo>
                  <a:lnTo>
                    <a:pt x="328585" y="233828"/>
                  </a:lnTo>
                  <a:lnTo>
                    <a:pt x="329076" y="232525"/>
                  </a:lnTo>
                  <a:lnTo>
                    <a:pt x="329566" y="231823"/>
                  </a:lnTo>
                  <a:lnTo>
                    <a:pt x="330056" y="231122"/>
                  </a:lnTo>
                  <a:lnTo>
                    <a:pt x="330497" y="230570"/>
                  </a:lnTo>
                  <a:lnTo>
                    <a:pt x="330938" y="230019"/>
                  </a:lnTo>
                  <a:lnTo>
                    <a:pt x="331085" y="230019"/>
                  </a:lnTo>
                  <a:lnTo>
                    <a:pt x="331428" y="229969"/>
                  </a:lnTo>
                  <a:lnTo>
                    <a:pt x="332212" y="229518"/>
                  </a:lnTo>
                  <a:lnTo>
                    <a:pt x="332899" y="228967"/>
                  </a:lnTo>
                  <a:lnTo>
                    <a:pt x="333144" y="228165"/>
                  </a:lnTo>
                  <a:lnTo>
                    <a:pt x="333046" y="227063"/>
                  </a:lnTo>
                  <a:lnTo>
                    <a:pt x="333389" y="225960"/>
                  </a:lnTo>
                  <a:lnTo>
                    <a:pt x="333781" y="225359"/>
                  </a:lnTo>
                  <a:lnTo>
                    <a:pt x="334369" y="225108"/>
                  </a:lnTo>
                  <a:lnTo>
                    <a:pt x="335398" y="224707"/>
                  </a:lnTo>
                  <a:lnTo>
                    <a:pt x="336330" y="224256"/>
                  </a:lnTo>
                  <a:lnTo>
                    <a:pt x="337065" y="224006"/>
                  </a:lnTo>
                  <a:lnTo>
                    <a:pt x="337261" y="223905"/>
                  </a:lnTo>
                  <a:lnTo>
                    <a:pt x="338388" y="223504"/>
                  </a:lnTo>
                  <a:lnTo>
                    <a:pt x="339565" y="222352"/>
                  </a:lnTo>
                  <a:lnTo>
                    <a:pt x="340398" y="220999"/>
                  </a:lnTo>
                  <a:lnTo>
                    <a:pt x="341133" y="220097"/>
                  </a:lnTo>
                  <a:lnTo>
                    <a:pt x="341476" y="219546"/>
                  </a:lnTo>
                  <a:lnTo>
                    <a:pt x="341917" y="219195"/>
                  </a:lnTo>
                  <a:lnTo>
                    <a:pt x="342211" y="219145"/>
                  </a:lnTo>
                  <a:lnTo>
                    <a:pt x="343241" y="219195"/>
                  </a:lnTo>
                  <a:lnTo>
                    <a:pt x="344956" y="219095"/>
                  </a:lnTo>
                  <a:lnTo>
                    <a:pt x="346671" y="217892"/>
                  </a:lnTo>
                  <a:lnTo>
                    <a:pt x="347750" y="216739"/>
                  </a:lnTo>
                  <a:lnTo>
                    <a:pt x="348436" y="215486"/>
                  </a:lnTo>
                  <a:lnTo>
                    <a:pt x="348877" y="214534"/>
                  </a:lnTo>
                  <a:lnTo>
                    <a:pt x="349318" y="212981"/>
                  </a:lnTo>
                  <a:lnTo>
                    <a:pt x="350151" y="211127"/>
                  </a:lnTo>
                  <a:lnTo>
                    <a:pt x="350789" y="210224"/>
                  </a:lnTo>
                  <a:lnTo>
                    <a:pt x="353484" y="207769"/>
                  </a:lnTo>
                  <a:lnTo>
                    <a:pt x="354465" y="207067"/>
                  </a:lnTo>
                  <a:lnTo>
                    <a:pt x="356670" y="205414"/>
                  </a:lnTo>
                  <a:lnTo>
                    <a:pt x="357307" y="205163"/>
                  </a:lnTo>
                  <a:lnTo>
                    <a:pt x="358141" y="205013"/>
                  </a:lnTo>
                  <a:lnTo>
                    <a:pt x="359562" y="204461"/>
                  </a:lnTo>
                  <a:lnTo>
                    <a:pt x="359366" y="203259"/>
                  </a:lnTo>
                  <a:lnTo>
                    <a:pt x="359856" y="200954"/>
                  </a:lnTo>
                  <a:lnTo>
                    <a:pt x="360395" y="200102"/>
                  </a:lnTo>
                  <a:lnTo>
                    <a:pt x="360591" y="199801"/>
                  </a:lnTo>
                  <a:lnTo>
                    <a:pt x="361719" y="198949"/>
                  </a:lnTo>
                  <a:lnTo>
                    <a:pt x="362650" y="198097"/>
                  </a:lnTo>
                  <a:lnTo>
                    <a:pt x="363385" y="197195"/>
                  </a:lnTo>
                  <a:lnTo>
                    <a:pt x="363826" y="196544"/>
                  </a:lnTo>
                  <a:lnTo>
                    <a:pt x="364757" y="196393"/>
                  </a:lnTo>
                  <a:lnTo>
                    <a:pt x="365640" y="195892"/>
                  </a:lnTo>
                  <a:lnTo>
                    <a:pt x="366081" y="195391"/>
                  </a:lnTo>
                  <a:lnTo>
                    <a:pt x="367061" y="195040"/>
                  </a:lnTo>
                  <a:lnTo>
                    <a:pt x="368286" y="194840"/>
                  </a:lnTo>
                  <a:lnTo>
                    <a:pt x="368678" y="194088"/>
                  </a:lnTo>
                  <a:lnTo>
                    <a:pt x="368973" y="192735"/>
                  </a:lnTo>
                  <a:lnTo>
                    <a:pt x="369512" y="191933"/>
                  </a:lnTo>
                  <a:lnTo>
                    <a:pt x="370492" y="190981"/>
                  </a:lnTo>
                  <a:lnTo>
                    <a:pt x="370247" y="190029"/>
                  </a:lnTo>
                  <a:lnTo>
                    <a:pt x="370443" y="188626"/>
                  </a:lnTo>
                  <a:lnTo>
                    <a:pt x="372845" y="187573"/>
                  </a:lnTo>
                  <a:lnTo>
                    <a:pt x="373384" y="186671"/>
                  </a:lnTo>
                  <a:lnTo>
                    <a:pt x="373874" y="184967"/>
                  </a:lnTo>
                  <a:lnTo>
                    <a:pt x="374021" y="184216"/>
                  </a:lnTo>
                  <a:lnTo>
                    <a:pt x="374070" y="184065"/>
                  </a:lnTo>
                  <a:lnTo>
                    <a:pt x="374119" y="183664"/>
                  </a:lnTo>
                  <a:lnTo>
                    <a:pt x="375099" y="182963"/>
                  </a:lnTo>
                  <a:lnTo>
                    <a:pt x="375981" y="182462"/>
                  </a:lnTo>
                  <a:lnTo>
                    <a:pt x="376374" y="182311"/>
                  </a:lnTo>
                  <a:lnTo>
                    <a:pt x="377011" y="182061"/>
                  </a:lnTo>
                  <a:lnTo>
                    <a:pt x="378285" y="181710"/>
                  </a:lnTo>
                  <a:lnTo>
                    <a:pt x="378628" y="181459"/>
                  </a:lnTo>
                  <a:lnTo>
                    <a:pt x="378677" y="180908"/>
                  </a:lnTo>
                  <a:lnTo>
                    <a:pt x="378677" y="180758"/>
                  </a:lnTo>
                  <a:lnTo>
                    <a:pt x="378481" y="180457"/>
                  </a:lnTo>
                  <a:lnTo>
                    <a:pt x="378089" y="179856"/>
                  </a:lnTo>
                  <a:lnTo>
                    <a:pt x="378677" y="179305"/>
                  </a:lnTo>
                  <a:lnTo>
                    <a:pt x="379069" y="179104"/>
                  </a:lnTo>
                  <a:lnTo>
                    <a:pt x="379461" y="178904"/>
                  </a:lnTo>
                  <a:lnTo>
                    <a:pt x="379805" y="178753"/>
                  </a:lnTo>
                  <a:lnTo>
                    <a:pt x="380589" y="178553"/>
                  </a:lnTo>
                  <a:lnTo>
                    <a:pt x="381079" y="178453"/>
                  </a:lnTo>
                  <a:lnTo>
                    <a:pt x="381618" y="178453"/>
                  </a:lnTo>
                  <a:lnTo>
                    <a:pt x="382353" y="178553"/>
                  </a:lnTo>
                  <a:lnTo>
                    <a:pt x="382892" y="178703"/>
                  </a:lnTo>
                  <a:lnTo>
                    <a:pt x="383775" y="178854"/>
                  </a:lnTo>
                  <a:lnTo>
                    <a:pt x="384363" y="179054"/>
                  </a:lnTo>
                  <a:lnTo>
                    <a:pt x="384853" y="179305"/>
                  </a:lnTo>
                  <a:lnTo>
                    <a:pt x="385294" y="179655"/>
                  </a:lnTo>
                  <a:lnTo>
                    <a:pt x="385833" y="180457"/>
                  </a:lnTo>
                  <a:lnTo>
                    <a:pt x="386176" y="180908"/>
                  </a:lnTo>
                  <a:lnTo>
                    <a:pt x="386715" y="181610"/>
                  </a:lnTo>
                  <a:lnTo>
                    <a:pt x="387157" y="181911"/>
                  </a:lnTo>
                  <a:lnTo>
                    <a:pt x="388137" y="182311"/>
                  </a:lnTo>
                  <a:lnTo>
                    <a:pt x="388627" y="182762"/>
                  </a:lnTo>
                  <a:lnTo>
                    <a:pt x="389019" y="183213"/>
                  </a:lnTo>
                  <a:lnTo>
                    <a:pt x="389656" y="183715"/>
                  </a:lnTo>
                  <a:lnTo>
                    <a:pt x="390293" y="184065"/>
                  </a:lnTo>
                  <a:lnTo>
                    <a:pt x="390784" y="184466"/>
                  </a:lnTo>
                  <a:lnTo>
                    <a:pt x="390980" y="184767"/>
                  </a:lnTo>
                  <a:lnTo>
                    <a:pt x="391029" y="185569"/>
                  </a:lnTo>
                  <a:lnTo>
                    <a:pt x="391176" y="185920"/>
                  </a:lnTo>
                  <a:lnTo>
                    <a:pt x="391372" y="186070"/>
                  </a:lnTo>
                  <a:lnTo>
                    <a:pt x="391764" y="186220"/>
                  </a:lnTo>
                  <a:lnTo>
                    <a:pt x="392303" y="186471"/>
                  </a:lnTo>
                  <a:lnTo>
                    <a:pt x="392989" y="186721"/>
                  </a:lnTo>
                  <a:lnTo>
                    <a:pt x="393234" y="186822"/>
                  </a:lnTo>
                  <a:lnTo>
                    <a:pt x="393675" y="187172"/>
                  </a:lnTo>
                  <a:lnTo>
                    <a:pt x="394067" y="187623"/>
                  </a:lnTo>
                  <a:lnTo>
                    <a:pt x="394165" y="187774"/>
                  </a:lnTo>
                  <a:lnTo>
                    <a:pt x="394656" y="188325"/>
                  </a:lnTo>
                  <a:lnTo>
                    <a:pt x="395048" y="188876"/>
                  </a:lnTo>
                  <a:lnTo>
                    <a:pt x="395195" y="189277"/>
                  </a:lnTo>
                  <a:lnTo>
                    <a:pt x="395342" y="189628"/>
                  </a:lnTo>
                  <a:lnTo>
                    <a:pt x="395636" y="189929"/>
                  </a:lnTo>
                  <a:lnTo>
                    <a:pt x="395881" y="190079"/>
                  </a:lnTo>
                  <a:lnTo>
                    <a:pt x="396714" y="190380"/>
                  </a:lnTo>
                  <a:lnTo>
                    <a:pt x="396959" y="190530"/>
                  </a:lnTo>
                  <a:lnTo>
                    <a:pt x="397351" y="190781"/>
                  </a:lnTo>
                  <a:lnTo>
                    <a:pt x="397596" y="191031"/>
                  </a:lnTo>
                  <a:lnTo>
                    <a:pt x="397939" y="191131"/>
                  </a:lnTo>
                  <a:lnTo>
                    <a:pt x="398332" y="191282"/>
                  </a:lnTo>
                  <a:lnTo>
                    <a:pt x="398577" y="191282"/>
                  </a:lnTo>
                  <a:lnTo>
                    <a:pt x="399067" y="191432"/>
                  </a:lnTo>
                  <a:lnTo>
                    <a:pt x="399165" y="191683"/>
                  </a:lnTo>
                  <a:lnTo>
                    <a:pt x="399067" y="192234"/>
                  </a:lnTo>
                  <a:lnTo>
                    <a:pt x="398969" y="192885"/>
                  </a:lnTo>
                  <a:lnTo>
                    <a:pt x="398822" y="193437"/>
                  </a:lnTo>
                  <a:lnTo>
                    <a:pt x="398920" y="194038"/>
                  </a:lnTo>
                  <a:lnTo>
                    <a:pt x="399018" y="194589"/>
                  </a:lnTo>
                  <a:lnTo>
                    <a:pt x="399165" y="195090"/>
                  </a:lnTo>
                  <a:lnTo>
                    <a:pt x="399214" y="195541"/>
                  </a:lnTo>
                  <a:lnTo>
                    <a:pt x="399312" y="195992"/>
                  </a:lnTo>
                  <a:lnTo>
                    <a:pt x="399312" y="196493"/>
                  </a:lnTo>
                  <a:lnTo>
                    <a:pt x="399165" y="196844"/>
                  </a:lnTo>
                  <a:lnTo>
                    <a:pt x="399067" y="197145"/>
                  </a:lnTo>
                  <a:lnTo>
                    <a:pt x="399067" y="197646"/>
                  </a:lnTo>
                  <a:lnTo>
                    <a:pt x="399165" y="198047"/>
                  </a:lnTo>
                  <a:lnTo>
                    <a:pt x="399165" y="198648"/>
                  </a:lnTo>
                  <a:lnTo>
                    <a:pt x="399214" y="199300"/>
                  </a:lnTo>
                  <a:lnTo>
                    <a:pt x="399165" y="199751"/>
                  </a:lnTo>
                  <a:lnTo>
                    <a:pt x="399067" y="199901"/>
                  </a:lnTo>
                  <a:lnTo>
                    <a:pt x="398675" y="200603"/>
                  </a:lnTo>
                  <a:lnTo>
                    <a:pt x="398234" y="201655"/>
                  </a:lnTo>
                  <a:lnTo>
                    <a:pt x="398234" y="202056"/>
                  </a:lnTo>
                  <a:lnTo>
                    <a:pt x="398185" y="202958"/>
                  </a:lnTo>
                  <a:lnTo>
                    <a:pt x="398381" y="203359"/>
                  </a:lnTo>
                  <a:lnTo>
                    <a:pt x="398773" y="203910"/>
                  </a:lnTo>
                  <a:lnTo>
                    <a:pt x="399116" y="204361"/>
                  </a:lnTo>
                  <a:lnTo>
                    <a:pt x="399606" y="205263"/>
                  </a:lnTo>
                  <a:lnTo>
                    <a:pt x="399851" y="205664"/>
                  </a:lnTo>
                  <a:lnTo>
                    <a:pt x="399949" y="205915"/>
                  </a:lnTo>
                  <a:lnTo>
                    <a:pt x="400145" y="206215"/>
                  </a:lnTo>
                  <a:lnTo>
                    <a:pt x="400537" y="206466"/>
                  </a:lnTo>
                  <a:lnTo>
                    <a:pt x="401174" y="206867"/>
                  </a:lnTo>
                  <a:lnTo>
                    <a:pt x="401566" y="207168"/>
                  </a:lnTo>
                  <a:lnTo>
                    <a:pt x="402106" y="207669"/>
                  </a:lnTo>
                  <a:lnTo>
                    <a:pt x="402204" y="208170"/>
                  </a:lnTo>
                  <a:lnTo>
                    <a:pt x="402204" y="208320"/>
                  </a:lnTo>
                  <a:lnTo>
                    <a:pt x="402253" y="209222"/>
                  </a:lnTo>
                  <a:lnTo>
                    <a:pt x="402106" y="209824"/>
                  </a:lnTo>
                  <a:lnTo>
                    <a:pt x="402057" y="210074"/>
                  </a:lnTo>
                  <a:lnTo>
                    <a:pt x="402008" y="210275"/>
                  </a:lnTo>
                  <a:lnTo>
                    <a:pt x="401959" y="210726"/>
                  </a:lnTo>
                  <a:lnTo>
                    <a:pt x="402106" y="211527"/>
                  </a:lnTo>
                  <a:lnTo>
                    <a:pt x="402253" y="212179"/>
                  </a:lnTo>
                  <a:lnTo>
                    <a:pt x="402351" y="212379"/>
                  </a:lnTo>
                  <a:lnTo>
                    <a:pt x="402694" y="213031"/>
                  </a:lnTo>
                  <a:lnTo>
                    <a:pt x="403282" y="213682"/>
                  </a:lnTo>
                  <a:lnTo>
                    <a:pt x="403723" y="214083"/>
                  </a:lnTo>
                  <a:lnTo>
                    <a:pt x="404066" y="214384"/>
                  </a:lnTo>
                  <a:lnTo>
                    <a:pt x="404458" y="215286"/>
                  </a:lnTo>
                  <a:lnTo>
                    <a:pt x="404507" y="216338"/>
                  </a:lnTo>
                  <a:lnTo>
                    <a:pt x="404262" y="217040"/>
                  </a:lnTo>
                  <a:lnTo>
                    <a:pt x="404115" y="217441"/>
                  </a:lnTo>
                  <a:lnTo>
                    <a:pt x="403723" y="218192"/>
                  </a:lnTo>
                  <a:lnTo>
                    <a:pt x="403625" y="218443"/>
                  </a:lnTo>
                  <a:lnTo>
                    <a:pt x="403429" y="219295"/>
                  </a:lnTo>
                  <a:lnTo>
                    <a:pt x="403429" y="220097"/>
                  </a:lnTo>
                  <a:lnTo>
                    <a:pt x="403331" y="221199"/>
                  </a:lnTo>
                  <a:lnTo>
                    <a:pt x="403282" y="221350"/>
                  </a:lnTo>
                  <a:lnTo>
                    <a:pt x="402939" y="222252"/>
                  </a:lnTo>
                  <a:lnTo>
                    <a:pt x="402449" y="223655"/>
                  </a:lnTo>
                  <a:lnTo>
                    <a:pt x="402106" y="225258"/>
                  </a:lnTo>
                  <a:lnTo>
                    <a:pt x="401812" y="227263"/>
                  </a:lnTo>
                  <a:lnTo>
                    <a:pt x="401272" y="229067"/>
                  </a:lnTo>
                  <a:lnTo>
                    <a:pt x="401174" y="229518"/>
                  </a:lnTo>
                  <a:lnTo>
                    <a:pt x="399704" y="230971"/>
                  </a:lnTo>
                  <a:lnTo>
                    <a:pt x="399214" y="231573"/>
                  </a:lnTo>
                  <a:lnTo>
                    <a:pt x="398430" y="232475"/>
                  </a:lnTo>
                  <a:lnTo>
                    <a:pt x="397547" y="234279"/>
                  </a:lnTo>
                  <a:lnTo>
                    <a:pt x="397155" y="235482"/>
                  </a:lnTo>
                  <a:lnTo>
                    <a:pt x="397155" y="236033"/>
                  </a:lnTo>
                  <a:lnTo>
                    <a:pt x="396910" y="237737"/>
                  </a:lnTo>
                  <a:lnTo>
                    <a:pt x="396420" y="239290"/>
                  </a:lnTo>
                  <a:lnTo>
                    <a:pt x="396322" y="240543"/>
                  </a:lnTo>
                  <a:lnTo>
                    <a:pt x="395979" y="241545"/>
                  </a:lnTo>
                  <a:lnTo>
                    <a:pt x="395881" y="242548"/>
                  </a:lnTo>
                  <a:lnTo>
                    <a:pt x="395881" y="243199"/>
                  </a:lnTo>
                  <a:lnTo>
                    <a:pt x="395881" y="243399"/>
                  </a:lnTo>
                  <a:lnTo>
                    <a:pt x="395979" y="244101"/>
                  </a:lnTo>
                  <a:lnTo>
                    <a:pt x="396273" y="244502"/>
                  </a:lnTo>
                  <a:lnTo>
                    <a:pt x="396567" y="244953"/>
                  </a:lnTo>
                  <a:lnTo>
                    <a:pt x="397645" y="246156"/>
                  </a:lnTo>
                  <a:lnTo>
                    <a:pt x="398773" y="247509"/>
                  </a:lnTo>
                  <a:lnTo>
                    <a:pt x="399557" y="248812"/>
                  </a:lnTo>
                  <a:lnTo>
                    <a:pt x="400635" y="249914"/>
                  </a:lnTo>
                  <a:lnTo>
                    <a:pt x="400929" y="250365"/>
                  </a:lnTo>
                  <a:lnTo>
                    <a:pt x="401223" y="250716"/>
                  </a:lnTo>
                  <a:lnTo>
                    <a:pt x="401517" y="251167"/>
                  </a:lnTo>
                  <a:lnTo>
                    <a:pt x="403380" y="252420"/>
                  </a:lnTo>
                  <a:lnTo>
                    <a:pt x="403772" y="252670"/>
                  </a:lnTo>
                  <a:lnTo>
                    <a:pt x="404605" y="253222"/>
                  </a:lnTo>
                  <a:lnTo>
                    <a:pt x="404899" y="253422"/>
                  </a:lnTo>
                  <a:lnTo>
                    <a:pt x="405193" y="253623"/>
                  </a:lnTo>
                  <a:lnTo>
                    <a:pt x="406566" y="254725"/>
                  </a:lnTo>
                  <a:lnTo>
                    <a:pt x="407693" y="255828"/>
                  </a:lnTo>
                  <a:lnTo>
                    <a:pt x="409017" y="257682"/>
                  </a:lnTo>
                  <a:lnTo>
                    <a:pt x="409556" y="258484"/>
                  </a:lnTo>
                  <a:lnTo>
                    <a:pt x="410193" y="259085"/>
                  </a:lnTo>
                  <a:lnTo>
                    <a:pt x="410634" y="259436"/>
                  </a:lnTo>
                  <a:lnTo>
                    <a:pt x="410830" y="259586"/>
                  </a:lnTo>
                  <a:lnTo>
                    <a:pt x="411614" y="259987"/>
                  </a:lnTo>
                  <a:lnTo>
                    <a:pt x="412006" y="260137"/>
                  </a:lnTo>
                  <a:lnTo>
                    <a:pt x="412398" y="260237"/>
                  </a:lnTo>
                  <a:lnTo>
                    <a:pt x="412840" y="260338"/>
                  </a:lnTo>
                  <a:lnTo>
                    <a:pt x="413134" y="260338"/>
                  </a:lnTo>
                  <a:lnTo>
                    <a:pt x="413428" y="260288"/>
                  </a:lnTo>
                  <a:lnTo>
                    <a:pt x="413820" y="260137"/>
                  </a:lnTo>
                  <a:lnTo>
                    <a:pt x="414065" y="260087"/>
                  </a:lnTo>
                  <a:lnTo>
                    <a:pt x="414457" y="259887"/>
                  </a:lnTo>
                  <a:lnTo>
                    <a:pt x="414898" y="259686"/>
                  </a:lnTo>
                  <a:lnTo>
                    <a:pt x="415339" y="259536"/>
                  </a:lnTo>
                  <a:lnTo>
                    <a:pt x="415780" y="259436"/>
                  </a:lnTo>
                  <a:lnTo>
                    <a:pt x="416025" y="259386"/>
                  </a:lnTo>
                  <a:lnTo>
                    <a:pt x="416320" y="259335"/>
                  </a:lnTo>
                  <a:lnTo>
                    <a:pt x="416614" y="259285"/>
                  </a:lnTo>
                  <a:lnTo>
                    <a:pt x="416859" y="259335"/>
                  </a:lnTo>
                  <a:lnTo>
                    <a:pt x="417349" y="259486"/>
                  </a:lnTo>
                  <a:lnTo>
                    <a:pt x="417594" y="259686"/>
                  </a:lnTo>
                  <a:lnTo>
                    <a:pt x="417888" y="259887"/>
                  </a:lnTo>
                  <a:lnTo>
                    <a:pt x="418476" y="259987"/>
                  </a:lnTo>
                  <a:lnTo>
                    <a:pt x="418819" y="260037"/>
                  </a:lnTo>
                  <a:lnTo>
                    <a:pt x="419603" y="260137"/>
                  </a:lnTo>
                  <a:lnTo>
                    <a:pt x="419799" y="260187"/>
                  </a:lnTo>
                  <a:lnTo>
                    <a:pt x="420633" y="260338"/>
                  </a:lnTo>
                  <a:lnTo>
                    <a:pt x="421564" y="260689"/>
                  </a:lnTo>
                  <a:lnTo>
                    <a:pt x="423181" y="260939"/>
                  </a:lnTo>
                  <a:lnTo>
                    <a:pt x="424309" y="261089"/>
                  </a:lnTo>
                  <a:lnTo>
                    <a:pt x="424750" y="261089"/>
                  </a:lnTo>
                  <a:lnTo>
                    <a:pt x="425338" y="261089"/>
                  </a:lnTo>
                  <a:lnTo>
                    <a:pt x="426808" y="260939"/>
                  </a:lnTo>
                  <a:lnTo>
                    <a:pt x="427495" y="260839"/>
                  </a:lnTo>
                  <a:lnTo>
                    <a:pt x="427740" y="260689"/>
                  </a:lnTo>
                  <a:lnTo>
                    <a:pt x="428181" y="260488"/>
                  </a:lnTo>
                  <a:lnTo>
                    <a:pt x="428916" y="259987"/>
                  </a:lnTo>
                  <a:lnTo>
                    <a:pt x="430141" y="259486"/>
                  </a:lnTo>
                  <a:lnTo>
                    <a:pt x="430926" y="259185"/>
                  </a:lnTo>
                  <a:lnTo>
                    <a:pt x="431465" y="259085"/>
                  </a:lnTo>
                  <a:lnTo>
                    <a:pt x="432249" y="259135"/>
                  </a:lnTo>
                  <a:lnTo>
                    <a:pt x="433131" y="259386"/>
                  </a:lnTo>
                  <a:lnTo>
                    <a:pt x="434651" y="259386"/>
                  </a:lnTo>
                  <a:lnTo>
                    <a:pt x="435484" y="259536"/>
                  </a:lnTo>
                  <a:lnTo>
                    <a:pt x="436268" y="259837"/>
                  </a:lnTo>
                  <a:lnTo>
                    <a:pt x="436513" y="260187"/>
                  </a:lnTo>
                  <a:lnTo>
                    <a:pt x="436758" y="260488"/>
                  </a:lnTo>
                  <a:lnTo>
                    <a:pt x="437248" y="261039"/>
                  </a:lnTo>
                  <a:lnTo>
                    <a:pt x="437836" y="261390"/>
                  </a:lnTo>
                  <a:lnTo>
                    <a:pt x="438376" y="261791"/>
                  </a:lnTo>
                  <a:lnTo>
                    <a:pt x="439160" y="262242"/>
                  </a:lnTo>
                  <a:lnTo>
                    <a:pt x="440287" y="262843"/>
                  </a:lnTo>
                  <a:lnTo>
                    <a:pt x="440679" y="263094"/>
                  </a:lnTo>
                  <a:lnTo>
                    <a:pt x="441267" y="263345"/>
                  </a:lnTo>
                  <a:lnTo>
                    <a:pt x="441807" y="263595"/>
                  </a:lnTo>
                  <a:lnTo>
                    <a:pt x="442199" y="263896"/>
                  </a:lnTo>
                  <a:lnTo>
                    <a:pt x="443228" y="264497"/>
                  </a:lnTo>
                  <a:lnTo>
                    <a:pt x="443914" y="264748"/>
                  </a:lnTo>
                  <a:lnTo>
                    <a:pt x="444649" y="264898"/>
                  </a:lnTo>
                  <a:lnTo>
                    <a:pt x="444894" y="264948"/>
                  </a:lnTo>
                  <a:lnTo>
                    <a:pt x="445483" y="265098"/>
                  </a:lnTo>
                  <a:lnTo>
                    <a:pt x="447492" y="265349"/>
                  </a:lnTo>
                  <a:lnTo>
                    <a:pt x="447492" y="266502"/>
                  </a:lnTo>
                  <a:lnTo>
                    <a:pt x="447149" y="267103"/>
                  </a:lnTo>
                  <a:lnTo>
                    <a:pt x="447100" y="267704"/>
                  </a:lnTo>
                  <a:lnTo>
                    <a:pt x="447149" y="268606"/>
                  </a:lnTo>
                  <a:lnTo>
                    <a:pt x="447296" y="269258"/>
                  </a:lnTo>
                  <a:lnTo>
                    <a:pt x="447835" y="269909"/>
                  </a:lnTo>
                  <a:lnTo>
                    <a:pt x="448472" y="270811"/>
                  </a:lnTo>
                  <a:lnTo>
                    <a:pt x="448913" y="271363"/>
                  </a:lnTo>
                  <a:lnTo>
                    <a:pt x="449355" y="271914"/>
                  </a:lnTo>
                  <a:lnTo>
                    <a:pt x="450433" y="273117"/>
                  </a:lnTo>
                  <a:lnTo>
                    <a:pt x="450727" y="273668"/>
                  </a:lnTo>
                  <a:lnTo>
                    <a:pt x="450825" y="273818"/>
                  </a:lnTo>
                  <a:lnTo>
                    <a:pt x="451217" y="274871"/>
                  </a:lnTo>
                  <a:lnTo>
                    <a:pt x="451658" y="276123"/>
                  </a:lnTo>
                  <a:lnTo>
                    <a:pt x="452001" y="277025"/>
                  </a:lnTo>
                  <a:lnTo>
                    <a:pt x="452393" y="277877"/>
                  </a:lnTo>
                  <a:lnTo>
                    <a:pt x="452835" y="278829"/>
                  </a:lnTo>
                  <a:lnTo>
                    <a:pt x="453080" y="279230"/>
                  </a:lnTo>
                  <a:lnTo>
                    <a:pt x="453178" y="279431"/>
                  </a:lnTo>
                  <a:lnTo>
                    <a:pt x="453325" y="279882"/>
                  </a:lnTo>
                  <a:lnTo>
                    <a:pt x="453374" y="280934"/>
                  </a:lnTo>
                  <a:lnTo>
                    <a:pt x="453325" y="281586"/>
                  </a:lnTo>
                  <a:lnTo>
                    <a:pt x="453325" y="281736"/>
                  </a:lnTo>
                  <a:lnTo>
                    <a:pt x="453276" y="281886"/>
                  </a:lnTo>
                  <a:lnTo>
                    <a:pt x="453227" y="282788"/>
                  </a:lnTo>
                  <a:lnTo>
                    <a:pt x="453325" y="284542"/>
                  </a:lnTo>
                  <a:lnTo>
                    <a:pt x="453570" y="285044"/>
                  </a:lnTo>
                  <a:lnTo>
                    <a:pt x="454256" y="285495"/>
                  </a:lnTo>
                  <a:lnTo>
                    <a:pt x="455040" y="285946"/>
                  </a:lnTo>
                  <a:lnTo>
                    <a:pt x="456069" y="286046"/>
                  </a:lnTo>
                  <a:lnTo>
                    <a:pt x="456854" y="285996"/>
                  </a:lnTo>
                  <a:lnTo>
                    <a:pt x="457442" y="286046"/>
                  </a:lnTo>
                  <a:lnTo>
                    <a:pt x="457785" y="286246"/>
                  </a:lnTo>
                  <a:lnTo>
                    <a:pt x="457785" y="287249"/>
                  </a:lnTo>
                  <a:lnTo>
                    <a:pt x="457638" y="288100"/>
                  </a:lnTo>
                  <a:lnTo>
                    <a:pt x="457638" y="288952"/>
                  </a:lnTo>
                  <a:lnTo>
                    <a:pt x="457883" y="289754"/>
                  </a:lnTo>
                  <a:lnTo>
                    <a:pt x="457932" y="290055"/>
                  </a:lnTo>
                  <a:lnTo>
                    <a:pt x="458079" y="290756"/>
                  </a:lnTo>
                  <a:lnTo>
                    <a:pt x="458128" y="291057"/>
                  </a:lnTo>
                  <a:lnTo>
                    <a:pt x="458324" y="291959"/>
                  </a:lnTo>
                  <a:lnTo>
                    <a:pt x="458569" y="292310"/>
                  </a:lnTo>
                  <a:lnTo>
                    <a:pt x="458765" y="292761"/>
                  </a:lnTo>
                  <a:lnTo>
                    <a:pt x="458912" y="293412"/>
                  </a:lnTo>
                  <a:lnTo>
                    <a:pt x="459206" y="294114"/>
                  </a:lnTo>
                  <a:lnTo>
                    <a:pt x="459304" y="294715"/>
                  </a:lnTo>
                  <a:lnTo>
                    <a:pt x="459451" y="295267"/>
                  </a:lnTo>
                  <a:lnTo>
                    <a:pt x="459402" y="296469"/>
                  </a:lnTo>
                  <a:lnTo>
                    <a:pt x="459206" y="297572"/>
                  </a:lnTo>
                  <a:lnTo>
                    <a:pt x="459059" y="298524"/>
                  </a:lnTo>
                  <a:lnTo>
                    <a:pt x="458961" y="299025"/>
                  </a:lnTo>
                  <a:lnTo>
                    <a:pt x="458814" y="300128"/>
                  </a:lnTo>
                  <a:lnTo>
                    <a:pt x="458863" y="300729"/>
                  </a:lnTo>
                  <a:lnTo>
                    <a:pt x="459010" y="301380"/>
                  </a:lnTo>
                  <a:lnTo>
                    <a:pt x="459353" y="302383"/>
                  </a:lnTo>
                  <a:lnTo>
                    <a:pt x="459500" y="303134"/>
                  </a:lnTo>
                  <a:lnTo>
                    <a:pt x="459402" y="303936"/>
                  </a:lnTo>
                  <a:lnTo>
                    <a:pt x="459402" y="305389"/>
                  </a:lnTo>
                  <a:lnTo>
                    <a:pt x="459647" y="306141"/>
                  </a:lnTo>
                  <a:lnTo>
                    <a:pt x="459696" y="306592"/>
                  </a:lnTo>
                  <a:lnTo>
                    <a:pt x="459794" y="306743"/>
                  </a:lnTo>
                  <a:lnTo>
                    <a:pt x="459892" y="307244"/>
                  </a:lnTo>
                  <a:lnTo>
                    <a:pt x="460089" y="307444"/>
                  </a:lnTo>
                  <a:lnTo>
                    <a:pt x="460383" y="307695"/>
                  </a:lnTo>
                  <a:lnTo>
                    <a:pt x="461412" y="308647"/>
                  </a:lnTo>
                  <a:lnTo>
                    <a:pt x="461951" y="309198"/>
                  </a:lnTo>
                  <a:lnTo>
                    <a:pt x="462588" y="309799"/>
                  </a:lnTo>
                  <a:lnTo>
                    <a:pt x="463078" y="310301"/>
                  </a:lnTo>
                  <a:lnTo>
                    <a:pt x="463323" y="310651"/>
                  </a:lnTo>
                  <a:lnTo>
                    <a:pt x="463372" y="311102"/>
                  </a:lnTo>
                  <a:lnTo>
                    <a:pt x="463323" y="311303"/>
                  </a:lnTo>
                  <a:lnTo>
                    <a:pt x="463323" y="311804"/>
                  </a:lnTo>
                  <a:lnTo>
                    <a:pt x="463470" y="312606"/>
                  </a:lnTo>
                  <a:lnTo>
                    <a:pt x="463863" y="313207"/>
                  </a:lnTo>
                  <a:lnTo>
                    <a:pt x="464206" y="313809"/>
                  </a:lnTo>
                  <a:lnTo>
                    <a:pt x="464353" y="314360"/>
                  </a:lnTo>
                  <a:lnTo>
                    <a:pt x="464549" y="314660"/>
                  </a:lnTo>
                  <a:lnTo>
                    <a:pt x="464794" y="315011"/>
                  </a:lnTo>
                  <a:lnTo>
                    <a:pt x="464892" y="315312"/>
                  </a:lnTo>
                  <a:lnTo>
                    <a:pt x="465039" y="316064"/>
                  </a:lnTo>
                  <a:lnTo>
                    <a:pt x="465088" y="316264"/>
                  </a:lnTo>
                  <a:lnTo>
                    <a:pt x="465186" y="318068"/>
                  </a:lnTo>
                  <a:lnTo>
                    <a:pt x="465235" y="318469"/>
                  </a:lnTo>
                  <a:lnTo>
                    <a:pt x="465529" y="320423"/>
                  </a:lnTo>
                  <a:lnTo>
                    <a:pt x="465823" y="321426"/>
                  </a:lnTo>
                  <a:lnTo>
                    <a:pt x="466264" y="322428"/>
                  </a:lnTo>
                  <a:lnTo>
                    <a:pt x="466852" y="323631"/>
                  </a:lnTo>
                  <a:lnTo>
                    <a:pt x="466999" y="323831"/>
                  </a:lnTo>
                  <a:lnTo>
                    <a:pt x="467048" y="324032"/>
                  </a:lnTo>
                  <a:lnTo>
                    <a:pt x="467490" y="324733"/>
                  </a:lnTo>
                  <a:lnTo>
                    <a:pt x="467588" y="324984"/>
                  </a:lnTo>
                  <a:lnTo>
                    <a:pt x="467980" y="325886"/>
                  </a:lnTo>
                  <a:lnTo>
                    <a:pt x="468225" y="327038"/>
                  </a:lnTo>
                  <a:lnTo>
                    <a:pt x="468274" y="328041"/>
                  </a:lnTo>
                  <a:lnTo>
                    <a:pt x="468274" y="328341"/>
                  </a:lnTo>
                  <a:lnTo>
                    <a:pt x="468078" y="328842"/>
                  </a:lnTo>
                  <a:lnTo>
                    <a:pt x="467539" y="329745"/>
                  </a:lnTo>
                  <a:lnTo>
                    <a:pt x="467097" y="330747"/>
                  </a:lnTo>
                  <a:lnTo>
                    <a:pt x="466754" y="331849"/>
                  </a:lnTo>
                  <a:lnTo>
                    <a:pt x="466705" y="332100"/>
                  </a:lnTo>
                  <a:lnTo>
                    <a:pt x="466656" y="332501"/>
                  </a:lnTo>
                  <a:lnTo>
                    <a:pt x="466705" y="332852"/>
                  </a:lnTo>
                  <a:lnTo>
                    <a:pt x="466852" y="333503"/>
                  </a:lnTo>
                  <a:lnTo>
                    <a:pt x="467048" y="333904"/>
                  </a:lnTo>
                  <a:lnTo>
                    <a:pt x="467195" y="334455"/>
                  </a:lnTo>
                  <a:lnTo>
                    <a:pt x="467539" y="335207"/>
                  </a:lnTo>
                  <a:lnTo>
                    <a:pt x="467980" y="335959"/>
                  </a:lnTo>
                  <a:lnTo>
                    <a:pt x="468568" y="337312"/>
                  </a:lnTo>
                  <a:lnTo>
                    <a:pt x="468715" y="337662"/>
                  </a:lnTo>
                  <a:lnTo>
                    <a:pt x="469009" y="338214"/>
                  </a:lnTo>
                  <a:lnTo>
                    <a:pt x="469058" y="338615"/>
                  </a:lnTo>
                  <a:lnTo>
                    <a:pt x="468911" y="339316"/>
                  </a:lnTo>
                  <a:lnTo>
                    <a:pt x="468862" y="339667"/>
                  </a:lnTo>
                  <a:lnTo>
                    <a:pt x="468862" y="340769"/>
                  </a:lnTo>
                  <a:lnTo>
                    <a:pt x="469009" y="341872"/>
                  </a:lnTo>
                  <a:lnTo>
                    <a:pt x="469107" y="342323"/>
                  </a:lnTo>
                  <a:lnTo>
                    <a:pt x="469107" y="342724"/>
                  </a:lnTo>
                  <a:lnTo>
                    <a:pt x="469107" y="343576"/>
                  </a:lnTo>
                  <a:lnTo>
                    <a:pt x="469156" y="344227"/>
                  </a:lnTo>
                  <a:lnTo>
                    <a:pt x="469401" y="345480"/>
                  </a:lnTo>
                  <a:lnTo>
                    <a:pt x="469401" y="345630"/>
                  </a:lnTo>
                  <a:lnTo>
                    <a:pt x="469303" y="346633"/>
                  </a:lnTo>
                  <a:lnTo>
                    <a:pt x="468715" y="347936"/>
                  </a:lnTo>
                  <a:lnTo>
                    <a:pt x="468617" y="348587"/>
                  </a:lnTo>
                  <a:lnTo>
                    <a:pt x="468715" y="349389"/>
                  </a:lnTo>
                  <a:lnTo>
                    <a:pt x="468715" y="350642"/>
                  </a:lnTo>
                  <a:lnTo>
                    <a:pt x="468764" y="351594"/>
                  </a:lnTo>
                  <a:lnTo>
                    <a:pt x="468911" y="352546"/>
                  </a:lnTo>
                  <a:lnTo>
                    <a:pt x="469058" y="353348"/>
                  </a:lnTo>
                  <a:lnTo>
                    <a:pt x="469058" y="354350"/>
                  </a:lnTo>
                  <a:lnTo>
                    <a:pt x="469009" y="354951"/>
                  </a:lnTo>
                  <a:lnTo>
                    <a:pt x="468862" y="355302"/>
                  </a:lnTo>
                  <a:lnTo>
                    <a:pt x="468323" y="356104"/>
                  </a:lnTo>
                  <a:lnTo>
                    <a:pt x="468078" y="356455"/>
                  </a:lnTo>
                  <a:lnTo>
                    <a:pt x="467293" y="357708"/>
                  </a:lnTo>
                  <a:lnTo>
                    <a:pt x="466705" y="359161"/>
                  </a:lnTo>
                  <a:lnTo>
                    <a:pt x="465970" y="360965"/>
                  </a:lnTo>
                  <a:lnTo>
                    <a:pt x="465186" y="362318"/>
                  </a:lnTo>
                  <a:lnTo>
                    <a:pt x="464990" y="362769"/>
                  </a:lnTo>
                  <a:lnTo>
                    <a:pt x="464304" y="364423"/>
                  </a:lnTo>
                  <a:lnTo>
                    <a:pt x="464157" y="364974"/>
                  </a:lnTo>
                  <a:lnTo>
                    <a:pt x="464108" y="366227"/>
                  </a:lnTo>
                  <a:lnTo>
                    <a:pt x="464010" y="367229"/>
                  </a:lnTo>
                  <a:lnTo>
                    <a:pt x="463961" y="367680"/>
                  </a:lnTo>
                  <a:lnTo>
                    <a:pt x="464010" y="367931"/>
                  </a:lnTo>
                  <a:lnTo>
                    <a:pt x="464108" y="368933"/>
                  </a:lnTo>
                  <a:lnTo>
                    <a:pt x="464549" y="369935"/>
                  </a:lnTo>
                  <a:lnTo>
                    <a:pt x="465333" y="371188"/>
                  </a:lnTo>
                  <a:lnTo>
                    <a:pt x="466509" y="372591"/>
                  </a:lnTo>
                  <a:lnTo>
                    <a:pt x="466754" y="372842"/>
                  </a:lnTo>
                  <a:lnTo>
                    <a:pt x="467441" y="374045"/>
                  </a:lnTo>
                  <a:lnTo>
                    <a:pt x="467735" y="374546"/>
                  </a:lnTo>
                  <a:lnTo>
                    <a:pt x="468323" y="375297"/>
                  </a:lnTo>
                  <a:lnTo>
                    <a:pt x="468666" y="375698"/>
                  </a:lnTo>
                  <a:lnTo>
                    <a:pt x="469352" y="376250"/>
                  </a:lnTo>
                  <a:lnTo>
                    <a:pt x="469940" y="377001"/>
                  </a:lnTo>
                  <a:lnTo>
                    <a:pt x="470332" y="377653"/>
                  </a:lnTo>
                  <a:lnTo>
                    <a:pt x="470577" y="378154"/>
                  </a:lnTo>
                  <a:lnTo>
                    <a:pt x="470920" y="378755"/>
                  </a:lnTo>
                  <a:lnTo>
                    <a:pt x="471313" y="379357"/>
                  </a:lnTo>
                  <a:lnTo>
                    <a:pt x="471852" y="380008"/>
                  </a:lnTo>
                  <a:lnTo>
                    <a:pt x="472391" y="380409"/>
                  </a:lnTo>
                  <a:lnTo>
                    <a:pt x="472930" y="380710"/>
                  </a:lnTo>
                  <a:lnTo>
                    <a:pt x="473371" y="381010"/>
                  </a:lnTo>
                  <a:lnTo>
                    <a:pt x="473469" y="381161"/>
                  </a:lnTo>
                  <a:lnTo>
                    <a:pt x="473665" y="381411"/>
                  </a:lnTo>
                  <a:lnTo>
                    <a:pt x="474400" y="382013"/>
                  </a:lnTo>
                  <a:lnTo>
                    <a:pt x="474596" y="382163"/>
                  </a:lnTo>
                  <a:lnTo>
                    <a:pt x="474891" y="382614"/>
                  </a:lnTo>
                  <a:lnTo>
                    <a:pt x="475430" y="383215"/>
                  </a:lnTo>
                  <a:lnTo>
                    <a:pt x="475773" y="383716"/>
                  </a:lnTo>
                  <a:lnTo>
                    <a:pt x="476018" y="384368"/>
                  </a:lnTo>
                  <a:lnTo>
                    <a:pt x="476116" y="384719"/>
                  </a:lnTo>
                  <a:lnTo>
                    <a:pt x="476165" y="385220"/>
                  </a:lnTo>
                  <a:lnTo>
                    <a:pt x="476214" y="385621"/>
                  </a:lnTo>
                  <a:lnTo>
                    <a:pt x="475528" y="386022"/>
                  </a:lnTo>
                  <a:lnTo>
                    <a:pt x="474842" y="386372"/>
                  </a:lnTo>
                  <a:lnTo>
                    <a:pt x="474498" y="386673"/>
                  </a:lnTo>
                  <a:lnTo>
                    <a:pt x="474155" y="386974"/>
                  </a:lnTo>
                  <a:lnTo>
                    <a:pt x="473861" y="387375"/>
                  </a:lnTo>
                  <a:lnTo>
                    <a:pt x="473371" y="388227"/>
                  </a:lnTo>
                  <a:lnTo>
                    <a:pt x="473175" y="389229"/>
                  </a:lnTo>
                  <a:lnTo>
                    <a:pt x="473224" y="390231"/>
                  </a:lnTo>
                  <a:lnTo>
                    <a:pt x="473224" y="390532"/>
                  </a:lnTo>
                  <a:lnTo>
                    <a:pt x="473322" y="390833"/>
                  </a:lnTo>
                  <a:lnTo>
                    <a:pt x="473616" y="391133"/>
                  </a:lnTo>
                  <a:lnTo>
                    <a:pt x="474253" y="391384"/>
                  </a:lnTo>
                  <a:lnTo>
                    <a:pt x="475234" y="391584"/>
                  </a:lnTo>
                  <a:lnTo>
                    <a:pt x="475773" y="391785"/>
                  </a:lnTo>
                  <a:lnTo>
                    <a:pt x="476165" y="392085"/>
                  </a:lnTo>
                  <a:lnTo>
                    <a:pt x="476655" y="392336"/>
                  </a:lnTo>
                  <a:lnTo>
                    <a:pt x="477194" y="392737"/>
                  </a:lnTo>
                  <a:lnTo>
                    <a:pt x="477880" y="393438"/>
                  </a:lnTo>
                  <a:lnTo>
                    <a:pt x="478076" y="393739"/>
                  </a:lnTo>
                  <a:lnTo>
                    <a:pt x="478469" y="394290"/>
                  </a:lnTo>
                  <a:lnTo>
                    <a:pt x="478910" y="395092"/>
                  </a:lnTo>
                  <a:lnTo>
                    <a:pt x="479106" y="395493"/>
                  </a:lnTo>
                  <a:lnTo>
                    <a:pt x="479155" y="395944"/>
                  </a:lnTo>
                  <a:lnTo>
                    <a:pt x="479057" y="396295"/>
                  </a:lnTo>
                  <a:lnTo>
                    <a:pt x="479008" y="396445"/>
                  </a:lnTo>
                  <a:lnTo>
                    <a:pt x="478812" y="397147"/>
                  </a:lnTo>
                  <a:lnTo>
                    <a:pt x="478665" y="397748"/>
                  </a:lnTo>
                  <a:lnTo>
                    <a:pt x="478861" y="398299"/>
                  </a:lnTo>
                  <a:lnTo>
                    <a:pt x="479596" y="399151"/>
                  </a:lnTo>
                  <a:lnTo>
                    <a:pt x="480331" y="399853"/>
                  </a:lnTo>
                  <a:lnTo>
                    <a:pt x="480968" y="400555"/>
                  </a:lnTo>
                  <a:lnTo>
                    <a:pt x="481311" y="401006"/>
                  </a:lnTo>
                  <a:lnTo>
                    <a:pt x="481556" y="401657"/>
                  </a:lnTo>
                  <a:lnTo>
                    <a:pt x="481654" y="402008"/>
                  </a:lnTo>
                  <a:lnTo>
                    <a:pt x="482194" y="402860"/>
                  </a:lnTo>
                  <a:lnTo>
                    <a:pt x="483125" y="404012"/>
                  </a:lnTo>
                  <a:lnTo>
                    <a:pt x="483223" y="404513"/>
                  </a:lnTo>
                  <a:lnTo>
                    <a:pt x="483370" y="405315"/>
                  </a:lnTo>
                  <a:lnTo>
                    <a:pt x="483615" y="406318"/>
                  </a:lnTo>
                  <a:lnTo>
                    <a:pt x="483762" y="407220"/>
                  </a:lnTo>
                  <a:lnTo>
                    <a:pt x="483713" y="407470"/>
                  </a:lnTo>
                  <a:lnTo>
                    <a:pt x="483076" y="408122"/>
                  </a:lnTo>
                  <a:lnTo>
                    <a:pt x="482978" y="408272"/>
                  </a:lnTo>
                  <a:lnTo>
                    <a:pt x="482243" y="409475"/>
                  </a:lnTo>
                  <a:lnTo>
                    <a:pt x="481654" y="410577"/>
                  </a:lnTo>
                  <a:lnTo>
                    <a:pt x="481507" y="410727"/>
                  </a:lnTo>
                  <a:lnTo>
                    <a:pt x="481017" y="411329"/>
                  </a:lnTo>
                  <a:lnTo>
                    <a:pt x="480772" y="411680"/>
                  </a:lnTo>
                  <a:lnTo>
                    <a:pt x="480527" y="411980"/>
                  </a:lnTo>
                  <a:lnTo>
                    <a:pt x="480282" y="412832"/>
                  </a:lnTo>
                  <a:lnTo>
                    <a:pt x="480282" y="412983"/>
                  </a:lnTo>
                  <a:lnTo>
                    <a:pt x="480233" y="413835"/>
                  </a:lnTo>
                  <a:lnTo>
                    <a:pt x="480184" y="414887"/>
                  </a:lnTo>
                  <a:lnTo>
                    <a:pt x="479498" y="417643"/>
                  </a:lnTo>
                  <a:lnTo>
                    <a:pt x="479302" y="418244"/>
                  </a:lnTo>
                  <a:lnTo>
                    <a:pt x="479057" y="418996"/>
                  </a:lnTo>
                  <a:lnTo>
                    <a:pt x="478959" y="419397"/>
                  </a:lnTo>
                  <a:lnTo>
                    <a:pt x="478371" y="420800"/>
                  </a:lnTo>
                  <a:lnTo>
                    <a:pt x="477390" y="422304"/>
                  </a:lnTo>
                  <a:lnTo>
                    <a:pt x="477243" y="422554"/>
                  </a:lnTo>
                  <a:lnTo>
                    <a:pt x="476606" y="423356"/>
                  </a:lnTo>
                  <a:lnTo>
                    <a:pt x="476263" y="423807"/>
                  </a:lnTo>
                  <a:lnTo>
                    <a:pt x="475871" y="424308"/>
                  </a:lnTo>
                  <a:lnTo>
                    <a:pt x="474645" y="425761"/>
                  </a:lnTo>
                  <a:lnTo>
                    <a:pt x="474204" y="426313"/>
                  </a:lnTo>
                  <a:lnTo>
                    <a:pt x="473126" y="427616"/>
                  </a:lnTo>
                  <a:lnTo>
                    <a:pt x="472930" y="427866"/>
                  </a:lnTo>
                  <a:lnTo>
                    <a:pt x="472832" y="428017"/>
                  </a:lnTo>
                  <a:lnTo>
                    <a:pt x="471852" y="429370"/>
                  </a:lnTo>
                  <a:lnTo>
                    <a:pt x="471362" y="430021"/>
                  </a:lnTo>
                  <a:lnTo>
                    <a:pt x="470822" y="430522"/>
                  </a:lnTo>
                  <a:lnTo>
                    <a:pt x="470332" y="430973"/>
                  </a:lnTo>
                  <a:lnTo>
                    <a:pt x="469891" y="431524"/>
                  </a:lnTo>
                  <a:lnTo>
                    <a:pt x="469793" y="432176"/>
                  </a:lnTo>
                  <a:lnTo>
                    <a:pt x="469744" y="433980"/>
                  </a:lnTo>
                  <a:lnTo>
                    <a:pt x="469695" y="434581"/>
                  </a:lnTo>
                  <a:lnTo>
                    <a:pt x="469499" y="435634"/>
                  </a:lnTo>
                  <a:lnTo>
                    <a:pt x="469499" y="435834"/>
                  </a:lnTo>
                  <a:lnTo>
                    <a:pt x="469156" y="437438"/>
                  </a:lnTo>
                  <a:lnTo>
                    <a:pt x="468911" y="438590"/>
                  </a:lnTo>
                  <a:lnTo>
                    <a:pt x="468764" y="439142"/>
                  </a:lnTo>
                  <a:lnTo>
                    <a:pt x="468519" y="440044"/>
                  </a:lnTo>
                  <a:lnTo>
                    <a:pt x="468470" y="441347"/>
                  </a:lnTo>
                  <a:lnTo>
                    <a:pt x="468568" y="442650"/>
                  </a:lnTo>
                  <a:lnTo>
                    <a:pt x="468029" y="444303"/>
                  </a:lnTo>
                  <a:lnTo>
                    <a:pt x="467244" y="446158"/>
                  </a:lnTo>
                  <a:lnTo>
                    <a:pt x="466950" y="447310"/>
                  </a:lnTo>
                  <a:lnTo>
                    <a:pt x="466803" y="447962"/>
                  </a:lnTo>
                  <a:lnTo>
                    <a:pt x="466656" y="449465"/>
                  </a:lnTo>
                  <a:lnTo>
                    <a:pt x="466509" y="449816"/>
                  </a:lnTo>
                  <a:lnTo>
                    <a:pt x="466166" y="450167"/>
                  </a:lnTo>
                  <a:lnTo>
                    <a:pt x="465872" y="450367"/>
                  </a:lnTo>
                  <a:lnTo>
                    <a:pt x="465725" y="450467"/>
                  </a:lnTo>
                  <a:lnTo>
                    <a:pt x="465529" y="450768"/>
                  </a:lnTo>
                  <a:lnTo>
                    <a:pt x="465235" y="451269"/>
                  </a:lnTo>
                  <a:lnTo>
                    <a:pt x="464843" y="452722"/>
                  </a:lnTo>
                  <a:lnTo>
                    <a:pt x="464549" y="453224"/>
                  </a:lnTo>
                  <a:lnTo>
                    <a:pt x="464010" y="453975"/>
                  </a:lnTo>
                  <a:lnTo>
                    <a:pt x="463863" y="454376"/>
                  </a:lnTo>
                  <a:lnTo>
                    <a:pt x="463716" y="454727"/>
                  </a:lnTo>
                  <a:lnTo>
                    <a:pt x="463617" y="455128"/>
                  </a:lnTo>
                  <a:lnTo>
                    <a:pt x="463568" y="455529"/>
                  </a:lnTo>
                  <a:lnTo>
                    <a:pt x="463519" y="456581"/>
                  </a:lnTo>
                  <a:lnTo>
                    <a:pt x="463519" y="457233"/>
                  </a:lnTo>
                  <a:lnTo>
                    <a:pt x="463617" y="458335"/>
                  </a:lnTo>
                  <a:lnTo>
                    <a:pt x="463863" y="458936"/>
                  </a:lnTo>
                  <a:lnTo>
                    <a:pt x="464206" y="459588"/>
                  </a:lnTo>
                  <a:lnTo>
                    <a:pt x="464304" y="459738"/>
                  </a:lnTo>
                  <a:lnTo>
                    <a:pt x="464745" y="460640"/>
                  </a:lnTo>
                  <a:lnTo>
                    <a:pt x="465039" y="461292"/>
                  </a:lnTo>
                  <a:lnTo>
                    <a:pt x="464843" y="461492"/>
                  </a:lnTo>
                  <a:lnTo>
                    <a:pt x="464500" y="461643"/>
                  </a:lnTo>
                  <a:lnTo>
                    <a:pt x="463912" y="461843"/>
                  </a:lnTo>
                  <a:lnTo>
                    <a:pt x="463225" y="462043"/>
                  </a:lnTo>
                  <a:lnTo>
                    <a:pt x="462196" y="462745"/>
                  </a:lnTo>
                  <a:lnTo>
                    <a:pt x="461559" y="463697"/>
                  </a:lnTo>
                  <a:lnTo>
                    <a:pt x="461167" y="464499"/>
                  </a:lnTo>
                  <a:lnTo>
                    <a:pt x="461020" y="464850"/>
                  </a:lnTo>
                  <a:lnTo>
                    <a:pt x="460579" y="465601"/>
                  </a:lnTo>
                  <a:lnTo>
                    <a:pt x="460039" y="466754"/>
                  </a:lnTo>
                  <a:lnTo>
                    <a:pt x="459206" y="467706"/>
                  </a:lnTo>
                  <a:lnTo>
                    <a:pt x="458569" y="468508"/>
                  </a:lnTo>
                  <a:lnTo>
                    <a:pt x="458177" y="469059"/>
                  </a:lnTo>
                  <a:lnTo>
                    <a:pt x="457932" y="469961"/>
                  </a:lnTo>
                  <a:lnTo>
                    <a:pt x="457883" y="470312"/>
                  </a:lnTo>
                  <a:lnTo>
                    <a:pt x="457442" y="471365"/>
                  </a:lnTo>
                  <a:lnTo>
                    <a:pt x="456805" y="472617"/>
                  </a:lnTo>
                  <a:lnTo>
                    <a:pt x="456560" y="473620"/>
                  </a:lnTo>
                  <a:lnTo>
                    <a:pt x="456462" y="473870"/>
                  </a:lnTo>
                  <a:lnTo>
                    <a:pt x="456167" y="474522"/>
                  </a:lnTo>
                  <a:lnTo>
                    <a:pt x="455873" y="475223"/>
                  </a:lnTo>
                  <a:lnTo>
                    <a:pt x="455579" y="475975"/>
                  </a:lnTo>
                  <a:lnTo>
                    <a:pt x="455432" y="477178"/>
                  </a:lnTo>
                  <a:lnTo>
                    <a:pt x="455334" y="477629"/>
                  </a:lnTo>
                  <a:lnTo>
                    <a:pt x="455285" y="477879"/>
                  </a:lnTo>
                  <a:lnTo>
                    <a:pt x="455236" y="478230"/>
                  </a:lnTo>
                  <a:lnTo>
                    <a:pt x="455089" y="478881"/>
                  </a:lnTo>
                  <a:lnTo>
                    <a:pt x="454844" y="479984"/>
                  </a:lnTo>
                  <a:lnTo>
                    <a:pt x="454697" y="480686"/>
                  </a:lnTo>
                  <a:lnTo>
                    <a:pt x="454697" y="480886"/>
                  </a:lnTo>
                  <a:lnTo>
                    <a:pt x="454501" y="482740"/>
                  </a:lnTo>
                  <a:lnTo>
                    <a:pt x="454256" y="483893"/>
                  </a:lnTo>
                  <a:lnTo>
                    <a:pt x="454158" y="484294"/>
                  </a:lnTo>
                  <a:lnTo>
                    <a:pt x="454011" y="484795"/>
                  </a:lnTo>
                  <a:lnTo>
                    <a:pt x="453570" y="485897"/>
                  </a:lnTo>
                  <a:lnTo>
                    <a:pt x="453129" y="486799"/>
                  </a:lnTo>
                  <a:lnTo>
                    <a:pt x="452884" y="487301"/>
                  </a:lnTo>
                  <a:lnTo>
                    <a:pt x="452491" y="487952"/>
                  </a:lnTo>
                  <a:lnTo>
                    <a:pt x="451854" y="489105"/>
                  </a:lnTo>
                  <a:lnTo>
                    <a:pt x="451070" y="489906"/>
                  </a:lnTo>
                  <a:lnTo>
                    <a:pt x="450874" y="490157"/>
                  </a:lnTo>
                  <a:lnTo>
                    <a:pt x="450286" y="490708"/>
                  </a:lnTo>
                  <a:lnTo>
                    <a:pt x="449502" y="491259"/>
                  </a:lnTo>
                  <a:lnTo>
                    <a:pt x="448619" y="491510"/>
                  </a:lnTo>
                  <a:lnTo>
                    <a:pt x="448374" y="491610"/>
                  </a:lnTo>
                  <a:lnTo>
                    <a:pt x="447247" y="491961"/>
                  </a:lnTo>
                  <a:lnTo>
                    <a:pt x="446904" y="492061"/>
                  </a:lnTo>
                  <a:lnTo>
                    <a:pt x="446316" y="492262"/>
                  </a:lnTo>
                  <a:lnTo>
                    <a:pt x="445875" y="492462"/>
                  </a:lnTo>
                  <a:lnTo>
                    <a:pt x="444796" y="492913"/>
                  </a:lnTo>
                  <a:lnTo>
                    <a:pt x="443032" y="493314"/>
                  </a:lnTo>
                  <a:lnTo>
                    <a:pt x="442787" y="493464"/>
                  </a:lnTo>
                  <a:lnTo>
                    <a:pt x="442787" y="493665"/>
                  </a:lnTo>
                  <a:lnTo>
                    <a:pt x="442885" y="493915"/>
                  </a:lnTo>
                  <a:lnTo>
                    <a:pt x="443179" y="494116"/>
                  </a:lnTo>
                  <a:lnTo>
                    <a:pt x="443326" y="494266"/>
                  </a:lnTo>
                  <a:lnTo>
                    <a:pt x="443571" y="494467"/>
                  </a:lnTo>
                  <a:lnTo>
                    <a:pt x="443767" y="494817"/>
                  </a:lnTo>
                  <a:lnTo>
                    <a:pt x="443963" y="495519"/>
                  </a:lnTo>
                  <a:lnTo>
                    <a:pt x="444208" y="496822"/>
                  </a:lnTo>
                  <a:lnTo>
                    <a:pt x="444306" y="497273"/>
                  </a:lnTo>
                  <a:lnTo>
                    <a:pt x="444404" y="497874"/>
                  </a:lnTo>
                  <a:lnTo>
                    <a:pt x="444453" y="498025"/>
                  </a:lnTo>
                  <a:lnTo>
                    <a:pt x="444698" y="498927"/>
                  </a:lnTo>
                  <a:lnTo>
                    <a:pt x="445090" y="500330"/>
                  </a:lnTo>
                  <a:lnTo>
                    <a:pt x="445188" y="501232"/>
                  </a:lnTo>
                  <a:lnTo>
                    <a:pt x="445384" y="501733"/>
                  </a:lnTo>
                  <a:lnTo>
                    <a:pt x="445532" y="502435"/>
                  </a:lnTo>
                  <a:lnTo>
                    <a:pt x="445532" y="502635"/>
                  </a:lnTo>
                  <a:lnTo>
                    <a:pt x="445581" y="503136"/>
                  </a:lnTo>
                  <a:lnTo>
                    <a:pt x="446071" y="503888"/>
                  </a:lnTo>
                  <a:lnTo>
                    <a:pt x="446365" y="504990"/>
                  </a:lnTo>
                  <a:lnTo>
                    <a:pt x="446218" y="505742"/>
                  </a:lnTo>
                  <a:lnTo>
                    <a:pt x="446365" y="506694"/>
                  </a:lnTo>
                  <a:lnTo>
                    <a:pt x="446659" y="507346"/>
                  </a:lnTo>
                  <a:lnTo>
                    <a:pt x="446708" y="507496"/>
                  </a:lnTo>
                  <a:lnTo>
                    <a:pt x="446904" y="508198"/>
                  </a:lnTo>
                  <a:lnTo>
                    <a:pt x="446904" y="509100"/>
                  </a:lnTo>
                  <a:lnTo>
                    <a:pt x="446904" y="509751"/>
                  </a:lnTo>
                  <a:lnTo>
                    <a:pt x="446953" y="510453"/>
                  </a:lnTo>
                  <a:lnTo>
                    <a:pt x="447100" y="511255"/>
                  </a:lnTo>
                  <a:lnTo>
                    <a:pt x="447100" y="511856"/>
                  </a:lnTo>
                  <a:lnTo>
                    <a:pt x="446904" y="512407"/>
                  </a:lnTo>
                  <a:lnTo>
                    <a:pt x="446610" y="512858"/>
                  </a:lnTo>
                  <a:lnTo>
                    <a:pt x="445973" y="513660"/>
                  </a:lnTo>
                  <a:lnTo>
                    <a:pt x="445139" y="514612"/>
                  </a:lnTo>
                  <a:lnTo>
                    <a:pt x="444992" y="514863"/>
                  </a:lnTo>
                  <a:lnTo>
                    <a:pt x="444796" y="515264"/>
                  </a:lnTo>
                  <a:lnTo>
                    <a:pt x="444747" y="516366"/>
                  </a:lnTo>
                  <a:lnTo>
                    <a:pt x="444845" y="517569"/>
                  </a:lnTo>
                  <a:lnTo>
                    <a:pt x="444845" y="518772"/>
                  </a:lnTo>
                  <a:lnTo>
                    <a:pt x="444796" y="519674"/>
                  </a:lnTo>
                  <a:lnTo>
                    <a:pt x="444551" y="521327"/>
                  </a:lnTo>
                  <a:lnTo>
                    <a:pt x="444502" y="521578"/>
                  </a:lnTo>
                  <a:lnTo>
                    <a:pt x="444404" y="522330"/>
                  </a:lnTo>
                  <a:lnTo>
                    <a:pt x="444159" y="522931"/>
                  </a:lnTo>
                  <a:lnTo>
                    <a:pt x="443669" y="524134"/>
                  </a:lnTo>
                  <a:lnTo>
                    <a:pt x="443620" y="524434"/>
                  </a:lnTo>
                  <a:lnTo>
                    <a:pt x="443669" y="525637"/>
                  </a:lnTo>
                  <a:lnTo>
                    <a:pt x="443816" y="526088"/>
                  </a:lnTo>
                  <a:lnTo>
                    <a:pt x="444257" y="527491"/>
                  </a:lnTo>
                  <a:lnTo>
                    <a:pt x="444453" y="528594"/>
                  </a:lnTo>
                  <a:lnTo>
                    <a:pt x="444453" y="529797"/>
                  </a:lnTo>
                  <a:lnTo>
                    <a:pt x="444306" y="530548"/>
                  </a:lnTo>
                  <a:lnTo>
                    <a:pt x="444159" y="531350"/>
                  </a:lnTo>
                  <a:lnTo>
                    <a:pt x="444306" y="532002"/>
                  </a:lnTo>
                  <a:lnTo>
                    <a:pt x="444551" y="532703"/>
                  </a:lnTo>
                  <a:lnTo>
                    <a:pt x="444649" y="532954"/>
                  </a:lnTo>
                  <a:lnTo>
                    <a:pt x="444649" y="533254"/>
                  </a:lnTo>
                  <a:lnTo>
                    <a:pt x="444502" y="533655"/>
                  </a:lnTo>
                  <a:lnTo>
                    <a:pt x="444159" y="534557"/>
                  </a:lnTo>
                  <a:lnTo>
                    <a:pt x="443963" y="535058"/>
                  </a:lnTo>
                  <a:lnTo>
                    <a:pt x="443718" y="535459"/>
                  </a:lnTo>
                  <a:lnTo>
                    <a:pt x="443375" y="535860"/>
                  </a:lnTo>
                  <a:lnTo>
                    <a:pt x="442689" y="536011"/>
                  </a:lnTo>
                  <a:lnTo>
                    <a:pt x="441414" y="536111"/>
                  </a:lnTo>
                  <a:lnTo>
                    <a:pt x="440777" y="536111"/>
                  </a:lnTo>
                  <a:lnTo>
                    <a:pt x="440336" y="536161"/>
                  </a:lnTo>
                  <a:lnTo>
                    <a:pt x="439797" y="536261"/>
                  </a:lnTo>
                  <a:lnTo>
                    <a:pt x="439062" y="536562"/>
                  </a:lnTo>
                  <a:lnTo>
                    <a:pt x="438376" y="536862"/>
                  </a:lnTo>
                  <a:lnTo>
                    <a:pt x="437885" y="537113"/>
                  </a:lnTo>
                  <a:lnTo>
                    <a:pt x="437689" y="537263"/>
                  </a:lnTo>
                  <a:lnTo>
                    <a:pt x="437542" y="537414"/>
                  </a:lnTo>
                  <a:lnTo>
                    <a:pt x="437101" y="537765"/>
                  </a:lnTo>
                  <a:lnTo>
                    <a:pt x="436660" y="538216"/>
                  </a:lnTo>
                  <a:lnTo>
                    <a:pt x="436121" y="538667"/>
                  </a:lnTo>
                  <a:lnTo>
                    <a:pt x="435631" y="538967"/>
                  </a:lnTo>
                  <a:lnTo>
                    <a:pt x="435239" y="539168"/>
                  </a:lnTo>
                  <a:lnTo>
                    <a:pt x="435092" y="539218"/>
                  </a:lnTo>
                  <a:lnTo>
                    <a:pt x="434602" y="539418"/>
                  </a:lnTo>
                  <a:lnTo>
                    <a:pt x="434454" y="539719"/>
                  </a:lnTo>
                  <a:lnTo>
                    <a:pt x="434405" y="540220"/>
                  </a:lnTo>
                  <a:lnTo>
                    <a:pt x="434356" y="540521"/>
                  </a:lnTo>
                  <a:lnTo>
                    <a:pt x="434209" y="540872"/>
                  </a:lnTo>
                  <a:lnTo>
                    <a:pt x="433817" y="541222"/>
                  </a:lnTo>
                  <a:lnTo>
                    <a:pt x="433229" y="541473"/>
                  </a:lnTo>
                  <a:lnTo>
                    <a:pt x="432886" y="541623"/>
                  </a:lnTo>
                  <a:lnTo>
                    <a:pt x="432151" y="542124"/>
                  </a:lnTo>
                  <a:lnTo>
                    <a:pt x="431759" y="542475"/>
                  </a:lnTo>
                  <a:lnTo>
                    <a:pt x="431367" y="542726"/>
                  </a:lnTo>
                  <a:lnTo>
                    <a:pt x="430877" y="542926"/>
                  </a:lnTo>
                  <a:lnTo>
                    <a:pt x="430386" y="542876"/>
                  </a:lnTo>
                  <a:lnTo>
                    <a:pt x="429455" y="542976"/>
                  </a:lnTo>
                  <a:lnTo>
                    <a:pt x="428573" y="543177"/>
                  </a:lnTo>
                  <a:lnTo>
                    <a:pt x="427789" y="543427"/>
                  </a:lnTo>
                  <a:lnTo>
                    <a:pt x="427004" y="543678"/>
                  </a:lnTo>
                  <a:lnTo>
                    <a:pt x="426514" y="543928"/>
                  </a:lnTo>
                  <a:lnTo>
                    <a:pt x="426073" y="544329"/>
                  </a:lnTo>
                  <a:lnTo>
                    <a:pt x="425730" y="544830"/>
                  </a:lnTo>
                  <a:lnTo>
                    <a:pt x="425583" y="545131"/>
                  </a:lnTo>
                  <a:lnTo>
                    <a:pt x="425436" y="545582"/>
                  </a:lnTo>
                  <a:lnTo>
                    <a:pt x="425289" y="546133"/>
                  </a:lnTo>
                  <a:lnTo>
                    <a:pt x="425044" y="546484"/>
                  </a:lnTo>
                  <a:lnTo>
                    <a:pt x="424897" y="546985"/>
                  </a:lnTo>
                  <a:lnTo>
                    <a:pt x="424701" y="547436"/>
                  </a:lnTo>
                  <a:lnTo>
                    <a:pt x="424407" y="547938"/>
                  </a:lnTo>
                  <a:lnTo>
                    <a:pt x="424064" y="548288"/>
                  </a:lnTo>
                  <a:lnTo>
                    <a:pt x="423917" y="548539"/>
                  </a:lnTo>
                  <a:lnTo>
                    <a:pt x="423524" y="548739"/>
                  </a:lnTo>
                  <a:lnTo>
                    <a:pt x="422985" y="548990"/>
                  </a:lnTo>
                  <a:lnTo>
                    <a:pt x="422642" y="549341"/>
                  </a:lnTo>
                  <a:lnTo>
                    <a:pt x="422250" y="549541"/>
                  </a:lnTo>
                  <a:lnTo>
                    <a:pt x="422005" y="549691"/>
                  </a:lnTo>
                  <a:lnTo>
                    <a:pt x="421319" y="549892"/>
                  </a:lnTo>
                  <a:lnTo>
                    <a:pt x="421025" y="549942"/>
                  </a:lnTo>
                  <a:lnTo>
                    <a:pt x="420731" y="550042"/>
                  </a:lnTo>
                  <a:lnTo>
                    <a:pt x="420143" y="550343"/>
                  </a:lnTo>
                  <a:lnTo>
                    <a:pt x="419554" y="550644"/>
                  </a:lnTo>
                  <a:lnTo>
                    <a:pt x="419064" y="550994"/>
                  </a:lnTo>
                  <a:lnTo>
                    <a:pt x="418868" y="551245"/>
                  </a:lnTo>
                  <a:lnTo>
                    <a:pt x="418819" y="551796"/>
                  </a:lnTo>
                  <a:lnTo>
                    <a:pt x="418868" y="552297"/>
                  </a:lnTo>
                  <a:lnTo>
                    <a:pt x="418868" y="552698"/>
                  </a:lnTo>
                  <a:lnTo>
                    <a:pt x="418868" y="553300"/>
                  </a:lnTo>
                  <a:lnTo>
                    <a:pt x="418770" y="553701"/>
                  </a:lnTo>
                  <a:lnTo>
                    <a:pt x="418721" y="553901"/>
                  </a:lnTo>
                  <a:lnTo>
                    <a:pt x="418525" y="554252"/>
                  </a:lnTo>
                  <a:lnTo>
                    <a:pt x="418525" y="554703"/>
                  </a:lnTo>
                  <a:lnTo>
                    <a:pt x="418525" y="555003"/>
                  </a:lnTo>
                  <a:lnTo>
                    <a:pt x="418623" y="555454"/>
                  </a:lnTo>
                  <a:lnTo>
                    <a:pt x="418623" y="555605"/>
                  </a:lnTo>
                  <a:lnTo>
                    <a:pt x="418721" y="555855"/>
                  </a:lnTo>
                  <a:lnTo>
                    <a:pt x="418819" y="556306"/>
                  </a:lnTo>
                  <a:lnTo>
                    <a:pt x="418819" y="556507"/>
                  </a:lnTo>
                  <a:lnTo>
                    <a:pt x="418721" y="556707"/>
                  </a:lnTo>
                  <a:lnTo>
                    <a:pt x="418133" y="557259"/>
                  </a:lnTo>
                  <a:lnTo>
                    <a:pt x="417986" y="557559"/>
                  </a:lnTo>
                  <a:lnTo>
                    <a:pt x="417888" y="558110"/>
                  </a:lnTo>
                  <a:lnTo>
                    <a:pt x="417937" y="558461"/>
                  </a:lnTo>
                  <a:lnTo>
                    <a:pt x="417937" y="558662"/>
                  </a:lnTo>
                  <a:lnTo>
                    <a:pt x="417937" y="558912"/>
                  </a:lnTo>
                  <a:lnTo>
                    <a:pt x="417986" y="559564"/>
                  </a:lnTo>
                  <a:lnTo>
                    <a:pt x="418133" y="560516"/>
                  </a:lnTo>
                  <a:lnTo>
                    <a:pt x="418133" y="561067"/>
                  </a:lnTo>
                  <a:lnTo>
                    <a:pt x="418084" y="561468"/>
                  </a:lnTo>
                  <a:lnTo>
                    <a:pt x="418133" y="562220"/>
                  </a:lnTo>
                  <a:lnTo>
                    <a:pt x="418378" y="563422"/>
                  </a:lnTo>
                  <a:lnTo>
                    <a:pt x="418427" y="563924"/>
                  </a:lnTo>
                  <a:lnTo>
                    <a:pt x="418525" y="565477"/>
                  </a:lnTo>
                  <a:lnTo>
                    <a:pt x="418525" y="565878"/>
                  </a:lnTo>
                  <a:lnTo>
                    <a:pt x="418574" y="566129"/>
                  </a:lnTo>
                  <a:lnTo>
                    <a:pt x="418721" y="566530"/>
                  </a:lnTo>
                  <a:lnTo>
                    <a:pt x="418819" y="567832"/>
                  </a:lnTo>
                  <a:lnTo>
                    <a:pt x="418868" y="568233"/>
                  </a:lnTo>
                  <a:lnTo>
                    <a:pt x="418917" y="568684"/>
                  </a:lnTo>
                  <a:lnTo>
                    <a:pt x="418819" y="569486"/>
                  </a:lnTo>
                  <a:lnTo>
                    <a:pt x="418525" y="570138"/>
                  </a:lnTo>
                  <a:lnTo>
                    <a:pt x="417986" y="570839"/>
                  </a:lnTo>
                  <a:lnTo>
                    <a:pt x="417398" y="571290"/>
                  </a:lnTo>
                  <a:lnTo>
                    <a:pt x="416908" y="571942"/>
                  </a:lnTo>
                  <a:lnTo>
                    <a:pt x="416565" y="572192"/>
                  </a:lnTo>
                  <a:lnTo>
                    <a:pt x="415731" y="573094"/>
                  </a:lnTo>
                  <a:lnTo>
                    <a:pt x="415290" y="573846"/>
                  </a:lnTo>
                  <a:lnTo>
                    <a:pt x="415094" y="574147"/>
                  </a:lnTo>
                  <a:lnTo>
                    <a:pt x="414849" y="574648"/>
                  </a:lnTo>
                  <a:lnTo>
                    <a:pt x="414604" y="574999"/>
                  </a:lnTo>
                  <a:lnTo>
                    <a:pt x="414604" y="575149"/>
                  </a:lnTo>
                  <a:lnTo>
                    <a:pt x="414506" y="575750"/>
                  </a:lnTo>
                  <a:lnTo>
                    <a:pt x="414653" y="576953"/>
                  </a:lnTo>
                  <a:lnTo>
                    <a:pt x="414702" y="577404"/>
                  </a:lnTo>
                  <a:lnTo>
                    <a:pt x="414702" y="578156"/>
                  </a:lnTo>
                  <a:lnTo>
                    <a:pt x="414947" y="578857"/>
                  </a:lnTo>
                  <a:lnTo>
                    <a:pt x="415045" y="579158"/>
                  </a:lnTo>
                  <a:lnTo>
                    <a:pt x="415437" y="580210"/>
                  </a:lnTo>
                  <a:lnTo>
                    <a:pt x="415731" y="580762"/>
                  </a:lnTo>
                  <a:lnTo>
                    <a:pt x="415927" y="581163"/>
                  </a:lnTo>
                  <a:lnTo>
                    <a:pt x="416025" y="581814"/>
                  </a:lnTo>
                  <a:lnTo>
                    <a:pt x="416025" y="582165"/>
                  </a:lnTo>
                  <a:lnTo>
                    <a:pt x="415976" y="582415"/>
                  </a:lnTo>
                  <a:lnTo>
                    <a:pt x="415927" y="582716"/>
                  </a:lnTo>
                  <a:lnTo>
                    <a:pt x="415780" y="582866"/>
                  </a:lnTo>
                  <a:lnTo>
                    <a:pt x="415535" y="583117"/>
                  </a:lnTo>
                  <a:lnTo>
                    <a:pt x="415290" y="583368"/>
                  </a:lnTo>
                  <a:lnTo>
                    <a:pt x="414947" y="583819"/>
                  </a:lnTo>
                  <a:lnTo>
                    <a:pt x="414751" y="584069"/>
                  </a:lnTo>
                  <a:lnTo>
                    <a:pt x="414604" y="584219"/>
                  </a:lnTo>
                  <a:lnTo>
                    <a:pt x="414359" y="584570"/>
                  </a:lnTo>
                  <a:lnTo>
                    <a:pt x="414016" y="585071"/>
                  </a:lnTo>
                  <a:lnTo>
                    <a:pt x="413624" y="586074"/>
                  </a:lnTo>
                  <a:lnTo>
                    <a:pt x="413526" y="586525"/>
                  </a:lnTo>
                  <a:lnTo>
                    <a:pt x="413330" y="586875"/>
                  </a:lnTo>
                  <a:lnTo>
                    <a:pt x="413085" y="587126"/>
                  </a:lnTo>
                  <a:lnTo>
                    <a:pt x="412938" y="587327"/>
                  </a:lnTo>
                  <a:lnTo>
                    <a:pt x="412447" y="587828"/>
                  </a:lnTo>
                  <a:lnTo>
                    <a:pt x="412006" y="588529"/>
                  </a:lnTo>
                  <a:lnTo>
                    <a:pt x="411908" y="588730"/>
                  </a:lnTo>
                  <a:lnTo>
                    <a:pt x="411663" y="589231"/>
                  </a:lnTo>
                  <a:lnTo>
                    <a:pt x="410977" y="589983"/>
                  </a:lnTo>
                  <a:lnTo>
                    <a:pt x="410977" y="590383"/>
                  </a:lnTo>
                  <a:lnTo>
                    <a:pt x="411075" y="590634"/>
                  </a:lnTo>
                  <a:lnTo>
                    <a:pt x="411565" y="590885"/>
                  </a:lnTo>
                  <a:lnTo>
                    <a:pt x="411761" y="590935"/>
                  </a:lnTo>
                  <a:lnTo>
                    <a:pt x="412447" y="591085"/>
                  </a:lnTo>
                  <a:lnTo>
                    <a:pt x="413330" y="591486"/>
                  </a:lnTo>
                  <a:lnTo>
                    <a:pt x="413624" y="591736"/>
                  </a:lnTo>
                  <a:lnTo>
                    <a:pt x="413967" y="591987"/>
                  </a:lnTo>
                  <a:lnTo>
                    <a:pt x="414212" y="592288"/>
                  </a:lnTo>
                  <a:lnTo>
                    <a:pt x="414359" y="592388"/>
                  </a:lnTo>
                  <a:lnTo>
                    <a:pt x="414653" y="592839"/>
                  </a:lnTo>
                  <a:lnTo>
                    <a:pt x="415094" y="593240"/>
                  </a:lnTo>
                  <a:lnTo>
                    <a:pt x="415486" y="593541"/>
                  </a:lnTo>
                  <a:lnTo>
                    <a:pt x="415927" y="593841"/>
                  </a:lnTo>
                  <a:lnTo>
                    <a:pt x="416565" y="594242"/>
                  </a:lnTo>
                  <a:lnTo>
                    <a:pt x="417153" y="594693"/>
                  </a:lnTo>
                  <a:lnTo>
                    <a:pt x="417545" y="595044"/>
                  </a:lnTo>
                  <a:lnTo>
                    <a:pt x="417790" y="595295"/>
                  </a:lnTo>
                  <a:lnTo>
                    <a:pt x="417937" y="595645"/>
                  </a:lnTo>
                  <a:lnTo>
                    <a:pt x="417937" y="595946"/>
                  </a:lnTo>
                  <a:lnTo>
                    <a:pt x="417937" y="596146"/>
                  </a:lnTo>
                  <a:lnTo>
                    <a:pt x="417888" y="596447"/>
                  </a:lnTo>
                  <a:lnTo>
                    <a:pt x="417888" y="596848"/>
                  </a:lnTo>
                  <a:lnTo>
                    <a:pt x="417986" y="597349"/>
                  </a:lnTo>
                  <a:lnTo>
                    <a:pt x="418378" y="597750"/>
                  </a:lnTo>
                  <a:lnTo>
                    <a:pt x="418672" y="598151"/>
                  </a:lnTo>
                  <a:lnTo>
                    <a:pt x="418917" y="598502"/>
                  </a:lnTo>
                  <a:lnTo>
                    <a:pt x="419064" y="598752"/>
                  </a:lnTo>
                  <a:lnTo>
                    <a:pt x="419211" y="599003"/>
                  </a:lnTo>
                  <a:lnTo>
                    <a:pt x="419554" y="599704"/>
                  </a:lnTo>
                  <a:lnTo>
                    <a:pt x="419898" y="600356"/>
                  </a:lnTo>
                  <a:lnTo>
                    <a:pt x="420290" y="601258"/>
                  </a:lnTo>
                  <a:lnTo>
                    <a:pt x="420486" y="601759"/>
                  </a:lnTo>
                  <a:lnTo>
                    <a:pt x="420829" y="602110"/>
                  </a:lnTo>
                  <a:lnTo>
                    <a:pt x="421025" y="602310"/>
                  </a:lnTo>
                  <a:lnTo>
                    <a:pt x="421515" y="602411"/>
                  </a:lnTo>
                  <a:lnTo>
                    <a:pt x="422054" y="602611"/>
                  </a:lnTo>
                  <a:lnTo>
                    <a:pt x="422446" y="602811"/>
                  </a:lnTo>
                  <a:lnTo>
                    <a:pt x="422740" y="602962"/>
                  </a:lnTo>
                  <a:lnTo>
                    <a:pt x="424211" y="603714"/>
                  </a:lnTo>
                  <a:lnTo>
                    <a:pt x="424701" y="603964"/>
                  </a:lnTo>
                  <a:lnTo>
                    <a:pt x="425142" y="604165"/>
                  </a:lnTo>
                  <a:lnTo>
                    <a:pt x="425730" y="604365"/>
                  </a:lnTo>
                  <a:lnTo>
                    <a:pt x="426661" y="604616"/>
                  </a:lnTo>
                  <a:lnTo>
                    <a:pt x="427397" y="604866"/>
                  </a:lnTo>
                  <a:lnTo>
                    <a:pt x="427985" y="605067"/>
                  </a:lnTo>
                  <a:lnTo>
                    <a:pt x="428377" y="605217"/>
                  </a:lnTo>
                  <a:lnTo>
                    <a:pt x="429308" y="605417"/>
                  </a:lnTo>
                  <a:lnTo>
                    <a:pt x="430190" y="605518"/>
                  </a:lnTo>
                  <a:lnTo>
                    <a:pt x="430680" y="605568"/>
                  </a:lnTo>
                  <a:lnTo>
                    <a:pt x="431367" y="605668"/>
                  </a:lnTo>
                  <a:lnTo>
                    <a:pt x="431955" y="605768"/>
                  </a:lnTo>
                  <a:lnTo>
                    <a:pt x="432592" y="606019"/>
                  </a:lnTo>
                  <a:lnTo>
                    <a:pt x="433180" y="606720"/>
                  </a:lnTo>
                  <a:lnTo>
                    <a:pt x="433327" y="606921"/>
                  </a:lnTo>
                  <a:lnTo>
                    <a:pt x="433621" y="607322"/>
                  </a:lnTo>
                  <a:lnTo>
                    <a:pt x="433817" y="607773"/>
                  </a:lnTo>
                  <a:lnTo>
                    <a:pt x="434111" y="608424"/>
                  </a:lnTo>
                  <a:lnTo>
                    <a:pt x="434111" y="608725"/>
                  </a:lnTo>
                  <a:lnTo>
                    <a:pt x="434111" y="609176"/>
                  </a:lnTo>
                  <a:lnTo>
                    <a:pt x="434307" y="609727"/>
                  </a:lnTo>
                  <a:lnTo>
                    <a:pt x="434553" y="610379"/>
                  </a:lnTo>
                  <a:lnTo>
                    <a:pt x="434749" y="611231"/>
                  </a:lnTo>
                  <a:lnTo>
                    <a:pt x="434994" y="612032"/>
                  </a:lnTo>
                  <a:lnTo>
                    <a:pt x="435435" y="612684"/>
                  </a:lnTo>
                  <a:lnTo>
                    <a:pt x="435974" y="613235"/>
                  </a:lnTo>
                  <a:lnTo>
                    <a:pt x="436415" y="613786"/>
                  </a:lnTo>
                  <a:lnTo>
                    <a:pt x="436954" y="614287"/>
                  </a:lnTo>
                  <a:lnTo>
                    <a:pt x="437787" y="614638"/>
                  </a:lnTo>
                  <a:lnTo>
                    <a:pt x="438621" y="615039"/>
                  </a:lnTo>
                  <a:lnTo>
                    <a:pt x="439062" y="615340"/>
                  </a:lnTo>
                  <a:lnTo>
                    <a:pt x="439748" y="615841"/>
                  </a:lnTo>
                  <a:lnTo>
                    <a:pt x="440042" y="616442"/>
                  </a:lnTo>
                  <a:lnTo>
                    <a:pt x="440189" y="616643"/>
                  </a:lnTo>
                  <a:lnTo>
                    <a:pt x="440385" y="617044"/>
                  </a:lnTo>
                  <a:lnTo>
                    <a:pt x="440581" y="617845"/>
                  </a:lnTo>
                  <a:lnTo>
                    <a:pt x="440630" y="618447"/>
                  </a:lnTo>
                  <a:lnTo>
                    <a:pt x="440581" y="619048"/>
                  </a:lnTo>
                  <a:lnTo>
                    <a:pt x="440581" y="619249"/>
                  </a:lnTo>
                  <a:lnTo>
                    <a:pt x="440483" y="619850"/>
                  </a:lnTo>
                  <a:lnTo>
                    <a:pt x="440532" y="620451"/>
                  </a:lnTo>
                  <a:lnTo>
                    <a:pt x="440679" y="621103"/>
                  </a:lnTo>
                  <a:lnTo>
                    <a:pt x="440777" y="621504"/>
                  </a:lnTo>
                  <a:lnTo>
                    <a:pt x="440826" y="621804"/>
                  </a:lnTo>
                  <a:lnTo>
                    <a:pt x="440875" y="622406"/>
                  </a:lnTo>
                  <a:lnTo>
                    <a:pt x="440777" y="622706"/>
                  </a:lnTo>
                  <a:lnTo>
                    <a:pt x="440728" y="622907"/>
                  </a:lnTo>
                  <a:lnTo>
                    <a:pt x="440728" y="623558"/>
                  </a:lnTo>
                  <a:lnTo>
                    <a:pt x="440777" y="624160"/>
                  </a:lnTo>
                  <a:lnTo>
                    <a:pt x="440924" y="624962"/>
                  </a:lnTo>
                  <a:lnTo>
                    <a:pt x="441022" y="626214"/>
                  </a:lnTo>
                  <a:lnTo>
                    <a:pt x="441071" y="628269"/>
                  </a:lnTo>
                  <a:lnTo>
                    <a:pt x="441120" y="628469"/>
                  </a:lnTo>
                  <a:lnTo>
                    <a:pt x="441365" y="629472"/>
                  </a:lnTo>
                  <a:lnTo>
                    <a:pt x="441659" y="630775"/>
                  </a:lnTo>
                  <a:lnTo>
                    <a:pt x="441708" y="631125"/>
                  </a:lnTo>
                  <a:lnTo>
                    <a:pt x="442052" y="631977"/>
                  </a:lnTo>
                  <a:lnTo>
                    <a:pt x="442542" y="632529"/>
                  </a:lnTo>
                  <a:lnTo>
                    <a:pt x="443081" y="632879"/>
                  </a:lnTo>
                  <a:lnTo>
                    <a:pt x="443473" y="633130"/>
                  </a:lnTo>
                  <a:lnTo>
                    <a:pt x="443865" y="633381"/>
                  </a:lnTo>
                  <a:lnTo>
                    <a:pt x="444649" y="633932"/>
                  </a:lnTo>
                  <a:lnTo>
                    <a:pt x="444845" y="634132"/>
                  </a:lnTo>
                  <a:lnTo>
                    <a:pt x="445286" y="634533"/>
                  </a:lnTo>
                  <a:lnTo>
                    <a:pt x="445630" y="634884"/>
                  </a:lnTo>
                  <a:lnTo>
                    <a:pt x="446267" y="635485"/>
                  </a:lnTo>
                  <a:lnTo>
                    <a:pt x="447051" y="636037"/>
                  </a:lnTo>
                  <a:lnTo>
                    <a:pt x="447786" y="636387"/>
                  </a:lnTo>
                  <a:lnTo>
                    <a:pt x="448668" y="636638"/>
                  </a:lnTo>
                  <a:lnTo>
                    <a:pt x="449992" y="636638"/>
                  </a:lnTo>
                  <a:lnTo>
                    <a:pt x="450335" y="636738"/>
                  </a:lnTo>
                  <a:lnTo>
                    <a:pt x="450776" y="636838"/>
                  </a:lnTo>
                  <a:lnTo>
                    <a:pt x="451119" y="636989"/>
                  </a:lnTo>
                  <a:lnTo>
                    <a:pt x="451609" y="637139"/>
                  </a:lnTo>
                  <a:lnTo>
                    <a:pt x="452001" y="637390"/>
                  </a:lnTo>
                  <a:lnTo>
                    <a:pt x="452442" y="637690"/>
                  </a:lnTo>
                  <a:lnTo>
                    <a:pt x="453031" y="638041"/>
                  </a:lnTo>
                  <a:lnTo>
                    <a:pt x="454011" y="638392"/>
                  </a:lnTo>
                  <a:lnTo>
                    <a:pt x="453864" y="639043"/>
                  </a:lnTo>
                  <a:lnTo>
                    <a:pt x="453815" y="639444"/>
                  </a:lnTo>
                  <a:lnTo>
                    <a:pt x="453766" y="640096"/>
                  </a:lnTo>
                  <a:lnTo>
                    <a:pt x="453570" y="640497"/>
                  </a:lnTo>
                  <a:lnTo>
                    <a:pt x="453374" y="640847"/>
                  </a:lnTo>
                  <a:lnTo>
                    <a:pt x="453325" y="641449"/>
                  </a:lnTo>
                  <a:lnTo>
                    <a:pt x="453325" y="641850"/>
                  </a:lnTo>
                  <a:lnTo>
                    <a:pt x="453276" y="642451"/>
                  </a:lnTo>
                  <a:lnTo>
                    <a:pt x="453227" y="643052"/>
                  </a:lnTo>
                  <a:lnTo>
                    <a:pt x="453129" y="643453"/>
                  </a:lnTo>
                  <a:lnTo>
                    <a:pt x="453031" y="643704"/>
                  </a:lnTo>
                  <a:lnTo>
                    <a:pt x="452638" y="644105"/>
                  </a:lnTo>
                  <a:lnTo>
                    <a:pt x="452148" y="644506"/>
                  </a:lnTo>
                  <a:lnTo>
                    <a:pt x="452001" y="644606"/>
                  </a:lnTo>
                  <a:lnTo>
                    <a:pt x="451609" y="645007"/>
                  </a:lnTo>
                  <a:lnTo>
                    <a:pt x="451364" y="645308"/>
                  </a:lnTo>
                  <a:lnTo>
                    <a:pt x="451119" y="646310"/>
                  </a:lnTo>
                  <a:lnTo>
                    <a:pt x="450923" y="647212"/>
                  </a:lnTo>
                  <a:lnTo>
                    <a:pt x="450825" y="647512"/>
                  </a:lnTo>
                  <a:lnTo>
                    <a:pt x="450678" y="648014"/>
                  </a:lnTo>
                  <a:lnTo>
                    <a:pt x="450384" y="648815"/>
                  </a:lnTo>
                  <a:lnTo>
                    <a:pt x="450188" y="649517"/>
                  </a:lnTo>
                  <a:lnTo>
                    <a:pt x="450188" y="650168"/>
                  </a:lnTo>
                  <a:lnTo>
                    <a:pt x="450188" y="650820"/>
                  </a:lnTo>
                  <a:lnTo>
                    <a:pt x="450139" y="651522"/>
                  </a:lnTo>
                  <a:lnTo>
                    <a:pt x="450041" y="652424"/>
                  </a:lnTo>
                  <a:lnTo>
                    <a:pt x="449943" y="653376"/>
                  </a:lnTo>
                  <a:lnTo>
                    <a:pt x="449747" y="654178"/>
                  </a:lnTo>
                  <a:lnTo>
                    <a:pt x="449649" y="654428"/>
                  </a:lnTo>
                  <a:lnTo>
                    <a:pt x="449453" y="654879"/>
                  </a:lnTo>
                  <a:lnTo>
                    <a:pt x="449110" y="655380"/>
                  </a:lnTo>
                  <a:lnTo>
                    <a:pt x="448913" y="655881"/>
                  </a:lnTo>
                  <a:lnTo>
                    <a:pt x="449011" y="656132"/>
                  </a:lnTo>
                  <a:lnTo>
                    <a:pt x="449306" y="656332"/>
                  </a:lnTo>
                  <a:lnTo>
                    <a:pt x="449796" y="656533"/>
                  </a:lnTo>
                  <a:lnTo>
                    <a:pt x="450384" y="656733"/>
                  </a:lnTo>
                  <a:lnTo>
                    <a:pt x="451119" y="657234"/>
                  </a:lnTo>
                  <a:lnTo>
                    <a:pt x="451756" y="657635"/>
                  </a:lnTo>
                  <a:lnTo>
                    <a:pt x="452295" y="658086"/>
                  </a:lnTo>
                  <a:lnTo>
                    <a:pt x="452835" y="658487"/>
                  </a:lnTo>
                  <a:lnTo>
                    <a:pt x="453178" y="658688"/>
                  </a:lnTo>
                  <a:lnTo>
                    <a:pt x="453423" y="658788"/>
                  </a:lnTo>
                  <a:lnTo>
                    <a:pt x="453570" y="658838"/>
                  </a:lnTo>
                  <a:lnTo>
                    <a:pt x="453815" y="658938"/>
                  </a:lnTo>
                  <a:lnTo>
                    <a:pt x="453962" y="659139"/>
                  </a:lnTo>
                  <a:lnTo>
                    <a:pt x="453962" y="659439"/>
                  </a:lnTo>
                  <a:lnTo>
                    <a:pt x="453864" y="659690"/>
                  </a:lnTo>
                  <a:lnTo>
                    <a:pt x="453864" y="659840"/>
                  </a:lnTo>
                  <a:lnTo>
                    <a:pt x="453962" y="659991"/>
                  </a:lnTo>
                  <a:lnTo>
                    <a:pt x="454109" y="660191"/>
                  </a:lnTo>
                  <a:lnTo>
                    <a:pt x="454354" y="660442"/>
                  </a:lnTo>
                  <a:lnTo>
                    <a:pt x="454550" y="660792"/>
                  </a:lnTo>
                  <a:lnTo>
                    <a:pt x="454158" y="660792"/>
                  </a:lnTo>
                  <a:lnTo>
                    <a:pt x="453913" y="660893"/>
                  </a:lnTo>
                  <a:lnTo>
                    <a:pt x="453717" y="660943"/>
                  </a:lnTo>
                  <a:lnTo>
                    <a:pt x="453472" y="661093"/>
                  </a:lnTo>
                  <a:lnTo>
                    <a:pt x="452982" y="661193"/>
                  </a:lnTo>
                  <a:lnTo>
                    <a:pt x="452589" y="661294"/>
                  </a:lnTo>
                  <a:lnTo>
                    <a:pt x="452050" y="661394"/>
                  </a:lnTo>
                  <a:lnTo>
                    <a:pt x="451560" y="661494"/>
                  </a:lnTo>
                  <a:lnTo>
                    <a:pt x="450678" y="661695"/>
                  </a:lnTo>
                  <a:lnTo>
                    <a:pt x="450482" y="661745"/>
                  </a:lnTo>
                  <a:lnTo>
                    <a:pt x="449698" y="661895"/>
                  </a:lnTo>
                  <a:lnTo>
                    <a:pt x="449110" y="662095"/>
                  </a:lnTo>
                  <a:lnTo>
                    <a:pt x="447884" y="662296"/>
                  </a:lnTo>
                  <a:lnTo>
                    <a:pt x="446855" y="662496"/>
                  </a:lnTo>
                  <a:lnTo>
                    <a:pt x="446463" y="662546"/>
                  </a:lnTo>
                  <a:lnTo>
                    <a:pt x="446022" y="662546"/>
                  </a:lnTo>
                  <a:lnTo>
                    <a:pt x="445728" y="662647"/>
                  </a:lnTo>
                  <a:lnTo>
                    <a:pt x="445286" y="662647"/>
                  </a:lnTo>
                  <a:lnTo>
                    <a:pt x="444747" y="662546"/>
                  </a:lnTo>
                  <a:lnTo>
                    <a:pt x="444306" y="662546"/>
                  </a:lnTo>
                  <a:lnTo>
                    <a:pt x="443718" y="662446"/>
                  </a:lnTo>
                  <a:lnTo>
                    <a:pt x="442934" y="662346"/>
                  </a:lnTo>
                  <a:lnTo>
                    <a:pt x="442150" y="662196"/>
                  </a:lnTo>
                  <a:lnTo>
                    <a:pt x="441856" y="662196"/>
                  </a:lnTo>
                  <a:lnTo>
                    <a:pt x="440532" y="661995"/>
                  </a:lnTo>
                  <a:lnTo>
                    <a:pt x="439944" y="661945"/>
                  </a:lnTo>
                  <a:lnTo>
                    <a:pt x="439209" y="661795"/>
                  </a:lnTo>
                  <a:lnTo>
                    <a:pt x="438572" y="661795"/>
                  </a:lnTo>
                  <a:lnTo>
                    <a:pt x="437983" y="661745"/>
                  </a:lnTo>
                  <a:lnTo>
                    <a:pt x="437199" y="661644"/>
                  </a:lnTo>
                  <a:lnTo>
                    <a:pt x="436562" y="661494"/>
                  </a:lnTo>
                  <a:lnTo>
                    <a:pt x="435680" y="661344"/>
                  </a:lnTo>
                  <a:lnTo>
                    <a:pt x="434454" y="661294"/>
                  </a:lnTo>
                  <a:lnTo>
                    <a:pt x="434209" y="661294"/>
                  </a:lnTo>
                  <a:lnTo>
                    <a:pt x="433082" y="661193"/>
                  </a:lnTo>
                  <a:lnTo>
                    <a:pt x="432249" y="661093"/>
                  </a:lnTo>
                  <a:lnTo>
                    <a:pt x="431710" y="661043"/>
                  </a:lnTo>
                  <a:lnTo>
                    <a:pt x="431073" y="660742"/>
                  </a:lnTo>
                  <a:lnTo>
                    <a:pt x="430827" y="660592"/>
                  </a:lnTo>
                  <a:lnTo>
                    <a:pt x="430680" y="660592"/>
                  </a:lnTo>
                  <a:lnTo>
                    <a:pt x="430239" y="660542"/>
                  </a:lnTo>
                  <a:lnTo>
                    <a:pt x="428965" y="660392"/>
                  </a:lnTo>
                  <a:lnTo>
                    <a:pt x="428818" y="660392"/>
                  </a:lnTo>
                  <a:lnTo>
                    <a:pt x="426661" y="660392"/>
                  </a:lnTo>
                  <a:lnTo>
                    <a:pt x="426269" y="660291"/>
                  </a:lnTo>
                  <a:lnTo>
                    <a:pt x="425779" y="660191"/>
                  </a:lnTo>
                  <a:lnTo>
                    <a:pt x="425387" y="660041"/>
                  </a:lnTo>
                  <a:lnTo>
                    <a:pt x="425044" y="659941"/>
                  </a:lnTo>
                  <a:lnTo>
                    <a:pt x="424505" y="659890"/>
                  </a:lnTo>
                  <a:lnTo>
                    <a:pt x="424064" y="659890"/>
                  </a:lnTo>
                  <a:lnTo>
                    <a:pt x="423868" y="659991"/>
                  </a:lnTo>
                  <a:lnTo>
                    <a:pt x="423721" y="660041"/>
                  </a:lnTo>
                  <a:lnTo>
                    <a:pt x="423426" y="660241"/>
                  </a:lnTo>
                  <a:lnTo>
                    <a:pt x="422838" y="660191"/>
                  </a:lnTo>
                  <a:lnTo>
                    <a:pt x="422642" y="660091"/>
                  </a:lnTo>
                  <a:lnTo>
                    <a:pt x="422201" y="659941"/>
                  </a:lnTo>
                  <a:lnTo>
                    <a:pt x="421858" y="659941"/>
                  </a:lnTo>
                  <a:lnTo>
                    <a:pt x="421368" y="660041"/>
                  </a:lnTo>
                  <a:lnTo>
                    <a:pt x="421025" y="659840"/>
                  </a:lnTo>
                  <a:lnTo>
                    <a:pt x="420731" y="659840"/>
                  </a:lnTo>
                  <a:lnTo>
                    <a:pt x="420535" y="659840"/>
                  </a:lnTo>
                  <a:lnTo>
                    <a:pt x="420339" y="659840"/>
                  </a:lnTo>
                  <a:lnTo>
                    <a:pt x="419947" y="659890"/>
                  </a:lnTo>
                  <a:lnTo>
                    <a:pt x="419456" y="659840"/>
                  </a:lnTo>
                  <a:lnTo>
                    <a:pt x="419113" y="659740"/>
                  </a:lnTo>
                  <a:lnTo>
                    <a:pt x="418868" y="659590"/>
                  </a:lnTo>
                  <a:lnTo>
                    <a:pt x="418427" y="659490"/>
                  </a:lnTo>
                  <a:lnTo>
                    <a:pt x="417790" y="659339"/>
                  </a:lnTo>
                  <a:lnTo>
                    <a:pt x="417300" y="659439"/>
                  </a:lnTo>
                  <a:lnTo>
                    <a:pt x="417006" y="659540"/>
                  </a:lnTo>
                  <a:lnTo>
                    <a:pt x="416663" y="659640"/>
                  </a:lnTo>
                  <a:lnTo>
                    <a:pt x="416271" y="659339"/>
                  </a:lnTo>
                  <a:lnTo>
                    <a:pt x="416123" y="659139"/>
                  </a:lnTo>
                  <a:lnTo>
                    <a:pt x="415927" y="658838"/>
                  </a:lnTo>
                  <a:lnTo>
                    <a:pt x="415633" y="658638"/>
                  </a:lnTo>
                  <a:lnTo>
                    <a:pt x="415388" y="658638"/>
                  </a:lnTo>
                  <a:lnTo>
                    <a:pt x="415094" y="658588"/>
                  </a:lnTo>
                  <a:lnTo>
                    <a:pt x="414702" y="658487"/>
                  </a:lnTo>
                  <a:lnTo>
                    <a:pt x="414359" y="658437"/>
                  </a:lnTo>
                  <a:lnTo>
                    <a:pt x="414212" y="658387"/>
                  </a:lnTo>
                  <a:lnTo>
                    <a:pt x="413183" y="658287"/>
                  </a:lnTo>
                  <a:lnTo>
                    <a:pt x="412055" y="658086"/>
                  </a:lnTo>
                  <a:lnTo>
                    <a:pt x="410928" y="657886"/>
                  </a:lnTo>
                  <a:lnTo>
                    <a:pt x="409850" y="657635"/>
                  </a:lnTo>
                  <a:lnTo>
                    <a:pt x="408526" y="657335"/>
                  </a:lnTo>
                  <a:lnTo>
                    <a:pt x="407252" y="657034"/>
                  </a:lnTo>
                  <a:lnTo>
                    <a:pt x="406223" y="656783"/>
                  </a:lnTo>
                  <a:lnTo>
                    <a:pt x="405439" y="656633"/>
                  </a:lnTo>
                  <a:lnTo>
                    <a:pt x="404556" y="656483"/>
                  </a:lnTo>
                  <a:lnTo>
                    <a:pt x="403674" y="656232"/>
                  </a:lnTo>
                  <a:lnTo>
                    <a:pt x="402743" y="655982"/>
                  </a:lnTo>
                  <a:lnTo>
                    <a:pt x="401763" y="655631"/>
                  </a:lnTo>
                  <a:lnTo>
                    <a:pt x="399900" y="654829"/>
                  </a:lnTo>
                  <a:lnTo>
                    <a:pt x="398185" y="654228"/>
                  </a:lnTo>
                  <a:lnTo>
                    <a:pt x="396175" y="653877"/>
                  </a:lnTo>
                  <a:lnTo>
                    <a:pt x="394754" y="653626"/>
                  </a:lnTo>
                  <a:lnTo>
                    <a:pt x="392548" y="653426"/>
                  </a:lnTo>
                  <a:lnTo>
                    <a:pt x="391715" y="653276"/>
                  </a:lnTo>
                  <a:lnTo>
                    <a:pt x="390980" y="653125"/>
                  </a:lnTo>
                  <a:lnTo>
                    <a:pt x="390195" y="652925"/>
                  </a:lnTo>
                  <a:lnTo>
                    <a:pt x="389754" y="652424"/>
                  </a:lnTo>
                  <a:lnTo>
                    <a:pt x="389019" y="652223"/>
                  </a:lnTo>
                  <a:lnTo>
                    <a:pt x="388480" y="652173"/>
                  </a:lnTo>
                  <a:lnTo>
                    <a:pt x="388284" y="652123"/>
                  </a:lnTo>
                  <a:lnTo>
                    <a:pt x="385931" y="651371"/>
                  </a:lnTo>
                  <a:lnTo>
                    <a:pt x="384804" y="650870"/>
                  </a:lnTo>
                  <a:lnTo>
                    <a:pt x="383824" y="650620"/>
                  </a:lnTo>
                  <a:lnTo>
                    <a:pt x="381471" y="650168"/>
                  </a:lnTo>
                  <a:lnTo>
                    <a:pt x="379903" y="649567"/>
                  </a:lnTo>
                  <a:lnTo>
                    <a:pt x="378726" y="649216"/>
                  </a:lnTo>
                  <a:lnTo>
                    <a:pt x="378138" y="649066"/>
                  </a:lnTo>
                  <a:lnTo>
                    <a:pt x="377697" y="648765"/>
                  </a:lnTo>
                  <a:lnTo>
                    <a:pt x="377256" y="647964"/>
                  </a:lnTo>
                  <a:lnTo>
                    <a:pt x="377060" y="647663"/>
                  </a:lnTo>
                  <a:lnTo>
                    <a:pt x="376374" y="646460"/>
                  </a:lnTo>
                  <a:lnTo>
                    <a:pt x="375736" y="646059"/>
                  </a:lnTo>
                  <a:lnTo>
                    <a:pt x="375099" y="645859"/>
                  </a:lnTo>
                  <a:lnTo>
                    <a:pt x="374168" y="645558"/>
                  </a:lnTo>
                  <a:lnTo>
                    <a:pt x="372256" y="645358"/>
                  </a:lnTo>
                  <a:lnTo>
                    <a:pt x="371276" y="645508"/>
                  </a:lnTo>
                  <a:lnTo>
                    <a:pt x="371129" y="645608"/>
                  </a:lnTo>
                  <a:lnTo>
                    <a:pt x="370345" y="646009"/>
                  </a:lnTo>
                  <a:lnTo>
                    <a:pt x="369267" y="646360"/>
                  </a:lnTo>
                  <a:lnTo>
                    <a:pt x="368777" y="646610"/>
                  </a:lnTo>
                  <a:lnTo>
                    <a:pt x="368188" y="646661"/>
                  </a:lnTo>
                  <a:lnTo>
                    <a:pt x="367453" y="646360"/>
                  </a:lnTo>
                  <a:lnTo>
                    <a:pt x="366767" y="645959"/>
                  </a:lnTo>
                  <a:lnTo>
                    <a:pt x="366179" y="645358"/>
                  </a:lnTo>
                  <a:lnTo>
                    <a:pt x="365738" y="644656"/>
                  </a:lnTo>
                  <a:lnTo>
                    <a:pt x="365100" y="643654"/>
                  </a:lnTo>
                  <a:lnTo>
                    <a:pt x="364806" y="643203"/>
                  </a:lnTo>
                  <a:lnTo>
                    <a:pt x="364071" y="642702"/>
                  </a:lnTo>
                  <a:lnTo>
                    <a:pt x="362944" y="642401"/>
                  </a:lnTo>
                  <a:lnTo>
                    <a:pt x="361719" y="642551"/>
                  </a:lnTo>
                  <a:lnTo>
                    <a:pt x="360395" y="643002"/>
                  </a:lnTo>
                  <a:lnTo>
                    <a:pt x="359170" y="643453"/>
                  </a:lnTo>
                  <a:lnTo>
                    <a:pt x="356621" y="643754"/>
                  </a:lnTo>
                  <a:lnTo>
                    <a:pt x="354808" y="643754"/>
                  </a:lnTo>
                  <a:lnTo>
                    <a:pt x="354269" y="643554"/>
                  </a:lnTo>
                  <a:lnTo>
                    <a:pt x="353092" y="643103"/>
                  </a:lnTo>
                  <a:lnTo>
                    <a:pt x="352308" y="642551"/>
                  </a:lnTo>
                  <a:lnTo>
                    <a:pt x="351475" y="641649"/>
                  </a:lnTo>
                  <a:lnTo>
                    <a:pt x="350593" y="641098"/>
                  </a:lnTo>
                  <a:lnTo>
                    <a:pt x="350298" y="641048"/>
                  </a:lnTo>
                  <a:lnTo>
                    <a:pt x="348926" y="640847"/>
                  </a:lnTo>
                  <a:lnTo>
                    <a:pt x="348142" y="640396"/>
                  </a:lnTo>
                  <a:lnTo>
                    <a:pt x="347603" y="639645"/>
                  </a:lnTo>
                  <a:lnTo>
                    <a:pt x="347358" y="639344"/>
                  </a:lnTo>
                  <a:lnTo>
                    <a:pt x="346917" y="639144"/>
                  </a:lnTo>
                  <a:lnTo>
                    <a:pt x="345887" y="638993"/>
                  </a:lnTo>
                  <a:lnTo>
                    <a:pt x="344515" y="638843"/>
                  </a:lnTo>
                  <a:lnTo>
                    <a:pt x="343191" y="638843"/>
                  </a:lnTo>
                  <a:lnTo>
                    <a:pt x="341917" y="638743"/>
                  </a:lnTo>
                  <a:lnTo>
                    <a:pt x="340986" y="638642"/>
                  </a:lnTo>
                  <a:lnTo>
                    <a:pt x="340349" y="638542"/>
                  </a:lnTo>
                  <a:lnTo>
                    <a:pt x="340153" y="638492"/>
                  </a:lnTo>
                  <a:lnTo>
                    <a:pt x="340006" y="638442"/>
                  </a:lnTo>
                  <a:lnTo>
                    <a:pt x="339565" y="638292"/>
                  </a:lnTo>
                  <a:lnTo>
                    <a:pt x="339172" y="637991"/>
                  </a:lnTo>
                  <a:lnTo>
                    <a:pt x="338241" y="637289"/>
                  </a:lnTo>
                  <a:lnTo>
                    <a:pt x="336869" y="636237"/>
                  </a:lnTo>
                  <a:lnTo>
                    <a:pt x="336722" y="636337"/>
                  </a:lnTo>
                  <a:lnTo>
                    <a:pt x="336477" y="636488"/>
                  </a:lnTo>
                  <a:lnTo>
                    <a:pt x="336036" y="636788"/>
                  </a:lnTo>
                  <a:lnTo>
                    <a:pt x="335790" y="636939"/>
                  </a:lnTo>
                  <a:lnTo>
                    <a:pt x="335349" y="636939"/>
                  </a:lnTo>
                  <a:lnTo>
                    <a:pt x="335055" y="636888"/>
                  </a:lnTo>
                  <a:lnTo>
                    <a:pt x="334614" y="636788"/>
                  </a:lnTo>
                  <a:lnTo>
                    <a:pt x="334075" y="636638"/>
                  </a:lnTo>
                  <a:lnTo>
                    <a:pt x="333291" y="636738"/>
                  </a:lnTo>
                  <a:lnTo>
                    <a:pt x="333095" y="636788"/>
                  </a:lnTo>
                  <a:lnTo>
                    <a:pt x="331967" y="637189"/>
                  </a:lnTo>
                  <a:lnTo>
                    <a:pt x="331232" y="637590"/>
                  </a:lnTo>
                  <a:lnTo>
                    <a:pt x="330791" y="637841"/>
                  </a:lnTo>
                  <a:lnTo>
                    <a:pt x="330350" y="637991"/>
                  </a:lnTo>
                  <a:lnTo>
                    <a:pt x="330056" y="638041"/>
                  </a:lnTo>
                  <a:lnTo>
                    <a:pt x="329713" y="637991"/>
                  </a:lnTo>
                  <a:lnTo>
                    <a:pt x="329566" y="637841"/>
                  </a:lnTo>
                  <a:lnTo>
                    <a:pt x="329468" y="637690"/>
                  </a:lnTo>
                  <a:lnTo>
                    <a:pt x="329321" y="637340"/>
                  </a:lnTo>
                  <a:lnTo>
                    <a:pt x="329076" y="636738"/>
                  </a:lnTo>
                  <a:lnTo>
                    <a:pt x="329027" y="636538"/>
                  </a:lnTo>
                  <a:lnTo>
                    <a:pt x="328929" y="635986"/>
                  </a:lnTo>
                  <a:lnTo>
                    <a:pt x="328880" y="635786"/>
                  </a:lnTo>
                  <a:lnTo>
                    <a:pt x="328782" y="635285"/>
                  </a:lnTo>
                  <a:lnTo>
                    <a:pt x="328782" y="635135"/>
                  </a:lnTo>
                  <a:lnTo>
                    <a:pt x="328782" y="634834"/>
                  </a:lnTo>
                  <a:lnTo>
                    <a:pt x="328635" y="634483"/>
                  </a:lnTo>
                  <a:lnTo>
                    <a:pt x="327997" y="634182"/>
                  </a:lnTo>
                  <a:lnTo>
                    <a:pt x="327409" y="633932"/>
                  </a:lnTo>
                  <a:lnTo>
                    <a:pt x="327017" y="633731"/>
                  </a:lnTo>
                  <a:lnTo>
                    <a:pt x="326184" y="633280"/>
                  </a:lnTo>
                  <a:lnTo>
                    <a:pt x="325841" y="633080"/>
                  </a:lnTo>
                  <a:lnTo>
                    <a:pt x="325694" y="632930"/>
                  </a:lnTo>
                  <a:lnTo>
                    <a:pt x="323880" y="630825"/>
                  </a:lnTo>
                  <a:lnTo>
                    <a:pt x="323488" y="630374"/>
                  </a:lnTo>
                  <a:lnTo>
                    <a:pt x="323096" y="629873"/>
                  </a:lnTo>
                  <a:lnTo>
                    <a:pt x="322704" y="629672"/>
                  </a:lnTo>
                  <a:lnTo>
                    <a:pt x="322018" y="629622"/>
                  </a:lnTo>
                  <a:lnTo>
                    <a:pt x="321871" y="629622"/>
                  </a:lnTo>
                  <a:lnTo>
                    <a:pt x="321528" y="629622"/>
                  </a:lnTo>
                  <a:lnTo>
                    <a:pt x="321086" y="629622"/>
                  </a:lnTo>
                  <a:lnTo>
                    <a:pt x="320596" y="629572"/>
                  </a:lnTo>
                  <a:lnTo>
                    <a:pt x="320253" y="629572"/>
                  </a:lnTo>
                  <a:lnTo>
                    <a:pt x="319371" y="629522"/>
                  </a:lnTo>
                  <a:lnTo>
                    <a:pt x="319175" y="629422"/>
                  </a:lnTo>
                  <a:lnTo>
                    <a:pt x="318930" y="629321"/>
                  </a:lnTo>
                  <a:lnTo>
                    <a:pt x="318587" y="628770"/>
                  </a:lnTo>
                  <a:lnTo>
                    <a:pt x="318587" y="628520"/>
                  </a:lnTo>
                  <a:lnTo>
                    <a:pt x="318587" y="628169"/>
                  </a:lnTo>
                  <a:lnTo>
                    <a:pt x="318391" y="627668"/>
                  </a:lnTo>
                  <a:lnTo>
                    <a:pt x="318195" y="627167"/>
                  </a:lnTo>
                  <a:lnTo>
                    <a:pt x="317901" y="626665"/>
                  </a:lnTo>
                  <a:lnTo>
                    <a:pt x="317606" y="626014"/>
                  </a:lnTo>
                  <a:lnTo>
                    <a:pt x="317116" y="625362"/>
                  </a:lnTo>
                  <a:lnTo>
                    <a:pt x="316479" y="624511"/>
                  </a:lnTo>
                  <a:lnTo>
                    <a:pt x="316185" y="623959"/>
                  </a:lnTo>
                  <a:lnTo>
                    <a:pt x="315940" y="623759"/>
                  </a:lnTo>
                  <a:lnTo>
                    <a:pt x="315597" y="623558"/>
                  </a:lnTo>
                  <a:lnTo>
                    <a:pt x="315450" y="623458"/>
                  </a:lnTo>
                  <a:lnTo>
                    <a:pt x="315205" y="623358"/>
                  </a:lnTo>
                  <a:lnTo>
                    <a:pt x="314862" y="623157"/>
                  </a:lnTo>
                  <a:lnTo>
                    <a:pt x="314519" y="622757"/>
                  </a:lnTo>
                  <a:lnTo>
                    <a:pt x="314323" y="622105"/>
                  </a:lnTo>
                  <a:lnTo>
                    <a:pt x="314323" y="621905"/>
                  </a:lnTo>
                  <a:lnTo>
                    <a:pt x="314421" y="621253"/>
                  </a:lnTo>
                  <a:lnTo>
                    <a:pt x="314470" y="620652"/>
                  </a:lnTo>
                  <a:lnTo>
                    <a:pt x="314225" y="619750"/>
                  </a:lnTo>
                  <a:lnTo>
                    <a:pt x="313930" y="619148"/>
                  </a:lnTo>
                  <a:lnTo>
                    <a:pt x="313048" y="618697"/>
                  </a:lnTo>
                  <a:lnTo>
                    <a:pt x="312313" y="618246"/>
                  </a:lnTo>
                  <a:lnTo>
                    <a:pt x="311970" y="617795"/>
                  </a:lnTo>
                  <a:lnTo>
                    <a:pt x="311921" y="617595"/>
                  </a:lnTo>
                  <a:lnTo>
                    <a:pt x="311627" y="616743"/>
                  </a:lnTo>
                  <a:lnTo>
                    <a:pt x="311529" y="614939"/>
                  </a:lnTo>
                  <a:lnTo>
                    <a:pt x="311529" y="614738"/>
                  </a:lnTo>
                  <a:lnTo>
                    <a:pt x="311431" y="614287"/>
                  </a:lnTo>
                  <a:lnTo>
                    <a:pt x="311088" y="612133"/>
                  </a:lnTo>
                  <a:lnTo>
                    <a:pt x="310745" y="610479"/>
                  </a:lnTo>
                  <a:lnTo>
                    <a:pt x="310647" y="610228"/>
                  </a:lnTo>
                  <a:lnTo>
                    <a:pt x="310107" y="608975"/>
                  </a:lnTo>
                  <a:lnTo>
                    <a:pt x="309862" y="608675"/>
                  </a:lnTo>
                  <a:lnTo>
                    <a:pt x="309715" y="608625"/>
                  </a:lnTo>
                  <a:lnTo>
                    <a:pt x="309372" y="608474"/>
                  </a:lnTo>
                  <a:lnTo>
                    <a:pt x="308882" y="608424"/>
                  </a:lnTo>
                  <a:lnTo>
                    <a:pt x="308294" y="608474"/>
                  </a:lnTo>
                  <a:lnTo>
                    <a:pt x="307853" y="608524"/>
                  </a:lnTo>
                  <a:lnTo>
                    <a:pt x="307265" y="608625"/>
                  </a:lnTo>
                  <a:lnTo>
                    <a:pt x="306775" y="608825"/>
                  </a:lnTo>
                  <a:lnTo>
                    <a:pt x="305843" y="608925"/>
                  </a:lnTo>
                  <a:lnTo>
                    <a:pt x="303638" y="608875"/>
                  </a:lnTo>
                  <a:lnTo>
                    <a:pt x="300991" y="608625"/>
                  </a:lnTo>
                  <a:lnTo>
                    <a:pt x="300795" y="608625"/>
                  </a:lnTo>
                  <a:lnTo>
                    <a:pt x="300305" y="608575"/>
                  </a:lnTo>
                  <a:lnTo>
                    <a:pt x="299717" y="608324"/>
                  </a:lnTo>
                  <a:lnTo>
                    <a:pt x="299275" y="608073"/>
                  </a:lnTo>
                  <a:lnTo>
                    <a:pt x="299128" y="607973"/>
                  </a:lnTo>
                  <a:lnTo>
                    <a:pt x="298442" y="607422"/>
                  </a:lnTo>
                  <a:lnTo>
                    <a:pt x="298197" y="607171"/>
                  </a:lnTo>
                  <a:lnTo>
                    <a:pt x="296482" y="605768"/>
                  </a:lnTo>
                  <a:lnTo>
                    <a:pt x="295501" y="604866"/>
                  </a:lnTo>
                  <a:lnTo>
                    <a:pt x="294864" y="604265"/>
                  </a:lnTo>
                  <a:lnTo>
                    <a:pt x="294374" y="603714"/>
                  </a:lnTo>
                  <a:lnTo>
                    <a:pt x="293590" y="602811"/>
                  </a:lnTo>
                  <a:lnTo>
                    <a:pt x="292855" y="601709"/>
                  </a:lnTo>
                  <a:lnTo>
                    <a:pt x="292169" y="600707"/>
                  </a:lnTo>
                  <a:lnTo>
                    <a:pt x="291727" y="600306"/>
                  </a:lnTo>
                  <a:lnTo>
                    <a:pt x="291188" y="599855"/>
                  </a:lnTo>
                  <a:lnTo>
                    <a:pt x="289816" y="598953"/>
                  </a:lnTo>
                  <a:lnTo>
                    <a:pt x="288247" y="597750"/>
                  </a:lnTo>
                  <a:lnTo>
                    <a:pt x="286777" y="596948"/>
                  </a:lnTo>
                  <a:lnTo>
                    <a:pt x="285503" y="596447"/>
                  </a:lnTo>
                  <a:lnTo>
                    <a:pt x="283934" y="596247"/>
                  </a:lnTo>
                  <a:lnTo>
                    <a:pt x="282660" y="596397"/>
                  </a:lnTo>
                  <a:lnTo>
                    <a:pt x="281337" y="596848"/>
                  </a:lnTo>
                  <a:lnTo>
                    <a:pt x="280258" y="597600"/>
                  </a:lnTo>
                  <a:lnTo>
                    <a:pt x="279572" y="598001"/>
                  </a:lnTo>
                  <a:lnTo>
                    <a:pt x="277514" y="600055"/>
                  </a:lnTo>
                  <a:lnTo>
                    <a:pt x="274279" y="602661"/>
                  </a:lnTo>
                  <a:lnTo>
                    <a:pt x="272563" y="603563"/>
                  </a:lnTo>
                  <a:lnTo>
                    <a:pt x="269965" y="604365"/>
                  </a:lnTo>
                  <a:lnTo>
                    <a:pt x="268250" y="604816"/>
                  </a:lnTo>
                  <a:lnTo>
                    <a:pt x="267613" y="604966"/>
                  </a:lnTo>
                  <a:lnTo>
                    <a:pt x="264231" y="605919"/>
                  </a:lnTo>
                  <a:lnTo>
                    <a:pt x="261976" y="606620"/>
                  </a:lnTo>
                  <a:lnTo>
                    <a:pt x="257614" y="607622"/>
                  </a:lnTo>
                  <a:lnTo>
                    <a:pt x="254918" y="607823"/>
                  </a:lnTo>
                  <a:lnTo>
                    <a:pt x="252321" y="608073"/>
                  </a:lnTo>
                  <a:lnTo>
                    <a:pt x="250556" y="608224"/>
                  </a:lnTo>
                  <a:lnTo>
                    <a:pt x="249135" y="608224"/>
                  </a:lnTo>
                  <a:lnTo>
                    <a:pt x="247419" y="608174"/>
                  </a:lnTo>
                  <a:lnTo>
                    <a:pt x="245802" y="608274"/>
                  </a:lnTo>
                  <a:lnTo>
                    <a:pt x="244822" y="608274"/>
                  </a:lnTo>
                  <a:lnTo>
                    <a:pt x="243890" y="608424"/>
                  </a:lnTo>
                  <a:lnTo>
                    <a:pt x="243106" y="608575"/>
                  </a:lnTo>
                  <a:lnTo>
                    <a:pt x="242322" y="608524"/>
                  </a:lnTo>
                  <a:lnTo>
                    <a:pt x="241881" y="608524"/>
                  </a:lnTo>
                  <a:lnTo>
                    <a:pt x="240116" y="608625"/>
                  </a:lnTo>
                  <a:lnTo>
                    <a:pt x="239920" y="608675"/>
                  </a:lnTo>
                  <a:lnTo>
                    <a:pt x="237764" y="608725"/>
                  </a:lnTo>
                  <a:lnTo>
                    <a:pt x="237666" y="608123"/>
                  </a:lnTo>
                  <a:lnTo>
                    <a:pt x="237322" y="607272"/>
                  </a:lnTo>
                  <a:lnTo>
                    <a:pt x="237077" y="606770"/>
                  </a:lnTo>
                  <a:lnTo>
                    <a:pt x="236979" y="606269"/>
                  </a:lnTo>
                  <a:lnTo>
                    <a:pt x="236979" y="605718"/>
                  </a:lnTo>
                  <a:lnTo>
                    <a:pt x="236881" y="605167"/>
                  </a:lnTo>
                  <a:lnTo>
                    <a:pt x="236587" y="604766"/>
                  </a:lnTo>
                  <a:lnTo>
                    <a:pt x="236538" y="604265"/>
                  </a:lnTo>
                  <a:lnTo>
                    <a:pt x="236538" y="603864"/>
                  </a:lnTo>
                  <a:lnTo>
                    <a:pt x="236538" y="603613"/>
                  </a:lnTo>
                  <a:lnTo>
                    <a:pt x="236538" y="603112"/>
                  </a:lnTo>
                  <a:lnTo>
                    <a:pt x="236342" y="602661"/>
                  </a:lnTo>
                  <a:lnTo>
                    <a:pt x="236195" y="602210"/>
                  </a:lnTo>
                  <a:lnTo>
                    <a:pt x="236097" y="601609"/>
                  </a:lnTo>
                  <a:lnTo>
                    <a:pt x="236097" y="601258"/>
                  </a:lnTo>
                  <a:lnTo>
                    <a:pt x="236097" y="600256"/>
                  </a:lnTo>
                  <a:lnTo>
                    <a:pt x="235852" y="599654"/>
                  </a:lnTo>
                  <a:lnTo>
                    <a:pt x="235558" y="598301"/>
                  </a:lnTo>
                  <a:lnTo>
                    <a:pt x="235558" y="597349"/>
                  </a:lnTo>
                  <a:lnTo>
                    <a:pt x="235411" y="596197"/>
                  </a:lnTo>
                  <a:lnTo>
                    <a:pt x="235313" y="595545"/>
                  </a:lnTo>
                  <a:lnTo>
                    <a:pt x="235313" y="594443"/>
                  </a:lnTo>
                  <a:lnTo>
                    <a:pt x="235264" y="593791"/>
                  </a:lnTo>
                  <a:lnTo>
                    <a:pt x="235313" y="592839"/>
                  </a:lnTo>
                  <a:lnTo>
                    <a:pt x="235313" y="592238"/>
                  </a:lnTo>
                  <a:lnTo>
                    <a:pt x="235264" y="591436"/>
                  </a:lnTo>
                  <a:lnTo>
                    <a:pt x="235264" y="590935"/>
                  </a:lnTo>
                  <a:lnTo>
                    <a:pt x="235264" y="590033"/>
                  </a:lnTo>
                  <a:lnTo>
                    <a:pt x="235166" y="589281"/>
                  </a:lnTo>
                  <a:lnTo>
                    <a:pt x="235068" y="588680"/>
                  </a:lnTo>
                  <a:lnTo>
                    <a:pt x="235019" y="587878"/>
                  </a:lnTo>
                  <a:lnTo>
                    <a:pt x="234921" y="587276"/>
                  </a:lnTo>
                  <a:lnTo>
                    <a:pt x="234921" y="586976"/>
                  </a:lnTo>
                  <a:lnTo>
                    <a:pt x="234921" y="586825"/>
                  </a:lnTo>
                  <a:lnTo>
                    <a:pt x="235019" y="586274"/>
                  </a:lnTo>
                  <a:lnTo>
                    <a:pt x="235068" y="586024"/>
                  </a:lnTo>
                  <a:lnTo>
                    <a:pt x="235019" y="585623"/>
                  </a:lnTo>
                  <a:lnTo>
                    <a:pt x="235019" y="585422"/>
                  </a:lnTo>
                  <a:lnTo>
                    <a:pt x="234970" y="585222"/>
                  </a:lnTo>
                  <a:lnTo>
                    <a:pt x="234921" y="584821"/>
                  </a:lnTo>
                  <a:lnTo>
                    <a:pt x="235068" y="584370"/>
                  </a:lnTo>
                  <a:lnTo>
                    <a:pt x="235215" y="583819"/>
                  </a:lnTo>
                  <a:lnTo>
                    <a:pt x="235264" y="583317"/>
                  </a:lnTo>
                  <a:lnTo>
                    <a:pt x="235509" y="582816"/>
                  </a:lnTo>
                  <a:lnTo>
                    <a:pt x="235705" y="582466"/>
                  </a:lnTo>
                  <a:lnTo>
                    <a:pt x="235950" y="582065"/>
                  </a:lnTo>
                  <a:lnTo>
                    <a:pt x="235999" y="581664"/>
                  </a:lnTo>
                  <a:lnTo>
                    <a:pt x="236097" y="581263"/>
                  </a:lnTo>
                  <a:lnTo>
                    <a:pt x="236097" y="580962"/>
                  </a:lnTo>
                  <a:lnTo>
                    <a:pt x="236048" y="580511"/>
                  </a:lnTo>
                  <a:lnTo>
                    <a:pt x="236048" y="580060"/>
                  </a:lnTo>
                  <a:lnTo>
                    <a:pt x="236097" y="579409"/>
                  </a:lnTo>
                  <a:lnTo>
                    <a:pt x="236097" y="578958"/>
                  </a:lnTo>
                  <a:lnTo>
                    <a:pt x="235901" y="577053"/>
                  </a:lnTo>
                  <a:lnTo>
                    <a:pt x="235852" y="576703"/>
                  </a:lnTo>
                  <a:lnTo>
                    <a:pt x="235803" y="576101"/>
                  </a:lnTo>
                  <a:lnTo>
                    <a:pt x="235803" y="575249"/>
                  </a:lnTo>
                  <a:lnTo>
                    <a:pt x="235607" y="570990"/>
                  </a:lnTo>
                  <a:lnTo>
                    <a:pt x="235607" y="570539"/>
                  </a:lnTo>
                  <a:lnTo>
                    <a:pt x="235558" y="569386"/>
                  </a:lnTo>
                  <a:lnTo>
                    <a:pt x="235460" y="567983"/>
                  </a:lnTo>
                  <a:lnTo>
                    <a:pt x="235362" y="566730"/>
                  </a:lnTo>
                  <a:lnTo>
                    <a:pt x="235313" y="566028"/>
                  </a:lnTo>
                  <a:lnTo>
                    <a:pt x="234872" y="562921"/>
                  </a:lnTo>
                  <a:lnTo>
                    <a:pt x="234480" y="560566"/>
                  </a:lnTo>
                  <a:lnTo>
                    <a:pt x="234186" y="558912"/>
                  </a:lnTo>
                  <a:lnTo>
                    <a:pt x="233990" y="558161"/>
                  </a:lnTo>
                  <a:lnTo>
                    <a:pt x="233941" y="557710"/>
                  </a:lnTo>
                  <a:lnTo>
                    <a:pt x="233941" y="557559"/>
                  </a:lnTo>
                  <a:lnTo>
                    <a:pt x="233941" y="557208"/>
                  </a:lnTo>
                  <a:lnTo>
                    <a:pt x="233892" y="556958"/>
                  </a:lnTo>
                  <a:lnTo>
                    <a:pt x="233745" y="555906"/>
                  </a:lnTo>
                  <a:lnTo>
                    <a:pt x="233548" y="555354"/>
                  </a:lnTo>
                  <a:lnTo>
                    <a:pt x="233450" y="555054"/>
                  </a:lnTo>
                  <a:lnTo>
                    <a:pt x="233401" y="554853"/>
                  </a:lnTo>
                  <a:lnTo>
                    <a:pt x="233352" y="554653"/>
                  </a:lnTo>
                  <a:lnTo>
                    <a:pt x="233303" y="554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5941" y="1508760"/>
              <a:ext cx="951497" cy="1245464"/>
            </a:xfrm>
            <a:custGeom>
              <a:avLst/>
              <a:pathLst>
                <a:path w="951497" h="1245464">
                  <a:moveTo>
                    <a:pt x="649525" y="601"/>
                  </a:moveTo>
                  <a:lnTo>
                    <a:pt x="652858" y="2054"/>
                  </a:lnTo>
                  <a:lnTo>
                    <a:pt x="655015" y="2806"/>
                  </a:lnTo>
                  <a:lnTo>
                    <a:pt x="656142" y="4710"/>
                  </a:lnTo>
                  <a:lnTo>
                    <a:pt x="655995" y="6414"/>
                  </a:lnTo>
                  <a:lnTo>
                    <a:pt x="654966" y="9321"/>
                  </a:lnTo>
                  <a:lnTo>
                    <a:pt x="654329" y="15284"/>
                  </a:lnTo>
                  <a:lnTo>
                    <a:pt x="656191" y="20446"/>
                  </a:lnTo>
                  <a:lnTo>
                    <a:pt x="658740" y="22951"/>
                  </a:lnTo>
                  <a:lnTo>
                    <a:pt x="661436" y="24455"/>
                  </a:lnTo>
                  <a:lnTo>
                    <a:pt x="665896" y="25457"/>
                  </a:lnTo>
                  <a:lnTo>
                    <a:pt x="670748" y="26359"/>
                  </a:lnTo>
                  <a:lnTo>
                    <a:pt x="673640" y="25808"/>
                  </a:lnTo>
                  <a:lnTo>
                    <a:pt x="677267" y="25507"/>
                  </a:lnTo>
                  <a:lnTo>
                    <a:pt x="682119" y="24705"/>
                  </a:lnTo>
                  <a:lnTo>
                    <a:pt x="685795" y="23703"/>
                  </a:lnTo>
                  <a:lnTo>
                    <a:pt x="689324" y="22300"/>
                  </a:lnTo>
                  <a:lnTo>
                    <a:pt x="694471" y="20145"/>
                  </a:lnTo>
                  <a:lnTo>
                    <a:pt x="698980" y="17740"/>
                  </a:lnTo>
                  <a:lnTo>
                    <a:pt x="702460" y="16938"/>
                  </a:lnTo>
                  <a:lnTo>
                    <a:pt x="707312" y="17138"/>
                  </a:lnTo>
                  <a:lnTo>
                    <a:pt x="712312" y="17840"/>
                  </a:lnTo>
                  <a:lnTo>
                    <a:pt x="716625" y="17740"/>
                  </a:lnTo>
                  <a:lnTo>
                    <a:pt x="720399" y="18491"/>
                  </a:lnTo>
                  <a:lnTo>
                    <a:pt x="723781" y="21047"/>
                  </a:lnTo>
                  <a:lnTo>
                    <a:pt x="726476" y="24355"/>
                  </a:lnTo>
                  <a:lnTo>
                    <a:pt x="728927" y="27662"/>
                  </a:lnTo>
                  <a:lnTo>
                    <a:pt x="730790" y="29416"/>
                  </a:lnTo>
                  <a:lnTo>
                    <a:pt x="732701" y="31070"/>
                  </a:lnTo>
                  <a:lnTo>
                    <a:pt x="735936" y="32373"/>
                  </a:lnTo>
                  <a:lnTo>
                    <a:pt x="739514" y="32573"/>
                  </a:lnTo>
                  <a:lnTo>
                    <a:pt x="743141" y="32423"/>
                  </a:lnTo>
                  <a:lnTo>
                    <a:pt x="746425" y="31721"/>
                  </a:lnTo>
                  <a:lnTo>
                    <a:pt x="747993" y="31872"/>
                  </a:lnTo>
                  <a:lnTo>
                    <a:pt x="749611" y="32874"/>
                  </a:lnTo>
                  <a:lnTo>
                    <a:pt x="751424" y="36833"/>
                  </a:lnTo>
                  <a:lnTo>
                    <a:pt x="756277" y="42896"/>
                  </a:lnTo>
                  <a:lnTo>
                    <a:pt x="763286" y="50012"/>
                  </a:lnTo>
                  <a:lnTo>
                    <a:pt x="764805" y="52819"/>
                  </a:lnTo>
                  <a:lnTo>
                    <a:pt x="767648" y="55625"/>
                  </a:lnTo>
                  <a:lnTo>
                    <a:pt x="769510" y="57078"/>
                  </a:lnTo>
                  <a:lnTo>
                    <a:pt x="772892" y="59785"/>
                  </a:lnTo>
                  <a:lnTo>
                    <a:pt x="776127" y="62691"/>
                  </a:lnTo>
                  <a:lnTo>
                    <a:pt x="779362" y="64996"/>
                  </a:lnTo>
                  <a:lnTo>
                    <a:pt x="782695" y="70409"/>
                  </a:lnTo>
                  <a:lnTo>
                    <a:pt x="785195" y="74568"/>
                  </a:lnTo>
                  <a:lnTo>
                    <a:pt x="788037" y="76723"/>
                  </a:lnTo>
                  <a:lnTo>
                    <a:pt x="791076" y="80732"/>
                  </a:lnTo>
                  <a:lnTo>
                    <a:pt x="793576" y="83137"/>
                  </a:lnTo>
                  <a:lnTo>
                    <a:pt x="795193" y="83839"/>
                  </a:lnTo>
                  <a:lnTo>
                    <a:pt x="798232" y="84140"/>
                  </a:lnTo>
                  <a:lnTo>
                    <a:pt x="801810" y="84791"/>
                  </a:lnTo>
                  <a:lnTo>
                    <a:pt x="804310" y="85342"/>
                  </a:lnTo>
                  <a:lnTo>
                    <a:pt x="806466" y="87197"/>
                  </a:lnTo>
                  <a:lnTo>
                    <a:pt x="810338" y="90354"/>
                  </a:lnTo>
                  <a:lnTo>
                    <a:pt x="821170" y="96868"/>
                  </a:lnTo>
                  <a:lnTo>
                    <a:pt x="831169" y="99775"/>
                  </a:lnTo>
                  <a:lnTo>
                    <a:pt x="835237" y="100627"/>
                  </a:lnTo>
                  <a:lnTo>
                    <a:pt x="843275" y="105839"/>
                  </a:lnTo>
                  <a:lnTo>
                    <a:pt x="851804" y="110249"/>
                  </a:lnTo>
                  <a:lnTo>
                    <a:pt x="856950" y="114408"/>
                  </a:lnTo>
                  <a:lnTo>
                    <a:pt x="861950" y="118918"/>
                  </a:lnTo>
                  <a:lnTo>
                    <a:pt x="866214" y="121674"/>
                  </a:lnTo>
                  <a:lnTo>
                    <a:pt x="868076" y="129041"/>
                  </a:lnTo>
                  <a:lnTo>
                    <a:pt x="867635" y="135255"/>
                  </a:lnTo>
                  <a:lnTo>
                    <a:pt x="868664" y="139565"/>
                  </a:lnTo>
                  <a:lnTo>
                    <a:pt x="874154" y="142622"/>
                  </a:lnTo>
                  <a:lnTo>
                    <a:pt x="879300" y="144827"/>
                  </a:lnTo>
                  <a:lnTo>
                    <a:pt x="882437" y="148285"/>
                  </a:lnTo>
                  <a:lnTo>
                    <a:pt x="885623" y="153697"/>
                  </a:lnTo>
                  <a:lnTo>
                    <a:pt x="895181" y="159760"/>
                  </a:lnTo>
                  <a:lnTo>
                    <a:pt x="907091" y="165423"/>
                  </a:lnTo>
                  <a:lnTo>
                    <a:pt x="913463" y="169132"/>
                  </a:lnTo>
                  <a:lnTo>
                    <a:pt x="921550" y="173091"/>
                  </a:lnTo>
                  <a:lnTo>
                    <a:pt x="928314" y="175496"/>
                  </a:lnTo>
                  <a:lnTo>
                    <a:pt x="935470" y="178803"/>
                  </a:lnTo>
                  <a:lnTo>
                    <a:pt x="938312" y="181159"/>
                  </a:lnTo>
                  <a:lnTo>
                    <a:pt x="940469" y="184266"/>
                  </a:lnTo>
                  <a:lnTo>
                    <a:pt x="942430" y="188074"/>
                  </a:lnTo>
                  <a:lnTo>
                    <a:pt x="945223" y="195341"/>
                  </a:lnTo>
                  <a:lnTo>
                    <a:pt x="947331" y="202407"/>
                  </a:lnTo>
                  <a:lnTo>
                    <a:pt x="948066" y="205514"/>
                  </a:lnTo>
                  <a:lnTo>
                    <a:pt x="950272" y="208320"/>
                  </a:lnTo>
                  <a:lnTo>
                    <a:pt x="951105" y="209673"/>
                  </a:lnTo>
                  <a:lnTo>
                    <a:pt x="951497" y="210275"/>
                  </a:lnTo>
                  <a:lnTo>
                    <a:pt x="951203" y="211978"/>
                  </a:lnTo>
                  <a:lnTo>
                    <a:pt x="951056" y="213532"/>
                  </a:lnTo>
                  <a:lnTo>
                    <a:pt x="949733" y="216188"/>
                  </a:lnTo>
                  <a:lnTo>
                    <a:pt x="948850" y="218192"/>
                  </a:lnTo>
                  <a:lnTo>
                    <a:pt x="945861" y="219946"/>
                  </a:lnTo>
                  <a:lnTo>
                    <a:pt x="943263" y="220949"/>
                  </a:lnTo>
                  <a:lnTo>
                    <a:pt x="940126" y="220899"/>
                  </a:lnTo>
                  <a:lnTo>
                    <a:pt x="936891" y="221300"/>
                  </a:lnTo>
                  <a:lnTo>
                    <a:pt x="933754" y="221600"/>
                  </a:lnTo>
                  <a:lnTo>
                    <a:pt x="930470" y="221550"/>
                  </a:lnTo>
                  <a:lnTo>
                    <a:pt x="926990" y="222602"/>
                  </a:lnTo>
                  <a:lnTo>
                    <a:pt x="924834" y="224958"/>
                  </a:lnTo>
                  <a:lnTo>
                    <a:pt x="921942" y="228365"/>
                  </a:lnTo>
                  <a:lnTo>
                    <a:pt x="920079" y="231573"/>
                  </a:lnTo>
                  <a:lnTo>
                    <a:pt x="918903" y="233627"/>
                  </a:lnTo>
                  <a:lnTo>
                    <a:pt x="915766" y="236584"/>
                  </a:lnTo>
                  <a:lnTo>
                    <a:pt x="913022" y="238689"/>
                  </a:lnTo>
                  <a:lnTo>
                    <a:pt x="909738" y="241645"/>
                  </a:lnTo>
                  <a:lnTo>
                    <a:pt x="905621" y="246406"/>
                  </a:lnTo>
                  <a:lnTo>
                    <a:pt x="903268" y="249263"/>
                  </a:lnTo>
                  <a:lnTo>
                    <a:pt x="901994" y="252520"/>
                  </a:lnTo>
                  <a:lnTo>
                    <a:pt x="901748" y="255427"/>
                  </a:lnTo>
                  <a:lnTo>
                    <a:pt x="901307" y="261340"/>
                  </a:lnTo>
                  <a:lnTo>
                    <a:pt x="901111" y="265149"/>
                  </a:lnTo>
                  <a:lnTo>
                    <a:pt x="901896" y="269208"/>
                  </a:lnTo>
                  <a:lnTo>
                    <a:pt x="902778" y="272666"/>
                  </a:lnTo>
                  <a:lnTo>
                    <a:pt x="903072" y="274069"/>
                  </a:lnTo>
                  <a:lnTo>
                    <a:pt x="903611" y="276825"/>
                  </a:lnTo>
                  <a:lnTo>
                    <a:pt x="903513" y="279180"/>
                  </a:lnTo>
                  <a:lnTo>
                    <a:pt x="902141" y="281987"/>
                  </a:lnTo>
                  <a:lnTo>
                    <a:pt x="900425" y="285394"/>
                  </a:lnTo>
                  <a:lnTo>
                    <a:pt x="899445" y="287249"/>
                  </a:lnTo>
                  <a:lnTo>
                    <a:pt x="898121" y="289854"/>
                  </a:lnTo>
                  <a:lnTo>
                    <a:pt x="898023" y="292059"/>
                  </a:lnTo>
                  <a:lnTo>
                    <a:pt x="898269" y="294816"/>
                  </a:lnTo>
                  <a:lnTo>
                    <a:pt x="898170" y="297572"/>
                  </a:lnTo>
                  <a:lnTo>
                    <a:pt x="897337" y="300478"/>
                  </a:lnTo>
                  <a:lnTo>
                    <a:pt x="895573" y="305139"/>
                  </a:lnTo>
                  <a:lnTo>
                    <a:pt x="892436" y="306592"/>
                  </a:lnTo>
                  <a:lnTo>
                    <a:pt x="889936" y="308346"/>
                  </a:lnTo>
                  <a:lnTo>
                    <a:pt x="887044" y="309549"/>
                  </a:lnTo>
                  <a:lnTo>
                    <a:pt x="884398" y="311403"/>
                  </a:lnTo>
                  <a:lnTo>
                    <a:pt x="882094" y="313007"/>
                  </a:lnTo>
                  <a:lnTo>
                    <a:pt x="879643" y="314009"/>
                  </a:lnTo>
                  <a:lnTo>
                    <a:pt x="877928" y="314310"/>
                  </a:lnTo>
                  <a:lnTo>
                    <a:pt x="876261" y="314660"/>
                  </a:lnTo>
                  <a:lnTo>
                    <a:pt x="873566" y="316665"/>
                  </a:lnTo>
                  <a:lnTo>
                    <a:pt x="872095" y="318018"/>
                  </a:lnTo>
                  <a:lnTo>
                    <a:pt x="871017" y="319822"/>
                  </a:lnTo>
                  <a:lnTo>
                    <a:pt x="869645" y="322177"/>
                  </a:lnTo>
                  <a:lnTo>
                    <a:pt x="868321" y="324984"/>
                  </a:lnTo>
                  <a:lnTo>
                    <a:pt x="866557" y="327439"/>
                  </a:lnTo>
                  <a:lnTo>
                    <a:pt x="866410" y="329895"/>
                  </a:lnTo>
                  <a:lnTo>
                    <a:pt x="863224" y="334004"/>
                  </a:lnTo>
                  <a:lnTo>
                    <a:pt x="861754" y="335157"/>
                  </a:lnTo>
                  <a:lnTo>
                    <a:pt x="859744" y="336209"/>
                  </a:lnTo>
                  <a:lnTo>
                    <a:pt x="857685" y="337061"/>
                  </a:lnTo>
                  <a:lnTo>
                    <a:pt x="856215" y="338013"/>
                  </a:lnTo>
                  <a:lnTo>
                    <a:pt x="854892" y="339266"/>
                  </a:lnTo>
                  <a:lnTo>
                    <a:pt x="852980" y="341471"/>
                  </a:lnTo>
                  <a:lnTo>
                    <a:pt x="851461" y="343075"/>
                  </a:lnTo>
                  <a:lnTo>
                    <a:pt x="849647" y="344177"/>
                  </a:lnTo>
                  <a:lnTo>
                    <a:pt x="847099" y="346532"/>
                  </a:lnTo>
                  <a:lnTo>
                    <a:pt x="844991" y="348737"/>
                  </a:lnTo>
                  <a:lnTo>
                    <a:pt x="842883" y="350441"/>
                  </a:lnTo>
                  <a:lnTo>
                    <a:pt x="841070" y="351544"/>
                  </a:lnTo>
                  <a:lnTo>
                    <a:pt x="839501" y="352496"/>
                  </a:lnTo>
                  <a:lnTo>
                    <a:pt x="836708" y="354500"/>
                  </a:lnTo>
                  <a:lnTo>
                    <a:pt x="834012" y="356856"/>
                  </a:lnTo>
                  <a:lnTo>
                    <a:pt x="832149" y="358058"/>
                  </a:lnTo>
                  <a:lnTo>
                    <a:pt x="830777" y="359161"/>
                  </a:lnTo>
                  <a:lnTo>
                    <a:pt x="829405" y="361466"/>
                  </a:lnTo>
                  <a:lnTo>
                    <a:pt x="828915" y="363721"/>
                  </a:lnTo>
                  <a:lnTo>
                    <a:pt x="828669" y="366427"/>
                  </a:lnTo>
                  <a:lnTo>
                    <a:pt x="828228" y="369083"/>
                  </a:lnTo>
                  <a:lnTo>
                    <a:pt x="827199" y="371188"/>
                  </a:lnTo>
                  <a:lnTo>
                    <a:pt x="825631" y="373644"/>
                  </a:lnTo>
                  <a:lnTo>
                    <a:pt x="822984" y="376199"/>
                  </a:lnTo>
                  <a:lnTo>
                    <a:pt x="821317" y="377402"/>
                  </a:lnTo>
                  <a:lnTo>
                    <a:pt x="819602" y="379106"/>
                  </a:lnTo>
                  <a:lnTo>
                    <a:pt x="818132" y="381311"/>
                  </a:lnTo>
                  <a:lnTo>
                    <a:pt x="816759" y="382664"/>
                  </a:lnTo>
                  <a:lnTo>
                    <a:pt x="814554" y="384869"/>
                  </a:lnTo>
                  <a:lnTo>
                    <a:pt x="812838" y="386372"/>
                  </a:lnTo>
                  <a:lnTo>
                    <a:pt x="810780" y="388076"/>
                  </a:lnTo>
                  <a:lnTo>
                    <a:pt x="808868" y="390181"/>
                  </a:lnTo>
                  <a:lnTo>
                    <a:pt x="806074" y="392687"/>
                  </a:lnTo>
                  <a:lnTo>
                    <a:pt x="804065" y="395543"/>
                  </a:lnTo>
                  <a:lnTo>
                    <a:pt x="803477" y="397498"/>
                  </a:lnTo>
                  <a:lnTo>
                    <a:pt x="802643" y="400154"/>
                  </a:lnTo>
                  <a:lnTo>
                    <a:pt x="802055" y="402960"/>
                  </a:lnTo>
                  <a:lnTo>
                    <a:pt x="801957" y="406618"/>
                  </a:lnTo>
                  <a:lnTo>
                    <a:pt x="802937" y="408873"/>
                  </a:lnTo>
                  <a:lnTo>
                    <a:pt x="806417" y="411579"/>
                  </a:lnTo>
                  <a:lnTo>
                    <a:pt x="812299" y="415438"/>
                  </a:lnTo>
                  <a:lnTo>
                    <a:pt x="815583" y="418846"/>
                  </a:lnTo>
                  <a:lnTo>
                    <a:pt x="817543" y="422855"/>
                  </a:lnTo>
                  <a:lnTo>
                    <a:pt x="821219" y="426212"/>
                  </a:lnTo>
                  <a:lnTo>
                    <a:pt x="823768" y="429320"/>
                  </a:lnTo>
                  <a:lnTo>
                    <a:pt x="825827" y="434030"/>
                  </a:lnTo>
                  <a:lnTo>
                    <a:pt x="826366" y="436335"/>
                  </a:lnTo>
                  <a:lnTo>
                    <a:pt x="827150" y="439342"/>
                  </a:lnTo>
                  <a:lnTo>
                    <a:pt x="826954" y="441998"/>
                  </a:lnTo>
                  <a:lnTo>
                    <a:pt x="826513" y="444905"/>
                  </a:lnTo>
                  <a:lnTo>
                    <a:pt x="825925" y="448012"/>
                  </a:lnTo>
                  <a:lnTo>
                    <a:pt x="826219" y="449415"/>
                  </a:lnTo>
                  <a:lnTo>
                    <a:pt x="826268" y="451870"/>
                  </a:lnTo>
                  <a:lnTo>
                    <a:pt x="825288" y="454476"/>
                  </a:lnTo>
                  <a:lnTo>
                    <a:pt x="824846" y="457884"/>
                  </a:lnTo>
                  <a:lnTo>
                    <a:pt x="824944" y="460690"/>
                  </a:lnTo>
                  <a:lnTo>
                    <a:pt x="826464" y="465201"/>
                  </a:lnTo>
                  <a:lnTo>
                    <a:pt x="828522" y="469260"/>
                  </a:lnTo>
                  <a:lnTo>
                    <a:pt x="828915" y="471916"/>
                  </a:lnTo>
                  <a:lnTo>
                    <a:pt x="830140" y="474872"/>
                  </a:lnTo>
                  <a:lnTo>
                    <a:pt x="832443" y="478531"/>
                  </a:lnTo>
                  <a:lnTo>
                    <a:pt x="835041" y="484394"/>
                  </a:lnTo>
                  <a:lnTo>
                    <a:pt x="835825" y="487100"/>
                  </a:lnTo>
                  <a:lnTo>
                    <a:pt x="836021" y="489756"/>
                  </a:lnTo>
                  <a:lnTo>
                    <a:pt x="838668" y="495569"/>
                  </a:lnTo>
                  <a:lnTo>
                    <a:pt x="840286" y="498977"/>
                  </a:lnTo>
                  <a:lnTo>
                    <a:pt x="842785" y="502284"/>
                  </a:lnTo>
                  <a:lnTo>
                    <a:pt x="844305" y="504790"/>
                  </a:lnTo>
                  <a:lnTo>
                    <a:pt x="846412" y="508298"/>
                  </a:lnTo>
                  <a:lnTo>
                    <a:pt x="847000" y="510804"/>
                  </a:lnTo>
                  <a:lnTo>
                    <a:pt x="848226" y="514061"/>
                  </a:lnTo>
                  <a:lnTo>
                    <a:pt x="849745" y="517268"/>
                  </a:lnTo>
                  <a:lnTo>
                    <a:pt x="851069" y="519624"/>
                  </a:lnTo>
                  <a:lnTo>
                    <a:pt x="851951" y="521027"/>
                  </a:lnTo>
                  <a:lnTo>
                    <a:pt x="853323" y="521528"/>
                  </a:lnTo>
                  <a:lnTo>
                    <a:pt x="854009" y="523232"/>
                  </a:lnTo>
                  <a:lnTo>
                    <a:pt x="853617" y="524635"/>
                  </a:lnTo>
                  <a:lnTo>
                    <a:pt x="852686" y="526690"/>
                  </a:lnTo>
                  <a:lnTo>
                    <a:pt x="851510" y="528143"/>
                  </a:lnTo>
                  <a:lnTo>
                    <a:pt x="850088" y="529295"/>
                  </a:lnTo>
                  <a:lnTo>
                    <a:pt x="849549" y="531951"/>
                  </a:lnTo>
                  <a:lnTo>
                    <a:pt x="849647" y="534056"/>
                  </a:lnTo>
                  <a:lnTo>
                    <a:pt x="850186" y="536311"/>
                  </a:lnTo>
                  <a:lnTo>
                    <a:pt x="850431" y="538416"/>
                  </a:lnTo>
                  <a:lnTo>
                    <a:pt x="851461" y="540922"/>
                  </a:lnTo>
                  <a:lnTo>
                    <a:pt x="852588" y="542776"/>
                  </a:lnTo>
                  <a:lnTo>
                    <a:pt x="852980" y="544379"/>
                  </a:lnTo>
                  <a:lnTo>
                    <a:pt x="853078" y="546635"/>
                  </a:lnTo>
                  <a:lnTo>
                    <a:pt x="853078" y="548188"/>
                  </a:lnTo>
                  <a:lnTo>
                    <a:pt x="852441" y="550293"/>
                  </a:lnTo>
                  <a:lnTo>
                    <a:pt x="852147" y="551746"/>
                  </a:lnTo>
                  <a:lnTo>
                    <a:pt x="851608" y="553450"/>
                  </a:lnTo>
                  <a:lnTo>
                    <a:pt x="850971" y="554653"/>
                  </a:lnTo>
                  <a:lnTo>
                    <a:pt x="850824" y="556106"/>
                  </a:lnTo>
                  <a:lnTo>
                    <a:pt x="849500" y="559614"/>
                  </a:lnTo>
                  <a:lnTo>
                    <a:pt x="849353" y="561067"/>
                  </a:lnTo>
                  <a:lnTo>
                    <a:pt x="849304" y="563072"/>
                  </a:lnTo>
                  <a:lnTo>
                    <a:pt x="849451" y="564525"/>
                  </a:lnTo>
                  <a:lnTo>
                    <a:pt x="849794" y="567532"/>
                  </a:lnTo>
                  <a:lnTo>
                    <a:pt x="849794" y="568584"/>
                  </a:lnTo>
                  <a:lnTo>
                    <a:pt x="849794" y="570188"/>
                  </a:lnTo>
                  <a:lnTo>
                    <a:pt x="849255" y="573846"/>
                  </a:lnTo>
                  <a:lnTo>
                    <a:pt x="849255" y="574898"/>
                  </a:lnTo>
                  <a:lnTo>
                    <a:pt x="849353" y="578206"/>
                  </a:lnTo>
                  <a:lnTo>
                    <a:pt x="849353" y="579509"/>
                  </a:lnTo>
                  <a:lnTo>
                    <a:pt x="849696" y="581263"/>
                  </a:lnTo>
                  <a:lnTo>
                    <a:pt x="850382" y="582315"/>
                  </a:lnTo>
                  <a:lnTo>
                    <a:pt x="851657" y="583869"/>
                  </a:lnTo>
                  <a:lnTo>
                    <a:pt x="852686" y="586274"/>
                  </a:lnTo>
                  <a:lnTo>
                    <a:pt x="853715" y="588229"/>
                  </a:lnTo>
                  <a:lnTo>
                    <a:pt x="853715" y="590634"/>
                  </a:lnTo>
                  <a:lnTo>
                    <a:pt x="853568" y="593641"/>
                  </a:lnTo>
                  <a:lnTo>
                    <a:pt x="853666" y="597349"/>
                  </a:lnTo>
                  <a:lnTo>
                    <a:pt x="853519" y="600105"/>
                  </a:lnTo>
                  <a:lnTo>
                    <a:pt x="852686" y="603513"/>
                  </a:lnTo>
                  <a:lnTo>
                    <a:pt x="851755" y="606269"/>
                  </a:lnTo>
                  <a:lnTo>
                    <a:pt x="850431" y="611030"/>
                  </a:lnTo>
                  <a:lnTo>
                    <a:pt x="849990" y="613736"/>
                  </a:lnTo>
                  <a:lnTo>
                    <a:pt x="848814" y="617394"/>
                  </a:lnTo>
                  <a:lnTo>
                    <a:pt x="848373" y="620301"/>
                  </a:lnTo>
                  <a:lnTo>
                    <a:pt x="847344" y="622907"/>
                  </a:lnTo>
                  <a:lnTo>
                    <a:pt x="846657" y="625413"/>
                  </a:lnTo>
                  <a:lnTo>
                    <a:pt x="846657" y="627417"/>
                  </a:lnTo>
                  <a:lnTo>
                    <a:pt x="846608" y="629221"/>
                  </a:lnTo>
                  <a:lnTo>
                    <a:pt x="846608" y="631727"/>
                  </a:lnTo>
                  <a:lnTo>
                    <a:pt x="846853" y="634132"/>
                  </a:lnTo>
                  <a:lnTo>
                    <a:pt x="846853" y="636087"/>
                  </a:lnTo>
                  <a:lnTo>
                    <a:pt x="845922" y="639093"/>
                  </a:lnTo>
                  <a:lnTo>
                    <a:pt x="844452" y="641749"/>
                  </a:lnTo>
                  <a:lnTo>
                    <a:pt x="844060" y="643303"/>
                  </a:lnTo>
                  <a:lnTo>
                    <a:pt x="842834" y="645809"/>
                  </a:lnTo>
                  <a:lnTo>
                    <a:pt x="841413" y="647512"/>
                  </a:lnTo>
                  <a:lnTo>
                    <a:pt x="839845" y="648765"/>
                  </a:lnTo>
                  <a:lnTo>
                    <a:pt x="838521" y="649517"/>
                  </a:lnTo>
                  <a:lnTo>
                    <a:pt x="836414" y="651371"/>
                  </a:lnTo>
                  <a:lnTo>
                    <a:pt x="835727" y="652674"/>
                  </a:lnTo>
                  <a:lnTo>
                    <a:pt x="835727" y="654127"/>
                  </a:lnTo>
                  <a:lnTo>
                    <a:pt x="835433" y="656232"/>
                  </a:lnTo>
                  <a:lnTo>
                    <a:pt x="834796" y="657685"/>
                  </a:lnTo>
                  <a:lnTo>
                    <a:pt x="834012" y="659490"/>
                  </a:lnTo>
                  <a:lnTo>
                    <a:pt x="832934" y="660843"/>
                  </a:lnTo>
                  <a:lnTo>
                    <a:pt x="831610" y="662647"/>
                  </a:lnTo>
                  <a:lnTo>
                    <a:pt x="830287" y="663950"/>
                  </a:lnTo>
                  <a:lnTo>
                    <a:pt x="828081" y="665804"/>
                  </a:lnTo>
                  <a:lnTo>
                    <a:pt x="827248" y="667257"/>
                  </a:lnTo>
                  <a:lnTo>
                    <a:pt x="825288" y="669212"/>
                  </a:lnTo>
                  <a:lnTo>
                    <a:pt x="823719" y="671166"/>
                  </a:lnTo>
                  <a:lnTo>
                    <a:pt x="822004" y="674073"/>
                  </a:lnTo>
                  <a:lnTo>
                    <a:pt x="820925" y="676277"/>
                  </a:lnTo>
                  <a:lnTo>
                    <a:pt x="819210" y="678232"/>
                  </a:lnTo>
                  <a:lnTo>
                    <a:pt x="818034" y="679936"/>
                  </a:lnTo>
                  <a:lnTo>
                    <a:pt x="815779" y="682692"/>
                  </a:lnTo>
                  <a:lnTo>
                    <a:pt x="814603" y="684396"/>
                  </a:lnTo>
                  <a:lnTo>
                    <a:pt x="812740" y="686100"/>
                  </a:lnTo>
                  <a:lnTo>
                    <a:pt x="811172" y="687403"/>
                  </a:lnTo>
                  <a:lnTo>
                    <a:pt x="809456" y="688605"/>
                  </a:lnTo>
                  <a:lnTo>
                    <a:pt x="807349" y="689106"/>
                  </a:lnTo>
                  <a:lnTo>
                    <a:pt x="803182" y="691963"/>
                  </a:lnTo>
                  <a:lnTo>
                    <a:pt x="800438" y="692614"/>
                  </a:lnTo>
                  <a:lnTo>
                    <a:pt x="797546" y="693516"/>
                  </a:lnTo>
                  <a:lnTo>
                    <a:pt x="795046" y="694519"/>
                  </a:lnTo>
                  <a:lnTo>
                    <a:pt x="792792" y="695321"/>
                  </a:lnTo>
                  <a:lnTo>
                    <a:pt x="790831" y="696223"/>
                  </a:lnTo>
                  <a:lnTo>
                    <a:pt x="787841" y="696874"/>
                  </a:lnTo>
                  <a:lnTo>
                    <a:pt x="784557" y="696623"/>
                  </a:lnTo>
                  <a:lnTo>
                    <a:pt x="783234" y="696774"/>
                  </a:lnTo>
                  <a:lnTo>
                    <a:pt x="779460" y="696974"/>
                  </a:lnTo>
                  <a:lnTo>
                    <a:pt x="774755" y="698428"/>
                  </a:lnTo>
                  <a:lnTo>
                    <a:pt x="772010" y="699730"/>
                  </a:lnTo>
                  <a:lnTo>
                    <a:pt x="768726" y="701635"/>
                  </a:lnTo>
                  <a:lnTo>
                    <a:pt x="767256" y="702837"/>
                  </a:lnTo>
                  <a:lnTo>
                    <a:pt x="763972" y="703389"/>
                  </a:lnTo>
                  <a:lnTo>
                    <a:pt x="760737" y="705343"/>
                  </a:lnTo>
                  <a:lnTo>
                    <a:pt x="757600" y="710605"/>
                  </a:lnTo>
                  <a:lnTo>
                    <a:pt x="757110" y="713311"/>
                  </a:lnTo>
                  <a:lnTo>
                    <a:pt x="758286" y="716619"/>
                  </a:lnTo>
                  <a:lnTo>
                    <a:pt x="761325" y="719024"/>
                  </a:lnTo>
                  <a:lnTo>
                    <a:pt x="763482" y="722682"/>
                  </a:lnTo>
                  <a:lnTo>
                    <a:pt x="763825" y="724937"/>
                  </a:lnTo>
                  <a:lnTo>
                    <a:pt x="764364" y="727193"/>
                  </a:lnTo>
                  <a:lnTo>
                    <a:pt x="765736" y="730901"/>
                  </a:lnTo>
                  <a:lnTo>
                    <a:pt x="767942" y="733256"/>
                  </a:lnTo>
                  <a:lnTo>
                    <a:pt x="770442" y="735010"/>
                  </a:lnTo>
                  <a:lnTo>
                    <a:pt x="771863" y="736213"/>
                  </a:lnTo>
                  <a:lnTo>
                    <a:pt x="774608" y="738568"/>
                  </a:lnTo>
                  <a:lnTo>
                    <a:pt x="776421" y="740823"/>
                  </a:lnTo>
                  <a:lnTo>
                    <a:pt x="777695" y="743830"/>
                  </a:lnTo>
                  <a:lnTo>
                    <a:pt x="778333" y="745384"/>
                  </a:lnTo>
                  <a:lnTo>
                    <a:pt x="779215" y="747538"/>
                  </a:lnTo>
                  <a:lnTo>
                    <a:pt x="780538" y="751097"/>
                  </a:lnTo>
                  <a:lnTo>
                    <a:pt x="781273" y="753051"/>
                  </a:lnTo>
                  <a:lnTo>
                    <a:pt x="782058" y="754905"/>
                  </a:lnTo>
                  <a:lnTo>
                    <a:pt x="783234" y="756358"/>
                  </a:lnTo>
                  <a:lnTo>
                    <a:pt x="784802" y="757711"/>
                  </a:lnTo>
                  <a:lnTo>
                    <a:pt x="785930" y="759816"/>
                  </a:lnTo>
                  <a:lnTo>
                    <a:pt x="786469" y="761921"/>
                  </a:lnTo>
                  <a:lnTo>
                    <a:pt x="788773" y="765880"/>
                  </a:lnTo>
                  <a:lnTo>
                    <a:pt x="789410" y="767484"/>
                  </a:lnTo>
                  <a:lnTo>
                    <a:pt x="790439" y="769187"/>
                  </a:lnTo>
                  <a:lnTo>
                    <a:pt x="791223" y="770941"/>
                  </a:lnTo>
                  <a:lnTo>
                    <a:pt x="791615" y="772896"/>
                  </a:lnTo>
                  <a:lnTo>
                    <a:pt x="792645" y="775151"/>
                  </a:lnTo>
                  <a:lnTo>
                    <a:pt x="793772" y="777907"/>
                  </a:lnTo>
                  <a:lnTo>
                    <a:pt x="794948" y="780713"/>
                  </a:lnTo>
                  <a:lnTo>
                    <a:pt x="795732" y="783069"/>
                  </a:lnTo>
                  <a:lnTo>
                    <a:pt x="796615" y="785474"/>
                  </a:lnTo>
                  <a:lnTo>
                    <a:pt x="796713" y="788230"/>
                  </a:lnTo>
                  <a:lnTo>
                    <a:pt x="797252" y="790335"/>
                  </a:lnTo>
                  <a:lnTo>
                    <a:pt x="797056" y="793492"/>
                  </a:lnTo>
                  <a:lnTo>
                    <a:pt x="797301" y="795547"/>
                  </a:lnTo>
                  <a:lnTo>
                    <a:pt x="797987" y="796349"/>
                  </a:lnTo>
                  <a:lnTo>
                    <a:pt x="798477" y="798203"/>
                  </a:lnTo>
                  <a:lnTo>
                    <a:pt x="799261" y="799356"/>
                  </a:lnTo>
                  <a:lnTo>
                    <a:pt x="800928" y="802162"/>
                  </a:lnTo>
                  <a:lnTo>
                    <a:pt x="802888" y="805068"/>
                  </a:lnTo>
                  <a:lnTo>
                    <a:pt x="804163" y="807975"/>
                  </a:lnTo>
                  <a:lnTo>
                    <a:pt x="806221" y="811784"/>
                  </a:lnTo>
                  <a:lnTo>
                    <a:pt x="808672" y="815893"/>
                  </a:lnTo>
                  <a:lnTo>
                    <a:pt x="810387" y="818399"/>
                  </a:lnTo>
                  <a:lnTo>
                    <a:pt x="811515" y="820403"/>
                  </a:lnTo>
                  <a:lnTo>
                    <a:pt x="813083" y="822508"/>
                  </a:lnTo>
                  <a:lnTo>
                    <a:pt x="814652" y="824763"/>
                  </a:lnTo>
                  <a:lnTo>
                    <a:pt x="815142" y="826517"/>
                  </a:lnTo>
                  <a:lnTo>
                    <a:pt x="816024" y="828622"/>
                  </a:lnTo>
                  <a:lnTo>
                    <a:pt x="816269" y="830726"/>
                  </a:lnTo>
                  <a:lnTo>
                    <a:pt x="816661" y="832681"/>
                  </a:lnTo>
                  <a:lnTo>
                    <a:pt x="816661" y="834685"/>
                  </a:lnTo>
                  <a:lnTo>
                    <a:pt x="816661" y="836139"/>
                  </a:lnTo>
                  <a:lnTo>
                    <a:pt x="816122" y="839396"/>
                  </a:lnTo>
                  <a:lnTo>
                    <a:pt x="815093" y="842403"/>
                  </a:lnTo>
                  <a:lnTo>
                    <a:pt x="815387" y="843706"/>
                  </a:lnTo>
                  <a:lnTo>
                    <a:pt x="810829" y="851423"/>
                  </a:lnTo>
                  <a:lnTo>
                    <a:pt x="802888" y="864904"/>
                  </a:lnTo>
                  <a:lnTo>
                    <a:pt x="802300" y="865956"/>
                  </a:lnTo>
                  <a:lnTo>
                    <a:pt x="793429" y="881892"/>
                  </a:lnTo>
                  <a:lnTo>
                    <a:pt x="787057" y="893819"/>
                  </a:lnTo>
                  <a:lnTo>
                    <a:pt x="781421" y="902288"/>
                  </a:lnTo>
                  <a:lnTo>
                    <a:pt x="773823" y="906197"/>
                  </a:lnTo>
                  <a:lnTo>
                    <a:pt x="766618" y="909404"/>
                  </a:lnTo>
                  <a:lnTo>
                    <a:pt x="761472" y="915718"/>
                  </a:lnTo>
                  <a:lnTo>
                    <a:pt x="758874" y="924889"/>
                  </a:lnTo>
                  <a:lnTo>
                    <a:pt x="753728" y="931805"/>
                  </a:lnTo>
                  <a:lnTo>
                    <a:pt x="749121" y="935664"/>
                  </a:lnTo>
                  <a:lnTo>
                    <a:pt x="730937" y="945887"/>
                  </a:lnTo>
                  <a:lnTo>
                    <a:pt x="724957" y="951499"/>
                  </a:lnTo>
                  <a:lnTo>
                    <a:pt x="720203" y="957914"/>
                  </a:lnTo>
                  <a:lnTo>
                    <a:pt x="716723" y="961722"/>
                  </a:lnTo>
                  <a:lnTo>
                    <a:pt x="714321" y="965581"/>
                  </a:lnTo>
                  <a:lnTo>
                    <a:pt x="711674" y="973950"/>
                  </a:lnTo>
                  <a:lnTo>
                    <a:pt x="709616" y="978711"/>
                  </a:lnTo>
                  <a:lnTo>
                    <a:pt x="707165" y="985677"/>
                  </a:lnTo>
                  <a:lnTo>
                    <a:pt x="706136" y="991339"/>
                  </a:lnTo>
                  <a:lnTo>
                    <a:pt x="707116" y="999808"/>
                  </a:lnTo>
                  <a:lnTo>
                    <a:pt x="709763" y="1006774"/>
                  </a:lnTo>
                  <a:lnTo>
                    <a:pt x="710449" y="1012988"/>
                  </a:lnTo>
                  <a:lnTo>
                    <a:pt x="710547" y="1019303"/>
                  </a:lnTo>
                  <a:lnTo>
                    <a:pt x="709469" y="1031179"/>
                  </a:lnTo>
                  <a:lnTo>
                    <a:pt x="709028" y="1036191"/>
                  </a:lnTo>
                  <a:lnTo>
                    <a:pt x="706920" y="1043307"/>
                  </a:lnTo>
                  <a:lnTo>
                    <a:pt x="702362" y="1052327"/>
                  </a:lnTo>
                  <a:lnTo>
                    <a:pt x="699372" y="1059293"/>
                  </a:lnTo>
                  <a:lnTo>
                    <a:pt x="695010" y="1069366"/>
                  </a:lnTo>
                  <a:lnTo>
                    <a:pt x="689863" y="1072723"/>
                  </a:lnTo>
                  <a:lnTo>
                    <a:pt x="684766" y="1074577"/>
                  </a:lnTo>
                  <a:lnTo>
                    <a:pt x="679669" y="1077384"/>
                  </a:lnTo>
                  <a:lnTo>
                    <a:pt x="675208" y="1080691"/>
                  </a:lnTo>
                  <a:lnTo>
                    <a:pt x="671189" y="1081693"/>
                  </a:lnTo>
                  <a:lnTo>
                    <a:pt x="666582" y="1083047"/>
                  </a:lnTo>
                  <a:lnTo>
                    <a:pt x="660308" y="1083949"/>
                  </a:lnTo>
                  <a:lnTo>
                    <a:pt x="659377" y="1084299"/>
                  </a:lnTo>
                  <a:lnTo>
                    <a:pt x="659377" y="1083999"/>
                  </a:lnTo>
                  <a:lnTo>
                    <a:pt x="657073" y="1085151"/>
                  </a:lnTo>
                  <a:lnTo>
                    <a:pt x="651633" y="1087908"/>
                  </a:lnTo>
                  <a:lnTo>
                    <a:pt x="651143" y="1088058"/>
                  </a:lnTo>
                  <a:lnTo>
                    <a:pt x="641781" y="1091466"/>
                  </a:lnTo>
                  <a:lnTo>
                    <a:pt x="639968" y="1091516"/>
                  </a:lnTo>
                  <a:lnTo>
                    <a:pt x="636880" y="1091616"/>
                  </a:lnTo>
                  <a:lnTo>
                    <a:pt x="629969" y="1094573"/>
                  </a:lnTo>
                  <a:lnTo>
                    <a:pt x="624382" y="1097780"/>
                  </a:lnTo>
                  <a:lnTo>
                    <a:pt x="621980" y="1098632"/>
                  </a:lnTo>
                  <a:lnTo>
                    <a:pt x="617863" y="1100085"/>
                  </a:lnTo>
                  <a:lnTo>
                    <a:pt x="614628" y="1103643"/>
                  </a:lnTo>
                  <a:lnTo>
                    <a:pt x="614285" y="1109456"/>
                  </a:lnTo>
                  <a:lnTo>
                    <a:pt x="612814" y="1116021"/>
                  </a:lnTo>
                  <a:lnTo>
                    <a:pt x="607521" y="1122335"/>
                  </a:lnTo>
                  <a:lnTo>
                    <a:pt x="598747" y="1126695"/>
                  </a:lnTo>
                  <a:lnTo>
                    <a:pt x="590366" y="1131406"/>
                  </a:lnTo>
                  <a:lnTo>
                    <a:pt x="581152" y="1137018"/>
                  </a:lnTo>
                  <a:lnTo>
                    <a:pt x="571300" y="1144786"/>
                  </a:lnTo>
                  <a:lnTo>
                    <a:pt x="557135" y="1149146"/>
                  </a:lnTo>
                  <a:lnTo>
                    <a:pt x="522483" y="1158317"/>
                  </a:lnTo>
                  <a:lnTo>
                    <a:pt x="514101" y="1158467"/>
                  </a:lnTo>
                  <a:lnTo>
                    <a:pt x="504789" y="1162777"/>
                  </a:lnTo>
                  <a:lnTo>
                    <a:pt x="499103" y="1166285"/>
                  </a:lnTo>
                  <a:lnTo>
                    <a:pt x="489055" y="1177610"/>
                  </a:lnTo>
                  <a:lnTo>
                    <a:pt x="479400" y="1189788"/>
                  </a:lnTo>
                  <a:lnTo>
                    <a:pt x="477586" y="1191191"/>
                  </a:lnTo>
                  <a:lnTo>
                    <a:pt x="468078" y="1198708"/>
                  </a:lnTo>
                  <a:lnTo>
                    <a:pt x="461363" y="1200963"/>
                  </a:lnTo>
                  <a:lnTo>
                    <a:pt x="456952" y="1202366"/>
                  </a:lnTo>
                  <a:lnTo>
                    <a:pt x="450678" y="1203419"/>
                  </a:lnTo>
                  <a:lnTo>
                    <a:pt x="448423" y="1203769"/>
                  </a:lnTo>
                  <a:lnTo>
                    <a:pt x="445433" y="1207127"/>
                  </a:lnTo>
                  <a:lnTo>
                    <a:pt x="440581" y="1219254"/>
                  </a:lnTo>
                  <a:lnTo>
                    <a:pt x="435043" y="1231632"/>
                  </a:lnTo>
                  <a:lnTo>
                    <a:pt x="428083" y="1238097"/>
                  </a:lnTo>
                  <a:lnTo>
                    <a:pt x="418231" y="1242356"/>
                  </a:lnTo>
                  <a:lnTo>
                    <a:pt x="407987" y="1243609"/>
                  </a:lnTo>
                  <a:lnTo>
                    <a:pt x="406517" y="1243760"/>
                  </a:lnTo>
                  <a:lnTo>
                    <a:pt x="392842" y="1242056"/>
                  </a:lnTo>
                  <a:lnTo>
                    <a:pt x="387304" y="1240703"/>
                  </a:lnTo>
                  <a:lnTo>
                    <a:pt x="386960" y="1240603"/>
                  </a:lnTo>
                  <a:lnTo>
                    <a:pt x="386470" y="1240953"/>
                  </a:lnTo>
                  <a:lnTo>
                    <a:pt x="385441" y="1240803"/>
                  </a:lnTo>
                  <a:lnTo>
                    <a:pt x="384559" y="1240452"/>
                  </a:lnTo>
                  <a:lnTo>
                    <a:pt x="382157" y="1239901"/>
                  </a:lnTo>
                  <a:lnTo>
                    <a:pt x="380638" y="1239049"/>
                  </a:lnTo>
                  <a:lnTo>
                    <a:pt x="374805" y="1238147"/>
                  </a:lnTo>
                  <a:lnTo>
                    <a:pt x="371815" y="1240352"/>
                  </a:lnTo>
                  <a:lnTo>
                    <a:pt x="370149" y="1239951"/>
                  </a:lnTo>
                  <a:lnTo>
                    <a:pt x="367796" y="1240202"/>
                  </a:lnTo>
                  <a:lnTo>
                    <a:pt x="365150" y="1237696"/>
                  </a:lnTo>
                  <a:lnTo>
                    <a:pt x="363532" y="1235842"/>
                  </a:lnTo>
                  <a:lnTo>
                    <a:pt x="361670" y="1236894"/>
                  </a:lnTo>
                  <a:lnTo>
                    <a:pt x="360248" y="1237696"/>
                  </a:lnTo>
                  <a:lnTo>
                    <a:pt x="358631" y="1238598"/>
                  </a:lnTo>
                  <a:lnTo>
                    <a:pt x="355249" y="1239249"/>
                  </a:lnTo>
                  <a:lnTo>
                    <a:pt x="352749" y="1233035"/>
                  </a:lnTo>
                  <a:lnTo>
                    <a:pt x="350642" y="1234388"/>
                  </a:lnTo>
                  <a:lnTo>
                    <a:pt x="347064" y="1236794"/>
                  </a:lnTo>
                  <a:lnTo>
                    <a:pt x="344515" y="1237445"/>
                  </a:lnTo>
                  <a:lnTo>
                    <a:pt x="343339" y="1235040"/>
                  </a:lnTo>
                  <a:lnTo>
                    <a:pt x="337457" y="1233236"/>
                  </a:lnTo>
                  <a:lnTo>
                    <a:pt x="333438" y="1232434"/>
                  </a:lnTo>
                  <a:lnTo>
                    <a:pt x="332801" y="1231031"/>
                  </a:lnTo>
                  <a:lnTo>
                    <a:pt x="330497" y="1230530"/>
                  </a:lnTo>
                  <a:lnTo>
                    <a:pt x="329566" y="1230680"/>
                  </a:lnTo>
                  <a:lnTo>
                    <a:pt x="329076" y="1229979"/>
                  </a:lnTo>
                  <a:lnTo>
                    <a:pt x="327899" y="1230730"/>
                  </a:lnTo>
                  <a:lnTo>
                    <a:pt x="327948" y="1231933"/>
                  </a:lnTo>
                  <a:lnTo>
                    <a:pt x="326919" y="1232484"/>
                  </a:lnTo>
                  <a:lnTo>
                    <a:pt x="325988" y="1234839"/>
                  </a:lnTo>
                  <a:lnTo>
                    <a:pt x="325155" y="1235341"/>
                  </a:lnTo>
                  <a:lnTo>
                    <a:pt x="324272" y="1236944"/>
                  </a:lnTo>
                  <a:lnTo>
                    <a:pt x="322949" y="1234789"/>
                  </a:lnTo>
                  <a:lnTo>
                    <a:pt x="321675" y="1232985"/>
                  </a:lnTo>
                  <a:lnTo>
                    <a:pt x="320645" y="1231582"/>
                  </a:lnTo>
                  <a:lnTo>
                    <a:pt x="318048" y="1233436"/>
                  </a:lnTo>
                  <a:lnTo>
                    <a:pt x="317361" y="1232284"/>
                  </a:lnTo>
                  <a:lnTo>
                    <a:pt x="316381" y="1232334"/>
                  </a:lnTo>
                  <a:lnTo>
                    <a:pt x="315744" y="1231833"/>
                  </a:lnTo>
                  <a:lnTo>
                    <a:pt x="313538" y="1231983"/>
                  </a:lnTo>
                  <a:lnTo>
                    <a:pt x="312558" y="1231632"/>
                  </a:lnTo>
                  <a:lnTo>
                    <a:pt x="311970" y="1231682"/>
                  </a:lnTo>
                  <a:lnTo>
                    <a:pt x="311725" y="1229728"/>
                  </a:lnTo>
                  <a:lnTo>
                    <a:pt x="296335" y="1231181"/>
                  </a:lnTo>
                  <a:lnTo>
                    <a:pt x="295599" y="1231281"/>
                  </a:lnTo>
                  <a:lnTo>
                    <a:pt x="290943" y="1231732"/>
                  </a:lnTo>
                  <a:lnTo>
                    <a:pt x="290747" y="1232133"/>
                  </a:lnTo>
                  <a:lnTo>
                    <a:pt x="290502" y="1232484"/>
                  </a:lnTo>
                  <a:lnTo>
                    <a:pt x="290159" y="1232835"/>
                  </a:lnTo>
                  <a:lnTo>
                    <a:pt x="288689" y="1234288"/>
                  </a:lnTo>
                  <a:lnTo>
                    <a:pt x="288051" y="1234839"/>
                  </a:lnTo>
                  <a:lnTo>
                    <a:pt x="287610" y="1235892"/>
                  </a:lnTo>
                  <a:lnTo>
                    <a:pt x="287267" y="1237395"/>
                  </a:lnTo>
                  <a:lnTo>
                    <a:pt x="287169" y="1237947"/>
                  </a:lnTo>
                  <a:lnTo>
                    <a:pt x="287071" y="1238899"/>
                  </a:lnTo>
                  <a:lnTo>
                    <a:pt x="286434" y="1240051"/>
                  </a:lnTo>
                  <a:lnTo>
                    <a:pt x="286042" y="1240452"/>
                  </a:lnTo>
                  <a:lnTo>
                    <a:pt x="280748" y="1241454"/>
                  </a:lnTo>
                  <a:lnTo>
                    <a:pt x="278788" y="1243960"/>
                  </a:lnTo>
                  <a:lnTo>
                    <a:pt x="268446" y="1245464"/>
                  </a:lnTo>
                  <a:lnTo>
                    <a:pt x="267564" y="1244862"/>
                  </a:lnTo>
                  <a:lnTo>
                    <a:pt x="266731" y="1244110"/>
                  </a:lnTo>
                  <a:lnTo>
                    <a:pt x="265750" y="1242757"/>
                  </a:lnTo>
                  <a:lnTo>
                    <a:pt x="265407" y="1241505"/>
                  </a:lnTo>
                  <a:lnTo>
                    <a:pt x="265113" y="1241003"/>
                  </a:lnTo>
                  <a:lnTo>
                    <a:pt x="264476" y="1240402"/>
                  </a:lnTo>
                  <a:lnTo>
                    <a:pt x="263888" y="1239851"/>
                  </a:lnTo>
                  <a:lnTo>
                    <a:pt x="262662" y="1239199"/>
                  </a:lnTo>
                  <a:lnTo>
                    <a:pt x="262221" y="1238949"/>
                  </a:lnTo>
                  <a:lnTo>
                    <a:pt x="261780" y="1238598"/>
                  </a:lnTo>
                  <a:lnTo>
                    <a:pt x="261192" y="1237846"/>
                  </a:lnTo>
                  <a:lnTo>
                    <a:pt x="260359" y="1237445"/>
                  </a:lnTo>
                  <a:lnTo>
                    <a:pt x="259379" y="1237044"/>
                  </a:lnTo>
                  <a:lnTo>
                    <a:pt x="257859" y="1237195"/>
                  </a:lnTo>
                  <a:lnTo>
                    <a:pt x="256242" y="1237395"/>
                  </a:lnTo>
                  <a:lnTo>
                    <a:pt x="255163" y="1237345"/>
                  </a:lnTo>
                  <a:lnTo>
                    <a:pt x="254526" y="1237495"/>
                  </a:lnTo>
                  <a:lnTo>
                    <a:pt x="254183" y="1237596"/>
                  </a:lnTo>
                  <a:lnTo>
                    <a:pt x="253448" y="1237746"/>
                  </a:lnTo>
                  <a:lnTo>
                    <a:pt x="253154" y="1237746"/>
                  </a:lnTo>
                  <a:lnTo>
                    <a:pt x="253399" y="1237044"/>
                  </a:lnTo>
                  <a:lnTo>
                    <a:pt x="253546" y="1236744"/>
                  </a:lnTo>
                  <a:lnTo>
                    <a:pt x="253889" y="1235892"/>
                  </a:lnTo>
                  <a:lnTo>
                    <a:pt x="254134" y="1235190"/>
                  </a:lnTo>
                  <a:lnTo>
                    <a:pt x="255555" y="1231632"/>
                  </a:lnTo>
                  <a:lnTo>
                    <a:pt x="255850" y="1230931"/>
                  </a:lnTo>
                  <a:lnTo>
                    <a:pt x="290894" y="1143433"/>
                  </a:lnTo>
                  <a:lnTo>
                    <a:pt x="292414" y="1140977"/>
                  </a:lnTo>
                  <a:lnTo>
                    <a:pt x="288444" y="1136918"/>
                  </a:lnTo>
                  <a:lnTo>
                    <a:pt x="272318" y="1120682"/>
                  </a:lnTo>
                  <a:lnTo>
                    <a:pt x="228794" y="1076782"/>
                  </a:lnTo>
                  <a:lnTo>
                    <a:pt x="219727" y="1067461"/>
                  </a:lnTo>
                  <a:lnTo>
                    <a:pt x="205513" y="1053279"/>
                  </a:lnTo>
                  <a:lnTo>
                    <a:pt x="201004" y="1048569"/>
                  </a:lnTo>
                  <a:lnTo>
                    <a:pt x="198700" y="1045712"/>
                  </a:lnTo>
                  <a:lnTo>
                    <a:pt x="61903" y="1085953"/>
                  </a:lnTo>
                  <a:lnTo>
                    <a:pt x="61707" y="1085753"/>
                  </a:lnTo>
                  <a:lnTo>
                    <a:pt x="61021" y="1084450"/>
                  </a:lnTo>
                  <a:lnTo>
                    <a:pt x="60041" y="1083097"/>
                  </a:lnTo>
                  <a:lnTo>
                    <a:pt x="58914" y="1082696"/>
                  </a:lnTo>
                  <a:lnTo>
                    <a:pt x="58669" y="1082596"/>
                  </a:lnTo>
                  <a:lnTo>
                    <a:pt x="57541" y="1081794"/>
                  </a:lnTo>
                  <a:lnTo>
                    <a:pt x="57198" y="1080591"/>
                  </a:lnTo>
                  <a:lnTo>
                    <a:pt x="55924" y="1079037"/>
                  </a:lnTo>
                  <a:lnTo>
                    <a:pt x="54404" y="1077935"/>
                  </a:lnTo>
                  <a:lnTo>
                    <a:pt x="53375" y="1077133"/>
                  </a:lnTo>
                  <a:lnTo>
                    <a:pt x="51856" y="1076582"/>
                  </a:lnTo>
                  <a:lnTo>
                    <a:pt x="50385" y="1075129"/>
                  </a:lnTo>
                  <a:lnTo>
                    <a:pt x="47690" y="1071571"/>
                  </a:lnTo>
                  <a:lnTo>
                    <a:pt x="47101" y="1070268"/>
                  </a:lnTo>
                  <a:lnTo>
                    <a:pt x="45484" y="1068714"/>
                  </a:lnTo>
                  <a:lnTo>
                    <a:pt x="44014" y="1068864"/>
                  </a:lnTo>
                  <a:lnTo>
                    <a:pt x="43572" y="1069316"/>
                  </a:lnTo>
                  <a:lnTo>
                    <a:pt x="43376" y="1069516"/>
                  </a:lnTo>
                  <a:lnTo>
                    <a:pt x="42886" y="1069566"/>
                  </a:lnTo>
                  <a:lnTo>
                    <a:pt x="42543" y="1069666"/>
                  </a:lnTo>
                  <a:lnTo>
                    <a:pt x="41808" y="1069265"/>
                  </a:lnTo>
                  <a:lnTo>
                    <a:pt x="41416" y="1069015"/>
                  </a:lnTo>
                  <a:lnTo>
                    <a:pt x="40975" y="1068263"/>
                  </a:lnTo>
                  <a:lnTo>
                    <a:pt x="40730" y="1067211"/>
                  </a:lnTo>
                  <a:lnTo>
                    <a:pt x="40289" y="1066459"/>
                  </a:lnTo>
                  <a:lnTo>
                    <a:pt x="39945" y="1065958"/>
                  </a:lnTo>
                  <a:lnTo>
                    <a:pt x="39504" y="1065407"/>
                  </a:lnTo>
                  <a:lnTo>
                    <a:pt x="38230" y="1064254"/>
                  </a:lnTo>
                  <a:lnTo>
                    <a:pt x="38083" y="1064154"/>
                  </a:lnTo>
                  <a:lnTo>
                    <a:pt x="36220" y="1062851"/>
                  </a:lnTo>
                  <a:lnTo>
                    <a:pt x="35289" y="1062049"/>
                  </a:lnTo>
                  <a:lnTo>
                    <a:pt x="34211" y="1061097"/>
                  </a:lnTo>
                  <a:lnTo>
                    <a:pt x="34015" y="1060947"/>
                  </a:lnTo>
                  <a:lnTo>
                    <a:pt x="32642" y="1060546"/>
                  </a:lnTo>
                  <a:lnTo>
                    <a:pt x="31172" y="1060195"/>
                  </a:lnTo>
                  <a:lnTo>
                    <a:pt x="29996" y="1060195"/>
                  </a:lnTo>
                  <a:lnTo>
                    <a:pt x="28182" y="1060345"/>
                  </a:lnTo>
                  <a:lnTo>
                    <a:pt x="27202" y="1060496"/>
                  </a:lnTo>
                  <a:lnTo>
                    <a:pt x="26320" y="1060546"/>
                  </a:lnTo>
                  <a:lnTo>
                    <a:pt x="25241" y="1061047"/>
                  </a:lnTo>
                  <a:lnTo>
                    <a:pt x="24849" y="1061448"/>
                  </a:lnTo>
                  <a:lnTo>
                    <a:pt x="24212" y="1061398"/>
                  </a:lnTo>
                  <a:lnTo>
                    <a:pt x="23820" y="1061197"/>
                  </a:lnTo>
                  <a:lnTo>
                    <a:pt x="23477" y="1060646"/>
                  </a:lnTo>
                  <a:lnTo>
                    <a:pt x="23134" y="1060345"/>
                  </a:lnTo>
                  <a:lnTo>
                    <a:pt x="22546" y="1060496"/>
                  </a:lnTo>
                  <a:lnTo>
                    <a:pt x="22056" y="1060796"/>
                  </a:lnTo>
                  <a:lnTo>
                    <a:pt x="21271" y="1060796"/>
                  </a:lnTo>
                  <a:lnTo>
                    <a:pt x="21075" y="1060796"/>
                  </a:lnTo>
                  <a:lnTo>
                    <a:pt x="20536" y="1060846"/>
                  </a:lnTo>
                  <a:lnTo>
                    <a:pt x="20242" y="1060997"/>
                  </a:lnTo>
                  <a:lnTo>
                    <a:pt x="19703" y="1060947"/>
                  </a:lnTo>
                  <a:lnTo>
                    <a:pt x="19409" y="1060746"/>
                  </a:lnTo>
                  <a:lnTo>
                    <a:pt x="19311" y="1060245"/>
                  </a:lnTo>
                  <a:lnTo>
                    <a:pt x="19017" y="1060145"/>
                  </a:lnTo>
                  <a:lnTo>
                    <a:pt x="18821" y="1059794"/>
                  </a:lnTo>
                  <a:lnTo>
                    <a:pt x="18772" y="1059243"/>
                  </a:lnTo>
                  <a:lnTo>
                    <a:pt x="18576" y="1058942"/>
                  </a:lnTo>
                  <a:lnTo>
                    <a:pt x="17938" y="1058892"/>
                  </a:lnTo>
                  <a:lnTo>
                    <a:pt x="17056" y="1058942"/>
                  </a:lnTo>
                  <a:lnTo>
                    <a:pt x="16321" y="1058641"/>
                  </a:lnTo>
                  <a:lnTo>
                    <a:pt x="15929" y="1058692"/>
                  </a:lnTo>
                  <a:lnTo>
                    <a:pt x="15635" y="1058942"/>
                  </a:lnTo>
                  <a:lnTo>
                    <a:pt x="15341" y="1059443"/>
                  </a:lnTo>
                  <a:lnTo>
                    <a:pt x="15243" y="1059944"/>
                  </a:lnTo>
                  <a:lnTo>
                    <a:pt x="14704" y="1060295"/>
                  </a:lnTo>
                  <a:lnTo>
                    <a:pt x="14213" y="1060245"/>
                  </a:lnTo>
                  <a:lnTo>
                    <a:pt x="13527" y="1060496"/>
                  </a:lnTo>
                  <a:lnTo>
                    <a:pt x="13233" y="1061047"/>
                  </a:lnTo>
                  <a:lnTo>
                    <a:pt x="12106" y="1061548"/>
                  </a:lnTo>
                  <a:lnTo>
                    <a:pt x="11665" y="1061548"/>
                  </a:lnTo>
                  <a:lnTo>
                    <a:pt x="11175" y="1061598"/>
                  </a:lnTo>
                  <a:lnTo>
                    <a:pt x="10488" y="1061949"/>
                  </a:lnTo>
                  <a:lnTo>
                    <a:pt x="9018" y="1061748"/>
                  </a:lnTo>
                  <a:lnTo>
                    <a:pt x="8675" y="1061648"/>
                  </a:lnTo>
                  <a:lnTo>
                    <a:pt x="8283" y="1061548"/>
                  </a:lnTo>
                  <a:lnTo>
                    <a:pt x="7303" y="1061398"/>
                  </a:lnTo>
                  <a:lnTo>
                    <a:pt x="6518" y="1060345"/>
                  </a:lnTo>
                  <a:lnTo>
                    <a:pt x="5440" y="1059243"/>
                  </a:lnTo>
                  <a:lnTo>
                    <a:pt x="5195" y="1058792"/>
                  </a:lnTo>
                  <a:lnTo>
                    <a:pt x="4656" y="1058692"/>
                  </a:lnTo>
                  <a:lnTo>
                    <a:pt x="4166" y="1058491"/>
                  </a:lnTo>
                  <a:lnTo>
                    <a:pt x="3823" y="1058391"/>
                  </a:lnTo>
                  <a:lnTo>
                    <a:pt x="3577" y="1058190"/>
                  </a:lnTo>
                  <a:lnTo>
                    <a:pt x="3234" y="1057639"/>
                  </a:lnTo>
                  <a:lnTo>
                    <a:pt x="2744" y="1056436"/>
                  </a:lnTo>
                  <a:lnTo>
                    <a:pt x="2499" y="1055685"/>
                  </a:lnTo>
                  <a:lnTo>
                    <a:pt x="2450" y="1055384"/>
                  </a:lnTo>
                  <a:lnTo>
                    <a:pt x="2401" y="1054783"/>
                  </a:lnTo>
                  <a:lnTo>
                    <a:pt x="2401" y="1054231"/>
                  </a:lnTo>
                  <a:lnTo>
                    <a:pt x="2548" y="1053580"/>
                  </a:lnTo>
                  <a:lnTo>
                    <a:pt x="2744" y="1053129"/>
                  </a:lnTo>
                  <a:lnTo>
                    <a:pt x="3479" y="1051976"/>
                  </a:lnTo>
                  <a:lnTo>
                    <a:pt x="4117" y="1051225"/>
                  </a:lnTo>
                  <a:lnTo>
                    <a:pt x="4607" y="1050924"/>
                  </a:lnTo>
                  <a:lnTo>
                    <a:pt x="5146" y="1050724"/>
                  </a:lnTo>
                  <a:lnTo>
                    <a:pt x="5440" y="1050623"/>
                  </a:lnTo>
                  <a:lnTo>
                    <a:pt x="6028" y="1050724"/>
                  </a:lnTo>
                  <a:lnTo>
                    <a:pt x="6469" y="1050974"/>
                  </a:lnTo>
                  <a:lnTo>
                    <a:pt x="6959" y="1051024"/>
                  </a:lnTo>
                  <a:lnTo>
                    <a:pt x="7106" y="1050724"/>
                  </a:lnTo>
                  <a:lnTo>
                    <a:pt x="7204" y="1050523"/>
                  </a:lnTo>
                  <a:lnTo>
                    <a:pt x="7744" y="1050573"/>
                  </a:lnTo>
                  <a:lnTo>
                    <a:pt x="7842" y="1050774"/>
                  </a:lnTo>
                  <a:lnTo>
                    <a:pt x="8087" y="1050824"/>
                  </a:lnTo>
                  <a:lnTo>
                    <a:pt x="8430" y="1050824"/>
                  </a:lnTo>
                  <a:lnTo>
                    <a:pt x="8773" y="1050573"/>
                  </a:lnTo>
                  <a:lnTo>
                    <a:pt x="9018" y="1050874"/>
                  </a:lnTo>
                  <a:lnTo>
                    <a:pt x="9410" y="1051275"/>
                  </a:lnTo>
                  <a:lnTo>
                    <a:pt x="9704" y="1051225"/>
                  </a:lnTo>
                  <a:lnTo>
                    <a:pt x="9998" y="1051024"/>
                  </a:lnTo>
                  <a:lnTo>
                    <a:pt x="10390" y="1050924"/>
                  </a:lnTo>
                  <a:lnTo>
                    <a:pt x="11077" y="1050774"/>
                  </a:lnTo>
                  <a:lnTo>
                    <a:pt x="11812" y="1050573"/>
                  </a:lnTo>
                  <a:lnTo>
                    <a:pt x="11910" y="1050172"/>
                  </a:lnTo>
                  <a:lnTo>
                    <a:pt x="12547" y="1049721"/>
                  </a:lnTo>
                  <a:lnTo>
                    <a:pt x="12694" y="1049671"/>
                  </a:lnTo>
                  <a:lnTo>
                    <a:pt x="13478" y="1049471"/>
                  </a:lnTo>
                  <a:lnTo>
                    <a:pt x="13870" y="1049170"/>
                  </a:lnTo>
                  <a:lnTo>
                    <a:pt x="13674" y="1048819"/>
                  </a:lnTo>
                  <a:lnTo>
                    <a:pt x="12400" y="1048168"/>
                  </a:lnTo>
                  <a:lnTo>
                    <a:pt x="12057" y="1047867"/>
                  </a:lnTo>
                  <a:lnTo>
                    <a:pt x="10929" y="1047115"/>
                  </a:lnTo>
                  <a:lnTo>
                    <a:pt x="10586" y="1046614"/>
                  </a:lnTo>
                  <a:lnTo>
                    <a:pt x="10782" y="1046263"/>
                  </a:lnTo>
                  <a:lnTo>
                    <a:pt x="11273" y="1046013"/>
                  </a:lnTo>
                  <a:lnTo>
                    <a:pt x="11763" y="1045863"/>
                  </a:lnTo>
                  <a:lnTo>
                    <a:pt x="12253" y="1045712"/>
                  </a:lnTo>
                  <a:lnTo>
                    <a:pt x="12939" y="1045712"/>
                  </a:lnTo>
                  <a:lnTo>
                    <a:pt x="13331" y="1045712"/>
                  </a:lnTo>
                  <a:lnTo>
                    <a:pt x="13576" y="1045562"/>
                  </a:lnTo>
                  <a:lnTo>
                    <a:pt x="13576" y="1045211"/>
                  </a:lnTo>
                  <a:lnTo>
                    <a:pt x="13478" y="1044760"/>
                  </a:lnTo>
                  <a:lnTo>
                    <a:pt x="13282" y="1044309"/>
                  </a:lnTo>
                  <a:lnTo>
                    <a:pt x="13282" y="1043808"/>
                  </a:lnTo>
                  <a:lnTo>
                    <a:pt x="13380" y="1043207"/>
                  </a:lnTo>
                  <a:lnTo>
                    <a:pt x="13821" y="1042806"/>
                  </a:lnTo>
                  <a:lnTo>
                    <a:pt x="14360" y="1043056"/>
                  </a:lnTo>
                  <a:lnTo>
                    <a:pt x="14606" y="1043507"/>
                  </a:lnTo>
                  <a:lnTo>
                    <a:pt x="15635" y="1044159"/>
                  </a:lnTo>
                  <a:lnTo>
                    <a:pt x="15831" y="1044259"/>
                  </a:lnTo>
                  <a:lnTo>
                    <a:pt x="16468" y="1044209"/>
                  </a:lnTo>
                  <a:lnTo>
                    <a:pt x="16811" y="1043958"/>
                  </a:lnTo>
                  <a:lnTo>
                    <a:pt x="17252" y="1043357"/>
                  </a:lnTo>
                  <a:lnTo>
                    <a:pt x="17742" y="1042705"/>
                  </a:lnTo>
                  <a:lnTo>
                    <a:pt x="17742" y="1042204"/>
                  </a:lnTo>
                  <a:lnTo>
                    <a:pt x="17840" y="1041503"/>
                  </a:lnTo>
                  <a:lnTo>
                    <a:pt x="17448" y="1039849"/>
                  </a:lnTo>
                  <a:lnTo>
                    <a:pt x="17105" y="1038496"/>
                  </a:lnTo>
                  <a:lnTo>
                    <a:pt x="16958" y="1038346"/>
                  </a:lnTo>
                  <a:lnTo>
                    <a:pt x="16370" y="1037744"/>
                  </a:lnTo>
                  <a:lnTo>
                    <a:pt x="16076" y="1037043"/>
                  </a:lnTo>
                  <a:lnTo>
                    <a:pt x="15635" y="1036491"/>
                  </a:lnTo>
                  <a:lnTo>
                    <a:pt x="15243" y="1035138"/>
                  </a:lnTo>
                  <a:lnTo>
                    <a:pt x="15341" y="1034487"/>
                  </a:lnTo>
                  <a:lnTo>
                    <a:pt x="15194" y="1033936"/>
                  </a:lnTo>
                  <a:lnTo>
                    <a:pt x="14900" y="1033434"/>
                  </a:lnTo>
                  <a:lnTo>
                    <a:pt x="14802" y="1032583"/>
                  </a:lnTo>
                  <a:lnTo>
                    <a:pt x="15341" y="1029726"/>
                  </a:lnTo>
                  <a:lnTo>
                    <a:pt x="15831" y="1028223"/>
                  </a:lnTo>
                  <a:lnTo>
                    <a:pt x="15831" y="1028022"/>
                  </a:lnTo>
                  <a:lnTo>
                    <a:pt x="15684" y="1028022"/>
                  </a:lnTo>
                  <a:lnTo>
                    <a:pt x="15537" y="1028373"/>
                  </a:lnTo>
                  <a:lnTo>
                    <a:pt x="15243" y="1028523"/>
                  </a:lnTo>
                  <a:lnTo>
                    <a:pt x="15047" y="1028473"/>
                  </a:lnTo>
                  <a:lnTo>
                    <a:pt x="15145" y="1028122"/>
                  </a:lnTo>
                  <a:lnTo>
                    <a:pt x="15341" y="1028072"/>
                  </a:lnTo>
                  <a:lnTo>
                    <a:pt x="15390" y="1027872"/>
                  </a:lnTo>
                  <a:lnTo>
                    <a:pt x="15243" y="1027772"/>
                  </a:lnTo>
                  <a:lnTo>
                    <a:pt x="15145" y="1027621"/>
                  </a:lnTo>
                  <a:lnTo>
                    <a:pt x="15243" y="1027371"/>
                  </a:lnTo>
                  <a:lnTo>
                    <a:pt x="15537" y="1026970"/>
                  </a:lnTo>
                  <a:lnTo>
                    <a:pt x="15684" y="1025968"/>
                  </a:lnTo>
                  <a:lnTo>
                    <a:pt x="15635" y="1025266"/>
                  </a:lnTo>
                  <a:lnTo>
                    <a:pt x="15586" y="1024815"/>
                  </a:lnTo>
                  <a:lnTo>
                    <a:pt x="15537" y="1024615"/>
                  </a:lnTo>
                  <a:lnTo>
                    <a:pt x="15194" y="1023211"/>
                  </a:lnTo>
                  <a:lnTo>
                    <a:pt x="14900" y="1021858"/>
                  </a:lnTo>
                  <a:lnTo>
                    <a:pt x="14409" y="1020104"/>
                  </a:lnTo>
                  <a:lnTo>
                    <a:pt x="14115" y="1019403"/>
                  </a:lnTo>
                  <a:lnTo>
                    <a:pt x="13772" y="1018601"/>
                  </a:lnTo>
                  <a:lnTo>
                    <a:pt x="13870" y="1018050"/>
                  </a:lnTo>
                  <a:lnTo>
                    <a:pt x="13478" y="1017699"/>
                  </a:lnTo>
                  <a:lnTo>
                    <a:pt x="12841" y="1017649"/>
                  </a:lnTo>
                  <a:lnTo>
                    <a:pt x="12253" y="1017699"/>
                  </a:lnTo>
                  <a:lnTo>
                    <a:pt x="12008" y="1017699"/>
                  </a:lnTo>
                  <a:lnTo>
                    <a:pt x="11665" y="1017649"/>
                  </a:lnTo>
                  <a:lnTo>
                    <a:pt x="11273" y="1017298"/>
                  </a:lnTo>
                  <a:lnTo>
                    <a:pt x="11322" y="1017047"/>
                  </a:lnTo>
                  <a:lnTo>
                    <a:pt x="11665" y="1016997"/>
                  </a:lnTo>
                  <a:lnTo>
                    <a:pt x="11812" y="1016897"/>
                  </a:lnTo>
                  <a:lnTo>
                    <a:pt x="11714" y="1016747"/>
                  </a:lnTo>
                  <a:lnTo>
                    <a:pt x="11028" y="1016496"/>
                  </a:lnTo>
                  <a:lnTo>
                    <a:pt x="10831" y="1016446"/>
                  </a:lnTo>
                  <a:lnTo>
                    <a:pt x="10488" y="1016296"/>
                  </a:lnTo>
                  <a:lnTo>
                    <a:pt x="9802" y="1015995"/>
                  </a:lnTo>
                  <a:lnTo>
                    <a:pt x="9214" y="1015694"/>
                  </a:lnTo>
                  <a:lnTo>
                    <a:pt x="8430" y="1015293"/>
                  </a:lnTo>
                  <a:lnTo>
                    <a:pt x="8087" y="1015093"/>
                  </a:lnTo>
                  <a:lnTo>
                    <a:pt x="6959" y="1014692"/>
                  </a:lnTo>
                  <a:lnTo>
                    <a:pt x="6567" y="1014391"/>
                  </a:lnTo>
                  <a:lnTo>
                    <a:pt x="5832" y="1014241"/>
                  </a:lnTo>
                  <a:lnTo>
                    <a:pt x="5587" y="1013890"/>
                  </a:lnTo>
                  <a:lnTo>
                    <a:pt x="5293" y="1013439"/>
                  </a:lnTo>
                  <a:lnTo>
                    <a:pt x="4999" y="1013088"/>
                  </a:lnTo>
                  <a:lnTo>
                    <a:pt x="4558" y="1012587"/>
                  </a:lnTo>
                  <a:lnTo>
                    <a:pt x="4166" y="1012487"/>
                  </a:lnTo>
                  <a:lnTo>
                    <a:pt x="4117" y="1012086"/>
                  </a:lnTo>
                  <a:lnTo>
                    <a:pt x="4117" y="1011886"/>
                  </a:lnTo>
                  <a:lnTo>
                    <a:pt x="4313" y="1011735"/>
                  </a:lnTo>
                  <a:lnTo>
                    <a:pt x="4313" y="1011385"/>
                  </a:lnTo>
                  <a:lnTo>
                    <a:pt x="3970" y="1011084"/>
                  </a:lnTo>
                  <a:lnTo>
                    <a:pt x="3774" y="1010783"/>
                  </a:lnTo>
                  <a:lnTo>
                    <a:pt x="3626" y="1010483"/>
                  </a:lnTo>
                  <a:lnTo>
                    <a:pt x="3528" y="1009981"/>
                  </a:lnTo>
                  <a:lnTo>
                    <a:pt x="3774" y="1009781"/>
                  </a:lnTo>
                  <a:lnTo>
                    <a:pt x="3823" y="1009631"/>
                  </a:lnTo>
                  <a:lnTo>
                    <a:pt x="3823" y="1009430"/>
                  </a:lnTo>
                  <a:lnTo>
                    <a:pt x="3725" y="1009230"/>
                  </a:lnTo>
                  <a:lnTo>
                    <a:pt x="3626" y="1008829"/>
                  </a:lnTo>
                  <a:lnTo>
                    <a:pt x="3774" y="1008528"/>
                  </a:lnTo>
                  <a:lnTo>
                    <a:pt x="3676" y="1008378"/>
                  </a:lnTo>
                  <a:lnTo>
                    <a:pt x="3381" y="1007927"/>
                  </a:lnTo>
                  <a:lnTo>
                    <a:pt x="3185" y="1007676"/>
                  </a:lnTo>
                  <a:lnTo>
                    <a:pt x="3283" y="1007025"/>
                  </a:lnTo>
                  <a:lnTo>
                    <a:pt x="3332" y="1006323"/>
                  </a:lnTo>
                  <a:lnTo>
                    <a:pt x="3332" y="1005772"/>
                  </a:lnTo>
                  <a:lnTo>
                    <a:pt x="3185" y="1005471"/>
                  </a:lnTo>
                  <a:lnTo>
                    <a:pt x="2989" y="1005321"/>
                  </a:lnTo>
                  <a:lnTo>
                    <a:pt x="2695" y="1005471"/>
                  </a:lnTo>
                  <a:lnTo>
                    <a:pt x="2254" y="1005571"/>
                  </a:lnTo>
                  <a:lnTo>
                    <a:pt x="1176" y="1005171"/>
                  </a:lnTo>
                  <a:lnTo>
                    <a:pt x="392" y="1004218"/>
                  </a:lnTo>
                  <a:lnTo>
                    <a:pt x="49" y="1003667"/>
                  </a:lnTo>
                  <a:lnTo>
                    <a:pt x="0" y="1003467"/>
                  </a:lnTo>
                  <a:lnTo>
                    <a:pt x="49" y="1002815"/>
                  </a:lnTo>
                  <a:lnTo>
                    <a:pt x="147" y="1002515"/>
                  </a:lnTo>
                  <a:lnTo>
                    <a:pt x="343" y="1002364"/>
                  </a:lnTo>
                  <a:lnTo>
                    <a:pt x="490" y="1002064"/>
                  </a:lnTo>
                  <a:lnTo>
                    <a:pt x="588" y="1001913"/>
                  </a:lnTo>
                  <a:lnTo>
                    <a:pt x="931" y="1001813"/>
                  </a:lnTo>
                  <a:lnTo>
                    <a:pt x="1274" y="1001613"/>
                  </a:lnTo>
                  <a:lnTo>
                    <a:pt x="1323" y="1001462"/>
                  </a:lnTo>
                  <a:lnTo>
                    <a:pt x="1372" y="1001212"/>
                  </a:lnTo>
                  <a:lnTo>
                    <a:pt x="1421" y="1000911"/>
                  </a:lnTo>
                  <a:lnTo>
                    <a:pt x="1666" y="1000761"/>
                  </a:lnTo>
                  <a:lnTo>
                    <a:pt x="2009" y="1000610"/>
                  </a:lnTo>
                  <a:lnTo>
                    <a:pt x="2156" y="1000610"/>
                  </a:lnTo>
                  <a:lnTo>
                    <a:pt x="2744" y="1000761"/>
                  </a:lnTo>
                  <a:lnTo>
                    <a:pt x="3087" y="1001162"/>
                  </a:lnTo>
                  <a:lnTo>
                    <a:pt x="3234" y="1001111"/>
                  </a:lnTo>
                  <a:lnTo>
                    <a:pt x="3234" y="1000911"/>
                  </a:lnTo>
                  <a:lnTo>
                    <a:pt x="3185" y="1000610"/>
                  </a:lnTo>
                  <a:lnTo>
                    <a:pt x="3283" y="1000460"/>
                  </a:lnTo>
                  <a:lnTo>
                    <a:pt x="3430" y="1000460"/>
                  </a:lnTo>
                  <a:lnTo>
                    <a:pt x="3626" y="1000610"/>
                  </a:lnTo>
                  <a:lnTo>
                    <a:pt x="3774" y="1000510"/>
                  </a:lnTo>
                  <a:lnTo>
                    <a:pt x="3725" y="1000310"/>
                  </a:lnTo>
                  <a:lnTo>
                    <a:pt x="3676" y="1000109"/>
                  </a:lnTo>
                  <a:lnTo>
                    <a:pt x="3528" y="999808"/>
                  </a:lnTo>
                  <a:lnTo>
                    <a:pt x="3528" y="999558"/>
                  </a:lnTo>
                  <a:lnTo>
                    <a:pt x="3725" y="999357"/>
                  </a:lnTo>
                  <a:lnTo>
                    <a:pt x="4068" y="999307"/>
                  </a:lnTo>
                  <a:lnTo>
                    <a:pt x="4313" y="999307"/>
                  </a:lnTo>
                  <a:lnTo>
                    <a:pt x="4509" y="999408"/>
                  </a:lnTo>
                  <a:lnTo>
                    <a:pt x="4607" y="999558"/>
                  </a:lnTo>
                  <a:lnTo>
                    <a:pt x="4852" y="999558"/>
                  </a:lnTo>
                  <a:lnTo>
                    <a:pt x="5097" y="999708"/>
                  </a:lnTo>
                  <a:lnTo>
                    <a:pt x="5146" y="999909"/>
                  </a:lnTo>
                  <a:lnTo>
                    <a:pt x="5342" y="1000059"/>
                  </a:lnTo>
                  <a:lnTo>
                    <a:pt x="5587" y="999959"/>
                  </a:lnTo>
                  <a:lnTo>
                    <a:pt x="5881" y="999959"/>
                  </a:lnTo>
                  <a:lnTo>
                    <a:pt x="6077" y="999859"/>
                  </a:lnTo>
                  <a:lnTo>
                    <a:pt x="6175" y="999658"/>
                  </a:lnTo>
                  <a:lnTo>
                    <a:pt x="6175" y="999408"/>
                  </a:lnTo>
                  <a:lnTo>
                    <a:pt x="6224" y="999207"/>
                  </a:lnTo>
                  <a:lnTo>
                    <a:pt x="6322" y="999057"/>
                  </a:lnTo>
                  <a:lnTo>
                    <a:pt x="6616" y="998957"/>
                  </a:lnTo>
                  <a:lnTo>
                    <a:pt x="6763" y="998957"/>
                  </a:lnTo>
                  <a:lnTo>
                    <a:pt x="7106" y="998856"/>
                  </a:lnTo>
                  <a:lnTo>
                    <a:pt x="7155" y="998656"/>
                  </a:lnTo>
                  <a:lnTo>
                    <a:pt x="7450" y="997904"/>
                  </a:lnTo>
                  <a:lnTo>
                    <a:pt x="7499" y="997553"/>
                  </a:lnTo>
                  <a:lnTo>
                    <a:pt x="7597" y="997253"/>
                  </a:lnTo>
                  <a:lnTo>
                    <a:pt x="7695" y="997052"/>
                  </a:lnTo>
                  <a:lnTo>
                    <a:pt x="7842" y="996952"/>
                  </a:lnTo>
                  <a:lnTo>
                    <a:pt x="8038" y="996852"/>
                  </a:lnTo>
                  <a:lnTo>
                    <a:pt x="8381" y="996802"/>
                  </a:lnTo>
                  <a:lnTo>
                    <a:pt x="8577" y="996802"/>
                  </a:lnTo>
                  <a:lnTo>
                    <a:pt x="8871" y="996902"/>
                  </a:lnTo>
                  <a:lnTo>
                    <a:pt x="9361" y="997052"/>
                  </a:lnTo>
                  <a:lnTo>
                    <a:pt x="9606" y="997002"/>
                  </a:lnTo>
                  <a:lnTo>
                    <a:pt x="9704" y="996651"/>
                  </a:lnTo>
                  <a:lnTo>
                    <a:pt x="9655" y="996250"/>
                  </a:lnTo>
                  <a:lnTo>
                    <a:pt x="9655" y="996050"/>
                  </a:lnTo>
                  <a:lnTo>
                    <a:pt x="9361" y="995098"/>
                  </a:lnTo>
                  <a:lnTo>
                    <a:pt x="9214" y="994396"/>
                  </a:lnTo>
                  <a:lnTo>
                    <a:pt x="8920" y="993244"/>
                  </a:lnTo>
                  <a:lnTo>
                    <a:pt x="8724" y="992492"/>
                  </a:lnTo>
                  <a:lnTo>
                    <a:pt x="8332" y="992041"/>
                  </a:lnTo>
                  <a:lnTo>
                    <a:pt x="7940" y="991540"/>
                  </a:lnTo>
                  <a:lnTo>
                    <a:pt x="7744" y="991440"/>
                  </a:lnTo>
                  <a:lnTo>
                    <a:pt x="7548" y="991440"/>
                  </a:lnTo>
                  <a:lnTo>
                    <a:pt x="7253" y="991540"/>
                  </a:lnTo>
                  <a:lnTo>
                    <a:pt x="7106" y="991740"/>
                  </a:lnTo>
                  <a:lnTo>
                    <a:pt x="7057" y="991891"/>
                  </a:lnTo>
                  <a:lnTo>
                    <a:pt x="6812" y="991941"/>
                  </a:lnTo>
                  <a:lnTo>
                    <a:pt x="6616" y="991690"/>
                  </a:lnTo>
                  <a:lnTo>
                    <a:pt x="6469" y="991640"/>
                  </a:lnTo>
                  <a:lnTo>
                    <a:pt x="6224" y="991690"/>
                  </a:lnTo>
                  <a:lnTo>
                    <a:pt x="5930" y="991740"/>
                  </a:lnTo>
                  <a:lnTo>
                    <a:pt x="5832" y="991540"/>
                  </a:lnTo>
                  <a:lnTo>
                    <a:pt x="5538" y="991740"/>
                  </a:lnTo>
                  <a:lnTo>
                    <a:pt x="4803" y="991891"/>
                  </a:lnTo>
                  <a:lnTo>
                    <a:pt x="4656" y="991941"/>
                  </a:lnTo>
                  <a:lnTo>
                    <a:pt x="4509" y="991941"/>
                  </a:lnTo>
                  <a:lnTo>
                    <a:pt x="4264" y="991840"/>
                  </a:lnTo>
                  <a:lnTo>
                    <a:pt x="4068" y="991740"/>
                  </a:lnTo>
                  <a:lnTo>
                    <a:pt x="3872" y="991389"/>
                  </a:lnTo>
                  <a:lnTo>
                    <a:pt x="3528" y="991139"/>
                  </a:lnTo>
                  <a:lnTo>
                    <a:pt x="3381" y="990888"/>
                  </a:lnTo>
                  <a:lnTo>
                    <a:pt x="3234" y="990888"/>
                  </a:lnTo>
                  <a:lnTo>
                    <a:pt x="2989" y="990487"/>
                  </a:lnTo>
                  <a:lnTo>
                    <a:pt x="2891" y="990036"/>
                  </a:lnTo>
                  <a:lnTo>
                    <a:pt x="2989" y="989635"/>
                  </a:lnTo>
                  <a:lnTo>
                    <a:pt x="3283" y="989235"/>
                  </a:lnTo>
                  <a:lnTo>
                    <a:pt x="3185" y="988934"/>
                  </a:lnTo>
                  <a:lnTo>
                    <a:pt x="2891" y="988633"/>
                  </a:lnTo>
                  <a:lnTo>
                    <a:pt x="2842" y="988433"/>
                  </a:lnTo>
                  <a:lnTo>
                    <a:pt x="2450" y="988433"/>
                  </a:lnTo>
                  <a:lnTo>
                    <a:pt x="1911" y="988383"/>
                  </a:lnTo>
                  <a:lnTo>
                    <a:pt x="1813" y="988082"/>
                  </a:lnTo>
                  <a:lnTo>
                    <a:pt x="1715" y="987431"/>
                  </a:lnTo>
                  <a:lnTo>
                    <a:pt x="1715" y="986729"/>
                  </a:lnTo>
                  <a:lnTo>
                    <a:pt x="2058" y="986428"/>
                  </a:lnTo>
                  <a:lnTo>
                    <a:pt x="2254" y="986328"/>
                  </a:lnTo>
                  <a:lnTo>
                    <a:pt x="2401" y="986328"/>
                  </a:lnTo>
                  <a:lnTo>
                    <a:pt x="2548" y="986378"/>
                  </a:lnTo>
                  <a:lnTo>
                    <a:pt x="2744" y="986328"/>
                  </a:lnTo>
                  <a:lnTo>
                    <a:pt x="2793" y="986178"/>
                  </a:lnTo>
                  <a:lnTo>
                    <a:pt x="2744" y="985877"/>
                  </a:lnTo>
                  <a:lnTo>
                    <a:pt x="2646" y="985727"/>
                  </a:lnTo>
                  <a:lnTo>
                    <a:pt x="2548" y="985526"/>
                  </a:lnTo>
                  <a:lnTo>
                    <a:pt x="2548" y="985326"/>
                  </a:lnTo>
                  <a:lnTo>
                    <a:pt x="2695" y="985125"/>
                  </a:lnTo>
                  <a:lnTo>
                    <a:pt x="2891" y="985025"/>
                  </a:lnTo>
                  <a:lnTo>
                    <a:pt x="3283" y="984875"/>
                  </a:lnTo>
                  <a:lnTo>
                    <a:pt x="3528" y="984775"/>
                  </a:lnTo>
                  <a:lnTo>
                    <a:pt x="3725" y="984724"/>
                  </a:lnTo>
                  <a:lnTo>
                    <a:pt x="3872" y="984775"/>
                  </a:lnTo>
                  <a:lnTo>
                    <a:pt x="3921" y="984925"/>
                  </a:lnTo>
                  <a:lnTo>
                    <a:pt x="4068" y="984975"/>
                  </a:lnTo>
                  <a:lnTo>
                    <a:pt x="4264" y="985276"/>
                  </a:lnTo>
                  <a:lnTo>
                    <a:pt x="4362" y="985526"/>
                  </a:lnTo>
                  <a:lnTo>
                    <a:pt x="4558" y="985727"/>
                  </a:lnTo>
                  <a:lnTo>
                    <a:pt x="4803" y="985626"/>
                  </a:lnTo>
                  <a:lnTo>
                    <a:pt x="4901" y="985276"/>
                  </a:lnTo>
                  <a:lnTo>
                    <a:pt x="4852" y="984724"/>
                  </a:lnTo>
                  <a:lnTo>
                    <a:pt x="4705" y="984273"/>
                  </a:lnTo>
                  <a:lnTo>
                    <a:pt x="4509" y="983973"/>
                  </a:lnTo>
                  <a:lnTo>
                    <a:pt x="4264" y="983672"/>
                  </a:lnTo>
                  <a:lnTo>
                    <a:pt x="3921" y="983271"/>
                  </a:lnTo>
                  <a:lnTo>
                    <a:pt x="3774" y="983071"/>
                  </a:lnTo>
                  <a:lnTo>
                    <a:pt x="3577" y="982920"/>
                  </a:lnTo>
                  <a:lnTo>
                    <a:pt x="3430" y="982720"/>
                  </a:lnTo>
                  <a:lnTo>
                    <a:pt x="3234" y="982570"/>
                  </a:lnTo>
                  <a:lnTo>
                    <a:pt x="3038" y="982319"/>
                  </a:lnTo>
                  <a:lnTo>
                    <a:pt x="2744" y="981768"/>
                  </a:lnTo>
                  <a:lnTo>
                    <a:pt x="2646" y="981116"/>
                  </a:lnTo>
                  <a:lnTo>
                    <a:pt x="2744" y="980866"/>
                  </a:lnTo>
                  <a:lnTo>
                    <a:pt x="3283" y="980665"/>
                  </a:lnTo>
                  <a:lnTo>
                    <a:pt x="3725" y="980816"/>
                  </a:lnTo>
                  <a:lnTo>
                    <a:pt x="4019" y="981016"/>
                  </a:lnTo>
                  <a:lnTo>
                    <a:pt x="4166" y="981216"/>
                  </a:lnTo>
                  <a:lnTo>
                    <a:pt x="4411" y="981417"/>
                  </a:lnTo>
                  <a:lnTo>
                    <a:pt x="4656" y="981567"/>
                  </a:lnTo>
                  <a:lnTo>
                    <a:pt x="4901" y="981768"/>
                  </a:lnTo>
                  <a:lnTo>
                    <a:pt x="5391" y="982169"/>
                  </a:lnTo>
                  <a:lnTo>
                    <a:pt x="5685" y="982169"/>
                  </a:lnTo>
                  <a:lnTo>
                    <a:pt x="6028" y="982419"/>
                  </a:lnTo>
                  <a:lnTo>
                    <a:pt x="6224" y="982670"/>
                  </a:lnTo>
                  <a:lnTo>
                    <a:pt x="6420" y="982820"/>
                  </a:lnTo>
                  <a:lnTo>
                    <a:pt x="6861" y="982770"/>
                  </a:lnTo>
                  <a:lnTo>
                    <a:pt x="7008" y="982419"/>
                  </a:lnTo>
                  <a:lnTo>
                    <a:pt x="7008" y="981968"/>
                  </a:lnTo>
                  <a:lnTo>
                    <a:pt x="7106" y="981818"/>
                  </a:lnTo>
                  <a:lnTo>
                    <a:pt x="7253" y="981868"/>
                  </a:lnTo>
                  <a:lnTo>
                    <a:pt x="7401" y="982119"/>
                  </a:lnTo>
                  <a:lnTo>
                    <a:pt x="7646" y="981968"/>
                  </a:lnTo>
                  <a:lnTo>
                    <a:pt x="7744" y="981617"/>
                  </a:lnTo>
                  <a:lnTo>
                    <a:pt x="7940" y="981517"/>
                  </a:lnTo>
                  <a:lnTo>
                    <a:pt x="8234" y="981567"/>
                  </a:lnTo>
                  <a:lnTo>
                    <a:pt x="8332" y="981818"/>
                  </a:lnTo>
                  <a:lnTo>
                    <a:pt x="8528" y="981968"/>
                  </a:lnTo>
                  <a:lnTo>
                    <a:pt x="8871" y="981968"/>
                  </a:lnTo>
                  <a:lnTo>
                    <a:pt x="9116" y="981918"/>
                  </a:lnTo>
                  <a:lnTo>
                    <a:pt x="9361" y="981768"/>
                  </a:lnTo>
                  <a:lnTo>
                    <a:pt x="9655" y="981667"/>
                  </a:lnTo>
                  <a:lnTo>
                    <a:pt x="9949" y="981667"/>
                  </a:lnTo>
                  <a:lnTo>
                    <a:pt x="10341" y="981768"/>
                  </a:lnTo>
                  <a:lnTo>
                    <a:pt x="10341" y="981918"/>
                  </a:lnTo>
                  <a:lnTo>
                    <a:pt x="10292" y="982269"/>
                  </a:lnTo>
                  <a:lnTo>
                    <a:pt x="10537" y="982369"/>
                  </a:lnTo>
                  <a:lnTo>
                    <a:pt x="10782" y="982419"/>
                  </a:lnTo>
                  <a:lnTo>
                    <a:pt x="11028" y="982519"/>
                  </a:lnTo>
                  <a:lnTo>
                    <a:pt x="11175" y="982720"/>
                  </a:lnTo>
                  <a:lnTo>
                    <a:pt x="11224" y="983021"/>
                  </a:lnTo>
                  <a:lnTo>
                    <a:pt x="11322" y="983271"/>
                  </a:lnTo>
                  <a:lnTo>
                    <a:pt x="11616" y="983421"/>
                  </a:lnTo>
                  <a:lnTo>
                    <a:pt x="11910" y="983472"/>
                  </a:lnTo>
                  <a:lnTo>
                    <a:pt x="12106" y="983472"/>
                  </a:lnTo>
                  <a:lnTo>
                    <a:pt x="12302" y="983472"/>
                  </a:lnTo>
                  <a:lnTo>
                    <a:pt x="12498" y="983371"/>
                  </a:lnTo>
                  <a:lnTo>
                    <a:pt x="12645" y="983321"/>
                  </a:lnTo>
                  <a:lnTo>
                    <a:pt x="12890" y="983271"/>
                  </a:lnTo>
                  <a:lnTo>
                    <a:pt x="13135" y="983171"/>
                  </a:lnTo>
                  <a:lnTo>
                    <a:pt x="13331" y="983021"/>
                  </a:lnTo>
                  <a:lnTo>
                    <a:pt x="13429" y="982870"/>
                  </a:lnTo>
                  <a:lnTo>
                    <a:pt x="13478" y="982469"/>
                  </a:lnTo>
                  <a:lnTo>
                    <a:pt x="13380" y="982269"/>
                  </a:lnTo>
                  <a:lnTo>
                    <a:pt x="13331" y="982068"/>
                  </a:lnTo>
                  <a:lnTo>
                    <a:pt x="13380" y="981918"/>
                  </a:lnTo>
                  <a:lnTo>
                    <a:pt x="13674" y="981768"/>
                  </a:lnTo>
                  <a:lnTo>
                    <a:pt x="13919" y="981667"/>
                  </a:lnTo>
                  <a:lnTo>
                    <a:pt x="13968" y="981517"/>
                  </a:lnTo>
                  <a:lnTo>
                    <a:pt x="14017" y="981317"/>
                  </a:lnTo>
                  <a:lnTo>
                    <a:pt x="14164" y="981166"/>
                  </a:lnTo>
                  <a:lnTo>
                    <a:pt x="14360" y="981166"/>
                  </a:lnTo>
                  <a:lnTo>
                    <a:pt x="14507" y="981367"/>
                  </a:lnTo>
                  <a:lnTo>
                    <a:pt x="14655" y="981617"/>
                  </a:lnTo>
                  <a:lnTo>
                    <a:pt x="14851" y="981768"/>
                  </a:lnTo>
                  <a:lnTo>
                    <a:pt x="15145" y="981868"/>
                  </a:lnTo>
                  <a:lnTo>
                    <a:pt x="15488" y="981918"/>
                  </a:lnTo>
                  <a:lnTo>
                    <a:pt x="15831" y="982068"/>
                  </a:lnTo>
                  <a:lnTo>
                    <a:pt x="16125" y="982169"/>
                  </a:lnTo>
                  <a:lnTo>
                    <a:pt x="16517" y="982169"/>
                  </a:lnTo>
                  <a:lnTo>
                    <a:pt x="16713" y="982068"/>
                  </a:lnTo>
                  <a:lnTo>
                    <a:pt x="16811" y="981868"/>
                  </a:lnTo>
                  <a:lnTo>
                    <a:pt x="16958" y="981667"/>
                  </a:lnTo>
                  <a:lnTo>
                    <a:pt x="17399" y="981768"/>
                  </a:lnTo>
                  <a:lnTo>
                    <a:pt x="17546" y="981868"/>
                  </a:lnTo>
                  <a:lnTo>
                    <a:pt x="17791" y="981818"/>
                  </a:lnTo>
                  <a:lnTo>
                    <a:pt x="18085" y="981617"/>
                  </a:lnTo>
                  <a:lnTo>
                    <a:pt x="18331" y="981467"/>
                  </a:lnTo>
                  <a:lnTo>
                    <a:pt x="18527" y="981367"/>
                  </a:lnTo>
                  <a:lnTo>
                    <a:pt x="18870" y="981267"/>
                  </a:lnTo>
                  <a:lnTo>
                    <a:pt x="19115" y="981166"/>
                  </a:lnTo>
                  <a:lnTo>
                    <a:pt x="19017" y="980916"/>
                  </a:lnTo>
                  <a:lnTo>
                    <a:pt x="18968" y="980765"/>
                  </a:lnTo>
                  <a:lnTo>
                    <a:pt x="19066" y="980565"/>
                  </a:lnTo>
                  <a:lnTo>
                    <a:pt x="19164" y="980365"/>
                  </a:lnTo>
                  <a:lnTo>
                    <a:pt x="19311" y="980164"/>
                  </a:lnTo>
                  <a:lnTo>
                    <a:pt x="19458" y="979914"/>
                  </a:lnTo>
                  <a:lnTo>
                    <a:pt x="19556" y="979613"/>
                  </a:lnTo>
                  <a:lnTo>
                    <a:pt x="19752" y="979362"/>
                  </a:lnTo>
                  <a:lnTo>
                    <a:pt x="19997" y="979212"/>
                  </a:lnTo>
                  <a:lnTo>
                    <a:pt x="20291" y="979312"/>
                  </a:lnTo>
                  <a:lnTo>
                    <a:pt x="20487" y="979312"/>
                  </a:lnTo>
                  <a:lnTo>
                    <a:pt x="20683" y="979212"/>
                  </a:lnTo>
                  <a:lnTo>
                    <a:pt x="20830" y="978961"/>
                  </a:lnTo>
                  <a:lnTo>
                    <a:pt x="20781" y="978761"/>
                  </a:lnTo>
                  <a:lnTo>
                    <a:pt x="20732" y="978560"/>
                  </a:lnTo>
                  <a:lnTo>
                    <a:pt x="20634" y="978360"/>
                  </a:lnTo>
                  <a:lnTo>
                    <a:pt x="20683" y="978059"/>
                  </a:lnTo>
                  <a:lnTo>
                    <a:pt x="20781" y="977709"/>
                  </a:lnTo>
                  <a:lnTo>
                    <a:pt x="20879" y="977458"/>
                  </a:lnTo>
                  <a:lnTo>
                    <a:pt x="21075" y="977358"/>
                  </a:lnTo>
                  <a:lnTo>
                    <a:pt x="21320" y="977157"/>
                  </a:lnTo>
                  <a:lnTo>
                    <a:pt x="21320" y="976857"/>
                  </a:lnTo>
                  <a:lnTo>
                    <a:pt x="21124" y="976756"/>
                  </a:lnTo>
                  <a:lnTo>
                    <a:pt x="21026" y="976556"/>
                  </a:lnTo>
                  <a:lnTo>
                    <a:pt x="21124" y="976305"/>
                  </a:lnTo>
                  <a:lnTo>
                    <a:pt x="21418" y="976105"/>
                  </a:lnTo>
                  <a:lnTo>
                    <a:pt x="21712" y="975955"/>
                  </a:lnTo>
                  <a:lnTo>
                    <a:pt x="21909" y="976005"/>
                  </a:lnTo>
                  <a:lnTo>
                    <a:pt x="22154" y="976005"/>
                  </a:lnTo>
                  <a:lnTo>
                    <a:pt x="22301" y="975804"/>
                  </a:lnTo>
                  <a:lnTo>
                    <a:pt x="22301" y="975554"/>
                  </a:lnTo>
                  <a:lnTo>
                    <a:pt x="22203" y="975303"/>
                  </a:lnTo>
                  <a:lnTo>
                    <a:pt x="22301" y="975103"/>
                  </a:lnTo>
                  <a:lnTo>
                    <a:pt x="22546" y="975053"/>
                  </a:lnTo>
                  <a:lnTo>
                    <a:pt x="22889" y="975053"/>
                  </a:lnTo>
                  <a:lnTo>
                    <a:pt x="22889" y="975203"/>
                  </a:lnTo>
                  <a:lnTo>
                    <a:pt x="23036" y="975353"/>
                  </a:lnTo>
                  <a:lnTo>
                    <a:pt x="23281" y="975353"/>
                  </a:lnTo>
                  <a:lnTo>
                    <a:pt x="23330" y="975153"/>
                  </a:lnTo>
                  <a:lnTo>
                    <a:pt x="23183" y="974902"/>
                  </a:lnTo>
                  <a:lnTo>
                    <a:pt x="23428" y="974852"/>
                  </a:lnTo>
                  <a:lnTo>
                    <a:pt x="23869" y="974952"/>
                  </a:lnTo>
                  <a:lnTo>
                    <a:pt x="24261" y="975303"/>
                  </a:lnTo>
                  <a:lnTo>
                    <a:pt x="24604" y="975955"/>
                  </a:lnTo>
                  <a:lnTo>
                    <a:pt x="25192" y="976255"/>
                  </a:lnTo>
                  <a:lnTo>
                    <a:pt x="25634" y="976456"/>
                  </a:lnTo>
                  <a:lnTo>
                    <a:pt x="25928" y="976656"/>
                  </a:lnTo>
                  <a:lnTo>
                    <a:pt x="26418" y="976656"/>
                  </a:lnTo>
                  <a:lnTo>
                    <a:pt x="26957" y="976656"/>
                  </a:lnTo>
                  <a:lnTo>
                    <a:pt x="27300" y="976756"/>
                  </a:lnTo>
                  <a:lnTo>
                    <a:pt x="27741" y="977057"/>
                  </a:lnTo>
                  <a:lnTo>
                    <a:pt x="27986" y="977608"/>
                  </a:lnTo>
                  <a:lnTo>
                    <a:pt x="28182" y="977859"/>
                  </a:lnTo>
                  <a:lnTo>
                    <a:pt x="28525" y="978059"/>
                  </a:lnTo>
                  <a:lnTo>
                    <a:pt x="28770" y="978160"/>
                  </a:lnTo>
                  <a:lnTo>
                    <a:pt x="29212" y="978761"/>
                  </a:lnTo>
                  <a:lnTo>
                    <a:pt x="29653" y="979362"/>
                  </a:lnTo>
                  <a:lnTo>
                    <a:pt x="31074" y="979613"/>
                  </a:lnTo>
                  <a:lnTo>
                    <a:pt x="31270" y="979162"/>
                  </a:lnTo>
                  <a:lnTo>
                    <a:pt x="31613" y="979062"/>
                  </a:lnTo>
                  <a:lnTo>
                    <a:pt x="32250" y="979563"/>
                  </a:lnTo>
                  <a:lnTo>
                    <a:pt x="33525" y="979713"/>
                  </a:lnTo>
                  <a:lnTo>
                    <a:pt x="34750" y="979813"/>
                  </a:lnTo>
                  <a:lnTo>
                    <a:pt x="34897" y="979513"/>
                  </a:lnTo>
                  <a:lnTo>
                    <a:pt x="35485" y="979412"/>
                  </a:lnTo>
                  <a:lnTo>
                    <a:pt x="35779" y="979813"/>
                  </a:lnTo>
                  <a:lnTo>
                    <a:pt x="36073" y="980064"/>
                  </a:lnTo>
                  <a:lnTo>
                    <a:pt x="36515" y="979663"/>
                  </a:lnTo>
                  <a:lnTo>
                    <a:pt x="37054" y="979813"/>
                  </a:lnTo>
                  <a:lnTo>
                    <a:pt x="37495" y="980214"/>
                  </a:lnTo>
                  <a:lnTo>
                    <a:pt x="38083" y="980365"/>
                  </a:lnTo>
                  <a:lnTo>
                    <a:pt x="38524" y="980565"/>
                  </a:lnTo>
                  <a:lnTo>
                    <a:pt x="38769" y="980715"/>
                  </a:lnTo>
                  <a:lnTo>
                    <a:pt x="38965" y="981317"/>
                  </a:lnTo>
                  <a:lnTo>
                    <a:pt x="38524" y="982469"/>
                  </a:lnTo>
                  <a:lnTo>
                    <a:pt x="38034" y="983321"/>
                  </a:lnTo>
                  <a:lnTo>
                    <a:pt x="37936" y="983572"/>
                  </a:lnTo>
                  <a:lnTo>
                    <a:pt x="38034" y="984073"/>
                  </a:lnTo>
                  <a:lnTo>
                    <a:pt x="37936" y="984624"/>
                  </a:lnTo>
                  <a:lnTo>
                    <a:pt x="37642" y="985226"/>
                  </a:lnTo>
                  <a:lnTo>
                    <a:pt x="37495" y="985727"/>
                  </a:lnTo>
                  <a:lnTo>
                    <a:pt x="37544" y="986077"/>
                  </a:lnTo>
                  <a:lnTo>
                    <a:pt x="37642" y="986478"/>
                  </a:lnTo>
                  <a:lnTo>
                    <a:pt x="37838" y="986829"/>
                  </a:lnTo>
                  <a:lnTo>
                    <a:pt x="38034" y="987080"/>
                  </a:lnTo>
                  <a:lnTo>
                    <a:pt x="38230" y="986979"/>
                  </a:lnTo>
                  <a:lnTo>
                    <a:pt x="38426" y="986879"/>
                  </a:lnTo>
                  <a:lnTo>
                    <a:pt x="38622" y="986829"/>
                  </a:lnTo>
                  <a:lnTo>
                    <a:pt x="38769" y="986879"/>
                  </a:lnTo>
                  <a:lnTo>
                    <a:pt x="38720" y="987080"/>
                  </a:lnTo>
                  <a:lnTo>
                    <a:pt x="38475" y="987180"/>
                  </a:lnTo>
                  <a:lnTo>
                    <a:pt x="38132" y="987330"/>
                  </a:lnTo>
                  <a:lnTo>
                    <a:pt x="38230" y="987681"/>
                  </a:lnTo>
                  <a:lnTo>
                    <a:pt x="38426" y="987882"/>
                  </a:lnTo>
                  <a:lnTo>
                    <a:pt x="39259" y="989034"/>
                  </a:lnTo>
                  <a:lnTo>
                    <a:pt x="39357" y="989285"/>
                  </a:lnTo>
                  <a:lnTo>
                    <a:pt x="39406" y="989435"/>
                  </a:lnTo>
                  <a:lnTo>
                    <a:pt x="39455" y="989585"/>
                  </a:lnTo>
                  <a:lnTo>
                    <a:pt x="39357" y="989836"/>
                  </a:lnTo>
                  <a:lnTo>
                    <a:pt x="39210" y="990237"/>
                  </a:lnTo>
                  <a:lnTo>
                    <a:pt x="38818" y="990989"/>
                  </a:lnTo>
                  <a:lnTo>
                    <a:pt x="38818" y="991690"/>
                  </a:lnTo>
                  <a:lnTo>
                    <a:pt x="38916" y="992041"/>
                  </a:lnTo>
                  <a:lnTo>
                    <a:pt x="39161" y="992542"/>
                  </a:lnTo>
                  <a:lnTo>
                    <a:pt x="39602" y="993294"/>
                  </a:lnTo>
                  <a:lnTo>
                    <a:pt x="40681" y="994446"/>
                  </a:lnTo>
                  <a:lnTo>
                    <a:pt x="41269" y="994847"/>
                  </a:lnTo>
                  <a:lnTo>
                    <a:pt x="41710" y="994797"/>
                  </a:lnTo>
                  <a:lnTo>
                    <a:pt x="42200" y="994547"/>
                  </a:lnTo>
                  <a:lnTo>
                    <a:pt x="42886" y="994296"/>
                  </a:lnTo>
                  <a:lnTo>
                    <a:pt x="43376" y="994296"/>
                  </a:lnTo>
                  <a:lnTo>
                    <a:pt x="43719" y="994296"/>
                  </a:lnTo>
                  <a:lnTo>
                    <a:pt x="44161" y="994196"/>
                  </a:lnTo>
                  <a:lnTo>
                    <a:pt x="44602" y="994096"/>
                  </a:lnTo>
                  <a:lnTo>
                    <a:pt x="44945" y="994045"/>
                  </a:lnTo>
                  <a:lnTo>
                    <a:pt x="45386" y="994146"/>
                  </a:lnTo>
                  <a:lnTo>
                    <a:pt x="45827" y="994196"/>
                  </a:lnTo>
                  <a:lnTo>
                    <a:pt x="47444" y="993745"/>
                  </a:lnTo>
                  <a:lnTo>
                    <a:pt x="47886" y="993645"/>
                  </a:lnTo>
                  <a:lnTo>
                    <a:pt x="48278" y="993594"/>
                  </a:lnTo>
                  <a:lnTo>
                    <a:pt x="48621" y="993494"/>
                  </a:lnTo>
                  <a:lnTo>
                    <a:pt x="48817" y="993294"/>
                  </a:lnTo>
                  <a:lnTo>
                    <a:pt x="49013" y="993043"/>
                  </a:lnTo>
                  <a:lnTo>
                    <a:pt x="49160" y="992943"/>
                  </a:lnTo>
                  <a:lnTo>
                    <a:pt x="49356" y="992893"/>
                  </a:lnTo>
                  <a:lnTo>
                    <a:pt x="49650" y="993043"/>
                  </a:lnTo>
                  <a:lnTo>
                    <a:pt x="49895" y="993344"/>
                  </a:lnTo>
                  <a:lnTo>
                    <a:pt x="50091" y="994096"/>
                  </a:lnTo>
                  <a:lnTo>
                    <a:pt x="49993" y="994597"/>
                  </a:lnTo>
                  <a:lnTo>
                    <a:pt x="49307" y="995499"/>
                  </a:lnTo>
                  <a:lnTo>
                    <a:pt x="48964" y="996301"/>
                  </a:lnTo>
                  <a:lnTo>
                    <a:pt x="49111" y="997253"/>
                  </a:lnTo>
                  <a:lnTo>
                    <a:pt x="49552" y="998004"/>
                  </a:lnTo>
                  <a:lnTo>
                    <a:pt x="49895" y="998355"/>
                  </a:lnTo>
                  <a:lnTo>
                    <a:pt x="50728" y="999257"/>
                  </a:lnTo>
                  <a:lnTo>
                    <a:pt x="50875" y="999608"/>
                  </a:lnTo>
                  <a:lnTo>
                    <a:pt x="50924" y="1000259"/>
                  </a:lnTo>
                  <a:lnTo>
                    <a:pt x="51170" y="1000811"/>
                  </a:lnTo>
                  <a:lnTo>
                    <a:pt x="51562" y="1001362"/>
                  </a:lnTo>
                  <a:lnTo>
                    <a:pt x="51758" y="1001663"/>
                  </a:lnTo>
                  <a:lnTo>
                    <a:pt x="51954" y="1001963"/>
                  </a:lnTo>
                  <a:lnTo>
                    <a:pt x="52052" y="1002164"/>
                  </a:lnTo>
                  <a:lnTo>
                    <a:pt x="52248" y="1002665"/>
                  </a:lnTo>
                  <a:lnTo>
                    <a:pt x="52248" y="1002966"/>
                  </a:lnTo>
                  <a:lnTo>
                    <a:pt x="52395" y="1003417"/>
                  </a:lnTo>
                  <a:lnTo>
                    <a:pt x="52493" y="1003717"/>
                  </a:lnTo>
                  <a:lnTo>
                    <a:pt x="52591" y="1004319"/>
                  </a:lnTo>
                  <a:lnTo>
                    <a:pt x="52738" y="1004870"/>
                  </a:lnTo>
                  <a:lnTo>
                    <a:pt x="53228" y="1005271"/>
                  </a:lnTo>
                  <a:lnTo>
                    <a:pt x="53669" y="1005321"/>
                  </a:lnTo>
                  <a:lnTo>
                    <a:pt x="54208" y="1005321"/>
                  </a:lnTo>
                  <a:lnTo>
                    <a:pt x="54600" y="1005171"/>
                  </a:lnTo>
                  <a:lnTo>
                    <a:pt x="55042" y="1004619"/>
                  </a:lnTo>
                  <a:lnTo>
                    <a:pt x="55434" y="1004218"/>
                  </a:lnTo>
                  <a:lnTo>
                    <a:pt x="55924" y="1003868"/>
                  </a:lnTo>
                  <a:lnTo>
                    <a:pt x="56414" y="1003717"/>
                  </a:lnTo>
                  <a:lnTo>
                    <a:pt x="56855" y="1003968"/>
                  </a:lnTo>
                  <a:lnTo>
                    <a:pt x="57051" y="1004218"/>
                  </a:lnTo>
                  <a:lnTo>
                    <a:pt x="57296" y="1004770"/>
                  </a:lnTo>
                  <a:lnTo>
                    <a:pt x="57541" y="1005772"/>
                  </a:lnTo>
                  <a:lnTo>
                    <a:pt x="57541" y="1006173"/>
                  </a:lnTo>
                  <a:lnTo>
                    <a:pt x="57590" y="1006474"/>
                  </a:lnTo>
                  <a:lnTo>
                    <a:pt x="57492" y="1007476"/>
                  </a:lnTo>
                  <a:lnTo>
                    <a:pt x="57492" y="1007827"/>
                  </a:lnTo>
                  <a:lnTo>
                    <a:pt x="57492" y="1007977"/>
                  </a:lnTo>
                  <a:lnTo>
                    <a:pt x="57394" y="1008478"/>
                  </a:lnTo>
                  <a:lnTo>
                    <a:pt x="57394" y="1008729"/>
                  </a:lnTo>
                  <a:lnTo>
                    <a:pt x="57394" y="1009079"/>
                  </a:lnTo>
                  <a:lnTo>
                    <a:pt x="58276" y="1010132"/>
                  </a:lnTo>
                  <a:lnTo>
                    <a:pt x="59257" y="1010633"/>
                  </a:lnTo>
                  <a:lnTo>
                    <a:pt x="60629" y="1010934"/>
                  </a:lnTo>
                  <a:lnTo>
                    <a:pt x="62050" y="1010683"/>
                  </a:lnTo>
                  <a:lnTo>
                    <a:pt x="63962" y="1010783"/>
                  </a:lnTo>
                  <a:lnTo>
                    <a:pt x="66903" y="1011184"/>
                  </a:lnTo>
                  <a:lnTo>
                    <a:pt x="68765" y="1011685"/>
                  </a:lnTo>
                  <a:lnTo>
                    <a:pt x="70334" y="1011836"/>
                  </a:lnTo>
                  <a:lnTo>
                    <a:pt x="70236" y="1011284"/>
                  </a:lnTo>
                  <a:lnTo>
                    <a:pt x="70138" y="1010683"/>
                  </a:lnTo>
                  <a:lnTo>
                    <a:pt x="69893" y="1009079"/>
                  </a:lnTo>
                  <a:lnTo>
                    <a:pt x="69844" y="1008729"/>
                  </a:lnTo>
                  <a:lnTo>
                    <a:pt x="70138" y="1008628"/>
                  </a:lnTo>
                  <a:lnTo>
                    <a:pt x="70040" y="1008027"/>
                  </a:lnTo>
                  <a:lnTo>
                    <a:pt x="70040" y="1007877"/>
                  </a:lnTo>
                  <a:lnTo>
                    <a:pt x="70040" y="1007726"/>
                  </a:lnTo>
                  <a:lnTo>
                    <a:pt x="73177" y="1007175"/>
                  </a:lnTo>
                  <a:lnTo>
                    <a:pt x="73177" y="1007726"/>
                  </a:lnTo>
                  <a:lnTo>
                    <a:pt x="70432" y="1007927"/>
                  </a:lnTo>
                  <a:lnTo>
                    <a:pt x="70824" y="1011485"/>
                  </a:lnTo>
                  <a:lnTo>
                    <a:pt x="72000" y="1011435"/>
                  </a:lnTo>
                  <a:lnTo>
                    <a:pt x="72294" y="1011385"/>
                  </a:lnTo>
                  <a:lnTo>
                    <a:pt x="72588" y="1011385"/>
                  </a:lnTo>
                  <a:lnTo>
                    <a:pt x="73079" y="1011435"/>
                  </a:lnTo>
                  <a:lnTo>
                    <a:pt x="73618" y="1011435"/>
                  </a:lnTo>
                  <a:lnTo>
                    <a:pt x="74157" y="1011435"/>
                  </a:lnTo>
                  <a:lnTo>
                    <a:pt x="74451" y="1011435"/>
                  </a:lnTo>
                  <a:lnTo>
                    <a:pt x="74598" y="1011435"/>
                  </a:lnTo>
                  <a:lnTo>
                    <a:pt x="74843" y="1011485"/>
                  </a:lnTo>
                  <a:lnTo>
                    <a:pt x="75039" y="1011284"/>
                  </a:lnTo>
                  <a:lnTo>
                    <a:pt x="75137" y="1011485"/>
                  </a:lnTo>
                  <a:lnTo>
                    <a:pt x="75970" y="1010984"/>
                  </a:lnTo>
                  <a:lnTo>
                    <a:pt x="75578" y="1010432"/>
                  </a:lnTo>
                  <a:lnTo>
                    <a:pt x="75774" y="1010332"/>
                  </a:lnTo>
                  <a:lnTo>
                    <a:pt x="76019" y="1010633"/>
                  </a:lnTo>
                  <a:lnTo>
                    <a:pt x="76313" y="1010533"/>
                  </a:lnTo>
                  <a:lnTo>
                    <a:pt x="76804" y="1010432"/>
                  </a:lnTo>
                  <a:lnTo>
                    <a:pt x="76853" y="1010282"/>
                  </a:lnTo>
                  <a:lnTo>
                    <a:pt x="77147" y="1009931"/>
                  </a:lnTo>
                  <a:lnTo>
                    <a:pt x="76607" y="1008979"/>
                  </a:lnTo>
                  <a:lnTo>
                    <a:pt x="76755" y="1008829"/>
                  </a:lnTo>
                  <a:lnTo>
                    <a:pt x="77441" y="1009931"/>
                  </a:lnTo>
                  <a:lnTo>
                    <a:pt x="77539" y="1009631"/>
                  </a:lnTo>
                  <a:lnTo>
                    <a:pt x="77637" y="1009430"/>
                  </a:lnTo>
                  <a:lnTo>
                    <a:pt x="77294" y="1008979"/>
                  </a:lnTo>
                  <a:lnTo>
                    <a:pt x="76902" y="1008328"/>
                  </a:lnTo>
                  <a:lnTo>
                    <a:pt x="77098" y="1008177"/>
                  </a:lnTo>
                  <a:lnTo>
                    <a:pt x="77392" y="1008729"/>
                  </a:lnTo>
                  <a:lnTo>
                    <a:pt x="77539" y="1008528"/>
                  </a:lnTo>
                  <a:lnTo>
                    <a:pt x="77294" y="1008077"/>
                  </a:lnTo>
                  <a:lnTo>
                    <a:pt x="77490" y="1007977"/>
                  </a:lnTo>
                  <a:lnTo>
                    <a:pt x="77882" y="1008679"/>
                  </a:lnTo>
                  <a:lnTo>
                    <a:pt x="77637" y="1008879"/>
                  </a:lnTo>
                  <a:lnTo>
                    <a:pt x="77980" y="1009480"/>
                  </a:lnTo>
                  <a:lnTo>
                    <a:pt x="78029" y="1009280"/>
                  </a:lnTo>
                  <a:lnTo>
                    <a:pt x="78421" y="1009330"/>
                  </a:lnTo>
                  <a:lnTo>
                    <a:pt x="78568" y="1009280"/>
                  </a:lnTo>
                  <a:lnTo>
                    <a:pt x="78666" y="1009130"/>
                  </a:lnTo>
                  <a:lnTo>
                    <a:pt x="79058" y="1008979"/>
                  </a:lnTo>
                  <a:lnTo>
                    <a:pt x="79254" y="1008578"/>
                  </a:lnTo>
                  <a:lnTo>
                    <a:pt x="78862" y="1008027"/>
                  </a:lnTo>
                  <a:lnTo>
                    <a:pt x="78764" y="1007877"/>
                  </a:lnTo>
                  <a:lnTo>
                    <a:pt x="79009" y="1007626"/>
                  </a:lnTo>
                  <a:lnTo>
                    <a:pt x="79205" y="1007827"/>
                  </a:lnTo>
                  <a:lnTo>
                    <a:pt x="79058" y="1007927"/>
                  </a:lnTo>
                  <a:lnTo>
                    <a:pt x="79107" y="1008077"/>
                  </a:lnTo>
                  <a:lnTo>
                    <a:pt x="79450" y="1008628"/>
                  </a:lnTo>
                  <a:lnTo>
                    <a:pt x="79695" y="1008428"/>
                  </a:lnTo>
                  <a:lnTo>
                    <a:pt x="79940" y="1008177"/>
                  </a:lnTo>
                  <a:lnTo>
                    <a:pt x="79646" y="1007827"/>
                  </a:lnTo>
                  <a:lnTo>
                    <a:pt x="79695" y="1007676"/>
                  </a:lnTo>
                  <a:lnTo>
                    <a:pt x="79842" y="1007726"/>
                  </a:lnTo>
                  <a:lnTo>
                    <a:pt x="79891" y="1007927"/>
                  </a:lnTo>
                  <a:lnTo>
                    <a:pt x="80087" y="1008027"/>
                  </a:lnTo>
                  <a:lnTo>
                    <a:pt x="80136" y="1007827"/>
                  </a:lnTo>
                  <a:lnTo>
                    <a:pt x="80283" y="1007726"/>
                  </a:lnTo>
                  <a:lnTo>
                    <a:pt x="80431" y="1007626"/>
                  </a:lnTo>
                  <a:lnTo>
                    <a:pt x="80578" y="1007476"/>
                  </a:lnTo>
                  <a:lnTo>
                    <a:pt x="80676" y="1007225"/>
                  </a:lnTo>
                  <a:lnTo>
                    <a:pt x="80725" y="1006874"/>
                  </a:lnTo>
                  <a:lnTo>
                    <a:pt x="80774" y="1006574"/>
                  </a:lnTo>
                  <a:lnTo>
                    <a:pt x="81019" y="1006323"/>
                  </a:lnTo>
                  <a:lnTo>
                    <a:pt x="81166" y="1006323"/>
                  </a:lnTo>
                  <a:lnTo>
                    <a:pt x="81411" y="1006373"/>
                  </a:lnTo>
                  <a:lnTo>
                    <a:pt x="81852" y="1006373"/>
                  </a:lnTo>
                  <a:lnTo>
                    <a:pt x="82391" y="1006373"/>
                  </a:lnTo>
                  <a:lnTo>
                    <a:pt x="82636" y="1006423"/>
                  </a:lnTo>
                  <a:lnTo>
                    <a:pt x="82979" y="1006574"/>
                  </a:lnTo>
                  <a:lnTo>
                    <a:pt x="82979" y="1006774"/>
                  </a:lnTo>
                  <a:lnTo>
                    <a:pt x="82685" y="1006824"/>
                  </a:lnTo>
                  <a:lnTo>
                    <a:pt x="82293" y="1006874"/>
                  </a:lnTo>
                  <a:lnTo>
                    <a:pt x="81656" y="1006824"/>
                  </a:lnTo>
                  <a:lnTo>
                    <a:pt x="81656" y="1006975"/>
                  </a:lnTo>
                  <a:lnTo>
                    <a:pt x="81411" y="1006975"/>
                  </a:lnTo>
                  <a:lnTo>
                    <a:pt x="81068" y="1006774"/>
                  </a:lnTo>
                  <a:lnTo>
                    <a:pt x="81166" y="1006925"/>
                  </a:lnTo>
                  <a:lnTo>
                    <a:pt x="81068" y="1007726"/>
                  </a:lnTo>
                  <a:lnTo>
                    <a:pt x="80872" y="1007877"/>
                  </a:lnTo>
                  <a:lnTo>
                    <a:pt x="80921" y="1008177"/>
                  </a:lnTo>
                  <a:lnTo>
                    <a:pt x="81068" y="1008177"/>
                  </a:lnTo>
                  <a:lnTo>
                    <a:pt x="81215" y="1008227"/>
                  </a:lnTo>
                  <a:lnTo>
                    <a:pt x="81362" y="1008328"/>
                  </a:lnTo>
                  <a:lnTo>
                    <a:pt x="81558" y="1008478"/>
                  </a:lnTo>
                  <a:lnTo>
                    <a:pt x="81705" y="1008578"/>
                  </a:lnTo>
                  <a:lnTo>
                    <a:pt x="81901" y="1008628"/>
                  </a:lnTo>
                  <a:lnTo>
                    <a:pt x="82146" y="1008528"/>
                  </a:lnTo>
                  <a:lnTo>
                    <a:pt x="82195" y="1008127"/>
                  </a:lnTo>
                  <a:lnTo>
                    <a:pt x="82342" y="1008127"/>
                  </a:lnTo>
                  <a:lnTo>
                    <a:pt x="82342" y="1008428"/>
                  </a:lnTo>
                  <a:lnTo>
                    <a:pt x="82685" y="1008328"/>
                  </a:lnTo>
                  <a:lnTo>
                    <a:pt x="82881" y="1008278"/>
                  </a:lnTo>
                  <a:lnTo>
                    <a:pt x="83224" y="1008278"/>
                  </a:lnTo>
                  <a:lnTo>
                    <a:pt x="83420" y="1008278"/>
                  </a:lnTo>
                  <a:lnTo>
                    <a:pt x="83371" y="1008779"/>
                  </a:lnTo>
                  <a:lnTo>
                    <a:pt x="84009" y="1008779"/>
                  </a:lnTo>
                  <a:lnTo>
                    <a:pt x="84009" y="1009029"/>
                  </a:lnTo>
                  <a:lnTo>
                    <a:pt x="83224" y="1008979"/>
                  </a:lnTo>
                  <a:lnTo>
                    <a:pt x="83322" y="1009781"/>
                  </a:lnTo>
                  <a:lnTo>
                    <a:pt x="83518" y="1009831"/>
                  </a:lnTo>
                  <a:lnTo>
                    <a:pt x="83518" y="1009981"/>
                  </a:lnTo>
                  <a:lnTo>
                    <a:pt x="83322" y="1009981"/>
                  </a:lnTo>
                  <a:lnTo>
                    <a:pt x="83175" y="1010032"/>
                  </a:lnTo>
                  <a:lnTo>
                    <a:pt x="83175" y="1010683"/>
                  </a:lnTo>
                  <a:lnTo>
                    <a:pt x="84009" y="1010633"/>
                  </a:lnTo>
                  <a:lnTo>
                    <a:pt x="84205" y="1010633"/>
                  </a:lnTo>
                  <a:lnTo>
                    <a:pt x="84401" y="1010633"/>
                  </a:lnTo>
                  <a:lnTo>
                    <a:pt x="84401" y="1010984"/>
                  </a:lnTo>
                  <a:lnTo>
                    <a:pt x="83371" y="1011084"/>
                  </a:lnTo>
                  <a:lnTo>
                    <a:pt x="83126" y="1011184"/>
                  </a:lnTo>
                  <a:lnTo>
                    <a:pt x="83077" y="1011335"/>
                  </a:lnTo>
                  <a:lnTo>
                    <a:pt x="83567" y="1011435"/>
                  </a:lnTo>
                  <a:lnTo>
                    <a:pt x="83616" y="1011685"/>
                  </a:lnTo>
                  <a:lnTo>
                    <a:pt x="82979" y="1011485"/>
                  </a:lnTo>
                  <a:lnTo>
                    <a:pt x="82979" y="1011886"/>
                  </a:lnTo>
                  <a:lnTo>
                    <a:pt x="83665" y="1012136"/>
                  </a:lnTo>
                  <a:lnTo>
                    <a:pt x="83616" y="1012387"/>
                  </a:lnTo>
                  <a:lnTo>
                    <a:pt x="82881" y="1012086"/>
                  </a:lnTo>
                  <a:lnTo>
                    <a:pt x="82734" y="1012237"/>
                  </a:lnTo>
                  <a:lnTo>
                    <a:pt x="83420" y="1012637"/>
                  </a:lnTo>
                  <a:lnTo>
                    <a:pt x="83371" y="1012888"/>
                  </a:lnTo>
                  <a:lnTo>
                    <a:pt x="82685" y="1012487"/>
                  </a:lnTo>
                  <a:lnTo>
                    <a:pt x="82489" y="1013038"/>
                  </a:lnTo>
                  <a:lnTo>
                    <a:pt x="83175" y="1013189"/>
                  </a:lnTo>
                  <a:lnTo>
                    <a:pt x="83273" y="1013339"/>
                  </a:lnTo>
                  <a:lnTo>
                    <a:pt x="83126" y="1013539"/>
                  </a:lnTo>
                  <a:lnTo>
                    <a:pt x="82832" y="1013640"/>
                  </a:lnTo>
                  <a:lnTo>
                    <a:pt x="82783" y="1013991"/>
                  </a:lnTo>
                  <a:lnTo>
                    <a:pt x="82979" y="1013991"/>
                  </a:lnTo>
                  <a:lnTo>
                    <a:pt x="82881" y="1014492"/>
                  </a:lnTo>
                  <a:lnTo>
                    <a:pt x="83224" y="1014592"/>
                  </a:lnTo>
                  <a:lnTo>
                    <a:pt x="83665" y="1013890"/>
                  </a:lnTo>
                  <a:lnTo>
                    <a:pt x="83812" y="1013690"/>
                  </a:lnTo>
                  <a:lnTo>
                    <a:pt x="84548" y="1012938"/>
                  </a:lnTo>
                  <a:lnTo>
                    <a:pt x="84744" y="1013289"/>
                  </a:lnTo>
                  <a:lnTo>
                    <a:pt x="83616" y="1014592"/>
                  </a:lnTo>
                  <a:lnTo>
                    <a:pt x="83371" y="1014842"/>
                  </a:lnTo>
                  <a:lnTo>
                    <a:pt x="83567" y="1014993"/>
                  </a:lnTo>
                  <a:lnTo>
                    <a:pt x="83763" y="1015193"/>
                  </a:lnTo>
                  <a:lnTo>
                    <a:pt x="83714" y="1015444"/>
                  </a:lnTo>
                  <a:lnTo>
                    <a:pt x="83910" y="1015644"/>
                  </a:lnTo>
                  <a:lnTo>
                    <a:pt x="84303" y="1015845"/>
                  </a:lnTo>
                  <a:lnTo>
                    <a:pt x="84793" y="1015945"/>
                  </a:lnTo>
                  <a:lnTo>
                    <a:pt x="84891" y="1015644"/>
                  </a:lnTo>
                  <a:lnTo>
                    <a:pt x="84695" y="1015644"/>
                  </a:lnTo>
                  <a:lnTo>
                    <a:pt x="84793" y="1015494"/>
                  </a:lnTo>
                  <a:lnTo>
                    <a:pt x="84695" y="1015143"/>
                  </a:lnTo>
                  <a:lnTo>
                    <a:pt x="84695" y="1014893"/>
                  </a:lnTo>
                  <a:lnTo>
                    <a:pt x="84695" y="1014642"/>
                  </a:lnTo>
                  <a:lnTo>
                    <a:pt x="84891" y="1014442"/>
                  </a:lnTo>
                  <a:lnTo>
                    <a:pt x="85136" y="1014642"/>
                  </a:lnTo>
                  <a:lnTo>
                    <a:pt x="84940" y="1015293"/>
                  </a:lnTo>
                  <a:lnTo>
                    <a:pt x="84989" y="1015444"/>
                  </a:lnTo>
                  <a:lnTo>
                    <a:pt x="85136" y="1015744"/>
                  </a:lnTo>
                  <a:lnTo>
                    <a:pt x="85283" y="1015594"/>
                  </a:lnTo>
                  <a:lnTo>
                    <a:pt x="85479" y="1015243"/>
                  </a:lnTo>
                  <a:lnTo>
                    <a:pt x="85822" y="1015344"/>
                  </a:lnTo>
                  <a:lnTo>
                    <a:pt x="86018" y="1015293"/>
                  </a:lnTo>
                  <a:lnTo>
                    <a:pt x="86508" y="1014492"/>
                  </a:lnTo>
                  <a:lnTo>
                    <a:pt x="86655" y="1014542"/>
                  </a:lnTo>
                  <a:lnTo>
                    <a:pt x="86557" y="1014993"/>
                  </a:lnTo>
                  <a:lnTo>
                    <a:pt x="87096" y="1015444"/>
                  </a:lnTo>
                  <a:lnTo>
                    <a:pt x="86802" y="1015795"/>
                  </a:lnTo>
                  <a:lnTo>
                    <a:pt x="86410" y="1015744"/>
                  </a:lnTo>
                  <a:lnTo>
                    <a:pt x="86361" y="1016045"/>
                  </a:lnTo>
                  <a:lnTo>
                    <a:pt x="86165" y="1016396"/>
                  </a:lnTo>
                  <a:lnTo>
                    <a:pt x="85920" y="1016797"/>
                  </a:lnTo>
                  <a:lnTo>
                    <a:pt x="85920" y="1018250"/>
                  </a:lnTo>
                  <a:lnTo>
                    <a:pt x="86312" y="1018701"/>
                  </a:lnTo>
                  <a:lnTo>
                    <a:pt x="86704" y="1018851"/>
                  </a:lnTo>
                  <a:lnTo>
                    <a:pt x="87194" y="1019052"/>
                  </a:lnTo>
                  <a:lnTo>
                    <a:pt x="88077" y="1019202"/>
                  </a:lnTo>
                  <a:lnTo>
                    <a:pt x="88371" y="1019252"/>
                  </a:lnTo>
                  <a:lnTo>
                    <a:pt x="89008" y="1019303"/>
                  </a:lnTo>
                  <a:lnTo>
                    <a:pt x="89400" y="1019303"/>
                  </a:lnTo>
                  <a:lnTo>
                    <a:pt x="89694" y="1019303"/>
                  </a:lnTo>
                  <a:lnTo>
                    <a:pt x="90135" y="1019303"/>
                  </a:lnTo>
                  <a:lnTo>
                    <a:pt x="90331" y="1019303"/>
                  </a:lnTo>
                  <a:lnTo>
                    <a:pt x="90527" y="1018902"/>
                  </a:lnTo>
                  <a:lnTo>
                    <a:pt x="90674" y="1018551"/>
                  </a:lnTo>
                  <a:lnTo>
                    <a:pt x="90674" y="1018150"/>
                  </a:lnTo>
                  <a:lnTo>
                    <a:pt x="90772" y="1017849"/>
                  </a:lnTo>
                  <a:lnTo>
                    <a:pt x="90380" y="1017749"/>
                  </a:lnTo>
                  <a:lnTo>
                    <a:pt x="89890" y="1017549"/>
                  </a:lnTo>
                  <a:lnTo>
                    <a:pt x="89547" y="1017398"/>
                  </a:lnTo>
                  <a:lnTo>
                    <a:pt x="89596" y="1016997"/>
                  </a:lnTo>
                  <a:lnTo>
                    <a:pt x="90135" y="1016496"/>
                  </a:lnTo>
                  <a:lnTo>
                    <a:pt x="89988" y="1016095"/>
                  </a:lnTo>
                  <a:lnTo>
                    <a:pt x="89841" y="1015795"/>
                  </a:lnTo>
                  <a:lnTo>
                    <a:pt x="89694" y="1015795"/>
                  </a:lnTo>
                  <a:lnTo>
                    <a:pt x="89841" y="1015344"/>
                  </a:lnTo>
                  <a:lnTo>
                    <a:pt x="89841" y="1015043"/>
                  </a:lnTo>
                  <a:lnTo>
                    <a:pt x="90037" y="1014943"/>
                  </a:lnTo>
                  <a:lnTo>
                    <a:pt x="90919" y="1014993"/>
                  </a:lnTo>
                  <a:lnTo>
                    <a:pt x="91017" y="1015193"/>
                  </a:lnTo>
                  <a:lnTo>
                    <a:pt x="91017" y="1017148"/>
                  </a:lnTo>
                  <a:lnTo>
                    <a:pt x="91066" y="1017348"/>
                  </a:lnTo>
                  <a:lnTo>
                    <a:pt x="91312" y="1017448"/>
                  </a:lnTo>
                  <a:lnTo>
                    <a:pt x="91557" y="1017398"/>
                  </a:lnTo>
                  <a:lnTo>
                    <a:pt x="91704" y="1017198"/>
                  </a:lnTo>
                  <a:lnTo>
                    <a:pt x="91557" y="1016897"/>
                  </a:lnTo>
                  <a:lnTo>
                    <a:pt x="91606" y="1016697"/>
                  </a:lnTo>
                  <a:lnTo>
                    <a:pt x="91753" y="1015995"/>
                  </a:lnTo>
                  <a:lnTo>
                    <a:pt x="91753" y="1015494"/>
                  </a:lnTo>
                  <a:lnTo>
                    <a:pt x="91753" y="1015043"/>
                  </a:lnTo>
                  <a:lnTo>
                    <a:pt x="91900" y="1014842"/>
                  </a:lnTo>
                  <a:lnTo>
                    <a:pt x="91998" y="1014692"/>
                  </a:lnTo>
                  <a:lnTo>
                    <a:pt x="92390" y="1014742"/>
                  </a:lnTo>
                  <a:lnTo>
                    <a:pt x="92586" y="1014993"/>
                  </a:lnTo>
                  <a:lnTo>
                    <a:pt x="92635" y="1015344"/>
                  </a:lnTo>
                  <a:lnTo>
                    <a:pt x="92733" y="1015845"/>
                  </a:lnTo>
                  <a:lnTo>
                    <a:pt x="92733" y="1016045"/>
                  </a:lnTo>
                  <a:lnTo>
                    <a:pt x="92635" y="1016546"/>
                  </a:lnTo>
                  <a:lnTo>
                    <a:pt x="92439" y="1017098"/>
                  </a:lnTo>
                  <a:lnTo>
                    <a:pt x="92292" y="1017248"/>
                  </a:lnTo>
                  <a:lnTo>
                    <a:pt x="92145" y="1017348"/>
                  </a:lnTo>
                  <a:lnTo>
                    <a:pt x="92145" y="1017549"/>
                  </a:lnTo>
                  <a:lnTo>
                    <a:pt x="92292" y="1017699"/>
                  </a:lnTo>
                  <a:lnTo>
                    <a:pt x="92488" y="1017799"/>
                  </a:lnTo>
                  <a:lnTo>
                    <a:pt x="92733" y="1016847"/>
                  </a:lnTo>
                  <a:lnTo>
                    <a:pt x="92978" y="1016847"/>
                  </a:lnTo>
                  <a:lnTo>
                    <a:pt x="92733" y="1018100"/>
                  </a:lnTo>
                  <a:lnTo>
                    <a:pt x="92782" y="1018451"/>
                  </a:lnTo>
                  <a:lnTo>
                    <a:pt x="93419" y="1019403"/>
                  </a:lnTo>
                  <a:lnTo>
                    <a:pt x="93615" y="1019453"/>
                  </a:lnTo>
                  <a:lnTo>
                    <a:pt x="94007" y="1019453"/>
                  </a:lnTo>
                  <a:lnTo>
                    <a:pt x="94497" y="1019453"/>
                  </a:lnTo>
                  <a:lnTo>
                    <a:pt x="95233" y="1019202"/>
                  </a:lnTo>
                  <a:lnTo>
                    <a:pt x="95919" y="1018952"/>
                  </a:lnTo>
                  <a:lnTo>
                    <a:pt x="97291" y="1018300"/>
                  </a:lnTo>
                  <a:lnTo>
                    <a:pt x="97977" y="1017699"/>
                  </a:lnTo>
                  <a:lnTo>
                    <a:pt x="98958" y="1017198"/>
                  </a:lnTo>
                  <a:lnTo>
                    <a:pt x="99497" y="1016847"/>
                  </a:lnTo>
                  <a:lnTo>
                    <a:pt x="99938" y="1016647"/>
                  </a:lnTo>
                  <a:lnTo>
                    <a:pt x="100281" y="1016496"/>
                  </a:lnTo>
                  <a:lnTo>
                    <a:pt x="99546" y="1014993"/>
                  </a:lnTo>
                  <a:lnTo>
                    <a:pt x="99252" y="1014592"/>
                  </a:lnTo>
                  <a:lnTo>
                    <a:pt x="98565" y="1014291"/>
                  </a:lnTo>
                  <a:lnTo>
                    <a:pt x="98320" y="1013740"/>
                  </a:lnTo>
                  <a:lnTo>
                    <a:pt x="98615" y="1012838"/>
                  </a:lnTo>
                  <a:lnTo>
                    <a:pt x="98762" y="1012587"/>
                  </a:lnTo>
                  <a:lnTo>
                    <a:pt x="99154" y="1012738"/>
                  </a:lnTo>
                  <a:lnTo>
                    <a:pt x="99497" y="1012738"/>
                  </a:lnTo>
                  <a:lnTo>
                    <a:pt x="99791" y="1012788"/>
                  </a:lnTo>
                  <a:lnTo>
                    <a:pt x="99840" y="1012938"/>
                  </a:lnTo>
                  <a:lnTo>
                    <a:pt x="100036" y="1013389"/>
                  </a:lnTo>
                  <a:lnTo>
                    <a:pt x="100379" y="1014341"/>
                  </a:lnTo>
                  <a:lnTo>
                    <a:pt x="99693" y="1014592"/>
                  </a:lnTo>
                  <a:lnTo>
                    <a:pt x="100673" y="1016296"/>
                  </a:lnTo>
                  <a:lnTo>
                    <a:pt x="101212" y="1015895"/>
                  </a:lnTo>
                  <a:lnTo>
                    <a:pt x="101408" y="1015744"/>
                  </a:lnTo>
                  <a:lnTo>
                    <a:pt x="102045" y="1015344"/>
                  </a:lnTo>
                  <a:lnTo>
                    <a:pt x="102192" y="1015143"/>
                  </a:lnTo>
                  <a:lnTo>
                    <a:pt x="102536" y="1014893"/>
                  </a:lnTo>
                  <a:lnTo>
                    <a:pt x="102928" y="1014492"/>
                  </a:lnTo>
                  <a:lnTo>
                    <a:pt x="103810" y="1013840"/>
                  </a:lnTo>
                  <a:lnTo>
                    <a:pt x="105329" y="1012637"/>
                  </a:lnTo>
                  <a:lnTo>
                    <a:pt x="105967" y="1011886"/>
                  </a:lnTo>
                  <a:lnTo>
                    <a:pt x="106751" y="1010984"/>
                  </a:lnTo>
                  <a:lnTo>
                    <a:pt x="107780" y="1010182"/>
                  </a:lnTo>
                  <a:lnTo>
                    <a:pt x="108319" y="1009581"/>
                  </a:lnTo>
                  <a:lnTo>
                    <a:pt x="109054" y="1008879"/>
                  </a:lnTo>
                  <a:lnTo>
                    <a:pt x="109397" y="1008328"/>
                  </a:lnTo>
                  <a:lnTo>
                    <a:pt x="109397" y="1007726"/>
                  </a:lnTo>
                  <a:lnTo>
                    <a:pt x="109446" y="1007476"/>
                  </a:lnTo>
                  <a:lnTo>
                    <a:pt x="109152" y="1006925"/>
                  </a:lnTo>
                  <a:lnTo>
                    <a:pt x="109005" y="1006624"/>
                  </a:lnTo>
                  <a:lnTo>
                    <a:pt x="108760" y="1006474"/>
                  </a:lnTo>
                  <a:lnTo>
                    <a:pt x="108613" y="1006223"/>
                  </a:lnTo>
                  <a:lnTo>
                    <a:pt x="108466" y="1006023"/>
                  </a:lnTo>
                  <a:lnTo>
                    <a:pt x="108270" y="1005872"/>
                  </a:lnTo>
                  <a:lnTo>
                    <a:pt x="108025" y="1005722"/>
                  </a:lnTo>
                  <a:lnTo>
                    <a:pt x="107682" y="1005571"/>
                  </a:lnTo>
                  <a:lnTo>
                    <a:pt x="107535" y="1005471"/>
                  </a:lnTo>
                  <a:lnTo>
                    <a:pt x="107290" y="1004970"/>
                  </a:lnTo>
                  <a:lnTo>
                    <a:pt x="107143" y="1004820"/>
                  </a:lnTo>
                  <a:lnTo>
                    <a:pt x="106996" y="1004569"/>
                  </a:lnTo>
                  <a:lnTo>
                    <a:pt x="106947" y="1004419"/>
                  </a:lnTo>
                  <a:lnTo>
                    <a:pt x="106163" y="1004469"/>
                  </a:lnTo>
                  <a:lnTo>
                    <a:pt x="105770" y="1003517"/>
                  </a:lnTo>
                  <a:lnTo>
                    <a:pt x="106359" y="1002615"/>
                  </a:lnTo>
                  <a:lnTo>
                    <a:pt x="108711" y="1001663"/>
                  </a:lnTo>
                  <a:lnTo>
                    <a:pt x="110476" y="1003417"/>
                  </a:lnTo>
                  <a:lnTo>
                    <a:pt x="111015" y="1003617"/>
                  </a:lnTo>
                  <a:lnTo>
                    <a:pt x="111603" y="1003767"/>
                  </a:lnTo>
                  <a:lnTo>
                    <a:pt x="112191" y="1004168"/>
                  </a:lnTo>
                  <a:lnTo>
                    <a:pt x="112436" y="1004319"/>
                  </a:lnTo>
                  <a:lnTo>
                    <a:pt x="112730" y="1004469"/>
                  </a:lnTo>
                  <a:lnTo>
                    <a:pt x="112926" y="1004469"/>
                  </a:lnTo>
                  <a:lnTo>
                    <a:pt x="113221" y="1004118"/>
                  </a:lnTo>
                  <a:lnTo>
                    <a:pt x="113613" y="1003667"/>
                  </a:lnTo>
                  <a:lnTo>
                    <a:pt x="113858" y="1003367"/>
                  </a:lnTo>
                  <a:lnTo>
                    <a:pt x="114544" y="1002565"/>
                  </a:lnTo>
                  <a:lnTo>
                    <a:pt x="115132" y="1001863"/>
                  </a:lnTo>
                  <a:lnTo>
                    <a:pt x="115475" y="1001462"/>
                  </a:lnTo>
                  <a:lnTo>
                    <a:pt x="115965" y="1000861"/>
                  </a:lnTo>
                  <a:lnTo>
                    <a:pt x="116357" y="1000410"/>
                  </a:lnTo>
                  <a:lnTo>
                    <a:pt x="116897" y="999708"/>
                  </a:lnTo>
                  <a:lnTo>
                    <a:pt x="116455" y="999207"/>
                  </a:lnTo>
                  <a:lnTo>
                    <a:pt x="116210" y="998957"/>
                  </a:lnTo>
                  <a:lnTo>
                    <a:pt x="115769" y="998506"/>
                  </a:lnTo>
                  <a:lnTo>
                    <a:pt x="115328" y="998004"/>
                  </a:lnTo>
                  <a:lnTo>
                    <a:pt x="115132" y="997754"/>
                  </a:lnTo>
                  <a:lnTo>
                    <a:pt x="114593" y="997253"/>
                  </a:lnTo>
                  <a:lnTo>
                    <a:pt x="113417" y="997102"/>
                  </a:lnTo>
                  <a:lnTo>
                    <a:pt x="113417" y="996752"/>
                  </a:lnTo>
                  <a:lnTo>
                    <a:pt x="114691" y="996852"/>
                  </a:lnTo>
                  <a:lnTo>
                    <a:pt x="114887" y="997052"/>
                  </a:lnTo>
                  <a:lnTo>
                    <a:pt x="115720" y="997954"/>
                  </a:lnTo>
                  <a:lnTo>
                    <a:pt x="116553" y="998856"/>
                  </a:lnTo>
                  <a:lnTo>
                    <a:pt x="117436" y="997954"/>
                  </a:lnTo>
                  <a:lnTo>
                    <a:pt x="117828" y="997553"/>
                  </a:lnTo>
                  <a:lnTo>
                    <a:pt x="119151" y="995900"/>
                  </a:lnTo>
                  <a:lnTo>
                    <a:pt x="119200" y="995298"/>
                  </a:lnTo>
                  <a:lnTo>
                    <a:pt x="119543" y="994547"/>
                  </a:lnTo>
                  <a:lnTo>
                    <a:pt x="120573" y="993544"/>
                  </a:lnTo>
                  <a:lnTo>
                    <a:pt x="121112" y="993093"/>
                  </a:lnTo>
                  <a:lnTo>
                    <a:pt x="121602" y="991891"/>
                  </a:lnTo>
                  <a:lnTo>
                    <a:pt x="121749" y="991039"/>
                  </a:lnTo>
                  <a:lnTo>
                    <a:pt x="121798" y="990838"/>
                  </a:lnTo>
                  <a:lnTo>
                    <a:pt x="121945" y="990588"/>
                  </a:lnTo>
                  <a:lnTo>
                    <a:pt x="123268" y="988282"/>
                  </a:lnTo>
                  <a:lnTo>
                    <a:pt x="124690" y="985075"/>
                  </a:lnTo>
                  <a:lnTo>
                    <a:pt x="124837" y="984073"/>
                  </a:lnTo>
                  <a:lnTo>
                    <a:pt x="125180" y="983722"/>
                  </a:lnTo>
                  <a:lnTo>
                    <a:pt x="125425" y="982770"/>
                  </a:lnTo>
                  <a:lnTo>
                    <a:pt x="126258" y="980264"/>
                  </a:lnTo>
                  <a:lnTo>
                    <a:pt x="126944" y="978310"/>
                  </a:lnTo>
                  <a:lnTo>
                    <a:pt x="126895" y="977658"/>
                  </a:lnTo>
                  <a:lnTo>
                    <a:pt x="124151" y="976857"/>
                  </a:lnTo>
                  <a:lnTo>
                    <a:pt x="124200" y="976456"/>
                  </a:lnTo>
                  <a:lnTo>
                    <a:pt x="124396" y="976255"/>
                  </a:lnTo>
                  <a:lnTo>
                    <a:pt x="125817" y="976656"/>
                  </a:lnTo>
                  <a:lnTo>
                    <a:pt x="127532" y="977207"/>
                  </a:lnTo>
                  <a:lnTo>
                    <a:pt x="128023" y="977358"/>
                  </a:lnTo>
                  <a:lnTo>
                    <a:pt x="128366" y="977057"/>
                  </a:lnTo>
                  <a:lnTo>
                    <a:pt x="128415" y="976606"/>
                  </a:lnTo>
                  <a:lnTo>
                    <a:pt x="128562" y="976355"/>
                  </a:lnTo>
                  <a:lnTo>
                    <a:pt x="129199" y="975804"/>
                  </a:lnTo>
                  <a:lnTo>
                    <a:pt x="129444" y="975353"/>
                  </a:lnTo>
                  <a:lnTo>
                    <a:pt x="129640" y="974902"/>
                  </a:lnTo>
                  <a:lnTo>
                    <a:pt x="129738" y="974752"/>
                  </a:lnTo>
                  <a:lnTo>
                    <a:pt x="129885" y="974150"/>
                  </a:lnTo>
                  <a:lnTo>
                    <a:pt x="130130" y="973599"/>
                  </a:lnTo>
                  <a:lnTo>
                    <a:pt x="130571" y="972697"/>
                  </a:lnTo>
                  <a:lnTo>
                    <a:pt x="130669" y="972547"/>
                  </a:lnTo>
                  <a:lnTo>
                    <a:pt x="131306" y="971294"/>
                  </a:lnTo>
                  <a:lnTo>
                    <a:pt x="132973" y="968438"/>
                  </a:lnTo>
                  <a:lnTo>
                    <a:pt x="133610" y="966984"/>
                  </a:lnTo>
                  <a:lnTo>
                    <a:pt x="134296" y="964829"/>
                  </a:lnTo>
                  <a:lnTo>
                    <a:pt x="134639" y="964078"/>
                  </a:lnTo>
                  <a:lnTo>
                    <a:pt x="134933" y="963326"/>
                  </a:lnTo>
                  <a:lnTo>
                    <a:pt x="134982" y="962574"/>
                  </a:lnTo>
                  <a:lnTo>
                    <a:pt x="135179" y="962123"/>
                  </a:lnTo>
                  <a:lnTo>
                    <a:pt x="135277" y="961823"/>
                  </a:lnTo>
                  <a:lnTo>
                    <a:pt x="135424" y="961372"/>
                  </a:lnTo>
                  <a:lnTo>
                    <a:pt x="135375" y="960269"/>
                  </a:lnTo>
                  <a:lnTo>
                    <a:pt x="135669" y="959317"/>
                  </a:lnTo>
                  <a:lnTo>
                    <a:pt x="135767" y="958265"/>
                  </a:lnTo>
                  <a:lnTo>
                    <a:pt x="135718" y="957964"/>
                  </a:lnTo>
                  <a:lnTo>
                    <a:pt x="136012" y="957663"/>
                  </a:lnTo>
                  <a:lnTo>
                    <a:pt x="135865" y="956260"/>
                  </a:lnTo>
                  <a:lnTo>
                    <a:pt x="135767" y="954005"/>
                  </a:lnTo>
                  <a:lnTo>
                    <a:pt x="135620" y="952652"/>
                  </a:lnTo>
                  <a:lnTo>
                    <a:pt x="135228" y="950798"/>
                  </a:lnTo>
                  <a:lnTo>
                    <a:pt x="135179" y="950246"/>
                  </a:lnTo>
                  <a:lnTo>
                    <a:pt x="135080" y="949294"/>
                  </a:lnTo>
                  <a:lnTo>
                    <a:pt x="134982" y="947791"/>
                  </a:lnTo>
                  <a:lnTo>
                    <a:pt x="134835" y="947039"/>
                  </a:lnTo>
                  <a:lnTo>
                    <a:pt x="134835" y="946488"/>
                  </a:lnTo>
                  <a:lnTo>
                    <a:pt x="134688" y="945686"/>
                  </a:lnTo>
                  <a:lnTo>
                    <a:pt x="134639" y="944433"/>
                  </a:lnTo>
                  <a:lnTo>
                    <a:pt x="134296" y="942579"/>
                  </a:lnTo>
                  <a:lnTo>
                    <a:pt x="134100" y="941577"/>
                  </a:lnTo>
                  <a:lnTo>
                    <a:pt x="134002" y="940424"/>
                  </a:lnTo>
                  <a:lnTo>
                    <a:pt x="133316" y="937718"/>
                  </a:lnTo>
                  <a:lnTo>
                    <a:pt x="133169" y="936766"/>
                  </a:lnTo>
                  <a:lnTo>
                    <a:pt x="132973" y="933759"/>
                  </a:lnTo>
                  <a:lnTo>
                    <a:pt x="132924" y="930602"/>
                  </a:lnTo>
                  <a:lnTo>
                    <a:pt x="132875" y="929149"/>
                  </a:lnTo>
                  <a:lnTo>
                    <a:pt x="132826" y="928197"/>
                  </a:lnTo>
                  <a:lnTo>
                    <a:pt x="132875" y="927194"/>
                  </a:lnTo>
                  <a:lnTo>
                    <a:pt x="132924" y="926894"/>
                  </a:lnTo>
                  <a:lnTo>
                    <a:pt x="132973" y="925190"/>
                  </a:lnTo>
                  <a:lnTo>
                    <a:pt x="133120" y="923937"/>
                  </a:lnTo>
                  <a:lnTo>
                    <a:pt x="133561" y="922584"/>
                  </a:lnTo>
                  <a:lnTo>
                    <a:pt x="133953" y="921481"/>
                  </a:lnTo>
                  <a:lnTo>
                    <a:pt x="134149" y="920579"/>
                  </a:lnTo>
                  <a:lnTo>
                    <a:pt x="134002" y="920179"/>
                  </a:lnTo>
                  <a:lnTo>
                    <a:pt x="133659" y="919978"/>
                  </a:lnTo>
                  <a:lnTo>
                    <a:pt x="133463" y="919928"/>
                  </a:lnTo>
                  <a:lnTo>
                    <a:pt x="133316" y="919878"/>
                  </a:lnTo>
                  <a:lnTo>
                    <a:pt x="133365" y="919577"/>
                  </a:lnTo>
                  <a:lnTo>
                    <a:pt x="133904" y="919427"/>
                  </a:lnTo>
                  <a:lnTo>
                    <a:pt x="134051" y="919226"/>
                  </a:lnTo>
                  <a:lnTo>
                    <a:pt x="134296" y="918725"/>
                  </a:lnTo>
                  <a:lnTo>
                    <a:pt x="134688" y="917873"/>
                  </a:lnTo>
                  <a:lnTo>
                    <a:pt x="134541" y="917172"/>
                  </a:lnTo>
                  <a:lnTo>
                    <a:pt x="134100" y="917021"/>
                  </a:lnTo>
                  <a:lnTo>
                    <a:pt x="133708" y="916871"/>
                  </a:lnTo>
                  <a:lnTo>
                    <a:pt x="133610" y="916721"/>
                  </a:lnTo>
                  <a:lnTo>
                    <a:pt x="133610" y="916520"/>
                  </a:lnTo>
                  <a:lnTo>
                    <a:pt x="134149" y="916119"/>
                  </a:lnTo>
                  <a:lnTo>
                    <a:pt x="134394" y="915769"/>
                  </a:lnTo>
                  <a:lnTo>
                    <a:pt x="134051" y="915117"/>
                  </a:lnTo>
                  <a:lnTo>
                    <a:pt x="133561" y="914566"/>
                  </a:lnTo>
                  <a:lnTo>
                    <a:pt x="133610" y="913714"/>
                  </a:lnTo>
                  <a:lnTo>
                    <a:pt x="134198" y="913463"/>
                  </a:lnTo>
                  <a:lnTo>
                    <a:pt x="134394" y="912812"/>
                  </a:lnTo>
                  <a:lnTo>
                    <a:pt x="134541" y="911309"/>
                  </a:lnTo>
                  <a:lnTo>
                    <a:pt x="134345" y="910306"/>
                  </a:lnTo>
                  <a:lnTo>
                    <a:pt x="133953" y="910106"/>
                  </a:lnTo>
                  <a:lnTo>
                    <a:pt x="133610" y="910106"/>
                  </a:lnTo>
                  <a:lnTo>
                    <a:pt x="132826" y="909905"/>
                  </a:lnTo>
                  <a:lnTo>
                    <a:pt x="132875" y="909504"/>
                  </a:lnTo>
                  <a:lnTo>
                    <a:pt x="133120" y="908953"/>
                  </a:lnTo>
                  <a:lnTo>
                    <a:pt x="133316" y="907299"/>
                  </a:lnTo>
                  <a:lnTo>
                    <a:pt x="133659" y="905946"/>
                  </a:lnTo>
                  <a:lnTo>
                    <a:pt x="134296" y="904293"/>
                  </a:lnTo>
                  <a:lnTo>
                    <a:pt x="134688" y="903190"/>
                  </a:lnTo>
                  <a:lnTo>
                    <a:pt x="135620" y="901887"/>
                  </a:lnTo>
                  <a:lnTo>
                    <a:pt x="135669" y="899983"/>
                  </a:lnTo>
                  <a:lnTo>
                    <a:pt x="135669" y="899582"/>
                  </a:lnTo>
                  <a:lnTo>
                    <a:pt x="136012" y="898229"/>
                  </a:lnTo>
                  <a:lnTo>
                    <a:pt x="136110" y="897928"/>
                  </a:lnTo>
                  <a:lnTo>
                    <a:pt x="136306" y="897126"/>
                  </a:lnTo>
                  <a:lnTo>
                    <a:pt x="136257" y="896375"/>
                  </a:lnTo>
                  <a:lnTo>
                    <a:pt x="136551" y="895523"/>
                  </a:lnTo>
                  <a:lnTo>
                    <a:pt x="136796" y="894972"/>
                  </a:lnTo>
                  <a:lnTo>
                    <a:pt x="137090" y="894320"/>
                  </a:lnTo>
                  <a:lnTo>
                    <a:pt x="137286" y="893769"/>
                  </a:lnTo>
                  <a:lnTo>
                    <a:pt x="137678" y="892917"/>
                  </a:lnTo>
                  <a:lnTo>
                    <a:pt x="138070" y="892516"/>
                  </a:lnTo>
                  <a:lnTo>
                    <a:pt x="138119" y="892366"/>
                  </a:lnTo>
                  <a:lnTo>
                    <a:pt x="138217" y="892065"/>
                  </a:lnTo>
                  <a:lnTo>
                    <a:pt x="138266" y="891865"/>
                  </a:lnTo>
                  <a:lnTo>
                    <a:pt x="138315" y="891614"/>
                  </a:lnTo>
                  <a:lnTo>
                    <a:pt x="138707" y="891514"/>
                  </a:lnTo>
                  <a:lnTo>
                    <a:pt x="139002" y="891213"/>
                  </a:lnTo>
                  <a:lnTo>
                    <a:pt x="139100" y="890963"/>
                  </a:lnTo>
                  <a:lnTo>
                    <a:pt x="139100" y="890361"/>
                  </a:lnTo>
                  <a:lnTo>
                    <a:pt x="139443" y="890261"/>
                  </a:lnTo>
                  <a:lnTo>
                    <a:pt x="139786" y="890211"/>
                  </a:lnTo>
                  <a:lnTo>
                    <a:pt x="140129" y="889910"/>
                  </a:lnTo>
                  <a:lnTo>
                    <a:pt x="140227" y="889760"/>
                  </a:lnTo>
                  <a:lnTo>
                    <a:pt x="140962" y="889108"/>
                  </a:lnTo>
                  <a:lnTo>
                    <a:pt x="141501" y="888808"/>
                  </a:lnTo>
                  <a:lnTo>
                    <a:pt x="142187" y="887805"/>
                  </a:lnTo>
                  <a:lnTo>
                    <a:pt x="142776" y="886402"/>
                  </a:lnTo>
                  <a:lnTo>
                    <a:pt x="143413" y="884899"/>
                  </a:lnTo>
                  <a:lnTo>
                    <a:pt x="143609" y="883546"/>
                  </a:lnTo>
                  <a:lnTo>
                    <a:pt x="143805" y="882243"/>
                  </a:lnTo>
                  <a:lnTo>
                    <a:pt x="143658" y="882093"/>
                  </a:lnTo>
                  <a:lnTo>
                    <a:pt x="143658" y="881892"/>
                  </a:lnTo>
                  <a:lnTo>
                    <a:pt x="143805" y="881792"/>
                  </a:lnTo>
                  <a:lnTo>
                    <a:pt x="143854" y="881591"/>
                  </a:lnTo>
                  <a:lnTo>
                    <a:pt x="143854" y="881190"/>
                  </a:lnTo>
                  <a:lnTo>
                    <a:pt x="143756" y="880389"/>
                  </a:lnTo>
                  <a:lnTo>
                    <a:pt x="143609" y="879637"/>
                  </a:lnTo>
                  <a:lnTo>
                    <a:pt x="143413" y="878935"/>
                  </a:lnTo>
                  <a:lnTo>
                    <a:pt x="142874" y="878534"/>
                  </a:lnTo>
                  <a:lnTo>
                    <a:pt x="141746" y="878434"/>
                  </a:lnTo>
                  <a:lnTo>
                    <a:pt x="141109" y="878384"/>
                  </a:lnTo>
                  <a:lnTo>
                    <a:pt x="140080" y="878234"/>
                  </a:lnTo>
                  <a:lnTo>
                    <a:pt x="139835" y="878284"/>
                  </a:lnTo>
                  <a:lnTo>
                    <a:pt x="138806" y="878484"/>
                  </a:lnTo>
                  <a:lnTo>
                    <a:pt x="137433" y="878284"/>
                  </a:lnTo>
                  <a:lnTo>
                    <a:pt x="137041" y="877883"/>
                  </a:lnTo>
                  <a:lnTo>
                    <a:pt x="137188" y="877432"/>
                  </a:lnTo>
                  <a:lnTo>
                    <a:pt x="137531" y="877181"/>
                  </a:lnTo>
                  <a:lnTo>
                    <a:pt x="138119" y="877081"/>
                  </a:lnTo>
                  <a:lnTo>
                    <a:pt x="138462" y="877081"/>
                  </a:lnTo>
                  <a:lnTo>
                    <a:pt x="138904" y="877081"/>
                  </a:lnTo>
                  <a:lnTo>
                    <a:pt x="139345" y="877282"/>
                  </a:lnTo>
                  <a:lnTo>
                    <a:pt x="140472" y="877482"/>
                  </a:lnTo>
                  <a:lnTo>
                    <a:pt x="142187" y="877582"/>
                  </a:lnTo>
                  <a:lnTo>
                    <a:pt x="143217" y="877432"/>
                  </a:lnTo>
                  <a:lnTo>
                    <a:pt x="143364" y="877181"/>
                  </a:lnTo>
                  <a:lnTo>
                    <a:pt x="144050" y="875878"/>
                  </a:lnTo>
                  <a:lnTo>
                    <a:pt x="144344" y="874976"/>
                  </a:lnTo>
                  <a:lnTo>
                    <a:pt x="144491" y="874275"/>
                  </a:lnTo>
                  <a:lnTo>
                    <a:pt x="145079" y="870166"/>
                  </a:lnTo>
                  <a:lnTo>
                    <a:pt x="144932" y="865204"/>
                  </a:lnTo>
                  <a:lnTo>
                    <a:pt x="144491" y="863200"/>
                  </a:lnTo>
                  <a:lnTo>
                    <a:pt x="144197" y="862649"/>
                  </a:lnTo>
                  <a:lnTo>
                    <a:pt x="143805" y="860293"/>
                  </a:lnTo>
                  <a:lnTo>
                    <a:pt x="143511" y="857387"/>
                  </a:lnTo>
                  <a:lnTo>
                    <a:pt x="143364" y="854630"/>
                  </a:lnTo>
                  <a:lnTo>
                    <a:pt x="143217" y="851022"/>
                  </a:lnTo>
                  <a:lnTo>
                    <a:pt x="144148" y="848567"/>
                  </a:lnTo>
                  <a:lnTo>
                    <a:pt x="145422" y="841852"/>
                  </a:lnTo>
                  <a:lnTo>
                    <a:pt x="146256" y="839095"/>
                  </a:lnTo>
                  <a:lnTo>
                    <a:pt x="146158" y="838494"/>
                  </a:lnTo>
                  <a:lnTo>
                    <a:pt x="145569" y="834986"/>
                  </a:lnTo>
                  <a:lnTo>
                    <a:pt x="144981" y="830827"/>
                  </a:lnTo>
                  <a:lnTo>
                    <a:pt x="142874" y="823209"/>
                  </a:lnTo>
                  <a:lnTo>
                    <a:pt x="142433" y="821957"/>
                  </a:lnTo>
                  <a:lnTo>
                    <a:pt x="141452" y="820253"/>
                  </a:lnTo>
                  <a:lnTo>
                    <a:pt x="141354" y="820052"/>
                  </a:lnTo>
                  <a:lnTo>
                    <a:pt x="141109" y="819651"/>
                  </a:lnTo>
                  <a:lnTo>
                    <a:pt x="140521" y="817948"/>
                  </a:lnTo>
                  <a:lnTo>
                    <a:pt x="139884" y="815692"/>
                  </a:lnTo>
                  <a:lnTo>
                    <a:pt x="138217" y="811984"/>
                  </a:lnTo>
                  <a:lnTo>
                    <a:pt x="137335" y="810180"/>
                  </a:lnTo>
                  <a:lnTo>
                    <a:pt x="136649" y="808627"/>
                  </a:lnTo>
                  <a:lnTo>
                    <a:pt x="136208" y="807574"/>
                  </a:lnTo>
                  <a:lnTo>
                    <a:pt x="135914" y="806622"/>
                  </a:lnTo>
                  <a:lnTo>
                    <a:pt x="135130" y="805920"/>
                  </a:lnTo>
                  <a:lnTo>
                    <a:pt x="134786" y="804718"/>
                  </a:lnTo>
                  <a:lnTo>
                    <a:pt x="134786" y="803515"/>
                  </a:lnTo>
                  <a:lnTo>
                    <a:pt x="133561" y="801210"/>
                  </a:lnTo>
                  <a:lnTo>
                    <a:pt x="131454" y="797201"/>
                  </a:lnTo>
                  <a:lnTo>
                    <a:pt x="129640" y="793292"/>
                  </a:lnTo>
                  <a:lnTo>
                    <a:pt x="127777" y="789583"/>
                  </a:lnTo>
                  <a:lnTo>
                    <a:pt x="126699" y="787930"/>
                  </a:lnTo>
                  <a:lnTo>
                    <a:pt x="125866" y="786426"/>
                  </a:lnTo>
                  <a:lnTo>
                    <a:pt x="124298" y="784121"/>
                  </a:lnTo>
                  <a:lnTo>
                    <a:pt x="122533" y="782217"/>
                  </a:lnTo>
                  <a:lnTo>
                    <a:pt x="122582" y="781966"/>
                  </a:lnTo>
                  <a:lnTo>
                    <a:pt x="121896" y="780864"/>
                  </a:lnTo>
                  <a:lnTo>
                    <a:pt x="120720" y="779862"/>
                  </a:lnTo>
                  <a:lnTo>
                    <a:pt x="119984" y="778158"/>
                  </a:lnTo>
                  <a:lnTo>
                    <a:pt x="119886" y="777907"/>
                  </a:lnTo>
                  <a:lnTo>
                    <a:pt x="119102" y="776203"/>
                  </a:lnTo>
                  <a:lnTo>
                    <a:pt x="118171" y="775201"/>
                  </a:lnTo>
                  <a:lnTo>
                    <a:pt x="116651" y="774449"/>
                  </a:lnTo>
                  <a:lnTo>
                    <a:pt x="116553" y="774249"/>
                  </a:lnTo>
                  <a:lnTo>
                    <a:pt x="116014" y="773748"/>
                  </a:lnTo>
                  <a:lnTo>
                    <a:pt x="115671" y="773297"/>
                  </a:lnTo>
                  <a:lnTo>
                    <a:pt x="115328" y="773046"/>
                  </a:lnTo>
                  <a:lnTo>
                    <a:pt x="115034" y="772745"/>
                  </a:lnTo>
                  <a:lnTo>
                    <a:pt x="114446" y="771994"/>
                  </a:lnTo>
                  <a:lnTo>
                    <a:pt x="114152" y="771342"/>
                  </a:lnTo>
                  <a:lnTo>
                    <a:pt x="113564" y="770340"/>
                  </a:lnTo>
                  <a:lnTo>
                    <a:pt x="112975" y="769538"/>
                  </a:lnTo>
                  <a:lnTo>
                    <a:pt x="112093" y="768335"/>
                  </a:lnTo>
                  <a:lnTo>
                    <a:pt x="110770" y="767634"/>
                  </a:lnTo>
                  <a:lnTo>
                    <a:pt x="110329" y="767383"/>
                  </a:lnTo>
                  <a:lnTo>
                    <a:pt x="110182" y="767333"/>
                  </a:lnTo>
                  <a:lnTo>
                    <a:pt x="109446" y="766932"/>
                  </a:lnTo>
                  <a:lnTo>
                    <a:pt x="109152" y="766782"/>
                  </a:lnTo>
                  <a:lnTo>
                    <a:pt x="107339" y="765429"/>
                  </a:lnTo>
                  <a:lnTo>
                    <a:pt x="106702" y="764828"/>
                  </a:lnTo>
                  <a:lnTo>
                    <a:pt x="106065" y="764026"/>
                  </a:lnTo>
                  <a:lnTo>
                    <a:pt x="105672" y="763274"/>
                  </a:lnTo>
                  <a:lnTo>
                    <a:pt x="105574" y="762723"/>
                  </a:lnTo>
                  <a:lnTo>
                    <a:pt x="105574" y="761771"/>
                  </a:lnTo>
                  <a:lnTo>
                    <a:pt x="105770" y="760618"/>
                  </a:lnTo>
                  <a:lnTo>
                    <a:pt x="105525" y="759816"/>
                  </a:lnTo>
                  <a:lnTo>
                    <a:pt x="105378" y="758864"/>
                  </a:lnTo>
                  <a:lnTo>
                    <a:pt x="105133" y="758263"/>
                  </a:lnTo>
                  <a:lnTo>
                    <a:pt x="104888" y="757661"/>
                  </a:lnTo>
                  <a:lnTo>
                    <a:pt x="104496" y="757210"/>
                  </a:lnTo>
                  <a:lnTo>
                    <a:pt x="103957" y="757010"/>
                  </a:lnTo>
                  <a:lnTo>
                    <a:pt x="103516" y="757110"/>
                  </a:lnTo>
                  <a:lnTo>
                    <a:pt x="103026" y="757361"/>
                  </a:lnTo>
                  <a:lnTo>
                    <a:pt x="102438" y="757311"/>
                  </a:lnTo>
                  <a:lnTo>
                    <a:pt x="102143" y="756860"/>
                  </a:lnTo>
                  <a:lnTo>
                    <a:pt x="101751" y="756759"/>
                  </a:lnTo>
                  <a:lnTo>
                    <a:pt x="101359" y="756609"/>
                  </a:lnTo>
                  <a:lnTo>
                    <a:pt x="101065" y="756308"/>
                  </a:lnTo>
                  <a:lnTo>
                    <a:pt x="100575" y="755907"/>
                  </a:lnTo>
                  <a:lnTo>
                    <a:pt x="100134" y="755557"/>
                  </a:lnTo>
                  <a:lnTo>
                    <a:pt x="99595" y="755456"/>
                  </a:lnTo>
                  <a:lnTo>
                    <a:pt x="99203" y="755506"/>
                  </a:lnTo>
                  <a:lnTo>
                    <a:pt x="98664" y="755456"/>
                  </a:lnTo>
                  <a:lnTo>
                    <a:pt x="98320" y="755256"/>
                  </a:lnTo>
                  <a:lnTo>
                    <a:pt x="98173" y="754755"/>
                  </a:lnTo>
                  <a:lnTo>
                    <a:pt x="98909" y="754204"/>
                  </a:lnTo>
                  <a:lnTo>
                    <a:pt x="99105" y="754153"/>
                  </a:lnTo>
                  <a:lnTo>
                    <a:pt x="100575" y="753803"/>
                  </a:lnTo>
                  <a:lnTo>
                    <a:pt x="101261" y="753552"/>
                  </a:lnTo>
                  <a:lnTo>
                    <a:pt x="101310" y="753001"/>
                  </a:lnTo>
                  <a:lnTo>
                    <a:pt x="101163" y="751197"/>
                  </a:lnTo>
                  <a:lnTo>
                    <a:pt x="101065" y="750595"/>
                  </a:lnTo>
                  <a:lnTo>
                    <a:pt x="100869" y="750295"/>
                  </a:lnTo>
                  <a:lnTo>
                    <a:pt x="100624" y="749894"/>
                  </a:lnTo>
                  <a:lnTo>
                    <a:pt x="100526" y="749343"/>
                  </a:lnTo>
                  <a:lnTo>
                    <a:pt x="100428" y="748741"/>
                  </a:lnTo>
                  <a:lnTo>
                    <a:pt x="100134" y="748340"/>
                  </a:lnTo>
                  <a:lnTo>
                    <a:pt x="99791" y="748040"/>
                  </a:lnTo>
                  <a:lnTo>
                    <a:pt x="99497" y="747689"/>
                  </a:lnTo>
                  <a:lnTo>
                    <a:pt x="99056" y="746536"/>
                  </a:lnTo>
                  <a:lnTo>
                    <a:pt x="98762" y="746035"/>
                  </a:lnTo>
                  <a:lnTo>
                    <a:pt x="98467" y="745734"/>
                  </a:lnTo>
                  <a:lnTo>
                    <a:pt x="98222" y="745233"/>
                  </a:lnTo>
                  <a:lnTo>
                    <a:pt x="98222" y="744832"/>
                  </a:lnTo>
                  <a:lnTo>
                    <a:pt x="98271" y="744381"/>
                  </a:lnTo>
                  <a:lnTo>
                    <a:pt x="98124" y="744031"/>
                  </a:lnTo>
                  <a:lnTo>
                    <a:pt x="97536" y="743630"/>
                  </a:lnTo>
                  <a:lnTo>
                    <a:pt x="96948" y="742928"/>
                  </a:lnTo>
                  <a:lnTo>
                    <a:pt x="96556" y="742076"/>
                  </a:lnTo>
                  <a:lnTo>
                    <a:pt x="96262" y="741475"/>
                  </a:lnTo>
                  <a:lnTo>
                    <a:pt x="96115" y="740723"/>
                  </a:lnTo>
                  <a:lnTo>
                    <a:pt x="95674" y="740473"/>
                  </a:lnTo>
                  <a:lnTo>
                    <a:pt x="95478" y="740222"/>
                  </a:lnTo>
                  <a:lnTo>
                    <a:pt x="95086" y="739721"/>
                  </a:lnTo>
                  <a:lnTo>
                    <a:pt x="94939" y="739370"/>
                  </a:lnTo>
                  <a:lnTo>
                    <a:pt x="94644" y="739119"/>
                  </a:lnTo>
                  <a:lnTo>
                    <a:pt x="94350" y="739069"/>
                  </a:lnTo>
                  <a:lnTo>
                    <a:pt x="93762" y="739019"/>
                  </a:lnTo>
                  <a:lnTo>
                    <a:pt x="93517" y="738969"/>
                  </a:lnTo>
                  <a:lnTo>
                    <a:pt x="93076" y="738819"/>
                  </a:lnTo>
                  <a:lnTo>
                    <a:pt x="92439" y="738468"/>
                  </a:lnTo>
                  <a:lnTo>
                    <a:pt x="92096" y="738268"/>
                  </a:lnTo>
                  <a:lnTo>
                    <a:pt x="91802" y="738167"/>
                  </a:lnTo>
                  <a:lnTo>
                    <a:pt x="91459" y="738017"/>
                  </a:lnTo>
                  <a:lnTo>
                    <a:pt x="91262" y="737917"/>
                  </a:lnTo>
                  <a:lnTo>
                    <a:pt x="91017" y="737716"/>
                  </a:lnTo>
                  <a:lnTo>
                    <a:pt x="90821" y="737516"/>
                  </a:lnTo>
                  <a:lnTo>
                    <a:pt x="90674" y="737315"/>
                  </a:lnTo>
                  <a:lnTo>
                    <a:pt x="90478" y="737215"/>
                  </a:lnTo>
                  <a:lnTo>
                    <a:pt x="90282" y="736814"/>
                  </a:lnTo>
                  <a:lnTo>
                    <a:pt x="89939" y="736363"/>
                  </a:lnTo>
                  <a:lnTo>
                    <a:pt x="89841" y="735862"/>
                  </a:lnTo>
                  <a:lnTo>
                    <a:pt x="89743" y="735612"/>
                  </a:lnTo>
                  <a:lnTo>
                    <a:pt x="89792" y="735211"/>
                  </a:lnTo>
                  <a:lnTo>
                    <a:pt x="89939" y="734960"/>
                  </a:lnTo>
                  <a:lnTo>
                    <a:pt x="89939" y="734609"/>
                  </a:lnTo>
                  <a:lnTo>
                    <a:pt x="89890" y="734158"/>
                  </a:lnTo>
                  <a:lnTo>
                    <a:pt x="89890" y="733757"/>
                  </a:lnTo>
                  <a:lnTo>
                    <a:pt x="89988" y="733557"/>
                  </a:lnTo>
                  <a:lnTo>
                    <a:pt x="90037" y="733256"/>
                  </a:lnTo>
                  <a:lnTo>
                    <a:pt x="90037" y="732905"/>
                  </a:lnTo>
                  <a:lnTo>
                    <a:pt x="90086" y="732254"/>
                  </a:lnTo>
                  <a:lnTo>
                    <a:pt x="90233" y="731703"/>
                  </a:lnTo>
                  <a:lnTo>
                    <a:pt x="90282" y="731502"/>
                  </a:lnTo>
                  <a:lnTo>
                    <a:pt x="90331" y="731352"/>
                  </a:lnTo>
                  <a:lnTo>
                    <a:pt x="90380" y="731001"/>
                  </a:lnTo>
                  <a:lnTo>
                    <a:pt x="90233" y="730700"/>
                  </a:lnTo>
                  <a:lnTo>
                    <a:pt x="90135" y="730400"/>
                  </a:lnTo>
                  <a:lnTo>
                    <a:pt x="89694" y="729748"/>
                  </a:lnTo>
                  <a:lnTo>
                    <a:pt x="89498" y="729548"/>
                  </a:lnTo>
                  <a:lnTo>
                    <a:pt x="89400" y="729297"/>
                  </a:lnTo>
                  <a:lnTo>
                    <a:pt x="89302" y="729097"/>
                  </a:lnTo>
                  <a:lnTo>
                    <a:pt x="89155" y="728946"/>
                  </a:lnTo>
                  <a:lnTo>
                    <a:pt x="88861" y="728646"/>
                  </a:lnTo>
                  <a:lnTo>
                    <a:pt x="88714" y="728295"/>
                  </a:lnTo>
                  <a:lnTo>
                    <a:pt x="88714" y="727944"/>
                  </a:lnTo>
                  <a:lnTo>
                    <a:pt x="88714" y="727593"/>
                  </a:lnTo>
                  <a:lnTo>
                    <a:pt x="88665" y="727393"/>
                  </a:lnTo>
                  <a:lnTo>
                    <a:pt x="88420" y="727142"/>
                  </a:lnTo>
                  <a:lnTo>
                    <a:pt x="88224" y="726992"/>
                  </a:lnTo>
                  <a:lnTo>
                    <a:pt x="87979" y="726942"/>
                  </a:lnTo>
                  <a:lnTo>
                    <a:pt x="87832" y="726691"/>
                  </a:lnTo>
                  <a:lnTo>
                    <a:pt x="87783" y="726441"/>
                  </a:lnTo>
                  <a:lnTo>
                    <a:pt x="87783" y="726190"/>
                  </a:lnTo>
                  <a:lnTo>
                    <a:pt x="87636" y="726040"/>
                  </a:lnTo>
                  <a:lnTo>
                    <a:pt x="87292" y="725940"/>
                  </a:lnTo>
                  <a:lnTo>
                    <a:pt x="86998" y="725689"/>
                  </a:lnTo>
                  <a:lnTo>
                    <a:pt x="86900" y="725439"/>
                  </a:lnTo>
                  <a:lnTo>
                    <a:pt x="86802" y="725088"/>
                  </a:lnTo>
                  <a:lnTo>
                    <a:pt x="86851" y="724687"/>
                  </a:lnTo>
                  <a:lnTo>
                    <a:pt x="87096" y="724136"/>
                  </a:lnTo>
                  <a:lnTo>
                    <a:pt x="87047" y="723835"/>
                  </a:lnTo>
                  <a:lnTo>
                    <a:pt x="86949" y="723634"/>
                  </a:lnTo>
                  <a:lnTo>
                    <a:pt x="86655" y="723384"/>
                  </a:lnTo>
                  <a:lnTo>
                    <a:pt x="86312" y="723284"/>
                  </a:lnTo>
                  <a:lnTo>
                    <a:pt x="85969" y="722933"/>
                  </a:lnTo>
                  <a:lnTo>
                    <a:pt x="85626" y="722532"/>
                  </a:lnTo>
                  <a:lnTo>
                    <a:pt x="85381" y="722231"/>
                  </a:lnTo>
                  <a:lnTo>
                    <a:pt x="85087" y="722031"/>
                  </a:lnTo>
                  <a:lnTo>
                    <a:pt x="84891" y="721981"/>
                  </a:lnTo>
                  <a:lnTo>
                    <a:pt x="84646" y="722031"/>
                  </a:lnTo>
                  <a:lnTo>
                    <a:pt x="84401" y="722181"/>
                  </a:lnTo>
                  <a:lnTo>
                    <a:pt x="84009" y="721830"/>
                  </a:lnTo>
                  <a:lnTo>
                    <a:pt x="83861" y="721630"/>
                  </a:lnTo>
                  <a:lnTo>
                    <a:pt x="83812" y="721379"/>
                  </a:lnTo>
                  <a:lnTo>
                    <a:pt x="83616" y="721079"/>
                  </a:lnTo>
                  <a:lnTo>
                    <a:pt x="83273" y="720928"/>
                  </a:lnTo>
                  <a:lnTo>
                    <a:pt x="83077" y="720628"/>
                  </a:lnTo>
                  <a:lnTo>
                    <a:pt x="82930" y="720327"/>
                  </a:lnTo>
                  <a:lnTo>
                    <a:pt x="82734" y="720076"/>
                  </a:lnTo>
                  <a:lnTo>
                    <a:pt x="82489" y="720026"/>
                  </a:lnTo>
                  <a:lnTo>
                    <a:pt x="82244" y="719926"/>
                  </a:lnTo>
                  <a:lnTo>
                    <a:pt x="82097" y="719876"/>
                  </a:lnTo>
                  <a:lnTo>
                    <a:pt x="81803" y="719776"/>
                  </a:lnTo>
                  <a:lnTo>
                    <a:pt x="81460" y="719625"/>
                  </a:lnTo>
                  <a:lnTo>
                    <a:pt x="81166" y="719475"/>
                  </a:lnTo>
                  <a:lnTo>
                    <a:pt x="80921" y="719475"/>
                  </a:lnTo>
                  <a:lnTo>
                    <a:pt x="80578" y="719425"/>
                  </a:lnTo>
                  <a:lnTo>
                    <a:pt x="80234" y="719325"/>
                  </a:lnTo>
                  <a:lnTo>
                    <a:pt x="79891" y="719225"/>
                  </a:lnTo>
                  <a:lnTo>
                    <a:pt x="79499" y="719024"/>
                  </a:lnTo>
                  <a:lnTo>
                    <a:pt x="79156" y="718623"/>
                  </a:lnTo>
                  <a:lnTo>
                    <a:pt x="78960" y="718322"/>
                  </a:lnTo>
                  <a:lnTo>
                    <a:pt x="78715" y="717671"/>
                  </a:lnTo>
                  <a:lnTo>
                    <a:pt x="78519" y="717420"/>
                  </a:lnTo>
                  <a:lnTo>
                    <a:pt x="78225" y="717120"/>
                  </a:lnTo>
                  <a:lnTo>
                    <a:pt x="77539" y="716418"/>
                  </a:lnTo>
                  <a:lnTo>
                    <a:pt x="77343" y="716067"/>
                  </a:lnTo>
                  <a:lnTo>
                    <a:pt x="77098" y="715666"/>
                  </a:lnTo>
                  <a:lnTo>
                    <a:pt x="76853" y="715316"/>
                  </a:lnTo>
                  <a:lnTo>
                    <a:pt x="76607" y="715015"/>
                  </a:lnTo>
                  <a:lnTo>
                    <a:pt x="76558" y="714614"/>
                  </a:lnTo>
                  <a:lnTo>
                    <a:pt x="76509" y="714364"/>
                  </a:lnTo>
                  <a:lnTo>
                    <a:pt x="76558" y="714063"/>
                  </a:lnTo>
                  <a:lnTo>
                    <a:pt x="76706" y="713812"/>
                  </a:lnTo>
                  <a:lnTo>
                    <a:pt x="76902" y="713662"/>
                  </a:lnTo>
                  <a:lnTo>
                    <a:pt x="77294" y="713411"/>
                  </a:lnTo>
                  <a:lnTo>
                    <a:pt x="77392" y="713161"/>
                  </a:lnTo>
                  <a:lnTo>
                    <a:pt x="77392" y="712960"/>
                  </a:lnTo>
                  <a:lnTo>
                    <a:pt x="77245" y="712710"/>
                  </a:lnTo>
                  <a:lnTo>
                    <a:pt x="77147" y="712509"/>
                  </a:lnTo>
                  <a:lnTo>
                    <a:pt x="77000" y="712108"/>
                  </a:lnTo>
                  <a:lnTo>
                    <a:pt x="77049" y="711858"/>
                  </a:lnTo>
                  <a:lnTo>
                    <a:pt x="77000" y="711607"/>
                  </a:lnTo>
                  <a:lnTo>
                    <a:pt x="76853" y="711307"/>
                  </a:lnTo>
                  <a:lnTo>
                    <a:pt x="76656" y="711106"/>
                  </a:lnTo>
                  <a:lnTo>
                    <a:pt x="76460" y="710956"/>
                  </a:lnTo>
                  <a:lnTo>
                    <a:pt x="76264" y="710906"/>
                  </a:lnTo>
                  <a:lnTo>
                    <a:pt x="75970" y="710856"/>
                  </a:lnTo>
                  <a:lnTo>
                    <a:pt x="75725" y="710705"/>
                  </a:lnTo>
                  <a:lnTo>
                    <a:pt x="75529" y="710555"/>
                  </a:lnTo>
                  <a:lnTo>
                    <a:pt x="75235" y="710405"/>
                  </a:lnTo>
                  <a:lnTo>
                    <a:pt x="75186" y="710154"/>
                  </a:lnTo>
                  <a:lnTo>
                    <a:pt x="75333" y="709853"/>
                  </a:lnTo>
                  <a:lnTo>
                    <a:pt x="75676" y="709703"/>
                  </a:lnTo>
                  <a:lnTo>
                    <a:pt x="75725" y="709503"/>
                  </a:lnTo>
                  <a:lnTo>
                    <a:pt x="75676" y="709202"/>
                  </a:lnTo>
                  <a:lnTo>
                    <a:pt x="75578" y="709052"/>
                  </a:lnTo>
                  <a:lnTo>
                    <a:pt x="75382" y="708901"/>
                  </a:lnTo>
                  <a:lnTo>
                    <a:pt x="75235" y="708701"/>
                  </a:lnTo>
                  <a:lnTo>
                    <a:pt x="75137" y="708500"/>
                  </a:lnTo>
                  <a:lnTo>
                    <a:pt x="75137" y="707999"/>
                  </a:lnTo>
                  <a:lnTo>
                    <a:pt x="75088" y="707598"/>
                  </a:lnTo>
                  <a:lnTo>
                    <a:pt x="74941" y="707247"/>
                  </a:lnTo>
                  <a:lnTo>
                    <a:pt x="74745" y="706947"/>
                  </a:lnTo>
                  <a:lnTo>
                    <a:pt x="74402" y="706646"/>
                  </a:lnTo>
                  <a:lnTo>
                    <a:pt x="74206" y="706546"/>
                  </a:lnTo>
                  <a:lnTo>
                    <a:pt x="73814" y="706396"/>
                  </a:lnTo>
                  <a:lnTo>
                    <a:pt x="73520" y="706345"/>
                  </a:lnTo>
                  <a:lnTo>
                    <a:pt x="73275" y="706295"/>
                  </a:lnTo>
                  <a:lnTo>
                    <a:pt x="73079" y="706145"/>
                  </a:lnTo>
                  <a:lnTo>
                    <a:pt x="73030" y="705894"/>
                  </a:lnTo>
                  <a:lnTo>
                    <a:pt x="72882" y="705694"/>
                  </a:lnTo>
                  <a:lnTo>
                    <a:pt x="72833" y="705443"/>
                  </a:lnTo>
                  <a:lnTo>
                    <a:pt x="72980" y="705243"/>
                  </a:lnTo>
                  <a:lnTo>
                    <a:pt x="73226" y="705093"/>
                  </a:lnTo>
                  <a:lnTo>
                    <a:pt x="73324" y="704892"/>
                  </a:lnTo>
                  <a:lnTo>
                    <a:pt x="73471" y="704591"/>
                  </a:lnTo>
                  <a:lnTo>
                    <a:pt x="73618" y="704291"/>
                  </a:lnTo>
                  <a:lnTo>
                    <a:pt x="73422" y="703890"/>
                  </a:lnTo>
                  <a:lnTo>
                    <a:pt x="73177" y="703489"/>
                  </a:lnTo>
                  <a:lnTo>
                    <a:pt x="72931" y="703238"/>
                  </a:lnTo>
                  <a:lnTo>
                    <a:pt x="72588" y="702837"/>
                  </a:lnTo>
                  <a:lnTo>
                    <a:pt x="72343" y="702336"/>
                  </a:lnTo>
                  <a:lnTo>
                    <a:pt x="71902" y="701084"/>
                  </a:lnTo>
                  <a:lnTo>
                    <a:pt x="71755" y="700833"/>
                  </a:lnTo>
                  <a:lnTo>
                    <a:pt x="70824" y="699580"/>
                  </a:lnTo>
                  <a:lnTo>
                    <a:pt x="70334" y="698528"/>
                  </a:lnTo>
                  <a:lnTo>
                    <a:pt x="70040" y="698077"/>
                  </a:lnTo>
                  <a:lnTo>
                    <a:pt x="69893" y="697926"/>
                  </a:lnTo>
                  <a:lnTo>
                    <a:pt x="69746" y="697726"/>
                  </a:lnTo>
                  <a:lnTo>
                    <a:pt x="69157" y="697475"/>
                  </a:lnTo>
                  <a:lnTo>
                    <a:pt x="68667" y="696924"/>
                  </a:lnTo>
                  <a:lnTo>
                    <a:pt x="68569" y="696573"/>
                  </a:lnTo>
                  <a:lnTo>
                    <a:pt x="68226" y="695972"/>
                  </a:lnTo>
                  <a:lnTo>
                    <a:pt x="67981" y="695471"/>
                  </a:lnTo>
                  <a:lnTo>
                    <a:pt x="67638" y="694970"/>
                  </a:lnTo>
                  <a:lnTo>
                    <a:pt x="67246" y="694619"/>
                  </a:lnTo>
                  <a:lnTo>
                    <a:pt x="66903" y="694519"/>
                  </a:lnTo>
                  <a:lnTo>
                    <a:pt x="66658" y="694268"/>
                  </a:lnTo>
                  <a:lnTo>
                    <a:pt x="66364" y="693917"/>
                  </a:lnTo>
                  <a:lnTo>
                    <a:pt x="66021" y="693466"/>
                  </a:lnTo>
                  <a:lnTo>
                    <a:pt x="65727" y="693266"/>
                  </a:lnTo>
                  <a:lnTo>
                    <a:pt x="65530" y="693015"/>
                  </a:lnTo>
                  <a:lnTo>
                    <a:pt x="65236" y="692765"/>
                  </a:lnTo>
                  <a:lnTo>
                    <a:pt x="64648" y="692364"/>
                  </a:lnTo>
                  <a:lnTo>
                    <a:pt x="63962" y="691963"/>
                  </a:lnTo>
                  <a:lnTo>
                    <a:pt x="63815" y="691712"/>
                  </a:lnTo>
                  <a:lnTo>
                    <a:pt x="63619" y="691462"/>
                  </a:lnTo>
                  <a:lnTo>
                    <a:pt x="63276" y="691061"/>
                  </a:lnTo>
                  <a:lnTo>
                    <a:pt x="63031" y="690710"/>
                  </a:lnTo>
                  <a:lnTo>
                    <a:pt x="62835" y="690309"/>
                  </a:lnTo>
                  <a:lnTo>
                    <a:pt x="62247" y="689708"/>
                  </a:lnTo>
                  <a:lnTo>
                    <a:pt x="61805" y="689407"/>
                  </a:lnTo>
                  <a:lnTo>
                    <a:pt x="61462" y="689207"/>
                  </a:lnTo>
                  <a:lnTo>
                    <a:pt x="61021" y="688956"/>
                  </a:lnTo>
                  <a:lnTo>
                    <a:pt x="60825" y="688706"/>
                  </a:lnTo>
                  <a:lnTo>
                    <a:pt x="60580" y="688505"/>
                  </a:lnTo>
                  <a:lnTo>
                    <a:pt x="60041" y="687753"/>
                  </a:lnTo>
                  <a:lnTo>
                    <a:pt x="59796" y="687453"/>
                  </a:lnTo>
                  <a:lnTo>
                    <a:pt x="59502" y="687252"/>
                  </a:lnTo>
                  <a:lnTo>
                    <a:pt x="59257" y="686801"/>
                  </a:lnTo>
                  <a:lnTo>
                    <a:pt x="59208" y="686450"/>
                  </a:lnTo>
                  <a:lnTo>
                    <a:pt x="59110" y="686250"/>
                  </a:lnTo>
                  <a:lnTo>
                    <a:pt x="59061" y="685999"/>
                  </a:lnTo>
                  <a:lnTo>
                    <a:pt x="58816" y="685949"/>
                  </a:lnTo>
                  <a:lnTo>
                    <a:pt x="58914" y="685649"/>
                  </a:lnTo>
                  <a:lnTo>
                    <a:pt x="58963" y="685398"/>
                  </a:lnTo>
                  <a:lnTo>
                    <a:pt x="58963" y="685198"/>
                  </a:lnTo>
                  <a:lnTo>
                    <a:pt x="59012" y="684847"/>
                  </a:lnTo>
                  <a:lnTo>
                    <a:pt x="58963" y="684646"/>
                  </a:lnTo>
                  <a:lnTo>
                    <a:pt x="58865" y="684496"/>
                  </a:lnTo>
                  <a:lnTo>
                    <a:pt x="58718" y="683995"/>
                  </a:lnTo>
                  <a:lnTo>
                    <a:pt x="58718" y="683794"/>
                  </a:lnTo>
                  <a:lnTo>
                    <a:pt x="58816" y="683594"/>
                  </a:lnTo>
                  <a:lnTo>
                    <a:pt x="58816" y="683444"/>
                  </a:lnTo>
                  <a:lnTo>
                    <a:pt x="58865" y="683193"/>
                  </a:lnTo>
                  <a:lnTo>
                    <a:pt x="58865" y="682842"/>
                  </a:lnTo>
                  <a:lnTo>
                    <a:pt x="58424" y="682492"/>
                  </a:lnTo>
                  <a:lnTo>
                    <a:pt x="58129" y="682291"/>
                  </a:lnTo>
                  <a:lnTo>
                    <a:pt x="57835" y="682241"/>
                  </a:lnTo>
                  <a:lnTo>
                    <a:pt x="57492" y="682241"/>
                  </a:lnTo>
                  <a:lnTo>
                    <a:pt x="57345" y="682141"/>
                  </a:lnTo>
                  <a:lnTo>
                    <a:pt x="57149" y="681940"/>
                  </a:lnTo>
                  <a:lnTo>
                    <a:pt x="56953" y="681740"/>
                  </a:lnTo>
                  <a:lnTo>
                    <a:pt x="56953" y="681489"/>
                  </a:lnTo>
                  <a:lnTo>
                    <a:pt x="57051" y="681189"/>
                  </a:lnTo>
                  <a:lnTo>
                    <a:pt x="57100" y="680838"/>
                  </a:lnTo>
                  <a:lnTo>
                    <a:pt x="56904" y="680738"/>
                  </a:lnTo>
                  <a:lnTo>
                    <a:pt x="56610" y="680687"/>
                  </a:lnTo>
                  <a:lnTo>
                    <a:pt x="56414" y="680587"/>
                  </a:lnTo>
                  <a:lnTo>
                    <a:pt x="56267" y="680437"/>
                  </a:lnTo>
                  <a:lnTo>
                    <a:pt x="56120" y="680236"/>
                  </a:lnTo>
                  <a:lnTo>
                    <a:pt x="55973" y="680086"/>
                  </a:lnTo>
                  <a:lnTo>
                    <a:pt x="55777" y="679785"/>
                  </a:lnTo>
                  <a:lnTo>
                    <a:pt x="55483" y="679435"/>
                  </a:lnTo>
                  <a:lnTo>
                    <a:pt x="55287" y="679234"/>
                  </a:lnTo>
                  <a:lnTo>
                    <a:pt x="54993" y="678833"/>
                  </a:lnTo>
                  <a:lnTo>
                    <a:pt x="54698" y="678382"/>
                  </a:lnTo>
                  <a:lnTo>
                    <a:pt x="54453" y="677881"/>
                  </a:lnTo>
                  <a:lnTo>
                    <a:pt x="54306" y="677580"/>
                  </a:lnTo>
                  <a:lnTo>
                    <a:pt x="54257" y="677330"/>
                  </a:lnTo>
                  <a:lnTo>
                    <a:pt x="54110" y="677079"/>
                  </a:lnTo>
                  <a:lnTo>
                    <a:pt x="53963" y="676979"/>
                  </a:lnTo>
                  <a:lnTo>
                    <a:pt x="53914" y="676628"/>
                  </a:lnTo>
                  <a:lnTo>
                    <a:pt x="53865" y="676077"/>
                  </a:lnTo>
                  <a:lnTo>
                    <a:pt x="53669" y="675125"/>
                  </a:lnTo>
                  <a:lnTo>
                    <a:pt x="53424" y="674524"/>
                  </a:lnTo>
                  <a:lnTo>
                    <a:pt x="53179" y="674022"/>
                  </a:lnTo>
                  <a:lnTo>
                    <a:pt x="53032" y="673772"/>
                  </a:lnTo>
                  <a:lnTo>
                    <a:pt x="52689" y="673521"/>
                  </a:lnTo>
                  <a:lnTo>
                    <a:pt x="52444" y="673321"/>
                  </a:lnTo>
                  <a:lnTo>
                    <a:pt x="52199" y="673170"/>
                  </a:lnTo>
                  <a:lnTo>
                    <a:pt x="52003" y="673120"/>
                  </a:lnTo>
                  <a:lnTo>
                    <a:pt x="51758" y="673070"/>
                  </a:lnTo>
                  <a:lnTo>
                    <a:pt x="51513" y="672870"/>
                  </a:lnTo>
                  <a:lnTo>
                    <a:pt x="51366" y="672820"/>
                  </a:lnTo>
                  <a:lnTo>
                    <a:pt x="51219" y="672669"/>
                  </a:lnTo>
                  <a:lnTo>
                    <a:pt x="51022" y="672469"/>
                  </a:lnTo>
                  <a:lnTo>
                    <a:pt x="50777" y="672268"/>
                  </a:lnTo>
                  <a:lnTo>
                    <a:pt x="50630" y="672118"/>
                  </a:lnTo>
                  <a:lnTo>
                    <a:pt x="50287" y="671868"/>
                  </a:lnTo>
                  <a:lnTo>
                    <a:pt x="49944" y="671567"/>
                  </a:lnTo>
                  <a:lnTo>
                    <a:pt x="49650" y="671266"/>
                  </a:lnTo>
                  <a:lnTo>
                    <a:pt x="49356" y="670965"/>
                  </a:lnTo>
                  <a:lnTo>
                    <a:pt x="49013" y="670565"/>
                  </a:lnTo>
                  <a:lnTo>
                    <a:pt x="48866" y="670264"/>
                  </a:lnTo>
                  <a:lnTo>
                    <a:pt x="48670" y="670013"/>
                  </a:lnTo>
                  <a:lnTo>
                    <a:pt x="48523" y="669913"/>
                  </a:lnTo>
                  <a:lnTo>
                    <a:pt x="48523" y="669713"/>
                  </a:lnTo>
                  <a:lnTo>
                    <a:pt x="48425" y="669512"/>
                  </a:lnTo>
                  <a:lnTo>
                    <a:pt x="48229" y="669212"/>
                  </a:lnTo>
                  <a:lnTo>
                    <a:pt x="48033" y="668811"/>
                  </a:lnTo>
                  <a:lnTo>
                    <a:pt x="47592" y="667658"/>
                  </a:lnTo>
                  <a:lnTo>
                    <a:pt x="47248" y="666305"/>
                  </a:lnTo>
                  <a:lnTo>
                    <a:pt x="46905" y="664651"/>
                  </a:lnTo>
                  <a:lnTo>
                    <a:pt x="46562" y="664000"/>
                  </a:lnTo>
                  <a:lnTo>
                    <a:pt x="46121" y="663549"/>
                  </a:lnTo>
                  <a:lnTo>
                    <a:pt x="45827" y="663248"/>
                  </a:lnTo>
                  <a:lnTo>
                    <a:pt x="44553" y="661945"/>
                  </a:lnTo>
                  <a:lnTo>
                    <a:pt x="44014" y="661043"/>
                  </a:lnTo>
                  <a:lnTo>
                    <a:pt x="43425" y="660341"/>
                  </a:lnTo>
                  <a:lnTo>
                    <a:pt x="42592" y="659690"/>
                  </a:lnTo>
                  <a:lnTo>
                    <a:pt x="41955" y="659239"/>
                  </a:lnTo>
                  <a:lnTo>
                    <a:pt x="41073" y="658938"/>
                  </a:lnTo>
                  <a:lnTo>
                    <a:pt x="39994" y="658387"/>
                  </a:lnTo>
                  <a:lnTo>
                    <a:pt x="39210" y="657786"/>
                  </a:lnTo>
                  <a:lnTo>
                    <a:pt x="38475" y="657034"/>
                  </a:lnTo>
                  <a:lnTo>
                    <a:pt x="37936" y="656182"/>
                  </a:lnTo>
                  <a:lnTo>
                    <a:pt x="37299" y="654779"/>
                  </a:lnTo>
                  <a:lnTo>
                    <a:pt x="37054" y="653626"/>
                  </a:lnTo>
                  <a:lnTo>
                    <a:pt x="36465" y="652824"/>
                  </a:lnTo>
                  <a:lnTo>
                    <a:pt x="34897" y="651221"/>
                  </a:lnTo>
                  <a:lnTo>
                    <a:pt x="33819" y="650168"/>
                  </a:lnTo>
                  <a:lnTo>
                    <a:pt x="33133" y="649517"/>
                  </a:lnTo>
                  <a:lnTo>
                    <a:pt x="31466" y="648064"/>
                  </a:lnTo>
                  <a:lnTo>
                    <a:pt x="30682" y="647011"/>
                  </a:lnTo>
                  <a:lnTo>
                    <a:pt x="29898" y="646761"/>
                  </a:lnTo>
                  <a:lnTo>
                    <a:pt x="29113" y="646210"/>
                  </a:lnTo>
                  <a:lnTo>
                    <a:pt x="28721" y="645859"/>
                  </a:lnTo>
                  <a:lnTo>
                    <a:pt x="27790" y="645508"/>
                  </a:lnTo>
                  <a:lnTo>
                    <a:pt x="26859" y="644856"/>
                  </a:lnTo>
                  <a:lnTo>
                    <a:pt x="26075" y="644405"/>
                  </a:lnTo>
                  <a:lnTo>
                    <a:pt x="25192" y="643954"/>
                  </a:lnTo>
                  <a:lnTo>
                    <a:pt x="24947" y="643604"/>
                  </a:lnTo>
                  <a:lnTo>
                    <a:pt x="24800" y="643052"/>
                  </a:lnTo>
                  <a:lnTo>
                    <a:pt x="24408" y="642601"/>
                  </a:lnTo>
                  <a:lnTo>
                    <a:pt x="24163" y="642351"/>
                  </a:lnTo>
                  <a:lnTo>
                    <a:pt x="23918" y="642000"/>
                  </a:lnTo>
                  <a:lnTo>
                    <a:pt x="23575" y="641749"/>
                  </a:lnTo>
                  <a:lnTo>
                    <a:pt x="23232" y="641349"/>
                  </a:lnTo>
                  <a:lnTo>
                    <a:pt x="22840" y="640898"/>
                  </a:lnTo>
                  <a:lnTo>
                    <a:pt x="22693" y="640447"/>
                  </a:lnTo>
                  <a:lnTo>
                    <a:pt x="22497" y="640246"/>
                  </a:lnTo>
                  <a:lnTo>
                    <a:pt x="22252" y="639945"/>
                  </a:lnTo>
                  <a:lnTo>
                    <a:pt x="22203" y="639795"/>
                  </a:lnTo>
                  <a:lnTo>
                    <a:pt x="21958" y="639394"/>
                  </a:lnTo>
                  <a:lnTo>
                    <a:pt x="21369" y="638843"/>
                  </a:lnTo>
                  <a:lnTo>
                    <a:pt x="20977" y="638693"/>
                  </a:lnTo>
                  <a:lnTo>
                    <a:pt x="20732" y="638542"/>
                  </a:lnTo>
                  <a:lnTo>
                    <a:pt x="20487" y="638392"/>
                  </a:lnTo>
                  <a:lnTo>
                    <a:pt x="20389" y="638191"/>
                  </a:lnTo>
                  <a:lnTo>
                    <a:pt x="20193" y="638041"/>
                  </a:lnTo>
                  <a:lnTo>
                    <a:pt x="19899" y="637991"/>
                  </a:lnTo>
                  <a:lnTo>
                    <a:pt x="19605" y="638041"/>
                  </a:lnTo>
                  <a:lnTo>
                    <a:pt x="19066" y="638292"/>
                  </a:lnTo>
                  <a:lnTo>
                    <a:pt x="18919" y="638442"/>
                  </a:lnTo>
                  <a:lnTo>
                    <a:pt x="18674" y="638642"/>
                  </a:lnTo>
                  <a:lnTo>
                    <a:pt x="18429" y="638743"/>
                  </a:lnTo>
                  <a:lnTo>
                    <a:pt x="18282" y="638843"/>
                  </a:lnTo>
                  <a:lnTo>
                    <a:pt x="18085" y="638993"/>
                  </a:lnTo>
                  <a:lnTo>
                    <a:pt x="17889" y="639093"/>
                  </a:lnTo>
                  <a:lnTo>
                    <a:pt x="17742" y="639093"/>
                  </a:lnTo>
                  <a:lnTo>
                    <a:pt x="17448" y="639043"/>
                  </a:lnTo>
                  <a:lnTo>
                    <a:pt x="17448" y="638693"/>
                  </a:lnTo>
                  <a:lnTo>
                    <a:pt x="17644" y="638642"/>
                  </a:lnTo>
                  <a:lnTo>
                    <a:pt x="17889" y="638442"/>
                  </a:lnTo>
                  <a:lnTo>
                    <a:pt x="18723" y="637941"/>
                  </a:lnTo>
                  <a:lnTo>
                    <a:pt x="18478" y="637791"/>
                  </a:lnTo>
                  <a:lnTo>
                    <a:pt x="18134" y="637740"/>
                  </a:lnTo>
                  <a:lnTo>
                    <a:pt x="18134" y="637540"/>
                  </a:lnTo>
                  <a:lnTo>
                    <a:pt x="18232" y="637289"/>
                  </a:lnTo>
                  <a:lnTo>
                    <a:pt x="18478" y="637139"/>
                  </a:lnTo>
                  <a:lnTo>
                    <a:pt x="18723" y="637089"/>
                  </a:lnTo>
                  <a:lnTo>
                    <a:pt x="19017" y="636788"/>
                  </a:lnTo>
                  <a:lnTo>
                    <a:pt x="19164" y="636588"/>
                  </a:lnTo>
                  <a:lnTo>
                    <a:pt x="19262" y="636287"/>
                  </a:lnTo>
                  <a:lnTo>
                    <a:pt x="19360" y="635986"/>
                  </a:lnTo>
                  <a:lnTo>
                    <a:pt x="19409" y="635636"/>
                  </a:lnTo>
                  <a:lnTo>
                    <a:pt x="19360" y="635335"/>
                  </a:lnTo>
                  <a:lnTo>
                    <a:pt x="19360" y="634884"/>
                  </a:lnTo>
                  <a:lnTo>
                    <a:pt x="19213" y="634533"/>
                  </a:lnTo>
                  <a:lnTo>
                    <a:pt x="19115" y="634082"/>
                  </a:lnTo>
                  <a:lnTo>
                    <a:pt x="19066" y="633631"/>
                  </a:lnTo>
                  <a:lnTo>
                    <a:pt x="18919" y="633130"/>
                  </a:lnTo>
                  <a:lnTo>
                    <a:pt x="18674" y="632879"/>
                  </a:lnTo>
                  <a:lnTo>
                    <a:pt x="18380" y="632729"/>
                  </a:lnTo>
                  <a:lnTo>
                    <a:pt x="18134" y="632579"/>
                  </a:lnTo>
                  <a:lnTo>
                    <a:pt x="17889" y="632579"/>
                  </a:lnTo>
                  <a:lnTo>
                    <a:pt x="17693" y="632428"/>
                  </a:lnTo>
                  <a:lnTo>
                    <a:pt x="17693" y="632178"/>
                  </a:lnTo>
                  <a:lnTo>
                    <a:pt x="17938" y="632078"/>
                  </a:lnTo>
                  <a:lnTo>
                    <a:pt x="18085" y="631877"/>
                  </a:lnTo>
                  <a:lnTo>
                    <a:pt x="18282" y="631627"/>
                  </a:lnTo>
                  <a:lnTo>
                    <a:pt x="18478" y="631476"/>
                  </a:lnTo>
                  <a:lnTo>
                    <a:pt x="18870" y="631226"/>
                  </a:lnTo>
                  <a:lnTo>
                    <a:pt x="18968" y="631075"/>
                  </a:lnTo>
                  <a:lnTo>
                    <a:pt x="18870" y="630925"/>
                  </a:lnTo>
                  <a:lnTo>
                    <a:pt x="18625" y="630775"/>
                  </a:lnTo>
                  <a:lnTo>
                    <a:pt x="18380" y="630725"/>
                  </a:lnTo>
                  <a:lnTo>
                    <a:pt x="18282" y="630524"/>
                  </a:lnTo>
                  <a:lnTo>
                    <a:pt x="17889" y="630123"/>
                  </a:lnTo>
                  <a:lnTo>
                    <a:pt x="17644" y="629923"/>
                  </a:lnTo>
                  <a:lnTo>
                    <a:pt x="17497" y="629823"/>
                  </a:lnTo>
                  <a:lnTo>
                    <a:pt x="17203" y="629722"/>
                  </a:lnTo>
                  <a:lnTo>
                    <a:pt x="16958" y="629672"/>
                  </a:lnTo>
                  <a:lnTo>
                    <a:pt x="16664" y="629372"/>
                  </a:lnTo>
                  <a:lnTo>
                    <a:pt x="16517" y="629271"/>
                  </a:lnTo>
                  <a:lnTo>
                    <a:pt x="16468" y="629071"/>
                  </a:lnTo>
                  <a:lnTo>
                    <a:pt x="16615" y="628920"/>
                  </a:lnTo>
                  <a:lnTo>
                    <a:pt x="20389" y="629021"/>
                  </a:lnTo>
                  <a:lnTo>
                    <a:pt x="23085" y="628620"/>
                  </a:lnTo>
                  <a:lnTo>
                    <a:pt x="26516" y="627417"/>
                  </a:lnTo>
                  <a:lnTo>
                    <a:pt x="30927" y="625012"/>
                  </a:lnTo>
                  <a:lnTo>
                    <a:pt x="35730" y="621804"/>
                  </a:lnTo>
                  <a:lnTo>
                    <a:pt x="40338" y="618146"/>
                  </a:lnTo>
                  <a:lnTo>
                    <a:pt x="44455" y="614638"/>
                  </a:lnTo>
                  <a:lnTo>
                    <a:pt x="47837" y="610880"/>
                  </a:lnTo>
                  <a:lnTo>
                    <a:pt x="51758" y="606269"/>
                  </a:lnTo>
                  <a:lnTo>
                    <a:pt x="56071" y="600957"/>
                  </a:lnTo>
                  <a:lnTo>
                    <a:pt x="59208" y="595896"/>
                  </a:lnTo>
                  <a:lnTo>
                    <a:pt x="61560" y="590985"/>
                  </a:lnTo>
                  <a:lnTo>
                    <a:pt x="63668" y="585973"/>
                  </a:lnTo>
                  <a:lnTo>
                    <a:pt x="65677" y="580812"/>
                  </a:lnTo>
                  <a:lnTo>
                    <a:pt x="68177" y="574548"/>
                  </a:lnTo>
                  <a:lnTo>
                    <a:pt x="70236" y="571591"/>
                  </a:lnTo>
                  <a:lnTo>
                    <a:pt x="72294" y="570037"/>
                  </a:lnTo>
                  <a:lnTo>
                    <a:pt x="74059" y="568985"/>
                  </a:lnTo>
                  <a:lnTo>
                    <a:pt x="76411" y="568434"/>
                  </a:lnTo>
                  <a:lnTo>
                    <a:pt x="78862" y="568584"/>
                  </a:lnTo>
                  <a:lnTo>
                    <a:pt x="82244" y="569286"/>
                  </a:lnTo>
                  <a:lnTo>
                    <a:pt x="86704" y="570889"/>
                  </a:lnTo>
                  <a:lnTo>
                    <a:pt x="96948" y="574748"/>
                  </a:lnTo>
                  <a:lnTo>
                    <a:pt x="105623" y="578657"/>
                  </a:lnTo>
                  <a:lnTo>
                    <a:pt x="108711" y="580060"/>
                  </a:lnTo>
                  <a:lnTo>
                    <a:pt x="111211" y="581413"/>
                  </a:lnTo>
                  <a:lnTo>
                    <a:pt x="113466" y="583067"/>
                  </a:lnTo>
                  <a:lnTo>
                    <a:pt x="115818" y="584971"/>
                  </a:lnTo>
                  <a:lnTo>
                    <a:pt x="132826" y="598552"/>
                  </a:lnTo>
                  <a:lnTo>
                    <a:pt x="139688" y="604114"/>
                  </a:lnTo>
                  <a:lnTo>
                    <a:pt x="164734" y="625162"/>
                  </a:lnTo>
                  <a:lnTo>
                    <a:pt x="167919" y="627968"/>
                  </a:lnTo>
                  <a:lnTo>
                    <a:pt x="170762" y="630975"/>
                  </a:lnTo>
                  <a:lnTo>
                    <a:pt x="173997" y="634283"/>
                  </a:lnTo>
                  <a:lnTo>
                    <a:pt x="177232" y="637891"/>
                  </a:lnTo>
                  <a:lnTo>
                    <a:pt x="181251" y="641198"/>
                  </a:lnTo>
                  <a:lnTo>
                    <a:pt x="184731" y="643854"/>
                  </a:lnTo>
                  <a:lnTo>
                    <a:pt x="188260" y="646109"/>
                  </a:lnTo>
                  <a:lnTo>
                    <a:pt x="192377" y="648364"/>
                  </a:lnTo>
                  <a:lnTo>
                    <a:pt x="196935" y="650118"/>
                  </a:lnTo>
                  <a:lnTo>
                    <a:pt x="201298" y="651321"/>
                  </a:lnTo>
                  <a:lnTo>
                    <a:pt x="204042" y="651973"/>
                  </a:lnTo>
                  <a:lnTo>
                    <a:pt x="207179" y="652323"/>
                  </a:lnTo>
                  <a:lnTo>
                    <a:pt x="210414" y="652173"/>
                  </a:lnTo>
                  <a:lnTo>
                    <a:pt x="213012" y="651522"/>
                  </a:lnTo>
                  <a:lnTo>
                    <a:pt x="215168" y="650569"/>
                  </a:lnTo>
                  <a:lnTo>
                    <a:pt x="216443" y="649417"/>
                  </a:lnTo>
                  <a:lnTo>
                    <a:pt x="217374" y="647913"/>
                  </a:lnTo>
                  <a:lnTo>
                    <a:pt x="217815" y="646159"/>
                  </a:lnTo>
                  <a:lnTo>
                    <a:pt x="217913" y="643904"/>
                  </a:lnTo>
                  <a:lnTo>
                    <a:pt x="217521" y="641749"/>
                  </a:lnTo>
                  <a:lnTo>
                    <a:pt x="216639" y="638993"/>
                  </a:lnTo>
                  <a:lnTo>
                    <a:pt x="215266" y="636337"/>
                  </a:lnTo>
                  <a:lnTo>
                    <a:pt x="213208" y="633381"/>
                  </a:lnTo>
                  <a:lnTo>
                    <a:pt x="210757" y="630274"/>
                  </a:lnTo>
                  <a:lnTo>
                    <a:pt x="207865" y="627217"/>
                  </a:lnTo>
                  <a:lnTo>
                    <a:pt x="206542" y="624711"/>
                  </a:lnTo>
                  <a:lnTo>
                    <a:pt x="205807" y="621654"/>
                  </a:lnTo>
                  <a:lnTo>
                    <a:pt x="206101" y="618647"/>
                  </a:lnTo>
                  <a:lnTo>
                    <a:pt x="207620" y="615741"/>
                  </a:lnTo>
                  <a:lnTo>
                    <a:pt x="210071" y="613285"/>
                  </a:lnTo>
                  <a:lnTo>
                    <a:pt x="211100" y="610980"/>
                  </a:lnTo>
                  <a:lnTo>
                    <a:pt x="212375" y="607572"/>
                  </a:lnTo>
                  <a:lnTo>
                    <a:pt x="212816" y="604666"/>
                  </a:lnTo>
                  <a:lnTo>
                    <a:pt x="212914" y="593941"/>
                  </a:lnTo>
                  <a:lnTo>
                    <a:pt x="213649" y="584921"/>
                  </a:lnTo>
                  <a:lnTo>
                    <a:pt x="214384" y="576903"/>
                  </a:lnTo>
                  <a:lnTo>
                    <a:pt x="215757" y="569887"/>
                  </a:lnTo>
                  <a:lnTo>
                    <a:pt x="215561" y="566429"/>
                  </a:lnTo>
                  <a:lnTo>
                    <a:pt x="214482" y="562520"/>
                  </a:lnTo>
                  <a:lnTo>
                    <a:pt x="211198" y="558161"/>
                  </a:lnTo>
                  <a:lnTo>
                    <a:pt x="206885" y="553400"/>
                  </a:lnTo>
                  <a:lnTo>
                    <a:pt x="200268" y="550042"/>
                  </a:lnTo>
                  <a:lnTo>
                    <a:pt x="198259" y="548489"/>
                  </a:lnTo>
                  <a:lnTo>
                    <a:pt x="198112" y="545833"/>
                  </a:lnTo>
                  <a:lnTo>
                    <a:pt x="199582" y="543628"/>
                  </a:lnTo>
                  <a:lnTo>
                    <a:pt x="202719" y="539769"/>
                  </a:lnTo>
                  <a:lnTo>
                    <a:pt x="204582" y="536311"/>
                  </a:lnTo>
                  <a:lnTo>
                    <a:pt x="206248" y="532453"/>
                  </a:lnTo>
                  <a:lnTo>
                    <a:pt x="207718" y="529245"/>
                  </a:lnTo>
                  <a:lnTo>
                    <a:pt x="211296" y="524685"/>
                  </a:lnTo>
                  <a:lnTo>
                    <a:pt x="215266" y="519573"/>
                  </a:lnTo>
                  <a:lnTo>
                    <a:pt x="219286" y="514261"/>
                  </a:lnTo>
                  <a:lnTo>
                    <a:pt x="222667" y="510302"/>
                  </a:lnTo>
                  <a:lnTo>
                    <a:pt x="223844" y="506344"/>
                  </a:lnTo>
                  <a:lnTo>
                    <a:pt x="224187" y="500881"/>
                  </a:lnTo>
                  <a:lnTo>
                    <a:pt x="225412" y="497223"/>
                  </a:lnTo>
                  <a:lnTo>
                    <a:pt x="226294" y="494567"/>
                  </a:lnTo>
                  <a:lnTo>
                    <a:pt x="228647" y="491761"/>
                  </a:lnTo>
                  <a:lnTo>
                    <a:pt x="230706" y="489606"/>
                  </a:lnTo>
                  <a:lnTo>
                    <a:pt x="234088" y="486649"/>
                  </a:lnTo>
                  <a:lnTo>
                    <a:pt x="239087" y="483442"/>
                  </a:lnTo>
                  <a:lnTo>
                    <a:pt x="244871" y="479383"/>
                  </a:lnTo>
                  <a:lnTo>
                    <a:pt x="250164" y="474973"/>
                  </a:lnTo>
                  <a:lnTo>
                    <a:pt x="253840" y="471164"/>
                  </a:lnTo>
                  <a:lnTo>
                    <a:pt x="261633" y="468558"/>
                  </a:lnTo>
                  <a:lnTo>
                    <a:pt x="265750" y="466704"/>
                  </a:lnTo>
                  <a:lnTo>
                    <a:pt x="270554" y="464349"/>
                  </a:lnTo>
                  <a:lnTo>
                    <a:pt x="274083" y="462494"/>
                  </a:lnTo>
                  <a:lnTo>
                    <a:pt x="279523" y="459989"/>
                  </a:lnTo>
                  <a:lnTo>
                    <a:pt x="283346" y="458736"/>
                  </a:lnTo>
                  <a:lnTo>
                    <a:pt x="285258" y="457233"/>
                  </a:lnTo>
                  <a:lnTo>
                    <a:pt x="287904" y="456080"/>
                  </a:lnTo>
                  <a:lnTo>
                    <a:pt x="289963" y="453825"/>
                  </a:lnTo>
                  <a:lnTo>
                    <a:pt x="291776" y="452572"/>
                  </a:lnTo>
                  <a:lnTo>
                    <a:pt x="295648" y="448463"/>
                  </a:lnTo>
                  <a:lnTo>
                    <a:pt x="298883" y="444554"/>
                  </a:lnTo>
                  <a:lnTo>
                    <a:pt x="300648" y="443251"/>
                  </a:lnTo>
                  <a:lnTo>
                    <a:pt x="304275" y="441497"/>
                  </a:lnTo>
                  <a:lnTo>
                    <a:pt x="307020" y="439442"/>
                  </a:lnTo>
                  <a:lnTo>
                    <a:pt x="312166" y="435634"/>
                  </a:lnTo>
                  <a:lnTo>
                    <a:pt x="317263" y="430823"/>
                  </a:lnTo>
                  <a:lnTo>
                    <a:pt x="328585" y="425160"/>
                  </a:lnTo>
                  <a:lnTo>
                    <a:pt x="332409" y="424859"/>
                  </a:lnTo>
                  <a:lnTo>
                    <a:pt x="338731" y="424960"/>
                  </a:lnTo>
                  <a:lnTo>
                    <a:pt x="344368" y="426814"/>
                  </a:lnTo>
                  <a:lnTo>
                    <a:pt x="348191" y="429420"/>
                  </a:lnTo>
                  <a:lnTo>
                    <a:pt x="352700" y="434782"/>
                  </a:lnTo>
                  <a:lnTo>
                    <a:pt x="357356" y="438139"/>
                  </a:lnTo>
                  <a:lnTo>
                    <a:pt x="360052" y="437789"/>
                  </a:lnTo>
                  <a:lnTo>
                    <a:pt x="362405" y="436887"/>
                  </a:lnTo>
                  <a:lnTo>
                    <a:pt x="364855" y="435133"/>
                  </a:lnTo>
                  <a:lnTo>
                    <a:pt x="367551" y="433028"/>
                  </a:lnTo>
                  <a:lnTo>
                    <a:pt x="371325" y="430322"/>
                  </a:lnTo>
                  <a:lnTo>
                    <a:pt x="373727" y="427866"/>
                  </a:lnTo>
                  <a:lnTo>
                    <a:pt x="375687" y="425661"/>
                  </a:lnTo>
                  <a:lnTo>
                    <a:pt x="376129" y="424208"/>
                  </a:lnTo>
                  <a:lnTo>
                    <a:pt x="376080" y="422454"/>
                  </a:lnTo>
                  <a:lnTo>
                    <a:pt x="375736" y="420099"/>
                  </a:lnTo>
                  <a:lnTo>
                    <a:pt x="374364" y="415739"/>
                  </a:lnTo>
                  <a:lnTo>
                    <a:pt x="372011" y="411730"/>
                  </a:lnTo>
                  <a:lnTo>
                    <a:pt x="355935" y="394541"/>
                  </a:lnTo>
                  <a:lnTo>
                    <a:pt x="344368" y="385370"/>
                  </a:lnTo>
                  <a:lnTo>
                    <a:pt x="336085" y="380860"/>
                  </a:lnTo>
                  <a:lnTo>
                    <a:pt x="333046" y="378004"/>
                  </a:lnTo>
                  <a:lnTo>
                    <a:pt x="331379" y="375047"/>
                  </a:lnTo>
                  <a:lnTo>
                    <a:pt x="330203" y="371940"/>
                  </a:lnTo>
                  <a:lnTo>
                    <a:pt x="329909" y="368532"/>
                  </a:lnTo>
                  <a:lnTo>
                    <a:pt x="329566" y="366177"/>
                  </a:lnTo>
                  <a:lnTo>
                    <a:pt x="329419" y="363771"/>
                  </a:lnTo>
                  <a:lnTo>
                    <a:pt x="330007" y="360915"/>
                  </a:lnTo>
                  <a:lnTo>
                    <a:pt x="331379" y="357557"/>
                  </a:lnTo>
                  <a:lnTo>
                    <a:pt x="331967" y="353949"/>
                  </a:lnTo>
                  <a:lnTo>
                    <a:pt x="332752" y="349489"/>
                  </a:lnTo>
                  <a:lnTo>
                    <a:pt x="332605" y="345280"/>
                  </a:lnTo>
                  <a:lnTo>
                    <a:pt x="332458" y="342072"/>
                  </a:lnTo>
                  <a:lnTo>
                    <a:pt x="330693" y="337763"/>
                  </a:lnTo>
                  <a:lnTo>
                    <a:pt x="328733" y="335257"/>
                  </a:lnTo>
                  <a:lnTo>
                    <a:pt x="326184" y="333954"/>
                  </a:lnTo>
                  <a:lnTo>
                    <a:pt x="317557" y="333553"/>
                  </a:lnTo>
                  <a:lnTo>
                    <a:pt x="310549" y="333503"/>
                  </a:lnTo>
                  <a:lnTo>
                    <a:pt x="303883" y="329795"/>
                  </a:lnTo>
                  <a:lnTo>
                    <a:pt x="301579" y="326086"/>
                  </a:lnTo>
                  <a:lnTo>
                    <a:pt x="300403" y="319922"/>
                  </a:lnTo>
                  <a:lnTo>
                    <a:pt x="301040" y="313608"/>
                  </a:lnTo>
                  <a:lnTo>
                    <a:pt x="304079" y="308948"/>
                  </a:lnTo>
                  <a:lnTo>
                    <a:pt x="306775" y="302583"/>
                  </a:lnTo>
                  <a:lnTo>
                    <a:pt x="315205" y="284593"/>
                  </a:lnTo>
                  <a:lnTo>
                    <a:pt x="323047" y="275071"/>
                  </a:lnTo>
                  <a:lnTo>
                    <a:pt x="332899" y="269208"/>
                  </a:lnTo>
                  <a:lnTo>
                    <a:pt x="343044" y="265650"/>
                  </a:lnTo>
                  <a:lnTo>
                    <a:pt x="356866" y="271313"/>
                  </a:lnTo>
                  <a:lnTo>
                    <a:pt x="363336" y="274420"/>
                  </a:lnTo>
                  <a:lnTo>
                    <a:pt x="373041" y="280433"/>
                  </a:lnTo>
                  <a:lnTo>
                    <a:pt x="379216" y="285745"/>
                  </a:lnTo>
                  <a:lnTo>
                    <a:pt x="392842" y="288852"/>
                  </a:lnTo>
                  <a:lnTo>
                    <a:pt x="405586" y="288251"/>
                  </a:lnTo>
                  <a:lnTo>
                    <a:pt x="420535" y="284292"/>
                  </a:lnTo>
                  <a:lnTo>
                    <a:pt x="436660" y="277777"/>
                  </a:lnTo>
                  <a:lnTo>
                    <a:pt x="446512" y="270611"/>
                  </a:lnTo>
                  <a:lnTo>
                    <a:pt x="453423" y="264998"/>
                  </a:lnTo>
                  <a:lnTo>
                    <a:pt x="454697" y="263294"/>
                  </a:lnTo>
                  <a:lnTo>
                    <a:pt x="455236" y="261140"/>
                  </a:lnTo>
                  <a:lnTo>
                    <a:pt x="455040" y="257381"/>
                  </a:lnTo>
                  <a:lnTo>
                    <a:pt x="454648" y="254324"/>
                  </a:lnTo>
                  <a:lnTo>
                    <a:pt x="453668" y="250967"/>
                  </a:lnTo>
                  <a:lnTo>
                    <a:pt x="452540" y="246757"/>
                  </a:lnTo>
                  <a:lnTo>
                    <a:pt x="452001" y="242548"/>
                  </a:lnTo>
                  <a:lnTo>
                    <a:pt x="452540" y="238188"/>
                  </a:lnTo>
                  <a:lnTo>
                    <a:pt x="455187" y="235782"/>
                  </a:lnTo>
                  <a:lnTo>
                    <a:pt x="459598" y="234179"/>
                  </a:lnTo>
                  <a:lnTo>
                    <a:pt x="469891" y="232024"/>
                  </a:lnTo>
                  <a:lnTo>
                    <a:pt x="471901" y="227063"/>
                  </a:lnTo>
                  <a:lnTo>
                    <a:pt x="476949" y="220097"/>
                  </a:lnTo>
                  <a:lnTo>
                    <a:pt x="483419" y="211878"/>
                  </a:lnTo>
                  <a:lnTo>
                    <a:pt x="491114" y="204562"/>
                  </a:lnTo>
                  <a:lnTo>
                    <a:pt x="496849" y="202858"/>
                  </a:lnTo>
                  <a:lnTo>
                    <a:pt x="500427" y="203309"/>
                  </a:lnTo>
                  <a:lnTo>
                    <a:pt x="502730" y="202707"/>
                  </a:lnTo>
                  <a:lnTo>
                    <a:pt x="504446" y="201555"/>
                  </a:lnTo>
                  <a:lnTo>
                    <a:pt x="505181" y="200402"/>
                  </a:lnTo>
                  <a:lnTo>
                    <a:pt x="506798" y="197195"/>
                  </a:lnTo>
                  <a:lnTo>
                    <a:pt x="508220" y="193888"/>
                  </a:lnTo>
                  <a:lnTo>
                    <a:pt x="509543" y="191432"/>
                  </a:lnTo>
                  <a:lnTo>
                    <a:pt x="511553" y="189879"/>
                  </a:lnTo>
                  <a:lnTo>
                    <a:pt x="514150" y="187573"/>
                  </a:lnTo>
                  <a:lnTo>
                    <a:pt x="519934" y="184567"/>
                  </a:lnTo>
                  <a:lnTo>
                    <a:pt x="521845" y="182712"/>
                  </a:lnTo>
                  <a:lnTo>
                    <a:pt x="523708" y="180257"/>
                  </a:lnTo>
                  <a:lnTo>
                    <a:pt x="525276" y="178603"/>
                  </a:lnTo>
                  <a:lnTo>
                    <a:pt x="526747" y="177100"/>
                  </a:lnTo>
                  <a:lnTo>
                    <a:pt x="529344" y="176248"/>
                  </a:lnTo>
                  <a:lnTo>
                    <a:pt x="541010" y="174143"/>
                  </a:lnTo>
                  <a:lnTo>
                    <a:pt x="543509" y="173491"/>
                  </a:lnTo>
                  <a:lnTo>
                    <a:pt x="546842" y="171186"/>
                  </a:lnTo>
                  <a:lnTo>
                    <a:pt x="549146" y="169232"/>
                  </a:lnTo>
                  <a:lnTo>
                    <a:pt x="550861" y="166325"/>
                  </a:lnTo>
                  <a:lnTo>
                    <a:pt x="553851" y="162617"/>
                  </a:lnTo>
                  <a:lnTo>
                    <a:pt x="554880" y="160663"/>
                  </a:lnTo>
                  <a:lnTo>
                    <a:pt x="555322" y="157906"/>
                  </a:lnTo>
                  <a:lnTo>
                    <a:pt x="555224" y="154148"/>
                  </a:lnTo>
                  <a:lnTo>
                    <a:pt x="554831" y="147934"/>
                  </a:lnTo>
                  <a:lnTo>
                    <a:pt x="554194" y="145278"/>
                  </a:lnTo>
                  <a:lnTo>
                    <a:pt x="554733" y="142722"/>
                  </a:lnTo>
                  <a:lnTo>
                    <a:pt x="555763" y="137510"/>
                  </a:lnTo>
                  <a:lnTo>
                    <a:pt x="558605" y="127638"/>
                  </a:lnTo>
                  <a:lnTo>
                    <a:pt x="559292" y="119720"/>
                  </a:lnTo>
                  <a:lnTo>
                    <a:pt x="560860" y="114358"/>
                  </a:lnTo>
                  <a:lnTo>
                    <a:pt x="565565" y="107693"/>
                  </a:lnTo>
                  <a:lnTo>
                    <a:pt x="569683" y="102782"/>
                  </a:lnTo>
                  <a:lnTo>
                    <a:pt x="573113" y="99374"/>
                  </a:lnTo>
                  <a:lnTo>
                    <a:pt x="577623" y="94262"/>
                  </a:lnTo>
                  <a:lnTo>
                    <a:pt x="579436" y="84089"/>
                  </a:lnTo>
                  <a:lnTo>
                    <a:pt x="579877" y="81033"/>
                  </a:lnTo>
                  <a:lnTo>
                    <a:pt x="581348" y="77725"/>
                  </a:lnTo>
                  <a:lnTo>
                    <a:pt x="584387" y="74267"/>
                  </a:lnTo>
                  <a:lnTo>
                    <a:pt x="587131" y="70960"/>
                  </a:lnTo>
                  <a:lnTo>
                    <a:pt x="588602" y="67352"/>
                  </a:lnTo>
                  <a:lnTo>
                    <a:pt x="589043" y="64295"/>
                  </a:lnTo>
                  <a:lnTo>
                    <a:pt x="588504" y="58231"/>
                  </a:lnTo>
                  <a:lnTo>
                    <a:pt x="588406" y="54172"/>
                  </a:lnTo>
                  <a:lnTo>
                    <a:pt x="589876" y="50113"/>
                  </a:lnTo>
                  <a:lnTo>
                    <a:pt x="592327" y="46204"/>
                  </a:lnTo>
                  <a:lnTo>
                    <a:pt x="593356" y="42445"/>
                  </a:lnTo>
                  <a:lnTo>
                    <a:pt x="592866" y="39840"/>
                  </a:lnTo>
                  <a:lnTo>
                    <a:pt x="591690" y="36682"/>
                  </a:lnTo>
                  <a:lnTo>
                    <a:pt x="591592" y="30168"/>
                  </a:lnTo>
                  <a:lnTo>
                    <a:pt x="592866" y="24054"/>
                  </a:lnTo>
                  <a:lnTo>
                    <a:pt x="593062" y="23452"/>
                  </a:lnTo>
                  <a:lnTo>
                    <a:pt x="593650" y="21899"/>
                  </a:lnTo>
                  <a:lnTo>
                    <a:pt x="595415" y="20897"/>
                  </a:lnTo>
                  <a:lnTo>
                    <a:pt x="601443" y="19794"/>
                  </a:lnTo>
                  <a:lnTo>
                    <a:pt x="606492" y="17489"/>
                  </a:lnTo>
                  <a:lnTo>
                    <a:pt x="609825" y="15535"/>
                  </a:lnTo>
                  <a:lnTo>
                    <a:pt x="615118" y="14131"/>
                  </a:lnTo>
                  <a:lnTo>
                    <a:pt x="618010" y="14332"/>
                  </a:lnTo>
                  <a:lnTo>
                    <a:pt x="622323" y="14582"/>
                  </a:lnTo>
                  <a:lnTo>
                    <a:pt x="627273" y="13781"/>
                  </a:lnTo>
                  <a:lnTo>
                    <a:pt x="629185" y="13179"/>
                  </a:lnTo>
                  <a:lnTo>
                    <a:pt x="631292" y="11576"/>
                  </a:lnTo>
                  <a:lnTo>
                    <a:pt x="633694" y="8669"/>
                  </a:lnTo>
                  <a:lnTo>
                    <a:pt x="636586" y="4560"/>
                  </a:lnTo>
                  <a:lnTo>
                    <a:pt x="638889" y="2405"/>
                  </a:lnTo>
                  <a:lnTo>
                    <a:pt x="641634" y="952"/>
                  </a:lnTo>
                  <a:lnTo>
                    <a:pt x="6454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809689" y="3612864"/>
              <a:ext cx="1054964" cy="464699"/>
            </a:xfrm>
            <a:custGeom>
              <a:avLst/>
              <a:pathLst>
                <a:path w="1054964" h="464699">
                  <a:moveTo>
                    <a:pt x="790488" y="6665"/>
                  </a:moveTo>
                  <a:lnTo>
                    <a:pt x="797791" y="18140"/>
                  </a:lnTo>
                  <a:lnTo>
                    <a:pt x="799016" y="19894"/>
                  </a:lnTo>
                  <a:lnTo>
                    <a:pt x="801026" y="19995"/>
                  </a:lnTo>
                  <a:lnTo>
                    <a:pt x="806319" y="17038"/>
                  </a:lnTo>
                  <a:lnTo>
                    <a:pt x="812005" y="14382"/>
                  </a:lnTo>
                  <a:lnTo>
                    <a:pt x="812152" y="14432"/>
                  </a:lnTo>
                  <a:lnTo>
                    <a:pt x="814014" y="14883"/>
                  </a:lnTo>
                  <a:lnTo>
                    <a:pt x="814407" y="14833"/>
                  </a:lnTo>
                  <a:lnTo>
                    <a:pt x="815877" y="17539"/>
                  </a:lnTo>
                  <a:lnTo>
                    <a:pt x="817690" y="18692"/>
                  </a:lnTo>
                  <a:lnTo>
                    <a:pt x="829699" y="22751"/>
                  </a:lnTo>
                  <a:lnTo>
                    <a:pt x="834796" y="24505"/>
                  </a:lnTo>
                  <a:lnTo>
                    <a:pt x="835727" y="24806"/>
                  </a:lnTo>
                  <a:lnTo>
                    <a:pt x="842834" y="27762"/>
                  </a:lnTo>
                  <a:lnTo>
                    <a:pt x="855382" y="32423"/>
                  </a:lnTo>
                  <a:lnTo>
                    <a:pt x="859744" y="35179"/>
                  </a:lnTo>
                  <a:lnTo>
                    <a:pt x="863763" y="38486"/>
                  </a:lnTo>
                  <a:lnTo>
                    <a:pt x="866459" y="41393"/>
                  </a:lnTo>
                  <a:lnTo>
                    <a:pt x="869106" y="43047"/>
                  </a:lnTo>
                  <a:lnTo>
                    <a:pt x="874056" y="44249"/>
                  </a:lnTo>
                  <a:lnTo>
                    <a:pt x="877340" y="44450"/>
                  </a:lnTo>
                  <a:lnTo>
                    <a:pt x="888221" y="45252"/>
                  </a:lnTo>
                  <a:lnTo>
                    <a:pt x="898906" y="48910"/>
                  </a:lnTo>
                  <a:lnTo>
                    <a:pt x="905523" y="50514"/>
                  </a:lnTo>
                  <a:lnTo>
                    <a:pt x="913071" y="49411"/>
                  </a:lnTo>
                  <a:lnTo>
                    <a:pt x="920030" y="44851"/>
                  </a:lnTo>
                  <a:lnTo>
                    <a:pt x="928069" y="39188"/>
                  </a:lnTo>
                  <a:lnTo>
                    <a:pt x="938460" y="33525"/>
                  </a:lnTo>
                  <a:lnTo>
                    <a:pt x="945665" y="30919"/>
                  </a:lnTo>
                  <a:lnTo>
                    <a:pt x="954095" y="32323"/>
                  </a:lnTo>
                  <a:lnTo>
                    <a:pt x="954585" y="32423"/>
                  </a:lnTo>
                  <a:lnTo>
                    <a:pt x="961202" y="39388"/>
                  </a:lnTo>
                  <a:lnTo>
                    <a:pt x="967132" y="45603"/>
                  </a:lnTo>
                  <a:lnTo>
                    <a:pt x="977180" y="53821"/>
                  </a:lnTo>
                  <a:lnTo>
                    <a:pt x="983797" y="53671"/>
                  </a:lnTo>
                  <a:lnTo>
                    <a:pt x="991492" y="53671"/>
                  </a:lnTo>
                  <a:lnTo>
                    <a:pt x="997031" y="53971"/>
                  </a:lnTo>
                  <a:lnTo>
                    <a:pt x="1000609" y="54172"/>
                  </a:lnTo>
                  <a:lnTo>
                    <a:pt x="1010999" y="56026"/>
                  </a:lnTo>
                  <a:lnTo>
                    <a:pt x="1017469" y="56026"/>
                  </a:lnTo>
                  <a:lnTo>
                    <a:pt x="1023547" y="58432"/>
                  </a:lnTo>
                  <a:lnTo>
                    <a:pt x="1029968" y="62641"/>
                  </a:lnTo>
                  <a:lnTo>
                    <a:pt x="1036977" y="68304"/>
                  </a:lnTo>
                  <a:lnTo>
                    <a:pt x="1042711" y="74718"/>
                  </a:lnTo>
                  <a:lnTo>
                    <a:pt x="1046632" y="84941"/>
                  </a:lnTo>
                  <a:lnTo>
                    <a:pt x="1047907" y="94663"/>
                  </a:lnTo>
                  <a:lnTo>
                    <a:pt x="1048054" y="100326"/>
                  </a:lnTo>
                  <a:lnTo>
                    <a:pt x="1049867" y="113907"/>
                  </a:lnTo>
                  <a:lnTo>
                    <a:pt x="1050210" y="129993"/>
                  </a:lnTo>
                  <a:lnTo>
                    <a:pt x="1052906" y="136758"/>
                  </a:lnTo>
                  <a:lnTo>
                    <a:pt x="1054866" y="145378"/>
                  </a:lnTo>
                  <a:lnTo>
                    <a:pt x="1054964" y="155100"/>
                  </a:lnTo>
                  <a:lnTo>
                    <a:pt x="1045456" y="163669"/>
                  </a:lnTo>
                  <a:lnTo>
                    <a:pt x="1036682" y="169382"/>
                  </a:lnTo>
                  <a:lnTo>
                    <a:pt x="1027566" y="172138"/>
                  </a:lnTo>
                  <a:lnTo>
                    <a:pt x="1018449" y="174845"/>
                  </a:lnTo>
                  <a:lnTo>
                    <a:pt x="1008255" y="178703"/>
                  </a:lnTo>
                  <a:lnTo>
                    <a:pt x="998207" y="187323"/>
                  </a:lnTo>
                  <a:lnTo>
                    <a:pt x="994678" y="190129"/>
                  </a:lnTo>
                  <a:lnTo>
                    <a:pt x="985856" y="197195"/>
                  </a:lnTo>
                  <a:lnTo>
                    <a:pt x="975808" y="204912"/>
                  </a:lnTo>
                  <a:lnTo>
                    <a:pt x="962378" y="214785"/>
                  </a:lnTo>
                  <a:lnTo>
                    <a:pt x="955026" y="220798"/>
                  </a:lnTo>
                  <a:lnTo>
                    <a:pt x="945027" y="229418"/>
                  </a:lnTo>
                  <a:lnTo>
                    <a:pt x="934980" y="234379"/>
                  </a:lnTo>
                  <a:lnTo>
                    <a:pt x="922628" y="241696"/>
                  </a:lnTo>
                  <a:lnTo>
                    <a:pt x="913120" y="247258"/>
                  </a:lnTo>
                  <a:lnTo>
                    <a:pt x="906503" y="249213"/>
                  </a:lnTo>
                  <a:lnTo>
                    <a:pt x="898808" y="253422"/>
                  </a:lnTo>
                  <a:lnTo>
                    <a:pt x="892926" y="259837"/>
                  </a:lnTo>
                  <a:lnTo>
                    <a:pt x="885917" y="263846"/>
                  </a:lnTo>
                  <a:lnTo>
                    <a:pt x="876261" y="263846"/>
                  </a:lnTo>
                  <a:lnTo>
                    <a:pt x="867831" y="265850"/>
                  </a:lnTo>
                  <a:lnTo>
                    <a:pt x="859058" y="273167"/>
                  </a:lnTo>
                  <a:lnTo>
                    <a:pt x="850088" y="276675"/>
                  </a:lnTo>
                  <a:lnTo>
                    <a:pt x="841511" y="273568"/>
                  </a:lnTo>
                  <a:lnTo>
                    <a:pt x="832738" y="269909"/>
                  </a:lnTo>
                  <a:lnTo>
                    <a:pt x="822151" y="261641"/>
                  </a:lnTo>
                  <a:lnTo>
                    <a:pt x="814309" y="251217"/>
                  </a:lnTo>
                  <a:lnTo>
                    <a:pt x="806417" y="243901"/>
                  </a:lnTo>
                  <a:lnTo>
                    <a:pt x="794948" y="239691"/>
                  </a:lnTo>
                  <a:lnTo>
                    <a:pt x="774363" y="237135"/>
                  </a:lnTo>
                  <a:lnTo>
                    <a:pt x="764854" y="236734"/>
                  </a:lnTo>
                  <a:lnTo>
                    <a:pt x="755885" y="233828"/>
                  </a:lnTo>
                  <a:lnTo>
                    <a:pt x="750003" y="233277"/>
                  </a:lnTo>
                  <a:lnTo>
                    <a:pt x="732799" y="230721"/>
                  </a:lnTo>
                  <a:lnTo>
                    <a:pt x="716527" y="227413"/>
                  </a:lnTo>
                  <a:lnTo>
                    <a:pt x="622078" y="280283"/>
                  </a:lnTo>
                  <a:lnTo>
                    <a:pt x="534099" y="336059"/>
                  </a:lnTo>
                  <a:lnTo>
                    <a:pt x="520522" y="333804"/>
                  </a:lnTo>
                  <a:lnTo>
                    <a:pt x="498613" y="333754"/>
                  </a:lnTo>
                  <a:lnTo>
                    <a:pt x="493075" y="335307"/>
                  </a:lnTo>
                  <a:lnTo>
                    <a:pt x="491800" y="335057"/>
                  </a:lnTo>
                  <a:lnTo>
                    <a:pt x="490379" y="335057"/>
                  </a:lnTo>
                  <a:lnTo>
                    <a:pt x="488663" y="335307"/>
                  </a:lnTo>
                  <a:lnTo>
                    <a:pt x="487046" y="335508"/>
                  </a:lnTo>
                  <a:lnTo>
                    <a:pt x="485134" y="336059"/>
                  </a:lnTo>
                  <a:lnTo>
                    <a:pt x="482684" y="336911"/>
                  </a:lnTo>
                  <a:lnTo>
                    <a:pt x="480772" y="337813"/>
                  </a:lnTo>
                  <a:lnTo>
                    <a:pt x="479449" y="338665"/>
                  </a:lnTo>
                  <a:lnTo>
                    <a:pt x="477635" y="339366"/>
                  </a:lnTo>
                  <a:lnTo>
                    <a:pt x="476949" y="339617"/>
                  </a:lnTo>
                  <a:lnTo>
                    <a:pt x="475381" y="340870"/>
                  </a:lnTo>
                  <a:lnTo>
                    <a:pt x="473420" y="341922"/>
                  </a:lnTo>
                  <a:lnTo>
                    <a:pt x="472146" y="342072"/>
                  </a:lnTo>
                  <a:lnTo>
                    <a:pt x="470283" y="341321"/>
                  </a:lnTo>
                  <a:lnTo>
                    <a:pt x="469989" y="341220"/>
                  </a:lnTo>
                  <a:lnTo>
                    <a:pt x="468421" y="340218"/>
                  </a:lnTo>
                  <a:lnTo>
                    <a:pt x="467097" y="339767"/>
                  </a:lnTo>
                  <a:lnTo>
                    <a:pt x="466117" y="338715"/>
                  </a:lnTo>
                  <a:lnTo>
                    <a:pt x="465235" y="337262"/>
                  </a:lnTo>
                  <a:lnTo>
                    <a:pt x="463421" y="336410"/>
                  </a:lnTo>
                  <a:lnTo>
                    <a:pt x="459794" y="336159"/>
                  </a:lnTo>
                  <a:lnTo>
                    <a:pt x="457393" y="337011"/>
                  </a:lnTo>
                  <a:lnTo>
                    <a:pt x="454942" y="337412"/>
                  </a:lnTo>
                  <a:lnTo>
                    <a:pt x="453472" y="337562"/>
                  </a:lnTo>
                  <a:lnTo>
                    <a:pt x="451903" y="337713"/>
                  </a:lnTo>
                  <a:lnTo>
                    <a:pt x="449060" y="337061"/>
                  </a:lnTo>
                  <a:lnTo>
                    <a:pt x="447492" y="336911"/>
                  </a:lnTo>
                  <a:lnTo>
                    <a:pt x="445630" y="337412"/>
                  </a:lnTo>
                  <a:lnTo>
                    <a:pt x="441757" y="336961"/>
                  </a:lnTo>
                  <a:lnTo>
                    <a:pt x="438376" y="336911"/>
                  </a:lnTo>
                  <a:lnTo>
                    <a:pt x="436954" y="337161"/>
                  </a:lnTo>
                  <a:lnTo>
                    <a:pt x="434307" y="338113"/>
                  </a:lnTo>
                  <a:lnTo>
                    <a:pt x="432249" y="338865"/>
                  </a:lnTo>
                  <a:lnTo>
                    <a:pt x="430190" y="338665"/>
                  </a:lnTo>
                  <a:lnTo>
                    <a:pt x="426514" y="338564"/>
                  </a:lnTo>
                  <a:lnTo>
                    <a:pt x="425583" y="338414"/>
                  </a:lnTo>
                  <a:lnTo>
                    <a:pt x="423230" y="338164"/>
                  </a:lnTo>
                  <a:lnTo>
                    <a:pt x="420976" y="337362"/>
                  </a:lnTo>
                  <a:lnTo>
                    <a:pt x="419309" y="337462"/>
                  </a:lnTo>
                  <a:lnTo>
                    <a:pt x="417447" y="337462"/>
                  </a:lnTo>
                  <a:lnTo>
                    <a:pt x="415682" y="337412"/>
                  </a:lnTo>
                  <a:lnTo>
                    <a:pt x="413477" y="337412"/>
                  </a:lnTo>
                  <a:lnTo>
                    <a:pt x="411516" y="337713"/>
                  </a:lnTo>
                  <a:lnTo>
                    <a:pt x="408281" y="338965"/>
                  </a:lnTo>
                  <a:lnTo>
                    <a:pt x="402939" y="339767"/>
                  </a:lnTo>
                  <a:lnTo>
                    <a:pt x="401419" y="341070"/>
                  </a:lnTo>
                  <a:lnTo>
                    <a:pt x="400390" y="342473"/>
                  </a:lnTo>
                  <a:lnTo>
                    <a:pt x="398332" y="343776"/>
                  </a:lnTo>
                  <a:lnTo>
                    <a:pt x="396567" y="344879"/>
                  </a:lnTo>
                  <a:lnTo>
                    <a:pt x="395097" y="346382"/>
                  </a:lnTo>
                  <a:lnTo>
                    <a:pt x="392744" y="348086"/>
                  </a:lnTo>
                  <a:lnTo>
                    <a:pt x="390931" y="349289"/>
                  </a:lnTo>
                  <a:lnTo>
                    <a:pt x="389117" y="351594"/>
                  </a:lnTo>
                  <a:lnTo>
                    <a:pt x="388676" y="353298"/>
                  </a:lnTo>
                  <a:lnTo>
                    <a:pt x="388333" y="354801"/>
                  </a:lnTo>
                  <a:lnTo>
                    <a:pt x="387696" y="356806"/>
                  </a:lnTo>
                  <a:lnTo>
                    <a:pt x="385686" y="359662"/>
                  </a:lnTo>
                  <a:lnTo>
                    <a:pt x="384167" y="361115"/>
                  </a:lnTo>
                  <a:lnTo>
                    <a:pt x="380589" y="363270"/>
                  </a:lnTo>
                  <a:lnTo>
                    <a:pt x="379363" y="364273"/>
                  </a:lnTo>
                  <a:lnTo>
                    <a:pt x="378579" y="366628"/>
                  </a:lnTo>
                  <a:lnTo>
                    <a:pt x="377648" y="369083"/>
                  </a:lnTo>
                  <a:lnTo>
                    <a:pt x="376619" y="370136"/>
                  </a:lnTo>
                  <a:lnTo>
                    <a:pt x="375442" y="369885"/>
                  </a:lnTo>
                  <a:lnTo>
                    <a:pt x="373629" y="369735"/>
                  </a:lnTo>
                  <a:lnTo>
                    <a:pt x="368924" y="369434"/>
                  </a:lnTo>
                  <a:lnTo>
                    <a:pt x="364561" y="368532"/>
                  </a:lnTo>
                  <a:lnTo>
                    <a:pt x="362209" y="367079"/>
                  </a:lnTo>
                  <a:lnTo>
                    <a:pt x="360934" y="366027"/>
                  </a:lnTo>
                  <a:lnTo>
                    <a:pt x="357503" y="365876"/>
                  </a:lnTo>
                  <a:lnTo>
                    <a:pt x="352504" y="367329"/>
                  </a:lnTo>
                  <a:lnTo>
                    <a:pt x="350642" y="366878"/>
                  </a:lnTo>
                  <a:lnTo>
                    <a:pt x="349024" y="366478"/>
                  </a:lnTo>
                  <a:lnTo>
                    <a:pt x="346181" y="365726"/>
                  </a:lnTo>
                  <a:lnTo>
                    <a:pt x="340594" y="362068"/>
                  </a:lnTo>
                  <a:lnTo>
                    <a:pt x="339123" y="361015"/>
                  </a:lnTo>
                  <a:lnTo>
                    <a:pt x="336771" y="359311"/>
                  </a:lnTo>
                  <a:lnTo>
                    <a:pt x="329517" y="355703"/>
                  </a:lnTo>
                  <a:lnTo>
                    <a:pt x="322557" y="355252"/>
                  </a:lnTo>
                  <a:lnTo>
                    <a:pt x="317018" y="356705"/>
                  </a:lnTo>
                  <a:lnTo>
                    <a:pt x="313783" y="358760"/>
                  </a:lnTo>
                  <a:lnTo>
                    <a:pt x="312754" y="358660"/>
                  </a:lnTo>
                  <a:lnTo>
                    <a:pt x="312019" y="358510"/>
                  </a:lnTo>
                  <a:lnTo>
                    <a:pt x="310794" y="358459"/>
                  </a:lnTo>
                  <a:lnTo>
                    <a:pt x="309372" y="358910"/>
                  </a:lnTo>
                  <a:lnTo>
                    <a:pt x="308294" y="359361"/>
                  </a:lnTo>
                  <a:lnTo>
                    <a:pt x="307510" y="359512"/>
                  </a:lnTo>
                  <a:lnTo>
                    <a:pt x="306922" y="359161"/>
                  </a:lnTo>
                  <a:lnTo>
                    <a:pt x="306235" y="359211"/>
                  </a:lnTo>
                  <a:lnTo>
                    <a:pt x="304961" y="359412"/>
                  </a:lnTo>
                  <a:lnTo>
                    <a:pt x="304618" y="359412"/>
                  </a:lnTo>
                  <a:lnTo>
                    <a:pt x="303785" y="359361"/>
                  </a:lnTo>
                  <a:lnTo>
                    <a:pt x="302461" y="359762"/>
                  </a:lnTo>
                  <a:lnTo>
                    <a:pt x="287610" y="363972"/>
                  </a:lnTo>
                  <a:lnTo>
                    <a:pt x="284375" y="362519"/>
                  </a:lnTo>
                  <a:lnTo>
                    <a:pt x="284130" y="361767"/>
                  </a:lnTo>
                  <a:lnTo>
                    <a:pt x="283640" y="360013"/>
                  </a:lnTo>
                  <a:lnTo>
                    <a:pt x="280062" y="353649"/>
                  </a:lnTo>
                  <a:lnTo>
                    <a:pt x="279621" y="352797"/>
                  </a:lnTo>
                  <a:lnTo>
                    <a:pt x="278543" y="350692"/>
                  </a:lnTo>
                  <a:lnTo>
                    <a:pt x="278298" y="350241"/>
                  </a:lnTo>
                  <a:lnTo>
                    <a:pt x="278200" y="350090"/>
                  </a:lnTo>
                  <a:lnTo>
                    <a:pt x="276141" y="346532"/>
                  </a:lnTo>
                  <a:lnTo>
                    <a:pt x="274132" y="342974"/>
                  </a:lnTo>
                  <a:lnTo>
                    <a:pt x="273690" y="342273"/>
                  </a:lnTo>
                  <a:lnTo>
                    <a:pt x="270211" y="336259"/>
                  </a:lnTo>
                  <a:lnTo>
                    <a:pt x="269818" y="335608"/>
                  </a:lnTo>
                  <a:lnTo>
                    <a:pt x="269328" y="334706"/>
                  </a:lnTo>
                  <a:lnTo>
                    <a:pt x="266142" y="329243"/>
                  </a:lnTo>
                  <a:lnTo>
                    <a:pt x="265407" y="327991"/>
                  </a:lnTo>
                  <a:lnTo>
                    <a:pt x="264868" y="327089"/>
                  </a:lnTo>
                  <a:lnTo>
                    <a:pt x="264672" y="326738"/>
                  </a:lnTo>
                  <a:lnTo>
                    <a:pt x="262760" y="323430"/>
                  </a:lnTo>
                  <a:lnTo>
                    <a:pt x="262613" y="323230"/>
                  </a:lnTo>
                  <a:lnTo>
                    <a:pt x="262466" y="323280"/>
                  </a:lnTo>
                  <a:lnTo>
                    <a:pt x="253546" y="327991"/>
                  </a:lnTo>
                  <a:lnTo>
                    <a:pt x="247615" y="331098"/>
                  </a:lnTo>
                  <a:lnTo>
                    <a:pt x="243596" y="333252"/>
                  </a:lnTo>
                  <a:lnTo>
                    <a:pt x="242665" y="333703"/>
                  </a:lnTo>
                  <a:lnTo>
                    <a:pt x="236636" y="336911"/>
                  </a:lnTo>
                  <a:lnTo>
                    <a:pt x="233352" y="338615"/>
                  </a:lnTo>
                  <a:lnTo>
                    <a:pt x="232911" y="338865"/>
                  </a:lnTo>
                  <a:lnTo>
                    <a:pt x="229382" y="340419"/>
                  </a:lnTo>
                  <a:lnTo>
                    <a:pt x="227569" y="341271"/>
                  </a:lnTo>
                  <a:lnTo>
                    <a:pt x="224677" y="342574"/>
                  </a:lnTo>
                  <a:lnTo>
                    <a:pt x="222373" y="343576"/>
                  </a:lnTo>
                  <a:lnTo>
                    <a:pt x="219678" y="344778"/>
                  </a:lnTo>
                  <a:lnTo>
                    <a:pt x="216639" y="346182"/>
                  </a:lnTo>
                  <a:lnTo>
                    <a:pt x="211198" y="346783"/>
                  </a:lnTo>
                  <a:lnTo>
                    <a:pt x="203062" y="347635"/>
                  </a:lnTo>
                  <a:lnTo>
                    <a:pt x="201886" y="347785"/>
                  </a:lnTo>
                  <a:lnTo>
                    <a:pt x="193652" y="348687"/>
                  </a:lnTo>
                  <a:lnTo>
                    <a:pt x="192671" y="349038"/>
                  </a:lnTo>
                  <a:lnTo>
                    <a:pt x="191348" y="349489"/>
                  </a:lnTo>
                  <a:lnTo>
                    <a:pt x="188848" y="350391"/>
                  </a:lnTo>
                  <a:lnTo>
                    <a:pt x="182427" y="352696"/>
                  </a:lnTo>
                  <a:lnTo>
                    <a:pt x="180516" y="353548"/>
                  </a:lnTo>
                  <a:lnTo>
                    <a:pt x="167821" y="359061"/>
                  </a:lnTo>
                  <a:lnTo>
                    <a:pt x="166351" y="359712"/>
                  </a:lnTo>
                  <a:lnTo>
                    <a:pt x="166008" y="359863"/>
                  </a:lnTo>
                  <a:lnTo>
                    <a:pt x="162332" y="361316"/>
                  </a:lnTo>
                  <a:lnTo>
                    <a:pt x="159636" y="362368"/>
                  </a:lnTo>
                  <a:lnTo>
                    <a:pt x="151010" y="365726"/>
                  </a:lnTo>
                  <a:lnTo>
                    <a:pt x="148167" y="366828"/>
                  </a:lnTo>
                  <a:lnTo>
                    <a:pt x="146746" y="367931"/>
                  </a:lnTo>
                  <a:lnTo>
                    <a:pt x="140815" y="372641"/>
                  </a:lnTo>
                  <a:lnTo>
                    <a:pt x="137972" y="374195"/>
                  </a:lnTo>
                  <a:lnTo>
                    <a:pt x="136159" y="374997"/>
                  </a:lnTo>
                  <a:lnTo>
                    <a:pt x="134492" y="374746"/>
                  </a:lnTo>
                  <a:lnTo>
                    <a:pt x="133316" y="374496"/>
                  </a:lnTo>
                  <a:lnTo>
                    <a:pt x="131748" y="373995"/>
                  </a:lnTo>
                  <a:lnTo>
                    <a:pt x="130228" y="373694"/>
                  </a:lnTo>
                  <a:lnTo>
                    <a:pt x="129003" y="378455"/>
                  </a:lnTo>
                  <a:lnTo>
                    <a:pt x="128954" y="378655"/>
                  </a:lnTo>
                  <a:lnTo>
                    <a:pt x="127336" y="383516"/>
                  </a:lnTo>
                  <a:lnTo>
                    <a:pt x="125915" y="386924"/>
                  </a:lnTo>
                  <a:lnTo>
                    <a:pt x="125621" y="387625"/>
                  </a:lnTo>
                  <a:lnTo>
                    <a:pt x="125572" y="387826"/>
                  </a:lnTo>
                  <a:lnTo>
                    <a:pt x="124151" y="391183"/>
                  </a:lnTo>
                  <a:lnTo>
                    <a:pt x="121210" y="398400"/>
                  </a:lnTo>
                  <a:lnTo>
                    <a:pt x="119935" y="401406"/>
                  </a:lnTo>
                  <a:lnTo>
                    <a:pt x="119151" y="403361"/>
                  </a:lnTo>
                  <a:lnTo>
                    <a:pt x="119053" y="403561"/>
                  </a:lnTo>
                  <a:lnTo>
                    <a:pt x="117779" y="406718"/>
                  </a:lnTo>
                  <a:lnTo>
                    <a:pt x="114691" y="414286"/>
                  </a:lnTo>
                  <a:lnTo>
                    <a:pt x="114299" y="415338"/>
                  </a:lnTo>
                  <a:lnTo>
                    <a:pt x="112436" y="419848"/>
                  </a:lnTo>
                  <a:lnTo>
                    <a:pt x="111750" y="421602"/>
                  </a:lnTo>
                  <a:lnTo>
                    <a:pt x="108760" y="428768"/>
                  </a:lnTo>
                  <a:lnTo>
                    <a:pt x="107976" y="430572"/>
                  </a:lnTo>
                  <a:lnTo>
                    <a:pt x="107878" y="430923"/>
                  </a:lnTo>
                  <a:lnTo>
                    <a:pt x="107290" y="431976"/>
                  </a:lnTo>
                  <a:lnTo>
                    <a:pt x="106163" y="433830"/>
                  </a:lnTo>
                  <a:lnTo>
                    <a:pt x="105231" y="435383"/>
                  </a:lnTo>
                  <a:lnTo>
                    <a:pt x="104104" y="437237"/>
                  </a:lnTo>
                  <a:lnTo>
                    <a:pt x="102683" y="439192"/>
                  </a:lnTo>
                  <a:lnTo>
                    <a:pt x="101212" y="440996"/>
                  </a:lnTo>
                  <a:lnTo>
                    <a:pt x="99938" y="442399"/>
                  </a:lnTo>
                  <a:lnTo>
                    <a:pt x="99007" y="443451"/>
                  </a:lnTo>
                  <a:lnTo>
                    <a:pt x="98271" y="444153"/>
                  </a:lnTo>
                  <a:lnTo>
                    <a:pt x="96262" y="446107"/>
                  </a:lnTo>
                  <a:lnTo>
                    <a:pt x="94056" y="448212"/>
                  </a:lnTo>
                  <a:lnTo>
                    <a:pt x="93811" y="448413"/>
                  </a:lnTo>
                  <a:lnTo>
                    <a:pt x="92831" y="449315"/>
                  </a:lnTo>
                  <a:lnTo>
                    <a:pt x="91410" y="450768"/>
                  </a:lnTo>
                  <a:lnTo>
                    <a:pt x="91262" y="450868"/>
                  </a:lnTo>
                  <a:lnTo>
                    <a:pt x="91017" y="451119"/>
                  </a:lnTo>
                  <a:lnTo>
                    <a:pt x="90233" y="451870"/>
                  </a:lnTo>
                  <a:lnTo>
                    <a:pt x="88273" y="453725"/>
                  </a:lnTo>
                  <a:lnTo>
                    <a:pt x="86410" y="455579"/>
                  </a:lnTo>
                  <a:lnTo>
                    <a:pt x="86018" y="455980"/>
                  </a:lnTo>
                  <a:lnTo>
                    <a:pt x="84891" y="457082"/>
                  </a:lnTo>
                  <a:lnTo>
                    <a:pt x="84450" y="457533"/>
                  </a:lnTo>
                  <a:lnTo>
                    <a:pt x="83175" y="458786"/>
                  </a:lnTo>
                  <a:lnTo>
                    <a:pt x="82979" y="458987"/>
                  </a:lnTo>
                  <a:lnTo>
                    <a:pt x="82489" y="459387"/>
                  </a:lnTo>
                  <a:lnTo>
                    <a:pt x="81607" y="460289"/>
                  </a:lnTo>
                  <a:lnTo>
                    <a:pt x="79940" y="462094"/>
                  </a:lnTo>
                  <a:lnTo>
                    <a:pt x="79254" y="462895"/>
                  </a:lnTo>
                  <a:lnTo>
                    <a:pt x="78764" y="463647"/>
                  </a:lnTo>
                  <a:lnTo>
                    <a:pt x="78617" y="463948"/>
                  </a:lnTo>
                  <a:lnTo>
                    <a:pt x="78421" y="464299"/>
                  </a:lnTo>
                  <a:lnTo>
                    <a:pt x="78323" y="464549"/>
                  </a:lnTo>
                  <a:lnTo>
                    <a:pt x="75186" y="464649"/>
                  </a:lnTo>
                  <a:lnTo>
                    <a:pt x="69108" y="464699"/>
                  </a:lnTo>
                  <a:lnTo>
                    <a:pt x="68667" y="461993"/>
                  </a:lnTo>
                  <a:lnTo>
                    <a:pt x="68226" y="459889"/>
                  </a:lnTo>
                  <a:lnTo>
                    <a:pt x="67981" y="459087"/>
                  </a:lnTo>
                  <a:lnTo>
                    <a:pt x="67589" y="458385"/>
                  </a:lnTo>
                  <a:lnTo>
                    <a:pt x="66707" y="457132"/>
                  </a:lnTo>
                  <a:lnTo>
                    <a:pt x="64599" y="454376"/>
                  </a:lnTo>
                  <a:lnTo>
                    <a:pt x="62933" y="452171"/>
                  </a:lnTo>
                  <a:lnTo>
                    <a:pt x="61903" y="450868"/>
                  </a:lnTo>
                  <a:lnTo>
                    <a:pt x="61511" y="450367"/>
                  </a:lnTo>
                  <a:lnTo>
                    <a:pt x="58276" y="446208"/>
                  </a:lnTo>
                  <a:lnTo>
                    <a:pt x="57198" y="444754"/>
                  </a:lnTo>
                  <a:lnTo>
                    <a:pt x="53865" y="440395"/>
                  </a:lnTo>
                  <a:lnTo>
                    <a:pt x="53424" y="439843"/>
                  </a:lnTo>
                  <a:lnTo>
                    <a:pt x="52934" y="439142"/>
                  </a:lnTo>
                  <a:lnTo>
                    <a:pt x="40828" y="423206"/>
                  </a:lnTo>
                  <a:lnTo>
                    <a:pt x="35779" y="416741"/>
                  </a:lnTo>
                  <a:lnTo>
                    <a:pt x="35632" y="416541"/>
                  </a:lnTo>
                  <a:lnTo>
                    <a:pt x="35534" y="416340"/>
                  </a:lnTo>
                  <a:lnTo>
                    <a:pt x="34799" y="414636"/>
                  </a:lnTo>
                  <a:lnTo>
                    <a:pt x="35534" y="413885"/>
                  </a:lnTo>
                  <a:lnTo>
                    <a:pt x="34897" y="412983"/>
                  </a:lnTo>
                  <a:lnTo>
                    <a:pt x="34701" y="412281"/>
                  </a:lnTo>
                  <a:lnTo>
                    <a:pt x="34652" y="411830"/>
                  </a:lnTo>
                  <a:lnTo>
                    <a:pt x="34848" y="410577"/>
                  </a:lnTo>
                  <a:lnTo>
                    <a:pt x="34995" y="410076"/>
                  </a:lnTo>
                  <a:lnTo>
                    <a:pt x="35289" y="409425"/>
                  </a:lnTo>
                  <a:lnTo>
                    <a:pt x="35681" y="408873"/>
                  </a:lnTo>
                  <a:lnTo>
                    <a:pt x="36122" y="408472"/>
                  </a:lnTo>
                  <a:lnTo>
                    <a:pt x="36760" y="408222"/>
                  </a:lnTo>
                  <a:lnTo>
                    <a:pt x="37936" y="407871"/>
                  </a:lnTo>
                  <a:lnTo>
                    <a:pt x="39896" y="407620"/>
                  </a:lnTo>
                  <a:lnTo>
                    <a:pt x="41808" y="407420"/>
                  </a:lnTo>
                  <a:lnTo>
                    <a:pt x="42396" y="407420"/>
                  </a:lnTo>
                  <a:lnTo>
                    <a:pt x="42543" y="407420"/>
                  </a:lnTo>
                  <a:lnTo>
                    <a:pt x="44553" y="407520"/>
                  </a:lnTo>
                  <a:lnTo>
                    <a:pt x="44798" y="407520"/>
                  </a:lnTo>
                  <a:lnTo>
                    <a:pt x="47641" y="407620"/>
                  </a:lnTo>
                  <a:lnTo>
                    <a:pt x="49944" y="407671"/>
                  </a:lnTo>
                  <a:lnTo>
                    <a:pt x="50238" y="407671"/>
                  </a:lnTo>
                  <a:lnTo>
                    <a:pt x="51022" y="407370"/>
                  </a:lnTo>
                  <a:lnTo>
                    <a:pt x="50581" y="407069"/>
                  </a:lnTo>
                  <a:lnTo>
                    <a:pt x="49699" y="406418"/>
                  </a:lnTo>
                  <a:lnTo>
                    <a:pt x="49503" y="406117"/>
                  </a:lnTo>
                  <a:lnTo>
                    <a:pt x="48621" y="405115"/>
                  </a:lnTo>
                  <a:lnTo>
                    <a:pt x="47444" y="402810"/>
                  </a:lnTo>
                  <a:lnTo>
                    <a:pt x="46415" y="400003"/>
                  </a:lnTo>
                  <a:lnTo>
                    <a:pt x="45435" y="397447"/>
                  </a:lnTo>
                  <a:lnTo>
                    <a:pt x="45337" y="397247"/>
                  </a:lnTo>
                  <a:lnTo>
                    <a:pt x="45043" y="396395"/>
                  </a:lnTo>
                  <a:lnTo>
                    <a:pt x="45043" y="395543"/>
                  </a:lnTo>
                  <a:lnTo>
                    <a:pt x="45092" y="394641"/>
                  </a:lnTo>
                  <a:lnTo>
                    <a:pt x="45239" y="394040"/>
                  </a:lnTo>
                  <a:lnTo>
                    <a:pt x="45729" y="391785"/>
                  </a:lnTo>
                  <a:lnTo>
                    <a:pt x="45827" y="391384"/>
                  </a:lnTo>
                  <a:lnTo>
                    <a:pt x="46905" y="386823"/>
                  </a:lnTo>
                  <a:lnTo>
                    <a:pt x="47984" y="382313"/>
                  </a:lnTo>
                  <a:lnTo>
                    <a:pt x="48474" y="380108"/>
                  </a:lnTo>
                  <a:lnTo>
                    <a:pt x="48572" y="379758"/>
                  </a:lnTo>
                  <a:lnTo>
                    <a:pt x="49601" y="375398"/>
                  </a:lnTo>
                  <a:lnTo>
                    <a:pt x="51121" y="368933"/>
                  </a:lnTo>
                  <a:lnTo>
                    <a:pt x="53326" y="359662"/>
                  </a:lnTo>
                  <a:lnTo>
                    <a:pt x="52444" y="359762"/>
                  </a:lnTo>
                  <a:lnTo>
                    <a:pt x="52150" y="359812"/>
                  </a:lnTo>
                  <a:lnTo>
                    <a:pt x="50434" y="360063"/>
                  </a:lnTo>
                  <a:lnTo>
                    <a:pt x="48229" y="360263"/>
                  </a:lnTo>
                  <a:lnTo>
                    <a:pt x="47494" y="360263"/>
                  </a:lnTo>
                  <a:lnTo>
                    <a:pt x="42396" y="360464"/>
                  </a:lnTo>
                  <a:lnTo>
                    <a:pt x="36956" y="360714"/>
                  </a:lnTo>
                  <a:lnTo>
                    <a:pt x="34701" y="360664"/>
                  </a:lnTo>
                  <a:lnTo>
                    <a:pt x="29702" y="360113"/>
                  </a:lnTo>
                  <a:lnTo>
                    <a:pt x="19850" y="359111"/>
                  </a:lnTo>
                  <a:lnTo>
                    <a:pt x="17840" y="358910"/>
                  </a:lnTo>
                  <a:lnTo>
                    <a:pt x="7842" y="358209"/>
                  </a:lnTo>
                  <a:lnTo>
                    <a:pt x="5244" y="358159"/>
                  </a:lnTo>
                  <a:lnTo>
                    <a:pt x="4999" y="358109"/>
                  </a:lnTo>
                  <a:lnTo>
                    <a:pt x="4852" y="358109"/>
                  </a:lnTo>
                  <a:lnTo>
                    <a:pt x="4558" y="358109"/>
                  </a:lnTo>
                  <a:lnTo>
                    <a:pt x="1813" y="357808"/>
                  </a:lnTo>
                  <a:lnTo>
                    <a:pt x="0" y="357658"/>
                  </a:lnTo>
                  <a:lnTo>
                    <a:pt x="49" y="357457"/>
                  </a:lnTo>
                  <a:lnTo>
                    <a:pt x="392" y="353949"/>
                  </a:lnTo>
                  <a:lnTo>
                    <a:pt x="441" y="353649"/>
                  </a:lnTo>
                  <a:lnTo>
                    <a:pt x="637" y="351744"/>
                  </a:lnTo>
                  <a:lnTo>
                    <a:pt x="637" y="351594"/>
                  </a:lnTo>
                  <a:lnTo>
                    <a:pt x="980" y="348387"/>
                  </a:lnTo>
                  <a:lnTo>
                    <a:pt x="980" y="348186"/>
                  </a:lnTo>
                  <a:lnTo>
                    <a:pt x="1274" y="345530"/>
                  </a:lnTo>
                  <a:lnTo>
                    <a:pt x="1421" y="343776"/>
                  </a:lnTo>
                  <a:lnTo>
                    <a:pt x="1470" y="343425"/>
                  </a:lnTo>
                  <a:lnTo>
                    <a:pt x="1911" y="343526"/>
                  </a:lnTo>
                  <a:lnTo>
                    <a:pt x="2107" y="343576"/>
                  </a:lnTo>
                  <a:lnTo>
                    <a:pt x="2842" y="343676"/>
                  </a:lnTo>
                  <a:lnTo>
                    <a:pt x="3921" y="343325"/>
                  </a:lnTo>
                  <a:lnTo>
                    <a:pt x="4117" y="343075"/>
                  </a:lnTo>
                  <a:lnTo>
                    <a:pt x="4215" y="342774"/>
                  </a:lnTo>
                  <a:lnTo>
                    <a:pt x="4215" y="342473"/>
                  </a:lnTo>
                  <a:lnTo>
                    <a:pt x="4215" y="342223"/>
                  </a:lnTo>
                  <a:lnTo>
                    <a:pt x="4215" y="342022"/>
                  </a:lnTo>
                  <a:lnTo>
                    <a:pt x="4264" y="341571"/>
                  </a:lnTo>
                  <a:lnTo>
                    <a:pt x="4411" y="341120"/>
                  </a:lnTo>
                  <a:lnTo>
                    <a:pt x="4705" y="340519"/>
                  </a:lnTo>
                  <a:lnTo>
                    <a:pt x="5097" y="339667"/>
                  </a:lnTo>
                  <a:lnTo>
                    <a:pt x="5293" y="339366"/>
                  </a:lnTo>
                  <a:lnTo>
                    <a:pt x="5734" y="338514"/>
                  </a:lnTo>
                  <a:lnTo>
                    <a:pt x="6420" y="337662"/>
                  </a:lnTo>
                  <a:lnTo>
                    <a:pt x="7548" y="336510"/>
                  </a:lnTo>
                  <a:lnTo>
                    <a:pt x="7793" y="336259"/>
                  </a:lnTo>
                  <a:lnTo>
                    <a:pt x="7989" y="336059"/>
                  </a:lnTo>
                  <a:lnTo>
                    <a:pt x="9018" y="335107"/>
                  </a:lnTo>
                  <a:lnTo>
                    <a:pt x="10145" y="334405"/>
                  </a:lnTo>
                  <a:lnTo>
                    <a:pt x="11077" y="334305"/>
                  </a:lnTo>
                  <a:lnTo>
                    <a:pt x="11665" y="334205"/>
                  </a:lnTo>
                  <a:lnTo>
                    <a:pt x="13037" y="333854"/>
                  </a:lnTo>
                  <a:lnTo>
                    <a:pt x="13184" y="333804"/>
                  </a:lnTo>
                  <a:lnTo>
                    <a:pt x="14066" y="333453"/>
                  </a:lnTo>
                  <a:lnTo>
                    <a:pt x="14213" y="333252"/>
                  </a:lnTo>
                  <a:lnTo>
                    <a:pt x="14458" y="333002"/>
                  </a:lnTo>
                  <a:lnTo>
                    <a:pt x="14507" y="332852"/>
                  </a:lnTo>
                  <a:lnTo>
                    <a:pt x="14704" y="332150"/>
                  </a:lnTo>
                  <a:lnTo>
                    <a:pt x="14802" y="331599"/>
                  </a:lnTo>
                  <a:lnTo>
                    <a:pt x="14851" y="331398"/>
                  </a:lnTo>
                  <a:lnTo>
                    <a:pt x="14949" y="331148"/>
                  </a:lnTo>
                  <a:lnTo>
                    <a:pt x="15047" y="330847"/>
                  </a:lnTo>
                  <a:lnTo>
                    <a:pt x="15243" y="330396"/>
                  </a:lnTo>
                  <a:lnTo>
                    <a:pt x="15292" y="330196"/>
                  </a:lnTo>
                  <a:lnTo>
                    <a:pt x="15488" y="329895"/>
                  </a:lnTo>
                  <a:lnTo>
                    <a:pt x="15684" y="329544"/>
                  </a:lnTo>
                  <a:lnTo>
                    <a:pt x="15782" y="329243"/>
                  </a:lnTo>
                  <a:lnTo>
                    <a:pt x="15929" y="328692"/>
                  </a:lnTo>
                  <a:lnTo>
                    <a:pt x="16125" y="328191"/>
                  </a:lnTo>
                  <a:lnTo>
                    <a:pt x="16419" y="327790"/>
                  </a:lnTo>
                  <a:lnTo>
                    <a:pt x="16713" y="327540"/>
                  </a:lnTo>
                  <a:lnTo>
                    <a:pt x="17252" y="327339"/>
                  </a:lnTo>
                  <a:lnTo>
                    <a:pt x="17889" y="327189"/>
                  </a:lnTo>
                  <a:lnTo>
                    <a:pt x="18331" y="326788"/>
                  </a:lnTo>
                  <a:lnTo>
                    <a:pt x="19801" y="324332"/>
                  </a:lnTo>
                  <a:lnTo>
                    <a:pt x="20144" y="324132"/>
                  </a:lnTo>
                  <a:lnTo>
                    <a:pt x="22546" y="322428"/>
                  </a:lnTo>
                  <a:lnTo>
                    <a:pt x="27006" y="321777"/>
                  </a:lnTo>
                  <a:lnTo>
                    <a:pt x="32838" y="322679"/>
                  </a:lnTo>
                  <a:lnTo>
                    <a:pt x="38328" y="326237"/>
                  </a:lnTo>
                  <a:lnTo>
                    <a:pt x="45288" y="332952"/>
                  </a:lnTo>
                  <a:lnTo>
                    <a:pt x="50287" y="335708"/>
                  </a:lnTo>
                  <a:lnTo>
                    <a:pt x="54012" y="337161"/>
                  </a:lnTo>
                  <a:lnTo>
                    <a:pt x="59061" y="337813"/>
                  </a:lnTo>
                  <a:lnTo>
                    <a:pt x="65579" y="337813"/>
                  </a:lnTo>
                  <a:lnTo>
                    <a:pt x="72049" y="338164"/>
                  </a:lnTo>
                  <a:lnTo>
                    <a:pt x="74745" y="338765"/>
                  </a:lnTo>
                  <a:lnTo>
                    <a:pt x="75970" y="339466"/>
                  </a:lnTo>
                  <a:lnTo>
                    <a:pt x="76264" y="339767"/>
                  </a:lnTo>
                  <a:lnTo>
                    <a:pt x="76951" y="339968"/>
                  </a:lnTo>
                  <a:lnTo>
                    <a:pt x="77098" y="340218"/>
                  </a:lnTo>
                  <a:lnTo>
                    <a:pt x="77196" y="340369"/>
                  </a:lnTo>
                  <a:lnTo>
                    <a:pt x="77392" y="341571"/>
                  </a:lnTo>
                  <a:lnTo>
                    <a:pt x="77000" y="341722"/>
                  </a:lnTo>
                  <a:lnTo>
                    <a:pt x="76509" y="341922"/>
                  </a:lnTo>
                  <a:lnTo>
                    <a:pt x="76804" y="343075"/>
                  </a:lnTo>
                  <a:lnTo>
                    <a:pt x="77000" y="343726"/>
                  </a:lnTo>
                  <a:lnTo>
                    <a:pt x="76902" y="344027"/>
                  </a:lnTo>
                  <a:lnTo>
                    <a:pt x="76853" y="344428"/>
                  </a:lnTo>
                  <a:lnTo>
                    <a:pt x="76902" y="344879"/>
                  </a:lnTo>
                  <a:lnTo>
                    <a:pt x="76951" y="345430"/>
                  </a:lnTo>
                  <a:lnTo>
                    <a:pt x="76951" y="346182"/>
                  </a:lnTo>
                  <a:lnTo>
                    <a:pt x="76902" y="346332"/>
                  </a:lnTo>
                  <a:lnTo>
                    <a:pt x="76755" y="346633"/>
                  </a:lnTo>
                  <a:lnTo>
                    <a:pt x="76460" y="347034"/>
                  </a:lnTo>
                  <a:lnTo>
                    <a:pt x="76411" y="347234"/>
                  </a:lnTo>
                  <a:lnTo>
                    <a:pt x="76411" y="347635"/>
                  </a:lnTo>
                  <a:lnTo>
                    <a:pt x="76362" y="347835"/>
                  </a:lnTo>
                  <a:lnTo>
                    <a:pt x="76264" y="348186"/>
                  </a:lnTo>
                  <a:lnTo>
                    <a:pt x="76166" y="348587"/>
                  </a:lnTo>
                  <a:lnTo>
                    <a:pt x="76117" y="349088"/>
                  </a:lnTo>
                  <a:lnTo>
                    <a:pt x="76166" y="349489"/>
                  </a:lnTo>
                  <a:lnTo>
                    <a:pt x="76215" y="349740"/>
                  </a:lnTo>
                  <a:lnTo>
                    <a:pt x="76215" y="349940"/>
                  </a:lnTo>
                  <a:lnTo>
                    <a:pt x="76166" y="350191"/>
                  </a:lnTo>
                  <a:lnTo>
                    <a:pt x="76117" y="350441"/>
                  </a:lnTo>
                  <a:lnTo>
                    <a:pt x="76117" y="350592"/>
                  </a:lnTo>
                  <a:lnTo>
                    <a:pt x="76068" y="350842"/>
                  </a:lnTo>
                  <a:lnTo>
                    <a:pt x="76215" y="350892"/>
                  </a:lnTo>
                  <a:lnTo>
                    <a:pt x="76362" y="351043"/>
                  </a:lnTo>
                  <a:lnTo>
                    <a:pt x="76509" y="351143"/>
                  </a:lnTo>
                  <a:lnTo>
                    <a:pt x="76853" y="351393"/>
                  </a:lnTo>
                  <a:lnTo>
                    <a:pt x="77000" y="351644"/>
                  </a:lnTo>
                  <a:lnTo>
                    <a:pt x="77490" y="352095"/>
                  </a:lnTo>
                  <a:lnTo>
                    <a:pt x="77882" y="352446"/>
                  </a:lnTo>
                  <a:lnTo>
                    <a:pt x="78127" y="352646"/>
                  </a:lnTo>
                  <a:lnTo>
                    <a:pt x="78274" y="352847"/>
                  </a:lnTo>
                  <a:lnTo>
                    <a:pt x="79156" y="353348"/>
                  </a:lnTo>
                  <a:lnTo>
                    <a:pt x="79352" y="353649"/>
                  </a:lnTo>
                  <a:lnTo>
                    <a:pt x="79499" y="353899"/>
                  </a:lnTo>
                  <a:lnTo>
                    <a:pt x="79646" y="354049"/>
                  </a:lnTo>
                  <a:lnTo>
                    <a:pt x="79744" y="354300"/>
                  </a:lnTo>
                  <a:lnTo>
                    <a:pt x="80087" y="354150"/>
                  </a:lnTo>
                  <a:lnTo>
                    <a:pt x="80283" y="354049"/>
                  </a:lnTo>
                  <a:lnTo>
                    <a:pt x="81411" y="353348"/>
                  </a:lnTo>
                  <a:lnTo>
                    <a:pt x="81901" y="353047"/>
                  </a:lnTo>
                  <a:lnTo>
                    <a:pt x="88469" y="348387"/>
                  </a:lnTo>
                  <a:lnTo>
                    <a:pt x="96752" y="342724"/>
                  </a:lnTo>
                  <a:lnTo>
                    <a:pt x="109152" y="337211"/>
                  </a:lnTo>
                  <a:lnTo>
                    <a:pt x="121406" y="331448"/>
                  </a:lnTo>
                  <a:lnTo>
                    <a:pt x="126797" y="329193"/>
                  </a:lnTo>
                  <a:lnTo>
                    <a:pt x="131208" y="327239"/>
                  </a:lnTo>
                  <a:lnTo>
                    <a:pt x="132434" y="326638"/>
                  </a:lnTo>
                  <a:lnTo>
                    <a:pt x="133855" y="326036"/>
                  </a:lnTo>
                  <a:lnTo>
                    <a:pt x="142629" y="322127"/>
                  </a:lnTo>
                  <a:lnTo>
                    <a:pt x="143511" y="321726"/>
                  </a:lnTo>
                  <a:lnTo>
                    <a:pt x="146354" y="320423"/>
                  </a:lnTo>
                  <a:lnTo>
                    <a:pt x="146697" y="320273"/>
                  </a:lnTo>
                  <a:lnTo>
                    <a:pt x="149785" y="318920"/>
                  </a:lnTo>
                  <a:lnTo>
                    <a:pt x="163361" y="313007"/>
                  </a:lnTo>
                  <a:lnTo>
                    <a:pt x="163606" y="312906"/>
                  </a:lnTo>
                  <a:lnTo>
                    <a:pt x="173213" y="308747"/>
                  </a:lnTo>
                  <a:lnTo>
                    <a:pt x="174830" y="308045"/>
                  </a:lnTo>
                  <a:lnTo>
                    <a:pt x="176644" y="307294"/>
                  </a:lnTo>
                  <a:lnTo>
                    <a:pt x="181153" y="305289"/>
                  </a:lnTo>
                  <a:lnTo>
                    <a:pt x="181790" y="305039"/>
                  </a:lnTo>
                  <a:lnTo>
                    <a:pt x="196102" y="298775"/>
                  </a:lnTo>
                  <a:lnTo>
                    <a:pt x="200758" y="296770"/>
                  </a:lnTo>
                  <a:lnTo>
                    <a:pt x="205268" y="294765"/>
                  </a:lnTo>
                  <a:lnTo>
                    <a:pt x="206150" y="294415"/>
                  </a:lnTo>
                  <a:lnTo>
                    <a:pt x="207914" y="293663"/>
                  </a:lnTo>
                  <a:lnTo>
                    <a:pt x="224432" y="286898"/>
                  </a:lnTo>
                  <a:lnTo>
                    <a:pt x="227030" y="285795"/>
                  </a:lnTo>
                  <a:lnTo>
                    <a:pt x="242224" y="279631"/>
                  </a:lnTo>
                  <a:lnTo>
                    <a:pt x="262760" y="271212"/>
                  </a:lnTo>
                  <a:lnTo>
                    <a:pt x="270014" y="268256"/>
                  </a:lnTo>
                  <a:lnTo>
                    <a:pt x="271632" y="267604"/>
                  </a:lnTo>
                  <a:lnTo>
                    <a:pt x="277023" y="265399"/>
                  </a:lnTo>
                  <a:lnTo>
                    <a:pt x="282611" y="263094"/>
                  </a:lnTo>
                  <a:lnTo>
                    <a:pt x="284228" y="262442"/>
                  </a:lnTo>
                  <a:lnTo>
                    <a:pt x="286826" y="261390"/>
                  </a:lnTo>
                  <a:lnTo>
                    <a:pt x="294325" y="258333"/>
                  </a:lnTo>
                  <a:lnTo>
                    <a:pt x="295403" y="257882"/>
                  </a:lnTo>
                  <a:lnTo>
                    <a:pt x="287610" y="238438"/>
                  </a:lnTo>
                  <a:lnTo>
                    <a:pt x="287218" y="238689"/>
                  </a:lnTo>
                  <a:lnTo>
                    <a:pt x="286973" y="238839"/>
                  </a:lnTo>
                  <a:lnTo>
                    <a:pt x="284571" y="232174"/>
                  </a:lnTo>
                  <a:lnTo>
                    <a:pt x="282611" y="227313"/>
                  </a:lnTo>
                  <a:lnTo>
                    <a:pt x="281337" y="224056"/>
                  </a:lnTo>
                  <a:lnTo>
                    <a:pt x="278788" y="218092"/>
                  </a:lnTo>
                  <a:lnTo>
                    <a:pt x="277514" y="215035"/>
                  </a:lnTo>
                  <a:lnTo>
                    <a:pt x="275553" y="210525"/>
                  </a:lnTo>
                  <a:lnTo>
                    <a:pt x="274426" y="208170"/>
                  </a:lnTo>
                  <a:lnTo>
                    <a:pt x="273445" y="206817"/>
                  </a:lnTo>
                  <a:lnTo>
                    <a:pt x="272465" y="204812"/>
                  </a:lnTo>
                  <a:lnTo>
                    <a:pt x="270701" y="199600"/>
                  </a:lnTo>
                  <a:lnTo>
                    <a:pt x="269573" y="194639"/>
                  </a:lnTo>
                  <a:lnTo>
                    <a:pt x="269279" y="193386"/>
                  </a:lnTo>
                  <a:lnTo>
                    <a:pt x="271093" y="192885"/>
                  </a:lnTo>
                  <a:lnTo>
                    <a:pt x="272269" y="192535"/>
                  </a:lnTo>
                  <a:lnTo>
                    <a:pt x="271387" y="189127"/>
                  </a:lnTo>
                  <a:lnTo>
                    <a:pt x="270995" y="187623"/>
                  </a:lnTo>
                  <a:lnTo>
                    <a:pt x="270848" y="185869"/>
                  </a:lnTo>
                  <a:lnTo>
                    <a:pt x="270848" y="185669"/>
                  </a:lnTo>
                  <a:lnTo>
                    <a:pt x="270750" y="185018"/>
                  </a:lnTo>
                  <a:lnTo>
                    <a:pt x="270750" y="184316"/>
                  </a:lnTo>
                  <a:lnTo>
                    <a:pt x="270848" y="180106"/>
                  </a:lnTo>
                  <a:lnTo>
                    <a:pt x="267417" y="179405"/>
                  </a:lnTo>
                  <a:lnTo>
                    <a:pt x="267123" y="179355"/>
                  </a:lnTo>
                  <a:lnTo>
                    <a:pt x="266436" y="179154"/>
                  </a:lnTo>
                  <a:lnTo>
                    <a:pt x="266093" y="178703"/>
                  </a:lnTo>
                  <a:lnTo>
                    <a:pt x="265505" y="176999"/>
                  </a:lnTo>
                  <a:lnTo>
                    <a:pt x="265113" y="176849"/>
                  </a:lnTo>
                  <a:lnTo>
                    <a:pt x="258986" y="177751"/>
                  </a:lnTo>
                  <a:lnTo>
                    <a:pt x="250507" y="179004"/>
                  </a:lnTo>
                  <a:lnTo>
                    <a:pt x="245704" y="179756"/>
                  </a:lnTo>
                  <a:lnTo>
                    <a:pt x="244429" y="180006"/>
                  </a:lnTo>
                  <a:lnTo>
                    <a:pt x="243890" y="180106"/>
                  </a:lnTo>
                  <a:lnTo>
                    <a:pt x="237470" y="181109"/>
                  </a:lnTo>
                  <a:lnTo>
                    <a:pt x="237519" y="181309"/>
                  </a:lnTo>
                  <a:lnTo>
                    <a:pt x="233009" y="182111"/>
                  </a:lnTo>
                  <a:lnTo>
                    <a:pt x="233009" y="181860"/>
                  </a:lnTo>
                  <a:lnTo>
                    <a:pt x="232421" y="181961"/>
                  </a:lnTo>
                  <a:lnTo>
                    <a:pt x="209581" y="185669"/>
                  </a:lnTo>
                  <a:lnTo>
                    <a:pt x="209728" y="185368"/>
                  </a:lnTo>
                  <a:lnTo>
                    <a:pt x="210071" y="184516"/>
                  </a:lnTo>
                  <a:lnTo>
                    <a:pt x="210414" y="183815"/>
                  </a:lnTo>
                  <a:lnTo>
                    <a:pt x="210806" y="183113"/>
                  </a:lnTo>
                  <a:lnTo>
                    <a:pt x="211247" y="182311"/>
                  </a:lnTo>
                  <a:lnTo>
                    <a:pt x="211541" y="181860"/>
                  </a:lnTo>
                  <a:lnTo>
                    <a:pt x="211983" y="180908"/>
                  </a:lnTo>
                  <a:lnTo>
                    <a:pt x="213061" y="179355"/>
                  </a:lnTo>
                  <a:lnTo>
                    <a:pt x="213355" y="179004"/>
                  </a:lnTo>
                  <a:lnTo>
                    <a:pt x="214580" y="177501"/>
                  </a:lnTo>
                  <a:lnTo>
                    <a:pt x="214923" y="177250"/>
                  </a:lnTo>
                  <a:lnTo>
                    <a:pt x="215266" y="176849"/>
                  </a:lnTo>
                  <a:lnTo>
                    <a:pt x="215659" y="176398"/>
                  </a:lnTo>
                  <a:lnTo>
                    <a:pt x="215904" y="176097"/>
                  </a:lnTo>
                  <a:lnTo>
                    <a:pt x="216149" y="175646"/>
                  </a:lnTo>
                  <a:lnTo>
                    <a:pt x="217178" y="173692"/>
                  </a:lnTo>
                  <a:lnTo>
                    <a:pt x="217962" y="173291"/>
                  </a:lnTo>
                  <a:lnTo>
                    <a:pt x="218501" y="173040"/>
                  </a:lnTo>
                  <a:lnTo>
                    <a:pt x="219433" y="171838"/>
                  </a:lnTo>
                  <a:lnTo>
                    <a:pt x="220070" y="171136"/>
                  </a:lnTo>
                  <a:lnTo>
                    <a:pt x="220560" y="169132"/>
                  </a:lnTo>
                  <a:lnTo>
                    <a:pt x="220756" y="168681"/>
                  </a:lnTo>
                  <a:lnTo>
                    <a:pt x="221197" y="167678"/>
                  </a:lnTo>
                  <a:lnTo>
                    <a:pt x="221638" y="167328"/>
                  </a:lnTo>
                  <a:lnTo>
                    <a:pt x="222128" y="166977"/>
                  </a:lnTo>
                  <a:lnTo>
                    <a:pt x="222275" y="166426"/>
                  </a:lnTo>
                  <a:lnTo>
                    <a:pt x="222324" y="166075"/>
                  </a:lnTo>
                  <a:lnTo>
                    <a:pt x="222275" y="165724"/>
                  </a:lnTo>
                  <a:lnTo>
                    <a:pt x="222030" y="165273"/>
                  </a:lnTo>
                  <a:lnTo>
                    <a:pt x="221834" y="164521"/>
                  </a:lnTo>
                  <a:lnTo>
                    <a:pt x="222422" y="164020"/>
                  </a:lnTo>
                  <a:lnTo>
                    <a:pt x="222815" y="163669"/>
                  </a:lnTo>
                  <a:lnTo>
                    <a:pt x="223256" y="163319"/>
                  </a:lnTo>
                  <a:lnTo>
                    <a:pt x="223501" y="162968"/>
                  </a:lnTo>
                  <a:lnTo>
                    <a:pt x="223893" y="162817"/>
                  </a:lnTo>
                  <a:lnTo>
                    <a:pt x="224236" y="162667"/>
                  </a:lnTo>
                  <a:lnTo>
                    <a:pt x="224677" y="162517"/>
                  </a:lnTo>
                  <a:lnTo>
                    <a:pt x="225412" y="162366"/>
                  </a:lnTo>
                  <a:lnTo>
                    <a:pt x="225706" y="162416"/>
                  </a:lnTo>
                  <a:lnTo>
                    <a:pt x="226098" y="162416"/>
                  </a:lnTo>
                  <a:lnTo>
                    <a:pt x="226638" y="162416"/>
                  </a:lnTo>
                  <a:lnTo>
                    <a:pt x="226981" y="162366"/>
                  </a:lnTo>
                  <a:lnTo>
                    <a:pt x="227520" y="162166"/>
                  </a:lnTo>
                  <a:lnTo>
                    <a:pt x="227863" y="161264"/>
                  </a:lnTo>
                  <a:lnTo>
                    <a:pt x="229676" y="160963"/>
                  </a:lnTo>
                  <a:lnTo>
                    <a:pt x="230461" y="160763"/>
                  </a:lnTo>
                  <a:lnTo>
                    <a:pt x="232274" y="160262"/>
                  </a:lnTo>
                  <a:lnTo>
                    <a:pt x="233745" y="160211"/>
                  </a:lnTo>
                  <a:lnTo>
                    <a:pt x="234333" y="160512"/>
                  </a:lnTo>
                  <a:lnTo>
                    <a:pt x="235019" y="160963"/>
                  </a:lnTo>
                  <a:lnTo>
                    <a:pt x="236195" y="161164"/>
                  </a:lnTo>
                  <a:lnTo>
                    <a:pt x="237224" y="160612"/>
                  </a:lnTo>
                  <a:lnTo>
                    <a:pt x="238352" y="160111"/>
                  </a:lnTo>
                  <a:lnTo>
                    <a:pt x="239136" y="160512"/>
                  </a:lnTo>
                  <a:lnTo>
                    <a:pt x="239479" y="160863"/>
                  </a:lnTo>
                  <a:lnTo>
                    <a:pt x="240263" y="160813"/>
                  </a:lnTo>
                  <a:lnTo>
                    <a:pt x="241195" y="160763"/>
                  </a:lnTo>
                  <a:lnTo>
                    <a:pt x="242077" y="160462"/>
                  </a:lnTo>
                  <a:lnTo>
                    <a:pt x="243253" y="160312"/>
                  </a:lnTo>
                  <a:lnTo>
                    <a:pt x="244380" y="159460"/>
                  </a:lnTo>
                  <a:lnTo>
                    <a:pt x="245851" y="159059"/>
                  </a:lnTo>
                  <a:lnTo>
                    <a:pt x="247125" y="159059"/>
                  </a:lnTo>
                  <a:lnTo>
                    <a:pt x="248890" y="159209"/>
                  </a:lnTo>
                  <a:lnTo>
                    <a:pt x="249870" y="158909"/>
                  </a:lnTo>
                  <a:lnTo>
                    <a:pt x="250997" y="158007"/>
                  </a:lnTo>
                  <a:lnTo>
                    <a:pt x="251487" y="157706"/>
                  </a:lnTo>
                  <a:lnTo>
                    <a:pt x="251830" y="157555"/>
                  </a:lnTo>
                  <a:lnTo>
                    <a:pt x="252272" y="157355"/>
                  </a:lnTo>
                  <a:lnTo>
                    <a:pt x="252468" y="157255"/>
                  </a:lnTo>
                  <a:lnTo>
                    <a:pt x="253203" y="156653"/>
                  </a:lnTo>
                  <a:lnTo>
                    <a:pt x="253448" y="156453"/>
                  </a:lnTo>
                  <a:lnTo>
                    <a:pt x="253644" y="156353"/>
                  </a:lnTo>
                  <a:lnTo>
                    <a:pt x="254134" y="156102"/>
                  </a:lnTo>
                  <a:lnTo>
                    <a:pt x="254575" y="155902"/>
                  </a:lnTo>
                  <a:lnTo>
                    <a:pt x="254918" y="155902"/>
                  </a:lnTo>
                  <a:lnTo>
                    <a:pt x="255408" y="155802"/>
                  </a:lnTo>
                  <a:lnTo>
                    <a:pt x="255703" y="155701"/>
                  </a:lnTo>
                  <a:lnTo>
                    <a:pt x="255948" y="155601"/>
                  </a:lnTo>
                  <a:lnTo>
                    <a:pt x="256095" y="155551"/>
                  </a:lnTo>
                  <a:lnTo>
                    <a:pt x="256438" y="155501"/>
                  </a:lnTo>
                  <a:lnTo>
                    <a:pt x="257271" y="155300"/>
                  </a:lnTo>
                  <a:lnTo>
                    <a:pt x="257810" y="155200"/>
                  </a:lnTo>
                  <a:lnTo>
                    <a:pt x="258251" y="155150"/>
                  </a:lnTo>
                  <a:lnTo>
                    <a:pt x="258545" y="155050"/>
                  </a:lnTo>
                  <a:lnTo>
                    <a:pt x="259182" y="155000"/>
                  </a:lnTo>
                  <a:lnTo>
                    <a:pt x="259869" y="154899"/>
                  </a:lnTo>
                  <a:lnTo>
                    <a:pt x="260702" y="154899"/>
                  </a:lnTo>
                  <a:lnTo>
                    <a:pt x="261927" y="154849"/>
                  </a:lnTo>
                  <a:lnTo>
                    <a:pt x="264721" y="154048"/>
                  </a:lnTo>
                  <a:lnTo>
                    <a:pt x="265603" y="153647"/>
                  </a:lnTo>
                  <a:lnTo>
                    <a:pt x="266535" y="153346"/>
                  </a:lnTo>
                  <a:lnTo>
                    <a:pt x="266829" y="153346"/>
                  </a:lnTo>
                  <a:lnTo>
                    <a:pt x="267319" y="153296"/>
                  </a:lnTo>
                  <a:lnTo>
                    <a:pt x="268299" y="153095"/>
                  </a:lnTo>
                  <a:lnTo>
                    <a:pt x="269230" y="153045"/>
                  </a:lnTo>
                  <a:lnTo>
                    <a:pt x="269965" y="153246"/>
                  </a:lnTo>
                  <a:lnTo>
                    <a:pt x="270897" y="153396"/>
                  </a:lnTo>
                  <a:lnTo>
                    <a:pt x="271289" y="153396"/>
                  </a:lnTo>
                  <a:lnTo>
                    <a:pt x="271926" y="153346"/>
                  </a:lnTo>
                  <a:lnTo>
                    <a:pt x="272563" y="153095"/>
                  </a:lnTo>
                  <a:lnTo>
                    <a:pt x="273151" y="152845"/>
                  </a:lnTo>
                  <a:lnTo>
                    <a:pt x="273445" y="152644"/>
                  </a:lnTo>
                  <a:lnTo>
                    <a:pt x="273936" y="152394"/>
                  </a:lnTo>
                  <a:lnTo>
                    <a:pt x="274720" y="152243"/>
                  </a:lnTo>
                  <a:lnTo>
                    <a:pt x="277759" y="152093"/>
                  </a:lnTo>
                  <a:lnTo>
                    <a:pt x="278298" y="152193"/>
                  </a:lnTo>
                  <a:lnTo>
                    <a:pt x="279327" y="152594"/>
                  </a:lnTo>
                  <a:lnTo>
                    <a:pt x="279866" y="152745"/>
                  </a:lnTo>
                  <a:lnTo>
                    <a:pt x="280160" y="152795"/>
                  </a:lnTo>
                  <a:lnTo>
                    <a:pt x="280601" y="152795"/>
                  </a:lnTo>
                  <a:lnTo>
                    <a:pt x="281484" y="152644"/>
                  </a:lnTo>
                  <a:lnTo>
                    <a:pt x="282072" y="152344"/>
                  </a:lnTo>
                  <a:lnTo>
                    <a:pt x="283003" y="151943"/>
                  </a:lnTo>
                  <a:lnTo>
                    <a:pt x="283395" y="151943"/>
                  </a:lnTo>
                  <a:lnTo>
                    <a:pt x="283836" y="152143"/>
                  </a:lnTo>
                  <a:lnTo>
                    <a:pt x="284375" y="152444"/>
                  </a:lnTo>
                  <a:lnTo>
                    <a:pt x="284767" y="152694"/>
                  </a:lnTo>
                  <a:lnTo>
                    <a:pt x="285307" y="152745"/>
                  </a:lnTo>
                  <a:lnTo>
                    <a:pt x="285748" y="152745"/>
                  </a:lnTo>
                  <a:lnTo>
                    <a:pt x="286434" y="152444"/>
                  </a:lnTo>
                  <a:lnTo>
                    <a:pt x="286679" y="152294"/>
                  </a:lnTo>
                  <a:lnTo>
                    <a:pt x="287316" y="151843"/>
                  </a:lnTo>
                  <a:lnTo>
                    <a:pt x="288591" y="151692"/>
                  </a:lnTo>
                  <a:lnTo>
                    <a:pt x="290159" y="151943"/>
                  </a:lnTo>
                  <a:lnTo>
                    <a:pt x="290894" y="151792"/>
                  </a:lnTo>
                  <a:lnTo>
                    <a:pt x="291776" y="151642"/>
                  </a:lnTo>
                  <a:lnTo>
                    <a:pt x="292463" y="151642"/>
                  </a:lnTo>
                  <a:lnTo>
                    <a:pt x="293051" y="151792"/>
                  </a:lnTo>
                  <a:lnTo>
                    <a:pt x="293982" y="151943"/>
                  </a:lnTo>
                  <a:lnTo>
                    <a:pt x="294472" y="152093"/>
                  </a:lnTo>
                  <a:lnTo>
                    <a:pt x="295207" y="152193"/>
                  </a:lnTo>
                  <a:lnTo>
                    <a:pt x="295992" y="152143"/>
                  </a:lnTo>
                  <a:lnTo>
                    <a:pt x="296923" y="152143"/>
                  </a:lnTo>
                  <a:lnTo>
                    <a:pt x="297315" y="152193"/>
                  </a:lnTo>
                  <a:lnTo>
                    <a:pt x="297854" y="152243"/>
                  </a:lnTo>
                  <a:lnTo>
                    <a:pt x="298148" y="152243"/>
                  </a:lnTo>
                  <a:lnTo>
                    <a:pt x="298442" y="152193"/>
                  </a:lnTo>
                  <a:lnTo>
                    <a:pt x="298981" y="152143"/>
                  </a:lnTo>
                  <a:lnTo>
                    <a:pt x="300501" y="152193"/>
                  </a:lnTo>
                  <a:lnTo>
                    <a:pt x="301040" y="152193"/>
                  </a:lnTo>
                  <a:lnTo>
                    <a:pt x="301432" y="152243"/>
                  </a:lnTo>
                  <a:lnTo>
                    <a:pt x="301726" y="152394"/>
                  </a:lnTo>
                  <a:lnTo>
                    <a:pt x="301971" y="152544"/>
                  </a:lnTo>
                  <a:lnTo>
                    <a:pt x="302216" y="152694"/>
                  </a:lnTo>
                  <a:lnTo>
                    <a:pt x="302608" y="152745"/>
                  </a:lnTo>
                  <a:lnTo>
                    <a:pt x="303589" y="152745"/>
                  </a:lnTo>
                  <a:lnTo>
                    <a:pt x="304226" y="152745"/>
                  </a:lnTo>
                  <a:lnTo>
                    <a:pt x="304814" y="152594"/>
                  </a:lnTo>
                  <a:lnTo>
                    <a:pt x="305598" y="152143"/>
                  </a:lnTo>
                  <a:lnTo>
                    <a:pt x="305941" y="151843"/>
                  </a:lnTo>
                  <a:lnTo>
                    <a:pt x="306235" y="151742"/>
                  </a:lnTo>
                  <a:lnTo>
                    <a:pt x="307559" y="150991"/>
                  </a:lnTo>
                  <a:lnTo>
                    <a:pt x="309568" y="150590"/>
                  </a:lnTo>
                  <a:lnTo>
                    <a:pt x="310500" y="150640"/>
                  </a:lnTo>
                  <a:lnTo>
                    <a:pt x="318195" y="151943"/>
                  </a:lnTo>
                  <a:lnTo>
                    <a:pt x="325351" y="151542"/>
                  </a:lnTo>
                  <a:lnTo>
                    <a:pt x="332114" y="151492"/>
                  </a:lnTo>
                  <a:lnTo>
                    <a:pt x="336330" y="151542"/>
                  </a:lnTo>
                  <a:lnTo>
                    <a:pt x="339810" y="151492"/>
                  </a:lnTo>
                  <a:lnTo>
                    <a:pt x="347456" y="153997"/>
                  </a:lnTo>
                  <a:lnTo>
                    <a:pt x="353925" y="153747"/>
                  </a:lnTo>
                  <a:lnTo>
                    <a:pt x="359219" y="151993"/>
                  </a:lnTo>
                  <a:lnTo>
                    <a:pt x="361375" y="151843"/>
                  </a:lnTo>
                  <a:lnTo>
                    <a:pt x="367502" y="151241"/>
                  </a:lnTo>
                  <a:lnTo>
                    <a:pt x="367796" y="151291"/>
                  </a:lnTo>
                  <a:lnTo>
                    <a:pt x="370786" y="151492"/>
                  </a:lnTo>
                  <a:lnTo>
                    <a:pt x="374070" y="151642"/>
                  </a:lnTo>
                  <a:lnTo>
                    <a:pt x="377158" y="151542"/>
                  </a:lnTo>
                  <a:lnTo>
                    <a:pt x="381177" y="150590"/>
                  </a:lnTo>
                  <a:lnTo>
                    <a:pt x="382941" y="149938"/>
                  </a:lnTo>
                  <a:lnTo>
                    <a:pt x="388872" y="147583"/>
                  </a:lnTo>
                  <a:lnTo>
                    <a:pt x="391911" y="147082"/>
                  </a:lnTo>
                  <a:lnTo>
                    <a:pt x="394362" y="147032"/>
                  </a:lnTo>
                  <a:lnTo>
                    <a:pt x="400880" y="145879"/>
                  </a:lnTo>
                  <a:lnTo>
                    <a:pt x="405635" y="144426"/>
                  </a:lnTo>
                  <a:lnTo>
                    <a:pt x="410242" y="142722"/>
                  </a:lnTo>
                  <a:lnTo>
                    <a:pt x="414996" y="142020"/>
                  </a:lnTo>
                  <a:lnTo>
                    <a:pt x="416614" y="141820"/>
                  </a:lnTo>
                  <a:lnTo>
                    <a:pt x="419113" y="140617"/>
                  </a:lnTo>
                  <a:lnTo>
                    <a:pt x="422250" y="139665"/>
                  </a:lnTo>
                  <a:lnTo>
                    <a:pt x="422789" y="139314"/>
                  </a:lnTo>
                  <a:lnTo>
                    <a:pt x="422936" y="139214"/>
                  </a:lnTo>
                  <a:lnTo>
                    <a:pt x="424113" y="137560"/>
                  </a:lnTo>
                  <a:lnTo>
                    <a:pt x="427446" y="135155"/>
                  </a:lnTo>
                  <a:lnTo>
                    <a:pt x="430092" y="134002"/>
                  </a:lnTo>
                  <a:lnTo>
                    <a:pt x="433082" y="133050"/>
                  </a:lnTo>
                  <a:lnTo>
                    <a:pt x="438670" y="132048"/>
                  </a:lnTo>
                  <a:lnTo>
                    <a:pt x="441757" y="131146"/>
                  </a:lnTo>
                  <a:lnTo>
                    <a:pt x="453962" y="126636"/>
                  </a:lnTo>
                  <a:lnTo>
                    <a:pt x="460628" y="122276"/>
                  </a:lnTo>
                  <a:lnTo>
                    <a:pt x="467342" y="117214"/>
                  </a:lnTo>
                  <a:lnTo>
                    <a:pt x="470381" y="115410"/>
                  </a:lnTo>
                  <a:lnTo>
                    <a:pt x="476949" y="111852"/>
                  </a:lnTo>
                  <a:lnTo>
                    <a:pt x="481948" y="109096"/>
                  </a:lnTo>
                  <a:lnTo>
                    <a:pt x="484007" y="108745"/>
                  </a:lnTo>
                  <a:lnTo>
                    <a:pt x="486311" y="107542"/>
                  </a:lnTo>
                  <a:lnTo>
                    <a:pt x="487683" y="107292"/>
                  </a:lnTo>
                  <a:lnTo>
                    <a:pt x="488369" y="106791"/>
                  </a:lnTo>
                  <a:lnTo>
                    <a:pt x="489693" y="106189"/>
                  </a:lnTo>
                  <a:lnTo>
                    <a:pt x="490134" y="106039"/>
                  </a:lnTo>
                  <a:lnTo>
                    <a:pt x="493761" y="104385"/>
                  </a:lnTo>
                  <a:lnTo>
                    <a:pt x="494202" y="104335"/>
                  </a:lnTo>
                  <a:lnTo>
                    <a:pt x="494741" y="104285"/>
                  </a:lnTo>
                  <a:lnTo>
                    <a:pt x="496162" y="104486"/>
                  </a:lnTo>
                  <a:lnTo>
                    <a:pt x="499054" y="104035"/>
                  </a:lnTo>
                  <a:lnTo>
                    <a:pt x="502093" y="103734"/>
                  </a:lnTo>
                  <a:lnTo>
                    <a:pt x="504005" y="103533"/>
                  </a:lnTo>
                  <a:lnTo>
                    <a:pt x="505818" y="103584"/>
                  </a:lnTo>
                  <a:lnTo>
                    <a:pt x="507926" y="103884"/>
                  </a:lnTo>
                  <a:lnTo>
                    <a:pt x="512974" y="103884"/>
                  </a:lnTo>
                  <a:lnTo>
                    <a:pt x="515474" y="103333"/>
                  </a:lnTo>
                  <a:lnTo>
                    <a:pt x="517924" y="103584"/>
                  </a:lnTo>
                  <a:lnTo>
                    <a:pt x="519738" y="103433"/>
                  </a:lnTo>
                  <a:lnTo>
                    <a:pt x="521894" y="103233"/>
                  </a:lnTo>
                  <a:lnTo>
                    <a:pt x="523169" y="103233"/>
                  </a:lnTo>
                  <a:lnTo>
                    <a:pt x="532677" y="100978"/>
                  </a:lnTo>
                  <a:lnTo>
                    <a:pt x="549587" y="95215"/>
                  </a:lnTo>
                  <a:lnTo>
                    <a:pt x="562625" y="92007"/>
                  </a:lnTo>
                  <a:lnTo>
                    <a:pt x="584141" y="86645"/>
                  </a:lnTo>
                  <a:lnTo>
                    <a:pt x="591003" y="84941"/>
                  </a:lnTo>
                  <a:lnTo>
                    <a:pt x="595170" y="84140"/>
                  </a:lnTo>
                  <a:lnTo>
                    <a:pt x="602031" y="82887"/>
                  </a:lnTo>
                  <a:lnTo>
                    <a:pt x="606394" y="82486"/>
                  </a:lnTo>
                  <a:lnTo>
                    <a:pt x="628107" y="78978"/>
                  </a:lnTo>
                  <a:lnTo>
                    <a:pt x="642664" y="74468"/>
                  </a:lnTo>
                  <a:lnTo>
                    <a:pt x="657613" y="71912"/>
                  </a:lnTo>
                  <a:lnTo>
                    <a:pt x="660161" y="71812"/>
                  </a:lnTo>
                  <a:lnTo>
                    <a:pt x="668690" y="71461"/>
                  </a:lnTo>
                  <a:lnTo>
                    <a:pt x="671777" y="71160"/>
                  </a:lnTo>
                  <a:lnTo>
                    <a:pt x="674375" y="70910"/>
                  </a:lnTo>
                  <a:lnTo>
                    <a:pt x="674767" y="70860"/>
                  </a:lnTo>
                  <a:lnTo>
                    <a:pt x="676777" y="70609"/>
                  </a:lnTo>
                  <a:lnTo>
                    <a:pt x="685109" y="69707"/>
                  </a:lnTo>
                  <a:lnTo>
                    <a:pt x="691579" y="68605"/>
                  </a:lnTo>
                  <a:lnTo>
                    <a:pt x="695255" y="67953"/>
                  </a:lnTo>
                  <a:lnTo>
                    <a:pt x="699519" y="67201"/>
                  </a:lnTo>
                  <a:lnTo>
                    <a:pt x="702656" y="66650"/>
                  </a:lnTo>
                  <a:lnTo>
                    <a:pt x="705989" y="66099"/>
                  </a:lnTo>
                  <a:lnTo>
                    <a:pt x="717752" y="65898"/>
                  </a:lnTo>
                  <a:lnTo>
                    <a:pt x="723340" y="64996"/>
                  </a:lnTo>
                  <a:lnTo>
                    <a:pt x="727947" y="64195"/>
                  </a:lnTo>
                  <a:lnTo>
                    <a:pt x="733779" y="61488"/>
                  </a:lnTo>
                  <a:lnTo>
                    <a:pt x="736867" y="60085"/>
                  </a:lnTo>
                  <a:lnTo>
                    <a:pt x="737259" y="59885"/>
                  </a:lnTo>
                  <a:lnTo>
                    <a:pt x="745543" y="56978"/>
                  </a:lnTo>
                  <a:lnTo>
                    <a:pt x="753630" y="52869"/>
                  </a:lnTo>
                  <a:lnTo>
                    <a:pt x="755051" y="52117"/>
                  </a:lnTo>
                  <a:lnTo>
                    <a:pt x="757257" y="50413"/>
                  </a:lnTo>
                  <a:lnTo>
                    <a:pt x="762305" y="46454"/>
                  </a:lnTo>
                  <a:lnTo>
                    <a:pt x="764756" y="41092"/>
                  </a:lnTo>
                  <a:lnTo>
                    <a:pt x="768726" y="36231"/>
                  </a:lnTo>
                  <a:lnTo>
                    <a:pt x="772010" y="32122"/>
                  </a:lnTo>
                  <a:lnTo>
                    <a:pt x="772157" y="26760"/>
                  </a:lnTo>
                  <a:lnTo>
                    <a:pt x="773186" y="22450"/>
                  </a:lnTo>
                  <a:lnTo>
                    <a:pt x="774461" y="19995"/>
                  </a:lnTo>
                  <a:lnTo>
                    <a:pt x="774510" y="19844"/>
                  </a:lnTo>
                  <a:lnTo>
                    <a:pt x="775098" y="18642"/>
                  </a:lnTo>
                  <a:lnTo>
                    <a:pt x="776519" y="13630"/>
                  </a:lnTo>
                  <a:lnTo>
                    <a:pt x="778578" y="9772"/>
                  </a:lnTo>
                  <a:lnTo>
                    <a:pt x="778725" y="9471"/>
                  </a:lnTo>
                  <a:lnTo>
                    <a:pt x="782401" y="5662"/>
                  </a:lnTo>
                  <a:lnTo>
                    <a:pt x="784067" y="3958"/>
                  </a:lnTo>
                  <a:lnTo>
                    <a:pt x="785048" y="2906"/>
                  </a:lnTo>
                  <a:lnTo>
                    <a:pt x="786175" y="1804"/>
                  </a:lnTo>
                  <a:lnTo>
                    <a:pt x="786910" y="1002"/>
                  </a:lnTo>
                  <a:lnTo>
                    <a:pt x="787890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57208" y="4305579"/>
              <a:ext cx="82048" cy="134804"/>
            </a:xfrm>
            <a:custGeom>
              <a:avLst/>
              <a:pathLst>
                <a:path w="82048" h="134804">
                  <a:moveTo>
                    <a:pt x="47690" y="400"/>
                  </a:moveTo>
                  <a:lnTo>
                    <a:pt x="48425" y="1904"/>
                  </a:lnTo>
                  <a:lnTo>
                    <a:pt x="48523" y="2154"/>
                  </a:lnTo>
                  <a:lnTo>
                    <a:pt x="49209" y="3457"/>
                  </a:lnTo>
                  <a:lnTo>
                    <a:pt x="50140" y="3457"/>
                  </a:lnTo>
                  <a:lnTo>
                    <a:pt x="50973" y="3457"/>
                  </a:lnTo>
                  <a:lnTo>
                    <a:pt x="52738" y="3407"/>
                  </a:lnTo>
                  <a:lnTo>
                    <a:pt x="54944" y="3507"/>
                  </a:lnTo>
                  <a:lnTo>
                    <a:pt x="54944" y="3858"/>
                  </a:lnTo>
                  <a:lnTo>
                    <a:pt x="54993" y="5963"/>
                  </a:lnTo>
                  <a:lnTo>
                    <a:pt x="55042" y="7567"/>
                  </a:lnTo>
                  <a:lnTo>
                    <a:pt x="55091" y="7917"/>
                  </a:lnTo>
                  <a:lnTo>
                    <a:pt x="55091" y="8619"/>
                  </a:lnTo>
                  <a:lnTo>
                    <a:pt x="55091" y="8819"/>
                  </a:lnTo>
                  <a:lnTo>
                    <a:pt x="55140" y="11125"/>
                  </a:lnTo>
                  <a:lnTo>
                    <a:pt x="55140" y="11425"/>
                  </a:lnTo>
                  <a:lnTo>
                    <a:pt x="55189" y="12428"/>
                  </a:lnTo>
                  <a:lnTo>
                    <a:pt x="55238" y="13330"/>
                  </a:lnTo>
                  <a:lnTo>
                    <a:pt x="55238" y="15334"/>
                  </a:lnTo>
                  <a:lnTo>
                    <a:pt x="55287" y="15735"/>
                  </a:lnTo>
                  <a:lnTo>
                    <a:pt x="55287" y="16086"/>
                  </a:lnTo>
                  <a:lnTo>
                    <a:pt x="55287" y="16236"/>
                  </a:lnTo>
                  <a:lnTo>
                    <a:pt x="55336" y="17389"/>
                  </a:lnTo>
                  <a:lnTo>
                    <a:pt x="55336" y="18391"/>
                  </a:lnTo>
                  <a:lnTo>
                    <a:pt x="55385" y="19393"/>
                  </a:lnTo>
                  <a:lnTo>
                    <a:pt x="55385" y="19995"/>
                  </a:lnTo>
                  <a:lnTo>
                    <a:pt x="55434" y="20847"/>
                  </a:lnTo>
                  <a:lnTo>
                    <a:pt x="55434" y="21097"/>
                  </a:lnTo>
                  <a:lnTo>
                    <a:pt x="55434" y="22250"/>
                  </a:lnTo>
                  <a:lnTo>
                    <a:pt x="55483" y="24004"/>
                  </a:lnTo>
                  <a:lnTo>
                    <a:pt x="55532" y="25607"/>
                  </a:lnTo>
                  <a:lnTo>
                    <a:pt x="55532" y="25858"/>
                  </a:lnTo>
                  <a:lnTo>
                    <a:pt x="55581" y="26008"/>
                  </a:lnTo>
                  <a:lnTo>
                    <a:pt x="56512" y="26910"/>
                  </a:lnTo>
                  <a:lnTo>
                    <a:pt x="56757" y="27111"/>
                  </a:lnTo>
                  <a:lnTo>
                    <a:pt x="57051" y="27361"/>
                  </a:lnTo>
                  <a:lnTo>
                    <a:pt x="58031" y="28213"/>
                  </a:lnTo>
                  <a:lnTo>
                    <a:pt x="59110" y="29065"/>
                  </a:lnTo>
                  <a:lnTo>
                    <a:pt x="59257" y="29266"/>
                  </a:lnTo>
                  <a:lnTo>
                    <a:pt x="60188" y="30017"/>
                  </a:lnTo>
                  <a:lnTo>
                    <a:pt x="60335" y="30168"/>
                  </a:lnTo>
                  <a:lnTo>
                    <a:pt x="61658" y="31320"/>
                  </a:lnTo>
                  <a:lnTo>
                    <a:pt x="61854" y="31471"/>
                  </a:lnTo>
                  <a:lnTo>
                    <a:pt x="62198" y="31771"/>
                  </a:lnTo>
                  <a:lnTo>
                    <a:pt x="64158" y="33525"/>
                  </a:lnTo>
                  <a:lnTo>
                    <a:pt x="64403" y="33776"/>
                  </a:lnTo>
                  <a:lnTo>
                    <a:pt x="64746" y="34026"/>
                  </a:lnTo>
                  <a:lnTo>
                    <a:pt x="65285" y="34528"/>
                  </a:lnTo>
                  <a:lnTo>
                    <a:pt x="66511" y="35630"/>
                  </a:lnTo>
                  <a:lnTo>
                    <a:pt x="67099" y="36181"/>
                  </a:lnTo>
                  <a:lnTo>
                    <a:pt x="68667" y="37534"/>
                  </a:lnTo>
                  <a:lnTo>
                    <a:pt x="69844" y="38587"/>
                  </a:lnTo>
                  <a:lnTo>
                    <a:pt x="70775" y="39439"/>
                  </a:lnTo>
                  <a:lnTo>
                    <a:pt x="71559" y="40140"/>
                  </a:lnTo>
                  <a:lnTo>
                    <a:pt x="72735" y="41092"/>
                  </a:lnTo>
                  <a:lnTo>
                    <a:pt x="75578" y="43548"/>
                  </a:lnTo>
                  <a:lnTo>
                    <a:pt x="77147" y="45101"/>
                  </a:lnTo>
                  <a:lnTo>
                    <a:pt x="78078" y="45953"/>
                  </a:lnTo>
                  <a:lnTo>
                    <a:pt x="78764" y="46555"/>
                  </a:lnTo>
                  <a:lnTo>
                    <a:pt x="82048" y="49662"/>
                  </a:lnTo>
                  <a:lnTo>
                    <a:pt x="81411" y="50464"/>
                  </a:lnTo>
                  <a:lnTo>
                    <a:pt x="81215" y="50915"/>
                  </a:lnTo>
                  <a:lnTo>
                    <a:pt x="80970" y="51366"/>
                  </a:lnTo>
                  <a:lnTo>
                    <a:pt x="80774" y="51766"/>
                  </a:lnTo>
                  <a:lnTo>
                    <a:pt x="80725" y="51917"/>
                  </a:lnTo>
                  <a:lnTo>
                    <a:pt x="79156" y="55024"/>
                  </a:lnTo>
                  <a:lnTo>
                    <a:pt x="77539" y="58181"/>
                  </a:lnTo>
                  <a:lnTo>
                    <a:pt x="77441" y="58381"/>
                  </a:lnTo>
                  <a:lnTo>
                    <a:pt x="76019" y="61338"/>
                  </a:lnTo>
                  <a:lnTo>
                    <a:pt x="74941" y="63343"/>
                  </a:lnTo>
                  <a:lnTo>
                    <a:pt x="74451" y="63894"/>
                  </a:lnTo>
                  <a:lnTo>
                    <a:pt x="73177" y="65247"/>
                  </a:lnTo>
                  <a:lnTo>
                    <a:pt x="72539" y="65898"/>
                  </a:lnTo>
                  <a:lnTo>
                    <a:pt x="73667" y="66800"/>
                  </a:lnTo>
                  <a:lnTo>
                    <a:pt x="74892" y="67903"/>
                  </a:lnTo>
                  <a:lnTo>
                    <a:pt x="74745" y="68153"/>
                  </a:lnTo>
                  <a:lnTo>
                    <a:pt x="74353" y="68655"/>
                  </a:lnTo>
                  <a:lnTo>
                    <a:pt x="72343" y="71461"/>
                  </a:lnTo>
                  <a:lnTo>
                    <a:pt x="70628" y="74017"/>
                  </a:lnTo>
                  <a:lnTo>
                    <a:pt x="69353" y="75821"/>
                  </a:lnTo>
                  <a:lnTo>
                    <a:pt x="69059" y="76172"/>
                  </a:lnTo>
                  <a:lnTo>
                    <a:pt x="68471" y="77024"/>
                  </a:lnTo>
                  <a:lnTo>
                    <a:pt x="67540" y="78276"/>
                  </a:lnTo>
                  <a:lnTo>
                    <a:pt x="67197" y="78777"/>
                  </a:lnTo>
                  <a:lnTo>
                    <a:pt x="66854" y="79279"/>
                  </a:lnTo>
                  <a:lnTo>
                    <a:pt x="66364" y="79980"/>
                  </a:lnTo>
                  <a:lnTo>
                    <a:pt x="68471" y="82636"/>
                  </a:lnTo>
                  <a:lnTo>
                    <a:pt x="68618" y="82787"/>
                  </a:lnTo>
                  <a:lnTo>
                    <a:pt x="68471" y="82787"/>
                  </a:lnTo>
                  <a:lnTo>
                    <a:pt x="66168" y="82787"/>
                  </a:lnTo>
                  <a:lnTo>
                    <a:pt x="66021" y="82787"/>
                  </a:lnTo>
                  <a:lnTo>
                    <a:pt x="65825" y="83488"/>
                  </a:lnTo>
                  <a:lnTo>
                    <a:pt x="65677" y="83739"/>
                  </a:lnTo>
                  <a:lnTo>
                    <a:pt x="65432" y="84039"/>
                  </a:lnTo>
                  <a:lnTo>
                    <a:pt x="64942" y="84440"/>
                  </a:lnTo>
                  <a:lnTo>
                    <a:pt x="64795" y="84691"/>
                  </a:lnTo>
                  <a:lnTo>
                    <a:pt x="64697" y="84891"/>
                  </a:lnTo>
                  <a:lnTo>
                    <a:pt x="64550" y="85292"/>
                  </a:lnTo>
                  <a:lnTo>
                    <a:pt x="64354" y="85693"/>
                  </a:lnTo>
                  <a:lnTo>
                    <a:pt x="64256" y="85894"/>
                  </a:lnTo>
                  <a:lnTo>
                    <a:pt x="63080" y="88600"/>
                  </a:lnTo>
                  <a:lnTo>
                    <a:pt x="62590" y="89602"/>
                  </a:lnTo>
                  <a:lnTo>
                    <a:pt x="62100" y="90704"/>
                  </a:lnTo>
                  <a:lnTo>
                    <a:pt x="60972" y="93360"/>
                  </a:lnTo>
                  <a:lnTo>
                    <a:pt x="59796" y="95966"/>
                  </a:lnTo>
                  <a:lnTo>
                    <a:pt x="59110" y="97670"/>
                  </a:lnTo>
                  <a:lnTo>
                    <a:pt x="59012" y="97871"/>
                  </a:lnTo>
                  <a:lnTo>
                    <a:pt x="56757" y="102832"/>
                  </a:lnTo>
                  <a:lnTo>
                    <a:pt x="54944" y="106841"/>
                  </a:lnTo>
                  <a:lnTo>
                    <a:pt x="53081" y="110650"/>
                  </a:lnTo>
                  <a:lnTo>
                    <a:pt x="53228" y="110700"/>
                  </a:lnTo>
                  <a:lnTo>
                    <a:pt x="53963" y="111151"/>
                  </a:lnTo>
                  <a:lnTo>
                    <a:pt x="54404" y="111451"/>
                  </a:lnTo>
                  <a:lnTo>
                    <a:pt x="54944" y="111802"/>
                  </a:lnTo>
                  <a:lnTo>
                    <a:pt x="55385" y="112103"/>
                  </a:lnTo>
                  <a:lnTo>
                    <a:pt x="56071" y="112504"/>
                  </a:lnTo>
                  <a:lnTo>
                    <a:pt x="56414" y="112754"/>
                  </a:lnTo>
                  <a:lnTo>
                    <a:pt x="56757" y="113005"/>
                  </a:lnTo>
                  <a:lnTo>
                    <a:pt x="59306" y="114909"/>
                  </a:lnTo>
                  <a:lnTo>
                    <a:pt x="60286" y="115761"/>
                  </a:lnTo>
                  <a:lnTo>
                    <a:pt x="60433" y="115861"/>
                  </a:lnTo>
                  <a:lnTo>
                    <a:pt x="60629" y="116062"/>
                  </a:lnTo>
                  <a:lnTo>
                    <a:pt x="60972" y="116312"/>
                  </a:lnTo>
                  <a:lnTo>
                    <a:pt x="61756" y="116964"/>
                  </a:lnTo>
                  <a:lnTo>
                    <a:pt x="61952" y="117114"/>
                  </a:lnTo>
                  <a:lnTo>
                    <a:pt x="62541" y="117615"/>
                  </a:lnTo>
                  <a:lnTo>
                    <a:pt x="62786" y="117816"/>
                  </a:lnTo>
                  <a:lnTo>
                    <a:pt x="63129" y="118116"/>
                  </a:lnTo>
                  <a:lnTo>
                    <a:pt x="63276" y="118267"/>
                  </a:lnTo>
                  <a:lnTo>
                    <a:pt x="63619" y="118517"/>
                  </a:lnTo>
                  <a:lnTo>
                    <a:pt x="63766" y="118668"/>
                  </a:lnTo>
                  <a:lnTo>
                    <a:pt x="64893" y="119620"/>
                  </a:lnTo>
                  <a:lnTo>
                    <a:pt x="65236" y="119971"/>
                  </a:lnTo>
                  <a:lnTo>
                    <a:pt x="65383" y="120171"/>
                  </a:lnTo>
                  <a:lnTo>
                    <a:pt x="66266" y="120973"/>
                  </a:lnTo>
                  <a:lnTo>
                    <a:pt x="66609" y="121274"/>
                  </a:lnTo>
                  <a:lnTo>
                    <a:pt x="66315" y="121624"/>
                  </a:lnTo>
                  <a:lnTo>
                    <a:pt x="65972" y="122025"/>
                  </a:lnTo>
                  <a:lnTo>
                    <a:pt x="65628" y="122627"/>
                  </a:lnTo>
                  <a:lnTo>
                    <a:pt x="65334" y="123178"/>
                  </a:lnTo>
                  <a:lnTo>
                    <a:pt x="64942" y="124330"/>
                  </a:lnTo>
                  <a:lnTo>
                    <a:pt x="64501" y="125734"/>
                  </a:lnTo>
                  <a:lnTo>
                    <a:pt x="61168" y="123829"/>
                  </a:lnTo>
                  <a:lnTo>
                    <a:pt x="60874" y="123679"/>
                  </a:lnTo>
                  <a:lnTo>
                    <a:pt x="60580" y="123478"/>
                  </a:lnTo>
                  <a:lnTo>
                    <a:pt x="60335" y="123378"/>
                  </a:lnTo>
                  <a:lnTo>
                    <a:pt x="58963" y="122576"/>
                  </a:lnTo>
                  <a:lnTo>
                    <a:pt x="58374" y="122276"/>
                  </a:lnTo>
                  <a:lnTo>
                    <a:pt x="57149" y="121624"/>
                  </a:lnTo>
                  <a:lnTo>
                    <a:pt x="56855" y="121424"/>
                  </a:lnTo>
                  <a:lnTo>
                    <a:pt x="55924" y="120923"/>
                  </a:lnTo>
                  <a:lnTo>
                    <a:pt x="54797" y="120321"/>
                  </a:lnTo>
                  <a:lnTo>
                    <a:pt x="54600" y="120171"/>
                  </a:lnTo>
                  <a:lnTo>
                    <a:pt x="54012" y="119870"/>
                  </a:lnTo>
                  <a:lnTo>
                    <a:pt x="52787" y="119169"/>
                  </a:lnTo>
                  <a:lnTo>
                    <a:pt x="51219" y="118317"/>
                  </a:lnTo>
                  <a:lnTo>
                    <a:pt x="50189" y="117766"/>
                  </a:lnTo>
                  <a:lnTo>
                    <a:pt x="49013" y="117114"/>
                  </a:lnTo>
                  <a:lnTo>
                    <a:pt x="48719" y="116964"/>
                  </a:lnTo>
                  <a:lnTo>
                    <a:pt x="48278" y="116864"/>
                  </a:lnTo>
                  <a:lnTo>
                    <a:pt x="47690" y="117214"/>
                  </a:lnTo>
                  <a:lnTo>
                    <a:pt x="47150" y="117615"/>
                  </a:lnTo>
                  <a:lnTo>
                    <a:pt x="47199" y="118116"/>
                  </a:lnTo>
                  <a:lnTo>
                    <a:pt x="47592" y="120071"/>
                  </a:lnTo>
                  <a:lnTo>
                    <a:pt x="47739" y="120923"/>
                  </a:lnTo>
                  <a:lnTo>
                    <a:pt x="47444" y="121023"/>
                  </a:lnTo>
                  <a:lnTo>
                    <a:pt x="44553" y="122376"/>
                  </a:lnTo>
                  <a:lnTo>
                    <a:pt x="43425" y="122877"/>
                  </a:lnTo>
                  <a:lnTo>
                    <a:pt x="41220" y="123930"/>
                  </a:lnTo>
                  <a:lnTo>
                    <a:pt x="39749" y="124581"/>
                  </a:lnTo>
                  <a:lnTo>
                    <a:pt x="35534" y="126535"/>
                  </a:lnTo>
                  <a:lnTo>
                    <a:pt x="31123" y="128590"/>
                  </a:lnTo>
                  <a:lnTo>
                    <a:pt x="30682" y="128740"/>
                  </a:lnTo>
                  <a:lnTo>
                    <a:pt x="29408" y="129292"/>
                  </a:lnTo>
                  <a:lnTo>
                    <a:pt x="25486" y="130945"/>
                  </a:lnTo>
                  <a:lnTo>
                    <a:pt x="23183" y="131847"/>
                  </a:lnTo>
                  <a:lnTo>
                    <a:pt x="20144" y="132048"/>
                  </a:lnTo>
                  <a:lnTo>
                    <a:pt x="20144" y="131898"/>
                  </a:lnTo>
                  <a:lnTo>
                    <a:pt x="20095" y="131446"/>
                  </a:lnTo>
                  <a:lnTo>
                    <a:pt x="16958" y="131998"/>
                  </a:lnTo>
                  <a:lnTo>
                    <a:pt x="16958" y="132198"/>
                  </a:lnTo>
                  <a:lnTo>
                    <a:pt x="17056" y="133150"/>
                  </a:lnTo>
                  <a:lnTo>
                    <a:pt x="14213" y="134203"/>
                  </a:lnTo>
                  <a:lnTo>
                    <a:pt x="12645" y="134804"/>
                  </a:lnTo>
                  <a:lnTo>
                    <a:pt x="12596" y="134654"/>
                  </a:lnTo>
                  <a:lnTo>
                    <a:pt x="12645" y="134503"/>
                  </a:lnTo>
                  <a:lnTo>
                    <a:pt x="12792" y="134403"/>
                  </a:lnTo>
                  <a:lnTo>
                    <a:pt x="12743" y="134002"/>
                  </a:lnTo>
                  <a:lnTo>
                    <a:pt x="12645" y="133852"/>
                  </a:lnTo>
                  <a:lnTo>
                    <a:pt x="12645" y="133601"/>
                  </a:lnTo>
                  <a:lnTo>
                    <a:pt x="12792" y="133301"/>
                  </a:lnTo>
                  <a:lnTo>
                    <a:pt x="12645" y="132950"/>
                  </a:lnTo>
                  <a:lnTo>
                    <a:pt x="12645" y="132800"/>
                  </a:lnTo>
                  <a:lnTo>
                    <a:pt x="12645" y="132499"/>
                  </a:lnTo>
                  <a:lnTo>
                    <a:pt x="12645" y="132248"/>
                  </a:lnTo>
                  <a:lnTo>
                    <a:pt x="12596" y="132098"/>
                  </a:lnTo>
                  <a:lnTo>
                    <a:pt x="12694" y="131847"/>
                  </a:lnTo>
                  <a:lnTo>
                    <a:pt x="12694" y="131647"/>
                  </a:lnTo>
                  <a:lnTo>
                    <a:pt x="12645" y="131396"/>
                  </a:lnTo>
                  <a:lnTo>
                    <a:pt x="12498" y="131296"/>
                  </a:lnTo>
                  <a:lnTo>
                    <a:pt x="12351" y="131046"/>
                  </a:lnTo>
                  <a:lnTo>
                    <a:pt x="12302" y="130795"/>
                  </a:lnTo>
                  <a:lnTo>
                    <a:pt x="12302" y="130394"/>
                  </a:lnTo>
                  <a:lnTo>
                    <a:pt x="12351" y="130093"/>
                  </a:lnTo>
                  <a:lnTo>
                    <a:pt x="12400" y="129693"/>
                  </a:lnTo>
                  <a:lnTo>
                    <a:pt x="12351" y="129091"/>
                  </a:lnTo>
                  <a:lnTo>
                    <a:pt x="12351" y="128640"/>
                  </a:lnTo>
                  <a:lnTo>
                    <a:pt x="12253" y="128239"/>
                  </a:lnTo>
                  <a:lnTo>
                    <a:pt x="12204" y="127888"/>
                  </a:lnTo>
                  <a:lnTo>
                    <a:pt x="12155" y="127638"/>
                  </a:lnTo>
                  <a:lnTo>
                    <a:pt x="12106" y="127287"/>
                  </a:lnTo>
                  <a:lnTo>
                    <a:pt x="12008" y="127087"/>
                  </a:lnTo>
                  <a:lnTo>
                    <a:pt x="11812" y="126886"/>
                  </a:lnTo>
                  <a:lnTo>
                    <a:pt x="11763" y="126686"/>
                  </a:lnTo>
                  <a:lnTo>
                    <a:pt x="11763" y="126535"/>
                  </a:lnTo>
                  <a:lnTo>
                    <a:pt x="11763" y="126335"/>
                  </a:lnTo>
                  <a:lnTo>
                    <a:pt x="11616" y="126134"/>
                  </a:lnTo>
                  <a:lnTo>
                    <a:pt x="8969" y="126485"/>
                  </a:lnTo>
                  <a:lnTo>
                    <a:pt x="3921" y="119269"/>
                  </a:lnTo>
                  <a:lnTo>
                    <a:pt x="2793" y="116613"/>
                  </a:lnTo>
                  <a:lnTo>
                    <a:pt x="2989" y="116162"/>
                  </a:lnTo>
                  <a:lnTo>
                    <a:pt x="4215" y="115611"/>
                  </a:lnTo>
                  <a:lnTo>
                    <a:pt x="4509" y="116613"/>
                  </a:lnTo>
                  <a:lnTo>
                    <a:pt x="4117" y="116864"/>
                  </a:lnTo>
                  <a:lnTo>
                    <a:pt x="4509" y="118367"/>
                  </a:lnTo>
                  <a:lnTo>
                    <a:pt x="9165" y="125082"/>
                  </a:lnTo>
                  <a:lnTo>
                    <a:pt x="9410" y="125633"/>
                  </a:lnTo>
                  <a:lnTo>
                    <a:pt x="15537" y="124731"/>
                  </a:lnTo>
                  <a:lnTo>
                    <a:pt x="15635" y="124381"/>
                  </a:lnTo>
                  <a:lnTo>
                    <a:pt x="16811" y="124180"/>
                  </a:lnTo>
                  <a:lnTo>
                    <a:pt x="16223" y="119419"/>
                  </a:lnTo>
                  <a:lnTo>
                    <a:pt x="16223" y="119169"/>
                  </a:lnTo>
                  <a:lnTo>
                    <a:pt x="7646" y="120221"/>
                  </a:lnTo>
                  <a:lnTo>
                    <a:pt x="7548" y="119920"/>
                  </a:lnTo>
                  <a:lnTo>
                    <a:pt x="16860" y="118868"/>
                  </a:lnTo>
                  <a:lnTo>
                    <a:pt x="16958" y="118618"/>
                  </a:lnTo>
                  <a:lnTo>
                    <a:pt x="17056" y="118317"/>
                  </a:lnTo>
                  <a:lnTo>
                    <a:pt x="17252" y="118116"/>
                  </a:lnTo>
                  <a:lnTo>
                    <a:pt x="17644" y="117766"/>
                  </a:lnTo>
                  <a:lnTo>
                    <a:pt x="17840" y="117415"/>
                  </a:lnTo>
                  <a:lnTo>
                    <a:pt x="17889" y="117064"/>
                  </a:lnTo>
                  <a:lnTo>
                    <a:pt x="18036" y="116813"/>
                  </a:lnTo>
                  <a:lnTo>
                    <a:pt x="18134" y="116563"/>
                  </a:lnTo>
                  <a:lnTo>
                    <a:pt x="18232" y="116362"/>
                  </a:lnTo>
                  <a:lnTo>
                    <a:pt x="18232" y="116112"/>
                  </a:lnTo>
                  <a:lnTo>
                    <a:pt x="18282" y="115811"/>
                  </a:lnTo>
                  <a:lnTo>
                    <a:pt x="18429" y="115410"/>
                  </a:lnTo>
                  <a:lnTo>
                    <a:pt x="18478" y="114959"/>
                  </a:lnTo>
                  <a:lnTo>
                    <a:pt x="18576" y="114608"/>
                  </a:lnTo>
                  <a:lnTo>
                    <a:pt x="18821" y="114258"/>
                  </a:lnTo>
                  <a:lnTo>
                    <a:pt x="18968" y="114057"/>
                  </a:lnTo>
                  <a:lnTo>
                    <a:pt x="19017" y="113757"/>
                  </a:lnTo>
                  <a:lnTo>
                    <a:pt x="18968" y="113356"/>
                  </a:lnTo>
                  <a:lnTo>
                    <a:pt x="18919" y="113155"/>
                  </a:lnTo>
                  <a:lnTo>
                    <a:pt x="19017" y="112905"/>
                  </a:lnTo>
                  <a:lnTo>
                    <a:pt x="19164" y="112754"/>
                  </a:lnTo>
                  <a:lnTo>
                    <a:pt x="19213" y="112504"/>
                  </a:lnTo>
                  <a:lnTo>
                    <a:pt x="19164" y="112203"/>
                  </a:lnTo>
                  <a:lnTo>
                    <a:pt x="19017" y="112053"/>
                  </a:lnTo>
                  <a:lnTo>
                    <a:pt x="19017" y="111752"/>
                  </a:lnTo>
                  <a:lnTo>
                    <a:pt x="19213" y="111501"/>
                  </a:lnTo>
                  <a:lnTo>
                    <a:pt x="19360" y="111201"/>
                  </a:lnTo>
                  <a:lnTo>
                    <a:pt x="19311" y="110950"/>
                  </a:lnTo>
                  <a:lnTo>
                    <a:pt x="19360" y="110650"/>
                  </a:lnTo>
                  <a:lnTo>
                    <a:pt x="19507" y="110449"/>
                  </a:lnTo>
                  <a:lnTo>
                    <a:pt x="19409" y="110148"/>
                  </a:lnTo>
                  <a:lnTo>
                    <a:pt x="19066" y="109848"/>
                  </a:lnTo>
                  <a:lnTo>
                    <a:pt x="19017" y="109697"/>
                  </a:lnTo>
                  <a:lnTo>
                    <a:pt x="19262" y="109397"/>
                  </a:lnTo>
                  <a:lnTo>
                    <a:pt x="19311" y="109146"/>
                  </a:lnTo>
                  <a:lnTo>
                    <a:pt x="19164" y="108996"/>
                  </a:lnTo>
                  <a:lnTo>
                    <a:pt x="19066" y="108795"/>
                  </a:lnTo>
                  <a:lnTo>
                    <a:pt x="19164" y="108645"/>
                  </a:lnTo>
                  <a:lnTo>
                    <a:pt x="19213" y="108394"/>
                  </a:lnTo>
                  <a:lnTo>
                    <a:pt x="19066" y="108244"/>
                  </a:lnTo>
                  <a:lnTo>
                    <a:pt x="19017" y="108094"/>
                  </a:lnTo>
                  <a:lnTo>
                    <a:pt x="19115" y="107843"/>
                  </a:lnTo>
                  <a:lnTo>
                    <a:pt x="19213" y="107542"/>
                  </a:lnTo>
                  <a:lnTo>
                    <a:pt x="19164" y="107342"/>
                  </a:lnTo>
                  <a:lnTo>
                    <a:pt x="19017" y="107192"/>
                  </a:lnTo>
                  <a:lnTo>
                    <a:pt x="17889" y="107442"/>
                  </a:lnTo>
                  <a:lnTo>
                    <a:pt x="17791" y="107091"/>
                  </a:lnTo>
                  <a:lnTo>
                    <a:pt x="19458" y="106741"/>
                  </a:lnTo>
                  <a:lnTo>
                    <a:pt x="19899" y="106640"/>
                  </a:lnTo>
                  <a:lnTo>
                    <a:pt x="20340" y="106540"/>
                  </a:lnTo>
                  <a:lnTo>
                    <a:pt x="20732" y="106440"/>
                  </a:lnTo>
                  <a:lnTo>
                    <a:pt x="21026" y="106290"/>
                  </a:lnTo>
                  <a:lnTo>
                    <a:pt x="21173" y="106139"/>
                  </a:lnTo>
                  <a:lnTo>
                    <a:pt x="21320" y="105989"/>
                  </a:lnTo>
                  <a:lnTo>
                    <a:pt x="21418" y="105789"/>
                  </a:lnTo>
                  <a:lnTo>
                    <a:pt x="21418" y="105438"/>
                  </a:lnTo>
                  <a:lnTo>
                    <a:pt x="21467" y="105137"/>
                  </a:lnTo>
                  <a:lnTo>
                    <a:pt x="21516" y="104686"/>
                  </a:lnTo>
                  <a:lnTo>
                    <a:pt x="21614" y="103984"/>
                  </a:lnTo>
                  <a:lnTo>
                    <a:pt x="21663" y="103634"/>
                  </a:lnTo>
                  <a:lnTo>
                    <a:pt x="21761" y="103082"/>
                  </a:lnTo>
                  <a:lnTo>
                    <a:pt x="21859" y="102531"/>
                  </a:lnTo>
                  <a:lnTo>
                    <a:pt x="21810" y="102230"/>
                  </a:lnTo>
                  <a:lnTo>
                    <a:pt x="21712" y="102030"/>
                  </a:lnTo>
                  <a:lnTo>
                    <a:pt x="21712" y="101679"/>
                  </a:lnTo>
                  <a:lnTo>
                    <a:pt x="21761" y="101479"/>
                  </a:lnTo>
                  <a:lnTo>
                    <a:pt x="21859" y="101228"/>
                  </a:lnTo>
                  <a:lnTo>
                    <a:pt x="21761" y="100827"/>
                  </a:lnTo>
                  <a:lnTo>
                    <a:pt x="21663" y="100477"/>
                  </a:lnTo>
                  <a:lnTo>
                    <a:pt x="21663" y="100276"/>
                  </a:lnTo>
                  <a:lnTo>
                    <a:pt x="21663" y="100025"/>
                  </a:lnTo>
                  <a:lnTo>
                    <a:pt x="21712" y="99574"/>
                  </a:lnTo>
                  <a:lnTo>
                    <a:pt x="21761" y="99174"/>
                  </a:lnTo>
                  <a:lnTo>
                    <a:pt x="21712" y="98823"/>
                  </a:lnTo>
                  <a:lnTo>
                    <a:pt x="21663" y="98372"/>
                  </a:lnTo>
                  <a:lnTo>
                    <a:pt x="21614" y="97871"/>
                  </a:lnTo>
                  <a:lnTo>
                    <a:pt x="21516" y="97520"/>
                  </a:lnTo>
                  <a:lnTo>
                    <a:pt x="21369" y="97219"/>
                  </a:lnTo>
                  <a:lnTo>
                    <a:pt x="21320" y="97019"/>
                  </a:lnTo>
                  <a:lnTo>
                    <a:pt x="21369" y="96768"/>
                  </a:lnTo>
                  <a:lnTo>
                    <a:pt x="21516" y="96518"/>
                  </a:lnTo>
                  <a:lnTo>
                    <a:pt x="21663" y="95866"/>
                  </a:lnTo>
                  <a:lnTo>
                    <a:pt x="21614" y="94914"/>
                  </a:lnTo>
                  <a:lnTo>
                    <a:pt x="21663" y="94162"/>
                  </a:lnTo>
                  <a:lnTo>
                    <a:pt x="21614" y="93811"/>
                  </a:lnTo>
                  <a:lnTo>
                    <a:pt x="21516" y="93160"/>
                  </a:lnTo>
                  <a:lnTo>
                    <a:pt x="21467" y="92509"/>
                  </a:lnTo>
                  <a:lnTo>
                    <a:pt x="21369" y="91707"/>
                  </a:lnTo>
                  <a:lnTo>
                    <a:pt x="21173" y="90905"/>
                  </a:lnTo>
                  <a:lnTo>
                    <a:pt x="20879" y="90003"/>
                  </a:lnTo>
                  <a:lnTo>
                    <a:pt x="20634" y="89802"/>
                  </a:lnTo>
                  <a:lnTo>
                    <a:pt x="20487" y="89652"/>
                  </a:lnTo>
                  <a:lnTo>
                    <a:pt x="20781" y="89502"/>
                  </a:lnTo>
                  <a:lnTo>
                    <a:pt x="20977" y="89251"/>
                  </a:lnTo>
                  <a:lnTo>
                    <a:pt x="21075" y="89101"/>
                  </a:lnTo>
                  <a:lnTo>
                    <a:pt x="21075" y="88700"/>
                  </a:lnTo>
                  <a:lnTo>
                    <a:pt x="20928" y="88299"/>
                  </a:lnTo>
                  <a:lnTo>
                    <a:pt x="20781" y="87748"/>
                  </a:lnTo>
                  <a:lnTo>
                    <a:pt x="20683" y="87197"/>
                  </a:lnTo>
                  <a:lnTo>
                    <a:pt x="20438" y="86645"/>
                  </a:lnTo>
                  <a:lnTo>
                    <a:pt x="20193" y="85994"/>
                  </a:lnTo>
                  <a:lnTo>
                    <a:pt x="19997" y="85443"/>
                  </a:lnTo>
                  <a:lnTo>
                    <a:pt x="19801" y="84741"/>
                  </a:lnTo>
                  <a:lnTo>
                    <a:pt x="19507" y="83789"/>
                  </a:lnTo>
                  <a:lnTo>
                    <a:pt x="19262" y="83288"/>
                  </a:lnTo>
                  <a:lnTo>
                    <a:pt x="19066" y="82736"/>
                  </a:lnTo>
                  <a:lnTo>
                    <a:pt x="18870" y="82336"/>
                  </a:lnTo>
                  <a:lnTo>
                    <a:pt x="18723" y="81985"/>
                  </a:lnTo>
                  <a:lnTo>
                    <a:pt x="18429" y="81183"/>
                  </a:lnTo>
                  <a:lnTo>
                    <a:pt x="17938" y="80481"/>
                  </a:lnTo>
                  <a:lnTo>
                    <a:pt x="17693" y="79930"/>
                  </a:lnTo>
                  <a:lnTo>
                    <a:pt x="17252" y="79229"/>
                  </a:lnTo>
                  <a:lnTo>
                    <a:pt x="16713" y="78226"/>
                  </a:lnTo>
                  <a:lnTo>
                    <a:pt x="16468" y="77625"/>
                  </a:lnTo>
                  <a:lnTo>
                    <a:pt x="16174" y="77374"/>
                  </a:lnTo>
                  <a:lnTo>
                    <a:pt x="15782" y="76973"/>
                  </a:lnTo>
                  <a:lnTo>
                    <a:pt x="15439" y="76322"/>
                  </a:lnTo>
                  <a:lnTo>
                    <a:pt x="15194" y="75971"/>
                  </a:lnTo>
                  <a:lnTo>
                    <a:pt x="14949" y="75721"/>
                  </a:lnTo>
                  <a:lnTo>
                    <a:pt x="14458" y="75270"/>
                  </a:lnTo>
                  <a:lnTo>
                    <a:pt x="11763" y="76472"/>
                  </a:lnTo>
                  <a:lnTo>
                    <a:pt x="11518" y="75871"/>
                  </a:lnTo>
                  <a:lnTo>
                    <a:pt x="16664" y="73666"/>
                  </a:lnTo>
                  <a:lnTo>
                    <a:pt x="16713" y="73415"/>
                  </a:lnTo>
                  <a:lnTo>
                    <a:pt x="16664" y="73065"/>
                  </a:lnTo>
                  <a:lnTo>
                    <a:pt x="16615" y="72664"/>
                  </a:lnTo>
                  <a:lnTo>
                    <a:pt x="16517" y="72062"/>
                  </a:lnTo>
                  <a:lnTo>
                    <a:pt x="16468" y="71712"/>
                  </a:lnTo>
                  <a:lnTo>
                    <a:pt x="16419" y="71411"/>
                  </a:lnTo>
                  <a:lnTo>
                    <a:pt x="16370" y="70960"/>
                  </a:lnTo>
                  <a:lnTo>
                    <a:pt x="16223" y="70609"/>
                  </a:lnTo>
                  <a:lnTo>
                    <a:pt x="16027" y="70308"/>
                  </a:lnTo>
                  <a:lnTo>
                    <a:pt x="15831" y="69907"/>
                  </a:lnTo>
                  <a:lnTo>
                    <a:pt x="15488" y="69456"/>
                  </a:lnTo>
                  <a:lnTo>
                    <a:pt x="15194" y="68955"/>
                  </a:lnTo>
                  <a:lnTo>
                    <a:pt x="15047" y="68605"/>
                  </a:lnTo>
                  <a:lnTo>
                    <a:pt x="14851" y="68103"/>
                  </a:lnTo>
                  <a:lnTo>
                    <a:pt x="14606" y="67803"/>
                  </a:lnTo>
                  <a:lnTo>
                    <a:pt x="14409" y="67502"/>
                  </a:lnTo>
                  <a:lnTo>
                    <a:pt x="14311" y="67251"/>
                  </a:lnTo>
                  <a:lnTo>
                    <a:pt x="14164" y="66901"/>
                  </a:lnTo>
                  <a:lnTo>
                    <a:pt x="13821" y="66349"/>
                  </a:lnTo>
                  <a:lnTo>
                    <a:pt x="13429" y="65748"/>
                  </a:lnTo>
                  <a:lnTo>
                    <a:pt x="12988" y="65147"/>
                  </a:lnTo>
                  <a:lnTo>
                    <a:pt x="12449" y="64245"/>
                  </a:lnTo>
                  <a:lnTo>
                    <a:pt x="12253" y="63794"/>
                  </a:lnTo>
                  <a:lnTo>
                    <a:pt x="12155" y="63593"/>
                  </a:lnTo>
                  <a:lnTo>
                    <a:pt x="12008" y="63493"/>
                  </a:lnTo>
                  <a:lnTo>
                    <a:pt x="11910" y="63343"/>
                  </a:lnTo>
                  <a:lnTo>
                    <a:pt x="11812" y="63142"/>
                  </a:lnTo>
                  <a:lnTo>
                    <a:pt x="11616" y="62992"/>
                  </a:lnTo>
                  <a:lnTo>
                    <a:pt x="11518" y="62791"/>
                  </a:lnTo>
                  <a:lnTo>
                    <a:pt x="11518" y="62641"/>
                  </a:lnTo>
                  <a:lnTo>
                    <a:pt x="11175" y="62390"/>
                  </a:lnTo>
                  <a:lnTo>
                    <a:pt x="11028" y="62240"/>
                  </a:lnTo>
                  <a:lnTo>
                    <a:pt x="10880" y="62040"/>
                  </a:lnTo>
                  <a:lnTo>
                    <a:pt x="10733" y="61689"/>
                  </a:lnTo>
                  <a:lnTo>
                    <a:pt x="10537" y="61488"/>
                  </a:lnTo>
                  <a:lnTo>
                    <a:pt x="10537" y="61338"/>
                  </a:lnTo>
                  <a:lnTo>
                    <a:pt x="10390" y="61188"/>
                  </a:lnTo>
                  <a:lnTo>
                    <a:pt x="10194" y="61088"/>
                  </a:lnTo>
                  <a:lnTo>
                    <a:pt x="10047" y="60937"/>
                  </a:lnTo>
                  <a:lnTo>
                    <a:pt x="9998" y="60737"/>
                  </a:lnTo>
                  <a:lnTo>
                    <a:pt x="9851" y="60536"/>
                  </a:lnTo>
                  <a:lnTo>
                    <a:pt x="9606" y="60386"/>
                  </a:lnTo>
                  <a:lnTo>
                    <a:pt x="9410" y="60135"/>
                  </a:lnTo>
                  <a:lnTo>
                    <a:pt x="9263" y="59885"/>
                  </a:lnTo>
                  <a:lnTo>
                    <a:pt x="9165" y="59684"/>
                  </a:lnTo>
                  <a:lnTo>
                    <a:pt x="8969" y="59584"/>
                  </a:lnTo>
                  <a:lnTo>
                    <a:pt x="8773" y="59334"/>
                  </a:lnTo>
                  <a:lnTo>
                    <a:pt x="8724" y="59083"/>
                  </a:lnTo>
                  <a:lnTo>
                    <a:pt x="8528" y="58883"/>
                  </a:lnTo>
                  <a:lnTo>
                    <a:pt x="8332" y="58782"/>
                  </a:lnTo>
                  <a:lnTo>
                    <a:pt x="8185" y="58582"/>
                  </a:lnTo>
                  <a:lnTo>
                    <a:pt x="8136" y="58281"/>
                  </a:lnTo>
                  <a:lnTo>
                    <a:pt x="7940" y="58131"/>
                  </a:lnTo>
                  <a:lnTo>
                    <a:pt x="7744" y="58081"/>
                  </a:lnTo>
                  <a:lnTo>
                    <a:pt x="7548" y="57930"/>
                  </a:lnTo>
                  <a:lnTo>
                    <a:pt x="7450" y="57630"/>
                  </a:lnTo>
                  <a:lnTo>
                    <a:pt x="7253" y="57479"/>
                  </a:lnTo>
                  <a:lnTo>
                    <a:pt x="7057" y="57379"/>
                  </a:lnTo>
                  <a:lnTo>
                    <a:pt x="7008" y="57129"/>
                  </a:lnTo>
                  <a:lnTo>
                    <a:pt x="6812" y="56878"/>
                  </a:lnTo>
                  <a:lnTo>
                    <a:pt x="6567" y="56627"/>
                  </a:lnTo>
                  <a:lnTo>
                    <a:pt x="6469" y="56377"/>
                  </a:lnTo>
                  <a:lnTo>
                    <a:pt x="6175" y="56176"/>
                  </a:lnTo>
                  <a:lnTo>
                    <a:pt x="6028" y="55826"/>
                  </a:lnTo>
                  <a:lnTo>
                    <a:pt x="5881" y="55575"/>
                  </a:lnTo>
                  <a:lnTo>
                    <a:pt x="5734" y="55325"/>
                  </a:lnTo>
                  <a:lnTo>
                    <a:pt x="5489" y="55124"/>
                  </a:lnTo>
                  <a:lnTo>
                    <a:pt x="5342" y="54823"/>
                  </a:lnTo>
                  <a:lnTo>
                    <a:pt x="5048" y="54372"/>
                  </a:lnTo>
                  <a:lnTo>
                    <a:pt x="4852" y="54322"/>
                  </a:lnTo>
                  <a:lnTo>
                    <a:pt x="4754" y="54172"/>
                  </a:lnTo>
                  <a:lnTo>
                    <a:pt x="4656" y="54022"/>
                  </a:lnTo>
                  <a:lnTo>
                    <a:pt x="4509" y="53921"/>
                  </a:lnTo>
                  <a:lnTo>
                    <a:pt x="4362" y="53520"/>
                  </a:lnTo>
                  <a:lnTo>
                    <a:pt x="4166" y="53370"/>
                  </a:lnTo>
                  <a:lnTo>
                    <a:pt x="4019" y="53120"/>
                  </a:lnTo>
                  <a:lnTo>
                    <a:pt x="3872" y="52869"/>
                  </a:lnTo>
                  <a:lnTo>
                    <a:pt x="3676" y="52618"/>
                  </a:lnTo>
                  <a:lnTo>
                    <a:pt x="3430" y="52518"/>
                  </a:lnTo>
                  <a:lnTo>
                    <a:pt x="3234" y="52217"/>
                  </a:lnTo>
                  <a:lnTo>
                    <a:pt x="3087" y="51967"/>
                  </a:lnTo>
                  <a:lnTo>
                    <a:pt x="2940" y="51616"/>
                  </a:lnTo>
                  <a:lnTo>
                    <a:pt x="2597" y="51366"/>
                  </a:lnTo>
                  <a:lnTo>
                    <a:pt x="2352" y="50965"/>
                  </a:lnTo>
                  <a:lnTo>
                    <a:pt x="2156" y="50564"/>
                  </a:lnTo>
                  <a:lnTo>
                    <a:pt x="1960" y="50313"/>
                  </a:lnTo>
                  <a:lnTo>
                    <a:pt x="1911" y="49962"/>
                  </a:lnTo>
                  <a:lnTo>
                    <a:pt x="1715" y="49712"/>
                  </a:lnTo>
                  <a:lnTo>
                    <a:pt x="1666" y="49561"/>
                  </a:lnTo>
                  <a:lnTo>
                    <a:pt x="1519" y="49261"/>
                  </a:lnTo>
                  <a:lnTo>
                    <a:pt x="1470" y="49010"/>
                  </a:lnTo>
                  <a:lnTo>
                    <a:pt x="1176" y="48710"/>
                  </a:lnTo>
                  <a:lnTo>
                    <a:pt x="931" y="48309"/>
                  </a:lnTo>
                  <a:lnTo>
                    <a:pt x="637" y="47958"/>
                  </a:lnTo>
                  <a:lnTo>
                    <a:pt x="343" y="47707"/>
                  </a:lnTo>
                  <a:lnTo>
                    <a:pt x="0" y="47607"/>
                  </a:lnTo>
                  <a:lnTo>
                    <a:pt x="1568" y="46905"/>
                  </a:lnTo>
                  <a:lnTo>
                    <a:pt x="3725" y="46003"/>
                  </a:lnTo>
                  <a:lnTo>
                    <a:pt x="4460" y="45603"/>
                  </a:lnTo>
                  <a:lnTo>
                    <a:pt x="4656" y="45452"/>
                  </a:lnTo>
                  <a:lnTo>
                    <a:pt x="4999" y="45202"/>
                  </a:lnTo>
                  <a:lnTo>
                    <a:pt x="5440" y="44951"/>
                  </a:lnTo>
                  <a:lnTo>
                    <a:pt x="6273" y="44450"/>
                  </a:lnTo>
                  <a:lnTo>
                    <a:pt x="6469" y="44049"/>
                  </a:lnTo>
                  <a:lnTo>
                    <a:pt x="7106" y="43097"/>
                  </a:lnTo>
                  <a:lnTo>
                    <a:pt x="7793" y="42245"/>
                  </a:lnTo>
                  <a:lnTo>
                    <a:pt x="8087" y="41894"/>
                  </a:lnTo>
                  <a:lnTo>
                    <a:pt x="8528" y="41493"/>
                  </a:lnTo>
                  <a:lnTo>
                    <a:pt x="8920" y="41092"/>
                  </a:lnTo>
                  <a:lnTo>
                    <a:pt x="9312" y="40691"/>
                  </a:lnTo>
                  <a:lnTo>
                    <a:pt x="9753" y="40341"/>
                  </a:lnTo>
                  <a:lnTo>
                    <a:pt x="10341" y="39789"/>
                  </a:lnTo>
                  <a:lnTo>
                    <a:pt x="11126" y="38837"/>
                  </a:lnTo>
                  <a:lnTo>
                    <a:pt x="11420" y="38537"/>
                  </a:lnTo>
                  <a:lnTo>
                    <a:pt x="12057" y="37384"/>
                  </a:lnTo>
                  <a:lnTo>
                    <a:pt x="13184" y="35379"/>
                  </a:lnTo>
                  <a:lnTo>
                    <a:pt x="14164" y="33676"/>
                  </a:lnTo>
                  <a:lnTo>
                    <a:pt x="15292" y="31571"/>
                  </a:lnTo>
                  <a:lnTo>
                    <a:pt x="15341" y="31420"/>
                  </a:lnTo>
                  <a:lnTo>
                    <a:pt x="16076" y="30518"/>
                  </a:lnTo>
                  <a:lnTo>
                    <a:pt x="16370" y="30168"/>
                  </a:lnTo>
                  <a:lnTo>
                    <a:pt x="17056" y="29516"/>
                  </a:lnTo>
                  <a:lnTo>
                    <a:pt x="17693" y="28865"/>
                  </a:lnTo>
                  <a:lnTo>
                    <a:pt x="18085" y="28614"/>
                  </a:lnTo>
                  <a:lnTo>
                    <a:pt x="18282" y="28514"/>
                  </a:lnTo>
                  <a:lnTo>
                    <a:pt x="18478" y="28414"/>
                  </a:lnTo>
                  <a:lnTo>
                    <a:pt x="19360" y="27963"/>
                  </a:lnTo>
                  <a:lnTo>
                    <a:pt x="19948" y="27662"/>
                  </a:lnTo>
                  <a:lnTo>
                    <a:pt x="20683" y="27411"/>
                  </a:lnTo>
                  <a:lnTo>
                    <a:pt x="21271" y="27261"/>
                  </a:lnTo>
                  <a:lnTo>
                    <a:pt x="22154" y="27061"/>
                  </a:lnTo>
                  <a:lnTo>
                    <a:pt x="23134" y="26810"/>
                  </a:lnTo>
                  <a:lnTo>
                    <a:pt x="24212" y="26509"/>
                  </a:lnTo>
                  <a:lnTo>
                    <a:pt x="26173" y="25607"/>
                  </a:lnTo>
                  <a:lnTo>
                    <a:pt x="26369" y="25507"/>
                  </a:lnTo>
                  <a:lnTo>
                    <a:pt x="27398" y="25006"/>
                  </a:lnTo>
                  <a:lnTo>
                    <a:pt x="29457" y="23753"/>
                  </a:lnTo>
                  <a:lnTo>
                    <a:pt x="30290" y="23302"/>
                  </a:lnTo>
                  <a:lnTo>
                    <a:pt x="29947" y="22300"/>
                  </a:lnTo>
                  <a:lnTo>
                    <a:pt x="29849" y="22049"/>
                  </a:lnTo>
                  <a:lnTo>
                    <a:pt x="30045" y="21999"/>
                  </a:lnTo>
                  <a:lnTo>
                    <a:pt x="31466" y="21498"/>
                  </a:lnTo>
                  <a:lnTo>
                    <a:pt x="31907" y="21298"/>
                  </a:lnTo>
                  <a:lnTo>
                    <a:pt x="32103" y="21248"/>
                  </a:lnTo>
                  <a:lnTo>
                    <a:pt x="32838" y="20947"/>
                  </a:lnTo>
                  <a:lnTo>
                    <a:pt x="33035" y="20847"/>
                  </a:lnTo>
                  <a:lnTo>
                    <a:pt x="33819" y="20345"/>
                  </a:lnTo>
                  <a:lnTo>
                    <a:pt x="35093" y="19443"/>
                  </a:lnTo>
                  <a:lnTo>
                    <a:pt x="35240" y="19243"/>
                  </a:lnTo>
                  <a:lnTo>
                    <a:pt x="36465" y="18040"/>
                  </a:lnTo>
                  <a:lnTo>
                    <a:pt x="36809" y="17740"/>
                  </a:lnTo>
                  <a:lnTo>
                    <a:pt x="36956" y="17539"/>
                  </a:lnTo>
                  <a:lnTo>
                    <a:pt x="37593" y="16587"/>
                  </a:lnTo>
                  <a:lnTo>
                    <a:pt x="38720" y="14883"/>
                  </a:lnTo>
                  <a:lnTo>
                    <a:pt x="38916" y="14582"/>
                  </a:lnTo>
                  <a:lnTo>
                    <a:pt x="39014" y="14432"/>
                  </a:lnTo>
                  <a:lnTo>
                    <a:pt x="39112" y="14232"/>
                  </a:lnTo>
                  <a:lnTo>
                    <a:pt x="39259" y="14031"/>
                  </a:lnTo>
                  <a:lnTo>
                    <a:pt x="39455" y="13630"/>
                  </a:lnTo>
                  <a:lnTo>
                    <a:pt x="39553" y="13480"/>
                  </a:lnTo>
                  <a:lnTo>
                    <a:pt x="39651" y="13330"/>
                  </a:lnTo>
                  <a:lnTo>
                    <a:pt x="40141" y="12528"/>
                  </a:lnTo>
                  <a:lnTo>
                    <a:pt x="40975" y="11075"/>
                  </a:lnTo>
                  <a:lnTo>
                    <a:pt x="41269" y="10624"/>
                  </a:lnTo>
                  <a:lnTo>
                    <a:pt x="41759" y="9721"/>
                  </a:lnTo>
                  <a:lnTo>
                    <a:pt x="42837" y="7867"/>
                  </a:lnTo>
                  <a:lnTo>
                    <a:pt x="43327" y="7015"/>
                  </a:lnTo>
                  <a:lnTo>
                    <a:pt x="44112" y="5662"/>
                  </a:lnTo>
                  <a:lnTo>
                    <a:pt x="44602" y="4911"/>
                  </a:lnTo>
                  <a:lnTo>
                    <a:pt x="46317" y="1904"/>
                  </a:lnTo>
                  <a:lnTo>
                    <a:pt x="47052" y="701"/>
                  </a:lnTo>
                  <a:lnTo>
                    <a:pt x="474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00316" y="3897507"/>
              <a:ext cx="96017" cy="105688"/>
            </a:xfrm>
            <a:custGeom>
              <a:avLst/>
              <a:pathLst>
                <a:path w="96017" h="105688">
                  <a:moveTo>
                    <a:pt x="38573" y="350"/>
                  </a:moveTo>
                  <a:lnTo>
                    <a:pt x="38720" y="400"/>
                  </a:lnTo>
                  <a:lnTo>
                    <a:pt x="43278" y="1252"/>
                  </a:lnTo>
                  <a:lnTo>
                    <a:pt x="52640" y="3056"/>
                  </a:lnTo>
                  <a:lnTo>
                    <a:pt x="58767" y="4259"/>
                  </a:lnTo>
                  <a:lnTo>
                    <a:pt x="59551" y="4409"/>
                  </a:lnTo>
                  <a:lnTo>
                    <a:pt x="60923" y="4660"/>
                  </a:lnTo>
                  <a:lnTo>
                    <a:pt x="64697" y="5462"/>
                  </a:lnTo>
                  <a:lnTo>
                    <a:pt x="67981" y="6113"/>
                  </a:lnTo>
                  <a:lnTo>
                    <a:pt x="68618" y="6264"/>
                  </a:lnTo>
                  <a:lnTo>
                    <a:pt x="69403" y="6414"/>
                  </a:lnTo>
                  <a:lnTo>
                    <a:pt x="70530" y="6614"/>
                  </a:lnTo>
                  <a:lnTo>
                    <a:pt x="75872" y="7617"/>
                  </a:lnTo>
                  <a:lnTo>
                    <a:pt x="77784" y="7817"/>
                  </a:lnTo>
                  <a:lnTo>
                    <a:pt x="78617" y="7867"/>
                  </a:lnTo>
                  <a:lnTo>
                    <a:pt x="80725" y="8018"/>
                  </a:lnTo>
                  <a:lnTo>
                    <a:pt x="83616" y="8218"/>
                  </a:lnTo>
                  <a:lnTo>
                    <a:pt x="86606" y="8419"/>
                  </a:lnTo>
                  <a:lnTo>
                    <a:pt x="88028" y="8569"/>
                  </a:lnTo>
                  <a:lnTo>
                    <a:pt x="92390" y="8870"/>
                  </a:lnTo>
                  <a:lnTo>
                    <a:pt x="92880" y="15184"/>
                  </a:lnTo>
                  <a:lnTo>
                    <a:pt x="93027" y="16687"/>
                  </a:lnTo>
                  <a:lnTo>
                    <a:pt x="93419" y="21699"/>
                  </a:lnTo>
                  <a:lnTo>
                    <a:pt x="93860" y="26910"/>
                  </a:lnTo>
                  <a:lnTo>
                    <a:pt x="93909" y="27612"/>
                  </a:lnTo>
                  <a:lnTo>
                    <a:pt x="94301" y="31471"/>
                  </a:lnTo>
                  <a:lnTo>
                    <a:pt x="94693" y="35680"/>
                  </a:lnTo>
                  <a:lnTo>
                    <a:pt x="95086" y="40441"/>
                  </a:lnTo>
                  <a:lnTo>
                    <a:pt x="95429" y="44901"/>
                  </a:lnTo>
                  <a:lnTo>
                    <a:pt x="96017" y="53320"/>
                  </a:lnTo>
                  <a:lnTo>
                    <a:pt x="95723" y="53370"/>
                  </a:lnTo>
                  <a:lnTo>
                    <a:pt x="95429" y="53470"/>
                  </a:lnTo>
                  <a:lnTo>
                    <a:pt x="95184" y="53571"/>
                  </a:lnTo>
                  <a:lnTo>
                    <a:pt x="94889" y="53721"/>
                  </a:lnTo>
                  <a:lnTo>
                    <a:pt x="94644" y="53921"/>
                  </a:lnTo>
                  <a:lnTo>
                    <a:pt x="94448" y="54122"/>
                  </a:lnTo>
                  <a:lnTo>
                    <a:pt x="94252" y="54322"/>
                  </a:lnTo>
                  <a:lnTo>
                    <a:pt x="94105" y="54623"/>
                  </a:lnTo>
                  <a:lnTo>
                    <a:pt x="93958" y="54873"/>
                  </a:lnTo>
                  <a:lnTo>
                    <a:pt x="93860" y="55174"/>
                  </a:lnTo>
                  <a:lnTo>
                    <a:pt x="93811" y="55425"/>
                  </a:lnTo>
                  <a:lnTo>
                    <a:pt x="93762" y="55725"/>
                  </a:lnTo>
                  <a:lnTo>
                    <a:pt x="93762" y="56026"/>
                  </a:lnTo>
                  <a:lnTo>
                    <a:pt x="93811" y="56327"/>
                  </a:lnTo>
                  <a:lnTo>
                    <a:pt x="93909" y="56627"/>
                  </a:lnTo>
                  <a:lnTo>
                    <a:pt x="94007" y="56928"/>
                  </a:lnTo>
                  <a:lnTo>
                    <a:pt x="94154" y="57179"/>
                  </a:lnTo>
                  <a:lnTo>
                    <a:pt x="94301" y="57429"/>
                  </a:lnTo>
                  <a:lnTo>
                    <a:pt x="94497" y="57680"/>
                  </a:lnTo>
                  <a:lnTo>
                    <a:pt x="94693" y="57830"/>
                  </a:lnTo>
                  <a:lnTo>
                    <a:pt x="93517" y="59434"/>
                  </a:lnTo>
                  <a:lnTo>
                    <a:pt x="92929" y="60236"/>
                  </a:lnTo>
                  <a:lnTo>
                    <a:pt x="92684" y="60536"/>
                  </a:lnTo>
                  <a:lnTo>
                    <a:pt x="90870" y="62741"/>
                  </a:lnTo>
                  <a:lnTo>
                    <a:pt x="89449" y="64495"/>
                  </a:lnTo>
                  <a:lnTo>
                    <a:pt x="88665" y="65548"/>
                  </a:lnTo>
                  <a:lnTo>
                    <a:pt x="88420" y="65898"/>
                  </a:lnTo>
                  <a:lnTo>
                    <a:pt x="88028" y="66349"/>
                  </a:lnTo>
                  <a:lnTo>
                    <a:pt x="87439" y="67101"/>
                  </a:lnTo>
                  <a:lnTo>
                    <a:pt x="86067" y="68755"/>
                  </a:lnTo>
                  <a:lnTo>
                    <a:pt x="84744" y="70409"/>
                  </a:lnTo>
                  <a:lnTo>
                    <a:pt x="83175" y="72363"/>
                  </a:lnTo>
                  <a:lnTo>
                    <a:pt x="78274" y="78427"/>
                  </a:lnTo>
                  <a:lnTo>
                    <a:pt x="76215" y="80932"/>
                  </a:lnTo>
                  <a:lnTo>
                    <a:pt x="72441" y="85843"/>
                  </a:lnTo>
                  <a:lnTo>
                    <a:pt x="68324" y="90855"/>
                  </a:lnTo>
                  <a:lnTo>
                    <a:pt x="64256" y="95916"/>
                  </a:lnTo>
                  <a:lnTo>
                    <a:pt x="60384" y="100627"/>
                  </a:lnTo>
                  <a:lnTo>
                    <a:pt x="60188" y="100877"/>
                  </a:lnTo>
                  <a:lnTo>
                    <a:pt x="56267" y="105688"/>
                  </a:lnTo>
                  <a:lnTo>
                    <a:pt x="54797" y="104435"/>
                  </a:lnTo>
                  <a:lnTo>
                    <a:pt x="51071" y="101328"/>
                  </a:lnTo>
                  <a:lnTo>
                    <a:pt x="44896" y="96217"/>
                  </a:lnTo>
                  <a:lnTo>
                    <a:pt x="43719" y="95165"/>
                  </a:lnTo>
                  <a:lnTo>
                    <a:pt x="42886" y="94513"/>
                  </a:lnTo>
                  <a:lnTo>
                    <a:pt x="41759" y="93561"/>
                  </a:lnTo>
                  <a:lnTo>
                    <a:pt x="41073" y="92960"/>
                  </a:lnTo>
                  <a:lnTo>
                    <a:pt x="40632" y="92609"/>
                  </a:lnTo>
                  <a:lnTo>
                    <a:pt x="40092" y="92158"/>
                  </a:lnTo>
                  <a:lnTo>
                    <a:pt x="35289" y="88149"/>
                  </a:lnTo>
                  <a:lnTo>
                    <a:pt x="35044" y="87948"/>
                  </a:lnTo>
                  <a:lnTo>
                    <a:pt x="34799" y="88099"/>
                  </a:lnTo>
                  <a:lnTo>
                    <a:pt x="34652" y="88099"/>
                  </a:lnTo>
                  <a:lnTo>
                    <a:pt x="34505" y="88099"/>
                  </a:lnTo>
                  <a:lnTo>
                    <a:pt x="34358" y="88099"/>
                  </a:lnTo>
                  <a:lnTo>
                    <a:pt x="34211" y="88048"/>
                  </a:lnTo>
                  <a:lnTo>
                    <a:pt x="33868" y="87798"/>
                  </a:lnTo>
                  <a:lnTo>
                    <a:pt x="33721" y="87547"/>
                  </a:lnTo>
                  <a:lnTo>
                    <a:pt x="29849" y="88048"/>
                  </a:lnTo>
                  <a:lnTo>
                    <a:pt x="23967" y="88850"/>
                  </a:lnTo>
                  <a:lnTo>
                    <a:pt x="21124" y="89251"/>
                  </a:lnTo>
                  <a:lnTo>
                    <a:pt x="20683" y="89301"/>
                  </a:lnTo>
                  <a:lnTo>
                    <a:pt x="17056" y="89802"/>
                  </a:lnTo>
                  <a:lnTo>
                    <a:pt x="15047" y="90053"/>
                  </a:lnTo>
                  <a:lnTo>
                    <a:pt x="12743" y="90354"/>
                  </a:lnTo>
                  <a:lnTo>
                    <a:pt x="10145" y="90955"/>
                  </a:lnTo>
                  <a:lnTo>
                    <a:pt x="9312" y="90855"/>
                  </a:lnTo>
                  <a:lnTo>
                    <a:pt x="5832" y="91306"/>
                  </a:lnTo>
                  <a:lnTo>
                    <a:pt x="5538" y="91356"/>
                  </a:lnTo>
                  <a:lnTo>
                    <a:pt x="4705" y="91456"/>
                  </a:lnTo>
                  <a:lnTo>
                    <a:pt x="4264" y="91556"/>
                  </a:lnTo>
                  <a:lnTo>
                    <a:pt x="245" y="92358"/>
                  </a:lnTo>
                  <a:lnTo>
                    <a:pt x="0" y="92358"/>
                  </a:lnTo>
                  <a:lnTo>
                    <a:pt x="1274" y="88349"/>
                  </a:lnTo>
                  <a:lnTo>
                    <a:pt x="4019" y="80331"/>
                  </a:lnTo>
                  <a:lnTo>
                    <a:pt x="4754" y="78176"/>
                  </a:lnTo>
                  <a:lnTo>
                    <a:pt x="6322" y="73616"/>
                  </a:lnTo>
                  <a:lnTo>
                    <a:pt x="6714" y="72513"/>
                  </a:lnTo>
                  <a:lnTo>
                    <a:pt x="9410" y="64545"/>
                  </a:lnTo>
                  <a:lnTo>
                    <a:pt x="10488" y="61088"/>
                  </a:lnTo>
                  <a:lnTo>
                    <a:pt x="10880" y="59835"/>
                  </a:lnTo>
                  <a:lnTo>
                    <a:pt x="11616" y="57329"/>
                  </a:lnTo>
                  <a:lnTo>
                    <a:pt x="12694" y="53069"/>
                  </a:lnTo>
                  <a:lnTo>
                    <a:pt x="13135" y="49712"/>
                  </a:lnTo>
                  <a:lnTo>
                    <a:pt x="13282" y="48910"/>
                  </a:lnTo>
                  <a:lnTo>
                    <a:pt x="13478" y="48108"/>
                  </a:lnTo>
                  <a:lnTo>
                    <a:pt x="13772" y="47156"/>
                  </a:lnTo>
                  <a:lnTo>
                    <a:pt x="14311" y="45703"/>
                  </a:lnTo>
                  <a:lnTo>
                    <a:pt x="14949" y="43849"/>
                  </a:lnTo>
                  <a:lnTo>
                    <a:pt x="15831" y="40541"/>
                  </a:lnTo>
                  <a:lnTo>
                    <a:pt x="16370" y="38386"/>
                  </a:lnTo>
                  <a:lnTo>
                    <a:pt x="17007" y="35379"/>
                  </a:lnTo>
                  <a:lnTo>
                    <a:pt x="17252" y="34227"/>
                  </a:lnTo>
                  <a:lnTo>
                    <a:pt x="17546" y="33225"/>
                  </a:lnTo>
                  <a:lnTo>
                    <a:pt x="17987" y="32272"/>
                  </a:lnTo>
                  <a:lnTo>
                    <a:pt x="18527" y="31270"/>
                  </a:lnTo>
                  <a:lnTo>
                    <a:pt x="19605" y="29667"/>
                  </a:lnTo>
                  <a:lnTo>
                    <a:pt x="19801" y="29316"/>
                  </a:lnTo>
                  <a:lnTo>
                    <a:pt x="20732" y="28013"/>
                  </a:lnTo>
                  <a:lnTo>
                    <a:pt x="20879" y="27812"/>
                  </a:lnTo>
                  <a:lnTo>
                    <a:pt x="23624" y="24004"/>
                  </a:lnTo>
                  <a:lnTo>
                    <a:pt x="25879" y="20997"/>
                  </a:lnTo>
                  <a:lnTo>
                    <a:pt x="28574" y="17439"/>
                  </a:lnTo>
                  <a:lnTo>
                    <a:pt x="31564" y="11375"/>
                  </a:lnTo>
                  <a:lnTo>
                    <a:pt x="31858" y="10423"/>
                  </a:lnTo>
                  <a:lnTo>
                    <a:pt x="32152" y="9371"/>
                  </a:lnTo>
                  <a:lnTo>
                    <a:pt x="32299" y="8970"/>
                  </a:lnTo>
                  <a:lnTo>
                    <a:pt x="33280" y="6915"/>
                  </a:lnTo>
                  <a:lnTo>
                    <a:pt x="34799" y="3858"/>
                  </a:lnTo>
                  <a:lnTo>
                    <a:pt x="365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342689" y="2291328"/>
              <a:ext cx="1415115" cy="909504"/>
            </a:xfrm>
            <a:custGeom>
              <a:avLst/>
              <a:pathLst>
                <a:path w="1415115" h="909504">
                  <a:moveTo>
                    <a:pt x="946939" y="5011"/>
                  </a:moveTo>
                  <a:lnTo>
                    <a:pt x="951105" y="6965"/>
                  </a:lnTo>
                  <a:lnTo>
                    <a:pt x="957869" y="8519"/>
                  </a:lnTo>
                  <a:lnTo>
                    <a:pt x="960957" y="8068"/>
                  </a:lnTo>
                  <a:lnTo>
                    <a:pt x="963603" y="6815"/>
                  </a:lnTo>
                  <a:lnTo>
                    <a:pt x="966838" y="5763"/>
                  </a:lnTo>
                  <a:lnTo>
                    <a:pt x="969387" y="5712"/>
                  </a:lnTo>
                  <a:lnTo>
                    <a:pt x="973896" y="6815"/>
                  </a:lnTo>
                  <a:lnTo>
                    <a:pt x="978553" y="8368"/>
                  </a:lnTo>
                  <a:lnTo>
                    <a:pt x="981248" y="12628"/>
                  </a:lnTo>
                  <a:lnTo>
                    <a:pt x="983993" y="15434"/>
                  </a:lnTo>
                  <a:lnTo>
                    <a:pt x="987277" y="17188"/>
                  </a:lnTo>
                  <a:lnTo>
                    <a:pt x="992668" y="20145"/>
                  </a:lnTo>
                  <a:lnTo>
                    <a:pt x="996295" y="22851"/>
                  </a:lnTo>
                  <a:lnTo>
                    <a:pt x="1003990" y="26108"/>
                  </a:lnTo>
                  <a:lnTo>
                    <a:pt x="1007372" y="27762"/>
                  </a:lnTo>
                  <a:lnTo>
                    <a:pt x="1010803" y="29867"/>
                  </a:lnTo>
                  <a:lnTo>
                    <a:pt x="1014234" y="32072"/>
                  </a:lnTo>
                  <a:lnTo>
                    <a:pt x="1019528" y="33024"/>
                  </a:lnTo>
                  <a:lnTo>
                    <a:pt x="1025164" y="30869"/>
                  </a:lnTo>
                  <a:lnTo>
                    <a:pt x="1027370" y="29065"/>
                  </a:lnTo>
                  <a:lnTo>
                    <a:pt x="1030654" y="25407"/>
                  </a:lnTo>
                  <a:lnTo>
                    <a:pt x="1032810" y="22751"/>
                  </a:lnTo>
                  <a:lnTo>
                    <a:pt x="1035310" y="20997"/>
                  </a:lnTo>
                  <a:lnTo>
                    <a:pt x="1037026" y="20345"/>
                  </a:lnTo>
                  <a:lnTo>
                    <a:pt x="1038251" y="19544"/>
                  </a:lnTo>
                  <a:lnTo>
                    <a:pt x="1039427" y="18692"/>
                  </a:lnTo>
                  <a:lnTo>
                    <a:pt x="1041486" y="17940"/>
                  </a:lnTo>
                  <a:lnTo>
                    <a:pt x="1042711" y="17890"/>
                  </a:lnTo>
                  <a:lnTo>
                    <a:pt x="1043446" y="18692"/>
                  </a:lnTo>
                  <a:lnTo>
                    <a:pt x="1044427" y="24355"/>
                  </a:lnTo>
                  <a:lnTo>
                    <a:pt x="1045799" y="27011"/>
                  </a:lnTo>
                  <a:lnTo>
                    <a:pt x="1046926" y="28714"/>
                  </a:lnTo>
                  <a:lnTo>
                    <a:pt x="1047956" y="31270"/>
                  </a:lnTo>
                  <a:lnTo>
                    <a:pt x="1049426" y="33826"/>
                  </a:lnTo>
                  <a:lnTo>
                    <a:pt x="1049181" y="37885"/>
                  </a:lnTo>
                  <a:lnTo>
                    <a:pt x="1049622" y="41593"/>
                  </a:lnTo>
                  <a:lnTo>
                    <a:pt x="1051484" y="45302"/>
                  </a:lnTo>
                  <a:lnTo>
                    <a:pt x="1053396" y="48309"/>
                  </a:lnTo>
                  <a:lnTo>
                    <a:pt x="1056141" y="53370"/>
                  </a:lnTo>
                  <a:lnTo>
                    <a:pt x="1058689" y="57780"/>
                  </a:lnTo>
                  <a:lnTo>
                    <a:pt x="1060454" y="64595"/>
                  </a:lnTo>
                  <a:lnTo>
                    <a:pt x="1062414" y="69005"/>
                  </a:lnTo>
                  <a:lnTo>
                    <a:pt x="1065600" y="73014"/>
                  </a:lnTo>
                  <a:lnTo>
                    <a:pt x="1068737" y="74317"/>
                  </a:lnTo>
                  <a:lnTo>
                    <a:pt x="1071041" y="75270"/>
                  </a:lnTo>
                  <a:lnTo>
                    <a:pt x="1073786" y="75570"/>
                  </a:lnTo>
                  <a:lnTo>
                    <a:pt x="1076579" y="75520"/>
                  </a:lnTo>
                  <a:lnTo>
                    <a:pt x="1079765" y="75069"/>
                  </a:lnTo>
                  <a:lnTo>
                    <a:pt x="1085255" y="74919"/>
                  </a:lnTo>
                  <a:lnTo>
                    <a:pt x="1088441" y="75470"/>
                  </a:lnTo>
                  <a:lnTo>
                    <a:pt x="1091725" y="77024"/>
                  </a:lnTo>
                  <a:lnTo>
                    <a:pt x="1095401" y="79128"/>
                  </a:lnTo>
                  <a:lnTo>
                    <a:pt x="1097655" y="80782"/>
                  </a:lnTo>
                  <a:lnTo>
                    <a:pt x="1098586" y="85042"/>
                  </a:lnTo>
                  <a:lnTo>
                    <a:pt x="1099469" y="88499"/>
                  </a:lnTo>
                  <a:lnTo>
                    <a:pt x="1100890" y="90805"/>
                  </a:lnTo>
                  <a:lnTo>
                    <a:pt x="1104125" y="93511"/>
                  </a:lnTo>
                  <a:lnTo>
                    <a:pt x="1107899" y="95014"/>
                  </a:lnTo>
                  <a:lnTo>
                    <a:pt x="1111673" y="95716"/>
                  </a:lnTo>
                  <a:lnTo>
                    <a:pt x="1115888" y="96467"/>
                  </a:lnTo>
                  <a:lnTo>
                    <a:pt x="1119956" y="96918"/>
                  </a:lnTo>
                  <a:lnTo>
                    <a:pt x="1125446" y="97470"/>
                  </a:lnTo>
                  <a:lnTo>
                    <a:pt x="1129808" y="98773"/>
                  </a:lnTo>
                  <a:lnTo>
                    <a:pt x="1133386" y="99274"/>
                  </a:lnTo>
                  <a:lnTo>
                    <a:pt x="1135690" y="99574"/>
                  </a:lnTo>
                  <a:lnTo>
                    <a:pt x="1138924" y="100226"/>
                  </a:lnTo>
                  <a:lnTo>
                    <a:pt x="1141571" y="100226"/>
                  </a:lnTo>
                  <a:lnTo>
                    <a:pt x="1145737" y="99374"/>
                  </a:lnTo>
                  <a:lnTo>
                    <a:pt x="1149854" y="97670"/>
                  </a:lnTo>
                  <a:lnTo>
                    <a:pt x="1152354" y="96267"/>
                  </a:lnTo>
                  <a:lnTo>
                    <a:pt x="1154119" y="95565"/>
                  </a:lnTo>
                  <a:lnTo>
                    <a:pt x="1156520" y="96016"/>
                  </a:lnTo>
                  <a:lnTo>
                    <a:pt x="1159804" y="96768"/>
                  </a:lnTo>
                  <a:lnTo>
                    <a:pt x="1164068" y="98272"/>
                  </a:lnTo>
                  <a:lnTo>
                    <a:pt x="1168480" y="99474"/>
                  </a:lnTo>
                  <a:lnTo>
                    <a:pt x="1174851" y="100025"/>
                  </a:lnTo>
                  <a:lnTo>
                    <a:pt x="1182938" y="98522"/>
                  </a:lnTo>
                  <a:lnTo>
                    <a:pt x="1186713" y="96718"/>
                  </a:lnTo>
                  <a:lnTo>
                    <a:pt x="1190781" y="95215"/>
                  </a:lnTo>
                  <a:lnTo>
                    <a:pt x="1195731" y="92308"/>
                  </a:lnTo>
                  <a:lnTo>
                    <a:pt x="1200387" y="89301"/>
                  </a:lnTo>
                  <a:lnTo>
                    <a:pt x="1203965" y="87698"/>
                  </a:lnTo>
                  <a:lnTo>
                    <a:pt x="1207102" y="86595"/>
                  </a:lnTo>
                  <a:lnTo>
                    <a:pt x="1211660" y="86745"/>
                  </a:lnTo>
                  <a:lnTo>
                    <a:pt x="1217003" y="89001"/>
                  </a:lnTo>
                  <a:lnTo>
                    <a:pt x="1222100" y="90504"/>
                  </a:lnTo>
                  <a:lnTo>
                    <a:pt x="1227198" y="91306"/>
                  </a:lnTo>
                  <a:lnTo>
                    <a:pt x="1231756" y="91757"/>
                  </a:lnTo>
                  <a:lnTo>
                    <a:pt x="1235971" y="92659"/>
                  </a:lnTo>
                  <a:lnTo>
                    <a:pt x="1239843" y="92609"/>
                  </a:lnTo>
                  <a:lnTo>
                    <a:pt x="1243421" y="92609"/>
                  </a:lnTo>
                  <a:lnTo>
                    <a:pt x="1245627" y="92007"/>
                  </a:lnTo>
                  <a:lnTo>
                    <a:pt x="1247734" y="90504"/>
                  </a:lnTo>
                  <a:lnTo>
                    <a:pt x="1250626" y="88750"/>
                  </a:lnTo>
                  <a:lnTo>
                    <a:pt x="1256116" y="87898"/>
                  </a:lnTo>
                  <a:lnTo>
                    <a:pt x="1260478" y="86194"/>
                  </a:lnTo>
                  <a:lnTo>
                    <a:pt x="1263222" y="82536"/>
                  </a:lnTo>
                  <a:lnTo>
                    <a:pt x="1267683" y="77976"/>
                  </a:lnTo>
                  <a:lnTo>
                    <a:pt x="1269741" y="76623"/>
                  </a:lnTo>
                  <a:lnTo>
                    <a:pt x="1272192" y="76021"/>
                  </a:lnTo>
                  <a:lnTo>
                    <a:pt x="1275378" y="77324"/>
                  </a:lnTo>
                  <a:lnTo>
                    <a:pt x="1278956" y="80181"/>
                  </a:lnTo>
                  <a:lnTo>
                    <a:pt x="1282534" y="81935"/>
                  </a:lnTo>
                  <a:lnTo>
                    <a:pt x="1286651" y="83839"/>
                  </a:lnTo>
                  <a:lnTo>
                    <a:pt x="1290278" y="85643"/>
                  </a:lnTo>
                  <a:lnTo>
                    <a:pt x="1294836" y="88249"/>
                  </a:lnTo>
                  <a:lnTo>
                    <a:pt x="1297238" y="91657"/>
                  </a:lnTo>
                  <a:lnTo>
                    <a:pt x="1300424" y="93310"/>
                  </a:lnTo>
                  <a:lnTo>
                    <a:pt x="1304198" y="94363"/>
                  </a:lnTo>
                  <a:lnTo>
                    <a:pt x="1307384" y="94964"/>
                  </a:lnTo>
                  <a:lnTo>
                    <a:pt x="1310128" y="94313"/>
                  </a:lnTo>
                  <a:lnTo>
                    <a:pt x="1312040" y="92709"/>
                  </a:lnTo>
                  <a:lnTo>
                    <a:pt x="1314540" y="92057"/>
                  </a:lnTo>
                  <a:lnTo>
                    <a:pt x="1317872" y="92057"/>
                  </a:lnTo>
                  <a:lnTo>
                    <a:pt x="1321254" y="91957"/>
                  </a:lnTo>
                  <a:lnTo>
                    <a:pt x="1324783" y="92007"/>
                  </a:lnTo>
                  <a:lnTo>
                    <a:pt x="1328263" y="93010"/>
                  </a:lnTo>
                  <a:lnTo>
                    <a:pt x="1331694" y="94413"/>
                  </a:lnTo>
                  <a:lnTo>
                    <a:pt x="1334684" y="95265"/>
                  </a:lnTo>
                  <a:lnTo>
                    <a:pt x="1339340" y="96467"/>
                  </a:lnTo>
                  <a:lnTo>
                    <a:pt x="1341595" y="96317"/>
                  </a:lnTo>
                  <a:lnTo>
                    <a:pt x="1345026" y="95866"/>
                  </a:lnTo>
                  <a:lnTo>
                    <a:pt x="1349976" y="96868"/>
                  </a:lnTo>
                  <a:lnTo>
                    <a:pt x="1354584" y="99424"/>
                  </a:lnTo>
                  <a:lnTo>
                    <a:pt x="1358505" y="102381"/>
                  </a:lnTo>
                  <a:lnTo>
                    <a:pt x="1363602" y="103784"/>
                  </a:lnTo>
                  <a:lnTo>
                    <a:pt x="1367474" y="105037"/>
                  </a:lnTo>
                  <a:lnTo>
                    <a:pt x="1371738" y="107041"/>
                  </a:lnTo>
                  <a:lnTo>
                    <a:pt x="1375267" y="107893"/>
                  </a:lnTo>
                  <a:lnTo>
                    <a:pt x="1379090" y="108595"/>
                  </a:lnTo>
                  <a:lnTo>
                    <a:pt x="1381247" y="109146"/>
                  </a:lnTo>
                  <a:lnTo>
                    <a:pt x="1382374" y="110048"/>
                  </a:lnTo>
                  <a:lnTo>
                    <a:pt x="1384923" y="113306"/>
                  </a:lnTo>
                  <a:lnTo>
                    <a:pt x="1387373" y="116663"/>
                  </a:lnTo>
                  <a:lnTo>
                    <a:pt x="1391295" y="121023"/>
                  </a:lnTo>
                  <a:lnTo>
                    <a:pt x="1393745" y="121975"/>
                  </a:lnTo>
                  <a:lnTo>
                    <a:pt x="1397372" y="122526"/>
                  </a:lnTo>
                  <a:lnTo>
                    <a:pt x="1403646" y="122476"/>
                  </a:lnTo>
                  <a:lnTo>
                    <a:pt x="1405361" y="123529"/>
                  </a:lnTo>
                  <a:lnTo>
                    <a:pt x="1407959" y="128490"/>
                  </a:lnTo>
                  <a:lnTo>
                    <a:pt x="1412223" y="133200"/>
                  </a:lnTo>
                  <a:lnTo>
                    <a:pt x="1415115" y="135907"/>
                  </a:lnTo>
                  <a:lnTo>
                    <a:pt x="1404479" y="146831"/>
                  </a:lnTo>
                  <a:lnTo>
                    <a:pt x="1379286" y="174043"/>
                  </a:lnTo>
                  <a:lnTo>
                    <a:pt x="1372375" y="180056"/>
                  </a:lnTo>
                  <a:lnTo>
                    <a:pt x="1369239" y="187122"/>
                  </a:lnTo>
                  <a:lnTo>
                    <a:pt x="1361298" y="198498"/>
                  </a:lnTo>
                  <a:lnTo>
                    <a:pt x="1354387" y="203008"/>
                  </a:lnTo>
                  <a:lnTo>
                    <a:pt x="1344732" y="212530"/>
                  </a:lnTo>
                  <a:lnTo>
                    <a:pt x="1330812" y="228716"/>
                  </a:lnTo>
                  <a:lnTo>
                    <a:pt x="1312775" y="244101"/>
                  </a:lnTo>
                  <a:lnTo>
                    <a:pt x="1300571" y="246206"/>
                  </a:lnTo>
                  <a:lnTo>
                    <a:pt x="1291503" y="247358"/>
                  </a:lnTo>
                  <a:lnTo>
                    <a:pt x="1278662" y="248962"/>
                  </a:lnTo>
                  <a:lnTo>
                    <a:pt x="1268320" y="251718"/>
                  </a:lnTo>
                  <a:lnTo>
                    <a:pt x="1259007" y="259786"/>
                  </a:lnTo>
                  <a:lnTo>
                    <a:pt x="1256116" y="262292"/>
                  </a:lnTo>
                  <a:lnTo>
                    <a:pt x="1247636" y="270962"/>
                  </a:lnTo>
                  <a:lnTo>
                    <a:pt x="1246607" y="271663"/>
                  </a:lnTo>
                  <a:lnTo>
                    <a:pt x="1235236" y="279230"/>
                  </a:lnTo>
                  <a:lnTo>
                    <a:pt x="1225727" y="286196"/>
                  </a:lnTo>
                  <a:lnTo>
                    <a:pt x="1220973" y="294465"/>
                  </a:lnTo>
                  <a:lnTo>
                    <a:pt x="1216562" y="306492"/>
                  </a:lnTo>
                  <a:lnTo>
                    <a:pt x="1216415" y="306943"/>
                  </a:lnTo>
                  <a:lnTo>
                    <a:pt x="1216219" y="307194"/>
                  </a:lnTo>
                  <a:lnTo>
                    <a:pt x="1206906" y="322127"/>
                  </a:lnTo>
                  <a:lnTo>
                    <a:pt x="1197790" y="335257"/>
                  </a:lnTo>
                  <a:lnTo>
                    <a:pt x="1193672" y="340719"/>
                  </a:lnTo>
                  <a:lnTo>
                    <a:pt x="1191810" y="343275"/>
                  </a:lnTo>
                  <a:lnTo>
                    <a:pt x="1186811" y="348587"/>
                  </a:lnTo>
                  <a:lnTo>
                    <a:pt x="1172352" y="354100"/>
                  </a:lnTo>
                  <a:lnTo>
                    <a:pt x="1161569" y="354300"/>
                  </a:lnTo>
                  <a:lnTo>
                    <a:pt x="1150001" y="351945"/>
                  </a:lnTo>
                  <a:lnTo>
                    <a:pt x="1136327" y="352195"/>
                  </a:lnTo>
                  <a:lnTo>
                    <a:pt x="1125201" y="349840"/>
                  </a:lnTo>
                  <a:lnTo>
                    <a:pt x="1112751" y="345430"/>
                  </a:lnTo>
                  <a:lnTo>
                    <a:pt x="1111673" y="345179"/>
                  </a:lnTo>
                  <a:lnTo>
                    <a:pt x="1091872" y="341170"/>
                  </a:lnTo>
                  <a:lnTo>
                    <a:pt x="1076971" y="337362"/>
                  </a:lnTo>
                  <a:lnTo>
                    <a:pt x="1058150" y="330797"/>
                  </a:lnTo>
                  <a:lnTo>
                    <a:pt x="1047612" y="329995"/>
                  </a:lnTo>
                  <a:lnTo>
                    <a:pt x="1045554" y="329995"/>
                  </a:lnTo>
                  <a:lnTo>
                    <a:pt x="1036633" y="330196"/>
                  </a:lnTo>
                  <a:lnTo>
                    <a:pt x="1030654" y="334205"/>
                  </a:lnTo>
                  <a:lnTo>
                    <a:pt x="1024037" y="335708"/>
                  </a:lnTo>
                  <a:lnTo>
                    <a:pt x="1022616" y="335307"/>
                  </a:lnTo>
                  <a:lnTo>
                    <a:pt x="1010166" y="332100"/>
                  </a:lnTo>
                  <a:lnTo>
                    <a:pt x="996933" y="329344"/>
                  </a:lnTo>
                  <a:lnTo>
                    <a:pt x="992472" y="328592"/>
                  </a:lnTo>
                  <a:lnTo>
                    <a:pt x="977719" y="326186"/>
                  </a:lnTo>
                  <a:lnTo>
                    <a:pt x="965025" y="323881"/>
                  </a:lnTo>
                  <a:lnTo>
                    <a:pt x="954536" y="323631"/>
                  </a:lnTo>
                  <a:lnTo>
                    <a:pt x="944831" y="324683"/>
                  </a:lnTo>
                  <a:lnTo>
                    <a:pt x="933656" y="327640"/>
                  </a:lnTo>
                  <a:lnTo>
                    <a:pt x="925863" y="332050"/>
                  </a:lnTo>
                  <a:lnTo>
                    <a:pt x="919589" y="334606"/>
                  </a:lnTo>
                  <a:lnTo>
                    <a:pt x="915423" y="338414"/>
                  </a:lnTo>
                  <a:lnTo>
                    <a:pt x="911698" y="346482"/>
                  </a:lnTo>
                  <a:lnTo>
                    <a:pt x="910277" y="354100"/>
                  </a:lnTo>
                  <a:lnTo>
                    <a:pt x="910865" y="365926"/>
                  </a:lnTo>
                  <a:lnTo>
                    <a:pt x="910865" y="374596"/>
                  </a:lnTo>
                  <a:lnTo>
                    <a:pt x="912335" y="383065"/>
                  </a:lnTo>
                  <a:lnTo>
                    <a:pt x="913757" y="399151"/>
                  </a:lnTo>
                  <a:lnTo>
                    <a:pt x="915423" y="413083"/>
                  </a:lnTo>
                  <a:lnTo>
                    <a:pt x="915619" y="426814"/>
                  </a:lnTo>
                  <a:lnTo>
                    <a:pt x="918952" y="442299"/>
                  </a:lnTo>
                  <a:lnTo>
                    <a:pt x="922677" y="452422"/>
                  </a:lnTo>
                  <a:lnTo>
                    <a:pt x="927039" y="462144"/>
                  </a:lnTo>
                  <a:lnTo>
                    <a:pt x="931794" y="471665"/>
                  </a:lnTo>
                  <a:lnTo>
                    <a:pt x="929588" y="475774"/>
                  </a:lnTo>
                  <a:lnTo>
                    <a:pt x="929098" y="476727"/>
                  </a:lnTo>
                  <a:lnTo>
                    <a:pt x="919148" y="486048"/>
                  </a:lnTo>
                  <a:lnTo>
                    <a:pt x="907140" y="492963"/>
                  </a:lnTo>
                  <a:lnTo>
                    <a:pt x="897239" y="497874"/>
                  </a:lnTo>
                  <a:lnTo>
                    <a:pt x="883368" y="502986"/>
                  </a:lnTo>
                  <a:lnTo>
                    <a:pt x="873664" y="511205"/>
                  </a:lnTo>
                  <a:lnTo>
                    <a:pt x="867390" y="515013"/>
                  </a:lnTo>
                  <a:lnTo>
                    <a:pt x="861852" y="515464"/>
                  </a:lnTo>
                  <a:lnTo>
                    <a:pt x="852980" y="513961"/>
                  </a:lnTo>
                  <a:lnTo>
                    <a:pt x="839943" y="515264"/>
                  </a:lnTo>
                  <a:lnTo>
                    <a:pt x="829895" y="518972"/>
                  </a:lnTo>
                  <a:lnTo>
                    <a:pt x="820484" y="522831"/>
                  </a:lnTo>
                  <a:lnTo>
                    <a:pt x="808084" y="524735"/>
                  </a:lnTo>
                  <a:lnTo>
                    <a:pt x="798134" y="526238"/>
                  </a:lnTo>
                  <a:lnTo>
                    <a:pt x="788037" y="524334"/>
                  </a:lnTo>
                  <a:lnTo>
                    <a:pt x="778725" y="523282"/>
                  </a:lnTo>
                  <a:lnTo>
                    <a:pt x="776862" y="524384"/>
                  </a:lnTo>
                  <a:lnTo>
                    <a:pt x="773137" y="526639"/>
                  </a:lnTo>
                  <a:lnTo>
                    <a:pt x="775000" y="534257"/>
                  </a:lnTo>
                  <a:lnTo>
                    <a:pt x="779558" y="543177"/>
                  </a:lnTo>
                  <a:lnTo>
                    <a:pt x="780342" y="551846"/>
                  </a:lnTo>
                  <a:lnTo>
                    <a:pt x="780342" y="563473"/>
                  </a:lnTo>
                  <a:lnTo>
                    <a:pt x="780146" y="581664"/>
                  </a:lnTo>
                  <a:lnTo>
                    <a:pt x="777058" y="590935"/>
                  </a:lnTo>
                  <a:lnTo>
                    <a:pt x="773725" y="598552"/>
                  </a:lnTo>
                  <a:lnTo>
                    <a:pt x="761374" y="621053"/>
                  </a:lnTo>
                  <a:lnTo>
                    <a:pt x="758825" y="625663"/>
                  </a:lnTo>
                  <a:lnTo>
                    <a:pt x="753434" y="633180"/>
                  </a:lnTo>
                  <a:lnTo>
                    <a:pt x="750983" y="636638"/>
                  </a:lnTo>
                  <a:lnTo>
                    <a:pt x="744807" y="643804"/>
                  </a:lnTo>
                  <a:lnTo>
                    <a:pt x="741867" y="653977"/>
                  </a:lnTo>
                  <a:lnTo>
                    <a:pt x="740592" y="662897"/>
                  </a:lnTo>
                  <a:lnTo>
                    <a:pt x="734466" y="666255"/>
                  </a:lnTo>
                  <a:lnTo>
                    <a:pt x="722359" y="667959"/>
                  </a:lnTo>
                  <a:lnTo>
                    <a:pt x="715743" y="669111"/>
                  </a:lnTo>
                  <a:lnTo>
                    <a:pt x="711135" y="672669"/>
                  </a:lnTo>
                  <a:lnTo>
                    <a:pt x="702166" y="678633"/>
                  </a:lnTo>
                  <a:lnTo>
                    <a:pt x="689667" y="686050"/>
                  </a:lnTo>
                  <a:lnTo>
                    <a:pt x="683541" y="691863"/>
                  </a:lnTo>
                  <a:lnTo>
                    <a:pt x="676728" y="699630"/>
                  </a:lnTo>
                  <a:lnTo>
                    <a:pt x="671189" y="709001"/>
                  </a:lnTo>
                  <a:lnTo>
                    <a:pt x="667513" y="710805"/>
                  </a:lnTo>
                  <a:lnTo>
                    <a:pt x="666925" y="711106"/>
                  </a:lnTo>
                  <a:lnTo>
                    <a:pt x="658397" y="714013"/>
                  </a:lnTo>
                  <a:lnTo>
                    <a:pt x="650653" y="717721"/>
                  </a:lnTo>
                  <a:lnTo>
                    <a:pt x="643399" y="723183"/>
                  </a:lnTo>
                  <a:lnTo>
                    <a:pt x="638203" y="728696"/>
                  </a:lnTo>
                  <a:lnTo>
                    <a:pt x="632322" y="736413"/>
                  </a:lnTo>
                  <a:lnTo>
                    <a:pt x="626636" y="742878"/>
                  </a:lnTo>
                  <a:lnTo>
                    <a:pt x="623303" y="746787"/>
                  </a:lnTo>
                  <a:lnTo>
                    <a:pt x="617520" y="753552"/>
                  </a:lnTo>
                  <a:lnTo>
                    <a:pt x="612128" y="763224"/>
                  </a:lnTo>
                  <a:lnTo>
                    <a:pt x="605658" y="774850"/>
                  </a:lnTo>
                  <a:lnTo>
                    <a:pt x="602473" y="779862"/>
                  </a:lnTo>
                  <a:lnTo>
                    <a:pt x="596346" y="786978"/>
                  </a:lnTo>
                  <a:lnTo>
                    <a:pt x="589043" y="797000"/>
                  </a:lnTo>
                  <a:lnTo>
                    <a:pt x="581936" y="807023"/>
                  </a:lnTo>
                  <a:lnTo>
                    <a:pt x="572182" y="815241"/>
                  </a:lnTo>
                  <a:lnTo>
                    <a:pt x="559047" y="820253"/>
                  </a:lnTo>
                  <a:lnTo>
                    <a:pt x="546107" y="824462"/>
                  </a:lnTo>
                  <a:lnTo>
                    <a:pt x="536010" y="830726"/>
                  </a:lnTo>
                  <a:lnTo>
                    <a:pt x="526845" y="835938"/>
                  </a:lnTo>
                  <a:lnTo>
                    <a:pt x="524149" y="838243"/>
                  </a:lnTo>
                  <a:lnTo>
                    <a:pt x="516748" y="844708"/>
                  </a:lnTo>
                  <a:lnTo>
                    <a:pt x="507239" y="855783"/>
                  </a:lnTo>
                  <a:lnTo>
                    <a:pt x="504152" y="859642"/>
                  </a:lnTo>
                  <a:lnTo>
                    <a:pt x="496064" y="862548"/>
                  </a:lnTo>
                  <a:lnTo>
                    <a:pt x="492535" y="862498"/>
                  </a:lnTo>
                  <a:lnTo>
                    <a:pt x="486311" y="860644"/>
                  </a:lnTo>
                  <a:lnTo>
                    <a:pt x="481164" y="858289"/>
                  </a:lnTo>
                  <a:lnTo>
                    <a:pt x="480723" y="858088"/>
                  </a:lnTo>
                  <a:lnTo>
                    <a:pt x="476851" y="856535"/>
                  </a:lnTo>
                  <a:lnTo>
                    <a:pt x="472391" y="856735"/>
                  </a:lnTo>
                  <a:lnTo>
                    <a:pt x="468715" y="857286"/>
                  </a:lnTo>
                  <a:lnTo>
                    <a:pt x="465970" y="857687"/>
                  </a:lnTo>
                  <a:lnTo>
                    <a:pt x="459157" y="857988"/>
                  </a:lnTo>
                  <a:lnTo>
                    <a:pt x="456118" y="858439"/>
                  </a:lnTo>
                  <a:lnTo>
                    <a:pt x="451021" y="862598"/>
                  </a:lnTo>
                  <a:lnTo>
                    <a:pt x="448423" y="864503"/>
                  </a:lnTo>
                  <a:lnTo>
                    <a:pt x="443130" y="869414"/>
                  </a:lnTo>
                  <a:lnTo>
                    <a:pt x="434504" y="876329"/>
                  </a:lnTo>
                  <a:lnTo>
                    <a:pt x="428524" y="878384"/>
                  </a:lnTo>
                  <a:lnTo>
                    <a:pt x="422936" y="878434"/>
                  </a:lnTo>
                  <a:lnTo>
                    <a:pt x="413428" y="878635"/>
                  </a:lnTo>
                  <a:lnTo>
                    <a:pt x="404262" y="878334"/>
                  </a:lnTo>
                  <a:lnTo>
                    <a:pt x="398381" y="877833"/>
                  </a:lnTo>
                  <a:lnTo>
                    <a:pt x="392744" y="875979"/>
                  </a:lnTo>
                  <a:lnTo>
                    <a:pt x="387794" y="875177"/>
                  </a:lnTo>
                  <a:lnTo>
                    <a:pt x="385343" y="876279"/>
                  </a:lnTo>
                  <a:lnTo>
                    <a:pt x="378922" y="879687"/>
                  </a:lnTo>
                  <a:lnTo>
                    <a:pt x="373923" y="881591"/>
                  </a:lnTo>
                  <a:lnTo>
                    <a:pt x="366228" y="883045"/>
                  </a:lnTo>
                  <a:lnTo>
                    <a:pt x="361375" y="884548"/>
                  </a:lnTo>
                  <a:lnTo>
                    <a:pt x="353582" y="889259"/>
                  </a:lnTo>
                  <a:lnTo>
                    <a:pt x="350396" y="892867"/>
                  </a:lnTo>
                  <a:lnTo>
                    <a:pt x="348730" y="894571"/>
                  </a:lnTo>
                  <a:lnTo>
                    <a:pt x="345985" y="897427"/>
                  </a:lnTo>
                  <a:lnTo>
                    <a:pt x="341819" y="900334"/>
                  </a:lnTo>
                  <a:lnTo>
                    <a:pt x="338192" y="903090"/>
                  </a:lnTo>
                  <a:lnTo>
                    <a:pt x="332801" y="905495"/>
                  </a:lnTo>
                  <a:lnTo>
                    <a:pt x="328438" y="906247"/>
                  </a:lnTo>
                  <a:lnTo>
                    <a:pt x="324027" y="906147"/>
                  </a:lnTo>
                  <a:lnTo>
                    <a:pt x="320694" y="906598"/>
                  </a:lnTo>
                  <a:lnTo>
                    <a:pt x="318293" y="907600"/>
                  </a:lnTo>
                  <a:lnTo>
                    <a:pt x="315450" y="908903"/>
                  </a:lnTo>
                  <a:lnTo>
                    <a:pt x="312656" y="909404"/>
                  </a:lnTo>
                  <a:lnTo>
                    <a:pt x="312215" y="909504"/>
                  </a:lnTo>
                  <a:lnTo>
                    <a:pt x="307902" y="909053"/>
                  </a:lnTo>
                  <a:lnTo>
                    <a:pt x="307657" y="908953"/>
                  </a:lnTo>
                  <a:lnTo>
                    <a:pt x="306824" y="907650"/>
                  </a:lnTo>
                  <a:lnTo>
                    <a:pt x="306088" y="906347"/>
                  </a:lnTo>
                  <a:lnTo>
                    <a:pt x="305696" y="905696"/>
                  </a:lnTo>
                  <a:lnTo>
                    <a:pt x="305647" y="905395"/>
                  </a:lnTo>
                  <a:lnTo>
                    <a:pt x="305157" y="904393"/>
                  </a:lnTo>
                  <a:lnTo>
                    <a:pt x="304667" y="903992"/>
                  </a:lnTo>
                  <a:lnTo>
                    <a:pt x="303834" y="903792"/>
                  </a:lnTo>
                  <a:lnTo>
                    <a:pt x="303540" y="903591"/>
                  </a:lnTo>
                  <a:lnTo>
                    <a:pt x="302559" y="903792"/>
                  </a:lnTo>
                  <a:lnTo>
                    <a:pt x="302314" y="903240"/>
                  </a:lnTo>
                  <a:lnTo>
                    <a:pt x="301873" y="902689"/>
                  </a:lnTo>
                  <a:lnTo>
                    <a:pt x="301530" y="902338"/>
                  </a:lnTo>
                  <a:lnTo>
                    <a:pt x="301187" y="902188"/>
                  </a:lnTo>
                  <a:lnTo>
                    <a:pt x="300795" y="902038"/>
                  </a:lnTo>
                  <a:lnTo>
                    <a:pt x="300844" y="901587"/>
                  </a:lnTo>
                  <a:lnTo>
                    <a:pt x="300697" y="901035"/>
                  </a:lnTo>
                  <a:lnTo>
                    <a:pt x="300697" y="900384"/>
                  </a:lnTo>
                  <a:lnTo>
                    <a:pt x="300795" y="899833"/>
                  </a:lnTo>
                  <a:lnTo>
                    <a:pt x="301040" y="899281"/>
                  </a:lnTo>
                  <a:lnTo>
                    <a:pt x="301530" y="898931"/>
                  </a:lnTo>
                  <a:lnTo>
                    <a:pt x="302216" y="898580"/>
                  </a:lnTo>
                  <a:lnTo>
                    <a:pt x="302657" y="898329"/>
                  </a:lnTo>
                  <a:lnTo>
                    <a:pt x="302657" y="898029"/>
                  </a:lnTo>
                  <a:lnTo>
                    <a:pt x="302314" y="897628"/>
                  </a:lnTo>
                  <a:lnTo>
                    <a:pt x="302363" y="897227"/>
                  </a:lnTo>
                  <a:lnTo>
                    <a:pt x="301383" y="896325"/>
                  </a:lnTo>
                  <a:lnTo>
                    <a:pt x="300501" y="896876"/>
                  </a:lnTo>
                  <a:lnTo>
                    <a:pt x="298932" y="895373"/>
                  </a:lnTo>
                  <a:lnTo>
                    <a:pt x="298393" y="896074"/>
                  </a:lnTo>
                  <a:lnTo>
                    <a:pt x="297462" y="897026"/>
                  </a:lnTo>
                  <a:lnTo>
                    <a:pt x="295845" y="898279"/>
                  </a:lnTo>
                  <a:lnTo>
                    <a:pt x="294227" y="899181"/>
                  </a:lnTo>
                  <a:lnTo>
                    <a:pt x="292904" y="896425"/>
                  </a:lnTo>
                  <a:lnTo>
                    <a:pt x="293982" y="895824"/>
                  </a:lnTo>
                  <a:lnTo>
                    <a:pt x="270112" y="858890"/>
                  </a:lnTo>
                  <a:lnTo>
                    <a:pt x="269475" y="857637"/>
                  </a:lnTo>
                  <a:lnTo>
                    <a:pt x="269328" y="857186"/>
                  </a:lnTo>
                  <a:lnTo>
                    <a:pt x="269524" y="856635"/>
                  </a:lnTo>
                  <a:lnTo>
                    <a:pt x="269181" y="856384"/>
                  </a:lnTo>
                  <a:lnTo>
                    <a:pt x="267760" y="855633"/>
                  </a:lnTo>
                  <a:lnTo>
                    <a:pt x="266731" y="855031"/>
                  </a:lnTo>
                  <a:lnTo>
                    <a:pt x="268691" y="850822"/>
                  </a:lnTo>
                  <a:lnTo>
                    <a:pt x="268201" y="850571"/>
                  </a:lnTo>
                  <a:lnTo>
                    <a:pt x="267319" y="850070"/>
                  </a:lnTo>
                  <a:lnTo>
                    <a:pt x="265064" y="848567"/>
                  </a:lnTo>
                  <a:lnTo>
                    <a:pt x="258300" y="835738"/>
                  </a:lnTo>
                  <a:lnTo>
                    <a:pt x="251781" y="831879"/>
                  </a:lnTo>
                  <a:lnTo>
                    <a:pt x="250948" y="831328"/>
                  </a:lnTo>
                  <a:lnTo>
                    <a:pt x="250409" y="831879"/>
                  </a:lnTo>
                  <a:lnTo>
                    <a:pt x="248694" y="833583"/>
                  </a:lnTo>
                  <a:lnTo>
                    <a:pt x="247713" y="835036"/>
                  </a:lnTo>
                  <a:lnTo>
                    <a:pt x="247076" y="836038"/>
                  </a:lnTo>
                  <a:lnTo>
                    <a:pt x="246635" y="836740"/>
                  </a:lnTo>
                  <a:lnTo>
                    <a:pt x="245851" y="838093"/>
                  </a:lnTo>
                  <a:lnTo>
                    <a:pt x="245116" y="841150"/>
                  </a:lnTo>
                  <a:lnTo>
                    <a:pt x="244429" y="844858"/>
                  </a:lnTo>
                  <a:lnTo>
                    <a:pt x="239969" y="842603"/>
                  </a:lnTo>
                  <a:lnTo>
                    <a:pt x="239185" y="844057"/>
                  </a:lnTo>
                  <a:lnTo>
                    <a:pt x="238793" y="844558"/>
                  </a:lnTo>
                  <a:lnTo>
                    <a:pt x="236832" y="843656"/>
                  </a:lnTo>
                  <a:lnTo>
                    <a:pt x="235509" y="845961"/>
                  </a:lnTo>
                  <a:lnTo>
                    <a:pt x="234186" y="848266"/>
                  </a:lnTo>
                  <a:lnTo>
                    <a:pt x="230118" y="846111"/>
                  </a:lnTo>
                  <a:lnTo>
                    <a:pt x="221638" y="841401"/>
                  </a:lnTo>
                  <a:lnTo>
                    <a:pt x="221050" y="841050"/>
                  </a:lnTo>
                  <a:lnTo>
                    <a:pt x="226147" y="831879"/>
                  </a:lnTo>
                  <a:lnTo>
                    <a:pt x="228647" y="827269"/>
                  </a:lnTo>
                  <a:lnTo>
                    <a:pt x="227079" y="825014"/>
                  </a:lnTo>
                  <a:lnTo>
                    <a:pt x="221785" y="817246"/>
                  </a:lnTo>
                  <a:lnTo>
                    <a:pt x="221491" y="816795"/>
                  </a:lnTo>
                  <a:lnTo>
                    <a:pt x="219286" y="813989"/>
                  </a:lnTo>
                  <a:lnTo>
                    <a:pt x="218207" y="812535"/>
                  </a:lnTo>
                  <a:lnTo>
                    <a:pt x="217864" y="812185"/>
                  </a:lnTo>
                  <a:lnTo>
                    <a:pt x="217521" y="811784"/>
                  </a:lnTo>
                  <a:lnTo>
                    <a:pt x="217276" y="811483"/>
                  </a:lnTo>
                  <a:lnTo>
                    <a:pt x="214923" y="808526"/>
                  </a:lnTo>
                  <a:lnTo>
                    <a:pt x="214433" y="807975"/>
                  </a:lnTo>
                  <a:lnTo>
                    <a:pt x="213943" y="807374"/>
                  </a:lnTo>
                  <a:lnTo>
                    <a:pt x="213502" y="806672"/>
                  </a:lnTo>
                  <a:lnTo>
                    <a:pt x="213208" y="806071"/>
                  </a:lnTo>
                  <a:lnTo>
                    <a:pt x="213110" y="805519"/>
                  </a:lnTo>
                  <a:lnTo>
                    <a:pt x="212620" y="804768"/>
                  </a:lnTo>
                  <a:lnTo>
                    <a:pt x="212375" y="804367"/>
                  </a:lnTo>
                  <a:lnTo>
                    <a:pt x="211688" y="803665"/>
                  </a:lnTo>
                  <a:lnTo>
                    <a:pt x="210316" y="802212"/>
                  </a:lnTo>
                  <a:lnTo>
                    <a:pt x="208552" y="800859"/>
                  </a:lnTo>
                  <a:lnTo>
                    <a:pt x="206052" y="800157"/>
                  </a:lnTo>
                  <a:lnTo>
                    <a:pt x="201886" y="797752"/>
                  </a:lnTo>
                  <a:lnTo>
                    <a:pt x="200219" y="798403"/>
                  </a:lnTo>
                  <a:lnTo>
                    <a:pt x="197720" y="801961"/>
                  </a:lnTo>
                  <a:lnTo>
                    <a:pt x="195073" y="804768"/>
                  </a:lnTo>
                  <a:lnTo>
                    <a:pt x="192720" y="808075"/>
                  </a:lnTo>
                  <a:lnTo>
                    <a:pt x="191054" y="806873"/>
                  </a:lnTo>
                  <a:lnTo>
                    <a:pt x="190515" y="803214"/>
                  </a:lnTo>
                  <a:lnTo>
                    <a:pt x="189289" y="797602"/>
                  </a:lnTo>
                  <a:lnTo>
                    <a:pt x="189976" y="796198"/>
                  </a:lnTo>
                  <a:lnTo>
                    <a:pt x="190025" y="794094"/>
                  </a:lnTo>
                  <a:lnTo>
                    <a:pt x="188113" y="792239"/>
                  </a:lnTo>
                  <a:lnTo>
                    <a:pt x="184192" y="789283"/>
                  </a:lnTo>
                  <a:lnTo>
                    <a:pt x="178800" y="785224"/>
                  </a:lnTo>
                  <a:lnTo>
                    <a:pt x="184192" y="776454"/>
                  </a:lnTo>
                  <a:lnTo>
                    <a:pt x="187084" y="771743"/>
                  </a:lnTo>
                  <a:lnTo>
                    <a:pt x="187476" y="771292"/>
                  </a:lnTo>
                  <a:lnTo>
                    <a:pt x="187966" y="771342"/>
                  </a:lnTo>
                  <a:lnTo>
                    <a:pt x="190956" y="768536"/>
                  </a:lnTo>
                  <a:lnTo>
                    <a:pt x="202719" y="757862"/>
                  </a:lnTo>
                  <a:lnTo>
                    <a:pt x="199876" y="755106"/>
                  </a:lnTo>
                  <a:lnTo>
                    <a:pt x="200807" y="753101"/>
                  </a:lnTo>
                  <a:lnTo>
                    <a:pt x="201543" y="751598"/>
                  </a:lnTo>
                  <a:lnTo>
                    <a:pt x="202572" y="749393"/>
                  </a:lnTo>
                  <a:lnTo>
                    <a:pt x="202131" y="748441"/>
                  </a:lnTo>
                  <a:lnTo>
                    <a:pt x="202033" y="747689"/>
                  </a:lnTo>
                  <a:lnTo>
                    <a:pt x="202131" y="746586"/>
                  </a:lnTo>
                  <a:lnTo>
                    <a:pt x="202425" y="744532"/>
                  </a:lnTo>
                  <a:lnTo>
                    <a:pt x="201837" y="742076"/>
                  </a:lnTo>
                  <a:lnTo>
                    <a:pt x="201837" y="741675"/>
                  </a:lnTo>
                  <a:lnTo>
                    <a:pt x="201886" y="741274"/>
                  </a:lnTo>
                  <a:lnTo>
                    <a:pt x="201935" y="740573"/>
                  </a:lnTo>
                  <a:lnTo>
                    <a:pt x="202474" y="739220"/>
                  </a:lnTo>
                  <a:lnTo>
                    <a:pt x="203601" y="738067"/>
                  </a:lnTo>
                  <a:lnTo>
                    <a:pt x="203748" y="737466"/>
                  </a:lnTo>
                  <a:lnTo>
                    <a:pt x="203944" y="736664"/>
                  </a:lnTo>
                  <a:lnTo>
                    <a:pt x="204582" y="735511"/>
                  </a:lnTo>
                  <a:lnTo>
                    <a:pt x="205807" y="734509"/>
                  </a:lnTo>
                  <a:lnTo>
                    <a:pt x="206150" y="733707"/>
                  </a:lnTo>
                  <a:lnTo>
                    <a:pt x="205954" y="732454"/>
                  </a:lnTo>
                  <a:lnTo>
                    <a:pt x="205807" y="731803"/>
                  </a:lnTo>
                  <a:lnTo>
                    <a:pt x="205905" y="731101"/>
                  </a:lnTo>
                  <a:lnTo>
                    <a:pt x="206052" y="730700"/>
                  </a:lnTo>
                  <a:lnTo>
                    <a:pt x="194926" y="729949"/>
                  </a:lnTo>
                  <a:lnTo>
                    <a:pt x="192671" y="732905"/>
                  </a:lnTo>
                  <a:lnTo>
                    <a:pt x="179438" y="727042"/>
                  </a:lnTo>
                  <a:lnTo>
                    <a:pt x="178212" y="726591"/>
                  </a:lnTo>
                  <a:lnTo>
                    <a:pt x="178261" y="724086"/>
                  </a:lnTo>
                  <a:lnTo>
                    <a:pt x="177036" y="723234"/>
                  </a:lnTo>
                  <a:lnTo>
                    <a:pt x="176889" y="722582"/>
                  </a:lnTo>
                  <a:lnTo>
                    <a:pt x="176203" y="721429"/>
                  </a:lnTo>
                  <a:lnTo>
                    <a:pt x="175615" y="720628"/>
                  </a:lnTo>
                  <a:lnTo>
                    <a:pt x="172625" y="719625"/>
                  </a:lnTo>
                  <a:lnTo>
                    <a:pt x="171448" y="718874"/>
                  </a:lnTo>
                  <a:lnTo>
                    <a:pt x="170321" y="717420"/>
                  </a:lnTo>
                  <a:lnTo>
                    <a:pt x="168949" y="715967"/>
                  </a:lnTo>
                  <a:lnTo>
                    <a:pt x="167969" y="712610"/>
                  </a:lnTo>
                  <a:lnTo>
                    <a:pt x="167821" y="711507"/>
                  </a:lnTo>
                  <a:lnTo>
                    <a:pt x="166792" y="711206"/>
                  </a:lnTo>
                  <a:lnTo>
                    <a:pt x="165371" y="709252"/>
                  </a:lnTo>
                  <a:lnTo>
                    <a:pt x="164489" y="707498"/>
                  </a:lnTo>
                  <a:lnTo>
                    <a:pt x="164587" y="704491"/>
                  </a:lnTo>
                  <a:lnTo>
                    <a:pt x="166253" y="702086"/>
                  </a:lnTo>
                  <a:lnTo>
                    <a:pt x="167870" y="700633"/>
                  </a:lnTo>
                  <a:lnTo>
                    <a:pt x="168851" y="698879"/>
                  </a:lnTo>
                  <a:lnTo>
                    <a:pt x="169243" y="697425"/>
                  </a:lnTo>
                  <a:lnTo>
                    <a:pt x="168704" y="695220"/>
                  </a:lnTo>
                  <a:lnTo>
                    <a:pt x="168067" y="692665"/>
                  </a:lnTo>
                  <a:lnTo>
                    <a:pt x="170223" y="689106"/>
                  </a:lnTo>
                  <a:lnTo>
                    <a:pt x="172331" y="684747"/>
                  </a:lnTo>
                  <a:lnTo>
                    <a:pt x="172331" y="673070"/>
                  </a:lnTo>
                  <a:lnTo>
                    <a:pt x="170664" y="670114"/>
                  </a:lnTo>
                  <a:lnTo>
                    <a:pt x="170517" y="659740"/>
                  </a:lnTo>
                  <a:lnTo>
                    <a:pt x="170321" y="659590"/>
                  </a:lnTo>
                  <a:lnTo>
                    <a:pt x="164734" y="656232"/>
                  </a:lnTo>
                  <a:lnTo>
                    <a:pt x="164881" y="655982"/>
                  </a:lnTo>
                  <a:lnTo>
                    <a:pt x="168753" y="648815"/>
                  </a:lnTo>
                  <a:lnTo>
                    <a:pt x="168067" y="648314"/>
                  </a:lnTo>
                  <a:lnTo>
                    <a:pt x="167969" y="647362"/>
                  </a:lnTo>
                  <a:lnTo>
                    <a:pt x="167969" y="646711"/>
                  </a:lnTo>
                  <a:lnTo>
                    <a:pt x="164636" y="644957"/>
                  </a:lnTo>
                  <a:lnTo>
                    <a:pt x="163508" y="648014"/>
                  </a:lnTo>
                  <a:lnTo>
                    <a:pt x="159440" y="645107"/>
                  </a:lnTo>
                  <a:lnTo>
                    <a:pt x="156548" y="647061"/>
                  </a:lnTo>
                  <a:lnTo>
                    <a:pt x="150079" y="640046"/>
                  </a:lnTo>
                  <a:lnTo>
                    <a:pt x="148951" y="641048"/>
                  </a:lnTo>
                  <a:lnTo>
                    <a:pt x="146010" y="639294"/>
                  </a:lnTo>
                  <a:lnTo>
                    <a:pt x="142138" y="639645"/>
                  </a:lnTo>
                  <a:lnTo>
                    <a:pt x="140815" y="638993"/>
                  </a:lnTo>
                  <a:lnTo>
                    <a:pt x="133071" y="633481"/>
                  </a:lnTo>
                  <a:lnTo>
                    <a:pt x="132532" y="631376"/>
                  </a:lnTo>
                  <a:lnTo>
                    <a:pt x="128807" y="628369"/>
                  </a:lnTo>
                  <a:lnTo>
                    <a:pt x="127385" y="627267"/>
                  </a:lnTo>
                  <a:lnTo>
                    <a:pt x="114789" y="616843"/>
                  </a:lnTo>
                  <a:lnTo>
                    <a:pt x="102389" y="606921"/>
                  </a:lnTo>
                  <a:lnTo>
                    <a:pt x="101996" y="606420"/>
                  </a:lnTo>
                  <a:lnTo>
                    <a:pt x="100624" y="604365"/>
                  </a:lnTo>
                  <a:lnTo>
                    <a:pt x="98369" y="601960"/>
                  </a:lnTo>
                  <a:lnTo>
                    <a:pt x="96017" y="600206"/>
                  </a:lnTo>
                  <a:lnTo>
                    <a:pt x="94007" y="598903"/>
                  </a:lnTo>
                  <a:lnTo>
                    <a:pt x="91508" y="597700"/>
                  </a:lnTo>
                  <a:lnTo>
                    <a:pt x="89253" y="597249"/>
                  </a:lnTo>
                  <a:lnTo>
                    <a:pt x="86802" y="595595"/>
                  </a:lnTo>
                  <a:lnTo>
                    <a:pt x="83126" y="591285"/>
                  </a:lnTo>
                  <a:lnTo>
                    <a:pt x="80725" y="588329"/>
                  </a:lnTo>
                  <a:lnTo>
                    <a:pt x="77441" y="583418"/>
                  </a:lnTo>
                  <a:lnTo>
                    <a:pt x="68667" y="583418"/>
                  </a:lnTo>
                  <a:lnTo>
                    <a:pt x="66119" y="583267"/>
                  </a:lnTo>
                  <a:lnTo>
                    <a:pt x="63766" y="582967"/>
                  </a:lnTo>
                  <a:lnTo>
                    <a:pt x="63129" y="581463"/>
                  </a:lnTo>
                  <a:lnTo>
                    <a:pt x="59502" y="576753"/>
                  </a:lnTo>
                  <a:lnTo>
                    <a:pt x="55287" y="572894"/>
                  </a:lnTo>
                  <a:lnTo>
                    <a:pt x="54895" y="570288"/>
                  </a:lnTo>
                  <a:lnTo>
                    <a:pt x="54797" y="569737"/>
                  </a:lnTo>
                  <a:lnTo>
                    <a:pt x="54502" y="567883"/>
                  </a:lnTo>
                  <a:lnTo>
                    <a:pt x="52787" y="564826"/>
                  </a:lnTo>
                  <a:lnTo>
                    <a:pt x="52297" y="562921"/>
                  </a:lnTo>
                  <a:lnTo>
                    <a:pt x="51022" y="562120"/>
                  </a:lnTo>
                  <a:lnTo>
                    <a:pt x="50581" y="561869"/>
                  </a:lnTo>
                  <a:lnTo>
                    <a:pt x="48768" y="561418"/>
                  </a:lnTo>
                  <a:lnTo>
                    <a:pt x="47886" y="559965"/>
                  </a:lnTo>
                  <a:lnTo>
                    <a:pt x="46513" y="558662"/>
                  </a:lnTo>
                  <a:lnTo>
                    <a:pt x="46219" y="556958"/>
                  </a:lnTo>
                  <a:lnTo>
                    <a:pt x="42396" y="555054"/>
                  </a:lnTo>
                  <a:lnTo>
                    <a:pt x="40338" y="552949"/>
                  </a:lnTo>
                  <a:lnTo>
                    <a:pt x="38965" y="548439"/>
                  </a:lnTo>
                  <a:lnTo>
                    <a:pt x="37446" y="545582"/>
                  </a:lnTo>
                  <a:lnTo>
                    <a:pt x="36760" y="541523"/>
                  </a:lnTo>
                  <a:lnTo>
                    <a:pt x="36122" y="538115"/>
                  </a:lnTo>
                  <a:lnTo>
                    <a:pt x="34995" y="536512"/>
                  </a:lnTo>
                  <a:lnTo>
                    <a:pt x="31711" y="534557"/>
                  </a:lnTo>
                  <a:lnTo>
                    <a:pt x="27986" y="529997"/>
                  </a:lnTo>
                  <a:lnTo>
                    <a:pt x="24359" y="522129"/>
                  </a:lnTo>
                  <a:lnTo>
                    <a:pt x="19507" y="509100"/>
                  </a:lnTo>
                  <a:lnTo>
                    <a:pt x="21467" y="503788"/>
                  </a:lnTo>
                  <a:lnTo>
                    <a:pt x="28329" y="491560"/>
                  </a:lnTo>
                  <a:lnTo>
                    <a:pt x="28819" y="486849"/>
                  </a:lnTo>
                  <a:lnTo>
                    <a:pt x="31172" y="483843"/>
                  </a:lnTo>
                  <a:lnTo>
                    <a:pt x="34505" y="476276"/>
                  </a:lnTo>
                  <a:lnTo>
                    <a:pt x="35583" y="470262"/>
                  </a:lnTo>
                  <a:lnTo>
                    <a:pt x="36220" y="463497"/>
                  </a:lnTo>
                  <a:lnTo>
                    <a:pt x="34750" y="462444"/>
                  </a:lnTo>
                  <a:lnTo>
                    <a:pt x="27594" y="457483"/>
                  </a:lnTo>
                  <a:lnTo>
                    <a:pt x="21467" y="456982"/>
                  </a:lnTo>
                  <a:lnTo>
                    <a:pt x="18968" y="454727"/>
                  </a:lnTo>
                  <a:lnTo>
                    <a:pt x="16566" y="453975"/>
                  </a:lnTo>
                  <a:lnTo>
                    <a:pt x="16909" y="448964"/>
                  </a:lnTo>
                  <a:lnTo>
                    <a:pt x="18478" y="443251"/>
                  </a:lnTo>
                  <a:lnTo>
                    <a:pt x="18478" y="436686"/>
                  </a:lnTo>
                  <a:lnTo>
                    <a:pt x="12302" y="427014"/>
                  </a:lnTo>
                  <a:lnTo>
                    <a:pt x="12596" y="422705"/>
                  </a:lnTo>
                  <a:lnTo>
                    <a:pt x="8675" y="417142"/>
                  </a:lnTo>
                  <a:lnTo>
                    <a:pt x="6273" y="413183"/>
                  </a:lnTo>
                  <a:lnTo>
                    <a:pt x="0" y="403862"/>
                  </a:lnTo>
                  <a:lnTo>
                    <a:pt x="1470" y="398450"/>
                  </a:lnTo>
                  <a:lnTo>
                    <a:pt x="1519" y="392236"/>
                  </a:lnTo>
                  <a:lnTo>
                    <a:pt x="5734" y="375748"/>
                  </a:lnTo>
                  <a:lnTo>
                    <a:pt x="40387" y="366578"/>
                  </a:lnTo>
                  <a:lnTo>
                    <a:pt x="54551" y="362218"/>
                  </a:lnTo>
                  <a:lnTo>
                    <a:pt x="64403" y="354450"/>
                  </a:lnTo>
                  <a:lnTo>
                    <a:pt x="73618" y="348838"/>
                  </a:lnTo>
                  <a:lnTo>
                    <a:pt x="81999" y="344127"/>
                  </a:lnTo>
                  <a:lnTo>
                    <a:pt x="90772" y="339767"/>
                  </a:lnTo>
                  <a:lnTo>
                    <a:pt x="96066" y="333453"/>
                  </a:lnTo>
                  <a:lnTo>
                    <a:pt x="97536" y="326888"/>
                  </a:lnTo>
                  <a:lnTo>
                    <a:pt x="97879" y="321075"/>
                  </a:lnTo>
                  <a:lnTo>
                    <a:pt x="101114" y="317517"/>
                  </a:lnTo>
                  <a:lnTo>
                    <a:pt x="105231" y="316064"/>
                  </a:lnTo>
                  <a:lnTo>
                    <a:pt x="107633" y="315212"/>
                  </a:lnTo>
                  <a:lnTo>
                    <a:pt x="113221" y="312004"/>
                  </a:lnTo>
                  <a:lnTo>
                    <a:pt x="120131" y="309048"/>
                  </a:lnTo>
                  <a:lnTo>
                    <a:pt x="123219" y="308948"/>
                  </a:lnTo>
                  <a:lnTo>
                    <a:pt x="125033" y="308897"/>
                  </a:lnTo>
                  <a:lnTo>
                    <a:pt x="134394" y="305490"/>
                  </a:lnTo>
                  <a:lnTo>
                    <a:pt x="134884" y="305339"/>
                  </a:lnTo>
                  <a:lnTo>
                    <a:pt x="140325" y="302583"/>
                  </a:lnTo>
                  <a:lnTo>
                    <a:pt x="142629" y="301431"/>
                  </a:lnTo>
                  <a:lnTo>
                    <a:pt x="142629" y="301731"/>
                  </a:lnTo>
                  <a:lnTo>
                    <a:pt x="143560" y="301380"/>
                  </a:lnTo>
                  <a:lnTo>
                    <a:pt x="149834" y="300478"/>
                  </a:lnTo>
                  <a:lnTo>
                    <a:pt x="154441" y="299125"/>
                  </a:lnTo>
                  <a:lnTo>
                    <a:pt x="158460" y="298123"/>
                  </a:lnTo>
                  <a:lnTo>
                    <a:pt x="162920" y="294816"/>
                  </a:lnTo>
                  <a:lnTo>
                    <a:pt x="168018" y="292009"/>
                  </a:lnTo>
                  <a:lnTo>
                    <a:pt x="173115" y="290155"/>
                  </a:lnTo>
                  <a:lnTo>
                    <a:pt x="178261" y="286797"/>
                  </a:lnTo>
                  <a:lnTo>
                    <a:pt x="182624" y="276725"/>
                  </a:lnTo>
                  <a:lnTo>
                    <a:pt x="185613" y="269759"/>
                  </a:lnTo>
                  <a:lnTo>
                    <a:pt x="190172" y="260739"/>
                  </a:lnTo>
                  <a:lnTo>
                    <a:pt x="192279" y="253623"/>
                  </a:lnTo>
                  <a:lnTo>
                    <a:pt x="192720" y="248611"/>
                  </a:lnTo>
                  <a:lnTo>
                    <a:pt x="193799" y="236734"/>
                  </a:lnTo>
                  <a:lnTo>
                    <a:pt x="193701" y="230420"/>
                  </a:lnTo>
                  <a:lnTo>
                    <a:pt x="193014" y="224206"/>
                  </a:lnTo>
                  <a:lnTo>
                    <a:pt x="190368" y="217240"/>
                  </a:lnTo>
                  <a:lnTo>
                    <a:pt x="189387" y="208771"/>
                  </a:lnTo>
                  <a:lnTo>
                    <a:pt x="190417" y="203108"/>
                  </a:lnTo>
                  <a:lnTo>
                    <a:pt x="192867" y="196143"/>
                  </a:lnTo>
                  <a:lnTo>
                    <a:pt x="194926" y="191382"/>
                  </a:lnTo>
                  <a:lnTo>
                    <a:pt x="197573" y="183013"/>
                  </a:lnTo>
                  <a:lnTo>
                    <a:pt x="199974" y="179154"/>
                  </a:lnTo>
                  <a:lnTo>
                    <a:pt x="203454" y="175346"/>
                  </a:lnTo>
                  <a:lnTo>
                    <a:pt x="208209" y="168931"/>
                  </a:lnTo>
                  <a:lnTo>
                    <a:pt x="214188" y="163319"/>
                  </a:lnTo>
                  <a:lnTo>
                    <a:pt x="232372" y="153095"/>
                  </a:lnTo>
                  <a:lnTo>
                    <a:pt x="236979" y="149237"/>
                  </a:lnTo>
                  <a:lnTo>
                    <a:pt x="242126" y="142321"/>
                  </a:lnTo>
                  <a:lnTo>
                    <a:pt x="244724" y="133150"/>
                  </a:lnTo>
                  <a:lnTo>
                    <a:pt x="249870" y="126836"/>
                  </a:lnTo>
                  <a:lnTo>
                    <a:pt x="257075" y="123629"/>
                  </a:lnTo>
                  <a:lnTo>
                    <a:pt x="264672" y="119720"/>
                  </a:lnTo>
                  <a:lnTo>
                    <a:pt x="270309" y="111251"/>
                  </a:lnTo>
                  <a:lnTo>
                    <a:pt x="276680" y="99324"/>
                  </a:lnTo>
                  <a:lnTo>
                    <a:pt x="285552" y="83388"/>
                  </a:lnTo>
                  <a:lnTo>
                    <a:pt x="286140" y="82336"/>
                  </a:lnTo>
                  <a:lnTo>
                    <a:pt x="294080" y="68855"/>
                  </a:lnTo>
                  <a:lnTo>
                    <a:pt x="298638" y="61138"/>
                  </a:lnTo>
                  <a:lnTo>
                    <a:pt x="299521" y="61839"/>
                  </a:lnTo>
                  <a:lnTo>
                    <a:pt x="301775" y="62591"/>
                  </a:lnTo>
                  <a:lnTo>
                    <a:pt x="304275" y="62591"/>
                  </a:lnTo>
                  <a:lnTo>
                    <a:pt x="306873" y="62741"/>
                  </a:lnTo>
                  <a:lnTo>
                    <a:pt x="310696" y="63443"/>
                  </a:lnTo>
                  <a:lnTo>
                    <a:pt x="313146" y="63593"/>
                  </a:lnTo>
                  <a:lnTo>
                    <a:pt x="317754" y="64345"/>
                  </a:lnTo>
                  <a:lnTo>
                    <a:pt x="318783" y="64245"/>
                  </a:lnTo>
                  <a:lnTo>
                    <a:pt x="320890" y="65297"/>
                  </a:lnTo>
                  <a:lnTo>
                    <a:pt x="321233" y="65949"/>
                  </a:lnTo>
                  <a:lnTo>
                    <a:pt x="323439" y="68103"/>
                  </a:lnTo>
                  <a:lnTo>
                    <a:pt x="324370" y="68354"/>
                  </a:lnTo>
                  <a:lnTo>
                    <a:pt x="327752" y="69056"/>
                  </a:lnTo>
                  <a:lnTo>
                    <a:pt x="330889" y="69206"/>
                  </a:lnTo>
                  <a:lnTo>
                    <a:pt x="333144" y="69757"/>
                  </a:lnTo>
                  <a:lnTo>
                    <a:pt x="335741" y="69757"/>
                  </a:lnTo>
                  <a:lnTo>
                    <a:pt x="336477" y="70459"/>
                  </a:lnTo>
                  <a:lnTo>
                    <a:pt x="337114" y="70960"/>
                  </a:lnTo>
                  <a:lnTo>
                    <a:pt x="339221" y="73917"/>
                  </a:lnTo>
                  <a:lnTo>
                    <a:pt x="341525" y="75620"/>
                  </a:lnTo>
                  <a:lnTo>
                    <a:pt x="342652" y="77775"/>
                  </a:lnTo>
                  <a:lnTo>
                    <a:pt x="343927" y="79078"/>
                  </a:lnTo>
                  <a:lnTo>
                    <a:pt x="346181" y="82736"/>
                  </a:lnTo>
                  <a:lnTo>
                    <a:pt x="348142" y="85342"/>
                  </a:lnTo>
                  <a:lnTo>
                    <a:pt x="349759" y="87046"/>
                  </a:lnTo>
                  <a:lnTo>
                    <a:pt x="352847" y="90354"/>
                  </a:lnTo>
                  <a:lnTo>
                    <a:pt x="354955" y="92809"/>
                  </a:lnTo>
                  <a:lnTo>
                    <a:pt x="356915" y="94814"/>
                  </a:lnTo>
                  <a:lnTo>
                    <a:pt x="358827" y="96317"/>
                  </a:lnTo>
                  <a:lnTo>
                    <a:pt x="361474" y="97470"/>
                  </a:lnTo>
                  <a:lnTo>
                    <a:pt x="363875" y="98823"/>
                  </a:lnTo>
                  <a:lnTo>
                    <a:pt x="368629" y="101830"/>
                  </a:lnTo>
                  <a:lnTo>
                    <a:pt x="372207" y="103834"/>
                  </a:lnTo>
                  <a:lnTo>
                    <a:pt x="374805" y="104686"/>
                  </a:lnTo>
                  <a:lnTo>
                    <a:pt x="376766" y="104686"/>
                  </a:lnTo>
                  <a:lnTo>
                    <a:pt x="381667" y="105688"/>
                  </a:lnTo>
                  <a:lnTo>
                    <a:pt x="389313" y="107091"/>
                  </a:lnTo>
                  <a:lnTo>
                    <a:pt x="395832" y="109747"/>
                  </a:lnTo>
                  <a:lnTo>
                    <a:pt x="400439" y="111752"/>
                  </a:lnTo>
                  <a:lnTo>
                    <a:pt x="404507" y="112303"/>
                  </a:lnTo>
                  <a:lnTo>
                    <a:pt x="406615" y="112303"/>
                  </a:lnTo>
                  <a:lnTo>
                    <a:pt x="410536" y="112804"/>
                  </a:lnTo>
                  <a:lnTo>
                    <a:pt x="414457" y="112854"/>
                  </a:lnTo>
                  <a:lnTo>
                    <a:pt x="416761" y="112554"/>
                  </a:lnTo>
                  <a:lnTo>
                    <a:pt x="419554" y="111752"/>
                  </a:lnTo>
                  <a:lnTo>
                    <a:pt x="423132" y="110950"/>
                  </a:lnTo>
                  <a:lnTo>
                    <a:pt x="425289" y="110299"/>
                  </a:lnTo>
                  <a:lnTo>
                    <a:pt x="429553" y="108695"/>
                  </a:lnTo>
                  <a:lnTo>
                    <a:pt x="432151" y="108695"/>
                  </a:lnTo>
                  <a:lnTo>
                    <a:pt x="439013" y="110048"/>
                  </a:lnTo>
                  <a:lnTo>
                    <a:pt x="440777" y="111050"/>
                  </a:lnTo>
                  <a:lnTo>
                    <a:pt x="443914" y="112905"/>
                  </a:lnTo>
                  <a:lnTo>
                    <a:pt x="445679" y="114057"/>
                  </a:lnTo>
                  <a:lnTo>
                    <a:pt x="447296" y="114408"/>
                  </a:lnTo>
                  <a:lnTo>
                    <a:pt x="448766" y="114759"/>
                  </a:lnTo>
                  <a:lnTo>
                    <a:pt x="452197" y="115410"/>
                  </a:lnTo>
                  <a:lnTo>
                    <a:pt x="454501" y="115460"/>
                  </a:lnTo>
                  <a:lnTo>
                    <a:pt x="456609" y="115460"/>
                  </a:lnTo>
                  <a:lnTo>
                    <a:pt x="458569" y="114959"/>
                  </a:lnTo>
                  <a:lnTo>
                    <a:pt x="461510" y="115310"/>
                  </a:lnTo>
                  <a:lnTo>
                    <a:pt x="463666" y="115861"/>
                  </a:lnTo>
                  <a:lnTo>
                    <a:pt x="466607" y="116864"/>
                  </a:lnTo>
                  <a:lnTo>
                    <a:pt x="469842" y="117715"/>
                  </a:lnTo>
                  <a:lnTo>
                    <a:pt x="472440" y="118517"/>
                  </a:lnTo>
                  <a:lnTo>
                    <a:pt x="474596" y="118567"/>
                  </a:lnTo>
                  <a:lnTo>
                    <a:pt x="476557" y="118417"/>
                  </a:lnTo>
                  <a:lnTo>
                    <a:pt x="479498" y="117264"/>
                  </a:lnTo>
                  <a:lnTo>
                    <a:pt x="481311" y="115460"/>
                  </a:lnTo>
                  <a:lnTo>
                    <a:pt x="481948" y="114809"/>
                  </a:lnTo>
                  <a:lnTo>
                    <a:pt x="483615" y="113506"/>
                  </a:lnTo>
                  <a:lnTo>
                    <a:pt x="485085" y="112704"/>
                  </a:lnTo>
                  <a:lnTo>
                    <a:pt x="486066" y="112704"/>
                  </a:lnTo>
                  <a:lnTo>
                    <a:pt x="487879" y="113055"/>
                  </a:lnTo>
                  <a:lnTo>
                    <a:pt x="488859" y="113706"/>
                  </a:lnTo>
                  <a:lnTo>
                    <a:pt x="490477" y="113907"/>
                  </a:lnTo>
                  <a:lnTo>
                    <a:pt x="492584" y="113105"/>
                  </a:lnTo>
                  <a:lnTo>
                    <a:pt x="494104" y="111301"/>
                  </a:lnTo>
                  <a:lnTo>
                    <a:pt x="495084" y="109948"/>
                  </a:lnTo>
                  <a:lnTo>
                    <a:pt x="496407" y="108996"/>
                  </a:lnTo>
                  <a:lnTo>
                    <a:pt x="498172" y="107542"/>
                  </a:lnTo>
                  <a:lnTo>
                    <a:pt x="499691" y="106540"/>
                  </a:lnTo>
                  <a:lnTo>
                    <a:pt x="502632" y="105087"/>
                  </a:lnTo>
                  <a:lnTo>
                    <a:pt x="505720" y="104135"/>
                  </a:lnTo>
                  <a:lnTo>
                    <a:pt x="507534" y="102982"/>
                  </a:lnTo>
                  <a:lnTo>
                    <a:pt x="511013" y="101178"/>
                  </a:lnTo>
                  <a:lnTo>
                    <a:pt x="514738" y="99925"/>
                  </a:lnTo>
                  <a:lnTo>
                    <a:pt x="517385" y="98121"/>
                  </a:lnTo>
                  <a:lnTo>
                    <a:pt x="520816" y="95515"/>
                  </a:lnTo>
                  <a:lnTo>
                    <a:pt x="522826" y="94212"/>
                  </a:lnTo>
                  <a:lnTo>
                    <a:pt x="525423" y="91907"/>
                  </a:lnTo>
                  <a:lnTo>
                    <a:pt x="528217" y="90203"/>
                  </a:lnTo>
                  <a:lnTo>
                    <a:pt x="531158" y="89051"/>
                  </a:lnTo>
                  <a:lnTo>
                    <a:pt x="533462" y="88600"/>
                  </a:lnTo>
                  <a:lnTo>
                    <a:pt x="536255" y="88099"/>
                  </a:lnTo>
                  <a:lnTo>
                    <a:pt x="539539" y="87497"/>
                  </a:lnTo>
                  <a:lnTo>
                    <a:pt x="542137" y="86846"/>
                  </a:lnTo>
                  <a:lnTo>
                    <a:pt x="547381" y="86896"/>
                  </a:lnTo>
                  <a:lnTo>
                    <a:pt x="551450" y="86896"/>
                  </a:lnTo>
                  <a:lnTo>
                    <a:pt x="554880" y="87597"/>
                  </a:lnTo>
                  <a:lnTo>
                    <a:pt x="556351" y="87948"/>
                  </a:lnTo>
                  <a:lnTo>
                    <a:pt x="559782" y="89452"/>
                  </a:lnTo>
                  <a:lnTo>
                    <a:pt x="562380" y="90253"/>
                  </a:lnTo>
                  <a:lnTo>
                    <a:pt x="565418" y="91606"/>
                  </a:lnTo>
                  <a:lnTo>
                    <a:pt x="567232" y="92909"/>
                  </a:lnTo>
                  <a:lnTo>
                    <a:pt x="568555" y="93661"/>
                  </a:lnTo>
                  <a:lnTo>
                    <a:pt x="570467" y="95064"/>
                  </a:lnTo>
                  <a:lnTo>
                    <a:pt x="571496" y="95766"/>
                  </a:lnTo>
                  <a:lnTo>
                    <a:pt x="572476" y="96417"/>
                  </a:lnTo>
                  <a:lnTo>
                    <a:pt x="586739" y="97169"/>
                  </a:lnTo>
                  <a:lnTo>
                    <a:pt x="586788" y="94112"/>
                  </a:lnTo>
                  <a:lnTo>
                    <a:pt x="585367" y="87497"/>
                  </a:lnTo>
                  <a:lnTo>
                    <a:pt x="585367" y="85843"/>
                  </a:lnTo>
                  <a:lnTo>
                    <a:pt x="585759" y="83889"/>
                  </a:lnTo>
                  <a:lnTo>
                    <a:pt x="584926" y="74869"/>
                  </a:lnTo>
                  <a:lnTo>
                    <a:pt x="584387" y="72513"/>
                  </a:lnTo>
                  <a:lnTo>
                    <a:pt x="583112" y="68755"/>
                  </a:lnTo>
                  <a:lnTo>
                    <a:pt x="582769" y="66851"/>
                  </a:lnTo>
                  <a:lnTo>
                    <a:pt x="583161" y="64495"/>
                  </a:lnTo>
                  <a:lnTo>
                    <a:pt x="584191" y="61939"/>
                  </a:lnTo>
                  <a:lnTo>
                    <a:pt x="584730" y="59584"/>
                  </a:lnTo>
                  <a:lnTo>
                    <a:pt x="584828" y="56527"/>
                  </a:lnTo>
                  <a:lnTo>
                    <a:pt x="584534" y="54422"/>
                  </a:lnTo>
                  <a:lnTo>
                    <a:pt x="584043" y="53120"/>
                  </a:lnTo>
                  <a:lnTo>
                    <a:pt x="583994" y="51817"/>
                  </a:lnTo>
                  <a:lnTo>
                    <a:pt x="584534" y="48960"/>
                  </a:lnTo>
                  <a:lnTo>
                    <a:pt x="584926" y="43849"/>
                  </a:lnTo>
                  <a:lnTo>
                    <a:pt x="585661" y="40391"/>
                  </a:lnTo>
                  <a:lnTo>
                    <a:pt x="586445" y="38486"/>
                  </a:lnTo>
                  <a:lnTo>
                    <a:pt x="587033" y="37584"/>
                  </a:lnTo>
                  <a:lnTo>
                    <a:pt x="604335" y="37484"/>
                  </a:lnTo>
                  <a:lnTo>
                    <a:pt x="607178" y="36783"/>
                  </a:lnTo>
                  <a:lnTo>
                    <a:pt x="609972" y="36231"/>
                  </a:lnTo>
                  <a:lnTo>
                    <a:pt x="612961" y="35379"/>
                  </a:lnTo>
                  <a:lnTo>
                    <a:pt x="616294" y="34277"/>
                  </a:lnTo>
                  <a:lnTo>
                    <a:pt x="619774" y="32924"/>
                  </a:lnTo>
                  <a:lnTo>
                    <a:pt x="623940" y="30268"/>
                  </a:lnTo>
                  <a:lnTo>
                    <a:pt x="627175" y="30067"/>
                  </a:lnTo>
                  <a:lnTo>
                    <a:pt x="630116" y="29867"/>
                  </a:lnTo>
                  <a:lnTo>
                    <a:pt x="635802" y="29967"/>
                  </a:lnTo>
                  <a:lnTo>
                    <a:pt x="640605" y="28614"/>
                  </a:lnTo>
                  <a:lnTo>
                    <a:pt x="644771" y="27862"/>
                  </a:lnTo>
                  <a:lnTo>
                    <a:pt x="647222" y="27512"/>
                  </a:lnTo>
                  <a:lnTo>
                    <a:pt x="650653" y="27612"/>
                  </a:lnTo>
                  <a:lnTo>
                    <a:pt x="652613" y="28263"/>
                  </a:lnTo>
                  <a:lnTo>
                    <a:pt x="654476" y="29566"/>
                  </a:lnTo>
                  <a:lnTo>
                    <a:pt x="655750" y="31922"/>
                  </a:lnTo>
                  <a:lnTo>
                    <a:pt x="658348" y="35179"/>
                  </a:lnTo>
                  <a:lnTo>
                    <a:pt x="661828" y="36682"/>
                  </a:lnTo>
                  <a:lnTo>
                    <a:pt x="667464" y="36983"/>
                  </a:lnTo>
                  <a:lnTo>
                    <a:pt x="672366" y="37785"/>
                  </a:lnTo>
                  <a:lnTo>
                    <a:pt x="675355" y="39138"/>
                  </a:lnTo>
                  <a:lnTo>
                    <a:pt x="677512" y="40240"/>
                  </a:lnTo>
                  <a:lnTo>
                    <a:pt x="678198" y="41994"/>
                  </a:lnTo>
                  <a:lnTo>
                    <a:pt x="679326" y="46655"/>
                  </a:lnTo>
                  <a:lnTo>
                    <a:pt x="680257" y="51115"/>
                  </a:lnTo>
                  <a:lnTo>
                    <a:pt x="679620" y="56076"/>
                  </a:lnTo>
                  <a:lnTo>
                    <a:pt x="680110" y="59584"/>
                  </a:lnTo>
                  <a:lnTo>
                    <a:pt x="681139" y="62190"/>
                  </a:lnTo>
                  <a:lnTo>
                    <a:pt x="683100" y="64445"/>
                  </a:lnTo>
                  <a:lnTo>
                    <a:pt x="684472" y="66149"/>
                  </a:lnTo>
                  <a:lnTo>
                    <a:pt x="685942" y="68153"/>
                  </a:lnTo>
                  <a:lnTo>
                    <a:pt x="687070" y="70659"/>
                  </a:lnTo>
                  <a:lnTo>
                    <a:pt x="687756" y="72112"/>
                  </a:lnTo>
                  <a:lnTo>
                    <a:pt x="688344" y="73816"/>
                  </a:lnTo>
                  <a:lnTo>
                    <a:pt x="688197" y="75320"/>
                  </a:lnTo>
                  <a:lnTo>
                    <a:pt x="688393" y="76623"/>
                  </a:lnTo>
                  <a:lnTo>
                    <a:pt x="689520" y="78326"/>
                  </a:lnTo>
                  <a:lnTo>
                    <a:pt x="691334" y="80882"/>
                  </a:lnTo>
                  <a:lnTo>
                    <a:pt x="693147" y="83288"/>
                  </a:lnTo>
                  <a:lnTo>
                    <a:pt x="694569" y="84992"/>
                  </a:lnTo>
                  <a:lnTo>
                    <a:pt x="695990" y="87497"/>
                  </a:lnTo>
                  <a:lnTo>
                    <a:pt x="696872" y="89251"/>
                  </a:lnTo>
                  <a:lnTo>
                    <a:pt x="697362" y="90554"/>
                  </a:lnTo>
                  <a:lnTo>
                    <a:pt x="698686" y="92408"/>
                  </a:lnTo>
                  <a:lnTo>
                    <a:pt x="699911" y="93962"/>
                  </a:lnTo>
                  <a:lnTo>
                    <a:pt x="702852" y="95165"/>
                  </a:lnTo>
                  <a:lnTo>
                    <a:pt x="709322" y="96217"/>
                  </a:lnTo>
                  <a:lnTo>
                    <a:pt x="713880" y="98973"/>
                  </a:lnTo>
                  <a:lnTo>
                    <a:pt x="716429" y="102130"/>
                  </a:lnTo>
                  <a:lnTo>
                    <a:pt x="719124" y="105889"/>
                  </a:lnTo>
                  <a:lnTo>
                    <a:pt x="721673" y="109096"/>
                  </a:lnTo>
                  <a:lnTo>
                    <a:pt x="723585" y="110349"/>
                  </a:lnTo>
                  <a:lnTo>
                    <a:pt x="725741" y="110449"/>
                  </a:lnTo>
                  <a:lnTo>
                    <a:pt x="728780" y="110900"/>
                  </a:lnTo>
                  <a:lnTo>
                    <a:pt x="734466" y="109447"/>
                  </a:lnTo>
                  <a:lnTo>
                    <a:pt x="737308" y="108745"/>
                  </a:lnTo>
                  <a:lnTo>
                    <a:pt x="741131" y="108595"/>
                  </a:lnTo>
                  <a:lnTo>
                    <a:pt x="746915" y="108896"/>
                  </a:lnTo>
                  <a:lnTo>
                    <a:pt x="751130" y="111151"/>
                  </a:lnTo>
                  <a:lnTo>
                    <a:pt x="755149" y="113055"/>
                  </a:lnTo>
                  <a:lnTo>
                    <a:pt x="759512" y="114709"/>
                  </a:lnTo>
                  <a:lnTo>
                    <a:pt x="764021" y="116663"/>
                  </a:lnTo>
                  <a:lnTo>
                    <a:pt x="767403" y="119319"/>
                  </a:lnTo>
                  <a:lnTo>
                    <a:pt x="769461" y="121825"/>
                  </a:lnTo>
                  <a:lnTo>
                    <a:pt x="772059" y="126836"/>
                  </a:lnTo>
                  <a:lnTo>
                    <a:pt x="776519" y="131847"/>
                  </a:lnTo>
                  <a:lnTo>
                    <a:pt x="778921" y="133852"/>
                  </a:lnTo>
                  <a:lnTo>
                    <a:pt x="781126" y="135756"/>
                  </a:lnTo>
                  <a:lnTo>
                    <a:pt x="782352" y="137109"/>
                  </a:lnTo>
                  <a:lnTo>
                    <a:pt x="783185" y="138563"/>
                  </a:lnTo>
                  <a:lnTo>
                    <a:pt x="784655" y="139314"/>
                  </a:lnTo>
                  <a:lnTo>
                    <a:pt x="785685" y="139014"/>
                  </a:lnTo>
                  <a:lnTo>
                    <a:pt x="786910" y="136658"/>
                  </a:lnTo>
                  <a:lnTo>
                    <a:pt x="789067" y="133401"/>
                  </a:lnTo>
                  <a:lnTo>
                    <a:pt x="790782" y="131898"/>
                  </a:lnTo>
                  <a:lnTo>
                    <a:pt x="792890" y="129292"/>
                  </a:lnTo>
                  <a:lnTo>
                    <a:pt x="797350" y="127087"/>
                  </a:lnTo>
                  <a:lnTo>
                    <a:pt x="802594" y="124731"/>
                  </a:lnTo>
                  <a:lnTo>
                    <a:pt x="807006" y="122526"/>
                  </a:lnTo>
                  <a:lnTo>
                    <a:pt x="810044" y="121424"/>
                  </a:lnTo>
                  <a:lnTo>
                    <a:pt x="813622" y="120522"/>
                  </a:lnTo>
                  <a:lnTo>
                    <a:pt x="816612" y="120021"/>
                  </a:lnTo>
                  <a:lnTo>
                    <a:pt x="819602" y="119520"/>
                  </a:lnTo>
                  <a:lnTo>
                    <a:pt x="823866" y="118768"/>
                  </a:lnTo>
                  <a:lnTo>
                    <a:pt x="831463" y="116012"/>
                  </a:lnTo>
                  <a:lnTo>
                    <a:pt x="835041" y="112704"/>
                  </a:lnTo>
                  <a:lnTo>
                    <a:pt x="838864" y="110700"/>
                  </a:lnTo>
                  <a:lnTo>
                    <a:pt x="844060" y="109096"/>
                  </a:lnTo>
                  <a:lnTo>
                    <a:pt x="846412" y="107192"/>
                  </a:lnTo>
                  <a:lnTo>
                    <a:pt x="849304" y="105137"/>
                  </a:lnTo>
                  <a:lnTo>
                    <a:pt x="851314" y="103032"/>
                  </a:lnTo>
                  <a:lnTo>
                    <a:pt x="852784" y="98322"/>
                  </a:lnTo>
                  <a:lnTo>
                    <a:pt x="855627" y="93661"/>
                  </a:lnTo>
                  <a:lnTo>
                    <a:pt x="858470" y="91306"/>
                  </a:lnTo>
                  <a:lnTo>
                    <a:pt x="863371" y="87948"/>
                  </a:lnTo>
                  <a:lnTo>
                    <a:pt x="865233" y="85593"/>
                  </a:lnTo>
                  <a:lnTo>
                    <a:pt x="866753" y="83989"/>
                  </a:lnTo>
                  <a:lnTo>
                    <a:pt x="869498" y="83187"/>
                  </a:lnTo>
                  <a:lnTo>
                    <a:pt x="870576" y="82736"/>
                  </a:lnTo>
                  <a:lnTo>
                    <a:pt x="871311" y="81283"/>
                  </a:lnTo>
                  <a:lnTo>
                    <a:pt x="871507" y="77625"/>
                  </a:lnTo>
                  <a:lnTo>
                    <a:pt x="870282" y="74768"/>
                  </a:lnTo>
                  <a:lnTo>
                    <a:pt x="870576" y="71862"/>
                  </a:lnTo>
                  <a:lnTo>
                    <a:pt x="872831" y="68153"/>
                  </a:lnTo>
                  <a:lnTo>
                    <a:pt x="874693" y="64445"/>
                  </a:lnTo>
                  <a:lnTo>
                    <a:pt x="877046" y="61488"/>
                  </a:lnTo>
                  <a:lnTo>
                    <a:pt x="877879" y="59133"/>
                  </a:lnTo>
                  <a:lnTo>
                    <a:pt x="877095" y="56678"/>
                  </a:lnTo>
                  <a:lnTo>
                    <a:pt x="874546" y="53821"/>
                  </a:lnTo>
                  <a:lnTo>
                    <a:pt x="873860" y="49461"/>
                  </a:lnTo>
                  <a:lnTo>
                    <a:pt x="874203" y="41593"/>
                  </a:lnTo>
                  <a:lnTo>
                    <a:pt x="875526" y="36482"/>
                  </a:lnTo>
                  <a:lnTo>
                    <a:pt x="874840" y="30719"/>
                  </a:lnTo>
                  <a:lnTo>
                    <a:pt x="874693" y="25557"/>
                  </a:lnTo>
                  <a:lnTo>
                    <a:pt x="874791" y="21949"/>
                  </a:lnTo>
                  <a:lnTo>
                    <a:pt x="876261" y="19093"/>
                  </a:lnTo>
                  <a:lnTo>
                    <a:pt x="877781" y="17840"/>
                  </a:lnTo>
                  <a:lnTo>
                    <a:pt x="885525" y="15134"/>
                  </a:lnTo>
                  <a:lnTo>
                    <a:pt x="888760" y="13781"/>
                  </a:lnTo>
                  <a:lnTo>
                    <a:pt x="893661" y="12628"/>
                  </a:lnTo>
                  <a:lnTo>
                    <a:pt x="897386" y="12277"/>
                  </a:lnTo>
                  <a:lnTo>
                    <a:pt x="903170" y="11876"/>
                  </a:lnTo>
                  <a:lnTo>
                    <a:pt x="907042" y="10624"/>
                  </a:lnTo>
                  <a:lnTo>
                    <a:pt x="910914" y="8819"/>
                  </a:lnTo>
                  <a:lnTo>
                    <a:pt x="914541" y="6013"/>
                  </a:lnTo>
                  <a:lnTo>
                    <a:pt x="918462" y="5061"/>
                  </a:lnTo>
                  <a:lnTo>
                    <a:pt x="925079" y="6163"/>
                  </a:lnTo>
                  <a:lnTo>
                    <a:pt x="928118" y="5913"/>
                  </a:lnTo>
                  <a:lnTo>
                    <a:pt x="929882" y="4961"/>
                  </a:lnTo>
                  <a:lnTo>
                    <a:pt x="930666" y="3858"/>
                  </a:lnTo>
                  <a:lnTo>
                    <a:pt x="930862" y="1302"/>
                  </a:lnTo>
                  <a:lnTo>
                    <a:pt x="931353" y="200"/>
                  </a:lnTo>
                  <a:lnTo>
                    <a:pt x="932823" y="0"/>
                  </a:lnTo>
                  <a:lnTo>
                    <a:pt x="936646" y="1353"/>
                  </a:lnTo>
                  <a:lnTo>
                    <a:pt x="938999" y="2505"/>
                  </a:lnTo>
                  <a:lnTo>
                    <a:pt x="942185" y="3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97580" y="3458765"/>
              <a:ext cx="600708" cy="309198"/>
            </a:xfrm>
            <a:custGeom>
              <a:avLst/>
              <a:pathLst>
                <a:path w="600708" h="309198">
                  <a:moveTo>
                    <a:pt x="521796" y="1503"/>
                  </a:moveTo>
                  <a:lnTo>
                    <a:pt x="522973" y="3257"/>
                  </a:lnTo>
                  <a:lnTo>
                    <a:pt x="524982" y="7366"/>
                  </a:lnTo>
                  <a:lnTo>
                    <a:pt x="530178" y="13580"/>
                  </a:lnTo>
                  <a:lnTo>
                    <a:pt x="535520" y="22851"/>
                  </a:lnTo>
                  <a:lnTo>
                    <a:pt x="544147" y="34227"/>
                  </a:lnTo>
                  <a:lnTo>
                    <a:pt x="549930" y="41844"/>
                  </a:lnTo>
                  <a:lnTo>
                    <a:pt x="556547" y="54022"/>
                  </a:lnTo>
                  <a:lnTo>
                    <a:pt x="559831" y="63293"/>
                  </a:lnTo>
                  <a:lnTo>
                    <a:pt x="558998" y="77224"/>
                  </a:lnTo>
                  <a:lnTo>
                    <a:pt x="563948" y="91556"/>
                  </a:lnTo>
                  <a:lnTo>
                    <a:pt x="568702" y="108795"/>
                  </a:lnTo>
                  <a:lnTo>
                    <a:pt x="569290" y="110950"/>
                  </a:lnTo>
                  <a:lnTo>
                    <a:pt x="570124" y="112905"/>
                  </a:lnTo>
                  <a:lnTo>
                    <a:pt x="572182" y="118116"/>
                  </a:lnTo>
                  <a:lnTo>
                    <a:pt x="578358" y="124832"/>
                  </a:lnTo>
                  <a:lnTo>
                    <a:pt x="590758" y="133702"/>
                  </a:lnTo>
                  <a:lnTo>
                    <a:pt x="598551" y="142522"/>
                  </a:lnTo>
                  <a:lnTo>
                    <a:pt x="600708" y="154398"/>
                  </a:lnTo>
                  <a:lnTo>
                    <a:pt x="592376" y="156002"/>
                  </a:lnTo>
                  <a:lnTo>
                    <a:pt x="586641" y="158107"/>
                  </a:lnTo>
                  <a:lnTo>
                    <a:pt x="582475" y="167829"/>
                  </a:lnTo>
                  <a:lnTo>
                    <a:pt x="573408" y="182963"/>
                  </a:lnTo>
                  <a:lnTo>
                    <a:pt x="563703" y="190630"/>
                  </a:lnTo>
                  <a:lnTo>
                    <a:pt x="555371" y="190530"/>
                  </a:lnTo>
                  <a:lnTo>
                    <a:pt x="545960" y="192384"/>
                  </a:lnTo>
                  <a:lnTo>
                    <a:pt x="528707" y="189828"/>
                  </a:lnTo>
                  <a:lnTo>
                    <a:pt x="513513" y="192535"/>
                  </a:lnTo>
                  <a:lnTo>
                    <a:pt x="507484" y="192535"/>
                  </a:lnTo>
                  <a:lnTo>
                    <a:pt x="503220" y="194038"/>
                  </a:lnTo>
                  <a:lnTo>
                    <a:pt x="501652" y="194589"/>
                  </a:lnTo>
                  <a:lnTo>
                    <a:pt x="496211" y="198097"/>
                  </a:lnTo>
                  <a:lnTo>
                    <a:pt x="491751" y="200903"/>
                  </a:lnTo>
                  <a:lnTo>
                    <a:pt x="487242" y="203710"/>
                  </a:lnTo>
                  <a:lnTo>
                    <a:pt x="476459" y="206115"/>
                  </a:lnTo>
                  <a:lnTo>
                    <a:pt x="467833" y="207368"/>
                  </a:lnTo>
                  <a:lnTo>
                    <a:pt x="463863" y="209974"/>
                  </a:lnTo>
                  <a:lnTo>
                    <a:pt x="461020" y="211828"/>
                  </a:lnTo>
                  <a:lnTo>
                    <a:pt x="451756" y="218142"/>
                  </a:lnTo>
                  <a:lnTo>
                    <a:pt x="443571" y="225058"/>
                  </a:lnTo>
                  <a:lnTo>
                    <a:pt x="434013" y="242898"/>
                  </a:lnTo>
                  <a:lnTo>
                    <a:pt x="430435" y="251768"/>
                  </a:lnTo>
                  <a:lnTo>
                    <a:pt x="427053" y="262192"/>
                  </a:lnTo>
                  <a:lnTo>
                    <a:pt x="421809" y="268957"/>
                  </a:lnTo>
                  <a:lnTo>
                    <a:pt x="413918" y="274670"/>
                  </a:lnTo>
                  <a:lnTo>
                    <a:pt x="408526" y="277076"/>
                  </a:lnTo>
                  <a:lnTo>
                    <a:pt x="403723" y="279230"/>
                  </a:lnTo>
                  <a:lnTo>
                    <a:pt x="390833" y="280734"/>
                  </a:lnTo>
                  <a:lnTo>
                    <a:pt x="376717" y="285244"/>
                  </a:lnTo>
                  <a:lnTo>
                    <a:pt x="375295" y="285495"/>
                  </a:lnTo>
                  <a:lnTo>
                    <a:pt x="368335" y="286647"/>
                  </a:lnTo>
                  <a:lnTo>
                    <a:pt x="350593" y="292961"/>
                  </a:lnTo>
                  <a:lnTo>
                    <a:pt x="335006" y="296119"/>
                  </a:lnTo>
                  <a:lnTo>
                    <a:pt x="306578" y="299276"/>
                  </a:lnTo>
                  <a:lnTo>
                    <a:pt x="301579" y="300228"/>
                  </a:lnTo>
                  <a:lnTo>
                    <a:pt x="294815" y="301481"/>
                  </a:lnTo>
                  <a:lnTo>
                    <a:pt x="293786" y="301731"/>
                  </a:lnTo>
                  <a:lnTo>
                    <a:pt x="281876" y="304487"/>
                  </a:lnTo>
                  <a:lnTo>
                    <a:pt x="267074" y="309198"/>
                  </a:lnTo>
                  <a:lnTo>
                    <a:pt x="266976" y="299476"/>
                  </a:lnTo>
                  <a:lnTo>
                    <a:pt x="265015" y="290857"/>
                  </a:lnTo>
                  <a:lnTo>
                    <a:pt x="262319" y="284091"/>
                  </a:lnTo>
                  <a:lnTo>
                    <a:pt x="261976" y="268005"/>
                  </a:lnTo>
                  <a:lnTo>
                    <a:pt x="260163" y="254424"/>
                  </a:lnTo>
                  <a:lnTo>
                    <a:pt x="260016" y="248762"/>
                  </a:lnTo>
                  <a:lnTo>
                    <a:pt x="258741" y="239040"/>
                  </a:lnTo>
                  <a:lnTo>
                    <a:pt x="254820" y="228816"/>
                  </a:lnTo>
                  <a:lnTo>
                    <a:pt x="249086" y="222402"/>
                  </a:lnTo>
                  <a:lnTo>
                    <a:pt x="242077" y="216739"/>
                  </a:lnTo>
                  <a:lnTo>
                    <a:pt x="235656" y="212530"/>
                  </a:lnTo>
                  <a:lnTo>
                    <a:pt x="229578" y="210124"/>
                  </a:lnTo>
                  <a:lnTo>
                    <a:pt x="223109" y="210124"/>
                  </a:lnTo>
                  <a:lnTo>
                    <a:pt x="212718" y="208270"/>
                  </a:lnTo>
                  <a:lnTo>
                    <a:pt x="209140" y="208070"/>
                  </a:lnTo>
                  <a:lnTo>
                    <a:pt x="203601" y="207769"/>
                  </a:lnTo>
                  <a:lnTo>
                    <a:pt x="195906" y="207769"/>
                  </a:lnTo>
                  <a:lnTo>
                    <a:pt x="189289" y="207919"/>
                  </a:lnTo>
                  <a:lnTo>
                    <a:pt x="179242" y="199701"/>
                  </a:lnTo>
                  <a:lnTo>
                    <a:pt x="173311" y="193487"/>
                  </a:lnTo>
                  <a:lnTo>
                    <a:pt x="166694" y="186521"/>
                  </a:lnTo>
                  <a:lnTo>
                    <a:pt x="166204" y="186421"/>
                  </a:lnTo>
                  <a:lnTo>
                    <a:pt x="157774" y="185018"/>
                  </a:lnTo>
                  <a:lnTo>
                    <a:pt x="150569" y="187623"/>
                  </a:lnTo>
                  <a:lnTo>
                    <a:pt x="140178" y="193286"/>
                  </a:lnTo>
                  <a:lnTo>
                    <a:pt x="132140" y="198949"/>
                  </a:lnTo>
                  <a:lnTo>
                    <a:pt x="125180" y="203509"/>
                  </a:lnTo>
                  <a:lnTo>
                    <a:pt x="117632" y="204612"/>
                  </a:lnTo>
                  <a:lnTo>
                    <a:pt x="111015" y="203008"/>
                  </a:lnTo>
                  <a:lnTo>
                    <a:pt x="100330" y="199350"/>
                  </a:lnTo>
                  <a:lnTo>
                    <a:pt x="89449" y="198548"/>
                  </a:lnTo>
                  <a:lnTo>
                    <a:pt x="86165" y="198348"/>
                  </a:lnTo>
                  <a:lnTo>
                    <a:pt x="81215" y="197145"/>
                  </a:lnTo>
                  <a:lnTo>
                    <a:pt x="78568" y="195491"/>
                  </a:lnTo>
                  <a:lnTo>
                    <a:pt x="75872" y="192585"/>
                  </a:lnTo>
                  <a:lnTo>
                    <a:pt x="71853" y="189277"/>
                  </a:lnTo>
                  <a:lnTo>
                    <a:pt x="67491" y="186521"/>
                  </a:lnTo>
                  <a:lnTo>
                    <a:pt x="54944" y="181860"/>
                  </a:lnTo>
                  <a:lnTo>
                    <a:pt x="47837" y="178904"/>
                  </a:lnTo>
                  <a:lnTo>
                    <a:pt x="46905" y="178603"/>
                  </a:lnTo>
                  <a:lnTo>
                    <a:pt x="41808" y="176849"/>
                  </a:lnTo>
                  <a:lnTo>
                    <a:pt x="29800" y="172790"/>
                  </a:lnTo>
                  <a:lnTo>
                    <a:pt x="27986" y="171637"/>
                  </a:lnTo>
                  <a:lnTo>
                    <a:pt x="26516" y="168931"/>
                  </a:lnTo>
                  <a:lnTo>
                    <a:pt x="26124" y="168981"/>
                  </a:lnTo>
                  <a:lnTo>
                    <a:pt x="24261" y="168530"/>
                  </a:lnTo>
                  <a:lnTo>
                    <a:pt x="24114" y="168480"/>
                  </a:lnTo>
                  <a:lnTo>
                    <a:pt x="18429" y="171136"/>
                  </a:lnTo>
                  <a:lnTo>
                    <a:pt x="13135" y="174093"/>
                  </a:lnTo>
                  <a:lnTo>
                    <a:pt x="11126" y="173993"/>
                  </a:lnTo>
                  <a:lnTo>
                    <a:pt x="9900" y="172239"/>
                  </a:lnTo>
                  <a:lnTo>
                    <a:pt x="2597" y="160763"/>
                  </a:lnTo>
                  <a:lnTo>
                    <a:pt x="0" y="154098"/>
                  </a:lnTo>
                  <a:lnTo>
                    <a:pt x="2499" y="152845"/>
                  </a:lnTo>
                  <a:lnTo>
                    <a:pt x="3823" y="152193"/>
                  </a:lnTo>
                  <a:lnTo>
                    <a:pt x="10047" y="150840"/>
                  </a:lnTo>
                  <a:lnTo>
                    <a:pt x="10390" y="150790"/>
                  </a:lnTo>
                  <a:lnTo>
                    <a:pt x="15047" y="149988"/>
                  </a:lnTo>
                  <a:lnTo>
                    <a:pt x="20242" y="146681"/>
                  </a:lnTo>
                  <a:lnTo>
                    <a:pt x="24212" y="144977"/>
                  </a:lnTo>
                  <a:lnTo>
                    <a:pt x="30290" y="143574"/>
                  </a:lnTo>
                  <a:lnTo>
                    <a:pt x="32838" y="142922"/>
                  </a:lnTo>
                  <a:lnTo>
                    <a:pt x="35436" y="142221"/>
                  </a:lnTo>
                  <a:lnTo>
                    <a:pt x="40828" y="139815"/>
                  </a:lnTo>
                  <a:lnTo>
                    <a:pt x="45141" y="137009"/>
                  </a:lnTo>
                  <a:lnTo>
                    <a:pt x="46072" y="135656"/>
                  </a:lnTo>
                  <a:lnTo>
                    <a:pt x="47052" y="133952"/>
                  </a:lnTo>
                  <a:lnTo>
                    <a:pt x="48719" y="132198"/>
                  </a:lnTo>
                  <a:lnTo>
                    <a:pt x="50385" y="132098"/>
                  </a:lnTo>
                  <a:lnTo>
                    <a:pt x="52640" y="132549"/>
                  </a:lnTo>
                  <a:lnTo>
                    <a:pt x="53963" y="131697"/>
                  </a:lnTo>
                  <a:lnTo>
                    <a:pt x="55777" y="130093"/>
                  </a:lnTo>
                  <a:lnTo>
                    <a:pt x="57149" y="129693"/>
                  </a:lnTo>
                  <a:lnTo>
                    <a:pt x="59747" y="129893"/>
                  </a:lnTo>
                  <a:lnTo>
                    <a:pt x="61168" y="130194"/>
                  </a:lnTo>
                  <a:lnTo>
                    <a:pt x="63276" y="129693"/>
                  </a:lnTo>
                  <a:lnTo>
                    <a:pt x="66021" y="128139"/>
                  </a:lnTo>
                  <a:lnTo>
                    <a:pt x="68275" y="126886"/>
                  </a:lnTo>
                  <a:lnTo>
                    <a:pt x="70922" y="126836"/>
                  </a:lnTo>
                  <a:lnTo>
                    <a:pt x="72686" y="126686"/>
                  </a:lnTo>
                  <a:lnTo>
                    <a:pt x="74794" y="126084"/>
                  </a:lnTo>
                  <a:lnTo>
                    <a:pt x="77098" y="125583"/>
                  </a:lnTo>
                  <a:lnTo>
                    <a:pt x="79156" y="124882"/>
                  </a:lnTo>
                  <a:lnTo>
                    <a:pt x="79548" y="124832"/>
                  </a:lnTo>
                  <a:lnTo>
                    <a:pt x="81264" y="123529"/>
                  </a:lnTo>
                  <a:lnTo>
                    <a:pt x="82587" y="121825"/>
                  </a:lnTo>
                  <a:lnTo>
                    <a:pt x="84107" y="120371"/>
                  </a:lnTo>
                  <a:lnTo>
                    <a:pt x="85234" y="119570"/>
                  </a:lnTo>
                  <a:lnTo>
                    <a:pt x="87292" y="118868"/>
                  </a:lnTo>
                  <a:lnTo>
                    <a:pt x="89596" y="118668"/>
                  </a:lnTo>
                  <a:lnTo>
                    <a:pt x="91802" y="118417"/>
                  </a:lnTo>
                  <a:lnTo>
                    <a:pt x="94840" y="117415"/>
                  </a:lnTo>
                  <a:lnTo>
                    <a:pt x="97879" y="116062"/>
                  </a:lnTo>
                  <a:lnTo>
                    <a:pt x="100575" y="114959"/>
                  </a:lnTo>
                  <a:lnTo>
                    <a:pt x="103320" y="113807"/>
                  </a:lnTo>
                  <a:lnTo>
                    <a:pt x="105918" y="112504"/>
                  </a:lnTo>
                  <a:lnTo>
                    <a:pt x="107976" y="111702"/>
                  </a:lnTo>
                  <a:lnTo>
                    <a:pt x="110721" y="110800"/>
                  </a:lnTo>
                  <a:lnTo>
                    <a:pt x="114054" y="109747"/>
                  </a:lnTo>
                  <a:lnTo>
                    <a:pt x="117387" y="109747"/>
                  </a:lnTo>
                  <a:lnTo>
                    <a:pt x="120278" y="109447"/>
                  </a:lnTo>
                  <a:lnTo>
                    <a:pt x="122484" y="110349"/>
                  </a:lnTo>
                  <a:lnTo>
                    <a:pt x="125131" y="110249"/>
                  </a:lnTo>
                  <a:lnTo>
                    <a:pt x="127827" y="109347"/>
                  </a:lnTo>
                  <a:lnTo>
                    <a:pt x="130473" y="109296"/>
                  </a:lnTo>
                  <a:lnTo>
                    <a:pt x="133120" y="109447"/>
                  </a:lnTo>
                  <a:lnTo>
                    <a:pt x="136061" y="110349"/>
                  </a:lnTo>
                  <a:lnTo>
                    <a:pt x="138021" y="110349"/>
                  </a:lnTo>
                  <a:lnTo>
                    <a:pt x="139982" y="110399"/>
                  </a:lnTo>
                  <a:lnTo>
                    <a:pt x="141109" y="110850"/>
                  </a:lnTo>
                  <a:lnTo>
                    <a:pt x="143609" y="110650"/>
                  </a:lnTo>
                  <a:lnTo>
                    <a:pt x="146158" y="110098"/>
                  </a:lnTo>
                  <a:lnTo>
                    <a:pt x="148020" y="109296"/>
                  </a:lnTo>
                  <a:lnTo>
                    <a:pt x="151206" y="108896"/>
                  </a:lnTo>
                  <a:lnTo>
                    <a:pt x="154098" y="108645"/>
                  </a:lnTo>
                  <a:lnTo>
                    <a:pt x="156156" y="108445"/>
                  </a:lnTo>
                  <a:lnTo>
                    <a:pt x="157823" y="107643"/>
                  </a:lnTo>
                  <a:lnTo>
                    <a:pt x="159930" y="106791"/>
                  </a:lnTo>
                  <a:lnTo>
                    <a:pt x="162577" y="105989"/>
                  </a:lnTo>
                  <a:lnTo>
                    <a:pt x="164832" y="105287"/>
                  </a:lnTo>
                  <a:lnTo>
                    <a:pt x="167429" y="104636"/>
                  </a:lnTo>
                  <a:lnTo>
                    <a:pt x="169488" y="104285"/>
                  </a:lnTo>
                  <a:lnTo>
                    <a:pt x="172086" y="102631"/>
                  </a:lnTo>
                  <a:lnTo>
                    <a:pt x="173899" y="101930"/>
                  </a:lnTo>
                  <a:lnTo>
                    <a:pt x="176497" y="101679"/>
                  </a:lnTo>
                  <a:lnTo>
                    <a:pt x="178359" y="101178"/>
                  </a:lnTo>
                  <a:lnTo>
                    <a:pt x="181006" y="100226"/>
                  </a:lnTo>
                  <a:lnTo>
                    <a:pt x="183016" y="99174"/>
                  </a:lnTo>
                  <a:lnTo>
                    <a:pt x="184780" y="98322"/>
                  </a:lnTo>
                  <a:lnTo>
                    <a:pt x="186349" y="97770"/>
                  </a:lnTo>
                  <a:lnTo>
                    <a:pt x="188701" y="96969"/>
                  </a:lnTo>
                  <a:lnTo>
                    <a:pt x="190662" y="96117"/>
                  </a:lnTo>
                  <a:lnTo>
                    <a:pt x="192573" y="95916"/>
                  </a:lnTo>
                  <a:lnTo>
                    <a:pt x="194485" y="94262"/>
                  </a:lnTo>
                  <a:lnTo>
                    <a:pt x="196543" y="92709"/>
                  </a:lnTo>
                  <a:lnTo>
                    <a:pt x="198063" y="92358"/>
                  </a:lnTo>
                  <a:lnTo>
                    <a:pt x="199778" y="92258"/>
                  </a:lnTo>
                  <a:lnTo>
                    <a:pt x="201788" y="91707"/>
                  </a:lnTo>
                  <a:lnTo>
                    <a:pt x="203454" y="90554"/>
                  </a:lnTo>
                  <a:lnTo>
                    <a:pt x="205219" y="89251"/>
                  </a:lnTo>
                  <a:lnTo>
                    <a:pt x="205660" y="88850"/>
                  </a:lnTo>
                  <a:lnTo>
                    <a:pt x="206787" y="87898"/>
                  </a:lnTo>
                  <a:lnTo>
                    <a:pt x="208061" y="86745"/>
                  </a:lnTo>
                  <a:lnTo>
                    <a:pt x="210218" y="86044"/>
                  </a:lnTo>
                  <a:lnTo>
                    <a:pt x="212326" y="86044"/>
                  </a:lnTo>
                  <a:lnTo>
                    <a:pt x="214335" y="86345"/>
                  </a:lnTo>
                  <a:lnTo>
                    <a:pt x="216296" y="86545"/>
                  </a:lnTo>
                  <a:lnTo>
                    <a:pt x="217913" y="85894"/>
                  </a:lnTo>
                  <a:lnTo>
                    <a:pt x="218991" y="85292"/>
                  </a:lnTo>
                  <a:lnTo>
                    <a:pt x="220756" y="84440"/>
                  </a:lnTo>
                  <a:lnTo>
                    <a:pt x="223403" y="83588"/>
                  </a:lnTo>
                  <a:lnTo>
                    <a:pt x="225902" y="83388"/>
                  </a:lnTo>
                  <a:lnTo>
                    <a:pt x="227716" y="83137"/>
                  </a:lnTo>
                  <a:lnTo>
                    <a:pt x="229284" y="81734"/>
                  </a:lnTo>
                  <a:lnTo>
                    <a:pt x="230804" y="80531"/>
                  </a:lnTo>
                  <a:lnTo>
                    <a:pt x="232127" y="80080"/>
                  </a:lnTo>
                  <a:lnTo>
                    <a:pt x="233892" y="80080"/>
                  </a:lnTo>
                  <a:lnTo>
                    <a:pt x="235754" y="80582"/>
                  </a:lnTo>
                  <a:lnTo>
                    <a:pt x="236783" y="80531"/>
                  </a:lnTo>
                  <a:lnTo>
                    <a:pt x="238058" y="80381"/>
                  </a:lnTo>
                  <a:lnTo>
                    <a:pt x="239283" y="79980"/>
                  </a:lnTo>
                  <a:lnTo>
                    <a:pt x="241391" y="80231"/>
                  </a:lnTo>
                  <a:lnTo>
                    <a:pt x="243057" y="79980"/>
                  </a:lnTo>
                  <a:lnTo>
                    <a:pt x="244380" y="80080"/>
                  </a:lnTo>
                  <a:lnTo>
                    <a:pt x="245704" y="80080"/>
                  </a:lnTo>
                  <a:lnTo>
                    <a:pt x="247027" y="79780"/>
                  </a:lnTo>
                  <a:lnTo>
                    <a:pt x="248252" y="79680"/>
                  </a:lnTo>
                  <a:lnTo>
                    <a:pt x="250507" y="79930"/>
                  </a:lnTo>
                  <a:lnTo>
                    <a:pt x="252419" y="79980"/>
                  </a:lnTo>
                  <a:lnTo>
                    <a:pt x="254477" y="79980"/>
                  </a:lnTo>
                  <a:lnTo>
                    <a:pt x="256291" y="79980"/>
                  </a:lnTo>
                  <a:lnTo>
                    <a:pt x="258545" y="79830"/>
                  </a:lnTo>
                  <a:lnTo>
                    <a:pt x="260163" y="79078"/>
                  </a:lnTo>
                  <a:lnTo>
                    <a:pt x="261829" y="78777"/>
                  </a:lnTo>
                  <a:lnTo>
                    <a:pt x="263496" y="78226"/>
                  </a:lnTo>
                  <a:lnTo>
                    <a:pt x="264868" y="77174"/>
                  </a:lnTo>
                  <a:lnTo>
                    <a:pt x="265750" y="75420"/>
                  </a:lnTo>
                  <a:lnTo>
                    <a:pt x="267368" y="74317"/>
                  </a:lnTo>
                  <a:lnTo>
                    <a:pt x="269818" y="73866"/>
                  </a:lnTo>
                  <a:lnTo>
                    <a:pt x="272171" y="73967"/>
                  </a:lnTo>
                  <a:lnTo>
                    <a:pt x="273396" y="73065"/>
                  </a:lnTo>
                  <a:lnTo>
                    <a:pt x="275406" y="71962"/>
                  </a:lnTo>
                  <a:lnTo>
                    <a:pt x="277023" y="71812"/>
                  </a:lnTo>
                  <a:lnTo>
                    <a:pt x="278494" y="72263"/>
                  </a:lnTo>
                  <a:lnTo>
                    <a:pt x="280062" y="72413"/>
                  </a:lnTo>
                  <a:lnTo>
                    <a:pt x="281386" y="71962"/>
                  </a:lnTo>
                  <a:lnTo>
                    <a:pt x="282905" y="71261"/>
                  </a:lnTo>
                  <a:lnTo>
                    <a:pt x="284277" y="70910"/>
                  </a:lnTo>
                  <a:lnTo>
                    <a:pt x="285258" y="69607"/>
                  </a:lnTo>
                  <a:lnTo>
                    <a:pt x="286777" y="68504"/>
                  </a:lnTo>
                  <a:lnTo>
                    <a:pt x="288002" y="68554"/>
                  </a:lnTo>
                  <a:lnTo>
                    <a:pt x="289963" y="69607"/>
                  </a:lnTo>
                  <a:lnTo>
                    <a:pt x="291874" y="69206"/>
                  </a:lnTo>
                  <a:lnTo>
                    <a:pt x="293443" y="68504"/>
                  </a:lnTo>
                  <a:lnTo>
                    <a:pt x="295305" y="68504"/>
                  </a:lnTo>
                  <a:lnTo>
                    <a:pt x="299030" y="68504"/>
                  </a:lnTo>
                  <a:lnTo>
                    <a:pt x="301089" y="68504"/>
                  </a:lnTo>
                  <a:lnTo>
                    <a:pt x="303000" y="68003"/>
                  </a:lnTo>
                  <a:lnTo>
                    <a:pt x="303589" y="67602"/>
                  </a:lnTo>
                  <a:lnTo>
                    <a:pt x="304030" y="67201"/>
                  </a:lnTo>
                  <a:lnTo>
                    <a:pt x="304618" y="66851"/>
                  </a:lnTo>
                  <a:lnTo>
                    <a:pt x="305157" y="66450"/>
                  </a:lnTo>
                  <a:lnTo>
                    <a:pt x="305598" y="66199"/>
                  </a:lnTo>
                  <a:lnTo>
                    <a:pt x="306186" y="65698"/>
                  </a:lnTo>
                  <a:lnTo>
                    <a:pt x="306824" y="65247"/>
                  </a:lnTo>
                  <a:lnTo>
                    <a:pt x="307363" y="64946"/>
                  </a:lnTo>
                  <a:lnTo>
                    <a:pt x="308098" y="64696"/>
                  </a:lnTo>
                  <a:lnTo>
                    <a:pt x="308686" y="64495"/>
                  </a:lnTo>
                  <a:lnTo>
                    <a:pt x="309323" y="64195"/>
                  </a:lnTo>
                  <a:lnTo>
                    <a:pt x="310107" y="63894"/>
                  </a:lnTo>
                  <a:lnTo>
                    <a:pt x="310892" y="63593"/>
                  </a:lnTo>
                  <a:lnTo>
                    <a:pt x="311333" y="63543"/>
                  </a:lnTo>
                  <a:lnTo>
                    <a:pt x="311970" y="63443"/>
                  </a:lnTo>
                  <a:lnTo>
                    <a:pt x="312166" y="63493"/>
                  </a:lnTo>
                  <a:lnTo>
                    <a:pt x="312901" y="63343"/>
                  </a:lnTo>
                  <a:lnTo>
                    <a:pt x="313146" y="63343"/>
                  </a:lnTo>
                  <a:lnTo>
                    <a:pt x="314029" y="63293"/>
                  </a:lnTo>
                  <a:lnTo>
                    <a:pt x="314960" y="63493"/>
                  </a:lnTo>
                  <a:lnTo>
                    <a:pt x="315450" y="63493"/>
                  </a:lnTo>
                  <a:lnTo>
                    <a:pt x="316332" y="63443"/>
                  </a:lnTo>
                  <a:lnTo>
                    <a:pt x="317754" y="63744"/>
                  </a:lnTo>
                  <a:lnTo>
                    <a:pt x="318636" y="63894"/>
                  </a:lnTo>
                  <a:lnTo>
                    <a:pt x="319322" y="64044"/>
                  </a:lnTo>
                  <a:lnTo>
                    <a:pt x="320106" y="64094"/>
                  </a:lnTo>
                  <a:lnTo>
                    <a:pt x="321037" y="64195"/>
                  </a:lnTo>
                  <a:lnTo>
                    <a:pt x="321724" y="64245"/>
                  </a:lnTo>
                  <a:lnTo>
                    <a:pt x="322508" y="64245"/>
                  </a:lnTo>
                  <a:lnTo>
                    <a:pt x="323292" y="64245"/>
                  </a:lnTo>
                  <a:lnTo>
                    <a:pt x="324125" y="64245"/>
                  </a:lnTo>
                  <a:lnTo>
                    <a:pt x="324860" y="64245"/>
                  </a:lnTo>
                  <a:lnTo>
                    <a:pt x="325596" y="64044"/>
                  </a:lnTo>
                  <a:lnTo>
                    <a:pt x="326625" y="63744"/>
                  </a:lnTo>
                  <a:lnTo>
                    <a:pt x="327507" y="63543"/>
                  </a:lnTo>
                  <a:lnTo>
                    <a:pt x="328438" y="63393"/>
                  </a:lnTo>
                  <a:lnTo>
                    <a:pt x="329370" y="63293"/>
                  </a:lnTo>
                  <a:lnTo>
                    <a:pt x="330203" y="63192"/>
                  </a:lnTo>
                  <a:lnTo>
                    <a:pt x="330987" y="62892"/>
                  </a:lnTo>
                  <a:lnTo>
                    <a:pt x="331477" y="62641"/>
                  </a:lnTo>
                  <a:lnTo>
                    <a:pt x="332163" y="62040"/>
                  </a:lnTo>
                  <a:lnTo>
                    <a:pt x="332899" y="61238"/>
                  </a:lnTo>
                  <a:lnTo>
                    <a:pt x="333781" y="60486"/>
                  </a:lnTo>
                  <a:lnTo>
                    <a:pt x="334859" y="59634"/>
                  </a:lnTo>
                  <a:lnTo>
                    <a:pt x="335888" y="58983"/>
                  </a:lnTo>
                  <a:lnTo>
                    <a:pt x="336673" y="58532"/>
                  </a:lnTo>
                  <a:lnTo>
                    <a:pt x="337947" y="57880"/>
                  </a:lnTo>
                  <a:lnTo>
                    <a:pt x="339074" y="57379"/>
                  </a:lnTo>
                  <a:lnTo>
                    <a:pt x="340251" y="56928"/>
                  </a:lnTo>
                  <a:lnTo>
                    <a:pt x="341770" y="56728"/>
                  </a:lnTo>
                  <a:lnTo>
                    <a:pt x="343142" y="56427"/>
                  </a:lnTo>
                  <a:lnTo>
                    <a:pt x="344319" y="56026"/>
                  </a:lnTo>
                  <a:lnTo>
                    <a:pt x="345887" y="55675"/>
                  </a:lnTo>
                  <a:lnTo>
                    <a:pt x="346573" y="55876"/>
                  </a:lnTo>
                  <a:lnTo>
                    <a:pt x="347358" y="55926"/>
                  </a:lnTo>
                  <a:lnTo>
                    <a:pt x="347995" y="55725"/>
                  </a:lnTo>
                  <a:lnTo>
                    <a:pt x="348730" y="55625"/>
                  </a:lnTo>
                  <a:lnTo>
                    <a:pt x="349955" y="55325"/>
                  </a:lnTo>
                  <a:lnTo>
                    <a:pt x="350740" y="55174"/>
                  </a:lnTo>
                  <a:lnTo>
                    <a:pt x="351573" y="54924"/>
                  </a:lnTo>
                  <a:lnTo>
                    <a:pt x="352259" y="54773"/>
                  </a:lnTo>
                  <a:lnTo>
                    <a:pt x="354121" y="54122"/>
                  </a:lnTo>
                  <a:lnTo>
                    <a:pt x="355249" y="53671"/>
                  </a:lnTo>
                  <a:lnTo>
                    <a:pt x="356474" y="53170"/>
                  </a:lnTo>
                  <a:lnTo>
                    <a:pt x="357601" y="52568"/>
                  </a:lnTo>
                  <a:lnTo>
                    <a:pt x="358925" y="52067"/>
                  </a:lnTo>
                  <a:lnTo>
                    <a:pt x="359954" y="51716"/>
                  </a:lnTo>
                  <a:lnTo>
                    <a:pt x="360885" y="51115"/>
                  </a:lnTo>
                  <a:lnTo>
                    <a:pt x="361964" y="50213"/>
                  </a:lnTo>
                  <a:lnTo>
                    <a:pt x="363140" y="49311"/>
                  </a:lnTo>
                  <a:lnTo>
                    <a:pt x="364022" y="48810"/>
                  </a:lnTo>
                  <a:lnTo>
                    <a:pt x="364659" y="48710"/>
                  </a:lnTo>
                  <a:lnTo>
                    <a:pt x="365493" y="48659"/>
                  </a:lnTo>
                  <a:lnTo>
                    <a:pt x="366375" y="48459"/>
                  </a:lnTo>
                  <a:lnTo>
                    <a:pt x="367208" y="48259"/>
                  </a:lnTo>
                  <a:lnTo>
                    <a:pt x="367845" y="47958"/>
                  </a:lnTo>
                  <a:lnTo>
                    <a:pt x="368678" y="47757"/>
                  </a:lnTo>
                  <a:lnTo>
                    <a:pt x="369708" y="47757"/>
                  </a:lnTo>
                  <a:lnTo>
                    <a:pt x="370443" y="47707"/>
                  </a:lnTo>
                  <a:lnTo>
                    <a:pt x="371129" y="47707"/>
                  </a:lnTo>
                  <a:lnTo>
                    <a:pt x="371619" y="47757"/>
                  </a:lnTo>
                  <a:lnTo>
                    <a:pt x="372403" y="47507"/>
                  </a:lnTo>
                  <a:lnTo>
                    <a:pt x="372894" y="47507"/>
                  </a:lnTo>
                  <a:lnTo>
                    <a:pt x="373727" y="47306"/>
                  </a:lnTo>
                  <a:lnTo>
                    <a:pt x="374560" y="47256"/>
                  </a:lnTo>
                  <a:lnTo>
                    <a:pt x="375442" y="47106"/>
                  </a:lnTo>
                  <a:lnTo>
                    <a:pt x="377305" y="47106"/>
                  </a:lnTo>
                  <a:lnTo>
                    <a:pt x="378285" y="47056"/>
                  </a:lnTo>
                  <a:lnTo>
                    <a:pt x="379216" y="46855"/>
                  </a:lnTo>
                  <a:lnTo>
                    <a:pt x="380050" y="46956"/>
                  </a:lnTo>
                  <a:lnTo>
                    <a:pt x="381667" y="47206"/>
                  </a:lnTo>
                  <a:lnTo>
                    <a:pt x="382794" y="47356"/>
                  </a:lnTo>
                  <a:lnTo>
                    <a:pt x="384461" y="47557"/>
                  </a:lnTo>
                  <a:lnTo>
                    <a:pt x="385637" y="47356"/>
                  </a:lnTo>
                  <a:lnTo>
                    <a:pt x="386764" y="47256"/>
                  </a:lnTo>
                  <a:lnTo>
                    <a:pt x="388039" y="47056"/>
                  </a:lnTo>
                  <a:lnTo>
                    <a:pt x="389019" y="47056"/>
                  </a:lnTo>
                  <a:lnTo>
                    <a:pt x="390195" y="47106"/>
                  </a:lnTo>
                  <a:lnTo>
                    <a:pt x="391519" y="47306"/>
                  </a:lnTo>
                  <a:lnTo>
                    <a:pt x="392597" y="47507"/>
                  </a:lnTo>
                  <a:lnTo>
                    <a:pt x="393675" y="47557"/>
                  </a:lnTo>
                  <a:lnTo>
                    <a:pt x="395391" y="47707"/>
                  </a:lnTo>
                  <a:lnTo>
                    <a:pt x="396518" y="47657"/>
                  </a:lnTo>
                  <a:lnTo>
                    <a:pt x="397743" y="47356"/>
                  </a:lnTo>
                  <a:lnTo>
                    <a:pt x="399165" y="47056"/>
                  </a:lnTo>
                  <a:lnTo>
                    <a:pt x="400635" y="46555"/>
                  </a:lnTo>
                  <a:lnTo>
                    <a:pt x="401959" y="45953"/>
                  </a:lnTo>
                  <a:lnTo>
                    <a:pt x="403429" y="45302"/>
                  </a:lnTo>
                  <a:lnTo>
                    <a:pt x="405144" y="44300"/>
                  </a:lnTo>
                  <a:lnTo>
                    <a:pt x="406468" y="43849"/>
                  </a:lnTo>
                  <a:lnTo>
                    <a:pt x="407742" y="43347"/>
                  </a:lnTo>
                  <a:lnTo>
                    <a:pt x="408968" y="42896"/>
                  </a:lnTo>
                  <a:lnTo>
                    <a:pt x="410585" y="42496"/>
                  </a:lnTo>
                  <a:lnTo>
                    <a:pt x="412153" y="42044"/>
                  </a:lnTo>
                  <a:lnTo>
                    <a:pt x="413428" y="41493"/>
                  </a:lnTo>
                  <a:lnTo>
                    <a:pt x="414947" y="40792"/>
                  </a:lnTo>
                  <a:lnTo>
                    <a:pt x="415927" y="40240"/>
                  </a:lnTo>
                  <a:lnTo>
                    <a:pt x="416859" y="39789"/>
                  </a:lnTo>
                  <a:lnTo>
                    <a:pt x="417790" y="39188"/>
                  </a:lnTo>
                  <a:lnTo>
                    <a:pt x="418770" y="38587"/>
                  </a:lnTo>
                  <a:lnTo>
                    <a:pt x="419652" y="38086"/>
                  </a:lnTo>
                  <a:lnTo>
                    <a:pt x="420682" y="37384"/>
                  </a:lnTo>
                  <a:lnTo>
                    <a:pt x="421711" y="36783"/>
                  </a:lnTo>
                  <a:lnTo>
                    <a:pt x="422593" y="36281"/>
                  </a:lnTo>
                  <a:lnTo>
                    <a:pt x="423524" y="36031"/>
                  </a:lnTo>
                  <a:lnTo>
                    <a:pt x="424652" y="35780"/>
                  </a:lnTo>
                  <a:lnTo>
                    <a:pt x="425583" y="35780"/>
                  </a:lnTo>
                  <a:lnTo>
                    <a:pt x="426563" y="35730"/>
                  </a:lnTo>
                  <a:lnTo>
                    <a:pt x="427495" y="35730"/>
                  </a:lnTo>
                  <a:lnTo>
                    <a:pt x="428475" y="35630"/>
                  </a:lnTo>
                  <a:lnTo>
                    <a:pt x="429357" y="35580"/>
                  </a:lnTo>
                  <a:lnTo>
                    <a:pt x="430239" y="35229"/>
                  </a:lnTo>
                  <a:lnTo>
                    <a:pt x="431269" y="34828"/>
                  </a:lnTo>
                  <a:lnTo>
                    <a:pt x="432347" y="34177"/>
                  </a:lnTo>
                  <a:lnTo>
                    <a:pt x="433327" y="33375"/>
                  </a:lnTo>
                  <a:lnTo>
                    <a:pt x="434062" y="32573"/>
                  </a:lnTo>
                  <a:lnTo>
                    <a:pt x="434896" y="31821"/>
                  </a:lnTo>
                  <a:lnTo>
                    <a:pt x="435533" y="31320"/>
                  </a:lnTo>
                  <a:lnTo>
                    <a:pt x="436366" y="31070"/>
                  </a:lnTo>
                  <a:lnTo>
                    <a:pt x="437248" y="30769"/>
                  </a:lnTo>
                  <a:lnTo>
                    <a:pt x="438278" y="30769"/>
                  </a:lnTo>
                  <a:lnTo>
                    <a:pt x="439552" y="30769"/>
                  </a:lnTo>
                  <a:lnTo>
                    <a:pt x="440581" y="30769"/>
                  </a:lnTo>
                  <a:lnTo>
                    <a:pt x="441807" y="30719"/>
                  </a:lnTo>
                  <a:lnTo>
                    <a:pt x="442738" y="30769"/>
                  </a:lnTo>
                  <a:lnTo>
                    <a:pt x="443865" y="30869"/>
                  </a:lnTo>
                  <a:lnTo>
                    <a:pt x="444894" y="31020"/>
                  </a:lnTo>
                  <a:lnTo>
                    <a:pt x="446022" y="31020"/>
                  </a:lnTo>
                  <a:lnTo>
                    <a:pt x="447247" y="30919"/>
                  </a:lnTo>
                  <a:lnTo>
                    <a:pt x="448129" y="30919"/>
                  </a:lnTo>
                  <a:lnTo>
                    <a:pt x="449453" y="30669"/>
                  </a:lnTo>
                  <a:lnTo>
                    <a:pt x="450531" y="30368"/>
                  </a:lnTo>
                  <a:lnTo>
                    <a:pt x="451609" y="30168"/>
                  </a:lnTo>
                  <a:lnTo>
                    <a:pt x="452884" y="29817"/>
                  </a:lnTo>
                  <a:lnTo>
                    <a:pt x="453472" y="29767"/>
                  </a:lnTo>
                  <a:lnTo>
                    <a:pt x="453913" y="29767"/>
                  </a:lnTo>
                  <a:lnTo>
                    <a:pt x="454354" y="29767"/>
                  </a:lnTo>
                  <a:lnTo>
                    <a:pt x="455040" y="29566"/>
                  </a:lnTo>
                  <a:lnTo>
                    <a:pt x="455530" y="29366"/>
                  </a:lnTo>
                  <a:lnTo>
                    <a:pt x="456118" y="29015"/>
                  </a:lnTo>
                  <a:lnTo>
                    <a:pt x="456952" y="28614"/>
                  </a:lnTo>
                  <a:lnTo>
                    <a:pt x="457344" y="28263"/>
                  </a:lnTo>
                  <a:lnTo>
                    <a:pt x="457834" y="27612"/>
                  </a:lnTo>
                  <a:lnTo>
                    <a:pt x="458275" y="27011"/>
                  </a:lnTo>
                  <a:lnTo>
                    <a:pt x="458765" y="26209"/>
                  </a:lnTo>
                  <a:lnTo>
                    <a:pt x="459157" y="25657"/>
                  </a:lnTo>
                  <a:lnTo>
                    <a:pt x="459402" y="25006"/>
                  </a:lnTo>
                  <a:lnTo>
                    <a:pt x="459794" y="24254"/>
                  </a:lnTo>
                  <a:lnTo>
                    <a:pt x="460089" y="23302"/>
                  </a:lnTo>
                  <a:lnTo>
                    <a:pt x="460530" y="22651"/>
                  </a:lnTo>
                  <a:lnTo>
                    <a:pt x="461020" y="21999"/>
                  </a:lnTo>
                  <a:lnTo>
                    <a:pt x="461657" y="21498"/>
                  </a:lnTo>
                  <a:lnTo>
                    <a:pt x="462294" y="21047"/>
                  </a:lnTo>
                  <a:lnTo>
                    <a:pt x="463470" y="20696"/>
                  </a:lnTo>
                  <a:lnTo>
                    <a:pt x="464500" y="20446"/>
                  </a:lnTo>
                  <a:lnTo>
                    <a:pt x="465382" y="20145"/>
                  </a:lnTo>
                  <a:lnTo>
                    <a:pt x="466362" y="19794"/>
                  </a:lnTo>
                  <a:lnTo>
                    <a:pt x="467539" y="19393"/>
                  </a:lnTo>
                  <a:lnTo>
                    <a:pt x="468568" y="19243"/>
                  </a:lnTo>
                  <a:lnTo>
                    <a:pt x="469205" y="18842"/>
                  </a:lnTo>
                  <a:lnTo>
                    <a:pt x="469744" y="18592"/>
                  </a:lnTo>
                  <a:lnTo>
                    <a:pt x="470332" y="18191"/>
                  </a:lnTo>
                  <a:lnTo>
                    <a:pt x="470528" y="17940"/>
                  </a:lnTo>
                  <a:lnTo>
                    <a:pt x="470822" y="17539"/>
                  </a:lnTo>
                  <a:lnTo>
                    <a:pt x="471411" y="17088"/>
                  </a:lnTo>
                  <a:lnTo>
                    <a:pt x="471901" y="16938"/>
                  </a:lnTo>
                  <a:lnTo>
                    <a:pt x="472881" y="16938"/>
                  </a:lnTo>
                  <a:lnTo>
                    <a:pt x="473371" y="16938"/>
                  </a:lnTo>
                  <a:lnTo>
                    <a:pt x="474106" y="16988"/>
                  </a:lnTo>
                  <a:lnTo>
                    <a:pt x="474744" y="16988"/>
                  </a:lnTo>
                  <a:lnTo>
                    <a:pt x="475479" y="16938"/>
                  </a:lnTo>
                  <a:lnTo>
                    <a:pt x="476312" y="16838"/>
                  </a:lnTo>
                  <a:lnTo>
                    <a:pt x="476998" y="16737"/>
                  </a:lnTo>
                  <a:lnTo>
                    <a:pt x="477733" y="16637"/>
                  </a:lnTo>
                  <a:lnTo>
                    <a:pt x="478518" y="16286"/>
                  </a:lnTo>
                  <a:lnTo>
                    <a:pt x="479449" y="15986"/>
                  </a:lnTo>
                  <a:lnTo>
                    <a:pt x="480625" y="15334"/>
                  </a:lnTo>
                  <a:lnTo>
                    <a:pt x="481654" y="14683"/>
                  </a:lnTo>
                  <a:lnTo>
                    <a:pt x="482733" y="14182"/>
                  </a:lnTo>
                  <a:lnTo>
                    <a:pt x="483419" y="13580"/>
                  </a:lnTo>
                  <a:lnTo>
                    <a:pt x="484350" y="13129"/>
                  </a:lnTo>
                  <a:lnTo>
                    <a:pt x="485772" y="12377"/>
                  </a:lnTo>
                  <a:lnTo>
                    <a:pt x="486997" y="11726"/>
                  </a:lnTo>
                  <a:lnTo>
                    <a:pt x="488173" y="10624"/>
                  </a:lnTo>
                  <a:lnTo>
                    <a:pt x="489006" y="9822"/>
                  </a:lnTo>
                  <a:lnTo>
                    <a:pt x="489595" y="9321"/>
                  </a:lnTo>
                  <a:lnTo>
                    <a:pt x="490036" y="8970"/>
                  </a:lnTo>
                  <a:lnTo>
                    <a:pt x="490673" y="8719"/>
                  </a:lnTo>
                  <a:lnTo>
                    <a:pt x="491408" y="8318"/>
                  </a:lnTo>
                  <a:lnTo>
                    <a:pt x="491996" y="7968"/>
                  </a:lnTo>
                  <a:lnTo>
                    <a:pt x="492584" y="7567"/>
                  </a:lnTo>
                  <a:lnTo>
                    <a:pt x="493124" y="7316"/>
                  </a:lnTo>
                  <a:lnTo>
                    <a:pt x="493810" y="6915"/>
                  </a:lnTo>
                  <a:lnTo>
                    <a:pt x="494398" y="6464"/>
                  </a:lnTo>
                  <a:lnTo>
                    <a:pt x="495133" y="5813"/>
                  </a:lnTo>
                  <a:lnTo>
                    <a:pt x="496015" y="5011"/>
                  </a:lnTo>
                  <a:lnTo>
                    <a:pt x="496211" y="4911"/>
                  </a:lnTo>
                  <a:lnTo>
                    <a:pt x="499642" y="3808"/>
                  </a:lnTo>
                  <a:lnTo>
                    <a:pt x="505328" y="2154"/>
                  </a:lnTo>
                  <a:lnTo>
                    <a:pt x="506798" y="1904"/>
                  </a:lnTo>
                  <a:lnTo>
                    <a:pt x="510621" y="1202"/>
                  </a:lnTo>
                  <a:lnTo>
                    <a:pt x="511700" y="1002"/>
                  </a:lnTo>
                  <a:lnTo>
                    <a:pt x="515131" y="300"/>
                  </a:lnTo>
                  <a:lnTo>
                    <a:pt x="515523" y="200"/>
                  </a:lnTo>
                  <a:lnTo>
                    <a:pt x="5200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05107" y="4422342"/>
              <a:ext cx="330644" cy="385470"/>
            </a:xfrm>
            <a:custGeom>
              <a:avLst/>
              <a:pathLst>
                <a:path w="330644" h="385470">
                  <a:moveTo>
                    <a:pt x="100869" y="200"/>
                  </a:moveTo>
                  <a:lnTo>
                    <a:pt x="101114" y="350"/>
                  </a:lnTo>
                  <a:lnTo>
                    <a:pt x="102291" y="1002"/>
                  </a:lnTo>
                  <a:lnTo>
                    <a:pt x="103516" y="1653"/>
                  </a:lnTo>
                  <a:lnTo>
                    <a:pt x="105084" y="2555"/>
                  </a:lnTo>
                  <a:lnTo>
                    <a:pt x="106114" y="3107"/>
                  </a:lnTo>
                  <a:lnTo>
                    <a:pt x="106702" y="3407"/>
                  </a:lnTo>
                  <a:lnTo>
                    <a:pt x="106898" y="3558"/>
                  </a:lnTo>
                  <a:lnTo>
                    <a:pt x="108025" y="4159"/>
                  </a:lnTo>
                  <a:lnTo>
                    <a:pt x="108956" y="4660"/>
                  </a:lnTo>
                  <a:lnTo>
                    <a:pt x="109250" y="4860"/>
                  </a:lnTo>
                  <a:lnTo>
                    <a:pt x="110476" y="5512"/>
                  </a:lnTo>
                  <a:lnTo>
                    <a:pt x="111064" y="5813"/>
                  </a:lnTo>
                  <a:lnTo>
                    <a:pt x="112436" y="6614"/>
                  </a:lnTo>
                  <a:lnTo>
                    <a:pt x="112730" y="6765"/>
                  </a:lnTo>
                  <a:lnTo>
                    <a:pt x="112975" y="6915"/>
                  </a:lnTo>
                  <a:lnTo>
                    <a:pt x="113270" y="7065"/>
                  </a:lnTo>
                  <a:lnTo>
                    <a:pt x="116602" y="8970"/>
                  </a:lnTo>
                  <a:lnTo>
                    <a:pt x="125376" y="13881"/>
                  </a:lnTo>
                  <a:lnTo>
                    <a:pt x="130718" y="16888"/>
                  </a:lnTo>
                  <a:lnTo>
                    <a:pt x="149932" y="27662"/>
                  </a:lnTo>
                  <a:lnTo>
                    <a:pt x="158460" y="32423"/>
                  </a:lnTo>
                  <a:lnTo>
                    <a:pt x="158754" y="32573"/>
                  </a:lnTo>
                  <a:lnTo>
                    <a:pt x="158313" y="33225"/>
                  </a:lnTo>
                  <a:lnTo>
                    <a:pt x="158215" y="33625"/>
                  </a:lnTo>
                  <a:lnTo>
                    <a:pt x="157921" y="34377"/>
                  </a:lnTo>
                  <a:lnTo>
                    <a:pt x="157676" y="35229"/>
                  </a:lnTo>
                  <a:lnTo>
                    <a:pt x="157333" y="36382"/>
                  </a:lnTo>
                  <a:lnTo>
                    <a:pt x="156989" y="37434"/>
                  </a:lnTo>
                  <a:lnTo>
                    <a:pt x="156891" y="37785"/>
                  </a:lnTo>
                  <a:lnTo>
                    <a:pt x="156646" y="38286"/>
                  </a:lnTo>
                  <a:lnTo>
                    <a:pt x="156205" y="38186"/>
                  </a:lnTo>
                  <a:lnTo>
                    <a:pt x="154833" y="37985"/>
                  </a:lnTo>
                  <a:lnTo>
                    <a:pt x="154490" y="37935"/>
                  </a:lnTo>
                  <a:lnTo>
                    <a:pt x="152480" y="37635"/>
                  </a:lnTo>
                  <a:lnTo>
                    <a:pt x="151059" y="37384"/>
                  </a:lnTo>
                  <a:lnTo>
                    <a:pt x="148118" y="36933"/>
                  </a:lnTo>
                  <a:lnTo>
                    <a:pt x="147922" y="36883"/>
                  </a:lnTo>
                  <a:lnTo>
                    <a:pt x="147824" y="37033"/>
                  </a:lnTo>
                  <a:lnTo>
                    <a:pt x="147481" y="37484"/>
                  </a:lnTo>
                  <a:lnTo>
                    <a:pt x="146158" y="39238"/>
                  </a:lnTo>
                  <a:lnTo>
                    <a:pt x="145128" y="40541"/>
                  </a:lnTo>
                  <a:lnTo>
                    <a:pt x="143462" y="42746"/>
                  </a:lnTo>
                  <a:lnTo>
                    <a:pt x="141746" y="45051"/>
                  </a:lnTo>
                  <a:lnTo>
                    <a:pt x="140864" y="46154"/>
                  </a:lnTo>
                  <a:lnTo>
                    <a:pt x="140570" y="45953"/>
                  </a:lnTo>
                  <a:lnTo>
                    <a:pt x="139394" y="45152"/>
                  </a:lnTo>
                  <a:lnTo>
                    <a:pt x="137776" y="47557"/>
                  </a:lnTo>
                  <a:lnTo>
                    <a:pt x="136796" y="49060"/>
                  </a:lnTo>
                  <a:lnTo>
                    <a:pt x="136845" y="49261"/>
                  </a:lnTo>
                  <a:lnTo>
                    <a:pt x="136894" y="49461"/>
                  </a:lnTo>
                  <a:lnTo>
                    <a:pt x="136796" y="50564"/>
                  </a:lnTo>
                  <a:lnTo>
                    <a:pt x="135473" y="52719"/>
                  </a:lnTo>
                  <a:lnTo>
                    <a:pt x="134786" y="52919"/>
                  </a:lnTo>
                  <a:lnTo>
                    <a:pt x="131748" y="54773"/>
                  </a:lnTo>
                  <a:lnTo>
                    <a:pt x="130767" y="55375"/>
                  </a:lnTo>
                  <a:lnTo>
                    <a:pt x="128709" y="57028"/>
                  </a:lnTo>
                  <a:lnTo>
                    <a:pt x="126944" y="57830"/>
                  </a:lnTo>
                  <a:lnTo>
                    <a:pt x="126944" y="58131"/>
                  </a:lnTo>
                  <a:lnTo>
                    <a:pt x="126846" y="58732"/>
                  </a:lnTo>
                  <a:lnTo>
                    <a:pt x="126552" y="60687"/>
                  </a:lnTo>
                  <a:lnTo>
                    <a:pt x="125768" y="61438"/>
                  </a:lnTo>
                  <a:lnTo>
                    <a:pt x="125474" y="61990"/>
                  </a:lnTo>
                  <a:lnTo>
                    <a:pt x="125180" y="62491"/>
                  </a:lnTo>
                  <a:lnTo>
                    <a:pt x="125131" y="62641"/>
                  </a:lnTo>
                  <a:lnTo>
                    <a:pt x="125131" y="63042"/>
                  </a:lnTo>
                  <a:lnTo>
                    <a:pt x="125523" y="63293"/>
                  </a:lnTo>
                  <a:lnTo>
                    <a:pt x="127679" y="63794"/>
                  </a:lnTo>
                  <a:lnTo>
                    <a:pt x="129150" y="63994"/>
                  </a:lnTo>
                  <a:lnTo>
                    <a:pt x="130130" y="64094"/>
                  </a:lnTo>
                  <a:lnTo>
                    <a:pt x="130473" y="64144"/>
                  </a:lnTo>
                  <a:lnTo>
                    <a:pt x="131944" y="64395"/>
                  </a:lnTo>
                  <a:lnTo>
                    <a:pt x="135080" y="64846"/>
                  </a:lnTo>
                  <a:lnTo>
                    <a:pt x="137531" y="65297"/>
                  </a:lnTo>
                  <a:lnTo>
                    <a:pt x="139688" y="65598"/>
                  </a:lnTo>
                  <a:lnTo>
                    <a:pt x="141011" y="65848"/>
                  </a:lnTo>
                  <a:lnTo>
                    <a:pt x="141501" y="66400"/>
                  </a:lnTo>
                  <a:lnTo>
                    <a:pt x="142580" y="67151"/>
                  </a:lnTo>
                  <a:lnTo>
                    <a:pt x="142727" y="67251"/>
                  </a:lnTo>
                  <a:lnTo>
                    <a:pt x="143854" y="68003"/>
                  </a:lnTo>
                  <a:lnTo>
                    <a:pt x="144050" y="68153"/>
                  </a:lnTo>
                  <a:lnTo>
                    <a:pt x="144442" y="68504"/>
                  </a:lnTo>
                  <a:lnTo>
                    <a:pt x="144638" y="68705"/>
                  </a:lnTo>
                  <a:lnTo>
                    <a:pt x="145765" y="69406"/>
                  </a:lnTo>
                  <a:lnTo>
                    <a:pt x="146403" y="69807"/>
                  </a:lnTo>
                  <a:lnTo>
                    <a:pt x="146550" y="69907"/>
                  </a:lnTo>
                  <a:lnTo>
                    <a:pt x="146844" y="70008"/>
                  </a:lnTo>
                  <a:lnTo>
                    <a:pt x="147187" y="70609"/>
                  </a:lnTo>
                  <a:lnTo>
                    <a:pt x="147824" y="71210"/>
                  </a:lnTo>
                  <a:lnTo>
                    <a:pt x="151598" y="73566"/>
                  </a:lnTo>
                  <a:lnTo>
                    <a:pt x="156940" y="76823"/>
                  </a:lnTo>
                  <a:lnTo>
                    <a:pt x="158166" y="77675"/>
                  </a:lnTo>
                  <a:lnTo>
                    <a:pt x="158558" y="78126"/>
                  </a:lnTo>
                  <a:lnTo>
                    <a:pt x="158313" y="78377"/>
                  </a:lnTo>
                  <a:lnTo>
                    <a:pt x="158166" y="78477"/>
                  </a:lnTo>
                  <a:lnTo>
                    <a:pt x="158509" y="78878"/>
                  </a:lnTo>
                  <a:lnTo>
                    <a:pt x="159587" y="80030"/>
                  </a:lnTo>
                  <a:lnTo>
                    <a:pt x="160715" y="81333"/>
                  </a:lnTo>
                  <a:lnTo>
                    <a:pt x="162528" y="83438"/>
                  </a:lnTo>
                  <a:lnTo>
                    <a:pt x="163165" y="84140"/>
                  </a:lnTo>
                  <a:lnTo>
                    <a:pt x="164832" y="86044"/>
                  </a:lnTo>
                  <a:lnTo>
                    <a:pt x="166008" y="87397"/>
                  </a:lnTo>
                  <a:lnTo>
                    <a:pt x="166694" y="88299"/>
                  </a:lnTo>
                  <a:lnTo>
                    <a:pt x="167282" y="89151"/>
                  </a:lnTo>
                  <a:lnTo>
                    <a:pt x="168018" y="90253"/>
                  </a:lnTo>
                  <a:lnTo>
                    <a:pt x="169733" y="93210"/>
                  </a:lnTo>
                  <a:lnTo>
                    <a:pt x="172870" y="98121"/>
                  </a:lnTo>
                  <a:lnTo>
                    <a:pt x="173164" y="98422"/>
                  </a:lnTo>
                  <a:lnTo>
                    <a:pt x="173654" y="98823"/>
                  </a:lnTo>
                  <a:lnTo>
                    <a:pt x="173850" y="98973"/>
                  </a:lnTo>
                  <a:lnTo>
                    <a:pt x="174438" y="99274"/>
                  </a:lnTo>
                  <a:lnTo>
                    <a:pt x="177624" y="100276"/>
                  </a:lnTo>
                  <a:lnTo>
                    <a:pt x="178800" y="100627"/>
                  </a:lnTo>
                  <a:lnTo>
                    <a:pt x="179389" y="100777"/>
                  </a:lnTo>
                  <a:lnTo>
                    <a:pt x="181104" y="101278"/>
                  </a:lnTo>
                  <a:lnTo>
                    <a:pt x="183604" y="101930"/>
                  </a:lnTo>
                  <a:lnTo>
                    <a:pt x="183702" y="101629"/>
                  </a:lnTo>
                  <a:lnTo>
                    <a:pt x="183751" y="101479"/>
                  </a:lnTo>
                  <a:lnTo>
                    <a:pt x="185074" y="97169"/>
                  </a:lnTo>
                  <a:lnTo>
                    <a:pt x="184976" y="96768"/>
                  </a:lnTo>
                  <a:lnTo>
                    <a:pt x="185123" y="96217"/>
                  </a:lnTo>
                  <a:lnTo>
                    <a:pt x="185368" y="95365"/>
                  </a:lnTo>
                  <a:lnTo>
                    <a:pt x="185564" y="94713"/>
                  </a:lnTo>
                  <a:lnTo>
                    <a:pt x="185760" y="94012"/>
                  </a:lnTo>
                  <a:lnTo>
                    <a:pt x="186005" y="93160"/>
                  </a:lnTo>
                  <a:lnTo>
                    <a:pt x="186398" y="91857"/>
                  </a:lnTo>
                  <a:lnTo>
                    <a:pt x="186790" y="90454"/>
                  </a:lnTo>
                  <a:lnTo>
                    <a:pt x="187182" y="89201"/>
                  </a:lnTo>
                  <a:lnTo>
                    <a:pt x="187231" y="88950"/>
                  </a:lnTo>
                  <a:lnTo>
                    <a:pt x="187378" y="88399"/>
                  </a:lnTo>
                  <a:lnTo>
                    <a:pt x="188701" y="84290"/>
                  </a:lnTo>
                  <a:lnTo>
                    <a:pt x="190270" y="79279"/>
                  </a:lnTo>
                  <a:lnTo>
                    <a:pt x="193308" y="70058"/>
                  </a:lnTo>
                  <a:lnTo>
                    <a:pt x="195906" y="70910"/>
                  </a:lnTo>
                  <a:lnTo>
                    <a:pt x="198112" y="63944"/>
                  </a:lnTo>
                  <a:lnTo>
                    <a:pt x="203062" y="67753"/>
                  </a:lnTo>
                  <a:lnTo>
                    <a:pt x="204042" y="65949"/>
                  </a:lnTo>
                  <a:lnTo>
                    <a:pt x="206640" y="68103"/>
                  </a:lnTo>
                  <a:lnTo>
                    <a:pt x="207767" y="68955"/>
                  </a:lnTo>
                  <a:lnTo>
                    <a:pt x="213698" y="73465"/>
                  </a:lnTo>
                  <a:lnTo>
                    <a:pt x="214776" y="74468"/>
                  </a:lnTo>
                  <a:lnTo>
                    <a:pt x="215855" y="75420"/>
                  </a:lnTo>
                  <a:lnTo>
                    <a:pt x="216247" y="75721"/>
                  </a:lnTo>
                  <a:lnTo>
                    <a:pt x="218648" y="77825"/>
                  </a:lnTo>
                  <a:lnTo>
                    <a:pt x="218795" y="77926"/>
                  </a:lnTo>
                  <a:lnTo>
                    <a:pt x="219874" y="78777"/>
                  </a:lnTo>
                  <a:lnTo>
                    <a:pt x="220315" y="78176"/>
                  </a:lnTo>
                  <a:lnTo>
                    <a:pt x="220511" y="78026"/>
                  </a:lnTo>
                  <a:lnTo>
                    <a:pt x="223060" y="79930"/>
                  </a:lnTo>
                  <a:lnTo>
                    <a:pt x="226343" y="82386"/>
                  </a:lnTo>
                  <a:lnTo>
                    <a:pt x="226147" y="82686"/>
                  </a:lnTo>
                  <a:lnTo>
                    <a:pt x="227030" y="83388"/>
                  </a:lnTo>
                  <a:lnTo>
                    <a:pt x="226638" y="84039"/>
                  </a:lnTo>
                  <a:lnTo>
                    <a:pt x="232764" y="89051"/>
                  </a:lnTo>
                  <a:lnTo>
                    <a:pt x="233745" y="89752"/>
                  </a:lnTo>
                  <a:lnTo>
                    <a:pt x="234725" y="89752"/>
                  </a:lnTo>
                  <a:lnTo>
                    <a:pt x="234774" y="90454"/>
                  </a:lnTo>
                  <a:lnTo>
                    <a:pt x="236440" y="90253"/>
                  </a:lnTo>
                  <a:lnTo>
                    <a:pt x="237028" y="90203"/>
                  </a:lnTo>
                  <a:lnTo>
                    <a:pt x="237028" y="90354"/>
                  </a:lnTo>
                  <a:lnTo>
                    <a:pt x="237028" y="90905"/>
                  </a:lnTo>
                  <a:lnTo>
                    <a:pt x="237077" y="91406"/>
                  </a:lnTo>
                  <a:lnTo>
                    <a:pt x="238156" y="93160"/>
                  </a:lnTo>
                  <a:lnTo>
                    <a:pt x="238303" y="93260"/>
                  </a:lnTo>
                  <a:lnTo>
                    <a:pt x="238842" y="93711"/>
                  </a:lnTo>
                  <a:lnTo>
                    <a:pt x="240018" y="94413"/>
                  </a:lnTo>
                  <a:lnTo>
                    <a:pt x="242420" y="96016"/>
                  </a:lnTo>
                  <a:lnTo>
                    <a:pt x="243743" y="96016"/>
                  </a:lnTo>
                  <a:lnTo>
                    <a:pt x="243939" y="96016"/>
                  </a:lnTo>
                  <a:lnTo>
                    <a:pt x="244380" y="96016"/>
                  </a:lnTo>
                  <a:lnTo>
                    <a:pt x="245165" y="95966"/>
                  </a:lnTo>
                  <a:lnTo>
                    <a:pt x="245851" y="95716"/>
                  </a:lnTo>
                  <a:lnTo>
                    <a:pt x="247076" y="94463"/>
                  </a:lnTo>
                  <a:lnTo>
                    <a:pt x="248498" y="96016"/>
                  </a:lnTo>
                  <a:lnTo>
                    <a:pt x="251144" y="95616"/>
                  </a:lnTo>
                  <a:lnTo>
                    <a:pt x="253938" y="93761"/>
                  </a:lnTo>
                  <a:lnTo>
                    <a:pt x="258496" y="87046"/>
                  </a:lnTo>
                  <a:lnTo>
                    <a:pt x="260261" y="81584"/>
                  </a:lnTo>
                  <a:lnTo>
                    <a:pt x="260359" y="81333"/>
                  </a:lnTo>
                  <a:lnTo>
                    <a:pt x="260408" y="81183"/>
                  </a:lnTo>
                  <a:lnTo>
                    <a:pt x="260457" y="81033"/>
                  </a:lnTo>
                  <a:lnTo>
                    <a:pt x="260702" y="80231"/>
                  </a:lnTo>
                  <a:lnTo>
                    <a:pt x="260800" y="79579"/>
                  </a:lnTo>
                  <a:lnTo>
                    <a:pt x="261290" y="75320"/>
                  </a:lnTo>
                  <a:lnTo>
                    <a:pt x="261437" y="72163"/>
                  </a:lnTo>
                  <a:lnTo>
                    <a:pt x="261486" y="71611"/>
                  </a:lnTo>
                  <a:lnTo>
                    <a:pt x="261584" y="71110"/>
                  </a:lnTo>
                  <a:lnTo>
                    <a:pt x="261731" y="70459"/>
                  </a:lnTo>
                  <a:lnTo>
                    <a:pt x="261927" y="68304"/>
                  </a:lnTo>
                  <a:lnTo>
                    <a:pt x="262711" y="69356"/>
                  </a:lnTo>
                  <a:lnTo>
                    <a:pt x="263888" y="70910"/>
                  </a:lnTo>
                  <a:lnTo>
                    <a:pt x="264966" y="72313"/>
                  </a:lnTo>
                  <a:lnTo>
                    <a:pt x="266485" y="74267"/>
                  </a:lnTo>
                  <a:lnTo>
                    <a:pt x="269867" y="78777"/>
                  </a:lnTo>
                  <a:lnTo>
                    <a:pt x="271583" y="81033"/>
                  </a:lnTo>
                  <a:lnTo>
                    <a:pt x="272024" y="81333"/>
                  </a:lnTo>
                  <a:lnTo>
                    <a:pt x="273838" y="82837"/>
                  </a:lnTo>
                  <a:lnTo>
                    <a:pt x="274769" y="83689"/>
                  </a:lnTo>
                  <a:lnTo>
                    <a:pt x="276190" y="85042"/>
                  </a:lnTo>
                  <a:lnTo>
                    <a:pt x="277317" y="86144"/>
                  </a:lnTo>
                  <a:lnTo>
                    <a:pt x="281091" y="88750"/>
                  </a:lnTo>
                  <a:lnTo>
                    <a:pt x="287610" y="90203"/>
                  </a:lnTo>
                  <a:lnTo>
                    <a:pt x="288100" y="90203"/>
                  </a:lnTo>
                  <a:lnTo>
                    <a:pt x="288198" y="91306"/>
                  </a:lnTo>
                  <a:lnTo>
                    <a:pt x="288198" y="91556"/>
                  </a:lnTo>
                  <a:lnTo>
                    <a:pt x="288100" y="95064"/>
                  </a:lnTo>
                  <a:lnTo>
                    <a:pt x="288051" y="97620"/>
                  </a:lnTo>
                  <a:lnTo>
                    <a:pt x="287953" y="98672"/>
                  </a:lnTo>
                  <a:lnTo>
                    <a:pt x="287855" y="99775"/>
                  </a:lnTo>
                  <a:lnTo>
                    <a:pt x="287659" y="101328"/>
                  </a:lnTo>
                  <a:lnTo>
                    <a:pt x="287512" y="102080"/>
                  </a:lnTo>
                  <a:lnTo>
                    <a:pt x="287463" y="102230"/>
                  </a:lnTo>
                  <a:lnTo>
                    <a:pt x="286189" y="104135"/>
                  </a:lnTo>
                  <a:lnTo>
                    <a:pt x="285846" y="104686"/>
                  </a:lnTo>
                  <a:lnTo>
                    <a:pt x="284473" y="106741"/>
                  </a:lnTo>
                  <a:lnTo>
                    <a:pt x="282415" y="110048"/>
                  </a:lnTo>
                  <a:lnTo>
                    <a:pt x="282072" y="110650"/>
                  </a:lnTo>
                  <a:lnTo>
                    <a:pt x="281876" y="111101"/>
                  </a:lnTo>
                  <a:lnTo>
                    <a:pt x="281190" y="112704"/>
                  </a:lnTo>
                  <a:lnTo>
                    <a:pt x="281141" y="112854"/>
                  </a:lnTo>
                  <a:lnTo>
                    <a:pt x="281042" y="113155"/>
                  </a:lnTo>
                  <a:lnTo>
                    <a:pt x="280405" y="115210"/>
                  </a:lnTo>
                  <a:lnTo>
                    <a:pt x="279866" y="117014"/>
                  </a:lnTo>
                  <a:lnTo>
                    <a:pt x="278886" y="120221"/>
                  </a:lnTo>
                  <a:lnTo>
                    <a:pt x="278788" y="120522"/>
                  </a:lnTo>
                  <a:lnTo>
                    <a:pt x="278641" y="121073"/>
                  </a:lnTo>
                  <a:lnTo>
                    <a:pt x="278543" y="121524"/>
                  </a:lnTo>
                  <a:lnTo>
                    <a:pt x="278494" y="121674"/>
                  </a:lnTo>
                  <a:lnTo>
                    <a:pt x="278347" y="122075"/>
                  </a:lnTo>
                  <a:lnTo>
                    <a:pt x="277563" y="124932"/>
                  </a:lnTo>
                  <a:lnTo>
                    <a:pt x="277366" y="125734"/>
                  </a:lnTo>
                  <a:lnTo>
                    <a:pt x="277219" y="126736"/>
                  </a:lnTo>
                  <a:lnTo>
                    <a:pt x="277219" y="126886"/>
                  </a:lnTo>
                  <a:lnTo>
                    <a:pt x="277170" y="127538"/>
                  </a:lnTo>
                  <a:lnTo>
                    <a:pt x="277170" y="128390"/>
                  </a:lnTo>
                  <a:lnTo>
                    <a:pt x="277219" y="129041"/>
                  </a:lnTo>
                  <a:lnTo>
                    <a:pt x="277563" y="130645"/>
                  </a:lnTo>
                  <a:lnTo>
                    <a:pt x="277710" y="131296"/>
                  </a:lnTo>
                  <a:lnTo>
                    <a:pt x="278053" y="132749"/>
                  </a:lnTo>
                  <a:lnTo>
                    <a:pt x="278249" y="133451"/>
                  </a:lnTo>
                  <a:lnTo>
                    <a:pt x="279572" y="137610"/>
                  </a:lnTo>
                  <a:lnTo>
                    <a:pt x="279915" y="138663"/>
                  </a:lnTo>
                  <a:lnTo>
                    <a:pt x="280601" y="140768"/>
                  </a:lnTo>
                  <a:lnTo>
                    <a:pt x="282023" y="147433"/>
                  </a:lnTo>
                  <a:lnTo>
                    <a:pt x="282072" y="147884"/>
                  </a:lnTo>
                  <a:lnTo>
                    <a:pt x="282660" y="152594"/>
                  </a:lnTo>
                  <a:lnTo>
                    <a:pt x="282954" y="154950"/>
                  </a:lnTo>
                  <a:lnTo>
                    <a:pt x="283003" y="155250"/>
                  </a:lnTo>
                  <a:lnTo>
                    <a:pt x="283150" y="156403"/>
                  </a:lnTo>
                  <a:lnTo>
                    <a:pt x="273788" y="158808"/>
                  </a:lnTo>
                  <a:lnTo>
                    <a:pt x="275455" y="170535"/>
                  </a:lnTo>
                  <a:lnTo>
                    <a:pt x="275798" y="172840"/>
                  </a:lnTo>
                  <a:lnTo>
                    <a:pt x="284375" y="170936"/>
                  </a:lnTo>
                  <a:lnTo>
                    <a:pt x="285160" y="170735"/>
                  </a:lnTo>
                  <a:lnTo>
                    <a:pt x="290502" y="169332"/>
                  </a:lnTo>
                  <a:lnTo>
                    <a:pt x="290992" y="169182"/>
                  </a:lnTo>
                  <a:lnTo>
                    <a:pt x="291776" y="169332"/>
                  </a:lnTo>
                  <a:lnTo>
                    <a:pt x="292365" y="169583"/>
                  </a:lnTo>
                  <a:lnTo>
                    <a:pt x="293345" y="170034"/>
                  </a:lnTo>
                  <a:lnTo>
                    <a:pt x="293590" y="170184"/>
                  </a:lnTo>
                  <a:lnTo>
                    <a:pt x="294129" y="170535"/>
                  </a:lnTo>
                  <a:lnTo>
                    <a:pt x="295109" y="171738"/>
                  </a:lnTo>
                  <a:lnTo>
                    <a:pt x="295747" y="172890"/>
                  </a:lnTo>
                  <a:lnTo>
                    <a:pt x="295845" y="175496"/>
                  </a:lnTo>
                  <a:lnTo>
                    <a:pt x="295943" y="176398"/>
                  </a:lnTo>
                  <a:lnTo>
                    <a:pt x="296188" y="180758"/>
                  </a:lnTo>
                  <a:lnTo>
                    <a:pt x="296335" y="184316"/>
                  </a:lnTo>
                  <a:lnTo>
                    <a:pt x="296433" y="184567"/>
                  </a:lnTo>
                  <a:lnTo>
                    <a:pt x="296531" y="184817"/>
                  </a:lnTo>
                  <a:lnTo>
                    <a:pt x="297217" y="186671"/>
                  </a:lnTo>
                  <a:lnTo>
                    <a:pt x="297413" y="187122"/>
                  </a:lnTo>
                  <a:lnTo>
                    <a:pt x="297511" y="187273"/>
                  </a:lnTo>
                  <a:lnTo>
                    <a:pt x="298834" y="189778"/>
                  </a:lnTo>
                  <a:lnTo>
                    <a:pt x="299570" y="191833"/>
                  </a:lnTo>
                  <a:lnTo>
                    <a:pt x="299864" y="192735"/>
                  </a:lnTo>
                  <a:lnTo>
                    <a:pt x="300844" y="194689"/>
                  </a:lnTo>
                  <a:lnTo>
                    <a:pt x="301579" y="196193"/>
                  </a:lnTo>
                  <a:lnTo>
                    <a:pt x="302216" y="197095"/>
                  </a:lnTo>
                  <a:lnTo>
                    <a:pt x="302657" y="197696"/>
                  </a:lnTo>
                  <a:lnTo>
                    <a:pt x="302706" y="197847"/>
                  </a:lnTo>
                  <a:lnTo>
                    <a:pt x="305549" y="201856"/>
                  </a:lnTo>
                  <a:lnTo>
                    <a:pt x="305794" y="202206"/>
                  </a:lnTo>
                  <a:lnTo>
                    <a:pt x="306186" y="202707"/>
                  </a:lnTo>
                  <a:lnTo>
                    <a:pt x="307755" y="203910"/>
                  </a:lnTo>
                  <a:lnTo>
                    <a:pt x="308098" y="204010"/>
                  </a:lnTo>
                  <a:lnTo>
                    <a:pt x="308931" y="204161"/>
                  </a:lnTo>
                  <a:lnTo>
                    <a:pt x="310598" y="204461"/>
                  </a:lnTo>
                  <a:lnTo>
                    <a:pt x="312607" y="204862"/>
                  </a:lnTo>
                  <a:lnTo>
                    <a:pt x="314617" y="205213"/>
                  </a:lnTo>
                  <a:lnTo>
                    <a:pt x="315009" y="205313"/>
                  </a:lnTo>
                  <a:lnTo>
                    <a:pt x="317361" y="205714"/>
                  </a:lnTo>
                  <a:lnTo>
                    <a:pt x="319665" y="206165"/>
                  </a:lnTo>
                  <a:lnTo>
                    <a:pt x="325645" y="207218"/>
                  </a:lnTo>
                  <a:lnTo>
                    <a:pt x="327801" y="207619"/>
                  </a:lnTo>
                  <a:lnTo>
                    <a:pt x="328193" y="207669"/>
                  </a:lnTo>
                  <a:lnTo>
                    <a:pt x="325792" y="220899"/>
                  </a:lnTo>
                  <a:lnTo>
                    <a:pt x="325547" y="222352"/>
                  </a:lnTo>
                  <a:lnTo>
                    <a:pt x="325302" y="223705"/>
                  </a:lnTo>
                  <a:lnTo>
                    <a:pt x="323292" y="234630"/>
                  </a:lnTo>
                  <a:lnTo>
                    <a:pt x="322606" y="238589"/>
                  </a:lnTo>
                  <a:lnTo>
                    <a:pt x="321675" y="243951"/>
                  </a:lnTo>
                  <a:lnTo>
                    <a:pt x="318832" y="259987"/>
                  </a:lnTo>
                  <a:lnTo>
                    <a:pt x="316969" y="270210"/>
                  </a:lnTo>
                  <a:lnTo>
                    <a:pt x="316871" y="270811"/>
                  </a:lnTo>
                  <a:lnTo>
                    <a:pt x="314127" y="285946"/>
                  </a:lnTo>
                  <a:lnTo>
                    <a:pt x="313881" y="287399"/>
                  </a:lnTo>
                  <a:lnTo>
                    <a:pt x="312950" y="292360"/>
                  </a:lnTo>
                  <a:lnTo>
                    <a:pt x="310745" y="304487"/>
                  </a:lnTo>
                  <a:lnTo>
                    <a:pt x="308441" y="317266"/>
                  </a:lnTo>
                  <a:lnTo>
                    <a:pt x="308000" y="319922"/>
                  </a:lnTo>
                  <a:lnTo>
                    <a:pt x="307951" y="320824"/>
                  </a:lnTo>
                  <a:lnTo>
                    <a:pt x="307902" y="322478"/>
                  </a:lnTo>
                  <a:lnTo>
                    <a:pt x="307951" y="324082"/>
                  </a:lnTo>
                  <a:lnTo>
                    <a:pt x="308049" y="325385"/>
                  </a:lnTo>
                  <a:lnTo>
                    <a:pt x="308294" y="326838"/>
                  </a:lnTo>
                  <a:lnTo>
                    <a:pt x="308686" y="328291"/>
                  </a:lnTo>
                  <a:lnTo>
                    <a:pt x="309029" y="329694"/>
                  </a:lnTo>
                  <a:lnTo>
                    <a:pt x="309421" y="330797"/>
                  </a:lnTo>
                  <a:lnTo>
                    <a:pt x="310058" y="332350"/>
                  </a:lnTo>
                  <a:lnTo>
                    <a:pt x="310598" y="333453"/>
                  </a:lnTo>
                  <a:lnTo>
                    <a:pt x="311186" y="334405"/>
                  </a:lnTo>
                  <a:lnTo>
                    <a:pt x="311872" y="335508"/>
                  </a:lnTo>
                  <a:lnTo>
                    <a:pt x="312950" y="336911"/>
                  </a:lnTo>
                  <a:lnTo>
                    <a:pt x="314372" y="338414"/>
                  </a:lnTo>
                  <a:lnTo>
                    <a:pt x="319518" y="343776"/>
                  </a:lnTo>
                  <a:lnTo>
                    <a:pt x="330644" y="355503"/>
                  </a:lnTo>
                  <a:lnTo>
                    <a:pt x="330448" y="355803"/>
                  </a:lnTo>
                  <a:lnTo>
                    <a:pt x="327801" y="360614"/>
                  </a:lnTo>
                  <a:lnTo>
                    <a:pt x="325106" y="365525"/>
                  </a:lnTo>
                  <a:lnTo>
                    <a:pt x="323243" y="368783"/>
                  </a:lnTo>
                  <a:lnTo>
                    <a:pt x="321430" y="372441"/>
                  </a:lnTo>
                  <a:lnTo>
                    <a:pt x="320988" y="372992"/>
                  </a:lnTo>
                  <a:lnTo>
                    <a:pt x="318587" y="377202"/>
                  </a:lnTo>
                  <a:lnTo>
                    <a:pt x="314519" y="384117"/>
                  </a:lnTo>
                  <a:lnTo>
                    <a:pt x="313391" y="385470"/>
                  </a:lnTo>
                  <a:lnTo>
                    <a:pt x="311823" y="384819"/>
                  </a:lnTo>
                  <a:lnTo>
                    <a:pt x="307020" y="382714"/>
                  </a:lnTo>
                  <a:lnTo>
                    <a:pt x="306480" y="382664"/>
                  </a:lnTo>
                  <a:lnTo>
                    <a:pt x="306088" y="382614"/>
                  </a:lnTo>
                  <a:lnTo>
                    <a:pt x="305108" y="381912"/>
                  </a:lnTo>
                  <a:lnTo>
                    <a:pt x="304275" y="381361"/>
                  </a:lnTo>
                  <a:lnTo>
                    <a:pt x="302657" y="380660"/>
                  </a:lnTo>
                  <a:lnTo>
                    <a:pt x="301334" y="379707"/>
                  </a:lnTo>
                  <a:lnTo>
                    <a:pt x="298932" y="378655"/>
                  </a:lnTo>
                  <a:lnTo>
                    <a:pt x="297609" y="378104"/>
                  </a:lnTo>
                  <a:lnTo>
                    <a:pt x="295403" y="377553"/>
                  </a:lnTo>
                  <a:lnTo>
                    <a:pt x="292463" y="375799"/>
                  </a:lnTo>
                  <a:lnTo>
                    <a:pt x="290992" y="374947"/>
                  </a:lnTo>
                  <a:lnTo>
                    <a:pt x="288640" y="373744"/>
                  </a:lnTo>
                  <a:lnTo>
                    <a:pt x="286483" y="373343"/>
                  </a:lnTo>
                  <a:lnTo>
                    <a:pt x="284817" y="372391"/>
                  </a:lnTo>
                  <a:lnTo>
                    <a:pt x="283542" y="372090"/>
                  </a:lnTo>
                  <a:lnTo>
                    <a:pt x="282758" y="371890"/>
                  </a:lnTo>
                  <a:lnTo>
                    <a:pt x="280650" y="370737"/>
                  </a:lnTo>
                  <a:lnTo>
                    <a:pt x="277612" y="369935"/>
                  </a:lnTo>
                  <a:lnTo>
                    <a:pt x="271436" y="366528"/>
                  </a:lnTo>
                  <a:lnTo>
                    <a:pt x="269034" y="365575"/>
                  </a:lnTo>
                  <a:lnTo>
                    <a:pt x="267221" y="365024"/>
                  </a:lnTo>
                  <a:lnTo>
                    <a:pt x="265946" y="364273"/>
                  </a:lnTo>
                  <a:lnTo>
                    <a:pt x="262368" y="363070"/>
                  </a:lnTo>
                  <a:lnTo>
                    <a:pt x="261780" y="362418"/>
                  </a:lnTo>
                  <a:lnTo>
                    <a:pt x="259330" y="361867"/>
                  </a:lnTo>
                  <a:lnTo>
                    <a:pt x="258055" y="361316"/>
                  </a:lnTo>
                  <a:lnTo>
                    <a:pt x="257418" y="360765"/>
                  </a:lnTo>
                  <a:lnTo>
                    <a:pt x="256340" y="360314"/>
                  </a:lnTo>
                  <a:lnTo>
                    <a:pt x="255114" y="359512"/>
                  </a:lnTo>
                  <a:lnTo>
                    <a:pt x="254379" y="359311"/>
                  </a:lnTo>
                  <a:lnTo>
                    <a:pt x="254085" y="359361"/>
                  </a:lnTo>
                  <a:lnTo>
                    <a:pt x="253252" y="359161"/>
                  </a:lnTo>
                  <a:lnTo>
                    <a:pt x="252958" y="358760"/>
                  </a:lnTo>
                  <a:lnTo>
                    <a:pt x="252468" y="358409"/>
                  </a:lnTo>
                  <a:lnTo>
                    <a:pt x="250801" y="358058"/>
                  </a:lnTo>
                  <a:lnTo>
                    <a:pt x="248449" y="356956"/>
                  </a:lnTo>
                  <a:lnTo>
                    <a:pt x="247517" y="356705"/>
                  </a:lnTo>
                  <a:lnTo>
                    <a:pt x="246978" y="356405"/>
                  </a:lnTo>
                  <a:lnTo>
                    <a:pt x="246537" y="356154"/>
                  </a:lnTo>
                  <a:lnTo>
                    <a:pt x="246243" y="356054"/>
                  </a:lnTo>
                  <a:lnTo>
                    <a:pt x="245998" y="355854"/>
                  </a:lnTo>
                  <a:lnTo>
                    <a:pt x="245214" y="355503"/>
                  </a:lnTo>
                  <a:lnTo>
                    <a:pt x="244478" y="354851"/>
                  </a:lnTo>
                  <a:lnTo>
                    <a:pt x="243792" y="354551"/>
                  </a:lnTo>
                  <a:lnTo>
                    <a:pt x="243155" y="354350"/>
                  </a:lnTo>
                  <a:lnTo>
                    <a:pt x="242812" y="354100"/>
                  </a:lnTo>
                  <a:lnTo>
                    <a:pt x="242420" y="353999"/>
                  </a:lnTo>
                  <a:lnTo>
                    <a:pt x="241930" y="353899"/>
                  </a:lnTo>
                  <a:lnTo>
                    <a:pt x="241293" y="353699"/>
                  </a:lnTo>
                  <a:lnTo>
                    <a:pt x="240802" y="353398"/>
                  </a:lnTo>
                  <a:lnTo>
                    <a:pt x="239626" y="352797"/>
                  </a:lnTo>
                  <a:lnTo>
                    <a:pt x="238793" y="352546"/>
                  </a:lnTo>
                  <a:lnTo>
                    <a:pt x="238548" y="352496"/>
                  </a:lnTo>
                  <a:lnTo>
                    <a:pt x="237764" y="352245"/>
                  </a:lnTo>
                  <a:lnTo>
                    <a:pt x="237421" y="352195"/>
                  </a:lnTo>
                  <a:lnTo>
                    <a:pt x="237126" y="352095"/>
                  </a:lnTo>
                  <a:lnTo>
                    <a:pt x="236636" y="351895"/>
                  </a:lnTo>
                  <a:lnTo>
                    <a:pt x="236293" y="351644"/>
                  </a:lnTo>
                  <a:lnTo>
                    <a:pt x="235950" y="351293"/>
                  </a:lnTo>
                  <a:lnTo>
                    <a:pt x="235705" y="351193"/>
                  </a:lnTo>
                  <a:lnTo>
                    <a:pt x="235460" y="351093"/>
                  </a:lnTo>
                  <a:lnTo>
                    <a:pt x="234872" y="350993"/>
                  </a:lnTo>
                  <a:lnTo>
                    <a:pt x="234578" y="350842"/>
                  </a:lnTo>
                  <a:lnTo>
                    <a:pt x="234137" y="350542"/>
                  </a:lnTo>
                  <a:lnTo>
                    <a:pt x="233499" y="350291"/>
                  </a:lnTo>
                  <a:lnTo>
                    <a:pt x="233205" y="350141"/>
                  </a:lnTo>
                  <a:lnTo>
                    <a:pt x="233009" y="349940"/>
                  </a:lnTo>
                  <a:lnTo>
                    <a:pt x="232519" y="349790"/>
                  </a:lnTo>
                  <a:lnTo>
                    <a:pt x="232078" y="349740"/>
                  </a:lnTo>
                  <a:lnTo>
                    <a:pt x="231392" y="349439"/>
                  </a:lnTo>
                  <a:lnTo>
                    <a:pt x="231147" y="349138"/>
                  </a:lnTo>
                  <a:lnTo>
                    <a:pt x="228990" y="348286"/>
                  </a:lnTo>
                  <a:lnTo>
                    <a:pt x="228157" y="347685"/>
                  </a:lnTo>
                  <a:lnTo>
                    <a:pt x="227177" y="347284"/>
                  </a:lnTo>
                  <a:lnTo>
                    <a:pt x="226491" y="346983"/>
                  </a:lnTo>
                  <a:lnTo>
                    <a:pt x="225853" y="346883"/>
                  </a:lnTo>
                  <a:lnTo>
                    <a:pt x="225020" y="346633"/>
                  </a:lnTo>
                  <a:lnTo>
                    <a:pt x="224432" y="346482"/>
                  </a:lnTo>
                  <a:lnTo>
                    <a:pt x="222913" y="345781"/>
                  </a:lnTo>
                  <a:lnTo>
                    <a:pt x="222226" y="345280"/>
                  </a:lnTo>
                  <a:lnTo>
                    <a:pt x="221344" y="344979"/>
                  </a:lnTo>
                  <a:lnTo>
                    <a:pt x="220952" y="344829"/>
                  </a:lnTo>
                  <a:lnTo>
                    <a:pt x="220707" y="344678"/>
                  </a:lnTo>
                  <a:lnTo>
                    <a:pt x="220413" y="344428"/>
                  </a:lnTo>
                  <a:lnTo>
                    <a:pt x="220119" y="344077"/>
                  </a:lnTo>
                  <a:lnTo>
                    <a:pt x="219825" y="343927"/>
                  </a:lnTo>
                  <a:lnTo>
                    <a:pt x="219335" y="343876"/>
                  </a:lnTo>
                  <a:lnTo>
                    <a:pt x="219040" y="343826"/>
                  </a:lnTo>
                  <a:lnTo>
                    <a:pt x="218746" y="343726"/>
                  </a:lnTo>
                  <a:lnTo>
                    <a:pt x="218501" y="343526"/>
                  </a:lnTo>
                  <a:lnTo>
                    <a:pt x="218256" y="343375"/>
                  </a:lnTo>
                  <a:lnTo>
                    <a:pt x="217864" y="343125"/>
                  </a:lnTo>
                  <a:lnTo>
                    <a:pt x="217472" y="343025"/>
                  </a:lnTo>
                  <a:lnTo>
                    <a:pt x="217178" y="342874"/>
                  </a:lnTo>
                  <a:lnTo>
                    <a:pt x="216933" y="342624"/>
                  </a:lnTo>
                  <a:lnTo>
                    <a:pt x="216541" y="342273"/>
                  </a:lnTo>
                  <a:lnTo>
                    <a:pt x="216100" y="342173"/>
                  </a:lnTo>
                  <a:lnTo>
                    <a:pt x="215708" y="342122"/>
                  </a:lnTo>
                  <a:lnTo>
                    <a:pt x="215315" y="342022"/>
                  </a:lnTo>
                  <a:lnTo>
                    <a:pt x="214874" y="341922"/>
                  </a:lnTo>
                  <a:lnTo>
                    <a:pt x="214433" y="341722"/>
                  </a:lnTo>
                  <a:lnTo>
                    <a:pt x="214090" y="341421"/>
                  </a:lnTo>
                  <a:lnTo>
                    <a:pt x="213551" y="341170"/>
                  </a:lnTo>
                  <a:lnTo>
                    <a:pt x="213257" y="341070"/>
                  </a:lnTo>
                  <a:lnTo>
                    <a:pt x="212963" y="341020"/>
                  </a:lnTo>
                  <a:lnTo>
                    <a:pt x="212326" y="340820"/>
                  </a:lnTo>
                  <a:lnTo>
                    <a:pt x="211983" y="340519"/>
                  </a:lnTo>
                  <a:lnTo>
                    <a:pt x="211688" y="340318"/>
                  </a:lnTo>
                  <a:lnTo>
                    <a:pt x="211296" y="340419"/>
                  </a:lnTo>
                  <a:lnTo>
                    <a:pt x="210904" y="340419"/>
                  </a:lnTo>
                  <a:lnTo>
                    <a:pt x="210610" y="340318"/>
                  </a:lnTo>
                  <a:lnTo>
                    <a:pt x="210169" y="340018"/>
                  </a:lnTo>
                  <a:lnTo>
                    <a:pt x="209630" y="339416"/>
                  </a:lnTo>
                  <a:lnTo>
                    <a:pt x="209385" y="339266"/>
                  </a:lnTo>
                  <a:lnTo>
                    <a:pt x="208895" y="339015"/>
                  </a:lnTo>
                  <a:lnTo>
                    <a:pt x="208503" y="338915"/>
                  </a:lnTo>
                  <a:lnTo>
                    <a:pt x="208012" y="338965"/>
                  </a:lnTo>
                  <a:lnTo>
                    <a:pt x="207620" y="338915"/>
                  </a:lnTo>
                  <a:lnTo>
                    <a:pt x="207326" y="338815"/>
                  </a:lnTo>
                  <a:lnTo>
                    <a:pt x="207130" y="338615"/>
                  </a:lnTo>
                  <a:lnTo>
                    <a:pt x="206787" y="338314"/>
                  </a:lnTo>
                  <a:lnTo>
                    <a:pt x="206297" y="338063"/>
                  </a:lnTo>
                  <a:lnTo>
                    <a:pt x="206003" y="337963"/>
                  </a:lnTo>
                  <a:lnTo>
                    <a:pt x="205513" y="337813"/>
                  </a:lnTo>
                  <a:lnTo>
                    <a:pt x="205170" y="337612"/>
                  </a:lnTo>
                  <a:lnTo>
                    <a:pt x="204974" y="337362"/>
                  </a:lnTo>
                  <a:lnTo>
                    <a:pt x="204778" y="337161"/>
                  </a:lnTo>
                  <a:lnTo>
                    <a:pt x="204484" y="337061"/>
                  </a:lnTo>
                  <a:lnTo>
                    <a:pt x="204140" y="337011"/>
                  </a:lnTo>
                  <a:lnTo>
                    <a:pt x="203356" y="337011"/>
                  </a:lnTo>
                  <a:lnTo>
                    <a:pt x="202964" y="336961"/>
                  </a:lnTo>
                  <a:lnTo>
                    <a:pt x="202572" y="336710"/>
                  </a:lnTo>
                  <a:lnTo>
                    <a:pt x="202278" y="336410"/>
                  </a:lnTo>
                  <a:lnTo>
                    <a:pt x="201886" y="336209"/>
                  </a:lnTo>
                  <a:lnTo>
                    <a:pt x="201543" y="336109"/>
                  </a:lnTo>
                  <a:lnTo>
                    <a:pt x="201151" y="335858"/>
                  </a:lnTo>
                  <a:lnTo>
                    <a:pt x="200807" y="335558"/>
                  </a:lnTo>
                  <a:lnTo>
                    <a:pt x="200513" y="335407"/>
                  </a:lnTo>
                  <a:lnTo>
                    <a:pt x="200219" y="335257"/>
                  </a:lnTo>
                  <a:lnTo>
                    <a:pt x="199925" y="335207"/>
                  </a:lnTo>
                  <a:lnTo>
                    <a:pt x="199435" y="335157"/>
                  </a:lnTo>
                  <a:lnTo>
                    <a:pt x="198994" y="335006"/>
                  </a:lnTo>
                  <a:lnTo>
                    <a:pt x="198602" y="334856"/>
                  </a:lnTo>
                  <a:lnTo>
                    <a:pt x="198357" y="334656"/>
                  </a:lnTo>
                  <a:lnTo>
                    <a:pt x="198063" y="334455"/>
                  </a:lnTo>
                  <a:lnTo>
                    <a:pt x="197671" y="334305"/>
                  </a:lnTo>
                  <a:lnTo>
                    <a:pt x="197328" y="334255"/>
                  </a:lnTo>
                  <a:lnTo>
                    <a:pt x="196935" y="334205"/>
                  </a:lnTo>
                  <a:lnTo>
                    <a:pt x="196592" y="334054"/>
                  </a:lnTo>
                  <a:lnTo>
                    <a:pt x="196249" y="333804"/>
                  </a:lnTo>
                  <a:lnTo>
                    <a:pt x="195759" y="333403"/>
                  </a:lnTo>
                  <a:lnTo>
                    <a:pt x="195416" y="333152"/>
                  </a:lnTo>
                  <a:lnTo>
                    <a:pt x="195073" y="333052"/>
                  </a:lnTo>
                  <a:lnTo>
                    <a:pt x="194730" y="333002"/>
                  </a:lnTo>
                  <a:lnTo>
                    <a:pt x="194338" y="333052"/>
                  </a:lnTo>
                  <a:lnTo>
                    <a:pt x="193652" y="332852"/>
                  </a:lnTo>
                  <a:lnTo>
                    <a:pt x="193308" y="332601"/>
                  </a:lnTo>
                  <a:lnTo>
                    <a:pt x="193063" y="332350"/>
                  </a:lnTo>
                  <a:lnTo>
                    <a:pt x="192818" y="332200"/>
                  </a:lnTo>
                  <a:lnTo>
                    <a:pt x="192475" y="332100"/>
                  </a:lnTo>
                  <a:lnTo>
                    <a:pt x="191985" y="332000"/>
                  </a:lnTo>
                  <a:lnTo>
                    <a:pt x="191348" y="331849"/>
                  </a:lnTo>
                  <a:lnTo>
                    <a:pt x="191005" y="331649"/>
                  </a:lnTo>
                  <a:lnTo>
                    <a:pt x="190760" y="331398"/>
                  </a:lnTo>
                  <a:lnTo>
                    <a:pt x="190466" y="331198"/>
                  </a:lnTo>
                  <a:lnTo>
                    <a:pt x="190074" y="331148"/>
                  </a:lnTo>
                  <a:lnTo>
                    <a:pt x="189632" y="331098"/>
                  </a:lnTo>
                  <a:lnTo>
                    <a:pt x="189240" y="330897"/>
                  </a:lnTo>
                  <a:lnTo>
                    <a:pt x="188897" y="330697"/>
                  </a:lnTo>
                  <a:lnTo>
                    <a:pt x="188652" y="330496"/>
                  </a:lnTo>
                  <a:lnTo>
                    <a:pt x="188113" y="330145"/>
                  </a:lnTo>
                  <a:lnTo>
                    <a:pt x="187623" y="330045"/>
                  </a:lnTo>
                  <a:lnTo>
                    <a:pt x="187280" y="329945"/>
                  </a:lnTo>
                  <a:lnTo>
                    <a:pt x="186888" y="329795"/>
                  </a:lnTo>
                  <a:lnTo>
                    <a:pt x="186496" y="329544"/>
                  </a:lnTo>
                  <a:lnTo>
                    <a:pt x="186103" y="329243"/>
                  </a:lnTo>
                  <a:lnTo>
                    <a:pt x="185760" y="328993"/>
                  </a:lnTo>
                  <a:lnTo>
                    <a:pt x="185368" y="328842"/>
                  </a:lnTo>
                  <a:lnTo>
                    <a:pt x="185025" y="328792"/>
                  </a:lnTo>
                  <a:lnTo>
                    <a:pt x="184780" y="329143"/>
                  </a:lnTo>
                  <a:lnTo>
                    <a:pt x="184143" y="329043"/>
                  </a:lnTo>
                  <a:lnTo>
                    <a:pt x="183898" y="328592"/>
                  </a:lnTo>
                  <a:lnTo>
                    <a:pt x="183555" y="328241"/>
                  </a:lnTo>
                  <a:lnTo>
                    <a:pt x="183212" y="328141"/>
                  </a:lnTo>
                  <a:lnTo>
                    <a:pt x="182771" y="328141"/>
                  </a:lnTo>
                  <a:lnTo>
                    <a:pt x="182427" y="328041"/>
                  </a:lnTo>
                  <a:lnTo>
                    <a:pt x="182133" y="327940"/>
                  </a:lnTo>
                  <a:lnTo>
                    <a:pt x="181790" y="327740"/>
                  </a:lnTo>
                  <a:lnTo>
                    <a:pt x="181447" y="327540"/>
                  </a:lnTo>
                  <a:lnTo>
                    <a:pt x="181104" y="327289"/>
                  </a:lnTo>
                  <a:lnTo>
                    <a:pt x="180761" y="327139"/>
                  </a:lnTo>
                  <a:lnTo>
                    <a:pt x="180516" y="326938"/>
                  </a:lnTo>
                  <a:lnTo>
                    <a:pt x="180124" y="326738"/>
                  </a:lnTo>
                  <a:lnTo>
                    <a:pt x="179291" y="326437"/>
                  </a:lnTo>
                  <a:lnTo>
                    <a:pt x="179046" y="326287"/>
                  </a:lnTo>
                  <a:lnTo>
                    <a:pt x="178751" y="326136"/>
                  </a:lnTo>
                  <a:lnTo>
                    <a:pt x="178359" y="325986"/>
                  </a:lnTo>
                  <a:lnTo>
                    <a:pt x="177673" y="325836"/>
                  </a:lnTo>
                  <a:lnTo>
                    <a:pt x="177379" y="325735"/>
                  </a:lnTo>
                  <a:lnTo>
                    <a:pt x="177134" y="325535"/>
                  </a:lnTo>
                  <a:lnTo>
                    <a:pt x="176987" y="325234"/>
                  </a:lnTo>
                  <a:lnTo>
                    <a:pt x="176791" y="325034"/>
                  </a:lnTo>
                  <a:lnTo>
                    <a:pt x="176546" y="324783"/>
                  </a:lnTo>
                  <a:lnTo>
                    <a:pt x="175958" y="324683"/>
                  </a:lnTo>
                  <a:lnTo>
                    <a:pt x="175566" y="324733"/>
                  </a:lnTo>
                  <a:lnTo>
                    <a:pt x="175222" y="324683"/>
                  </a:lnTo>
                  <a:lnTo>
                    <a:pt x="174928" y="324483"/>
                  </a:lnTo>
                  <a:lnTo>
                    <a:pt x="174634" y="324332"/>
                  </a:lnTo>
                  <a:lnTo>
                    <a:pt x="174340" y="323931"/>
                  </a:lnTo>
                  <a:lnTo>
                    <a:pt x="174095" y="323681"/>
                  </a:lnTo>
                  <a:lnTo>
                    <a:pt x="173850" y="323530"/>
                  </a:lnTo>
                  <a:lnTo>
                    <a:pt x="173458" y="323380"/>
                  </a:lnTo>
                  <a:lnTo>
                    <a:pt x="172821" y="323380"/>
                  </a:lnTo>
                  <a:lnTo>
                    <a:pt x="172429" y="323280"/>
                  </a:lnTo>
                  <a:lnTo>
                    <a:pt x="172037" y="323029"/>
                  </a:lnTo>
                  <a:lnTo>
                    <a:pt x="171694" y="322729"/>
                  </a:lnTo>
                  <a:lnTo>
                    <a:pt x="171301" y="322679"/>
                  </a:lnTo>
                  <a:lnTo>
                    <a:pt x="171007" y="322628"/>
                  </a:lnTo>
                  <a:lnTo>
                    <a:pt x="170713" y="322628"/>
                  </a:lnTo>
                  <a:lnTo>
                    <a:pt x="170468" y="322578"/>
                  </a:lnTo>
                  <a:lnTo>
                    <a:pt x="170174" y="322328"/>
                  </a:lnTo>
                  <a:lnTo>
                    <a:pt x="169831" y="321927"/>
                  </a:lnTo>
                  <a:lnTo>
                    <a:pt x="169537" y="321726"/>
                  </a:lnTo>
                  <a:lnTo>
                    <a:pt x="169096" y="321676"/>
                  </a:lnTo>
                  <a:lnTo>
                    <a:pt x="168655" y="321726"/>
                  </a:lnTo>
                  <a:lnTo>
                    <a:pt x="168312" y="321526"/>
                  </a:lnTo>
                  <a:lnTo>
                    <a:pt x="168067" y="321426"/>
                  </a:lnTo>
                  <a:lnTo>
                    <a:pt x="167821" y="321225"/>
                  </a:lnTo>
                  <a:lnTo>
                    <a:pt x="167380" y="320925"/>
                  </a:lnTo>
                  <a:lnTo>
                    <a:pt x="166988" y="320824"/>
                  </a:lnTo>
                  <a:lnTo>
                    <a:pt x="166498" y="320724"/>
                  </a:lnTo>
                  <a:lnTo>
                    <a:pt x="166057" y="320474"/>
                  </a:lnTo>
                  <a:lnTo>
                    <a:pt x="165665" y="320273"/>
                  </a:lnTo>
                  <a:lnTo>
                    <a:pt x="165322" y="320073"/>
                  </a:lnTo>
                  <a:lnTo>
                    <a:pt x="164734" y="319872"/>
                  </a:lnTo>
                  <a:lnTo>
                    <a:pt x="164342" y="319822"/>
                  </a:lnTo>
                  <a:lnTo>
                    <a:pt x="164047" y="319722"/>
                  </a:lnTo>
                  <a:lnTo>
                    <a:pt x="163704" y="319572"/>
                  </a:lnTo>
                  <a:lnTo>
                    <a:pt x="163459" y="319421"/>
                  </a:lnTo>
                  <a:lnTo>
                    <a:pt x="163165" y="319221"/>
                  </a:lnTo>
                  <a:lnTo>
                    <a:pt x="162822" y="318970"/>
                  </a:lnTo>
                  <a:lnTo>
                    <a:pt x="162479" y="318770"/>
                  </a:lnTo>
                  <a:lnTo>
                    <a:pt x="162087" y="318720"/>
                  </a:lnTo>
                  <a:lnTo>
                    <a:pt x="161695" y="318670"/>
                  </a:lnTo>
                  <a:lnTo>
                    <a:pt x="161205" y="318569"/>
                  </a:lnTo>
                  <a:lnTo>
                    <a:pt x="160813" y="318319"/>
                  </a:lnTo>
                  <a:lnTo>
                    <a:pt x="160518" y="318319"/>
                  </a:lnTo>
                  <a:lnTo>
                    <a:pt x="160224" y="318168"/>
                  </a:lnTo>
                  <a:lnTo>
                    <a:pt x="159979" y="317868"/>
                  </a:lnTo>
                  <a:lnTo>
                    <a:pt x="159734" y="317567"/>
                  </a:lnTo>
                  <a:lnTo>
                    <a:pt x="159489" y="317367"/>
                  </a:lnTo>
                  <a:lnTo>
                    <a:pt x="158901" y="317316"/>
                  </a:lnTo>
                  <a:lnTo>
                    <a:pt x="158460" y="317266"/>
                  </a:lnTo>
                  <a:lnTo>
                    <a:pt x="158117" y="317166"/>
                  </a:lnTo>
                  <a:lnTo>
                    <a:pt x="157872" y="316966"/>
                  </a:lnTo>
                  <a:lnTo>
                    <a:pt x="157480" y="316665"/>
                  </a:lnTo>
                  <a:lnTo>
                    <a:pt x="157088" y="316465"/>
                  </a:lnTo>
                  <a:lnTo>
                    <a:pt x="156254" y="316364"/>
                  </a:lnTo>
                  <a:lnTo>
                    <a:pt x="156009" y="316314"/>
                  </a:lnTo>
                  <a:lnTo>
                    <a:pt x="155764" y="316164"/>
                  </a:lnTo>
                  <a:lnTo>
                    <a:pt x="155421" y="315863"/>
                  </a:lnTo>
                  <a:lnTo>
                    <a:pt x="155127" y="315663"/>
                  </a:lnTo>
                  <a:lnTo>
                    <a:pt x="154882" y="315562"/>
                  </a:lnTo>
                  <a:lnTo>
                    <a:pt x="154539" y="315512"/>
                  </a:lnTo>
                  <a:lnTo>
                    <a:pt x="153951" y="315512"/>
                  </a:lnTo>
                  <a:lnTo>
                    <a:pt x="153510" y="315412"/>
                  </a:lnTo>
                  <a:lnTo>
                    <a:pt x="153166" y="315312"/>
                  </a:lnTo>
                  <a:lnTo>
                    <a:pt x="152823" y="315061"/>
                  </a:lnTo>
                  <a:lnTo>
                    <a:pt x="152235" y="314660"/>
                  </a:lnTo>
                  <a:lnTo>
                    <a:pt x="151892" y="314460"/>
                  </a:lnTo>
                  <a:lnTo>
                    <a:pt x="151353" y="314310"/>
                  </a:lnTo>
                  <a:lnTo>
                    <a:pt x="150716" y="314059"/>
                  </a:lnTo>
                  <a:lnTo>
                    <a:pt x="150422" y="313758"/>
                  </a:lnTo>
                  <a:lnTo>
                    <a:pt x="150177" y="313558"/>
                  </a:lnTo>
                  <a:lnTo>
                    <a:pt x="149834" y="313358"/>
                  </a:lnTo>
                  <a:lnTo>
                    <a:pt x="149294" y="313307"/>
                  </a:lnTo>
                  <a:lnTo>
                    <a:pt x="148559" y="313107"/>
                  </a:lnTo>
                  <a:lnTo>
                    <a:pt x="148265" y="312906"/>
                  </a:lnTo>
                  <a:lnTo>
                    <a:pt x="148020" y="312606"/>
                  </a:lnTo>
                  <a:lnTo>
                    <a:pt x="147579" y="312255"/>
                  </a:lnTo>
                  <a:lnTo>
                    <a:pt x="147236" y="312205"/>
                  </a:lnTo>
                  <a:lnTo>
                    <a:pt x="146746" y="312105"/>
                  </a:lnTo>
                  <a:lnTo>
                    <a:pt x="146452" y="312004"/>
                  </a:lnTo>
                  <a:lnTo>
                    <a:pt x="146158" y="311854"/>
                  </a:lnTo>
                  <a:lnTo>
                    <a:pt x="145716" y="311604"/>
                  </a:lnTo>
                  <a:lnTo>
                    <a:pt x="145373" y="311303"/>
                  </a:lnTo>
                  <a:lnTo>
                    <a:pt x="144981" y="311153"/>
                  </a:lnTo>
                  <a:lnTo>
                    <a:pt x="144442" y="310952"/>
                  </a:lnTo>
                  <a:lnTo>
                    <a:pt x="144050" y="310902"/>
                  </a:lnTo>
                  <a:lnTo>
                    <a:pt x="143707" y="310752"/>
                  </a:lnTo>
                  <a:lnTo>
                    <a:pt x="143119" y="310601"/>
                  </a:lnTo>
                  <a:lnTo>
                    <a:pt x="142727" y="310250"/>
                  </a:lnTo>
                  <a:lnTo>
                    <a:pt x="142433" y="310050"/>
                  </a:lnTo>
                  <a:lnTo>
                    <a:pt x="142138" y="309900"/>
                  </a:lnTo>
                  <a:lnTo>
                    <a:pt x="141844" y="309850"/>
                  </a:lnTo>
                  <a:lnTo>
                    <a:pt x="141452" y="309699"/>
                  </a:lnTo>
                  <a:lnTo>
                    <a:pt x="141158" y="309599"/>
                  </a:lnTo>
                  <a:lnTo>
                    <a:pt x="140864" y="309499"/>
                  </a:lnTo>
                  <a:lnTo>
                    <a:pt x="140472" y="309248"/>
                  </a:lnTo>
                  <a:lnTo>
                    <a:pt x="140031" y="308948"/>
                  </a:lnTo>
                  <a:lnTo>
                    <a:pt x="139443" y="308847"/>
                  </a:lnTo>
                  <a:lnTo>
                    <a:pt x="139051" y="308797"/>
                  </a:lnTo>
                  <a:lnTo>
                    <a:pt x="138560" y="308597"/>
                  </a:lnTo>
                  <a:lnTo>
                    <a:pt x="138266" y="308497"/>
                  </a:lnTo>
                  <a:lnTo>
                    <a:pt x="137972" y="308396"/>
                  </a:lnTo>
                  <a:lnTo>
                    <a:pt x="137678" y="308196"/>
                  </a:lnTo>
                  <a:lnTo>
                    <a:pt x="137286" y="307945"/>
                  </a:lnTo>
                  <a:lnTo>
                    <a:pt x="137041" y="307594"/>
                  </a:lnTo>
                  <a:lnTo>
                    <a:pt x="136600" y="307294"/>
                  </a:lnTo>
                  <a:lnTo>
                    <a:pt x="136159" y="307344"/>
                  </a:lnTo>
                  <a:lnTo>
                    <a:pt x="135424" y="307344"/>
                  </a:lnTo>
                  <a:lnTo>
                    <a:pt x="135179" y="307194"/>
                  </a:lnTo>
                  <a:lnTo>
                    <a:pt x="134835" y="306943"/>
                  </a:lnTo>
                  <a:lnTo>
                    <a:pt x="134492" y="306692"/>
                  </a:lnTo>
                  <a:lnTo>
                    <a:pt x="133855" y="306492"/>
                  </a:lnTo>
                  <a:lnTo>
                    <a:pt x="133316" y="306442"/>
                  </a:lnTo>
                  <a:lnTo>
                    <a:pt x="132679" y="305841"/>
                  </a:lnTo>
                  <a:lnTo>
                    <a:pt x="132140" y="305640"/>
                  </a:lnTo>
                  <a:lnTo>
                    <a:pt x="131699" y="305640"/>
                  </a:lnTo>
                  <a:lnTo>
                    <a:pt x="131355" y="305389"/>
                  </a:lnTo>
                  <a:lnTo>
                    <a:pt x="131061" y="304989"/>
                  </a:lnTo>
                  <a:lnTo>
                    <a:pt x="130816" y="304838"/>
                  </a:lnTo>
                  <a:lnTo>
                    <a:pt x="130375" y="304888"/>
                  </a:lnTo>
                  <a:lnTo>
                    <a:pt x="129934" y="304738"/>
                  </a:lnTo>
                  <a:lnTo>
                    <a:pt x="129493" y="304287"/>
                  </a:lnTo>
                  <a:lnTo>
                    <a:pt x="129199" y="304187"/>
                  </a:lnTo>
                  <a:lnTo>
                    <a:pt x="128856" y="304137"/>
                  </a:lnTo>
                  <a:lnTo>
                    <a:pt x="128464" y="303836"/>
                  </a:lnTo>
                  <a:lnTo>
                    <a:pt x="127974" y="303886"/>
                  </a:lnTo>
                  <a:lnTo>
                    <a:pt x="127728" y="303736"/>
                  </a:lnTo>
                  <a:lnTo>
                    <a:pt x="127483" y="303485"/>
                  </a:lnTo>
                  <a:lnTo>
                    <a:pt x="126601" y="303285"/>
                  </a:lnTo>
                  <a:lnTo>
                    <a:pt x="126111" y="303235"/>
                  </a:lnTo>
                  <a:lnTo>
                    <a:pt x="125621" y="303084"/>
                  </a:lnTo>
                  <a:lnTo>
                    <a:pt x="125327" y="302884"/>
                  </a:lnTo>
                  <a:lnTo>
                    <a:pt x="125082" y="302633"/>
                  </a:lnTo>
                  <a:lnTo>
                    <a:pt x="124886" y="302483"/>
                  </a:lnTo>
                  <a:lnTo>
                    <a:pt x="124592" y="302232"/>
                  </a:lnTo>
                  <a:lnTo>
                    <a:pt x="124347" y="302132"/>
                  </a:lnTo>
                  <a:lnTo>
                    <a:pt x="123562" y="302082"/>
                  </a:lnTo>
                  <a:lnTo>
                    <a:pt x="123170" y="302182"/>
                  </a:lnTo>
                  <a:lnTo>
                    <a:pt x="122631" y="302032"/>
                  </a:lnTo>
                  <a:lnTo>
                    <a:pt x="122141" y="301781"/>
                  </a:lnTo>
                  <a:lnTo>
                    <a:pt x="121406" y="301631"/>
                  </a:lnTo>
                  <a:lnTo>
                    <a:pt x="120867" y="301280"/>
                  </a:lnTo>
                  <a:lnTo>
                    <a:pt x="120524" y="301080"/>
                  </a:lnTo>
                  <a:lnTo>
                    <a:pt x="120180" y="301080"/>
                  </a:lnTo>
                  <a:lnTo>
                    <a:pt x="119837" y="300879"/>
                  </a:lnTo>
                  <a:lnTo>
                    <a:pt x="119543" y="300478"/>
                  </a:lnTo>
                  <a:lnTo>
                    <a:pt x="118955" y="300328"/>
                  </a:lnTo>
                  <a:lnTo>
                    <a:pt x="118563" y="300278"/>
                  </a:lnTo>
                  <a:lnTo>
                    <a:pt x="118318" y="299977"/>
                  </a:lnTo>
                  <a:lnTo>
                    <a:pt x="118073" y="299727"/>
                  </a:lnTo>
                  <a:lnTo>
                    <a:pt x="117534" y="299476"/>
                  </a:lnTo>
                  <a:lnTo>
                    <a:pt x="117044" y="299426"/>
                  </a:lnTo>
                  <a:lnTo>
                    <a:pt x="116504" y="299376"/>
                  </a:lnTo>
                  <a:lnTo>
                    <a:pt x="116210" y="299075"/>
                  </a:lnTo>
                  <a:lnTo>
                    <a:pt x="115720" y="298775"/>
                  </a:lnTo>
                  <a:lnTo>
                    <a:pt x="115279" y="298724"/>
                  </a:lnTo>
                  <a:lnTo>
                    <a:pt x="114789" y="298624"/>
                  </a:lnTo>
                  <a:lnTo>
                    <a:pt x="114152" y="298574"/>
                  </a:lnTo>
                  <a:lnTo>
                    <a:pt x="113613" y="298424"/>
                  </a:lnTo>
                  <a:lnTo>
                    <a:pt x="113024" y="298123"/>
                  </a:lnTo>
                  <a:lnTo>
                    <a:pt x="112485" y="297822"/>
                  </a:lnTo>
                  <a:lnTo>
                    <a:pt x="111995" y="297672"/>
                  </a:lnTo>
                  <a:lnTo>
                    <a:pt x="111603" y="297321"/>
                  </a:lnTo>
                  <a:lnTo>
                    <a:pt x="111309" y="297121"/>
                  </a:lnTo>
                  <a:lnTo>
                    <a:pt x="110819" y="297021"/>
                  </a:lnTo>
                  <a:lnTo>
                    <a:pt x="110378" y="297021"/>
                  </a:lnTo>
                  <a:lnTo>
                    <a:pt x="110133" y="296820"/>
                  </a:lnTo>
                  <a:lnTo>
                    <a:pt x="109495" y="296620"/>
                  </a:lnTo>
                  <a:lnTo>
                    <a:pt x="108858" y="296419"/>
                  </a:lnTo>
                  <a:lnTo>
                    <a:pt x="108368" y="296269"/>
                  </a:lnTo>
                  <a:lnTo>
                    <a:pt x="107878" y="295868"/>
                  </a:lnTo>
                  <a:lnTo>
                    <a:pt x="107437" y="295768"/>
                  </a:lnTo>
                  <a:lnTo>
                    <a:pt x="106849" y="295467"/>
                  </a:lnTo>
                  <a:lnTo>
                    <a:pt x="106506" y="295166"/>
                  </a:lnTo>
                  <a:lnTo>
                    <a:pt x="105967" y="294966"/>
                  </a:lnTo>
                  <a:lnTo>
                    <a:pt x="105721" y="294966"/>
                  </a:lnTo>
                  <a:lnTo>
                    <a:pt x="105329" y="294866"/>
                  </a:lnTo>
                  <a:lnTo>
                    <a:pt x="104888" y="294615"/>
                  </a:lnTo>
                  <a:lnTo>
                    <a:pt x="104300" y="294465"/>
                  </a:lnTo>
                  <a:lnTo>
                    <a:pt x="103712" y="294214"/>
                  </a:lnTo>
                  <a:lnTo>
                    <a:pt x="102879" y="293713"/>
                  </a:lnTo>
                  <a:lnTo>
                    <a:pt x="102340" y="293513"/>
                  </a:lnTo>
                  <a:lnTo>
                    <a:pt x="101898" y="293312"/>
                  </a:lnTo>
                  <a:lnTo>
                    <a:pt x="101261" y="293062"/>
                  </a:lnTo>
                  <a:lnTo>
                    <a:pt x="101016" y="293062"/>
                  </a:lnTo>
                  <a:lnTo>
                    <a:pt x="100477" y="292861"/>
                  </a:lnTo>
                  <a:lnTo>
                    <a:pt x="100134" y="292711"/>
                  </a:lnTo>
                  <a:lnTo>
                    <a:pt x="99301" y="292260"/>
                  </a:lnTo>
                  <a:lnTo>
                    <a:pt x="98762" y="292009"/>
                  </a:lnTo>
                  <a:lnTo>
                    <a:pt x="98124" y="291809"/>
                  </a:lnTo>
                  <a:lnTo>
                    <a:pt x="97634" y="291408"/>
                  </a:lnTo>
                  <a:lnTo>
                    <a:pt x="97095" y="291007"/>
                  </a:lnTo>
                  <a:lnTo>
                    <a:pt x="96164" y="290456"/>
                  </a:lnTo>
                  <a:lnTo>
                    <a:pt x="95086" y="290155"/>
                  </a:lnTo>
                  <a:lnTo>
                    <a:pt x="94154" y="289754"/>
                  </a:lnTo>
                  <a:lnTo>
                    <a:pt x="93517" y="289453"/>
                  </a:lnTo>
                  <a:lnTo>
                    <a:pt x="92880" y="289103"/>
                  </a:lnTo>
                  <a:lnTo>
                    <a:pt x="91655" y="288652"/>
                  </a:lnTo>
                  <a:lnTo>
                    <a:pt x="90919" y="288501"/>
                  </a:lnTo>
                  <a:lnTo>
                    <a:pt x="90184" y="288151"/>
                  </a:lnTo>
                  <a:lnTo>
                    <a:pt x="89547" y="288000"/>
                  </a:lnTo>
                  <a:lnTo>
                    <a:pt x="89106" y="287850"/>
                  </a:lnTo>
                  <a:lnTo>
                    <a:pt x="88714" y="287549"/>
                  </a:lnTo>
                  <a:lnTo>
                    <a:pt x="88371" y="287449"/>
                  </a:lnTo>
                  <a:lnTo>
                    <a:pt x="87586" y="287048"/>
                  </a:lnTo>
                  <a:lnTo>
                    <a:pt x="86851" y="286898"/>
                  </a:lnTo>
                  <a:lnTo>
                    <a:pt x="86312" y="286697"/>
                  </a:lnTo>
                  <a:lnTo>
                    <a:pt x="85626" y="286346"/>
                  </a:lnTo>
                  <a:lnTo>
                    <a:pt x="84940" y="286146"/>
                  </a:lnTo>
                  <a:lnTo>
                    <a:pt x="84499" y="285895"/>
                  </a:lnTo>
                  <a:lnTo>
                    <a:pt x="83910" y="285795"/>
                  </a:lnTo>
                  <a:lnTo>
                    <a:pt x="83126" y="285444"/>
                  </a:lnTo>
                  <a:lnTo>
                    <a:pt x="82538" y="285094"/>
                  </a:lnTo>
                  <a:lnTo>
                    <a:pt x="81705" y="284743"/>
                  </a:lnTo>
                  <a:lnTo>
                    <a:pt x="80627" y="284192"/>
                  </a:lnTo>
                  <a:lnTo>
                    <a:pt x="79940" y="283891"/>
                  </a:lnTo>
                  <a:lnTo>
                    <a:pt x="79156" y="283590"/>
                  </a:lnTo>
                  <a:lnTo>
                    <a:pt x="78470" y="283290"/>
                  </a:lnTo>
                  <a:lnTo>
                    <a:pt x="77588" y="283089"/>
                  </a:lnTo>
                  <a:lnTo>
                    <a:pt x="76804" y="282688"/>
                  </a:lnTo>
                  <a:lnTo>
                    <a:pt x="76117" y="282538"/>
                  </a:lnTo>
                  <a:lnTo>
                    <a:pt x="75382" y="282137"/>
                  </a:lnTo>
                  <a:lnTo>
                    <a:pt x="74598" y="281836"/>
                  </a:lnTo>
                  <a:lnTo>
                    <a:pt x="73961" y="281435"/>
                  </a:lnTo>
                  <a:lnTo>
                    <a:pt x="73324" y="281335"/>
                  </a:lnTo>
                  <a:lnTo>
                    <a:pt x="72637" y="281034"/>
                  </a:lnTo>
                  <a:lnTo>
                    <a:pt x="72147" y="280934"/>
                  </a:lnTo>
                  <a:lnTo>
                    <a:pt x="71559" y="280533"/>
                  </a:lnTo>
                  <a:lnTo>
                    <a:pt x="71020" y="280233"/>
                  </a:lnTo>
                  <a:lnTo>
                    <a:pt x="70530" y="280132"/>
                  </a:lnTo>
                  <a:lnTo>
                    <a:pt x="70187" y="279882"/>
                  </a:lnTo>
                  <a:lnTo>
                    <a:pt x="69893" y="279732"/>
                  </a:lnTo>
                  <a:lnTo>
                    <a:pt x="69403" y="279581"/>
                  </a:lnTo>
                  <a:lnTo>
                    <a:pt x="68471" y="279281"/>
                  </a:lnTo>
                  <a:lnTo>
                    <a:pt x="67687" y="279030"/>
                  </a:lnTo>
                  <a:lnTo>
                    <a:pt x="66854" y="278679"/>
                  </a:lnTo>
                  <a:lnTo>
                    <a:pt x="65972" y="278378"/>
                  </a:lnTo>
                  <a:lnTo>
                    <a:pt x="65236" y="278028"/>
                  </a:lnTo>
                  <a:lnTo>
                    <a:pt x="64452" y="277777"/>
                  </a:lnTo>
                  <a:lnTo>
                    <a:pt x="63472" y="277426"/>
                  </a:lnTo>
                  <a:lnTo>
                    <a:pt x="62835" y="277276"/>
                  </a:lnTo>
                  <a:lnTo>
                    <a:pt x="62198" y="276875"/>
                  </a:lnTo>
                  <a:lnTo>
                    <a:pt x="61511" y="276775"/>
                  </a:lnTo>
                  <a:lnTo>
                    <a:pt x="60972" y="276625"/>
                  </a:lnTo>
                  <a:lnTo>
                    <a:pt x="60580" y="276424"/>
                  </a:lnTo>
                  <a:lnTo>
                    <a:pt x="59747" y="276224"/>
                  </a:lnTo>
                  <a:lnTo>
                    <a:pt x="59061" y="275973"/>
                  </a:lnTo>
                  <a:lnTo>
                    <a:pt x="58276" y="275722"/>
                  </a:lnTo>
                  <a:lnTo>
                    <a:pt x="57639" y="275522"/>
                  </a:lnTo>
                  <a:lnTo>
                    <a:pt x="57149" y="275121"/>
                  </a:lnTo>
                  <a:lnTo>
                    <a:pt x="56561" y="275121"/>
                  </a:lnTo>
                  <a:lnTo>
                    <a:pt x="55826" y="274720"/>
                  </a:lnTo>
                  <a:lnTo>
                    <a:pt x="55434" y="274570"/>
                  </a:lnTo>
                  <a:lnTo>
                    <a:pt x="55042" y="274269"/>
                  </a:lnTo>
                  <a:lnTo>
                    <a:pt x="54600" y="274169"/>
                  </a:lnTo>
                  <a:lnTo>
                    <a:pt x="53865" y="273918"/>
                  </a:lnTo>
                  <a:lnTo>
                    <a:pt x="53326" y="273668"/>
                  </a:lnTo>
                  <a:lnTo>
                    <a:pt x="52836" y="273568"/>
                  </a:lnTo>
                  <a:lnTo>
                    <a:pt x="52150" y="273517"/>
                  </a:lnTo>
                  <a:lnTo>
                    <a:pt x="51513" y="273467"/>
                  </a:lnTo>
                  <a:lnTo>
                    <a:pt x="51022" y="273317"/>
                  </a:lnTo>
                  <a:lnTo>
                    <a:pt x="50434" y="273217"/>
                  </a:lnTo>
                  <a:lnTo>
                    <a:pt x="50042" y="273317"/>
                  </a:lnTo>
                  <a:lnTo>
                    <a:pt x="49356" y="273016"/>
                  </a:lnTo>
                  <a:lnTo>
                    <a:pt x="48964" y="273016"/>
                  </a:lnTo>
                  <a:lnTo>
                    <a:pt x="48474" y="272916"/>
                  </a:lnTo>
                  <a:lnTo>
                    <a:pt x="47886" y="272866"/>
                  </a:lnTo>
                  <a:lnTo>
                    <a:pt x="46954" y="272816"/>
                  </a:lnTo>
                  <a:lnTo>
                    <a:pt x="45827" y="272916"/>
                  </a:lnTo>
                  <a:lnTo>
                    <a:pt x="44994" y="273117"/>
                  </a:lnTo>
                  <a:lnTo>
                    <a:pt x="44112" y="273467"/>
                  </a:lnTo>
                  <a:lnTo>
                    <a:pt x="43474" y="273467"/>
                  </a:lnTo>
                  <a:lnTo>
                    <a:pt x="42984" y="273117"/>
                  </a:lnTo>
                  <a:lnTo>
                    <a:pt x="42396" y="272215"/>
                  </a:lnTo>
                  <a:lnTo>
                    <a:pt x="42004" y="271463"/>
                  </a:lnTo>
                  <a:lnTo>
                    <a:pt x="41857" y="270761"/>
                  </a:lnTo>
                  <a:lnTo>
                    <a:pt x="41514" y="270060"/>
                  </a:lnTo>
                  <a:lnTo>
                    <a:pt x="41171" y="269158"/>
                  </a:lnTo>
                  <a:lnTo>
                    <a:pt x="40681" y="268256"/>
                  </a:lnTo>
                  <a:lnTo>
                    <a:pt x="40043" y="267704"/>
                  </a:lnTo>
                  <a:lnTo>
                    <a:pt x="39210" y="267103"/>
                  </a:lnTo>
                  <a:lnTo>
                    <a:pt x="38475" y="266652"/>
                  </a:lnTo>
                  <a:lnTo>
                    <a:pt x="38034" y="266351"/>
                  </a:lnTo>
                  <a:lnTo>
                    <a:pt x="37446" y="265750"/>
                  </a:lnTo>
                  <a:lnTo>
                    <a:pt x="36858" y="265299"/>
                  </a:lnTo>
                  <a:lnTo>
                    <a:pt x="35975" y="264848"/>
                  </a:lnTo>
                  <a:lnTo>
                    <a:pt x="35289" y="264597"/>
                  </a:lnTo>
                  <a:lnTo>
                    <a:pt x="34407" y="264196"/>
                  </a:lnTo>
                  <a:lnTo>
                    <a:pt x="33770" y="263946"/>
                  </a:lnTo>
                  <a:lnTo>
                    <a:pt x="33231" y="263846"/>
                  </a:lnTo>
                  <a:lnTo>
                    <a:pt x="32642" y="263796"/>
                  </a:lnTo>
                  <a:lnTo>
                    <a:pt x="31956" y="263695"/>
                  </a:lnTo>
                  <a:lnTo>
                    <a:pt x="31466" y="263745"/>
                  </a:lnTo>
                  <a:lnTo>
                    <a:pt x="31123" y="263645"/>
                  </a:lnTo>
                  <a:lnTo>
                    <a:pt x="30388" y="263545"/>
                  </a:lnTo>
                  <a:lnTo>
                    <a:pt x="29947" y="263595"/>
                  </a:lnTo>
                  <a:lnTo>
                    <a:pt x="29604" y="264046"/>
                  </a:lnTo>
                  <a:lnTo>
                    <a:pt x="29408" y="264447"/>
                  </a:lnTo>
                  <a:lnTo>
                    <a:pt x="29212" y="265098"/>
                  </a:lnTo>
                  <a:lnTo>
                    <a:pt x="28868" y="265600"/>
                  </a:lnTo>
                  <a:lnTo>
                    <a:pt x="28770" y="266051"/>
                  </a:lnTo>
                  <a:lnTo>
                    <a:pt x="28721" y="266401"/>
                  </a:lnTo>
                  <a:lnTo>
                    <a:pt x="28280" y="266702"/>
                  </a:lnTo>
                  <a:lnTo>
                    <a:pt x="27986" y="266652"/>
                  </a:lnTo>
                  <a:lnTo>
                    <a:pt x="28084" y="266151"/>
                  </a:lnTo>
                  <a:lnTo>
                    <a:pt x="28280" y="265600"/>
                  </a:lnTo>
                  <a:lnTo>
                    <a:pt x="28476" y="265299"/>
                  </a:lnTo>
                  <a:lnTo>
                    <a:pt x="28672" y="264898"/>
                  </a:lnTo>
                  <a:lnTo>
                    <a:pt x="28574" y="264748"/>
                  </a:lnTo>
                  <a:lnTo>
                    <a:pt x="28231" y="264948"/>
                  </a:lnTo>
                  <a:lnTo>
                    <a:pt x="27986" y="265499"/>
                  </a:lnTo>
                  <a:lnTo>
                    <a:pt x="27594" y="266051"/>
                  </a:lnTo>
                  <a:lnTo>
                    <a:pt x="27202" y="266401"/>
                  </a:lnTo>
                  <a:lnTo>
                    <a:pt x="27104" y="266652"/>
                  </a:lnTo>
                  <a:lnTo>
                    <a:pt x="27104" y="266953"/>
                  </a:lnTo>
                  <a:lnTo>
                    <a:pt x="26908" y="267203"/>
                  </a:lnTo>
                  <a:lnTo>
                    <a:pt x="26614" y="267504"/>
                  </a:lnTo>
                  <a:lnTo>
                    <a:pt x="26516" y="267704"/>
                  </a:lnTo>
                  <a:lnTo>
                    <a:pt x="26565" y="268005"/>
                  </a:lnTo>
                  <a:lnTo>
                    <a:pt x="26222" y="268306"/>
                  </a:lnTo>
                  <a:lnTo>
                    <a:pt x="25683" y="268306"/>
                  </a:lnTo>
                  <a:lnTo>
                    <a:pt x="25192" y="268205"/>
                  </a:lnTo>
                  <a:lnTo>
                    <a:pt x="25192" y="267905"/>
                  </a:lnTo>
                  <a:lnTo>
                    <a:pt x="25585" y="267354"/>
                  </a:lnTo>
                  <a:lnTo>
                    <a:pt x="25683" y="266953"/>
                  </a:lnTo>
                  <a:lnTo>
                    <a:pt x="25977" y="266452"/>
                  </a:lnTo>
                  <a:lnTo>
                    <a:pt x="25977" y="266051"/>
                  </a:lnTo>
                  <a:lnTo>
                    <a:pt x="25634" y="265700"/>
                  </a:lnTo>
                  <a:lnTo>
                    <a:pt x="25388" y="265800"/>
                  </a:lnTo>
                  <a:lnTo>
                    <a:pt x="25241" y="266251"/>
                  </a:lnTo>
                  <a:lnTo>
                    <a:pt x="24947" y="266652"/>
                  </a:lnTo>
                  <a:lnTo>
                    <a:pt x="24604" y="267003"/>
                  </a:lnTo>
                  <a:lnTo>
                    <a:pt x="24163" y="267504"/>
                  </a:lnTo>
                  <a:lnTo>
                    <a:pt x="23771" y="267754"/>
                  </a:lnTo>
                  <a:lnTo>
                    <a:pt x="23330" y="267704"/>
                  </a:lnTo>
                  <a:lnTo>
                    <a:pt x="23379" y="267153"/>
                  </a:lnTo>
                  <a:lnTo>
                    <a:pt x="23477" y="266452"/>
                  </a:lnTo>
                  <a:lnTo>
                    <a:pt x="23869" y="265850"/>
                  </a:lnTo>
                  <a:lnTo>
                    <a:pt x="24163" y="265199"/>
                  </a:lnTo>
                  <a:lnTo>
                    <a:pt x="24702" y="264597"/>
                  </a:lnTo>
                  <a:lnTo>
                    <a:pt x="25241" y="264247"/>
                  </a:lnTo>
                  <a:lnTo>
                    <a:pt x="25634" y="263896"/>
                  </a:lnTo>
                  <a:lnTo>
                    <a:pt x="25339" y="263094"/>
                  </a:lnTo>
                  <a:lnTo>
                    <a:pt x="24408" y="262693"/>
                  </a:lnTo>
                  <a:lnTo>
                    <a:pt x="23967" y="262442"/>
                  </a:lnTo>
                  <a:lnTo>
                    <a:pt x="23624" y="262042"/>
                  </a:lnTo>
                  <a:lnTo>
                    <a:pt x="23134" y="262643"/>
                  </a:lnTo>
                  <a:lnTo>
                    <a:pt x="22497" y="263395"/>
                  </a:lnTo>
                  <a:lnTo>
                    <a:pt x="21958" y="264196"/>
                  </a:lnTo>
                  <a:lnTo>
                    <a:pt x="21663" y="265098"/>
                  </a:lnTo>
                  <a:lnTo>
                    <a:pt x="21124" y="264948"/>
                  </a:lnTo>
                  <a:lnTo>
                    <a:pt x="20928" y="264497"/>
                  </a:lnTo>
                  <a:lnTo>
                    <a:pt x="21418" y="263796"/>
                  </a:lnTo>
                  <a:lnTo>
                    <a:pt x="21565" y="263094"/>
                  </a:lnTo>
                  <a:lnTo>
                    <a:pt x="21222" y="262994"/>
                  </a:lnTo>
                  <a:lnTo>
                    <a:pt x="21222" y="262242"/>
                  </a:lnTo>
                  <a:lnTo>
                    <a:pt x="21614" y="261490"/>
                  </a:lnTo>
                  <a:lnTo>
                    <a:pt x="22154" y="260989"/>
                  </a:lnTo>
                  <a:lnTo>
                    <a:pt x="22007" y="260288"/>
                  </a:lnTo>
                  <a:lnTo>
                    <a:pt x="21516" y="259937"/>
                  </a:lnTo>
                  <a:lnTo>
                    <a:pt x="21075" y="260388"/>
                  </a:lnTo>
                  <a:lnTo>
                    <a:pt x="20438" y="261340"/>
                  </a:lnTo>
                  <a:lnTo>
                    <a:pt x="20144" y="262042"/>
                  </a:lnTo>
                  <a:lnTo>
                    <a:pt x="19850" y="262643"/>
                  </a:lnTo>
                  <a:lnTo>
                    <a:pt x="19213" y="262994"/>
                  </a:lnTo>
                  <a:lnTo>
                    <a:pt x="18576" y="262743"/>
                  </a:lnTo>
                  <a:lnTo>
                    <a:pt x="17448" y="262242"/>
                  </a:lnTo>
                  <a:lnTo>
                    <a:pt x="16860" y="262543"/>
                  </a:lnTo>
                  <a:lnTo>
                    <a:pt x="15684" y="262994"/>
                  </a:lnTo>
                  <a:lnTo>
                    <a:pt x="14851" y="262843"/>
                  </a:lnTo>
                  <a:lnTo>
                    <a:pt x="14066" y="262192"/>
                  </a:lnTo>
                  <a:lnTo>
                    <a:pt x="13625" y="261490"/>
                  </a:lnTo>
                  <a:lnTo>
                    <a:pt x="13625" y="260739"/>
                  </a:lnTo>
                  <a:lnTo>
                    <a:pt x="13478" y="260288"/>
                  </a:lnTo>
                  <a:lnTo>
                    <a:pt x="13184" y="259486"/>
                  </a:lnTo>
                  <a:lnTo>
                    <a:pt x="12890" y="258584"/>
                  </a:lnTo>
                  <a:lnTo>
                    <a:pt x="12057" y="257982"/>
                  </a:lnTo>
                  <a:lnTo>
                    <a:pt x="11812" y="258083"/>
                  </a:lnTo>
                  <a:lnTo>
                    <a:pt x="11273" y="258584"/>
                  </a:lnTo>
                  <a:lnTo>
                    <a:pt x="10439" y="259085"/>
                  </a:lnTo>
                  <a:lnTo>
                    <a:pt x="9753" y="259486"/>
                  </a:lnTo>
                  <a:lnTo>
                    <a:pt x="9410" y="259335"/>
                  </a:lnTo>
                  <a:lnTo>
                    <a:pt x="9459" y="258484"/>
                  </a:lnTo>
                  <a:lnTo>
                    <a:pt x="9753" y="257431"/>
                  </a:lnTo>
                  <a:lnTo>
                    <a:pt x="9704" y="256830"/>
                  </a:lnTo>
                  <a:lnTo>
                    <a:pt x="10047" y="255928"/>
                  </a:lnTo>
                  <a:lnTo>
                    <a:pt x="10439" y="254875"/>
                  </a:lnTo>
                  <a:lnTo>
                    <a:pt x="11224" y="254023"/>
                  </a:lnTo>
                  <a:lnTo>
                    <a:pt x="11518" y="253322"/>
                  </a:lnTo>
                  <a:lnTo>
                    <a:pt x="12057" y="253172"/>
                  </a:lnTo>
                  <a:lnTo>
                    <a:pt x="12155" y="252821"/>
                  </a:lnTo>
                  <a:lnTo>
                    <a:pt x="11812" y="252370"/>
                  </a:lnTo>
                  <a:lnTo>
                    <a:pt x="11665" y="252670"/>
                  </a:lnTo>
                  <a:lnTo>
                    <a:pt x="10782" y="252871"/>
                  </a:lnTo>
                  <a:lnTo>
                    <a:pt x="10439" y="252520"/>
                  </a:lnTo>
                  <a:lnTo>
                    <a:pt x="10194" y="253172"/>
                  </a:lnTo>
                  <a:lnTo>
                    <a:pt x="9753" y="253973"/>
                  </a:lnTo>
                  <a:lnTo>
                    <a:pt x="9361" y="255026"/>
                  </a:lnTo>
                  <a:lnTo>
                    <a:pt x="8969" y="255527"/>
                  </a:lnTo>
                  <a:lnTo>
                    <a:pt x="8577" y="255427"/>
                  </a:lnTo>
                  <a:lnTo>
                    <a:pt x="8724" y="254525"/>
                  </a:lnTo>
                  <a:lnTo>
                    <a:pt x="8920" y="253272"/>
                  </a:lnTo>
                  <a:lnTo>
                    <a:pt x="9557" y="252771"/>
                  </a:lnTo>
                  <a:lnTo>
                    <a:pt x="9704" y="252219"/>
                  </a:lnTo>
                  <a:lnTo>
                    <a:pt x="9704" y="251768"/>
                  </a:lnTo>
                  <a:lnTo>
                    <a:pt x="10292" y="251518"/>
                  </a:lnTo>
                  <a:lnTo>
                    <a:pt x="10684" y="250766"/>
                  </a:lnTo>
                  <a:lnTo>
                    <a:pt x="11371" y="250265"/>
                  </a:lnTo>
                  <a:lnTo>
                    <a:pt x="12057" y="249714"/>
                  </a:lnTo>
                  <a:lnTo>
                    <a:pt x="12449" y="249162"/>
                  </a:lnTo>
                  <a:lnTo>
                    <a:pt x="13527" y="248962"/>
                  </a:lnTo>
                  <a:lnTo>
                    <a:pt x="14017" y="249213"/>
                  </a:lnTo>
                  <a:lnTo>
                    <a:pt x="14262" y="249563"/>
                  </a:lnTo>
                  <a:lnTo>
                    <a:pt x="14802" y="249613"/>
                  </a:lnTo>
                  <a:lnTo>
                    <a:pt x="14949" y="249313"/>
                  </a:lnTo>
                  <a:lnTo>
                    <a:pt x="15096" y="248461"/>
                  </a:lnTo>
                  <a:lnTo>
                    <a:pt x="15341" y="248010"/>
                  </a:lnTo>
                  <a:lnTo>
                    <a:pt x="15488" y="247459"/>
                  </a:lnTo>
                  <a:lnTo>
                    <a:pt x="15684" y="246957"/>
                  </a:lnTo>
                  <a:lnTo>
                    <a:pt x="16223" y="246607"/>
                  </a:lnTo>
                  <a:lnTo>
                    <a:pt x="16811" y="246807"/>
                  </a:lnTo>
                  <a:lnTo>
                    <a:pt x="17350" y="247258"/>
                  </a:lnTo>
                  <a:lnTo>
                    <a:pt x="17693" y="246757"/>
                  </a:lnTo>
                  <a:lnTo>
                    <a:pt x="17497" y="246005"/>
                  </a:lnTo>
                  <a:lnTo>
                    <a:pt x="17056" y="245905"/>
                  </a:lnTo>
                  <a:lnTo>
                    <a:pt x="16664" y="245204"/>
                  </a:lnTo>
                  <a:lnTo>
                    <a:pt x="16664" y="244552"/>
                  </a:lnTo>
                  <a:lnTo>
                    <a:pt x="17056" y="243650"/>
                  </a:lnTo>
                  <a:lnTo>
                    <a:pt x="17840" y="243349"/>
                  </a:lnTo>
                  <a:lnTo>
                    <a:pt x="18478" y="243199"/>
                  </a:lnTo>
                  <a:lnTo>
                    <a:pt x="19605" y="242798"/>
                  </a:lnTo>
                  <a:lnTo>
                    <a:pt x="20389" y="242748"/>
                  </a:lnTo>
                  <a:lnTo>
                    <a:pt x="21222" y="242648"/>
                  </a:lnTo>
                  <a:lnTo>
                    <a:pt x="21810" y="242247"/>
                  </a:lnTo>
                  <a:lnTo>
                    <a:pt x="22791" y="241345"/>
                  </a:lnTo>
                  <a:lnTo>
                    <a:pt x="23575" y="240994"/>
                  </a:lnTo>
                  <a:lnTo>
                    <a:pt x="24506" y="240743"/>
                  </a:lnTo>
                  <a:lnTo>
                    <a:pt x="25388" y="240693"/>
                  </a:lnTo>
                  <a:lnTo>
                    <a:pt x="25732" y="240142"/>
                  </a:lnTo>
                  <a:lnTo>
                    <a:pt x="25585" y="239541"/>
                  </a:lnTo>
                  <a:lnTo>
                    <a:pt x="25830" y="238739"/>
                  </a:lnTo>
                  <a:lnTo>
                    <a:pt x="25977" y="237937"/>
                  </a:lnTo>
                  <a:lnTo>
                    <a:pt x="26369" y="237135"/>
                  </a:lnTo>
                  <a:lnTo>
                    <a:pt x="26761" y="236283"/>
                  </a:lnTo>
                  <a:lnTo>
                    <a:pt x="26957" y="235281"/>
                  </a:lnTo>
                  <a:lnTo>
                    <a:pt x="27055" y="234028"/>
                  </a:lnTo>
                  <a:lnTo>
                    <a:pt x="27104" y="232425"/>
                  </a:lnTo>
                  <a:lnTo>
                    <a:pt x="27055" y="230621"/>
                  </a:lnTo>
                  <a:lnTo>
                    <a:pt x="26614" y="229067"/>
                  </a:lnTo>
                  <a:lnTo>
                    <a:pt x="26222" y="227263"/>
                  </a:lnTo>
                  <a:lnTo>
                    <a:pt x="25879" y="226010"/>
                  </a:lnTo>
                  <a:lnTo>
                    <a:pt x="25535" y="224657"/>
                  </a:lnTo>
                  <a:lnTo>
                    <a:pt x="24849" y="222202"/>
                  </a:lnTo>
                  <a:lnTo>
                    <a:pt x="24114" y="220999"/>
                  </a:lnTo>
                  <a:lnTo>
                    <a:pt x="23673" y="220097"/>
                  </a:lnTo>
                  <a:lnTo>
                    <a:pt x="23477" y="218894"/>
                  </a:lnTo>
                  <a:lnTo>
                    <a:pt x="22889" y="218142"/>
                  </a:lnTo>
                  <a:lnTo>
                    <a:pt x="22742" y="217391"/>
                  </a:lnTo>
                  <a:lnTo>
                    <a:pt x="22252" y="216839"/>
                  </a:lnTo>
                  <a:lnTo>
                    <a:pt x="22056" y="216338"/>
                  </a:lnTo>
                  <a:lnTo>
                    <a:pt x="21320" y="215587"/>
                  </a:lnTo>
                  <a:lnTo>
                    <a:pt x="20340" y="214284"/>
                  </a:lnTo>
                  <a:lnTo>
                    <a:pt x="19360" y="213281"/>
                  </a:lnTo>
                  <a:lnTo>
                    <a:pt x="18429" y="212480"/>
                  </a:lnTo>
                  <a:lnTo>
                    <a:pt x="17350" y="211527"/>
                  </a:lnTo>
                  <a:lnTo>
                    <a:pt x="16370" y="210425"/>
                  </a:lnTo>
                  <a:lnTo>
                    <a:pt x="14851" y="209222"/>
                  </a:lnTo>
                  <a:lnTo>
                    <a:pt x="12498" y="207268"/>
                  </a:lnTo>
                  <a:lnTo>
                    <a:pt x="10929" y="205714"/>
                  </a:lnTo>
                  <a:lnTo>
                    <a:pt x="9361" y="203860"/>
                  </a:lnTo>
                  <a:lnTo>
                    <a:pt x="6567" y="202206"/>
                  </a:lnTo>
                  <a:lnTo>
                    <a:pt x="5195" y="201204"/>
                  </a:lnTo>
                  <a:lnTo>
                    <a:pt x="4411" y="200252"/>
                  </a:lnTo>
                  <a:lnTo>
                    <a:pt x="3725" y="198999"/>
                  </a:lnTo>
                  <a:lnTo>
                    <a:pt x="3528" y="198749"/>
                  </a:lnTo>
                  <a:lnTo>
                    <a:pt x="3479" y="198448"/>
                  </a:lnTo>
                  <a:lnTo>
                    <a:pt x="3087" y="198298"/>
                  </a:lnTo>
                  <a:lnTo>
                    <a:pt x="2744" y="198448"/>
                  </a:lnTo>
                  <a:lnTo>
                    <a:pt x="2499" y="198949"/>
                  </a:lnTo>
                  <a:lnTo>
                    <a:pt x="2303" y="199300"/>
                  </a:lnTo>
                  <a:lnTo>
                    <a:pt x="1813" y="199400"/>
                  </a:lnTo>
                  <a:lnTo>
                    <a:pt x="1421" y="199350"/>
                  </a:lnTo>
                  <a:lnTo>
                    <a:pt x="1029" y="199200"/>
                  </a:lnTo>
                  <a:lnTo>
                    <a:pt x="637" y="198949"/>
                  </a:lnTo>
                  <a:lnTo>
                    <a:pt x="588" y="198648"/>
                  </a:lnTo>
                  <a:lnTo>
                    <a:pt x="637" y="198298"/>
                  </a:lnTo>
                  <a:lnTo>
                    <a:pt x="882" y="198047"/>
                  </a:lnTo>
                  <a:lnTo>
                    <a:pt x="1127" y="197796"/>
                  </a:lnTo>
                  <a:lnTo>
                    <a:pt x="637" y="197646"/>
                  </a:lnTo>
                  <a:lnTo>
                    <a:pt x="245" y="197195"/>
                  </a:lnTo>
                  <a:lnTo>
                    <a:pt x="0" y="196794"/>
                  </a:lnTo>
                  <a:lnTo>
                    <a:pt x="49" y="196443"/>
                  </a:lnTo>
                  <a:lnTo>
                    <a:pt x="196" y="195892"/>
                  </a:lnTo>
                  <a:lnTo>
                    <a:pt x="196" y="195391"/>
                  </a:lnTo>
                  <a:lnTo>
                    <a:pt x="147" y="194840"/>
                  </a:lnTo>
                  <a:lnTo>
                    <a:pt x="343" y="194439"/>
                  </a:lnTo>
                  <a:lnTo>
                    <a:pt x="784" y="193988"/>
                  </a:lnTo>
                  <a:lnTo>
                    <a:pt x="1078" y="193487"/>
                  </a:lnTo>
                  <a:lnTo>
                    <a:pt x="1568" y="193186"/>
                  </a:lnTo>
                  <a:lnTo>
                    <a:pt x="1960" y="193186"/>
                  </a:lnTo>
                  <a:lnTo>
                    <a:pt x="2254" y="192885"/>
                  </a:lnTo>
                  <a:lnTo>
                    <a:pt x="2156" y="192384"/>
                  </a:lnTo>
                  <a:lnTo>
                    <a:pt x="2156" y="191833"/>
                  </a:lnTo>
                  <a:lnTo>
                    <a:pt x="2254" y="191332"/>
                  </a:lnTo>
                  <a:lnTo>
                    <a:pt x="2499" y="190730"/>
                  </a:lnTo>
                  <a:lnTo>
                    <a:pt x="2695" y="189828"/>
                  </a:lnTo>
                  <a:lnTo>
                    <a:pt x="2940" y="189478"/>
                  </a:lnTo>
                  <a:lnTo>
                    <a:pt x="3234" y="189327"/>
                  </a:lnTo>
                  <a:lnTo>
                    <a:pt x="3332" y="188926"/>
                  </a:lnTo>
                  <a:lnTo>
                    <a:pt x="3430" y="188175"/>
                  </a:lnTo>
                  <a:lnTo>
                    <a:pt x="3774" y="187623"/>
                  </a:lnTo>
                  <a:lnTo>
                    <a:pt x="4019" y="186972"/>
                  </a:lnTo>
                  <a:lnTo>
                    <a:pt x="4362" y="186571"/>
                  </a:lnTo>
                  <a:lnTo>
                    <a:pt x="4901" y="186270"/>
                  </a:lnTo>
                  <a:lnTo>
                    <a:pt x="5391" y="186020"/>
                  </a:lnTo>
                  <a:lnTo>
                    <a:pt x="5538" y="185819"/>
                  </a:lnTo>
                  <a:lnTo>
                    <a:pt x="5783" y="185318"/>
                  </a:lnTo>
                  <a:lnTo>
                    <a:pt x="5930" y="184115"/>
                  </a:lnTo>
                  <a:lnTo>
                    <a:pt x="5930" y="183414"/>
                  </a:lnTo>
                  <a:lnTo>
                    <a:pt x="6077" y="182913"/>
                  </a:lnTo>
                  <a:lnTo>
                    <a:pt x="6567" y="182412"/>
                  </a:lnTo>
                  <a:lnTo>
                    <a:pt x="6763" y="181459"/>
                  </a:lnTo>
                  <a:lnTo>
                    <a:pt x="6763" y="180407"/>
                  </a:lnTo>
                  <a:lnTo>
                    <a:pt x="6665" y="179756"/>
                  </a:lnTo>
                  <a:lnTo>
                    <a:pt x="6518" y="179104"/>
                  </a:lnTo>
                  <a:lnTo>
                    <a:pt x="6224" y="178503"/>
                  </a:lnTo>
                  <a:lnTo>
                    <a:pt x="5930" y="178102"/>
                  </a:lnTo>
                  <a:lnTo>
                    <a:pt x="5440" y="177551"/>
                  </a:lnTo>
                  <a:lnTo>
                    <a:pt x="5244" y="177250"/>
                  </a:lnTo>
                  <a:lnTo>
                    <a:pt x="5195" y="176949"/>
                  </a:lnTo>
                  <a:lnTo>
                    <a:pt x="5146" y="176147"/>
                  </a:lnTo>
                  <a:lnTo>
                    <a:pt x="4999" y="175696"/>
                  </a:lnTo>
                  <a:lnTo>
                    <a:pt x="4509" y="174243"/>
                  </a:lnTo>
                  <a:lnTo>
                    <a:pt x="4411" y="173943"/>
                  </a:lnTo>
                  <a:lnTo>
                    <a:pt x="4068" y="173441"/>
                  </a:lnTo>
                  <a:lnTo>
                    <a:pt x="3528" y="173040"/>
                  </a:lnTo>
                  <a:lnTo>
                    <a:pt x="2695" y="172640"/>
                  </a:lnTo>
                  <a:lnTo>
                    <a:pt x="2205" y="172389"/>
                  </a:lnTo>
                  <a:lnTo>
                    <a:pt x="2009" y="172088"/>
                  </a:lnTo>
                  <a:lnTo>
                    <a:pt x="1862" y="171738"/>
                  </a:lnTo>
                  <a:lnTo>
                    <a:pt x="1862" y="170986"/>
                  </a:lnTo>
                  <a:lnTo>
                    <a:pt x="1813" y="170334"/>
                  </a:lnTo>
                  <a:lnTo>
                    <a:pt x="1666" y="169432"/>
                  </a:lnTo>
                  <a:lnTo>
                    <a:pt x="1568" y="168881"/>
                  </a:lnTo>
                  <a:lnTo>
                    <a:pt x="1568" y="168079"/>
                  </a:lnTo>
                  <a:lnTo>
                    <a:pt x="1666" y="167678"/>
                  </a:lnTo>
                  <a:lnTo>
                    <a:pt x="2058" y="167127"/>
                  </a:lnTo>
                  <a:lnTo>
                    <a:pt x="2352" y="166826"/>
                  </a:lnTo>
                  <a:lnTo>
                    <a:pt x="2597" y="166476"/>
                  </a:lnTo>
                  <a:lnTo>
                    <a:pt x="2695" y="165975"/>
                  </a:lnTo>
                  <a:lnTo>
                    <a:pt x="2842" y="165624"/>
                  </a:lnTo>
                  <a:lnTo>
                    <a:pt x="3185" y="165173"/>
                  </a:lnTo>
                  <a:lnTo>
                    <a:pt x="3626" y="164822"/>
                  </a:lnTo>
                  <a:lnTo>
                    <a:pt x="4117" y="164571"/>
                  </a:lnTo>
                  <a:lnTo>
                    <a:pt x="4362" y="164321"/>
                  </a:lnTo>
                  <a:lnTo>
                    <a:pt x="4705" y="164020"/>
                  </a:lnTo>
                  <a:lnTo>
                    <a:pt x="4999" y="163669"/>
                  </a:lnTo>
                  <a:lnTo>
                    <a:pt x="5195" y="163168"/>
                  </a:lnTo>
                  <a:lnTo>
                    <a:pt x="5293" y="162667"/>
                  </a:lnTo>
                  <a:lnTo>
                    <a:pt x="5195" y="161865"/>
                  </a:lnTo>
                  <a:lnTo>
                    <a:pt x="5146" y="161514"/>
                  </a:lnTo>
                  <a:lnTo>
                    <a:pt x="4950" y="161013"/>
                  </a:lnTo>
                  <a:lnTo>
                    <a:pt x="4705" y="160562"/>
                  </a:lnTo>
                  <a:lnTo>
                    <a:pt x="4509" y="160111"/>
                  </a:lnTo>
                  <a:lnTo>
                    <a:pt x="4509" y="159760"/>
                  </a:lnTo>
                  <a:lnTo>
                    <a:pt x="4705" y="159360"/>
                  </a:lnTo>
                  <a:lnTo>
                    <a:pt x="5146" y="158959"/>
                  </a:lnTo>
                  <a:lnTo>
                    <a:pt x="5244" y="158608"/>
                  </a:lnTo>
                  <a:lnTo>
                    <a:pt x="5146" y="157756"/>
                  </a:lnTo>
                  <a:lnTo>
                    <a:pt x="4999" y="156854"/>
                  </a:lnTo>
                  <a:lnTo>
                    <a:pt x="4656" y="155751"/>
                  </a:lnTo>
                  <a:lnTo>
                    <a:pt x="4313" y="154649"/>
                  </a:lnTo>
                  <a:lnTo>
                    <a:pt x="4264" y="154198"/>
                  </a:lnTo>
                  <a:lnTo>
                    <a:pt x="4166" y="153446"/>
                  </a:lnTo>
                  <a:lnTo>
                    <a:pt x="4068" y="152895"/>
                  </a:lnTo>
                  <a:lnTo>
                    <a:pt x="3479" y="152043"/>
                  </a:lnTo>
                  <a:lnTo>
                    <a:pt x="3430" y="151141"/>
                  </a:lnTo>
                  <a:lnTo>
                    <a:pt x="3234" y="150038"/>
                  </a:lnTo>
                  <a:lnTo>
                    <a:pt x="3185" y="149587"/>
                  </a:lnTo>
                  <a:lnTo>
                    <a:pt x="3234" y="148886"/>
                  </a:lnTo>
                  <a:lnTo>
                    <a:pt x="3234" y="148034"/>
                  </a:lnTo>
                  <a:lnTo>
                    <a:pt x="2989" y="146931"/>
                  </a:lnTo>
                  <a:lnTo>
                    <a:pt x="2548" y="145679"/>
                  </a:lnTo>
                  <a:lnTo>
                    <a:pt x="2254" y="144877"/>
                  </a:lnTo>
                  <a:lnTo>
                    <a:pt x="2156" y="144275"/>
                  </a:lnTo>
                  <a:lnTo>
                    <a:pt x="1813" y="143123"/>
                  </a:lnTo>
                  <a:lnTo>
                    <a:pt x="1470" y="142271"/>
                  </a:lnTo>
                  <a:lnTo>
                    <a:pt x="1421" y="141870"/>
                  </a:lnTo>
                  <a:lnTo>
                    <a:pt x="1666" y="141519"/>
                  </a:lnTo>
                  <a:lnTo>
                    <a:pt x="1813" y="141068"/>
                  </a:lnTo>
                  <a:lnTo>
                    <a:pt x="1960" y="140717"/>
                  </a:lnTo>
                  <a:lnTo>
                    <a:pt x="2156" y="140367"/>
                  </a:lnTo>
                  <a:lnTo>
                    <a:pt x="2401" y="139515"/>
                  </a:lnTo>
                  <a:lnTo>
                    <a:pt x="2695" y="138863"/>
                  </a:lnTo>
                  <a:lnTo>
                    <a:pt x="2793" y="138262"/>
                  </a:lnTo>
                  <a:lnTo>
                    <a:pt x="3038" y="138011"/>
                  </a:lnTo>
                  <a:lnTo>
                    <a:pt x="3283" y="137761"/>
                  </a:lnTo>
                  <a:lnTo>
                    <a:pt x="3626" y="137310"/>
                  </a:lnTo>
                  <a:lnTo>
                    <a:pt x="4019" y="137059"/>
                  </a:lnTo>
                  <a:lnTo>
                    <a:pt x="5048" y="137009"/>
                  </a:lnTo>
                  <a:lnTo>
                    <a:pt x="6028" y="136408"/>
                  </a:lnTo>
                  <a:lnTo>
                    <a:pt x="6665" y="135957"/>
                  </a:lnTo>
                  <a:lnTo>
                    <a:pt x="7597" y="135556"/>
                  </a:lnTo>
                  <a:lnTo>
                    <a:pt x="8430" y="135255"/>
                  </a:lnTo>
                  <a:lnTo>
                    <a:pt x="9214" y="134904"/>
                  </a:lnTo>
                  <a:lnTo>
                    <a:pt x="9900" y="134403"/>
                  </a:lnTo>
                  <a:lnTo>
                    <a:pt x="10831" y="133902"/>
                  </a:lnTo>
                  <a:lnTo>
                    <a:pt x="11812" y="133802"/>
                  </a:lnTo>
                  <a:lnTo>
                    <a:pt x="12743" y="133601"/>
                  </a:lnTo>
                  <a:lnTo>
                    <a:pt x="14017" y="133050"/>
                  </a:lnTo>
                  <a:lnTo>
                    <a:pt x="14900" y="132850"/>
                  </a:lnTo>
                  <a:lnTo>
                    <a:pt x="15439" y="132549"/>
                  </a:lnTo>
                  <a:lnTo>
                    <a:pt x="16713" y="131898"/>
                  </a:lnTo>
                  <a:lnTo>
                    <a:pt x="17154" y="131797"/>
                  </a:lnTo>
                  <a:lnTo>
                    <a:pt x="17595" y="131497"/>
                  </a:lnTo>
                  <a:lnTo>
                    <a:pt x="17791" y="131246"/>
                  </a:lnTo>
                  <a:lnTo>
                    <a:pt x="18625" y="130494"/>
                  </a:lnTo>
                  <a:lnTo>
                    <a:pt x="19850" y="130244"/>
                  </a:lnTo>
                  <a:lnTo>
                    <a:pt x="20291" y="129993"/>
                  </a:lnTo>
                  <a:lnTo>
                    <a:pt x="20879" y="129642"/>
                  </a:lnTo>
                  <a:lnTo>
                    <a:pt x="21712" y="128891"/>
                  </a:lnTo>
                  <a:lnTo>
                    <a:pt x="22154" y="128590"/>
                  </a:lnTo>
                  <a:lnTo>
                    <a:pt x="22546" y="128189"/>
                  </a:lnTo>
                  <a:lnTo>
                    <a:pt x="23330" y="127087"/>
                  </a:lnTo>
                  <a:lnTo>
                    <a:pt x="23477" y="126736"/>
                  </a:lnTo>
                  <a:lnTo>
                    <a:pt x="23967" y="126034"/>
                  </a:lnTo>
                  <a:lnTo>
                    <a:pt x="24212" y="125834"/>
                  </a:lnTo>
                  <a:lnTo>
                    <a:pt x="24751" y="125734"/>
                  </a:lnTo>
                  <a:lnTo>
                    <a:pt x="24947" y="125583"/>
                  </a:lnTo>
                  <a:lnTo>
                    <a:pt x="25339" y="125383"/>
                  </a:lnTo>
                  <a:lnTo>
                    <a:pt x="25486" y="125232"/>
                  </a:lnTo>
                  <a:lnTo>
                    <a:pt x="25634" y="125132"/>
                  </a:lnTo>
                  <a:lnTo>
                    <a:pt x="25830" y="125082"/>
                  </a:lnTo>
                  <a:lnTo>
                    <a:pt x="26026" y="124932"/>
                  </a:lnTo>
                  <a:lnTo>
                    <a:pt x="26320" y="124631"/>
                  </a:lnTo>
                  <a:lnTo>
                    <a:pt x="26516" y="124330"/>
                  </a:lnTo>
                  <a:lnTo>
                    <a:pt x="26761" y="124080"/>
                  </a:lnTo>
                  <a:lnTo>
                    <a:pt x="26957" y="123779"/>
                  </a:lnTo>
                  <a:lnTo>
                    <a:pt x="27202" y="123478"/>
                  </a:lnTo>
                  <a:lnTo>
                    <a:pt x="27496" y="123178"/>
                  </a:lnTo>
                  <a:lnTo>
                    <a:pt x="27790" y="122977"/>
                  </a:lnTo>
                  <a:lnTo>
                    <a:pt x="28182" y="122727"/>
                  </a:lnTo>
                  <a:lnTo>
                    <a:pt x="28378" y="122476"/>
                  </a:lnTo>
                  <a:lnTo>
                    <a:pt x="28623" y="122075"/>
                  </a:lnTo>
                  <a:lnTo>
                    <a:pt x="28770" y="121875"/>
                  </a:lnTo>
                  <a:lnTo>
                    <a:pt x="28966" y="121624"/>
                  </a:lnTo>
                  <a:lnTo>
                    <a:pt x="29162" y="121374"/>
                  </a:lnTo>
                  <a:lnTo>
                    <a:pt x="29212" y="121073"/>
                  </a:lnTo>
                  <a:lnTo>
                    <a:pt x="29261" y="120822"/>
                  </a:lnTo>
                  <a:lnTo>
                    <a:pt x="29408" y="120472"/>
                  </a:lnTo>
                  <a:lnTo>
                    <a:pt x="29555" y="120171"/>
                  </a:lnTo>
                  <a:lnTo>
                    <a:pt x="29555" y="120021"/>
                  </a:lnTo>
                  <a:lnTo>
                    <a:pt x="29653" y="119870"/>
                  </a:lnTo>
                  <a:lnTo>
                    <a:pt x="29702" y="119670"/>
                  </a:lnTo>
                  <a:lnTo>
                    <a:pt x="29947" y="119319"/>
                  </a:lnTo>
                  <a:lnTo>
                    <a:pt x="30045" y="119018"/>
                  </a:lnTo>
                  <a:lnTo>
                    <a:pt x="30192" y="118668"/>
                  </a:lnTo>
                  <a:lnTo>
                    <a:pt x="30241" y="118317"/>
                  </a:lnTo>
                  <a:lnTo>
                    <a:pt x="30388" y="118116"/>
                  </a:lnTo>
                  <a:lnTo>
                    <a:pt x="30388" y="117014"/>
                  </a:lnTo>
                  <a:lnTo>
                    <a:pt x="30486" y="116413"/>
                  </a:lnTo>
                  <a:lnTo>
                    <a:pt x="30535" y="116062"/>
                  </a:lnTo>
                  <a:lnTo>
                    <a:pt x="30682" y="115661"/>
                  </a:lnTo>
                  <a:lnTo>
                    <a:pt x="30878" y="115160"/>
                  </a:lnTo>
                  <a:lnTo>
                    <a:pt x="31025" y="114659"/>
                  </a:lnTo>
                  <a:lnTo>
                    <a:pt x="31123" y="114408"/>
                  </a:lnTo>
                  <a:lnTo>
                    <a:pt x="31221" y="113857"/>
                  </a:lnTo>
                  <a:lnTo>
                    <a:pt x="31221" y="113556"/>
                  </a:lnTo>
                  <a:lnTo>
                    <a:pt x="31172" y="113205"/>
                  </a:lnTo>
                  <a:lnTo>
                    <a:pt x="31172" y="112854"/>
                  </a:lnTo>
                  <a:lnTo>
                    <a:pt x="31221" y="112504"/>
                  </a:lnTo>
                  <a:lnTo>
                    <a:pt x="31221" y="112053"/>
                  </a:lnTo>
                  <a:lnTo>
                    <a:pt x="31221" y="111301"/>
                  </a:lnTo>
                  <a:lnTo>
                    <a:pt x="31221" y="110950"/>
                  </a:lnTo>
                  <a:lnTo>
                    <a:pt x="31270" y="110549"/>
                  </a:lnTo>
                  <a:lnTo>
                    <a:pt x="31319" y="110198"/>
                  </a:lnTo>
                  <a:lnTo>
                    <a:pt x="31417" y="109848"/>
                  </a:lnTo>
                  <a:lnTo>
                    <a:pt x="31466" y="109547"/>
                  </a:lnTo>
                  <a:lnTo>
                    <a:pt x="31368" y="109296"/>
                  </a:lnTo>
                  <a:lnTo>
                    <a:pt x="31270" y="108845"/>
                  </a:lnTo>
                  <a:lnTo>
                    <a:pt x="31172" y="108294"/>
                  </a:lnTo>
                  <a:lnTo>
                    <a:pt x="31025" y="107793"/>
                  </a:lnTo>
                  <a:lnTo>
                    <a:pt x="30927" y="107142"/>
                  </a:lnTo>
                  <a:lnTo>
                    <a:pt x="30780" y="106490"/>
                  </a:lnTo>
                  <a:lnTo>
                    <a:pt x="30682" y="105939"/>
                  </a:lnTo>
                  <a:lnTo>
                    <a:pt x="30437" y="105287"/>
                  </a:lnTo>
                  <a:lnTo>
                    <a:pt x="30192" y="104586"/>
                  </a:lnTo>
                  <a:lnTo>
                    <a:pt x="29996" y="103834"/>
                  </a:lnTo>
                  <a:lnTo>
                    <a:pt x="29800" y="103433"/>
                  </a:lnTo>
                  <a:lnTo>
                    <a:pt x="29604" y="102882"/>
                  </a:lnTo>
                  <a:lnTo>
                    <a:pt x="29408" y="102130"/>
                  </a:lnTo>
                  <a:lnTo>
                    <a:pt x="29261" y="101629"/>
                  </a:lnTo>
                  <a:lnTo>
                    <a:pt x="29015" y="101028"/>
                  </a:lnTo>
                  <a:lnTo>
                    <a:pt x="28819" y="100527"/>
                  </a:lnTo>
                  <a:lnTo>
                    <a:pt x="28623" y="100076"/>
                  </a:lnTo>
                  <a:lnTo>
                    <a:pt x="28427" y="99675"/>
                  </a:lnTo>
                  <a:lnTo>
                    <a:pt x="28280" y="99274"/>
                  </a:lnTo>
                  <a:lnTo>
                    <a:pt x="28035" y="98773"/>
                  </a:lnTo>
                  <a:lnTo>
                    <a:pt x="27839" y="98171"/>
                  </a:lnTo>
                  <a:lnTo>
                    <a:pt x="27496" y="97520"/>
                  </a:lnTo>
                  <a:lnTo>
                    <a:pt x="27300" y="96868"/>
                  </a:lnTo>
                  <a:lnTo>
                    <a:pt x="26810" y="95916"/>
                  </a:lnTo>
                  <a:lnTo>
                    <a:pt x="26516" y="95616"/>
                  </a:lnTo>
                  <a:lnTo>
                    <a:pt x="26075" y="95365"/>
                  </a:lnTo>
                  <a:lnTo>
                    <a:pt x="25585" y="95315"/>
                  </a:lnTo>
                  <a:lnTo>
                    <a:pt x="25290" y="95315"/>
                  </a:lnTo>
                  <a:lnTo>
                    <a:pt x="24996" y="95365"/>
                  </a:lnTo>
                  <a:lnTo>
                    <a:pt x="24604" y="95365"/>
                  </a:lnTo>
                  <a:lnTo>
                    <a:pt x="24359" y="95114"/>
                  </a:lnTo>
                  <a:lnTo>
                    <a:pt x="24163" y="94663"/>
                  </a:lnTo>
                  <a:lnTo>
                    <a:pt x="23918" y="94262"/>
                  </a:lnTo>
                  <a:lnTo>
                    <a:pt x="23722" y="93912"/>
                  </a:lnTo>
                  <a:lnTo>
                    <a:pt x="23330" y="93260"/>
                  </a:lnTo>
                  <a:lnTo>
                    <a:pt x="23330" y="92960"/>
                  </a:lnTo>
                  <a:lnTo>
                    <a:pt x="23330" y="92709"/>
                  </a:lnTo>
                  <a:lnTo>
                    <a:pt x="23379" y="92559"/>
                  </a:lnTo>
                  <a:lnTo>
                    <a:pt x="23428" y="92408"/>
                  </a:lnTo>
                  <a:lnTo>
                    <a:pt x="23526" y="92258"/>
                  </a:lnTo>
                  <a:lnTo>
                    <a:pt x="23526" y="92108"/>
                  </a:lnTo>
                  <a:lnTo>
                    <a:pt x="23477" y="91857"/>
                  </a:lnTo>
                  <a:lnTo>
                    <a:pt x="23232" y="91807"/>
                  </a:lnTo>
                  <a:lnTo>
                    <a:pt x="22938" y="91807"/>
                  </a:lnTo>
                  <a:lnTo>
                    <a:pt x="22693" y="91807"/>
                  </a:lnTo>
                  <a:lnTo>
                    <a:pt x="22497" y="91807"/>
                  </a:lnTo>
                  <a:lnTo>
                    <a:pt x="22301" y="91707"/>
                  </a:lnTo>
                  <a:lnTo>
                    <a:pt x="22203" y="91406"/>
                  </a:lnTo>
                  <a:lnTo>
                    <a:pt x="22056" y="91256"/>
                  </a:lnTo>
                  <a:lnTo>
                    <a:pt x="21761" y="90955"/>
                  </a:lnTo>
                  <a:lnTo>
                    <a:pt x="21909" y="90755"/>
                  </a:lnTo>
                  <a:lnTo>
                    <a:pt x="22154" y="90704"/>
                  </a:lnTo>
                  <a:lnTo>
                    <a:pt x="22350" y="90654"/>
                  </a:lnTo>
                  <a:lnTo>
                    <a:pt x="22595" y="90454"/>
                  </a:lnTo>
                  <a:lnTo>
                    <a:pt x="22742" y="90304"/>
                  </a:lnTo>
                  <a:lnTo>
                    <a:pt x="22742" y="90103"/>
                  </a:lnTo>
                  <a:lnTo>
                    <a:pt x="22742" y="89903"/>
                  </a:lnTo>
                  <a:lnTo>
                    <a:pt x="22595" y="89502"/>
                  </a:lnTo>
                  <a:lnTo>
                    <a:pt x="22448" y="89151"/>
                  </a:lnTo>
                  <a:lnTo>
                    <a:pt x="22350" y="88900"/>
                  </a:lnTo>
                  <a:lnTo>
                    <a:pt x="22154" y="88600"/>
                  </a:lnTo>
                  <a:lnTo>
                    <a:pt x="21958" y="88399"/>
                  </a:lnTo>
                  <a:lnTo>
                    <a:pt x="21712" y="88048"/>
                  </a:lnTo>
                  <a:lnTo>
                    <a:pt x="21369" y="87597"/>
                  </a:lnTo>
                  <a:lnTo>
                    <a:pt x="21075" y="87197"/>
                  </a:lnTo>
                  <a:lnTo>
                    <a:pt x="20928" y="86946"/>
                  </a:lnTo>
                  <a:lnTo>
                    <a:pt x="20536" y="86896"/>
                  </a:lnTo>
                  <a:lnTo>
                    <a:pt x="20389" y="86796"/>
                  </a:lnTo>
                  <a:lnTo>
                    <a:pt x="20291" y="86645"/>
                  </a:lnTo>
                  <a:lnTo>
                    <a:pt x="20095" y="86595"/>
                  </a:lnTo>
                  <a:lnTo>
                    <a:pt x="19948" y="86445"/>
                  </a:lnTo>
                  <a:lnTo>
                    <a:pt x="19899" y="86094"/>
                  </a:lnTo>
                  <a:lnTo>
                    <a:pt x="19948" y="85894"/>
                  </a:lnTo>
                  <a:lnTo>
                    <a:pt x="19654" y="85793"/>
                  </a:lnTo>
                  <a:lnTo>
                    <a:pt x="19556" y="85944"/>
                  </a:lnTo>
                  <a:lnTo>
                    <a:pt x="19409" y="86044"/>
                  </a:lnTo>
                  <a:lnTo>
                    <a:pt x="19213" y="85994"/>
                  </a:lnTo>
                  <a:lnTo>
                    <a:pt x="18870" y="85793"/>
                  </a:lnTo>
                  <a:lnTo>
                    <a:pt x="18625" y="85793"/>
                  </a:lnTo>
                  <a:lnTo>
                    <a:pt x="18527" y="85944"/>
                  </a:lnTo>
                  <a:lnTo>
                    <a:pt x="18527" y="86194"/>
                  </a:lnTo>
                  <a:lnTo>
                    <a:pt x="18331" y="86445"/>
                  </a:lnTo>
                  <a:lnTo>
                    <a:pt x="18134" y="86495"/>
                  </a:lnTo>
                  <a:lnTo>
                    <a:pt x="18036" y="86745"/>
                  </a:lnTo>
                  <a:lnTo>
                    <a:pt x="17938" y="87046"/>
                  </a:lnTo>
                  <a:lnTo>
                    <a:pt x="17742" y="86996"/>
                  </a:lnTo>
                  <a:lnTo>
                    <a:pt x="17644" y="86695"/>
                  </a:lnTo>
                  <a:lnTo>
                    <a:pt x="17546" y="86495"/>
                  </a:lnTo>
                  <a:lnTo>
                    <a:pt x="17399" y="86395"/>
                  </a:lnTo>
                  <a:lnTo>
                    <a:pt x="17105" y="86345"/>
                  </a:lnTo>
                  <a:lnTo>
                    <a:pt x="16958" y="86495"/>
                  </a:lnTo>
                  <a:lnTo>
                    <a:pt x="16909" y="86695"/>
                  </a:lnTo>
                  <a:lnTo>
                    <a:pt x="16811" y="86946"/>
                  </a:lnTo>
                  <a:lnTo>
                    <a:pt x="16664" y="86846"/>
                  </a:lnTo>
                  <a:lnTo>
                    <a:pt x="16321" y="86745"/>
                  </a:lnTo>
                  <a:lnTo>
                    <a:pt x="16174" y="86495"/>
                  </a:lnTo>
                  <a:lnTo>
                    <a:pt x="16027" y="86345"/>
                  </a:lnTo>
                  <a:lnTo>
                    <a:pt x="15831" y="86144"/>
                  </a:lnTo>
                  <a:lnTo>
                    <a:pt x="15635" y="85944"/>
                  </a:lnTo>
                  <a:lnTo>
                    <a:pt x="15390" y="85743"/>
                  </a:lnTo>
                  <a:lnTo>
                    <a:pt x="15439" y="85493"/>
                  </a:lnTo>
                  <a:lnTo>
                    <a:pt x="15194" y="85443"/>
                  </a:lnTo>
                  <a:lnTo>
                    <a:pt x="15145" y="85142"/>
                  </a:lnTo>
                  <a:lnTo>
                    <a:pt x="15047" y="84891"/>
                  </a:lnTo>
                  <a:lnTo>
                    <a:pt x="14900" y="84541"/>
                  </a:lnTo>
                  <a:lnTo>
                    <a:pt x="14606" y="84691"/>
                  </a:lnTo>
                  <a:lnTo>
                    <a:pt x="14655" y="84541"/>
                  </a:lnTo>
                  <a:lnTo>
                    <a:pt x="14556" y="84340"/>
                  </a:lnTo>
                  <a:lnTo>
                    <a:pt x="14409" y="84240"/>
                  </a:lnTo>
                  <a:lnTo>
                    <a:pt x="14311" y="84089"/>
                  </a:lnTo>
                  <a:lnTo>
                    <a:pt x="14262" y="83839"/>
                  </a:lnTo>
                  <a:lnTo>
                    <a:pt x="14360" y="83638"/>
                  </a:lnTo>
                  <a:lnTo>
                    <a:pt x="14655" y="83488"/>
                  </a:lnTo>
                  <a:lnTo>
                    <a:pt x="14998" y="83388"/>
                  </a:lnTo>
                  <a:lnTo>
                    <a:pt x="15292" y="83238"/>
                  </a:lnTo>
                  <a:lnTo>
                    <a:pt x="15635" y="83238"/>
                  </a:lnTo>
                  <a:lnTo>
                    <a:pt x="16076" y="83238"/>
                  </a:lnTo>
                  <a:lnTo>
                    <a:pt x="16321" y="83187"/>
                  </a:lnTo>
                  <a:lnTo>
                    <a:pt x="16615" y="83037"/>
                  </a:lnTo>
                  <a:lnTo>
                    <a:pt x="17007" y="82937"/>
                  </a:lnTo>
                  <a:lnTo>
                    <a:pt x="17350" y="82887"/>
                  </a:lnTo>
                  <a:lnTo>
                    <a:pt x="17742" y="82686"/>
                  </a:lnTo>
                  <a:lnTo>
                    <a:pt x="17938" y="82486"/>
                  </a:lnTo>
                  <a:lnTo>
                    <a:pt x="17938" y="82185"/>
                  </a:lnTo>
                  <a:lnTo>
                    <a:pt x="17742" y="81584"/>
                  </a:lnTo>
                  <a:lnTo>
                    <a:pt x="17546" y="81383"/>
                  </a:lnTo>
                  <a:lnTo>
                    <a:pt x="17252" y="81333"/>
                  </a:lnTo>
                  <a:lnTo>
                    <a:pt x="16958" y="81133"/>
                  </a:lnTo>
                  <a:lnTo>
                    <a:pt x="16713" y="80932"/>
                  </a:lnTo>
                  <a:lnTo>
                    <a:pt x="16566" y="80481"/>
                  </a:lnTo>
                  <a:lnTo>
                    <a:pt x="16321" y="80080"/>
                  </a:lnTo>
                  <a:lnTo>
                    <a:pt x="16076" y="79579"/>
                  </a:lnTo>
                  <a:lnTo>
                    <a:pt x="15782" y="79178"/>
                  </a:lnTo>
                  <a:lnTo>
                    <a:pt x="15439" y="79429"/>
                  </a:lnTo>
                  <a:lnTo>
                    <a:pt x="15145" y="79529"/>
                  </a:lnTo>
                  <a:lnTo>
                    <a:pt x="14851" y="79379"/>
                  </a:lnTo>
                  <a:lnTo>
                    <a:pt x="14409" y="78928"/>
                  </a:lnTo>
                  <a:lnTo>
                    <a:pt x="14704" y="78677"/>
                  </a:lnTo>
                  <a:lnTo>
                    <a:pt x="14998" y="78577"/>
                  </a:lnTo>
                  <a:lnTo>
                    <a:pt x="15194" y="78427"/>
                  </a:lnTo>
                  <a:lnTo>
                    <a:pt x="14949" y="78276"/>
                  </a:lnTo>
                  <a:lnTo>
                    <a:pt x="14655" y="78276"/>
                  </a:lnTo>
                  <a:lnTo>
                    <a:pt x="14164" y="78427"/>
                  </a:lnTo>
                  <a:lnTo>
                    <a:pt x="13919" y="78577"/>
                  </a:lnTo>
                  <a:lnTo>
                    <a:pt x="13625" y="78627"/>
                  </a:lnTo>
                  <a:lnTo>
                    <a:pt x="13429" y="78377"/>
                  </a:lnTo>
                  <a:lnTo>
                    <a:pt x="13576" y="78026"/>
                  </a:lnTo>
                  <a:lnTo>
                    <a:pt x="13282" y="78026"/>
                  </a:lnTo>
                  <a:lnTo>
                    <a:pt x="12939" y="78176"/>
                  </a:lnTo>
                  <a:lnTo>
                    <a:pt x="12596" y="78176"/>
                  </a:lnTo>
                  <a:lnTo>
                    <a:pt x="12302" y="78126"/>
                  </a:lnTo>
                  <a:lnTo>
                    <a:pt x="12008" y="78176"/>
                  </a:lnTo>
                  <a:lnTo>
                    <a:pt x="11763" y="77976"/>
                  </a:lnTo>
                  <a:lnTo>
                    <a:pt x="11861" y="77575"/>
                  </a:lnTo>
                  <a:lnTo>
                    <a:pt x="11959" y="77174"/>
                  </a:lnTo>
                  <a:lnTo>
                    <a:pt x="12155" y="76873"/>
                  </a:lnTo>
                  <a:lnTo>
                    <a:pt x="11959" y="76673"/>
                  </a:lnTo>
                  <a:lnTo>
                    <a:pt x="11665" y="76673"/>
                  </a:lnTo>
                  <a:lnTo>
                    <a:pt x="11273" y="76522"/>
                  </a:lnTo>
                  <a:lnTo>
                    <a:pt x="10880" y="76322"/>
                  </a:lnTo>
                  <a:lnTo>
                    <a:pt x="10586" y="75971"/>
                  </a:lnTo>
                  <a:lnTo>
                    <a:pt x="10537" y="75670"/>
                  </a:lnTo>
                  <a:lnTo>
                    <a:pt x="10488" y="75119"/>
                  </a:lnTo>
                  <a:lnTo>
                    <a:pt x="10390" y="74768"/>
                  </a:lnTo>
                  <a:lnTo>
                    <a:pt x="10096" y="74668"/>
                  </a:lnTo>
                  <a:lnTo>
                    <a:pt x="9851" y="74869"/>
                  </a:lnTo>
                  <a:lnTo>
                    <a:pt x="9557" y="75169"/>
                  </a:lnTo>
                  <a:lnTo>
                    <a:pt x="8528" y="75169"/>
                  </a:lnTo>
                  <a:lnTo>
                    <a:pt x="8332" y="74969"/>
                  </a:lnTo>
                  <a:lnTo>
                    <a:pt x="8577" y="74618"/>
                  </a:lnTo>
                  <a:lnTo>
                    <a:pt x="8283" y="74568"/>
                  </a:lnTo>
                  <a:lnTo>
                    <a:pt x="7842" y="74969"/>
                  </a:lnTo>
                  <a:lnTo>
                    <a:pt x="7352" y="74568"/>
                  </a:lnTo>
                  <a:lnTo>
                    <a:pt x="7401" y="74267"/>
                  </a:lnTo>
                  <a:lnTo>
                    <a:pt x="7744" y="74067"/>
                  </a:lnTo>
                  <a:lnTo>
                    <a:pt x="8087" y="73917"/>
                  </a:lnTo>
                  <a:lnTo>
                    <a:pt x="8871" y="73516"/>
                  </a:lnTo>
                  <a:lnTo>
                    <a:pt x="8969" y="73215"/>
                  </a:lnTo>
                  <a:lnTo>
                    <a:pt x="8381" y="73265"/>
                  </a:lnTo>
                  <a:lnTo>
                    <a:pt x="8136" y="73415"/>
                  </a:lnTo>
                  <a:lnTo>
                    <a:pt x="7744" y="73566"/>
                  </a:lnTo>
                  <a:lnTo>
                    <a:pt x="7401" y="73616"/>
                  </a:lnTo>
                  <a:lnTo>
                    <a:pt x="7155" y="73516"/>
                  </a:lnTo>
                  <a:lnTo>
                    <a:pt x="7057" y="73115"/>
                  </a:lnTo>
                  <a:lnTo>
                    <a:pt x="7303" y="72764"/>
                  </a:lnTo>
                  <a:lnTo>
                    <a:pt x="7548" y="72463"/>
                  </a:lnTo>
                  <a:lnTo>
                    <a:pt x="7940" y="71962"/>
                  </a:lnTo>
                  <a:lnTo>
                    <a:pt x="8773" y="71661"/>
                  </a:lnTo>
                  <a:lnTo>
                    <a:pt x="8969" y="71361"/>
                  </a:lnTo>
                  <a:lnTo>
                    <a:pt x="8773" y="70910"/>
                  </a:lnTo>
                  <a:lnTo>
                    <a:pt x="8724" y="70609"/>
                  </a:lnTo>
                  <a:lnTo>
                    <a:pt x="8871" y="70008"/>
                  </a:lnTo>
                  <a:lnTo>
                    <a:pt x="8577" y="69507"/>
                  </a:lnTo>
                  <a:lnTo>
                    <a:pt x="8577" y="69156"/>
                  </a:lnTo>
                  <a:lnTo>
                    <a:pt x="8773" y="69005"/>
                  </a:lnTo>
                  <a:lnTo>
                    <a:pt x="9067" y="68905"/>
                  </a:lnTo>
                  <a:lnTo>
                    <a:pt x="9655" y="69005"/>
                  </a:lnTo>
                  <a:lnTo>
                    <a:pt x="10047" y="68905"/>
                  </a:lnTo>
                  <a:lnTo>
                    <a:pt x="10439" y="68755"/>
                  </a:lnTo>
                  <a:lnTo>
                    <a:pt x="10880" y="68504"/>
                  </a:lnTo>
                  <a:lnTo>
                    <a:pt x="11322" y="68404"/>
                  </a:lnTo>
                  <a:lnTo>
                    <a:pt x="11861" y="68454"/>
                  </a:lnTo>
                  <a:lnTo>
                    <a:pt x="12400" y="68304"/>
                  </a:lnTo>
                  <a:lnTo>
                    <a:pt x="12890" y="68354"/>
                  </a:lnTo>
                  <a:lnTo>
                    <a:pt x="13331" y="68454"/>
                  </a:lnTo>
                  <a:lnTo>
                    <a:pt x="14164" y="68354"/>
                  </a:lnTo>
                  <a:lnTo>
                    <a:pt x="14655" y="68254"/>
                  </a:lnTo>
                  <a:lnTo>
                    <a:pt x="15145" y="68204"/>
                  </a:lnTo>
                  <a:lnTo>
                    <a:pt x="15831" y="68053"/>
                  </a:lnTo>
                  <a:lnTo>
                    <a:pt x="16370" y="67853"/>
                  </a:lnTo>
                  <a:lnTo>
                    <a:pt x="16762" y="67502"/>
                  </a:lnTo>
                  <a:lnTo>
                    <a:pt x="17105" y="67101"/>
                  </a:lnTo>
                  <a:lnTo>
                    <a:pt x="17301" y="66750"/>
                  </a:lnTo>
                  <a:lnTo>
                    <a:pt x="17252" y="66400"/>
                  </a:lnTo>
                  <a:lnTo>
                    <a:pt x="16909" y="66199"/>
                  </a:lnTo>
                  <a:lnTo>
                    <a:pt x="16566" y="65949"/>
                  </a:lnTo>
                  <a:lnTo>
                    <a:pt x="16762" y="65698"/>
                  </a:lnTo>
                  <a:lnTo>
                    <a:pt x="17497" y="66049"/>
                  </a:lnTo>
                  <a:lnTo>
                    <a:pt x="17791" y="66099"/>
                  </a:lnTo>
                  <a:lnTo>
                    <a:pt x="18380" y="65848"/>
                  </a:lnTo>
                  <a:lnTo>
                    <a:pt x="19017" y="65598"/>
                  </a:lnTo>
                  <a:lnTo>
                    <a:pt x="19605" y="65147"/>
                  </a:lnTo>
                  <a:lnTo>
                    <a:pt x="20144" y="64846"/>
                  </a:lnTo>
                  <a:lnTo>
                    <a:pt x="20487" y="64646"/>
                  </a:lnTo>
                  <a:lnTo>
                    <a:pt x="20781" y="64144"/>
                  </a:lnTo>
                  <a:lnTo>
                    <a:pt x="20830" y="63643"/>
                  </a:lnTo>
                  <a:lnTo>
                    <a:pt x="20830" y="63343"/>
                  </a:lnTo>
                  <a:lnTo>
                    <a:pt x="19997" y="63142"/>
                  </a:lnTo>
                  <a:lnTo>
                    <a:pt x="20144" y="62791"/>
                  </a:lnTo>
                  <a:lnTo>
                    <a:pt x="20928" y="62942"/>
                  </a:lnTo>
                  <a:lnTo>
                    <a:pt x="21663" y="62892"/>
                  </a:lnTo>
                  <a:lnTo>
                    <a:pt x="22252" y="62892"/>
                  </a:lnTo>
                  <a:lnTo>
                    <a:pt x="22644" y="62892"/>
                  </a:lnTo>
                  <a:lnTo>
                    <a:pt x="22742" y="62491"/>
                  </a:lnTo>
                  <a:lnTo>
                    <a:pt x="22938" y="62140"/>
                  </a:lnTo>
                  <a:lnTo>
                    <a:pt x="23085" y="61990"/>
                  </a:lnTo>
                  <a:lnTo>
                    <a:pt x="23085" y="61589"/>
                  </a:lnTo>
                  <a:lnTo>
                    <a:pt x="23183" y="61188"/>
                  </a:lnTo>
                  <a:lnTo>
                    <a:pt x="23281" y="60837"/>
                  </a:lnTo>
                  <a:lnTo>
                    <a:pt x="23183" y="60486"/>
                  </a:lnTo>
                  <a:lnTo>
                    <a:pt x="23330" y="59835"/>
                  </a:lnTo>
                  <a:lnTo>
                    <a:pt x="23183" y="59484"/>
                  </a:lnTo>
                  <a:lnTo>
                    <a:pt x="23085" y="59033"/>
                  </a:lnTo>
                  <a:lnTo>
                    <a:pt x="23183" y="58532"/>
                  </a:lnTo>
                  <a:lnTo>
                    <a:pt x="23281" y="58131"/>
                  </a:lnTo>
                  <a:lnTo>
                    <a:pt x="23232" y="57780"/>
                  </a:lnTo>
                  <a:lnTo>
                    <a:pt x="22546" y="57780"/>
                  </a:lnTo>
                  <a:lnTo>
                    <a:pt x="16370" y="57880"/>
                  </a:lnTo>
                  <a:lnTo>
                    <a:pt x="16076" y="57981"/>
                  </a:lnTo>
                  <a:lnTo>
                    <a:pt x="15782" y="57680"/>
                  </a:lnTo>
                  <a:lnTo>
                    <a:pt x="15831" y="57529"/>
                  </a:lnTo>
                  <a:lnTo>
                    <a:pt x="16125" y="57479"/>
                  </a:lnTo>
                  <a:lnTo>
                    <a:pt x="16664" y="57529"/>
                  </a:lnTo>
                  <a:lnTo>
                    <a:pt x="17742" y="57529"/>
                  </a:lnTo>
                  <a:lnTo>
                    <a:pt x="18282" y="57529"/>
                  </a:lnTo>
                  <a:lnTo>
                    <a:pt x="20683" y="57479"/>
                  </a:lnTo>
                  <a:lnTo>
                    <a:pt x="21320" y="57479"/>
                  </a:lnTo>
                  <a:lnTo>
                    <a:pt x="22546" y="57429"/>
                  </a:lnTo>
                  <a:lnTo>
                    <a:pt x="23134" y="57429"/>
                  </a:lnTo>
                  <a:lnTo>
                    <a:pt x="23820" y="57379"/>
                  </a:lnTo>
                  <a:lnTo>
                    <a:pt x="24261" y="57379"/>
                  </a:lnTo>
                  <a:lnTo>
                    <a:pt x="25437" y="57329"/>
                  </a:lnTo>
                  <a:lnTo>
                    <a:pt x="25977" y="57329"/>
                  </a:lnTo>
                  <a:lnTo>
                    <a:pt x="26173" y="57429"/>
                  </a:lnTo>
                  <a:lnTo>
                    <a:pt x="26369" y="57479"/>
                  </a:lnTo>
                  <a:lnTo>
                    <a:pt x="26761" y="57680"/>
                  </a:lnTo>
                  <a:lnTo>
                    <a:pt x="27300" y="57830"/>
                  </a:lnTo>
                  <a:lnTo>
                    <a:pt x="28819" y="58331"/>
                  </a:lnTo>
                  <a:lnTo>
                    <a:pt x="29604" y="58582"/>
                  </a:lnTo>
                  <a:lnTo>
                    <a:pt x="30045" y="58832"/>
                  </a:lnTo>
                  <a:lnTo>
                    <a:pt x="30878" y="59634"/>
                  </a:lnTo>
                  <a:lnTo>
                    <a:pt x="31319" y="59484"/>
                  </a:lnTo>
                  <a:lnTo>
                    <a:pt x="31711" y="59233"/>
                  </a:lnTo>
                  <a:lnTo>
                    <a:pt x="31956" y="59033"/>
                  </a:lnTo>
                  <a:lnTo>
                    <a:pt x="32201" y="58732"/>
                  </a:lnTo>
                  <a:lnTo>
                    <a:pt x="32544" y="58281"/>
                  </a:lnTo>
                  <a:lnTo>
                    <a:pt x="32593" y="58031"/>
                  </a:lnTo>
                  <a:lnTo>
                    <a:pt x="32691" y="57630"/>
                  </a:lnTo>
                  <a:lnTo>
                    <a:pt x="32937" y="57329"/>
                  </a:lnTo>
                  <a:lnTo>
                    <a:pt x="33280" y="57179"/>
                  </a:lnTo>
                  <a:lnTo>
                    <a:pt x="33476" y="56778"/>
                  </a:lnTo>
                  <a:lnTo>
                    <a:pt x="32986" y="56327"/>
                  </a:lnTo>
                  <a:lnTo>
                    <a:pt x="32250" y="55876"/>
                  </a:lnTo>
                  <a:lnTo>
                    <a:pt x="31662" y="55675"/>
                  </a:lnTo>
                  <a:lnTo>
                    <a:pt x="31711" y="55475"/>
                  </a:lnTo>
                  <a:lnTo>
                    <a:pt x="32593" y="55625"/>
                  </a:lnTo>
                  <a:lnTo>
                    <a:pt x="32740" y="55675"/>
                  </a:lnTo>
                  <a:lnTo>
                    <a:pt x="33035" y="55876"/>
                  </a:lnTo>
                  <a:lnTo>
                    <a:pt x="33427" y="56076"/>
                  </a:lnTo>
                  <a:lnTo>
                    <a:pt x="33476" y="56227"/>
                  </a:lnTo>
                  <a:lnTo>
                    <a:pt x="33574" y="56377"/>
                  </a:lnTo>
                  <a:lnTo>
                    <a:pt x="34064" y="56678"/>
                  </a:lnTo>
                  <a:lnTo>
                    <a:pt x="35338" y="57580"/>
                  </a:lnTo>
                  <a:lnTo>
                    <a:pt x="35730" y="57780"/>
                  </a:lnTo>
                  <a:lnTo>
                    <a:pt x="35877" y="57780"/>
                  </a:lnTo>
                  <a:lnTo>
                    <a:pt x="36073" y="57730"/>
                  </a:lnTo>
                  <a:lnTo>
                    <a:pt x="36220" y="57981"/>
                  </a:lnTo>
                  <a:lnTo>
                    <a:pt x="36613" y="58782"/>
                  </a:lnTo>
                  <a:lnTo>
                    <a:pt x="37103" y="59734"/>
                  </a:lnTo>
                  <a:lnTo>
                    <a:pt x="37201" y="59885"/>
                  </a:lnTo>
                  <a:lnTo>
                    <a:pt x="37446" y="59985"/>
                  </a:lnTo>
                  <a:lnTo>
                    <a:pt x="37642" y="59935"/>
                  </a:lnTo>
                  <a:lnTo>
                    <a:pt x="38279" y="59434"/>
                  </a:lnTo>
                  <a:lnTo>
                    <a:pt x="38916" y="58832"/>
                  </a:lnTo>
                  <a:lnTo>
                    <a:pt x="39308" y="58331"/>
                  </a:lnTo>
                  <a:lnTo>
                    <a:pt x="39455" y="58181"/>
                  </a:lnTo>
                  <a:lnTo>
                    <a:pt x="39749" y="58031"/>
                  </a:lnTo>
                  <a:lnTo>
                    <a:pt x="39896" y="58031"/>
                  </a:lnTo>
                  <a:lnTo>
                    <a:pt x="40043" y="58031"/>
                  </a:lnTo>
                  <a:lnTo>
                    <a:pt x="40240" y="57981"/>
                  </a:lnTo>
                  <a:lnTo>
                    <a:pt x="40583" y="57730"/>
                  </a:lnTo>
                  <a:lnTo>
                    <a:pt x="40828" y="57329"/>
                  </a:lnTo>
                  <a:lnTo>
                    <a:pt x="41367" y="56978"/>
                  </a:lnTo>
                  <a:lnTo>
                    <a:pt x="40681" y="55776"/>
                  </a:lnTo>
                  <a:lnTo>
                    <a:pt x="40387" y="55274"/>
                  </a:lnTo>
                  <a:lnTo>
                    <a:pt x="40092" y="54823"/>
                  </a:lnTo>
                  <a:lnTo>
                    <a:pt x="39994" y="54673"/>
                  </a:lnTo>
                  <a:lnTo>
                    <a:pt x="39210" y="54573"/>
                  </a:lnTo>
                  <a:lnTo>
                    <a:pt x="36662" y="53320"/>
                  </a:lnTo>
                  <a:lnTo>
                    <a:pt x="36515" y="52819"/>
                  </a:lnTo>
                  <a:lnTo>
                    <a:pt x="35926" y="52368"/>
                  </a:lnTo>
                  <a:lnTo>
                    <a:pt x="36515" y="51366"/>
                  </a:lnTo>
                  <a:lnTo>
                    <a:pt x="37544" y="52117"/>
                  </a:lnTo>
                  <a:lnTo>
                    <a:pt x="37348" y="52468"/>
                  </a:lnTo>
                  <a:lnTo>
                    <a:pt x="38181" y="52769"/>
                  </a:lnTo>
                  <a:lnTo>
                    <a:pt x="38573" y="53170"/>
                  </a:lnTo>
                  <a:lnTo>
                    <a:pt x="38818" y="53270"/>
                  </a:lnTo>
                  <a:lnTo>
                    <a:pt x="39112" y="53420"/>
                  </a:lnTo>
                  <a:lnTo>
                    <a:pt x="39504" y="53621"/>
                  </a:lnTo>
                  <a:lnTo>
                    <a:pt x="39896" y="53821"/>
                  </a:lnTo>
                  <a:lnTo>
                    <a:pt x="40240" y="54422"/>
                  </a:lnTo>
                  <a:lnTo>
                    <a:pt x="40534" y="54873"/>
                  </a:lnTo>
                  <a:lnTo>
                    <a:pt x="40632" y="55074"/>
                  </a:lnTo>
                  <a:lnTo>
                    <a:pt x="41024" y="55675"/>
                  </a:lnTo>
                  <a:lnTo>
                    <a:pt x="41073" y="55826"/>
                  </a:lnTo>
                  <a:lnTo>
                    <a:pt x="41416" y="56377"/>
                  </a:lnTo>
                  <a:lnTo>
                    <a:pt x="41661" y="56728"/>
                  </a:lnTo>
                  <a:lnTo>
                    <a:pt x="42102" y="57529"/>
                  </a:lnTo>
                  <a:lnTo>
                    <a:pt x="42347" y="57880"/>
                  </a:lnTo>
                  <a:lnTo>
                    <a:pt x="42494" y="58131"/>
                  </a:lnTo>
                  <a:lnTo>
                    <a:pt x="43670" y="57981"/>
                  </a:lnTo>
                  <a:lnTo>
                    <a:pt x="44308" y="58231"/>
                  </a:lnTo>
                  <a:lnTo>
                    <a:pt x="44602" y="58883"/>
                  </a:lnTo>
                  <a:lnTo>
                    <a:pt x="45435" y="58883"/>
                  </a:lnTo>
                  <a:lnTo>
                    <a:pt x="46121" y="58482"/>
                  </a:lnTo>
                  <a:lnTo>
                    <a:pt x="46807" y="58281"/>
                  </a:lnTo>
                  <a:lnTo>
                    <a:pt x="47297" y="57981"/>
                  </a:lnTo>
                  <a:lnTo>
                    <a:pt x="47641" y="57580"/>
                  </a:lnTo>
                  <a:lnTo>
                    <a:pt x="47886" y="57229"/>
                  </a:lnTo>
                  <a:lnTo>
                    <a:pt x="48376" y="57279"/>
                  </a:lnTo>
                  <a:lnTo>
                    <a:pt x="48817" y="57279"/>
                  </a:lnTo>
                  <a:lnTo>
                    <a:pt x="48768" y="56076"/>
                  </a:lnTo>
                  <a:lnTo>
                    <a:pt x="46856" y="52819"/>
                  </a:lnTo>
                  <a:lnTo>
                    <a:pt x="45827" y="52518"/>
                  </a:lnTo>
                  <a:lnTo>
                    <a:pt x="46023" y="51917"/>
                  </a:lnTo>
                  <a:lnTo>
                    <a:pt x="47346" y="52468"/>
                  </a:lnTo>
                  <a:lnTo>
                    <a:pt x="49160" y="55776"/>
                  </a:lnTo>
                  <a:lnTo>
                    <a:pt x="49454" y="56477"/>
                  </a:lnTo>
                  <a:lnTo>
                    <a:pt x="49699" y="57730"/>
                  </a:lnTo>
                  <a:lnTo>
                    <a:pt x="49503" y="57830"/>
                  </a:lnTo>
                  <a:lnTo>
                    <a:pt x="49503" y="58381"/>
                  </a:lnTo>
                  <a:lnTo>
                    <a:pt x="49699" y="59384"/>
                  </a:lnTo>
                  <a:lnTo>
                    <a:pt x="49846" y="59835"/>
                  </a:lnTo>
                  <a:lnTo>
                    <a:pt x="50091" y="60236"/>
                  </a:lnTo>
                  <a:lnTo>
                    <a:pt x="50385" y="60336"/>
                  </a:lnTo>
                  <a:lnTo>
                    <a:pt x="50777" y="60336"/>
                  </a:lnTo>
                  <a:lnTo>
                    <a:pt x="51022" y="60286"/>
                  </a:lnTo>
                  <a:lnTo>
                    <a:pt x="51366" y="60135"/>
                  </a:lnTo>
                  <a:lnTo>
                    <a:pt x="51660" y="59935"/>
                  </a:lnTo>
                  <a:lnTo>
                    <a:pt x="52052" y="59835"/>
                  </a:lnTo>
                  <a:lnTo>
                    <a:pt x="52395" y="60336"/>
                  </a:lnTo>
                  <a:lnTo>
                    <a:pt x="53032" y="60236"/>
                  </a:lnTo>
                  <a:lnTo>
                    <a:pt x="53571" y="59935"/>
                  </a:lnTo>
                  <a:lnTo>
                    <a:pt x="54159" y="59734"/>
                  </a:lnTo>
                  <a:lnTo>
                    <a:pt x="54649" y="59534"/>
                  </a:lnTo>
                  <a:lnTo>
                    <a:pt x="54944" y="59283"/>
                  </a:lnTo>
                  <a:lnTo>
                    <a:pt x="55483" y="59083"/>
                  </a:lnTo>
                  <a:lnTo>
                    <a:pt x="55826" y="58832"/>
                  </a:lnTo>
                  <a:lnTo>
                    <a:pt x="56365" y="58432"/>
                  </a:lnTo>
                  <a:lnTo>
                    <a:pt x="56806" y="58081"/>
                  </a:lnTo>
                  <a:lnTo>
                    <a:pt x="57149" y="57730"/>
                  </a:lnTo>
                  <a:lnTo>
                    <a:pt x="57345" y="57429"/>
                  </a:lnTo>
                  <a:lnTo>
                    <a:pt x="57639" y="57078"/>
                  </a:lnTo>
                  <a:lnTo>
                    <a:pt x="57982" y="56577"/>
                  </a:lnTo>
                  <a:lnTo>
                    <a:pt x="58473" y="55976"/>
                  </a:lnTo>
                  <a:lnTo>
                    <a:pt x="59012" y="55325"/>
                  </a:lnTo>
                  <a:lnTo>
                    <a:pt x="59306" y="54673"/>
                  </a:lnTo>
                  <a:lnTo>
                    <a:pt x="59502" y="54372"/>
                  </a:lnTo>
                  <a:lnTo>
                    <a:pt x="59747" y="53921"/>
                  </a:lnTo>
                  <a:lnTo>
                    <a:pt x="59796" y="53520"/>
                  </a:lnTo>
                  <a:lnTo>
                    <a:pt x="59943" y="53019"/>
                  </a:lnTo>
                  <a:lnTo>
                    <a:pt x="60139" y="52518"/>
                  </a:lnTo>
                  <a:lnTo>
                    <a:pt x="60237" y="52017"/>
                  </a:lnTo>
                  <a:lnTo>
                    <a:pt x="60286" y="51616"/>
                  </a:lnTo>
                  <a:lnTo>
                    <a:pt x="60580" y="51215"/>
                  </a:lnTo>
                  <a:lnTo>
                    <a:pt x="60678" y="50714"/>
                  </a:lnTo>
                  <a:lnTo>
                    <a:pt x="60727" y="50313"/>
                  </a:lnTo>
                  <a:lnTo>
                    <a:pt x="60825" y="49812"/>
                  </a:lnTo>
                  <a:lnTo>
                    <a:pt x="60874" y="49511"/>
                  </a:lnTo>
                  <a:lnTo>
                    <a:pt x="61168" y="49110"/>
                  </a:lnTo>
                  <a:lnTo>
                    <a:pt x="61217" y="48860"/>
                  </a:lnTo>
                  <a:lnTo>
                    <a:pt x="61217" y="48559"/>
                  </a:lnTo>
                  <a:lnTo>
                    <a:pt x="61413" y="48158"/>
                  </a:lnTo>
                  <a:lnTo>
                    <a:pt x="61413" y="47607"/>
                  </a:lnTo>
                  <a:lnTo>
                    <a:pt x="61413" y="47256"/>
                  </a:lnTo>
                  <a:lnTo>
                    <a:pt x="61658" y="46905"/>
                  </a:lnTo>
                  <a:lnTo>
                    <a:pt x="61707" y="46354"/>
                  </a:lnTo>
                  <a:lnTo>
                    <a:pt x="61658" y="45853"/>
                  </a:lnTo>
                  <a:lnTo>
                    <a:pt x="61707" y="45502"/>
                  </a:lnTo>
                  <a:lnTo>
                    <a:pt x="61854" y="45152"/>
                  </a:lnTo>
                  <a:lnTo>
                    <a:pt x="61854" y="44801"/>
                  </a:lnTo>
                  <a:lnTo>
                    <a:pt x="61805" y="44350"/>
                  </a:lnTo>
                  <a:lnTo>
                    <a:pt x="61854" y="44149"/>
                  </a:lnTo>
                  <a:lnTo>
                    <a:pt x="62001" y="43899"/>
                  </a:lnTo>
                  <a:lnTo>
                    <a:pt x="61952" y="43698"/>
                  </a:lnTo>
                  <a:lnTo>
                    <a:pt x="61903" y="43548"/>
                  </a:lnTo>
                  <a:lnTo>
                    <a:pt x="61903" y="43347"/>
                  </a:lnTo>
                  <a:lnTo>
                    <a:pt x="62001" y="43197"/>
                  </a:lnTo>
                  <a:lnTo>
                    <a:pt x="62050" y="42947"/>
                  </a:lnTo>
                  <a:lnTo>
                    <a:pt x="62149" y="42646"/>
                  </a:lnTo>
                  <a:lnTo>
                    <a:pt x="62149" y="42445"/>
                  </a:lnTo>
                  <a:lnTo>
                    <a:pt x="62001" y="42245"/>
                  </a:lnTo>
                  <a:lnTo>
                    <a:pt x="61707" y="42044"/>
                  </a:lnTo>
                  <a:lnTo>
                    <a:pt x="61756" y="41694"/>
                  </a:lnTo>
                  <a:lnTo>
                    <a:pt x="61854" y="41543"/>
                  </a:lnTo>
                  <a:lnTo>
                    <a:pt x="61952" y="41393"/>
                  </a:lnTo>
                  <a:lnTo>
                    <a:pt x="61952" y="41243"/>
                  </a:lnTo>
                  <a:lnTo>
                    <a:pt x="61805" y="40892"/>
                  </a:lnTo>
                  <a:lnTo>
                    <a:pt x="61756" y="40641"/>
                  </a:lnTo>
                  <a:lnTo>
                    <a:pt x="61903" y="40341"/>
                  </a:lnTo>
                  <a:lnTo>
                    <a:pt x="62050" y="40040"/>
                  </a:lnTo>
                  <a:lnTo>
                    <a:pt x="62050" y="39188"/>
                  </a:lnTo>
                  <a:lnTo>
                    <a:pt x="62001" y="39038"/>
                  </a:lnTo>
                  <a:lnTo>
                    <a:pt x="61952" y="38837"/>
                  </a:lnTo>
                  <a:lnTo>
                    <a:pt x="61903" y="38637"/>
                  </a:lnTo>
                  <a:lnTo>
                    <a:pt x="61854" y="38486"/>
                  </a:lnTo>
                  <a:lnTo>
                    <a:pt x="61854" y="38286"/>
                  </a:lnTo>
                  <a:lnTo>
                    <a:pt x="61854" y="38136"/>
                  </a:lnTo>
                  <a:lnTo>
                    <a:pt x="61952" y="37985"/>
                  </a:lnTo>
                  <a:lnTo>
                    <a:pt x="61952" y="37835"/>
                  </a:lnTo>
                  <a:lnTo>
                    <a:pt x="61952" y="37635"/>
                  </a:lnTo>
                  <a:lnTo>
                    <a:pt x="61707" y="37334"/>
                  </a:lnTo>
                  <a:lnTo>
                    <a:pt x="61609" y="37033"/>
                  </a:lnTo>
                  <a:lnTo>
                    <a:pt x="61658" y="36833"/>
                  </a:lnTo>
                  <a:lnTo>
                    <a:pt x="61756" y="36532"/>
                  </a:lnTo>
                  <a:lnTo>
                    <a:pt x="61854" y="36332"/>
                  </a:lnTo>
                  <a:lnTo>
                    <a:pt x="61756" y="36081"/>
                  </a:lnTo>
                  <a:lnTo>
                    <a:pt x="61511" y="35780"/>
                  </a:lnTo>
                  <a:lnTo>
                    <a:pt x="61364" y="35530"/>
                  </a:lnTo>
                  <a:lnTo>
                    <a:pt x="61364" y="35379"/>
                  </a:lnTo>
                  <a:lnTo>
                    <a:pt x="61413" y="35179"/>
                  </a:lnTo>
                  <a:lnTo>
                    <a:pt x="61462" y="34928"/>
                  </a:lnTo>
                  <a:lnTo>
                    <a:pt x="61266" y="34728"/>
                  </a:lnTo>
                  <a:lnTo>
                    <a:pt x="61168" y="34578"/>
                  </a:lnTo>
                  <a:lnTo>
                    <a:pt x="61070" y="34327"/>
                  </a:lnTo>
                  <a:lnTo>
                    <a:pt x="61070" y="34177"/>
                  </a:lnTo>
                  <a:lnTo>
                    <a:pt x="60825" y="33575"/>
                  </a:lnTo>
                  <a:lnTo>
                    <a:pt x="60825" y="33375"/>
                  </a:lnTo>
                  <a:lnTo>
                    <a:pt x="60678" y="33074"/>
                  </a:lnTo>
                  <a:lnTo>
                    <a:pt x="60629" y="32924"/>
                  </a:lnTo>
                  <a:lnTo>
                    <a:pt x="60531" y="32774"/>
                  </a:lnTo>
                  <a:lnTo>
                    <a:pt x="60580" y="32523"/>
                  </a:lnTo>
                  <a:lnTo>
                    <a:pt x="60629" y="32373"/>
                  </a:lnTo>
                  <a:lnTo>
                    <a:pt x="60629" y="32172"/>
                  </a:lnTo>
                  <a:lnTo>
                    <a:pt x="60580" y="31872"/>
                  </a:lnTo>
                  <a:lnTo>
                    <a:pt x="60678" y="31721"/>
                  </a:lnTo>
                  <a:lnTo>
                    <a:pt x="60678" y="31571"/>
                  </a:lnTo>
                  <a:lnTo>
                    <a:pt x="60678" y="31420"/>
                  </a:lnTo>
                  <a:lnTo>
                    <a:pt x="60580" y="31120"/>
                  </a:lnTo>
                  <a:lnTo>
                    <a:pt x="60629" y="30969"/>
                  </a:lnTo>
                  <a:lnTo>
                    <a:pt x="60580" y="30719"/>
                  </a:lnTo>
                  <a:lnTo>
                    <a:pt x="60629" y="30368"/>
                  </a:lnTo>
                  <a:lnTo>
                    <a:pt x="60629" y="30118"/>
                  </a:lnTo>
                  <a:lnTo>
                    <a:pt x="60825" y="29867"/>
                  </a:lnTo>
                  <a:lnTo>
                    <a:pt x="60825" y="29667"/>
                  </a:lnTo>
                  <a:lnTo>
                    <a:pt x="60629" y="29416"/>
                  </a:lnTo>
                  <a:lnTo>
                    <a:pt x="60580" y="29266"/>
                  </a:lnTo>
                  <a:lnTo>
                    <a:pt x="60629" y="29065"/>
                  </a:lnTo>
                  <a:lnTo>
                    <a:pt x="60678" y="28815"/>
                  </a:lnTo>
                  <a:lnTo>
                    <a:pt x="60629" y="28614"/>
                  </a:lnTo>
                  <a:lnTo>
                    <a:pt x="60531" y="28464"/>
                  </a:lnTo>
                  <a:lnTo>
                    <a:pt x="60531" y="28263"/>
                  </a:lnTo>
                  <a:lnTo>
                    <a:pt x="60580" y="28113"/>
                  </a:lnTo>
                  <a:lnTo>
                    <a:pt x="60580" y="27812"/>
                  </a:lnTo>
                  <a:lnTo>
                    <a:pt x="60433" y="27562"/>
                  </a:lnTo>
                  <a:lnTo>
                    <a:pt x="60237" y="27361"/>
                  </a:lnTo>
                  <a:lnTo>
                    <a:pt x="60041" y="27211"/>
                  </a:lnTo>
                  <a:lnTo>
                    <a:pt x="59600" y="27011"/>
                  </a:lnTo>
                  <a:lnTo>
                    <a:pt x="59453" y="26760"/>
                  </a:lnTo>
                  <a:lnTo>
                    <a:pt x="59453" y="26459"/>
                  </a:lnTo>
                  <a:lnTo>
                    <a:pt x="59600" y="26309"/>
                  </a:lnTo>
                  <a:lnTo>
                    <a:pt x="59845" y="26209"/>
                  </a:lnTo>
                  <a:lnTo>
                    <a:pt x="60286" y="26209"/>
                  </a:lnTo>
                  <a:lnTo>
                    <a:pt x="60727" y="26259"/>
                  </a:lnTo>
                  <a:lnTo>
                    <a:pt x="61168" y="26259"/>
                  </a:lnTo>
                  <a:lnTo>
                    <a:pt x="61609" y="26309"/>
                  </a:lnTo>
                  <a:lnTo>
                    <a:pt x="62149" y="26309"/>
                  </a:lnTo>
                  <a:lnTo>
                    <a:pt x="62492" y="26309"/>
                  </a:lnTo>
                  <a:lnTo>
                    <a:pt x="62786" y="26259"/>
                  </a:lnTo>
                  <a:lnTo>
                    <a:pt x="63178" y="26058"/>
                  </a:lnTo>
                  <a:lnTo>
                    <a:pt x="63570" y="25908"/>
                  </a:lnTo>
                  <a:lnTo>
                    <a:pt x="64109" y="25657"/>
                  </a:lnTo>
                  <a:lnTo>
                    <a:pt x="64501" y="25457"/>
                  </a:lnTo>
                  <a:lnTo>
                    <a:pt x="64599" y="25206"/>
                  </a:lnTo>
                  <a:lnTo>
                    <a:pt x="64697" y="25056"/>
                  </a:lnTo>
                  <a:lnTo>
                    <a:pt x="64893" y="24856"/>
                  </a:lnTo>
                  <a:lnTo>
                    <a:pt x="65089" y="24705"/>
                  </a:lnTo>
                  <a:lnTo>
                    <a:pt x="65138" y="24505"/>
                  </a:lnTo>
                  <a:lnTo>
                    <a:pt x="64942" y="24304"/>
                  </a:lnTo>
                  <a:lnTo>
                    <a:pt x="64991" y="24054"/>
                  </a:lnTo>
                  <a:lnTo>
                    <a:pt x="65040" y="23904"/>
                  </a:lnTo>
                  <a:lnTo>
                    <a:pt x="65236" y="23803"/>
                  </a:lnTo>
                  <a:lnTo>
                    <a:pt x="65383" y="23753"/>
                  </a:lnTo>
                  <a:lnTo>
                    <a:pt x="65481" y="23503"/>
                  </a:lnTo>
                  <a:lnTo>
                    <a:pt x="65334" y="23402"/>
                  </a:lnTo>
                  <a:lnTo>
                    <a:pt x="65040" y="23102"/>
                  </a:lnTo>
                  <a:lnTo>
                    <a:pt x="65089" y="22851"/>
                  </a:lnTo>
                  <a:lnTo>
                    <a:pt x="65383" y="22701"/>
                  </a:lnTo>
                  <a:lnTo>
                    <a:pt x="65481" y="22500"/>
                  </a:lnTo>
                  <a:lnTo>
                    <a:pt x="65334" y="22300"/>
                  </a:lnTo>
                  <a:lnTo>
                    <a:pt x="65040" y="22049"/>
                  </a:lnTo>
                  <a:lnTo>
                    <a:pt x="65089" y="21749"/>
                  </a:lnTo>
                  <a:lnTo>
                    <a:pt x="65187" y="21598"/>
                  </a:lnTo>
                  <a:lnTo>
                    <a:pt x="65285" y="21298"/>
                  </a:lnTo>
                  <a:lnTo>
                    <a:pt x="65187" y="21147"/>
                  </a:lnTo>
                  <a:lnTo>
                    <a:pt x="65040" y="20897"/>
                  </a:lnTo>
                  <a:lnTo>
                    <a:pt x="65040" y="20696"/>
                  </a:lnTo>
                  <a:lnTo>
                    <a:pt x="65089" y="20496"/>
                  </a:lnTo>
                  <a:lnTo>
                    <a:pt x="65187" y="20295"/>
                  </a:lnTo>
                  <a:lnTo>
                    <a:pt x="65187" y="20145"/>
                  </a:lnTo>
                  <a:lnTo>
                    <a:pt x="64942" y="19844"/>
                  </a:lnTo>
                  <a:lnTo>
                    <a:pt x="64942" y="19594"/>
                  </a:lnTo>
                  <a:lnTo>
                    <a:pt x="64991" y="19393"/>
                  </a:lnTo>
                  <a:lnTo>
                    <a:pt x="64942" y="19093"/>
                  </a:lnTo>
                  <a:lnTo>
                    <a:pt x="64795" y="18892"/>
                  </a:lnTo>
                  <a:lnTo>
                    <a:pt x="64746" y="18692"/>
                  </a:lnTo>
                  <a:lnTo>
                    <a:pt x="64795" y="18441"/>
                  </a:lnTo>
                  <a:lnTo>
                    <a:pt x="64795" y="18241"/>
                  </a:lnTo>
                  <a:lnTo>
                    <a:pt x="64746" y="18040"/>
                  </a:lnTo>
                  <a:lnTo>
                    <a:pt x="66315" y="17439"/>
                  </a:lnTo>
                  <a:lnTo>
                    <a:pt x="69157" y="16387"/>
                  </a:lnTo>
                  <a:lnTo>
                    <a:pt x="69059" y="15434"/>
                  </a:lnTo>
                  <a:lnTo>
                    <a:pt x="69059" y="15234"/>
                  </a:lnTo>
                  <a:lnTo>
                    <a:pt x="72196" y="14683"/>
                  </a:lnTo>
                  <a:lnTo>
                    <a:pt x="72245" y="15134"/>
                  </a:lnTo>
                  <a:lnTo>
                    <a:pt x="72245" y="15284"/>
                  </a:lnTo>
                  <a:lnTo>
                    <a:pt x="75284" y="15084"/>
                  </a:lnTo>
                  <a:lnTo>
                    <a:pt x="77588" y="14182"/>
                  </a:lnTo>
                  <a:lnTo>
                    <a:pt x="81509" y="12528"/>
                  </a:lnTo>
                  <a:lnTo>
                    <a:pt x="82881" y="11926"/>
                  </a:lnTo>
                  <a:lnTo>
                    <a:pt x="83224" y="11826"/>
                  </a:lnTo>
                  <a:lnTo>
                    <a:pt x="87636" y="9772"/>
                  </a:lnTo>
                  <a:lnTo>
                    <a:pt x="91851" y="7817"/>
                  </a:lnTo>
                  <a:lnTo>
                    <a:pt x="93321" y="7166"/>
                  </a:lnTo>
                  <a:lnTo>
                    <a:pt x="95527" y="6113"/>
                  </a:lnTo>
                  <a:lnTo>
                    <a:pt x="96654" y="5612"/>
                  </a:lnTo>
                  <a:lnTo>
                    <a:pt x="99595" y="4259"/>
                  </a:lnTo>
                  <a:lnTo>
                    <a:pt x="99840" y="4159"/>
                  </a:lnTo>
                  <a:lnTo>
                    <a:pt x="99693" y="3307"/>
                  </a:lnTo>
                  <a:lnTo>
                    <a:pt x="99301" y="1353"/>
                  </a:lnTo>
                  <a:lnTo>
                    <a:pt x="99252" y="851"/>
                  </a:lnTo>
                  <a:lnTo>
                    <a:pt x="99791" y="451"/>
                  </a:lnTo>
                  <a:lnTo>
                    <a:pt x="100575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343788" y="3648594"/>
              <a:ext cx="1057415" cy="734058"/>
            </a:xfrm>
            <a:custGeom>
              <a:avLst/>
              <a:pathLst>
                <a:path w="1057415" h="734058">
                  <a:moveTo>
                    <a:pt x="799752" y="2555"/>
                  </a:moveTo>
                  <a:lnTo>
                    <a:pt x="809162" y="701"/>
                  </a:lnTo>
                  <a:lnTo>
                    <a:pt x="817494" y="801"/>
                  </a:lnTo>
                  <a:lnTo>
                    <a:pt x="819406" y="4961"/>
                  </a:lnTo>
                  <a:lnTo>
                    <a:pt x="823523" y="10874"/>
                  </a:lnTo>
                  <a:lnTo>
                    <a:pt x="827640" y="15084"/>
                  </a:lnTo>
                  <a:lnTo>
                    <a:pt x="833816" y="21398"/>
                  </a:lnTo>
                  <a:lnTo>
                    <a:pt x="842834" y="32723"/>
                  </a:lnTo>
                  <a:lnTo>
                    <a:pt x="855186" y="46755"/>
                  </a:lnTo>
                  <a:lnTo>
                    <a:pt x="862342" y="54823"/>
                  </a:lnTo>
                  <a:lnTo>
                    <a:pt x="866263" y="63042"/>
                  </a:lnTo>
                  <a:lnTo>
                    <a:pt x="870478" y="70809"/>
                  </a:lnTo>
                  <a:lnTo>
                    <a:pt x="871213" y="72112"/>
                  </a:lnTo>
                  <a:lnTo>
                    <a:pt x="871703" y="73014"/>
                  </a:lnTo>
                  <a:lnTo>
                    <a:pt x="875330" y="79479"/>
                  </a:lnTo>
                  <a:lnTo>
                    <a:pt x="878614" y="90003"/>
                  </a:lnTo>
                  <a:lnTo>
                    <a:pt x="881506" y="98272"/>
                  </a:lnTo>
                  <a:lnTo>
                    <a:pt x="881506" y="106039"/>
                  </a:lnTo>
                  <a:lnTo>
                    <a:pt x="881114" y="114057"/>
                  </a:lnTo>
                  <a:lnTo>
                    <a:pt x="880477" y="122276"/>
                  </a:lnTo>
                  <a:lnTo>
                    <a:pt x="882143" y="128640"/>
                  </a:lnTo>
                  <a:lnTo>
                    <a:pt x="886260" y="136408"/>
                  </a:lnTo>
                  <a:lnTo>
                    <a:pt x="888907" y="140467"/>
                  </a:lnTo>
                  <a:lnTo>
                    <a:pt x="890524" y="145228"/>
                  </a:lnTo>
                  <a:lnTo>
                    <a:pt x="892289" y="150690"/>
                  </a:lnTo>
                  <a:lnTo>
                    <a:pt x="891603" y="156303"/>
                  </a:lnTo>
                  <a:lnTo>
                    <a:pt x="891701" y="159009"/>
                  </a:lnTo>
                  <a:lnTo>
                    <a:pt x="894789" y="165022"/>
                  </a:lnTo>
                  <a:lnTo>
                    <a:pt x="895034" y="165072"/>
                  </a:lnTo>
                  <a:lnTo>
                    <a:pt x="900327" y="161615"/>
                  </a:lnTo>
                  <a:lnTo>
                    <a:pt x="900719" y="161264"/>
                  </a:lnTo>
                  <a:lnTo>
                    <a:pt x="904346" y="157606"/>
                  </a:lnTo>
                  <a:lnTo>
                    <a:pt x="905915" y="156653"/>
                  </a:lnTo>
                  <a:lnTo>
                    <a:pt x="907091" y="156353"/>
                  </a:lnTo>
                  <a:lnTo>
                    <a:pt x="911845" y="156453"/>
                  </a:lnTo>
                  <a:lnTo>
                    <a:pt x="914051" y="157555"/>
                  </a:lnTo>
                  <a:lnTo>
                    <a:pt x="915668" y="159660"/>
                  </a:lnTo>
                  <a:lnTo>
                    <a:pt x="916109" y="160963"/>
                  </a:lnTo>
                  <a:lnTo>
                    <a:pt x="916649" y="161514"/>
                  </a:lnTo>
                  <a:lnTo>
                    <a:pt x="918609" y="162266"/>
                  </a:lnTo>
                  <a:lnTo>
                    <a:pt x="921697" y="162968"/>
                  </a:lnTo>
                  <a:lnTo>
                    <a:pt x="923363" y="164120"/>
                  </a:lnTo>
                  <a:lnTo>
                    <a:pt x="924246" y="165373"/>
                  </a:lnTo>
                  <a:lnTo>
                    <a:pt x="926794" y="173491"/>
                  </a:lnTo>
                  <a:lnTo>
                    <a:pt x="927775" y="174995"/>
                  </a:lnTo>
                  <a:lnTo>
                    <a:pt x="929294" y="176498"/>
                  </a:lnTo>
                  <a:lnTo>
                    <a:pt x="931402" y="177651"/>
                  </a:lnTo>
                  <a:lnTo>
                    <a:pt x="935029" y="178603"/>
                  </a:lnTo>
                  <a:lnTo>
                    <a:pt x="938362" y="180207"/>
                  </a:lnTo>
                  <a:lnTo>
                    <a:pt x="942871" y="183264"/>
                  </a:lnTo>
                  <a:lnTo>
                    <a:pt x="946106" y="184967"/>
                  </a:lnTo>
                  <a:lnTo>
                    <a:pt x="951007" y="188576"/>
                  </a:lnTo>
                  <a:lnTo>
                    <a:pt x="960074" y="199550"/>
                  </a:lnTo>
                  <a:lnTo>
                    <a:pt x="962476" y="202507"/>
                  </a:lnTo>
                  <a:lnTo>
                    <a:pt x="965711" y="206416"/>
                  </a:lnTo>
                  <a:lnTo>
                    <a:pt x="969534" y="210224"/>
                  </a:lnTo>
                  <a:lnTo>
                    <a:pt x="973945" y="214334"/>
                  </a:lnTo>
                  <a:lnTo>
                    <a:pt x="975759" y="217290"/>
                  </a:lnTo>
                  <a:lnTo>
                    <a:pt x="977866" y="221751"/>
                  </a:lnTo>
                  <a:lnTo>
                    <a:pt x="979484" y="223956"/>
                  </a:lnTo>
                  <a:lnTo>
                    <a:pt x="979631" y="224106"/>
                  </a:lnTo>
                  <a:lnTo>
                    <a:pt x="981003" y="225459"/>
                  </a:lnTo>
                  <a:lnTo>
                    <a:pt x="989875" y="229618"/>
                  </a:lnTo>
                  <a:lnTo>
                    <a:pt x="991541" y="230871"/>
                  </a:lnTo>
                  <a:lnTo>
                    <a:pt x="995854" y="234730"/>
                  </a:lnTo>
                  <a:lnTo>
                    <a:pt x="1006931" y="243199"/>
                  </a:lnTo>
                  <a:lnTo>
                    <a:pt x="1011637" y="247860"/>
                  </a:lnTo>
                  <a:lnTo>
                    <a:pt x="1014332" y="249664"/>
                  </a:lnTo>
                  <a:lnTo>
                    <a:pt x="1019332" y="251518"/>
                  </a:lnTo>
                  <a:lnTo>
                    <a:pt x="1020214" y="252069"/>
                  </a:lnTo>
                  <a:lnTo>
                    <a:pt x="1023155" y="255126"/>
                  </a:lnTo>
                  <a:lnTo>
                    <a:pt x="1027615" y="260889"/>
                  </a:lnTo>
                  <a:lnTo>
                    <a:pt x="1028056" y="261741"/>
                  </a:lnTo>
                  <a:lnTo>
                    <a:pt x="1031781" y="265098"/>
                  </a:lnTo>
                  <a:lnTo>
                    <a:pt x="1034428" y="268356"/>
                  </a:lnTo>
                  <a:lnTo>
                    <a:pt x="1036682" y="272966"/>
                  </a:lnTo>
                  <a:lnTo>
                    <a:pt x="1039378" y="279481"/>
                  </a:lnTo>
                  <a:lnTo>
                    <a:pt x="1042025" y="287349"/>
                  </a:lnTo>
                  <a:lnTo>
                    <a:pt x="1045701" y="296720"/>
                  </a:lnTo>
                  <a:lnTo>
                    <a:pt x="1047808" y="302733"/>
                  </a:lnTo>
                  <a:lnTo>
                    <a:pt x="1051337" y="313859"/>
                  </a:lnTo>
                  <a:lnTo>
                    <a:pt x="1052661" y="319321"/>
                  </a:lnTo>
                  <a:lnTo>
                    <a:pt x="1053004" y="321275"/>
                  </a:lnTo>
                  <a:lnTo>
                    <a:pt x="1053641" y="325485"/>
                  </a:lnTo>
                  <a:lnTo>
                    <a:pt x="1053396" y="335107"/>
                  </a:lnTo>
                  <a:lnTo>
                    <a:pt x="1052808" y="339968"/>
                  </a:lnTo>
                  <a:lnTo>
                    <a:pt x="1052367" y="342223"/>
                  </a:lnTo>
                  <a:lnTo>
                    <a:pt x="1051239" y="347986"/>
                  </a:lnTo>
                  <a:lnTo>
                    <a:pt x="1052465" y="355954"/>
                  </a:lnTo>
                  <a:lnTo>
                    <a:pt x="1054915" y="361015"/>
                  </a:lnTo>
                  <a:lnTo>
                    <a:pt x="1056239" y="363721"/>
                  </a:lnTo>
                  <a:lnTo>
                    <a:pt x="1057415" y="367831"/>
                  </a:lnTo>
                  <a:lnTo>
                    <a:pt x="1056827" y="371238"/>
                  </a:lnTo>
                  <a:lnTo>
                    <a:pt x="1054376" y="373944"/>
                  </a:lnTo>
                  <a:lnTo>
                    <a:pt x="1052220" y="376350"/>
                  </a:lnTo>
                  <a:lnTo>
                    <a:pt x="1048789" y="381862"/>
                  </a:lnTo>
                  <a:lnTo>
                    <a:pt x="1043152" y="389379"/>
                  </a:lnTo>
                  <a:lnTo>
                    <a:pt x="1036682" y="394992"/>
                  </a:lnTo>
                  <a:lnTo>
                    <a:pt x="1031634" y="400855"/>
                  </a:lnTo>
                  <a:lnTo>
                    <a:pt x="1029330" y="406718"/>
                  </a:lnTo>
                  <a:lnTo>
                    <a:pt x="1028791" y="407671"/>
                  </a:lnTo>
                  <a:lnTo>
                    <a:pt x="1024331" y="415839"/>
                  </a:lnTo>
                  <a:lnTo>
                    <a:pt x="1015264" y="425761"/>
                  </a:lnTo>
                  <a:lnTo>
                    <a:pt x="1004971" y="433228"/>
                  </a:lnTo>
                  <a:lnTo>
                    <a:pt x="998403" y="435985"/>
                  </a:lnTo>
                  <a:lnTo>
                    <a:pt x="988257" y="438190"/>
                  </a:lnTo>
                  <a:lnTo>
                    <a:pt x="971250" y="442098"/>
                  </a:lnTo>
                  <a:lnTo>
                    <a:pt x="961006" y="445306"/>
                  </a:lnTo>
                  <a:lnTo>
                    <a:pt x="952183" y="446508"/>
                  </a:lnTo>
                  <a:lnTo>
                    <a:pt x="944488" y="446258"/>
                  </a:lnTo>
                  <a:lnTo>
                    <a:pt x="943557" y="445957"/>
                  </a:lnTo>
                  <a:lnTo>
                    <a:pt x="937136" y="444103"/>
                  </a:lnTo>
                  <a:lnTo>
                    <a:pt x="929686" y="439593"/>
                  </a:lnTo>
                  <a:lnTo>
                    <a:pt x="924883" y="435734"/>
                  </a:lnTo>
                  <a:lnTo>
                    <a:pt x="917335" y="434130"/>
                  </a:lnTo>
                  <a:lnTo>
                    <a:pt x="905817" y="433379"/>
                  </a:lnTo>
                  <a:lnTo>
                    <a:pt x="901552" y="435133"/>
                  </a:lnTo>
                  <a:lnTo>
                    <a:pt x="897876" y="444253"/>
                  </a:lnTo>
                  <a:lnTo>
                    <a:pt x="896994" y="447761"/>
                  </a:lnTo>
                  <a:lnTo>
                    <a:pt x="895475" y="450467"/>
                  </a:lnTo>
                  <a:lnTo>
                    <a:pt x="894151" y="452873"/>
                  </a:lnTo>
                  <a:lnTo>
                    <a:pt x="889838" y="456531"/>
                  </a:lnTo>
                  <a:lnTo>
                    <a:pt x="884104" y="459337"/>
                  </a:lnTo>
                  <a:lnTo>
                    <a:pt x="879104" y="464850"/>
                  </a:lnTo>
                  <a:lnTo>
                    <a:pt x="868419" y="475774"/>
                  </a:lnTo>
                  <a:lnTo>
                    <a:pt x="854254" y="488052"/>
                  </a:lnTo>
                  <a:lnTo>
                    <a:pt x="847785" y="496070"/>
                  </a:lnTo>
                  <a:lnTo>
                    <a:pt x="845530" y="500681"/>
                  </a:lnTo>
                  <a:lnTo>
                    <a:pt x="845628" y="504389"/>
                  </a:lnTo>
                  <a:lnTo>
                    <a:pt x="846706" y="510553"/>
                  </a:lnTo>
                  <a:lnTo>
                    <a:pt x="847736" y="515765"/>
                  </a:lnTo>
                  <a:lnTo>
                    <a:pt x="850284" y="517819"/>
                  </a:lnTo>
                  <a:lnTo>
                    <a:pt x="853127" y="519774"/>
                  </a:lnTo>
                  <a:lnTo>
                    <a:pt x="853323" y="522480"/>
                  </a:lnTo>
                  <a:lnTo>
                    <a:pt x="853176" y="525737"/>
                  </a:lnTo>
                  <a:lnTo>
                    <a:pt x="854254" y="529546"/>
                  </a:lnTo>
                  <a:lnTo>
                    <a:pt x="855480" y="532904"/>
                  </a:lnTo>
                  <a:lnTo>
                    <a:pt x="856411" y="536562"/>
                  </a:lnTo>
                  <a:lnTo>
                    <a:pt x="855921" y="540771"/>
                  </a:lnTo>
                  <a:lnTo>
                    <a:pt x="856558" y="544129"/>
                  </a:lnTo>
                  <a:lnTo>
                    <a:pt x="858519" y="547336"/>
                  </a:lnTo>
                  <a:lnTo>
                    <a:pt x="860332" y="549541"/>
                  </a:lnTo>
                  <a:lnTo>
                    <a:pt x="861165" y="550594"/>
                  </a:lnTo>
                  <a:lnTo>
                    <a:pt x="862538" y="552448"/>
                  </a:lnTo>
                  <a:lnTo>
                    <a:pt x="865822" y="557459"/>
                  </a:lnTo>
                  <a:lnTo>
                    <a:pt x="869841" y="561518"/>
                  </a:lnTo>
                  <a:lnTo>
                    <a:pt x="870233" y="563523"/>
                  </a:lnTo>
                  <a:lnTo>
                    <a:pt x="871213" y="565377"/>
                  </a:lnTo>
                  <a:lnTo>
                    <a:pt x="871556" y="565978"/>
                  </a:lnTo>
                  <a:lnTo>
                    <a:pt x="872389" y="567582"/>
                  </a:lnTo>
                  <a:lnTo>
                    <a:pt x="873664" y="569937"/>
                  </a:lnTo>
                  <a:lnTo>
                    <a:pt x="878124" y="571541"/>
                  </a:lnTo>
                  <a:lnTo>
                    <a:pt x="879545" y="572543"/>
                  </a:lnTo>
                  <a:lnTo>
                    <a:pt x="881849" y="573646"/>
                  </a:lnTo>
                  <a:lnTo>
                    <a:pt x="883761" y="574748"/>
                  </a:lnTo>
                  <a:lnTo>
                    <a:pt x="884643" y="575450"/>
                  </a:lnTo>
                  <a:lnTo>
                    <a:pt x="884006" y="575800"/>
                  </a:lnTo>
                  <a:lnTo>
                    <a:pt x="882878" y="576402"/>
                  </a:lnTo>
                  <a:lnTo>
                    <a:pt x="881653" y="577103"/>
                  </a:lnTo>
                  <a:lnTo>
                    <a:pt x="881212" y="577404"/>
                  </a:lnTo>
                  <a:lnTo>
                    <a:pt x="880624" y="577855"/>
                  </a:lnTo>
                  <a:lnTo>
                    <a:pt x="879938" y="578356"/>
                  </a:lnTo>
                  <a:lnTo>
                    <a:pt x="879055" y="578757"/>
                  </a:lnTo>
                  <a:lnTo>
                    <a:pt x="878614" y="579008"/>
                  </a:lnTo>
                  <a:lnTo>
                    <a:pt x="877928" y="579359"/>
                  </a:lnTo>
                  <a:lnTo>
                    <a:pt x="876997" y="579609"/>
                  </a:lnTo>
                  <a:lnTo>
                    <a:pt x="876507" y="579860"/>
                  </a:lnTo>
                  <a:lnTo>
                    <a:pt x="876360" y="580060"/>
                  </a:lnTo>
                  <a:lnTo>
                    <a:pt x="875967" y="580361"/>
                  </a:lnTo>
                  <a:lnTo>
                    <a:pt x="875330" y="580862"/>
                  </a:lnTo>
                  <a:lnTo>
                    <a:pt x="874399" y="581413"/>
                  </a:lnTo>
                  <a:lnTo>
                    <a:pt x="874007" y="581563"/>
                  </a:lnTo>
                  <a:lnTo>
                    <a:pt x="873272" y="581814"/>
                  </a:lnTo>
                  <a:lnTo>
                    <a:pt x="872782" y="582065"/>
                  </a:lnTo>
                  <a:lnTo>
                    <a:pt x="872193" y="582516"/>
                  </a:lnTo>
                  <a:lnTo>
                    <a:pt x="871262" y="583117"/>
                  </a:lnTo>
                  <a:lnTo>
                    <a:pt x="870380" y="584069"/>
                  </a:lnTo>
                  <a:lnTo>
                    <a:pt x="869449" y="584721"/>
                  </a:lnTo>
                  <a:lnTo>
                    <a:pt x="868615" y="585021"/>
                  </a:lnTo>
                  <a:lnTo>
                    <a:pt x="867586" y="585322"/>
                  </a:lnTo>
                  <a:lnTo>
                    <a:pt x="866557" y="585623"/>
                  </a:lnTo>
                  <a:lnTo>
                    <a:pt x="865479" y="585723"/>
                  </a:lnTo>
                  <a:lnTo>
                    <a:pt x="864596" y="585973"/>
                  </a:lnTo>
                  <a:lnTo>
                    <a:pt x="863861" y="585973"/>
                  </a:lnTo>
                  <a:lnTo>
                    <a:pt x="863224" y="585973"/>
                  </a:lnTo>
                  <a:lnTo>
                    <a:pt x="862195" y="586174"/>
                  </a:lnTo>
                  <a:lnTo>
                    <a:pt x="861214" y="586575"/>
                  </a:lnTo>
                  <a:lnTo>
                    <a:pt x="860136" y="586825"/>
                  </a:lnTo>
                  <a:lnTo>
                    <a:pt x="859254" y="586976"/>
                  </a:lnTo>
                  <a:lnTo>
                    <a:pt x="858617" y="586976"/>
                  </a:lnTo>
                  <a:lnTo>
                    <a:pt x="858274" y="587076"/>
                  </a:lnTo>
                  <a:lnTo>
                    <a:pt x="857734" y="587327"/>
                  </a:lnTo>
                  <a:lnTo>
                    <a:pt x="857048" y="587677"/>
                  </a:lnTo>
                  <a:lnTo>
                    <a:pt x="855578" y="588379"/>
                  </a:lnTo>
                  <a:lnTo>
                    <a:pt x="854794" y="588680"/>
                  </a:lnTo>
                  <a:lnTo>
                    <a:pt x="854205" y="588880"/>
                  </a:lnTo>
                  <a:lnTo>
                    <a:pt x="853470" y="589481"/>
                  </a:lnTo>
                  <a:lnTo>
                    <a:pt x="852833" y="590183"/>
                  </a:lnTo>
                  <a:lnTo>
                    <a:pt x="852196" y="590985"/>
                  </a:lnTo>
                  <a:lnTo>
                    <a:pt x="851167" y="591736"/>
                  </a:lnTo>
                  <a:lnTo>
                    <a:pt x="850382" y="592037"/>
                  </a:lnTo>
                  <a:lnTo>
                    <a:pt x="849598" y="592689"/>
                  </a:lnTo>
                  <a:lnTo>
                    <a:pt x="849010" y="593039"/>
                  </a:lnTo>
                  <a:lnTo>
                    <a:pt x="848520" y="593390"/>
                  </a:lnTo>
                  <a:lnTo>
                    <a:pt x="848128" y="593992"/>
                  </a:lnTo>
                  <a:lnTo>
                    <a:pt x="847736" y="594342"/>
                  </a:lnTo>
                  <a:lnTo>
                    <a:pt x="847246" y="594693"/>
                  </a:lnTo>
                  <a:lnTo>
                    <a:pt x="846755" y="594843"/>
                  </a:lnTo>
                  <a:lnTo>
                    <a:pt x="846314" y="594894"/>
                  </a:lnTo>
                  <a:lnTo>
                    <a:pt x="845677" y="595094"/>
                  </a:lnTo>
                  <a:lnTo>
                    <a:pt x="844942" y="595144"/>
                  </a:lnTo>
                  <a:lnTo>
                    <a:pt x="844305" y="595244"/>
                  </a:lnTo>
                  <a:lnTo>
                    <a:pt x="843766" y="595495"/>
                  </a:lnTo>
                  <a:lnTo>
                    <a:pt x="843128" y="596096"/>
                  </a:lnTo>
                  <a:lnTo>
                    <a:pt x="842785" y="596698"/>
                  </a:lnTo>
                  <a:lnTo>
                    <a:pt x="842295" y="597650"/>
                  </a:lnTo>
                  <a:lnTo>
                    <a:pt x="842001" y="598301"/>
                  </a:lnTo>
                  <a:lnTo>
                    <a:pt x="841658" y="598752"/>
                  </a:lnTo>
                  <a:lnTo>
                    <a:pt x="841364" y="599153"/>
                  </a:lnTo>
                  <a:lnTo>
                    <a:pt x="841119" y="599805"/>
                  </a:lnTo>
                  <a:lnTo>
                    <a:pt x="840923" y="600306"/>
                  </a:lnTo>
                  <a:lnTo>
                    <a:pt x="840776" y="600857"/>
                  </a:lnTo>
                  <a:lnTo>
                    <a:pt x="840727" y="601659"/>
                  </a:lnTo>
                  <a:lnTo>
                    <a:pt x="840825" y="601960"/>
                  </a:lnTo>
                  <a:lnTo>
                    <a:pt x="841462" y="602811"/>
                  </a:lnTo>
                  <a:lnTo>
                    <a:pt x="841658" y="603212"/>
                  </a:lnTo>
                  <a:lnTo>
                    <a:pt x="841805" y="603313"/>
                  </a:lnTo>
                  <a:lnTo>
                    <a:pt x="842197" y="604014"/>
                  </a:lnTo>
                  <a:lnTo>
                    <a:pt x="842589" y="604716"/>
                  </a:lnTo>
                  <a:lnTo>
                    <a:pt x="842687" y="605016"/>
                  </a:lnTo>
                  <a:lnTo>
                    <a:pt x="842785" y="605267"/>
                  </a:lnTo>
                  <a:lnTo>
                    <a:pt x="843030" y="605417"/>
                  </a:lnTo>
                  <a:lnTo>
                    <a:pt x="843226" y="605668"/>
                  </a:lnTo>
                  <a:lnTo>
                    <a:pt x="843472" y="605818"/>
                  </a:lnTo>
                  <a:lnTo>
                    <a:pt x="843864" y="606420"/>
                  </a:lnTo>
                  <a:lnTo>
                    <a:pt x="844011" y="607171"/>
                  </a:lnTo>
                  <a:lnTo>
                    <a:pt x="843962" y="607723"/>
                  </a:lnTo>
                  <a:lnTo>
                    <a:pt x="843668" y="608224"/>
                  </a:lnTo>
                  <a:lnTo>
                    <a:pt x="843423" y="608474"/>
                  </a:lnTo>
                  <a:lnTo>
                    <a:pt x="843079" y="608775"/>
                  </a:lnTo>
                  <a:lnTo>
                    <a:pt x="842834" y="608975"/>
                  </a:lnTo>
                  <a:lnTo>
                    <a:pt x="842638" y="609226"/>
                  </a:lnTo>
                  <a:lnTo>
                    <a:pt x="842442" y="609477"/>
                  </a:lnTo>
                  <a:lnTo>
                    <a:pt x="842099" y="609877"/>
                  </a:lnTo>
                  <a:lnTo>
                    <a:pt x="841756" y="610429"/>
                  </a:lnTo>
                  <a:lnTo>
                    <a:pt x="841364" y="610980"/>
                  </a:lnTo>
                  <a:lnTo>
                    <a:pt x="840629" y="611531"/>
                  </a:lnTo>
                  <a:lnTo>
                    <a:pt x="840188" y="611782"/>
                  </a:lnTo>
                  <a:lnTo>
                    <a:pt x="839403" y="611982"/>
                  </a:lnTo>
                  <a:lnTo>
                    <a:pt x="839158" y="612032"/>
                  </a:lnTo>
                  <a:lnTo>
                    <a:pt x="838521" y="611932"/>
                  </a:lnTo>
                  <a:lnTo>
                    <a:pt x="838080" y="611631"/>
                  </a:lnTo>
                  <a:lnTo>
                    <a:pt x="837737" y="611381"/>
                  </a:lnTo>
                  <a:lnTo>
                    <a:pt x="837345" y="611030"/>
                  </a:lnTo>
                  <a:lnTo>
                    <a:pt x="837100" y="610779"/>
                  </a:lnTo>
                  <a:lnTo>
                    <a:pt x="836659" y="610379"/>
                  </a:lnTo>
                  <a:lnTo>
                    <a:pt x="836070" y="610429"/>
                  </a:lnTo>
                  <a:lnTo>
                    <a:pt x="835629" y="610529"/>
                  </a:lnTo>
                  <a:lnTo>
                    <a:pt x="834992" y="610479"/>
                  </a:lnTo>
                  <a:lnTo>
                    <a:pt x="834796" y="610429"/>
                  </a:lnTo>
                  <a:lnTo>
                    <a:pt x="834208" y="610429"/>
                  </a:lnTo>
                  <a:lnTo>
                    <a:pt x="833669" y="610379"/>
                  </a:lnTo>
                  <a:lnTo>
                    <a:pt x="832345" y="610729"/>
                  </a:lnTo>
                  <a:lnTo>
                    <a:pt x="830777" y="611080"/>
                  </a:lnTo>
                  <a:lnTo>
                    <a:pt x="829650" y="611531"/>
                  </a:lnTo>
                  <a:lnTo>
                    <a:pt x="828964" y="612032"/>
                  </a:lnTo>
                  <a:lnTo>
                    <a:pt x="828326" y="612984"/>
                  </a:lnTo>
                  <a:lnTo>
                    <a:pt x="827983" y="613786"/>
                  </a:lnTo>
                  <a:lnTo>
                    <a:pt x="827346" y="614438"/>
                  </a:lnTo>
                  <a:lnTo>
                    <a:pt x="825974" y="615440"/>
                  </a:lnTo>
                  <a:lnTo>
                    <a:pt x="825337" y="615691"/>
                  </a:lnTo>
                  <a:lnTo>
                    <a:pt x="824454" y="616041"/>
                  </a:lnTo>
                  <a:lnTo>
                    <a:pt x="823670" y="615941"/>
                  </a:lnTo>
                  <a:lnTo>
                    <a:pt x="822543" y="615390"/>
                  </a:lnTo>
                  <a:lnTo>
                    <a:pt x="822102" y="614989"/>
                  </a:lnTo>
                  <a:lnTo>
                    <a:pt x="821514" y="614388"/>
                  </a:lnTo>
                  <a:lnTo>
                    <a:pt x="820631" y="614388"/>
                  </a:lnTo>
                  <a:lnTo>
                    <a:pt x="819553" y="614889"/>
                  </a:lnTo>
                  <a:lnTo>
                    <a:pt x="818916" y="615841"/>
                  </a:lnTo>
                  <a:lnTo>
                    <a:pt x="818573" y="616793"/>
                  </a:lnTo>
                  <a:lnTo>
                    <a:pt x="818279" y="618296"/>
                  </a:lnTo>
                  <a:lnTo>
                    <a:pt x="817494" y="618848"/>
                  </a:lnTo>
                  <a:lnTo>
                    <a:pt x="816906" y="619299"/>
                  </a:lnTo>
                  <a:lnTo>
                    <a:pt x="816220" y="619900"/>
                  </a:lnTo>
                  <a:lnTo>
                    <a:pt x="815877" y="620251"/>
                  </a:lnTo>
                  <a:lnTo>
                    <a:pt x="815583" y="620852"/>
                  </a:lnTo>
                  <a:lnTo>
                    <a:pt x="814505" y="620852"/>
                  </a:lnTo>
                  <a:lnTo>
                    <a:pt x="812740" y="620602"/>
                  </a:lnTo>
                  <a:lnTo>
                    <a:pt x="811858" y="620351"/>
                  </a:lnTo>
                  <a:lnTo>
                    <a:pt x="810338" y="620301"/>
                  </a:lnTo>
                  <a:lnTo>
                    <a:pt x="808917" y="620952"/>
                  </a:lnTo>
                  <a:lnTo>
                    <a:pt x="807937" y="621654"/>
                  </a:lnTo>
                  <a:lnTo>
                    <a:pt x="807153" y="622506"/>
                  </a:lnTo>
                  <a:lnTo>
                    <a:pt x="805535" y="623157"/>
                  </a:lnTo>
                  <a:lnTo>
                    <a:pt x="803771" y="624009"/>
                  </a:lnTo>
                  <a:lnTo>
                    <a:pt x="803035" y="624460"/>
                  </a:lnTo>
                  <a:lnTo>
                    <a:pt x="801908" y="625212"/>
                  </a:lnTo>
                  <a:lnTo>
                    <a:pt x="800830" y="625914"/>
                  </a:lnTo>
                  <a:lnTo>
                    <a:pt x="799752" y="625663"/>
                  </a:lnTo>
                  <a:lnTo>
                    <a:pt x="799261" y="625463"/>
                  </a:lnTo>
                  <a:lnTo>
                    <a:pt x="798967" y="625012"/>
                  </a:lnTo>
                  <a:lnTo>
                    <a:pt x="798428" y="624110"/>
                  </a:lnTo>
                  <a:lnTo>
                    <a:pt x="797987" y="623608"/>
                  </a:lnTo>
                  <a:lnTo>
                    <a:pt x="797105" y="623057"/>
                  </a:lnTo>
                  <a:lnTo>
                    <a:pt x="796321" y="622957"/>
                  </a:lnTo>
                  <a:lnTo>
                    <a:pt x="795487" y="623258"/>
                  </a:lnTo>
                  <a:lnTo>
                    <a:pt x="794899" y="623659"/>
                  </a:lnTo>
                  <a:lnTo>
                    <a:pt x="794164" y="624561"/>
                  </a:lnTo>
                  <a:lnTo>
                    <a:pt x="793772" y="625413"/>
                  </a:lnTo>
                  <a:lnTo>
                    <a:pt x="792939" y="626315"/>
                  </a:lnTo>
                  <a:lnTo>
                    <a:pt x="792203" y="626766"/>
                  </a:lnTo>
                  <a:lnTo>
                    <a:pt x="791468" y="626565"/>
                  </a:lnTo>
                  <a:lnTo>
                    <a:pt x="790978" y="626264"/>
                  </a:lnTo>
                  <a:lnTo>
                    <a:pt x="790488" y="625613"/>
                  </a:lnTo>
                  <a:lnTo>
                    <a:pt x="789900" y="624761"/>
                  </a:lnTo>
                  <a:lnTo>
                    <a:pt x="789312" y="623909"/>
                  </a:lnTo>
                  <a:lnTo>
                    <a:pt x="788576" y="622957"/>
                  </a:lnTo>
                  <a:lnTo>
                    <a:pt x="788086" y="622606"/>
                  </a:lnTo>
                  <a:lnTo>
                    <a:pt x="787694" y="622706"/>
                  </a:lnTo>
                  <a:lnTo>
                    <a:pt x="787400" y="623107"/>
                  </a:lnTo>
                  <a:lnTo>
                    <a:pt x="787155" y="623608"/>
                  </a:lnTo>
                  <a:lnTo>
                    <a:pt x="786420" y="623859"/>
                  </a:lnTo>
                  <a:lnTo>
                    <a:pt x="785146" y="623909"/>
                  </a:lnTo>
                  <a:lnTo>
                    <a:pt x="784410" y="624009"/>
                  </a:lnTo>
                  <a:lnTo>
                    <a:pt x="783969" y="624260"/>
                  </a:lnTo>
                  <a:lnTo>
                    <a:pt x="783332" y="624811"/>
                  </a:lnTo>
                  <a:lnTo>
                    <a:pt x="782842" y="625413"/>
                  </a:lnTo>
                  <a:lnTo>
                    <a:pt x="782548" y="625813"/>
                  </a:lnTo>
                  <a:lnTo>
                    <a:pt x="781960" y="626415"/>
                  </a:lnTo>
                  <a:lnTo>
                    <a:pt x="781175" y="626615"/>
                  </a:lnTo>
                  <a:lnTo>
                    <a:pt x="780391" y="626866"/>
                  </a:lnTo>
                  <a:lnTo>
                    <a:pt x="779656" y="626916"/>
                  </a:lnTo>
                  <a:lnTo>
                    <a:pt x="779215" y="626766"/>
                  </a:lnTo>
                  <a:lnTo>
                    <a:pt x="778774" y="626766"/>
                  </a:lnTo>
                  <a:lnTo>
                    <a:pt x="778088" y="626916"/>
                  </a:lnTo>
                  <a:lnTo>
                    <a:pt x="776519" y="627367"/>
                  </a:lnTo>
                  <a:lnTo>
                    <a:pt x="775049" y="628018"/>
                  </a:lnTo>
                  <a:lnTo>
                    <a:pt x="774216" y="628720"/>
                  </a:lnTo>
                  <a:lnTo>
                    <a:pt x="773872" y="629171"/>
                  </a:lnTo>
                  <a:lnTo>
                    <a:pt x="772892" y="630424"/>
                  </a:lnTo>
                  <a:lnTo>
                    <a:pt x="772059" y="631476"/>
                  </a:lnTo>
                  <a:lnTo>
                    <a:pt x="771667" y="632078"/>
                  </a:lnTo>
                  <a:lnTo>
                    <a:pt x="770834" y="633130"/>
                  </a:lnTo>
                  <a:lnTo>
                    <a:pt x="770540" y="633681"/>
                  </a:lnTo>
                  <a:lnTo>
                    <a:pt x="769069" y="634633"/>
                  </a:lnTo>
                  <a:lnTo>
                    <a:pt x="768432" y="635535"/>
                  </a:lnTo>
                  <a:lnTo>
                    <a:pt x="767844" y="636738"/>
                  </a:lnTo>
                  <a:lnTo>
                    <a:pt x="766569" y="638993"/>
                  </a:lnTo>
                  <a:lnTo>
                    <a:pt x="765785" y="640246"/>
                  </a:lnTo>
                  <a:lnTo>
                    <a:pt x="764707" y="641749"/>
                  </a:lnTo>
                  <a:lnTo>
                    <a:pt x="763972" y="642752"/>
                  </a:lnTo>
                  <a:lnTo>
                    <a:pt x="763089" y="643503"/>
                  </a:lnTo>
                  <a:lnTo>
                    <a:pt x="762697" y="643854"/>
                  </a:lnTo>
                  <a:lnTo>
                    <a:pt x="761521" y="645257"/>
                  </a:lnTo>
                  <a:lnTo>
                    <a:pt x="760737" y="646210"/>
                  </a:lnTo>
                  <a:lnTo>
                    <a:pt x="759855" y="647563"/>
                  </a:lnTo>
                  <a:lnTo>
                    <a:pt x="759217" y="648615"/>
                  </a:lnTo>
                  <a:lnTo>
                    <a:pt x="758335" y="649317"/>
                  </a:lnTo>
                  <a:lnTo>
                    <a:pt x="757894" y="650018"/>
                  </a:lnTo>
                  <a:lnTo>
                    <a:pt x="757404" y="650770"/>
                  </a:lnTo>
                  <a:lnTo>
                    <a:pt x="756130" y="651071"/>
                  </a:lnTo>
                  <a:lnTo>
                    <a:pt x="755051" y="651071"/>
                  </a:lnTo>
                  <a:lnTo>
                    <a:pt x="754071" y="651171"/>
                  </a:lnTo>
                  <a:lnTo>
                    <a:pt x="752846" y="651071"/>
                  </a:lnTo>
                  <a:lnTo>
                    <a:pt x="752160" y="650820"/>
                  </a:lnTo>
                  <a:lnTo>
                    <a:pt x="751326" y="650519"/>
                  </a:lnTo>
                  <a:lnTo>
                    <a:pt x="750934" y="650219"/>
                  </a:lnTo>
                  <a:lnTo>
                    <a:pt x="750689" y="650168"/>
                  </a:lnTo>
                  <a:lnTo>
                    <a:pt x="749954" y="650219"/>
                  </a:lnTo>
                  <a:lnTo>
                    <a:pt x="748631" y="650569"/>
                  </a:lnTo>
                  <a:lnTo>
                    <a:pt x="747258" y="650820"/>
                  </a:lnTo>
                  <a:lnTo>
                    <a:pt x="746131" y="651221"/>
                  </a:lnTo>
                  <a:lnTo>
                    <a:pt x="745200" y="651622"/>
                  </a:lnTo>
                  <a:lnTo>
                    <a:pt x="743582" y="652674"/>
                  </a:lnTo>
                  <a:lnTo>
                    <a:pt x="742700" y="653476"/>
                  </a:lnTo>
                  <a:lnTo>
                    <a:pt x="741279" y="654478"/>
                  </a:lnTo>
                  <a:lnTo>
                    <a:pt x="740151" y="655230"/>
                  </a:lnTo>
                  <a:lnTo>
                    <a:pt x="739367" y="655731"/>
                  </a:lnTo>
                  <a:lnTo>
                    <a:pt x="738142" y="656282"/>
                  </a:lnTo>
                  <a:lnTo>
                    <a:pt x="736965" y="656934"/>
                  </a:lnTo>
                  <a:lnTo>
                    <a:pt x="735348" y="657435"/>
                  </a:lnTo>
                  <a:lnTo>
                    <a:pt x="732456" y="658838"/>
                  </a:lnTo>
                  <a:lnTo>
                    <a:pt x="731280" y="659490"/>
                  </a:lnTo>
                  <a:lnTo>
                    <a:pt x="730349" y="660341"/>
                  </a:lnTo>
                  <a:lnTo>
                    <a:pt x="729466" y="661043"/>
                  </a:lnTo>
                  <a:lnTo>
                    <a:pt x="728388" y="661745"/>
                  </a:lnTo>
                  <a:lnTo>
                    <a:pt x="727065" y="662296"/>
                  </a:lnTo>
                  <a:lnTo>
                    <a:pt x="726231" y="662446"/>
                  </a:lnTo>
                  <a:lnTo>
                    <a:pt x="724810" y="662847"/>
                  </a:lnTo>
                  <a:lnTo>
                    <a:pt x="723242" y="663699"/>
                  </a:lnTo>
                  <a:lnTo>
                    <a:pt x="722310" y="663699"/>
                  </a:lnTo>
                  <a:lnTo>
                    <a:pt x="721526" y="663699"/>
                  </a:lnTo>
                  <a:lnTo>
                    <a:pt x="720938" y="664000"/>
                  </a:lnTo>
                  <a:lnTo>
                    <a:pt x="719811" y="664701"/>
                  </a:lnTo>
                  <a:lnTo>
                    <a:pt x="719222" y="664902"/>
                  </a:lnTo>
                  <a:lnTo>
                    <a:pt x="718046" y="665002"/>
                  </a:lnTo>
                  <a:lnTo>
                    <a:pt x="717409" y="664902"/>
                  </a:lnTo>
                  <a:lnTo>
                    <a:pt x="716821" y="665152"/>
                  </a:lnTo>
                  <a:lnTo>
                    <a:pt x="716331" y="665704"/>
                  </a:lnTo>
                  <a:lnTo>
                    <a:pt x="715350" y="665854"/>
                  </a:lnTo>
                  <a:lnTo>
                    <a:pt x="714517" y="665754"/>
                  </a:lnTo>
                  <a:lnTo>
                    <a:pt x="713292" y="665353"/>
                  </a:lnTo>
                  <a:lnTo>
                    <a:pt x="712312" y="664952"/>
                  </a:lnTo>
                  <a:lnTo>
                    <a:pt x="711086" y="665253"/>
                  </a:lnTo>
                  <a:lnTo>
                    <a:pt x="710302" y="665954"/>
                  </a:lnTo>
                  <a:lnTo>
                    <a:pt x="709959" y="666355"/>
                  </a:lnTo>
                  <a:lnTo>
                    <a:pt x="709812" y="666856"/>
                  </a:lnTo>
                  <a:lnTo>
                    <a:pt x="709371" y="667157"/>
                  </a:lnTo>
                  <a:lnTo>
                    <a:pt x="708979" y="667257"/>
                  </a:lnTo>
                  <a:lnTo>
                    <a:pt x="708145" y="667257"/>
                  </a:lnTo>
                  <a:lnTo>
                    <a:pt x="707802" y="667357"/>
                  </a:lnTo>
                  <a:lnTo>
                    <a:pt x="707067" y="667758"/>
                  </a:lnTo>
                  <a:lnTo>
                    <a:pt x="706577" y="668259"/>
                  </a:lnTo>
                  <a:lnTo>
                    <a:pt x="705744" y="668760"/>
                  </a:lnTo>
                  <a:lnTo>
                    <a:pt x="705156" y="669061"/>
                  </a:lnTo>
                  <a:lnTo>
                    <a:pt x="703979" y="669512"/>
                  </a:lnTo>
                  <a:lnTo>
                    <a:pt x="703195" y="669612"/>
                  </a:lnTo>
                  <a:lnTo>
                    <a:pt x="702019" y="669763"/>
                  </a:lnTo>
                  <a:lnTo>
                    <a:pt x="700940" y="669763"/>
                  </a:lnTo>
                  <a:lnTo>
                    <a:pt x="700352" y="669813"/>
                  </a:lnTo>
                  <a:lnTo>
                    <a:pt x="699960" y="669913"/>
                  </a:lnTo>
                  <a:lnTo>
                    <a:pt x="699372" y="670114"/>
                  </a:lnTo>
                  <a:lnTo>
                    <a:pt x="698686" y="670364"/>
                  </a:lnTo>
                  <a:lnTo>
                    <a:pt x="698098" y="670514"/>
                  </a:lnTo>
                  <a:lnTo>
                    <a:pt x="697264" y="670565"/>
                  </a:lnTo>
                  <a:lnTo>
                    <a:pt x="697019" y="670565"/>
                  </a:lnTo>
                  <a:lnTo>
                    <a:pt x="696774" y="670464"/>
                  </a:lnTo>
                  <a:lnTo>
                    <a:pt x="696235" y="670464"/>
                  </a:lnTo>
                  <a:lnTo>
                    <a:pt x="695794" y="670965"/>
                  </a:lnTo>
                  <a:lnTo>
                    <a:pt x="695647" y="671316"/>
                  </a:lnTo>
                  <a:lnTo>
                    <a:pt x="695892" y="672068"/>
                  </a:lnTo>
                  <a:lnTo>
                    <a:pt x="695549" y="672369"/>
                  </a:lnTo>
                  <a:lnTo>
                    <a:pt x="695206" y="672870"/>
                  </a:lnTo>
                  <a:lnTo>
                    <a:pt x="695353" y="673321"/>
                  </a:lnTo>
                  <a:lnTo>
                    <a:pt x="695255" y="673722"/>
                  </a:lnTo>
                  <a:lnTo>
                    <a:pt x="694618" y="675025"/>
                  </a:lnTo>
                  <a:lnTo>
                    <a:pt x="693883" y="675125"/>
                  </a:lnTo>
                  <a:lnTo>
                    <a:pt x="693392" y="675025"/>
                  </a:lnTo>
                  <a:lnTo>
                    <a:pt x="693000" y="674924"/>
                  </a:lnTo>
                  <a:lnTo>
                    <a:pt x="692020" y="674624"/>
                  </a:lnTo>
                  <a:lnTo>
                    <a:pt x="690942" y="674373"/>
                  </a:lnTo>
                  <a:lnTo>
                    <a:pt x="690550" y="674373"/>
                  </a:lnTo>
                  <a:lnTo>
                    <a:pt x="690109" y="674824"/>
                  </a:lnTo>
                  <a:lnTo>
                    <a:pt x="689667" y="675576"/>
                  </a:lnTo>
                  <a:lnTo>
                    <a:pt x="689275" y="676678"/>
                  </a:lnTo>
                  <a:lnTo>
                    <a:pt x="689226" y="677280"/>
                  </a:lnTo>
                  <a:lnTo>
                    <a:pt x="689079" y="678182"/>
                  </a:lnTo>
                  <a:lnTo>
                    <a:pt x="688687" y="678583"/>
                  </a:lnTo>
                  <a:lnTo>
                    <a:pt x="688148" y="678783"/>
                  </a:lnTo>
                  <a:lnTo>
                    <a:pt x="687560" y="678883"/>
                  </a:lnTo>
                  <a:lnTo>
                    <a:pt x="687119" y="678783"/>
                  </a:lnTo>
                  <a:lnTo>
                    <a:pt x="686923" y="678683"/>
                  </a:lnTo>
                  <a:lnTo>
                    <a:pt x="686334" y="678733"/>
                  </a:lnTo>
                  <a:lnTo>
                    <a:pt x="686138" y="678933"/>
                  </a:lnTo>
                  <a:lnTo>
                    <a:pt x="685844" y="679334"/>
                  </a:lnTo>
                  <a:lnTo>
                    <a:pt x="685403" y="679535"/>
                  </a:lnTo>
                  <a:lnTo>
                    <a:pt x="684717" y="679084"/>
                  </a:lnTo>
                  <a:lnTo>
                    <a:pt x="684227" y="678783"/>
                  </a:lnTo>
                  <a:lnTo>
                    <a:pt x="683835" y="678583"/>
                  </a:lnTo>
                  <a:lnTo>
                    <a:pt x="683296" y="678432"/>
                  </a:lnTo>
                  <a:lnTo>
                    <a:pt x="682707" y="678583"/>
                  </a:lnTo>
                  <a:lnTo>
                    <a:pt x="682315" y="678733"/>
                  </a:lnTo>
                  <a:lnTo>
                    <a:pt x="681923" y="679084"/>
                  </a:lnTo>
                  <a:lnTo>
                    <a:pt x="681678" y="679936"/>
                  </a:lnTo>
                  <a:lnTo>
                    <a:pt x="681384" y="680487"/>
                  </a:lnTo>
                  <a:lnTo>
                    <a:pt x="681041" y="680988"/>
                  </a:lnTo>
                  <a:lnTo>
                    <a:pt x="680404" y="681339"/>
                  </a:lnTo>
                  <a:lnTo>
                    <a:pt x="679571" y="681489"/>
                  </a:lnTo>
                  <a:lnTo>
                    <a:pt x="678737" y="681840"/>
                  </a:lnTo>
                  <a:lnTo>
                    <a:pt x="677414" y="682441"/>
                  </a:lnTo>
                  <a:lnTo>
                    <a:pt x="675993" y="682792"/>
                  </a:lnTo>
                  <a:lnTo>
                    <a:pt x="674473" y="683143"/>
                  </a:lnTo>
                  <a:lnTo>
                    <a:pt x="673444" y="683694"/>
                  </a:lnTo>
                  <a:lnTo>
                    <a:pt x="672170" y="683794"/>
                  </a:lnTo>
                  <a:lnTo>
                    <a:pt x="670748" y="684446"/>
                  </a:lnTo>
                  <a:lnTo>
                    <a:pt x="669572" y="684697"/>
                  </a:lnTo>
                  <a:lnTo>
                    <a:pt x="668788" y="684697"/>
                  </a:lnTo>
                  <a:lnTo>
                    <a:pt x="668200" y="684847"/>
                  </a:lnTo>
                  <a:lnTo>
                    <a:pt x="667219" y="685248"/>
                  </a:lnTo>
                  <a:lnTo>
                    <a:pt x="666582" y="685498"/>
                  </a:lnTo>
                  <a:lnTo>
                    <a:pt x="666043" y="685498"/>
                  </a:lnTo>
                  <a:lnTo>
                    <a:pt x="665553" y="685348"/>
                  </a:lnTo>
                  <a:lnTo>
                    <a:pt x="664769" y="684997"/>
                  </a:lnTo>
                  <a:lnTo>
                    <a:pt x="664573" y="684847"/>
                  </a:lnTo>
                  <a:lnTo>
                    <a:pt x="664180" y="684797"/>
                  </a:lnTo>
                  <a:lnTo>
                    <a:pt x="663886" y="684596"/>
                  </a:lnTo>
                  <a:lnTo>
                    <a:pt x="663445" y="684546"/>
                  </a:lnTo>
                  <a:lnTo>
                    <a:pt x="662759" y="684697"/>
                  </a:lnTo>
                  <a:lnTo>
                    <a:pt x="662416" y="684797"/>
                  </a:lnTo>
                  <a:lnTo>
                    <a:pt x="661436" y="684797"/>
                  </a:lnTo>
                  <a:lnTo>
                    <a:pt x="660651" y="684797"/>
                  </a:lnTo>
                  <a:lnTo>
                    <a:pt x="659671" y="684747"/>
                  </a:lnTo>
                  <a:lnTo>
                    <a:pt x="658593" y="684596"/>
                  </a:lnTo>
                  <a:lnTo>
                    <a:pt x="657956" y="684596"/>
                  </a:lnTo>
                  <a:lnTo>
                    <a:pt x="657515" y="684646"/>
                  </a:lnTo>
                  <a:lnTo>
                    <a:pt x="656730" y="684997"/>
                  </a:lnTo>
                  <a:lnTo>
                    <a:pt x="656191" y="685198"/>
                  </a:lnTo>
                  <a:lnTo>
                    <a:pt x="655113" y="685398"/>
                  </a:lnTo>
                  <a:lnTo>
                    <a:pt x="654133" y="685849"/>
                  </a:lnTo>
                  <a:lnTo>
                    <a:pt x="653054" y="685949"/>
                  </a:lnTo>
                  <a:lnTo>
                    <a:pt x="652907" y="685749"/>
                  </a:lnTo>
                  <a:lnTo>
                    <a:pt x="652221" y="685548"/>
                  </a:lnTo>
                  <a:lnTo>
                    <a:pt x="650996" y="685799"/>
                  </a:lnTo>
                  <a:lnTo>
                    <a:pt x="649819" y="685849"/>
                  </a:lnTo>
                  <a:lnTo>
                    <a:pt x="648692" y="685699"/>
                  </a:lnTo>
                  <a:lnTo>
                    <a:pt x="648153" y="685548"/>
                  </a:lnTo>
                  <a:lnTo>
                    <a:pt x="647565" y="685548"/>
                  </a:lnTo>
                  <a:lnTo>
                    <a:pt x="646781" y="685699"/>
                  </a:lnTo>
                  <a:lnTo>
                    <a:pt x="645751" y="685849"/>
                  </a:lnTo>
                  <a:lnTo>
                    <a:pt x="645114" y="685699"/>
                  </a:lnTo>
                  <a:lnTo>
                    <a:pt x="644379" y="685498"/>
                  </a:lnTo>
                  <a:lnTo>
                    <a:pt x="643791" y="685148"/>
                  </a:lnTo>
                  <a:lnTo>
                    <a:pt x="643203" y="685148"/>
                  </a:lnTo>
                  <a:lnTo>
                    <a:pt x="642467" y="685348"/>
                  </a:lnTo>
                  <a:lnTo>
                    <a:pt x="642124" y="685298"/>
                  </a:lnTo>
                  <a:lnTo>
                    <a:pt x="641340" y="684797"/>
                  </a:lnTo>
                  <a:lnTo>
                    <a:pt x="641046" y="684245"/>
                  </a:lnTo>
                  <a:lnTo>
                    <a:pt x="640556" y="683594"/>
                  </a:lnTo>
                  <a:lnTo>
                    <a:pt x="639919" y="683193"/>
                  </a:lnTo>
                  <a:lnTo>
                    <a:pt x="638988" y="683343"/>
                  </a:lnTo>
                  <a:lnTo>
                    <a:pt x="638252" y="683744"/>
                  </a:lnTo>
                  <a:lnTo>
                    <a:pt x="637713" y="684145"/>
                  </a:lnTo>
                  <a:lnTo>
                    <a:pt x="636831" y="684396"/>
                  </a:lnTo>
                  <a:lnTo>
                    <a:pt x="635851" y="684546"/>
                  </a:lnTo>
                  <a:lnTo>
                    <a:pt x="634331" y="684646"/>
                  </a:lnTo>
                  <a:lnTo>
                    <a:pt x="633302" y="684646"/>
                  </a:lnTo>
                  <a:lnTo>
                    <a:pt x="632665" y="684646"/>
                  </a:lnTo>
                  <a:lnTo>
                    <a:pt x="631685" y="684546"/>
                  </a:lnTo>
                  <a:lnTo>
                    <a:pt x="630900" y="684596"/>
                  </a:lnTo>
                  <a:lnTo>
                    <a:pt x="630263" y="684847"/>
                  </a:lnTo>
                  <a:lnTo>
                    <a:pt x="629626" y="685298"/>
                  </a:lnTo>
                  <a:lnTo>
                    <a:pt x="628205" y="686050"/>
                  </a:lnTo>
                  <a:lnTo>
                    <a:pt x="626538" y="686050"/>
                  </a:lnTo>
                  <a:lnTo>
                    <a:pt x="625607" y="685699"/>
                  </a:lnTo>
                  <a:lnTo>
                    <a:pt x="624480" y="685548"/>
                  </a:lnTo>
                  <a:lnTo>
                    <a:pt x="623450" y="685298"/>
                  </a:lnTo>
                  <a:lnTo>
                    <a:pt x="622029" y="684997"/>
                  </a:lnTo>
                  <a:lnTo>
                    <a:pt x="621098" y="684596"/>
                  </a:lnTo>
                  <a:lnTo>
                    <a:pt x="620411" y="684296"/>
                  </a:lnTo>
                  <a:lnTo>
                    <a:pt x="619921" y="683995"/>
                  </a:lnTo>
                  <a:lnTo>
                    <a:pt x="619186" y="683644"/>
                  </a:lnTo>
                  <a:lnTo>
                    <a:pt x="618598" y="683644"/>
                  </a:lnTo>
                  <a:lnTo>
                    <a:pt x="617569" y="683644"/>
                  </a:lnTo>
                  <a:lnTo>
                    <a:pt x="616588" y="683544"/>
                  </a:lnTo>
                  <a:lnTo>
                    <a:pt x="615706" y="683444"/>
                  </a:lnTo>
                  <a:lnTo>
                    <a:pt x="614775" y="682993"/>
                  </a:lnTo>
                  <a:lnTo>
                    <a:pt x="613844" y="682391"/>
                  </a:lnTo>
                  <a:lnTo>
                    <a:pt x="612814" y="681589"/>
                  </a:lnTo>
                  <a:lnTo>
                    <a:pt x="611883" y="681138"/>
                  </a:lnTo>
                  <a:lnTo>
                    <a:pt x="610707" y="680587"/>
                  </a:lnTo>
                  <a:lnTo>
                    <a:pt x="610413" y="680487"/>
                  </a:lnTo>
                  <a:lnTo>
                    <a:pt x="609972" y="680337"/>
                  </a:lnTo>
                  <a:lnTo>
                    <a:pt x="609285" y="680387"/>
                  </a:lnTo>
                  <a:lnTo>
                    <a:pt x="608991" y="680437"/>
                  </a:lnTo>
                  <a:lnTo>
                    <a:pt x="608109" y="680738"/>
                  </a:lnTo>
                  <a:lnTo>
                    <a:pt x="607472" y="681239"/>
                  </a:lnTo>
                  <a:lnTo>
                    <a:pt x="606835" y="682041"/>
                  </a:lnTo>
                  <a:lnTo>
                    <a:pt x="606345" y="682692"/>
                  </a:lnTo>
                  <a:lnTo>
                    <a:pt x="605805" y="683444"/>
                  </a:lnTo>
                  <a:lnTo>
                    <a:pt x="605462" y="683995"/>
                  </a:lnTo>
                  <a:lnTo>
                    <a:pt x="604825" y="684596"/>
                  </a:lnTo>
                  <a:lnTo>
                    <a:pt x="604384" y="684546"/>
                  </a:lnTo>
                  <a:lnTo>
                    <a:pt x="603747" y="684296"/>
                  </a:lnTo>
                  <a:lnTo>
                    <a:pt x="602620" y="683594"/>
                  </a:lnTo>
                  <a:lnTo>
                    <a:pt x="602276" y="683293"/>
                  </a:lnTo>
                  <a:lnTo>
                    <a:pt x="601688" y="682842"/>
                  </a:lnTo>
                  <a:lnTo>
                    <a:pt x="601149" y="682441"/>
                  </a:lnTo>
                  <a:lnTo>
                    <a:pt x="600659" y="682141"/>
                  </a:lnTo>
                  <a:lnTo>
                    <a:pt x="599777" y="682091"/>
                  </a:lnTo>
                  <a:lnTo>
                    <a:pt x="599091" y="682341"/>
                  </a:lnTo>
                  <a:lnTo>
                    <a:pt x="598502" y="682642"/>
                  </a:lnTo>
                  <a:lnTo>
                    <a:pt x="597767" y="683043"/>
                  </a:lnTo>
                  <a:lnTo>
                    <a:pt x="596983" y="683243"/>
                  </a:lnTo>
                  <a:lnTo>
                    <a:pt x="595954" y="682892"/>
                  </a:lnTo>
                  <a:lnTo>
                    <a:pt x="595513" y="682391"/>
                  </a:lnTo>
                  <a:lnTo>
                    <a:pt x="595120" y="682141"/>
                  </a:lnTo>
                  <a:lnTo>
                    <a:pt x="594434" y="681690"/>
                  </a:lnTo>
                  <a:lnTo>
                    <a:pt x="594140" y="681289"/>
                  </a:lnTo>
                  <a:lnTo>
                    <a:pt x="593699" y="680687"/>
                  </a:lnTo>
                  <a:lnTo>
                    <a:pt x="593209" y="680287"/>
                  </a:lnTo>
                  <a:lnTo>
                    <a:pt x="592425" y="679635"/>
                  </a:lnTo>
                  <a:lnTo>
                    <a:pt x="591690" y="679184"/>
                  </a:lnTo>
                  <a:lnTo>
                    <a:pt x="590807" y="678783"/>
                  </a:lnTo>
                  <a:lnTo>
                    <a:pt x="589778" y="678633"/>
                  </a:lnTo>
                  <a:lnTo>
                    <a:pt x="589190" y="678482"/>
                  </a:lnTo>
                  <a:lnTo>
                    <a:pt x="587867" y="678382"/>
                  </a:lnTo>
                  <a:lnTo>
                    <a:pt x="586788" y="678232"/>
                  </a:lnTo>
                  <a:lnTo>
                    <a:pt x="585906" y="678082"/>
                  </a:lnTo>
                  <a:lnTo>
                    <a:pt x="584877" y="678182"/>
                  </a:lnTo>
                  <a:lnTo>
                    <a:pt x="584289" y="678382"/>
                  </a:lnTo>
                  <a:lnTo>
                    <a:pt x="583651" y="678633"/>
                  </a:lnTo>
                  <a:lnTo>
                    <a:pt x="583112" y="678683"/>
                  </a:lnTo>
                  <a:lnTo>
                    <a:pt x="582426" y="678733"/>
                  </a:lnTo>
                  <a:lnTo>
                    <a:pt x="581397" y="678683"/>
                  </a:lnTo>
                  <a:lnTo>
                    <a:pt x="580514" y="678683"/>
                  </a:lnTo>
                  <a:lnTo>
                    <a:pt x="579779" y="678683"/>
                  </a:lnTo>
                  <a:lnTo>
                    <a:pt x="579044" y="678933"/>
                  </a:lnTo>
                  <a:lnTo>
                    <a:pt x="578358" y="679184"/>
                  </a:lnTo>
                  <a:lnTo>
                    <a:pt x="577231" y="679585"/>
                  </a:lnTo>
                  <a:lnTo>
                    <a:pt x="576250" y="680086"/>
                  </a:lnTo>
                  <a:lnTo>
                    <a:pt x="574290" y="680587"/>
                  </a:lnTo>
                  <a:lnTo>
                    <a:pt x="573653" y="680888"/>
                  </a:lnTo>
                  <a:lnTo>
                    <a:pt x="573162" y="681138"/>
                  </a:lnTo>
                  <a:lnTo>
                    <a:pt x="572721" y="681640"/>
                  </a:lnTo>
                  <a:lnTo>
                    <a:pt x="572231" y="682341"/>
                  </a:lnTo>
                  <a:lnTo>
                    <a:pt x="571349" y="682642"/>
                  </a:lnTo>
                  <a:lnTo>
                    <a:pt x="570712" y="682742"/>
                  </a:lnTo>
                  <a:lnTo>
                    <a:pt x="570075" y="682993"/>
                  </a:lnTo>
                  <a:lnTo>
                    <a:pt x="569585" y="683293"/>
                  </a:lnTo>
                  <a:lnTo>
                    <a:pt x="569143" y="683694"/>
                  </a:lnTo>
                  <a:lnTo>
                    <a:pt x="568359" y="683945"/>
                  </a:lnTo>
                  <a:lnTo>
                    <a:pt x="567771" y="684195"/>
                  </a:lnTo>
                  <a:lnTo>
                    <a:pt x="567134" y="684496"/>
                  </a:lnTo>
                  <a:lnTo>
                    <a:pt x="566203" y="684496"/>
                  </a:lnTo>
                  <a:lnTo>
                    <a:pt x="565467" y="684697"/>
                  </a:lnTo>
                  <a:lnTo>
                    <a:pt x="564487" y="685047"/>
                  </a:lnTo>
                  <a:lnTo>
                    <a:pt x="563262" y="685148"/>
                  </a:lnTo>
                  <a:lnTo>
                    <a:pt x="562036" y="685047"/>
                  </a:lnTo>
                  <a:lnTo>
                    <a:pt x="560125" y="684947"/>
                  </a:lnTo>
                  <a:lnTo>
                    <a:pt x="558655" y="684897"/>
                  </a:lnTo>
                  <a:lnTo>
                    <a:pt x="557870" y="685298"/>
                  </a:lnTo>
                  <a:lnTo>
                    <a:pt x="556547" y="685949"/>
                  </a:lnTo>
                  <a:lnTo>
                    <a:pt x="555126" y="686751"/>
                  </a:lnTo>
                  <a:lnTo>
                    <a:pt x="554292" y="687302"/>
                  </a:lnTo>
                  <a:lnTo>
                    <a:pt x="552234" y="688505"/>
                  </a:lnTo>
                  <a:lnTo>
                    <a:pt x="551204" y="689207"/>
                  </a:lnTo>
                  <a:lnTo>
                    <a:pt x="550959" y="689808"/>
                  </a:lnTo>
                  <a:lnTo>
                    <a:pt x="549930" y="690610"/>
                  </a:lnTo>
                  <a:lnTo>
                    <a:pt x="549048" y="691061"/>
                  </a:lnTo>
                  <a:lnTo>
                    <a:pt x="548019" y="691512"/>
                  </a:lnTo>
                  <a:lnTo>
                    <a:pt x="546156" y="691712"/>
                  </a:lnTo>
                  <a:lnTo>
                    <a:pt x="544637" y="691762"/>
                  </a:lnTo>
                  <a:lnTo>
                    <a:pt x="543558" y="692113"/>
                  </a:lnTo>
                  <a:lnTo>
                    <a:pt x="542529" y="692765"/>
                  </a:lnTo>
                  <a:lnTo>
                    <a:pt x="541941" y="693366"/>
                  </a:lnTo>
                  <a:lnTo>
                    <a:pt x="541549" y="693667"/>
                  </a:lnTo>
                  <a:lnTo>
                    <a:pt x="541010" y="693867"/>
                  </a:lnTo>
                  <a:lnTo>
                    <a:pt x="540078" y="693917"/>
                  </a:lnTo>
                  <a:lnTo>
                    <a:pt x="539147" y="693867"/>
                  </a:lnTo>
                  <a:lnTo>
                    <a:pt x="537187" y="694118"/>
                  </a:lnTo>
                  <a:lnTo>
                    <a:pt x="534442" y="693967"/>
                  </a:lnTo>
                  <a:lnTo>
                    <a:pt x="532873" y="693967"/>
                  </a:lnTo>
                  <a:lnTo>
                    <a:pt x="531697" y="694068"/>
                  </a:lnTo>
                  <a:lnTo>
                    <a:pt x="529884" y="694418"/>
                  </a:lnTo>
                  <a:lnTo>
                    <a:pt x="528609" y="694970"/>
                  </a:lnTo>
                  <a:lnTo>
                    <a:pt x="527727" y="695471"/>
                  </a:lnTo>
                  <a:lnTo>
                    <a:pt x="527041" y="696223"/>
                  </a:lnTo>
                  <a:lnTo>
                    <a:pt x="526600" y="696874"/>
                  </a:lnTo>
                  <a:lnTo>
                    <a:pt x="526012" y="697074"/>
                  </a:lnTo>
                  <a:lnTo>
                    <a:pt x="525423" y="697425"/>
                  </a:lnTo>
                  <a:lnTo>
                    <a:pt x="524394" y="697475"/>
                  </a:lnTo>
                  <a:lnTo>
                    <a:pt x="523855" y="697475"/>
                  </a:lnTo>
                  <a:lnTo>
                    <a:pt x="523561" y="697475"/>
                  </a:lnTo>
                  <a:lnTo>
                    <a:pt x="523169" y="697475"/>
                  </a:lnTo>
                  <a:lnTo>
                    <a:pt x="522875" y="697576"/>
                  </a:lnTo>
                  <a:lnTo>
                    <a:pt x="522238" y="697926"/>
                  </a:lnTo>
                  <a:lnTo>
                    <a:pt x="521355" y="697977"/>
                  </a:lnTo>
                  <a:lnTo>
                    <a:pt x="520718" y="698077"/>
                  </a:lnTo>
                  <a:lnTo>
                    <a:pt x="519640" y="698027"/>
                  </a:lnTo>
                  <a:lnTo>
                    <a:pt x="518954" y="698027"/>
                  </a:lnTo>
                  <a:lnTo>
                    <a:pt x="518513" y="698027"/>
                  </a:lnTo>
                  <a:lnTo>
                    <a:pt x="517483" y="698478"/>
                  </a:lnTo>
                  <a:lnTo>
                    <a:pt x="516454" y="698879"/>
                  </a:lnTo>
                  <a:lnTo>
                    <a:pt x="515768" y="699079"/>
                  </a:lnTo>
                  <a:lnTo>
                    <a:pt x="514787" y="699229"/>
                  </a:lnTo>
                  <a:lnTo>
                    <a:pt x="514101" y="699129"/>
                  </a:lnTo>
                  <a:lnTo>
                    <a:pt x="513415" y="699029"/>
                  </a:lnTo>
                  <a:lnTo>
                    <a:pt x="512288" y="699330"/>
                  </a:lnTo>
                  <a:lnTo>
                    <a:pt x="511504" y="699831"/>
                  </a:lnTo>
                  <a:lnTo>
                    <a:pt x="511259" y="700181"/>
                  </a:lnTo>
                  <a:lnTo>
                    <a:pt x="511062" y="700733"/>
                  </a:lnTo>
                  <a:lnTo>
                    <a:pt x="510866" y="701434"/>
                  </a:lnTo>
                  <a:lnTo>
                    <a:pt x="510229" y="701986"/>
                  </a:lnTo>
                  <a:lnTo>
                    <a:pt x="509886" y="702437"/>
                  </a:lnTo>
                  <a:lnTo>
                    <a:pt x="509396" y="702787"/>
                  </a:lnTo>
                  <a:lnTo>
                    <a:pt x="508367" y="703389"/>
                  </a:lnTo>
                  <a:lnTo>
                    <a:pt x="507435" y="703890"/>
                  </a:lnTo>
                  <a:lnTo>
                    <a:pt x="506847" y="704090"/>
                  </a:lnTo>
                  <a:lnTo>
                    <a:pt x="505769" y="704491"/>
                  </a:lnTo>
                  <a:lnTo>
                    <a:pt x="505230" y="704591"/>
                  </a:lnTo>
                  <a:lnTo>
                    <a:pt x="504250" y="704642"/>
                  </a:lnTo>
                  <a:lnTo>
                    <a:pt x="503759" y="704642"/>
                  </a:lnTo>
                  <a:lnTo>
                    <a:pt x="502975" y="705193"/>
                  </a:lnTo>
                  <a:lnTo>
                    <a:pt x="502583" y="705393"/>
                  </a:lnTo>
                  <a:lnTo>
                    <a:pt x="502093" y="705594"/>
                  </a:lnTo>
                  <a:lnTo>
                    <a:pt x="501162" y="705694"/>
                  </a:lnTo>
                  <a:lnTo>
                    <a:pt x="500574" y="705694"/>
                  </a:lnTo>
                  <a:lnTo>
                    <a:pt x="499495" y="705594"/>
                  </a:lnTo>
                  <a:lnTo>
                    <a:pt x="498466" y="705894"/>
                  </a:lnTo>
                  <a:lnTo>
                    <a:pt x="497535" y="706245"/>
                  </a:lnTo>
                  <a:lnTo>
                    <a:pt x="496604" y="706646"/>
                  </a:lnTo>
                  <a:lnTo>
                    <a:pt x="495133" y="707398"/>
                  </a:lnTo>
                  <a:lnTo>
                    <a:pt x="493467" y="708500"/>
                  </a:lnTo>
                  <a:lnTo>
                    <a:pt x="492682" y="709102"/>
                  </a:lnTo>
                  <a:lnTo>
                    <a:pt x="491702" y="709803"/>
                  </a:lnTo>
                  <a:lnTo>
                    <a:pt x="491212" y="710705"/>
                  </a:lnTo>
                  <a:lnTo>
                    <a:pt x="490428" y="711808"/>
                  </a:lnTo>
                  <a:lnTo>
                    <a:pt x="489693" y="712058"/>
                  </a:lnTo>
                  <a:lnTo>
                    <a:pt x="488761" y="712159"/>
                  </a:lnTo>
                  <a:lnTo>
                    <a:pt x="487487" y="712459"/>
                  </a:lnTo>
                  <a:lnTo>
                    <a:pt x="486360" y="712459"/>
                  </a:lnTo>
                  <a:lnTo>
                    <a:pt x="485281" y="712309"/>
                  </a:lnTo>
                  <a:lnTo>
                    <a:pt x="484497" y="711908"/>
                  </a:lnTo>
                  <a:lnTo>
                    <a:pt x="483860" y="711407"/>
                  </a:lnTo>
                  <a:lnTo>
                    <a:pt x="483223" y="711457"/>
                  </a:lnTo>
                  <a:lnTo>
                    <a:pt x="482635" y="711657"/>
                  </a:lnTo>
                  <a:lnTo>
                    <a:pt x="481801" y="712359"/>
                  </a:lnTo>
                  <a:lnTo>
                    <a:pt x="481409" y="712760"/>
                  </a:lnTo>
                  <a:lnTo>
                    <a:pt x="480821" y="713211"/>
                  </a:lnTo>
                  <a:lnTo>
                    <a:pt x="480625" y="713361"/>
                  </a:lnTo>
                  <a:lnTo>
                    <a:pt x="480429" y="713461"/>
                  </a:lnTo>
                  <a:lnTo>
                    <a:pt x="480233" y="713612"/>
                  </a:lnTo>
                  <a:lnTo>
                    <a:pt x="480086" y="713762"/>
                  </a:lnTo>
                  <a:lnTo>
                    <a:pt x="479939" y="713913"/>
                  </a:lnTo>
                  <a:lnTo>
                    <a:pt x="479792" y="714113"/>
                  </a:lnTo>
                  <a:lnTo>
                    <a:pt x="479645" y="714263"/>
                  </a:lnTo>
                  <a:lnTo>
                    <a:pt x="479498" y="714464"/>
                  </a:lnTo>
                  <a:lnTo>
                    <a:pt x="479351" y="714714"/>
                  </a:lnTo>
                  <a:lnTo>
                    <a:pt x="479302" y="714865"/>
                  </a:lnTo>
                  <a:lnTo>
                    <a:pt x="479155" y="715115"/>
                  </a:lnTo>
                  <a:lnTo>
                    <a:pt x="479008" y="715266"/>
                  </a:lnTo>
                  <a:lnTo>
                    <a:pt x="478763" y="715416"/>
                  </a:lnTo>
                  <a:lnTo>
                    <a:pt x="478223" y="715717"/>
                  </a:lnTo>
                  <a:lnTo>
                    <a:pt x="478027" y="715967"/>
                  </a:lnTo>
                  <a:lnTo>
                    <a:pt x="477880" y="716117"/>
                  </a:lnTo>
                  <a:lnTo>
                    <a:pt x="477733" y="716318"/>
                  </a:lnTo>
                  <a:lnTo>
                    <a:pt x="477635" y="716468"/>
                  </a:lnTo>
                  <a:lnTo>
                    <a:pt x="477488" y="716719"/>
                  </a:lnTo>
                  <a:lnTo>
                    <a:pt x="477390" y="716919"/>
                  </a:lnTo>
                  <a:lnTo>
                    <a:pt x="477194" y="717020"/>
                  </a:lnTo>
                  <a:lnTo>
                    <a:pt x="476949" y="717070"/>
                  </a:lnTo>
                  <a:lnTo>
                    <a:pt x="476753" y="717120"/>
                  </a:lnTo>
                  <a:lnTo>
                    <a:pt x="476459" y="717070"/>
                  </a:lnTo>
                  <a:lnTo>
                    <a:pt x="476263" y="717020"/>
                  </a:lnTo>
                  <a:lnTo>
                    <a:pt x="476018" y="716969"/>
                  </a:lnTo>
                  <a:lnTo>
                    <a:pt x="475773" y="716919"/>
                  </a:lnTo>
                  <a:lnTo>
                    <a:pt x="475528" y="716869"/>
                  </a:lnTo>
                  <a:lnTo>
                    <a:pt x="475283" y="716869"/>
                  </a:lnTo>
                  <a:lnTo>
                    <a:pt x="475038" y="716869"/>
                  </a:lnTo>
                  <a:lnTo>
                    <a:pt x="474793" y="716819"/>
                  </a:lnTo>
                  <a:lnTo>
                    <a:pt x="474547" y="716869"/>
                  </a:lnTo>
                  <a:lnTo>
                    <a:pt x="474351" y="716869"/>
                  </a:lnTo>
                  <a:lnTo>
                    <a:pt x="474106" y="716919"/>
                  </a:lnTo>
                  <a:lnTo>
                    <a:pt x="473861" y="716919"/>
                  </a:lnTo>
                  <a:lnTo>
                    <a:pt x="473665" y="716969"/>
                  </a:lnTo>
                  <a:lnTo>
                    <a:pt x="473469" y="717020"/>
                  </a:lnTo>
                  <a:lnTo>
                    <a:pt x="473224" y="717070"/>
                  </a:lnTo>
                  <a:lnTo>
                    <a:pt x="472979" y="717070"/>
                  </a:lnTo>
                  <a:lnTo>
                    <a:pt x="472734" y="717070"/>
                  </a:lnTo>
                  <a:lnTo>
                    <a:pt x="472538" y="717120"/>
                  </a:lnTo>
                  <a:lnTo>
                    <a:pt x="472244" y="717120"/>
                  </a:lnTo>
                  <a:lnTo>
                    <a:pt x="472048" y="717120"/>
                  </a:lnTo>
                  <a:lnTo>
                    <a:pt x="471852" y="717070"/>
                  </a:lnTo>
                  <a:lnTo>
                    <a:pt x="471411" y="716919"/>
                  </a:lnTo>
                  <a:lnTo>
                    <a:pt x="471117" y="716719"/>
                  </a:lnTo>
                  <a:lnTo>
                    <a:pt x="471068" y="716569"/>
                  </a:lnTo>
                  <a:lnTo>
                    <a:pt x="470822" y="716518"/>
                  </a:lnTo>
                  <a:lnTo>
                    <a:pt x="470626" y="716468"/>
                  </a:lnTo>
                  <a:lnTo>
                    <a:pt x="470381" y="716418"/>
                  </a:lnTo>
                  <a:lnTo>
                    <a:pt x="470136" y="716318"/>
                  </a:lnTo>
                  <a:lnTo>
                    <a:pt x="469940" y="716218"/>
                  </a:lnTo>
                  <a:lnTo>
                    <a:pt x="469744" y="716067"/>
                  </a:lnTo>
                  <a:lnTo>
                    <a:pt x="469548" y="715967"/>
                  </a:lnTo>
                  <a:lnTo>
                    <a:pt x="469352" y="715867"/>
                  </a:lnTo>
                  <a:lnTo>
                    <a:pt x="469156" y="715767"/>
                  </a:lnTo>
                  <a:lnTo>
                    <a:pt x="468911" y="715616"/>
                  </a:lnTo>
                  <a:lnTo>
                    <a:pt x="468715" y="715516"/>
                  </a:lnTo>
                  <a:lnTo>
                    <a:pt x="468470" y="715466"/>
                  </a:lnTo>
                  <a:lnTo>
                    <a:pt x="468274" y="715416"/>
                  </a:lnTo>
                  <a:lnTo>
                    <a:pt x="468029" y="715416"/>
                  </a:lnTo>
                  <a:lnTo>
                    <a:pt x="467784" y="715416"/>
                  </a:lnTo>
                  <a:lnTo>
                    <a:pt x="467588" y="715466"/>
                  </a:lnTo>
                  <a:lnTo>
                    <a:pt x="467342" y="715466"/>
                  </a:lnTo>
                  <a:lnTo>
                    <a:pt x="467097" y="715566"/>
                  </a:lnTo>
                  <a:lnTo>
                    <a:pt x="466656" y="715717"/>
                  </a:lnTo>
                  <a:lnTo>
                    <a:pt x="466460" y="715917"/>
                  </a:lnTo>
                  <a:lnTo>
                    <a:pt x="466215" y="716017"/>
                  </a:lnTo>
                  <a:lnTo>
                    <a:pt x="465725" y="716268"/>
                  </a:lnTo>
                  <a:lnTo>
                    <a:pt x="464843" y="716468"/>
                  </a:lnTo>
                  <a:lnTo>
                    <a:pt x="463912" y="716518"/>
                  </a:lnTo>
                  <a:lnTo>
                    <a:pt x="463078" y="716869"/>
                  </a:lnTo>
                  <a:lnTo>
                    <a:pt x="462245" y="717270"/>
                  </a:lnTo>
                  <a:lnTo>
                    <a:pt x="461755" y="717471"/>
                  </a:lnTo>
                  <a:lnTo>
                    <a:pt x="461412" y="717621"/>
                  </a:lnTo>
                  <a:lnTo>
                    <a:pt x="460824" y="717721"/>
                  </a:lnTo>
                  <a:lnTo>
                    <a:pt x="460530" y="717771"/>
                  </a:lnTo>
                  <a:lnTo>
                    <a:pt x="460334" y="717821"/>
                  </a:lnTo>
                  <a:lnTo>
                    <a:pt x="460089" y="717821"/>
                  </a:lnTo>
                  <a:lnTo>
                    <a:pt x="459941" y="717821"/>
                  </a:lnTo>
                  <a:lnTo>
                    <a:pt x="459598" y="717671"/>
                  </a:lnTo>
                  <a:lnTo>
                    <a:pt x="459157" y="717671"/>
                  </a:lnTo>
                  <a:lnTo>
                    <a:pt x="458667" y="717671"/>
                  </a:lnTo>
                  <a:lnTo>
                    <a:pt x="458520" y="717671"/>
                  </a:lnTo>
                  <a:lnTo>
                    <a:pt x="457981" y="717721"/>
                  </a:lnTo>
                  <a:lnTo>
                    <a:pt x="457687" y="717721"/>
                  </a:lnTo>
                  <a:lnTo>
                    <a:pt x="457393" y="717721"/>
                  </a:lnTo>
                  <a:lnTo>
                    <a:pt x="457001" y="717821"/>
                  </a:lnTo>
                  <a:lnTo>
                    <a:pt x="456756" y="717871"/>
                  </a:lnTo>
                  <a:lnTo>
                    <a:pt x="456511" y="718022"/>
                  </a:lnTo>
                  <a:lnTo>
                    <a:pt x="456265" y="718172"/>
                  </a:lnTo>
                  <a:lnTo>
                    <a:pt x="455971" y="718272"/>
                  </a:lnTo>
                  <a:lnTo>
                    <a:pt x="455481" y="718322"/>
                  </a:lnTo>
                  <a:lnTo>
                    <a:pt x="454991" y="718322"/>
                  </a:lnTo>
                  <a:lnTo>
                    <a:pt x="454501" y="718272"/>
                  </a:lnTo>
                  <a:lnTo>
                    <a:pt x="453913" y="718222"/>
                  </a:lnTo>
                  <a:lnTo>
                    <a:pt x="453570" y="718122"/>
                  </a:lnTo>
                  <a:lnTo>
                    <a:pt x="452687" y="718222"/>
                  </a:lnTo>
                  <a:lnTo>
                    <a:pt x="451756" y="718172"/>
                  </a:lnTo>
                  <a:lnTo>
                    <a:pt x="451511" y="718172"/>
                  </a:lnTo>
                  <a:lnTo>
                    <a:pt x="450972" y="718072"/>
                  </a:lnTo>
                  <a:lnTo>
                    <a:pt x="450482" y="718172"/>
                  </a:lnTo>
                  <a:lnTo>
                    <a:pt x="450090" y="718222"/>
                  </a:lnTo>
                  <a:lnTo>
                    <a:pt x="449943" y="718272"/>
                  </a:lnTo>
                  <a:lnTo>
                    <a:pt x="449060" y="717972"/>
                  </a:lnTo>
                  <a:lnTo>
                    <a:pt x="448178" y="717972"/>
                  </a:lnTo>
                  <a:lnTo>
                    <a:pt x="446953" y="718423"/>
                  </a:lnTo>
                  <a:lnTo>
                    <a:pt x="446806" y="718423"/>
                  </a:lnTo>
                  <a:lnTo>
                    <a:pt x="446512" y="718423"/>
                  </a:lnTo>
                  <a:lnTo>
                    <a:pt x="446316" y="718473"/>
                  </a:lnTo>
                  <a:lnTo>
                    <a:pt x="445924" y="718523"/>
                  </a:lnTo>
                  <a:lnTo>
                    <a:pt x="445384" y="718623"/>
                  </a:lnTo>
                  <a:lnTo>
                    <a:pt x="445041" y="718874"/>
                  </a:lnTo>
                  <a:lnTo>
                    <a:pt x="444600" y="718974"/>
                  </a:lnTo>
                  <a:lnTo>
                    <a:pt x="443865" y="719425"/>
                  </a:lnTo>
                  <a:lnTo>
                    <a:pt x="443228" y="719575"/>
                  </a:lnTo>
                  <a:lnTo>
                    <a:pt x="442983" y="719676"/>
                  </a:lnTo>
                  <a:lnTo>
                    <a:pt x="442150" y="720076"/>
                  </a:lnTo>
                  <a:lnTo>
                    <a:pt x="441267" y="720377"/>
                  </a:lnTo>
                  <a:lnTo>
                    <a:pt x="441022" y="720477"/>
                  </a:lnTo>
                  <a:lnTo>
                    <a:pt x="440434" y="720678"/>
                  </a:lnTo>
                  <a:lnTo>
                    <a:pt x="439797" y="720728"/>
                  </a:lnTo>
                  <a:lnTo>
                    <a:pt x="439552" y="720728"/>
                  </a:lnTo>
                  <a:lnTo>
                    <a:pt x="438964" y="720928"/>
                  </a:lnTo>
                  <a:lnTo>
                    <a:pt x="438376" y="721179"/>
                  </a:lnTo>
                  <a:lnTo>
                    <a:pt x="438376" y="721329"/>
                  </a:lnTo>
                  <a:lnTo>
                    <a:pt x="438229" y="721279"/>
                  </a:lnTo>
                  <a:lnTo>
                    <a:pt x="437885" y="721480"/>
                  </a:lnTo>
                  <a:lnTo>
                    <a:pt x="437591" y="721680"/>
                  </a:lnTo>
                  <a:lnTo>
                    <a:pt x="437297" y="721830"/>
                  </a:lnTo>
                  <a:lnTo>
                    <a:pt x="437101" y="722081"/>
                  </a:lnTo>
                  <a:lnTo>
                    <a:pt x="436660" y="722632"/>
                  </a:lnTo>
                  <a:lnTo>
                    <a:pt x="436464" y="722933"/>
                  </a:lnTo>
                  <a:lnTo>
                    <a:pt x="435435" y="722983"/>
                  </a:lnTo>
                  <a:lnTo>
                    <a:pt x="435239" y="722783"/>
                  </a:lnTo>
                  <a:lnTo>
                    <a:pt x="435141" y="722632"/>
                  </a:lnTo>
                  <a:lnTo>
                    <a:pt x="434994" y="722432"/>
                  </a:lnTo>
                  <a:lnTo>
                    <a:pt x="434504" y="721630"/>
                  </a:lnTo>
                  <a:lnTo>
                    <a:pt x="434209" y="720928"/>
                  </a:lnTo>
                  <a:lnTo>
                    <a:pt x="433719" y="720127"/>
                  </a:lnTo>
                  <a:lnTo>
                    <a:pt x="433572" y="720127"/>
                  </a:lnTo>
                  <a:lnTo>
                    <a:pt x="433180" y="719225"/>
                  </a:lnTo>
                  <a:lnTo>
                    <a:pt x="432886" y="718423"/>
                  </a:lnTo>
                  <a:lnTo>
                    <a:pt x="431514" y="716067"/>
                  </a:lnTo>
                  <a:lnTo>
                    <a:pt x="430778" y="715616"/>
                  </a:lnTo>
                  <a:lnTo>
                    <a:pt x="429798" y="715215"/>
                  </a:lnTo>
                  <a:lnTo>
                    <a:pt x="428279" y="714364"/>
                  </a:lnTo>
                  <a:lnTo>
                    <a:pt x="426612" y="713862"/>
                  </a:lnTo>
                  <a:lnTo>
                    <a:pt x="425681" y="713361"/>
                  </a:lnTo>
                  <a:lnTo>
                    <a:pt x="425093" y="712760"/>
                  </a:lnTo>
                  <a:lnTo>
                    <a:pt x="424162" y="712409"/>
                  </a:lnTo>
                  <a:lnTo>
                    <a:pt x="423230" y="712259"/>
                  </a:lnTo>
                  <a:lnTo>
                    <a:pt x="422348" y="712559"/>
                  </a:lnTo>
                  <a:lnTo>
                    <a:pt x="421858" y="712409"/>
                  </a:lnTo>
                  <a:lnTo>
                    <a:pt x="421466" y="712209"/>
                  </a:lnTo>
                  <a:lnTo>
                    <a:pt x="420976" y="711758"/>
                  </a:lnTo>
                  <a:lnTo>
                    <a:pt x="420584" y="711557"/>
                  </a:lnTo>
                  <a:lnTo>
                    <a:pt x="419848" y="711307"/>
                  </a:lnTo>
                  <a:lnTo>
                    <a:pt x="419211" y="711307"/>
                  </a:lnTo>
                  <a:lnTo>
                    <a:pt x="418427" y="711808"/>
                  </a:lnTo>
                  <a:lnTo>
                    <a:pt x="417741" y="712259"/>
                  </a:lnTo>
                  <a:lnTo>
                    <a:pt x="416859" y="712559"/>
                  </a:lnTo>
                  <a:lnTo>
                    <a:pt x="416271" y="712710"/>
                  </a:lnTo>
                  <a:lnTo>
                    <a:pt x="415633" y="712710"/>
                  </a:lnTo>
                  <a:lnTo>
                    <a:pt x="414702" y="712559"/>
                  </a:lnTo>
                  <a:lnTo>
                    <a:pt x="413673" y="712660"/>
                  </a:lnTo>
                  <a:lnTo>
                    <a:pt x="412104" y="713010"/>
                  </a:lnTo>
                  <a:lnTo>
                    <a:pt x="411124" y="713261"/>
                  </a:lnTo>
                  <a:lnTo>
                    <a:pt x="409458" y="713261"/>
                  </a:lnTo>
                  <a:lnTo>
                    <a:pt x="407938" y="713411"/>
                  </a:lnTo>
                  <a:lnTo>
                    <a:pt x="407546" y="713311"/>
                  </a:lnTo>
                  <a:lnTo>
                    <a:pt x="407203" y="713461"/>
                  </a:lnTo>
                  <a:lnTo>
                    <a:pt x="406811" y="713361"/>
                  </a:lnTo>
                  <a:lnTo>
                    <a:pt x="406370" y="713461"/>
                  </a:lnTo>
                  <a:lnTo>
                    <a:pt x="406125" y="713461"/>
                  </a:lnTo>
                  <a:lnTo>
                    <a:pt x="405733" y="713261"/>
                  </a:lnTo>
                  <a:lnTo>
                    <a:pt x="405095" y="713211"/>
                  </a:lnTo>
                  <a:lnTo>
                    <a:pt x="404360" y="712960"/>
                  </a:lnTo>
                  <a:lnTo>
                    <a:pt x="404213" y="712960"/>
                  </a:lnTo>
                  <a:lnTo>
                    <a:pt x="403919" y="712910"/>
                  </a:lnTo>
                  <a:lnTo>
                    <a:pt x="403723" y="712810"/>
                  </a:lnTo>
                  <a:lnTo>
                    <a:pt x="403576" y="712810"/>
                  </a:lnTo>
                  <a:lnTo>
                    <a:pt x="403429" y="712860"/>
                  </a:lnTo>
                  <a:lnTo>
                    <a:pt x="403282" y="712910"/>
                  </a:lnTo>
                  <a:lnTo>
                    <a:pt x="403135" y="712960"/>
                  </a:lnTo>
                  <a:lnTo>
                    <a:pt x="402841" y="712860"/>
                  </a:lnTo>
                  <a:lnTo>
                    <a:pt x="402645" y="712860"/>
                  </a:lnTo>
                  <a:lnTo>
                    <a:pt x="402302" y="712710"/>
                  </a:lnTo>
                  <a:lnTo>
                    <a:pt x="401861" y="712760"/>
                  </a:lnTo>
                  <a:lnTo>
                    <a:pt x="401615" y="712810"/>
                  </a:lnTo>
                  <a:lnTo>
                    <a:pt x="401370" y="712710"/>
                  </a:lnTo>
                  <a:lnTo>
                    <a:pt x="401076" y="712610"/>
                  </a:lnTo>
                  <a:lnTo>
                    <a:pt x="400782" y="712459"/>
                  </a:lnTo>
                  <a:lnTo>
                    <a:pt x="400537" y="712409"/>
                  </a:lnTo>
                  <a:lnTo>
                    <a:pt x="400390" y="712309"/>
                  </a:lnTo>
                  <a:lnTo>
                    <a:pt x="400096" y="712159"/>
                  </a:lnTo>
                  <a:lnTo>
                    <a:pt x="399949" y="712108"/>
                  </a:lnTo>
                  <a:lnTo>
                    <a:pt x="399802" y="712008"/>
                  </a:lnTo>
                  <a:lnTo>
                    <a:pt x="399557" y="711908"/>
                  </a:lnTo>
                  <a:lnTo>
                    <a:pt x="399361" y="711858"/>
                  </a:lnTo>
                  <a:lnTo>
                    <a:pt x="399116" y="711758"/>
                  </a:lnTo>
                  <a:lnTo>
                    <a:pt x="398871" y="711758"/>
                  </a:lnTo>
                  <a:lnTo>
                    <a:pt x="398675" y="711758"/>
                  </a:lnTo>
                  <a:lnTo>
                    <a:pt x="398430" y="711758"/>
                  </a:lnTo>
                  <a:lnTo>
                    <a:pt x="398234" y="711708"/>
                  </a:lnTo>
                  <a:lnTo>
                    <a:pt x="397939" y="711758"/>
                  </a:lnTo>
                  <a:lnTo>
                    <a:pt x="397743" y="711758"/>
                  </a:lnTo>
                  <a:lnTo>
                    <a:pt x="397547" y="711708"/>
                  </a:lnTo>
                  <a:lnTo>
                    <a:pt x="397302" y="711657"/>
                  </a:lnTo>
                  <a:lnTo>
                    <a:pt x="397057" y="711557"/>
                  </a:lnTo>
                  <a:lnTo>
                    <a:pt x="396812" y="711557"/>
                  </a:lnTo>
                  <a:lnTo>
                    <a:pt x="396616" y="711557"/>
                  </a:lnTo>
                  <a:lnTo>
                    <a:pt x="396371" y="711457"/>
                  </a:lnTo>
                  <a:lnTo>
                    <a:pt x="396175" y="711407"/>
                  </a:lnTo>
                  <a:lnTo>
                    <a:pt x="395930" y="711407"/>
                  </a:lnTo>
                  <a:lnTo>
                    <a:pt x="395685" y="711357"/>
                  </a:lnTo>
                  <a:lnTo>
                    <a:pt x="395489" y="711257"/>
                  </a:lnTo>
                  <a:lnTo>
                    <a:pt x="395244" y="711206"/>
                  </a:lnTo>
                  <a:lnTo>
                    <a:pt x="395048" y="711257"/>
                  </a:lnTo>
                  <a:lnTo>
                    <a:pt x="394803" y="711106"/>
                  </a:lnTo>
                  <a:lnTo>
                    <a:pt x="394607" y="711056"/>
                  </a:lnTo>
                  <a:lnTo>
                    <a:pt x="394362" y="710956"/>
                  </a:lnTo>
                  <a:lnTo>
                    <a:pt x="394116" y="710856"/>
                  </a:lnTo>
                  <a:lnTo>
                    <a:pt x="393920" y="710805"/>
                  </a:lnTo>
                  <a:lnTo>
                    <a:pt x="393675" y="710755"/>
                  </a:lnTo>
                  <a:lnTo>
                    <a:pt x="393479" y="710705"/>
                  </a:lnTo>
                  <a:lnTo>
                    <a:pt x="393234" y="710655"/>
                  </a:lnTo>
                  <a:lnTo>
                    <a:pt x="393038" y="710605"/>
                  </a:lnTo>
                  <a:lnTo>
                    <a:pt x="392793" y="710555"/>
                  </a:lnTo>
                  <a:lnTo>
                    <a:pt x="392548" y="710605"/>
                  </a:lnTo>
                  <a:lnTo>
                    <a:pt x="392352" y="710605"/>
                  </a:lnTo>
                  <a:lnTo>
                    <a:pt x="392107" y="710655"/>
                  </a:lnTo>
                  <a:lnTo>
                    <a:pt x="391911" y="710655"/>
                  </a:lnTo>
                  <a:lnTo>
                    <a:pt x="391666" y="710655"/>
                  </a:lnTo>
                  <a:lnTo>
                    <a:pt x="391421" y="710705"/>
                  </a:lnTo>
                  <a:lnTo>
                    <a:pt x="391176" y="710805"/>
                  </a:lnTo>
                  <a:lnTo>
                    <a:pt x="390931" y="710805"/>
                  </a:lnTo>
                  <a:lnTo>
                    <a:pt x="390784" y="710906"/>
                  </a:lnTo>
                  <a:lnTo>
                    <a:pt x="390538" y="710906"/>
                  </a:lnTo>
                  <a:lnTo>
                    <a:pt x="390342" y="710956"/>
                  </a:lnTo>
                  <a:lnTo>
                    <a:pt x="390097" y="711006"/>
                  </a:lnTo>
                  <a:lnTo>
                    <a:pt x="389852" y="711106"/>
                  </a:lnTo>
                  <a:lnTo>
                    <a:pt x="389705" y="711206"/>
                  </a:lnTo>
                  <a:lnTo>
                    <a:pt x="389460" y="711307"/>
                  </a:lnTo>
                  <a:lnTo>
                    <a:pt x="389215" y="711407"/>
                  </a:lnTo>
                  <a:lnTo>
                    <a:pt x="389019" y="711457"/>
                  </a:lnTo>
                  <a:lnTo>
                    <a:pt x="388774" y="711507"/>
                  </a:lnTo>
                  <a:lnTo>
                    <a:pt x="388578" y="711507"/>
                  </a:lnTo>
                  <a:lnTo>
                    <a:pt x="388235" y="711457"/>
                  </a:lnTo>
                  <a:lnTo>
                    <a:pt x="388039" y="711407"/>
                  </a:lnTo>
                  <a:lnTo>
                    <a:pt x="387794" y="711357"/>
                  </a:lnTo>
                  <a:lnTo>
                    <a:pt x="387549" y="711407"/>
                  </a:lnTo>
                  <a:lnTo>
                    <a:pt x="387353" y="711407"/>
                  </a:lnTo>
                  <a:lnTo>
                    <a:pt x="387059" y="711407"/>
                  </a:lnTo>
                  <a:lnTo>
                    <a:pt x="386862" y="711307"/>
                  </a:lnTo>
                  <a:lnTo>
                    <a:pt x="386617" y="711257"/>
                  </a:lnTo>
                  <a:lnTo>
                    <a:pt x="386372" y="711257"/>
                  </a:lnTo>
                  <a:lnTo>
                    <a:pt x="386176" y="711257"/>
                  </a:lnTo>
                  <a:lnTo>
                    <a:pt x="385931" y="711206"/>
                  </a:lnTo>
                  <a:lnTo>
                    <a:pt x="385735" y="711156"/>
                  </a:lnTo>
                  <a:lnTo>
                    <a:pt x="385490" y="711056"/>
                  </a:lnTo>
                  <a:lnTo>
                    <a:pt x="385147" y="711006"/>
                  </a:lnTo>
                  <a:lnTo>
                    <a:pt x="384363" y="711006"/>
                  </a:lnTo>
                  <a:lnTo>
                    <a:pt x="384118" y="711056"/>
                  </a:lnTo>
                  <a:lnTo>
                    <a:pt x="383873" y="711106"/>
                  </a:lnTo>
                  <a:lnTo>
                    <a:pt x="383677" y="711156"/>
                  </a:lnTo>
                  <a:lnTo>
                    <a:pt x="383235" y="711206"/>
                  </a:lnTo>
                  <a:lnTo>
                    <a:pt x="382990" y="711307"/>
                  </a:lnTo>
                  <a:lnTo>
                    <a:pt x="382745" y="711357"/>
                  </a:lnTo>
                  <a:lnTo>
                    <a:pt x="382549" y="711407"/>
                  </a:lnTo>
                  <a:lnTo>
                    <a:pt x="382304" y="711407"/>
                  </a:lnTo>
                  <a:lnTo>
                    <a:pt x="382059" y="711507"/>
                  </a:lnTo>
                  <a:lnTo>
                    <a:pt x="381863" y="711607"/>
                  </a:lnTo>
                  <a:lnTo>
                    <a:pt x="381618" y="711758"/>
                  </a:lnTo>
                  <a:lnTo>
                    <a:pt x="381422" y="711808"/>
                  </a:lnTo>
                  <a:lnTo>
                    <a:pt x="381177" y="711958"/>
                  </a:lnTo>
                  <a:lnTo>
                    <a:pt x="381030" y="712008"/>
                  </a:lnTo>
                  <a:lnTo>
                    <a:pt x="380736" y="712058"/>
                  </a:lnTo>
                  <a:lnTo>
                    <a:pt x="380540" y="712108"/>
                  </a:lnTo>
                  <a:lnTo>
                    <a:pt x="380246" y="712159"/>
                  </a:lnTo>
                  <a:lnTo>
                    <a:pt x="380099" y="712159"/>
                  </a:lnTo>
                  <a:lnTo>
                    <a:pt x="379854" y="712209"/>
                  </a:lnTo>
                  <a:lnTo>
                    <a:pt x="379657" y="712309"/>
                  </a:lnTo>
                  <a:lnTo>
                    <a:pt x="379461" y="712359"/>
                  </a:lnTo>
                  <a:lnTo>
                    <a:pt x="379216" y="712309"/>
                  </a:lnTo>
                  <a:lnTo>
                    <a:pt x="378971" y="712259"/>
                  </a:lnTo>
                  <a:lnTo>
                    <a:pt x="378726" y="712309"/>
                  </a:lnTo>
                  <a:lnTo>
                    <a:pt x="378530" y="712309"/>
                  </a:lnTo>
                  <a:lnTo>
                    <a:pt x="378285" y="712409"/>
                  </a:lnTo>
                  <a:lnTo>
                    <a:pt x="378040" y="712459"/>
                  </a:lnTo>
                  <a:lnTo>
                    <a:pt x="377844" y="712509"/>
                  </a:lnTo>
                  <a:lnTo>
                    <a:pt x="377599" y="712509"/>
                  </a:lnTo>
                  <a:lnTo>
                    <a:pt x="377403" y="712459"/>
                  </a:lnTo>
                  <a:lnTo>
                    <a:pt x="377158" y="712459"/>
                  </a:lnTo>
                  <a:lnTo>
                    <a:pt x="376766" y="712459"/>
                  </a:lnTo>
                  <a:lnTo>
                    <a:pt x="376521" y="712509"/>
                  </a:lnTo>
                  <a:lnTo>
                    <a:pt x="376374" y="712559"/>
                  </a:lnTo>
                  <a:lnTo>
                    <a:pt x="375442" y="712610"/>
                  </a:lnTo>
                  <a:lnTo>
                    <a:pt x="374560" y="712710"/>
                  </a:lnTo>
                  <a:lnTo>
                    <a:pt x="374413" y="712710"/>
                  </a:lnTo>
                  <a:lnTo>
                    <a:pt x="374168" y="712710"/>
                  </a:lnTo>
                  <a:lnTo>
                    <a:pt x="374021" y="712710"/>
                  </a:lnTo>
                  <a:lnTo>
                    <a:pt x="373874" y="712660"/>
                  </a:lnTo>
                  <a:lnTo>
                    <a:pt x="373531" y="712559"/>
                  </a:lnTo>
                  <a:lnTo>
                    <a:pt x="373188" y="712509"/>
                  </a:lnTo>
                  <a:lnTo>
                    <a:pt x="372992" y="712559"/>
                  </a:lnTo>
                  <a:lnTo>
                    <a:pt x="372649" y="712559"/>
                  </a:lnTo>
                  <a:lnTo>
                    <a:pt x="371962" y="712559"/>
                  </a:lnTo>
                  <a:lnTo>
                    <a:pt x="370933" y="712610"/>
                  </a:lnTo>
                  <a:lnTo>
                    <a:pt x="370590" y="712559"/>
                  </a:lnTo>
                  <a:lnTo>
                    <a:pt x="370394" y="712610"/>
                  </a:lnTo>
                  <a:lnTo>
                    <a:pt x="370149" y="712660"/>
                  </a:lnTo>
                  <a:lnTo>
                    <a:pt x="369904" y="712710"/>
                  </a:lnTo>
                  <a:lnTo>
                    <a:pt x="369512" y="712860"/>
                  </a:lnTo>
                  <a:lnTo>
                    <a:pt x="369267" y="712860"/>
                  </a:lnTo>
                  <a:lnTo>
                    <a:pt x="369071" y="712910"/>
                  </a:lnTo>
                  <a:lnTo>
                    <a:pt x="368335" y="713010"/>
                  </a:lnTo>
                  <a:lnTo>
                    <a:pt x="368139" y="713061"/>
                  </a:lnTo>
                  <a:lnTo>
                    <a:pt x="367845" y="713111"/>
                  </a:lnTo>
                  <a:lnTo>
                    <a:pt x="367453" y="713261"/>
                  </a:lnTo>
                  <a:lnTo>
                    <a:pt x="367257" y="713311"/>
                  </a:lnTo>
                  <a:lnTo>
                    <a:pt x="366669" y="713411"/>
                  </a:lnTo>
                  <a:lnTo>
                    <a:pt x="366326" y="713512"/>
                  </a:lnTo>
                  <a:lnTo>
                    <a:pt x="365640" y="713562"/>
                  </a:lnTo>
                  <a:lnTo>
                    <a:pt x="365051" y="713662"/>
                  </a:lnTo>
                  <a:lnTo>
                    <a:pt x="364757" y="713712"/>
                  </a:lnTo>
                  <a:lnTo>
                    <a:pt x="364365" y="713762"/>
                  </a:lnTo>
                  <a:lnTo>
                    <a:pt x="364218" y="713762"/>
                  </a:lnTo>
                  <a:lnTo>
                    <a:pt x="363924" y="713712"/>
                  </a:lnTo>
                  <a:lnTo>
                    <a:pt x="363434" y="713612"/>
                  </a:lnTo>
                  <a:lnTo>
                    <a:pt x="363189" y="713612"/>
                  </a:lnTo>
                  <a:lnTo>
                    <a:pt x="363042" y="713612"/>
                  </a:lnTo>
                  <a:lnTo>
                    <a:pt x="362895" y="713662"/>
                  </a:lnTo>
                  <a:lnTo>
                    <a:pt x="362699" y="713712"/>
                  </a:lnTo>
                  <a:lnTo>
                    <a:pt x="362552" y="713762"/>
                  </a:lnTo>
                  <a:lnTo>
                    <a:pt x="362356" y="713862"/>
                  </a:lnTo>
                  <a:lnTo>
                    <a:pt x="362209" y="713963"/>
                  </a:lnTo>
                  <a:lnTo>
                    <a:pt x="362013" y="714113"/>
                  </a:lnTo>
                  <a:lnTo>
                    <a:pt x="361424" y="714464"/>
                  </a:lnTo>
                  <a:lnTo>
                    <a:pt x="361228" y="714564"/>
                  </a:lnTo>
                  <a:lnTo>
                    <a:pt x="360836" y="714865"/>
                  </a:lnTo>
                  <a:lnTo>
                    <a:pt x="360689" y="714965"/>
                  </a:lnTo>
                  <a:lnTo>
                    <a:pt x="360542" y="715015"/>
                  </a:lnTo>
                  <a:lnTo>
                    <a:pt x="360346" y="715015"/>
                  </a:lnTo>
                  <a:lnTo>
                    <a:pt x="360101" y="715015"/>
                  </a:lnTo>
                  <a:lnTo>
                    <a:pt x="359807" y="715115"/>
                  </a:lnTo>
                  <a:lnTo>
                    <a:pt x="359611" y="715115"/>
                  </a:lnTo>
                  <a:lnTo>
                    <a:pt x="358827" y="715165"/>
                  </a:lnTo>
                  <a:lnTo>
                    <a:pt x="358680" y="715115"/>
                  </a:lnTo>
                  <a:lnTo>
                    <a:pt x="358337" y="715065"/>
                  </a:lnTo>
                  <a:lnTo>
                    <a:pt x="358141" y="715065"/>
                  </a:lnTo>
                  <a:lnTo>
                    <a:pt x="357896" y="715115"/>
                  </a:lnTo>
                  <a:lnTo>
                    <a:pt x="357699" y="715165"/>
                  </a:lnTo>
                  <a:lnTo>
                    <a:pt x="357503" y="715215"/>
                  </a:lnTo>
                  <a:lnTo>
                    <a:pt x="357356" y="715266"/>
                  </a:lnTo>
                  <a:lnTo>
                    <a:pt x="357209" y="715316"/>
                  </a:lnTo>
                  <a:lnTo>
                    <a:pt x="356915" y="715466"/>
                  </a:lnTo>
                  <a:lnTo>
                    <a:pt x="356572" y="715666"/>
                  </a:lnTo>
                  <a:lnTo>
                    <a:pt x="356327" y="715767"/>
                  </a:lnTo>
                  <a:lnTo>
                    <a:pt x="356033" y="715967"/>
                  </a:lnTo>
                  <a:lnTo>
                    <a:pt x="355788" y="716117"/>
                  </a:lnTo>
                  <a:lnTo>
                    <a:pt x="355592" y="716117"/>
                  </a:lnTo>
                  <a:lnTo>
                    <a:pt x="355004" y="716418"/>
                  </a:lnTo>
                  <a:lnTo>
                    <a:pt x="354661" y="716518"/>
                  </a:lnTo>
                  <a:lnTo>
                    <a:pt x="354023" y="716669"/>
                  </a:lnTo>
                  <a:lnTo>
                    <a:pt x="353876" y="716719"/>
                  </a:lnTo>
                  <a:lnTo>
                    <a:pt x="353729" y="716719"/>
                  </a:lnTo>
                  <a:lnTo>
                    <a:pt x="353092" y="716769"/>
                  </a:lnTo>
                  <a:lnTo>
                    <a:pt x="352161" y="716969"/>
                  </a:lnTo>
                  <a:lnTo>
                    <a:pt x="351916" y="717120"/>
                  </a:lnTo>
                  <a:lnTo>
                    <a:pt x="351769" y="717220"/>
                  </a:lnTo>
                  <a:lnTo>
                    <a:pt x="351622" y="717270"/>
                  </a:lnTo>
                  <a:lnTo>
                    <a:pt x="351328" y="717320"/>
                  </a:lnTo>
                  <a:lnTo>
                    <a:pt x="351181" y="717370"/>
                  </a:lnTo>
                  <a:lnTo>
                    <a:pt x="350838" y="717420"/>
                  </a:lnTo>
                  <a:lnTo>
                    <a:pt x="350445" y="717471"/>
                  </a:lnTo>
                  <a:lnTo>
                    <a:pt x="350249" y="717521"/>
                  </a:lnTo>
                  <a:lnTo>
                    <a:pt x="350004" y="717571"/>
                  </a:lnTo>
                  <a:lnTo>
                    <a:pt x="349710" y="717621"/>
                  </a:lnTo>
                  <a:lnTo>
                    <a:pt x="349563" y="717721"/>
                  </a:lnTo>
                  <a:lnTo>
                    <a:pt x="349269" y="717871"/>
                  </a:lnTo>
                  <a:lnTo>
                    <a:pt x="348681" y="718122"/>
                  </a:lnTo>
                  <a:lnTo>
                    <a:pt x="348436" y="718322"/>
                  </a:lnTo>
                  <a:lnTo>
                    <a:pt x="347995" y="718673"/>
                  </a:lnTo>
                  <a:lnTo>
                    <a:pt x="347848" y="718723"/>
                  </a:lnTo>
                  <a:lnTo>
                    <a:pt x="347652" y="718824"/>
                  </a:lnTo>
                  <a:lnTo>
                    <a:pt x="347505" y="718824"/>
                  </a:lnTo>
                  <a:lnTo>
                    <a:pt x="347113" y="718824"/>
                  </a:lnTo>
                  <a:lnTo>
                    <a:pt x="346279" y="719124"/>
                  </a:lnTo>
                  <a:lnTo>
                    <a:pt x="345397" y="719275"/>
                  </a:lnTo>
                  <a:lnTo>
                    <a:pt x="344417" y="719575"/>
                  </a:lnTo>
                  <a:lnTo>
                    <a:pt x="343829" y="719776"/>
                  </a:lnTo>
                  <a:lnTo>
                    <a:pt x="342848" y="719976"/>
                  </a:lnTo>
                  <a:lnTo>
                    <a:pt x="342015" y="720477"/>
                  </a:lnTo>
                  <a:lnTo>
                    <a:pt x="340692" y="721029"/>
                  </a:lnTo>
                  <a:lnTo>
                    <a:pt x="340006" y="721279"/>
                  </a:lnTo>
                  <a:lnTo>
                    <a:pt x="339663" y="721480"/>
                  </a:lnTo>
                  <a:lnTo>
                    <a:pt x="339025" y="721680"/>
                  </a:lnTo>
                  <a:lnTo>
                    <a:pt x="338143" y="722031"/>
                  </a:lnTo>
                  <a:lnTo>
                    <a:pt x="337653" y="722081"/>
                  </a:lnTo>
                  <a:lnTo>
                    <a:pt x="336918" y="722181"/>
                  </a:lnTo>
                  <a:lnTo>
                    <a:pt x="336281" y="722231"/>
                  </a:lnTo>
                  <a:lnTo>
                    <a:pt x="335300" y="722332"/>
                  </a:lnTo>
                  <a:lnTo>
                    <a:pt x="334418" y="722532"/>
                  </a:lnTo>
                  <a:lnTo>
                    <a:pt x="332997" y="722883"/>
                  </a:lnTo>
                  <a:lnTo>
                    <a:pt x="332703" y="723033"/>
                  </a:lnTo>
                  <a:lnTo>
                    <a:pt x="331379" y="723434"/>
                  </a:lnTo>
                  <a:lnTo>
                    <a:pt x="330301" y="723785"/>
                  </a:lnTo>
                  <a:lnTo>
                    <a:pt x="329811" y="724186"/>
                  </a:lnTo>
                  <a:lnTo>
                    <a:pt x="329664" y="724286"/>
                  </a:lnTo>
                  <a:lnTo>
                    <a:pt x="329468" y="724537"/>
                  </a:lnTo>
                  <a:lnTo>
                    <a:pt x="329272" y="724637"/>
                  </a:lnTo>
                  <a:lnTo>
                    <a:pt x="329076" y="724787"/>
                  </a:lnTo>
                  <a:lnTo>
                    <a:pt x="328880" y="724887"/>
                  </a:lnTo>
                  <a:lnTo>
                    <a:pt x="328487" y="724988"/>
                  </a:lnTo>
                  <a:lnTo>
                    <a:pt x="327948" y="725088"/>
                  </a:lnTo>
                  <a:lnTo>
                    <a:pt x="327458" y="725188"/>
                  </a:lnTo>
                  <a:lnTo>
                    <a:pt x="327213" y="725288"/>
                  </a:lnTo>
                  <a:lnTo>
                    <a:pt x="326968" y="725388"/>
                  </a:lnTo>
                  <a:lnTo>
                    <a:pt x="326723" y="725489"/>
                  </a:lnTo>
                  <a:lnTo>
                    <a:pt x="326331" y="725639"/>
                  </a:lnTo>
                  <a:lnTo>
                    <a:pt x="325939" y="725890"/>
                  </a:lnTo>
                  <a:lnTo>
                    <a:pt x="325498" y="726040"/>
                  </a:lnTo>
                  <a:lnTo>
                    <a:pt x="325302" y="726090"/>
                  </a:lnTo>
                  <a:lnTo>
                    <a:pt x="324959" y="726040"/>
                  </a:lnTo>
                  <a:lnTo>
                    <a:pt x="324762" y="726090"/>
                  </a:lnTo>
                  <a:lnTo>
                    <a:pt x="323978" y="726190"/>
                  </a:lnTo>
                  <a:lnTo>
                    <a:pt x="323635" y="726190"/>
                  </a:lnTo>
                  <a:lnTo>
                    <a:pt x="323145" y="726341"/>
                  </a:lnTo>
                  <a:lnTo>
                    <a:pt x="322361" y="726742"/>
                  </a:lnTo>
                  <a:lnTo>
                    <a:pt x="321675" y="726992"/>
                  </a:lnTo>
                  <a:lnTo>
                    <a:pt x="321184" y="727092"/>
                  </a:lnTo>
                  <a:lnTo>
                    <a:pt x="320645" y="727193"/>
                  </a:lnTo>
                  <a:lnTo>
                    <a:pt x="319763" y="727193"/>
                  </a:lnTo>
                  <a:lnTo>
                    <a:pt x="319175" y="727293"/>
                  </a:lnTo>
                  <a:lnTo>
                    <a:pt x="318293" y="727443"/>
                  </a:lnTo>
                  <a:lnTo>
                    <a:pt x="317410" y="727493"/>
                  </a:lnTo>
                  <a:lnTo>
                    <a:pt x="316087" y="727493"/>
                  </a:lnTo>
                  <a:lnTo>
                    <a:pt x="315205" y="727493"/>
                  </a:lnTo>
                  <a:lnTo>
                    <a:pt x="314470" y="727543"/>
                  </a:lnTo>
                  <a:lnTo>
                    <a:pt x="314274" y="727543"/>
                  </a:lnTo>
                  <a:lnTo>
                    <a:pt x="313734" y="727593"/>
                  </a:lnTo>
                  <a:lnTo>
                    <a:pt x="312705" y="727543"/>
                  </a:lnTo>
                  <a:lnTo>
                    <a:pt x="312264" y="727644"/>
                  </a:lnTo>
                  <a:lnTo>
                    <a:pt x="311529" y="727694"/>
                  </a:lnTo>
                  <a:lnTo>
                    <a:pt x="310794" y="727744"/>
                  </a:lnTo>
                  <a:lnTo>
                    <a:pt x="310451" y="727744"/>
                  </a:lnTo>
                  <a:lnTo>
                    <a:pt x="309911" y="727844"/>
                  </a:lnTo>
                  <a:lnTo>
                    <a:pt x="309568" y="727944"/>
                  </a:lnTo>
                  <a:lnTo>
                    <a:pt x="309029" y="728195"/>
                  </a:lnTo>
                  <a:lnTo>
                    <a:pt x="307510" y="728395"/>
                  </a:lnTo>
                  <a:lnTo>
                    <a:pt x="306627" y="728445"/>
                  </a:lnTo>
                  <a:lnTo>
                    <a:pt x="306088" y="728596"/>
                  </a:lnTo>
                  <a:lnTo>
                    <a:pt x="305794" y="728646"/>
                  </a:lnTo>
                  <a:lnTo>
                    <a:pt x="305206" y="728646"/>
                  </a:lnTo>
                  <a:lnTo>
                    <a:pt x="304863" y="728596"/>
                  </a:lnTo>
                  <a:lnTo>
                    <a:pt x="304520" y="728696"/>
                  </a:lnTo>
                  <a:lnTo>
                    <a:pt x="304128" y="728997"/>
                  </a:lnTo>
                  <a:lnTo>
                    <a:pt x="303589" y="729147"/>
                  </a:lnTo>
                  <a:lnTo>
                    <a:pt x="303099" y="729147"/>
                  </a:lnTo>
                  <a:lnTo>
                    <a:pt x="302804" y="728946"/>
                  </a:lnTo>
                  <a:lnTo>
                    <a:pt x="302608" y="728846"/>
                  </a:lnTo>
                  <a:lnTo>
                    <a:pt x="302167" y="728646"/>
                  </a:lnTo>
                  <a:lnTo>
                    <a:pt x="301628" y="728495"/>
                  </a:lnTo>
                  <a:lnTo>
                    <a:pt x="301040" y="728345"/>
                  </a:lnTo>
                  <a:lnTo>
                    <a:pt x="300746" y="728395"/>
                  </a:lnTo>
                  <a:lnTo>
                    <a:pt x="300403" y="728495"/>
                  </a:lnTo>
                  <a:lnTo>
                    <a:pt x="300109" y="728596"/>
                  </a:lnTo>
                  <a:lnTo>
                    <a:pt x="299619" y="728696"/>
                  </a:lnTo>
                  <a:lnTo>
                    <a:pt x="299324" y="728746"/>
                  </a:lnTo>
                  <a:lnTo>
                    <a:pt x="298932" y="728846"/>
                  </a:lnTo>
                  <a:lnTo>
                    <a:pt x="298197" y="728846"/>
                  </a:lnTo>
                  <a:lnTo>
                    <a:pt x="297854" y="728997"/>
                  </a:lnTo>
                  <a:lnTo>
                    <a:pt x="297560" y="729047"/>
                  </a:lnTo>
                  <a:lnTo>
                    <a:pt x="297119" y="729197"/>
                  </a:lnTo>
                  <a:lnTo>
                    <a:pt x="296531" y="729147"/>
                  </a:lnTo>
                  <a:lnTo>
                    <a:pt x="296139" y="729097"/>
                  </a:lnTo>
                  <a:lnTo>
                    <a:pt x="295845" y="728997"/>
                  </a:lnTo>
                  <a:lnTo>
                    <a:pt x="295550" y="729097"/>
                  </a:lnTo>
                  <a:lnTo>
                    <a:pt x="295109" y="729347"/>
                  </a:lnTo>
                  <a:lnTo>
                    <a:pt x="294570" y="729698"/>
                  </a:lnTo>
                  <a:lnTo>
                    <a:pt x="294276" y="729849"/>
                  </a:lnTo>
                  <a:lnTo>
                    <a:pt x="293982" y="730099"/>
                  </a:lnTo>
                  <a:lnTo>
                    <a:pt x="293639" y="730099"/>
                  </a:lnTo>
                  <a:lnTo>
                    <a:pt x="293345" y="729949"/>
                  </a:lnTo>
                  <a:lnTo>
                    <a:pt x="293002" y="729899"/>
                  </a:lnTo>
                  <a:lnTo>
                    <a:pt x="292708" y="729798"/>
                  </a:lnTo>
                  <a:lnTo>
                    <a:pt x="292316" y="729798"/>
                  </a:lnTo>
                  <a:lnTo>
                    <a:pt x="292120" y="729748"/>
                  </a:lnTo>
                  <a:lnTo>
                    <a:pt x="291825" y="729999"/>
                  </a:lnTo>
                  <a:lnTo>
                    <a:pt x="291482" y="729999"/>
                  </a:lnTo>
                  <a:lnTo>
                    <a:pt x="291041" y="730049"/>
                  </a:lnTo>
                  <a:lnTo>
                    <a:pt x="290649" y="730199"/>
                  </a:lnTo>
                  <a:lnTo>
                    <a:pt x="290257" y="730300"/>
                  </a:lnTo>
                  <a:lnTo>
                    <a:pt x="289865" y="730450"/>
                  </a:lnTo>
                  <a:lnTo>
                    <a:pt x="289620" y="730450"/>
                  </a:lnTo>
                  <a:lnTo>
                    <a:pt x="289228" y="730751"/>
                  </a:lnTo>
                  <a:lnTo>
                    <a:pt x="288885" y="731001"/>
                  </a:lnTo>
                  <a:lnTo>
                    <a:pt x="288689" y="731402"/>
                  </a:lnTo>
                  <a:lnTo>
                    <a:pt x="288542" y="731552"/>
                  </a:lnTo>
                  <a:lnTo>
                    <a:pt x="288345" y="731452"/>
                  </a:lnTo>
                  <a:lnTo>
                    <a:pt x="288002" y="731352"/>
                  </a:lnTo>
                  <a:lnTo>
                    <a:pt x="287708" y="731402"/>
                  </a:lnTo>
                  <a:lnTo>
                    <a:pt x="287365" y="731352"/>
                  </a:lnTo>
                  <a:lnTo>
                    <a:pt x="287022" y="731252"/>
                  </a:lnTo>
                  <a:lnTo>
                    <a:pt x="286630" y="731252"/>
                  </a:lnTo>
                  <a:lnTo>
                    <a:pt x="286238" y="731302"/>
                  </a:lnTo>
                  <a:lnTo>
                    <a:pt x="285748" y="731452"/>
                  </a:lnTo>
                  <a:lnTo>
                    <a:pt x="285307" y="731552"/>
                  </a:lnTo>
                  <a:lnTo>
                    <a:pt x="284964" y="731703"/>
                  </a:lnTo>
                  <a:lnTo>
                    <a:pt x="284669" y="731853"/>
                  </a:lnTo>
                  <a:lnTo>
                    <a:pt x="284179" y="731953"/>
                  </a:lnTo>
                  <a:lnTo>
                    <a:pt x="283836" y="732154"/>
                  </a:lnTo>
                  <a:lnTo>
                    <a:pt x="283640" y="732354"/>
                  </a:lnTo>
                  <a:lnTo>
                    <a:pt x="283444" y="732555"/>
                  </a:lnTo>
                  <a:lnTo>
                    <a:pt x="283199" y="732805"/>
                  </a:lnTo>
                  <a:lnTo>
                    <a:pt x="282856" y="733056"/>
                  </a:lnTo>
                  <a:lnTo>
                    <a:pt x="282464" y="733256"/>
                  </a:lnTo>
                  <a:lnTo>
                    <a:pt x="281729" y="733557"/>
                  </a:lnTo>
                  <a:lnTo>
                    <a:pt x="280944" y="733858"/>
                  </a:lnTo>
                  <a:lnTo>
                    <a:pt x="280307" y="733908"/>
                  </a:lnTo>
                  <a:lnTo>
                    <a:pt x="279572" y="733958"/>
                  </a:lnTo>
                  <a:lnTo>
                    <a:pt x="278641" y="734058"/>
                  </a:lnTo>
                  <a:lnTo>
                    <a:pt x="277759" y="732104"/>
                  </a:lnTo>
                  <a:lnTo>
                    <a:pt x="275259" y="729849"/>
                  </a:lnTo>
                  <a:lnTo>
                    <a:pt x="136061" y="513861"/>
                  </a:lnTo>
                  <a:lnTo>
                    <a:pt x="38181" y="364673"/>
                  </a:lnTo>
                  <a:lnTo>
                    <a:pt x="5636" y="312506"/>
                  </a:lnTo>
                  <a:lnTo>
                    <a:pt x="0" y="300328"/>
                  </a:lnTo>
                  <a:lnTo>
                    <a:pt x="87979" y="244552"/>
                  </a:lnTo>
                  <a:lnTo>
                    <a:pt x="182427" y="191683"/>
                  </a:lnTo>
                  <a:lnTo>
                    <a:pt x="198700" y="194990"/>
                  </a:lnTo>
                  <a:lnTo>
                    <a:pt x="215904" y="197546"/>
                  </a:lnTo>
                  <a:lnTo>
                    <a:pt x="221785" y="198097"/>
                  </a:lnTo>
                  <a:lnTo>
                    <a:pt x="230755" y="201004"/>
                  </a:lnTo>
                  <a:lnTo>
                    <a:pt x="240263" y="201405"/>
                  </a:lnTo>
                  <a:lnTo>
                    <a:pt x="260849" y="203960"/>
                  </a:lnTo>
                  <a:lnTo>
                    <a:pt x="272318" y="208170"/>
                  </a:lnTo>
                  <a:lnTo>
                    <a:pt x="280209" y="215486"/>
                  </a:lnTo>
                  <a:lnTo>
                    <a:pt x="288051" y="225910"/>
                  </a:lnTo>
                  <a:lnTo>
                    <a:pt x="298638" y="234179"/>
                  </a:lnTo>
                  <a:lnTo>
                    <a:pt x="307412" y="237837"/>
                  </a:lnTo>
                  <a:lnTo>
                    <a:pt x="315989" y="240944"/>
                  </a:lnTo>
                  <a:lnTo>
                    <a:pt x="324959" y="237436"/>
                  </a:lnTo>
                  <a:lnTo>
                    <a:pt x="333732" y="230119"/>
                  </a:lnTo>
                  <a:lnTo>
                    <a:pt x="342162" y="228115"/>
                  </a:lnTo>
                  <a:lnTo>
                    <a:pt x="351818" y="228115"/>
                  </a:lnTo>
                  <a:lnTo>
                    <a:pt x="358827" y="224106"/>
                  </a:lnTo>
                  <a:lnTo>
                    <a:pt x="364708" y="217691"/>
                  </a:lnTo>
                  <a:lnTo>
                    <a:pt x="372403" y="213482"/>
                  </a:lnTo>
                  <a:lnTo>
                    <a:pt x="379020" y="211527"/>
                  </a:lnTo>
                  <a:lnTo>
                    <a:pt x="388529" y="205965"/>
                  </a:lnTo>
                  <a:lnTo>
                    <a:pt x="400880" y="198648"/>
                  </a:lnTo>
                  <a:lnTo>
                    <a:pt x="410928" y="193687"/>
                  </a:lnTo>
                  <a:lnTo>
                    <a:pt x="420927" y="185068"/>
                  </a:lnTo>
                  <a:lnTo>
                    <a:pt x="428279" y="179054"/>
                  </a:lnTo>
                  <a:lnTo>
                    <a:pt x="441708" y="169182"/>
                  </a:lnTo>
                  <a:lnTo>
                    <a:pt x="451756" y="161464"/>
                  </a:lnTo>
                  <a:lnTo>
                    <a:pt x="460579" y="154398"/>
                  </a:lnTo>
                  <a:lnTo>
                    <a:pt x="464108" y="151592"/>
                  </a:lnTo>
                  <a:lnTo>
                    <a:pt x="474155" y="142973"/>
                  </a:lnTo>
                  <a:lnTo>
                    <a:pt x="484350" y="139114"/>
                  </a:lnTo>
                  <a:lnTo>
                    <a:pt x="493467" y="136408"/>
                  </a:lnTo>
                  <a:lnTo>
                    <a:pt x="502583" y="133651"/>
                  </a:lnTo>
                  <a:lnTo>
                    <a:pt x="511357" y="127939"/>
                  </a:lnTo>
                  <a:lnTo>
                    <a:pt x="520865" y="119369"/>
                  </a:lnTo>
                  <a:lnTo>
                    <a:pt x="535667" y="114659"/>
                  </a:lnTo>
                  <a:lnTo>
                    <a:pt x="547577" y="111902"/>
                  </a:lnTo>
                  <a:lnTo>
                    <a:pt x="548607" y="111652"/>
                  </a:lnTo>
                  <a:lnTo>
                    <a:pt x="555371" y="110399"/>
                  </a:lnTo>
                  <a:lnTo>
                    <a:pt x="560370" y="109447"/>
                  </a:lnTo>
                  <a:lnTo>
                    <a:pt x="588798" y="106290"/>
                  </a:lnTo>
                  <a:lnTo>
                    <a:pt x="604384" y="103133"/>
                  </a:lnTo>
                  <a:lnTo>
                    <a:pt x="622127" y="96818"/>
                  </a:lnTo>
                  <a:lnTo>
                    <a:pt x="629087" y="95666"/>
                  </a:lnTo>
                  <a:lnTo>
                    <a:pt x="630508" y="95415"/>
                  </a:lnTo>
                  <a:lnTo>
                    <a:pt x="644624" y="90905"/>
                  </a:lnTo>
                  <a:lnTo>
                    <a:pt x="657515" y="89401"/>
                  </a:lnTo>
                  <a:lnTo>
                    <a:pt x="662318" y="87247"/>
                  </a:lnTo>
                  <a:lnTo>
                    <a:pt x="667709" y="84841"/>
                  </a:lnTo>
                  <a:lnTo>
                    <a:pt x="675601" y="79128"/>
                  </a:lnTo>
                  <a:lnTo>
                    <a:pt x="680845" y="72363"/>
                  </a:lnTo>
                  <a:lnTo>
                    <a:pt x="684227" y="61939"/>
                  </a:lnTo>
                  <a:lnTo>
                    <a:pt x="687805" y="53069"/>
                  </a:lnTo>
                  <a:lnTo>
                    <a:pt x="697362" y="35229"/>
                  </a:lnTo>
                  <a:lnTo>
                    <a:pt x="705548" y="28313"/>
                  </a:lnTo>
                  <a:lnTo>
                    <a:pt x="714811" y="21999"/>
                  </a:lnTo>
                  <a:lnTo>
                    <a:pt x="717654" y="20145"/>
                  </a:lnTo>
                  <a:lnTo>
                    <a:pt x="721624" y="17539"/>
                  </a:lnTo>
                  <a:lnTo>
                    <a:pt x="730251" y="16286"/>
                  </a:lnTo>
                  <a:lnTo>
                    <a:pt x="741033" y="13881"/>
                  </a:lnTo>
                  <a:lnTo>
                    <a:pt x="745543" y="11075"/>
                  </a:lnTo>
                  <a:lnTo>
                    <a:pt x="750003" y="8268"/>
                  </a:lnTo>
                  <a:lnTo>
                    <a:pt x="755443" y="4760"/>
                  </a:lnTo>
                  <a:lnTo>
                    <a:pt x="757012" y="4209"/>
                  </a:lnTo>
                  <a:lnTo>
                    <a:pt x="761276" y="2706"/>
                  </a:lnTo>
                  <a:lnTo>
                    <a:pt x="767305" y="2706"/>
                  </a:lnTo>
                  <a:lnTo>
                    <a:pt x="7824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39393" y="3089080"/>
              <a:ext cx="420045" cy="447260"/>
            </a:xfrm>
            <a:custGeom>
              <a:avLst/>
              <a:pathLst>
                <a:path w="420045" h="447260">
                  <a:moveTo>
                    <a:pt x="109348" y="2405"/>
                  </a:moveTo>
                  <a:lnTo>
                    <a:pt x="111848" y="3107"/>
                  </a:lnTo>
                  <a:lnTo>
                    <a:pt x="113613" y="4460"/>
                  </a:lnTo>
                  <a:lnTo>
                    <a:pt x="114985" y="5913"/>
                  </a:lnTo>
                  <a:lnTo>
                    <a:pt x="115622" y="6715"/>
                  </a:lnTo>
                  <a:lnTo>
                    <a:pt x="115916" y="7015"/>
                  </a:lnTo>
                  <a:lnTo>
                    <a:pt x="116406" y="7767"/>
                  </a:lnTo>
                  <a:lnTo>
                    <a:pt x="116504" y="8318"/>
                  </a:lnTo>
                  <a:lnTo>
                    <a:pt x="116848" y="9020"/>
                  </a:lnTo>
                  <a:lnTo>
                    <a:pt x="117240" y="9621"/>
                  </a:lnTo>
                  <a:lnTo>
                    <a:pt x="117730" y="10223"/>
                  </a:lnTo>
                  <a:lnTo>
                    <a:pt x="118220" y="10774"/>
                  </a:lnTo>
                  <a:lnTo>
                    <a:pt x="120573" y="13731"/>
                  </a:lnTo>
                  <a:lnTo>
                    <a:pt x="120818" y="14031"/>
                  </a:lnTo>
                  <a:lnTo>
                    <a:pt x="121161" y="14432"/>
                  </a:lnTo>
                  <a:lnTo>
                    <a:pt x="121504" y="14783"/>
                  </a:lnTo>
                  <a:lnTo>
                    <a:pt x="122582" y="16236"/>
                  </a:lnTo>
                  <a:lnTo>
                    <a:pt x="124788" y="19043"/>
                  </a:lnTo>
                  <a:lnTo>
                    <a:pt x="125082" y="19494"/>
                  </a:lnTo>
                  <a:lnTo>
                    <a:pt x="130375" y="27261"/>
                  </a:lnTo>
                  <a:lnTo>
                    <a:pt x="131944" y="29516"/>
                  </a:lnTo>
                  <a:lnTo>
                    <a:pt x="129444" y="34127"/>
                  </a:lnTo>
                  <a:lnTo>
                    <a:pt x="124347" y="43297"/>
                  </a:lnTo>
                  <a:lnTo>
                    <a:pt x="124935" y="43648"/>
                  </a:lnTo>
                  <a:lnTo>
                    <a:pt x="133414" y="48359"/>
                  </a:lnTo>
                  <a:lnTo>
                    <a:pt x="137482" y="50514"/>
                  </a:lnTo>
                  <a:lnTo>
                    <a:pt x="138806" y="48208"/>
                  </a:lnTo>
                  <a:lnTo>
                    <a:pt x="140129" y="45903"/>
                  </a:lnTo>
                  <a:lnTo>
                    <a:pt x="142089" y="46805"/>
                  </a:lnTo>
                  <a:lnTo>
                    <a:pt x="142482" y="46304"/>
                  </a:lnTo>
                  <a:lnTo>
                    <a:pt x="143266" y="44851"/>
                  </a:lnTo>
                  <a:lnTo>
                    <a:pt x="147726" y="47106"/>
                  </a:lnTo>
                  <a:lnTo>
                    <a:pt x="148412" y="43398"/>
                  </a:lnTo>
                  <a:lnTo>
                    <a:pt x="149147" y="40341"/>
                  </a:lnTo>
                  <a:lnTo>
                    <a:pt x="149932" y="38988"/>
                  </a:lnTo>
                  <a:lnTo>
                    <a:pt x="150373" y="38286"/>
                  </a:lnTo>
                  <a:lnTo>
                    <a:pt x="151010" y="37284"/>
                  </a:lnTo>
                  <a:lnTo>
                    <a:pt x="151990" y="35830"/>
                  </a:lnTo>
                  <a:lnTo>
                    <a:pt x="153706" y="34127"/>
                  </a:lnTo>
                  <a:lnTo>
                    <a:pt x="154245" y="33575"/>
                  </a:lnTo>
                  <a:lnTo>
                    <a:pt x="155078" y="34127"/>
                  </a:lnTo>
                  <a:lnTo>
                    <a:pt x="161597" y="37985"/>
                  </a:lnTo>
                  <a:lnTo>
                    <a:pt x="168361" y="50814"/>
                  </a:lnTo>
                  <a:lnTo>
                    <a:pt x="170615" y="52318"/>
                  </a:lnTo>
                  <a:lnTo>
                    <a:pt x="171497" y="52819"/>
                  </a:lnTo>
                  <a:lnTo>
                    <a:pt x="171988" y="53069"/>
                  </a:lnTo>
                  <a:lnTo>
                    <a:pt x="170027" y="57279"/>
                  </a:lnTo>
                  <a:lnTo>
                    <a:pt x="171056" y="57880"/>
                  </a:lnTo>
                  <a:lnTo>
                    <a:pt x="172478" y="58632"/>
                  </a:lnTo>
                  <a:lnTo>
                    <a:pt x="172821" y="58883"/>
                  </a:lnTo>
                  <a:lnTo>
                    <a:pt x="172625" y="59434"/>
                  </a:lnTo>
                  <a:lnTo>
                    <a:pt x="172772" y="59885"/>
                  </a:lnTo>
                  <a:lnTo>
                    <a:pt x="173409" y="61138"/>
                  </a:lnTo>
                  <a:lnTo>
                    <a:pt x="197279" y="98071"/>
                  </a:lnTo>
                  <a:lnTo>
                    <a:pt x="196200" y="98672"/>
                  </a:lnTo>
                  <a:lnTo>
                    <a:pt x="197524" y="101429"/>
                  </a:lnTo>
                  <a:lnTo>
                    <a:pt x="199141" y="100527"/>
                  </a:lnTo>
                  <a:lnTo>
                    <a:pt x="200758" y="99274"/>
                  </a:lnTo>
                  <a:lnTo>
                    <a:pt x="201690" y="98322"/>
                  </a:lnTo>
                  <a:lnTo>
                    <a:pt x="202229" y="97620"/>
                  </a:lnTo>
                  <a:lnTo>
                    <a:pt x="203797" y="99123"/>
                  </a:lnTo>
                  <a:lnTo>
                    <a:pt x="204680" y="98572"/>
                  </a:lnTo>
                  <a:lnTo>
                    <a:pt x="205660" y="99474"/>
                  </a:lnTo>
                  <a:lnTo>
                    <a:pt x="205611" y="99875"/>
                  </a:lnTo>
                  <a:lnTo>
                    <a:pt x="205954" y="100276"/>
                  </a:lnTo>
                  <a:lnTo>
                    <a:pt x="205954" y="100577"/>
                  </a:lnTo>
                  <a:lnTo>
                    <a:pt x="205513" y="100827"/>
                  </a:lnTo>
                  <a:lnTo>
                    <a:pt x="204827" y="101178"/>
                  </a:lnTo>
                  <a:lnTo>
                    <a:pt x="204336" y="101529"/>
                  </a:lnTo>
                  <a:lnTo>
                    <a:pt x="204091" y="102080"/>
                  </a:lnTo>
                  <a:lnTo>
                    <a:pt x="203993" y="102631"/>
                  </a:lnTo>
                  <a:lnTo>
                    <a:pt x="203993" y="103283"/>
                  </a:lnTo>
                  <a:lnTo>
                    <a:pt x="204140" y="103834"/>
                  </a:lnTo>
                  <a:lnTo>
                    <a:pt x="204091" y="104285"/>
                  </a:lnTo>
                  <a:lnTo>
                    <a:pt x="204484" y="104435"/>
                  </a:lnTo>
                  <a:lnTo>
                    <a:pt x="204827" y="104586"/>
                  </a:lnTo>
                  <a:lnTo>
                    <a:pt x="205170" y="104937"/>
                  </a:lnTo>
                  <a:lnTo>
                    <a:pt x="205611" y="105488"/>
                  </a:lnTo>
                  <a:lnTo>
                    <a:pt x="205856" y="106039"/>
                  </a:lnTo>
                  <a:lnTo>
                    <a:pt x="206836" y="105839"/>
                  </a:lnTo>
                  <a:lnTo>
                    <a:pt x="207130" y="106039"/>
                  </a:lnTo>
                  <a:lnTo>
                    <a:pt x="207963" y="106240"/>
                  </a:lnTo>
                  <a:lnTo>
                    <a:pt x="208454" y="106640"/>
                  </a:lnTo>
                  <a:lnTo>
                    <a:pt x="208944" y="107643"/>
                  </a:lnTo>
                  <a:lnTo>
                    <a:pt x="208993" y="107943"/>
                  </a:lnTo>
                  <a:lnTo>
                    <a:pt x="209385" y="108595"/>
                  </a:lnTo>
                  <a:lnTo>
                    <a:pt x="210120" y="109898"/>
                  </a:lnTo>
                  <a:lnTo>
                    <a:pt x="210953" y="111201"/>
                  </a:lnTo>
                  <a:lnTo>
                    <a:pt x="211198" y="111301"/>
                  </a:lnTo>
                  <a:lnTo>
                    <a:pt x="215512" y="111752"/>
                  </a:lnTo>
                  <a:lnTo>
                    <a:pt x="215953" y="111652"/>
                  </a:lnTo>
                  <a:lnTo>
                    <a:pt x="218746" y="111151"/>
                  </a:lnTo>
                  <a:lnTo>
                    <a:pt x="221589" y="109848"/>
                  </a:lnTo>
                  <a:lnTo>
                    <a:pt x="223991" y="108845"/>
                  </a:lnTo>
                  <a:lnTo>
                    <a:pt x="227324" y="108394"/>
                  </a:lnTo>
                  <a:lnTo>
                    <a:pt x="231735" y="108495"/>
                  </a:lnTo>
                  <a:lnTo>
                    <a:pt x="236097" y="107743"/>
                  </a:lnTo>
                  <a:lnTo>
                    <a:pt x="241489" y="105338"/>
                  </a:lnTo>
                  <a:lnTo>
                    <a:pt x="245116" y="102581"/>
                  </a:lnTo>
                  <a:lnTo>
                    <a:pt x="249282" y="99675"/>
                  </a:lnTo>
                  <a:lnTo>
                    <a:pt x="252027" y="96818"/>
                  </a:lnTo>
                  <a:lnTo>
                    <a:pt x="253693" y="95114"/>
                  </a:lnTo>
                  <a:lnTo>
                    <a:pt x="256879" y="91506"/>
                  </a:lnTo>
                  <a:lnTo>
                    <a:pt x="264672" y="86796"/>
                  </a:lnTo>
                  <a:lnTo>
                    <a:pt x="269524" y="85292"/>
                  </a:lnTo>
                  <a:lnTo>
                    <a:pt x="277219" y="83839"/>
                  </a:lnTo>
                  <a:lnTo>
                    <a:pt x="282219" y="81935"/>
                  </a:lnTo>
                  <a:lnTo>
                    <a:pt x="288640" y="78527"/>
                  </a:lnTo>
                  <a:lnTo>
                    <a:pt x="291090" y="77424"/>
                  </a:lnTo>
                  <a:lnTo>
                    <a:pt x="296041" y="78226"/>
                  </a:lnTo>
                  <a:lnTo>
                    <a:pt x="301677" y="80080"/>
                  </a:lnTo>
                  <a:lnTo>
                    <a:pt x="307559" y="80582"/>
                  </a:lnTo>
                  <a:lnTo>
                    <a:pt x="316724" y="80882"/>
                  </a:lnTo>
                  <a:lnTo>
                    <a:pt x="326233" y="80682"/>
                  </a:lnTo>
                  <a:lnTo>
                    <a:pt x="331820" y="80632"/>
                  </a:lnTo>
                  <a:lnTo>
                    <a:pt x="337800" y="78577"/>
                  </a:lnTo>
                  <a:lnTo>
                    <a:pt x="346426" y="71661"/>
                  </a:lnTo>
                  <a:lnTo>
                    <a:pt x="351720" y="66750"/>
                  </a:lnTo>
                  <a:lnTo>
                    <a:pt x="354318" y="64846"/>
                  </a:lnTo>
                  <a:lnTo>
                    <a:pt x="359415" y="60687"/>
                  </a:lnTo>
                  <a:lnTo>
                    <a:pt x="362454" y="60236"/>
                  </a:lnTo>
                  <a:lnTo>
                    <a:pt x="369267" y="59935"/>
                  </a:lnTo>
                  <a:lnTo>
                    <a:pt x="372011" y="59534"/>
                  </a:lnTo>
                  <a:lnTo>
                    <a:pt x="375687" y="58983"/>
                  </a:lnTo>
                  <a:lnTo>
                    <a:pt x="380148" y="58782"/>
                  </a:lnTo>
                  <a:lnTo>
                    <a:pt x="384020" y="60336"/>
                  </a:lnTo>
                  <a:lnTo>
                    <a:pt x="384461" y="60536"/>
                  </a:lnTo>
                  <a:lnTo>
                    <a:pt x="389607" y="62892"/>
                  </a:lnTo>
                  <a:lnTo>
                    <a:pt x="395832" y="64746"/>
                  </a:lnTo>
                  <a:lnTo>
                    <a:pt x="399361" y="64796"/>
                  </a:lnTo>
                  <a:lnTo>
                    <a:pt x="407448" y="61889"/>
                  </a:lnTo>
                  <a:lnTo>
                    <a:pt x="410536" y="58031"/>
                  </a:lnTo>
                  <a:lnTo>
                    <a:pt x="420045" y="46956"/>
                  </a:lnTo>
                  <a:lnTo>
                    <a:pt x="416859" y="58231"/>
                  </a:lnTo>
                  <a:lnTo>
                    <a:pt x="417006" y="67652"/>
                  </a:lnTo>
                  <a:lnTo>
                    <a:pt x="414261" y="80732"/>
                  </a:lnTo>
                  <a:lnTo>
                    <a:pt x="413967" y="81534"/>
                  </a:lnTo>
                  <a:lnTo>
                    <a:pt x="410291" y="90554"/>
                  </a:lnTo>
                  <a:lnTo>
                    <a:pt x="407350" y="97821"/>
                  </a:lnTo>
                  <a:lnTo>
                    <a:pt x="407056" y="103684"/>
                  </a:lnTo>
                  <a:lnTo>
                    <a:pt x="409311" y="119069"/>
                  </a:lnTo>
                  <a:lnTo>
                    <a:pt x="409066" y="126786"/>
                  </a:lnTo>
                  <a:lnTo>
                    <a:pt x="409017" y="128941"/>
                  </a:lnTo>
                  <a:lnTo>
                    <a:pt x="413036" y="133551"/>
                  </a:lnTo>
                  <a:lnTo>
                    <a:pt x="415780" y="136658"/>
                  </a:lnTo>
                  <a:lnTo>
                    <a:pt x="416074" y="137510"/>
                  </a:lnTo>
                  <a:lnTo>
                    <a:pt x="417888" y="142973"/>
                  </a:lnTo>
                  <a:lnTo>
                    <a:pt x="415045" y="145428"/>
                  </a:lnTo>
                  <a:lnTo>
                    <a:pt x="407938" y="146330"/>
                  </a:lnTo>
                  <a:lnTo>
                    <a:pt x="396518" y="145729"/>
                  </a:lnTo>
                  <a:lnTo>
                    <a:pt x="382206" y="148034"/>
                  </a:lnTo>
                  <a:lnTo>
                    <a:pt x="376030" y="153897"/>
                  </a:lnTo>
                  <a:lnTo>
                    <a:pt x="369512" y="160061"/>
                  </a:lnTo>
                  <a:lnTo>
                    <a:pt x="364610" y="166676"/>
                  </a:lnTo>
                  <a:lnTo>
                    <a:pt x="363140" y="179355"/>
                  </a:lnTo>
                  <a:lnTo>
                    <a:pt x="360934" y="183965"/>
                  </a:lnTo>
                  <a:lnTo>
                    <a:pt x="357111" y="185970"/>
                  </a:lnTo>
                  <a:lnTo>
                    <a:pt x="346377" y="189879"/>
                  </a:lnTo>
                  <a:lnTo>
                    <a:pt x="345054" y="198197"/>
                  </a:lnTo>
                  <a:lnTo>
                    <a:pt x="343682" y="199500"/>
                  </a:lnTo>
                  <a:lnTo>
                    <a:pt x="340594" y="201304"/>
                  </a:lnTo>
                  <a:lnTo>
                    <a:pt x="339123" y="201605"/>
                  </a:lnTo>
                  <a:lnTo>
                    <a:pt x="336281" y="202256"/>
                  </a:lnTo>
                  <a:lnTo>
                    <a:pt x="335202" y="203359"/>
                  </a:lnTo>
                  <a:lnTo>
                    <a:pt x="334614" y="205564"/>
                  </a:lnTo>
                  <a:lnTo>
                    <a:pt x="334663" y="209874"/>
                  </a:lnTo>
                  <a:lnTo>
                    <a:pt x="333830" y="211778"/>
                  </a:lnTo>
                  <a:lnTo>
                    <a:pt x="328193" y="217541"/>
                  </a:lnTo>
                  <a:lnTo>
                    <a:pt x="323733" y="220748"/>
                  </a:lnTo>
                  <a:lnTo>
                    <a:pt x="319714" y="222051"/>
                  </a:lnTo>
                  <a:lnTo>
                    <a:pt x="312558" y="225158"/>
                  </a:lnTo>
                  <a:lnTo>
                    <a:pt x="308735" y="229017"/>
                  </a:lnTo>
                  <a:lnTo>
                    <a:pt x="306775" y="229568"/>
                  </a:lnTo>
                  <a:lnTo>
                    <a:pt x="304569" y="231272"/>
                  </a:lnTo>
                  <a:lnTo>
                    <a:pt x="301383" y="234630"/>
                  </a:lnTo>
                  <a:lnTo>
                    <a:pt x="298246" y="237085"/>
                  </a:lnTo>
                  <a:lnTo>
                    <a:pt x="293688" y="239240"/>
                  </a:lnTo>
                  <a:lnTo>
                    <a:pt x="291825" y="239992"/>
                  </a:lnTo>
                  <a:lnTo>
                    <a:pt x="288345" y="241445"/>
                  </a:lnTo>
                  <a:lnTo>
                    <a:pt x="285895" y="244602"/>
                  </a:lnTo>
                  <a:lnTo>
                    <a:pt x="276876" y="248060"/>
                  </a:lnTo>
                  <a:lnTo>
                    <a:pt x="277023" y="251568"/>
                  </a:lnTo>
                  <a:lnTo>
                    <a:pt x="283836" y="262342"/>
                  </a:lnTo>
                  <a:lnTo>
                    <a:pt x="285699" y="267554"/>
                  </a:lnTo>
                  <a:lnTo>
                    <a:pt x="285356" y="270160"/>
                  </a:lnTo>
                  <a:lnTo>
                    <a:pt x="281190" y="273016"/>
                  </a:lnTo>
                  <a:lnTo>
                    <a:pt x="277612" y="280984"/>
                  </a:lnTo>
                  <a:lnTo>
                    <a:pt x="276386" y="289804"/>
                  </a:lnTo>
                  <a:lnTo>
                    <a:pt x="276533" y="296068"/>
                  </a:lnTo>
                  <a:lnTo>
                    <a:pt x="273151" y="302132"/>
                  </a:lnTo>
                  <a:lnTo>
                    <a:pt x="273249" y="311002"/>
                  </a:lnTo>
                  <a:lnTo>
                    <a:pt x="267809" y="319321"/>
                  </a:lnTo>
                  <a:lnTo>
                    <a:pt x="262319" y="324533"/>
                  </a:lnTo>
                  <a:lnTo>
                    <a:pt x="260310" y="326437"/>
                  </a:lnTo>
                  <a:lnTo>
                    <a:pt x="252615" y="332451"/>
                  </a:lnTo>
                  <a:lnTo>
                    <a:pt x="243253" y="339517"/>
                  </a:lnTo>
                  <a:lnTo>
                    <a:pt x="236930" y="346482"/>
                  </a:lnTo>
                  <a:lnTo>
                    <a:pt x="233009" y="351544"/>
                  </a:lnTo>
                  <a:lnTo>
                    <a:pt x="228059" y="356305"/>
                  </a:lnTo>
                  <a:lnTo>
                    <a:pt x="222373" y="365325"/>
                  </a:lnTo>
                  <a:lnTo>
                    <a:pt x="216590" y="366327"/>
                  </a:lnTo>
                  <a:lnTo>
                    <a:pt x="212130" y="372441"/>
                  </a:lnTo>
                  <a:lnTo>
                    <a:pt x="209679" y="372641"/>
                  </a:lnTo>
                  <a:lnTo>
                    <a:pt x="204533" y="372491"/>
                  </a:lnTo>
                  <a:lnTo>
                    <a:pt x="198014" y="372190"/>
                  </a:lnTo>
                  <a:lnTo>
                    <a:pt x="194632" y="372792"/>
                  </a:lnTo>
                  <a:lnTo>
                    <a:pt x="192279" y="374947"/>
                  </a:lnTo>
                  <a:lnTo>
                    <a:pt x="190858" y="375698"/>
                  </a:lnTo>
                  <a:lnTo>
                    <a:pt x="189387" y="376951"/>
                  </a:lnTo>
                  <a:lnTo>
                    <a:pt x="184878" y="379808"/>
                  </a:lnTo>
                  <a:lnTo>
                    <a:pt x="181741" y="381912"/>
                  </a:lnTo>
                  <a:lnTo>
                    <a:pt x="178408" y="382664"/>
                  </a:lnTo>
                  <a:lnTo>
                    <a:pt x="176497" y="383366"/>
                  </a:lnTo>
                  <a:lnTo>
                    <a:pt x="175272" y="384268"/>
                  </a:lnTo>
                  <a:lnTo>
                    <a:pt x="169635" y="385170"/>
                  </a:lnTo>
                  <a:lnTo>
                    <a:pt x="166988" y="385921"/>
                  </a:lnTo>
                  <a:lnTo>
                    <a:pt x="164292" y="387174"/>
                  </a:lnTo>
                  <a:lnTo>
                    <a:pt x="162087" y="389079"/>
                  </a:lnTo>
                  <a:lnTo>
                    <a:pt x="156940" y="388277"/>
                  </a:lnTo>
                  <a:lnTo>
                    <a:pt x="153264" y="388026"/>
                  </a:lnTo>
                  <a:lnTo>
                    <a:pt x="150961" y="388277"/>
                  </a:lnTo>
                  <a:lnTo>
                    <a:pt x="147579" y="389329"/>
                  </a:lnTo>
                  <a:lnTo>
                    <a:pt x="145961" y="389229"/>
                  </a:lnTo>
                  <a:lnTo>
                    <a:pt x="143168" y="389780"/>
                  </a:lnTo>
                  <a:lnTo>
                    <a:pt x="139002" y="390331"/>
                  </a:lnTo>
                  <a:lnTo>
                    <a:pt x="135277" y="390782"/>
                  </a:lnTo>
                  <a:lnTo>
                    <a:pt x="134345" y="391284"/>
                  </a:lnTo>
                  <a:lnTo>
                    <a:pt x="128709" y="393990"/>
                  </a:lnTo>
                  <a:lnTo>
                    <a:pt x="126650" y="397447"/>
                  </a:lnTo>
                  <a:lnTo>
                    <a:pt x="125229" y="399652"/>
                  </a:lnTo>
                  <a:lnTo>
                    <a:pt x="122288" y="402208"/>
                  </a:lnTo>
                  <a:lnTo>
                    <a:pt x="118171" y="405015"/>
                  </a:lnTo>
                  <a:lnTo>
                    <a:pt x="114250" y="407119"/>
                  </a:lnTo>
                  <a:lnTo>
                    <a:pt x="112240" y="407721"/>
                  </a:lnTo>
                  <a:lnTo>
                    <a:pt x="110721" y="408773"/>
                  </a:lnTo>
                  <a:lnTo>
                    <a:pt x="109545" y="409224"/>
                  </a:lnTo>
                  <a:lnTo>
                    <a:pt x="107045" y="409876"/>
                  </a:lnTo>
                  <a:lnTo>
                    <a:pt x="106212" y="410677"/>
                  </a:lnTo>
                  <a:lnTo>
                    <a:pt x="105721" y="414336"/>
                  </a:lnTo>
                  <a:lnTo>
                    <a:pt x="104986" y="417042"/>
                  </a:lnTo>
                  <a:lnTo>
                    <a:pt x="103957" y="418445"/>
                  </a:lnTo>
                  <a:lnTo>
                    <a:pt x="102879" y="419197"/>
                  </a:lnTo>
                  <a:lnTo>
                    <a:pt x="102291" y="420449"/>
                  </a:lnTo>
                  <a:lnTo>
                    <a:pt x="101163" y="422454"/>
                  </a:lnTo>
                  <a:lnTo>
                    <a:pt x="99742" y="424108"/>
                  </a:lnTo>
                  <a:lnTo>
                    <a:pt x="98762" y="425060"/>
                  </a:lnTo>
                  <a:lnTo>
                    <a:pt x="98565" y="425260"/>
                  </a:lnTo>
                  <a:lnTo>
                    <a:pt x="98418" y="425411"/>
                  </a:lnTo>
                  <a:lnTo>
                    <a:pt x="96213" y="426764"/>
                  </a:lnTo>
                  <a:lnTo>
                    <a:pt x="95625" y="427014"/>
                  </a:lnTo>
                  <a:lnTo>
                    <a:pt x="95282" y="427165"/>
                  </a:lnTo>
                  <a:lnTo>
                    <a:pt x="95037" y="427315"/>
                  </a:lnTo>
                  <a:lnTo>
                    <a:pt x="94056" y="427816"/>
                  </a:lnTo>
                  <a:lnTo>
                    <a:pt x="92978" y="428367"/>
                  </a:lnTo>
                  <a:lnTo>
                    <a:pt x="92194" y="428568"/>
                  </a:lnTo>
                  <a:lnTo>
                    <a:pt x="91949" y="428668"/>
                  </a:lnTo>
                  <a:lnTo>
                    <a:pt x="91115" y="429019"/>
                  </a:lnTo>
                  <a:lnTo>
                    <a:pt x="90821" y="429169"/>
                  </a:lnTo>
                  <a:lnTo>
                    <a:pt x="89792" y="429821"/>
                  </a:lnTo>
                  <a:lnTo>
                    <a:pt x="89498" y="430572"/>
                  </a:lnTo>
                  <a:lnTo>
                    <a:pt x="89057" y="430923"/>
                  </a:lnTo>
                  <a:lnTo>
                    <a:pt x="88518" y="431274"/>
                  </a:lnTo>
                  <a:lnTo>
                    <a:pt x="87586" y="432176"/>
                  </a:lnTo>
                  <a:lnTo>
                    <a:pt x="86704" y="432878"/>
                  </a:lnTo>
                  <a:lnTo>
                    <a:pt x="86214" y="433278"/>
                  </a:lnTo>
                  <a:lnTo>
                    <a:pt x="86018" y="433479"/>
                  </a:lnTo>
                  <a:lnTo>
                    <a:pt x="85920" y="433679"/>
                  </a:lnTo>
                  <a:lnTo>
                    <a:pt x="85626" y="434080"/>
                  </a:lnTo>
                  <a:lnTo>
                    <a:pt x="85479" y="434331"/>
                  </a:lnTo>
                  <a:lnTo>
                    <a:pt x="85430" y="434732"/>
                  </a:lnTo>
                  <a:lnTo>
                    <a:pt x="85430" y="434882"/>
                  </a:lnTo>
                  <a:lnTo>
                    <a:pt x="85479" y="435083"/>
                  </a:lnTo>
                  <a:lnTo>
                    <a:pt x="85479" y="435433"/>
                  </a:lnTo>
                  <a:lnTo>
                    <a:pt x="85381" y="435634"/>
                  </a:lnTo>
                  <a:lnTo>
                    <a:pt x="84989" y="435584"/>
                  </a:lnTo>
                  <a:lnTo>
                    <a:pt x="84450" y="436987"/>
                  </a:lnTo>
                  <a:lnTo>
                    <a:pt x="84254" y="437187"/>
                  </a:lnTo>
                  <a:lnTo>
                    <a:pt x="84107" y="437288"/>
                  </a:lnTo>
                  <a:lnTo>
                    <a:pt x="82342" y="437338"/>
                  </a:lnTo>
                  <a:lnTo>
                    <a:pt x="81803" y="437087"/>
                  </a:lnTo>
                  <a:lnTo>
                    <a:pt x="81607" y="437087"/>
                  </a:lnTo>
                  <a:lnTo>
                    <a:pt x="81362" y="437037"/>
                  </a:lnTo>
                  <a:lnTo>
                    <a:pt x="81411" y="436786"/>
                  </a:lnTo>
                  <a:lnTo>
                    <a:pt x="81264" y="436536"/>
                  </a:lnTo>
                  <a:lnTo>
                    <a:pt x="81117" y="436385"/>
                  </a:lnTo>
                  <a:lnTo>
                    <a:pt x="80725" y="436736"/>
                  </a:lnTo>
                  <a:lnTo>
                    <a:pt x="80087" y="437338"/>
                  </a:lnTo>
                  <a:lnTo>
                    <a:pt x="79793" y="437588"/>
                  </a:lnTo>
                  <a:lnTo>
                    <a:pt x="79744" y="437839"/>
                  </a:lnTo>
                  <a:lnTo>
                    <a:pt x="78911" y="440244"/>
                  </a:lnTo>
                  <a:lnTo>
                    <a:pt x="78323" y="441998"/>
                  </a:lnTo>
                  <a:lnTo>
                    <a:pt x="77882" y="443351"/>
                  </a:lnTo>
                  <a:lnTo>
                    <a:pt x="77686" y="443852"/>
                  </a:lnTo>
                  <a:lnTo>
                    <a:pt x="77637" y="444153"/>
                  </a:lnTo>
                  <a:lnTo>
                    <a:pt x="77686" y="444504"/>
                  </a:lnTo>
                  <a:lnTo>
                    <a:pt x="77882" y="445205"/>
                  </a:lnTo>
                  <a:lnTo>
                    <a:pt x="77637" y="445205"/>
                  </a:lnTo>
                  <a:lnTo>
                    <a:pt x="76509" y="445506"/>
                  </a:lnTo>
                  <a:lnTo>
                    <a:pt x="76117" y="445606"/>
                  </a:lnTo>
                  <a:lnTo>
                    <a:pt x="74794" y="445957"/>
                  </a:lnTo>
                  <a:lnTo>
                    <a:pt x="70089" y="447260"/>
                  </a:lnTo>
                  <a:lnTo>
                    <a:pt x="69942" y="447210"/>
                  </a:lnTo>
                  <a:lnTo>
                    <a:pt x="68618" y="446809"/>
                  </a:lnTo>
                  <a:lnTo>
                    <a:pt x="66658" y="446158"/>
                  </a:lnTo>
                  <a:lnTo>
                    <a:pt x="66070" y="445957"/>
                  </a:lnTo>
                  <a:lnTo>
                    <a:pt x="65923" y="445105"/>
                  </a:lnTo>
                  <a:lnTo>
                    <a:pt x="65776" y="444253"/>
                  </a:lnTo>
                  <a:lnTo>
                    <a:pt x="65383" y="442249"/>
                  </a:lnTo>
                  <a:lnTo>
                    <a:pt x="65138" y="441246"/>
                  </a:lnTo>
                  <a:lnTo>
                    <a:pt x="64158" y="436335"/>
                  </a:lnTo>
                  <a:lnTo>
                    <a:pt x="63864" y="435083"/>
                  </a:lnTo>
                  <a:lnTo>
                    <a:pt x="63031" y="431324"/>
                  </a:lnTo>
                  <a:lnTo>
                    <a:pt x="62590" y="429420"/>
                  </a:lnTo>
                  <a:lnTo>
                    <a:pt x="62492" y="428919"/>
                  </a:lnTo>
                  <a:lnTo>
                    <a:pt x="62050" y="426864"/>
                  </a:lnTo>
                  <a:lnTo>
                    <a:pt x="60433" y="419547"/>
                  </a:lnTo>
                  <a:lnTo>
                    <a:pt x="58178" y="409174"/>
                  </a:lnTo>
                  <a:lnTo>
                    <a:pt x="54747" y="394391"/>
                  </a:lnTo>
                  <a:lnTo>
                    <a:pt x="53032" y="387024"/>
                  </a:lnTo>
                  <a:lnTo>
                    <a:pt x="53032" y="386874"/>
                  </a:lnTo>
                  <a:lnTo>
                    <a:pt x="52983" y="386723"/>
                  </a:lnTo>
                  <a:lnTo>
                    <a:pt x="52836" y="386222"/>
                  </a:lnTo>
                  <a:lnTo>
                    <a:pt x="50042" y="372341"/>
                  </a:lnTo>
                  <a:lnTo>
                    <a:pt x="49846" y="370988"/>
                  </a:lnTo>
                  <a:lnTo>
                    <a:pt x="49797" y="370637"/>
                  </a:lnTo>
                  <a:lnTo>
                    <a:pt x="49846" y="369033"/>
                  </a:lnTo>
                  <a:lnTo>
                    <a:pt x="48866" y="364323"/>
                  </a:lnTo>
                  <a:lnTo>
                    <a:pt x="44700" y="343726"/>
                  </a:lnTo>
                  <a:lnTo>
                    <a:pt x="44651" y="342273"/>
                  </a:lnTo>
                  <a:lnTo>
                    <a:pt x="44602" y="341621"/>
                  </a:lnTo>
                  <a:lnTo>
                    <a:pt x="44602" y="341271"/>
                  </a:lnTo>
                  <a:lnTo>
                    <a:pt x="44602" y="341070"/>
                  </a:lnTo>
                  <a:lnTo>
                    <a:pt x="44553" y="340619"/>
                  </a:lnTo>
                  <a:lnTo>
                    <a:pt x="42396" y="329444"/>
                  </a:lnTo>
                  <a:lnTo>
                    <a:pt x="41465" y="324032"/>
                  </a:lnTo>
                  <a:lnTo>
                    <a:pt x="36024" y="324884"/>
                  </a:lnTo>
                  <a:lnTo>
                    <a:pt x="31123" y="325685"/>
                  </a:lnTo>
                  <a:lnTo>
                    <a:pt x="18527" y="327540"/>
                  </a:lnTo>
                  <a:lnTo>
                    <a:pt x="17693" y="321877"/>
                  </a:lnTo>
                  <a:lnTo>
                    <a:pt x="17399" y="320123"/>
                  </a:lnTo>
                  <a:lnTo>
                    <a:pt x="16860" y="316515"/>
                  </a:lnTo>
                  <a:lnTo>
                    <a:pt x="16272" y="312756"/>
                  </a:lnTo>
                  <a:lnTo>
                    <a:pt x="15978" y="310802"/>
                  </a:lnTo>
                  <a:lnTo>
                    <a:pt x="15929" y="310551"/>
                  </a:lnTo>
                  <a:lnTo>
                    <a:pt x="14949" y="304237"/>
                  </a:lnTo>
                  <a:lnTo>
                    <a:pt x="14753" y="302884"/>
                  </a:lnTo>
                  <a:lnTo>
                    <a:pt x="14458" y="300980"/>
                  </a:lnTo>
                  <a:lnTo>
                    <a:pt x="14213" y="299426"/>
                  </a:lnTo>
                  <a:lnTo>
                    <a:pt x="13576" y="295267"/>
                  </a:lnTo>
                  <a:lnTo>
                    <a:pt x="13527" y="294966"/>
                  </a:lnTo>
                  <a:lnTo>
                    <a:pt x="12890" y="290255"/>
                  </a:lnTo>
                  <a:lnTo>
                    <a:pt x="12890" y="289704"/>
                  </a:lnTo>
                  <a:lnTo>
                    <a:pt x="12890" y="289554"/>
                  </a:lnTo>
                  <a:lnTo>
                    <a:pt x="12841" y="289053"/>
                  </a:lnTo>
                  <a:lnTo>
                    <a:pt x="12743" y="287649"/>
                  </a:lnTo>
                  <a:lnTo>
                    <a:pt x="12400" y="284593"/>
                  </a:lnTo>
                  <a:lnTo>
                    <a:pt x="12106" y="281235"/>
                  </a:lnTo>
                  <a:lnTo>
                    <a:pt x="11959" y="279230"/>
                  </a:lnTo>
                  <a:lnTo>
                    <a:pt x="11714" y="276675"/>
                  </a:lnTo>
                  <a:lnTo>
                    <a:pt x="11567" y="275221"/>
                  </a:lnTo>
                  <a:lnTo>
                    <a:pt x="11224" y="271764"/>
                  </a:lnTo>
                  <a:lnTo>
                    <a:pt x="11028" y="269458"/>
                  </a:lnTo>
                  <a:lnTo>
                    <a:pt x="9900" y="257381"/>
                  </a:lnTo>
                  <a:lnTo>
                    <a:pt x="9557" y="253272"/>
                  </a:lnTo>
                  <a:lnTo>
                    <a:pt x="9312" y="249964"/>
                  </a:lnTo>
                  <a:lnTo>
                    <a:pt x="9312" y="249664"/>
                  </a:lnTo>
                  <a:lnTo>
                    <a:pt x="9312" y="248962"/>
                  </a:lnTo>
                  <a:lnTo>
                    <a:pt x="8969" y="245604"/>
                  </a:lnTo>
                  <a:lnTo>
                    <a:pt x="8577" y="241595"/>
                  </a:lnTo>
                  <a:lnTo>
                    <a:pt x="8283" y="238238"/>
                  </a:lnTo>
                  <a:lnTo>
                    <a:pt x="7842" y="233327"/>
                  </a:lnTo>
                  <a:lnTo>
                    <a:pt x="7155" y="225910"/>
                  </a:lnTo>
                  <a:lnTo>
                    <a:pt x="7155" y="225709"/>
                  </a:lnTo>
                  <a:lnTo>
                    <a:pt x="7106" y="225359"/>
                  </a:lnTo>
                  <a:lnTo>
                    <a:pt x="7057" y="224908"/>
                  </a:lnTo>
                  <a:lnTo>
                    <a:pt x="7008" y="224356"/>
                  </a:lnTo>
                  <a:lnTo>
                    <a:pt x="6028" y="214183"/>
                  </a:lnTo>
                  <a:lnTo>
                    <a:pt x="5930" y="212880"/>
                  </a:lnTo>
                  <a:lnTo>
                    <a:pt x="4999" y="202206"/>
                  </a:lnTo>
                  <a:lnTo>
                    <a:pt x="4950" y="201505"/>
                  </a:lnTo>
                  <a:lnTo>
                    <a:pt x="4215" y="193687"/>
                  </a:lnTo>
                  <a:lnTo>
                    <a:pt x="3725" y="188826"/>
                  </a:lnTo>
                  <a:lnTo>
                    <a:pt x="3626" y="187974"/>
                  </a:lnTo>
                  <a:lnTo>
                    <a:pt x="3528" y="187172"/>
                  </a:lnTo>
                  <a:lnTo>
                    <a:pt x="3528" y="186972"/>
                  </a:lnTo>
                  <a:lnTo>
                    <a:pt x="3528" y="186822"/>
                  </a:lnTo>
                  <a:lnTo>
                    <a:pt x="3479" y="186371"/>
                  </a:lnTo>
                  <a:lnTo>
                    <a:pt x="3430" y="185719"/>
                  </a:lnTo>
                  <a:lnTo>
                    <a:pt x="3430" y="185569"/>
                  </a:lnTo>
                  <a:lnTo>
                    <a:pt x="3381" y="184967"/>
                  </a:lnTo>
                  <a:lnTo>
                    <a:pt x="3283" y="184065"/>
                  </a:lnTo>
                  <a:lnTo>
                    <a:pt x="3234" y="183163"/>
                  </a:lnTo>
                  <a:lnTo>
                    <a:pt x="3185" y="182813"/>
                  </a:lnTo>
                  <a:lnTo>
                    <a:pt x="3185" y="182562"/>
                  </a:lnTo>
                  <a:lnTo>
                    <a:pt x="3136" y="182261"/>
                  </a:lnTo>
                  <a:lnTo>
                    <a:pt x="3087" y="181810"/>
                  </a:lnTo>
                  <a:lnTo>
                    <a:pt x="3087" y="181359"/>
                  </a:lnTo>
                  <a:lnTo>
                    <a:pt x="3038" y="180808"/>
                  </a:lnTo>
                  <a:lnTo>
                    <a:pt x="2989" y="180557"/>
                  </a:lnTo>
                  <a:lnTo>
                    <a:pt x="2989" y="180307"/>
                  </a:lnTo>
                  <a:lnTo>
                    <a:pt x="2744" y="177801"/>
                  </a:lnTo>
                  <a:lnTo>
                    <a:pt x="2499" y="175195"/>
                  </a:lnTo>
                  <a:lnTo>
                    <a:pt x="2450" y="174143"/>
                  </a:lnTo>
                  <a:lnTo>
                    <a:pt x="2107" y="170936"/>
                  </a:lnTo>
                  <a:lnTo>
                    <a:pt x="1617" y="165523"/>
                  </a:lnTo>
                  <a:lnTo>
                    <a:pt x="1470" y="164070"/>
                  </a:lnTo>
                  <a:lnTo>
                    <a:pt x="196" y="151642"/>
                  </a:lnTo>
                  <a:lnTo>
                    <a:pt x="147" y="151341"/>
                  </a:lnTo>
                  <a:lnTo>
                    <a:pt x="147" y="151041"/>
                  </a:lnTo>
                  <a:lnTo>
                    <a:pt x="98" y="150790"/>
                  </a:lnTo>
                  <a:lnTo>
                    <a:pt x="98" y="150540"/>
                  </a:lnTo>
                  <a:lnTo>
                    <a:pt x="49" y="150339"/>
                  </a:lnTo>
                  <a:lnTo>
                    <a:pt x="0" y="149988"/>
                  </a:lnTo>
                  <a:lnTo>
                    <a:pt x="147" y="149838"/>
                  </a:lnTo>
                  <a:lnTo>
                    <a:pt x="1421" y="148736"/>
                  </a:lnTo>
                  <a:lnTo>
                    <a:pt x="2842" y="147683"/>
                  </a:lnTo>
                  <a:lnTo>
                    <a:pt x="4019" y="146831"/>
                  </a:lnTo>
                  <a:lnTo>
                    <a:pt x="5146" y="145428"/>
                  </a:lnTo>
                  <a:lnTo>
                    <a:pt x="5930" y="143674"/>
                  </a:lnTo>
                  <a:lnTo>
                    <a:pt x="6616" y="141619"/>
                  </a:lnTo>
                  <a:lnTo>
                    <a:pt x="7352" y="139264"/>
                  </a:lnTo>
                  <a:lnTo>
                    <a:pt x="7891" y="138061"/>
                  </a:lnTo>
                  <a:lnTo>
                    <a:pt x="8479" y="135806"/>
                  </a:lnTo>
                  <a:lnTo>
                    <a:pt x="8822" y="134102"/>
                  </a:lnTo>
                  <a:lnTo>
                    <a:pt x="8920" y="132148"/>
                  </a:lnTo>
                  <a:lnTo>
                    <a:pt x="9606" y="131046"/>
                  </a:lnTo>
                  <a:lnTo>
                    <a:pt x="10635" y="128690"/>
                  </a:lnTo>
                  <a:lnTo>
                    <a:pt x="11273" y="126886"/>
                  </a:lnTo>
                  <a:lnTo>
                    <a:pt x="11665" y="124631"/>
                  </a:lnTo>
                  <a:lnTo>
                    <a:pt x="12302" y="122226"/>
                  </a:lnTo>
                  <a:lnTo>
                    <a:pt x="13625" y="117966"/>
                  </a:lnTo>
                  <a:lnTo>
                    <a:pt x="14556" y="115761"/>
                  </a:lnTo>
                  <a:lnTo>
                    <a:pt x="15929" y="113957"/>
                  </a:lnTo>
                  <a:lnTo>
                    <a:pt x="17350" y="111702"/>
                  </a:lnTo>
                  <a:lnTo>
                    <a:pt x="19066" y="109347"/>
                  </a:lnTo>
                  <a:lnTo>
                    <a:pt x="20095" y="107142"/>
                  </a:lnTo>
                  <a:lnTo>
                    <a:pt x="21565" y="105237"/>
                  </a:lnTo>
                  <a:lnTo>
                    <a:pt x="23379" y="103784"/>
                  </a:lnTo>
                  <a:lnTo>
                    <a:pt x="26222" y="103283"/>
                  </a:lnTo>
                  <a:lnTo>
                    <a:pt x="28476" y="102631"/>
                  </a:lnTo>
                  <a:lnTo>
                    <a:pt x="30535" y="101278"/>
                  </a:lnTo>
                  <a:lnTo>
                    <a:pt x="31760" y="99274"/>
                  </a:lnTo>
                  <a:lnTo>
                    <a:pt x="32838" y="97269"/>
                  </a:lnTo>
                  <a:lnTo>
                    <a:pt x="33623" y="95265"/>
                  </a:lnTo>
                  <a:lnTo>
                    <a:pt x="34260" y="93260"/>
                  </a:lnTo>
                  <a:lnTo>
                    <a:pt x="34848" y="91206"/>
                  </a:lnTo>
                  <a:lnTo>
                    <a:pt x="35289" y="89452"/>
                  </a:lnTo>
                  <a:lnTo>
                    <a:pt x="36269" y="87447"/>
                  </a:lnTo>
                  <a:lnTo>
                    <a:pt x="37348" y="85443"/>
                  </a:lnTo>
                  <a:lnTo>
                    <a:pt x="38720" y="83037"/>
                  </a:lnTo>
                  <a:lnTo>
                    <a:pt x="39700" y="81383"/>
                  </a:lnTo>
                  <a:lnTo>
                    <a:pt x="40877" y="79229"/>
                  </a:lnTo>
                  <a:lnTo>
                    <a:pt x="41514" y="77976"/>
                  </a:lnTo>
                  <a:lnTo>
                    <a:pt x="42249" y="75821"/>
                  </a:lnTo>
                  <a:lnTo>
                    <a:pt x="43278" y="73917"/>
                  </a:lnTo>
                  <a:lnTo>
                    <a:pt x="43768" y="72213"/>
                  </a:lnTo>
                  <a:lnTo>
                    <a:pt x="44700" y="70308"/>
                  </a:lnTo>
                  <a:lnTo>
                    <a:pt x="45876" y="68153"/>
                  </a:lnTo>
                  <a:lnTo>
                    <a:pt x="47592" y="65748"/>
                  </a:lnTo>
                  <a:lnTo>
                    <a:pt x="49013" y="64696"/>
                  </a:lnTo>
                  <a:lnTo>
                    <a:pt x="51022" y="63493"/>
                  </a:lnTo>
                  <a:lnTo>
                    <a:pt x="52493" y="62691"/>
                  </a:lnTo>
                  <a:lnTo>
                    <a:pt x="53865" y="60737"/>
                  </a:lnTo>
                  <a:lnTo>
                    <a:pt x="55532" y="58682"/>
                  </a:lnTo>
                  <a:lnTo>
                    <a:pt x="56463" y="57129"/>
                  </a:lnTo>
                  <a:lnTo>
                    <a:pt x="56904" y="56728"/>
                  </a:lnTo>
                  <a:lnTo>
                    <a:pt x="57541" y="56227"/>
                  </a:lnTo>
                  <a:lnTo>
                    <a:pt x="59404" y="54272"/>
                  </a:lnTo>
                  <a:lnTo>
                    <a:pt x="61168" y="52167"/>
                  </a:lnTo>
                  <a:lnTo>
                    <a:pt x="62786" y="50163"/>
                  </a:lnTo>
                  <a:lnTo>
                    <a:pt x="64354" y="47657"/>
                  </a:lnTo>
                  <a:lnTo>
                    <a:pt x="66119" y="44851"/>
                  </a:lnTo>
                  <a:lnTo>
                    <a:pt x="68128" y="43498"/>
                  </a:lnTo>
                  <a:lnTo>
                    <a:pt x="69648" y="41543"/>
                  </a:lnTo>
                  <a:lnTo>
                    <a:pt x="71804" y="39038"/>
                  </a:lnTo>
                  <a:lnTo>
                    <a:pt x="75088" y="36181"/>
                  </a:lnTo>
                  <a:lnTo>
                    <a:pt x="77882" y="33475"/>
                  </a:lnTo>
                  <a:lnTo>
                    <a:pt x="79548" y="31671"/>
                  </a:lnTo>
                  <a:lnTo>
                    <a:pt x="82048" y="28464"/>
                  </a:lnTo>
                  <a:lnTo>
                    <a:pt x="84009" y="25958"/>
                  </a:lnTo>
                  <a:lnTo>
                    <a:pt x="86410" y="23753"/>
                  </a:lnTo>
                  <a:lnTo>
                    <a:pt x="87832" y="23001"/>
                  </a:lnTo>
                  <a:lnTo>
                    <a:pt x="89890" y="21548"/>
                  </a:lnTo>
                  <a:lnTo>
                    <a:pt x="90331" y="20696"/>
                  </a:lnTo>
                  <a:lnTo>
                    <a:pt x="90478" y="20295"/>
                  </a:lnTo>
                  <a:lnTo>
                    <a:pt x="90821" y="19694"/>
                  </a:lnTo>
                  <a:lnTo>
                    <a:pt x="91361" y="18541"/>
                  </a:lnTo>
                  <a:lnTo>
                    <a:pt x="91851" y="17289"/>
                  </a:lnTo>
                  <a:lnTo>
                    <a:pt x="92096" y="16286"/>
                  </a:lnTo>
                  <a:lnTo>
                    <a:pt x="92684" y="15033"/>
                  </a:lnTo>
                  <a:lnTo>
                    <a:pt x="93468" y="13831"/>
                  </a:lnTo>
                  <a:lnTo>
                    <a:pt x="94448" y="12428"/>
                  </a:lnTo>
                  <a:lnTo>
                    <a:pt x="94595" y="12177"/>
                  </a:lnTo>
                  <a:lnTo>
                    <a:pt x="96066" y="10223"/>
                  </a:lnTo>
                  <a:lnTo>
                    <a:pt x="98369" y="7015"/>
                  </a:lnTo>
                  <a:lnTo>
                    <a:pt x="101016" y="4209"/>
                  </a:lnTo>
                  <a:lnTo>
                    <a:pt x="103516" y="651"/>
                  </a:lnTo>
                  <a:lnTo>
                    <a:pt x="105182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739992" y="3757240"/>
              <a:ext cx="379216" cy="209924"/>
            </a:xfrm>
            <a:custGeom>
              <a:avLst/>
              <a:pathLst>
                <a:path w="379216" h="209924">
                  <a:moveTo>
                    <a:pt x="323194" y="250"/>
                  </a:moveTo>
                  <a:lnTo>
                    <a:pt x="327850" y="551"/>
                  </a:lnTo>
                  <a:lnTo>
                    <a:pt x="333046" y="801"/>
                  </a:lnTo>
                  <a:lnTo>
                    <a:pt x="335790" y="1002"/>
                  </a:lnTo>
                  <a:lnTo>
                    <a:pt x="339025" y="1753"/>
                  </a:lnTo>
                  <a:lnTo>
                    <a:pt x="341133" y="2054"/>
                  </a:lnTo>
                  <a:lnTo>
                    <a:pt x="343486" y="2204"/>
                  </a:lnTo>
                  <a:lnTo>
                    <a:pt x="347701" y="2054"/>
                  </a:lnTo>
                  <a:lnTo>
                    <a:pt x="347946" y="2054"/>
                  </a:lnTo>
                  <a:lnTo>
                    <a:pt x="349269" y="1804"/>
                  </a:lnTo>
                  <a:lnTo>
                    <a:pt x="351426" y="1753"/>
                  </a:lnTo>
                  <a:lnTo>
                    <a:pt x="352945" y="1653"/>
                  </a:lnTo>
                  <a:lnTo>
                    <a:pt x="355494" y="1804"/>
                  </a:lnTo>
                  <a:lnTo>
                    <a:pt x="355837" y="1804"/>
                  </a:lnTo>
                  <a:lnTo>
                    <a:pt x="356768" y="2004"/>
                  </a:lnTo>
                  <a:lnTo>
                    <a:pt x="359219" y="2004"/>
                  </a:lnTo>
                  <a:lnTo>
                    <a:pt x="363091" y="3207"/>
                  </a:lnTo>
                  <a:lnTo>
                    <a:pt x="366571" y="4159"/>
                  </a:lnTo>
                  <a:lnTo>
                    <a:pt x="367551" y="4309"/>
                  </a:lnTo>
                  <a:lnTo>
                    <a:pt x="369316" y="4610"/>
                  </a:lnTo>
                  <a:lnTo>
                    <a:pt x="370002" y="4610"/>
                  </a:lnTo>
                  <a:lnTo>
                    <a:pt x="377354" y="5863"/>
                  </a:lnTo>
                  <a:lnTo>
                    <a:pt x="379216" y="6214"/>
                  </a:lnTo>
                  <a:lnTo>
                    <a:pt x="377256" y="6614"/>
                  </a:lnTo>
                  <a:lnTo>
                    <a:pt x="375932" y="7366"/>
                  </a:lnTo>
                  <a:lnTo>
                    <a:pt x="375638" y="7466"/>
                  </a:lnTo>
                  <a:lnTo>
                    <a:pt x="375295" y="7767"/>
                  </a:lnTo>
                  <a:lnTo>
                    <a:pt x="374511" y="8218"/>
                  </a:lnTo>
                  <a:lnTo>
                    <a:pt x="373923" y="8368"/>
                  </a:lnTo>
                  <a:lnTo>
                    <a:pt x="373286" y="8368"/>
                  </a:lnTo>
                  <a:lnTo>
                    <a:pt x="372305" y="8368"/>
                  </a:lnTo>
                  <a:lnTo>
                    <a:pt x="371913" y="8318"/>
                  </a:lnTo>
                  <a:lnTo>
                    <a:pt x="371668" y="8168"/>
                  </a:lnTo>
                  <a:lnTo>
                    <a:pt x="371423" y="8018"/>
                  </a:lnTo>
                  <a:lnTo>
                    <a:pt x="371129" y="7867"/>
                  </a:lnTo>
                  <a:lnTo>
                    <a:pt x="370737" y="7817"/>
                  </a:lnTo>
                  <a:lnTo>
                    <a:pt x="370198" y="7817"/>
                  </a:lnTo>
                  <a:lnTo>
                    <a:pt x="368678" y="7767"/>
                  </a:lnTo>
                  <a:lnTo>
                    <a:pt x="368139" y="7817"/>
                  </a:lnTo>
                  <a:lnTo>
                    <a:pt x="367845" y="7867"/>
                  </a:lnTo>
                  <a:lnTo>
                    <a:pt x="367551" y="7867"/>
                  </a:lnTo>
                  <a:lnTo>
                    <a:pt x="367012" y="7817"/>
                  </a:lnTo>
                  <a:lnTo>
                    <a:pt x="366620" y="7767"/>
                  </a:lnTo>
                  <a:lnTo>
                    <a:pt x="365689" y="7767"/>
                  </a:lnTo>
                  <a:lnTo>
                    <a:pt x="364904" y="7817"/>
                  </a:lnTo>
                  <a:lnTo>
                    <a:pt x="364169" y="7717"/>
                  </a:lnTo>
                  <a:lnTo>
                    <a:pt x="363679" y="7567"/>
                  </a:lnTo>
                  <a:lnTo>
                    <a:pt x="362748" y="7416"/>
                  </a:lnTo>
                  <a:lnTo>
                    <a:pt x="362160" y="7266"/>
                  </a:lnTo>
                  <a:lnTo>
                    <a:pt x="361474" y="7266"/>
                  </a:lnTo>
                  <a:lnTo>
                    <a:pt x="360591" y="7416"/>
                  </a:lnTo>
                  <a:lnTo>
                    <a:pt x="359856" y="7567"/>
                  </a:lnTo>
                  <a:lnTo>
                    <a:pt x="358288" y="7316"/>
                  </a:lnTo>
                  <a:lnTo>
                    <a:pt x="357013" y="7466"/>
                  </a:lnTo>
                  <a:lnTo>
                    <a:pt x="356376" y="7917"/>
                  </a:lnTo>
                  <a:lnTo>
                    <a:pt x="356131" y="8068"/>
                  </a:lnTo>
                  <a:lnTo>
                    <a:pt x="355445" y="8368"/>
                  </a:lnTo>
                  <a:lnTo>
                    <a:pt x="355004" y="8368"/>
                  </a:lnTo>
                  <a:lnTo>
                    <a:pt x="354465" y="8318"/>
                  </a:lnTo>
                  <a:lnTo>
                    <a:pt x="354072" y="8068"/>
                  </a:lnTo>
                  <a:lnTo>
                    <a:pt x="353533" y="7767"/>
                  </a:lnTo>
                  <a:lnTo>
                    <a:pt x="352994" y="7567"/>
                  </a:lnTo>
                  <a:lnTo>
                    <a:pt x="352700" y="7617"/>
                  </a:lnTo>
                  <a:lnTo>
                    <a:pt x="351769" y="7968"/>
                  </a:lnTo>
                  <a:lnTo>
                    <a:pt x="351181" y="8268"/>
                  </a:lnTo>
                  <a:lnTo>
                    <a:pt x="350298" y="8419"/>
                  </a:lnTo>
                  <a:lnTo>
                    <a:pt x="349857" y="8419"/>
                  </a:lnTo>
                  <a:lnTo>
                    <a:pt x="349563" y="8368"/>
                  </a:lnTo>
                  <a:lnTo>
                    <a:pt x="349024" y="8218"/>
                  </a:lnTo>
                  <a:lnTo>
                    <a:pt x="347995" y="7817"/>
                  </a:lnTo>
                  <a:lnTo>
                    <a:pt x="347456" y="7717"/>
                  </a:lnTo>
                  <a:lnTo>
                    <a:pt x="344417" y="7867"/>
                  </a:lnTo>
                  <a:lnTo>
                    <a:pt x="343633" y="8018"/>
                  </a:lnTo>
                  <a:lnTo>
                    <a:pt x="343142" y="8268"/>
                  </a:lnTo>
                  <a:lnTo>
                    <a:pt x="342848" y="8469"/>
                  </a:lnTo>
                  <a:lnTo>
                    <a:pt x="342260" y="8719"/>
                  </a:lnTo>
                  <a:lnTo>
                    <a:pt x="341623" y="8970"/>
                  </a:lnTo>
                  <a:lnTo>
                    <a:pt x="340986" y="9020"/>
                  </a:lnTo>
                  <a:lnTo>
                    <a:pt x="340594" y="9020"/>
                  </a:lnTo>
                  <a:lnTo>
                    <a:pt x="339663" y="8870"/>
                  </a:lnTo>
                  <a:lnTo>
                    <a:pt x="338927" y="8669"/>
                  </a:lnTo>
                  <a:lnTo>
                    <a:pt x="337996" y="8719"/>
                  </a:lnTo>
                  <a:lnTo>
                    <a:pt x="337016" y="8920"/>
                  </a:lnTo>
                  <a:lnTo>
                    <a:pt x="336526" y="8970"/>
                  </a:lnTo>
                  <a:lnTo>
                    <a:pt x="336232" y="8970"/>
                  </a:lnTo>
                  <a:lnTo>
                    <a:pt x="335300" y="9270"/>
                  </a:lnTo>
                  <a:lnTo>
                    <a:pt x="334418" y="9671"/>
                  </a:lnTo>
                  <a:lnTo>
                    <a:pt x="331624" y="10473"/>
                  </a:lnTo>
                  <a:lnTo>
                    <a:pt x="330399" y="10523"/>
                  </a:lnTo>
                  <a:lnTo>
                    <a:pt x="329566" y="10523"/>
                  </a:lnTo>
                  <a:lnTo>
                    <a:pt x="328880" y="10624"/>
                  </a:lnTo>
                  <a:lnTo>
                    <a:pt x="328242" y="10674"/>
                  </a:lnTo>
                  <a:lnTo>
                    <a:pt x="327948" y="10774"/>
                  </a:lnTo>
                  <a:lnTo>
                    <a:pt x="327507" y="10824"/>
                  </a:lnTo>
                  <a:lnTo>
                    <a:pt x="326968" y="10924"/>
                  </a:lnTo>
                  <a:lnTo>
                    <a:pt x="326135" y="11125"/>
                  </a:lnTo>
                  <a:lnTo>
                    <a:pt x="325792" y="11175"/>
                  </a:lnTo>
                  <a:lnTo>
                    <a:pt x="325645" y="11225"/>
                  </a:lnTo>
                  <a:lnTo>
                    <a:pt x="325400" y="11325"/>
                  </a:lnTo>
                  <a:lnTo>
                    <a:pt x="325106" y="11425"/>
                  </a:lnTo>
                  <a:lnTo>
                    <a:pt x="324615" y="11526"/>
                  </a:lnTo>
                  <a:lnTo>
                    <a:pt x="324272" y="11526"/>
                  </a:lnTo>
                  <a:lnTo>
                    <a:pt x="323831" y="11726"/>
                  </a:lnTo>
                  <a:lnTo>
                    <a:pt x="323341" y="11977"/>
                  </a:lnTo>
                  <a:lnTo>
                    <a:pt x="323145" y="12077"/>
                  </a:lnTo>
                  <a:lnTo>
                    <a:pt x="322900" y="12277"/>
                  </a:lnTo>
                  <a:lnTo>
                    <a:pt x="322165" y="12879"/>
                  </a:lnTo>
                  <a:lnTo>
                    <a:pt x="321969" y="12979"/>
                  </a:lnTo>
                  <a:lnTo>
                    <a:pt x="321528" y="13179"/>
                  </a:lnTo>
                  <a:lnTo>
                    <a:pt x="321184" y="13330"/>
                  </a:lnTo>
                  <a:lnTo>
                    <a:pt x="320694" y="13630"/>
                  </a:lnTo>
                  <a:lnTo>
                    <a:pt x="319567" y="14532"/>
                  </a:lnTo>
                  <a:lnTo>
                    <a:pt x="318587" y="14833"/>
                  </a:lnTo>
                  <a:lnTo>
                    <a:pt x="316822" y="14683"/>
                  </a:lnTo>
                  <a:lnTo>
                    <a:pt x="315548" y="14683"/>
                  </a:lnTo>
                  <a:lnTo>
                    <a:pt x="314078" y="15084"/>
                  </a:lnTo>
                  <a:lnTo>
                    <a:pt x="312950" y="15936"/>
                  </a:lnTo>
                  <a:lnTo>
                    <a:pt x="311774" y="16086"/>
                  </a:lnTo>
                  <a:lnTo>
                    <a:pt x="310892" y="16387"/>
                  </a:lnTo>
                  <a:lnTo>
                    <a:pt x="309960" y="16437"/>
                  </a:lnTo>
                  <a:lnTo>
                    <a:pt x="309176" y="16487"/>
                  </a:lnTo>
                  <a:lnTo>
                    <a:pt x="308833" y="16136"/>
                  </a:lnTo>
                  <a:lnTo>
                    <a:pt x="308049" y="15735"/>
                  </a:lnTo>
                  <a:lnTo>
                    <a:pt x="306922" y="16236"/>
                  </a:lnTo>
                  <a:lnTo>
                    <a:pt x="305892" y="16787"/>
                  </a:lnTo>
                  <a:lnTo>
                    <a:pt x="304716" y="16587"/>
                  </a:lnTo>
                  <a:lnTo>
                    <a:pt x="304030" y="16136"/>
                  </a:lnTo>
                  <a:lnTo>
                    <a:pt x="303442" y="15835"/>
                  </a:lnTo>
                  <a:lnTo>
                    <a:pt x="301971" y="15885"/>
                  </a:lnTo>
                  <a:lnTo>
                    <a:pt x="300158" y="16387"/>
                  </a:lnTo>
                  <a:lnTo>
                    <a:pt x="299373" y="16587"/>
                  </a:lnTo>
                  <a:lnTo>
                    <a:pt x="297560" y="16888"/>
                  </a:lnTo>
                  <a:lnTo>
                    <a:pt x="297217" y="17790"/>
                  </a:lnTo>
                  <a:lnTo>
                    <a:pt x="296678" y="17990"/>
                  </a:lnTo>
                  <a:lnTo>
                    <a:pt x="296335" y="18040"/>
                  </a:lnTo>
                  <a:lnTo>
                    <a:pt x="295796" y="18040"/>
                  </a:lnTo>
                  <a:lnTo>
                    <a:pt x="295403" y="18040"/>
                  </a:lnTo>
                  <a:lnTo>
                    <a:pt x="295109" y="17990"/>
                  </a:lnTo>
                  <a:lnTo>
                    <a:pt x="294374" y="18140"/>
                  </a:lnTo>
                  <a:lnTo>
                    <a:pt x="293933" y="18291"/>
                  </a:lnTo>
                  <a:lnTo>
                    <a:pt x="293590" y="18441"/>
                  </a:lnTo>
                  <a:lnTo>
                    <a:pt x="293198" y="18592"/>
                  </a:lnTo>
                  <a:lnTo>
                    <a:pt x="292953" y="18942"/>
                  </a:lnTo>
                  <a:lnTo>
                    <a:pt x="292512" y="19293"/>
                  </a:lnTo>
                  <a:lnTo>
                    <a:pt x="292120" y="19644"/>
                  </a:lnTo>
                  <a:lnTo>
                    <a:pt x="291531" y="20145"/>
                  </a:lnTo>
                  <a:lnTo>
                    <a:pt x="291727" y="20897"/>
                  </a:lnTo>
                  <a:lnTo>
                    <a:pt x="291972" y="21348"/>
                  </a:lnTo>
                  <a:lnTo>
                    <a:pt x="292021" y="21699"/>
                  </a:lnTo>
                  <a:lnTo>
                    <a:pt x="291972" y="22049"/>
                  </a:lnTo>
                  <a:lnTo>
                    <a:pt x="291825" y="22601"/>
                  </a:lnTo>
                  <a:lnTo>
                    <a:pt x="291335" y="22951"/>
                  </a:lnTo>
                  <a:lnTo>
                    <a:pt x="290894" y="23302"/>
                  </a:lnTo>
                  <a:lnTo>
                    <a:pt x="290453" y="24304"/>
                  </a:lnTo>
                  <a:lnTo>
                    <a:pt x="290257" y="24755"/>
                  </a:lnTo>
                  <a:lnTo>
                    <a:pt x="289767" y="26760"/>
                  </a:lnTo>
                  <a:lnTo>
                    <a:pt x="289130" y="27462"/>
                  </a:lnTo>
                  <a:lnTo>
                    <a:pt x="288198" y="28664"/>
                  </a:lnTo>
                  <a:lnTo>
                    <a:pt x="287659" y="28915"/>
                  </a:lnTo>
                  <a:lnTo>
                    <a:pt x="286875" y="29316"/>
                  </a:lnTo>
                  <a:lnTo>
                    <a:pt x="285846" y="31270"/>
                  </a:lnTo>
                  <a:lnTo>
                    <a:pt x="285601" y="31721"/>
                  </a:lnTo>
                  <a:lnTo>
                    <a:pt x="285356" y="32022"/>
                  </a:lnTo>
                  <a:lnTo>
                    <a:pt x="284964" y="32473"/>
                  </a:lnTo>
                  <a:lnTo>
                    <a:pt x="284620" y="32874"/>
                  </a:lnTo>
                  <a:lnTo>
                    <a:pt x="284277" y="33124"/>
                  </a:lnTo>
                  <a:lnTo>
                    <a:pt x="283052" y="34628"/>
                  </a:lnTo>
                  <a:lnTo>
                    <a:pt x="282758" y="34979"/>
                  </a:lnTo>
                  <a:lnTo>
                    <a:pt x="281680" y="36532"/>
                  </a:lnTo>
                  <a:lnTo>
                    <a:pt x="281239" y="37484"/>
                  </a:lnTo>
                  <a:lnTo>
                    <a:pt x="280944" y="37935"/>
                  </a:lnTo>
                  <a:lnTo>
                    <a:pt x="280503" y="38737"/>
                  </a:lnTo>
                  <a:lnTo>
                    <a:pt x="280111" y="39439"/>
                  </a:lnTo>
                  <a:lnTo>
                    <a:pt x="279768" y="40140"/>
                  </a:lnTo>
                  <a:lnTo>
                    <a:pt x="279425" y="40992"/>
                  </a:lnTo>
                  <a:lnTo>
                    <a:pt x="279278" y="41343"/>
                  </a:lnTo>
                  <a:lnTo>
                    <a:pt x="279033" y="41794"/>
                  </a:lnTo>
                  <a:lnTo>
                    <a:pt x="275700" y="42345"/>
                  </a:lnTo>
                  <a:lnTo>
                    <a:pt x="260800" y="44751"/>
                  </a:lnTo>
                  <a:lnTo>
                    <a:pt x="257859" y="45202"/>
                  </a:lnTo>
                  <a:lnTo>
                    <a:pt x="250801" y="47056"/>
                  </a:lnTo>
                  <a:lnTo>
                    <a:pt x="250507" y="47156"/>
                  </a:lnTo>
                  <a:lnTo>
                    <a:pt x="246439" y="48810"/>
                  </a:lnTo>
                  <a:lnTo>
                    <a:pt x="242371" y="51366"/>
                  </a:lnTo>
                  <a:lnTo>
                    <a:pt x="241391" y="51967"/>
                  </a:lnTo>
                  <a:lnTo>
                    <a:pt x="240312" y="52719"/>
                  </a:lnTo>
                  <a:lnTo>
                    <a:pt x="239136" y="53520"/>
                  </a:lnTo>
                  <a:lnTo>
                    <a:pt x="238940" y="53671"/>
                  </a:lnTo>
                  <a:lnTo>
                    <a:pt x="238499" y="53971"/>
                  </a:lnTo>
                  <a:lnTo>
                    <a:pt x="238303" y="54122"/>
                  </a:lnTo>
                  <a:lnTo>
                    <a:pt x="237568" y="54673"/>
                  </a:lnTo>
                  <a:lnTo>
                    <a:pt x="236146" y="55725"/>
                  </a:lnTo>
                  <a:lnTo>
                    <a:pt x="234676" y="56778"/>
                  </a:lnTo>
                  <a:lnTo>
                    <a:pt x="232911" y="58131"/>
                  </a:lnTo>
                  <a:lnTo>
                    <a:pt x="232617" y="58381"/>
                  </a:lnTo>
                  <a:lnTo>
                    <a:pt x="231931" y="58983"/>
                  </a:lnTo>
                  <a:lnTo>
                    <a:pt x="229284" y="61288"/>
                  </a:lnTo>
                  <a:lnTo>
                    <a:pt x="227471" y="62741"/>
                  </a:lnTo>
                  <a:lnTo>
                    <a:pt x="219531" y="68955"/>
                  </a:lnTo>
                  <a:lnTo>
                    <a:pt x="216590" y="71311"/>
                  </a:lnTo>
                  <a:lnTo>
                    <a:pt x="215904" y="71812"/>
                  </a:lnTo>
                  <a:lnTo>
                    <a:pt x="213894" y="73365"/>
                  </a:lnTo>
                  <a:lnTo>
                    <a:pt x="205219" y="80181"/>
                  </a:lnTo>
                  <a:lnTo>
                    <a:pt x="201788" y="82887"/>
                  </a:lnTo>
                  <a:lnTo>
                    <a:pt x="198847" y="85192"/>
                  </a:lnTo>
                  <a:lnTo>
                    <a:pt x="195906" y="87497"/>
                  </a:lnTo>
                  <a:lnTo>
                    <a:pt x="195759" y="87597"/>
                  </a:lnTo>
                  <a:lnTo>
                    <a:pt x="192965" y="89802"/>
                  </a:lnTo>
                  <a:lnTo>
                    <a:pt x="191985" y="90554"/>
                  </a:lnTo>
                  <a:lnTo>
                    <a:pt x="189240" y="92308"/>
                  </a:lnTo>
                  <a:lnTo>
                    <a:pt x="188260" y="92960"/>
                  </a:lnTo>
                  <a:lnTo>
                    <a:pt x="186986" y="93711"/>
                  </a:lnTo>
                  <a:lnTo>
                    <a:pt x="185809" y="94313"/>
                  </a:lnTo>
                  <a:lnTo>
                    <a:pt x="183555" y="95215"/>
                  </a:lnTo>
                  <a:lnTo>
                    <a:pt x="182329" y="95666"/>
                  </a:lnTo>
                  <a:lnTo>
                    <a:pt x="180761" y="96067"/>
                  </a:lnTo>
                  <a:lnTo>
                    <a:pt x="178702" y="96467"/>
                  </a:lnTo>
                  <a:lnTo>
                    <a:pt x="176399" y="96668"/>
                  </a:lnTo>
                  <a:lnTo>
                    <a:pt x="174438" y="96668"/>
                  </a:lnTo>
                  <a:lnTo>
                    <a:pt x="172674" y="96718"/>
                  </a:lnTo>
                  <a:lnTo>
                    <a:pt x="170272" y="96668"/>
                  </a:lnTo>
                  <a:lnTo>
                    <a:pt x="163410" y="96718"/>
                  </a:lnTo>
                  <a:lnTo>
                    <a:pt x="163214" y="96718"/>
                  </a:lnTo>
                  <a:lnTo>
                    <a:pt x="152529" y="96467"/>
                  </a:lnTo>
                  <a:lnTo>
                    <a:pt x="150912" y="96367"/>
                  </a:lnTo>
                  <a:lnTo>
                    <a:pt x="149441" y="96167"/>
                  </a:lnTo>
                  <a:lnTo>
                    <a:pt x="149147" y="96117"/>
                  </a:lnTo>
                  <a:lnTo>
                    <a:pt x="148216" y="95966"/>
                  </a:lnTo>
                  <a:lnTo>
                    <a:pt x="145716" y="95565"/>
                  </a:lnTo>
                  <a:lnTo>
                    <a:pt x="143511" y="95014"/>
                  </a:lnTo>
                  <a:lnTo>
                    <a:pt x="141452" y="94313"/>
                  </a:lnTo>
                  <a:lnTo>
                    <a:pt x="139737" y="93611"/>
                  </a:lnTo>
                  <a:lnTo>
                    <a:pt x="139247" y="93411"/>
                  </a:lnTo>
                  <a:lnTo>
                    <a:pt x="136257" y="91707"/>
                  </a:lnTo>
                  <a:lnTo>
                    <a:pt x="133365" y="93811"/>
                  </a:lnTo>
                  <a:lnTo>
                    <a:pt x="132679" y="94313"/>
                  </a:lnTo>
                  <a:lnTo>
                    <a:pt x="129444" y="93711"/>
                  </a:lnTo>
                  <a:lnTo>
                    <a:pt x="127483" y="93360"/>
                  </a:lnTo>
                  <a:lnTo>
                    <a:pt x="125523" y="93110"/>
                  </a:lnTo>
                  <a:lnTo>
                    <a:pt x="122533" y="92809"/>
                  </a:lnTo>
                  <a:lnTo>
                    <a:pt x="120474" y="92559"/>
                  </a:lnTo>
                  <a:lnTo>
                    <a:pt x="120180" y="92509"/>
                  </a:lnTo>
                  <a:lnTo>
                    <a:pt x="118465" y="92408"/>
                  </a:lnTo>
                  <a:lnTo>
                    <a:pt x="119445" y="95165"/>
                  </a:lnTo>
                  <a:lnTo>
                    <a:pt x="120229" y="96818"/>
                  </a:lnTo>
                  <a:lnTo>
                    <a:pt x="120474" y="97420"/>
                  </a:lnTo>
                  <a:lnTo>
                    <a:pt x="121210" y="98723"/>
                  </a:lnTo>
                  <a:lnTo>
                    <a:pt x="122876" y="101830"/>
                  </a:lnTo>
                  <a:lnTo>
                    <a:pt x="125131" y="104987"/>
                  </a:lnTo>
                  <a:lnTo>
                    <a:pt x="126797" y="107242"/>
                  </a:lnTo>
                  <a:lnTo>
                    <a:pt x="127091" y="107643"/>
                  </a:lnTo>
                  <a:lnTo>
                    <a:pt x="128905" y="109397"/>
                  </a:lnTo>
                  <a:lnTo>
                    <a:pt x="130277" y="110800"/>
                  </a:lnTo>
                  <a:lnTo>
                    <a:pt x="130424" y="110900"/>
                  </a:lnTo>
                  <a:lnTo>
                    <a:pt x="130571" y="111050"/>
                  </a:lnTo>
                  <a:lnTo>
                    <a:pt x="132042" y="112504"/>
                  </a:lnTo>
                  <a:lnTo>
                    <a:pt x="133561" y="113957"/>
                  </a:lnTo>
                  <a:lnTo>
                    <a:pt x="134345" y="114709"/>
                  </a:lnTo>
                  <a:lnTo>
                    <a:pt x="134639" y="114959"/>
                  </a:lnTo>
                  <a:lnTo>
                    <a:pt x="134933" y="115210"/>
                  </a:lnTo>
                  <a:lnTo>
                    <a:pt x="135816" y="116062"/>
                  </a:lnTo>
                  <a:lnTo>
                    <a:pt x="135326" y="117064"/>
                  </a:lnTo>
                  <a:lnTo>
                    <a:pt x="134492" y="118718"/>
                  </a:lnTo>
                  <a:lnTo>
                    <a:pt x="134394" y="118968"/>
                  </a:lnTo>
                  <a:lnTo>
                    <a:pt x="132924" y="122827"/>
                  </a:lnTo>
                  <a:lnTo>
                    <a:pt x="132679" y="123378"/>
                  </a:lnTo>
                  <a:lnTo>
                    <a:pt x="132581" y="123729"/>
                  </a:lnTo>
                  <a:lnTo>
                    <a:pt x="132091" y="125032"/>
                  </a:lnTo>
                  <a:lnTo>
                    <a:pt x="131699" y="125984"/>
                  </a:lnTo>
                  <a:lnTo>
                    <a:pt x="130669" y="128540"/>
                  </a:lnTo>
                  <a:lnTo>
                    <a:pt x="129787" y="130494"/>
                  </a:lnTo>
                  <a:lnTo>
                    <a:pt x="129542" y="131046"/>
                  </a:lnTo>
                  <a:lnTo>
                    <a:pt x="129248" y="131647"/>
                  </a:lnTo>
                  <a:lnTo>
                    <a:pt x="128023" y="131847"/>
                  </a:lnTo>
                  <a:lnTo>
                    <a:pt x="127483" y="131847"/>
                  </a:lnTo>
                  <a:lnTo>
                    <a:pt x="126699" y="132048"/>
                  </a:lnTo>
                  <a:lnTo>
                    <a:pt x="126503" y="131998"/>
                  </a:lnTo>
                  <a:lnTo>
                    <a:pt x="126356" y="131998"/>
                  </a:lnTo>
                  <a:lnTo>
                    <a:pt x="126111" y="132148"/>
                  </a:lnTo>
                  <a:lnTo>
                    <a:pt x="125670" y="132198"/>
                  </a:lnTo>
                  <a:lnTo>
                    <a:pt x="124445" y="131847"/>
                  </a:lnTo>
                  <a:lnTo>
                    <a:pt x="124445" y="132048"/>
                  </a:lnTo>
                  <a:lnTo>
                    <a:pt x="124347" y="132399"/>
                  </a:lnTo>
                  <a:lnTo>
                    <a:pt x="124151" y="132649"/>
                  </a:lnTo>
                  <a:lnTo>
                    <a:pt x="123856" y="132850"/>
                  </a:lnTo>
                  <a:lnTo>
                    <a:pt x="123758" y="133000"/>
                  </a:lnTo>
                  <a:lnTo>
                    <a:pt x="123611" y="133200"/>
                  </a:lnTo>
                  <a:lnTo>
                    <a:pt x="123464" y="133351"/>
                  </a:lnTo>
                  <a:lnTo>
                    <a:pt x="122827" y="134153"/>
                  </a:lnTo>
                  <a:lnTo>
                    <a:pt x="122386" y="134153"/>
                  </a:lnTo>
                  <a:lnTo>
                    <a:pt x="121994" y="134153"/>
                  </a:lnTo>
                  <a:lnTo>
                    <a:pt x="119445" y="134904"/>
                  </a:lnTo>
                  <a:lnTo>
                    <a:pt x="115524" y="136107"/>
                  </a:lnTo>
                  <a:lnTo>
                    <a:pt x="114103" y="138412"/>
                  </a:lnTo>
                  <a:lnTo>
                    <a:pt x="110966" y="142973"/>
                  </a:lnTo>
                  <a:lnTo>
                    <a:pt x="110329" y="143774"/>
                  </a:lnTo>
                  <a:lnTo>
                    <a:pt x="109250" y="146531"/>
                  </a:lnTo>
                  <a:lnTo>
                    <a:pt x="107976" y="149086"/>
                  </a:lnTo>
                  <a:lnTo>
                    <a:pt x="107094" y="150339"/>
                  </a:lnTo>
                  <a:lnTo>
                    <a:pt x="105918" y="152644"/>
                  </a:lnTo>
                  <a:lnTo>
                    <a:pt x="105427" y="154148"/>
                  </a:lnTo>
                  <a:lnTo>
                    <a:pt x="105770" y="155802"/>
                  </a:lnTo>
                  <a:lnTo>
                    <a:pt x="106996" y="157305"/>
                  </a:lnTo>
                  <a:lnTo>
                    <a:pt x="108956" y="158458"/>
                  </a:lnTo>
                  <a:lnTo>
                    <a:pt x="109790" y="159309"/>
                  </a:lnTo>
                  <a:lnTo>
                    <a:pt x="110623" y="160612"/>
                  </a:lnTo>
                  <a:lnTo>
                    <a:pt x="112975" y="162166"/>
                  </a:lnTo>
                  <a:lnTo>
                    <a:pt x="114103" y="163569"/>
                  </a:lnTo>
                  <a:lnTo>
                    <a:pt x="114691" y="164922"/>
                  </a:lnTo>
                  <a:lnTo>
                    <a:pt x="115573" y="166375"/>
                  </a:lnTo>
                  <a:lnTo>
                    <a:pt x="118171" y="167979"/>
                  </a:lnTo>
                  <a:lnTo>
                    <a:pt x="120033" y="169031"/>
                  </a:lnTo>
                  <a:lnTo>
                    <a:pt x="120818" y="170034"/>
                  </a:lnTo>
                  <a:lnTo>
                    <a:pt x="121357" y="171687"/>
                  </a:lnTo>
                  <a:lnTo>
                    <a:pt x="122876" y="172640"/>
                  </a:lnTo>
                  <a:lnTo>
                    <a:pt x="124298" y="173491"/>
                  </a:lnTo>
                  <a:lnTo>
                    <a:pt x="125229" y="174845"/>
                  </a:lnTo>
                  <a:lnTo>
                    <a:pt x="126503" y="175696"/>
                  </a:lnTo>
                  <a:lnTo>
                    <a:pt x="128317" y="176248"/>
                  </a:lnTo>
                  <a:lnTo>
                    <a:pt x="133022" y="175145"/>
                  </a:lnTo>
                  <a:lnTo>
                    <a:pt x="138953" y="175245"/>
                  </a:lnTo>
                  <a:lnTo>
                    <a:pt x="142629" y="173892"/>
                  </a:lnTo>
                  <a:lnTo>
                    <a:pt x="145226" y="172589"/>
                  </a:lnTo>
                  <a:lnTo>
                    <a:pt x="146158" y="171437"/>
                  </a:lnTo>
                  <a:lnTo>
                    <a:pt x="154196" y="170936"/>
                  </a:lnTo>
                  <a:lnTo>
                    <a:pt x="168214" y="170084"/>
                  </a:lnTo>
                  <a:lnTo>
                    <a:pt x="178555" y="165473"/>
                  </a:lnTo>
                  <a:lnTo>
                    <a:pt x="181398" y="164221"/>
                  </a:lnTo>
                  <a:lnTo>
                    <a:pt x="184633" y="171938"/>
                  </a:lnTo>
                  <a:lnTo>
                    <a:pt x="188701" y="181409"/>
                  </a:lnTo>
                  <a:lnTo>
                    <a:pt x="190319" y="185218"/>
                  </a:lnTo>
                  <a:lnTo>
                    <a:pt x="190907" y="186671"/>
                  </a:lnTo>
                  <a:lnTo>
                    <a:pt x="191103" y="187072"/>
                  </a:lnTo>
                  <a:lnTo>
                    <a:pt x="178849" y="192835"/>
                  </a:lnTo>
                  <a:lnTo>
                    <a:pt x="166449" y="198348"/>
                  </a:lnTo>
                  <a:lnTo>
                    <a:pt x="158166" y="204010"/>
                  </a:lnTo>
                  <a:lnTo>
                    <a:pt x="151598" y="208671"/>
                  </a:lnTo>
                  <a:lnTo>
                    <a:pt x="151108" y="208972"/>
                  </a:lnTo>
                  <a:lnTo>
                    <a:pt x="149981" y="209673"/>
                  </a:lnTo>
                  <a:lnTo>
                    <a:pt x="149785" y="209773"/>
                  </a:lnTo>
                  <a:lnTo>
                    <a:pt x="149441" y="209924"/>
                  </a:lnTo>
                  <a:lnTo>
                    <a:pt x="149343" y="209673"/>
                  </a:lnTo>
                  <a:lnTo>
                    <a:pt x="149196" y="209523"/>
                  </a:lnTo>
                  <a:lnTo>
                    <a:pt x="149049" y="209272"/>
                  </a:lnTo>
                  <a:lnTo>
                    <a:pt x="148314" y="208721"/>
                  </a:lnTo>
                  <a:lnTo>
                    <a:pt x="147971" y="208471"/>
                  </a:lnTo>
                  <a:lnTo>
                    <a:pt x="147824" y="208270"/>
                  </a:lnTo>
                  <a:lnTo>
                    <a:pt x="147530" y="208020"/>
                  </a:lnTo>
                  <a:lnTo>
                    <a:pt x="147187" y="207719"/>
                  </a:lnTo>
                  <a:lnTo>
                    <a:pt x="146697" y="207268"/>
                  </a:lnTo>
                  <a:lnTo>
                    <a:pt x="146452" y="206917"/>
                  </a:lnTo>
                  <a:lnTo>
                    <a:pt x="146207" y="206767"/>
                  </a:lnTo>
                  <a:lnTo>
                    <a:pt x="146060" y="206666"/>
                  </a:lnTo>
                  <a:lnTo>
                    <a:pt x="145912" y="206516"/>
                  </a:lnTo>
                  <a:lnTo>
                    <a:pt x="145765" y="206466"/>
                  </a:lnTo>
                  <a:lnTo>
                    <a:pt x="145814" y="206215"/>
                  </a:lnTo>
                  <a:lnTo>
                    <a:pt x="145863" y="205965"/>
                  </a:lnTo>
                  <a:lnTo>
                    <a:pt x="145863" y="205815"/>
                  </a:lnTo>
                  <a:lnTo>
                    <a:pt x="145912" y="205564"/>
                  </a:lnTo>
                  <a:lnTo>
                    <a:pt x="145912" y="205363"/>
                  </a:lnTo>
                  <a:lnTo>
                    <a:pt x="145863" y="205063"/>
                  </a:lnTo>
                  <a:lnTo>
                    <a:pt x="145814" y="204712"/>
                  </a:lnTo>
                  <a:lnTo>
                    <a:pt x="145863" y="204211"/>
                  </a:lnTo>
                  <a:lnTo>
                    <a:pt x="145961" y="203810"/>
                  </a:lnTo>
                  <a:lnTo>
                    <a:pt x="146060" y="203459"/>
                  </a:lnTo>
                  <a:lnTo>
                    <a:pt x="146109" y="203259"/>
                  </a:lnTo>
                  <a:lnTo>
                    <a:pt x="146109" y="202858"/>
                  </a:lnTo>
                  <a:lnTo>
                    <a:pt x="146158" y="202657"/>
                  </a:lnTo>
                  <a:lnTo>
                    <a:pt x="146452" y="202256"/>
                  </a:lnTo>
                  <a:lnTo>
                    <a:pt x="146599" y="201956"/>
                  </a:lnTo>
                  <a:lnTo>
                    <a:pt x="146648" y="201805"/>
                  </a:lnTo>
                  <a:lnTo>
                    <a:pt x="146648" y="201054"/>
                  </a:lnTo>
                  <a:lnTo>
                    <a:pt x="146599" y="200452"/>
                  </a:lnTo>
                  <a:lnTo>
                    <a:pt x="146550" y="200051"/>
                  </a:lnTo>
                  <a:lnTo>
                    <a:pt x="146599" y="199651"/>
                  </a:lnTo>
                  <a:lnTo>
                    <a:pt x="146697" y="199350"/>
                  </a:lnTo>
                  <a:lnTo>
                    <a:pt x="146501" y="198698"/>
                  </a:lnTo>
                  <a:lnTo>
                    <a:pt x="146207" y="197546"/>
                  </a:lnTo>
                  <a:lnTo>
                    <a:pt x="146697" y="197345"/>
                  </a:lnTo>
                  <a:lnTo>
                    <a:pt x="147040" y="196944"/>
                  </a:lnTo>
                  <a:lnTo>
                    <a:pt x="146893" y="195992"/>
                  </a:lnTo>
                  <a:lnTo>
                    <a:pt x="146795" y="195842"/>
                  </a:lnTo>
                  <a:lnTo>
                    <a:pt x="146648" y="195591"/>
                  </a:lnTo>
                  <a:lnTo>
                    <a:pt x="145961" y="195391"/>
                  </a:lnTo>
                  <a:lnTo>
                    <a:pt x="145667" y="195090"/>
                  </a:lnTo>
                  <a:lnTo>
                    <a:pt x="144442" y="194389"/>
                  </a:lnTo>
                  <a:lnTo>
                    <a:pt x="141746" y="193787"/>
                  </a:lnTo>
                  <a:lnTo>
                    <a:pt x="135277" y="193437"/>
                  </a:lnTo>
                  <a:lnTo>
                    <a:pt x="128758" y="193437"/>
                  </a:lnTo>
                  <a:lnTo>
                    <a:pt x="123709" y="192785"/>
                  </a:lnTo>
                  <a:lnTo>
                    <a:pt x="119984" y="191332"/>
                  </a:lnTo>
                  <a:lnTo>
                    <a:pt x="114985" y="188576"/>
                  </a:lnTo>
                  <a:lnTo>
                    <a:pt x="108025" y="181860"/>
                  </a:lnTo>
                  <a:lnTo>
                    <a:pt x="102536" y="178302"/>
                  </a:lnTo>
                  <a:lnTo>
                    <a:pt x="96703" y="177400"/>
                  </a:lnTo>
                  <a:lnTo>
                    <a:pt x="92243" y="178052"/>
                  </a:lnTo>
                  <a:lnTo>
                    <a:pt x="89841" y="179756"/>
                  </a:lnTo>
                  <a:lnTo>
                    <a:pt x="89498" y="179956"/>
                  </a:lnTo>
                  <a:lnTo>
                    <a:pt x="88028" y="182412"/>
                  </a:lnTo>
                  <a:lnTo>
                    <a:pt x="87586" y="182813"/>
                  </a:lnTo>
                  <a:lnTo>
                    <a:pt x="86949" y="182963"/>
                  </a:lnTo>
                  <a:lnTo>
                    <a:pt x="86410" y="183163"/>
                  </a:lnTo>
                  <a:lnTo>
                    <a:pt x="85969" y="183564"/>
                  </a:lnTo>
                  <a:lnTo>
                    <a:pt x="85724" y="183915"/>
                  </a:lnTo>
                  <a:lnTo>
                    <a:pt x="85528" y="184516"/>
                  </a:lnTo>
                  <a:lnTo>
                    <a:pt x="85430" y="185018"/>
                  </a:lnTo>
                  <a:lnTo>
                    <a:pt x="85381" y="185168"/>
                  </a:lnTo>
                  <a:lnTo>
                    <a:pt x="85185" y="185519"/>
                  </a:lnTo>
                  <a:lnTo>
                    <a:pt x="84989" y="185819"/>
                  </a:lnTo>
                  <a:lnTo>
                    <a:pt x="84940" y="186020"/>
                  </a:lnTo>
                  <a:lnTo>
                    <a:pt x="84744" y="186471"/>
                  </a:lnTo>
                  <a:lnTo>
                    <a:pt x="84646" y="186771"/>
                  </a:lnTo>
                  <a:lnTo>
                    <a:pt x="84548" y="187022"/>
                  </a:lnTo>
                  <a:lnTo>
                    <a:pt x="84499" y="187223"/>
                  </a:lnTo>
                  <a:lnTo>
                    <a:pt x="84401" y="187774"/>
                  </a:lnTo>
                  <a:lnTo>
                    <a:pt x="84205" y="188475"/>
                  </a:lnTo>
                  <a:lnTo>
                    <a:pt x="84107" y="188726"/>
                  </a:lnTo>
                  <a:lnTo>
                    <a:pt x="83910" y="188876"/>
                  </a:lnTo>
                  <a:lnTo>
                    <a:pt x="83763" y="189077"/>
                  </a:lnTo>
                  <a:lnTo>
                    <a:pt x="82881" y="189427"/>
                  </a:lnTo>
                  <a:lnTo>
                    <a:pt x="82734" y="189478"/>
                  </a:lnTo>
                  <a:lnTo>
                    <a:pt x="81362" y="189828"/>
                  </a:lnTo>
                  <a:lnTo>
                    <a:pt x="80774" y="189929"/>
                  </a:lnTo>
                  <a:lnTo>
                    <a:pt x="79744" y="190129"/>
                  </a:lnTo>
                  <a:lnTo>
                    <a:pt x="78715" y="190730"/>
                  </a:lnTo>
                  <a:lnTo>
                    <a:pt x="77686" y="191683"/>
                  </a:lnTo>
                  <a:lnTo>
                    <a:pt x="77490" y="191883"/>
                  </a:lnTo>
                  <a:lnTo>
                    <a:pt x="77245" y="192134"/>
                  </a:lnTo>
                  <a:lnTo>
                    <a:pt x="76117" y="193286"/>
                  </a:lnTo>
                  <a:lnTo>
                    <a:pt x="75431" y="194138"/>
                  </a:lnTo>
                  <a:lnTo>
                    <a:pt x="74990" y="194990"/>
                  </a:lnTo>
                  <a:lnTo>
                    <a:pt x="74794" y="195291"/>
                  </a:lnTo>
                  <a:lnTo>
                    <a:pt x="74353" y="196193"/>
                  </a:lnTo>
                  <a:lnTo>
                    <a:pt x="74108" y="196744"/>
                  </a:lnTo>
                  <a:lnTo>
                    <a:pt x="73961" y="197195"/>
                  </a:lnTo>
                  <a:lnTo>
                    <a:pt x="73912" y="197646"/>
                  </a:lnTo>
                  <a:lnTo>
                    <a:pt x="73912" y="197947"/>
                  </a:lnTo>
                  <a:lnTo>
                    <a:pt x="73912" y="198097"/>
                  </a:lnTo>
                  <a:lnTo>
                    <a:pt x="73863" y="198498"/>
                  </a:lnTo>
                  <a:lnTo>
                    <a:pt x="73814" y="198698"/>
                  </a:lnTo>
                  <a:lnTo>
                    <a:pt x="73422" y="199149"/>
                  </a:lnTo>
                  <a:lnTo>
                    <a:pt x="72539" y="199300"/>
                  </a:lnTo>
                  <a:lnTo>
                    <a:pt x="71804" y="199200"/>
                  </a:lnTo>
                  <a:lnTo>
                    <a:pt x="71608" y="199149"/>
                  </a:lnTo>
                  <a:lnTo>
                    <a:pt x="71167" y="199099"/>
                  </a:lnTo>
                  <a:lnTo>
                    <a:pt x="70236" y="198598"/>
                  </a:lnTo>
                  <a:lnTo>
                    <a:pt x="68667" y="197696"/>
                  </a:lnTo>
                  <a:lnTo>
                    <a:pt x="68471" y="197696"/>
                  </a:lnTo>
                  <a:lnTo>
                    <a:pt x="68030" y="197546"/>
                  </a:lnTo>
                  <a:lnTo>
                    <a:pt x="67736" y="197496"/>
                  </a:lnTo>
                  <a:lnTo>
                    <a:pt x="66462" y="197446"/>
                  </a:lnTo>
                  <a:lnTo>
                    <a:pt x="65481" y="197395"/>
                  </a:lnTo>
                  <a:lnTo>
                    <a:pt x="64893" y="197446"/>
                  </a:lnTo>
                  <a:lnTo>
                    <a:pt x="63472" y="197596"/>
                  </a:lnTo>
                  <a:lnTo>
                    <a:pt x="61854" y="197746"/>
                  </a:lnTo>
                  <a:lnTo>
                    <a:pt x="61266" y="197796"/>
                  </a:lnTo>
                  <a:lnTo>
                    <a:pt x="60972" y="197746"/>
                  </a:lnTo>
                  <a:lnTo>
                    <a:pt x="60874" y="197947"/>
                  </a:lnTo>
                  <a:lnTo>
                    <a:pt x="60580" y="200051"/>
                  </a:lnTo>
                  <a:lnTo>
                    <a:pt x="60286" y="202307"/>
                  </a:lnTo>
                  <a:lnTo>
                    <a:pt x="56953" y="203108"/>
                  </a:lnTo>
                  <a:lnTo>
                    <a:pt x="54846" y="203610"/>
                  </a:lnTo>
                  <a:lnTo>
                    <a:pt x="54208" y="203610"/>
                  </a:lnTo>
                  <a:lnTo>
                    <a:pt x="52787" y="203509"/>
                  </a:lnTo>
                  <a:lnTo>
                    <a:pt x="52052" y="203359"/>
                  </a:lnTo>
                  <a:lnTo>
                    <a:pt x="51709" y="203309"/>
                  </a:lnTo>
                  <a:lnTo>
                    <a:pt x="51513" y="203259"/>
                  </a:lnTo>
                  <a:lnTo>
                    <a:pt x="51170" y="203209"/>
                  </a:lnTo>
                  <a:lnTo>
                    <a:pt x="50728" y="203008"/>
                  </a:lnTo>
                  <a:lnTo>
                    <a:pt x="50385" y="202657"/>
                  </a:lnTo>
                  <a:lnTo>
                    <a:pt x="50042" y="202357"/>
                  </a:lnTo>
                  <a:lnTo>
                    <a:pt x="49748" y="202006"/>
                  </a:lnTo>
                  <a:lnTo>
                    <a:pt x="49552" y="201805"/>
                  </a:lnTo>
                  <a:lnTo>
                    <a:pt x="49111" y="201304"/>
                  </a:lnTo>
                  <a:lnTo>
                    <a:pt x="47444" y="200402"/>
                  </a:lnTo>
                  <a:lnTo>
                    <a:pt x="47199" y="200252"/>
                  </a:lnTo>
                  <a:lnTo>
                    <a:pt x="46562" y="199901"/>
                  </a:lnTo>
                  <a:lnTo>
                    <a:pt x="45141" y="199200"/>
                  </a:lnTo>
                  <a:lnTo>
                    <a:pt x="44749" y="198999"/>
                  </a:lnTo>
                  <a:lnTo>
                    <a:pt x="44161" y="198698"/>
                  </a:lnTo>
                  <a:lnTo>
                    <a:pt x="43719" y="198548"/>
                  </a:lnTo>
                  <a:lnTo>
                    <a:pt x="43278" y="198348"/>
                  </a:lnTo>
                  <a:lnTo>
                    <a:pt x="42739" y="198097"/>
                  </a:lnTo>
                  <a:lnTo>
                    <a:pt x="41416" y="197746"/>
                  </a:lnTo>
                  <a:lnTo>
                    <a:pt x="41171" y="197746"/>
                  </a:lnTo>
                  <a:lnTo>
                    <a:pt x="40926" y="197746"/>
                  </a:lnTo>
                  <a:lnTo>
                    <a:pt x="40436" y="197746"/>
                  </a:lnTo>
                  <a:lnTo>
                    <a:pt x="40191" y="197746"/>
                  </a:lnTo>
                  <a:lnTo>
                    <a:pt x="39896" y="197796"/>
                  </a:lnTo>
                  <a:lnTo>
                    <a:pt x="39210" y="197847"/>
                  </a:lnTo>
                  <a:lnTo>
                    <a:pt x="38671" y="197897"/>
                  </a:lnTo>
                  <a:lnTo>
                    <a:pt x="37593" y="197847"/>
                  </a:lnTo>
                  <a:lnTo>
                    <a:pt x="36809" y="197696"/>
                  </a:lnTo>
                  <a:lnTo>
                    <a:pt x="36465" y="197646"/>
                  </a:lnTo>
                  <a:lnTo>
                    <a:pt x="36122" y="197646"/>
                  </a:lnTo>
                  <a:lnTo>
                    <a:pt x="35681" y="197646"/>
                  </a:lnTo>
                  <a:lnTo>
                    <a:pt x="35534" y="197646"/>
                  </a:lnTo>
                  <a:lnTo>
                    <a:pt x="35142" y="197646"/>
                  </a:lnTo>
                  <a:lnTo>
                    <a:pt x="34995" y="197646"/>
                  </a:lnTo>
                  <a:lnTo>
                    <a:pt x="34407" y="197696"/>
                  </a:lnTo>
                  <a:lnTo>
                    <a:pt x="34113" y="197796"/>
                  </a:lnTo>
                  <a:lnTo>
                    <a:pt x="32789" y="198047"/>
                  </a:lnTo>
                  <a:lnTo>
                    <a:pt x="32005" y="198247"/>
                  </a:lnTo>
                  <a:lnTo>
                    <a:pt x="31662" y="198247"/>
                  </a:lnTo>
                  <a:lnTo>
                    <a:pt x="30780" y="198197"/>
                  </a:lnTo>
                  <a:lnTo>
                    <a:pt x="30388" y="197947"/>
                  </a:lnTo>
                  <a:lnTo>
                    <a:pt x="29849" y="197546"/>
                  </a:lnTo>
                  <a:lnTo>
                    <a:pt x="29212" y="197095"/>
                  </a:lnTo>
                  <a:lnTo>
                    <a:pt x="28476" y="196493"/>
                  </a:lnTo>
                  <a:lnTo>
                    <a:pt x="27839" y="195892"/>
                  </a:lnTo>
                  <a:lnTo>
                    <a:pt x="26810" y="194890"/>
                  </a:lnTo>
                  <a:lnTo>
                    <a:pt x="26026" y="192785"/>
                  </a:lnTo>
                  <a:lnTo>
                    <a:pt x="24849" y="189778"/>
                  </a:lnTo>
                  <a:lnTo>
                    <a:pt x="24555" y="188976"/>
                  </a:lnTo>
                  <a:lnTo>
                    <a:pt x="24408" y="188576"/>
                  </a:lnTo>
                  <a:lnTo>
                    <a:pt x="23967" y="187874"/>
                  </a:lnTo>
                  <a:lnTo>
                    <a:pt x="22938" y="186771"/>
                  </a:lnTo>
                  <a:lnTo>
                    <a:pt x="20389" y="184466"/>
                  </a:lnTo>
                  <a:lnTo>
                    <a:pt x="19801" y="184065"/>
                  </a:lnTo>
                  <a:lnTo>
                    <a:pt x="19164" y="183664"/>
                  </a:lnTo>
                  <a:lnTo>
                    <a:pt x="18674" y="183364"/>
                  </a:lnTo>
                  <a:lnTo>
                    <a:pt x="17840" y="182813"/>
                  </a:lnTo>
                  <a:lnTo>
                    <a:pt x="17693" y="182712"/>
                  </a:lnTo>
                  <a:lnTo>
                    <a:pt x="13821" y="179505"/>
                  </a:lnTo>
                  <a:lnTo>
                    <a:pt x="13674" y="179355"/>
                  </a:lnTo>
                  <a:lnTo>
                    <a:pt x="13037" y="178703"/>
                  </a:lnTo>
                  <a:lnTo>
                    <a:pt x="9851" y="175496"/>
                  </a:lnTo>
                  <a:lnTo>
                    <a:pt x="8675" y="173892"/>
                  </a:lnTo>
                  <a:lnTo>
                    <a:pt x="6028" y="170184"/>
                  </a:lnTo>
                  <a:lnTo>
                    <a:pt x="4215" y="167678"/>
                  </a:lnTo>
                  <a:lnTo>
                    <a:pt x="3528" y="166676"/>
                  </a:lnTo>
                  <a:lnTo>
                    <a:pt x="2009" y="164972"/>
                  </a:lnTo>
                  <a:lnTo>
                    <a:pt x="1519" y="164421"/>
                  </a:lnTo>
                  <a:lnTo>
                    <a:pt x="0" y="163018"/>
                  </a:lnTo>
                  <a:lnTo>
                    <a:pt x="441" y="160863"/>
                  </a:lnTo>
                  <a:lnTo>
                    <a:pt x="686" y="159961"/>
                  </a:lnTo>
                  <a:lnTo>
                    <a:pt x="1519" y="157355"/>
                  </a:lnTo>
                  <a:lnTo>
                    <a:pt x="1715" y="156754"/>
                  </a:lnTo>
                  <a:lnTo>
                    <a:pt x="1960" y="156152"/>
                  </a:lnTo>
                  <a:lnTo>
                    <a:pt x="2597" y="154448"/>
                  </a:lnTo>
                  <a:lnTo>
                    <a:pt x="2793" y="153947"/>
                  </a:lnTo>
                  <a:lnTo>
                    <a:pt x="2989" y="153346"/>
                  </a:lnTo>
                  <a:lnTo>
                    <a:pt x="3136" y="152845"/>
                  </a:lnTo>
                  <a:lnTo>
                    <a:pt x="3185" y="152694"/>
                  </a:lnTo>
                  <a:lnTo>
                    <a:pt x="3283" y="152494"/>
                  </a:lnTo>
                  <a:lnTo>
                    <a:pt x="4166" y="149688"/>
                  </a:lnTo>
                  <a:lnTo>
                    <a:pt x="4313" y="149237"/>
                  </a:lnTo>
                  <a:lnTo>
                    <a:pt x="4999" y="146080"/>
                  </a:lnTo>
                  <a:lnTo>
                    <a:pt x="5048" y="145879"/>
                  </a:lnTo>
                  <a:lnTo>
                    <a:pt x="5538" y="143724"/>
                  </a:lnTo>
                  <a:lnTo>
                    <a:pt x="5587" y="143424"/>
                  </a:lnTo>
                  <a:lnTo>
                    <a:pt x="5685" y="143173"/>
                  </a:lnTo>
                  <a:lnTo>
                    <a:pt x="5832" y="142371"/>
                  </a:lnTo>
                  <a:lnTo>
                    <a:pt x="5881" y="141920"/>
                  </a:lnTo>
                  <a:lnTo>
                    <a:pt x="6126" y="138863"/>
                  </a:lnTo>
                  <a:lnTo>
                    <a:pt x="6126" y="138663"/>
                  </a:lnTo>
                  <a:lnTo>
                    <a:pt x="6224" y="137560"/>
                  </a:lnTo>
                  <a:lnTo>
                    <a:pt x="6518" y="133601"/>
                  </a:lnTo>
                  <a:lnTo>
                    <a:pt x="6616" y="131747"/>
                  </a:lnTo>
                  <a:lnTo>
                    <a:pt x="6567" y="131246"/>
                  </a:lnTo>
                  <a:lnTo>
                    <a:pt x="6371" y="129342"/>
                  </a:lnTo>
                  <a:lnTo>
                    <a:pt x="6322" y="128790"/>
                  </a:lnTo>
                  <a:lnTo>
                    <a:pt x="6224" y="127989"/>
                  </a:lnTo>
                  <a:lnTo>
                    <a:pt x="6175" y="126936"/>
                  </a:lnTo>
                  <a:lnTo>
                    <a:pt x="6175" y="126285"/>
                  </a:lnTo>
                  <a:lnTo>
                    <a:pt x="6175" y="125834"/>
                  </a:lnTo>
                  <a:lnTo>
                    <a:pt x="6224" y="124180"/>
                  </a:lnTo>
                  <a:lnTo>
                    <a:pt x="6224" y="123930"/>
                  </a:lnTo>
                  <a:lnTo>
                    <a:pt x="6714" y="123930"/>
                  </a:lnTo>
                  <a:lnTo>
                    <a:pt x="6959" y="122226"/>
                  </a:lnTo>
                  <a:lnTo>
                    <a:pt x="7253" y="120071"/>
                  </a:lnTo>
                  <a:lnTo>
                    <a:pt x="7253" y="119770"/>
                  </a:lnTo>
                  <a:lnTo>
                    <a:pt x="7401" y="118718"/>
                  </a:lnTo>
                  <a:lnTo>
                    <a:pt x="7450" y="118166"/>
                  </a:lnTo>
                  <a:lnTo>
                    <a:pt x="7499" y="117816"/>
                  </a:lnTo>
                  <a:lnTo>
                    <a:pt x="7352" y="116813"/>
                  </a:lnTo>
                  <a:lnTo>
                    <a:pt x="7106" y="115210"/>
                  </a:lnTo>
                  <a:lnTo>
                    <a:pt x="7057" y="114909"/>
                  </a:lnTo>
                  <a:lnTo>
                    <a:pt x="6714" y="113406"/>
                  </a:lnTo>
                  <a:lnTo>
                    <a:pt x="6861" y="113356"/>
                  </a:lnTo>
                  <a:lnTo>
                    <a:pt x="10635" y="112003"/>
                  </a:lnTo>
                  <a:lnTo>
                    <a:pt x="11322" y="111752"/>
                  </a:lnTo>
                  <a:lnTo>
                    <a:pt x="12057" y="111501"/>
                  </a:lnTo>
                  <a:lnTo>
                    <a:pt x="13674" y="110950"/>
                  </a:lnTo>
                  <a:lnTo>
                    <a:pt x="18232" y="109397"/>
                  </a:lnTo>
                  <a:lnTo>
                    <a:pt x="24555" y="107242"/>
                  </a:lnTo>
                  <a:lnTo>
                    <a:pt x="25094" y="107943"/>
                  </a:lnTo>
                  <a:lnTo>
                    <a:pt x="26369" y="108745"/>
                  </a:lnTo>
                  <a:lnTo>
                    <a:pt x="24702" y="113506"/>
                  </a:lnTo>
                  <a:lnTo>
                    <a:pt x="24310" y="114608"/>
                  </a:lnTo>
                  <a:lnTo>
                    <a:pt x="20732" y="124080"/>
                  </a:lnTo>
                  <a:lnTo>
                    <a:pt x="18625" y="127137"/>
                  </a:lnTo>
                  <a:lnTo>
                    <a:pt x="18772" y="127437"/>
                  </a:lnTo>
                  <a:lnTo>
                    <a:pt x="18576" y="127688"/>
                  </a:lnTo>
                  <a:lnTo>
                    <a:pt x="18870" y="128089"/>
                  </a:lnTo>
                  <a:lnTo>
                    <a:pt x="19164" y="128440"/>
                  </a:lnTo>
                  <a:lnTo>
                    <a:pt x="19360" y="128740"/>
                  </a:lnTo>
                  <a:lnTo>
                    <a:pt x="19556" y="129041"/>
                  </a:lnTo>
                  <a:lnTo>
                    <a:pt x="19752" y="129392"/>
                  </a:lnTo>
                  <a:lnTo>
                    <a:pt x="20046" y="129943"/>
                  </a:lnTo>
                  <a:lnTo>
                    <a:pt x="20291" y="130344"/>
                  </a:lnTo>
                  <a:lnTo>
                    <a:pt x="20438" y="130695"/>
                  </a:lnTo>
                  <a:lnTo>
                    <a:pt x="20634" y="130995"/>
                  </a:lnTo>
                  <a:lnTo>
                    <a:pt x="20095" y="131547"/>
                  </a:lnTo>
                  <a:lnTo>
                    <a:pt x="19948" y="131747"/>
                  </a:lnTo>
                  <a:lnTo>
                    <a:pt x="19703" y="132198"/>
                  </a:lnTo>
                  <a:lnTo>
                    <a:pt x="19409" y="132900"/>
                  </a:lnTo>
                  <a:lnTo>
                    <a:pt x="19801" y="133551"/>
                  </a:lnTo>
                  <a:lnTo>
                    <a:pt x="20389" y="134604"/>
                  </a:lnTo>
                  <a:lnTo>
                    <a:pt x="20634" y="135105"/>
                  </a:lnTo>
                  <a:lnTo>
                    <a:pt x="20830" y="135456"/>
                  </a:lnTo>
                  <a:lnTo>
                    <a:pt x="21173" y="136007"/>
                  </a:lnTo>
                  <a:lnTo>
                    <a:pt x="22007" y="137360"/>
                  </a:lnTo>
                  <a:lnTo>
                    <a:pt x="22301" y="137861"/>
                  </a:lnTo>
                  <a:lnTo>
                    <a:pt x="22497" y="138061"/>
                  </a:lnTo>
                  <a:lnTo>
                    <a:pt x="22595" y="138212"/>
                  </a:lnTo>
                  <a:lnTo>
                    <a:pt x="22840" y="138512"/>
                  </a:lnTo>
                  <a:lnTo>
                    <a:pt x="23183" y="138863"/>
                  </a:lnTo>
                  <a:lnTo>
                    <a:pt x="23673" y="139364"/>
                  </a:lnTo>
                  <a:lnTo>
                    <a:pt x="24114" y="139665"/>
                  </a:lnTo>
                  <a:lnTo>
                    <a:pt x="24408" y="139815"/>
                  </a:lnTo>
                  <a:lnTo>
                    <a:pt x="24604" y="139966"/>
                  </a:lnTo>
                  <a:lnTo>
                    <a:pt x="25094" y="140517"/>
                  </a:lnTo>
                  <a:lnTo>
                    <a:pt x="25437" y="140818"/>
                  </a:lnTo>
                  <a:lnTo>
                    <a:pt x="26222" y="141770"/>
                  </a:lnTo>
                  <a:lnTo>
                    <a:pt x="26369" y="141920"/>
                  </a:lnTo>
                  <a:lnTo>
                    <a:pt x="27006" y="142522"/>
                  </a:lnTo>
                  <a:lnTo>
                    <a:pt x="27202" y="142622"/>
                  </a:lnTo>
                  <a:lnTo>
                    <a:pt x="28868" y="141319"/>
                  </a:lnTo>
                  <a:lnTo>
                    <a:pt x="29359" y="140968"/>
                  </a:lnTo>
                  <a:lnTo>
                    <a:pt x="29800" y="140667"/>
                  </a:lnTo>
                  <a:lnTo>
                    <a:pt x="30290" y="140266"/>
                  </a:lnTo>
                  <a:lnTo>
                    <a:pt x="30584" y="140116"/>
                  </a:lnTo>
                  <a:lnTo>
                    <a:pt x="30731" y="139966"/>
                  </a:lnTo>
                  <a:lnTo>
                    <a:pt x="31270" y="139565"/>
                  </a:lnTo>
                  <a:lnTo>
                    <a:pt x="31711" y="139214"/>
                  </a:lnTo>
                  <a:lnTo>
                    <a:pt x="32152" y="138863"/>
                  </a:lnTo>
                  <a:lnTo>
                    <a:pt x="32888" y="138262"/>
                  </a:lnTo>
                  <a:lnTo>
                    <a:pt x="33378" y="137861"/>
                  </a:lnTo>
                  <a:lnTo>
                    <a:pt x="33623" y="137560"/>
                  </a:lnTo>
                  <a:lnTo>
                    <a:pt x="33917" y="137310"/>
                  </a:lnTo>
                  <a:lnTo>
                    <a:pt x="34750" y="136508"/>
                  </a:lnTo>
                  <a:lnTo>
                    <a:pt x="35583" y="135706"/>
                  </a:lnTo>
                  <a:lnTo>
                    <a:pt x="35975" y="135255"/>
                  </a:lnTo>
                  <a:lnTo>
                    <a:pt x="35926" y="134954"/>
                  </a:lnTo>
                  <a:lnTo>
                    <a:pt x="36024" y="134704"/>
                  </a:lnTo>
                  <a:lnTo>
                    <a:pt x="36220" y="134503"/>
                  </a:lnTo>
                  <a:lnTo>
                    <a:pt x="36367" y="134353"/>
                  </a:lnTo>
                  <a:lnTo>
                    <a:pt x="37152" y="133852"/>
                  </a:lnTo>
                  <a:lnTo>
                    <a:pt x="38328" y="133351"/>
                  </a:lnTo>
                  <a:lnTo>
                    <a:pt x="38671" y="133100"/>
                  </a:lnTo>
                  <a:lnTo>
                    <a:pt x="38916" y="132950"/>
                  </a:lnTo>
                  <a:lnTo>
                    <a:pt x="39651" y="132499"/>
                  </a:lnTo>
                  <a:lnTo>
                    <a:pt x="39896" y="132298"/>
                  </a:lnTo>
                  <a:lnTo>
                    <a:pt x="40436" y="131898"/>
                  </a:lnTo>
                  <a:lnTo>
                    <a:pt x="40975" y="131647"/>
                  </a:lnTo>
                  <a:lnTo>
                    <a:pt x="41661" y="131296"/>
                  </a:lnTo>
                  <a:lnTo>
                    <a:pt x="41808" y="131246"/>
                  </a:lnTo>
                  <a:lnTo>
                    <a:pt x="42641" y="131046"/>
                  </a:lnTo>
                  <a:lnTo>
                    <a:pt x="43425" y="130745"/>
                  </a:lnTo>
                  <a:lnTo>
                    <a:pt x="44455" y="130144"/>
                  </a:lnTo>
                  <a:lnTo>
                    <a:pt x="44749" y="129893"/>
                  </a:lnTo>
                  <a:lnTo>
                    <a:pt x="44896" y="129793"/>
                  </a:lnTo>
                  <a:lnTo>
                    <a:pt x="45484" y="129292"/>
                  </a:lnTo>
                  <a:lnTo>
                    <a:pt x="45729" y="129091"/>
                  </a:lnTo>
                  <a:lnTo>
                    <a:pt x="45876" y="128941"/>
                  </a:lnTo>
                  <a:lnTo>
                    <a:pt x="45386" y="127538"/>
                  </a:lnTo>
                  <a:lnTo>
                    <a:pt x="44357" y="124581"/>
                  </a:lnTo>
                  <a:lnTo>
                    <a:pt x="43229" y="121274"/>
                  </a:lnTo>
                  <a:lnTo>
                    <a:pt x="43131" y="121023"/>
                  </a:lnTo>
                  <a:lnTo>
                    <a:pt x="42739" y="119870"/>
                  </a:lnTo>
                  <a:lnTo>
                    <a:pt x="42543" y="119369"/>
                  </a:lnTo>
                  <a:lnTo>
                    <a:pt x="37201" y="103133"/>
                  </a:lnTo>
                  <a:lnTo>
                    <a:pt x="36956" y="103183"/>
                  </a:lnTo>
                  <a:lnTo>
                    <a:pt x="36564" y="101880"/>
                  </a:lnTo>
                  <a:lnTo>
                    <a:pt x="35240" y="97019"/>
                  </a:lnTo>
                  <a:lnTo>
                    <a:pt x="33966" y="92258"/>
                  </a:lnTo>
                  <a:lnTo>
                    <a:pt x="33672" y="91256"/>
                  </a:lnTo>
                  <a:lnTo>
                    <a:pt x="33427" y="90253"/>
                  </a:lnTo>
                  <a:lnTo>
                    <a:pt x="33035" y="88449"/>
                  </a:lnTo>
                  <a:lnTo>
                    <a:pt x="32937" y="87948"/>
                  </a:lnTo>
                  <a:lnTo>
                    <a:pt x="32544" y="85793"/>
                  </a:lnTo>
                  <a:lnTo>
                    <a:pt x="32397" y="84941"/>
                  </a:lnTo>
                  <a:lnTo>
                    <a:pt x="32299" y="84741"/>
                  </a:lnTo>
                  <a:lnTo>
                    <a:pt x="32054" y="84039"/>
                  </a:lnTo>
                  <a:lnTo>
                    <a:pt x="31956" y="83789"/>
                  </a:lnTo>
                  <a:lnTo>
                    <a:pt x="31123" y="82436"/>
                  </a:lnTo>
                  <a:lnTo>
                    <a:pt x="28378" y="79178"/>
                  </a:lnTo>
                  <a:lnTo>
                    <a:pt x="26124" y="76522"/>
                  </a:lnTo>
                  <a:lnTo>
                    <a:pt x="25879" y="76773"/>
                  </a:lnTo>
                  <a:lnTo>
                    <a:pt x="20193" y="69657"/>
                  </a:lnTo>
                  <a:lnTo>
                    <a:pt x="18772" y="68003"/>
                  </a:lnTo>
                  <a:lnTo>
                    <a:pt x="17497" y="66299"/>
                  </a:lnTo>
                  <a:lnTo>
                    <a:pt x="17350" y="65999"/>
                  </a:lnTo>
                  <a:lnTo>
                    <a:pt x="16811" y="64946"/>
                  </a:lnTo>
                  <a:lnTo>
                    <a:pt x="21222" y="61939"/>
                  </a:lnTo>
                  <a:lnTo>
                    <a:pt x="16860" y="55274"/>
                  </a:lnTo>
                  <a:lnTo>
                    <a:pt x="16027" y="53921"/>
                  </a:lnTo>
                  <a:lnTo>
                    <a:pt x="15243" y="52669"/>
                  </a:lnTo>
                  <a:lnTo>
                    <a:pt x="12743" y="48710"/>
                  </a:lnTo>
                  <a:lnTo>
                    <a:pt x="12106" y="47757"/>
                  </a:lnTo>
                  <a:lnTo>
                    <a:pt x="12841" y="47407"/>
                  </a:lnTo>
                  <a:lnTo>
                    <a:pt x="16811" y="46304"/>
                  </a:lnTo>
                  <a:lnTo>
                    <a:pt x="21859" y="45302"/>
                  </a:lnTo>
                  <a:lnTo>
                    <a:pt x="23918" y="44550"/>
                  </a:lnTo>
                  <a:lnTo>
                    <a:pt x="28819" y="43698"/>
                  </a:lnTo>
                  <a:lnTo>
                    <a:pt x="30094" y="43648"/>
                  </a:lnTo>
                  <a:lnTo>
                    <a:pt x="30976" y="43498"/>
                  </a:lnTo>
                  <a:lnTo>
                    <a:pt x="35289" y="42796"/>
                  </a:lnTo>
                  <a:lnTo>
                    <a:pt x="40043" y="42095"/>
                  </a:lnTo>
                  <a:lnTo>
                    <a:pt x="42396" y="40992"/>
                  </a:lnTo>
                  <a:lnTo>
                    <a:pt x="45533" y="39589"/>
                  </a:lnTo>
                  <a:lnTo>
                    <a:pt x="49111" y="37635"/>
                  </a:lnTo>
                  <a:lnTo>
                    <a:pt x="50189" y="36933"/>
                  </a:lnTo>
                  <a:lnTo>
                    <a:pt x="55091" y="35379"/>
                  </a:lnTo>
                  <a:lnTo>
                    <a:pt x="61168" y="33425"/>
                  </a:lnTo>
                  <a:lnTo>
                    <a:pt x="62688" y="33325"/>
                  </a:lnTo>
                  <a:lnTo>
                    <a:pt x="65236" y="33174"/>
                  </a:lnTo>
                  <a:lnTo>
                    <a:pt x="67393" y="32723"/>
                  </a:lnTo>
                  <a:lnTo>
                    <a:pt x="71314" y="31370"/>
                  </a:lnTo>
                  <a:lnTo>
                    <a:pt x="72980" y="31070"/>
                  </a:lnTo>
                  <a:lnTo>
                    <a:pt x="74892" y="30769"/>
                  </a:lnTo>
                  <a:lnTo>
                    <a:pt x="76460" y="30468"/>
                  </a:lnTo>
                  <a:lnTo>
                    <a:pt x="80038" y="29466"/>
                  </a:lnTo>
                  <a:lnTo>
                    <a:pt x="80185" y="29466"/>
                  </a:lnTo>
                  <a:lnTo>
                    <a:pt x="82832" y="29767"/>
                  </a:lnTo>
                  <a:lnTo>
                    <a:pt x="83910" y="29717"/>
                  </a:lnTo>
                  <a:lnTo>
                    <a:pt x="84450" y="29717"/>
                  </a:lnTo>
                  <a:lnTo>
                    <a:pt x="87292" y="29967"/>
                  </a:lnTo>
                  <a:lnTo>
                    <a:pt x="89547" y="29917"/>
                  </a:lnTo>
                  <a:lnTo>
                    <a:pt x="93174" y="29516"/>
                  </a:lnTo>
                  <a:lnTo>
                    <a:pt x="97781" y="28564"/>
                  </a:lnTo>
                  <a:lnTo>
                    <a:pt x="99644" y="28514"/>
                  </a:lnTo>
                  <a:lnTo>
                    <a:pt x="101800" y="28865"/>
                  </a:lnTo>
                  <a:lnTo>
                    <a:pt x="102928" y="28915"/>
                  </a:lnTo>
                  <a:lnTo>
                    <a:pt x="114299" y="28865"/>
                  </a:lnTo>
                  <a:lnTo>
                    <a:pt x="119053" y="27913"/>
                  </a:lnTo>
                  <a:lnTo>
                    <a:pt x="126209" y="26860"/>
                  </a:lnTo>
                  <a:lnTo>
                    <a:pt x="127140" y="26409"/>
                  </a:lnTo>
                  <a:lnTo>
                    <a:pt x="132042" y="25457"/>
                  </a:lnTo>
                  <a:lnTo>
                    <a:pt x="138953" y="24856"/>
                  </a:lnTo>
                  <a:lnTo>
                    <a:pt x="142383" y="24054"/>
                  </a:lnTo>
                  <a:lnTo>
                    <a:pt x="144589" y="23803"/>
                  </a:lnTo>
                  <a:lnTo>
                    <a:pt x="148363" y="22651"/>
                  </a:lnTo>
                  <a:lnTo>
                    <a:pt x="152676" y="21899"/>
                  </a:lnTo>
                  <a:lnTo>
                    <a:pt x="155078" y="21899"/>
                  </a:lnTo>
                  <a:lnTo>
                    <a:pt x="156205" y="21999"/>
                  </a:lnTo>
                  <a:lnTo>
                    <a:pt x="157186" y="22150"/>
                  </a:lnTo>
                  <a:lnTo>
                    <a:pt x="157676" y="22300"/>
                  </a:lnTo>
                  <a:lnTo>
                    <a:pt x="159832" y="23102"/>
                  </a:lnTo>
                  <a:lnTo>
                    <a:pt x="161303" y="23302"/>
                  </a:lnTo>
                  <a:lnTo>
                    <a:pt x="164979" y="23703"/>
                  </a:lnTo>
                  <a:lnTo>
                    <a:pt x="166008" y="23853"/>
                  </a:lnTo>
                  <a:lnTo>
                    <a:pt x="170321" y="24655"/>
                  </a:lnTo>
                  <a:lnTo>
                    <a:pt x="171939" y="24956"/>
                  </a:lnTo>
                  <a:lnTo>
                    <a:pt x="174781" y="25407"/>
                  </a:lnTo>
                  <a:lnTo>
                    <a:pt x="180418" y="26409"/>
                  </a:lnTo>
                  <a:lnTo>
                    <a:pt x="181300" y="26309"/>
                  </a:lnTo>
                  <a:lnTo>
                    <a:pt x="183163" y="25257"/>
                  </a:lnTo>
                  <a:lnTo>
                    <a:pt x="183849" y="25206"/>
                  </a:lnTo>
                  <a:lnTo>
                    <a:pt x="185907" y="25156"/>
                  </a:lnTo>
                  <a:lnTo>
                    <a:pt x="187623" y="24956"/>
                  </a:lnTo>
                  <a:lnTo>
                    <a:pt x="190417" y="25006"/>
                  </a:lnTo>
                  <a:lnTo>
                    <a:pt x="192230" y="25407"/>
                  </a:lnTo>
                  <a:lnTo>
                    <a:pt x="194387" y="26509"/>
                  </a:lnTo>
                  <a:lnTo>
                    <a:pt x="197475" y="26409"/>
                  </a:lnTo>
                  <a:lnTo>
                    <a:pt x="199386" y="25858"/>
                  </a:lnTo>
                  <a:lnTo>
                    <a:pt x="202327" y="25758"/>
                  </a:lnTo>
                  <a:lnTo>
                    <a:pt x="206885" y="26910"/>
                  </a:lnTo>
                  <a:lnTo>
                    <a:pt x="213698" y="27311"/>
                  </a:lnTo>
                  <a:lnTo>
                    <a:pt x="215757" y="27662"/>
                  </a:lnTo>
                  <a:lnTo>
                    <a:pt x="227079" y="25457"/>
                  </a:lnTo>
                  <a:lnTo>
                    <a:pt x="228304" y="25206"/>
                  </a:lnTo>
                  <a:lnTo>
                    <a:pt x="238940" y="21248"/>
                  </a:lnTo>
                  <a:lnTo>
                    <a:pt x="261290" y="14232"/>
                  </a:lnTo>
                  <a:lnTo>
                    <a:pt x="265505" y="12879"/>
                  </a:lnTo>
                  <a:lnTo>
                    <a:pt x="284424" y="5312"/>
                  </a:lnTo>
                  <a:lnTo>
                    <a:pt x="287904" y="3858"/>
                  </a:lnTo>
                  <a:lnTo>
                    <a:pt x="293688" y="1553"/>
                  </a:lnTo>
                  <a:lnTo>
                    <a:pt x="313930" y="1202"/>
                  </a:lnTo>
                  <a:lnTo>
                    <a:pt x="315646" y="0"/>
                  </a:lnTo>
                  <a:lnTo>
                    <a:pt x="318685" y="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476741" y="3454405"/>
              <a:ext cx="189142" cy="286196"/>
            </a:xfrm>
            <a:custGeom>
              <a:avLst/>
              <a:pathLst>
                <a:path w="189142" h="286196">
                  <a:moveTo>
                    <a:pt x="182869" y="9321"/>
                  </a:moveTo>
                  <a:lnTo>
                    <a:pt x="183702" y="16687"/>
                  </a:lnTo>
                  <a:lnTo>
                    <a:pt x="189142" y="27011"/>
                  </a:lnTo>
                  <a:lnTo>
                    <a:pt x="188064" y="29566"/>
                  </a:lnTo>
                  <a:lnTo>
                    <a:pt x="184976" y="35931"/>
                  </a:lnTo>
                  <a:lnTo>
                    <a:pt x="182918" y="38086"/>
                  </a:lnTo>
                  <a:lnTo>
                    <a:pt x="182476" y="39439"/>
                  </a:lnTo>
                  <a:lnTo>
                    <a:pt x="181398" y="41794"/>
                  </a:lnTo>
                  <a:lnTo>
                    <a:pt x="180761" y="43347"/>
                  </a:lnTo>
                  <a:lnTo>
                    <a:pt x="179732" y="45152"/>
                  </a:lnTo>
                  <a:lnTo>
                    <a:pt x="179242" y="51265"/>
                  </a:lnTo>
                  <a:lnTo>
                    <a:pt x="180320" y="53019"/>
                  </a:lnTo>
                  <a:lnTo>
                    <a:pt x="181496" y="54473"/>
                  </a:lnTo>
                  <a:lnTo>
                    <a:pt x="182231" y="55425"/>
                  </a:lnTo>
                  <a:lnTo>
                    <a:pt x="182378" y="56978"/>
                  </a:lnTo>
                  <a:lnTo>
                    <a:pt x="180418" y="59785"/>
                  </a:lnTo>
                  <a:lnTo>
                    <a:pt x="178948" y="61739"/>
                  </a:lnTo>
                  <a:lnTo>
                    <a:pt x="178212" y="63593"/>
                  </a:lnTo>
                  <a:lnTo>
                    <a:pt x="177575" y="67101"/>
                  </a:lnTo>
                  <a:lnTo>
                    <a:pt x="178065" y="73115"/>
                  </a:lnTo>
                  <a:lnTo>
                    <a:pt x="178702" y="75470"/>
                  </a:lnTo>
                  <a:lnTo>
                    <a:pt x="179340" y="77525"/>
                  </a:lnTo>
                  <a:lnTo>
                    <a:pt x="179242" y="80982"/>
                  </a:lnTo>
                  <a:lnTo>
                    <a:pt x="178800" y="85192"/>
                  </a:lnTo>
                  <a:lnTo>
                    <a:pt x="179732" y="87497"/>
                  </a:lnTo>
                  <a:lnTo>
                    <a:pt x="180271" y="89151"/>
                  </a:lnTo>
                  <a:lnTo>
                    <a:pt x="181888" y="90354"/>
                  </a:lnTo>
                  <a:lnTo>
                    <a:pt x="181741" y="92809"/>
                  </a:lnTo>
                  <a:lnTo>
                    <a:pt x="181251" y="95114"/>
                  </a:lnTo>
                  <a:lnTo>
                    <a:pt x="181888" y="96518"/>
                  </a:lnTo>
                  <a:lnTo>
                    <a:pt x="181496" y="97670"/>
                  </a:lnTo>
                  <a:lnTo>
                    <a:pt x="180957" y="99574"/>
                  </a:lnTo>
                  <a:lnTo>
                    <a:pt x="182133" y="102331"/>
                  </a:lnTo>
                  <a:lnTo>
                    <a:pt x="183310" y="105137"/>
                  </a:lnTo>
                  <a:lnTo>
                    <a:pt x="183065" y="106290"/>
                  </a:lnTo>
                  <a:lnTo>
                    <a:pt x="183506" y="108946"/>
                  </a:lnTo>
                  <a:lnTo>
                    <a:pt x="182918" y="110349"/>
                  </a:lnTo>
                  <a:lnTo>
                    <a:pt x="181839" y="112854"/>
                  </a:lnTo>
                  <a:lnTo>
                    <a:pt x="178359" y="116914"/>
                  </a:lnTo>
                  <a:lnTo>
                    <a:pt x="177036" y="118918"/>
                  </a:lnTo>
                  <a:lnTo>
                    <a:pt x="175615" y="122075"/>
                  </a:lnTo>
                  <a:lnTo>
                    <a:pt x="175272" y="122727"/>
                  </a:lnTo>
                  <a:lnTo>
                    <a:pt x="173997" y="125433"/>
                  </a:lnTo>
                  <a:lnTo>
                    <a:pt x="173703" y="128239"/>
                  </a:lnTo>
                  <a:lnTo>
                    <a:pt x="175222" y="131847"/>
                  </a:lnTo>
                  <a:lnTo>
                    <a:pt x="175860" y="133551"/>
                  </a:lnTo>
                  <a:lnTo>
                    <a:pt x="176350" y="134904"/>
                  </a:lnTo>
                  <a:lnTo>
                    <a:pt x="176350" y="135756"/>
                  </a:lnTo>
                  <a:lnTo>
                    <a:pt x="175664" y="138262"/>
                  </a:lnTo>
                  <a:lnTo>
                    <a:pt x="172429" y="145979"/>
                  </a:lnTo>
                  <a:lnTo>
                    <a:pt x="176497" y="158909"/>
                  </a:lnTo>
                  <a:lnTo>
                    <a:pt x="175124" y="164521"/>
                  </a:lnTo>
                  <a:lnTo>
                    <a:pt x="173850" y="170334"/>
                  </a:lnTo>
                  <a:lnTo>
                    <a:pt x="173409" y="178954"/>
                  </a:lnTo>
                  <a:lnTo>
                    <a:pt x="172037" y="181008"/>
                  </a:lnTo>
                  <a:lnTo>
                    <a:pt x="170958" y="182712"/>
                  </a:lnTo>
                  <a:lnTo>
                    <a:pt x="166988" y="190730"/>
                  </a:lnTo>
                  <a:lnTo>
                    <a:pt x="163361" y="196844"/>
                  </a:lnTo>
                  <a:lnTo>
                    <a:pt x="159636" y="201705"/>
                  </a:lnTo>
                  <a:lnTo>
                    <a:pt x="158509" y="203159"/>
                  </a:lnTo>
                  <a:lnTo>
                    <a:pt x="136992" y="218794"/>
                  </a:lnTo>
                  <a:lnTo>
                    <a:pt x="133806" y="220698"/>
                  </a:lnTo>
                  <a:lnTo>
                    <a:pt x="132973" y="222051"/>
                  </a:lnTo>
                  <a:lnTo>
                    <a:pt x="132826" y="223805"/>
                  </a:lnTo>
                  <a:lnTo>
                    <a:pt x="128464" y="228416"/>
                  </a:lnTo>
                  <a:lnTo>
                    <a:pt x="126944" y="230019"/>
                  </a:lnTo>
                  <a:lnTo>
                    <a:pt x="125082" y="231924"/>
                  </a:lnTo>
                  <a:lnTo>
                    <a:pt x="118857" y="237787"/>
                  </a:lnTo>
                  <a:lnTo>
                    <a:pt x="116946" y="242548"/>
                  </a:lnTo>
                  <a:lnTo>
                    <a:pt x="114005" y="246206"/>
                  </a:lnTo>
                  <a:lnTo>
                    <a:pt x="107388" y="249764"/>
                  </a:lnTo>
                  <a:lnTo>
                    <a:pt x="103271" y="256279"/>
                  </a:lnTo>
                  <a:lnTo>
                    <a:pt x="102830" y="262042"/>
                  </a:lnTo>
                  <a:lnTo>
                    <a:pt x="101604" y="266001"/>
                  </a:lnTo>
                  <a:lnTo>
                    <a:pt x="99546" y="268657"/>
                  </a:lnTo>
                  <a:lnTo>
                    <a:pt x="98811" y="270060"/>
                  </a:lnTo>
                  <a:lnTo>
                    <a:pt x="99154" y="271613"/>
                  </a:lnTo>
                  <a:lnTo>
                    <a:pt x="99546" y="273267"/>
                  </a:lnTo>
                  <a:lnTo>
                    <a:pt x="100330" y="274921"/>
                  </a:lnTo>
                  <a:lnTo>
                    <a:pt x="100232" y="277426"/>
                  </a:lnTo>
                  <a:lnTo>
                    <a:pt x="100085" y="278729"/>
                  </a:lnTo>
                  <a:lnTo>
                    <a:pt x="101114" y="280634"/>
                  </a:lnTo>
                  <a:lnTo>
                    <a:pt x="101359" y="281686"/>
                  </a:lnTo>
                  <a:lnTo>
                    <a:pt x="101114" y="282939"/>
                  </a:lnTo>
                  <a:lnTo>
                    <a:pt x="100085" y="284091"/>
                  </a:lnTo>
                  <a:lnTo>
                    <a:pt x="99448" y="284693"/>
                  </a:lnTo>
                  <a:lnTo>
                    <a:pt x="99154" y="285194"/>
                  </a:lnTo>
                  <a:lnTo>
                    <a:pt x="97291" y="285595"/>
                  </a:lnTo>
                  <a:lnTo>
                    <a:pt x="97144" y="285845"/>
                  </a:lnTo>
                  <a:lnTo>
                    <a:pt x="96801" y="285895"/>
                  </a:lnTo>
                  <a:lnTo>
                    <a:pt x="96507" y="285946"/>
                  </a:lnTo>
                  <a:lnTo>
                    <a:pt x="96311" y="285946"/>
                  </a:lnTo>
                  <a:lnTo>
                    <a:pt x="95870" y="286046"/>
                  </a:lnTo>
                  <a:lnTo>
                    <a:pt x="95331" y="286096"/>
                  </a:lnTo>
                  <a:lnTo>
                    <a:pt x="94595" y="286096"/>
                  </a:lnTo>
                  <a:lnTo>
                    <a:pt x="93860" y="286146"/>
                  </a:lnTo>
                  <a:lnTo>
                    <a:pt x="93664" y="286146"/>
                  </a:lnTo>
                  <a:lnTo>
                    <a:pt x="93272" y="286146"/>
                  </a:lnTo>
                  <a:lnTo>
                    <a:pt x="93125" y="286146"/>
                  </a:lnTo>
                  <a:lnTo>
                    <a:pt x="92733" y="286146"/>
                  </a:lnTo>
                  <a:lnTo>
                    <a:pt x="92341" y="286196"/>
                  </a:lnTo>
                  <a:lnTo>
                    <a:pt x="92194" y="286196"/>
                  </a:lnTo>
                  <a:lnTo>
                    <a:pt x="92047" y="286196"/>
                  </a:lnTo>
                  <a:lnTo>
                    <a:pt x="91802" y="286196"/>
                  </a:lnTo>
                  <a:lnTo>
                    <a:pt x="91655" y="286196"/>
                  </a:lnTo>
                  <a:lnTo>
                    <a:pt x="91312" y="286196"/>
                  </a:lnTo>
                  <a:lnTo>
                    <a:pt x="90968" y="286196"/>
                  </a:lnTo>
                  <a:lnTo>
                    <a:pt x="90037" y="286196"/>
                  </a:lnTo>
                  <a:lnTo>
                    <a:pt x="89694" y="285645"/>
                  </a:lnTo>
                  <a:lnTo>
                    <a:pt x="89596" y="285144"/>
                  </a:lnTo>
                  <a:lnTo>
                    <a:pt x="89547" y="284693"/>
                  </a:lnTo>
                  <a:lnTo>
                    <a:pt x="89400" y="284342"/>
                  </a:lnTo>
                  <a:lnTo>
                    <a:pt x="88714" y="283189"/>
                  </a:lnTo>
                  <a:lnTo>
                    <a:pt x="88371" y="282688"/>
                  </a:lnTo>
                  <a:lnTo>
                    <a:pt x="88175" y="282137"/>
                  </a:lnTo>
                  <a:lnTo>
                    <a:pt x="88028" y="281736"/>
                  </a:lnTo>
                  <a:lnTo>
                    <a:pt x="87979" y="281586"/>
                  </a:lnTo>
                  <a:lnTo>
                    <a:pt x="87930" y="281435"/>
                  </a:lnTo>
                  <a:lnTo>
                    <a:pt x="87832" y="281034"/>
                  </a:lnTo>
                  <a:lnTo>
                    <a:pt x="87783" y="280734"/>
                  </a:lnTo>
                  <a:lnTo>
                    <a:pt x="87783" y="280583"/>
                  </a:lnTo>
                  <a:lnTo>
                    <a:pt x="87734" y="280333"/>
                  </a:lnTo>
                  <a:lnTo>
                    <a:pt x="87685" y="280132"/>
                  </a:lnTo>
                  <a:lnTo>
                    <a:pt x="87685" y="279932"/>
                  </a:lnTo>
                  <a:lnTo>
                    <a:pt x="87685" y="279782"/>
                  </a:lnTo>
                  <a:lnTo>
                    <a:pt x="87685" y="279331"/>
                  </a:lnTo>
                  <a:lnTo>
                    <a:pt x="87685" y="279180"/>
                  </a:lnTo>
                  <a:lnTo>
                    <a:pt x="87636" y="278930"/>
                  </a:lnTo>
                  <a:lnTo>
                    <a:pt x="87636" y="278228"/>
                  </a:lnTo>
                  <a:lnTo>
                    <a:pt x="87586" y="277827"/>
                  </a:lnTo>
                  <a:lnTo>
                    <a:pt x="87586" y="277527"/>
                  </a:lnTo>
                  <a:lnTo>
                    <a:pt x="87439" y="276925"/>
                  </a:lnTo>
                  <a:lnTo>
                    <a:pt x="87341" y="276625"/>
                  </a:lnTo>
                  <a:lnTo>
                    <a:pt x="86851" y="275973"/>
                  </a:lnTo>
                  <a:lnTo>
                    <a:pt x="86753" y="275722"/>
                  </a:lnTo>
                  <a:lnTo>
                    <a:pt x="86361" y="274770"/>
                  </a:lnTo>
                  <a:lnTo>
                    <a:pt x="84989" y="273217"/>
                  </a:lnTo>
                  <a:lnTo>
                    <a:pt x="84352" y="272415"/>
                  </a:lnTo>
                  <a:lnTo>
                    <a:pt x="84352" y="272265"/>
                  </a:lnTo>
                  <a:lnTo>
                    <a:pt x="84401" y="271764"/>
                  </a:lnTo>
                  <a:lnTo>
                    <a:pt x="84450" y="271413"/>
                  </a:lnTo>
                  <a:lnTo>
                    <a:pt x="84646" y="270811"/>
                  </a:lnTo>
                  <a:lnTo>
                    <a:pt x="84744" y="270611"/>
                  </a:lnTo>
                  <a:lnTo>
                    <a:pt x="84989" y="270160"/>
                  </a:lnTo>
                  <a:lnTo>
                    <a:pt x="84989" y="270010"/>
                  </a:lnTo>
                  <a:lnTo>
                    <a:pt x="85087" y="269659"/>
                  </a:lnTo>
                  <a:lnTo>
                    <a:pt x="84940" y="268907"/>
                  </a:lnTo>
                  <a:lnTo>
                    <a:pt x="84303" y="268807"/>
                  </a:lnTo>
                  <a:lnTo>
                    <a:pt x="84058" y="268757"/>
                  </a:lnTo>
                  <a:lnTo>
                    <a:pt x="83371" y="266903"/>
                  </a:lnTo>
                  <a:lnTo>
                    <a:pt x="83322" y="266702"/>
                  </a:lnTo>
                  <a:lnTo>
                    <a:pt x="83224" y="266452"/>
                  </a:lnTo>
                  <a:lnTo>
                    <a:pt x="83322" y="265750"/>
                  </a:lnTo>
                  <a:lnTo>
                    <a:pt x="83714" y="263495"/>
                  </a:lnTo>
                  <a:lnTo>
                    <a:pt x="84156" y="261691"/>
                  </a:lnTo>
                  <a:lnTo>
                    <a:pt x="84205" y="261390"/>
                  </a:lnTo>
                  <a:lnTo>
                    <a:pt x="84205" y="260939"/>
                  </a:lnTo>
                  <a:lnTo>
                    <a:pt x="84156" y="260689"/>
                  </a:lnTo>
                  <a:lnTo>
                    <a:pt x="84009" y="260438"/>
                  </a:lnTo>
                  <a:lnTo>
                    <a:pt x="83861" y="260288"/>
                  </a:lnTo>
                  <a:lnTo>
                    <a:pt x="83567" y="260137"/>
                  </a:lnTo>
                  <a:lnTo>
                    <a:pt x="82489" y="259686"/>
                  </a:lnTo>
                  <a:lnTo>
                    <a:pt x="82048" y="259436"/>
                  </a:lnTo>
                  <a:lnTo>
                    <a:pt x="81852" y="259135"/>
                  </a:lnTo>
                  <a:lnTo>
                    <a:pt x="81803" y="258985"/>
                  </a:lnTo>
                  <a:lnTo>
                    <a:pt x="81803" y="258383"/>
                  </a:lnTo>
                  <a:lnTo>
                    <a:pt x="81803" y="258233"/>
                  </a:lnTo>
                  <a:lnTo>
                    <a:pt x="81803" y="258032"/>
                  </a:lnTo>
                  <a:lnTo>
                    <a:pt x="81901" y="256980"/>
                  </a:lnTo>
                  <a:lnTo>
                    <a:pt x="81901" y="256429"/>
                  </a:lnTo>
                  <a:lnTo>
                    <a:pt x="81852" y="255878"/>
                  </a:lnTo>
                  <a:lnTo>
                    <a:pt x="81754" y="255727"/>
                  </a:lnTo>
                  <a:lnTo>
                    <a:pt x="81460" y="254875"/>
                  </a:lnTo>
                  <a:lnTo>
                    <a:pt x="81362" y="254575"/>
                  </a:lnTo>
                  <a:lnTo>
                    <a:pt x="81215" y="254224"/>
                  </a:lnTo>
                  <a:lnTo>
                    <a:pt x="80872" y="253372"/>
                  </a:lnTo>
                  <a:lnTo>
                    <a:pt x="80431" y="252269"/>
                  </a:lnTo>
                  <a:lnTo>
                    <a:pt x="80234" y="251869"/>
                  </a:lnTo>
                  <a:lnTo>
                    <a:pt x="79891" y="251317"/>
                  </a:lnTo>
                  <a:lnTo>
                    <a:pt x="79401" y="251067"/>
                  </a:lnTo>
                  <a:lnTo>
                    <a:pt x="77686" y="250265"/>
                  </a:lnTo>
                  <a:lnTo>
                    <a:pt x="77049" y="250014"/>
                  </a:lnTo>
                  <a:lnTo>
                    <a:pt x="76607" y="249814"/>
                  </a:lnTo>
                  <a:lnTo>
                    <a:pt x="70040" y="250916"/>
                  </a:lnTo>
                  <a:lnTo>
                    <a:pt x="65089" y="251919"/>
                  </a:lnTo>
                  <a:lnTo>
                    <a:pt x="63962" y="252119"/>
                  </a:lnTo>
                  <a:lnTo>
                    <a:pt x="63815" y="252169"/>
                  </a:lnTo>
                  <a:lnTo>
                    <a:pt x="63766" y="251818"/>
                  </a:lnTo>
                  <a:lnTo>
                    <a:pt x="63668" y="251367"/>
                  </a:lnTo>
                  <a:lnTo>
                    <a:pt x="63031" y="248511"/>
                  </a:lnTo>
                  <a:lnTo>
                    <a:pt x="60678" y="237536"/>
                  </a:lnTo>
                  <a:lnTo>
                    <a:pt x="59943" y="234179"/>
                  </a:lnTo>
                  <a:lnTo>
                    <a:pt x="55973" y="234780"/>
                  </a:lnTo>
                  <a:lnTo>
                    <a:pt x="52591" y="235231"/>
                  </a:lnTo>
                  <a:lnTo>
                    <a:pt x="43867" y="236534"/>
                  </a:lnTo>
                  <a:lnTo>
                    <a:pt x="42641" y="236684"/>
                  </a:lnTo>
                  <a:lnTo>
                    <a:pt x="40338" y="237035"/>
                  </a:lnTo>
                  <a:lnTo>
                    <a:pt x="35926" y="237687"/>
                  </a:lnTo>
                  <a:lnTo>
                    <a:pt x="32593" y="238138"/>
                  </a:lnTo>
                  <a:lnTo>
                    <a:pt x="23134" y="239541"/>
                  </a:lnTo>
                  <a:lnTo>
                    <a:pt x="23036" y="238939"/>
                  </a:lnTo>
                  <a:lnTo>
                    <a:pt x="22840" y="237837"/>
                  </a:lnTo>
                  <a:lnTo>
                    <a:pt x="22791" y="237687"/>
                  </a:lnTo>
                  <a:lnTo>
                    <a:pt x="22742" y="237185"/>
                  </a:lnTo>
                  <a:lnTo>
                    <a:pt x="21565" y="229919"/>
                  </a:lnTo>
                  <a:lnTo>
                    <a:pt x="21320" y="228466"/>
                  </a:lnTo>
                  <a:lnTo>
                    <a:pt x="19997" y="220147"/>
                  </a:lnTo>
                  <a:lnTo>
                    <a:pt x="19850" y="219395"/>
                  </a:lnTo>
                  <a:lnTo>
                    <a:pt x="19801" y="219044"/>
                  </a:lnTo>
                  <a:lnTo>
                    <a:pt x="19556" y="217341"/>
                  </a:lnTo>
                  <a:lnTo>
                    <a:pt x="19262" y="215186"/>
                  </a:lnTo>
                  <a:lnTo>
                    <a:pt x="19213" y="214484"/>
                  </a:lnTo>
                  <a:lnTo>
                    <a:pt x="19213" y="213682"/>
                  </a:lnTo>
                  <a:lnTo>
                    <a:pt x="19164" y="213432"/>
                  </a:lnTo>
                  <a:lnTo>
                    <a:pt x="19164" y="212780"/>
                  </a:lnTo>
                  <a:lnTo>
                    <a:pt x="19164" y="212279"/>
                  </a:lnTo>
                  <a:lnTo>
                    <a:pt x="19164" y="211578"/>
                  </a:lnTo>
                  <a:lnTo>
                    <a:pt x="19115" y="210826"/>
                  </a:lnTo>
                  <a:lnTo>
                    <a:pt x="19017" y="209974"/>
                  </a:lnTo>
                  <a:lnTo>
                    <a:pt x="18821" y="208721"/>
                  </a:lnTo>
                  <a:lnTo>
                    <a:pt x="18183" y="204562"/>
                  </a:lnTo>
                  <a:lnTo>
                    <a:pt x="17546" y="200402"/>
                  </a:lnTo>
                  <a:lnTo>
                    <a:pt x="16468" y="193437"/>
                  </a:lnTo>
                  <a:lnTo>
                    <a:pt x="16370" y="192535"/>
                  </a:lnTo>
                  <a:lnTo>
                    <a:pt x="15880" y="189578"/>
                  </a:lnTo>
                  <a:lnTo>
                    <a:pt x="15439" y="186621"/>
                  </a:lnTo>
                  <a:lnTo>
                    <a:pt x="15341" y="186070"/>
                  </a:lnTo>
                  <a:lnTo>
                    <a:pt x="15194" y="184867"/>
                  </a:lnTo>
                  <a:lnTo>
                    <a:pt x="14949" y="183314"/>
                  </a:lnTo>
                  <a:lnTo>
                    <a:pt x="14606" y="181159"/>
                  </a:lnTo>
                  <a:lnTo>
                    <a:pt x="14262" y="178954"/>
                  </a:lnTo>
                  <a:lnTo>
                    <a:pt x="14066" y="177400"/>
                  </a:lnTo>
                  <a:lnTo>
                    <a:pt x="13282" y="172289"/>
                  </a:lnTo>
                  <a:lnTo>
                    <a:pt x="12743" y="168931"/>
                  </a:lnTo>
                  <a:lnTo>
                    <a:pt x="12596" y="167979"/>
                  </a:lnTo>
                  <a:lnTo>
                    <a:pt x="12547" y="167478"/>
                  </a:lnTo>
                  <a:lnTo>
                    <a:pt x="12106" y="164621"/>
                  </a:lnTo>
                  <a:lnTo>
                    <a:pt x="11910" y="163519"/>
                  </a:lnTo>
                  <a:lnTo>
                    <a:pt x="11420" y="160161"/>
                  </a:lnTo>
                  <a:lnTo>
                    <a:pt x="11077" y="157806"/>
                  </a:lnTo>
                  <a:lnTo>
                    <a:pt x="10586" y="154699"/>
                  </a:lnTo>
                  <a:lnTo>
                    <a:pt x="10488" y="154148"/>
                  </a:lnTo>
                  <a:lnTo>
                    <a:pt x="10488" y="153997"/>
                  </a:lnTo>
                  <a:lnTo>
                    <a:pt x="10390" y="153546"/>
                  </a:lnTo>
                  <a:lnTo>
                    <a:pt x="10145" y="151893"/>
                  </a:lnTo>
                  <a:lnTo>
                    <a:pt x="9606" y="148435"/>
                  </a:lnTo>
                  <a:lnTo>
                    <a:pt x="9459" y="147533"/>
                  </a:lnTo>
                  <a:lnTo>
                    <a:pt x="9410" y="147082"/>
                  </a:lnTo>
                  <a:lnTo>
                    <a:pt x="9165" y="145578"/>
                  </a:lnTo>
                  <a:lnTo>
                    <a:pt x="7940" y="137560"/>
                  </a:lnTo>
                  <a:lnTo>
                    <a:pt x="7891" y="136959"/>
                  </a:lnTo>
                  <a:lnTo>
                    <a:pt x="4656" y="115510"/>
                  </a:lnTo>
                  <a:lnTo>
                    <a:pt x="588" y="88399"/>
                  </a:lnTo>
                  <a:lnTo>
                    <a:pt x="441" y="87597"/>
                  </a:lnTo>
                  <a:lnTo>
                    <a:pt x="0" y="84190"/>
                  </a:lnTo>
                  <a:lnTo>
                    <a:pt x="7401" y="83238"/>
                  </a:lnTo>
                  <a:lnTo>
                    <a:pt x="28182" y="79930"/>
                  </a:lnTo>
                  <a:lnTo>
                    <a:pt x="28574" y="79880"/>
                  </a:lnTo>
                  <a:lnTo>
                    <a:pt x="28819" y="80682"/>
                  </a:lnTo>
                  <a:lnTo>
                    <a:pt x="29310" y="80832"/>
                  </a:lnTo>
                  <a:lnTo>
                    <a:pt x="31270" y="81484"/>
                  </a:lnTo>
                  <a:lnTo>
                    <a:pt x="32593" y="81885"/>
                  </a:lnTo>
                  <a:lnTo>
                    <a:pt x="32838" y="81935"/>
                  </a:lnTo>
                  <a:lnTo>
                    <a:pt x="37446" y="80632"/>
                  </a:lnTo>
                  <a:lnTo>
                    <a:pt x="38867" y="80231"/>
                  </a:lnTo>
                  <a:lnTo>
                    <a:pt x="39161" y="80181"/>
                  </a:lnTo>
                  <a:lnTo>
                    <a:pt x="40289" y="79880"/>
                  </a:lnTo>
                  <a:lnTo>
                    <a:pt x="40534" y="79880"/>
                  </a:lnTo>
                  <a:lnTo>
                    <a:pt x="40338" y="79178"/>
                  </a:lnTo>
                  <a:lnTo>
                    <a:pt x="40289" y="78828"/>
                  </a:lnTo>
                  <a:lnTo>
                    <a:pt x="40338" y="78527"/>
                  </a:lnTo>
                  <a:lnTo>
                    <a:pt x="40534" y="78026"/>
                  </a:lnTo>
                  <a:lnTo>
                    <a:pt x="40975" y="76673"/>
                  </a:lnTo>
                  <a:lnTo>
                    <a:pt x="41563" y="74919"/>
                  </a:lnTo>
                  <a:lnTo>
                    <a:pt x="42396" y="72513"/>
                  </a:lnTo>
                  <a:lnTo>
                    <a:pt x="42445" y="72263"/>
                  </a:lnTo>
                  <a:lnTo>
                    <a:pt x="42739" y="72012"/>
                  </a:lnTo>
                  <a:lnTo>
                    <a:pt x="43474" y="71311"/>
                  </a:lnTo>
                  <a:lnTo>
                    <a:pt x="43768" y="71060"/>
                  </a:lnTo>
                  <a:lnTo>
                    <a:pt x="44014" y="71311"/>
                  </a:lnTo>
                  <a:lnTo>
                    <a:pt x="44112" y="71561"/>
                  </a:lnTo>
                  <a:lnTo>
                    <a:pt x="44112" y="71712"/>
                  </a:lnTo>
                  <a:lnTo>
                    <a:pt x="44259" y="71762"/>
                  </a:lnTo>
                  <a:lnTo>
                    <a:pt x="44455" y="71762"/>
                  </a:lnTo>
                  <a:lnTo>
                    <a:pt x="44994" y="72012"/>
                  </a:lnTo>
                  <a:lnTo>
                    <a:pt x="46758" y="71962"/>
                  </a:lnTo>
                  <a:lnTo>
                    <a:pt x="46905" y="71812"/>
                  </a:lnTo>
                  <a:lnTo>
                    <a:pt x="47150" y="71611"/>
                  </a:lnTo>
                  <a:lnTo>
                    <a:pt x="47641" y="70258"/>
                  </a:lnTo>
                  <a:lnTo>
                    <a:pt x="48033" y="70308"/>
                  </a:lnTo>
                  <a:lnTo>
                    <a:pt x="48131" y="70008"/>
                  </a:lnTo>
                  <a:lnTo>
                    <a:pt x="48131" y="69757"/>
                  </a:lnTo>
                  <a:lnTo>
                    <a:pt x="48082" y="69557"/>
                  </a:lnTo>
                  <a:lnTo>
                    <a:pt x="48082" y="69406"/>
                  </a:lnTo>
                  <a:lnTo>
                    <a:pt x="48131" y="69005"/>
                  </a:lnTo>
                  <a:lnTo>
                    <a:pt x="48278" y="68755"/>
                  </a:lnTo>
                  <a:lnTo>
                    <a:pt x="48572" y="68354"/>
                  </a:lnTo>
                  <a:lnTo>
                    <a:pt x="48670" y="68153"/>
                  </a:lnTo>
                  <a:lnTo>
                    <a:pt x="48866" y="67953"/>
                  </a:lnTo>
                  <a:lnTo>
                    <a:pt x="49356" y="67552"/>
                  </a:lnTo>
                  <a:lnTo>
                    <a:pt x="50238" y="66851"/>
                  </a:lnTo>
                  <a:lnTo>
                    <a:pt x="51170" y="65949"/>
                  </a:lnTo>
                  <a:lnTo>
                    <a:pt x="51709" y="65598"/>
                  </a:lnTo>
                  <a:lnTo>
                    <a:pt x="52150" y="65247"/>
                  </a:lnTo>
                  <a:lnTo>
                    <a:pt x="52444" y="64495"/>
                  </a:lnTo>
                  <a:lnTo>
                    <a:pt x="53473" y="63844"/>
                  </a:lnTo>
                  <a:lnTo>
                    <a:pt x="53767" y="63693"/>
                  </a:lnTo>
                  <a:lnTo>
                    <a:pt x="54600" y="63343"/>
                  </a:lnTo>
                  <a:lnTo>
                    <a:pt x="54846" y="63242"/>
                  </a:lnTo>
                  <a:lnTo>
                    <a:pt x="55630" y="63042"/>
                  </a:lnTo>
                  <a:lnTo>
                    <a:pt x="56708" y="62491"/>
                  </a:lnTo>
                  <a:lnTo>
                    <a:pt x="57688" y="61990"/>
                  </a:lnTo>
                  <a:lnTo>
                    <a:pt x="57933" y="61839"/>
                  </a:lnTo>
                  <a:lnTo>
                    <a:pt x="58276" y="61689"/>
                  </a:lnTo>
                  <a:lnTo>
                    <a:pt x="58865" y="61438"/>
                  </a:lnTo>
                  <a:lnTo>
                    <a:pt x="61070" y="60085"/>
                  </a:lnTo>
                  <a:lnTo>
                    <a:pt x="61217" y="59935"/>
                  </a:lnTo>
                  <a:lnTo>
                    <a:pt x="61413" y="59734"/>
                  </a:lnTo>
                  <a:lnTo>
                    <a:pt x="62394" y="58782"/>
                  </a:lnTo>
                  <a:lnTo>
                    <a:pt x="63815" y="57129"/>
                  </a:lnTo>
                  <a:lnTo>
                    <a:pt x="64942" y="55124"/>
                  </a:lnTo>
                  <a:lnTo>
                    <a:pt x="65530" y="53871"/>
                  </a:lnTo>
                  <a:lnTo>
                    <a:pt x="66609" y="53120"/>
                  </a:lnTo>
                  <a:lnTo>
                    <a:pt x="67638" y="51716"/>
                  </a:lnTo>
                  <a:lnTo>
                    <a:pt x="68373" y="49010"/>
                  </a:lnTo>
                  <a:lnTo>
                    <a:pt x="68863" y="45352"/>
                  </a:lnTo>
                  <a:lnTo>
                    <a:pt x="69697" y="44550"/>
                  </a:lnTo>
                  <a:lnTo>
                    <a:pt x="72196" y="43899"/>
                  </a:lnTo>
                  <a:lnTo>
                    <a:pt x="73373" y="43448"/>
                  </a:lnTo>
                  <a:lnTo>
                    <a:pt x="74892" y="42395"/>
                  </a:lnTo>
                  <a:lnTo>
                    <a:pt x="76902" y="41794"/>
                  </a:lnTo>
                  <a:lnTo>
                    <a:pt x="80823" y="39689"/>
                  </a:lnTo>
                  <a:lnTo>
                    <a:pt x="84940" y="36883"/>
                  </a:lnTo>
                  <a:lnTo>
                    <a:pt x="87881" y="34327"/>
                  </a:lnTo>
                  <a:lnTo>
                    <a:pt x="89302" y="32122"/>
                  </a:lnTo>
                  <a:lnTo>
                    <a:pt x="91361" y="28664"/>
                  </a:lnTo>
                  <a:lnTo>
                    <a:pt x="96997" y="25958"/>
                  </a:lnTo>
                  <a:lnTo>
                    <a:pt x="97928" y="25457"/>
                  </a:lnTo>
                  <a:lnTo>
                    <a:pt x="101653" y="25006"/>
                  </a:lnTo>
                  <a:lnTo>
                    <a:pt x="105819" y="24455"/>
                  </a:lnTo>
                  <a:lnTo>
                    <a:pt x="108613" y="23904"/>
                  </a:lnTo>
                  <a:lnTo>
                    <a:pt x="110231" y="24004"/>
                  </a:lnTo>
                  <a:lnTo>
                    <a:pt x="113613" y="22951"/>
                  </a:lnTo>
                  <a:lnTo>
                    <a:pt x="115916" y="22701"/>
                  </a:lnTo>
                  <a:lnTo>
                    <a:pt x="119592" y="22951"/>
                  </a:lnTo>
                  <a:lnTo>
                    <a:pt x="124739" y="23753"/>
                  </a:lnTo>
                  <a:lnTo>
                    <a:pt x="126944" y="21849"/>
                  </a:lnTo>
                  <a:lnTo>
                    <a:pt x="129640" y="20596"/>
                  </a:lnTo>
                  <a:lnTo>
                    <a:pt x="132287" y="19844"/>
                  </a:lnTo>
                  <a:lnTo>
                    <a:pt x="137923" y="18942"/>
                  </a:lnTo>
                  <a:lnTo>
                    <a:pt x="139149" y="18040"/>
                  </a:lnTo>
                  <a:lnTo>
                    <a:pt x="141060" y="17339"/>
                  </a:lnTo>
                  <a:lnTo>
                    <a:pt x="144393" y="16587"/>
                  </a:lnTo>
                  <a:lnTo>
                    <a:pt x="147530" y="14482"/>
                  </a:lnTo>
                  <a:lnTo>
                    <a:pt x="152039" y="11626"/>
                  </a:lnTo>
                  <a:lnTo>
                    <a:pt x="153510" y="10373"/>
                  </a:lnTo>
                  <a:lnTo>
                    <a:pt x="154931" y="9621"/>
                  </a:lnTo>
                  <a:lnTo>
                    <a:pt x="157284" y="7466"/>
                  </a:lnTo>
                  <a:lnTo>
                    <a:pt x="160666" y="6865"/>
                  </a:lnTo>
                  <a:lnTo>
                    <a:pt x="167184" y="7166"/>
                  </a:lnTo>
                  <a:lnTo>
                    <a:pt x="172331" y="7316"/>
                  </a:lnTo>
                  <a:lnTo>
                    <a:pt x="174781" y="7116"/>
                  </a:lnTo>
                  <a:lnTo>
                    <a:pt x="179242" y="1002"/>
                  </a:lnTo>
                  <a:lnTo>
                    <a:pt x="1850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490857" y="3973228"/>
              <a:ext cx="131503" cy="144476"/>
            </a:xfrm>
            <a:custGeom>
              <a:avLst/>
              <a:pathLst>
                <a:path w="131503" h="144476">
                  <a:moveTo>
                    <a:pt x="125131" y="1302"/>
                  </a:moveTo>
                  <a:lnTo>
                    <a:pt x="124249" y="6414"/>
                  </a:lnTo>
                  <a:lnTo>
                    <a:pt x="123954" y="8018"/>
                  </a:lnTo>
                  <a:lnTo>
                    <a:pt x="123905" y="8268"/>
                  </a:lnTo>
                  <a:lnTo>
                    <a:pt x="123464" y="11225"/>
                  </a:lnTo>
                  <a:lnTo>
                    <a:pt x="122435" y="17439"/>
                  </a:lnTo>
                  <a:lnTo>
                    <a:pt x="122631" y="18592"/>
                  </a:lnTo>
                  <a:lnTo>
                    <a:pt x="122631" y="18792"/>
                  </a:lnTo>
                  <a:lnTo>
                    <a:pt x="122876" y="20245"/>
                  </a:lnTo>
                  <a:lnTo>
                    <a:pt x="122925" y="20596"/>
                  </a:lnTo>
                  <a:lnTo>
                    <a:pt x="123072" y="21648"/>
                  </a:lnTo>
                  <a:lnTo>
                    <a:pt x="123121" y="21799"/>
                  </a:lnTo>
                  <a:lnTo>
                    <a:pt x="123121" y="22049"/>
                  </a:lnTo>
                  <a:lnTo>
                    <a:pt x="123219" y="22651"/>
                  </a:lnTo>
                  <a:lnTo>
                    <a:pt x="123268" y="22801"/>
                  </a:lnTo>
                  <a:lnTo>
                    <a:pt x="124347" y="29917"/>
                  </a:lnTo>
                  <a:lnTo>
                    <a:pt x="124494" y="31070"/>
                  </a:lnTo>
                  <a:lnTo>
                    <a:pt x="124543" y="31220"/>
                  </a:lnTo>
                  <a:lnTo>
                    <a:pt x="125327" y="36682"/>
                  </a:lnTo>
                  <a:lnTo>
                    <a:pt x="126160" y="42044"/>
                  </a:lnTo>
                  <a:lnTo>
                    <a:pt x="126699" y="45502"/>
                  </a:lnTo>
                  <a:lnTo>
                    <a:pt x="126797" y="46254"/>
                  </a:lnTo>
                  <a:lnTo>
                    <a:pt x="126895" y="46956"/>
                  </a:lnTo>
                  <a:lnTo>
                    <a:pt x="126944" y="47106"/>
                  </a:lnTo>
                  <a:lnTo>
                    <a:pt x="126993" y="47557"/>
                  </a:lnTo>
                  <a:lnTo>
                    <a:pt x="127042" y="47908"/>
                  </a:lnTo>
                  <a:lnTo>
                    <a:pt x="127238" y="49261"/>
                  </a:lnTo>
                  <a:lnTo>
                    <a:pt x="127483" y="50915"/>
                  </a:lnTo>
                  <a:lnTo>
                    <a:pt x="127581" y="51315"/>
                  </a:lnTo>
                  <a:lnTo>
                    <a:pt x="127630" y="51817"/>
                  </a:lnTo>
                  <a:lnTo>
                    <a:pt x="127679" y="52217"/>
                  </a:lnTo>
                  <a:lnTo>
                    <a:pt x="127728" y="52568"/>
                  </a:lnTo>
                  <a:lnTo>
                    <a:pt x="127827" y="52969"/>
                  </a:lnTo>
                  <a:lnTo>
                    <a:pt x="128121" y="55174"/>
                  </a:lnTo>
                  <a:lnTo>
                    <a:pt x="128317" y="56227"/>
                  </a:lnTo>
                  <a:lnTo>
                    <a:pt x="128415" y="56828"/>
                  </a:lnTo>
                  <a:lnTo>
                    <a:pt x="128562" y="57880"/>
                  </a:lnTo>
                  <a:lnTo>
                    <a:pt x="128709" y="59083"/>
                  </a:lnTo>
                  <a:lnTo>
                    <a:pt x="129297" y="62942"/>
                  </a:lnTo>
                  <a:lnTo>
                    <a:pt x="129346" y="63192"/>
                  </a:lnTo>
                  <a:lnTo>
                    <a:pt x="130620" y="72213"/>
                  </a:lnTo>
                  <a:lnTo>
                    <a:pt x="131404" y="77625"/>
                  </a:lnTo>
                  <a:lnTo>
                    <a:pt x="131503" y="78377"/>
                  </a:lnTo>
                  <a:lnTo>
                    <a:pt x="131110" y="78477"/>
                  </a:lnTo>
                  <a:lnTo>
                    <a:pt x="130620" y="78527"/>
                  </a:lnTo>
                  <a:lnTo>
                    <a:pt x="125327" y="79329"/>
                  </a:lnTo>
                  <a:lnTo>
                    <a:pt x="124347" y="79479"/>
                  </a:lnTo>
                  <a:lnTo>
                    <a:pt x="121210" y="79930"/>
                  </a:lnTo>
                  <a:lnTo>
                    <a:pt x="120573" y="80030"/>
                  </a:lnTo>
                  <a:lnTo>
                    <a:pt x="120376" y="80080"/>
                  </a:lnTo>
                  <a:lnTo>
                    <a:pt x="114642" y="80932"/>
                  </a:lnTo>
                  <a:lnTo>
                    <a:pt x="111701" y="81333"/>
                  </a:lnTo>
                  <a:lnTo>
                    <a:pt x="107584" y="81885"/>
                  </a:lnTo>
                  <a:lnTo>
                    <a:pt x="104888" y="82185"/>
                  </a:lnTo>
                  <a:lnTo>
                    <a:pt x="104447" y="87648"/>
                  </a:lnTo>
                  <a:lnTo>
                    <a:pt x="104006" y="93661"/>
                  </a:lnTo>
                  <a:lnTo>
                    <a:pt x="96850" y="94764"/>
                  </a:lnTo>
                  <a:lnTo>
                    <a:pt x="95282" y="94964"/>
                  </a:lnTo>
                  <a:lnTo>
                    <a:pt x="89939" y="94663"/>
                  </a:lnTo>
                  <a:lnTo>
                    <a:pt x="85822" y="94513"/>
                  </a:lnTo>
                  <a:lnTo>
                    <a:pt x="85234" y="94463"/>
                  </a:lnTo>
                  <a:lnTo>
                    <a:pt x="82685" y="94363"/>
                  </a:lnTo>
                  <a:lnTo>
                    <a:pt x="81656" y="95315"/>
                  </a:lnTo>
                  <a:lnTo>
                    <a:pt x="78666" y="97921"/>
                  </a:lnTo>
                  <a:lnTo>
                    <a:pt x="76019" y="100276"/>
                  </a:lnTo>
                  <a:lnTo>
                    <a:pt x="74108" y="101980"/>
                  </a:lnTo>
                  <a:lnTo>
                    <a:pt x="72392" y="103533"/>
                  </a:lnTo>
                  <a:lnTo>
                    <a:pt x="71363" y="104385"/>
                  </a:lnTo>
                  <a:lnTo>
                    <a:pt x="71216" y="104536"/>
                  </a:lnTo>
                  <a:lnTo>
                    <a:pt x="71020" y="104736"/>
                  </a:lnTo>
                  <a:lnTo>
                    <a:pt x="70530" y="105237"/>
                  </a:lnTo>
                  <a:lnTo>
                    <a:pt x="69648" y="105989"/>
                  </a:lnTo>
                  <a:lnTo>
                    <a:pt x="67589" y="108344"/>
                  </a:lnTo>
                  <a:lnTo>
                    <a:pt x="66560" y="109597"/>
                  </a:lnTo>
                  <a:lnTo>
                    <a:pt x="66364" y="109848"/>
                  </a:lnTo>
                  <a:lnTo>
                    <a:pt x="64844" y="112303"/>
                  </a:lnTo>
                  <a:lnTo>
                    <a:pt x="64011" y="113957"/>
                  </a:lnTo>
                  <a:lnTo>
                    <a:pt x="62786" y="116312"/>
                  </a:lnTo>
                  <a:lnTo>
                    <a:pt x="62639" y="116563"/>
                  </a:lnTo>
                  <a:lnTo>
                    <a:pt x="61511" y="118818"/>
                  </a:lnTo>
                  <a:lnTo>
                    <a:pt x="58669" y="124381"/>
                  </a:lnTo>
                  <a:lnTo>
                    <a:pt x="57737" y="126235"/>
                  </a:lnTo>
                  <a:lnTo>
                    <a:pt x="53571" y="134604"/>
                  </a:lnTo>
                  <a:lnTo>
                    <a:pt x="52444" y="136959"/>
                  </a:lnTo>
                  <a:lnTo>
                    <a:pt x="48474" y="144476"/>
                  </a:lnTo>
                  <a:lnTo>
                    <a:pt x="44994" y="142121"/>
                  </a:lnTo>
                  <a:lnTo>
                    <a:pt x="42886" y="140667"/>
                  </a:lnTo>
                  <a:lnTo>
                    <a:pt x="42739" y="140567"/>
                  </a:lnTo>
                  <a:lnTo>
                    <a:pt x="41955" y="140016"/>
                  </a:lnTo>
                  <a:lnTo>
                    <a:pt x="41465" y="139665"/>
                  </a:lnTo>
                  <a:lnTo>
                    <a:pt x="40681" y="139164"/>
                  </a:lnTo>
                  <a:lnTo>
                    <a:pt x="40191" y="138813"/>
                  </a:lnTo>
                  <a:lnTo>
                    <a:pt x="40043" y="138713"/>
                  </a:lnTo>
                  <a:lnTo>
                    <a:pt x="39847" y="138563"/>
                  </a:lnTo>
                  <a:lnTo>
                    <a:pt x="38622" y="137761"/>
                  </a:lnTo>
                  <a:lnTo>
                    <a:pt x="37299" y="136809"/>
                  </a:lnTo>
                  <a:lnTo>
                    <a:pt x="35926" y="135907"/>
                  </a:lnTo>
                  <a:lnTo>
                    <a:pt x="34113" y="134604"/>
                  </a:lnTo>
                  <a:lnTo>
                    <a:pt x="33525" y="134253"/>
                  </a:lnTo>
                  <a:lnTo>
                    <a:pt x="33329" y="134102"/>
                  </a:lnTo>
                  <a:lnTo>
                    <a:pt x="31907" y="133150"/>
                  </a:lnTo>
                  <a:lnTo>
                    <a:pt x="30878" y="132449"/>
                  </a:lnTo>
                  <a:lnTo>
                    <a:pt x="28819" y="131046"/>
                  </a:lnTo>
                  <a:lnTo>
                    <a:pt x="26663" y="129542"/>
                  </a:lnTo>
                  <a:lnTo>
                    <a:pt x="26271" y="129342"/>
                  </a:lnTo>
                  <a:lnTo>
                    <a:pt x="21909" y="126335"/>
                  </a:lnTo>
                  <a:lnTo>
                    <a:pt x="13968" y="121073"/>
                  </a:lnTo>
                  <a:lnTo>
                    <a:pt x="7499" y="116864"/>
                  </a:lnTo>
                  <a:lnTo>
                    <a:pt x="196" y="111752"/>
                  </a:lnTo>
                  <a:lnTo>
                    <a:pt x="0" y="111602"/>
                  </a:lnTo>
                  <a:lnTo>
                    <a:pt x="1960" y="109246"/>
                  </a:lnTo>
                  <a:lnTo>
                    <a:pt x="4166" y="106490"/>
                  </a:lnTo>
                  <a:lnTo>
                    <a:pt x="7695" y="102180"/>
                  </a:lnTo>
                  <a:lnTo>
                    <a:pt x="8136" y="101579"/>
                  </a:lnTo>
                  <a:lnTo>
                    <a:pt x="12302" y="96467"/>
                  </a:lnTo>
                  <a:lnTo>
                    <a:pt x="15880" y="92007"/>
                  </a:lnTo>
                  <a:lnTo>
                    <a:pt x="19801" y="87197"/>
                  </a:lnTo>
                  <a:lnTo>
                    <a:pt x="20291" y="86595"/>
                  </a:lnTo>
                  <a:lnTo>
                    <a:pt x="23477" y="82285"/>
                  </a:lnTo>
                  <a:lnTo>
                    <a:pt x="27104" y="78126"/>
                  </a:lnTo>
                  <a:lnTo>
                    <a:pt x="29800" y="74768"/>
                  </a:lnTo>
                  <a:lnTo>
                    <a:pt x="30192" y="74317"/>
                  </a:lnTo>
                  <a:lnTo>
                    <a:pt x="32103" y="71912"/>
                  </a:lnTo>
                  <a:lnTo>
                    <a:pt x="34113" y="69406"/>
                  </a:lnTo>
                  <a:lnTo>
                    <a:pt x="38083" y="64445"/>
                  </a:lnTo>
                  <a:lnTo>
                    <a:pt x="42053" y="59484"/>
                  </a:lnTo>
                  <a:lnTo>
                    <a:pt x="44112" y="56928"/>
                  </a:lnTo>
                  <a:lnTo>
                    <a:pt x="45778" y="54873"/>
                  </a:lnTo>
                  <a:lnTo>
                    <a:pt x="46023" y="54523"/>
                  </a:lnTo>
                  <a:lnTo>
                    <a:pt x="49944" y="49712"/>
                  </a:lnTo>
                  <a:lnTo>
                    <a:pt x="51954" y="47156"/>
                  </a:lnTo>
                  <a:lnTo>
                    <a:pt x="53865" y="44751"/>
                  </a:lnTo>
                  <a:lnTo>
                    <a:pt x="57884" y="39789"/>
                  </a:lnTo>
                  <a:lnTo>
                    <a:pt x="61805" y="34928"/>
                  </a:lnTo>
                  <a:lnTo>
                    <a:pt x="61903" y="34778"/>
                  </a:lnTo>
                  <a:lnTo>
                    <a:pt x="65727" y="29967"/>
                  </a:lnTo>
                  <a:lnTo>
                    <a:pt x="69648" y="25156"/>
                  </a:lnTo>
                  <a:lnTo>
                    <a:pt x="69844" y="24906"/>
                  </a:lnTo>
                  <a:lnTo>
                    <a:pt x="73716" y="20195"/>
                  </a:lnTo>
                  <a:lnTo>
                    <a:pt x="77784" y="15134"/>
                  </a:lnTo>
                  <a:lnTo>
                    <a:pt x="81901" y="10122"/>
                  </a:lnTo>
                  <a:lnTo>
                    <a:pt x="85675" y="5211"/>
                  </a:lnTo>
                  <a:lnTo>
                    <a:pt x="86018" y="5462"/>
                  </a:lnTo>
                  <a:lnTo>
                    <a:pt x="95184" y="4209"/>
                  </a:lnTo>
                  <a:lnTo>
                    <a:pt x="96115" y="4059"/>
                  </a:lnTo>
                  <a:lnTo>
                    <a:pt x="96850" y="3958"/>
                  </a:lnTo>
                  <a:lnTo>
                    <a:pt x="103761" y="2956"/>
                  </a:lnTo>
                  <a:lnTo>
                    <a:pt x="104055" y="2906"/>
                  </a:lnTo>
                  <a:lnTo>
                    <a:pt x="104447" y="2856"/>
                  </a:lnTo>
                  <a:lnTo>
                    <a:pt x="105721" y="2706"/>
                  </a:lnTo>
                  <a:lnTo>
                    <a:pt x="111456" y="1904"/>
                  </a:lnTo>
                  <a:lnTo>
                    <a:pt x="116504" y="1202"/>
                  </a:lnTo>
                  <a:lnTo>
                    <a:pt x="120573" y="651"/>
                  </a:lnTo>
                  <a:lnTo>
                    <a:pt x="121210" y="551"/>
                  </a:lnTo>
                  <a:lnTo>
                    <a:pt x="1253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917568" y="3936094"/>
              <a:ext cx="452933" cy="334305"/>
            </a:xfrm>
            <a:custGeom>
              <a:avLst/>
              <a:pathLst>
                <a:path w="452933" h="334305">
                  <a:moveTo>
                    <a:pt x="154882" y="200"/>
                  </a:moveTo>
                  <a:lnTo>
                    <a:pt x="156793" y="3507"/>
                  </a:lnTo>
                  <a:lnTo>
                    <a:pt x="156989" y="3858"/>
                  </a:lnTo>
                  <a:lnTo>
                    <a:pt x="157529" y="4760"/>
                  </a:lnTo>
                  <a:lnTo>
                    <a:pt x="158264" y="6013"/>
                  </a:lnTo>
                  <a:lnTo>
                    <a:pt x="161450" y="11475"/>
                  </a:lnTo>
                  <a:lnTo>
                    <a:pt x="161940" y="12377"/>
                  </a:lnTo>
                  <a:lnTo>
                    <a:pt x="162332" y="13029"/>
                  </a:lnTo>
                  <a:lnTo>
                    <a:pt x="165861" y="19143"/>
                  </a:lnTo>
                  <a:lnTo>
                    <a:pt x="166253" y="19744"/>
                  </a:lnTo>
                  <a:lnTo>
                    <a:pt x="168263" y="23302"/>
                  </a:lnTo>
                  <a:lnTo>
                    <a:pt x="170321" y="26860"/>
                  </a:lnTo>
                  <a:lnTo>
                    <a:pt x="170419" y="27061"/>
                  </a:lnTo>
                  <a:lnTo>
                    <a:pt x="170664" y="27462"/>
                  </a:lnTo>
                  <a:lnTo>
                    <a:pt x="171743" y="29566"/>
                  </a:lnTo>
                  <a:lnTo>
                    <a:pt x="172184" y="30418"/>
                  </a:lnTo>
                  <a:lnTo>
                    <a:pt x="175762" y="36783"/>
                  </a:lnTo>
                  <a:lnTo>
                    <a:pt x="176252" y="38537"/>
                  </a:lnTo>
                  <a:lnTo>
                    <a:pt x="176546" y="39288"/>
                  </a:lnTo>
                  <a:lnTo>
                    <a:pt x="179732" y="40742"/>
                  </a:lnTo>
                  <a:lnTo>
                    <a:pt x="194583" y="36532"/>
                  </a:lnTo>
                  <a:lnTo>
                    <a:pt x="195906" y="36131"/>
                  </a:lnTo>
                  <a:lnTo>
                    <a:pt x="196739" y="36181"/>
                  </a:lnTo>
                  <a:lnTo>
                    <a:pt x="197082" y="36181"/>
                  </a:lnTo>
                  <a:lnTo>
                    <a:pt x="198357" y="35981"/>
                  </a:lnTo>
                  <a:lnTo>
                    <a:pt x="199043" y="35931"/>
                  </a:lnTo>
                  <a:lnTo>
                    <a:pt x="199631" y="36281"/>
                  </a:lnTo>
                  <a:lnTo>
                    <a:pt x="200415" y="36131"/>
                  </a:lnTo>
                  <a:lnTo>
                    <a:pt x="201494" y="35680"/>
                  </a:lnTo>
                  <a:lnTo>
                    <a:pt x="202915" y="35229"/>
                  </a:lnTo>
                  <a:lnTo>
                    <a:pt x="204140" y="35279"/>
                  </a:lnTo>
                  <a:lnTo>
                    <a:pt x="204876" y="35430"/>
                  </a:lnTo>
                  <a:lnTo>
                    <a:pt x="205905" y="35530"/>
                  </a:lnTo>
                  <a:lnTo>
                    <a:pt x="209140" y="33475"/>
                  </a:lnTo>
                  <a:lnTo>
                    <a:pt x="214678" y="32022"/>
                  </a:lnTo>
                  <a:lnTo>
                    <a:pt x="221638" y="32473"/>
                  </a:lnTo>
                  <a:lnTo>
                    <a:pt x="228892" y="36081"/>
                  </a:lnTo>
                  <a:lnTo>
                    <a:pt x="231245" y="37785"/>
                  </a:lnTo>
                  <a:lnTo>
                    <a:pt x="232715" y="38837"/>
                  </a:lnTo>
                  <a:lnTo>
                    <a:pt x="238303" y="42496"/>
                  </a:lnTo>
                  <a:lnTo>
                    <a:pt x="241146" y="43247"/>
                  </a:lnTo>
                  <a:lnTo>
                    <a:pt x="242763" y="43648"/>
                  </a:lnTo>
                  <a:lnTo>
                    <a:pt x="244625" y="44099"/>
                  </a:lnTo>
                  <a:lnTo>
                    <a:pt x="249625" y="42646"/>
                  </a:lnTo>
                  <a:lnTo>
                    <a:pt x="253056" y="42796"/>
                  </a:lnTo>
                  <a:lnTo>
                    <a:pt x="254330" y="43849"/>
                  </a:lnTo>
                  <a:lnTo>
                    <a:pt x="256683" y="45302"/>
                  </a:lnTo>
                  <a:lnTo>
                    <a:pt x="261045" y="46204"/>
                  </a:lnTo>
                  <a:lnTo>
                    <a:pt x="265750" y="46505"/>
                  </a:lnTo>
                  <a:lnTo>
                    <a:pt x="267564" y="46655"/>
                  </a:lnTo>
                  <a:lnTo>
                    <a:pt x="268740" y="46905"/>
                  </a:lnTo>
                  <a:lnTo>
                    <a:pt x="269769" y="45853"/>
                  </a:lnTo>
                  <a:lnTo>
                    <a:pt x="270701" y="43398"/>
                  </a:lnTo>
                  <a:lnTo>
                    <a:pt x="271485" y="41042"/>
                  </a:lnTo>
                  <a:lnTo>
                    <a:pt x="272710" y="40040"/>
                  </a:lnTo>
                  <a:lnTo>
                    <a:pt x="276288" y="37885"/>
                  </a:lnTo>
                  <a:lnTo>
                    <a:pt x="277808" y="36432"/>
                  </a:lnTo>
                  <a:lnTo>
                    <a:pt x="279817" y="33575"/>
                  </a:lnTo>
                  <a:lnTo>
                    <a:pt x="280454" y="31571"/>
                  </a:lnTo>
                  <a:lnTo>
                    <a:pt x="280797" y="30067"/>
                  </a:lnTo>
                  <a:lnTo>
                    <a:pt x="281239" y="28364"/>
                  </a:lnTo>
                  <a:lnTo>
                    <a:pt x="283052" y="26058"/>
                  </a:lnTo>
                  <a:lnTo>
                    <a:pt x="284866" y="24856"/>
                  </a:lnTo>
                  <a:lnTo>
                    <a:pt x="287218" y="23152"/>
                  </a:lnTo>
                  <a:lnTo>
                    <a:pt x="288689" y="21648"/>
                  </a:lnTo>
                  <a:lnTo>
                    <a:pt x="290453" y="20546"/>
                  </a:lnTo>
                  <a:lnTo>
                    <a:pt x="292512" y="19243"/>
                  </a:lnTo>
                  <a:lnTo>
                    <a:pt x="293541" y="17840"/>
                  </a:lnTo>
                  <a:lnTo>
                    <a:pt x="295060" y="16537"/>
                  </a:lnTo>
                  <a:lnTo>
                    <a:pt x="300403" y="15735"/>
                  </a:lnTo>
                  <a:lnTo>
                    <a:pt x="303638" y="14482"/>
                  </a:lnTo>
                  <a:lnTo>
                    <a:pt x="305598" y="14182"/>
                  </a:lnTo>
                  <a:lnTo>
                    <a:pt x="307804" y="14182"/>
                  </a:lnTo>
                  <a:lnTo>
                    <a:pt x="309568" y="14232"/>
                  </a:lnTo>
                  <a:lnTo>
                    <a:pt x="311431" y="14232"/>
                  </a:lnTo>
                  <a:lnTo>
                    <a:pt x="313097" y="14131"/>
                  </a:lnTo>
                  <a:lnTo>
                    <a:pt x="315352" y="14933"/>
                  </a:lnTo>
                  <a:lnTo>
                    <a:pt x="317705" y="15184"/>
                  </a:lnTo>
                  <a:lnTo>
                    <a:pt x="318636" y="15334"/>
                  </a:lnTo>
                  <a:lnTo>
                    <a:pt x="322312" y="15434"/>
                  </a:lnTo>
                  <a:lnTo>
                    <a:pt x="324370" y="15635"/>
                  </a:lnTo>
                  <a:lnTo>
                    <a:pt x="326429" y="14883"/>
                  </a:lnTo>
                  <a:lnTo>
                    <a:pt x="329076" y="13931"/>
                  </a:lnTo>
                  <a:lnTo>
                    <a:pt x="330497" y="13680"/>
                  </a:lnTo>
                  <a:lnTo>
                    <a:pt x="333879" y="13731"/>
                  </a:lnTo>
                  <a:lnTo>
                    <a:pt x="337751" y="14182"/>
                  </a:lnTo>
                  <a:lnTo>
                    <a:pt x="339614" y="13680"/>
                  </a:lnTo>
                  <a:lnTo>
                    <a:pt x="341182" y="13831"/>
                  </a:lnTo>
                  <a:lnTo>
                    <a:pt x="344025" y="14482"/>
                  </a:lnTo>
                  <a:lnTo>
                    <a:pt x="345593" y="14332"/>
                  </a:lnTo>
                  <a:lnTo>
                    <a:pt x="347064" y="14182"/>
                  </a:lnTo>
                  <a:lnTo>
                    <a:pt x="349514" y="13781"/>
                  </a:lnTo>
                  <a:lnTo>
                    <a:pt x="351916" y="12929"/>
                  </a:lnTo>
                  <a:lnTo>
                    <a:pt x="355543" y="13179"/>
                  </a:lnTo>
                  <a:lnTo>
                    <a:pt x="357356" y="14031"/>
                  </a:lnTo>
                  <a:lnTo>
                    <a:pt x="358239" y="15484"/>
                  </a:lnTo>
                  <a:lnTo>
                    <a:pt x="359219" y="16537"/>
                  </a:lnTo>
                  <a:lnTo>
                    <a:pt x="360542" y="16988"/>
                  </a:lnTo>
                  <a:lnTo>
                    <a:pt x="362111" y="17990"/>
                  </a:lnTo>
                  <a:lnTo>
                    <a:pt x="362405" y="18090"/>
                  </a:lnTo>
                  <a:lnTo>
                    <a:pt x="364267" y="18842"/>
                  </a:lnTo>
                  <a:lnTo>
                    <a:pt x="365542" y="18692"/>
                  </a:lnTo>
                  <a:lnTo>
                    <a:pt x="367502" y="17639"/>
                  </a:lnTo>
                  <a:lnTo>
                    <a:pt x="369071" y="16387"/>
                  </a:lnTo>
                  <a:lnTo>
                    <a:pt x="369757" y="16136"/>
                  </a:lnTo>
                  <a:lnTo>
                    <a:pt x="371570" y="15434"/>
                  </a:lnTo>
                  <a:lnTo>
                    <a:pt x="372894" y="14582"/>
                  </a:lnTo>
                  <a:lnTo>
                    <a:pt x="374805" y="13680"/>
                  </a:lnTo>
                  <a:lnTo>
                    <a:pt x="377256" y="12828"/>
                  </a:lnTo>
                  <a:lnTo>
                    <a:pt x="379167" y="12277"/>
                  </a:lnTo>
                  <a:lnTo>
                    <a:pt x="380785" y="12077"/>
                  </a:lnTo>
                  <a:lnTo>
                    <a:pt x="382500" y="11826"/>
                  </a:lnTo>
                  <a:lnTo>
                    <a:pt x="383922" y="11826"/>
                  </a:lnTo>
                  <a:lnTo>
                    <a:pt x="385196" y="12077"/>
                  </a:lnTo>
                  <a:lnTo>
                    <a:pt x="390735" y="10523"/>
                  </a:lnTo>
                  <a:lnTo>
                    <a:pt x="412644" y="10573"/>
                  </a:lnTo>
                  <a:lnTo>
                    <a:pt x="426220" y="12828"/>
                  </a:lnTo>
                  <a:lnTo>
                    <a:pt x="423721" y="23402"/>
                  </a:lnTo>
                  <a:lnTo>
                    <a:pt x="422299" y="31521"/>
                  </a:lnTo>
                  <a:lnTo>
                    <a:pt x="421515" y="33525"/>
                  </a:lnTo>
                  <a:lnTo>
                    <a:pt x="417251" y="44600"/>
                  </a:lnTo>
                  <a:lnTo>
                    <a:pt x="416467" y="52167"/>
                  </a:lnTo>
                  <a:lnTo>
                    <a:pt x="419113" y="63894"/>
                  </a:lnTo>
                  <a:lnTo>
                    <a:pt x="419750" y="70459"/>
                  </a:lnTo>
                  <a:lnTo>
                    <a:pt x="420045" y="73616"/>
                  </a:lnTo>
                  <a:lnTo>
                    <a:pt x="422495" y="88449"/>
                  </a:lnTo>
                  <a:lnTo>
                    <a:pt x="424113" y="93461"/>
                  </a:lnTo>
                  <a:lnTo>
                    <a:pt x="425583" y="100025"/>
                  </a:lnTo>
                  <a:lnTo>
                    <a:pt x="430288" y="100276"/>
                  </a:lnTo>
                  <a:lnTo>
                    <a:pt x="435043" y="99875"/>
                  </a:lnTo>
                  <a:lnTo>
                    <a:pt x="439699" y="97720"/>
                  </a:lnTo>
                  <a:lnTo>
                    <a:pt x="441120" y="97520"/>
                  </a:lnTo>
                  <a:lnTo>
                    <a:pt x="443522" y="98021"/>
                  </a:lnTo>
                  <a:lnTo>
                    <a:pt x="444600" y="104135"/>
                  </a:lnTo>
                  <a:lnTo>
                    <a:pt x="444355" y="116763"/>
                  </a:lnTo>
                  <a:lnTo>
                    <a:pt x="444502" y="133852"/>
                  </a:lnTo>
                  <a:lnTo>
                    <a:pt x="444012" y="137811"/>
                  </a:lnTo>
                  <a:lnTo>
                    <a:pt x="442493" y="140567"/>
                  </a:lnTo>
                  <a:lnTo>
                    <a:pt x="441316" y="141569"/>
                  </a:lnTo>
                  <a:lnTo>
                    <a:pt x="440483" y="142221"/>
                  </a:lnTo>
                  <a:lnTo>
                    <a:pt x="438719" y="142973"/>
                  </a:lnTo>
                  <a:lnTo>
                    <a:pt x="439405" y="144125"/>
                  </a:lnTo>
                  <a:lnTo>
                    <a:pt x="439405" y="145478"/>
                  </a:lnTo>
                  <a:lnTo>
                    <a:pt x="440189" y="147533"/>
                  </a:lnTo>
                  <a:lnTo>
                    <a:pt x="442248" y="150239"/>
                  </a:lnTo>
                  <a:lnTo>
                    <a:pt x="445581" y="152995"/>
                  </a:lnTo>
                  <a:lnTo>
                    <a:pt x="446708" y="155000"/>
                  </a:lnTo>
                  <a:lnTo>
                    <a:pt x="449992" y="157455"/>
                  </a:lnTo>
                  <a:lnTo>
                    <a:pt x="452736" y="160913"/>
                  </a:lnTo>
                  <a:lnTo>
                    <a:pt x="452933" y="164120"/>
                  </a:lnTo>
                  <a:lnTo>
                    <a:pt x="451903" y="165824"/>
                  </a:lnTo>
                  <a:lnTo>
                    <a:pt x="450188" y="168079"/>
                  </a:lnTo>
                  <a:lnTo>
                    <a:pt x="448717" y="170184"/>
                  </a:lnTo>
                  <a:lnTo>
                    <a:pt x="447002" y="171988"/>
                  </a:lnTo>
                  <a:lnTo>
                    <a:pt x="445286" y="175045"/>
                  </a:lnTo>
                  <a:lnTo>
                    <a:pt x="443081" y="176999"/>
                  </a:lnTo>
                  <a:lnTo>
                    <a:pt x="440777" y="176348"/>
                  </a:lnTo>
                  <a:lnTo>
                    <a:pt x="435680" y="176599"/>
                  </a:lnTo>
                  <a:lnTo>
                    <a:pt x="432445" y="177952"/>
                  </a:lnTo>
                  <a:lnTo>
                    <a:pt x="430729" y="179756"/>
                  </a:lnTo>
                  <a:lnTo>
                    <a:pt x="428524" y="179856"/>
                  </a:lnTo>
                  <a:lnTo>
                    <a:pt x="426220" y="180006"/>
                  </a:lnTo>
                  <a:lnTo>
                    <a:pt x="422495" y="180006"/>
                  </a:lnTo>
                  <a:lnTo>
                    <a:pt x="420437" y="180808"/>
                  </a:lnTo>
                  <a:lnTo>
                    <a:pt x="415731" y="180758"/>
                  </a:lnTo>
                  <a:lnTo>
                    <a:pt x="413281" y="182813"/>
                  </a:lnTo>
                  <a:lnTo>
                    <a:pt x="411663" y="184065"/>
                  </a:lnTo>
                  <a:lnTo>
                    <a:pt x="411124" y="186571"/>
                  </a:lnTo>
                  <a:lnTo>
                    <a:pt x="411957" y="190580"/>
                  </a:lnTo>
                  <a:lnTo>
                    <a:pt x="413330" y="192986"/>
                  </a:lnTo>
                  <a:lnTo>
                    <a:pt x="413673" y="194990"/>
                  </a:lnTo>
                  <a:lnTo>
                    <a:pt x="415535" y="197295"/>
                  </a:lnTo>
                  <a:lnTo>
                    <a:pt x="419750" y="205815"/>
                  </a:lnTo>
                  <a:lnTo>
                    <a:pt x="420535" y="209423"/>
                  </a:lnTo>
                  <a:lnTo>
                    <a:pt x="421221" y="214584"/>
                  </a:lnTo>
                  <a:lnTo>
                    <a:pt x="420045" y="219044"/>
                  </a:lnTo>
                  <a:lnTo>
                    <a:pt x="416810" y="224757"/>
                  </a:lnTo>
                  <a:lnTo>
                    <a:pt x="412104" y="231673"/>
                  </a:lnTo>
                  <a:lnTo>
                    <a:pt x="407938" y="237085"/>
                  </a:lnTo>
                  <a:lnTo>
                    <a:pt x="399900" y="245655"/>
                  </a:lnTo>
                  <a:lnTo>
                    <a:pt x="394312" y="257682"/>
                  </a:lnTo>
                  <a:lnTo>
                    <a:pt x="392254" y="267704"/>
                  </a:lnTo>
                  <a:lnTo>
                    <a:pt x="391421" y="276625"/>
                  </a:lnTo>
                  <a:lnTo>
                    <a:pt x="391274" y="278278"/>
                  </a:lnTo>
                  <a:lnTo>
                    <a:pt x="389607" y="280132"/>
                  </a:lnTo>
                  <a:lnTo>
                    <a:pt x="385343" y="284843"/>
                  </a:lnTo>
                  <a:lnTo>
                    <a:pt x="383333" y="286747"/>
                  </a:lnTo>
                  <a:lnTo>
                    <a:pt x="381226" y="288301"/>
                  </a:lnTo>
                  <a:lnTo>
                    <a:pt x="367698" y="284743"/>
                  </a:lnTo>
                  <a:lnTo>
                    <a:pt x="359660" y="282788"/>
                  </a:lnTo>
                  <a:lnTo>
                    <a:pt x="357552" y="283189"/>
                  </a:lnTo>
                  <a:lnTo>
                    <a:pt x="353974" y="286998"/>
                  </a:lnTo>
                  <a:lnTo>
                    <a:pt x="352651" y="287549"/>
                  </a:lnTo>
                  <a:lnTo>
                    <a:pt x="351818" y="288551"/>
                  </a:lnTo>
                  <a:lnTo>
                    <a:pt x="350347" y="290005"/>
                  </a:lnTo>
                  <a:lnTo>
                    <a:pt x="350200" y="290205"/>
                  </a:lnTo>
                  <a:lnTo>
                    <a:pt x="345544" y="292911"/>
                  </a:lnTo>
                  <a:lnTo>
                    <a:pt x="343633" y="294114"/>
                  </a:lnTo>
                  <a:lnTo>
                    <a:pt x="342701" y="294665"/>
                  </a:lnTo>
                  <a:lnTo>
                    <a:pt x="341280" y="296770"/>
                  </a:lnTo>
                  <a:lnTo>
                    <a:pt x="341525" y="298875"/>
                  </a:lnTo>
                  <a:lnTo>
                    <a:pt x="340643" y="301882"/>
                  </a:lnTo>
                  <a:lnTo>
                    <a:pt x="339074" y="306191"/>
                  </a:lnTo>
                  <a:lnTo>
                    <a:pt x="338584" y="307294"/>
                  </a:lnTo>
                  <a:lnTo>
                    <a:pt x="336624" y="311954"/>
                  </a:lnTo>
                  <a:lnTo>
                    <a:pt x="333830" y="313307"/>
                  </a:lnTo>
                  <a:lnTo>
                    <a:pt x="330791" y="315061"/>
                  </a:lnTo>
                  <a:lnTo>
                    <a:pt x="326331" y="316815"/>
                  </a:lnTo>
                  <a:lnTo>
                    <a:pt x="323145" y="319121"/>
                  </a:lnTo>
                  <a:lnTo>
                    <a:pt x="321184" y="325585"/>
                  </a:lnTo>
                  <a:lnTo>
                    <a:pt x="320498" y="327890"/>
                  </a:lnTo>
                  <a:lnTo>
                    <a:pt x="320106" y="328391"/>
                  </a:lnTo>
                  <a:lnTo>
                    <a:pt x="316038" y="325535"/>
                  </a:lnTo>
                  <a:lnTo>
                    <a:pt x="315156" y="325084"/>
                  </a:lnTo>
                  <a:lnTo>
                    <a:pt x="310843" y="322879"/>
                  </a:lnTo>
                  <a:lnTo>
                    <a:pt x="308735" y="322177"/>
                  </a:lnTo>
                  <a:lnTo>
                    <a:pt x="305549" y="321927"/>
                  </a:lnTo>
                  <a:lnTo>
                    <a:pt x="304765" y="322228"/>
                  </a:lnTo>
                  <a:lnTo>
                    <a:pt x="303687" y="322578"/>
                  </a:lnTo>
                  <a:lnTo>
                    <a:pt x="301775" y="322628"/>
                  </a:lnTo>
                  <a:lnTo>
                    <a:pt x="300305" y="321977"/>
                  </a:lnTo>
                  <a:lnTo>
                    <a:pt x="298589" y="319622"/>
                  </a:lnTo>
                  <a:lnTo>
                    <a:pt x="296727" y="318269"/>
                  </a:lnTo>
                  <a:lnTo>
                    <a:pt x="293492" y="317767"/>
                  </a:lnTo>
                  <a:lnTo>
                    <a:pt x="287561" y="311854"/>
                  </a:lnTo>
                  <a:lnTo>
                    <a:pt x="284424" y="311303"/>
                  </a:lnTo>
                  <a:lnTo>
                    <a:pt x="281827" y="311704"/>
                  </a:lnTo>
                  <a:lnTo>
                    <a:pt x="280699" y="311804"/>
                  </a:lnTo>
                  <a:lnTo>
                    <a:pt x="278249" y="312856"/>
                  </a:lnTo>
                  <a:lnTo>
                    <a:pt x="275014" y="312455"/>
                  </a:lnTo>
                  <a:lnTo>
                    <a:pt x="272514" y="311704"/>
                  </a:lnTo>
                  <a:lnTo>
                    <a:pt x="271926" y="311553"/>
                  </a:lnTo>
                  <a:lnTo>
                    <a:pt x="271583" y="311904"/>
                  </a:lnTo>
                  <a:lnTo>
                    <a:pt x="270358" y="313057"/>
                  </a:lnTo>
                  <a:lnTo>
                    <a:pt x="268642" y="316014"/>
                  </a:lnTo>
                  <a:lnTo>
                    <a:pt x="265946" y="318118"/>
                  </a:lnTo>
                  <a:lnTo>
                    <a:pt x="261976" y="318619"/>
                  </a:lnTo>
                  <a:lnTo>
                    <a:pt x="260261" y="318619"/>
                  </a:lnTo>
                  <a:lnTo>
                    <a:pt x="258545" y="318670"/>
                  </a:lnTo>
                  <a:lnTo>
                    <a:pt x="255801" y="319772"/>
                  </a:lnTo>
                  <a:lnTo>
                    <a:pt x="255605" y="319872"/>
                  </a:lnTo>
                  <a:lnTo>
                    <a:pt x="251144" y="320975"/>
                  </a:lnTo>
                  <a:lnTo>
                    <a:pt x="245214" y="324332"/>
                  </a:lnTo>
                  <a:lnTo>
                    <a:pt x="243939" y="325034"/>
                  </a:lnTo>
                  <a:lnTo>
                    <a:pt x="241391" y="325986"/>
                  </a:lnTo>
                  <a:lnTo>
                    <a:pt x="236979" y="326487"/>
                  </a:lnTo>
                  <a:lnTo>
                    <a:pt x="233303" y="327590"/>
                  </a:lnTo>
                  <a:lnTo>
                    <a:pt x="231833" y="328442"/>
                  </a:lnTo>
                  <a:lnTo>
                    <a:pt x="227030" y="331398"/>
                  </a:lnTo>
                  <a:lnTo>
                    <a:pt x="222373" y="332852"/>
                  </a:lnTo>
                  <a:lnTo>
                    <a:pt x="217962" y="333052"/>
                  </a:lnTo>
                  <a:lnTo>
                    <a:pt x="209679" y="332852"/>
                  </a:lnTo>
                  <a:lnTo>
                    <a:pt x="202866" y="334305"/>
                  </a:lnTo>
                  <a:lnTo>
                    <a:pt x="201249" y="334004"/>
                  </a:lnTo>
                  <a:lnTo>
                    <a:pt x="195955" y="330797"/>
                  </a:lnTo>
                  <a:lnTo>
                    <a:pt x="193455" y="329995"/>
                  </a:lnTo>
                  <a:lnTo>
                    <a:pt x="191005" y="329995"/>
                  </a:lnTo>
                  <a:lnTo>
                    <a:pt x="189142" y="329394"/>
                  </a:lnTo>
                  <a:lnTo>
                    <a:pt x="187427" y="329093"/>
                  </a:lnTo>
                  <a:lnTo>
                    <a:pt x="180418" y="327991"/>
                  </a:lnTo>
                  <a:lnTo>
                    <a:pt x="176742" y="327439"/>
                  </a:lnTo>
                  <a:lnTo>
                    <a:pt x="173017" y="327540"/>
                  </a:lnTo>
                  <a:lnTo>
                    <a:pt x="172821" y="325936"/>
                  </a:lnTo>
                  <a:lnTo>
                    <a:pt x="171595" y="323881"/>
                  </a:lnTo>
                  <a:lnTo>
                    <a:pt x="170713" y="322328"/>
                  </a:lnTo>
                  <a:lnTo>
                    <a:pt x="169390" y="321275"/>
                  </a:lnTo>
                  <a:lnTo>
                    <a:pt x="169194" y="321075"/>
                  </a:lnTo>
                  <a:lnTo>
                    <a:pt x="165567" y="321326"/>
                  </a:lnTo>
                  <a:lnTo>
                    <a:pt x="162087" y="319872"/>
                  </a:lnTo>
                  <a:lnTo>
                    <a:pt x="159832" y="319020"/>
                  </a:lnTo>
                  <a:lnTo>
                    <a:pt x="158166" y="317517"/>
                  </a:lnTo>
                  <a:lnTo>
                    <a:pt x="155715" y="314109"/>
                  </a:lnTo>
                  <a:lnTo>
                    <a:pt x="152676" y="311954"/>
                  </a:lnTo>
                  <a:lnTo>
                    <a:pt x="149883" y="310401"/>
                  </a:lnTo>
                  <a:lnTo>
                    <a:pt x="147187" y="310451"/>
                  </a:lnTo>
                  <a:lnTo>
                    <a:pt x="144834" y="310150"/>
                  </a:lnTo>
                  <a:lnTo>
                    <a:pt x="141011" y="307594"/>
                  </a:lnTo>
                  <a:lnTo>
                    <a:pt x="139639" y="306542"/>
                  </a:lnTo>
                  <a:lnTo>
                    <a:pt x="138904" y="304387"/>
                  </a:lnTo>
                  <a:lnTo>
                    <a:pt x="141403" y="301481"/>
                  </a:lnTo>
                  <a:lnTo>
                    <a:pt x="141452" y="300679"/>
                  </a:lnTo>
                  <a:lnTo>
                    <a:pt x="140766" y="299426"/>
                  </a:lnTo>
                  <a:lnTo>
                    <a:pt x="139002" y="296269"/>
                  </a:lnTo>
                  <a:lnTo>
                    <a:pt x="139002" y="294114"/>
                  </a:lnTo>
                  <a:lnTo>
                    <a:pt x="138560" y="292160"/>
                  </a:lnTo>
                  <a:lnTo>
                    <a:pt x="136551" y="289103"/>
                  </a:lnTo>
                  <a:lnTo>
                    <a:pt x="135816" y="284292"/>
                  </a:lnTo>
                  <a:lnTo>
                    <a:pt x="134492" y="281335"/>
                  </a:lnTo>
                  <a:lnTo>
                    <a:pt x="134100" y="276875"/>
                  </a:lnTo>
                  <a:lnTo>
                    <a:pt x="134443" y="271463"/>
                  </a:lnTo>
                  <a:lnTo>
                    <a:pt x="134884" y="266702"/>
                  </a:lnTo>
                  <a:lnTo>
                    <a:pt x="129395" y="263194"/>
                  </a:lnTo>
                  <a:lnTo>
                    <a:pt x="127581" y="259987"/>
                  </a:lnTo>
                  <a:lnTo>
                    <a:pt x="125474" y="255477"/>
                  </a:lnTo>
                  <a:lnTo>
                    <a:pt x="124200" y="249664"/>
                  </a:lnTo>
                  <a:lnTo>
                    <a:pt x="124200" y="245705"/>
                  </a:lnTo>
                  <a:lnTo>
                    <a:pt x="123366" y="242548"/>
                  </a:lnTo>
                  <a:lnTo>
                    <a:pt x="123023" y="238689"/>
                  </a:lnTo>
                  <a:lnTo>
                    <a:pt x="119788" y="237336"/>
                  </a:lnTo>
                  <a:lnTo>
                    <a:pt x="118661" y="235532"/>
                  </a:lnTo>
                  <a:lnTo>
                    <a:pt x="116602" y="233126"/>
                  </a:lnTo>
                  <a:lnTo>
                    <a:pt x="114593" y="229668"/>
                  </a:lnTo>
                  <a:lnTo>
                    <a:pt x="111750" y="226712"/>
                  </a:lnTo>
                  <a:lnTo>
                    <a:pt x="108123" y="221450"/>
                  </a:lnTo>
                  <a:lnTo>
                    <a:pt x="106212" y="219445"/>
                  </a:lnTo>
                  <a:lnTo>
                    <a:pt x="97732" y="212329"/>
                  </a:lnTo>
                  <a:lnTo>
                    <a:pt x="94595" y="210375"/>
                  </a:lnTo>
                  <a:lnTo>
                    <a:pt x="89890" y="203910"/>
                  </a:lnTo>
                  <a:lnTo>
                    <a:pt x="90135" y="200102"/>
                  </a:lnTo>
                  <a:lnTo>
                    <a:pt x="87537" y="194639"/>
                  </a:lnTo>
                  <a:lnTo>
                    <a:pt x="87488" y="194489"/>
                  </a:lnTo>
                  <a:lnTo>
                    <a:pt x="84793" y="190279"/>
                  </a:lnTo>
                  <a:lnTo>
                    <a:pt x="83518" y="188375"/>
                  </a:lnTo>
                  <a:lnTo>
                    <a:pt x="81264" y="185218"/>
                  </a:lnTo>
                  <a:lnTo>
                    <a:pt x="79891" y="183614"/>
                  </a:lnTo>
                  <a:lnTo>
                    <a:pt x="77735" y="181710"/>
                  </a:lnTo>
                  <a:lnTo>
                    <a:pt x="77539" y="181560"/>
                  </a:lnTo>
                  <a:lnTo>
                    <a:pt x="77392" y="181309"/>
                  </a:lnTo>
                  <a:lnTo>
                    <a:pt x="77147" y="180808"/>
                  </a:lnTo>
                  <a:lnTo>
                    <a:pt x="76902" y="180407"/>
                  </a:lnTo>
                  <a:lnTo>
                    <a:pt x="76313" y="179305"/>
                  </a:lnTo>
                  <a:lnTo>
                    <a:pt x="75970" y="178653"/>
                  </a:lnTo>
                  <a:lnTo>
                    <a:pt x="75872" y="178453"/>
                  </a:lnTo>
                  <a:lnTo>
                    <a:pt x="74206" y="174744"/>
                  </a:lnTo>
                  <a:lnTo>
                    <a:pt x="72931" y="170585"/>
                  </a:lnTo>
                  <a:lnTo>
                    <a:pt x="72196" y="165624"/>
                  </a:lnTo>
                  <a:lnTo>
                    <a:pt x="72098" y="160562"/>
                  </a:lnTo>
                  <a:lnTo>
                    <a:pt x="72784" y="157104"/>
                  </a:lnTo>
                  <a:lnTo>
                    <a:pt x="73912" y="152594"/>
                  </a:lnTo>
                  <a:lnTo>
                    <a:pt x="74941" y="150840"/>
                  </a:lnTo>
                  <a:lnTo>
                    <a:pt x="74941" y="150690"/>
                  </a:lnTo>
                  <a:lnTo>
                    <a:pt x="76117" y="148836"/>
                  </a:lnTo>
                  <a:lnTo>
                    <a:pt x="77882" y="145829"/>
                  </a:lnTo>
                  <a:lnTo>
                    <a:pt x="78470" y="143273"/>
                  </a:lnTo>
                  <a:lnTo>
                    <a:pt x="77490" y="137560"/>
                  </a:lnTo>
                  <a:lnTo>
                    <a:pt x="77196" y="135205"/>
                  </a:lnTo>
                  <a:lnTo>
                    <a:pt x="78225" y="134904"/>
                  </a:lnTo>
                  <a:lnTo>
                    <a:pt x="79793" y="132699"/>
                  </a:lnTo>
                  <a:lnTo>
                    <a:pt x="80970" y="130444"/>
                  </a:lnTo>
                  <a:lnTo>
                    <a:pt x="82391" y="128239"/>
                  </a:lnTo>
                  <a:lnTo>
                    <a:pt x="84646" y="124080"/>
                  </a:lnTo>
                  <a:lnTo>
                    <a:pt x="86802" y="121073"/>
                  </a:lnTo>
                  <a:lnTo>
                    <a:pt x="89351" y="118116"/>
                  </a:lnTo>
                  <a:lnTo>
                    <a:pt x="90821" y="116964"/>
                  </a:lnTo>
                  <a:lnTo>
                    <a:pt x="89988" y="115911"/>
                  </a:lnTo>
                  <a:lnTo>
                    <a:pt x="86361" y="113656"/>
                  </a:lnTo>
                  <a:lnTo>
                    <a:pt x="87047" y="112554"/>
                  </a:lnTo>
                  <a:lnTo>
                    <a:pt x="81901" y="107943"/>
                  </a:lnTo>
                  <a:lnTo>
                    <a:pt x="82881" y="106691"/>
                  </a:lnTo>
                  <a:lnTo>
                    <a:pt x="84254" y="105438"/>
                  </a:lnTo>
                  <a:lnTo>
                    <a:pt x="85479" y="104486"/>
                  </a:lnTo>
                  <a:lnTo>
                    <a:pt x="87047" y="103584"/>
                  </a:lnTo>
                  <a:lnTo>
                    <a:pt x="88126" y="103082"/>
                  </a:lnTo>
                  <a:lnTo>
                    <a:pt x="89204" y="102631"/>
                  </a:lnTo>
                  <a:lnTo>
                    <a:pt x="89792" y="102130"/>
                  </a:lnTo>
                  <a:lnTo>
                    <a:pt x="90576" y="100627"/>
                  </a:lnTo>
                  <a:lnTo>
                    <a:pt x="90625" y="98873"/>
                  </a:lnTo>
                  <a:lnTo>
                    <a:pt x="90380" y="98071"/>
                  </a:lnTo>
                  <a:lnTo>
                    <a:pt x="90086" y="97670"/>
                  </a:lnTo>
                  <a:lnTo>
                    <a:pt x="89106" y="96969"/>
                  </a:lnTo>
                  <a:lnTo>
                    <a:pt x="88518" y="96668"/>
                  </a:lnTo>
                  <a:lnTo>
                    <a:pt x="87685" y="96267"/>
                  </a:lnTo>
                  <a:lnTo>
                    <a:pt x="86459" y="95866"/>
                  </a:lnTo>
                  <a:lnTo>
                    <a:pt x="86116" y="95866"/>
                  </a:lnTo>
                  <a:lnTo>
                    <a:pt x="85381" y="95666"/>
                  </a:lnTo>
                  <a:lnTo>
                    <a:pt x="84254" y="95465"/>
                  </a:lnTo>
                  <a:lnTo>
                    <a:pt x="83077" y="95265"/>
                  </a:lnTo>
                  <a:lnTo>
                    <a:pt x="81901" y="95064"/>
                  </a:lnTo>
                  <a:lnTo>
                    <a:pt x="80774" y="94964"/>
                  </a:lnTo>
                  <a:lnTo>
                    <a:pt x="79597" y="94864"/>
                  </a:lnTo>
                  <a:lnTo>
                    <a:pt x="78568" y="94914"/>
                  </a:lnTo>
                  <a:lnTo>
                    <a:pt x="77539" y="94964"/>
                  </a:lnTo>
                  <a:lnTo>
                    <a:pt x="76509" y="95064"/>
                  </a:lnTo>
                  <a:lnTo>
                    <a:pt x="75480" y="95165"/>
                  </a:lnTo>
                  <a:lnTo>
                    <a:pt x="74451" y="95365"/>
                  </a:lnTo>
                  <a:lnTo>
                    <a:pt x="73961" y="95415"/>
                  </a:lnTo>
                  <a:lnTo>
                    <a:pt x="71265" y="96067"/>
                  </a:lnTo>
                  <a:lnTo>
                    <a:pt x="70432" y="96317"/>
                  </a:lnTo>
                  <a:lnTo>
                    <a:pt x="69452" y="96618"/>
                  </a:lnTo>
                  <a:lnTo>
                    <a:pt x="68471" y="96969"/>
                  </a:lnTo>
                  <a:lnTo>
                    <a:pt x="68128" y="97119"/>
                  </a:lnTo>
                  <a:lnTo>
                    <a:pt x="67442" y="97420"/>
                  </a:lnTo>
                  <a:lnTo>
                    <a:pt x="65383" y="98322"/>
                  </a:lnTo>
                  <a:lnTo>
                    <a:pt x="64697" y="98672"/>
                  </a:lnTo>
                  <a:lnTo>
                    <a:pt x="63570" y="99374"/>
                  </a:lnTo>
                  <a:lnTo>
                    <a:pt x="62492" y="100126"/>
                  </a:lnTo>
                  <a:lnTo>
                    <a:pt x="61952" y="100527"/>
                  </a:lnTo>
                  <a:lnTo>
                    <a:pt x="61413" y="100928"/>
                  </a:lnTo>
                  <a:lnTo>
                    <a:pt x="60335" y="101729"/>
                  </a:lnTo>
                  <a:lnTo>
                    <a:pt x="59306" y="102581"/>
                  </a:lnTo>
                  <a:lnTo>
                    <a:pt x="58276" y="103433"/>
                  </a:lnTo>
                  <a:lnTo>
                    <a:pt x="57296" y="104335"/>
                  </a:lnTo>
                  <a:lnTo>
                    <a:pt x="56316" y="105287"/>
                  </a:lnTo>
                  <a:lnTo>
                    <a:pt x="55385" y="106240"/>
                  </a:lnTo>
                  <a:lnTo>
                    <a:pt x="54453" y="107192"/>
                  </a:lnTo>
                  <a:lnTo>
                    <a:pt x="53571" y="108194"/>
                  </a:lnTo>
                  <a:lnTo>
                    <a:pt x="52689" y="109196"/>
                  </a:lnTo>
                  <a:lnTo>
                    <a:pt x="51856" y="110249"/>
                  </a:lnTo>
                  <a:lnTo>
                    <a:pt x="51415" y="110850"/>
                  </a:lnTo>
                  <a:lnTo>
                    <a:pt x="50434" y="112253"/>
                  </a:lnTo>
                  <a:lnTo>
                    <a:pt x="50140" y="112704"/>
                  </a:lnTo>
                  <a:lnTo>
                    <a:pt x="49699" y="113356"/>
                  </a:lnTo>
                  <a:lnTo>
                    <a:pt x="49454" y="113757"/>
                  </a:lnTo>
                  <a:lnTo>
                    <a:pt x="49258" y="114057"/>
                  </a:lnTo>
                  <a:lnTo>
                    <a:pt x="49111" y="114308"/>
                  </a:lnTo>
                  <a:lnTo>
                    <a:pt x="48915" y="114608"/>
                  </a:lnTo>
                  <a:lnTo>
                    <a:pt x="47788" y="116463"/>
                  </a:lnTo>
                  <a:lnTo>
                    <a:pt x="46807" y="118066"/>
                  </a:lnTo>
                  <a:lnTo>
                    <a:pt x="45680" y="119870"/>
                  </a:lnTo>
                  <a:lnTo>
                    <a:pt x="45484" y="120221"/>
                  </a:lnTo>
                  <a:lnTo>
                    <a:pt x="45190" y="120572"/>
                  </a:lnTo>
                  <a:lnTo>
                    <a:pt x="44308" y="121875"/>
                  </a:lnTo>
                  <a:lnTo>
                    <a:pt x="43131" y="123078"/>
                  </a:lnTo>
                  <a:lnTo>
                    <a:pt x="42396" y="123829"/>
                  </a:lnTo>
                  <a:lnTo>
                    <a:pt x="41857" y="124330"/>
                  </a:lnTo>
                  <a:lnTo>
                    <a:pt x="41122" y="124882"/>
                  </a:lnTo>
                  <a:lnTo>
                    <a:pt x="40828" y="125182"/>
                  </a:lnTo>
                  <a:lnTo>
                    <a:pt x="40338" y="125483"/>
                  </a:lnTo>
                  <a:lnTo>
                    <a:pt x="39406" y="126134"/>
                  </a:lnTo>
                  <a:lnTo>
                    <a:pt x="36907" y="127888"/>
                  </a:lnTo>
                  <a:lnTo>
                    <a:pt x="33378" y="130244"/>
                  </a:lnTo>
                  <a:lnTo>
                    <a:pt x="32838" y="130595"/>
                  </a:lnTo>
                  <a:lnTo>
                    <a:pt x="32642" y="131196"/>
                  </a:lnTo>
                  <a:lnTo>
                    <a:pt x="32250" y="132248"/>
                  </a:lnTo>
                  <a:lnTo>
                    <a:pt x="32103" y="132599"/>
                  </a:lnTo>
                  <a:lnTo>
                    <a:pt x="31907" y="133050"/>
                  </a:lnTo>
                  <a:lnTo>
                    <a:pt x="31858" y="133301"/>
                  </a:lnTo>
                  <a:lnTo>
                    <a:pt x="31809" y="133501"/>
                  </a:lnTo>
                  <a:lnTo>
                    <a:pt x="31711" y="133702"/>
                  </a:lnTo>
                  <a:lnTo>
                    <a:pt x="31564" y="133902"/>
                  </a:lnTo>
                  <a:lnTo>
                    <a:pt x="31368" y="134153"/>
                  </a:lnTo>
                  <a:lnTo>
                    <a:pt x="31172" y="134353"/>
                  </a:lnTo>
                  <a:lnTo>
                    <a:pt x="30927" y="134503"/>
                  </a:lnTo>
                  <a:lnTo>
                    <a:pt x="30682" y="134704"/>
                  </a:lnTo>
                  <a:lnTo>
                    <a:pt x="30437" y="134754"/>
                  </a:lnTo>
                  <a:lnTo>
                    <a:pt x="30192" y="134854"/>
                  </a:lnTo>
                  <a:lnTo>
                    <a:pt x="29947" y="134904"/>
                  </a:lnTo>
                  <a:lnTo>
                    <a:pt x="29653" y="134904"/>
                  </a:lnTo>
                  <a:lnTo>
                    <a:pt x="29408" y="134904"/>
                  </a:lnTo>
                  <a:lnTo>
                    <a:pt x="29162" y="134854"/>
                  </a:lnTo>
                  <a:lnTo>
                    <a:pt x="28868" y="134754"/>
                  </a:lnTo>
                  <a:lnTo>
                    <a:pt x="28672" y="134654"/>
                  </a:lnTo>
                  <a:lnTo>
                    <a:pt x="28427" y="134554"/>
                  </a:lnTo>
                  <a:lnTo>
                    <a:pt x="28231" y="134403"/>
                  </a:lnTo>
                  <a:lnTo>
                    <a:pt x="28035" y="134203"/>
                  </a:lnTo>
                  <a:lnTo>
                    <a:pt x="27839" y="134002"/>
                  </a:lnTo>
                  <a:lnTo>
                    <a:pt x="27643" y="133802"/>
                  </a:lnTo>
                  <a:lnTo>
                    <a:pt x="27496" y="133802"/>
                  </a:lnTo>
                  <a:lnTo>
                    <a:pt x="27251" y="133802"/>
                  </a:lnTo>
                  <a:lnTo>
                    <a:pt x="27006" y="133802"/>
                  </a:lnTo>
                  <a:lnTo>
                    <a:pt x="26663" y="133852"/>
                  </a:lnTo>
                  <a:lnTo>
                    <a:pt x="26516" y="133852"/>
                  </a:lnTo>
                  <a:lnTo>
                    <a:pt x="24604" y="134052"/>
                  </a:lnTo>
                  <a:lnTo>
                    <a:pt x="24114" y="134102"/>
                  </a:lnTo>
                  <a:lnTo>
                    <a:pt x="23918" y="134153"/>
                  </a:lnTo>
                  <a:lnTo>
                    <a:pt x="23575" y="134203"/>
                  </a:lnTo>
                  <a:lnTo>
                    <a:pt x="23428" y="134253"/>
                  </a:lnTo>
                  <a:lnTo>
                    <a:pt x="20095" y="134704"/>
                  </a:lnTo>
                  <a:lnTo>
                    <a:pt x="18919" y="134854"/>
                  </a:lnTo>
                  <a:lnTo>
                    <a:pt x="18183" y="135005"/>
                  </a:lnTo>
                  <a:lnTo>
                    <a:pt x="16762" y="135205"/>
                  </a:lnTo>
                  <a:lnTo>
                    <a:pt x="16615" y="135255"/>
                  </a:lnTo>
                  <a:lnTo>
                    <a:pt x="16223" y="135305"/>
                  </a:lnTo>
                  <a:lnTo>
                    <a:pt x="15880" y="135355"/>
                  </a:lnTo>
                  <a:lnTo>
                    <a:pt x="15537" y="135405"/>
                  </a:lnTo>
                  <a:lnTo>
                    <a:pt x="15390" y="135405"/>
                  </a:lnTo>
                  <a:lnTo>
                    <a:pt x="15096" y="133752"/>
                  </a:lnTo>
                  <a:lnTo>
                    <a:pt x="14998" y="133100"/>
                  </a:lnTo>
                  <a:lnTo>
                    <a:pt x="14753" y="132649"/>
                  </a:lnTo>
                  <a:lnTo>
                    <a:pt x="14409" y="132048"/>
                  </a:lnTo>
                  <a:lnTo>
                    <a:pt x="13821" y="131146"/>
                  </a:lnTo>
                  <a:lnTo>
                    <a:pt x="13380" y="130494"/>
                  </a:lnTo>
                  <a:lnTo>
                    <a:pt x="12988" y="129893"/>
                  </a:lnTo>
                  <a:lnTo>
                    <a:pt x="12547" y="129141"/>
                  </a:lnTo>
                  <a:lnTo>
                    <a:pt x="12106" y="128440"/>
                  </a:lnTo>
                  <a:lnTo>
                    <a:pt x="11910" y="127888"/>
                  </a:lnTo>
                  <a:lnTo>
                    <a:pt x="11469" y="126936"/>
                  </a:lnTo>
                  <a:lnTo>
                    <a:pt x="11273" y="126385"/>
                  </a:lnTo>
                  <a:lnTo>
                    <a:pt x="11077" y="126235"/>
                  </a:lnTo>
                  <a:lnTo>
                    <a:pt x="10979" y="125984"/>
                  </a:lnTo>
                  <a:lnTo>
                    <a:pt x="10880" y="125182"/>
                  </a:lnTo>
                  <a:lnTo>
                    <a:pt x="10782" y="124130"/>
                  </a:lnTo>
                  <a:lnTo>
                    <a:pt x="10831" y="122677"/>
                  </a:lnTo>
                  <a:lnTo>
                    <a:pt x="10929" y="120722"/>
                  </a:lnTo>
                  <a:lnTo>
                    <a:pt x="11077" y="116463"/>
                  </a:lnTo>
                  <a:lnTo>
                    <a:pt x="11273" y="114057"/>
                  </a:lnTo>
                  <a:lnTo>
                    <a:pt x="11077" y="112504"/>
                  </a:lnTo>
                  <a:lnTo>
                    <a:pt x="11077" y="112303"/>
                  </a:lnTo>
                  <a:lnTo>
                    <a:pt x="10880" y="111351"/>
                  </a:lnTo>
                  <a:lnTo>
                    <a:pt x="10145" y="108695"/>
                  </a:lnTo>
                  <a:lnTo>
                    <a:pt x="9949" y="107843"/>
                  </a:lnTo>
                  <a:lnTo>
                    <a:pt x="8381" y="103082"/>
                  </a:lnTo>
                  <a:lnTo>
                    <a:pt x="7695" y="103734"/>
                  </a:lnTo>
                  <a:lnTo>
                    <a:pt x="7204" y="104135"/>
                  </a:lnTo>
                  <a:lnTo>
                    <a:pt x="6616" y="104987"/>
                  </a:lnTo>
                  <a:lnTo>
                    <a:pt x="6126" y="106490"/>
                  </a:lnTo>
                  <a:lnTo>
                    <a:pt x="5930" y="107492"/>
                  </a:lnTo>
                  <a:lnTo>
                    <a:pt x="5881" y="108795"/>
                  </a:lnTo>
                  <a:lnTo>
                    <a:pt x="6224" y="110198"/>
                  </a:lnTo>
                  <a:lnTo>
                    <a:pt x="5734" y="109998"/>
                  </a:lnTo>
                  <a:lnTo>
                    <a:pt x="4509" y="109597"/>
                  </a:lnTo>
                  <a:lnTo>
                    <a:pt x="0" y="107693"/>
                  </a:lnTo>
                  <a:lnTo>
                    <a:pt x="98" y="107342"/>
                  </a:lnTo>
                  <a:lnTo>
                    <a:pt x="882" y="105538"/>
                  </a:lnTo>
                  <a:lnTo>
                    <a:pt x="3872" y="98372"/>
                  </a:lnTo>
                  <a:lnTo>
                    <a:pt x="4558" y="96618"/>
                  </a:lnTo>
                  <a:lnTo>
                    <a:pt x="6420" y="92108"/>
                  </a:lnTo>
                  <a:lnTo>
                    <a:pt x="6812" y="91055"/>
                  </a:lnTo>
                  <a:lnTo>
                    <a:pt x="9900" y="83488"/>
                  </a:lnTo>
                  <a:lnTo>
                    <a:pt x="11175" y="80331"/>
                  </a:lnTo>
                  <a:lnTo>
                    <a:pt x="11273" y="80131"/>
                  </a:lnTo>
                  <a:lnTo>
                    <a:pt x="12057" y="78176"/>
                  </a:lnTo>
                  <a:lnTo>
                    <a:pt x="13331" y="75169"/>
                  </a:lnTo>
                  <a:lnTo>
                    <a:pt x="16272" y="67953"/>
                  </a:lnTo>
                  <a:lnTo>
                    <a:pt x="17693" y="64595"/>
                  </a:lnTo>
                  <a:lnTo>
                    <a:pt x="17742" y="64395"/>
                  </a:lnTo>
                  <a:lnTo>
                    <a:pt x="18036" y="63693"/>
                  </a:lnTo>
                  <a:lnTo>
                    <a:pt x="19458" y="60286"/>
                  </a:lnTo>
                  <a:lnTo>
                    <a:pt x="21075" y="55425"/>
                  </a:lnTo>
                  <a:lnTo>
                    <a:pt x="21173" y="55224"/>
                  </a:lnTo>
                  <a:lnTo>
                    <a:pt x="22350" y="50464"/>
                  </a:lnTo>
                  <a:lnTo>
                    <a:pt x="23869" y="50764"/>
                  </a:lnTo>
                  <a:lnTo>
                    <a:pt x="25437" y="51265"/>
                  </a:lnTo>
                  <a:lnTo>
                    <a:pt x="26614" y="51516"/>
                  </a:lnTo>
                  <a:lnTo>
                    <a:pt x="28280" y="51766"/>
                  </a:lnTo>
                  <a:lnTo>
                    <a:pt x="30094" y="50965"/>
                  </a:lnTo>
                  <a:lnTo>
                    <a:pt x="32937" y="49411"/>
                  </a:lnTo>
                  <a:lnTo>
                    <a:pt x="38867" y="44700"/>
                  </a:lnTo>
                  <a:lnTo>
                    <a:pt x="40289" y="43598"/>
                  </a:lnTo>
                  <a:lnTo>
                    <a:pt x="43131" y="42496"/>
                  </a:lnTo>
                  <a:lnTo>
                    <a:pt x="51758" y="39138"/>
                  </a:lnTo>
                  <a:lnTo>
                    <a:pt x="54453" y="38086"/>
                  </a:lnTo>
                  <a:lnTo>
                    <a:pt x="58129" y="36632"/>
                  </a:lnTo>
                  <a:lnTo>
                    <a:pt x="58473" y="36482"/>
                  </a:lnTo>
                  <a:lnTo>
                    <a:pt x="59943" y="35830"/>
                  </a:lnTo>
                  <a:lnTo>
                    <a:pt x="72735" y="30268"/>
                  </a:lnTo>
                  <a:lnTo>
                    <a:pt x="74598" y="29466"/>
                  </a:lnTo>
                  <a:lnTo>
                    <a:pt x="80970" y="27161"/>
                  </a:lnTo>
                  <a:lnTo>
                    <a:pt x="83469" y="26259"/>
                  </a:lnTo>
                  <a:lnTo>
                    <a:pt x="84793" y="25808"/>
                  </a:lnTo>
                  <a:lnTo>
                    <a:pt x="85773" y="25457"/>
                  </a:lnTo>
                  <a:lnTo>
                    <a:pt x="94007" y="24555"/>
                  </a:lnTo>
                  <a:lnTo>
                    <a:pt x="95184" y="24405"/>
                  </a:lnTo>
                  <a:lnTo>
                    <a:pt x="103369" y="23553"/>
                  </a:lnTo>
                  <a:lnTo>
                    <a:pt x="108760" y="22951"/>
                  </a:lnTo>
                  <a:lnTo>
                    <a:pt x="111799" y="21548"/>
                  </a:lnTo>
                  <a:lnTo>
                    <a:pt x="114495" y="20345"/>
                  </a:lnTo>
                  <a:lnTo>
                    <a:pt x="116798" y="19343"/>
                  </a:lnTo>
                  <a:lnTo>
                    <a:pt x="119690" y="18040"/>
                  </a:lnTo>
                  <a:lnTo>
                    <a:pt x="121504" y="17188"/>
                  </a:lnTo>
                  <a:lnTo>
                    <a:pt x="125033" y="15635"/>
                  </a:lnTo>
                  <a:lnTo>
                    <a:pt x="125474" y="15384"/>
                  </a:lnTo>
                  <a:lnTo>
                    <a:pt x="128758" y="13680"/>
                  </a:lnTo>
                  <a:lnTo>
                    <a:pt x="134786" y="10473"/>
                  </a:lnTo>
                  <a:lnTo>
                    <a:pt x="135718" y="10022"/>
                  </a:lnTo>
                  <a:lnTo>
                    <a:pt x="139737" y="7867"/>
                  </a:lnTo>
                  <a:lnTo>
                    <a:pt x="145667" y="4760"/>
                  </a:lnTo>
                  <a:lnTo>
                    <a:pt x="154588" y="50"/>
                  </a:lnTo>
                  <a:lnTo>
                    <a:pt x="1547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626967" y="3939502"/>
              <a:ext cx="191544" cy="167027"/>
            </a:xfrm>
            <a:custGeom>
              <a:avLst/>
              <a:pathLst>
                <a:path w="191544" h="167027">
                  <a:moveTo>
                    <a:pt x="88665" y="2255"/>
                  </a:moveTo>
                  <a:lnTo>
                    <a:pt x="89302" y="4109"/>
                  </a:lnTo>
                  <a:lnTo>
                    <a:pt x="91802" y="6614"/>
                  </a:lnTo>
                  <a:lnTo>
                    <a:pt x="91900" y="6865"/>
                  </a:lnTo>
                  <a:lnTo>
                    <a:pt x="91949" y="7015"/>
                  </a:lnTo>
                  <a:lnTo>
                    <a:pt x="92243" y="7717"/>
                  </a:lnTo>
                  <a:lnTo>
                    <a:pt x="93615" y="11125"/>
                  </a:lnTo>
                  <a:lnTo>
                    <a:pt x="95135" y="14983"/>
                  </a:lnTo>
                  <a:lnTo>
                    <a:pt x="96948" y="19544"/>
                  </a:lnTo>
                  <a:lnTo>
                    <a:pt x="100183" y="19093"/>
                  </a:lnTo>
                  <a:lnTo>
                    <a:pt x="100428" y="19043"/>
                  </a:lnTo>
                  <a:lnTo>
                    <a:pt x="104594" y="18491"/>
                  </a:lnTo>
                  <a:lnTo>
                    <a:pt x="104839" y="18441"/>
                  </a:lnTo>
                  <a:lnTo>
                    <a:pt x="109839" y="17740"/>
                  </a:lnTo>
                  <a:lnTo>
                    <a:pt x="114299" y="17188"/>
                  </a:lnTo>
                  <a:lnTo>
                    <a:pt x="118514" y="16637"/>
                  </a:lnTo>
                  <a:lnTo>
                    <a:pt x="123121" y="16036"/>
                  </a:lnTo>
                  <a:lnTo>
                    <a:pt x="126944" y="15535"/>
                  </a:lnTo>
                  <a:lnTo>
                    <a:pt x="131944" y="14833"/>
                  </a:lnTo>
                  <a:lnTo>
                    <a:pt x="137384" y="14131"/>
                  </a:lnTo>
                  <a:lnTo>
                    <a:pt x="137874" y="14081"/>
                  </a:lnTo>
                  <a:lnTo>
                    <a:pt x="138609" y="14733"/>
                  </a:lnTo>
                  <a:lnTo>
                    <a:pt x="139884" y="15835"/>
                  </a:lnTo>
                  <a:lnTo>
                    <a:pt x="141354" y="16888"/>
                  </a:lnTo>
                  <a:lnTo>
                    <a:pt x="142334" y="17539"/>
                  </a:lnTo>
                  <a:lnTo>
                    <a:pt x="142629" y="17689"/>
                  </a:lnTo>
                  <a:lnTo>
                    <a:pt x="143217" y="17990"/>
                  </a:lnTo>
                  <a:lnTo>
                    <a:pt x="145373" y="18892"/>
                  </a:lnTo>
                  <a:lnTo>
                    <a:pt x="147138" y="19694"/>
                  </a:lnTo>
                  <a:lnTo>
                    <a:pt x="147971" y="20345"/>
                  </a:lnTo>
                  <a:lnTo>
                    <a:pt x="151304" y="22801"/>
                  </a:lnTo>
                  <a:lnTo>
                    <a:pt x="152725" y="23503"/>
                  </a:lnTo>
                  <a:lnTo>
                    <a:pt x="154931" y="24405"/>
                  </a:lnTo>
                  <a:lnTo>
                    <a:pt x="155274" y="24555"/>
                  </a:lnTo>
                  <a:lnTo>
                    <a:pt x="155862" y="24806"/>
                  </a:lnTo>
                  <a:lnTo>
                    <a:pt x="157725" y="25557"/>
                  </a:lnTo>
                  <a:lnTo>
                    <a:pt x="159293" y="26259"/>
                  </a:lnTo>
                  <a:lnTo>
                    <a:pt x="160322" y="26660"/>
                  </a:lnTo>
                  <a:lnTo>
                    <a:pt x="161597" y="27111"/>
                  </a:lnTo>
                  <a:lnTo>
                    <a:pt x="164734" y="28414"/>
                  </a:lnTo>
                  <a:lnTo>
                    <a:pt x="167086" y="29015"/>
                  </a:lnTo>
                  <a:lnTo>
                    <a:pt x="168263" y="29216"/>
                  </a:lnTo>
                  <a:lnTo>
                    <a:pt x="169439" y="29366"/>
                  </a:lnTo>
                  <a:lnTo>
                    <a:pt x="170615" y="29516"/>
                  </a:lnTo>
                  <a:lnTo>
                    <a:pt x="172086" y="29817"/>
                  </a:lnTo>
                  <a:lnTo>
                    <a:pt x="173017" y="29967"/>
                  </a:lnTo>
                  <a:lnTo>
                    <a:pt x="173752" y="30118"/>
                  </a:lnTo>
                  <a:lnTo>
                    <a:pt x="173948" y="30468"/>
                  </a:lnTo>
                  <a:lnTo>
                    <a:pt x="175664" y="33425"/>
                  </a:lnTo>
                  <a:lnTo>
                    <a:pt x="176203" y="34177"/>
                  </a:lnTo>
                  <a:lnTo>
                    <a:pt x="178212" y="36833"/>
                  </a:lnTo>
                  <a:lnTo>
                    <a:pt x="181055" y="40541"/>
                  </a:lnTo>
                  <a:lnTo>
                    <a:pt x="184339" y="44901"/>
                  </a:lnTo>
                  <a:lnTo>
                    <a:pt x="187133" y="48509"/>
                  </a:lnTo>
                  <a:lnTo>
                    <a:pt x="191544" y="54272"/>
                  </a:lnTo>
                  <a:lnTo>
                    <a:pt x="184584" y="58331"/>
                  </a:lnTo>
                  <a:lnTo>
                    <a:pt x="184192" y="58582"/>
                  </a:lnTo>
                  <a:lnTo>
                    <a:pt x="181594" y="60085"/>
                  </a:lnTo>
                  <a:lnTo>
                    <a:pt x="174438" y="64295"/>
                  </a:lnTo>
                  <a:lnTo>
                    <a:pt x="171154" y="66149"/>
                  </a:lnTo>
                  <a:lnTo>
                    <a:pt x="159391" y="73014"/>
                  </a:lnTo>
                  <a:lnTo>
                    <a:pt x="158901" y="73315"/>
                  </a:lnTo>
                  <a:lnTo>
                    <a:pt x="157725" y="74017"/>
                  </a:lnTo>
                  <a:lnTo>
                    <a:pt x="156205" y="74869"/>
                  </a:lnTo>
                  <a:lnTo>
                    <a:pt x="154637" y="75821"/>
                  </a:lnTo>
                  <a:lnTo>
                    <a:pt x="153559" y="76422"/>
                  </a:lnTo>
                  <a:lnTo>
                    <a:pt x="152676" y="76973"/>
                  </a:lnTo>
                  <a:lnTo>
                    <a:pt x="151696" y="77525"/>
                  </a:lnTo>
                  <a:lnTo>
                    <a:pt x="147726" y="79830"/>
                  </a:lnTo>
                  <a:lnTo>
                    <a:pt x="147040" y="80231"/>
                  </a:lnTo>
                  <a:lnTo>
                    <a:pt x="146599" y="80481"/>
                  </a:lnTo>
                  <a:lnTo>
                    <a:pt x="145961" y="80882"/>
                  </a:lnTo>
                  <a:lnTo>
                    <a:pt x="145814" y="80982"/>
                  </a:lnTo>
                  <a:lnTo>
                    <a:pt x="145520" y="81133"/>
                  </a:lnTo>
                  <a:lnTo>
                    <a:pt x="142187" y="83087"/>
                  </a:lnTo>
                  <a:lnTo>
                    <a:pt x="137727" y="85693"/>
                  </a:lnTo>
                  <a:lnTo>
                    <a:pt x="134786" y="87447"/>
                  </a:lnTo>
                  <a:lnTo>
                    <a:pt x="132924" y="88750"/>
                  </a:lnTo>
                  <a:lnTo>
                    <a:pt x="129885" y="90855"/>
                  </a:lnTo>
                  <a:lnTo>
                    <a:pt x="127042" y="93260"/>
                  </a:lnTo>
                  <a:lnTo>
                    <a:pt x="126748" y="93461"/>
                  </a:lnTo>
                  <a:lnTo>
                    <a:pt x="126454" y="93862"/>
                  </a:lnTo>
                  <a:lnTo>
                    <a:pt x="126111" y="94262"/>
                  </a:lnTo>
                  <a:lnTo>
                    <a:pt x="124935" y="96217"/>
                  </a:lnTo>
                  <a:lnTo>
                    <a:pt x="124347" y="97019"/>
                  </a:lnTo>
                  <a:lnTo>
                    <a:pt x="124200" y="97269"/>
                  </a:lnTo>
                  <a:lnTo>
                    <a:pt x="123954" y="97921"/>
                  </a:lnTo>
                  <a:lnTo>
                    <a:pt x="123856" y="98372"/>
                  </a:lnTo>
                  <a:lnTo>
                    <a:pt x="123611" y="99825"/>
                  </a:lnTo>
                  <a:lnTo>
                    <a:pt x="123366" y="101228"/>
                  </a:lnTo>
                  <a:lnTo>
                    <a:pt x="123170" y="102531"/>
                  </a:lnTo>
                  <a:lnTo>
                    <a:pt x="123072" y="102782"/>
                  </a:lnTo>
                  <a:lnTo>
                    <a:pt x="122778" y="103483"/>
                  </a:lnTo>
                  <a:lnTo>
                    <a:pt x="122631" y="103734"/>
                  </a:lnTo>
                  <a:lnTo>
                    <a:pt x="122680" y="103984"/>
                  </a:lnTo>
                  <a:lnTo>
                    <a:pt x="123170" y="105087"/>
                  </a:lnTo>
                  <a:lnTo>
                    <a:pt x="124151" y="107192"/>
                  </a:lnTo>
                  <a:lnTo>
                    <a:pt x="124984" y="108394"/>
                  </a:lnTo>
                  <a:lnTo>
                    <a:pt x="126062" y="109547"/>
                  </a:lnTo>
                  <a:lnTo>
                    <a:pt x="126258" y="109697"/>
                  </a:lnTo>
                  <a:lnTo>
                    <a:pt x="126993" y="110499"/>
                  </a:lnTo>
                  <a:lnTo>
                    <a:pt x="128219" y="111401"/>
                  </a:lnTo>
                  <a:lnTo>
                    <a:pt x="128611" y="111602"/>
                  </a:lnTo>
                  <a:lnTo>
                    <a:pt x="129395" y="112053"/>
                  </a:lnTo>
                  <a:lnTo>
                    <a:pt x="129542" y="112153"/>
                  </a:lnTo>
                  <a:lnTo>
                    <a:pt x="131159" y="112854"/>
                  </a:lnTo>
                  <a:lnTo>
                    <a:pt x="131552" y="113005"/>
                  </a:lnTo>
                  <a:lnTo>
                    <a:pt x="135718" y="114157"/>
                  </a:lnTo>
                  <a:lnTo>
                    <a:pt x="136012" y="114258"/>
                  </a:lnTo>
                  <a:lnTo>
                    <a:pt x="137041" y="114558"/>
                  </a:lnTo>
                  <a:lnTo>
                    <a:pt x="138413" y="114909"/>
                  </a:lnTo>
                  <a:lnTo>
                    <a:pt x="138855" y="115009"/>
                  </a:lnTo>
                  <a:lnTo>
                    <a:pt x="140178" y="115360"/>
                  </a:lnTo>
                  <a:lnTo>
                    <a:pt x="140668" y="115460"/>
                  </a:lnTo>
                  <a:lnTo>
                    <a:pt x="141207" y="115711"/>
                  </a:lnTo>
                  <a:lnTo>
                    <a:pt x="143021" y="116463"/>
                  </a:lnTo>
                  <a:lnTo>
                    <a:pt x="143903" y="116864"/>
                  </a:lnTo>
                  <a:lnTo>
                    <a:pt x="145520" y="117866"/>
                  </a:lnTo>
                  <a:lnTo>
                    <a:pt x="147481" y="119419"/>
                  </a:lnTo>
                  <a:lnTo>
                    <a:pt x="147873" y="119720"/>
                  </a:lnTo>
                  <a:lnTo>
                    <a:pt x="148167" y="120171"/>
                  </a:lnTo>
                  <a:lnTo>
                    <a:pt x="149245" y="121424"/>
                  </a:lnTo>
                  <a:lnTo>
                    <a:pt x="149686" y="121975"/>
                  </a:lnTo>
                  <a:lnTo>
                    <a:pt x="150471" y="123428"/>
                  </a:lnTo>
                  <a:lnTo>
                    <a:pt x="151206" y="124681"/>
                  </a:lnTo>
                  <a:lnTo>
                    <a:pt x="151402" y="124982"/>
                  </a:lnTo>
                  <a:lnTo>
                    <a:pt x="151843" y="126134"/>
                  </a:lnTo>
                  <a:lnTo>
                    <a:pt x="152088" y="126736"/>
                  </a:lnTo>
                  <a:lnTo>
                    <a:pt x="152284" y="127337"/>
                  </a:lnTo>
                  <a:lnTo>
                    <a:pt x="152333" y="127538"/>
                  </a:lnTo>
                  <a:lnTo>
                    <a:pt x="152627" y="128790"/>
                  </a:lnTo>
                  <a:lnTo>
                    <a:pt x="152774" y="129542"/>
                  </a:lnTo>
                  <a:lnTo>
                    <a:pt x="152872" y="129993"/>
                  </a:lnTo>
                  <a:lnTo>
                    <a:pt x="152921" y="130244"/>
                  </a:lnTo>
                  <a:lnTo>
                    <a:pt x="152970" y="130544"/>
                  </a:lnTo>
                  <a:lnTo>
                    <a:pt x="153019" y="130995"/>
                  </a:lnTo>
                  <a:lnTo>
                    <a:pt x="153117" y="132800"/>
                  </a:lnTo>
                  <a:lnTo>
                    <a:pt x="153117" y="133050"/>
                  </a:lnTo>
                  <a:lnTo>
                    <a:pt x="153117" y="133301"/>
                  </a:lnTo>
                  <a:lnTo>
                    <a:pt x="144981" y="134554"/>
                  </a:lnTo>
                  <a:lnTo>
                    <a:pt x="144687" y="134604"/>
                  </a:lnTo>
                  <a:lnTo>
                    <a:pt x="136110" y="135756"/>
                  </a:lnTo>
                  <a:lnTo>
                    <a:pt x="133316" y="136207"/>
                  </a:lnTo>
                  <a:lnTo>
                    <a:pt x="130081" y="136658"/>
                  </a:lnTo>
                  <a:lnTo>
                    <a:pt x="124151" y="137460"/>
                  </a:lnTo>
                  <a:lnTo>
                    <a:pt x="124298" y="139114"/>
                  </a:lnTo>
                  <a:lnTo>
                    <a:pt x="124298" y="140367"/>
                  </a:lnTo>
                  <a:lnTo>
                    <a:pt x="124151" y="141920"/>
                  </a:lnTo>
                  <a:lnTo>
                    <a:pt x="124151" y="142171"/>
                  </a:lnTo>
                  <a:lnTo>
                    <a:pt x="123856" y="143724"/>
                  </a:lnTo>
                  <a:lnTo>
                    <a:pt x="123660" y="145278"/>
                  </a:lnTo>
                  <a:lnTo>
                    <a:pt x="123660" y="146130"/>
                  </a:lnTo>
                  <a:lnTo>
                    <a:pt x="123611" y="146581"/>
                  </a:lnTo>
                  <a:lnTo>
                    <a:pt x="123660" y="147182"/>
                  </a:lnTo>
                  <a:lnTo>
                    <a:pt x="123758" y="148034"/>
                  </a:lnTo>
                  <a:lnTo>
                    <a:pt x="123807" y="148535"/>
                  </a:lnTo>
                  <a:lnTo>
                    <a:pt x="124249" y="151642"/>
                  </a:lnTo>
                  <a:lnTo>
                    <a:pt x="124445" y="153196"/>
                  </a:lnTo>
                  <a:lnTo>
                    <a:pt x="125131" y="157856"/>
                  </a:lnTo>
                  <a:lnTo>
                    <a:pt x="119102" y="158708"/>
                  </a:lnTo>
                  <a:lnTo>
                    <a:pt x="112583" y="159710"/>
                  </a:lnTo>
                  <a:lnTo>
                    <a:pt x="106800" y="160612"/>
                  </a:lnTo>
                  <a:lnTo>
                    <a:pt x="105721" y="160763"/>
                  </a:lnTo>
                  <a:lnTo>
                    <a:pt x="102830" y="161214"/>
                  </a:lnTo>
                  <a:lnTo>
                    <a:pt x="102487" y="161264"/>
                  </a:lnTo>
                  <a:lnTo>
                    <a:pt x="94889" y="162316"/>
                  </a:lnTo>
                  <a:lnTo>
                    <a:pt x="79548" y="164421"/>
                  </a:lnTo>
                  <a:lnTo>
                    <a:pt x="61462" y="167027"/>
                  </a:lnTo>
                  <a:lnTo>
                    <a:pt x="61217" y="165874"/>
                  </a:lnTo>
                  <a:lnTo>
                    <a:pt x="60825" y="164722"/>
                  </a:lnTo>
                  <a:lnTo>
                    <a:pt x="60188" y="163369"/>
                  </a:lnTo>
                  <a:lnTo>
                    <a:pt x="58620" y="160913"/>
                  </a:lnTo>
                  <a:lnTo>
                    <a:pt x="57541" y="159109"/>
                  </a:lnTo>
                  <a:lnTo>
                    <a:pt x="56071" y="156653"/>
                  </a:lnTo>
                  <a:lnTo>
                    <a:pt x="55973" y="156503"/>
                  </a:lnTo>
                  <a:lnTo>
                    <a:pt x="55532" y="155701"/>
                  </a:lnTo>
                  <a:lnTo>
                    <a:pt x="55238" y="155200"/>
                  </a:lnTo>
                  <a:lnTo>
                    <a:pt x="54355" y="153597"/>
                  </a:lnTo>
                  <a:lnTo>
                    <a:pt x="54061" y="153045"/>
                  </a:lnTo>
                  <a:lnTo>
                    <a:pt x="53571" y="151792"/>
                  </a:lnTo>
                  <a:lnTo>
                    <a:pt x="53424" y="151492"/>
                  </a:lnTo>
                  <a:lnTo>
                    <a:pt x="52885" y="150038"/>
                  </a:lnTo>
                  <a:lnTo>
                    <a:pt x="52444" y="148986"/>
                  </a:lnTo>
                  <a:lnTo>
                    <a:pt x="52101" y="148134"/>
                  </a:lnTo>
                  <a:lnTo>
                    <a:pt x="51954" y="147733"/>
                  </a:lnTo>
                  <a:lnTo>
                    <a:pt x="49650" y="141870"/>
                  </a:lnTo>
                  <a:lnTo>
                    <a:pt x="49454" y="141269"/>
                  </a:lnTo>
                  <a:lnTo>
                    <a:pt x="49160" y="140467"/>
                  </a:lnTo>
                  <a:lnTo>
                    <a:pt x="47788" y="137059"/>
                  </a:lnTo>
                  <a:lnTo>
                    <a:pt x="46317" y="133301"/>
                  </a:lnTo>
                  <a:lnTo>
                    <a:pt x="45092" y="130144"/>
                  </a:lnTo>
                  <a:lnTo>
                    <a:pt x="43082" y="124932"/>
                  </a:lnTo>
                  <a:lnTo>
                    <a:pt x="41073" y="119770"/>
                  </a:lnTo>
                  <a:lnTo>
                    <a:pt x="39455" y="115711"/>
                  </a:lnTo>
                  <a:lnTo>
                    <a:pt x="39259" y="115160"/>
                  </a:lnTo>
                  <a:lnTo>
                    <a:pt x="39014" y="114508"/>
                  </a:lnTo>
                  <a:lnTo>
                    <a:pt x="38083" y="112153"/>
                  </a:lnTo>
                  <a:lnTo>
                    <a:pt x="37838" y="111501"/>
                  </a:lnTo>
                  <a:lnTo>
                    <a:pt x="37691" y="111151"/>
                  </a:lnTo>
                  <a:lnTo>
                    <a:pt x="35926" y="106590"/>
                  </a:lnTo>
                  <a:lnTo>
                    <a:pt x="35828" y="106390"/>
                  </a:lnTo>
                  <a:lnTo>
                    <a:pt x="35485" y="105538"/>
                  </a:lnTo>
                  <a:lnTo>
                    <a:pt x="34701" y="103684"/>
                  </a:lnTo>
                  <a:lnTo>
                    <a:pt x="31956" y="97169"/>
                  </a:lnTo>
                  <a:lnTo>
                    <a:pt x="31613" y="96367"/>
                  </a:lnTo>
                  <a:lnTo>
                    <a:pt x="29702" y="92208"/>
                  </a:lnTo>
                  <a:lnTo>
                    <a:pt x="29408" y="91556"/>
                  </a:lnTo>
                  <a:lnTo>
                    <a:pt x="27104" y="86345"/>
                  </a:lnTo>
                  <a:lnTo>
                    <a:pt x="24947" y="80832"/>
                  </a:lnTo>
                  <a:lnTo>
                    <a:pt x="22987" y="75921"/>
                  </a:lnTo>
                  <a:lnTo>
                    <a:pt x="19017" y="64896"/>
                  </a:lnTo>
                  <a:lnTo>
                    <a:pt x="17644" y="60536"/>
                  </a:lnTo>
                  <a:lnTo>
                    <a:pt x="17448" y="59935"/>
                  </a:lnTo>
                  <a:lnTo>
                    <a:pt x="16468" y="57429"/>
                  </a:lnTo>
                  <a:lnTo>
                    <a:pt x="15194" y="54072"/>
                  </a:lnTo>
                  <a:lnTo>
                    <a:pt x="13184" y="48359"/>
                  </a:lnTo>
                  <a:lnTo>
                    <a:pt x="9851" y="39188"/>
                  </a:lnTo>
                  <a:lnTo>
                    <a:pt x="9557" y="38336"/>
                  </a:lnTo>
                  <a:lnTo>
                    <a:pt x="4656" y="24906"/>
                  </a:lnTo>
                  <a:lnTo>
                    <a:pt x="3087" y="20546"/>
                  </a:lnTo>
                  <a:lnTo>
                    <a:pt x="2695" y="19794"/>
                  </a:lnTo>
                  <a:lnTo>
                    <a:pt x="2254" y="19193"/>
                  </a:lnTo>
                  <a:lnTo>
                    <a:pt x="1813" y="18642"/>
                  </a:lnTo>
                  <a:lnTo>
                    <a:pt x="1470" y="17740"/>
                  </a:lnTo>
                  <a:lnTo>
                    <a:pt x="294" y="14532"/>
                  </a:lnTo>
                  <a:lnTo>
                    <a:pt x="196" y="13630"/>
                  </a:lnTo>
                  <a:lnTo>
                    <a:pt x="147" y="13330"/>
                  </a:lnTo>
                  <a:lnTo>
                    <a:pt x="0" y="11626"/>
                  </a:lnTo>
                  <a:lnTo>
                    <a:pt x="2842" y="11225"/>
                  </a:lnTo>
                  <a:lnTo>
                    <a:pt x="9361" y="10323"/>
                  </a:lnTo>
                  <a:lnTo>
                    <a:pt x="12498" y="9922"/>
                  </a:lnTo>
                  <a:lnTo>
                    <a:pt x="19066" y="9020"/>
                  </a:lnTo>
                  <a:lnTo>
                    <a:pt x="19311" y="8970"/>
                  </a:lnTo>
                  <a:lnTo>
                    <a:pt x="26712" y="7968"/>
                  </a:lnTo>
                  <a:lnTo>
                    <a:pt x="27153" y="7917"/>
                  </a:lnTo>
                  <a:lnTo>
                    <a:pt x="33966" y="6965"/>
                  </a:lnTo>
                  <a:lnTo>
                    <a:pt x="42396" y="5813"/>
                  </a:lnTo>
                  <a:lnTo>
                    <a:pt x="51660" y="4560"/>
                  </a:lnTo>
                  <a:lnTo>
                    <a:pt x="51954" y="4510"/>
                  </a:lnTo>
                  <a:lnTo>
                    <a:pt x="53767" y="4309"/>
                  </a:lnTo>
                  <a:lnTo>
                    <a:pt x="59649" y="3558"/>
                  </a:lnTo>
                  <a:lnTo>
                    <a:pt x="66413" y="2656"/>
                  </a:lnTo>
                  <a:lnTo>
                    <a:pt x="69353" y="2305"/>
                  </a:lnTo>
                  <a:lnTo>
                    <a:pt x="73128" y="1804"/>
                  </a:lnTo>
                  <a:lnTo>
                    <a:pt x="73275" y="1804"/>
                  </a:lnTo>
                  <a:lnTo>
                    <a:pt x="77784" y="1202"/>
                  </a:lnTo>
                  <a:lnTo>
                    <a:pt x="82489" y="601"/>
                  </a:lnTo>
                  <a:lnTo>
                    <a:pt x="82734" y="601"/>
                  </a:lnTo>
                  <a:lnTo>
                    <a:pt x="87734" y="50"/>
                  </a:lnTo>
                  <a:lnTo>
                    <a:pt x="878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67000" y="3804998"/>
              <a:ext cx="424701" cy="246607"/>
            </a:xfrm>
            <a:custGeom>
              <a:avLst/>
              <a:pathLst>
                <a:path w="424701" h="246607">
                  <a:moveTo>
                    <a:pt x="385735" y="952"/>
                  </a:moveTo>
                  <a:lnTo>
                    <a:pt x="388235" y="4911"/>
                  </a:lnTo>
                  <a:lnTo>
                    <a:pt x="389019" y="6163"/>
                  </a:lnTo>
                  <a:lnTo>
                    <a:pt x="389852" y="7516"/>
                  </a:lnTo>
                  <a:lnTo>
                    <a:pt x="394214" y="14182"/>
                  </a:lnTo>
                  <a:lnTo>
                    <a:pt x="389803" y="17188"/>
                  </a:lnTo>
                  <a:lnTo>
                    <a:pt x="390342" y="18241"/>
                  </a:lnTo>
                  <a:lnTo>
                    <a:pt x="390489" y="18541"/>
                  </a:lnTo>
                  <a:lnTo>
                    <a:pt x="391764" y="20245"/>
                  </a:lnTo>
                  <a:lnTo>
                    <a:pt x="393185" y="21899"/>
                  </a:lnTo>
                  <a:lnTo>
                    <a:pt x="398871" y="29015"/>
                  </a:lnTo>
                  <a:lnTo>
                    <a:pt x="399116" y="28764"/>
                  </a:lnTo>
                  <a:lnTo>
                    <a:pt x="401370" y="31420"/>
                  </a:lnTo>
                  <a:lnTo>
                    <a:pt x="404164" y="34778"/>
                  </a:lnTo>
                  <a:lnTo>
                    <a:pt x="404948" y="36031"/>
                  </a:lnTo>
                  <a:lnTo>
                    <a:pt x="405046" y="36281"/>
                  </a:lnTo>
                  <a:lnTo>
                    <a:pt x="405292" y="36983"/>
                  </a:lnTo>
                  <a:lnTo>
                    <a:pt x="405390" y="37184"/>
                  </a:lnTo>
                  <a:lnTo>
                    <a:pt x="405537" y="38035"/>
                  </a:lnTo>
                  <a:lnTo>
                    <a:pt x="405929" y="40190"/>
                  </a:lnTo>
                  <a:lnTo>
                    <a:pt x="406027" y="40792"/>
                  </a:lnTo>
                  <a:lnTo>
                    <a:pt x="406419" y="42496"/>
                  </a:lnTo>
                  <a:lnTo>
                    <a:pt x="406664" y="43498"/>
                  </a:lnTo>
                  <a:lnTo>
                    <a:pt x="406958" y="44500"/>
                  </a:lnTo>
                  <a:lnTo>
                    <a:pt x="408232" y="49261"/>
                  </a:lnTo>
                  <a:lnTo>
                    <a:pt x="409556" y="54122"/>
                  </a:lnTo>
                  <a:lnTo>
                    <a:pt x="409948" y="55425"/>
                  </a:lnTo>
                  <a:lnTo>
                    <a:pt x="410193" y="55375"/>
                  </a:lnTo>
                  <a:lnTo>
                    <a:pt x="415535" y="71611"/>
                  </a:lnTo>
                  <a:lnTo>
                    <a:pt x="415731" y="72112"/>
                  </a:lnTo>
                  <a:lnTo>
                    <a:pt x="416123" y="73265"/>
                  </a:lnTo>
                  <a:lnTo>
                    <a:pt x="416221" y="73516"/>
                  </a:lnTo>
                  <a:lnTo>
                    <a:pt x="417349" y="76823"/>
                  </a:lnTo>
                  <a:lnTo>
                    <a:pt x="418378" y="79780"/>
                  </a:lnTo>
                  <a:lnTo>
                    <a:pt x="418868" y="81183"/>
                  </a:lnTo>
                  <a:lnTo>
                    <a:pt x="418721" y="81333"/>
                  </a:lnTo>
                  <a:lnTo>
                    <a:pt x="418476" y="81534"/>
                  </a:lnTo>
                  <a:lnTo>
                    <a:pt x="417888" y="82035"/>
                  </a:lnTo>
                  <a:lnTo>
                    <a:pt x="417741" y="82135"/>
                  </a:lnTo>
                  <a:lnTo>
                    <a:pt x="417447" y="82386"/>
                  </a:lnTo>
                  <a:lnTo>
                    <a:pt x="416369" y="82987"/>
                  </a:lnTo>
                  <a:lnTo>
                    <a:pt x="415633" y="83288"/>
                  </a:lnTo>
                  <a:lnTo>
                    <a:pt x="414800" y="83488"/>
                  </a:lnTo>
                  <a:lnTo>
                    <a:pt x="414653" y="83538"/>
                  </a:lnTo>
                  <a:lnTo>
                    <a:pt x="413967" y="83889"/>
                  </a:lnTo>
                  <a:lnTo>
                    <a:pt x="413428" y="84140"/>
                  </a:lnTo>
                  <a:lnTo>
                    <a:pt x="412889" y="84541"/>
                  </a:lnTo>
                  <a:lnTo>
                    <a:pt x="412644" y="84741"/>
                  </a:lnTo>
                  <a:lnTo>
                    <a:pt x="411908" y="85192"/>
                  </a:lnTo>
                  <a:lnTo>
                    <a:pt x="411663" y="85342"/>
                  </a:lnTo>
                  <a:lnTo>
                    <a:pt x="411320" y="85593"/>
                  </a:lnTo>
                  <a:lnTo>
                    <a:pt x="410046" y="86144"/>
                  </a:lnTo>
                  <a:lnTo>
                    <a:pt x="409360" y="86595"/>
                  </a:lnTo>
                  <a:lnTo>
                    <a:pt x="409213" y="86745"/>
                  </a:lnTo>
                  <a:lnTo>
                    <a:pt x="409017" y="86946"/>
                  </a:lnTo>
                  <a:lnTo>
                    <a:pt x="408918" y="87197"/>
                  </a:lnTo>
                  <a:lnTo>
                    <a:pt x="408918" y="87597"/>
                  </a:lnTo>
                  <a:lnTo>
                    <a:pt x="408575" y="87948"/>
                  </a:lnTo>
                  <a:lnTo>
                    <a:pt x="407742" y="88750"/>
                  </a:lnTo>
                  <a:lnTo>
                    <a:pt x="406909" y="89552"/>
                  </a:lnTo>
                  <a:lnTo>
                    <a:pt x="406615" y="89802"/>
                  </a:lnTo>
                  <a:lnTo>
                    <a:pt x="406370" y="90103"/>
                  </a:lnTo>
                  <a:lnTo>
                    <a:pt x="405880" y="90504"/>
                  </a:lnTo>
                  <a:lnTo>
                    <a:pt x="405144" y="91105"/>
                  </a:lnTo>
                  <a:lnTo>
                    <a:pt x="404703" y="91456"/>
                  </a:lnTo>
                  <a:lnTo>
                    <a:pt x="404262" y="91807"/>
                  </a:lnTo>
                  <a:lnTo>
                    <a:pt x="403723" y="92208"/>
                  </a:lnTo>
                  <a:lnTo>
                    <a:pt x="403527" y="92358"/>
                  </a:lnTo>
                  <a:lnTo>
                    <a:pt x="403282" y="92509"/>
                  </a:lnTo>
                  <a:lnTo>
                    <a:pt x="402792" y="92909"/>
                  </a:lnTo>
                  <a:lnTo>
                    <a:pt x="402351" y="93210"/>
                  </a:lnTo>
                  <a:lnTo>
                    <a:pt x="401861" y="93561"/>
                  </a:lnTo>
                  <a:lnTo>
                    <a:pt x="400194" y="94814"/>
                  </a:lnTo>
                  <a:lnTo>
                    <a:pt x="399753" y="94663"/>
                  </a:lnTo>
                  <a:lnTo>
                    <a:pt x="399361" y="94162"/>
                  </a:lnTo>
                  <a:lnTo>
                    <a:pt x="399214" y="94012"/>
                  </a:lnTo>
                  <a:lnTo>
                    <a:pt x="398430" y="93060"/>
                  </a:lnTo>
                  <a:lnTo>
                    <a:pt x="397989" y="92659"/>
                  </a:lnTo>
                  <a:lnTo>
                    <a:pt x="397596" y="92208"/>
                  </a:lnTo>
                  <a:lnTo>
                    <a:pt x="397400" y="92057"/>
                  </a:lnTo>
                  <a:lnTo>
                    <a:pt x="397106" y="91907"/>
                  </a:lnTo>
                  <a:lnTo>
                    <a:pt x="396469" y="91456"/>
                  </a:lnTo>
                  <a:lnTo>
                    <a:pt x="396175" y="91105"/>
                  </a:lnTo>
                  <a:lnTo>
                    <a:pt x="395832" y="90755"/>
                  </a:lnTo>
                  <a:lnTo>
                    <a:pt x="395587" y="90454"/>
                  </a:lnTo>
                  <a:lnTo>
                    <a:pt x="395489" y="90304"/>
                  </a:lnTo>
                  <a:lnTo>
                    <a:pt x="395293" y="90103"/>
                  </a:lnTo>
                  <a:lnTo>
                    <a:pt x="394901" y="89502"/>
                  </a:lnTo>
                  <a:lnTo>
                    <a:pt x="394165" y="88249"/>
                  </a:lnTo>
                  <a:lnTo>
                    <a:pt x="393822" y="87698"/>
                  </a:lnTo>
                  <a:lnTo>
                    <a:pt x="393626" y="87347"/>
                  </a:lnTo>
                  <a:lnTo>
                    <a:pt x="393381" y="86846"/>
                  </a:lnTo>
                  <a:lnTo>
                    <a:pt x="392793" y="85793"/>
                  </a:lnTo>
                  <a:lnTo>
                    <a:pt x="392303" y="85042"/>
                  </a:lnTo>
                  <a:lnTo>
                    <a:pt x="392695" y="84440"/>
                  </a:lnTo>
                  <a:lnTo>
                    <a:pt x="392940" y="83989"/>
                  </a:lnTo>
                  <a:lnTo>
                    <a:pt x="393087" y="83789"/>
                  </a:lnTo>
                  <a:lnTo>
                    <a:pt x="393626" y="83238"/>
                  </a:lnTo>
                  <a:lnTo>
                    <a:pt x="393430" y="82937"/>
                  </a:lnTo>
                  <a:lnTo>
                    <a:pt x="393234" y="82486"/>
                  </a:lnTo>
                  <a:lnTo>
                    <a:pt x="393038" y="82185"/>
                  </a:lnTo>
                  <a:lnTo>
                    <a:pt x="392744" y="81634"/>
                  </a:lnTo>
                  <a:lnTo>
                    <a:pt x="392499" y="81233"/>
                  </a:lnTo>
                  <a:lnTo>
                    <a:pt x="392352" y="80982"/>
                  </a:lnTo>
                  <a:lnTo>
                    <a:pt x="392156" y="80682"/>
                  </a:lnTo>
                  <a:lnTo>
                    <a:pt x="391862" y="80331"/>
                  </a:lnTo>
                  <a:lnTo>
                    <a:pt x="391568" y="79930"/>
                  </a:lnTo>
                  <a:lnTo>
                    <a:pt x="391764" y="79680"/>
                  </a:lnTo>
                  <a:lnTo>
                    <a:pt x="391617" y="79379"/>
                  </a:lnTo>
                  <a:lnTo>
                    <a:pt x="393724" y="76322"/>
                  </a:lnTo>
                  <a:lnTo>
                    <a:pt x="397302" y="66851"/>
                  </a:lnTo>
                  <a:lnTo>
                    <a:pt x="397694" y="65748"/>
                  </a:lnTo>
                  <a:lnTo>
                    <a:pt x="399361" y="60987"/>
                  </a:lnTo>
                  <a:lnTo>
                    <a:pt x="398087" y="60185"/>
                  </a:lnTo>
                  <a:lnTo>
                    <a:pt x="397547" y="59484"/>
                  </a:lnTo>
                  <a:lnTo>
                    <a:pt x="391225" y="61639"/>
                  </a:lnTo>
                  <a:lnTo>
                    <a:pt x="386666" y="63192"/>
                  </a:lnTo>
                  <a:lnTo>
                    <a:pt x="385049" y="63744"/>
                  </a:lnTo>
                  <a:lnTo>
                    <a:pt x="384314" y="63994"/>
                  </a:lnTo>
                  <a:lnTo>
                    <a:pt x="383628" y="64245"/>
                  </a:lnTo>
                  <a:lnTo>
                    <a:pt x="379854" y="65598"/>
                  </a:lnTo>
                  <a:lnTo>
                    <a:pt x="379706" y="65648"/>
                  </a:lnTo>
                  <a:lnTo>
                    <a:pt x="380050" y="67151"/>
                  </a:lnTo>
                  <a:lnTo>
                    <a:pt x="380099" y="67452"/>
                  </a:lnTo>
                  <a:lnTo>
                    <a:pt x="380344" y="69056"/>
                  </a:lnTo>
                  <a:lnTo>
                    <a:pt x="380491" y="70058"/>
                  </a:lnTo>
                  <a:lnTo>
                    <a:pt x="380442" y="70409"/>
                  </a:lnTo>
                  <a:lnTo>
                    <a:pt x="380393" y="70960"/>
                  </a:lnTo>
                  <a:lnTo>
                    <a:pt x="380246" y="72012"/>
                  </a:lnTo>
                  <a:lnTo>
                    <a:pt x="380246" y="72313"/>
                  </a:lnTo>
                  <a:lnTo>
                    <a:pt x="379952" y="74468"/>
                  </a:lnTo>
                  <a:lnTo>
                    <a:pt x="379706" y="76172"/>
                  </a:lnTo>
                  <a:lnTo>
                    <a:pt x="379216" y="76172"/>
                  </a:lnTo>
                  <a:lnTo>
                    <a:pt x="379216" y="76422"/>
                  </a:lnTo>
                  <a:lnTo>
                    <a:pt x="379167" y="78076"/>
                  </a:lnTo>
                  <a:lnTo>
                    <a:pt x="379167" y="78527"/>
                  </a:lnTo>
                  <a:lnTo>
                    <a:pt x="379167" y="79178"/>
                  </a:lnTo>
                  <a:lnTo>
                    <a:pt x="379216" y="80231"/>
                  </a:lnTo>
                  <a:lnTo>
                    <a:pt x="379314" y="81033"/>
                  </a:lnTo>
                  <a:lnTo>
                    <a:pt x="379363" y="81584"/>
                  </a:lnTo>
                  <a:lnTo>
                    <a:pt x="379559" y="83538"/>
                  </a:lnTo>
                  <a:lnTo>
                    <a:pt x="379608" y="84089"/>
                  </a:lnTo>
                  <a:lnTo>
                    <a:pt x="379510" y="85843"/>
                  </a:lnTo>
                  <a:lnTo>
                    <a:pt x="379216" y="89802"/>
                  </a:lnTo>
                  <a:lnTo>
                    <a:pt x="379118" y="90905"/>
                  </a:lnTo>
                  <a:lnTo>
                    <a:pt x="379118" y="91105"/>
                  </a:lnTo>
                  <a:lnTo>
                    <a:pt x="378873" y="94162"/>
                  </a:lnTo>
                  <a:lnTo>
                    <a:pt x="378824" y="94613"/>
                  </a:lnTo>
                  <a:lnTo>
                    <a:pt x="378677" y="95415"/>
                  </a:lnTo>
                  <a:lnTo>
                    <a:pt x="378579" y="95666"/>
                  </a:lnTo>
                  <a:lnTo>
                    <a:pt x="378530" y="95966"/>
                  </a:lnTo>
                  <a:lnTo>
                    <a:pt x="378040" y="98121"/>
                  </a:lnTo>
                  <a:lnTo>
                    <a:pt x="377991" y="98322"/>
                  </a:lnTo>
                  <a:lnTo>
                    <a:pt x="377305" y="101479"/>
                  </a:lnTo>
                  <a:lnTo>
                    <a:pt x="377158" y="101930"/>
                  </a:lnTo>
                  <a:lnTo>
                    <a:pt x="376276" y="104736"/>
                  </a:lnTo>
                  <a:lnTo>
                    <a:pt x="376178" y="104937"/>
                  </a:lnTo>
                  <a:lnTo>
                    <a:pt x="376129" y="105087"/>
                  </a:lnTo>
                  <a:lnTo>
                    <a:pt x="375981" y="105588"/>
                  </a:lnTo>
                  <a:lnTo>
                    <a:pt x="375785" y="106189"/>
                  </a:lnTo>
                  <a:lnTo>
                    <a:pt x="375589" y="106691"/>
                  </a:lnTo>
                  <a:lnTo>
                    <a:pt x="374952" y="108394"/>
                  </a:lnTo>
                  <a:lnTo>
                    <a:pt x="374707" y="108996"/>
                  </a:lnTo>
                  <a:lnTo>
                    <a:pt x="374462" y="109647"/>
                  </a:lnTo>
                  <a:lnTo>
                    <a:pt x="373678" y="112203"/>
                  </a:lnTo>
                  <a:lnTo>
                    <a:pt x="373433" y="113105"/>
                  </a:lnTo>
                  <a:lnTo>
                    <a:pt x="372992" y="115260"/>
                  </a:lnTo>
                  <a:lnTo>
                    <a:pt x="374511" y="116663"/>
                  </a:lnTo>
                  <a:lnTo>
                    <a:pt x="375001" y="117214"/>
                  </a:lnTo>
                  <a:lnTo>
                    <a:pt x="376521" y="118918"/>
                  </a:lnTo>
                  <a:lnTo>
                    <a:pt x="377207" y="119920"/>
                  </a:lnTo>
                  <a:lnTo>
                    <a:pt x="379020" y="122426"/>
                  </a:lnTo>
                  <a:lnTo>
                    <a:pt x="381667" y="126134"/>
                  </a:lnTo>
                  <a:lnTo>
                    <a:pt x="382843" y="127738"/>
                  </a:lnTo>
                  <a:lnTo>
                    <a:pt x="386029" y="130945"/>
                  </a:lnTo>
                  <a:lnTo>
                    <a:pt x="386666" y="131597"/>
                  </a:lnTo>
                  <a:lnTo>
                    <a:pt x="386813" y="131747"/>
                  </a:lnTo>
                  <a:lnTo>
                    <a:pt x="390686" y="134954"/>
                  </a:lnTo>
                  <a:lnTo>
                    <a:pt x="390833" y="135055"/>
                  </a:lnTo>
                  <a:lnTo>
                    <a:pt x="391666" y="135606"/>
                  </a:lnTo>
                  <a:lnTo>
                    <a:pt x="392156" y="135907"/>
                  </a:lnTo>
                  <a:lnTo>
                    <a:pt x="392793" y="136307"/>
                  </a:lnTo>
                  <a:lnTo>
                    <a:pt x="393381" y="136708"/>
                  </a:lnTo>
                  <a:lnTo>
                    <a:pt x="395930" y="139014"/>
                  </a:lnTo>
                  <a:lnTo>
                    <a:pt x="396959" y="140116"/>
                  </a:lnTo>
                  <a:lnTo>
                    <a:pt x="397400" y="140818"/>
                  </a:lnTo>
                  <a:lnTo>
                    <a:pt x="397547" y="141219"/>
                  </a:lnTo>
                  <a:lnTo>
                    <a:pt x="397841" y="142020"/>
                  </a:lnTo>
                  <a:lnTo>
                    <a:pt x="399018" y="145027"/>
                  </a:lnTo>
                  <a:lnTo>
                    <a:pt x="399802" y="147132"/>
                  </a:lnTo>
                  <a:lnTo>
                    <a:pt x="400831" y="148134"/>
                  </a:lnTo>
                  <a:lnTo>
                    <a:pt x="401468" y="148736"/>
                  </a:lnTo>
                  <a:lnTo>
                    <a:pt x="402204" y="149337"/>
                  </a:lnTo>
                  <a:lnTo>
                    <a:pt x="402841" y="149788"/>
                  </a:lnTo>
                  <a:lnTo>
                    <a:pt x="403380" y="150189"/>
                  </a:lnTo>
                  <a:lnTo>
                    <a:pt x="403772" y="150490"/>
                  </a:lnTo>
                  <a:lnTo>
                    <a:pt x="404654" y="150490"/>
                  </a:lnTo>
                  <a:lnTo>
                    <a:pt x="405144" y="150439"/>
                  </a:lnTo>
                  <a:lnTo>
                    <a:pt x="405782" y="150289"/>
                  </a:lnTo>
                  <a:lnTo>
                    <a:pt x="407105" y="150038"/>
                  </a:lnTo>
                  <a:lnTo>
                    <a:pt x="407399" y="149938"/>
                  </a:lnTo>
                  <a:lnTo>
                    <a:pt x="407987" y="149888"/>
                  </a:lnTo>
                  <a:lnTo>
                    <a:pt x="408134" y="149888"/>
                  </a:lnTo>
                  <a:lnTo>
                    <a:pt x="408526" y="149888"/>
                  </a:lnTo>
                  <a:lnTo>
                    <a:pt x="408673" y="149888"/>
                  </a:lnTo>
                  <a:lnTo>
                    <a:pt x="409115" y="149888"/>
                  </a:lnTo>
                  <a:lnTo>
                    <a:pt x="409458" y="149888"/>
                  </a:lnTo>
                  <a:lnTo>
                    <a:pt x="409801" y="149938"/>
                  </a:lnTo>
                  <a:lnTo>
                    <a:pt x="410585" y="150089"/>
                  </a:lnTo>
                  <a:lnTo>
                    <a:pt x="411712" y="150139"/>
                  </a:lnTo>
                  <a:lnTo>
                    <a:pt x="412202" y="150089"/>
                  </a:lnTo>
                  <a:lnTo>
                    <a:pt x="412889" y="150038"/>
                  </a:lnTo>
                  <a:lnTo>
                    <a:pt x="413183" y="149988"/>
                  </a:lnTo>
                  <a:lnTo>
                    <a:pt x="413428" y="149988"/>
                  </a:lnTo>
                  <a:lnTo>
                    <a:pt x="413918" y="149988"/>
                  </a:lnTo>
                  <a:lnTo>
                    <a:pt x="414261" y="149988"/>
                  </a:lnTo>
                  <a:lnTo>
                    <a:pt x="414408" y="149988"/>
                  </a:lnTo>
                  <a:lnTo>
                    <a:pt x="415731" y="150339"/>
                  </a:lnTo>
                  <a:lnTo>
                    <a:pt x="416271" y="150590"/>
                  </a:lnTo>
                  <a:lnTo>
                    <a:pt x="416712" y="150790"/>
                  </a:lnTo>
                  <a:lnTo>
                    <a:pt x="417153" y="150941"/>
                  </a:lnTo>
                  <a:lnTo>
                    <a:pt x="417790" y="151241"/>
                  </a:lnTo>
                  <a:lnTo>
                    <a:pt x="418133" y="151442"/>
                  </a:lnTo>
                  <a:lnTo>
                    <a:pt x="419554" y="152143"/>
                  </a:lnTo>
                  <a:lnTo>
                    <a:pt x="420192" y="152494"/>
                  </a:lnTo>
                  <a:lnTo>
                    <a:pt x="420535" y="152694"/>
                  </a:lnTo>
                  <a:lnTo>
                    <a:pt x="422103" y="153546"/>
                  </a:lnTo>
                  <a:lnTo>
                    <a:pt x="422544" y="154048"/>
                  </a:lnTo>
                  <a:lnTo>
                    <a:pt x="422740" y="154248"/>
                  </a:lnTo>
                  <a:lnTo>
                    <a:pt x="423034" y="154599"/>
                  </a:lnTo>
                  <a:lnTo>
                    <a:pt x="423377" y="154899"/>
                  </a:lnTo>
                  <a:lnTo>
                    <a:pt x="423721" y="155250"/>
                  </a:lnTo>
                  <a:lnTo>
                    <a:pt x="424162" y="155451"/>
                  </a:lnTo>
                  <a:lnTo>
                    <a:pt x="424505" y="155501"/>
                  </a:lnTo>
                  <a:lnTo>
                    <a:pt x="424701" y="155551"/>
                  </a:lnTo>
                  <a:lnTo>
                    <a:pt x="424456" y="156403"/>
                  </a:lnTo>
                  <a:lnTo>
                    <a:pt x="422936" y="156052"/>
                  </a:lnTo>
                  <a:lnTo>
                    <a:pt x="419211" y="155000"/>
                  </a:lnTo>
                  <a:lnTo>
                    <a:pt x="418133" y="158658"/>
                  </a:lnTo>
                  <a:lnTo>
                    <a:pt x="417692" y="160061"/>
                  </a:lnTo>
                  <a:lnTo>
                    <a:pt x="415829" y="159309"/>
                  </a:lnTo>
                  <a:lnTo>
                    <a:pt x="415241" y="159059"/>
                  </a:lnTo>
                  <a:lnTo>
                    <a:pt x="414898" y="158909"/>
                  </a:lnTo>
                  <a:lnTo>
                    <a:pt x="412693" y="158007"/>
                  </a:lnTo>
                  <a:lnTo>
                    <a:pt x="411271" y="157305"/>
                  </a:lnTo>
                  <a:lnTo>
                    <a:pt x="407938" y="154849"/>
                  </a:lnTo>
                  <a:lnTo>
                    <a:pt x="407105" y="154198"/>
                  </a:lnTo>
                  <a:lnTo>
                    <a:pt x="405292" y="153396"/>
                  </a:lnTo>
                  <a:lnTo>
                    <a:pt x="403184" y="152494"/>
                  </a:lnTo>
                  <a:lnTo>
                    <a:pt x="402596" y="152193"/>
                  </a:lnTo>
                  <a:lnTo>
                    <a:pt x="402302" y="152043"/>
                  </a:lnTo>
                  <a:lnTo>
                    <a:pt x="401321" y="151392"/>
                  </a:lnTo>
                  <a:lnTo>
                    <a:pt x="399851" y="150339"/>
                  </a:lnTo>
                  <a:lnTo>
                    <a:pt x="398577" y="149237"/>
                  </a:lnTo>
                  <a:lnTo>
                    <a:pt x="397841" y="148585"/>
                  </a:lnTo>
                  <a:lnTo>
                    <a:pt x="397351" y="148635"/>
                  </a:lnTo>
                  <a:lnTo>
                    <a:pt x="391911" y="149337"/>
                  </a:lnTo>
                  <a:lnTo>
                    <a:pt x="386911" y="150038"/>
                  </a:lnTo>
                  <a:lnTo>
                    <a:pt x="383088" y="150540"/>
                  </a:lnTo>
                  <a:lnTo>
                    <a:pt x="378481" y="151141"/>
                  </a:lnTo>
                  <a:lnTo>
                    <a:pt x="374266" y="151692"/>
                  </a:lnTo>
                  <a:lnTo>
                    <a:pt x="369806" y="152243"/>
                  </a:lnTo>
                  <a:lnTo>
                    <a:pt x="364806" y="152945"/>
                  </a:lnTo>
                  <a:lnTo>
                    <a:pt x="364561" y="152995"/>
                  </a:lnTo>
                  <a:lnTo>
                    <a:pt x="360395" y="153546"/>
                  </a:lnTo>
                  <a:lnTo>
                    <a:pt x="360150" y="153597"/>
                  </a:lnTo>
                  <a:lnTo>
                    <a:pt x="356915" y="154048"/>
                  </a:lnTo>
                  <a:lnTo>
                    <a:pt x="355102" y="149487"/>
                  </a:lnTo>
                  <a:lnTo>
                    <a:pt x="353582" y="145629"/>
                  </a:lnTo>
                  <a:lnTo>
                    <a:pt x="352210" y="142221"/>
                  </a:lnTo>
                  <a:lnTo>
                    <a:pt x="351916" y="141519"/>
                  </a:lnTo>
                  <a:lnTo>
                    <a:pt x="351867" y="141369"/>
                  </a:lnTo>
                  <a:lnTo>
                    <a:pt x="351769" y="141118"/>
                  </a:lnTo>
                  <a:lnTo>
                    <a:pt x="349269" y="138613"/>
                  </a:lnTo>
                  <a:lnTo>
                    <a:pt x="348632" y="136758"/>
                  </a:lnTo>
                  <a:lnTo>
                    <a:pt x="347848" y="134503"/>
                  </a:lnTo>
                  <a:lnTo>
                    <a:pt x="347701" y="134554"/>
                  </a:lnTo>
                  <a:lnTo>
                    <a:pt x="342701" y="135105"/>
                  </a:lnTo>
                  <a:lnTo>
                    <a:pt x="342456" y="135105"/>
                  </a:lnTo>
                  <a:lnTo>
                    <a:pt x="337751" y="135706"/>
                  </a:lnTo>
                  <a:lnTo>
                    <a:pt x="333242" y="136307"/>
                  </a:lnTo>
                  <a:lnTo>
                    <a:pt x="333095" y="136307"/>
                  </a:lnTo>
                  <a:lnTo>
                    <a:pt x="329321" y="136809"/>
                  </a:lnTo>
                  <a:lnTo>
                    <a:pt x="326380" y="137159"/>
                  </a:lnTo>
                  <a:lnTo>
                    <a:pt x="319616" y="138061"/>
                  </a:lnTo>
                  <a:lnTo>
                    <a:pt x="313734" y="138813"/>
                  </a:lnTo>
                  <a:lnTo>
                    <a:pt x="311921" y="139014"/>
                  </a:lnTo>
                  <a:lnTo>
                    <a:pt x="311627" y="139064"/>
                  </a:lnTo>
                  <a:lnTo>
                    <a:pt x="302363" y="140317"/>
                  </a:lnTo>
                  <a:lnTo>
                    <a:pt x="293933" y="141469"/>
                  </a:lnTo>
                  <a:lnTo>
                    <a:pt x="287120" y="142421"/>
                  </a:lnTo>
                  <a:lnTo>
                    <a:pt x="286679" y="142471"/>
                  </a:lnTo>
                  <a:lnTo>
                    <a:pt x="279278" y="143474"/>
                  </a:lnTo>
                  <a:lnTo>
                    <a:pt x="279033" y="143524"/>
                  </a:lnTo>
                  <a:lnTo>
                    <a:pt x="272465" y="144426"/>
                  </a:lnTo>
                  <a:lnTo>
                    <a:pt x="269328" y="144827"/>
                  </a:lnTo>
                  <a:lnTo>
                    <a:pt x="262809" y="145729"/>
                  </a:lnTo>
                  <a:lnTo>
                    <a:pt x="259967" y="146130"/>
                  </a:lnTo>
                  <a:lnTo>
                    <a:pt x="260114" y="147834"/>
                  </a:lnTo>
                  <a:lnTo>
                    <a:pt x="260163" y="148134"/>
                  </a:lnTo>
                  <a:lnTo>
                    <a:pt x="260261" y="149036"/>
                  </a:lnTo>
                  <a:lnTo>
                    <a:pt x="261437" y="152243"/>
                  </a:lnTo>
                  <a:lnTo>
                    <a:pt x="261780" y="153146"/>
                  </a:lnTo>
                  <a:lnTo>
                    <a:pt x="262221" y="153697"/>
                  </a:lnTo>
                  <a:lnTo>
                    <a:pt x="262662" y="154298"/>
                  </a:lnTo>
                  <a:lnTo>
                    <a:pt x="263055" y="155050"/>
                  </a:lnTo>
                  <a:lnTo>
                    <a:pt x="264623" y="159410"/>
                  </a:lnTo>
                  <a:lnTo>
                    <a:pt x="269524" y="172840"/>
                  </a:lnTo>
                  <a:lnTo>
                    <a:pt x="269818" y="173692"/>
                  </a:lnTo>
                  <a:lnTo>
                    <a:pt x="273151" y="182863"/>
                  </a:lnTo>
                  <a:lnTo>
                    <a:pt x="275161" y="188576"/>
                  </a:lnTo>
                  <a:lnTo>
                    <a:pt x="276435" y="191933"/>
                  </a:lnTo>
                  <a:lnTo>
                    <a:pt x="277415" y="194439"/>
                  </a:lnTo>
                  <a:lnTo>
                    <a:pt x="277612" y="195040"/>
                  </a:lnTo>
                  <a:lnTo>
                    <a:pt x="278984" y="199400"/>
                  </a:lnTo>
                  <a:lnTo>
                    <a:pt x="282954" y="210425"/>
                  </a:lnTo>
                  <a:lnTo>
                    <a:pt x="284915" y="215336"/>
                  </a:lnTo>
                  <a:lnTo>
                    <a:pt x="287071" y="220848"/>
                  </a:lnTo>
                  <a:lnTo>
                    <a:pt x="289375" y="226060"/>
                  </a:lnTo>
                  <a:lnTo>
                    <a:pt x="289669" y="226712"/>
                  </a:lnTo>
                  <a:lnTo>
                    <a:pt x="291580" y="230871"/>
                  </a:lnTo>
                  <a:lnTo>
                    <a:pt x="291923" y="231673"/>
                  </a:lnTo>
                  <a:lnTo>
                    <a:pt x="294668" y="238188"/>
                  </a:lnTo>
                  <a:lnTo>
                    <a:pt x="295452" y="240042"/>
                  </a:lnTo>
                  <a:lnTo>
                    <a:pt x="295796" y="240894"/>
                  </a:lnTo>
                  <a:lnTo>
                    <a:pt x="295648" y="240894"/>
                  </a:lnTo>
                  <a:lnTo>
                    <a:pt x="294619" y="241044"/>
                  </a:lnTo>
                  <a:lnTo>
                    <a:pt x="293296" y="241245"/>
                  </a:lnTo>
                  <a:lnTo>
                    <a:pt x="293100" y="241295"/>
                  </a:lnTo>
                  <a:lnTo>
                    <a:pt x="292855" y="241295"/>
                  </a:lnTo>
                  <a:lnTo>
                    <a:pt x="286973" y="242147"/>
                  </a:lnTo>
                  <a:lnTo>
                    <a:pt x="286777" y="242197"/>
                  </a:lnTo>
                  <a:lnTo>
                    <a:pt x="285160" y="242397"/>
                  </a:lnTo>
                  <a:lnTo>
                    <a:pt x="281239" y="242948"/>
                  </a:lnTo>
                  <a:lnTo>
                    <a:pt x="280650" y="243049"/>
                  </a:lnTo>
                  <a:lnTo>
                    <a:pt x="279768" y="243149"/>
                  </a:lnTo>
                  <a:lnTo>
                    <a:pt x="278053" y="243399"/>
                  </a:lnTo>
                  <a:lnTo>
                    <a:pt x="277759" y="243450"/>
                  </a:lnTo>
                  <a:lnTo>
                    <a:pt x="276533" y="243650"/>
                  </a:lnTo>
                  <a:lnTo>
                    <a:pt x="276288" y="243650"/>
                  </a:lnTo>
                  <a:lnTo>
                    <a:pt x="275210" y="243800"/>
                  </a:lnTo>
                  <a:lnTo>
                    <a:pt x="274279" y="243951"/>
                  </a:lnTo>
                  <a:lnTo>
                    <a:pt x="271877" y="244301"/>
                  </a:lnTo>
                  <a:lnTo>
                    <a:pt x="270750" y="244452"/>
                  </a:lnTo>
                  <a:lnTo>
                    <a:pt x="270211" y="244502"/>
                  </a:lnTo>
                  <a:lnTo>
                    <a:pt x="266780" y="245003"/>
                  </a:lnTo>
                  <a:lnTo>
                    <a:pt x="266338" y="245053"/>
                  </a:lnTo>
                  <a:lnTo>
                    <a:pt x="260898" y="245855"/>
                  </a:lnTo>
                  <a:lnTo>
                    <a:pt x="256389" y="246456"/>
                  </a:lnTo>
                  <a:lnTo>
                    <a:pt x="255359" y="246607"/>
                  </a:lnTo>
                  <a:lnTo>
                    <a:pt x="255261" y="245855"/>
                  </a:lnTo>
                  <a:lnTo>
                    <a:pt x="254477" y="240443"/>
                  </a:lnTo>
                  <a:lnTo>
                    <a:pt x="253203" y="231422"/>
                  </a:lnTo>
                  <a:lnTo>
                    <a:pt x="253154" y="231172"/>
                  </a:lnTo>
                  <a:lnTo>
                    <a:pt x="252566" y="227313"/>
                  </a:lnTo>
                  <a:lnTo>
                    <a:pt x="252419" y="226110"/>
                  </a:lnTo>
                  <a:lnTo>
                    <a:pt x="252223" y="225008"/>
                  </a:lnTo>
                  <a:lnTo>
                    <a:pt x="252174" y="224457"/>
                  </a:lnTo>
                  <a:lnTo>
                    <a:pt x="251978" y="223404"/>
                  </a:lnTo>
                  <a:lnTo>
                    <a:pt x="251683" y="221199"/>
                  </a:lnTo>
                  <a:lnTo>
                    <a:pt x="251585" y="220698"/>
                  </a:lnTo>
                  <a:lnTo>
                    <a:pt x="251536" y="220448"/>
                  </a:lnTo>
                  <a:lnTo>
                    <a:pt x="251487" y="220047"/>
                  </a:lnTo>
                  <a:lnTo>
                    <a:pt x="251438" y="219546"/>
                  </a:lnTo>
                  <a:lnTo>
                    <a:pt x="251340" y="219145"/>
                  </a:lnTo>
                  <a:lnTo>
                    <a:pt x="251095" y="217491"/>
                  </a:lnTo>
                  <a:lnTo>
                    <a:pt x="250899" y="216138"/>
                  </a:lnTo>
                  <a:lnTo>
                    <a:pt x="250850" y="215787"/>
                  </a:lnTo>
                  <a:lnTo>
                    <a:pt x="250801" y="215336"/>
                  </a:lnTo>
                  <a:lnTo>
                    <a:pt x="250752" y="215186"/>
                  </a:lnTo>
                  <a:lnTo>
                    <a:pt x="250654" y="214484"/>
                  </a:lnTo>
                  <a:lnTo>
                    <a:pt x="250556" y="213732"/>
                  </a:lnTo>
                  <a:lnTo>
                    <a:pt x="250017" y="210275"/>
                  </a:lnTo>
                  <a:lnTo>
                    <a:pt x="249184" y="204912"/>
                  </a:lnTo>
                  <a:lnTo>
                    <a:pt x="248400" y="199450"/>
                  </a:lnTo>
                  <a:lnTo>
                    <a:pt x="248351" y="199250"/>
                  </a:lnTo>
                  <a:lnTo>
                    <a:pt x="248203" y="198147"/>
                  </a:lnTo>
                  <a:lnTo>
                    <a:pt x="247125" y="191031"/>
                  </a:lnTo>
                  <a:lnTo>
                    <a:pt x="247076" y="190881"/>
                  </a:lnTo>
                  <a:lnTo>
                    <a:pt x="246978" y="190279"/>
                  </a:lnTo>
                  <a:lnTo>
                    <a:pt x="246978" y="190029"/>
                  </a:lnTo>
                  <a:lnTo>
                    <a:pt x="246880" y="189578"/>
                  </a:lnTo>
                  <a:lnTo>
                    <a:pt x="246782" y="188826"/>
                  </a:lnTo>
                  <a:lnTo>
                    <a:pt x="246733" y="188475"/>
                  </a:lnTo>
                  <a:lnTo>
                    <a:pt x="246488" y="187022"/>
                  </a:lnTo>
                  <a:lnTo>
                    <a:pt x="246488" y="186822"/>
                  </a:lnTo>
                  <a:lnTo>
                    <a:pt x="246292" y="185619"/>
                  </a:lnTo>
                  <a:lnTo>
                    <a:pt x="247321" y="179455"/>
                  </a:lnTo>
                  <a:lnTo>
                    <a:pt x="247762" y="176498"/>
                  </a:lnTo>
                  <a:lnTo>
                    <a:pt x="247811" y="176248"/>
                  </a:lnTo>
                  <a:lnTo>
                    <a:pt x="248105" y="174644"/>
                  </a:lnTo>
                  <a:lnTo>
                    <a:pt x="248988" y="169533"/>
                  </a:lnTo>
                  <a:lnTo>
                    <a:pt x="249233" y="168230"/>
                  </a:lnTo>
                  <a:lnTo>
                    <a:pt x="245067" y="168781"/>
                  </a:lnTo>
                  <a:lnTo>
                    <a:pt x="244331" y="168881"/>
                  </a:lnTo>
                  <a:lnTo>
                    <a:pt x="240361" y="169432"/>
                  </a:lnTo>
                  <a:lnTo>
                    <a:pt x="235313" y="170134"/>
                  </a:lnTo>
                  <a:lnTo>
                    <a:pt x="229578" y="170936"/>
                  </a:lnTo>
                  <a:lnTo>
                    <a:pt x="228304" y="171086"/>
                  </a:lnTo>
                  <a:lnTo>
                    <a:pt x="227912" y="171136"/>
                  </a:lnTo>
                  <a:lnTo>
                    <a:pt x="227618" y="171186"/>
                  </a:lnTo>
                  <a:lnTo>
                    <a:pt x="220707" y="172189"/>
                  </a:lnTo>
                  <a:lnTo>
                    <a:pt x="219972" y="172289"/>
                  </a:lnTo>
                  <a:lnTo>
                    <a:pt x="219040" y="172439"/>
                  </a:lnTo>
                  <a:lnTo>
                    <a:pt x="209875" y="173692"/>
                  </a:lnTo>
                  <a:lnTo>
                    <a:pt x="209532" y="173441"/>
                  </a:lnTo>
                  <a:lnTo>
                    <a:pt x="211590" y="170936"/>
                  </a:lnTo>
                  <a:lnTo>
                    <a:pt x="216492" y="164872"/>
                  </a:lnTo>
                  <a:lnTo>
                    <a:pt x="218060" y="162918"/>
                  </a:lnTo>
                  <a:lnTo>
                    <a:pt x="219384" y="161264"/>
                  </a:lnTo>
                  <a:lnTo>
                    <a:pt x="220756" y="159560"/>
                  </a:lnTo>
                  <a:lnTo>
                    <a:pt x="221344" y="158858"/>
                  </a:lnTo>
                  <a:lnTo>
                    <a:pt x="221736" y="158407"/>
                  </a:lnTo>
                  <a:lnTo>
                    <a:pt x="221981" y="158057"/>
                  </a:lnTo>
                  <a:lnTo>
                    <a:pt x="222766" y="157004"/>
                  </a:lnTo>
                  <a:lnTo>
                    <a:pt x="224285" y="155150"/>
                  </a:lnTo>
                  <a:lnTo>
                    <a:pt x="226000" y="153045"/>
                  </a:lnTo>
                  <a:lnTo>
                    <a:pt x="226245" y="152745"/>
                  </a:lnTo>
                  <a:lnTo>
                    <a:pt x="226883" y="151843"/>
                  </a:lnTo>
                  <a:lnTo>
                    <a:pt x="228010" y="150339"/>
                  </a:lnTo>
                  <a:lnTo>
                    <a:pt x="227814" y="150189"/>
                  </a:lnTo>
                  <a:lnTo>
                    <a:pt x="227618" y="149938"/>
                  </a:lnTo>
                  <a:lnTo>
                    <a:pt x="227471" y="149688"/>
                  </a:lnTo>
                  <a:lnTo>
                    <a:pt x="227324" y="149437"/>
                  </a:lnTo>
                  <a:lnTo>
                    <a:pt x="227226" y="149136"/>
                  </a:lnTo>
                  <a:lnTo>
                    <a:pt x="227128" y="148836"/>
                  </a:lnTo>
                  <a:lnTo>
                    <a:pt x="227079" y="148535"/>
                  </a:lnTo>
                  <a:lnTo>
                    <a:pt x="227079" y="148234"/>
                  </a:lnTo>
                  <a:lnTo>
                    <a:pt x="227128" y="147934"/>
                  </a:lnTo>
                  <a:lnTo>
                    <a:pt x="227177" y="147683"/>
                  </a:lnTo>
                  <a:lnTo>
                    <a:pt x="227275" y="147382"/>
                  </a:lnTo>
                  <a:lnTo>
                    <a:pt x="227422" y="147132"/>
                  </a:lnTo>
                  <a:lnTo>
                    <a:pt x="227569" y="146831"/>
                  </a:lnTo>
                  <a:lnTo>
                    <a:pt x="227765" y="146631"/>
                  </a:lnTo>
                  <a:lnTo>
                    <a:pt x="227961" y="146430"/>
                  </a:lnTo>
                  <a:lnTo>
                    <a:pt x="228206" y="146230"/>
                  </a:lnTo>
                  <a:lnTo>
                    <a:pt x="228500" y="146080"/>
                  </a:lnTo>
                  <a:lnTo>
                    <a:pt x="228745" y="145979"/>
                  </a:lnTo>
                  <a:lnTo>
                    <a:pt x="229039" y="145879"/>
                  </a:lnTo>
                  <a:lnTo>
                    <a:pt x="229382" y="145829"/>
                  </a:lnTo>
                  <a:lnTo>
                    <a:pt x="228745" y="137410"/>
                  </a:lnTo>
                  <a:lnTo>
                    <a:pt x="228402" y="132950"/>
                  </a:lnTo>
                  <a:lnTo>
                    <a:pt x="228010" y="128189"/>
                  </a:lnTo>
                  <a:lnTo>
                    <a:pt x="227618" y="123980"/>
                  </a:lnTo>
                  <a:lnTo>
                    <a:pt x="227226" y="120121"/>
                  </a:lnTo>
                  <a:lnTo>
                    <a:pt x="227177" y="119419"/>
                  </a:lnTo>
                  <a:lnTo>
                    <a:pt x="226736" y="114208"/>
                  </a:lnTo>
                  <a:lnTo>
                    <a:pt x="226343" y="109196"/>
                  </a:lnTo>
                  <a:lnTo>
                    <a:pt x="226196" y="107693"/>
                  </a:lnTo>
                  <a:lnTo>
                    <a:pt x="225706" y="101379"/>
                  </a:lnTo>
                  <a:lnTo>
                    <a:pt x="221344" y="101078"/>
                  </a:lnTo>
                  <a:lnTo>
                    <a:pt x="219923" y="100928"/>
                  </a:lnTo>
                  <a:lnTo>
                    <a:pt x="216933" y="100727"/>
                  </a:lnTo>
                  <a:lnTo>
                    <a:pt x="214041" y="100527"/>
                  </a:lnTo>
                  <a:lnTo>
                    <a:pt x="211934" y="100376"/>
                  </a:lnTo>
                  <a:lnTo>
                    <a:pt x="211100" y="100326"/>
                  </a:lnTo>
                  <a:lnTo>
                    <a:pt x="209189" y="100126"/>
                  </a:lnTo>
                  <a:lnTo>
                    <a:pt x="203846" y="99123"/>
                  </a:lnTo>
                  <a:lnTo>
                    <a:pt x="202719" y="98923"/>
                  </a:lnTo>
                  <a:lnTo>
                    <a:pt x="201935" y="98773"/>
                  </a:lnTo>
                  <a:lnTo>
                    <a:pt x="201298" y="98622"/>
                  </a:lnTo>
                  <a:lnTo>
                    <a:pt x="198014" y="97971"/>
                  </a:lnTo>
                  <a:lnTo>
                    <a:pt x="194240" y="97169"/>
                  </a:lnTo>
                  <a:lnTo>
                    <a:pt x="192867" y="96918"/>
                  </a:lnTo>
                  <a:lnTo>
                    <a:pt x="192083" y="96768"/>
                  </a:lnTo>
                  <a:lnTo>
                    <a:pt x="185956" y="95565"/>
                  </a:lnTo>
                  <a:lnTo>
                    <a:pt x="176595" y="93761"/>
                  </a:lnTo>
                  <a:lnTo>
                    <a:pt x="172037" y="92909"/>
                  </a:lnTo>
                  <a:lnTo>
                    <a:pt x="171890" y="92859"/>
                  </a:lnTo>
                  <a:lnTo>
                    <a:pt x="169880" y="92509"/>
                  </a:lnTo>
                  <a:lnTo>
                    <a:pt x="168116" y="96367"/>
                  </a:lnTo>
                  <a:lnTo>
                    <a:pt x="166596" y="99424"/>
                  </a:lnTo>
                  <a:lnTo>
                    <a:pt x="165616" y="101479"/>
                  </a:lnTo>
                  <a:lnTo>
                    <a:pt x="165469" y="101880"/>
                  </a:lnTo>
                  <a:lnTo>
                    <a:pt x="165175" y="102932"/>
                  </a:lnTo>
                  <a:lnTo>
                    <a:pt x="164881" y="103884"/>
                  </a:lnTo>
                  <a:lnTo>
                    <a:pt x="161891" y="109948"/>
                  </a:lnTo>
                  <a:lnTo>
                    <a:pt x="159195" y="113506"/>
                  </a:lnTo>
                  <a:lnTo>
                    <a:pt x="156940" y="116513"/>
                  </a:lnTo>
                  <a:lnTo>
                    <a:pt x="154196" y="120321"/>
                  </a:lnTo>
                  <a:lnTo>
                    <a:pt x="154049" y="120522"/>
                  </a:lnTo>
                  <a:lnTo>
                    <a:pt x="153117" y="121825"/>
                  </a:lnTo>
                  <a:lnTo>
                    <a:pt x="152921" y="122176"/>
                  </a:lnTo>
                  <a:lnTo>
                    <a:pt x="151843" y="123779"/>
                  </a:lnTo>
                  <a:lnTo>
                    <a:pt x="151304" y="124781"/>
                  </a:lnTo>
                  <a:lnTo>
                    <a:pt x="150863" y="125734"/>
                  </a:lnTo>
                  <a:lnTo>
                    <a:pt x="150569" y="126736"/>
                  </a:lnTo>
                  <a:lnTo>
                    <a:pt x="150324" y="127888"/>
                  </a:lnTo>
                  <a:lnTo>
                    <a:pt x="149686" y="130895"/>
                  </a:lnTo>
                  <a:lnTo>
                    <a:pt x="149147" y="133050"/>
                  </a:lnTo>
                  <a:lnTo>
                    <a:pt x="148265" y="136358"/>
                  </a:lnTo>
                  <a:lnTo>
                    <a:pt x="147628" y="138212"/>
                  </a:lnTo>
                  <a:lnTo>
                    <a:pt x="147089" y="139665"/>
                  </a:lnTo>
                  <a:lnTo>
                    <a:pt x="146795" y="140617"/>
                  </a:lnTo>
                  <a:lnTo>
                    <a:pt x="146599" y="141419"/>
                  </a:lnTo>
                  <a:lnTo>
                    <a:pt x="146452" y="142221"/>
                  </a:lnTo>
                  <a:lnTo>
                    <a:pt x="146010" y="145578"/>
                  </a:lnTo>
                  <a:lnTo>
                    <a:pt x="144932" y="149838"/>
                  </a:lnTo>
                  <a:lnTo>
                    <a:pt x="144197" y="152344"/>
                  </a:lnTo>
                  <a:lnTo>
                    <a:pt x="143805" y="153597"/>
                  </a:lnTo>
                  <a:lnTo>
                    <a:pt x="142727" y="157054"/>
                  </a:lnTo>
                  <a:lnTo>
                    <a:pt x="140031" y="165022"/>
                  </a:lnTo>
                  <a:lnTo>
                    <a:pt x="139639" y="166125"/>
                  </a:lnTo>
                  <a:lnTo>
                    <a:pt x="138070" y="170685"/>
                  </a:lnTo>
                  <a:lnTo>
                    <a:pt x="137335" y="172840"/>
                  </a:lnTo>
                  <a:lnTo>
                    <a:pt x="134590" y="180858"/>
                  </a:lnTo>
                  <a:lnTo>
                    <a:pt x="133316" y="184867"/>
                  </a:lnTo>
                  <a:lnTo>
                    <a:pt x="132091" y="184917"/>
                  </a:lnTo>
                  <a:lnTo>
                    <a:pt x="129640" y="184967"/>
                  </a:lnTo>
                  <a:lnTo>
                    <a:pt x="128709" y="185018"/>
                  </a:lnTo>
                  <a:lnTo>
                    <a:pt x="115916" y="185569"/>
                  </a:lnTo>
                  <a:lnTo>
                    <a:pt x="115279" y="185619"/>
                  </a:lnTo>
                  <a:lnTo>
                    <a:pt x="112387" y="185619"/>
                  </a:lnTo>
                  <a:lnTo>
                    <a:pt x="111554" y="185669"/>
                  </a:lnTo>
                  <a:lnTo>
                    <a:pt x="111113" y="185669"/>
                  </a:lnTo>
                  <a:lnTo>
                    <a:pt x="108564" y="185719"/>
                  </a:lnTo>
                  <a:lnTo>
                    <a:pt x="102094" y="185920"/>
                  </a:lnTo>
                  <a:lnTo>
                    <a:pt x="95772" y="186070"/>
                  </a:lnTo>
                  <a:lnTo>
                    <a:pt x="93615" y="186120"/>
                  </a:lnTo>
                  <a:lnTo>
                    <a:pt x="91557" y="186170"/>
                  </a:lnTo>
                  <a:lnTo>
                    <a:pt x="88861" y="186220"/>
                  </a:lnTo>
                  <a:lnTo>
                    <a:pt x="87685" y="186270"/>
                  </a:lnTo>
                  <a:lnTo>
                    <a:pt x="82342" y="186421"/>
                  </a:lnTo>
                  <a:lnTo>
                    <a:pt x="78568" y="186521"/>
                  </a:lnTo>
                  <a:lnTo>
                    <a:pt x="75872" y="186571"/>
                  </a:lnTo>
                  <a:lnTo>
                    <a:pt x="72098" y="186671"/>
                  </a:lnTo>
                  <a:lnTo>
                    <a:pt x="71118" y="186721"/>
                  </a:lnTo>
                  <a:lnTo>
                    <a:pt x="65972" y="186822"/>
                  </a:lnTo>
                  <a:lnTo>
                    <a:pt x="62982" y="187423"/>
                  </a:lnTo>
                  <a:lnTo>
                    <a:pt x="62394" y="187573"/>
                  </a:lnTo>
                  <a:lnTo>
                    <a:pt x="62050" y="187623"/>
                  </a:lnTo>
                  <a:lnTo>
                    <a:pt x="61413" y="187824"/>
                  </a:lnTo>
                  <a:lnTo>
                    <a:pt x="61119" y="187924"/>
                  </a:lnTo>
                  <a:lnTo>
                    <a:pt x="57100" y="188926"/>
                  </a:lnTo>
                  <a:lnTo>
                    <a:pt x="55385" y="189327"/>
                  </a:lnTo>
                  <a:lnTo>
                    <a:pt x="53767" y="189628"/>
                  </a:lnTo>
                  <a:lnTo>
                    <a:pt x="53130" y="189728"/>
                  </a:lnTo>
                  <a:lnTo>
                    <a:pt x="52738" y="189678"/>
                  </a:lnTo>
                  <a:lnTo>
                    <a:pt x="52591" y="189678"/>
                  </a:lnTo>
                  <a:lnTo>
                    <a:pt x="52346" y="189628"/>
                  </a:lnTo>
                  <a:lnTo>
                    <a:pt x="52052" y="189578"/>
                  </a:lnTo>
                  <a:lnTo>
                    <a:pt x="52052" y="188125"/>
                  </a:lnTo>
                  <a:lnTo>
                    <a:pt x="52003" y="185018"/>
                  </a:lnTo>
                  <a:lnTo>
                    <a:pt x="51954" y="183865"/>
                  </a:lnTo>
                  <a:lnTo>
                    <a:pt x="51856" y="182061"/>
                  </a:lnTo>
                  <a:lnTo>
                    <a:pt x="51807" y="181059"/>
                  </a:lnTo>
                  <a:lnTo>
                    <a:pt x="51415" y="177851"/>
                  </a:lnTo>
                  <a:lnTo>
                    <a:pt x="50973" y="174794"/>
                  </a:lnTo>
                  <a:lnTo>
                    <a:pt x="50973" y="174644"/>
                  </a:lnTo>
                  <a:lnTo>
                    <a:pt x="50679" y="172740"/>
                  </a:lnTo>
                  <a:lnTo>
                    <a:pt x="50336" y="170535"/>
                  </a:lnTo>
                  <a:lnTo>
                    <a:pt x="49846" y="168280"/>
                  </a:lnTo>
                  <a:lnTo>
                    <a:pt x="49748" y="167929"/>
                  </a:lnTo>
                  <a:lnTo>
                    <a:pt x="48621" y="163218"/>
                  </a:lnTo>
                  <a:lnTo>
                    <a:pt x="47935" y="160061"/>
                  </a:lnTo>
                  <a:lnTo>
                    <a:pt x="47690" y="159209"/>
                  </a:lnTo>
                  <a:lnTo>
                    <a:pt x="47494" y="158157"/>
                  </a:lnTo>
                  <a:lnTo>
                    <a:pt x="46611" y="154298"/>
                  </a:lnTo>
                  <a:lnTo>
                    <a:pt x="46366" y="153196"/>
                  </a:lnTo>
                  <a:lnTo>
                    <a:pt x="45925" y="151041"/>
                  </a:lnTo>
                  <a:lnTo>
                    <a:pt x="45680" y="148736"/>
                  </a:lnTo>
                  <a:lnTo>
                    <a:pt x="45533" y="148184"/>
                  </a:lnTo>
                  <a:lnTo>
                    <a:pt x="34750" y="150941"/>
                  </a:lnTo>
                  <a:lnTo>
                    <a:pt x="33966" y="151141"/>
                  </a:lnTo>
                  <a:lnTo>
                    <a:pt x="32937" y="151341"/>
                  </a:lnTo>
                  <a:lnTo>
                    <a:pt x="31123" y="151742"/>
                  </a:lnTo>
                  <a:lnTo>
                    <a:pt x="27447" y="152294"/>
                  </a:lnTo>
                  <a:lnTo>
                    <a:pt x="26516" y="152444"/>
                  </a:lnTo>
                  <a:lnTo>
                    <a:pt x="26320" y="152444"/>
                  </a:lnTo>
                  <a:lnTo>
                    <a:pt x="21712" y="152945"/>
                  </a:lnTo>
                  <a:lnTo>
                    <a:pt x="18527" y="153246"/>
                  </a:lnTo>
                  <a:lnTo>
                    <a:pt x="18331" y="153246"/>
                  </a:lnTo>
                  <a:lnTo>
                    <a:pt x="17742" y="153196"/>
                  </a:lnTo>
                  <a:lnTo>
                    <a:pt x="17350" y="153246"/>
                  </a:lnTo>
                  <a:lnTo>
                    <a:pt x="15194" y="153546"/>
                  </a:lnTo>
                  <a:lnTo>
                    <a:pt x="12547" y="153947"/>
                  </a:lnTo>
                  <a:lnTo>
                    <a:pt x="10145" y="154298"/>
                  </a:lnTo>
                  <a:lnTo>
                    <a:pt x="9165" y="154448"/>
                  </a:lnTo>
                  <a:lnTo>
                    <a:pt x="6420" y="154649"/>
                  </a:lnTo>
                  <a:lnTo>
                    <a:pt x="6371" y="154148"/>
                  </a:lnTo>
                  <a:lnTo>
                    <a:pt x="6322" y="153947"/>
                  </a:lnTo>
                  <a:lnTo>
                    <a:pt x="4705" y="153697"/>
                  </a:lnTo>
                  <a:lnTo>
                    <a:pt x="2499" y="152243"/>
                  </a:lnTo>
                  <a:lnTo>
                    <a:pt x="1421" y="151492"/>
                  </a:lnTo>
                  <a:lnTo>
                    <a:pt x="1176" y="151141"/>
                  </a:lnTo>
                  <a:lnTo>
                    <a:pt x="931" y="149988"/>
                  </a:lnTo>
                  <a:lnTo>
                    <a:pt x="735" y="149136"/>
                  </a:lnTo>
                  <a:lnTo>
                    <a:pt x="735" y="148786"/>
                  </a:lnTo>
                  <a:lnTo>
                    <a:pt x="735" y="147783"/>
                  </a:lnTo>
                  <a:lnTo>
                    <a:pt x="784" y="147633"/>
                  </a:lnTo>
                  <a:lnTo>
                    <a:pt x="1176" y="146731"/>
                  </a:lnTo>
                  <a:lnTo>
                    <a:pt x="1666" y="146731"/>
                  </a:lnTo>
                  <a:lnTo>
                    <a:pt x="2597" y="145979"/>
                  </a:lnTo>
                  <a:lnTo>
                    <a:pt x="2352" y="144877"/>
                  </a:lnTo>
                  <a:lnTo>
                    <a:pt x="3087" y="144125"/>
                  </a:lnTo>
                  <a:lnTo>
                    <a:pt x="2303" y="143073"/>
                  </a:lnTo>
                  <a:lnTo>
                    <a:pt x="1666" y="143574"/>
                  </a:lnTo>
                  <a:lnTo>
                    <a:pt x="1470" y="143373"/>
                  </a:lnTo>
                  <a:lnTo>
                    <a:pt x="490" y="142070"/>
                  </a:lnTo>
                  <a:lnTo>
                    <a:pt x="343" y="141820"/>
                  </a:lnTo>
                  <a:lnTo>
                    <a:pt x="49" y="141369"/>
                  </a:lnTo>
                  <a:lnTo>
                    <a:pt x="0" y="140567"/>
                  </a:lnTo>
                  <a:lnTo>
                    <a:pt x="49" y="139815"/>
                  </a:lnTo>
                  <a:lnTo>
                    <a:pt x="196" y="138563"/>
                  </a:lnTo>
                  <a:lnTo>
                    <a:pt x="294" y="137911"/>
                  </a:lnTo>
                  <a:lnTo>
                    <a:pt x="392" y="137210"/>
                  </a:lnTo>
                  <a:lnTo>
                    <a:pt x="637" y="134654"/>
                  </a:lnTo>
                  <a:lnTo>
                    <a:pt x="833" y="132649"/>
                  </a:lnTo>
                  <a:lnTo>
                    <a:pt x="1372" y="128039"/>
                  </a:lnTo>
                  <a:lnTo>
                    <a:pt x="1862" y="123579"/>
                  </a:lnTo>
                  <a:lnTo>
                    <a:pt x="1911" y="123328"/>
                  </a:lnTo>
                  <a:lnTo>
                    <a:pt x="2156" y="120622"/>
                  </a:lnTo>
                  <a:lnTo>
                    <a:pt x="2646" y="116463"/>
                  </a:lnTo>
                  <a:lnTo>
                    <a:pt x="2940" y="113706"/>
                  </a:lnTo>
                  <a:lnTo>
                    <a:pt x="3234" y="110750"/>
                  </a:lnTo>
                  <a:lnTo>
                    <a:pt x="3626" y="107041"/>
                  </a:lnTo>
                  <a:lnTo>
                    <a:pt x="3676" y="106590"/>
                  </a:lnTo>
                  <a:lnTo>
                    <a:pt x="3725" y="105688"/>
                  </a:lnTo>
                  <a:lnTo>
                    <a:pt x="8724" y="104786"/>
                  </a:lnTo>
                  <a:lnTo>
                    <a:pt x="14262" y="103784"/>
                  </a:lnTo>
                  <a:lnTo>
                    <a:pt x="14851" y="103684"/>
                  </a:lnTo>
                  <a:lnTo>
                    <a:pt x="19164" y="102932"/>
                  </a:lnTo>
                  <a:lnTo>
                    <a:pt x="19801" y="102782"/>
                  </a:lnTo>
                  <a:lnTo>
                    <a:pt x="21173" y="102531"/>
                  </a:lnTo>
                  <a:lnTo>
                    <a:pt x="23722" y="102080"/>
                  </a:lnTo>
                  <a:lnTo>
                    <a:pt x="27398" y="101429"/>
                  </a:lnTo>
                  <a:lnTo>
                    <a:pt x="27692" y="101379"/>
                  </a:lnTo>
                  <a:lnTo>
                    <a:pt x="32201" y="100577"/>
                  </a:lnTo>
                  <a:lnTo>
                    <a:pt x="30633" y="91807"/>
                  </a:lnTo>
                  <a:lnTo>
                    <a:pt x="29800" y="87347"/>
                  </a:lnTo>
                  <a:lnTo>
                    <a:pt x="29113" y="82185"/>
                  </a:lnTo>
                  <a:lnTo>
                    <a:pt x="32495" y="81784"/>
                  </a:lnTo>
                  <a:lnTo>
                    <a:pt x="33378" y="81734"/>
                  </a:lnTo>
                  <a:lnTo>
                    <a:pt x="33329" y="81383"/>
                  </a:lnTo>
                  <a:lnTo>
                    <a:pt x="32986" y="77024"/>
                  </a:lnTo>
                  <a:lnTo>
                    <a:pt x="32642" y="72313"/>
                  </a:lnTo>
                  <a:lnTo>
                    <a:pt x="32593" y="72163"/>
                  </a:lnTo>
                  <a:lnTo>
                    <a:pt x="32544" y="71661"/>
                  </a:lnTo>
                  <a:lnTo>
                    <a:pt x="27937" y="72012"/>
                  </a:lnTo>
                  <a:lnTo>
                    <a:pt x="27790" y="69857"/>
                  </a:lnTo>
                  <a:lnTo>
                    <a:pt x="27741" y="69657"/>
                  </a:lnTo>
                  <a:lnTo>
                    <a:pt x="27251" y="63042"/>
                  </a:lnTo>
                  <a:lnTo>
                    <a:pt x="27006" y="60185"/>
                  </a:lnTo>
                  <a:lnTo>
                    <a:pt x="26859" y="57981"/>
                  </a:lnTo>
                  <a:lnTo>
                    <a:pt x="26810" y="57379"/>
                  </a:lnTo>
                  <a:lnTo>
                    <a:pt x="26565" y="54473"/>
                  </a:lnTo>
                  <a:lnTo>
                    <a:pt x="26516" y="53420"/>
                  </a:lnTo>
                  <a:lnTo>
                    <a:pt x="26173" y="49461"/>
                  </a:lnTo>
                  <a:lnTo>
                    <a:pt x="25781" y="44400"/>
                  </a:lnTo>
                  <a:lnTo>
                    <a:pt x="25683" y="42947"/>
                  </a:lnTo>
                  <a:lnTo>
                    <a:pt x="28182" y="42696"/>
                  </a:lnTo>
                  <a:lnTo>
                    <a:pt x="28084" y="41694"/>
                  </a:lnTo>
                  <a:lnTo>
                    <a:pt x="28035" y="41343"/>
                  </a:lnTo>
                  <a:lnTo>
                    <a:pt x="27888" y="40391"/>
                  </a:lnTo>
                  <a:lnTo>
                    <a:pt x="27545" y="37685"/>
                  </a:lnTo>
                  <a:lnTo>
                    <a:pt x="27447" y="36632"/>
                  </a:lnTo>
                  <a:lnTo>
                    <a:pt x="27251" y="35079"/>
                  </a:lnTo>
                  <a:lnTo>
                    <a:pt x="27153" y="34377"/>
                  </a:lnTo>
                  <a:lnTo>
                    <a:pt x="26761" y="31170"/>
                  </a:lnTo>
                  <a:lnTo>
                    <a:pt x="26712" y="30819"/>
                  </a:lnTo>
                  <a:lnTo>
                    <a:pt x="26418" y="28464"/>
                  </a:lnTo>
                  <a:lnTo>
                    <a:pt x="26957" y="28313"/>
                  </a:lnTo>
                  <a:lnTo>
                    <a:pt x="27937" y="28063"/>
                  </a:lnTo>
                  <a:lnTo>
                    <a:pt x="29506" y="27812"/>
                  </a:lnTo>
                  <a:lnTo>
                    <a:pt x="31368" y="27562"/>
                  </a:lnTo>
                  <a:lnTo>
                    <a:pt x="33231" y="27111"/>
                  </a:lnTo>
                  <a:lnTo>
                    <a:pt x="33819" y="26960"/>
                  </a:lnTo>
                  <a:lnTo>
                    <a:pt x="35583" y="26560"/>
                  </a:lnTo>
                  <a:lnTo>
                    <a:pt x="36760" y="26309"/>
                  </a:lnTo>
                  <a:lnTo>
                    <a:pt x="37544" y="26008"/>
                  </a:lnTo>
                  <a:lnTo>
                    <a:pt x="39651" y="25407"/>
                  </a:lnTo>
                  <a:lnTo>
                    <a:pt x="42200" y="24655"/>
                  </a:lnTo>
                  <a:lnTo>
                    <a:pt x="43278" y="24555"/>
                  </a:lnTo>
                  <a:lnTo>
                    <a:pt x="43719" y="24505"/>
                  </a:lnTo>
                  <a:lnTo>
                    <a:pt x="45043" y="24405"/>
                  </a:lnTo>
                  <a:lnTo>
                    <a:pt x="45582" y="24405"/>
                  </a:lnTo>
                  <a:lnTo>
                    <a:pt x="47248" y="24455"/>
                  </a:lnTo>
                  <a:lnTo>
                    <a:pt x="47641" y="24405"/>
                  </a:lnTo>
                  <a:lnTo>
                    <a:pt x="49846" y="24154"/>
                  </a:lnTo>
                  <a:lnTo>
                    <a:pt x="50777" y="24004"/>
                  </a:lnTo>
                  <a:lnTo>
                    <a:pt x="51121" y="24004"/>
                  </a:lnTo>
                  <a:lnTo>
                    <a:pt x="51317" y="23954"/>
                  </a:lnTo>
                  <a:lnTo>
                    <a:pt x="53032" y="23302"/>
                  </a:lnTo>
                  <a:lnTo>
                    <a:pt x="53473" y="23202"/>
                  </a:lnTo>
                  <a:lnTo>
                    <a:pt x="54061" y="23001"/>
                  </a:lnTo>
                  <a:lnTo>
                    <a:pt x="54895" y="22751"/>
                  </a:lnTo>
                  <a:lnTo>
                    <a:pt x="55189" y="22701"/>
                  </a:lnTo>
                  <a:lnTo>
                    <a:pt x="57296" y="22150"/>
                  </a:lnTo>
                  <a:lnTo>
                    <a:pt x="58767" y="21899"/>
                  </a:lnTo>
                  <a:lnTo>
                    <a:pt x="60286" y="21598"/>
                  </a:lnTo>
                  <a:lnTo>
                    <a:pt x="61315" y="21398"/>
                  </a:lnTo>
                  <a:lnTo>
                    <a:pt x="61609" y="21348"/>
                  </a:lnTo>
                  <a:lnTo>
                    <a:pt x="63374" y="21147"/>
                  </a:lnTo>
                  <a:lnTo>
                    <a:pt x="64256" y="21047"/>
                  </a:lnTo>
                  <a:lnTo>
                    <a:pt x="65040" y="20947"/>
                  </a:lnTo>
                  <a:lnTo>
                    <a:pt x="65187" y="20897"/>
                  </a:lnTo>
                  <a:lnTo>
                    <a:pt x="66805" y="20796"/>
                  </a:lnTo>
                  <a:lnTo>
                    <a:pt x="68716" y="20746"/>
                  </a:lnTo>
                  <a:lnTo>
                    <a:pt x="69599" y="20646"/>
                  </a:lnTo>
                  <a:lnTo>
                    <a:pt x="69991" y="20596"/>
                  </a:lnTo>
                  <a:lnTo>
                    <a:pt x="70481" y="20546"/>
                  </a:lnTo>
                  <a:lnTo>
                    <a:pt x="71461" y="20396"/>
                  </a:lnTo>
                  <a:lnTo>
                    <a:pt x="72539" y="20145"/>
                  </a:lnTo>
                  <a:lnTo>
                    <a:pt x="74059" y="19744"/>
                  </a:lnTo>
                  <a:lnTo>
                    <a:pt x="74696" y="19594"/>
                  </a:lnTo>
                  <a:lnTo>
                    <a:pt x="75725" y="19343"/>
                  </a:lnTo>
                  <a:lnTo>
                    <a:pt x="76117" y="19293"/>
                  </a:lnTo>
                  <a:lnTo>
                    <a:pt x="76902" y="19093"/>
                  </a:lnTo>
                  <a:lnTo>
                    <a:pt x="78225" y="18892"/>
                  </a:lnTo>
                  <a:lnTo>
                    <a:pt x="79597" y="18692"/>
                  </a:lnTo>
                  <a:lnTo>
                    <a:pt x="80872" y="18642"/>
                  </a:lnTo>
                  <a:lnTo>
                    <a:pt x="82146" y="18592"/>
                  </a:lnTo>
                  <a:lnTo>
                    <a:pt x="83616" y="18541"/>
                  </a:lnTo>
                  <a:lnTo>
                    <a:pt x="84254" y="18592"/>
                  </a:lnTo>
                  <a:lnTo>
                    <a:pt x="84989" y="18592"/>
                  </a:lnTo>
                  <a:lnTo>
                    <a:pt x="85822" y="18742"/>
                  </a:lnTo>
                  <a:lnTo>
                    <a:pt x="86361" y="18842"/>
                  </a:lnTo>
                  <a:lnTo>
                    <a:pt x="86949" y="18842"/>
                  </a:lnTo>
                  <a:lnTo>
                    <a:pt x="87390" y="18742"/>
                  </a:lnTo>
                  <a:lnTo>
                    <a:pt x="87586" y="18642"/>
                  </a:lnTo>
                  <a:lnTo>
                    <a:pt x="88420" y="18491"/>
                  </a:lnTo>
                  <a:lnTo>
                    <a:pt x="89008" y="18391"/>
                  </a:lnTo>
                  <a:lnTo>
                    <a:pt x="89155" y="18341"/>
                  </a:lnTo>
                  <a:lnTo>
                    <a:pt x="89939" y="18241"/>
                  </a:lnTo>
                  <a:lnTo>
                    <a:pt x="90772" y="18291"/>
                  </a:lnTo>
                  <a:lnTo>
                    <a:pt x="90919" y="18341"/>
                  </a:lnTo>
                  <a:lnTo>
                    <a:pt x="91851" y="18592"/>
                  </a:lnTo>
                  <a:lnTo>
                    <a:pt x="92635" y="18842"/>
                  </a:lnTo>
                  <a:lnTo>
                    <a:pt x="93566" y="19143"/>
                  </a:lnTo>
                  <a:lnTo>
                    <a:pt x="94301" y="19443"/>
                  </a:lnTo>
                  <a:lnTo>
                    <a:pt x="94939" y="19694"/>
                  </a:lnTo>
                  <a:lnTo>
                    <a:pt x="95723" y="19945"/>
                  </a:lnTo>
                  <a:lnTo>
                    <a:pt x="96556" y="20345"/>
                  </a:lnTo>
                  <a:lnTo>
                    <a:pt x="97340" y="20496"/>
                  </a:lnTo>
                  <a:lnTo>
                    <a:pt x="98222" y="20646"/>
                  </a:lnTo>
                  <a:lnTo>
                    <a:pt x="99350" y="20746"/>
                  </a:lnTo>
                  <a:lnTo>
                    <a:pt x="100232" y="20796"/>
                  </a:lnTo>
                  <a:lnTo>
                    <a:pt x="101114" y="20796"/>
                  </a:lnTo>
                  <a:lnTo>
                    <a:pt x="102192" y="20847"/>
                  </a:lnTo>
                  <a:lnTo>
                    <a:pt x="103124" y="20796"/>
                  </a:lnTo>
                  <a:lnTo>
                    <a:pt x="104398" y="20796"/>
                  </a:lnTo>
                  <a:lnTo>
                    <a:pt x="105476" y="20796"/>
                  </a:lnTo>
                  <a:lnTo>
                    <a:pt x="106212" y="20847"/>
                  </a:lnTo>
                  <a:lnTo>
                    <a:pt x="106359" y="20897"/>
                  </a:lnTo>
                  <a:lnTo>
                    <a:pt x="106653" y="20897"/>
                  </a:lnTo>
                  <a:lnTo>
                    <a:pt x="107682" y="21047"/>
                  </a:lnTo>
                  <a:lnTo>
                    <a:pt x="108711" y="21248"/>
                  </a:lnTo>
                  <a:lnTo>
                    <a:pt x="110329" y="21548"/>
                  </a:lnTo>
                  <a:lnTo>
                    <a:pt x="110525" y="21598"/>
                  </a:lnTo>
                  <a:lnTo>
                    <a:pt x="111799" y="21799"/>
                  </a:lnTo>
                  <a:lnTo>
                    <a:pt x="112044" y="21799"/>
                  </a:lnTo>
                  <a:lnTo>
                    <a:pt x="112730" y="21849"/>
                  </a:lnTo>
                  <a:lnTo>
                    <a:pt x="113270" y="21899"/>
                  </a:lnTo>
                  <a:lnTo>
                    <a:pt x="113711" y="21899"/>
                  </a:lnTo>
                  <a:lnTo>
                    <a:pt x="114054" y="21899"/>
                  </a:lnTo>
                  <a:lnTo>
                    <a:pt x="114250" y="21899"/>
                  </a:lnTo>
                  <a:lnTo>
                    <a:pt x="114740" y="21899"/>
                  </a:lnTo>
                  <a:lnTo>
                    <a:pt x="114887" y="21899"/>
                  </a:lnTo>
                  <a:lnTo>
                    <a:pt x="115132" y="21949"/>
                  </a:lnTo>
                  <a:lnTo>
                    <a:pt x="115524" y="21949"/>
                  </a:lnTo>
                  <a:lnTo>
                    <a:pt x="116014" y="21999"/>
                  </a:lnTo>
                  <a:lnTo>
                    <a:pt x="116308" y="22049"/>
                  </a:lnTo>
                  <a:lnTo>
                    <a:pt x="116553" y="22049"/>
                  </a:lnTo>
                  <a:lnTo>
                    <a:pt x="117142" y="22099"/>
                  </a:lnTo>
                  <a:lnTo>
                    <a:pt x="118024" y="22200"/>
                  </a:lnTo>
                  <a:lnTo>
                    <a:pt x="119102" y="22300"/>
                  </a:lnTo>
                  <a:lnTo>
                    <a:pt x="119886" y="22400"/>
                  </a:lnTo>
                  <a:lnTo>
                    <a:pt x="120082" y="22400"/>
                  </a:lnTo>
                  <a:lnTo>
                    <a:pt x="120327" y="22400"/>
                  </a:lnTo>
                  <a:lnTo>
                    <a:pt x="121014" y="22450"/>
                  </a:lnTo>
                  <a:lnTo>
                    <a:pt x="121504" y="22450"/>
                  </a:lnTo>
                  <a:lnTo>
                    <a:pt x="122092" y="22601"/>
                  </a:lnTo>
                  <a:lnTo>
                    <a:pt x="122680" y="22651"/>
                  </a:lnTo>
                  <a:lnTo>
                    <a:pt x="123170" y="22651"/>
                  </a:lnTo>
                  <a:lnTo>
                    <a:pt x="123807" y="22701"/>
                  </a:lnTo>
                  <a:lnTo>
                    <a:pt x="124151" y="22751"/>
                  </a:lnTo>
                  <a:lnTo>
                    <a:pt x="124641" y="22751"/>
                  </a:lnTo>
                  <a:lnTo>
                    <a:pt x="124788" y="22751"/>
                  </a:lnTo>
                  <a:lnTo>
                    <a:pt x="125131" y="22801"/>
                  </a:lnTo>
                  <a:lnTo>
                    <a:pt x="125670" y="22801"/>
                  </a:lnTo>
                  <a:lnTo>
                    <a:pt x="126111" y="22901"/>
                  </a:lnTo>
                  <a:lnTo>
                    <a:pt x="126356" y="22951"/>
                  </a:lnTo>
                  <a:lnTo>
                    <a:pt x="126797" y="23052"/>
                  </a:lnTo>
                  <a:lnTo>
                    <a:pt x="127238" y="23152"/>
                  </a:lnTo>
                  <a:lnTo>
                    <a:pt x="127630" y="23202"/>
                  </a:lnTo>
                  <a:lnTo>
                    <a:pt x="127925" y="23252"/>
                  </a:lnTo>
                  <a:lnTo>
                    <a:pt x="128366" y="23302"/>
                  </a:lnTo>
                  <a:lnTo>
                    <a:pt x="128709" y="23352"/>
                  </a:lnTo>
                  <a:lnTo>
                    <a:pt x="129003" y="23452"/>
                  </a:lnTo>
                  <a:lnTo>
                    <a:pt x="129346" y="23503"/>
                  </a:lnTo>
                  <a:lnTo>
                    <a:pt x="129493" y="23503"/>
                  </a:lnTo>
                  <a:lnTo>
                    <a:pt x="129738" y="23503"/>
                  </a:lnTo>
                  <a:lnTo>
                    <a:pt x="130130" y="23553"/>
                  </a:lnTo>
                  <a:lnTo>
                    <a:pt x="130424" y="23603"/>
                  </a:lnTo>
                  <a:lnTo>
                    <a:pt x="130865" y="23703"/>
                  </a:lnTo>
                  <a:lnTo>
                    <a:pt x="131355" y="23904"/>
                  </a:lnTo>
                  <a:lnTo>
                    <a:pt x="131601" y="24004"/>
                  </a:lnTo>
                  <a:lnTo>
                    <a:pt x="131846" y="24104"/>
                  </a:lnTo>
                  <a:lnTo>
                    <a:pt x="132336" y="24204"/>
                  </a:lnTo>
                  <a:lnTo>
                    <a:pt x="132728" y="24304"/>
                  </a:lnTo>
                  <a:lnTo>
                    <a:pt x="133169" y="24455"/>
                  </a:lnTo>
                  <a:lnTo>
                    <a:pt x="133316" y="24505"/>
                  </a:lnTo>
                  <a:lnTo>
                    <a:pt x="133855" y="24655"/>
                  </a:lnTo>
                  <a:lnTo>
                    <a:pt x="134198" y="24755"/>
                  </a:lnTo>
                  <a:lnTo>
                    <a:pt x="134590" y="24806"/>
                  </a:lnTo>
                  <a:lnTo>
                    <a:pt x="134884" y="24806"/>
                  </a:lnTo>
                  <a:lnTo>
                    <a:pt x="135326" y="24906"/>
                  </a:lnTo>
                  <a:lnTo>
                    <a:pt x="135669" y="25006"/>
                  </a:lnTo>
                  <a:lnTo>
                    <a:pt x="135963" y="25006"/>
                  </a:lnTo>
                  <a:lnTo>
                    <a:pt x="136208" y="25106"/>
                  </a:lnTo>
                  <a:lnTo>
                    <a:pt x="136551" y="25206"/>
                  </a:lnTo>
                  <a:lnTo>
                    <a:pt x="136845" y="25307"/>
                  </a:lnTo>
                  <a:lnTo>
                    <a:pt x="137286" y="25407"/>
                  </a:lnTo>
                  <a:lnTo>
                    <a:pt x="137678" y="25557"/>
                  </a:lnTo>
                  <a:lnTo>
                    <a:pt x="138070" y="25708"/>
                  </a:lnTo>
                  <a:lnTo>
                    <a:pt x="138413" y="25858"/>
                  </a:lnTo>
                  <a:lnTo>
                    <a:pt x="138707" y="25958"/>
                  </a:lnTo>
                  <a:lnTo>
                    <a:pt x="139149" y="26108"/>
                  </a:lnTo>
                  <a:lnTo>
                    <a:pt x="139590" y="26159"/>
                  </a:lnTo>
                  <a:lnTo>
                    <a:pt x="140031" y="26209"/>
                  </a:lnTo>
                  <a:lnTo>
                    <a:pt x="140276" y="26209"/>
                  </a:lnTo>
                  <a:lnTo>
                    <a:pt x="140864" y="26259"/>
                  </a:lnTo>
                  <a:lnTo>
                    <a:pt x="141109" y="26259"/>
                  </a:lnTo>
                  <a:lnTo>
                    <a:pt x="141452" y="26309"/>
                  </a:lnTo>
                  <a:lnTo>
                    <a:pt x="141746" y="26359"/>
                  </a:lnTo>
                  <a:lnTo>
                    <a:pt x="142040" y="26409"/>
                  </a:lnTo>
                  <a:lnTo>
                    <a:pt x="142334" y="26409"/>
                  </a:lnTo>
                  <a:lnTo>
                    <a:pt x="142531" y="26359"/>
                  </a:lnTo>
                  <a:lnTo>
                    <a:pt x="142825" y="26359"/>
                  </a:lnTo>
                  <a:lnTo>
                    <a:pt x="143168" y="26409"/>
                  </a:lnTo>
                  <a:lnTo>
                    <a:pt x="143511" y="26509"/>
                  </a:lnTo>
                  <a:lnTo>
                    <a:pt x="143805" y="26610"/>
                  </a:lnTo>
                  <a:lnTo>
                    <a:pt x="144099" y="26710"/>
                  </a:lnTo>
                  <a:lnTo>
                    <a:pt x="144442" y="26810"/>
                  </a:lnTo>
                  <a:lnTo>
                    <a:pt x="144785" y="26910"/>
                  </a:lnTo>
                  <a:lnTo>
                    <a:pt x="145079" y="27011"/>
                  </a:lnTo>
                  <a:lnTo>
                    <a:pt x="145275" y="27011"/>
                  </a:lnTo>
                  <a:lnTo>
                    <a:pt x="145520" y="27061"/>
                  </a:lnTo>
                  <a:lnTo>
                    <a:pt x="145863" y="27211"/>
                  </a:lnTo>
                  <a:lnTo>
                    <a:pt x="146207" y="27361"/>
                  </a:lnTo>
                  <a:lnTo>
                    <a:pt x="146501" y="27562"/>
                  </a:lnTo>
                  <a:lnTo>
                    <a:pt x="146746" y="27612"/>
                  </a:lnTo>
                  <a:lnTo>
                    <a:pt x="147040" y="27662"/>
                  </a:lnTo>
                  <a:lnTo>
                    <a:pt x="147334" y="27762"/>
                  </a:lnTo>
                  <a:lnTo>
                    <a:pt x="147628" y="27812"/>
                  </a:lnTo>
                  <a:lnTo>
                    <a:pt x="147922" y="27862"/>
                  </a:lnTo>
                  <a:lnTo>
                    <a:pt x="148216" y="27913"/>
                  </a:lnTo>
                  <a:lnTo>
                    <a:pt x="148412" y="27913"/>
                  </a:lnTo>
                  <a:lnTo>
                    <a:pt x="148657" y="28013"/>
                  </a:lnTo>
                  <a:lnTo>
                    <a:pt x="148804" y="28013"/>
                  </a:lnTo>
                  <a:lnTo>
                    <a:pt x="149000" y="28063"/>
                  </a:lnTo>
                  <a:lnTo>
                    <a:pt x="149196" y="28063"/>
                  </a:lnTo>
                  <a:lnTo>
                    <a:pt x="149343" y="28163"/>
                  </a:lnTo>
                  <a:lnTo>
                    <a:pt x="149490" y="28163"/>
                  </a:lnTo>
                  <a:lnTo>
                    <a:pt x="149686" y="28163"/>
                  </a:lnTo>
                  <a:lnTo>
                    <a:pt x="149883" y="28213"/>
                  </a:lnTo>
                  <a:lnTo>
                    <a:pt x="150079" y="28313"/>
                  </a:lnTo>
                  <a:lnTo>
                    <a:pt x="150324" y="28414"/>
                  </a:lnTo>
                  <a:lnTo>
                    <a:pt x="150667" y="28514"/>
                  </a:lnTo>
                  <a:lnTo>
                    <a:pt x="150961" y="28614"/>
                  </a:lnTo>
                  <a:lnTo>
                    <a:pt x="151157" y="28714"/>
                  </a:lnTo>
                  <a:lnTo>
                    <a:pt x="151402" y="28764"/>
                  </a:lnTo>
                  <a:lnTo>
                    <a:pt x="151598" y="28915"/>
                  </a:lnTo>
                  <a:lnTo>
                    <a:pt x="151794" y="29015"/>
                  </a:lnTo>
                  <a:lnTo>
                    <a:pt x="152039" y="29115"/>
                  </a:lnTo>
                  <a:lnTo>
                    <a:pt x="152333" y="29165"/>
                  </a:lnTo>
                  <a:lnTo>
                    <a:pt x="152529" y="29216"/>
                  </a:lnTo>
                  <a:lnTo>
                    <a:pt x="152725" y="29316"/>
                  </a:lnTo>
                  <a:lnTo>
                    <a:pt x="152921" y="29366"/>
                  </a:lnTo>
                  <a:lnTo>
                    <a:pt x="153117" y="29466"/>
                  </a:lnTo>
                  <a:lnTo>
                    <a:pt x="153264" y="29466"/>
                  </a:lnTo>
                  <a:lnTo>
                    <a:pt x="153461" y="29516"/>
                  </a:lnTo>
                  <a:lnTo>
                    <a:pt x="153853" y="29566"/>
                  </a:lnTo>
                  <a:lnTo>
                    <a:pt x="154098" y="29566"/>
                  </a:lnTo>
                  <a:lnTo>
                    <a:pt x="154392" y="29516"/>
                  </a:lnTo>
                  <a:lnTo>
                    <a:pt x="154735" y="29516"/>
                  </a:lnTo>
                  <a:lnTo>
                    <a:pt x="155029" y="29516"/>
                  </a:lnTo>
                  <a:lnTo>
                    <a:pt x="155176" y="29516"/>
                  </a:lnTo>
                  <a:lnTo>
                    <a:pt x="155421" y="29516"/>
                  </a:lnTo>
                  <a:lnTo>
                    <a:pt x="155568" y="29466"/>
                  </a:lnTo>
                  <a:lnTo>
                    <a:pt x="155764" y="29466"/>
                  </a:lnTo>
                  <a:lnTo>
                    <a:pt x="156009" y="29416"/>
                  </a:lnTo>
                  <a:lnTo>
                    <a:pt x="156254" y="29366"/>
                  </a:lnTo>
                  <a:lnTo>
                    <a:pt x="156450" y="29316"/>
                  </a:lnTo>
                  <a:lnTo>
                    <a:pt x="156695" y="29316"/>
                  </a:lnTo>
                  <a:lnTo>
                    <a:pt x="156940" y="29316"/>
                  </a:lnTo>
                  <a:lnTo>
                    <a:pt x="157284" y="29266"/>
                  </a:lnTo>
                  <a:lnTo>
                    <a:pt x="157676" y="29266"/>
                  </a:lnTo>
                  <a:lnTo>
                    <a:pt x="158117" y="29216"/>
                  </a:lnTo>
                  <a:lnTo>
                    <a:pt x="158313" y="29216"/>
                  </a:lnTo>
                  <a:lnTo>
                    <a:pt x="158607" y="29115"/>
                  </a:lnTo>
                  <a:lnTo>
                    <a:pt x="158803" y="29065"/>
                  </a:lnTo>
                  <a:lnTo>
                    <a:pt x="158999" y="29015"/>
                  </a:lnTo>
                  <a:lnTo>
                    <a:pt x="159146" y="28965"/>
                  </a:lnTo>
                  <a:lnTo>
                    <a:pt x="159538" y="28965"/>
                  </a:lnTo>
                  <a:lnTo>
                    <a:pt x="159783" y="28965"/>
                  </a:lnTo>
                  <a:lnTo>
                    <a:pt x="160077" y="28915"/>
                  </a:lnTo>
                  <a:lnTo>
                    <a:pt x="160273" y="28865"/>
                  </a:lnTo>
                  <a:lnTo>
                    <a:pt x="160567" y="28915"/>
                  </a:lnTo>
                  <a:lnTo>
                    <a:pt x="160813" y="28915"/>
                  </a:lnTo>
                  <a:lnTo>
                    <a:pt x="161058" y="28915"/>
                  </a:lnTo>
                  <a:lnTo>
                    <a:pt x="161450" y="28915"/>
                  </a:lnTo>
                  <a:lnTo>
                    <a:pt x="161597" y="28965"/>
                  </a:lnTo>
                  <a:lnTo>
                    <a:pt x="161842" y="28965"/>
                  </a:lnTo>
                  <a:lnTo>
                    <a:pt x="162087" y="28965"/>
                  </a:lnTo>
                  <a:lnTo>
                    <a:pt x="162332" y="28965"/>
                  </a:lnTo>
                  <a:lnTo>
                    <a:pt x="162577" y="28965"/>
                  </a:lnTo>
                  <a:lnTo>
                    <a:pt x="162773" y="29015"/>
                  </a:lnTo>
                  <a:lnTo>
                    <a:pt x="162920" y="29015"/>
                  </a:lnTo>
                  <a:lnTo>
                    <a:pt x="163116" y="29065"/>
                  </a:lnTo>
                  <a:lnTo>
                    <a:pt x="163263" y="29115"/>
                  </a:lnTo>
                  <a:lnTo>
                    <a:pt x="163459" y="29165"/>
                  </a:lnTo>
                  <a:lnTo>
                    <a:pt x="163655" y="29266"/>
                  </a:lnTo>
                  <a:lnTo>
                    <a:pt x="163851" y="29316"/>
                  </a:lnTo>
                  <a:lnTo>
                    <a:pt x="163998" y="29366"/>
                  </a:lnTo>
                  <a:lnTo>
                    <a:pt x="164145" y="29466"/>
                  </a:lnTo>
                  <a:lnTo>
                    <a:pt x="164342" y="29516"/>
                  </a:lnTo>
                  <a:lnTo>
                    <a:pt x="164489" y="29566"/>
                  </a:lnTo>
                  <a:lnTo>
                    <a:pt x="164636" y="29566"/>
                  </a:lnTo>
                  <a:lnTo>
                    <a:pt x="164783" y="29616"/>
                  </a:lnTo>
                  <a:lnTo>
                    <a:pt x="164930" y="29616"/>
                  </a:lnTo>
                  <a:lnTo>
                    <a:pt x="165077" y="29667"/>
                  </a:lnTo>
                  <a:lnTo>
                    <a:pt x="165322" y="29667"/>
                  </a:lnTo>
                  <a:lnTo>
                    <a:pt x="165763" y="29817"/>
                  </a:lnTo>
                  <a:lnTo>
                    <a:pt x="165959" y="29867"/>
                  </a:lnTo>
                  <a:lnTo>
                    <a:pt x="166155" y="29917"/>
                  </a:lnTo>
                  <a:lnTo>
                    <a:pt x="166400" y="29967"/>
                  </a:lnTo>
                  <a:lnTo>
                    <a:pt x="166547" y="30017"/>
                  </a:lnTo>
                  <a:lnTo>
                    <a:pt x="166792" y="30067"/>
                  </a:lnTo>
                  <a:lnTo>
                    <a:pt x="166988" y="30168"/>
                  </a:lnTo>
                  <a:lnTo>
                    <a:pt x="167233" y="30218"/>
                  </a:lnTo>
                  <a:lnTo>
                    <a:pt x="167429" y="30268"/>
                  </a:lnTo>
                  <a:lnTo>
                    <a:pt x="167625" y="30318"/>
                  </a:lnTo>
                  <a:lnTo>
                    <a:pt x="167772" y="30368"/>
                  </a:lnTo>
                  <a:lnTo>
                    <a:pt x="167969" y="30418"/>
                  </a:lnTo>
                  <a:lnTo>
                    <a:pt x="168214" y="30468"/>
                  </a:lnTo>
                  <a:lnTo>
                    <a:pt x="168361" y="30518"/>
                  </a:lnTo>
                  <a:lnTo>
                    <a:pt x="168557" y="30569"/>
                  </a:lnTo>
                  <a:lnTo>
                    <a:pt x="168900" y="30669"/>
                  </a:lnTo>
                  <a:lnTo>
                    <a:pt x="169047" y="30719"/>
                  </a:lnTo>
                  <a:lnTo>
                    <a:pt x="169243" y="30719"/>
                  </a:lnTo>
                  <a:lnTo>
                    <a:pt x="169439" y="30769"/>
                  </a:lnTo>
                  <a:lnTo>
                    <a:pt x="169586" y="30769"/>
                  </a:lnTo>
                  <a:lnTo>
                    <a:pt x="169782" y="30819"/>
                  </a:lnTo>
                  <a:lnTo>
                    <a:pt x="169978" y="30869"/>
                  </a:lnTo>
                  <a:lnTo>
                    <a:pt x="170223" y="30919"/>
                  </a:lnTo>
                  <a:lnTo>
                    <a:pt x="170419" y="30969"/>
                  </a:lnTo>
                  <a:lnTo>
                    <a:pt x="170615" y="31020"/>
                  </a:lnTo>
                  <a:lnTo>
                    <a:pt x="170860" y="31070"/>
                  </a:lnTo>
                  <a:lnTo>
                    <a:pt x="171007" y="31120"/>
                  </a:lnTo>
                  <a:lnTo>
                    <a:pt x="171154" y="31170"/>
                  </a:lnTo>
                  <a:lnTo>
                    <a:pt x="171301" y="31220"/>
                  </a:lnTo>
                  <a:lnTo>
                    <a:pt x="171448" y="31270"/>
                  </a:lnTo>
                  <a:lnTo>
                    <a:pt x="171645" y="31270"/>
                  </a:lnTo>
                  <a:lnTo>
                    <a:pt x="171792" y="31270"/>
                  </a:lnTo>
                  <a:lnTo>
                    <a:pt x="171939" y="31320"/>
                  </a:lnTo>
                  <a:lnTo>
                    <a:pt x="172086" y="31370"/>
                  </a:lnTo>
                  <a:lnTo>
                    <a:pt x="172233" y="31370"/>
                  </a:lnTo>
                  <a:lnTo>
                    <a:pt x="172380" y="31420"/>
                  </a:lnTo>
                  <a:lnTo>
                    <a:pt x="172527" y="31471"/>
                  </a:lnTo>
                  <a:lnTo>
                    <a:pt x="172772" y="31471"/>
                  </a:lnTo>
                  <a:lnTo>
                    <a:pt x="173017" y="31471"/>
                  </a:lnTo>
                  <a:lnTo>
                    <a:pt x="173311" y="31420"/>
                  </a:lnTo>
                  <a:lnTo>
                    <a:pt x="173458" y="31320"/>
                  </a:lnTo>
                  <a:lnTo>
                    <a:pt x="173654" y="31320"/>
                  </a:lnTo>
                  <a:lnTo>
                    <a:pt x="174046" y="31270"/>
                  </a:lnTo>
                  <a:lnTo>
                    <a:pt x="174242" y="31220"/>
                  </a:lnTo>
                  <a:lnTo>
                    <a:pt x="174438" y="31170"/>
                  </a:lnTo>
                  <a:lnTo>
                    <a:pt x="174585" y="31120"/>
                  </a:lnTo>
                  <a:lnTo>
                    <a:pt x="174781" y="31120"/>
                  </a:lnTo>
                  <a:lnTo>
                    <a:pt x="174977" y="31020"/>
                  </a:lnTo>
                  <a:lnTo>
                    <a:pt x="175222" y="30919"/>
                  </a:lnTo>
                  <a:lnTo>
                    <a:pt x="175419" y="30819"/>
                  </a:lnTo>
                  <a:lnTo>
                    <a:pt x="175664" y="30769"/>
                  </a:lnTo>
                  <a:lnTo>
                    <a:pt x="175811" y="30719"/>
                  </a:lnTo>
                  <a:lnTo>
                    <a:pt x="175958" y="30619"/>
                  </a:lnTo>
                  <a:lnTo>
                    <a:pt x="176301" y="30468"/>
                  </a:lnTo>
                  <a:lnTo>
                    <a:pt x="176497" y="30368"/>
                  </a:lnTo>
                  <a:lnTo>
                    <a:pt x="176693" y="30268"/>
                  </a:lnTo>
                  <a:lnTo>
                    <a:pt x="176840" y="30218"/>
                  </a:lnTo>
                  <a:lnTo>
                    <a:pt x="176987" y="30168"/>
                  </a:lnTo>
                  <a:lnTo>
                    <a:pt x="177183" y="30067"/>
                  </a:lnTo>
                  <a:lnTo>
                    <a:pt x="177477" y="29917"/>
                  </a:lnTo>
                  <a:lnTo>
                    <a:pt x="177771" y="29817"/>
                  </a:lnTo>
                  <a:lnTo>
                    <a:pt x="178016" y="29717"/>
                  </a:lnTo>
                  <a:lnTo>
                    <a:pt x="178261" y="29566"/>
                  </a:lnTo>
                  <a:lnTo>
                    <a:pt x="178457" y="29416"/>
                  </a:lnTo>
                  <a:lnTo>
                    <a:pt x="178702" y="29266"/>
                  </a:lnTo>
                  <a:lnTo>
                    <a:pt x="178948" y="29165"/>
                  </a:lnTo>
                  <a:lnTo>
                    <a:pt x="179193" y="29015"/>
                  </a:lnTo>
                  <a:lnTo>
                    <a:pt x="179438" y="28865"/>
                  </a:lnTo>
                  <a:lnTo>
                    <a:pt x="179732" y="28714"/>
                  </a:lnTo>
                  <a:lnTo>
                    <a:pt x="180075" y="28464"/>
                  </a:lnTo>
                  <a:lnTo>
                    <a:pt x="180418" y="28263"/>
                  </a:lnTo>
                  <a:lnTo>
                    <a:pt x="180614" y="28163"/>
                  </a:lnTo>
                  <a:lnTo>
                    <a:pt x="180761" y="28063"/>
                  </a:lnTo>
                  <a:lnTo>
                    <a:pt x="180908" y="28013"/>
                  </a:lnTo>
                  <a:lnTo>
                    <a:pt x="181202" y="27812"/>
                  </a:lnTo>
                  <a:lnTo>
                    <a:pt x="181496" y="27712"/>
                  </a:lnTo>
                  <a:lnTo>
                    <a:pt x="181790" y="27562"/>
                  </a:lnTo>
                  <a:lnTo>
                    <a:pt x="182084" y="27462"/>
                  </a:lnTo>
                  <a:lnTo>
                    <a:pt x="182378" y="27411"/>
                  </a:lnTo>
                  <a:lnTo>
                    <a:pt x="182624" y="27361"/>
                  </a:lnTo>
                  <a:lnTo>
                    <a:pt x="182918" y="27311"/>
                  </a:lnTo>
                  <a:lnTo>
                    <a:pt x="183163" y="27211"/>
                  </a:lnTo>
                  <a:lnTo>
                    <a:pt x="183359" y="27111"/>
                  </a:lnTo>
                  <a:lnTo>
                    <a:pt x="183653" y="27061"/>
                  </a:lnTo>
                  <a:lnTo>
                    <a:pt x="183947" y="26960"/>
                  </a:lnTo>
                  <a:lnTo>
                    <a:pt x="184241" y="26860"/>
                  </a:lnTo>
                  <a:lnTo>
                    <a:pt x="184535" y="26810"/>
                  </a:lnTo>
                  <a:lnTo>
                    <a:pt x="184731" y="26760"/>
                  </a:lnTo>
                  <a:lnTo>
                    <a:pt x="185025" y="26710"/>
                  </a:lnTo>
                  <a:lnTo>
                    <a:pt x="185319" y="26660"/>
                  </a:lnTo>
                  <a:lnTo>
                    <a:pt x="185662" y="26560"/>
                  </a:lnTo>
                  <a:lnTo>
                    <a:pt x="186005" y="26509"/>
                  </a:lnTo>
                  <a:lnTo>
                    <a:pt x="186251" y="26459"/>
                  </a:lnTo>
                  <a:lnTo>
                    <a:pt x="186545" y="26359"/>
                  </a:lnTo>
                  <a:lnTo>
                    <a:pt x="186937" y="26259"/>
                  </a:lnTo>
                  <a:lnTo>
                    <a:pt x="187329" y="26159"/>
                  </a:lnTo>
                  <a:lnTo>
                    <a:pt x="187672" y="26058"/>
                  </a:lnTo>
                  <a:lnTo>
                    <a:pt x="188015" y="26008"/>
                  </a:lnTo>
                  <a:lnTo>
                    <a:pt x="188358" y="25958"/>
                  </a:lnTo>
                  <a:lnTo>
                    <a:pt x="188848" y="25908"/>
                  </a:lnTo>
                  <a:lnTo>
                    <a:pt x="189093" y="25858"/>
                  </a:lnTo>
                  <a:lnTo>
                    <a:pt x="189485" y="25858"/>
                  </a:lnTo>
                  <a:lnTo>
                    <a:pt x="189976" y="25808"/>
                  </a:lnTo>
                  <a:lnTo>
                    <a:pt x="190319" y="25758"/>
                  </a:lnTo>
                  <a:lnTo>
                    <a:pt x="190809" y="25708"/>
                  </a:lnTo>
                  <a:lnTo>
                    <a:pt x="191152" y="25708"/>
                  </a:lnTo>
                  <a:lnTo>
                    <a:pt x="191544" y="25657"/>
                  </a:lnTo>
                  <a:lnTo>
                    <a:pt x="191936" y="25657"/>
                  </a:lnTo>
                  <a:lnTo>
                    <a:pt x="192181" y="25657"/>
                  </a:lnTo>
                  <a:lnTo>
                    <a:pt x="192573" y="25607"/>
                  </a:lnTo>
                  <a:lnTo>
                    <a:pt x="193014" y="25607"/>
                  </a:lnTo>
                  <a:lnTo>
                    <a:pt x="193308" y="25557"/>
                  </a:lnTo>
                  <a:lnTo>
                    <a:pt x="193603" y="25507"/>
                  </a:lnTo>
                  <a:lnTo>
                    <a:pt x="194044" y="25307"/>
                  </a:lnTo>
                  <a:lnTo>
                    <a:pt x="194338" y="25257"/>
                  </a:lnTo>
                  <a:lnTo>
                    <a:pt x="194534" y="25206"/>
                  </a:lnTo>
                  <a:lnTo>
                    <a:pt x="195073" y="25156"/>
                  </a:lnTo>
                  <a:lnTo>
                    <a:pt x="195416" y="25206"/>
                  </a:lnTo>
                  <a:lnTo>
                    <a:pt x="195710" y="25206"/>
                  </a:lnTo>
                  <a:lnTo>
                    <a:pt x="196004" y="25307"/>
                  </a:lnTo>
                  <a:lnTo>
                    <a:pt x="196347" y="25357"/>
                  </a:lnTo>
                  <a:lnTo>
                    <a:pt x="196592" y="25407"/>
                  </a:lnTo>
                  <a:lnTo>
                    <a:pt x="196886" y="25457"/>
                  </a:lnTo>
                  <a:lnTo>
                    <a:pt x="197131" y="25557"/>
                  </a:lnTo>
                  <a:lnTo>
                    <a:pt x="197377" y="25657"/>
                  </a:lnTo>
                  <a:lnTo>
                    <a:pt x="197573" y="25758"/>
                  </a:lnTo>
                  <a:lnTo>
                    <a:pt x="197769" y="25858"/>
                  </a:lnTo>
                  <a:lnTo>
                    <a:pt x="197916" y="25958"/>
                  </a:lnTo>
                  <a:lnTo>
                    <a:pt x="198014" y="26159"/>
                  </a:lnTo>
                  <a:lnTo>
                    <a:pt x="198259" y="26309"/>
                  </a:lnTo>
                  <a:lnTo>
                    <a:pt x="198406" y="26409"/>
                  </a:lnTo>
                  <a:lnTo>
                    <a:pt x="198553" y="26560"/>
                  </a:lnTo>
                  <a:lnTo>
                    <a:pt x="198651" y="26710"/>
                  </a:lnTo>
                  <a:lnTo>
                    <a:pt x="198847" y="26860"/>
                  </a:lnTo>
                  <a:lnTo>
                    <a:pt x="198945" y="27011"/>
                  </a:lnTo>
                  <a:lnTo>
                    <a:pt x="199484" y="27712"/>
                  </a:lnTo>
                  <a:lnTo>
                    <a:pt x="199778" y="28013"/>
                  </a:lnTo>
                  <a:lnTo>
                    <a:pt x="200023" y="28313"/>
                  </a:lnTo>
                  <a:lnTo>
                    <a:pt x="200219" y="28464"/>
                  </a:lnTo>
                  <a:lnTo>
                    <a:pt x="200366" y="28564"/>
                  </a:lnTo>
                  <a:lnTo>
                    <a:pt x="200562" y="28714"/>
                  </a:lnTo>
                  <a:lnTo>
                    <a:pt x="200758" y="28815"/>
                  </a:lnTo>
                  <a:lnTo>
                    <a:pt x="201543" y="29516"/>
                  </a:lnTo>
                  <a:lnTo>
                    <a:pt x="201935" y="29917"/>
                  </a:lnTo>
                  <a:lnTo>
                    <a:pt x="202327" y="30268"/>
                  </a:lnTo>
                  <a:lnTo>
                    <a:pt x="202915" y="31420"/>
                  </a:lnTo>
                  <a:lnTo>
                    <a:pt x="202964" y="31571"/>
                  </a:lnTo>
                  <a:lnTo>
                    <a:pt x="203160" y="32122"/>
                  </a:lnTo>
                  <a:lnTo>
                    <a:pt x="203258" y="32373"/>
                  </a:lnTo>
                  <a:lnTo>
                    <a:pt x="203650" y="33024"/>
                  </a:lnTo>
                  <a:lnTo>
                    <a:pt x="203895" y="33425"/>
                  </a:lnTo>
                  <a:lnTo>
                    <a:pt x="204336" y="33976"/>
                  </a:lnTo>
                  <a:lnTo>
                    <a:pt x="204533" y="34177"/>
                  </a:lnTo>
                  <a:lnTo>
                    <a:pt x="204925" y="34628"/>
                  </a:lnTo>
                  <a:lnTo>
                    <a:pt x="205268" y="35279"/>
                  </a:lnTo>
                  <a:lnTo>
                    <a:pt x="205807" y="36231"/>
                  </a:lnTo>
                  <a:lnTo>
                    <a:pt x="206052" y="36732"/>
                  </a:lnTo>
                  <a:lnTo>
                    <a:pt x="206150" y="36883"/>
                  </a:lnTo>
                  <a:lnTo>
                    <a:pt x="206640" y="37534"/>
                  </a:lnTo>
                  <a:lnTo>
                    <a:pt x="206885" y="37885"/>
                  </a:lnTo>
                  <a:lnTo>
                    <a:pt x="207130" y="38336"/>
                  </a:lnTo>
                  <a:lnTo>
                    <a:pt x="207326" y="38737"/>
                  </a:lnTo>
                  <a:lnTo>
                    <a:pt x="208012" y="39439"/>
                  </a:lnTo>
                  <a:lnTo>
                    <a:pt x="208405" y="39890"/>
                  </a:lnTo>
                  <a:lnTo>
                    <a:pt x="208601" y="39990"/>
                  </a:lnTo>
                  <a:lnTo>
                    <a:pt x="209826" y="40591"/>
                  </a:lnTo>
                  <a:lnTo>
                    <a:pt x="209973" y="40641"/>
                  </a:lnTo>
                  <a:lnTo>
                    <a:pt x="210757" y="40942"/>
                  </a:lnTo>
                  <a:lnTo>
                    <a:pt x="211639" y="41193"/>
                  </a:lnTo>
                  <a:lnTo>
                    <a:pt x="212081" y="41343"/>
                  </a:lnTo>
                  <a:lnTo>
                    <a:pt x="212228" y="41393"/>
                  </a:lnTo>
                  <a:lnTo>
                    <a:pt x="212522" y="41443"/>
                  </a:lnTo>
                  <a:lnTo>
                    <a:pt x="213159" y="41694"/>
                  </a:lnTo>
                  <a:lnTo>
                    <a:pt x="214335" y="41744"/>
                  </a:lnTo>
                  <a:lnTo>
                    <a:pt x="214531" y="41744"/>
                  </a:lnTo>
                  <a:lnTo>
                    <a:pt x="215855" y="41543"/>
                  </a:lnTo>
                  <a:lnTo>
                    <a:pt x="216100" y="41493"/>
                  </a:lnTo>
                  <a:lnTo>
                    <a:pt x="216982" y="41393"/>
                  </a:lnTo>
                  <a:lnTo>
                    <a:pt x="217668" y="41393"/>
                  </a:lnTo>
                  <a:lnTo>
                    <a:pt x="217962" y="41343"/>
                  </a:lnTo>
                  <a:lnTo>
                    <a:pt x="219972" y="41293"/>
                  </a:lnTo>
                  <a:lnTo>
                    <a:pt x="220511" y="41142"/>
                  </a:lnTo>
                  <a:lnTo>
                    <a:pt x="220805" y="41142"/>
                  </a:lnTo>
                  <a:lnTo>
                    <a:pt x="221099" y="41142"/>
                  </a:lnTo>
                  <a:lnTo>
                    <a:pt x="222275" y="41142"/>
                  </a:lnTo>
                  <a:lnTo>
                    <a:pt x="224481" y="41142"/>
                  </a:lnTo>
                  <a:lnTo>
                    <a:pt x="226638" y="41092"/>
                  </a:lnTo>
                  <a:lnTo>
                    <a:pt x="226981" y="41092"/>
                  </a:lnTo>
                  <a:lnTo>
                    <a:pt x="229529" y="40992"/>
                  </a:lnTo>
                  <a:lnTo>
                    <a:pt x="232078" y="40842"/>
                  </a:lnTo>
                  <a:lnTo>
                    <a:pt x="233450" y="40892"/>
                  </a:lnTo>
                  <a:lnTo>
                    <a:pt x="234431" y="40942"/>
                  </a:lnTo>
                  <a:lnTo>
                    <a:pt x="235362" y="40992"/>
                  </a:lnTo>
                  <a:lnTo>
                    <a:pt x="235901" y="41092"/>
                  </a:lnTo>
                  <a:lnTo>
                    <a:pt x="237911" y="41493"/>
                  </a:lnTo>
                  <a:lnTo>
                    <a:pt x="239332" y="42044"/>
                  </a:lnTo>
                  <a:lnTo>
                    <a:pt x="240851" y="42696"/>
                  </a:lnTo>
                  <a:lnTo>
                    <a:pt x="240999" y="42746"/>
                  </a:lnTo>
                  <a:lnTo>
                    <a:pt x="241636" y="42947"/>
                  </a:lnTo>
                  <a:lnTo>
                    <a:pt x="242126" y="43147"/>
                  </a:lnTo>
                  <a:lnTo>
                    <a:pt x="242616" y="43297"/>
                  </a:lnTo>
                  <a:lnTo>
                    <a:pt x="243302" y="43498"/>
                  </a:lnTo>
                  <a:lnTo>
                    <a:pt x="244429" y="43949"/>
                  </a:lnTo>
                  <a:lnTo>
                    <a:pt x="244724" y="44049"/>
                  </a:lnTo>
                  <a:lnTo>
                    <a:pt x="245214" y="44249"/>
                  </a:lnTo>
                  <a:lnTo>
                    <a:pt x="246439" y="44751"/>
                  </a:lnTo>
                  <a:lnTo>
                    <a:pt x="246831" y="44951"/>
                  </a:lnTo>
                  <a:lnTo>
                    <a:pt x="247860" y="45502"/>
                  </a:lnTo>
                  <a:lnTo>
                    <a:pt x="249184" y="46254"/>
                  </a:lnTo>
                  <a:lnTo>
                    <a:pt x="251978" y="47858"/>
                  </a:lnTo>
                  <a:lnTo>
                    <a:pt x="252811" y="48259"/>
                  </a:lnTo>
                  <a:lnTo>
                    <a:pt x="254673" y="49161"/>
                  </a:lnTo>
                  <a:lnTo>
                    <a:pt x="254869" y="49211"/>
                  </a:lnTo>
                  <a:lnTo>
                    <a:pt x="256487" y="50063"/>
                  </a:lnTo>
                  <a:lnTo>
                    <a:pt x="256928" y="50263"/>
                  </a:lnTo>
                  <a:lnTo>
                    <a:pt x="258398" y="51015"/>
                  </a:lnTo>
                  <a:lnTo>
                    <a:pt x="259722" y="51516"/>
                  </a:lnTo>
                  <a:lnTo>
                    <a:pt x="260604" y="51867"/>
                  </a:lnTo>
                  <a:lnTo>
                    <a:pt x="262319" y="52518"/>
                  </a:lnTo>
                  <a:lnTo>
                    <a:pt x="263202" y="52769"/>
                  </a:lnTo>
                  <a:lnTo>
                    <a:pt x="264476" y="53170"/>
                  </a:lnTo>
                  <a:lnTo>
                    <a:pt x="264721" y="53270"/>
                  </a:lnTo>
                  <a:lnTo>
                    <a:pt x="266289" y="53771"/>
                  </a:lnTo>
                  <a:lnTo>
                    <a:pt x="266436" y="53771"/>
                  </a:lnTo>
                  <a:lnTo>
                    <a:pt x="267172" y="54072"/>
                  </a:lnTo>
                  <a:lnTo>
                    <a:pt x="268789" y="54673"/>
                  </a:lnTo>
                  <a:lnTo>
                    <a:pt x="270848" y="55425"/>
                  </a:lnTo>
                  <a:lnTo>
                    <a:pt x="271681" y="55876"/>
                  </a:lnTo>
                  <a:lnTo>
                    <a:pt x="274573" y="57379"/>
                  </a:lnTo>
                  <a:lnTo>
                    <a:pt x="276190" y="58231"/>
                  </a:lnTo>
                  <a:lnTo>
                    <a:pt x="277023" y="58682"/>
                  </a:lnTo>
                  <a:lnTo>
                    <a:pt x="278592" y="59384"/>
                  </a:lnTo>
                  <a:lnTo>
                    <a:pt x="278935" y="59484"/>
                  </a:lnTo>
                  <a:lnTo>
                    <a:pt x="281239" y="60486"/>
                  </a:lnTo>
                  <a:lnTo>
                    <a:pt x="281386" y="60536"/>
                  </a:lnTo>
                  <a:lnTo>
                    <a:pt x="282317" y="60937"/>
                  </a:lnTo>
                  <a:lnTo>
                    <a:pt x="283199" y="61338"/>
                  </a:lnTo>
                  <a:lnTo>
                    <a:pt x="283689" y="61539"/>
                  </a:lnTo>
                  <a:lnTo>
                    <a:pt x="285846" y="62390"/>
                  </a:lnTo>
                  <a:lnTo>
                    <a:pt x="286630" y="62741"/>
                  </a:lnTo>
                  <a:lnTo>
                    <a:pt x="287659" y="63142"/>
                  </a:lnTo>
                  <a:lnTo>
                    <a:pt x="287904" y="63242"/>
                  </a:lnTo>
                  <a:lnTo>
                    <a:pt x="289032" y="63693"/>
                  </a:lnTo>
                  <a:lnTo>
                    <a:pt x="292169" y="64144"/>
                  </a:lnTo>
                  <a:lnTo>
                    <a:pt x="294325" y="64445"/>
                  </a:lnTo>
                  <a:lnTo>
                    <a:pt x="296972" y="64445"/>
                  </a:lnTo>
                  <a:lnTo>
                    <a:pt x="297511" y="64495"/>
                  </a:lnTo>
                  <a:lnTo>
                    <a:pt x="299570" y="64495"/>
                  </a:lnTo>
                  <a:lnTo>
                    <a:pt x="303981" y="64595"/>
                  </a:lnTo>
                  <a:lnTo>
                    <a:pt x="305157" y="64646"/>
                  </a:lnTo>
                  <a:lnTo>
                    <a:pt x="306480" y="64746"/>
                  </a:lnTo>
                  <a:lnTo>
                    <a:pt x="311431" y="64996"/>
                  </a:lnTo>
                  <a:lnTo>
                    <a:pt x="311774" y="65046"/>
                  </a:lnTo>
                  <a:lnTo>
                    <a:pt x="312950" y="65397"/>
                  </a:lnTo>
                  <a:lnTo>
                    <a:pt x="313832" y="65698"/>
                  </a:lnTo>
                  <a:lnTo>
                    <a:pt x="317410" y="66149"/>
                  </a:lnTo>
                  <a:lnTo>
                    <a:pt x="320008" y="66450"/>
                  </a:lnTo>
                  <a:lnTo>
                    <a:pt x="325694" y="66851"/>
                  </a:lnTo>
                  <a:lnTo>
                    <a:pt x="326233" y="66901"/>
                  </a:lnTo>
                  <a:lnTo>
                    <a:pt x="327409" y="67001"/>
                  </a:lnTo>
                  <a:lnTo>
                    <a:pt x="333242" y="67552"/>
                  </a:lnTo>
                  <a:lnTo>
                    <a:pt x="334565" y="67702"/>
                  </a:lnTo>
                  <a:lnTo>
                    <a:pt x="337065" y="67402"/>
                  </a:lnTo>
                  <a:lnTo>
                    <a:pt x="338829" y="67201"/>
                  </a:lnTo>
                  <a:lnTo>
                    <a:pt x="340692" y="67001"/>
                  </a:lnTo>
                  <a:lnTo>
                    <a:pt x="342897" y="66650"/>
                  </a:lnTo>
                  <a:lnTo>
                    <a:pt x="344613" y="66400"/>
                  </a:lnTo>
                  <a:lnTo>
                    <a:pt x="344809" y="66349"/>
                  </a:lnTo>
                  <a:lnTo>
                    <a:pt x="345299" y="66249"/>
                  </a:lnTo>
                  <a:lnTo>
                    <a:pt x="346328" y="65949"/>
                  </a:lnTo>
                  <a:lnTo>
                    <a:pt x="348779" y="65397"/>
                  </a:lnTo>
                  <a:lnTo>
                    <a:pt x="353190" y="64245"/>
                  </a:lnTo>
                  <a:lnTo>
                    <a:pt x="353582" y="64144"/>
                  </a:lnTo>
                  <a:lnTo>
                    <a:pt x="353729" y="64144"/>
                  </a:lnTo>
                  <a:lnTo>
                    <a:pt x="353974" y="64044"/>
                  </a:lnTo>
                  <a:lnTo>
                    <a:pt x="354612" y="63693"/>
                  </a:lnTo>
                  <a:lnTo>
                    <a:pt x="355347" y="63242"/>
                  </a:lnTo>
                  <a:lnTo>
                    <a:pt x="355837" y="62942"/>
                  </a:lnTo>
                  <a:lnTo>
                    <a:pt x="358141" y="61589"/>
                  </a:lnTo>
                  <a:lnTo>
                    <a:pt x="358337" y="61338"/>
                  </a:lnTo>
                  <a:lnTo>
                    <a:pt x="359317" y="60135"/>
                  </a:lnTo>
                  <a:lnTo>
                    <a:pt x="361130" y="58031"/>
                  </a:lnTo>
                  <a:lnTo>
                    <a:pt x="361670" y="57379"/>
                  </a:lnTo>
                  <a:lnTo>
                    <a:pt x="362209" y="56477"/>
                  </a:lnTo>
                  <a:lnTo>
                    <a:pt x="364071" y="52919"/>
                  </a:lnTo>
                  <a:lnTo>
                    <a:pt x="364169" y="52769"/>
                  </a:lnTo>
                  <a:lnTo>
                    <a:pt x="365297" y="50012"/>
                  </a:lnTo>
                  <a:lnTo>
                    <a:pt x="365444" y="49612"/>
                  </a:lnTo>
                  <a:lnTo>
                    <a:pt x="365689" y="49110"/>
                  </a:lnTo>
                  <a:lnTo>
                    <a:pt x="365836" y="48710"/>
                  </a:lnTo>
                  <a:lnTo>
                    <a:pt x="366081" y="48208"/>
                  </a:lnTo>
                  <a:lnTo>
                    <a:pt x="367257" y="46454"/>
                  </a:lnTo>
                  <a:lnTo>
                    <a:pt x="367845" y="45552"/>
                  </a:lnTo>
                  <a:lnTo>
                    <a:pt x="368139" y="45101"/>
                  </a:lnTo>
                  <a:lnTo>
                    <a:pt x="368335" y="44801"/>
                  </a:lnTo>
                  <a:lnTo>
                    <a:pt x="368727" y="44199"/>
                  </a:lnTo>
                  <a:lnTo>
                    <a:pt x="369463" y="41092"/>
                  </a:lnTo>
                  <a:lnTo>
                    <a:pt x="369561" y="40742"/>
                  </a:lnTo>
                  <a:lnTo>
                    <a:pt x="369855" y="38537"/>
                  </a:lnTo>
                  <a:lnTo>
                    <a:pt x="370002" y="37735"/>
                  </a:lnTo>
                  <a:lnTo>
                    <a:pt x="370247" y="35881"/>
                  </a:lnTo>
                  <a:lnTo>
                    <a:pt x="370247" y="33926"/>
                  </a:lnTo>
                  <a:lnTo>
                    <a:pt x="370247" y="33776"/>
                  </a:lnTo>
                  <a:lnTo>
                    <a:pt x="370345" y="33275"/>
                  </a:lnTo>
                  <a:lnTo>
                    <a:pt x="371962" y="28113"/>
                  </a:lnTo>
                  <a:lnTo>
                    <a:pt x="372943" y="21949"/>
                  </a:lnTo>
                  <a:lnTo>
                    <a:pt x="373384" y="20195"/>
                  </a:lnTo>
                  <a:lnTo>
                    <a:pt x="373629" y="19043"/>
                  </a:lnTo>
                  <a:lnTo>
                    <a:pt x="374707" y="13781"/>
                  </a:lnTo>
                  <a:lnTo>
                    <a:pt x="379118" y="4610"/>
                  </a:lnTo>
                  <a:lnTo>
                    <a:pt x="380442" y="2906"/>
                  </a:lnTo>
                  <a:lnTo>
                    <a:pt x="384804" y="100"/>
                  </a:lnTo>
                  <a:lnTo>
                    <a:pt x="3850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561877" y="4045892"/>
              <a:ext cx="126552" cy="65898"/>
            </a:xfrm>
            <a:custGeom>
              <a:avLst/>
              <a:pathLst>
                <a:path w="126552" h="65898">
                  <a:moveTo>
                    <a:pt x="101016" y="200"/>
                  </a:moveTo>
                  <a:lnTo>
                    <a:pt x="102781" y="4760"/>
                  </a:lnTo>
                  <a:lnTo>
                    <a:pt x="102928" y="5111"/>
                  </a:lnTo>
                  <a:lnTo>
                    <a:pt x="103173" y="5763"/>
                  </a:lnTo>
                  <a:lnTo>
                    <a:pt x="104104" y="8118"/>
                  </a:lnTo>
                  <a:lnTo>
                    <a:pt x="104349" y="8769"/>
                  </a:lnTo>
                  <a:lnTo>
                    <a:pt x="104545" y="9321"/>
                  </a:lnTo>
                  <a:lnTo>
                    <a:pt x="106163" y="13380"/>
                  </a:lnTo>
                  <a:lnTo>
                    <a:pt x="108172" y="18541"/>
                  </a:lnTo>
                  <a:lnTo>
                    <a:pt x="110182" y="23753"/>
                  </a:lnTo>
                  <a:lnTo>
                    <a:pt x="111407" y="26910"/>
                  </a:lnTo>
                  <a:lnTo>
                    <a:pt x="112877" y="30669"/>
                  </a:lnTo>
                  <a:lnTo>
                    <a:pt x="114250" y="34076"/>
                  </a:lnTo>
                  <a:lnTo>
                    <a:pt x="114544" y="34878"/>
                  </a:lnTo>
                  <a:lnTo>
                    <a:pt x="114740" y="35480"/>
                  </a:lnTo>
                  <a:lnTo>
                    <a:pt x="117044" y="41343"/>
                  </a:lnTo>
                  <a:lnTo>
                    <a:pt x="117191" y="41744"/>
                  </a:lnTo>
                  <a:lnTo>
                    <a:pt x="117534" y="42596"/>
                  </a:lnTo>
                  <a:lnTo>
                    <a:pt x="117975" y="43648"/>
                  </a:lnTo>
                  <a:lnTo>
                    <a:pt x="118514" y="45101"/>
                  </a:lnTo>
                  <a:lnTo>
                    <a:pt x="118661" y="45402"/>
                  </a:lnTo>
                  <a:lnTo>
                    <a:pt x="119151" y="46655"/>
                  </a:lnTo>
                  <a:lnTo>
                    <a:pt x="119445" y="47206"/>
                  </a:lnTo>
                  <a:lnTo>
                    <a:pt x="120327" y="48860"/>
                  </a:lnTo>
                  <a:lnTo>
                    <a:pt x="120622" y="49311"/>
                  </a:lnTo>
                  <a:lnTo>
                    <a:pt x="121063" y="50113"/>
                  </a:lnTo>
                  <a:lnTo>
                    <a:pt x="121161" y="50263"/>
                  </a:lnTo>
                  <a:lnTo>
                    <a:pt x="122680" y="52819"/>
                  </a:lnTo>
                  <a:lnTo>
                    <a:pt x="123709" y="54523"/>
                  </a:lnTo>
                  <a:lnTo>
                    <a:pt x="125278" y="56978"/>
                  </a:lnTo>
                  <a:lnTo>
                    <a:pt x="125915" y="58331"/>
                  </a:lnTo>
                  <a:lnTo>
                    <a:pt x="126307" y="59484"/>
                  </a:lnTo>
                  <a:lnTo>
                    <a:pt x="126552" y="60637"/>
                  </a:lnTo>
                  <a:lnTo>
                    <a:pt x="94203" y="65347"/>
                  </a:lnTo>
                  <a:lnTo>
                    <a:pt x="90723" y="65848"/>
                  </a:lnTo>
                  <a:lnTo>
                    <a:pt x="90380" y="65898"/>
                  </a:lnTo>
                  <a:lnTo>
                    <a:pt x="91508" y="62240"/>
                  </a:lnTo>
                  <a:lnTo>
                    <a:pt x="89596" y="61990"/>
                  </a:lnTo>
                  <a:lnTo>
                    <a:pt x="85773" y="61488"/>
                  </a:lnTo>
                  <a:lnTo>
                    <a:pt x="81313" y="60937"/>
                  </a:lnTo>
                  <a:lnTo>
                    <a:pt x="75235" y="60135"/>
                  </a:lnTo>
                  <a:lnTo>
                    <a:pt x="74206" y="59985"/>
                  </a:lnTo>
                  <a:lnTo>
                    <a:pt x="73961" y="59985"/>
                  </a:lnTo>
                  <a:lnTo>
                    <a:pt x="73912" y="59734"/>
                  </a:lnTo>
                  <a:lnTo>
                    <a:pt x="73275" y="55475"/>
                  </a:lnTo>
                  <a:lnTo>
                    <a:pt x="72784" y="52268"/>
                  </a:lnTo>
                  <a:lnTo>
                    <a:pt x="72784" y="52117"/>
                  </a:lnTo>
                  <a:lnTo>
                    <a:pt x="59110" y="53971"/>
                  </a:lnTo>
                  <a:lnTo>
                    <a:pt x="51317" y="55124"/>
                  </a:lnTo>
                  <a:lnTo>
                    <a:pt x="46709" y="55776"/>
                  </a:lnTo>
                  <a:lnTo>
                    <a:pt x="46513" y="55776"/>
                  </a:lnTo>
                  <a:lnTo>
                    <a:pt x="45190" y="55976"/>
                  </a:lnTo>
                  <a:lnTo>
                    <a:pt x="44112" y="56126"/>
                  </a:lnTo>
                  <a:lnTo>
                    <a:pt x="43131" y="56277"/>
                  </a:lnTo>
                  <a:lnTo>
                    <a:pt x="41906" y="56477"/>
                  </a:lnTo>
                  <a:lnTo>
                    <a:pt x="41318" y="56527"/>
                  </a:lnTo>
                  <a:lnTo>
                    <a:pt x="39651" y="56778"/>
                  </a:lnTo>
                  <a:lnTo>
                    <a:pt x="39357" y="56828"/>
                  </a:lnTo>
                  <a:lnTo>
                    <a:pt x="38524" y="56928"/>
                  </a:lnTo>
                  <a:lnTo>
                    <a:pt x="37985" y="57028"/>
                  </a:lnTo>
                  <a:lnTo>
                    <a:pt x="36711" y="57179"/>
                  </a:lnTo>
                  <a:lnTo>
                    <a:pt x="35632" y="57329"/>
                  </a:lnTo>
                  <a:lnTo>
                    <a:pt x="34848" y="57479"/>
                  </a:lnTo>
                  <a:lnTo>
                    <a:pt x="34456" y="57529"/>
                  </a:lnTo>
                  <a:lnTo>
                    <a:pt x="34211" y="57529"/>
                  </a:lnTo>
                  <a:lnTo>
                    <a:pt x="28084" y="58432"/>
                  </a:lnTo>
                  <a:lnTo>
                    <a:pt x="26467" y="58682"/>
                  </a:lnTo>
                  <a:lnTo>
                    <a:pt x="27055" y="62641"/>
                  </a:lnTo>
                  <a:lnTo>
                    <a:pt x="21810" y="63393"/>
                  </a:lnTo>
                  <a:lnTo>
                    <a:pt x="21663" y="63443"/>
                  </a:lnTo>
                  <a:lnTo>
                    <a:pt x="21516" y="63443"/>
                  </a:lnTo>
                  <a:lnTo>
                    <a:pt x="16321" y="64195"/>
                  </a:lnTo>
                  <a:lnTo>
                    <a:pt x="15978" y="64195"/>
                  </a:lnTo>
                  <a:lnTo>
                    <a:pt x="10537" y="64946"/>
                  </a:lnTo>
                  <a:lnTo>
                    <a:pt x="10341" y="63443"/>
                  </a:lnTo>
                  <a:lnTo>
                    <a:pt x="5048" y="64144"/>
                  </a:lnTo>
                  <a:lnTo>
                    <a:pt x="4754" y="64195"/>
                  </a:lnTo>
                  <a:lnTo>
                    <a:pt x="4705" y="63744"/>
                  </a:lnTo>
                  <a:lnTo>
                    <a:pt x="4509" y="62390"/>
                  </a:lnTo>
                  <a:lnTo>
                    <a:pt x="4362" y="61188"/>
                  </a:lnTo>
                  <a:lnTo>
                    <a:pt x="4313" y="60887"/>
                  </a:lnTo>
                  <a:lnTo>
                    <a:pt x="3528" y="54823"/>
                  </a:lnTo>
                  <a:lnTo>
                    <a:pt x="3479" y="54623"/>
                  </a:lnTo>
                  <a:lnTo>
                    <a:pt x="3430" y="54272"/>
                  </a:lnTo>
                  <a:lnTo>
                    <a:pt x="2842" y="50413"/>
                  </a:lnTo>
                  <a:lnTo>
                    <a:pt x="2499" y="48108"/>
                  </a:lnTo>
                  <a:lnTo>
                    <a:pt x="2450" y="47958"/>
                  </a:lnTo>
                  <a:lnTo>
                    <a:pt x="2401" y="47707"/>
                  </a:lnTo>
                  <a:lnTo>
                    <a:pt x="2303" y="46805"/>
                  </a:lnTo>
                  <a:lnTo>
                    <a:pt x="1274" y="40341"/>
                  </a:lnTo>
                  <a:lnTo>
                    <a:pt x="1127" y="39539"/>
                  </a:lnTo>
                  <a:lnTo>
                    <a:pt x="833" y="37484"/>
                  </a:lnTo>
                  <a:lnTo>
                    <a:pt x="392" y="34377"/>
                  </a:lnTo>
                  <a:lnTo>
                    <a:pt x="0" y="32072"/>
                  </a:lnTo>
                  <a:lnTo>
                    <a:pt x="196" y="31872"/>
                  </a:lnTo>
                  <a:lnTo>
                    <a:pt x="343" y="31721"/>
                  </a:lnTo>
                  <a:lnTo>
                    <a:pt x="1372" y="30869"/>
                  </a:lnTo>
                  <a:lnTo>
                    <a:pt x="3185" y="29216"/>
                  </a:lnTo>
                  <a:lnTo>
                    <a:pt x="4999" y="27612"/>
                  </a:lnTo>
                  <a:lnTo>
                    <a:pt x="7646" y="25257"/>
                  </a:lnTo>
                  <a:lnTo>
                    <a:pt x="10635" y="22651"/>
                  </a:lnTo>
                  <a:lnTo>
                    <a:pt x="11665" y="21699"/>
                  </a:lnTo>
                  <a:lnTo>
                    <a:pt x="14213" y="21799"/>
                  </a:lnTo>
                  <a:lnTo>
                    <a:pt x="14802" y="21849"/>
                  </a:lnTo>
                  <a:lnTo>
                    <a:pt x="18919" y="21999"/>
                  </a:lnTo>
                  <a:lnTo>
                    <a:pt x="24310" y="22300"/>
                  </a:lnTo>
                  <a:lnTo>
                    <a:pt x="25830" y="22099"/>
                  </a:lnTo>
                  <a:lnTo>
                    <a:pt x="32986" y="20997"/>
                  </a:lnTo>
                  <a:lnTo>
                    <a:pt x="33427" y="14983"/>
                  </a:lnTo>
                  <a:lnTo>
                    <a:pt x="33868" y="9521"/>
                  </a:lnTo>
                  <a:lnTo>
                    <a:pt x="36564" y="9220"/>
                  </a:lnTo>
                  <a:lnTo>
                    <a:pt x="40681" y="8669"/>
                  </a:lnTo>
                  <a:lnTo>
                    <a:pt x="43621" y="8268"/>
                  </a:lnTo>
                  <a:lnTo>
                    <a:pt x="49356" y="7416"/>
                  </a:lnTo>
                  <a:lnTo>
                    <a:pt x="49552" y="7366"/>
                  </a:lnTo>
                  <a:lnTo>
                    <a:pt x="50189" y="7266"/>
                  </a:lnTo>
                  <a:lnTo>
                    <a:pt x="53326" y="6815"/>
                  </a:lnTo>
                  <a:lnTo>
                    <a:pt x="54306" y="6665"/>
                  </a:lnTo>
                  <a:lnTo>
                    <a:pt x="59600" y="5863"/>
                  </a:lnTo>
                  <a:lnTo>
                    <a:pt x="60090" y="5813"/>
                  </a:lnTo>
                  <a:lnTo>
                    <a:pt x="60482" y="5712"/>
                  </a:lnTo>
                  <a:lnTo>
                    <a:pt x="61511" y="5562"/>
                  </a:lnTo>
                  <a:lnTo>
                    <a:pt x="66364" y="4911"/>
                  </a:lnTo>
                  <a:lnTo>
                    <a:pt x="71461" y="4159"/>
                  </a:lnTo>
                  <a:lnTo>
                    <a:pt x="71902" y="4109"/>
                  </a:lnTo>
                  <a:lnTo>
                    <a:pt x="75333" y="3608"/>
                  </a:lnTo>
                  <a:lnTo>
                    <a:pt x="75872" y="3558"/>
                  </a:lnTo>
                  <a:lnTo>
                    <a:pt x="77000" y="3407"/>
                  </a:lnTo>
                  <a:lnTo>
                    <a:pt x="79401" y="3056"/>
                  </a:lnTo>
                  <a:lnTo>
                    <a:pt x="80333" y="2906"/>
                  </a:lnTo>
                  <a:lnTo>
                    <a:pt x="81411" y="2756"/>
                  </a:lnTo>
                  <a:lnTo>
                    <a:pt x="81656" y="2756"/>
                  </a:lnTo>
                  <a:lnTo>
                    <a:pt x="82881" y="2555"/>
                  </a:lnTo>
                  <a:lnTo>
                    <a:pt x="83175" y="2505"/>
                  </a:lnTo>
                  <a:lnTo>
                    <a:pt x="84891" y="2255"/>
                  </a:lnTo>
                  <a:lnTo>
                    <a:pt x="85822" y="2154"/>
                  </a:lnTo>
                  <a:lnTo>
                    <a:pt x="86361" y="2054"/>
                  </a:lnTo>
                  <a:lnTo>
                    <a:pt x="90282" y="1503"/>
                  </a:lnTo>
                  <a:lnTo>
                    <a:pt x="91900" y="1302"/>
                  </a:lnTo>
                  <a:lnTo>
                    <a:pt x="92096" y="1252"/>
                  </a:lnTo>
                  <a:lnTo>
                    <a:pt x="97977" y="400"/>
                  </a:lnTo>
                  <a:lnTo>
                    <a:pt x="98222" y="400"/>
                  </a:lnTo>
                  <a:lnTo>
                    <a:pt x="98418" y="350"/>
                  </a:lnTo>
                  <a:lnTo>
                    <a:pt x="99742" y="150"/>
                  </a:lnTo>
                  <a:lnTo>
                    <a:pt x="100771" y="0"/>
                  </a:lnTo>
                  <a:lnTo>
                    <a:pt x="1009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9303" y="3239169"/>
              <a:ext cx="136012" cy="475825"/>
            </a:xfrm>
            <a:custGeom>
              <a:avLst/>
              <a:pathLst>
                <a:path w="136012" h="475825">
                  <a:moveTo>
                    <a:pt x="70089" y="0"/>
                  </a:moveTo>
                  <a:lnTo>
                    <a:pt x="70138" y="250"/>
                  </a:lnTo>
                  <a:lnTo>
                    <a:pt x="70187" y="451"/>
                  </a:lnTo>
                  <a:lnTo>
                    <a:pt x="70187" y="701"/>
                  </a:lnTo>
                  <a:lnTo>
                    <a:pt x="70236" y="952"/>
                  </a:lnTo>
                  <a:lnTo>
                    <a:pt x="70236" y="1252"/>
                  </a:lnTo>
                  <a:lnTo>
                    <a:pt x="70285" y="1553"/>
                  </a:lnTo>
                  <a:lnTo>
                    <a:pt x="71559" y="13981"/>
                  </a:lnTo>
                  <a:lnTo>
                    <a:pt x="71706" y="15434"/>
                  </a:lnTo>
                  <a:lnTo>
                    <a:pt x="72196" y="20847"/>
                  </a:lnTo>
                  <a:lnTo>
                    <a:pt x="72539" y="24054"/>
                  </a:lnTo>
                  <a:lnTo>
                    <a:pt x="72588" y="25106"/>
                  </a:lnTo>
                  <a:lnTo>
                    <a:pt x="72833" y="27712"/>
                  </a:lnTo>
                  <a:lnTo>
                    <a:pt x="73079" y="30318"/>
                  </a:lnTo>
                  <a:lnTo>
                    <a:pt x="73128" y="30569"/>
                  </a:lnTo>
                  <a:lnTo>
                    <a:pt x="73128" y="30769"/>
                  </a:lnTo>
                  <a:lnTo>
                    <a:pt x="73177" y="31270"/>
                  </a:lnTo>
                  <a:lnTo>
                    <a:pt x="73177" y="31721"/>
                  </a:lnTo>
                  <a:lnTo>
                    <a:pt x="73226" y="32222"/>
                  </a:lnTo>
                  <a:lnTo>
                    <a:pt x="73275" y="32473"/>
                  </a:lnTo>
                  <a:lnTo>
                    <a:pt x="73275" y="32723"/>
                  </a:lnTo>
                  <a:lnTo>
                    <a:pt x="73324" y="33124"/>
                  </a:lnTo>
                  <a:lnTo>
                    <a:pt x="73373" y="33976"/>
                  </a:lnTo>
                  <a:lnTo>
                    <a:pt x="73471" y="34878"/>
                  </a:lnTo>
                  <a:lnTo>
                    <a:pt x="73520" y="35480"/>
                  </a:lnTo>
                  <a:lnTo>
                    <a:pt x="73520" y="35630"/>
                  </a:lnTo>
                  <a:lnTo>
                    <a:pt x="73569" y="36281"/>
                  </a:lnTo>
                  <a:lnTo>
                    <a:pt x="73618" y="36732"/>
                  </a:lnTo>
                  <a:lnTo>
                    <a:pt x="73618" y="36933"/>
                  </a:lnTo>
                  <a:lnTo>
                    <a:pt x="73618" y="37083"/>
                  </a:lnTo>
                  <a:lnTo>
                    <a:pt x="73716" y="37885"/>
                  </a:lnTo>
                  <a:lnTo>
                    <a:pt x="73814" y="38737"/>
                  </a:lnTo>
                  <a:lnTo>
                    <a:pt x="74304" y="43648"/>
                  </a:lnTo>
                  <a:lnTo>
                    <a:pt x="75039" y="51416"/>
                  </a:lnTo>
                  <a:lnTo>
                    <a:pt x="75088" y="52117"/>
                  </a:lnTo>
                  <a:lnTo>
                    <a:pt x="76019" y="62791"/>
                  </a:lnTo>
                  <a:lnTo>
                    <a:pt x="76117" y="64094"/>
                  </a:lnTo>
                  <a:lnTo>
                    <a:pt x="77098" y="74267"/>
                  </a:lnTo>
                  <a:lnTo>
                    <a:pt x="77147" y="74819"/>
                  </a:lnTo>
                  <a:lnTo>
                    <a:pt x="77196" y="75270"/>
                  </a:lnTo>
                  <a:lnTo>
                    <a:pt x="77245" y="75620"/>
                  </a:lnTo>
                  <a:lnTo>
                    <a:pt x="77245" y="75821"/>
                  </a:lnTo>
                  <a:lnTo>
                    <a:pt x="77931" y="83238"/>
                  </a:lnTo>
                  <a:lnTo>
                    <a:pt x="78372" y="88149"/>
                  </a:lnTo>
                  <a:lnTo>
                    <a:pt x="78666" y="91506"/>
                  </a:lnTo>
                  <a:lnTo>
                    <a:pt x="79058" y="95515"/>
                  </a:lnTo>
                  <a:lnTo>
                    <a:pt x="79401" y="98873"/>
                  </a:lnTo>
                  <a:lnTo>
                    <a:pt x="79401" y="99574"/>
                  </a:lnTo>
                  <a:lnTo>
                    <a:pt x="79401" y="99875"/>
                  </a:lnTo>
                  <a:lnTo>
                    <a:pt x="79646" y="103183"/>
                  </a:lnTo>
                  <a:lnTo>
                    <a:pt x="79989" y="107292"/>
                  </a:lnTo>
                  <a:lnTo>
                    <a:pt x="81117" y="119369"/>
                  </a:lnTo>
                  <a:lnTo>
                    <a:pt x="81313" y="121674"/>
                  </a:lnTo>
                  <a:lnTo>
                    <a:pt x="81656" y="125132"/>
                  </a:lnTo>
                  <a:lnTo>
                    <a:pt x="81803" y="126586"/>
                  </a:lnTo>
                  <a:lnTo>
                    <a:pt x="82048" y="129141"/>
                  </a:lnTo>
                  <a:lnTo>
                    <a:pt x="82195" y="131146"/>
                  </a:lnTo>
                  <a:lnTo>
                    <a:pt x="82489" y="134503"/>
                  </a:lnTo>
                  <a:lnTo>
                    <a:pt x="82832" y="137560"/>
                  </a:lnTo>
                  <a:lnTo>
                    <a:pt x="82930" y="138963"/>
                  </a:lnTo>
                  <a:lnTo>
                    <a:pt x="82979" y="139465"/>
                  </a:lnTo>
                  <a:lnTo>
                    <a:pt x="82979" y="139665"/>
                  </a:lnTo>
                  <a:lnTo>
                    <a:pt x="82979" y="140166"/>
                  </a:lnTo>
                  <a:lnTo>
                    <a:pt x="83616" y="144877"/>
                  </a:lnTo>
                  <a:lnTo>
                    <a:pt x="83665" y="145178"/>
                  </a:lnTo>
                  <a:lnTo>
                    <a:pt x="84303" y="149337"/>
                  </a:lnTo>
                  <a:lnTo>
                    <a:pt x="84548" y="150890"/>
                  </a:lnTo>
                  <a:lnTo>
                    <a:pt x="84842" y="152795"/>
                  </a:lnTo>
                  <a:lnTo>
                    <a:pt x="85038" y="154148"/>
                  </a:lnTo>
                  <a:lnTo>
                    <a:pt x="86018" y="160462"/>
                  </a:lnTo>
                  <a:lnTo>
                    <a:pt x="86067" y="160713"/>
                  </a:lnTo>
                  <a:lnTo>
                    <a:pt x="86361" y="162667"/>
                  </a:lnTo>
                  <a:lnTo>
                    <a:pt x="86949" y="166426"/>
                  </a:lnTo>
                  <a:lnTo>
                    <a:pt x="87488" y="170034"/>
                  </a:lnTo>
                  <a:lnTo>
                    <a:pt x="87783" y="171788"/>
                  </a:lnTo>
                  <a:lnTo>
                    <a:pt x="88616" y="177450"/>
                  </a:lnTo>
                  <a:lnTo>
                    <a:pt x="101212" y="175596"/>
                  </a:lnTo>
                  <a:lnTo>
                    <a:pt x="106114" y="174794"/>
                  </a:lnTo>
                  <a:lnTo>
                    <a:pt x="111554" y="173993"/>
                  </a:lnTo>
                  <a:lnTo>
                    <a:pt x="112485" y="179355"/>
                  </a:lnTo>
                  <a:lnTo>
                    <a:pt x="114642" y="190530"/>
                  </a:lnTo>
                  <a:lnTo>
                    <a:pt x="114691" y="190981"/>
                  </a:lnTo>
                  <a:lnTo>
                    <a:pt x="114691" y="191181"/>
                  </a:lnTo>
                  <a:lnTo>
                    <a:pt x="114691" y="191532"/>
                  </a:lnTo>
                  <a:lnTo>
                    <a:pt x="114740" y="192184"/>
                  </a:lnTo>
                  <a:lnTo>
                    <a:pt x="114789" y="193637"/>
                  </a:lnTo>
                  <a:lnTo>
                    <a:pt x="118955" y="214234"/>
                  </a:lnTo>
                  <a:lnTo>
                    <a:pt x="119935" y="218944"/>
                  </a:lnTo>
                  <a:lnTo>
                    <a:pt x="119886" y="220548"/>
                  </a:lnTo>
                  <a:lnTo>
                    <a:pt x="119935" y="220899"/>
                  </a:lnTo>
                  <a:lnTo>
                    <a:pt x="120131" y="222252"/>
                  </a:lnTo>
                  <a:lnTo>
                    <a:pt x="122925" y="236133"/>
                  </a:lnTo>
                  <a:lnTo>
                    <a:pt x="123072" y="236634"/>
                  </a:lnTo>
                  <a:lnTo>
                    <a:pt x="123121" y="236784"/>
                  </a:lnTo>
                  <a:lnTo>
                    <a:pt x="123121" y="236935"/>
                  </a:lnTo>
                  <a:lnTo>
                    <a:pt x="124837" y="244301"/>
                  </a:lnTo>
                  <a:lnTo>
                    <a:pt x="128268" y="259085"/>
                  </a:lnTo>
                  <a:lnTo>
                    <a:pt x="130522" y="269458"/>
                  </a:lnTo>
                  <a:lnTo>
                    <a:pt x="132140" y="276775"/>
                  </a:lnTo>
                  <a:lnTo>
                    <a:pt x="132581" y="278829"/>
                  </a:lnTo>
                  <a:lnTo>
                    <a:pt x="132679" y="279331"/>
                  </a:lnTo>
                  <a:lnTo>
                    <a:pt x="133120" y="281235"/>
                  </a:lnTo>
                  <a:lnTo>
                    <a:pt x="133953" y="284993"/>
                  </a:lnTo>
                  <a:lnTo>
                    <a:pt x="134247" y="286246"/>
                  </a:lnTo>
                  <a:lnTo>
                    <a:pt x="135228" y="291157"/>
                  </a:lnTo>
                  <a:lnTo>
                    <a:pt x="135473" y="292160"/>
                  </a:lnTo>
                  <a:lnTo>
                    <a:pt x="135865" y="294164"/>
                  </a:lnTo>
                  <a:lnTo>
                    <a:pt x="136012" y="295116"/>
                  </a:lnTo>
                  <a:lnTo>
                    <a:pt x="135620" y="295166"/>
                  </a:lnTo>
                  <a:lnTo>
                    <a:pt x="114838" y="298474"/>
                  </a:lnTo>
                  <a:lnTo>
                    <a:pt x="107437" y="299426"/>
                  </a:lnTo>
                  <a:lnTo>
                    <a:pt x="107927" y="302884"/>
                  </a:lnTo>
                  <a:lnTo>
                    <a:pt x="108025" y="303636"/>
                  </a:lnTo>
                  <a:lnTo>
                    <a:pt x="112093" y="330747"/>
                  </a:lnTo>
                  <a:lnTo>
                    <a:pt x="115328" y="352195"/>
                  </a:lnTo>
                  <a:lnTo>
                    <a:pt x="115377" y="352797"/>
                  </a:lnTo>
                  <a:lnTo>
                    <a:pt x="116602" y="360815"/>
                  </a:lnTo>
                  <a:lnTo>
                    <a:pt x="116848" y="362418"/>
                  </a:lnTo>
                  <a:lnTo>
                    <a:pt x="116897" y="362769"/>
                  </a:lnTo>
                  <a:lnTo>
                    <a:pt x="117044" y="363671"/>
                  </a:lnTo>
                  <a:lnTo>
                    <a:pt x="117583" y="367129"/>
                  </a:lnTo>
                  <a:lnTo>
                    <a:pt x="117828" y="368783"/>
                  </a:lnTo>
                  <a:lnTo>
                    <a:pt x="117926" y="369234"/>
                  </a:lnTo>
                  <a:lnTo>
                    <a:pt x="117926" y="369384"/>
                  </a:lnTo>
                  <a:lnTo>
                    <a:pt x="118024" y="369935"/>
                  </a:lnTo>
                  <a:lnTo>
                    <a:pt x="118514" y="373042"/>
                  </a:lnTo>
                  <a:lnTo>
                    <a:pt x="118857" y="375398"/>
                  </a:lnTo>
                  <a:lnTo>
                    <a:pt x="119347" y="378755"/>
                  </a:lnTo>
                  <a:lnTo>
                    <a:pt x="119543" y="379858"/>
                  </a:lnTo>
                  <a:lnTo>
                    <a:pt x="119984" y="382714"/>
                  </a:lnTo>
                  <a:lnTo>
                    <a:pt x="120033" y="383215"/>
                  </a:lnTo>
                  <a:lnTo>
                    <a:pt x="120180" y="384167"/>
                  </a:lnTo>
                  <a:lnTo>
                    <a:pt x="120720" y="387525"/>
                  </a:lnTo>
                  <a:lnTo>
                    <a:pt x="121504" y="392637"/>
                  </a:lnTo>
                  <a:lnTo>
                    <a:pt x="121700" y="394190"/>
                  </a:lnTo>
                  <a:lnTo>
                    <a:pt x="122043" y="396395"/>
                  </a:lnTo>
                  <a:lnTo>
                    <a:pt x="122386" y="398550"/>
                  </a:lnTo>
                  <a:lnTo>
                    <a:pt x="122631" y="400103"/>
                  </a:lnTo>
                  <a:lnTo>
                    <a:pt x="122778" y="401306"/>
                  </a:lnTo>
                  <a:lnTo>
                    <a:pt x="122876" y="401857"/>
                  </a:lnTo>
                  <a:lnTo>
                    <a:pt x="123317" y="404814"/>
                  </a:lnTo>
                  <a:lnTo>
                    <a:pt x="123807" y="407771"/>
                  </a:lnTo>
                  <a:lnTo>
                    <a:pt x="123905" y="408673"/>
                  </a:lnTo>
                  <a:lnTo>
                    <a:pt x="124984" y="415639"/>
                  </a:lnTo>
                  <a:lnTo>
                    <a:pt x="125621" y="419798"/>
                  </a:lnTo>
                  <a:lnTo>
                    <a:pt x="126258" y="423957"/>
                  </a:lnTo>
                  <a:lnTo>
                    <a:pt x="126454" y="425210"/>
                  </a:lnTo>
                  <a:lnTo>
                    <a:pt x="126552" y="426062"/>
                  </a:lnTo>
                  <a:lnTo>
                    <a:pt x="126601" y="426814"/>
                  </a:lnTo>
                  <a:lnTo>
                    <a:pt x="126601" y="427515"/>
                  </a:lnTo>
                  <a:lnTo>
                    <a:pt x="126601" y="428117"/>
                  </a:lnTo>
                  <a:lnTo>
                    <a:pt x="126601" y="428668"/>
                  </a:lnTo>
                  <a:lnTo>
                    <a:pt x="126650" y="428919"/>
                  </a:lnTo>
                  <a:lnTo>
                    <a:pt x="126650" y="429720"/>
                  </a:lnTo>
                  <a:lnTo>
                    <a:pt x="126699" y="430422"/>
                  </a:lnTo>
                  <a:lnTo>
                    <a:pt x="126993" y="432577"/>
                  </a:lnTo>
                  <a:lnTo>
                    <a:pt x="127238" y="434281"/>
                  </a:lnTo>
                  <a:lnTo>
                    <a:pt x="127287" y="434632"/>
                  </a:lnTo>
                  <a:lnTo>
                    <a:pt x="127434" y="435383"/>
                  </a:lnTo>
                  <a:lnTo>
                    <a:pt x="128758" y="443702"/>
                  </a:lnTo>
                  <a:lnTo>
                    <a:pt x="129003" y="445155"/>
                  </a:lnTo>
                  <a:lnTo>
                    <a:pt x="130179" y="452422"/>
                  </a:lnTo>
                  <a:lnTo>
                    <a:pt x="130228" y="452923"/>
                  </a:lnTo>
                  <a:lnTo>
                    <a:pt x="130277" y="453073"/>
                  </a:lnTo>
                  <a:lnTo>
                    <a:pt x="130473" y="454176"/>
                  </a:lnTo>
                  <a:lnTo>
                    <a:pt x="130571" y="454777"/>
                  </a:lnTo>
                  <a:lnTo>
                    <a:pt x="128856" y="455078"/>
                  </a:lnTo>
                  <a:lnTo>
                    <a:pt x="125425" y="455579"/>
                  </a:lnTo>
                  <a:lnTo>
                    <a:pt x="123758" y="455829"/>
                  </a:lnTo>
                  <a:lnTo>
                    <a:pt x="118416" y="456581"/>
                  </a:lnTo>
                  <a:lnTo>
                    <a:pt x="117583" y="456731"/>
                  </a:lnTo>
                  <a:lnTo>
                    <a:pt x="116357" y="456932"/>
                  </a:lnTo>
                  <a:lnTo>
                    <a:pt x="114789" y="457283"/>
                  </a:lnTo>
                  <a:lnTo>
                    <a:pt x="114642" y="457283"/>
                  </a:lnTo>
                  <a:lnTo>
                    <a:pt x="112926" y="457784"/>
                  </a:lnTo>
                  <a:lnTo>
                    <a:pt x="110574" y="458536"/>
                  </a:lnTo>
                  <a:lnTo>
                    <a:pt x="109250" y="458987"/>
                  </a:lnTo>
                  <a:lnTo>
                    <a:pt x="104790" y="460490"/>
                  </a:lnTo>
                  <a:lnTo>
                    <a:pt x="104153" y="460740"/>
                  </a:lnTo>
                  <a:lnTo>
                    <a:pt x="96017" y="463497"/>
                  </a:lnTo>
                  <a:lnTo>
                    <a:pt x="94154" y="464148"/>
                  </a:lnTo>
                  <a:lnTo>
                    <a:pt x="93811" y="464248"/>
                  </a:lnTo>
                  <a:lnTo>
                    <a:pt x="88518" y="466153"/>
                  </a:lnTo>
                  <a:lnTo>
                    <a:pt x="86067" y="466955"/>
                  </a:lnTo>
                  <a:lnTo>
                    <a:pt x="85577" y="467155"/>
                  </a:lnTo>
                  <a:lnTo>
                    <a:pt x="83616" y="467806"/>
                  </a:lnTo>
                  <a:lnTo>
                    <a:pt x="81460" y="468458"/>
                  </a:lnTo>
                  <a:lnTo>
                    <a:pt x="80333" y="468759"/>
                  </a:lnTo>
                  <a:lnTo>
                    <a:pt x="79352" y="468959"/>
                  </a:lnTo>
                  <a:lnTo>
                    <a:pt x="78274" y="469210"/>
                  </a:lnTo>
                  <a:lnTo>
                    <a:pt x="77686" y="469310"/>
                  </a:lnTo>
                  <a:lnTo>
                    <a:pt x="76509" y="469510"/>
                  </a:lnTo>
                  <a:lnTo>
                    <a:pt x="74353" y="469911"/>
                  </a:lnTo>
                  <a:lnTo>
                    <a:pt x="73716" y="470011"/>
                  </a:lnTo>
                  <a:lnTo>
                    <a:pt x="72980" y="470162"/>
                  </a:lnTo>
                  <a:lnTo>
                    <a:pt x="65923" y="471365"/>
                  </a:lnTo>
                  <a:lnTo>
                    <a:pt x="64403" y="471615"/>
                  </a:lnTo>
                  <a:lnTo>
                    <a:pt x="59649" y="472417"/>
                  </a:lnTo>
                  <a:lnTo>
                    <a:pt x="58914" y="472567"/>
                  </a:lnTo>
                  <a:lnTo>
                    <a:pt x="57443" y="472818"/>
                  </a:lnTo>
                  <a:lnTo>
                    <a:pt x="49748" y="474021"/>
                  </a:lnTo>
                  <a:lnTo>
                    <a:pt x="47935" y="474321"/>
                  </a:lnTo>
                  <a:lnTo>
                    <a:pt x="47592" y="474421"/>
                  </a:lnTo>
                  <a:lnTo>
                    <a:pt x="42935" y="475273"/>
                  </a:lnTo>
                  <a:lnTo>
                    <a:pt x="41808" y="475474"/>
                  </a:lnTo>
                  <a:lnTo>
                    <a:pt x="39798" y="475825"/>
                  </a:lnTo>
                  <a:lnTo>
                    <a:pt x="39063" y="474321"/>
                  </a:lnTo>
                  <a:lnTo>
                    <a:pt x="37985" y="472066"/>
                  </a:lnTo>
                  <a:lnTo>
                    <a:pt x="37838" y="471615"/>
                  </a:lnTo>
                  <a:lnTo>
                    <a:pt x="37691" y="471365"/>
                  </a:lnTo>
                  <a:lnTo>
                    <a:pt x="37201" y="470312"/>
                  </a:lnTo>
                  <a:lnTo>
                    <a:pt x="37054" y="470011"/>
                  </a:lnTo>
                  <a:lnTo>
                    <a:pt x="36220" y="468358"/>
                  </a:lnTo>
                  <a:lnTo>
                    <a:pt x="35730" y="467305"/>
                  </a:lnTo>
                  <a:lnTo>
                    <a:pt x="34652" y="465100"/>
                  </a:lnTo>
                  <a:lnTo>
                    <a:pt x="34015" y="463848"/>
                  </a:lnTo>
                  <a:lnTo>
                    <a:pt x="33574" y="462996"/>
                  </a:lnTo>
                  <a:lnTo>
                    <a:pt x="32838" y="461492"/>
                  </a:lnTo>
                  <a:lnTo>
                    <a:pt x="32495" y="460841"/>
                  </a:lnTo>
                  <a:lnTo>
                    <a:pt x="32005" y="459788"/>
                  </a:lnTo>
                  <a:lnTo>
                    <a:pt x="31809" y="459387"/>
                  </a:lnTo>
                  <a:lnTo>
                    <a:pt x="31123" y="457984"/>
                  </a:lnTo>
                  <a:lnTo>
                    <a:pt x="30584" y="456581"/>
                  </a:lnTo>
                  <a:lnTo>
                    <a:pt x="30437" y="456180"/>
                  </a:lnTo>
                  <a:lnTo>
                    <a:pt x="30241" y="455779"/>
                  </a:lnTo>
                  <a:lnTo>
                    <a:pt x="30143" y="455529"/>
                  </a:lnTo>
                  <a:lnTo>
                    <a:pt x="29653" y="454426"/>
                  </a:lnTo>
                  <a:lnTo>
                    <a:pt x="29359" y="453374"/>
                  </a:lnTo>
                  <a:lnTo>
                    <a:pt x="28770" y="451069"/>
                  </a:lnTo>
                  <a:lnTo>
                    <a:pt x="28231" y="449265"/>
                  </a:lnTo>
                  <a:lnTo>
                    <a:pt x="28133" y="448914"/>
                  </a:lnTo>
                  <a:lnTo>
                    <a:pt x="28035" y="448513"/>
                  </a:lnTo>
                  <a:lnTo>
                    <a:pt x="27251" y="445757"/>
                  </a:lnTo>
                  <a:lnTo>
                    <a:pt x="27153" y="445356"/>
                  </a:lnTo>
                  <a:lnTo>
                    <a:pt x="27153" y="445205"/>
                  </a:lnTo>
                  <a:lnTo>
                    <a:pt x="26957" y="444203"/>
                  </a:lnTo>
                  <a:lnTo>
                    <a:pt x="26565" y="442499"/>
                  </a:lnTo>
                  <a:lnTo>
                    <a:pt x="25830" y="439292"/>
                  </a:lnTo>
                  <a:lnTo>
                    <a:pt x="25535" y="438089"/>
                  </a:lnTo>
                  <a:lnTo>
                    <a:pt x="25388" y="437538"/>
                  </a:lnTo>
                  <a:lnTo>
                    <a:pt x="24653" y="434130"/>
                  </a:lnTo>
                  <a:lnTo>
                    <a:pt x="24359" y="432878"/>
                  </a:lnTo>
                  <a:lnTo>
                    <a:pt x="24212" y="432076"/>
                  </a:lnTo>
                  <a:lnTo>
                    <a:pt x="24114" y="431675"/>
                  </a:lnTo>
                  <a:lnTo>
                    <a:pt x="23869" y="430522"/>
                  </a:lnTo>
                  <a:lnTo>
                    <a:pt x="23624" y="429520"/>
                  </a:lnTo>
                  <a:lnTo>
                    <a:pt x="23477" y="428868"/>
                  </a:lnTo>
                  <a:lnTo>
                    <a:pt x="22791" y="425761"/>
                  </a:lnTo>
                  <a:lnTo>
                    <a:pt x="22693" y="425411"/>
                  </a:lnTo>
                  <a:lnTo>
                    <a:pt x="22644" y="425110"/>
                  </a:lnTo>
                  <a:lnTo>
                    <a:pt x="22497" y="424408"/>
                  </a:lnTo>
                  <a:lnTo>
                    <a:pt x="21810" y="421251"/>
                  </a:lnTo>
                  <a:lnTo>
                    <a:pt x="21761" y="421101"/>
                  </a:lnTo>
                  <a:lnTo>
                    <a:pt x="21663" y="420700"/>
                  </a:lnTo>
                  <a:lnTo>
                    <a:pt x="21173" y="418495"/>
                  </a:lnTo>
                  <a:lnTo>
                    <a:pt x="21075" y="418144"/>
                  </a:lnTo>
                  <a:lnTo>
                    <a:pt x="20830" y="417092"/>
                  </a:lnTo>
                  <a:lnTo>
                    <a:pt x="20634" y="416140"/>
                  </a:lnTo>
                  <a:lnTo>
                    <a:pt x="20585" y="415989"/>
                  </a:lnTo>
                  <a:lnTo>
                    <a:pt x="20095" y="414035"/>
                  </a:lnTo>
                  <a:lnTo>
                    <a:pt x="19850" y="413083"/>
                  </a:lnTo>
                  <a:lnTo>
                    <a:pt x="19703" y="412481"/>
                  </a:lnTo>
                  <a:lnTo>
                    <a:pt x="19507" y="411579"/>
                  </a:lnTo>
                  <a:lnTo>
                    <a:pt x="19409" y="411379"/>
                  </a:lnTo>
                  <a:lnTo>
                    <a:pt x="19017" y="409725"/>
                  </a:lnTo>
                  <a:lnTo>
                    <a:pt x="18527" y="407771"/>
                  </a:lnTo>
                  <a:lnTo>
                    <a:pt x="18232" y="406618"/>
                  </a:lnTo>
                  <a:lnTo>
                    <a:pt x="17987" y="405466"/>
                  </a:lnTo>
                  <a:lnTo>
                    <a:pt x="17693" y="404413"/>
                  </a:lnTo>
                  <a:lnTo>
                    <a:pt x="17546" y="403812"/>
                  </a:lnTo>
                  <a:lnTo>
                    <a:pt x="17105" y="401557"/>
                  </a:lnTo>
                  <a:lnTo>
                    <a:pt x="17056" y="401156"/>
                  </a:lnTo>
                  <a:lnTo>
                    <a:pt x="16958" y="400805"/>
                  </a:lnTo>
                  <a:lnTo>
                    <a:pt x="16125" y="396495"/>
                  </a:lnTo>
                  <a:lnTo>
                    <a:pt x="15929" y="395694"/>
                  </a:lnTo>
                  <a:lnTo>
                    <a:pt x="15978" y="394190"/>
                  </a:lnTo>
                  <a:lnTo>
                    <a:pt x="16272" y="392837"/>
                  </a:lnTo>
                  <a:lnTo>
                    <a:pt x="16419" y="392336"/>
                  </a:lnTo>
                  <a:lnTo>
                    <a:pt x="17840" y="388828"/>
                  </a:lnTo>
                  <a:lnTo>
                    <a:pt x="17987" y="388427"/>
                  </a:lnTo>
                  <a:lnTo>
                    <a:pt x="18576" y="387074"/>
                  </a:lnTo>
                  <a:lnTo>
                    <a:pt x="18919" y="386372"/>
                  </a:lnTo>
                  <a:lnTo>
                    <a:pt x="19262" y="385621"/>
                  </a:lnTo>
                  <a:lnTo>
                    <a:pt x="19556" y="384869"/>
                  </a:lnTo>
                  <a:lnTo>
                    <a:pt x="19899" y="384117"/>
                  </a:lnTo>
                  <a:lnTo>
                    <a:pt x="20340" y="383265"/>
                  </a:lnTo>
                  <a:lnTo>
                    <a:pt x="20879" y="382063"/>
                  </a:lnTo>
                  <a:lnTo>
                    <a:pt x="21418" y="380860"/>
                  </a:lnTo>
                  <a:lnTo>
                    <a:pt x="21761" y="380108"/>
                  </a:lnTo>
                  <a:lnTo>
                    <a:pt x="22938" y="377352"/>
                  </a:lnTo>
                  <a:lnTo>
                    <a:pt x="26712" y="369785"/>
                  </a:lnTo>
                  <a:lnTo>
                    <a:pt x="27251" y="368833"/>
                  </a:lnTo>
                  <a:lnTo>
                    <a:pt x="27300" y="368683"/>
                  </a:lnTo>
                  <a:lnTo>
                    <a:pt x="27447" y="368382"/>
                  </a:lnTo>
                  <a:lnTo>
                    <a:pt x="29898" y="363721"/>
                  </a:lnTo>
                  <a:lnTo>
                    <a:pt x="30486" y="362519"/>
                  </a:lnTo>
                  <a:lnTo>
                    <a:pt x="31025" y="361466"/>
                  </a:lnTo>
                  <a:lnTo>
                    <a:pt x="34064" y="355152"/>
                  </a:lnTo>
                  <a:lnTo>
                    <a:pt x="34211" y="354951"/>
                  </a:lnTo>
                  <a:lnTo>
                    <a:pt x="36711" y="350141"/>
                  </a:lnTo>
                  <a:lnTo>
                    <a:pt x="37250" y="349188"/>
                  </a:lnTo>
                  <a:lnTo>
                    <a:pt x="38230" y="347234"/>
                  </a:lnTo>
                  <a:lnTo>
                    <a:pt x="40240" y="343526"/>
                  </a:lnTo>
                  <a:lnTo>
                    <a:pt x="40436" y="343225"/>
                  </a:lnTo>
                  <a:lnTo>
                    <a:pt x="42396" y="339817"/>
                  </a:lnTo>
                  <a:lnTo>
                    <a:pt x="42592" y="339517"/>
                  </a:lnTo>
                  <a:lnTo>
                    <a:pt x="43867" y="337211"/>
                  </a:lnTo>
                  <a:lnTo>
                    <a:pt x="44553" y="335808"/>
                  </a:lnTo>
                  <a:lnTo>
                    <a:pt x="44700" y="335558"/>
                  </a:lnTo>
                  <a:lnTo>
                    <a:pt x="44994" y="334856"/>
                  </a:lnTo>
                  <a:lnTo>
                    <a:pt x="45190" y="334355"/>
                  </a:lnTo>
                  <a:lnTo>
                    <a:pt x="45435" y="333703"/>
                  </a:lnTo>
                  <a:lnTo>
                    <a:pt x="45729" y="332651"/>
                  </a:lnTo>
                  <a:lnTo>
                    <a:pt x="46023" y="331498"/>
                  </a:lnTo>
                  <a:lnTo>
                    <a:pt x="46562" y="328592"/>
                  </a:lnTo>
                  <a:lnTo>
                    <a:pt x="46611" y="328391"/>
                  </a:lnTo>
                  <a:lnTo>
                    <a:pt x="46660" y="328191"/>
                  </a:lnTo>
                  <a:lnTo>
                    <a:pt x="39455" y="327439"/>
                  </a:lnTo>
                  <a:lnTo>
                    <a:pt x="35926" y="327089"/>
                  </a:lnTo>
                  <a:lnTo>
                    <a:pt x="35436" y="327038"/>
                  </a:lnTo>
                  <a:lnTo>
                    <a:pt x="33574" y="326838"/>
                  </a:lnTo>
                  <a:lnTo>
                    <a:pt x="33035" y="326788"/>
                  </a:lnTo>
                  <a:lnTo>
                    <a:pt x="30535" y="326537"/>
                  </a:lnTo>
                  <a:lnTo>
                    <a:pt x="25732" y="326036"/>
                  </a:lnTo>
                  <a:lnTo>
                    <a:pt x="21909" y="325685"/>
                  </a:lnTo>
                  <a:lnTo>
                    <a:pt x="15978" y="325134"/>
                  </a:lnTo>
                  <a:lnTo>
                    <a:pt x="10537" y="324633"/>
                  </a:lnTo>
                  <a:lnTo>
                    <a:pt x="9998" y="324583"/>
                  </a:lnTo>
                  <a:lnTo>
                    <a:pt x="10047" y="324433"/>
                  </a:lnTo>
                  <a:lnTo>
                    <a:pt x="10145" y="324282"/>
                  </a:lnTo>
                  <a:lnTo>
                    <a:pt x="12743" y="318469"/>
                  </a:lnTo>
                  <a:lnTo>
                    <a:pt x="14360" y="314961"/>
                  </a:lnTo>
                  <a:lnTo>
                    <a:pt x="14458" y="314660"/>
                  </a:lnTo>
                  <a:lnTo>
                    <a:pt x="15341" y="312706"/>
                  </a:lnTo>
                  <a:lnTo>
                    <a:pt x="18331" y="305690"/>
                  </a:lnTo>
                  <a:lnTo>
                    <a:pt x="18870" y="304538"/>
                  </a:lnTo>
                  <a:lnTo>
                    <a:pt x="19213" y="303636"/>
                  </a:lnTo>
                  <a:lnTo>
                    <a:pt x="22252" y="296570"/>
                  </a:lnTo>
                  <a:lnTo>
                    <a:pt x="22497" y="296119"/>
                  </a:lnTo>
                  <a:lnTo>
                    <a:pt x="22693" y="295617"/>
                  </a:lnTo>
                  <a:lnTo>
                    <a:pt x="22889" y="295116"/>
                  </a:lnTo>
                  <a:lnTo>
                    <a:pt x="22056" y="294816"/>
                  </a:lnTo>
                  <a:lnTo>
                    <a:pt x="21173" y="294615"/>
                  </a:lnTo>
                  <a:lnTo>
                    <a:pt x="20144" y="294365"/>
                  </a:lnTo>
                  <a:lnTo>
                    <a:pt x="19948" y="294314"/>
                  </a:lnTo>
                  <a:lnTo>
                    <a:pt x="19605" y="294214"/>
                  </a:lnTo>
                  <a:lnTo>
                    <a:pt x="18968" y="294064"/>
                  </a:lnTo>
                  <a:lnTo>
                    <a:pt x="17595" y="293713"/>
                  </a:lnTo>
                  <a:lnTo>
                    <a:pt x="16566" y="293463"/>
                  </a:lnTo>
                  <a:lnTo>
                    <a:pt x="15733" y="293212"/>
                  </a:lnTo>
                  <a:lnTo>
                    <a:pt x="14900" y="292911"/>
                  </a:lnTo>
                  <a:lnTo>
                    <a:pt x="14556" y="292761"/>
                  </a:lnTo>
                  <a:lnTo>
                    <a:pt x="14164" y="292611"/>
                  </a:lnTo>
                  <a:lnTo>
                    <a:pt x="14017" y="292561"/>
                  </a:lnTo>
                  <a:lnTo>
                    <a:pt x="13772" y="292460"/>
                  </a:lnTo>
                  <a:lnTo>
                    <a:pt x="13625" y="292410"/>
                  </a:lnTo>
                  <a:lnTo>
                    <a:pt x="13429" y="292310"/>
                  </a:lnTo>
                  <a:lnTo>
                    <a:pt x="13233" y="292210"/>
                  </a:lnTo>
                  <a:lnTo>
                    <a:pt x="13037" y="292109"/>
                  </a:lnTo>
                  <a:lnTo>
                    <a:pt x="12694" y="291959"/>
                  </a:lnTo>
                  <a:lnTo>
                    <a:pt x="12400" y="291809"/>
                  </a:lnTo>
                  <a:lnTo>
                    <a:pt x="12057" y="291608"/>
                  </a:lnTo>
                  <a:lnTo>
                    <a:pt x="11714" y="291408"/>
                  </a:lnTo>
                  <a:lnTo>
                    <a:pt x="11126" y="291057"/>
                  </a:lnTo>
                  <a:lnTo>
                    <a:pt x="10537" y="290706"/>
                  </a:lnTo>
                  <a:lnTo>
                    <a:pt x="10096" y="290406"/>
                  </a:lnTo>
                  <a:lnTo>
                    <a:pt x="9557" y="290005"/>
                  </a:lnTo>
                  <a:lnTo>
                    <a:pt x="9165" y="289704"/>
                  </a:lnTo>
                  <a:lnTo>
                    <a:pt x="8675" y="289253"/>
                  </a:lnTo>
                  <a:lnTo>
                    <a:pt x="8038" y="288702"/>
                  </a:lnTo>
                  <a:lnTo>
                    <a:pt x="6910" y="287700"/>
                  </a:lnTo>
                  <a:lnTo>
                    <a:pt x="6518" y="287299"/>
                  </a:lnTo>
                  <a:lnTo>
                    <a:pt x="6371" y="287198"/>
                  </a:lnTo>
                  <a:lnTo>
                    <a:pt x="5881" y="286747"/>
                  </a:lnTo>
                  <a:lnTo>
                    <a:pt x="5734" y="286597"/>
                  </a:lnTo>
                  <a:lnTo>
                    <a:pt x="4950" y="285745"/>
                  </a:lnTo>
                  <a:lnTo>
                    <a:pt x="4558" y="285344"/>
                  </a:lnTo>
                  <a:lnTo>
                    <a:pt x="4117" y="284843"/>
                  </a:lnTo>
                  <a:lnTo>
                    <a:pt x="2107" y="283039"/>
                  </a:lnTo>
                  <a:lnTo>
                    <a:pt x="1911" y="282839"/>
                  </a:lnTo>
                  <a:lnTo>
                    <a:pt x="1519" y="282488"/>
                  </a:lnTo>
                  <a:lnTo>
                    <a:pt x="686" y="281686"/>
                  </a:lnTo>
                  <a:lnTo>
                    <a:pt x="490" y="281285"/>
                  </a:lnTo>
                  <a:lnTo>
                    <a:pt x="343" y="281085"/>
                  </a:lnTo>
                  <a:lnTo>
                    <a:pt x="0" y="280433"/>
                  </a:lnTo>
                  <a:lnTo>
                    <a:pt x="1617" y="279481"/>
                  </a:lnTo>
                  <a:lnTo>
                    <a:pt x="2646" y="278829"/>
                  </a:lnTo>
                  <a:lnTo>
                    <a:pt x="3823" y="278178"/>
                  </a:lnTo>
                  <a:lnTo>
                    <a:pt x="6126" y="275873"/>
                  </a:lnTo>
                  <a:lnTo>
                    <a:pt x="8185" y="273517"/>
                  </a:lnTo>
                  <a:lnTo>
                    <a:pt x="13086" y="267253"/>
                  </a:lnTo>
                  <a:lnTo>
                    <a:pt x="13331" y="266852"/>
                  </a:lnTo>
                  <a:lnTo>
                    <a:pt x="13576" y="266251"/>
                  </a:lnTo>
                  <a:lnTo>
                    <a:pt x="15635" y="262793"/>
                  </a:lnTo>
                  <a:lnTo>
                    <a:pt x="17301" y="259486"/>
                  </a:lnTo>
                  <a:lnTo>
                    <a:pt x="18429" y="257281"/>
                  </a:lnTo>
                  <a:lnTo>
                    <a:pt x="19850" y="254174"/>
                  </a:lnTo>
                  <a:lnTo>
                    <a:pt x="20242" y="253222"/>
                  </a:lnTo>
                  <a:lnTo>
                    <a:pt x="20340" y="252921"/>
                  </a:lnTo>
                  <a:lnTo>
                    <a:pt x="21075" y="248561"/>
                  </a:lnTo>
                  <a:lnTo>
                    <a:pt x="21222" y="247208"/>
                  </a:lnTo>
                  <a:lnTo>
                    <a:pt x="21516" y="244352"/>
                  </a:lnTo>
                  <a:lnTo>
                    <a:pt x="21810" y="241645"/>
                  </a:lnTo>
                  <a:lnTo>
                    <a:pt x="20585" y="241645"/>
                  </a:lnTo>
                  <a:lnTo>
                    <a:pt x="20438" y="240292"/>
                  </a:lnTo>
                  <a:lnTo>
                    <a:pt x="20438" y="239892"/>
                  </a:lnTo>
                  <a:lnTo>
                    <a:pt x="20438" y="239591"/>
                  </a:lnTo>
                  <a:lnTo>
                    <a:pt x="20977" y="238989"/>
                  </a:lnTo>
                  <a:lnTo>
                    <a:pt x="21565" y="237937"/>
                  </a:lnTo>
                  <a:lnTo>
                    <a:pt x="21614" y="236684"/>
                  </a:lnTo>
                  <a:lnTo>
                    <a:pt x="21369" y="234529"/>
                  </a:lnTo>
                  <a:lnTo>
                    <a:pt x="21320" y="234279"/>
                  </a:lnTo>
                  <a:lnTo>
                    <a:pt x="20977" y="231873"/>
                  </a:lnTo>
                  <a:lnTo>
                    <a:pt x="20634" y="229618"/>
                  </a:lnTo>
                  <a:lnTo>
                    <a:pt x="19654" y="223354"/>
                  </a:lnTo>
                  <a:lnTo>
                    <a:pt x="19360" y="221450"/>
                  </a:lnTo>
                  <a:lnTo>
                    <a:pt x="18723" y="217140"/>
                  </a:lnTo>
                  <a:lnTo>
                    <a:pt x="17546" y="208821"/>
                  </a:lnTo>
                  <a:lnTo>
                    <a:pt x="16860" y="204111"/>
                  </a:lnTo>
                  <a:lnTo>
                    <a:pt x="16370" y="200653"/>
                  </a:lnTo>
                  <a:lnTo>
                    <a:pt x="16027" y="198247"/>
                  </a:lnTo>
                  <a:lnTo>
                    <a:pt x="14409" y="186822"/>
                  </a:lnTo>
                  <a:lnTo>
                    <a:pt x="14360" y="186671"/>
                  </a:lnTo>
                  <a:lnTo>
                    <a:pt x="13821" y="182011"/>
                  </a:lnTo>
                  <a:lnTo>
                    <a:pt x="13576" y="181008"/>
                  </a:lnTo>
                  <a:lnTo>
                    <a:pt x="13478" y="180608"/>
                  </a:lnTo>
                  <a:lnTo>
                    <a:pt x="13429" y="180457"/>
                  </a:lnTo>
                  <a:lnTo>
                    <a:pt x="13282" y="179806"/>
                  </a:lnTo>
                  <a:lnTo>
                    <a:pt x="12547" y="174644"/>
                  </a:lnTo>
                  <a:lnTo>
                    <a:pt x="12204" y="172289"/>
                  </a:lnTo>
                  <a:lnTo>
                    <a:pt x="11126" y="164872"/>
                  </a:lnTo>
                  <a:lnTo>
                    <a:pt x="10635" y="161364"/>
                  </a:lnTo>
                  <a:lnTo>
                    <a:pt x="10096" y="157205"/>
                  </a:lnTo>
                  <a:lnTo>
                    <a:pt x="9214" y="150640"/>
                  </a:lnTo>
                  <a:lnTo>
                    <a:pt x="9116" y="148736"/>
                  </a:lnTo>
                  <a:lnTo>
                    <a:pt x="9214" y="148435"/>
                  </a:lnTo>
                  <a:lnTo>
                    <a:pt x="9557" y="147433"/>
                  </a:lnTo>
                  <a:lnTo>
                    <a:pt x="10145" y="145679"/>
                  </a:lnTo>
                  <a:lnTo>
                    <a:pt x="10880" y="143424"/>
                  </a:lnTo>
                  <a:lnTo>
                    <a:pt x="12743" y="137961"/>
                  </a:lnTo>
                  <a:lnTo>
                    <a:pt x="13576" y="135606"/>
                  </a:lnTo>
                  <a:lnTo>
                    <a:pt x="13968" y="134453"/>
                  </a:lnTo>
                  <a:lnTo>
                    <a:pt x="14655" y="132399"/>
                  </a:lnTo>
                  <a:lnTo>
                    <a:pt x="15145" y="130995"/>
                  </a:lnTo>
                  <a:lnTo>
                    <a:pt x="15831" y="128941"/>
                  </a:lnTo>
                  <a:lnTo>
                    <a:pt x="16125" y="128089"/>
                  </a:lnTo>
                  <a:lnTo>
                    <a:pt x="16468" y="127137"/>
                  </a:lnTo>
                  <a:lnTo>
                    <a:pt x="17301" y="124481"/>
                  </a:lnTo>
                  <a:lnTo>
                    <a:pt x="17350" y="124230"/>
                  </a:lnTo>
                  <a:lnTo>
                    <a:pt x="17595" y="123529"/>
                  </a:lnTo>
                  <a:lnTo>
                    <a:pt x="18772" y="119620"/>
                  </a:lnTo>
                  <a:lnTo>
                    <a:pt x="19311" y="117866"/>
                  </a:lnTo>
                  <a:lnTo>
                    <a:pt x="19850" y="116162"/>
                  </a:lnTo>
                  <a:lnTo>
                    <a:pt x="20193" y="114909"/>
                  </a:lnTo>
                  <a:lnTo>
                    <a:pt x="20242" y="114759"/>
                  </a:lnTo>
                  <a:lnTo>
                    <a:pt x="20144" y="113757"/>
                  </a:lnTo>
                  <a:lnTo>
                    <a:pt x="20144" y="113306"/>
                  </a:lnTo>
                  <a:lnTo>
                    <a:pt x="19997" y="111000"/>
                  </a:lnTo>
                  <a:lnTo>
                    <a:pt x="19997" y="110449"/>
                  </a:lnTo>
                  <a:lnTo>
                    <a:pt x="19850" y="107242"/>
                  </a:lnTo>
                  <a:lnTo>
                    <a:pt x="19360" y="98272"/>
                  </a:lnTo>
                  <a:lnTo>
                    <a:pt x="19213" y="96217"/>
                  </a:lnTo>
                  <a:lnTo>
                    <a:pt x="19213" y="96016"/>
                  </a:lnTo>
                  <a:lnTo>
                    <a:pt x="19213" y="95415"/>
                  </a:lnTo>
                  <a:lnTo>
                    <a:pt x="19409" y="95265"/>
                  </a:lnTo>
                  <a:lnTo>
                    <a:pt x="20340" y="94513"/>
                  </a:lnTo>
                  <a:lnTo>
                    <a:pt x="20536" y="94313"/>
                  </a:lnTo>
                  <a:lnTo>
                    <a:pt x="21712" y="93411"/>
                  </a:lnTo>
                  <a:lnTo>
                    <a:pt x="22203" y="93010"/>
                  </a:lnTo>
                  <a:lnTo>
                    <a:pt x="22595" y="92659"/>
                  </a:lnTo>
                  <a:lnTo>
                    <a:pt x="23624" y="91757"/>
                  </a:lnTo>
                  <a:lnTo>
                    <a:pt x="24359" y="91256"/>
                  </a:lnTo>
                  <a:lnTo>
                    <a:pt x="25094" y="89903"/>
                  </a:lnTo>
                  <a:lnTo>
                    <a:pt x="25879" y="88048"/>
                  </a:lnTo>
                  <a:lnTo>
                    <a:pt x="26222" y="87197"/>
                  </a:lnTo>
                  <a:lnTo>
                    <a:pt x="26663" y="86445"/>
                  </a:lnTo>
                  <a:lnTo>
                    <a:pt x="27104" y="85092"/>
                  </a:lnTo>
                  <a:lnTo>
                    <a:pt x="27496" y="84290"/>
                  </a:lnTo>
                  <a:lnTo>
                    <a:pt x="27692" y="83238"/>
                  </a:lnTo>
                  <a:lnTo>
                    <a:pt x="29212" y="80131"/>
                  </a:lnTo>
                  <a:lnTo>
                    <a:pt x="30633" y="77024"/>
                  </a:lnTo>
                  <a:lnTo>
                    <a:pt x="31025" y="75219"/>
                  </a:lnTo>
                  <a:lnTo>
                    <a:pt x="31858" y="72814"/>
                  </a:lnTo>
                  <a:lnTo>
                    <a:pt x="32691" y="71160"/>
                  </a:lnTo>
                  <a:lnTo>
                    <a:pt x="33378" y="69958"/>
                  </a:lnTo>
                  <a:lnTo>
                    <a:pt x="35583" y="68254"/>
                  </a:lnTo>
                  <a:lnTo>
                    <a:pt x="37103" y="67352"/>
                  </a:lnTo>
                  <a:lnTo>
                    <a:pt x="37789" y="66901"/>
                  </a:lnTo>
                  <a:lnTo>
                    <a:pt x="38720" y="66249"/>
                  </a:lnTo>
                  <a:lnTo>
                    <a:pt x="40730" y="64646"/>
                  </a:lnTo>
                  <a:lnTo>
                    <a:pt x="42690" y="62992"/>
                  </a:lnTo>
                  <a:lnTo>
                    <a:pt x="45876" y="60536"/>
                  </a:lnTo>
                  <a:lnTo>
                    <a:pt x="49307" y="57429"/>
                  </a:lnTo>
                  <a:lnTo>
                    <a:pt x="50826" y="54723"/>
                  </a:lnTo>
                  <a:lnTo>
                    <a:pt x="52150" y="51015"/>
                  </a:lnTo>
                  <a:lnTo>
                    <a:pt x="52689" y="48208"/>
                  </a:lnTo>
                  <a:lnTo>
                    <a:pt x="52934" y="44851"/>
                  </a:lnTo>
                  <a:lnTo>
                    <a:pt x="53130" y="41092"/>
                  </a:lnTo>
                  <a:lnTo>
                    <a:pt x="53767" y="37083"/>
                  </a:lnTo>
                  <a:lnTo>
                    <a:pt x="53816" y="35329"/>
                  </a:lnTo>
                  <a:lnTo>
                    <a:pt x="53473" y="32272"/>
                  </a:lnTo>
                  <a:lnTo>
                    <a:pt x="53620" y="30268"/>
                  </a:lnTo>
                  <a:lnTo>
                    <a:pt x="54012" y="29466"/>
                  </a:lnTo>
                  <a:lnTo>
                    <a:pt x="54747" y="28063"/>
                  </a:lnTo>
                  <a:lnTo>
                    <a:pt x="57002" y="23703"/>
                  </a:lnTo>
                  <a:lnTo>
                    <a:pt x="58914" y="19894"/>
                  </a:lnTo>
                  <a:lnTo>
                    <a:pt x="61119" y="15785"/>
                  </a:lnTo>
                  <a:lnTo>
                    <a:pt x="63325" y="11776"/>
                  </a:lnTo>
                  <a:lnTo>
                    <a:pt x="65187" y="7116"/>
                  </a:lnTo>
                  <a:lnTo>
                    <a:pt x="66119" y="4860"/>
                  </a:lnTo>
                  <a:lnTo>
                    <a:pt x="66511" y="3808"/>
                  </a:lnTo>
                  <a:lnTo>
                    <a:pt x="67393" y="2806"/>
                  </a:lnTo>
                  <a:lnTo>
                    <a:pt x="68373" y="1703"/>
                  </a:lnTo>
                  <a:lnTo>
                    <a:pt x="69697" y="30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948593" y="3022730"/>
              <a:ext cx="1583525" cy="744131"/>
            </a:xfrm>
            <a:custGeom>
              <a:avLst/>
              <a:pathLst>
                <a:path w="1583525" h="744131">
                  <a:moveTo>
                    <a:pt x="1190830" y="5813"/>
                  </a:moveTo>
                  <a:lnTo>
                    <a:pt x="1193084" y="12828"/>
                  </a:lnTo>
                  <a:lnTo>
                    <a:pt x="1196270" y="18241"/>
                  </a:lnTo>
                  <a:lnTo>
                    <a:pt x="1200240" y="22450"/>
                  </a:lnTo>
                  <a:lnTo>
                    <a:pt x="1200730" y="22951"/>
                  </a:lnTo>
                  <a:lnTo>
                    <a:pt x="1205828" y="27411"/>
                  </a:lnTo>
                  <a:lnTo>
                    <a:pt x="1211905" y="31972"/>
                  </a:lnTo>
                  <a:lnTo>
                    <a:pt x="1216366" y="39489"/>
                  </a:lnTo>
                  <a:lnTo>
                    <a:pt x="1220826" y="45302"/>
                  </a:lnTo>
                  <a:lnTo>
                    <a:pt x="1227100" y="52819"/>
                  </a:lnTo>
                  <a:lnTo>
                    <a:pt x="1230776" y="58983"/>
                  </a:lnTo>
                  <a:lnTo>
                    <a:pt x="1232785" y="63042"/>
                  </a:lnTo>
                  <a:lnTo>
                    <a:pt x="1234942" y="65397"/>
                  </a:lnTo>
                  <a:lnTo>
                    <a:pt x="1239941" y="65949"/>
                  </a:lnTo>
                  <a:lnTo>
                    <a:pt x="1251067" y="69507"/>
                  </a:lnTo>
                  <a:lnTo>
                    <a:pt x="1256018" y="71461"/>
                  </a:lnTo>
                  <a:lnTo>
                    <a:pt x="1261556" y="75670"/>
                  </a:lnTo>
                  <a:lnTo>
                    <a:pt x="1264252" y="81333"/>
                  </a:lnTo>
                  <a:lnTo>
                    <a:pt x="1266555" y="85443"/>
                  </a:lnTo>
                  <a:lnTo>
                    <a:pt x="1268712" y="88249"/>
                  </a:lnTo>
                  <a:lnTo>
                    <a:pt x="1274986" y="89552"/>
                  </a:lnTo>
                  <a:lnTo>
                    <a:pt x="1283367" y="89552"/>
                  </a:lnTo>
                  <a:lnTo>
                    <a:pt x="1291650" y="87748"/>
                  </a:lnTo>
                  <a:lnTo>
                    <a:pt x="1302482" y="84390"/>
                  </a:lnTo>
                  <a:lnTo>
                    <a:pt x="1305374" y="84941"/>
                  </a:lnTo>
                  <a:lnTo>
                    <a:pt x="1318068" y="90755"/>
                  </a:lnTo>
                  <a:lnTo>
                    <a:pt x="1321450" y="92108"/>
                  </a:lnTo>
                  <a:lnTo>
                    <a:pt x="1329587" y="95315"/>
                  </a:lnTo>
                  <a:lnTo>
                    <a:pt x="1341252" y="102030"/>
                  </a:lnTo>
                  <a:lnTo>
                    <a:pt x="1350907" y="110349"/>
                  </a:lnTo>
                  <a:lnTo>
                    <a:pt x="1353162" y="118267"/>
                  </a:lnTo>
                  <a:lnTo>
                    <a:pt x="1354829" y="129642"/>
                  </a:lnTo>
                  <a:lnTo>
                    <a:pt x="1357230" y="137059"/>
                  </a:lnTo>
                  <a:lnTo>
                    <a:pt x="1362573" y="142221"/>
                  </a:lnTo>
                  <a:lnTo>
                    <a:pt x="1369533" y="150038"/>
                  </a:lnTo>
                  <a:lnTo>
                    <a:pt x="1374140" y="156253"/>
                  </a:lnTo>
                  <a:lnTo>
                    <a:pt x="1380316" y="162216"/>
                  </a:lnTo>
                  <a:lnTo>
                    <a:pt x="1386295" y="166225"/>
                  </a:lnTo>
                  <a:lnTo>
                    <a:pt x="1388942" y="167728"/>
                  </a:lnTo>
                  <a:lnTo>
                    <a:pt x="1394333" y="170886"/>
                  </a:lnTo>
                  <a:lnTo>
                    <a:pt x="1403107" y="178002"/>
                  </a:lnTo>
                  <a:lnTo>
                    <a:pt x="1409086" y="183063"/>
                  </a:lnTo>
                  <a:lnTo>
                    <a:pt x="1410949" y="187022"/>
                  </a:lnTo>
                  <a:lnTo>
                    <a:pt x="1411243" y="187674"/>
                  </a:lnTo>
                  <a:lnTo>
                    <a:pt x="1411929" y="191081"/>
                  </a:lnTo>
                  <a:lnTo>
                    <a:pt x="1413204" y="195541"/>
                  </a:lnTo>
                  <a:lnTo>
                    <a:pt x="1413694" y="197295"/>
                  </a:lnTo>
                  <a:lnTo>
                    <a:pt x="1414184" y="198698"/>
                  </a:lnTo>
                  <a:lnTo>
                    <a:pt x="1415115" y="202758"/>
                  </a:lnTo>
                  <a:lnTo>
                    <a:pt x="1416144" y="204562"/>
                  </a:lnTo>
                  <a:lnTo>
                    <a:pt x="1418938" y="206065"/>
                  </a:lnTo>
                  <a:lnTo>
                    <a:pt x="1425310" y="208671"/>
                  </a:lnTo>
                  <a:lnTo>
                    <a:pt x="1431044" y="210976"/>
                  </a:lnTo>
                  <a:lnTo>
                    <a:pt x="1433838" y="211828"/>
                  </a:lnTo>
                  <a:lnTo>
                    <a:pt x="1435946" y="211828"/>
                  </a:lnTo>
                  <a:lnTo>
                    <a:pt x="1437612" y="211628"/>
                  </a:lnTo>
                  <a:lnTo>
                    <a:pt x="1439377" y="211928"/>
                  </a:lnTo>
                  <a:lnTo>
                    <a:pt x="1440259" y="212880"/>
                  </a:lnTo>
                  <a:lnTo>
                    <a:pt x="1440798" y="213231"/>
                  </a:lnTo>
                  <a:lnTo>
                    <a:pt x="1441778" y="214534"/>
                  </a:lnTo>
                  <a:lnTo>
                    <a:pt x="1442121" y="215186"/>
                  </a:lnTo>
                  <a:lnTo>
                    <a:pt x="1443249" y="217190"/>
                  </a:lnTo>
                  <a:lnTo>
                    <a:pt x="1444915" y="218944"/>
                  </a:lnTo>
                  <a:lnTo>
                    <a:pt x="1446043" y="220147"/>
                  </a:lnTo>
                  <a:lnTo>
                    <a:pt x="1451091" y="225459"/>
                  </a:lnTo>
                  <a:lnTo>
                    <a:pt x="1453248" y="228065"/>
                  </a:lnTo>
                  <a:lnTo>
                    <a:pt x="1455306" y="229217"/>
                  </a:lnTo>
                  <a:lnTo>
                    <a:pt x="1456041" y="230170"/>
                  </a:lnTo>
                  <a:lnTo>
                    <a:pt x="1456188" y="230621"/>
                  </a:lnTo>
                  <a:lnTo>
                    <a:pt x="1457120" y="231372"/>
                  </a:lnTo>
                  <a:lnTo>
                    <a:pt x="1458884" y="231823"/>
                  </a:lnTo>
                  <a:lnTo>
                    <a:pt x="1459325" y="231924"/>
                  </a:lnTo>
                  <a:lnTo>
                    <a:pt x="1461580" y="232324"/>
                  </a:lnTo>
                  <a:lnTo>
                    <a:pt x="1464079" y="232475"/>
                  </a:lnTo>
                  <a:lnTo>
                    <a:pt x="1467412" y="232775"/>
                  </a:lnTo>
                  <a:lnTo>
                    <a:pt x="1470941" y="233427"/>
                  </a:lnTo>
                  <a:lnTo>
                    <a:pt x="1471971" y="233778"/>
                  </a:lnTo>
                  <a:lnTo>
                    <a:pt x="1472314" y="234529"/>
                  </a:lnTo>
                  <a:lnTo>
                    <a:pt x="1472853" y="236233"/>
                  </a:lnTo>
                  <a:lnTo>
                    <a:pt x="1473441" y="240693"/>
                  </a:lnTo>
                  <a:lnTo>
                    <a:pt x="1474078" y="244001"/>
                  </a:lnTo>
                  <a:lnTo>
                    <a:pt x="1475255" y="245604"/>
                  </a:lnTo>
                  <a:lnTo>
                    <a:pt x="1470402" y="252019"/>
                  </a:lnTo>
                  <a:lnTo>
                    <a:pt x="1469422" y="255126"/>
                  </a:lnTo>
                  <a:lnTo>
                    <a:pt x="1467118" y="258484"/>
                  </a:lnTo>
                  <a:lnTo>
                    <a:pt x="1465060" y="263745"/>
                  </a:lnTo>
                  <a:lnTo>
                    <a:pt x="1463099" y="267203"/>
                  </a:lnTo>
                  <a:lnTo>
                    <a:pt x="1460796" y="272615"/>
                  </a:lnTo>
                  <a:lnTo>
                    <a:pt x="1462707" y="277677"/>
                  </a:lnTo>
                  <a:lnTo>
                    <a:pt x="1465991" y="283189"/>
                  </a:lnTo>
                  <a:lnTo>
                    <a:pt x="1473000" y="291157"/>
                  </a:lnTo>
                  <a:lnTo>
                    <a:pt x="1485792" y="296219"/>
                  </a:lnTo>
                  <a:lnTo>
                    <a:pt x="1493635" y="301731"/>
                  </a:lnTo>
                  <a:lnTo>
                    <a:pt x="1506378" y="311002"/>
                  </a:lnTo>
                  <a:lnTo>
                    <a:pt x="1512162" y="317717"/>
                  </a:lnTo>
                  <a:lnTo>
                    <a:pt x="1522896" y="328692"/>
                  </a:lnTo>
                  <a:lnTo>
                    <a:pt x="1543481" y="348086"/>
                  </a:lnTo>
                  <a:lnTo>
                    <a:pt x="1553382" y="359462"/>
                  </a:lnTo>
                  <a:lnTo>
                    <a:pt x="1560783" y="369134"/>
                  </a:lnTo>
                  <a:lnTo>
                    <a:pt x="1573575" y="380910"/>
                  </a:lnTo>
                  <a:lnTo>
                    <a:pt x="1580633" y="389479"/>
                  </a:lnTo>
                  <a:lnTo>
                    <a:pt x="1582153" y="392587"/>
                  </a:lnTo>
                  <a:lnTo>
                    <a:pt x="1582300" y="399452"/>
                  </a:lnTo>
                  <a:lnTo>
                    <a:pt x="1583525" y="407771"/>
                  </a:lnTo>
                  <a:lnTo>
                    <a:pt x="1583525" y="416791"/>
                  </a:lnTo>
                  <a:lnTo>
                    <a:pt x="1582643" y="430673"/>
                  </a:lnTo>
                  <a:lnTo>
                    <a:pt x="1578526" y="438641"/>
                  </a:lnTo>
                  <a:lnTo>
                    <a:pt x="1574801" y="450868"/>
                  </a:lnTo>
                  <a:lnTo>
                    <a:pt x="1574605" y="459137"/>
                  </a:lnTo>
                  <a:lnTo>
                    <a:pt x="1575438" y="465201"/>
                  </a:lnTo>
                  <a:lnTo>
                    <a:pt x="1566174" y="474071"/>
                  </a:lnTo>
                  <a:lnTo>
                    <a:pt x="1556274" y="481237"/>
                  </a:lnTo>
                  <a:lnTo>
                    <a:pt x="1548039" y="483342"/>
                  </a:lnTo>
                  <a:lnTo>
                    <a:pt x="1544314" y="487551"/>
                  </a:lnTo>
                  <a:lnTo>
                    <a:pt x="1542256" y="496371"/>
                  </a:lnTo>
                  <a:lnTo>
                    <a:pt x="1536080" y="504389"/>
                  </a:lnTo>
                  <a:lnTo>
                    <a:pt x="1527797" y="509902"/>
                  </a:lnTo>
                  <a:lnTo>
                    <a:pt x="1519171" y="514913"/>
                  </a:lnTo>
                  <a:lnTo>
                    <a:pt x="1511328" y="523783"/>
                  </a:lnTo>
                  <a:lnTo>
                    <a:pt x="1501036" y="524635"/>
                  </a:lnTo>
                  <a:lnTo>
                    <a:pt x="1493193" y="524635"/>
                  </a:lnTo>
                  <a:lnTo>
                    <a:pt x="1479617" y="530949"/>
                  </a:lnTo>
                  <a:lnTo>
                    <a:pt x="1472167" y="533054"/>
                  </a:lnTo>
                  <a:lnTo>
                    <a:pt x="1465158" y="530548"/>
                  </a:lnTo>
                  <a:lnTo>
                    <a:pt x="1457757" y="529245"/>
                  </a:lnTo>
                  <a:lnTo>
                    <a:pt x="1452022" y="529396"/>
                  </a:lnTo>
                  <a:lnTo>
                    <a:pt x="1445797" y="535159"/>
                  </a:lnTo>
                  <a:lnTo>
                    <a:pt x="1436730" y="546985"/>
                  </a:lnTo>
                  <a:lnTo>
                    <a:pt x="1430554" y="554953"/>
                  </a:lnTo>
                  <a:lnTo>
                    <a:pt x="1422320" y="560867"/>
                  </a:lnTo>
                  <a:lnTo>
                    <a:pt x="1415311" y="568885"/>
                  </a:lnTo>
                  <a:lnTo>
                    <a:pt x="1399235" y="575600"/>
                  </a:lnTo>
                  <a:lnTo>
                    <a:pt x="1391393" y="576051"/>
                  </a:lnTo>
                  <a:lnTo>
                    <a:pt x="1385119" y="573946"/>
                  </a:lnTo>
                  <a:lnTo>
                    <a:pt x="1375316" y="568434"/>
                  </a:lnTo>
                  <a:lnTo>
                    <a:pt x="1367915" y="562971"/>
                  </a:lnTo>
                  <a:lnTo>
                    <a:pt x="1360269" y="562520"/>
                  </a:lnTo>
                  <a:lnTo>
                    <a:pt x="1354878" y="561017"/>
                  </a:lnTo>
                  <a:lnTo>
                    <a:pt x="1350417" y="561719"/>
                  </a:lnTo>
                  <a:lnTo>
                    <a:pt x="1342330" y="561568"/>
                  </a:lnTo>
                  <a:lnTo>
                    <a:pt x="1333312" y="560215"/>
                  </a:lnTo>
                  <a:lnTo>
                    <a:pt x="1327773" y="558361"/>
                  </a:lnTo>
                  <a:lnTo>
                    <a:pt x="1322137" y="557910"/>
                  </a:lnTo>
                  <a:lnTo>
                    <a:pt x="1314736" y="562571"/>
                  </a:lnTo>
                  <a:lnTo>
                    <a:pt x="1303610" y="571842"/>
                  </a:lnTo>
                  <a:lnTo>
                    <a:pt x="1290425" y="582766"/>
                  </a:lnTo>
                  <a:lnTo>
                    <a:pt x="1280524" y="590383"/>
                  </a:lnTo>
                  <a:lnTo>
                    <a:pt x="1273123" y="593340"/>
                  </a:lnTo>
                  <a:lnTo>
                    <a:pt x="1261164" y="592889"/>
                  </a:lnTo>
                  <a:lnTo>
                    <a:pt x="1249695" y="590434"/>
                  </a:lnTo>
                  <a:lnTo>
                    <a:pt x="1247538" y="578557"/>
                  </a:lnTo>
                  <a:lnTo>
                    <a:pt x="1239745" y="569737"/>
                  </a:lnTo>
                  <a:lnTo>
                    <a:pt x="1227345" y="560867"/>
                  </a:lnTo>
                  <a:lnTo>
                    <a:pt x="1221169" y="554152"/>
                  </a:lnTo>
                  <a:lnTo>
                    <a:pt x="1219110" y="548940"/>
                  </a:lnTo>
                  <a:lnTo>
                    <a:pt x="1218277" y="546985"/>
                  </a:lnTo>
                  <a:lnTo>
                    <a:pt x="1217689" y="544830"/>
                  </a:lnTo>
                  <a:lnTo>
                    <a:pt x="1212935" y="527592"/>
                  </a:lnTo>
                  <a:lnTo>
                    <a:pt x="1207984" y="513259"/>
                  </a:lnTo>
                  <a:lnTo>
                    <a:pt x="1208818" y="499328"/>
                  </a:lnTo>
                  <a:lnTo>
                    <a:pt x="1205534" y="490057"/>
                  </a:lnTo>
                  <a:lnTo>
                    <a:pt x="1198917" y="477879"/>
                  </a:lnTo>
                  <a:lnTo>
                    <a:pt x="1193133" y="470262"/>
                  </a:lnTo>
                  <a:lnTo>
                    <a:pt x="1184507" y="458886"/>
                  </a:lnTo>
                  <a:lnTo>
                    <a:pt x="1179164" y="449615"/>
                  </a:lnTo>
                  <a:lnTo>
                    <a:pt x="1173969" y="443401"/>
                  </a:lnTo>
                  <a:lnTo>
                    <a:pt x="1171959" y="439292"/>
                  </a:lnTo>
                  <a:lnTo>
                    <a:pt x="1170783" y="437538"/>
                  </a:lnTo>
                  <a:lnTo>
                    <a:pt x="1169019" y="436035"/>
                  </a:lnTo>
                  <a:lnTo>
                    <a:pt x="1164509" y="436235"/>
                  </a:lnTo>
                  <a:lnTo>
                    <a:pt x="1164117" y="436335"/>
                  </a:lnTo>
                  <a:lnTo>
                    <a:pt x="1160686" y="437037"/>
                  </a:lnTo>
                  <a:lnTo>
                    <a:pt x="1159608" y="437237"/>
                  </a:lnTo>
                  <a:lnTo>
                    <a:pt x="1155785" y="437939"/>
                  </a:lnTo>
                  <a:lnTo>
                    <a:pt x="1154315" y="438190"/>
                  </a:lnTo>
                  <a:lnTo>
                    <a:pt x="1148629" y="439843"/>
                  </a:lnTo>
                  <a:lnTo>
                    <a:pt x="1145198" y="440946"/>
                  </a:lnTo>
                  <a:lnTo>
                    <a:pt x="1145002" y="441046"/>
                  </a:lnTo>
                  <a:lnTo>
                    <a:pt x="1144120" y="441848"/>
                  </a:lnTo>
                  <a:lnTo>
                    <a:pt x="1143385" y="442499"/>
                  </a:lnTo>
                  <a:lnTo>
                    <a:pt x="1142698" y="443000"/>
                  </a:lnTo>
                  <a:lnTo>
                    <a:pt x="1142110" y="443351"/>
                  </a:lnTo>
                  <a:lnTo>
                    <a:pt x="1141571" y="443602"/>
                  </a:lnTo>
                  <a:lnTo>
                    <a:pt x="1140983" y="444003"/>
                  </a:lnTo>
                  <a:lnTo>
                    <a:pt x="1140395" y="444353"/>
                  </a:lnTo>
                  <a:lnTo>
                    <a:pt x="1139660" y="444754"/>
                  </a:lnTo>
                  <a:lnTo>
                    <a:pt x="1139022" y="445005"/>
                  </a:lnTo>
                  <a:lnTo>
                    <a:pt x="1138581" y="445356"/>
                  </a:lnTo>
                  <a:lnTo>
                    <a:pt x="1137993" y="445857"/>
                  </a:lnTo>
                  <a:lnTo>
                    <a:pt x="1137160" y="446659"/>
                  </a:lnTo>
                  <a:lnTo>
                    <a:pt x="1135984" y="447761"/>
                  </a:lnTo>
                  <a:lnTo>
                    <a:pt x="1134758" y="448413"/>
                  </a:lnTo>
                  <a:lnTo>
                    <a:pt x="1133337" y="449164"/>
                  </a:lnTo>
                  <a:lnTo>
                    <a:pt x="1132406" y="449615"/>
                  </a:lnTo>
                  <a:lnTo>
                    <a:pt x="1131719" y="450217"/>
                  </a:lnTo>
                  <a:lnTo>
                    <a:pt x="1130641" y="450718"/>
                  </a:lnTo>
                  <a:lnTo>
                    <a:pt x="1129612" y="451369"/>
                  </a:lnTo>
                  <a:lnTo>
                    <a:pt x="1128436" y="452021"/>
                  </a:lnTo>
                  <a:lnTo>
                    <a:pt x="1127504" y="452321"/>
                  </a:lnTo>
                  <a:lnTo>
                    <a:pt x="1126720" y="452672"/>
                  </a:lnTo>
                  <a:lnTo>
                    <a:pt x="1125985" y="452772"/>
                  </a:lnTo>
                  <a:lnTo>
                    <a:pt x="1125299" y="452873"/>
                  </a:lnTo>
                  <a:lnTo>
                    <a:pt x="1124465" y="452973"/>
                  </a:lnTo>
                  <a:lnTo>
                    <a:pt x="1123730" y="453023"/>
                  </a:lnTo>
                  <a:lnTo>
                    <a:pt x="1123093" y="453023"/>
                  </a:lnTo>
                  <a:lnTo>
                    <a:pt x="1122358" y="452973"/>
                  </a:lnTo>
                  <a:lnTo>
                    <a:pt x="1121868" y="452973"/>
                  </a:lnTo>
                  <a:lnTo>
                    <a:pt x="1120887" y="452973"/>
                  </a:lnTo>
                  <a:lnTo>
                    <a:pt x="1120397" y="453123"/>
                  </a:lnTo>
                  <a:lnTo>
                    <a:pt x="1119809" y="453574"/>
                  </a:lnTo>
                  <a:lnTo>
                    <a:pt x="1119515" y="453975"/>
                  </a:lnTo>
                  <a:lnTo>
                    <a:pt x="1119319" y="454226"/>
                  </a:lnTo>
                  <a:lnTo>
                    <a:pt x="1118731" y="454627"/>
                  </a:lnTo>
                  <a:lnTo>
                    <a:pt x="1118192" y="454877"/>
                  </a:lnTo>
                  <a:lnTo>
                    <a:pt x="1117555" y="455278"/>
                  </a:lnTo>
                  <a:lnTo>
                    <a:pt x="1116525" y="455428"/>
                  </a:lnTo>
                  <a:lnTo>
                    <a:pt x="1115349" y="455829"/>
                  </a:lnTo>
                  <a:lnTo>
                    <a:pt x="1114369" y="456180"/>
                  </a:lnTo>
                  <a:lnTo>
                    <a:pt x="1113486" y="456481"/>
                  </a:lnTo>
                  <a:lnTo>
                    <a:pt x="1112457" y="456731"/>
                  </a:lnTo>
                  <a:lnTo>
                    <a:pt x="1111281" y="457082"/>
                  </a:lnTo>
                  <a:lnTo>
                    <a:pt x="1110644" y="457533"/>
                  </a:lnTo>
                  <a:lnTo>
                    <a:pt x="1110007" y="458034"/>
                  </a:lnTo>
                  <a:lnTo>
                    <a:pt x="1109516" y="458686"/>
                  </a:lnTo>
                  <a:lnTo>
                    <a:pt x="1109075" y="459337"/>
                  </a:lnTo>
                  <a:lnTo>
                    <a:pt x="1108781" y="460289"/>
                  </a:lnTo>
                  <a:lnTo>
                    <a:pt x="1108389" y="461041"/>
                  </a:lnTo>
                  <a:lnTo>
                    <a:pt x="1108144" y="461693"/>
                  </a:lnTo>
                  <a:lnTo>
                    <a:pt x="1107752" y="462244"/>
                  </a:lnTo>
                  <a:lnTo>
                    <a:pt x="1107262" y="463046"/>
                  </a:lnTo>
                  <a:lnTo>
                    <a:pt x="1106821" y="463647"/>
                  </a:lnTo>
                  <a:lnTo>
                    <a:pt x="1106331" y="464299"/>
                  </a:lnTo>
                  <a:lnTo>
                    <a:pt x="1105938" y="464649"/>
                  </a:lnTo>
                  <a:lnTo>
                    <a:pt x="1105105" y="465050"/>
                  </a:lnTo>
                  <a:lnTo>
                    <a:pt x="1104517" y="465401"/>
                  </a:lnTo>
                  <a:lnTo>
                    <a:pt x="1104027" y="465601"/>
                  </a:lnTo>
                  <a:lnTo>
                    <a:pt x="1103341" y="465802"/>
                  </a:lnTo>
                  <a:lnTo>
                    <a:pt x="1102900" y="465802"/>
                  </a:lnTo>
                  <a:lnTo>
                    <a:pt x="1102458" y="465802"/>
                  </a:lnTo>
                  <a:lnTo>
                    <a:pt x="1101870" y="465852"/>
                  </a:lnTo>
                  <a:lnTo>
                    <a:pt x="1100596" y="466203"/>
                  </a:lnTo>
                  <a:lnTo>
                    <a:pt x="1099518" y="466403"/>
                  </a:lnTo>
                  <a:lnTo>
                    <a:pt x="1098439" y="466704"/>
                  </a:lnTo>
                  <a:lnTo>
                    <a:pt x="1097116" y="466955"/>
                  </a:lnTo>
                  <a:lnTo>
                    <a:pt x="1096234" y="466955"/>
                  </a:lnTo>
                  <a:lnTo>
                    <a:pt x="1095008" y="467055"/>
                  </a:lnTo>
                  <a:lnTo>
                    <a:pt x="1093881" y="467055"/>
                  </a:lnTo>
                  <a:lnTo>
                    <a:pt x="1092852" y="466904"/>
                  </a:lnTo>
                  <a:lnTo>
                    <a:pt x="1091725" y="466804"/>
                  </a:lnTo>
                  <a:lnTo>
                    <a:pt x="1090793" y="466754"/>
                  </a:lnTo>
                  <a:lnTo>
                    <a:pt x="1089568" y="466804"/>
                  </a:lnTo>
                  <a:lnTo>
                    <a:pt x="1088539" y="466804"/>
                  </a:lnTo>
                  <a:lnTo>
                    <a:pt x="1087264" y="466804"/>
                  </a:lnTo>
                  <a:lnTo>
                    <a:pt x="1086235" y="466804"/>
                  </a:lnTo>
                  <a:lnTo>
                    <a:pt x="1085353" y="467105"/>
                  </a:lnTo>
                  <a:lnTo>
                    <a:pt x="1084520" y="467355"/>
                  </a:lnTo>
                  <a:lnTo>
                    <a:pt x="1083882" y="467857"/>
                  </a:lnTo>
                  <a:lnTo>
                    <a:pt x="1083049" y="468608"/>
                  </a:lnTo>
                  <a:lnTo>
                    <a:pt x="1082314" y="469410"/>
                  </a:lnTo>
                  <a:lnTo>
                    <a:pt x="1081334" y="470212"/>
                  </a:lnTo>
                  <a:lnTo>
                    <a:pt x="1080255" y="470863"/>
                  </a:lnTo>
                  <a:lnTo>
                    <a:pt x="1079226" y="471264"/>
                  </a:lnTo>
                  <a:lnTo>
                    <a:pt x="1078344" y="471615"/>
                  </a:lnTo>
                  <a:lnTo>
                    <a:pt x="1077462" y="471665"/>
                  </a:lnTo>
                  <a:lnTo>
                    <a:pt x="1076481" y="471765"/>
                  </a:lnTo>
                  <a:lnTo>
                    <a:pt x="1075550" y="471765"/>
                  </a:lnTo>
                  <a:lnTo>
                    <a:pt x="1074570" y="471816"/>
                  </a:lnTo>
                  <a:lnTo>
                    <a:pt x="1073639" y="471816"/>
                  </a:lnTo>
                  <a:lnTo>
                    <a:pt x="1072511" y="472066"/>
                  </a:lnTo>
                  <a:lnTo>
                    <a:pt x="1071580" y="472317"/>
                  </a:lnTo>
                  <a:lnTo>
                    <a:pt x="1070698" y="472818"/>
                  </a:lnTo>
                  <a:lnTo>
                    <a:pt x="1069668" y="473419"/>
                  </a:lnTo>
                  <a:lnTo>
                    <a:pt x="1068639" y="474121"/>
                  </a:lnTo>
                  <a:lnTo>
                    <a:pt x="1067757" y="474622"/>
                  </a:lnTo>
                  <a:lnTo>
                    <a:pt x="1066777" y="475223"/>
                  </a:lnTo>
                  <a:lnTo>
                    <a:pt x="1065845" y="475825"/>
                  </a:lnTo>
                  <a:lnTo>
                    <a:pt x="1064914" y="476276"/>
                  </a:lnTo>
                  <a:lnTo>
                    <a:pt x="1063934" y="476827"/>
                  </a:lnTo>
                  <a:lnTo>
                    <a:pt x="1062414" y="477528"/>
                  </a:lnTo>
                  <a:lnTo>
                    <a:pt x="1061140" y="478080"/>
                  </a:lnTo>
                  <a:lnTo>
                    <a:pt x="1059572" y="478531"/>
                  </a:lnTo>
                  <a:lnTo>
                    <a:pt x="1057954" y="478932"/>
                  </a:lnTo>
                  <a:lnTo>
                    <a:pt x="1056729" y="479383"/>
                  </a:lnTo>
                  <a:lnTo>
                    <a:pt x="1055455" y="479884"/>
                  </a:lnTo>
                  <a:lnTo>
                    <a:pt x="1054131" y="480335"/>
                  </a:lnTo>
                  <a:lnTo>
                    <a:pt x="1052416" y="481337"/>
                  </a:lnTo>
                  <a:lnTo>
                    <a:pt x="1050945" y="481989"/>
                  </a:lnTo>
                  <a:lnTo>
                    <a:pt x="1049622" y="482590"/>
                  </a:lnTo>
                  <a:lnTo>
                    <a:pt x="1048152" y="483091"/>
                  </a:lnTo>
                  <a:lnTo>
                    <a:pt x="1046730" y="483392"/>
                  </a:lnTo>
                  <a:lnTo>
                    <a:pt x="1045505" y="483692"/>
                  </a:lnTo>
                  <a:lnTo>
                    <a:pt x="1044378" y="483742"/>
                  </a:lnTo>
                  <a:lnTo>
                    <a:pt x="1042662" y="483592"/>
                  </a:lnTo>
                  <a:lnTo>
                    <a:pt x="1041584" y="483542"/>
                  </a:lnTo>
                  <a:lnTo>
                    <a:pt x="1040505" y="483342"/>
                  </a:lnTo>
                  <a:lnTo>
                    <a:pt x="1039182" y="483141"/>
                  </a:lnTo>
                  <a:lnTo>
                    <a:pt x="1038006" y="483091"/>
                  </a:lnTo>
                  <a:lnTo>
                    <a:pt x="1037026" y="483091"/>
                  </a:lnTo>
                  <a:lnTo>
                    <a:pt x="1035751" y="483291"/>
                  </a:lnTo>
                  <a:lnTo>
                    <a:pt x="1034624" y="483392"/>
                  </a:lnTo>
                  <a:lnTo>
                    <a:pt x="1033448" y="483592"/>
                  </a:lnTo>
                  <a:lnTo>
                    <a:pt x="1031781" y="483392"/>
                  </a:lnTo>
                  <a:lnTo>
                    <a:pt x="1030654" y="483241"/>
                  </a:lnTo>
                  <a:lnTo>
                    <a:pt x="1029036" y="482991"/>
                  </a:lnTo>
                  <a:lnTo>
                    <a:pt x="1028203" y="482891"/>
                  </a:lnTo>
                  <a:lnTo>
                    <a:pt x="1027272" y="483091"/>
                  </a:lnTo>
                  <a:lnTo>
                    <a:pt x="1026292" y="483141"/>
                  </a:lnTo>
                  <a:lnTo>
                    <a:pt x="1024429" y="483141"/>
                  </a:lnTo>
                  <a:lnTo>
                    <a:pt x="1023547" y="483291"/>
                  </a:lnTo>
                  <a:lnTo>
                    <a:pt x="1022714" y="483342"/>
                  </a:lnTo>
                  <a:lnTo>
                    <a:pt x="1021880" y="483542"/>
                  </a:lnTo>
                  <a:lnTo>
                    <a:pt x="1021341" y="483542"/>
                  </a:lnTo>
                  <a:lnTo>
                    <a:pt x="1020606" y="483793"/>
                  </a:lnTo>
                  <a:lnTo>
                    <a:pt x="1020018" y="483742"/>
                  </a:lnTo>
                  <a:lnTo>
                    <a:pt x="1019430" y="483742"/>
                  </a:lnTo>
                  <a:lnTo>
                    <a:pt x="1018695" y="483793"/>
                  </a:lnTo>
                  <a:lnTo>
                    <a:pt x="1017665" y="483793"/>
                  </a:lnTo>
                  <a:lnTo>
                    <a:pt x="1016832" y="483993"/>
                  </a:lnTo>
                  <a:lnTo>
                    <a:pt x="1016195" y="484294"/>
                  </a:lnTo>
                  <a:lnTo>
                    <a:pt x="1015362" y="484494"/>
                  </a:lnTo>
                  <a:lnTo>
                    <a:pt x="1014479" y="484695"/>
                  </a:lnTo>
                  <a:lnTo>
                    <a:pt x="1013646" y="484745"/>
                  </a:lnTo>
                  <a:lnTo>
                    <a:pt x="1013009" y="484845"/>
                  </a:lnTo>
                  <a:lnTo>
                    <a:pt x="1012127" y="485346"/>
                  </a:lnTo>
                  <a:lnTo>
                    <a:pt x="1010950" y="486248"/>
                  </a:lnTo>
                  <a:lnTo>
                    <a:pt x="1009872" y="487150"/>
                  </a:lnTo>
                  <a:lnTo>
                    <a:pt x="1008941" y="487752"/>
                  </a:lnTo>
                  <a:lnTo>
                    <a:pt x="1007912" y="488102"/>
                  </a:lnTo>
                  <a:lnTo>
                    <a:pt x="1006588" y="488603"/>
                  </a:lnTo>
                  <a:lnTo>
                    <a:pt x="1005363" y="489205"/>
                  </a:lnTo>
                  <a:lnTo>
                    <a:pt x="1004236" y="489706"/>
                  </a:lnTo>
                  <a:lnTo>
                    <a:pt x="1003108" y="490157"/>
                  </a:lnTo>
                  <a:lnTo>
                    <a:pt x="1001246" y="490808"/>
                  </a:lnTo>
                  <a:lnTo>
                    <a:pt x="1000560" y="490959"/>
                  </a:lnTo>
                  <a:lnTo>
                    <a:pt x="999726" y="491209"/>
                  </a:lnTo>
                  <a:lnTo>
                    <a:pt x="998942" y="491360"/>
                  </a:lnTo>
                  <a:lnTo>
                    <a:pt x="997717" y="491660"/>
                  </a:lnTo>
                  <a:lnTo>
                    <a:pt x="996982" y="491761"/>
                  </a:lnTo>
                  <a:lnTo>
                    <a:pt x="996344" y="491961"/>
                  </a:lnTo>
                  <a:lnTo>
                    <a:pt x="995560" y="491911"/>
                  </a:lnTo>
                  <a:lnTo>
                    <a:pt x="994874" y="491710"/>
                  </a:lnTo>
                  <a:lnTo>
                    <a:pt x="993306" y="492061"/>
                  </a:lnTo>
                  <a:lnTo>
                    <a:pt x="992129" y="492462"/>
                  </a:lnTo>
                  <a:lnTo>
                    <a:pt x="990757" y="492763"/>
                  </a:lnTo>
                  <a:lnTo>
                    <a:pt x="989237" y="492963"/>
                  </a:lnTo>
                  <a:lnTo>
                    <a:pt x="988061" y="493414"/>
                  </a:lnTo>
                  <a:lnTo>
                    <a:pt x="986934" y="493915"/>
                  </a:lnTo>
                  <a:lnTo>
                    <a:pt x="985659" y="494567"/>
                  </a:lnTo>
                  <a:lnTo>
                    <a:pt x="984875" y="495018"/>
                  </a:lnTo>
                  <a:lnTo>
                    <a:pt x="983846" y="495669"/>
                  </a:lnTo>
                  <a:lnTo>
                    <a:pt x="982768" y="496521"/>
                  </a:lnTo>
                  <a:lnTo>
                    <a:pt x="981885" y="497273"/>
                  </a:lnTo>
                  <a:lnTo>
                    <a:pt x="981150" y="498075"/>
                  </a:lnTo>
                  <a:lnTo>
                    <a:pt x="980464" y="498676"/>
                  </a:lnTo>
                  <a:lnTo>
                    <a:pt x="979974" y="498927"/>
                  </a:lnTo>
                  <a:lnTo>
                    <a:pt x="979190" y="499227"/>
                  </a:lnTo>
                  <a:lnTo>
                    <a:pt x="978356" y="499328"/>
                  </a:lnTo>
                  <a:lnTo>
                    <a:pt x="977425" y="499428"/>
                  </a:lnTo>
                  <a:lnTo>
                    <a:pt x="976494" y="499578"/>
                  </a:lnTo>
                  <a:lnTo>
                    <a:pt x="975612" y="499779"/>
                  </a:lnTo>
                  <a:lnTo>
                    <a:pt x="974582" y="500079"/>
                  </a:lnTo>
                  <a:lnTo>
                    <a:pt x="973847" y="500280"/>
                  </a:lnTo>
                  <a:lnTo>
                    <a:pt x="973112" y="500280"/>
                  </a:lnTo>
                  <a:lnTo>
                    <a:pt x="972279" y="500280"/>
                  </a:lnTo>
                  <a:lnTo>
                    <a:pt x="971495" y="500280"/>
                  </a:lnTo>
                  <a:lnTo>
                    <a:pt x="970710" y="500280"/>
                  </a:lnTo>
                  <a:lnTo>
                    <a:pt x="970024" y="500230"/>
                  </a:lnTo>
                  <a:lnTo>
                    <a:pt x="969093" y="500129"/>
                  </a:lnTo>
                  <a:lnTo>
                    <a:pt x="968309" y="500079"/>
                  </a:lnTo>
                  <a:lnTo>
                    <a:pt x="967623" y="499929"/>
                  </a:lnTo>
                  <a:lnTo>
                    <a:pt x="966740" y="499779"/>
                  </a:lnTo>
                  <a:lnTo>
                    <a:pt x="965319" y="499478"/>
                  </a:lnTo>
                  <a:lnTo>
                    <a:pt x="964437" y="499528"/>
                  </a:lnTo>
                  <a:lnTo>
                    <a:pt x="963947" y="499528"/>
                  </a:lnTo>
                  <a:lnTo>
                    <a:pt x="963015" y="499328"/>
                  </a:lnTo>
                  <a:lnTo>
                    <a:pt x="962133" y="499378"/>
                  </a:lnTo>
                  <a:lnTo>
                    <a:pt x="961888" y="499378"/>
                  </a:lnTo>
                  <a:lnTo>
                    <a:pt x="961153" y="499528"/>
                  </a:lnTo>
                  <a:lnTo>
                    <a:pt x="960957" y="499478"/>
                  </a:lnTo>
                  <a:lnTo>
                    <a:pt x="960320" y="499578"/>
                  </a:lnTo>
                  <a:lnTo>
                    <a:pt x="959878" y="499628"/>
                  </a:lnTo>
                  <a:lnTo>
                    <a:pt x="959094" y="499929"/>
                  </a:lnTo>
                  <a:lnTo>
                    <a:pt x="958310" y="500230"/>
                  </a:lnTo>
                  <a:lnTo>
                    <a:pt x="957673" y="500530"/>
                  </a:lnTo>
                  <a:lnTo>
                    <a:pt x="956987" y="500731"/>
                  </a:lnTo>
                  <a:lnTo>
                    <a:pt x="956349" y="500981"/>
                  </a:lnTo>
                  <a:lnTo>
                    <a:pt x="955810" y="501282"/>
                  </a:lnTo>
                  <a:lnTo>
                    <a:pt x="955173" y="501733"/>
                  </a:lnTo>
                  <a:lnTo>
                    <a:pt x="954585" y="502234"/>
                  </a:lnTo>
                  <a:lnTo>
                    <a:pt x="954144" y="502485"/>
                  </a:lnTo>
                  <a:lnTo>
                    <a:pt x="953605" y="502886"/>
                  </a:lnTo>
                  <a:lnTo>
                    <a:pt x="953017" y="503237"/>
                  </a:lnTo>
                  <a:lnTo>
                    <a:pt x="952575" y="503637"/>
                  </a:lnTo>
                  <a:lnTo>
                    <a:pt x="951987" y="504038"/>
                  </a:lnTo>
                  <a:lnTo>
                    <a:pt x="950076" y="504539"/>
                  </a:lnTo>
                  <a:lnTo>
                    <a:pt x="948017" y="504539"/>
                  </a:lnTo>
                  <a:lnTo>
                    <a:pt x="944292" y="504539"/>
                  </a:lnTo>
                  <a:lnTo>
                    <a:pt x="942430" y="504539"/>
                  </a:lnTo>
                  <a:lnTo>
                    <a:pt x="940861" y="505241"/>
                  </a:lnTo>
                  <a:lnTo>
                    <a:pt x="938950" y="505642"/>
                  </a:lnTo>
                  <a:lnTo>
                    <a:pt x="936989" y="504590"/>
                  </a:lnTo>
                  <a:lnTo>
                    <a:pt x="935764" y="504539"/>
                  </a:lnTo>
                  <a:lnTo>
                    <a:pt x="934244" y="505642"/>
                  </a:lnTo>
                  <a:lnTo>
                    <a:pt x="933264" y="506945"/>
                  </a:lnTo>
                  <a:lnTo>
                    <a:pt x="931892" y="507296"/>
                  </a:lnTo>
                  <a:lnTo>
                    <a:pt x="930372" y="507997"/>
                  </a:lnTo>
                  <a:lnTo>
                    <a:pt x="929049" y="508448"/>
                  </a:lnTo>
                  <a:lnTo>
                    <a:pt x="927481" y="508298"/>
                  </a:lnTo>
                  <a:lnTo>
                    <a:pt x="926010" y="507847"/>
                  </a:lnTo>
                  <a:lnTo>
                    <a:pt x="924393" y="507997"/>
                  </a:lnTo>
                  <a:lnTo>
                    <a:pt x="922383" y="509100"/>
                  </a:lnTo>
                  <a:lnTo>
                    <a:pt x="921158" y="510002"/>
                  </a:lnTo>
                  <a:lnTo>
                    <a:pt x="918805" y="509902"/>
                  </a:lnTo>
                  <a:lnTo>
                    <a:pt x="916354" y="510353"/>
                  </a:lnTo>
                  <a:lnTo>
                    <a:pt x="914737" y="511455"/>
                  </a:lnTo>
                  <a:lnTo>
                    <a:pt x="913855" y="513209"/>
                  </a:lnTo>
                  <a:lnTo>
                    <a:pt x="912482" y="514261"/>
                  </a:lnTo>
                  <a:lnTo>
                    <a:pt x="910816" y="514813"/>
                  </a:lnTo>
                  <a:lnTo>
                    <a:pt x="909150" y="515113"/>
                  </a:lnTo>
                  <a:lnTo>
                    <a:pt x="907532" y="515865"/>
                  </a:lnTo>
                  <a:lnTo>
                    <a:pt x="905277" y="516015"/>
                  </a:lnTo>
                  <a:lnTo>
                    <a:pt x="903464" y="516015"/>
                  </a:lnTo>
                  <a:lnTo>
                    <a:pt x="901405" y="516015"/>
                  </a:lnTo>
                  <a:lnTo>
                    <a:pt x="899494" y="515965"/>
                  </a:lnTo>
                  <a:lnTo>
                    <a:pt x="897239" y="515715"/>
                  </a:lnTo>
                  <a:lnTo>
                    <a:pt x="896014" y="515815"/>
                  </a:lnTo>
                  <a:lnTo>
                    <a:pt x="894691" y="516116"/>
                  </a:lnTo>
                  <a:lnTo>
                    <a:pt x="893367" y="516116"/>
                  </a:lnTo>
                  <a:lnTo>
                    <a:pt x="892044" y="516015"/>
                  </a:lnTo>
                  <a:lnTo>
                    <a:pt x="890377" y="516266"/>
                  </a:lnTo>
                  <a:lnTo>
                    <a:pt x="888270" y="516015"/>
                  </a:lnTo>
                  <a:lnTo>
                    <a:pt x="887044" y="516416"/>
                  </a:lnTo>
                  <a:lnTo>
                    <a:pt x="885770" y="516567"/>
                  </a:lnTo>
                  <a:lnTo>
                    <a:pt x="884741" y="516617"/>
                  </a:lnTo>
                  <a:lnTo>
                    <a:pt x="882878" y="516116"/>
                  </a:lnTo>
                  <a:lnTo>
                    <a:pt x="881114" y="516116"/>
                  </a:lnTo>
                  <a:lnTo>
                    <a:pt x="879790" y="516567"/>
                  </a:lnTo>
                  <a:lnTo>
                    <a:pt x="878271" y="517769"/>
                  </a:lnTo>
                  <a:lnTo>
                    <a:pt x="876703" y="519173"/>
                  </a:lnTo>
                  <a:lnTo>
                    <a:pt x="874889" y="519423"/>
                  </a:lnTo>
                  <a:lnTo>
                    <a:pt x="872389" y="519624"/>
                  </a:lnTo>
                  <a:lnTo>
                    <a:pt x="869743" y="520475"/>
                  </a:lnTo>
                  <a:lnTo>
                    <a:pt x="867978" y="521327"/>
                  </a:lnTo>
                  <a:lnTo>
                    <a:pt x="866900" y="521929"/>
                  </a:lnTo>
                  <a:lnTo>
                    <a:pt x="865282" y="522580"/>
                  </a:lnTo>
                  <a:lnTo>
                    <a:pt x="863322" y="522380"/>
                  </a:lnTo>
                  <a:lnTo>
                    <a:pt x="861312" y="522079"/>
                  </a:lnTo>
                  <a:lnTo>
                    <a:pt x="859205" y="522079"/>
                  </a:lnTo>
                  <a:lnTo>
                    <a:pt x="857048" y="522781"/>
                  </a:lnTo>
                  <a:lnTo>
                    <a:pt x="855774" y="523933"/>
                  </a:lnTo>
                  <a:lnTo>
                    <a:pt x="854647" y="524885"/>
                  </a:lnTo>
                  <a:lnTo>
                    <a:pt x="854205" y="525286"/>
                  </a:lnTo>
                  <a:lnTo>
                    <a:pt x="852441" y="526589"/>
                  </a:lnTo>
                  <a:lnTo>
                    <a:pt x="850775" y="527742"/>
                  </a:lnTo>
                  <a:lnTo>
                    <a:pt x="848765" y="528293"/>
                  </a:lnTo>
                  <a:lnTo>
                    <a:pt x="847049" y="528393"/>
                  </a:lnTo>
                  <a:lnTo>
                    <a:pt x="845530" y="528744"/>
                  </a:lnTo>
                  <a:lnTo>
                    <a:pt x="843472" y="530298"/>
                  </a:lnTo>
                  <a:lnTo>
                    <a:pt x="841560" y="531951"/>
                  </a:lnTo>
                  <a:lnTo>
                    <a:pt x="839648" y="532152"/>
                  </a:lnTo>
                  <a:lnTo>
                    <a:pt x="837688" y="533004"/>
                  </a:lnTo>
                  <a:lnTo>
                    <a:pt x="835335" y="533806"/>
                  </a:lnTo>
                  <a:lnTo>
                    <a:pt x="833767" y="534357"/>
                  </a:lnTo>
                  <a:lnTo>
                    <a:pt x="832002" y="535209"/>
                  </a:lnTo>
                  <a:lnTo>
                    <a:pt x="829993" y="536261"/>
                  </a:lnTo>
                  <a:lnTo>
                    <a:pt x="827346" y="537213"/>
                  </a:lnTo>
                  <a:lnTo>
                    <a:pt x="825484" y="537714"/>
                  </a:lnTo>
                  <a:lnTo>
                    <a:pt x="822886" y="537965"/>
                  </a:lnTo>
                  <a:lnTo>
                    <a:pt x="821072" y="538667"/>
                  </a:lnTo>
                  <a:lnTo>
                    <a:pt x="818475" y="540320"/>
                  </a:lnTo>
                  <a:lnTo>
                    <a:pt x="816416" y="540671"/>
                  </a:lnTo>
                  <a:lnTo>
                    <a:pt x="813818" y="541323"/>
                  </a:lnTo>
                  <a:lnTo>
                    <a:pt x="811564" y="542024"/>
                  </a:lnTo>
                  <a:lnTo>
                    <a:pt x="808917" y="542826"/>
                  </a:lnTo>
                  <a:lnTo>
                    <a:pt x="806809" y="543678"/>
                  </a:lnTo>
                  <a:lnTo>
                    <a:pt x="805143" y="544480"/>
                  </a:lnTo>
                  <a:lnTo>
                    <a:pt x="803084" y="544680"/>
                  </a:lnTo>
                  <a:lnTo>
                    <a:pt x="800193" y="544931"/>
                  </a:lnTo>
                  <a:lnTo>
                    <a:pt x="797007" y="545332"/>
                  </a:lnTo>
                  <a:lnTo>
                    <a:pt x="795144" y="546133"/>
                  </a:lnTo>
                  <a:lnTo>
                    <a:pt x="792596" y="546685"/>
                  </a:lnTo>
                  <a:lnTo>
                    <a:pt x="790096" y="546885"/>
                  </a:lnTo>
                  <a:lnTo>
                    <a:pt x="788969" y="546434"/>
                  </a:lnTo>
                  <a:lnTo>
                    <a:pt x="787008" y="546384"/>
                  </a:lnTo>
                  <a:lnTo>
                    <a:pt x="785048" y="546384"/>
                  </a:lnTo>
                  <a:lnTo>
                    <a:pt x="782107" y="545482"/>
                  </a:lnTo>
                  <a:lnTo>
                    <a:pt x="779460" y="545332"/>
                  </a:lnTo>
                  <a:lnTo>
                    <a:pt x="776813" y="545382"/>
                  </a:lnTo>
                  <a:lnTo>
                    <a:pt x="774118" y="546284"/>
                  </a:lnTo>
                  <a:lnTo>
                    <a:pt x="771471" y="546384"/>
                  </a:lnTo>
                  <a:lnTo>
                    <a:pt x="769265" y="545482"/>
                  </a:lnTo>
                  <a:lnTo>
                    <a:pt x="766373" y="545783"/>
                  </a:lnTo>
                  <a:lnTo>
                    <a:pt x="763040" y="545783"/>
                  </a:lnTo>
                  <a:lnTo>
                    <a:pt x="759708" y="546835"/>
                  </a:lnTo>
                  <a:lnTo>
                    <a:pt x="756963" y="547737"/>
                  </a:lnTo>
                  <a:lnTo>
                    <a:pt x="754904" y="548539"/>
                  </a:lnTo>
                  <a:lnTo>
                    <a:pt x="752307" y="549842"/>
                  </a:lnTo>
                  <a:lnTo>
                    <a:pt x="749562" y="550994"/>
                  </a:lnTo>
                  <a:lnTo>
                    <a:pt x="746866" y="552097"/>
                  </a:lnTo>
                  <a:lnTo>
                    <a:pt x="743827" y="553450"/>
                  </a:lnTo>
                  <a:lnTo>
                    <a:pt x="740788" y="554452"/>
                  </a:lnTo>
                  <a:lnTo>
                    <a:pt x="738583" y="554703"/>
                  </a:lnTo>
                  <a:lnTo>
                    <a:pt x="736279" y="554903"/>
                  </a:lnTo>
                  <a:lnTo>
                    <a:pt x="734221" y="555605"/>
                  </a:lnTo>
                  <a:lnTo>
                    <a:pt x="733093" y="556407"/>
                  </a:lnTo>
                  <a:lnTo>
                    <a:pt x="731574" y="557860"/>
                  </a:lnTo>
                  <a:lnTo>
                    <a:pt x="730251" y="559564"/>
                  </a:lnTo>
                  <a:lnTo>
                    <a:pt x="728535" y="560867"/>
                  </a:lnTo>
                  <a:lnTo>
                    <a:pt x="728143" y="560917"/>
                  </a:lnTo>
                  <a:lnTo>
                    <a:pt x="726084" y="561618"/>
                  </a:lnTo>
                  <a:lnTo>
                    <a:pt x="723781" y="562120"/>
                  </a:lnTo>
                  <a:lnTo>
                    <a:pt x="721673" y="562721"/>
                  </a:lnTo>
                  <a:lnTo>
                    <a:pt x="719909" y="562871"/>
                  </a:lnTo>
                  <a:lnTo>
                    <a:pt x="717262" y="562921"/>
                  </a:lnTo>
                  <a:lnTo>
                    <a:pt x="715007" y="564174"/>
                  </a:lnTo>
                  <a:lnTo>
                    <a:pt x="712263" y="565728"/>
                  </a:lnTo>
                  <a:lnTo>
                    <a:pt x="710155" y="566229"/>
                  </a:lnTo>
                  <a:lnTo>
                    <a:pt x="708734" y="565928"/>
                  </a:lnTo>
                  <a:lnTo>
                    <a:pt x="706136" y="565728"/>
                  </a:lnTo>
                  <a:lnTo>
                    <a:pt x="704764" y="566129"/>
                  </a:lnTo>
                  <a:lnTo>
                    <a:pt x="702950" y="567732"/>
                  </a:lnTo>
                  <a:lnTo>
                    <a:pt x="701627" y="568584"/>
                  </a:lnTo>
                  <a:lnTo>
                    <a:pt x="699372" y="568133"/>
                  </a:lnTo>
                  <a:lnTo>
                    <a:pt x="697706" y="568233"/>
                  </a:lnTo>
                  <a:lnTo>
                    <a:pt x="696039" y="569987"/>
                  </a:lnTo>
                  <a:lnTo>
                    <a:pt x="695059" y="571691"/>
                  </a:lnTo>
                  <a:lnTo>
                    <a:pt x="694128" y="573044"/>
                  </a:lnTo>
                  <a:lnTo>
                    <a:pt x="689814" y="575851"/>
                  </a:lnTo>
                  <a:lnTo>
                    <a:pt x="684423" y="578256"/>
                  </a:lnTo>
                  <a:lnTo>
                    <a:pt x="681825" y="578958"/>
                  </a:lnTo>
                  <a:lnTo>
                    <a:pt x="679277" y="579609"/>
                  </a:lnTo>
                  <a:lnTo>
                    <a:pt x="673199" y="581012"/>
                  </a:lnTo>
                  <a:lnTo>
                    <a:pt x="669229" y="582716"/>
                  </a:lnTo>
                  <a:lnTo>
                    <a:pt x="664033" y="586024"/>
                  </a:lnTo>
                  <a:lnTo>
                    <a:pt x="659377" y="586825"/>
                  </a:lnTo>
                  <a:lnTo>
                    <a:pt x="659034" y="586875"/>
                  </a:lnTo>
                  <a:lnTo>
                    <a:pt x="652809" y="588229"/>
                  </a:lnTo>
                  <a:lnTo>
                    <a:pt x="651486" y="588880"/>
                  </a:lnTo>
                  <a:lnTo>
                    <a:pt x="648986" y="590133"/>
                  </a:lnTo>
                  <a:lnTo>
                    <a:pt x="648006" y="591135"/>
                  </a:lnTo>
                  <a:lnTo>
                    <a:pt x="647271" y="591937"/>
                  </a:lnTo>
                  <a:lnTo>
                    <a:pt x="646143" y="593039"/>
                  </a:lnTo>
                  <a:lnTo>
                    <a:pt x="645163" y="594092"/>
                  </a:lnTo>
                  <a:lnTo>
                    <a:pt x="643497" y="595796"/>
                  </a:lnTo>
                  <a:lnTo>
                    <a:pt x="639821" y="599604"/>
                  </a:lnTo>
                  <a:lnTo>
                    <a:pt x="639674" y="599905"/>
                  </a:lnTo>
                  <a:lnTo>
                    <a:pt x="637615" y="603764"/>
                  </a:lnTo>
                  <a:lnTo>
                    <a:pt x="636194" y="608775"/>
                  </a:lnTo>
                  <a:lnTo>
                    <a:pt x="635606" y="609978"/>
                  </a:lnTo>
                  <a:lnTo>
                    <a:pt x="635557" y="610128"/>
                  </a:lnTo>
                  <a:lnTo>
                    <a:pt x="634282" y="612584"/>
                  </a:lnTo>
                  <a:lnTo>
                    <a:pt x="633253" y="616893"/>
                  </a:lnTo>
                  <a:lnTo>
                    <a:pt x="633106" y="622255"/>
                  </a:lnTo>
                  <a:lnTo>
                    <a:pt x="629822" y="626365"/>
                  </a:lnTo>
                  <a:lnTo>
                    <a:pt x="625852" y="631226"/>
                  </a:lnTo>
                  <a:lnTo>
                    <a:pt x="623401" y="636588"/>
                  </a:lnTo>
                  <a:lnTo>
                    <a:pt x="618353" y="640547"/>
                  </a:lnTo>
                  <a:lnTo>
                    <a:pt x="616147" y="642251"/>
                  </a:lnTo>
                  <a:lnTo>
                    <a:pt x="614726" y="643002"/>
                  </a:lnTo>
                  <a:lnTo>
                    <a:pt x="606639" y="647112"/>
                  </a:lnTo>
                  <a:lnTo>
                    <a:pt x="598355" y="650018"/>
                  </a:lnTo>
                  <a:lnTo>
                    <a:pt x="597963" y="650219"/>
                  </a:lnTo>
                  <a:lnTo>
                    <a:pt x="594875" y="651622"/>
                  </a:lnTo>
                  <a:lnTo>
                    <a:pt x="589043" y="654328"/>
                  </a:lnTo>
                  <a:lnTo>
                    <a:pt x="584436" y="655130"/>
                  </a:lnTo>
                  <a:lnTo>
                    <a:pt x="578848" y="656032"/>
                  </a:lnTo>
                  <a:lnTo>
                    <a:pt x="567085" y="656232"/>
                  </a:lnTo>
                  <a:lnTo>
                    <a:pt x="563752" y="656783"/>
                  </a:lnTo>
                  <a:lnTo>
                    <a:pt x="560615" y="657335"/>
                  </a:lnTo>
                  <a:lnTo>
                    <a:pt x="556351" y="658086"/>
                  </a:lnTo>
                  <a:lnTo>
                    <a:pt x="552675" y="658738"/>
                  </a:lnTo>
                  <a:lnTo>
                    <a:pt x="546205" y="659840"/>
                  </a:lnTo>
                  <a:lnTo>
                    <a:pt x="537873" y="660742"/>
                  </a:lnTo>
                  <a:lnTo>
                    <a:pt x="535863" y="660993"/>
                  </a:lnTo>
                  <a:lnTo>
                    <a:pt x="535471" y="661043"/>
                  </a:lnTo>
                  <a:lnTo>
                    <a:pt x="532873" y="661294"/>
                  </a:lnTo>
                  <a:lnTo>
                    <a:pt x="529786" y="661594"/>
                  </a:lnTo>
                  <a:lnTo>
                    <a:pt x="521257" y="661945"/>
                  </a:lnTo>
                  <a:lnTo>
                    <a:pt x="518709" y="662045"/>
                  </a:lnTo>
                  <a:lnTo>
                    <a:pt x="503759" y="664601"/>
                  </a:lnTo>
                  <a:lnTo>
                    <a:pt x="489202" y="669111"/>
                  </a:lnTo>
                  <a:lnTo>
                    <a:pt x="467490" y="672619"/>
                  </a:lnTo>
                  <a:lnTo>
                    <a:pt x="463127" y="673020"/>
                  </a:lnTo>
                  <a:lnTo>
                    <a:pt x="456265" y="674273"/>
                  </a:lnTo>
                  <a:lnTo>
                    <a:pt x="452099" y="675075"/>
                  </a:lnTo>
                  <a:lnTo>
                    <a:pt x="445237" y="676779"/>
                  </a:lnTo>
                  <a:lnTo>
                    <a:pt x="423721" y="682141"/>
                  </a:lnTo>
                  <a:lnTo>
                    <a:pt x="410683" y="685348"/>
                  </a:lnTo>
                  <a:lnTo>
                    <a:pt x="393773" y="691111"/>
                  </a:lnTo>
                  <a:lnTo>
                    <a:pt x="384265" y="693366"/>
                  </a:lnTo>
                  <a:lnTo>
                    <a:pt x="382990" y="693366"/>
                  </a:lnTo>
                  <a:lnTo>
                    <a:pt x="380834" y="693567"/>
                  </a:lnTo>
                  <a:lnTo>
                    <a:pt x="379020" y="693717"/>
                  </a:lnTo>
                  <a:lnTo>
                    <a:pt x="376570" y="693466"/>
                  </a:lnTo>
                  <a:lnTo>
                    <a:pt x="374070" y="694018"/>
                  </a:lnTo>
                  <a:lnTo>
                    <a:pt x="369022" y="694018"/>
                  </a:lnTo>
                  <a:lnTo>
                    <a:pt x="366914" y="693717"/>
                  </a:lnTo>
                  <a:lnTo>
                    <a:pt x="365100" y="693667"/>
                  </a:lnTo>
                  <a:lnTo>
                    <a:pt x="363189" y="693867"/>
                  </a:lnTo>
                  <a:lnTo>
                    <a:pt x="360150" y="694168"/>
                  </a:lnTo>
                  <a:lnTo>
                    <a:pt x="357258" y="694619"/>
                  </a:lnTo>
                  <a:lnTo>
                    <a:pt x="355837" y="694418"/>
                  </a:lnTo>
                  <a:lnTo>
                    <a:pt x="355298" y="694469"/>
                  </a:lnTo>
                  <a:lnTo>
                    <a:pt x="354857" y="694519"/>
                  </a:lnTo>
                  <a:lnTo>
                    <a:pt x="351230" y="696172"/>
                  </a:lnTo>
                  <a:lnTo>
                    <a:pt x="350789" y="696323"/>
                  </a:lnTo>
                  <a:lnTo>
                    <a:pt x="349465" y="696924"/>
                  </a:lnTo>
                  <a:lnTo>
                    <a:pt x="348779" y="697425"/>
                  </a:lnTo>
                  <a:lnTo>
                    <a:pt x="347407" y="697676"/>
                  </a:lnTo>
                  <a:lnTo>
                    <a:pt x="345103" y="698879"/>
                  </a:lnTo>
                  <a:lnTo>
                    <a:pt x="343044" y="699229"/>
                  </a:lnTo>
                  <a:lnTo>
                    <a:pt x="338045" y="701986"/>
                  </a:lnTo>
                  <a:lnTo>
                    <a:pt x="331477" y="705544"/>
                  </a:lnTo>
                  <a:lnTo>
                    <a:pt x="328438" y="707348"/>
                  </a:lnTo>
                  <a:lnTo>
                    <a:pt x="321724" y="712409"/>
                  </a:lnTo>
                  <a:lnTo>
                    <a:pt x="315058" y="716769"/>
                  </a:lnTo>
                  <a:lnTo>
                    <a:pt x="302853" y="721279"/>
                  </a:lnTo>
                  <a:lnTo>
                    <a:pt x="299766" y="722181"/>
                  </a:lnTo>
                  <a:lnTo>
                    <a:pt x="294178" y="723183"/>
                  </a:lnTo>
                  <a:lnTo>
                    <a:pt x="291188" y="724136"/>
                  </a:lnTo>
                  <a:lnTo>
                    <a:pt x="288542" y="725288"/>
                  </a:lnTo>
                  <a:lnTo>
                    <a:pt x="285209" y="727694"/>
                  </a:lnTo>
                  <a:lnTo>
                    <a:pt x="284032" y="729347"/>
                  </a:lnTo>
                  <a:lnTo>
                    <a:pt x="283885" y="729448"/>
                  </a:lnTo>
                  <a:lnTo>
                    <a:pt x="283346" y="729798"/>
                  </a:lnTo>
                  <a:lnTo>
                    <a:pt x="280209" y="730751"/>
                  </a:lnTo>
                  <a:lnTo>
                    <a:pt x="277710" y="731953"/>
                  </a:lnTo>
                  <a:lnTo>
                    <a:pt x="276092" y="732154"/>
                  </a:lnTo>
                  <a:lnTo>
                    <a:pt x="271338" y="732855"/>
                  </a:lnTo>
                  <a:lnTo>
                    <a:pt x="266731" y="734559"/>
                  </a:lnTo>
                  <a:lnTo>
                    <a:pt x="261976" y="736012"/>
                  </a:lnTo>
                  <a:lnTo>
                    <a:pt x="255457" y="737165"/>
                  </a:lnTo>
                  <a:lnTo>
                    <a:pt x="253007" y="737215"/>
                  </a:lnTo>
                  <a:lnTo>
                    <a:pt x="249968" y="737716"/>
                  </a:lnTo>
                  <a:lnTo>
                    <a:pt x="244037" y="740072"/>
                  </a:lnTo>
                  <a:lnTo>
                    <a:pt x="242273" y="740723"/>
                  </a:lnTo>
                  <a:lnTo>
                    <a:pt x="238254" y="741675"/>
                  </a:lnTo>
                  <a:lnTo>
                    <a:pt x="235166" y="741775"/>
                  </a:lnTo>
                  <a:lnTo>
                    <a:pt x="231882" y="741625"/>
                  </a:lnTo>
                  <a:lnTo>
                    <a:pt x="228892" y="741425"/>
                  </a:lnTo>
                  <a:lnTo>
                    <a:pt x="228598" y="741375"/>
                  </a:lnTo>
                  <a:lnTo>
                    <a:pt x="222471" y="741976"/>
                  </a:lnTo>
                  <a:lnTo>
                    <a:pt x="220315" y="742126"/>
                  </a:lnTo>
                  <a:lnTo>
                    <a:pt x="215021" y="743880"/>
                  </a:lnTo>
                  <a:lnTo>
                    <a:pt x="208552" y="744131"/>
                  </a:lnTo>
                  <a:lnTo>
                    <a:pt x="200906" y="741625"/>
                  </a:lnTo>
                  <a:lnTo>
                    <a:pt x="197426" y="741675"/>
                  </a:lnTo>
                  <a:lnTo>
                    <a:pt x="193210" y="741625"/>
                  </a:lnTo>
                  <a:lnTo>
                    <a:pt x="186447" y="741675"/>
                  </a:lnTo>
                  <a:lnTo>
                    <a:pt x="179291" y="742076"/>
                  </a:lnTo>
                  <a:lnTo>
                    <a:pt x="171595" y="740773"/>
                  </a:lnTo>
                  <a:lnTo>
                    <a:pt x="170566" y="740673"/>
                  </a:lnTo>
                  <a:lnTo>
                    <a:pt x="168753" y="740372"/>
                  </a:lnTo>
                  <a:lnTo>
                    <a:pt x="161401" y="739119"/>
                  </a:lnTo>
                  <a:lnTo>
                    <a:pt x="160715" y="739119"/>
                  </a:lnTo>
                  <a:lnTo>
                    <a:pt x="158950" y="738819"/>
                  </a:lnTo>
                  <a:lnTo>
                    <a:pt x="157970" y="738668"/>
                  </a:lnTo>
                  <a:lnTo>
                    <a:pt x="154490" y="737716"/>
                  </a:lnTo>
                  <a:lnTo>
                    <a:pt x="150618" y="736514"/>
                  </a:lnTo>
                  <a:lnTo>
                    <a:pt x="148069" y="736514"/>
                  </a:lnTo>
                  <a:lnTo>
                    <a:pt x="147236" y="736313"/>
                  </a:lnTo>
                  <a:lnTo>
                    <a:pt x="146893" y="736313"/>
                  </a:lnTo>
                  <a:lnTo>
                    <a:pt x="144344" y="736163"/>
                  </a:lnTo>
                  <a:lnTo>
                    <a:pt x="142825" y="736263"/>
                  </a:lnTo>
                  <a:lnTo>
                    <a:pt x="140668" y="736313"/>
                  </a:lnTo>
                  <a:lnTo>
                    <a:pt x="139345" y="736564"/>
                  </a:lnTo>
                  <a:lnTo>
                    <a:pt x="139100" y="736564"/>
                  </a:lnTo>
                  <a:lnTo>
                    <a:pt x="134884" y="736714"/>
                  </a:lnTo>
                  <a:lnTo>
                    <a:pt x="132532" y="736564"/>
                  </a:lnTo>
                  <a:lnTo>
                    <a:pt x="130424" y="736263"/>
                  </a:lnTo>
                  <a:lnTo>
                    <a:pt x="127189" y="735511"/>
                  </a:lnTo>
                  <a:lnTo>
                    <a:pt x="124445" y="735311"/>
                  </a:lnTo>
                  <a:lnTo>
                    <a:pt x="119249" y="735060"/>
                  </a:lnTo>
                  <a:lnTo>
                    <a:pt x="114593" y="734760"/>
                  </a:lnTo>
                  <a:lnTo>
                    <a:pt x="110084" y="734509"/>
                  </a:lnTo>
                  <a:lnTo>
                    <a:pt x="107045" y="734509"/>
                  </a:lnTo>
                  <a:lnTo>
                    <a:pt x="105329" y="735712"/>
                  </a:lnTo>
                  <a:lnTo>
                    <a:pt x="85087" y="736063"/>
                  </a:lnTo>
                  <a:lnTo>
                    <a:pt x="84009" y="733056"/>
                  </a:lnTo>
                  <a:lnTo>
                    <a:pt x="85528" y="729347"/>
                  </a:lnTo>
                  <a:lnTo>
                    <a:pt x="86655" y="724486"/>
                  </a:lnTo>
                  <a:lnTo>
                    <a:pt x="86802" y="722231"/>
                  </a:lnTo>
                  <a:lnTo>
                    <a:pt x="86410" y="721881"/>
                  </a:lnTo>
                  <a:lnTo>
                    <a:pt x="86116" y="720227"/>
                  </a:lnTo>
                  <a:lnTo>
                    <a:pt x="85822" y="718623"/>
                  </a:lnTo>
                  <a:lnTo>
                    <a:pt x="85871" y="717621"/>
                  </a:lnTo>
                  <a:lnTo>
                    <a:pt x="86067" y="715065"/>
                  </a:lnTo>
                  <a:lnTo>
                    <a:pt x="84646" y="715165"/>
                  </a:lnTo>
                  <a:lnTo>
                    <a:pt x="83126" y="714714"/>
                  </a:lnTo>
                  <a:lnTo>
                    <a:pt x="82832" y="713963"/>
                  </a:lnTo>
                  <a:lnTo>
                    <a:pt x="82489" y="713010"/>
                  </a:lnTo>
                  <a:lnTo>
                    <a:pt x="80185" y="707298"/>
                  </a:lnTo>
                  <a:lnTo>
                    <a:pt x="79303" y="707097"/>
                  </a:lnTo>
                  <a:lnTo>
                    <a:pt x="77980" y="706997"/>
                  </a:lnTo>
                  <a:lnTo>
                    <a:pt x="76558" y="706195"/>
                  </a:lnTo>
                  <a:lnTo>
                    <a:pt x="75529" y="705393"/>
                  </a:lnTo>
                  <a:lnTo>
                    <a:pt x="74794" y="703589"/>
                  </a:lnTo>
                  <a:lnTo>
                    <a:pt x="75088" y="701986"/>
                  </a:lnTo>
                  <a:lnTo>
                    <a:pt x="75725" y="700582"/>
                  </a:lnTo>
                  <a:lnTo>
                    <a:pt x="75676" y="699430"/>
                  </a:lnTo>
                  <a:lnTo>
                    <a:pt x="76558" y="698929"/>
                  </a:lnTo>
                  <a:lnTo>
                    <a:pt x="78176" y="696373"/>
                  </a:lnTo>
                  <a:lnTo>
                    <a:pt x="77147" y="692815"/>
                  </a:lnTo>
                  <a:lnTo>
                    <a:pt x="74549" y="689758"/>
                  </a:lnTo>
                  <a:lnTo>
                    <a:pt x="71755" y="688054"/>
                  </a:lnTo>
                  <a:lnTo>
                    <a:pt x="70824" y="686400"/>
                  </a:lnTo>
                  <a:lnTo>
                    <a:pt x="69893" y="684296"/>
                  </a:lnTo>
                  <a:lnTo>
                    <a:pt x="69108" y="682091"/>
                  </a:lnTo>
                  <a:lnTo>
                    <a:pt x="67981" y="679836"/>
                  </a:lnTo>
                  <a:lnTo>
                    <a:pt x="66168" y="677881"/>
                  </a:lnTo>
                  <a:lnTo>
                    <a:pt x="63423" y="677180"/>
                  </a:lnTo>
                  <a:lnTo>
                    <a:pt x="60874" y="676027"/>
                  </a:lnTo>
                  <a:lnTo>
                    <a:pt x="59159" y="675225"/>
                  </a:lnTo>
                  <a:lnTo>
                    <a:pt x="56953" y="674774"/>
                  </a:lnTo>
                  <a:lnTo>
                    <a:pt x="55189" y="673772"/>
                  </a:lnTo>
                  <a:lnTo>
                    <a:pt x="54110" y="672118"/>
                  </a:lnTo>
                  <a:lnTo>
                    <a:pt x="53179" y="669262"/>
                  </a:lnTo>
                  <a:lnTo>
                    <a:pt x="50728" y="668109"/>
                  </a:lnTo>
                  <a:lnTo>
                    <a:pt x="49748" y="666505"/>
                  </a:lnTo>
                  <a:lnTo>
                    <a:pt x="49111" y="664401"/>
                  </a:lnTo>
                  <a:lnTo>
                    <a:pt x="47444" y="661795"/>
                  </a:lnTo>
                  <a:lnTo>
                    <a:pt x="44945" y="661795"/>
                  </a:lnTo>
                  <a:lnTo>
                    <a:pt x="42494" y="661795"/>
                  </a:lnTo>
                  <a:lnTo>
                    <a:pt x="40191" y="660341"/>
                  </a:lnTo>
                  <a:lnTo>
                    <a:pt x="39406" y="660191"/>
                  </a:lnTo>
                  <a:lnTo>
                    <a:pt x="31711" y="658688"/>
                  </a:lnTo>
                  <a:lnTo>
                    <a:pt x="23232" y="654779"/>
                  </a:lnTo>
                  <a:lnTo>
                    <a:pt x="17252" y="652975"/>
                  </a:lnTo>
                  <a:lnTo>
                    <a:pt x="11518" y="650168"/>
                  </a:lnTo>
                  <a:lnTo>
                    <a:pt x="2891" y="631326"/>
                  </a:lnTo>
                  <a:lnTo>
                    <a:pt x="539" y="624561"/>
                  </a:lnTo>
                  <a:lnTo>
                    <a:pt x="637" y="621604"/>
                  </a:lnTo>
                  <a:lnTo>
                    <a:pt x="490" y="618948"/>
                  </a:lnTo>
                  <a:lnTo>
                    <a:pt x="0" y="611481"/>
                  </a:lnTo>
                  <a:lnTo>
                    <a:pt x="1764" y="603313"/>
                  </a:lnTo>
                  <a:lnTo>
                    <a:pt x="7597" y="596547"/>
                  </a:lnTo>
                  <a:lnTo>
                    <a:pt x="13625" y="591285"/>
                  </a:lnTo>
                  <a:lnTo>
                    <a:pt x="16125" y="585272"/>
                  </a:lnTo>
                  <a:lnTo>
                    <a:pt x="18674" y="581864"/>
                  </a:lnTo>
                  <a:lnTo>
                    <a:pt x="21663" y="573896"/>
                  </a:lnTo>
                  <a:lnTo>
                    <a:pt x="29113" y="567532"/>
                  </a:lnTo>
                  <a:lnTo>
                    <a:pt x="29947" y="564625"/>
                  </a:lnTo>
                  <a:lnTo>
                    <a:pt x="29408" y="559965"/>
                  </a:lnTo>
                  <a:lnTo>
                    <a:pt x="32152" y="557208"/>
                  </a:lnTo>
                  <a:lnTo>
                    <a:pt x="33280" y="553400"/>
                  </a:lnTo>
                  <a:lnTo>
                    <a:pt x="36171" y="547537"/>
                  </a:lnTo>
                  <a:lnTo>
                    <a:pt x="42886" y="537263"/>
                  </a:lnTo>
                  <a:lnTo>
                    <a:pt x="51856" y="523683"/>
                  </a:lnTo>
                  <a:lnTo>
                    <a:pt x="58031" y="510353"/>
                  </a:lnTo>
                  <a:lnTo>
                    <a:pt x="58963" y="508348"/>
                  </a:lnTo>
                  <a:lnTo>
                    <a:pt x="63031" y="501533"/>
                  </a:lnTo>
                  <a:lnTo>
                    <a:pt x="73667" y="487150"/>
                  </a:lnTo>
                  <a:lnTo>
                    <a:pt x="75480" y="483692"/>
                  </a:lnTo>
                  <a:lnTo>
                    <a:pt x="79695" y="475574"/>
                  </a:lnTo>
                  <a:lnTo>
                    <a:pt x="92733" y="441096"/>
                  </a:lnTo>
                  <a:lnTo>
                    <a:pt x="94105" y="431825"/>
                  </a:lnTo>
                  <a:lnTo>
                    <a:pt x="95527" y="417693"/>
                  </a:lnTo>
                  <a:lnTo>
                    <a:pt x="96654" y="405766"/>
                  </a:lnTo>
                  <a:lnTo>
                    <a:pt x="96017" y="396946"/>
                  </a:lnTo>
                  <a:lnTo>
                    <a:pt x="98173" y="394290"/>
                  </a:lnTo>
                  <a:lnTo>
                    <a:pt x="100722" y="391133"/>
                  </a:lnTo>
                  <a:lnTo>
                    <a:pt x="106065" y="388778"/>
                  </a:lnTo>
                  <a:lnTo>
                    <a:pt x="115426" y="390482"/>
                  </a:lnTo>
                  <a:lnTo>
                    <a:pt x="123170" y="393739"/>
                  </a:lnTo>
                  <a:lnTo>
                    <a:pt x="132826" y="392286"/>
                  </a:lnTo>
                  <a:lnTo>
                    <a:pt x="141452" y="389429"/>
                  </a:lnTo>
                  <a:lnTo>
                    <a:pt x="147138" y="384619"/>
                  </a:lnTo>
                  <a:lnTo>
                    <a:pt x="151206" y="378304"/>
                  </a:lnTo>
                  <a:lnTo>
                    <a:pt x="153264" y="374045"/>
                  </a:lnTo>
                  <a:lnTo>
                    <a:pt x="154882" y="370787"/>
                  </a:lnTo>
                  <a:lnTo>
                    <a:pt x="155372" y="369735"/>
                  </a:lnTo>
                  <a:lnTo>
                    <a:pt x="159930" y="366077"/>
                  </a:lnTo>
                  <a:lnTo>
                    <a:pt x="167429" y="361917"/>
                  </a:lnTo>
                  <a:lnTo>
                    <a:pt x="170713" y="360464"/>
                  </a:lnTo>
                  <a:lnTo>
                    <a:pt x="177477" y="357407"/>
                  </a:lnTo>
                  <a:lnTo>
                    <a:pt x="183163" y="351544"/>
                  </a:lnTo>
                  <a:lnTo>
                    <a:pt x="184927" y="344578"/>
                  </a:lnTo>
                  <a:lnTo>
                    <a:pt x="188162" y="338915"/>
                  </a:lnTo>
                  <a:lnTo>
                    <a:pt x="199043" y="342072"/>
                  </a:lnTo>
                  <a:lnTo>
                    <a:pt x="205905" y="345881"/>
                  </a:lnTo>
                  <a:lnTo>
                    <a:pt x="215610" y="353498"/>
                  </a:lnTo>
                  <a:lnTo>
                    <a:pt x="226785" y="364623"/>
                  </a:lnTo>
                  <a:lnTo>
                    <a:pt x="232764" y="378354"/>
                  </a:lnTo>
                  <a:lnTo>
                    <a:pt x="240802" y="397047"/>
                  </a:lnTo>
                  <a:lnTo>
                    <a:pt x="242224" y="411078"/>
                  </a:lnTo>
                  <a:lnTo>
                    <a:pt x="242763" y="417242"/>
                  </a:lnTo>
                  <a:lnTo>
                    <a:pt x="246194" y="423657"/>
                  </a:lnTo>
                  <a:lnTo>
                    <a:pt x="252321" y="428468"/>
                  </a:lnTo>
                  <a:lnTo>
                    <a:pt x="260800" y="427465"/>
                  </a:lnTo>
                  <a:lnTo>
                    <a:pt x="268495" y="418996"/>
                  </a:lnTo>
                  <a:lnTo>
                    <a:pt x="275651" y="412532"/>
                  </a:lnTo>
                  <a:lnTo>
                    <a:pt x="282219" y="406418"/>
                  </a:lnTo>
                  <a:lnTo>
                    <a:pt x="290796" y="401156"/>
                  </a:lnTo>
                  <a:lnTo>
                    <a:pt x="296482" y="400053"/>
                  </a:lnTo>
                  <a:lnTo>
                    <a:pt x="302804" y="398801"/>
                  </a:lnTo>
                  <a:lnTo>
                    <a:pt x="313391" y="401457"/>
                  </a:lnTo>
                  <a:lnTo>
                    <a:pt x="329958" y="402910"/>
                  </a:lnTo>
                  <a:lnTo>
                    <a:pt x="342554" y="405516"/>
                  </a:lnTo>
                  <a:lnTo>
                    <a:pt x="361424" y="409625"/>
                  </a:lnTo>
                  <a:lnTo>
                    <a:pt x="372551" y="409324"/>
                  </a:lnTo>
                  <a:lnTo>
                    <a:pt x="388284" y="402609"/>
                  </a:lnTo>
                  <a:lnTo>
                    <a:pt x="408575" y="389730"/>
                  </a:lnTo>
                  <a:lnTo>
                    <a:pt x="423475" y="385671"/>
                  </a:lnTo>
                  <a:lnTo>
                    <a:pt x="430680" y="383817"/>
                  </a:lnTo>
                  <a:lnTo>
                    <a:pt x="440826" y="383566"/>
                  </a:lnTo>
                  <a:lnTo>
                    <a:pt x="447884" y="382865"/>
                  </a:lnTo>
                  <a:lnTo>
                    <a:pt x="456216" y="377051"/>
                  </a:lnTo>
                  <a:lnTo>
                    <a:pt x="468960" y="370537"/>
                  </a:lnTo>
                  <a:lnTo>
                    <a:pt x="492731" y="365074"/>
                  </a:lnTo>
                  <a:lnTo>
                    <a:pt x="509102" y="359863"/>
                  </a:lnTo>
                  <a:lnTo>
                    <a:pt x="520865" y="353398"/>
                  </a:lnTo>
                  <a:lnTo>
                    <a:pt x="530913" y="346933"/>
                  </a:lnTo>
                  <a:lnTo>
                    <a:pt x="540274" y="341070"/>
                  </a:lnTo>
                  <a:lnTo>
                    <a:pt x="551008" y="331849"/>
                  </a:lnTo>
                  <a:lnTo>
                    <a:pt x="558704" y="322278"/>
                  </a:lnTo>
                  <a:lnTo>
                    <a:pt x="564046" y="314059"/>
                  </a:lnTo>
                  <a:lnTo>
                    <a:pt x="574780" y="307194"/>
                  </a:lnTo>
                  <a:lnTo>
                    <a:pt x="585416" y="303786"/>
                  </a:lnTo>
                  <a:lnTo>
                    <a:pt x="591788" y="303385"/>
                  </a:lnTo>
                  <a:lnTo>
                    <a:pt x="592719" y="303335"/>
                  </a:lnTo>
                  <a:lnTo>
                    <a:pt x="602669" y="303936"/>
                  </a:lnTo>
                  <a:lnTo>
                    <a:pt x="609040" y="306893"/>
                  </a:lnTo>
                  <a:lnTo>
                    <a:pt x="613403" y="311503"/>
                  </a:lnTo>
                  <a:lnTo>
                    <a:pt x="615951" y="314761"/>
                  </a:lnTo>
                  <a:lnTo>
                    <a:pt x="621882" y="322378"/>
                  </a:lnTo>
                  <a:lnTo>
                    <a:pt x="637027" y="335006"/>
                  </a:lnTo>
                  <a:lnTo>
                    <a:pt x="641291" y="337612"/>
                  </a:lnTo>
                  <a:lnTo>
                    <a:pt x="650653" y="343125"/>
                  </a:lnTo>
                  <a:lnTo>
                    <a:pt x="658887" y="347785"/>
                  </a:lnTo>
                  <a:lnTo>
                    <a:pt x="668445" y="350993"/>
                  </a:lnTo>
                  <a:lnTo>
                    <a:pt x="668592" y="351043"/>
                  </a:lnTo>
                  <a:lnTo>
                    <a:pt x="675208" y="353899"/>
                  </a:lnTo>
                  <a:lnTo>
                    <a:pt x="682904" y="353949"/>
                  </a:lnTo>
                  <a:lnTo>
                    <a:pt x="688393" y="353047"/>
                  </a:lnTo>
                  <a:lnTo>
                    <a:pt x="692853" y="349990"/>
                  </a:lnTo>
                  <a:lnTo>
                    <a:pt x="696137" y="347234"/>
                  </a:lnTo>
                  <a:lnTo>
                    <a:pt x="697362" y="346282"/>
                  </a:lnTo>
                  <a:lnTo>
                    <a:pt x="699764" y="343626"/>
                  </a:lnTo>
                  <a:lnTo>
                    <a:pt x="702313" y="339767"/>
                  </a:lnTo>
                  <a:lnTo>
                    <a:pt x="705107" y="333202"/>
                  </a:lnTo>
                  <a:lnTo>
                    <a:pt x="705058" y="319972"/>
                  </a:lnTo>
                  <a:lnTo>
                    <a:pt x="704469" y="310902"/>
                  </a:lnTo>
                  <a:lnTo>
                    <a:pt x="705744" y="306993"/>
                  </a:lnTo>
                  <a:lnTo>
                    <a:pt x="708145" y="299526"/>
                  </a:lnTo>
                  <a:lnTo>
                    <a:pt x="719762" y="287850"/>
                  </a:lnTo>
                  <a:lnTo>
                    <a:pt x="733142" y="272716"/>
                  </a:lnTo>
                  <a:lnTo>
                    <a:pt x="743043" y="266602"/>
                  </a:lnTo>
                  <a:lnTo>
                    <a:pt x="743582" y="266351"/>
                  </a:lnTo>
                  <a:lnTo>
                    <a:pt x="747454" y="264497"/>
                  </a:lnTo>
                  <a:lnTo>
                    <a:pt x="751816" y="261991"/>
                  </a:lnTo>
                  <a:lnTo>
                    <a:pt x="756522" y="261240"/>
                  </a:lnTo>
                  <a:lnTo>
                    <a:pt x="759855" y="261591"/>
                  </a:lnTo>
                  <a:lnTo>
                    <a:pt x="760345" y="261641"/>
                  </a:lnTo>
                  <a:lnTo>
                    <a:pt x="763188" y="263294"/>
                  </a:lnTo>
                  <a:lnTo>
                    <a:pt x="767354" y="265700"/>
                  </a:lnTo>
                  <a:lnTo>
                    <a:pt x="772402" y="268055"/>
                  </a:lnTo>
                  <a:lnTo>
                    <a:pt x="778627" y="268857"/>
                  </a:lnTo>
                  <a:lnTo>
                    <a:pt x="785783" y="267554"/>
                  </a:lnTo>
                  <a:lnTo>
                    <a:pt x="794948" y="266401"/>
                  </a:lnTo>
                  <a:lnTo>
                    <a:pt x="803771" y="267404"/>
                  </a:lnTo>
                  <a:lnTo>
                    <a:pt x="810878" y="268506"/>
                  </a:lnTo>
                  <a:lnTo>
                    <a:pt x="818230" y="269659"/>
                  </a:lnTo>
                  <a:lnTo>
                    <a:pt x="820876" y="269508"/>
                  </a:lnTo>
                  <a:lnTo>
                    <a:pt x="827346" y="270511"/>
                  </a:lnTo>
                  <a:lnTo>
                    <a:pt x="829797" y="271563"/>
                  </a:lnTo>
                  <a:lnTo>
                    <a:pt x="831365" y="272265"/>
                  </a:lnTo>
                  <a:lnTo>
                    <a:pt x="831806" y="272365"/>
                  </a:lnTo>
                  <a:lnTo>
                    <a:pt x="836267" y="273517"/>
                  </a:lnTo>
                  <a:lnTo>
                    <a:pt x="841805" y="274720"/>
                  </a:lnTo>
                  <a:lnTo>
                    <a:pt x="852049" y="273517"/>
                  </a:lnTo>
                  <a:lnTo>
                    <a:pt x="855627" y="272866"/>
                  </a:lnTo>
                  <a:lnTo>
                    <a:pt x="863910" y="269007"/>
                  </a:lnTo>
                  <a:lnTo>
                    <a:pt x="869351" y="266752"/>
                  </a:lnTo>
                  <a:lnTo>
                    <a:pt x="872831" y="265950"/>
                  </a:lnTo>
                  <a:lnTo>
                    <a:pt x="877095" y="260939"/>
                  </a:lnTo>
                  <a:lnTo>
                    <a:pt x="881212" y="256329"/>
                  </a:lnTo>
                  <a:lnTo>
                    <a:pt x="882339" y="255076"/>
                  </a:lnTo>
                  <a:lnTo>
                    <a:pt x="886064" y="246506"/>
                  </a:lnTo>
                  <a:lnTo>
                    <a:pt x="889201" y="240543"/>
                  </a:lnTo>
                  <a:lnTo>
                    <a:pt x="896504" y="232976"/>
                  </a:lnTo>
                  <a:lnTo>
                    <a:pt x="904640" y="225158"/>
                  </a:lnTo>
                  <a:lnTo>
                    <a:pt x="905866" y="223905"/>
                  </a:lnTo>
                  <a:lnTo>
                    <a:pt x="913757" y="219044"/>
                  </a:lnTo>
                  <a:lnTo>
                    <a:pt x="920030" y="213582"/>
                  </a:lnTo>
                  <a:lnTo>
                    <a:pt x="929147" y="206717"/>
                  </a:lnTo>
                  <a:lnTo>
                    <a:pt x="932186" y="205113"/>
                  </a:lnTo>
                  <a:lnTo>
                    <a:pt x="936009" y="203960"/>
                  </a:lnTo>
                  <a:lnTo>
                    <a:pt x="939342" y="204862"/>
                  </a:lnTo>
                  <a:lnTo>
                    <a:pt x="941743" y="206416"/>
                  </a:lnTo>
                  <a:lnTo>
                    <a:pt x="944978" y="206215"/>
                  </a:lnTo>
                  <a:lnTo>
                    <a:pt x="952526" y="201004"/>
                  </a:lnTo>
                  <a:lnTo>
                    <a:pt x="965466" y="193687"/>
                  </a:lnTo>
                  <a:lnTo>
                    <a:pt x="975465" y="182762"/>
                  </a:lnTo>
                  <a:lnTo>
                    <a:pt x="984385" y="175296"/>
                  </a:lnTo>
                  <a:lnTo>
                    <a:pt x="988159" y="173141"/>
                  </a:lnTo>
                  <a:lnTo>
                    <a:pt x="998158" y="166225"/>
                  </a:lnTo>
                  <a:lnTo>
                    <a:pt x="1007617" y="159360"/>
                  </a:lnTo>
                  <a:lnTo>
                    <a:pt x="1014038" y="155150"/>
                  </a:lnTo>
                  <a:lnTo>
                    <a:pt x="1023988" y="151291"/>
                  </a:lnTo>
                  <a:lnTo>
                    <a:pt x="1028399" y="149086"/>
                  </a:lnTo>
                  <a:lnTo>
                    <a:pt x="1034526" y="146330"/>
                  </a:lnTo>
                  <a:lnTo>
                    <a:pt x="1042515" y="142121"/>
                  </a:lnTo>
                  <a:lnTo>
                    <a:pt x="1046779" y="136959"/>
                  </a:lnTo>
                  <a:lnTo>
                    <a:pt x="1053543" y="129342"/>
                  </a:lnTo>
                  <a:lnTo>
                    <a:pt x="1057856" y="122176"/>
                  </a:lnTo>
                  <a:lnTo>
                    <a:pt x="1063052" y="118417"/>
                  </a:lnTo>
                  <a:lnTo>
                    <a:pt x="1066679" y="116463"/>
                  </a:lnTo>
                  <a:lnTo>
                    <a:pt x="1072413" y="111401"/>
                  </a:lnTo>
                  <a:lnTo>
                    <a:pt x="1079128" y="104085"/>
                  </a:lnTo>
                  <a:lnTo>
                    <a:pt x="1083735" y="101679"/>
                  </a:lnTo>
                  <a:lnTo>
                    <a:pt x="1086186" y="100426"/>
                  </a:lnTo>
                  <a:lnTo>
                    <a:pt x="1091774" y="99474"/>
                  </a:lnTo>
                  <a:lnTo>
                    <a:pt x="1095744" y="100226"/>
                  </a:lnTo>
                  <a:lnTo>
                    <a:pt x="1100792" y="101178"/>
                  </a:lnTo>
                  <a:lnTo>
                    <a:pt x="1106380" y="101729"/>
                  </a:lnTo>
                  <a:lnTo>
                    <a:pt x="1113535" y="102431"/>
                  </a:lnTo>
                  <a:lnTo>
                    <a:pt x="1117849" y="102531"/>
                  </a:lnTo>
                  <a:lnTo>
                    <a:pt x="1119858" y="101379"/>
                  </a:lnTo>
                  <a:lnTo>
                    <a:pt x="1122162" y="100076"/>
                  </a:lnTo>
                  <a:lnTo>
                    <a:pt x="1124956" y="97971"/>
                  </a:lnTo>
                  <a:lnTo>
                    <a:pt x="1128043" y="96518"/>
                  </a:lnTo>
                  <a:lnTo>
                    <a:pt x="1131670" y="94112"/>
                  </a:lnTo>
                  <a:lnTo>
                    <a:pt x="1134905" y="89552"/>
                  </a:lnTo>
                  <a:lnTo>
                    <a:pt x="1137356" y="85994"/>
                  </a:lnTo>
                  <a:lnTo>
                    <a:pt x="1143826" y="78727"/>
                  </a:lnTo>
                  <a:lnTo>
                    <a:pt x="1150394" y="68855"/>
                  </a:lnTo>
                  <a:lnTo>
                    <a:pt x="1154119" y="64195"/>
                  </a:lnTo>
                  <a:lnTo>
                    <a:pt x="1158530" y="59334"/>
                  </a:lnTo>
                  <a:lnTo>
                    <a:pt x="1159510" y="56978"/>
                  </a:lnTo>
                  <a:lnTo>
                    <a:pt x="1163676" y="48208"/>
                  </a:lnTo>
                  <a:lnTo>
                    <a:pt x="1168234" y="40742"/>
                  </a:lnTo>
                  <a:lnTo>
                    <a:pt x="1169117" y="38086"/>
                  </a:lnTo>
                  <a:lnTo>
                    <a:pt x="1170244" y="35780"/>
                  </a:lnTo>
                  <a:lnTo>
                    <a:pt x="1170391" y="35480"/>
                  </a:lnTo>
                  <a:lnTo>
                    <a:pt x="1170734" y="34327"/>
                  </a:lnTo>
                  <a:lnTo>
                    <a:pt x="1171763" y="23452"/>
                  </a:lnTo>
                  <a:lnTo>
                    <a:pt x="1173577" y="20095"/>
                  </a:lnTo>
                  <a:lnTo>
                    <a:pt x="1176665" y="15936"/>
                  </a:lnTo>
                  <a:lnTo>
                    <a:pt x="1179802" y="12528"/>
                  </a:lnTo>
                  <a:lnTo>
                    <a:pt x="1185242" y="5863"/>
                  </a:lnTo>
                  <a:lnTo>
                    <a:pt x="1185585" y="5562"/>
                  </a:lnTo>
                  <a:lnTo>
                    <a:pt x="1188771" y="2455"/>
                  </a:lnTo>
                  <a:lnTo>
                    <a:pt x="1189800" y="1302"/>
                  </a:lnTo>
                  <a:lnTo>
                    <a:pt x="11914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093281" y="4475362"/>
              <a:ext cx="1363602" cy="738117"/>
            </a:xfrm>
            <a:custGeom>
              <a:avLst/>
              <a:pathLst>
                <a:path w="1363602" h="738117">
                  <a:moveTo>
                    <a:pt x="1018155" y="451"/>
                  </a:moveTo>
                  <a:lnTo>
                    <a:pt x="1025556" y="2455"/>
                  </a:lnTo>
                  <a:lnTo>
                    <a:pt x="1036486" y="4259"/>
                  </a:lnTo>
                  <a:lnTo>
                    <a:pt x="1038104" y="4560"/>
                  </a:lnTo>
                  <a:lnTo>
                    <a:pt x="1042711" y="5512"/>
                  </a:lnTo>
                  <a:lnTo>
                    <a:pt x="1045652" y="6113"/>
                  </a:lnTo>
                  <a:lnTo>
                    <a:pt x="1054523" y="9371"/>
                  </a:lnTo>
                  <a:lnTo>
                    <a:pt x="1064767" y="12728"/>
                  </a:lnTo>
                  <a:lnTo>
                    <a:pt x="1065747" y="13029"/>
                  </a:lnTo>
                  <a:lnTo>
                    <a:pt x="1068296" y="13931"/>
                  </a:lnTo>
                  <a:lnTo>
                    <a:pt x="1078295" y="17389"/>
                  </a:lnTo>
                  <a:lnTo>
                    <a:pt x="1085892" y="19193"/>
                  </a:lnTo>
                  <a:lnTo>
                    <a:pt x="1097655" y="20496"/>
                  </a:lnTo>
                  <a:lnTo>
                    <a:pt x="1110938" y="22500"/>
                  </a:lnTo>
                  <a:lnTo>
                    <a:pt x="1122946" y="26760"/>
                  </a:lnTo>
                  <a:lnTo>
                    <a:pt x="1123926" y="27311"/>
                  </a:lnTo>
                  <a:lnTo>
                    <a:pt x="1131425" y="31872"/>
                  </a:lnTo>
                  <a:lnTo>
                    <a:pt x="1139268" y="43448"/>
                  </a:lnTo>
                  <a:lnTo>
                    <a:pt x="1145786" y="54573"/>
                  </a:lnTo>
                  <a:lnTo>
                    <a:pt x="1150590" y="61689"/>
                  </a:lnTo>
                  <a:lnTo>
                    <a:pt x="1156471" y="67251"/>
                  </a:lnTo>
                  <a:lnTo>
                    <a:pt x="1162157" y="68605"/>
                  </a:lnTo>
                  <a:lnTo>
                    <a:pt x="1163284" y="68905"/>
                  </a:lnTo>
                  <a:lnTo>
                    <a:pt x="1165833" y="69507"/>
                  </a:lnTo>
                  <a:lnTo>
                    <a:pt x="1173871" y="69657"/>
                  </a:lnTo>
                  <a:lnTo>
                    <a:pt x="1176714" y="69707"/>
                  </a:lnTo>
                  <a:lnTo>
                    <a:pt x="1183478" y="72163"/>
                  </a:lnTo>
                  <a:lnTo>
                    <a:pt x="1188575" y="73816"/>
                  </a:lnTo>
                  <a:lnTo>
                    <a:pt x="1196760" y="76422"/>
                  </a:lnTo>
                  <a:lnTo>
                    <a:pt x="1207004" y="78176"/>
                  </a:lnTo>
                  <a:lnTo>
                    <a:pt x="1218963" y="83739"/>
                  </a:lnTo>
                  <a:lnTo>
                    <a:pt x="1225286" y="87096"/>
                  </a:lnTo>
                  <a:lnTo>
                    <a:pt x="1232687" y="84190"/>
                  </a:lnTo>
                  <a:lnTo>
                    <a:pt x="1242294" y="75520"/>
                  </a:lnTo>
                  <a:lnTo>
                    <a:pt x="1253812" y="64796"/>
                  </a:lnTo>
                  <a:lnTo>
                    <a:pt x="1266261" y="59684"/>
                  </a:lnTo>
                  <a:lnTo>
                    <a:pt x="1276946" y="57930"/>
                  </a:lnTo>
                  <a:lnTo>
                    <a:pt x="1285082" y="56627"/>
                  </a:lnTo>
                  <a:lnTo>
                    <a:pt x="1289543" y="55926"/>
                  </a:lnTo>
                  <a:lnTo>
                    <a:pt x="1299149" y="57680"/>
                  </a:lnTo>
                  <a:lnTo>
                    <a:pt x="1300620" y="58632"/>
                  </a:lnTo>
                  <a:lnTo>
                    <a:pt x="1305913" y="61939"/>
                  </a:lnTo>
                  <a:lnTo>
                    <a:pt x="1315961" y="67151"/>
                  </a:lnTo>
                  <a:lnTo>
                    <a:pt x="1326597" y="74618"/>
                  </a:lnTo>
                  <a:lnTo>
                    <a:pt x="1337968" y="77875"/>
                  </a:lnTo>
                  <a:lnTo>
                    <a:pt x="1344585" y="78828"/>
                  </a:lnTo>
                  <a:lnTo>
                    <a:pt x="1351790" y="73215"/>
                  </a:lnTo>
                  <a:lnTo>
                    <a:pt x="1357769" y="68705"/>
                  </a:lnTo>
                  <a:lnTo>
                    <a:pt x="1363602" y="67903"/>
                  </a:lnTo>
                  <a:lnTo>
                    <a:pt x="1360171" y="76172"/>
                  </a:lnTo>
                  <a:lnTo>
                    <a:pt x="1355025" y="92509"/>
                  </a:lnTo>
                  <a:lnTo>
                    <a:pt x="1352084" y="99524"/>
                  </a:lnTo>
                  <a:lnTo>
                    <a:pt x="1351398" y="101128"/>
                  </a:lnTo>
                  <a:lnTo>
                    <a:pt x="1350417" y="102681"/>
                  </a:lnTo>
                  <a:lnTo>
                    <a:pt x="1348555" y="104486"/>
                  </a:lnTo>
                  <a:lnTo>
                    <a:pt x="1344438" y="107192"/>
                  </a:lnTo>
                  <a:lnTo>
                    <a:pt x="1337135" y="110098"/>
                  </a:lnTo>
                  <a:lnTo>
                    <a:pt x="1333655" y="112103"/>
                  </a:lnTo>
                  <a:lnTo>
                    <a:pt x="1329342" y="113306"/>
                  </a:lnTo>
                  <a:lnTo>
                    <a:pt x="1325470" y="115460"/>
                  </a:lnTo>
                  <a:lnTo>
                    <a:pt x="1321107" y="117214"/>
                  </a:lnTo>
                  <a:lnTo>
                    <a:pt x="1316990" y="120371"/>
                  </a:lnTo>
                  <a:lnTo>
                    <a:pt x="1312236" y="121324"/>
                  </a:lnTo>
                  <a:lnTo>
                    <a:pt x="1310177" y="122176"/>
                  </a:lnTo>
                  <a:lnTo>
                    <a:pt x="1306697" y="124932"/>
                  </a:lnTo>
                  <a:lnTo>
                    <a:pt x="1305521" y="126786"/>
                  </a:lnTo>
                  <a:lnTo>
                    <a:pt x="1304443" y="129141"/>
                  </a:lnTo>
                  <a:lnTo>
                    <a:pt x="1303217" y="130294"/>
                  </a:lnTo>
                  <a:lnTo>
                    <a:pt x="1299247" y="132098"/>
                  </a:lnTo>
                  <a:lnTo>
                    <a:pt x="1293954" y="132900"/>
                  </a:lnTo>
                  <a:lnTo>
                    <a:pt x="1292042" y="133802"/>
                  </a:lnTo>
                  <a:lnTo>
                    <a:pt x="1290376" y="135456"/>
                  </a:lnTo>
                  <a:lnTo>
                    <a:pt x="1287337" y="139465"/>
                  </a:lnTo>
                  <a:lnTo>
                    <a:pt x="1281210" y="143975"/>
                  </a:lnTo>
                  <a:lnTo>
                    <a:pt x="1280181" y="144927"/>
                  </a:lnTo>
                  <a:lnTo>
                    <a:pt x="1278319" y="147282"/>
                  </a:lnTo>
                  <a:lnTo>
                    <a:pt x="1277485" y="147984"/>
                  </a:lnTo>
                  <a:lnTo>
                    <a:pt x="1276260" y="148285"/>
                  </a:lnTo>
                  <a:lnTo>
                    <a:pt x="1273760" y="148184"/>
                  </a:lnTo>
                  <a:lnTo>
                    <a:pt x="1268467" y="147182"/>
                  </a:lnTo>
                  <a:lnTo>
                    <a:pt x="1266555" y="147032"/>
                  </a:lnTo>
                  <a:lnTo>
                    <a:pt x="1264987" y="147332"/>
                  </a:lnTo>
                  <a:lnTo>
                    <a:pt x="1263566" y="148335"/>
                  </a:lnTo>
                  <a:lnTo>
                    <a:pt x="1262879" y="149337"/>
                  </a:lnTo>
                  <a:lnTo>
                    <a:pt x="1261507" y="152243"/>
                  </a:lnTo>
                  <a:lnTo>
                    <a:pt x="1259694" y="155000"/>
                  </a:lnTo>
                  <a:lnTo>
                    <a:pt x="1257831" y="159009"/>
                  </a:lnTo>
                  <a:lnTo>
                    <a:pt x="1257488" y="161464"/>
                  </a:lnTo>
                  <a:lnTo>
                    <a:pt x="1257978" y="166676"/>
                  </a:lnTo>
                  <a:lnTo>
                    <a:pt x="1257684" y="167578"/>
                  </a:lnTo>
                  <a:lnTo>
                    <a:pt x="1256802" y="168831"/>
                  </a:lnTo>
                  <a:lnTo>
                    <a:pt x="1255135" y="170334"/>
                  </a:lnTo>
                  <a:lnTo>
                    <a:pt x="1252930" y="173040"/>
                  </a:lnTo>
                  <a:lnTo>
                    <a:pt x="1251655" y="174093"/>
                  </a:lnTo>
                  <a:lnTo>
                    <a:pt x="1250136" y="174945"/>
                  </a:lnTo>
                  <a:lnTo>
                    <a:pt x="1247244" y="176047"/>
                  </a:lnTo>
                  <a:lnTo>
                    <a:pt x="1244940" y="177701"/>
                  </a:lnTo>
                  <a:lnTo>
                    <a:pt x="1242441" y="179806"/>
                  </a:lnTo>
                  <a:lnTo>
                    <a:pt x="1237147" y="183865"/>
                  </a:lnTo>
                  <a:lnTo>
                    <a:pt x="1235873" y="184617"/>
                  </a:lnTo>
                  <a:lnTo>
                    <a:pt x="1230531" y="186822"/>
                  </a:lnTo>
                  <a:lnTo>
                    <a:pt x="1225923" y="190129"/>
                  </a:lnTo>
                  <a:lnTo>
                    <a:pt x="1225090" y="191031"/>
                  </a:lnTo>
                  <a:lnTo>
                    <a:pt x="1223865" y="192986"/>
                  </a:lnTo>
                  <a:lnTo>
                    <a:pt x="1222884" y="197145"/>
                  </a:lnTo>
                  <a:lnTo>
                    <a:pt x="1221806" y="198749"/>
                  </a:lnTo>
                  <a:lnTo>
                    <a:pt x="1221169" y="199350"/>
                  </a:lnTo>
                  <a:lnTo>
                    <a:pt x="1219503" y="200302"/>
                  </a:lnTo>
                  <a:lnTo>
                    <a:pt x="1216709" y="201154"/>
                  </a:lnTo>
                  <a:lnTo>
                    <a:pt x="1215336" y="201956"/>
                  </a:lnTo>
                  <a:lnTo>
                    <a:pt x="1214062" y="203660"/>
                  </a:lnTo>
                  <a:lnTo>
                    <a:pt x="1212935" y="207318"/>
                  </a:lnTo>
                  <a:lnTo>
                    <a:pt x="1211807" y="209473"/>
                  </a:lnTo>
                  <a:lnTo>
                    <a:pt x="1208867" y="212780"/>
                  </a:lnTo>
                  <a:lnTo>
                    <a:pt x="1203916" y="216489"/>
                  </a:lnTo>
                  <a:lnTo>
                    <a:pt x="1202152" y="218443"/>
                  </a:lnTo>
                  <a:lnTo>
                    <a:pt x="1200877" y="221350"/>
                  </a:lnTo>
                  <a:lnTo>
                    <a:pt x="1200681" y="222552"/>
                  </a:lnTo>
                  <a:lnTo>
                    <a:pt x="1200828" y="223605"/>
                  </a:lnTo>
                  <a:lnTo>
                    <a:pt x="1201760" y="224858"/>
                  </a:lnTo>
                  <a:lnTo>
                    <a:pt x="1204946" y="226962"/>
                  </a:lnTo>
                  <a:lnTo>
                    <a:pt x="1206024" y="228165"/>
                  </a:lnTo>
                  <a:lnTo>
                    <a:pt x="1206563" y="229217"/>
                  </a:lnTo>
                  <a:lnTo>
                    <a:pt x="1206465" y="230671"/>
                  </a:lnTo>
                  <a:lnTo>
                    <a:pt x="1205632" y="231873"/>
                  </a:lnTo>
                  <a:lnTo>
                    <a:pt x="1200828" y="236885"/>
                  </a:lnTo>
                  <a:lnTo>
                    <a:pt x="1199946" y="238238"/>
                  </a:lnTo>
                  <a:lnTo>
                    <a:pt x="1195682" y="244853"/>
                  </a:lnTo>
                  <a:lnTo>
                    <a:pt x="1194653" y="247208"/>
                  </a:lnTo>
                  <a:lnTo>
                    <a:pt x="1194310" y="249413"/>
                  </a:lnTo>
                  <a:lnTo>
                    <a:pt x="1194212" y="252119"/>
                  </a:lnTo>
                  <a:lnTo>
                    <a:pt x="1193182" y="255978"/>
                  </a:lnTo>
                  <a:lnTo>
                    <a:pt x="1191859" y="258834"/>
                  </a:lnTo>
                  <a:lnTo>
                    <a:pt x="1189751" y="261841"/>
                  </a:lnTo>
                  <a:lnTo>
                    <a:pt x="1188722" y="264247"/>
                  </a:lnTo>
                  <a:lnTo>
                    <a:pt x="1187889" y="265199"/>
                  </a:lnTo>
                  <a:lnTo>
                    <a:pt x="1186958" y="265750"/>
                  </a:lnTo>
                  <a:lnTo>
                    <a:pt x="1186222" y="265900"/>
                  </a:lnTo>
                  <a:lnTo>
                    <a:pt x="1183723" y="265149"/>
                  </a:lnTo>
                  <a:lnTo>
                    <a:pt x="1182840" y="265249"/>
                  </a:lnTo>
                  <a:lnTo>
                    <a:pt x="1182301" y="265750"/>
                  </a:lnTo>
                  <a:lnTo>
                    <a:pt x="1181027" y="267855"/>
                  </a:lnTo>
                  <a:lnTo>
                    <a:pt x="1180145" y="268707"/>
                  </a:lnTo>
                  <a:lnTo>
                    <a:pt x="1177841" y="270060"/>
                  </a:lnTo>
                  <a:lnTo>
                    <a:pt x="1175635" y="270511"/>
                  </a:lnTo>
                  <a:lnTo>
                    <a:pt x="1174704" y="270962"/>
                  </a:lnTo>
                  <a:lnTo>
                    <a:pt x="1169411" y="275121"/>
                  </a:lnTo>
                  <a:lnTo>
                    <a:pt x="1165392" y="276875"/>
                  </a:lnTo>
                  <a:lnTo>
                    <a:pt x="1158236" y="277577"/>
                  </a:lnTo>
                  <a:lnTo>
                    <a:pt x="1156275" y="278128"/>
                  </a:lnTo>
                  <a:lnTo>
                    <a:pt x="1151423" y="280934"/>
                  </a:lnTo>
                  <a:lnTo>
                    <a:pt x="1149609" y="282688"/>
                  </a:lnTo>
                  <a:lnTo>
                    <a:pt x="1147208" y="286797"/>
                  </a:lnTo>
                  <a:lnTo>
                    <a:pt x="1144267" y="290506"/>
                  </a:lnTo>
                  <a:lnTo>
                    <a:pt x="1142502" y="291909"/>
                  </a:lnTo>
                  <a:lnTo>
                    <a:pt x="1139709" y="293412"/>
                  </a:lnTo>
                  <a:lnTo>
                    <a:pt x="1134121" y="294916"/>
                  </a:lnTo>
                  <a:lnTo>
                    <a:pt x="1133484" y="295016"/>
                  </a:lnTo>
                  <a:lnTo>
                    <a:pt x="1129808" y="295567"/>
                  </a:lnTo>
                  <a:lnTo>
                    <a:pt x="1121770" y="295668"/>
                  </a:lnTo>
                  <a:lnTo>
                    <a:pt x="1117506" y="296269"/>
                  </a:lnTo>
                  <a:lnTo>
                    <a:pt x="1114271" y="296970"/>
                  </a:lnTo>
                  <a:lnTo>
                    <a:pt x="1111575" y="297923"/>
                  </a:lnTo>
                  <a:lnTo>
                    <a:pt x="1106331" y="302583"/>
                  </a:lnTo>
                  <a:lnTo>
                    <a:pt x="1103635" y="306141"/>
                  </a:lnTo>
                  <a:lnTo>
                    <a:pt x="1102262" y="309599"/>
                  </a:lnTo>
                  <a:lnTo>
                    <a:pt x="1100400" y="312455"/>
                  </a:lnTo>
                  <a:lnTo>
                    <a:pt x="1098194" y="314660"/>
                  </a:lnTo>
                  <a:lnTo>
                    <a:pt x="1095842" y="316615"/>
                  </a:lnTo>
                  <a:lnTo>
                    <a:pt x="1092656" y="318770"/>
                  </a:lnTo>
                  <a:lnTo>
                    <a:pt x="1087950" y="323881"/>
                  </a:lnTo>
                  <a:lnTo>
                    <a:pt x="1086676" y="326186"/>
                  </a:lnTo>
                  <a:lnTo>
                    <a:pt x="1085108" y="330246"/>
                  </a:lnTo>
                  <a:lnTo>
                    <a:pt x="1078589" y="341571"/>
                  </a:lnTo>
                  <a:lnTo>
                    <a:pt x="1077168" y="345330"/>
                  </a:lnTo>
                  <a:lnTo>
                    <a:pt x="1073443" y="353649"/>
                  </a:lnTo>
                  <a:lnTo>
                    <a:pt x="1072658" y="355904"/>
                  </a:lnTo>
                  <a:lnTo>
                    <a:pt x="1072511" y="358058"/>
                  </a:lnTo>
                  <a:lnTo>
                    <a:pt x="1074325" y="368131"/>
                  </a:lnTo>
                  <a:lnTo>
                    <a:pt x="1076040" y="374746"/>
                  </a:lnTo>
                  <a:lnTo>
                    <a:pt x="1076236" y="376851"/>
                  </a:lnTo>
                  <a:lnTo>
                    <a:pt x="1076383" y="381862"/>
                  </a:lnTo>
                  <a:lnTo>
                    <a:pt x="1076040" y="383566"/>
                  </a:lnTo>
                  <a:lnTo>
                    <a:pt x="1075452" y="385019"/>
                  </a:lnTo>
                  <a:lnTo>
                    <a:pt x="1074129" y="387174"/>
                  </a:lnTo>
                  <a:lnTo>
                    <a:pt x="1071678" y="390281"/>
                  </a:lnTo>
                  <a:lnTo>
                    <a:pt x="1069472" y="391935"/>
                  </a:lnTo>
                  <a:lnTo>
                    <a:pt x="1063983" y="398500"/>
                  </a:lnTo>
                  <a:lnTo>
                    <a:pt x="1055013" y="400555"/>
                  </a:lnTo>
                  <a:lnTo>
                    <a:pt x="1042368" y="402409"/>
                  </a:lnTo>
                  <a:lnTo>
                    <a:pt x="1038055" y="404263"/>
                  </a:lnTo>
                  <a:lnTo>
                    <a:pt x="1036143" y="405115"/>
                  </a:lnTo>
                  <a:lnTo>
                    <a:pt x="1030850" y="406969"/>
                  </a:lnTo>
                  <a:lnTo>
                    <a:pt x="1026145" y="409625"/>
                  </a:lnTo>
                  <a:lnTo>
                    <a:pt x="1024576" y="411128"/>
                  </a:lnTo>
                  <a:lnTo>
                    <a:pt x="1020214" y="416140"/>
                  </a:lnTo>
                  <a:lnTo>
                    <a:pt x="1017175" y="419096"/>
                  </a:lnTo>
                  <a:lnTo>
                    <a:pt x="1015313" y="422404"/>
                  </a:lnTo>
                  <a:lnTo>
                    <a:pt x="1014528" y="424509"/>
                  </a:lnTo>
                  <a:lnTo>
                    <a:pt x="1013401" y="426613"/>
                  </a:lnTo>
                  <a:lnTo>
                    <a:pt x="1013156" y="428317"/>
                  </a:lnTo>
                  <a:lnTo>
                    <a:pt x="1011539" y="429169"/>
                  </a:lnTo>
                  <a:lnTo>
                    <a:pt x="1009676" y="431224"/>
                  </a:lnTo>
                  <a:lnTo>
                    <a:pt x="1008304" y="433529"/>
                  </a:lnTo>
                  <a:lnTo>
                    <a:pt x="1006882" y="436536"/>
                  </a:lnTo>
                  <a:lnTo>
                    <a:pt x="1006000" y="437789"/>
                  </a:lnTo>
                  <a:lnTo>
                    <a:pt x="1002667" y="439994"/>
                  </a:lnTo>
                  <a:lnTo>
                    <a:pt x="998844" y="441647"/>
                  </a:lnTo>
                  <a:lnTo>
                    <a:pt x="993845" y="442399"/>
                  </a:lnTo>
                  <a:lnTo>
                    <a:pt x="990267" y="443401"/>
                  </a:lnTo>
                  <a:lnTo>
                    <a:pt x="981101" y="447160"/>
                  </a:lnTo>
                  <a:lnTo>
                    <a:pt x="977817" y="447460"/>
                  </a:lnTo>
                  <a:lnTo>
                    <a:pt x="973847" y="447060"/>
                  </a:lnTo>
                  <a:lnTo>
                    <a:pt x="968358" y="446007"/>
                  </a:lnTo>
                  <a:lnTo>
                    <a:pt x="957036" y="445757"/>
                  </a:lnTo>
                  <a:lnTo>
                    <a:pt x="944880" y="446007"/>
                  </a:lnTo>
                  <a:lnTo>
                    <a:pt x="941596" y="445656"/>
                  </a:lnTo>
                  <a:lnTo>
                    <a:pt x="938263" y="444554"/>
                  </a:lnTo>
                  <a:lnTo>
                    <a:pt x="932529" y="441798"/>
                  </a:lnTo>
                  <a:lnTo>
                    <a:pt x="924932" y="438590"/>
                  </a:lnTo>
                  <a:lnTo>
                    <a:pt x="922187" y="437889"/>
                  </a:lnTo>
                  <a:lnTo>
                    <a:pt x="919883" y="437989"/>
                  </a:lnTo>
                  <a:lnTo>
                    <a:pt x="917727" y="438641"/>
                  </a:lnTo>
                  <a:lnTo>
                    <a:pt x="914394" y="440645"/>
                  </a:lnTo>
                  <a:lnTo>
                    <a:pt x="911159" y="441447"/>
                  </a:lnTo>
                  <a:lnTo>
                    <a:pt x="907924" y="443201"/>
                  </a:lnTo>
                  <a:lnTo>
                    <a:pt x="906356" y="443752"/>
                  </a:lnTo>
                  <a:lnTo>
                    <a:pt x="903072" y="444053"/>
                  </a:lnTo>
                  <a:lnTo>
                    <a:pt x="898759" y="443802"/>
                  </a:lnTo>
                  <a:lnTo>
                    <a:pt x="896749" y="442800"/>
                  </a:lnTo>
                  <a:lnTo>
                    <a:pt x="895573" y="441347"/>
                  </a:lnTo>
                  <a:lnTo>
                    <a:pt x="894396" y="438991"/>
                  </a:lnTo>
                  <a:lnTo>
                    <a:pt x="892632" y="433529"/>
                  </a:lnTo>
                  <a:lnTo>
                    <a:pt x="891162" y="430873"/>
                  </a:lnTo>
                  <a:lnTo>
                    <a:pt x="890377" y="430372"/>
                  </a:lnTo>
                  <a:lnTo>
                    <a:pt x="888760" y="429771"/>
                  </a:lnTo>
                  <a:lnTo>
                    <a:pt x="887584" y="429620"/>
                  </a:lnTo>
                  <a:lnTo>
                    <a:pt x="886652" y="429720"/>
                  </a:lnTo>
                  <a:lnTo>
                    <a:pt x="884937" y="430773"/>
                  </a:lnTo>
                  <a:lnTo>
                    <a:pt x="881653" y="433729"/>
                  </a:lnTo>
                  <a:lnTo>
                    <a:pt x="879692" y="434832"/>
                  </a:lnTo>
                  <a:lnTo>
                    <a:pt x="872684" y="437789"/>
                  </a:lnTo>
                  <a:lnTo>
                    <a:pt x="866851" y="439693"/>
                  </a:lnTo>
                  <a:lnTo>
                    <a:pt x="865184" y="441196"/>
                  </a:lnTo>
                  <a:lnTo>
                    <a:pt x="864008" y="443201"/>
                  </a:lnTo>
                  <a:lnTo>
                    <a:pt x="861803" y="448012"/>
                  </a:lnTo>
                  <a:lnTo>
                    <a:pt x="858176" y="452973"/>
                  </a:lnTo>
                  <a:lnTo>
                    <a:pt x="855970" y="457383"/>
                  </a:lnTo>
                  <a:lnTo>
                    <a:pt x="855137" y="459939"/>
                  </a:lnTo>
                  <a:lnTo>
                    <a:pt x="852882" y="463797"/>
                  </a:lnTo>
                  <a:lnTo>
                    <a:pt x="852196" y="465902"/>
                  </a:lnTo>
                  <a:lnTo>
                    <a:pt x="852196" y="468558"/>
                  </a:lnTo>
                  <a:lnTo>
                    <a:pt x="852049" y="470613"/>
                  </a:lnTo>
                  <a:lnTo>
                    <a:pt x="851363" y="473419"/>
                  </a:lnTo>
                  <a:lnTo>
                    <a:pt x="850775" y="474772"/>
                  </a:lnTo>
                  <a:lnTo>
                    <a:pt x="848814" y="477779"/>
                  </a:lnTo>
                  <a:lnTo>
                    <a:pt x="845481" y="481337"/>
                  </a:lnTo>
                  <a:lnTo>
                    <a:pt x="843913" y="482289"/>
                  </a:lnTo>
                  <a:lnTo>
                    <a:pt x="838521" y="483392"/>
                  </a:lnTo>
                  <a:lnTo>
                    <a:pt x="832002" y="483291"/>
                  </a:lnTo>
                  <a:lnTo>
                    <a:pt x="829111" y="483642"/>
                  </a:lnTo>
                  <a:lnTo>
                    <a:pt x="827444" y="484444"/>
                  </a:lnTo>
                  <a:lnTo>
                    <a:pt x="825091" y="485647"/>
                  </a:lnTo>
                  <a:lnTo>
                    <a:pt x="819308" y="490057"/>
                  </a:lnTo>
                  <a:lnTo>
                    <a:pt x="815975" y="491159"/>
                  </a:lnTo>
                  <a:lnTo>
                    <a:pt x="813475" y="491510"/>
                  </a:lnTo>
                  <a:lnTo>
                    <a:pt x="807643" y="491460"/>
                  </a:lnTo>
                  <a:lnTo>
                    <a:pt x="800928" y="491009"/>
                  </a:lnTo>
                  <a:lnTo>
                    <a:pt x="798722" y="491209"/>
                  </a:lnTo>
                  <a:lnTo>
                    <a:pt x="789900" y="495920"/>
                  </a:lnTo>
                  <a:lnTo>
                    <a:pt x="785783" y="498827"/>
                  </a:lnTo>
                  <a:lnTo>
                    <a:pt x="783724" y="499528"/>
                  </a:lnTo>
                  <a:lnTo>
                    <a:pt x="779656" y="499879"/>
                  </a:lnTo>
                  <a:lnTo>
                    <a:pt x="777107" y="499528"/>
                  </a:lnTo>
                  <a:lnTo>
                    <a:pt x="769118" y="499127"/>
                  </a:lnTo>
                  <a:lnTo>
                    <a:pt x="762795" y="497574"/>
                  </a:lnTo>
                  <a:lnTo>
                    <a:pt x="757012" y="496922"/>
                  </a:lnTo>
                  <a:lnTo>
                    <a:pt x="752944" y="495519"/>
                  </a:lnTo>
                  <a:lnTo>
                    <a:pt x="749268" y="495519"/>
                  </a:lnTo>
                  <a:lnTo>
                    <a:pt x="747209" y="496321"/>
                  </a:lnTo>
                  <a:lnTo>
                    <a:pt x="744023" y="498927"/>
                  </a:lnTo>
                  <a:lnTo>
                    <a:pt x="740935" y="500981"/>
                  </a:lnTo>
                  <a:lnTo>
                    <a:pt x="739465" y="501132"/>
                  </a:lnTo>
                  <a:lnTo>
                    <a:pt x="736230" y="500881"/>
                  </a:lnTo>
                  <a:lnTo>
                    <a:pt x="734564" y="501182"/>
                  </a:lnTo>
                  <a:lnTo>
                    <a:pt x="733093" y="501733"/>
                  </a:lnTo>
                  <a:lnTo>
                    <a:pt x="726624" y="505041"/>
                  </a:lnTo>
                  <a:lnTo>
                    <a:pt x="724467" y="506644"/>
                  </a:lnTo>
                  <a:lnTo>
                    <a:pt x="718095" y="512808"/>
                  </a:lnTo>
                  <a:lnTo>
                    <a:pt x="714027" y="515865"/>
                  </a:lnTo>
                  <a:lnTo>
                    <a:pt x="708734" y="519273"/>
                  </a:lnTo>
                  <a:lnTo>
                    <a:pt x="707116" y="521077"/>
                  </a:lnTo>
                  <a:lnTo>
                    <a:pt x="705744" y="523733"/>
                  </a:lnTo>
                  <a:lnTo>
                    <a:pt x="701137" y="527692"/>
                  </a:lnTo>
                  <a:lnTo>
                    <a:pt x="700254" y="528945"/>
                  </a:lnTo>
                  <a:lnTo>
                    <a:pt x="699176" y="531300"/>
                  </a:lnTo>
                  <a:lnTo>
                    <a:pt x="696970" y="534758"/>
                  </a:lnTo>
                  <a:lnTo>
                    <a:pt x="692902" y="540020"/>
                  </a:lnTo>
                  <a:lnTo>
                    <a:pt x="692755" y="540220"/>
                  </a:lnTo>
                  <a:lnTo>
                    <a:pt x="690746" y="543327"/>
                  </a:lnTo>
                  <a:lnTo>
                    <a:pt x="683443" y="550744"/>
                  </a:lnTo>
                  <a:lnTo>
                    <a:pt x="661779" y="566279"/>
                  </a:lnTo>
                  <a:lnTo>
                    <a:pt x="646879" y="574848"/>
                  </a:lnTo>
                  <a:lnTo>
                    <a:pt x="616098" y="586625"/>
                  </a:lnTo>
                  <a:lnTo>
                    <a:pt x="609187" y="588229"/>
                  </a:lnTo>
                  <a:lnTo>
                    <a:pt x="596297" y="591736"/>
                  </a:lnTo>
                  <a:lnTo>
                    <a:pt x="593062" y="593541"/>
                  </a:lnTo>
                  <a:lnTo>
                    <a:pt x="592768" y="594142"/>
                  </a:lnTo>
                  <a:lnTo>
                    <a:pt x="590856" y="598251"/>
                  </a:lnTo>
                  <a:lnTo>
                    <a:pt x="587768" y="604014"/>
                  </a:lnTo>
                  <a:lnTo>
                    <a:pt x="580269" y="611231"/>
                  </a:lnTo>
                  <a:lnTo>
                    <a:pt x="570124" y="622656"/>
                  </a:lnTo>
                  <a:lnTo>
                    <a:pt x="550420" y="639294"/>
                  </a:lnTo>
                  <a:lnTo>
                    <a:pt x="543362" y="649066"/>
                  </a:lnTo>
                  <a:lnTo>
                    <a:pt x="511651" y="693516"/>
                  </a:lnTo>
                  <a:lnTo>
                    <a:pt x="496456" y="714764"/>
                  </a:lnTo>
                  <a:lnTo>
                    <a:pt x="495280" y="718272"/>
                  </a:lnTo>
                  <a:lnTo>
                    <a:pt x="481164" y="732555"/>
                  </a:lnTo>
                  <a:lnTo>
                    <a:pt x="476116" y="738117"/>
                  </a:lnTo>
                  <a:lnTo>
                    <a:pt x="475724" y="736864"/>
                  </a:lnTo>
                  <a:lnTo>
                    <a:pt x="475283" y="734960"/>
                  </a:lnTo>
                  <a:lnTo>
                    <a:pt x="474449" y="733306"/>
                  </a:lnTo>
                  <a:lnTo>
                    <a:pt x="474302" y="733006"/>
                  </a:lnTo>
                  <a:lnTo>
                    <a:pt x="472930" y="731051"/>
                  </a:lnTo>
                  <a:lnTo>
                    <a:pt x="471754" y="730049"/>
                  </a:lnTo>
                  <a:lnTo>
                    <a:pt x="471509" y="729748"/>
                  </a:lnTo>
                  <a:lnTo>
                    <a:pt x="470577" y="728997"/>
                  </a:lnTo>
                  <a:lnTo>
                    <a:pt x="469793" y="728395"/>
                  </a:lnTo>
                  <a:lnTo>
                    <a:pt x="468960" y="726541"/>
                  </a:lnTo>
                  <a:lnTo>
                    <a:pt x="467195" y="725088"/>
                  </a:lnTo>
                  <a:lnTo>
                    <a:pt x="466803" y="724236"/>
                  </a:lnTo>
                  <a:lnTo>
                    <a:pt x="465088" y="722532"/>
                  </a:lnTo>
                  <a:lnTo>
                    <a:pt x="463372" y="720978"/>
                  </a:lnTo>
                  <a:lnTo>
                    <a:pt x="461608" y="718974"/>
                  </a:lnTo>
                  <a:lnTo>
                    <a:pt x="460285" y="717621"/>
                  </a:lnTo>
                  <a:lnTo>
                    <a:pt x="459451" y="716719"/>
                  </a:lnTo>
                  <a:lnTo>
                    <a:pt x="456658" y="714313"/>
                  </a:lnTo>
                  <a:lnTo>
                    <a:pt x="455824" y="714013"/>
                  </a:lnTo>
                  <a:lnTo>
                    <a:pt x="452540" y="711307"/>
                  </a:lnTo>
                  <a:lnTo>
                    <a:pt x="451756" y="711006"/>
                  </a:lnTo>
                  <a:lnTo>
                    <a:pt x="451119" y="710655"/>
                  </a:lnTo>
                  <a:lnTo>
                    <a:pt x="450874" y="710455"/>
                  </a:lnTo>
                  <a:lnTo>
                    <a:pt x="450237" y="709954"/>
                  </a:lnTo>
                  <a:lnTo>
                    <a:pt x="449796" y="709653"/>
                  </a:lnTo>
                  <a:lnTo>
                    <a:pt x="449306" y="709452"/>
                  </a:lnTo>
                  <a:lnTo>
                    <a:pt x="448815" y="709302"/>
                  </a:lnTo>
                  <a:lnTo>
                    <a:pt x="448423" y="709252"/>
                  </a:lnTo>
                  <a:lnTo>
                    <a:pt x="447982" y="709252"/>
                  </a:lnTo>
                  <a:lnTo>
                    <a:pt x="447443" y="709202"/>
                  </a:lnTo>
                  <a:lnTo>
                    <a:pt x="446904" y="709052"/>
                  </a:lnTo>
                  <a:lnTo>
                    <a:pt x="446610" y="708751"/>
                  </a:lnTo>
                  <a:lnTo>
                    <a:pt x="446316" y="708250"/>
                  </a:lnTo>
                  <a:lnTo>
                    <a:pt x="445875" y="707548"/>
                  </a:lnTo>
                  <a:lnTo>
                    <a:pt x="445286" y="706997"/>
                  </a:lnTo>
                  <a:lnTo>
                    <a:pt x="444894" y="706496"/>
                  </a:lnTo>
                  <a:lnTo>
                    <a:pt x="444845" y="706145"/>
                  </a:lnTo>
                  <a:lnTo>
                    <a:pt x="444747" y="705393"/>
                  </a:lnTo>
                  <a:lnTo>
                    <a:pt x="444404" y="704341"/>
                  </a:lnTo>
                  <a:lnTo>
                    <a:pt x="443963" y="703740"/>
                  </a:lnTo>
                  <a:lnTo>
                    <a:pt x="443179" y="702787"/>
                  </a:lnTo>
                  <a:lnTo>
                    <a:pt x="440924" y="700783"/>
                  </a:lnTo>
                  <a:lnTo>
                    <a:pt x="440581" y="700432"/>
                  </a:lnTo>
                  <a:lnTo>
                    <a:pt x="437934" y="698428"/>
                  </a:lnTo>
                  <a:lnTo>
                    <a:pt x="436415" y="697225"/>
                  </a:lnTo>
                  <a:lnTo>
                    <a:pt x="434209" y="695621"/>
                  </a:lnTo>
                  <a:lnTo>
                    <a:pt x="431857" y="694018"/>
                  </a:lnTo>
                  <a:lnTo>
                    <a:pt x="429161" y="692514"/>
                  </a:lnTo>
                  <a:lnTo>
                    <a:pt x="426220" y="690409"/>
                  </a:lnTo>
                  <a:lnTo>
                    <a:pt x="423574" y="687553"/>
                  </a:lnTo>
                  <a:lnTo>
                    <a:pt x="421662" y="684847"/>
                  </a:lnTo>
                  <a:lnTo>
                    <a:pt x="418966" y="682341"/>
                  </a:lnTo>
                  <a:lnTo>
                    <a:pt x="416369" y="680437"/>
                  </a:lnTo>
                  <a:lnTo>
                    <a:pt x="413918" y="679836"/>
                  </a:lnTo>
                  <a:lnTo>
                    <a:pt x="412055" y="678282"/>
                  </a:lnTo>
                  <a:lnTo>
                    <a:pt x="408968" y="676929"/>
                  </a:lnTo>
                  <a:lnTo>
                    <a:pt x="405488" y="674924"/>
                  </a:lnTo>
                  <a:lnTo>
                    <a:pt x="403429" y="672920"/>
                  </a:lnTo>
                  <a:lnTo>
                    <a:pt x="400782" y="671016"/>
                  </a:lnTo>
                  <a:lnTo>
                    <a:pt x="396714" y="667959"/>
                  </a:lnTo>
                  <a:lnTo>
                    <a:pt x="393969" y="666405"/>
                  </a:lnTo>
                  <a:lnTo>
                    <a:pt x="389362" y="664000"/>
                  </a:lnTo>
                  <a:lnTo>
                    <a:pt x="385882" y="660241"/>
                  </a:lnTo>
                  <a:lnTo>
                    <a:pt x="383775" y="658938"/>
                  </a:lnTo>
                  <a:lnTo>
                    <a:pt x="379952" y="658487"/>
                  </a:lnTo>
                  <a:lnTo>
                    <a:pt x="372256" y="655480"/>
                  </a:lnTo>
                  <a:lnTo>
                    <a:pt x="367061" y="653025"/>
                  </a:lnTo>
                  <a:lnTo>
                    <a:pt x="364267" y="651772"/>
                  </a:lnTo>
                  <a:lnTo>
                    <a:pt x="362209" y="650670"/>
                  </a:lnTo>
                  <a:lnTo>
                    <a:pt x="361228" y="650168"/>
                  </a:lnTo>
                  <a:lnTo>
                    <a:pt x="359121" y="649216"/>
                  </a:lnTo>
                  <a:lnTo>
                    <a:pt x="356425" y="647964"/>
                  </a:lnTo>
                  <a:lnTo>
                    <a:pt x="354416" y="647112"/>
                  </a:lnTo>
                  <a:lnTo>
                    <a:pt x="352651" y="646260"/>
                  </a:lnTo>
                  <a:lnTo>
                    <a:pt x="351916" y="645608"/>
                  </a:lnTo>
                  <a:lnTo>
                    <a:pt x="350740" y="645308"/>
                  </a:lnTo>
                  <a:lnTo>
                    <a:pt x="350347" y="644856"/>
                  </a:lnTo>
                  <a:lnTo>
                    <a:pt x="349269" y="644656"/>
                  </a:lnTo>
                  <a:lnTo>
                    <a:pt x="348093" y="644005"/>
                  </a:lnTo>
                  <a:lnTo>
                    <a:pt x="347603" y="643804"/>
                  </a:lnTo>
                  <a:lnTo>
                    <a:pt x="346671" y="642902"/>
                  </a:lnTo>
                  <a:lnTo>
                    <a:pt x="345299" y="641950"/>
                  </a:lnTo>
                  <a:lnTo>
                    <a:pt x="343976" y="641248"/>
                  </a:lnTo>
                  <a:lnTo>
                    <a:pt x="342015" y="640847"/>
                  </a:lnTo>
                  <a:lnTo>
                    <a:pt x="339270" y="640196"/>
                  </a:lnTo>
                  <a:lnTo>
                    <a:pt x="338339" y="639996"/>
                  </a:lnTo>
                  <a:lnTo>
                    <a:pt x="335888" y="639194"/>
                  </a:lnTo>
                  <a:lnTo>
                    <a:pt x="334369" y="638342"/>
                  </a:lnTo>
                  <a:lnTo>
                    <a:pt x="332556" y="637740"/>
                  </a:lnTo>
                  <a:lnTo>
                    <a:pt x="331036" y="637289"/>
                  </a:lnTo>
                  <a:lnTo>
                    <a:pt x="329664" y="636788"/>
                  </a:lnTo>
                  <a:lnTo>
                    <a:pt x="329223" y="636237"/>
                  </a:lnTo>
                  <a:lnTo>
                    <a:pt x="328635" y="635836"/>
                  </a:lnTo>
                  <a:lnTo>
                    <a:pt x="327703" y="635786"/>
                  </a:lnTo>
                  <a:lnTo>
                    <a:pt x="327066" y="635135"/>
                  </a:lnTo>
                  <a:lnTo>
                    <a:pt x="326282" y="635185"/>
                  </a:lnTo>
                  <a:lnTo>
                    <a:pt x="325449" y="634633"/>
                  </a:lnTo>
                  <a:lnTo>
                    <a:pt x="324860" y="634283"/>
                  </a:lnTo>
                  <a:lnTo>
                    <a:pt x="324223" y="634232"/>
                  </a:lnTo>
                  <a:lnTo>
                    <a:pt x="323684" y="634032"/>
                  </a:lnTo>
                  <a:lnTo>
                    <a:pt x="323292" y="633481"/>
                  </a:lnTo>
                  <a:lnTo>
                    <a:pt x="322508" y="633330"/>
                  </a:lnTo>
                  <a:lnTo>
                    <a:pt x="321528" y="632629"/>
                  </a:lnTo>
                  <a:lnTo>
                    <a:pt x="320743" y="632529"/>
                  </a:lnTo>
                  <a:lnTo>
                    <a:pt x="320008" y="632178"/>
                  </a:lnTo>
                  <a:lnTo>
                    <a:pt x="319616" y="631677"/>
                  </a:lnTo>
                  <a:lnTo>
                    <a:pt x="318979" y="631476"/>
                  </a:lnTo>
                  <a:lnTo>
                    <a:pt x="318342" y="631376"/>
                  </a:lnTo>
                  <a:lnTo>
                    <a:pt x="317950" y="631075"/>
                  </a:lnTo>
                  <a:lnTo>
                    <a:pt x="316920" y="630775"/>
                  </a:lnTo>
                  <a:lnTo>
                    <a:pt x="315695" y="629923"/>
                  </a:lnTo>
                  <a:lnTo>
                    <a:pt x="315254" y="629823"/>
                  </a:lnTo>
                  <a:lnTo>
                    <a:pt x="314617" y="629271"/>
                  </a:lnTo>
                  <a:lnTo>
                    <a:pt x="314225" y="629271"/>
                  </a:lnTo>
                  <a:lnTo>
                    <a:pt x="313391" y="629121"/>
                  </a:lnTo>
                  <a:lnTo>
                    <a:pt x="312803" y="628770"/>
                  </a:lnTo>
                  <a:lnTo>
                    <a:pt x="312215" y="628720"/>
                  </a:lnTo>
                  <a:lnTo>
                    <a:pt x="311676" y="628319"/>
                  </a:lnTo>
                  <a:lnTo>
                    <a:pt x="311284" y="627918"/>
                  </a:lnTo>
                  <a:lnTo>
                    <a:pt x="310303" y="627718"/>
                  </a:lnTo>
                  <a:lnTo>
                    <a:pt x="309862" y="627417"/>
                  </a:lnTo>
                  <a:lnTo>
                    <a:pt x="309715" y="627167"/>
                  </a:lnTo>
                  <a:lnTo>
                    <a:pt x="309372" y="627016"/>
                  </a:lnTo>
                  <a:lnTo>
                    <a:pt x="308931" y="627066"/>
                  </a:lnTo>
                  <a:lnTo>
                    <a:pt x="308049" y="626415"/>
                  </a:lnTo>
                  <a:lnTo>
                    <a:pt x="307412" y="626264"/>
                  </a:lnTo>
                  <a:lnTo>
                    <a:pt x="306873" y="626214"/>
                  </a:lnTo>
                  <a:lnTo>
                    <a:pt x="306431" y="626014"/>
                  </a:lnTo>
                  <a:lnTo>
                    <a:pt x="306284" y="625613"/>
                  </a:lnTo>
                  <a:lnTo>
                    <a:pt x="305696" y="625362"/>
                  </a:lnTo>
                  <a:lnTo>
                    <a:pt x="304618" y="625262"/>
                  </a:lnTo>
                  <a:lnTo>
                    <a:pt x="303736" y="624460"/>
                  </a:lnTo>
                  <a:lnTo>
                    <a:pt x="303099" y="624310"/>
                  </a:lnTo>
                  <a:lnTo>
                    <a:pt x="302412" y="624310"/>
                  </a:lnTo>
                  <a:lnTo>
                    <a:pt x="301873" y="624160"/>
                  </a:lnTo>
                  <a:lnTo>
                    <a:pt x="301285" y="623458"/>
                  </a:lnTo>
                  <a:lnTo>
                    <a:pt x="300207" y="623308"/>
                  </a:lnTo>
                  <a:lnTo>
                    <a:pt x="299472" y="622706"/>
                  </a:lnTo>
                  <a:lnTo>
                    <a:pt x="298932" y="622255"/>
                  </a:lnTo>
                  <a:lnTo>
                    <a:pt x="298344" y="622155"/>
                  </a:lnTo>
                  <a:lnTo>
                    <a:pt x="297854" y="621855"/>
                  </a:lnTo>
                  <a:lnTo>
                    <a:pt x="297119" y="621153"/>
                  </a:lnTo>
                  <a:lnTo>
                    <a:pt x="296727" y="621003"/>
                  </a:lnTo>
                  <a:lnTo>
                    <a:pt x="295648" y="621003"/>
                  </a:lnTo>
                  <a:lnTo>
                    <a:pt x="295060" y="620552"/>
                  </a:lnTo>
                  <a:lnTo>
                    <a:pt x="294570" y="620251"/>
                  </a:lnTo>
                  <a:lnTo>
                    <a:pt x="293590" y="619950"/>
                  </a:lnTo>
                  <a:lnTo>
                    <a:pt x="292855" y="619148"/>
                  </a:lnTo>
                  <a:lnTo>
                    <a:pt x="292316" y="619098"/>
                  </a:lnTo>
                  <a:lnTo>
                    <a:pt x="291580" y="618447"/>
                  </a:lnTo>
                  <a:lnTo>
                    <a:pt x="290404" y="618296"/>
                  </a:lnTo>
                  <a:lnTo>
                    <a:pt x="289865" y="618096"/>
                  </a:lnTo>
                  <a:lnTo>
                    <a:pt x="289571" y="617745"/>
                  </a:lnTo>
                  <a:lnTo>
                    <a:pt x="288738" y="617745"/>
                  </a:lnTo>
                  <a:lnTo>
                    <a:pt x="288051" y="617094"/>
                  </a:lnTo>
                  <a:lnTo>
                    <a:pt x="287218" y="617044"/>
                  </a:lnTo>
                  <a:lnTo>
                    <a:pt x="286679" y="616743"/>
                  </a:lnTo>
                  <a:lnTo>
                    <a:pt x="286336" y="616292"/>
                  </a:lnTo>
                  <a:lnTo>
                    <a:pt x="285895" y="615991"/>
                  </a:lnTo>
                  <a:lnTo>
                    <a:pt x="284767" y="615741"/>
                  </a:lnTo>
                  <a:lnTo>
                    <a:pt x="284228" y="615440"/>
                  </a:lnTo>
                  <a:lnTo>
                    <a:pt x="283983" y="615089"/>
                  </a:lnTo>
                  <a:lnTo>
                    <a:pt x="283493" y="614989"/>
                  </a:lnTo>
                  <a:lnTo>
                    <a:pt x="283199" y="615089"/>
                  </a:lnTo>
                  <a:lnTo>
                    <a:pt x="282709" y="614939"/>
                  </a:lnTo>
                  <a:lnTo>
                    <a:pt x="281925" y="614388"/>
                  </a:lnTo>
                  <a:lnTo>
                    <a:pt x="281239" y="614087"/>
                  </a:lnTo>
                  <a:lnTo>
                    <a:pt x="280748" y="614037"/>
                  </a:lnTo>
                  <a:lnTo>
                    <a:pt x="279915" y="613836"/>
                  </a:lnTo>
                  <a:lnTo>
                    <a:pt x="279523" y="613536"/>
                  </a:lnTo>
                  <a:lnTo>
                    <a:pt x="279180" y="612934"/>
                  </a:lnTo>
                  <a:lnTo>
                    <a:pt x="278445" y="612784"/>
                  </a:lnTo>
                  <a:lnTo>
                    <a:pt x="278004" y="612734"/>
                  </a:lnTo>
                  <a:lnTo>
                    <a:pt x="277317" y="612283"/>
                  </a:lnTo>
                  <a:lnTo>
                    <a:pt x="275700" y="612082"/>
                  </a:lnTo>
                  <a:lnTo>
                    <a:pt x="275210" y="611531"/>
                  </a:lnTo>
                  <a:lnTo>
                    <a:pt x="274720" y="611030"/>
                  </a:lnTo>
                  <a:lnTo>
                    <a:pt x="274083" y="610980"/>
                  </a:lnTo>
                  <a:lnTo>
                    <a:pt x="273936" y="610679"/>
                  </a:lnTo>
                  <a:lnTo>
                    <a:pt x="272612" y="610128"/>
                  </a:lnTo>
                  <a:lnTo>
                    <a:pt x="271779" y="610228"/>
                  </a:lnTo>
                  <a:lnTo>
                    <a:pt x="271093" y="609627"/>
                  </a:lnTo>
                  <a:lnTo>
                    <a:pt x="270750" y="609627"/>
                  </a:lnTo>
                  <a:lnTo>
                    <a:pt x="270014" y="609326"/>
                  </a:lnTo>
                  <a:lnTo>
                    <a:pt x="269426" y="609376"/>
                  </a:lnTo>
                  <a:lnTo>
                    <a:pt x="268103" y="608775"/>
                  </a:lnTo>
                  <a:lnTo>
                    <a:pt x="267025" y="608625"/>
                  </a:lnTo>
                  <a:lnTo>
                    <a:pt x="266044" y="608023"/>
                  </a:lnTo>
                  <a:lnTo>
                    <a:pt x="265162" y="607973"/>
                  </a:lnTo>
                  <a:lnTo>
                    <a:pt x="264574" y="607823"/>
                  </a:lnTo>
                  <a:lnTo>
                    <a:pt x="263888" y="607221"/>
                  </a:lnTo>
                  <a:lnTo>
                    <a:pt x="263398" y="607221"/>
                  </a:lnTo>
                  <a:lnTo>
                    <a:pt x="262662" y="606871"/>
                  </a:lnTo>
                  <a:lnTo>
                    <a:pt x="261829" y="606770"/>
                  </a:lnTo>
                  <a:lnTo>
                    <a:pt x="261192" y="606420"/>
                  </a:lnTo>
                  <a:lnTo>
                    <a:pt x="260751" y="606319"/>
                  </a:lnTo>
                  <a:lnTo>
                    <a:pt x="259820" y="605818"/>
                  </a:lnTo>
                  <a:lnTo>
                    <a:pt x="258888" y="605417"/>
                  </a:lnTo>
                  <a:lnTo>
                    <a:pt x="258153" y="605217"/>
                  </a:lnTo>
                  <a:lnTo>
                    <a:pt x="257663" y="605417"/>
                  </a:lnTo>
                  <a:lnTo>
                    <a:pt x="257173" y="605367"/>
                  </a:lnTo>
                  <a:lnTo>
                    <a:pt x="256830" y="604966"/>
                  </a:lnTo>
                  <a:lnTo>
                    <a:pt x="256389" y="604766"/>
                  </a:lnTo>
                  <a:lnTo>
                    <a:pt x="255555" y="604716"/>
                  </a:lnTo>
                  <a:lnTo>
                    <a:pt x="255212" y="604365"/>
                  </a:lnTo>
                  <a:lnTo>
                    <a:pt x="255065" y="603964"/>
                  </a:lnTo>
                  <a:lnTo>
                    <a:pt x="254428" y="603764"/>
                  </a:lnTo>
                  <a:lnTo>
                    <a:pt x="254036" y="603663"/>
                  </a:lnTo>
                  <a:lnTo>
                    <a:pt x="253693" y="603764"/>
                  </a:lnTo>
                  <a:lnTo>
                    <a:pt x="253056" y="603764"/>
                  </a:lnTo>
                  <a:lnTo>
                    <a:pt x="252272" y="603012"/>
                  </a:lnTo>
                  <a:lnTo>
                    <a:pt x="251389" y="602811"/>
                  </a:lnTo>
                  <a:lnTo>
                    <a:pt x="250948" y="602310"/>
                  </a:lnTo>
                  <a:lnTo>
                    <a:pt x="250409" y="602110"/>
                  </a:lnTo>
                  <a:lnTo>
                    <a:pt x="249919" y="601809"/>
                  </a:lnTo>
                  <a:lnTo>
                    <a:pt x="249576" y="601458"/>
                  </a:lnTo>
                  <a:lnTo>
                    <a:pt x="249233" y="601258"/>
                  </a:lnTo>
                  <a:lnTo>
                    <a:pt x="248792" y="601358"/>
                  </a:lnTo>
                  <a:lnTo>
                    <a:pt x="248154" y="601058"/>
                  </a:lnTo>
                  <a:lnTo>
                    <a:pt x="245949" y="599955"/>
                  </a:lnTo>
                  <a:lnTo>
                    <a:pt x="244282" y="599103"/>
                  </a:lnTo>
                  <a:lnTo>
                    <a:pt x="240704" y="596898"/>
                  </a:lnTo>
                  <a:lnTo>
                    <a:pt x="239969" y="596397"/>
                  </a:lnTo>
                  <a:lnTo>
                    <a:pt x="239234" y="595796"/>
                  </a:lnTo>
                  <a:lnTo>
                    <a:pt x="238058" y="595244"/>
                  </a:lnTo>
                  <a:lnTo>
                    <a:pt x="237175" y="594543"/>
                  </a:lnTo>
                  <a:lnTo>
                    <a:pt x="235852" y="593641"/>
                  </a:lnTo>
                  <a:lnTo>
                    <a:pt x="235019" y="593090"/>
                  </a:lnTo>
                  <a:lnTo>
                    <a:pt x="233499" y="591586"/>
                  </a:lnTo>
                  <a:lnTo>
                    <a:pt x="233009" y="591436"/>
                  </a:lnTo>
                  <a:lnTo>
                    <a:pt x="232176" y="590784"/>
                  </a:lnTo>
                  <a:lnTo>
                    <a:pt x="231245" y="590183"/>
                  </a:lnTo>
                  <a:lnTo>
                    <a:pt x="230461" y="589832"/>
                  </a:lnTo>
                  <a:lnTo>
                    <a:pt x="230118" y="589381"/>
                  </a:lnTo>
                  <a:lnTo>
                    <a:pt x="229284" y="588880"/>
                  </a:lnTo>
                  <a:lnTo>
                    <a:pt x="228647" y="588329"/>
                  </a:lnTo>
                  <a:lnTo>
                    <a:pt x="228206" y="587978"/>
                  </a:lnTo>
                  <a:lnTo>
                    <a:pt x="227520" y="587627"/>
                  </a:lnTo>
                  <a:lnTo>
                    <a:pt x="226540" y="586875"/>
                  </a:lnTo>
                  <a:lnTo>
                    <a:pt x="225657" y="586324"/>
                  </a:lnTo>
                  <a:lnTo>
                    <a:pt x="225216" y="586124"/>
                  </a:lnTo>
                  <a:lnTo>
                    <a:pt x="224236" y="585422"/>
                  </a:lnTo>
                  <a:lnTo>
                    <a:pt x="223844" y="585272"/>
                  </a:lnTo>
                  <a:lnTo>
                    <a:pt x="223746" y="584871"/>
                  </a:lnTo>
                  <a:lnTo>
                    <a:pt x="223011" y="584420"/>
                  </a:lnTo>
                  <a:lnTo>
                    <a:pt x="221687" y="583668"/>
                  </a:lnTo>
                  <a:lnTo>
                    <a:pt x="221148" y="583368"/>
                  </a:lnTo>
                  <a:lnTo>
                    <a:pt x="220364" y="582766"/>
                  </a:lnTo>
                  <a:lnTo>
                    <a:pt x="219874" y="582466"/>
                  </a:lnTo>
                  <a:lnTo>
                    <a:pt x="219580" y="582065"/>
                  </a:lnTo>
                  <a:lnTo>
                    <a:pt x="219237" y="581714"/>
                  </a:lnTo>
                  <a:lnTo>
                    <a:pt x="218844" y="581313"/>
                  </a:lnTo>
                  <a:lnTo>
                    <a:pt x="218354" y="580712"/>
                  </a:lnTo>
                  <a:lnTo>
                    <a:pt x="218060" y="580210"/>
                  </a:lnTo>
                  <a:lnTo>
                    <a:pt x="217521" y="579609"/>
                  </a:lnTo>
                  <a:lnTo>
                    <a:pt x="217325" y="579308"/>
                  </a:lnTo>
                  <a:lnTo>
                    <a:pt x="216345" y="578657"/>
                  </a:lnTo>
                  <a:lnTo>
                    <a:pt x="215659" y="578056"/>
                  </a:lnTo>
                  <a:lnTo>
                    <a:pt x="214580" y="576953"/>
                  </a:lnTo>
                  <a:lnTo>
                    <a:pt x="213796" y="576302"/>
                  </a:lnTo>
                  <a:lnTo>
                    <a:pt x="213012" y="575400"/>
                  </a:lnTo>
                  <a:lnTo>
                    <a:pt x="212326" y="574698"/>
                  </a:lnTo>
                  <a:lnTo>
                    <a:pt x="212032" y="574397"/>
                  </a:lnTo>
                  <a:lnTo>
                    <a:pt x="209483" y="573445"/>
                  </a:lnTo>
                  <a:lnTo>
                    <a:pt x="207571" y="571140"/>
                  </a:lnTo>
                  <a:lnTo>
                    <a:pt x="206689" y="570438"/>
                  </a:lnTo>
                  <a:lnTo>
                    <a:pt x="205660" y="569186"/>
                  </a:lnTo>
                  <a:lnTo>
                    <a:pt x="204385" y="567632"/>
                  </a:lnTo>
                  <a:lnTo>
                    <a:pt x="202964" y="566530"/>
                  </a:lnTo>
                  <a:lnTo>
                    <a:pt x="201543" y="564525"/>
                  </a:lnTo>
                  <a:lnTo>
                    <a:pt x="201004" y="563422"/>
                  </a:lnTo>
                  <a:lnTo>
                    <a:pt x="199533" y="561919"/>
                  </a:lnTo>
                  <a:lnTo>
                    <a:pt x="198553" y="561218"/>
                  </a:lnTo>
                  <a:lnTo>
                    <a:pt x="197181" y="559965"/>
                  </a:lnTo>
                  <a:lnTo>
                    <a:pt x="195710" y="559013"/>
                  </a:lnTo>
                  <a:lnTo>
                    <a:pt x="195024" y="558261"/>
                  </a:lnTo>
                  <a:lnTo>
                    <a:pt x="194142" y="557860"/>
                  </a:lnTo>
                  <a:lnTo>
                    <a:pt x="192181" y="556056"/>
                  </a:lnTo>
                  <a:lnTo>
                    <a:pt x="190368" y="554853"/>
                  </a:lnTo>
                  <a:lnTo>
                    <a:pt x="187966" y="552899"/>
                  </a:lnTo>
                  <a:lnTo>
                    <a:pt x="186103" y="552097"/>
                  </a:lnTo>
                  <a:lnTo>
                    <a:pt x="185564" y="551095"/>
                  </a:lnTo>
                  <a:lnTo>
                    <a:pt x="185466" y="549641"/>
                  </a:lnTo>
                  <a:lnTo>
                    <a:pt x="184633" y="548739"/>
                  </a:lnTo>
                  <a:lnTo>
                    <a:pt x="183996" y="547286"/>
                  </a:lnTo>
                  <a:lnTo>
                    <a:pt x="182722" y="547086"/>
                  </a:lnTo>
                  <a:lnTo>
                    <a:pt x="181888" y="546935"/>
                  </a:lnTo>
                  <a:lnTo>
                    <a:pt x="180761" y="545983"/>
                  </a:lnTo>
                  <a:lnTo>
                    <a:pt x="179291" y="545332"/>
                  </a:lnTo>
                  <a:lnTo>
                    <a:pt x="178310" y="545131"/>
                  </a:lnTo>
                  <a:lnTo>
                    <a:pt x="177722" y="544730"/>
                  </a:lnTo>
                  <a:lnTo>
                    <a:pt x="176644" y="543578"/>
                  </a:lnTo>
                  <a:lnTo>
                    <a:pt x="175321" y="542174"/>
                  </a:lnTo>
                  <a:lnTo>
                    <a:pt x="173703" y="541423"/>
                  </a:lnTo>
                  <a:lnTo>
                    <a:pt x="172576" y="540070"/>
                  </a:lnTo>
                  <a:lnTo>
                    <a:pt x="170468" y="538967"/>
                  </a:lnTo>
                  <a:lnTo>
                    <a:pt x="168753" y="538616"/>
                  </a:lnTo>
                  <a:lnTo>
                    <a:pt x="167478" y="537414"/>
                  </a:lnTo>
                  <a:lnTo>
                    <a:pt x="165714" y="535259"/>
                  </a:lnTo>
                  <a:lnTo>
                    <a:pt x="164832" y="534357"/>
                  </a:lnTo>
                  <a:lnTo>
                    <a:pt x="163116" y="533204"/>
                  </a:lnTo>
                  <a:lnTo>
                    <a:pt x="162087" y="532302"/>
                  </a:lnTo>
                  <a:lnTo>
                    <a:pt x="160862" y="532002"/>
                  </a:lnTo>
                  <a:lnTo>
                    <a:pt x="159685" y="531400"/>
                  </a:lnTo>
                  <a:lnTo>
                    <a:pt x="158264" y="530548"/>
                  </a:lnTo>
                  <a:lnTo>
                    <a:pt x="157284" y="529195"/>
                  </a:lnTo>
                  <a:lnTo>
                    <a:pt x="156303" y="528544"/>
                  </a:lnTo>
                  <a:lnTo>
                    <a:pt x="154147" y="526740"/>
                  </a:lnTo>
                  <a:lnTo>
                    <a:pt x="152480" y="526088"/>
                  </a:lnTo>
                  <a:lnTo>
                    <a:pt x="151157" y="524785"/>
                  </a:lnTo>
                  <a:lnTo>
                    <a:pt x="150030" y="524034"/>
                  </a:lnTo>
                  <a:lnTo>
                    <a:pt x="149294" y="523783"/>
                  </a:lnTo>
                  <a:lnTo>
                    <a:pt x="148265" y="523432"/>
                  </a:lnTo>
                  <a:lnTo>
                    <a:pt x="147187" y="522781"/>
                  </a:lnTo>
                  <a:lnTo>
                    <a:pt x="146550" y="521879"/>
                  </a:lnTo>
                  <a:lnTo>
                    <a:pt x="146010" y="521678"/>
                  </a:lnTo>
                  <a:lnTo>
                    <a:pt x="145373" y="521077"/>
                  </a:lnTo>
                  <a:lnTo>
                    <a:pt x="144589" y="520726"/>
                  </a:lnTo>
                  <a:lnTo>
                    <a:pt x="144001" y="520526"/>
                  </a:lnTo>
                  <a:lnTo>
                    <a:pt x="143119" y="519824"/>
                  </a:lnTo>
                  <a:lnTo>
                    <a:pt x="142482" y="519674"/>
                  </a:lnTo>
                  <a:lnTo>
                    <a:pt x="141550" y="518772"/>
                  </a:lnTo>
                  <a:lnTo>
                    <a:pt x="139933" y="517619"/>
                  </a:lnTo>
                  <a:lnTo>
                    <a:pt x="138953" y="516567"/>
                  </a:lnTo>
                  <a:lnTo>
                    <a:pt x="137727" y="515314"/>
                  </a:lnTo>
                  <a:lnTo>
                    <a:pt x="136600" y="514462"/>
                  </a:lnTo>
                  <a:lnTo>
                    <a:pt x="135816" y="514111"/>
                  </a:lnTo>
                  <a:lnTo>
                    <a:pt x="134835" y="513610"/>
                  </a:lnTo>
                  <a:lnTo>
                    <a:pt x="133904" y="512858"/>
                  </a:lnTo>
                  <a:lnTo>
                    <a:pt x="132777" y="511956"/>
                  </a:lnTo>
                  <a:lnTo>
                    <a:pt x="131797" y="510854"/>
                  </a:lnTo>
                  <a:lnTo>
                    <a:pt x="130963" y="510353"/>
                  </a:lnTo>
                  <a:lnTo>
                    <a:pt x="129885" y="510002"/>
                  </a:lnTo>
                  <a:lnTo>
                    <a:pt x="128562" y="509200"/>
                  </a:lnTo>
                  <a:lnTo>
                    <a:pt x="127777" y="508699"/>
                  </a:lnTo>
                  <a:lnTo>
                    <a:pt x="126503" y="507897"/>
                  </a:lnTo>
                  <a:lnTo>
                    <a:pt x="125523" y="507346"/>
                  </a:lnTo>
                  <a:lnTo>
                    <a:pt x="124052" y="506193"/>
                  </a:lnTo>
                  <a:lnTo>
                    <a:pt x="123121" y="505391"/>
                  </a:lnTo>
                  <a:lnTo>
                    <a:pt x="121994" y="504640"/>
                  </a:lnTo>
                  <a:lnTo>
                    <a:pt x="120524" y="504389"/>
                  </a:lnTo>
                  <a:lnTo>
                    <a:pt x="119543" y="503287"/>
                  </a:lnTo>
                  <a:lnTo>
                    <a:pt x="118563" y="502134"/>
                  </a:lnTo>
                  <a:lnTo>
                    <a:pt x="116651" y="501282"/>
                  </a:lnTo>
                  <a:lnTo>
                    <a:pt x="115426" y="500330"/>
                  </a:lnTo>
                  <a:lnTo>
                    <a:pt x="114691" y="499227"/>
                  </a:lnTo>
                  <a:lnTo>
                    <a:pt x="113319" y="498075"/>
                  </a:lnTo>
                  <a:lnTo>
                    <a:pt x="112436" y="497073"/>
                  </a:lnTo>
                  <a:lnTo>
                    <a:pt x="111358" y="496020"/>
                  </a:lnTo>
                  <a:lnTo>
                    <a:pt x="110084" y="495218"/>
                  </a:lnTo>
                  <a:lnTo>
                    <a:pt x="108809" y="494567"/>
                  </a:lnTo>
                  <a:lnTo>
                    <a:pt x="106751" y="493865"/>
                  </a:lnTo>
                  <a:lnTo>
                    <a:pt x="105721" y="492913"/>
                  </a:lnTo>
                  <a:lnTo>
                    <a:pt x="105231" y="491660"/>
                  </a:lnTo>
                  <a:lnTo>
                    <a:pt x="104153" y="490758"/>
                  </a:lnTo>
                  <a:lnTo>
                    <a:pt x="102340" y="489455"/>
                  </a:lnTo>
                  <a:lnTo>
                    <a:pt x="101555" y="488603"/>
                  </a:lnTo>
                  <a:lnTo>
                    <a:pt x="100624" y="487451"/>
                  </a:lnTo>
                  <a:lnTo>
                    <a:pt x="99742" y="486499"/>
                  </a:lnTo>
                  <a:lnTo>
                    <a:pt x="99203" y="486198"/>
                  </a:lnTo>
                  <a:lnTo>
                    <a:pt x="98173" y="485647"/>
                  </a:lnTo>
                  <a:lnTo>
                    <a:pt x="97340" y="485196"/>
                  </a:lnTo>
                  <a:lnTo>
                    <a:pt x="96311" y="484344"/>
                  </a:lnTo>
                  <a:lnTo>
                    <a:pt x="93860" y="483392"/>
                  </a:lnTo>
                  <a:lnTo>
                    <a:pt x="92096" y="482089"/>
                  </a:lnTo>
                  <a:lnTo>
                    <a:pt x="90919" y="481237"/>
                  </a:lnTo>
                  <a:lnTo>
                    <a:pt x="89939" y="480285"/>
                  </a:lnTo>
                  <a:lnTo>
                    <a:pt x="88175" y="479282"/>
                  </a:lnTo>
                  <a:lnTo>
                    <a:pt x="86606" y="478130"/>
                  </a:lnTo>
                  <a:lnTo>
                    <a:pt x="85283" y="477178"/>
                  </a:lnTo>
                  <a:lnTo>
                    <a:pt x="83861" y="475975"/>
                  </a:lnTo>
                  <a:lnTo>
                    <a:pt x="82440" y="474973"/>
                  </a:lnTo>
                  <a:lnTo>
                    <a:pt x="81460" y="474672"/>
                  </a:lnTo>
                  <a:lnTo>
                    <a:pt x="80038" y="473670"/>
                  </a:lnTo>
                  <a:lnTo>
                    <a:pt x="78617" y="472016"/>
                  </a:lnTo>
                  <a:lnTo>
                    <a:pt x="77245" y="471615"/>
                  </a:lnTo>
                  <a:lnTo>
                    <a:pt x="75529" y="470763"/>
                  </a:lnTo>
                  <a:lnTo>
                    <a:pt x="74108" y="470112"/>
                  </a:lnTo>
                  <a:lnTo>
                    <a:pt x="72833" y="468458"/>
                  </a:lnTo>
                  <a:lnTo>
                    <a:pt x="70383" y="466955"/>
                  </a:lnTo>
                  <a:lnTo>
                    <a:pt x="67687" y="464850"/>
                  </a:lnTo>
                  <a:lnTo>
                    <a:pt x="66707" y="463697"/>
                  </a:lnTo>
                  <a:lnTo>
                    <a:pt x="65579" y="462895"/>
                  </a:lnTo>
                  <a:lnTo>
                    <a:pt x="64403" y="462043"/>
                  </a:lnTo>
                  <a:lnTo>
                    <a:pt x="63276" y="461041"/>
                  </a:lnTo>
                  <a:lnTo>
                    <a:pt x="61560" y="459438"/>
                  </a:lnTo>
                  <a:lnTo>
                    <a:pt x="59992" y="458886"/>
                  </a:lnTo>
                  <a:lnTo>
                    <a:pt x="58963" y="457633"/>
                  </a:lnTo>
                  <a:lnTo>
                    <a:pt x="57100" y="456581"/>
                  </a:lnTo>
                  <a:lnTo>
                    <a:pt x="55287" y="455479"/>
                  </a:lnTo>
                  <a:lnTo>
                    <a:pt x="53865" y="454176"/>
                  </a:lnTo>
                  <a:lnTo>
                    <a:pt x="52836" y="453524"/>
                  </a:lnTo>
                  <a:lnTo>
                    <a:pt x="51464" y="453374"/>
                  </a:lnTo>
                  <a:lnTo>
                    <a:pt x="50483" y="452472"/>
                  </a:lnTo>
                  <a:lnTo>
                    <a:pt x="48229" y="451019"/>
                  </a:lnTo>
                  <a:lnTo>
                    <a:pt x="47592" y="450267"/>
                  </a:lnTo>
                  <a:lnTo>
                    <a:pt x="46121" y="449615"/>
                  </a:lnTo>
                  <a:lnTo>
                    <a:pt x="44994" y="448864"/>
                  </a:lnTo>
                  <a:lnTo>
                    <a:pt x="43229" y="447711"/>
                  </a:lnTo>
                  <a:lnTo>
                    <a:pt x="41465" y="446558"/>
                  </a:lnTo>
                  <a:lnTo>
                    <a:pt x="40289" y="445306"/>
                  </a:lnTo>
                  <a:lnTo>
                    <a:pt x="38573" y="444253"/>
                  </a:lnTo>
                  <a:lnTo>
                    <a:pt x="37005" y="443451"/>
                  </a:lnTo>
                  <a:lnTo>
                    <a:pt x="36269" y="443000"/>
                  </a:lnTo>
                  <a:lnTo>
                    <a:pt x="34995" y="442349"/>
                  </a:lnTo>
                  <a:lnTo>
                    <a:pt x="33427" y="441547"/>
                  </a:lnTo>
                  <a:lnTo>
                    <a:pt x="32986" y="440545"/>
                  </a:lnTo>
                  <a:lnTo>
                    <a:pt x="32005" y="440194"/>
                  </a:lnTo>
                  <a:lnTo>
                    <a:pt x="31074" y="439242"/>
                  </a:lnTo>
                  <a:lnTo>
                    <a:pt x="28182" y="438089"/>
                  </a:lnTo>
                  <a:lnTo>
                    <a:pt x="25585" y="435584"/>
                  </a:lnTo>
                  <a:lnTo>
                    <a:pt x="23281" y="434431"/>
                  </a:lnTo>
                  <a:lnTo>
                    <a:pt x="22203" y="433579"/>
                  </a:lnTo>
                  <a:lnTo>
                    <a:pt x="21075" y="432777"/>
                  </a:lnTo>
                  <a:lnTo>
                    <a:pt x="20732" y="432527"/>
                  </a:lnTo>
                  <a:lnTo>
                    <a:pt x="20242" y="432326"/>
                  </a:lnTo>
                  <a:lnTo>
                    <a:pt x="19262" y="431675"/>
                  </a:lnTo>
                  <a:lnTo>
                    <a:pt x="17987" y="430973"/>
                  </a:lnTo>
                  <a:lnTo>
                    <a:pt x="16419" y="430021"/>
                  </a:lnTo>
                  <a:lnTo>
                    <a:pt x="14753" y="429069"/>
                  </a:lnTo>
                  <a:lnTo>
                    <a:pt x="13380" y="428217"/>
                  </a:lnTo>
                  <a:lnTo>
                    <a:pt x="11616" y="426764"/>
                  </a:lnTo>
                  <a:lnTo>
                    <a:pt x="10341" y="426413"/>
                  </a:lnTo>
                  <a:lnTo>
                    <a:pt x="9459" y="425361"/>
                  </a:lnTo>
                  <a:lnTo>
                    <a:pt x="7450" y="424208"/>
                  </a:lnTo>
                  <a:lnTo>
                    <a:pt x="6273" y="423757"/>
                  </a:lnTo>
                  <a:lnTo>
                    <a:pt x="5685" y="423105"/>
                  </a:lnTo>
                  <a:lnTo>
                    <a:pt x="3921" y="421752"/>
                  </a:lnTo>
                  <a:lnTo>
                    <a:pt x="1421" y="421001"/>
                  </a:lnTo>
                  <a:lnTo>
                    <a:pt x="0" y="420299"/>
                  </a:lnTo>
                  <a:lnTo>
                    <a:pt x="9949" y="405766"/>
                  </a:lnTo>
                  <a:lnTo>
                    <a:pt x="22791" y="412732"/>
                  </a:lnTo>
                  <a:lnTo>
                    <a:pt x="25094" y="414085"/>
                  </a:lnTo>
                  <a:lnTo>
                    <a:pt x="26467" y="414887"/>
                  </a:lnTo>
                  <a:lnTo>
                    <a:pt x="27447" y="415588"/>
                  </a:lnTo>
                  <a:lnTo>
                    <a:pt x="28917" y="416541"/>
                  </a:lnTo>
                  <a:lnTo>
                    <a:pt x="31760" y="418645"/>
                  </a:lnTo>
                  <a:lnTo>
                    <a:pt x="33378" y="419948"/>
                  </a:lnTo>
                  <a:lnTo>
                    <a:pt x="33868" y="420299"/>
                  </a:lnTo>
                  <a:lnTo>
                    <a:pt x="34358" y="420650"/>
                  </a:lnTo>
                  <a:lnTo>
                    <a:pt x="35142" y="421301"/>
                  </a:lnTo>
                  <a:lnTo>
                    <a:pt x="35877" y="421903"/>
                  </a:lnTo>
                  <a:lnTo>
                    <a:pt x="36122" y="422053"/>
                  </a:lnTo>
                  <a:lnTo>
                    <a:pt x="42690" y="427215"/>
                  </a:lnTo>
                  <a:lnTo>
                    <a:pt x="50973" y="433629"/>
                  </a:lnTo>
                  <a:lnTo>
                    <a:pt x="56659" y="438139"/>
                  </a:lnTo>
                  <a:lnTo>
                    <a:pt x="59404" y="440294"/>
                  </a:lnTo>
                  <a:lnTo>
                    <a:pt x="61903" y="442148"/>
                  </a:lnTo>
                  <a:lnTo>
                    <a:pt x="62345" y="442399"/>
                  </a:lnTo>
                  <a:lnTo>
                    <a:pt x="62639" y="441547"/>
                  </a:lnTo>
                  <a:lnTo>
                    <a:pt x="62688" y="441347"/>
                  </a:lnTo>
                  <a:lnTo>
                    <a:pt x="62737" y="441196"/>
                  </a:lnTo>
                  <a:lnTo>
                    <a:pt x="62933" y="440595"/>
                  </a:lnTo>
                  <a:lnTo>
                    <a:pt x="63423" y="439843"/>
                  </a:lnTo>
                  <a:lnTo>
                    <a:pt x="63717" y="439242"/>
                  </a:lnTo>
                  <a:lnTo>
                    <a:pt x="64305" y="438240"/>
                  </a:lnTo>
                  <a:lnTo>
                    <a:pt x="64648" y="437739"/>
                  </a:lnTo>
                  <a:lnTo>
                    <a:pt x="65187" y="437338"/>
                  </a:lnTo>
                  <a:lnTo>
                    <a:pt x="65628" y="436887"/>
                  </a:lnTo>
                  <a:lnTo>
                    <a:pt x="65972" y="436486"/>
                  </a:lnTo>
                  <a:lnTo>
                    <a:pt x="66168" y="436285"/>
                  </a:lnTo>
                  <a:lnTo>
                    <a:pt x="66364" y="435985"/>
                  </a:lnTo>
                  <a:lnTo>
                    <a:pt x="66511" y="435734"/>
                  </a:lnTo>
                  <a:lnTo>
                    <a:pt x="65972" y="435283"/>
                  </a:lnTo>
                  <a:lnTo>
                    <a:pt x="65285" y="434682"/>
                  </a:lnTo>
                  <a:lnTo>
                    <a:pt x="65138" y="434531"/>
                  </a:lnTo>
                  <a:lnTo>
                    <a:pt x="64452" y="433930"/>
                  </a:lnTo>
                  <a:lnTo>
                    <a:pt x="62884" y="431274"/>
                  </a:lnTo>
                  <a:lnTo>
                    <a:pt x="62590" y="430723"/>
                  </a:lnTo>
                  <a:lnTo>
                    <a:pt x="62492" y="430572"/>
                  </a:lnTo>
                  <a:lnTo>
                    <a:pt x="62737" y="429269"/>
                  </a:lnTo>
                  <a:lnTo>
                    <a:pt x="62982" y="427215"/>
                  </a:lnTo>
                  <a:lnTo>
                    <a:pt x="63031" y="426914"/>
                  </a:lnTo>
                  <a:lnTo>
                    <a:pt x="63521" y="424509"/>
                  </a:lnTo>
                  <a:lnTo>
                    <a:pt x="63864" y="422705"/>
                  </a:lnTo>
                  <a:lnTo>
                    <a:pt x="63913" y="421151"/>
                  </a:lnTo>
                  <a:lnTo>
                    <a:pt x="63864" y="418996"/>
                  </a:lnTo>
                  <a:lnTo>
                    <a:pt x="63913" y="417543"/>
                  </a:lnTo>
                  <a:lnTo>
                    <a:pt x="63815" y="414787"/>
                  </a:lnTo>
                  <a:lnTo>
                    <a:pt x="65825" y="414787"/>
                  </a:lnTo>
                  <a:lnTo>
                    <a:pt x="67393" y="414737"/>
                  </a:lnTo>
                  <a:lnTo>
                    <a:pt x="68569" y="414636"/>
                  </a:lnTo>
                  <a:lnTo>
                    <a:pt x="69697" y="414486"/>
                  </a:lnTo>
                  <a:lnTo>
                    <a:pt x="69991" y="414486"/>
                  </a:lnTo>
                  <a:lnTo>
                    <a:pt x="70873" y="414336"/>
                  </a:lnTo>
                  <a:lnTo>
                    <a:pt x="70922" y="414536"/>
                  </a:lnTo>
                  <a:lnTo>
                    <a:pt x="71657" y="414686"/>
                  </a:lnTo>
                  <a:lnTo>
                    <a:pt x="74108" y="415137"/>
                  </a:lnTo>
                  <a:lnTo>
                    <a:pt x="75137" y="415338"/>
                  </a:lnTo>
                  <a:lnTo>
                    <a:pt x="76460" y="415538"/>
                  </a:lnTo>
                  <a:lnTo>
                    <a:pt x="78470" y="415789"/>
                  </a:lnTo>
                  <a:lnTo>
                    <a:pt x="79744" y="415939"/>
                  </a:lnTo>
                  <a:lnTo>
                    <a:pt x="83028" y="416340"/>
                  </a:lnTo>
                  <a:lnTo>
                    <a:pt x="86018" y="416741"/>
                  </a:lnTo>
                  <a:lnTo>
                    <a:pt x="88714" y="417092"/>
                  </a:lnTo>
                  <a:lnTo>
                    <a:pt x="91949" y="417493"/>
                  </a:lnTo>
                  <a:lnTo>
                    <a:pt x="95429" y="417944"/>
                  </a:lnTo>
                  <a:lnTo>
                    <a:pt x="99546" y="418545"/>
                  </a:lnTo>
                  <a:lnTo>
                    <a:pt x="104202" y="419147"/>
                  </a:lnTo>
                  <a:lnTo>
                    <a:pt x="104692" y="419197"/>
                  </a:lnTo>
                  <a:lnTo>
                    <a:pt x="107927" y="419598"/>
                  </a:lnTo>
                  <a:lnTo>
                    <a:pt x="107878" y="420449"/>
                  </a:lnTo>
                  <a:lnTo>
                    <a:pt x="107339" y="426964"/>
                  </a:lnTo>
                  <a:lnTo>
                    <a:pt x="107731" y="427064"/>
                  </a:lnTo>
                  <a:lnTo>
                    <a:pt x="112338" y="427816"/>
                  </a:lnTo>
                  <a:lnTo>
                    <a:pt x="112338" y="429470"/>
                  </a:lnTo>
                  <a:lnTo>
                    <a:pt x="113221" y="429570"/>
                  </a:lnTo>
                  <a:lnTo>
                    <a:pt x="118416" y="427515"/>
                  </a:lnTo>
                  <a:lnTo>
                    <a:pt x="121063" y="426463"/>
                  </a:lnTo>
                  <a:lnTo>
                    <a:pt x="124298" y="423657"/>
                  </a:lnTo>
                  <a:lnTo>
                    <a:pt x="125278" y="420149"/>
                  </a:lnTo>
                  <a:lnTo>
                    <a:pt x="124396" y="415438"/>
                  </a:lnTo>
                  <a:lnTo>
                    <a:pt x="123170" y="411229"/>
                  </a:lnTo>
                  <a:lnTo>
                    <a:pt x="123954" y="405716"/>
                  </a:lnTo>
                  <a:lnTo>
                    <a:pt x="128905" y="398500"/>
                  </a:lnTo>
                  <a:lnTo>
                    <a:pt x="134541" y="393539"/>
                  </a:lnTo>
                  <a:lnTo>
                    <a:pt x="139737" y="389229"/>
                  </a:lnTo>
                  <a:lnTo>
                    <a:pt x="141795" y="386823"/>
                  </a:lnTo>
                  <a:lnTo>
                    <a:pt x="142383" y="386172"/>
                  </a:lnTo>
                  <a:lnTo>
                    <a:pt x="141893" y="385370"/>
                  </a:lnTo>
                  <a:lnTo>
                    <a:pt x="141060" y="384117"/>
                  </a:lnTo>
                  <a:lnTo>
                    <a:pt x="140031" y="382213"/>
                  </a:lnTo>
                  <a:lnTo>
                    <a:pt x="139786" y="381812"/>
                  </a:lnTo>
                  <a:lnTo>
                    <a:pt x="138217" y="379507"/>
                  </a:lnTo>
                  <a:lnTo>
                    <a:pt x="136894" y="377903"/>
                  </a:lnTo>
                  <a:lnTo>
                    <a:pt x="136306" y="375548"/>
                  </a:lnTo>
                  <a:lnTo>
                    <a:pt x="135767" y="373042"/>
                  </a:lnTo>
                  <a:lnTo>
                    <a:pt x="135620" y="372040"/>
                  </a:lnTo>
                  <a:lnTo>
                    <a:pt x="135522" y="371238"/>
                  </a:lnTo>
                  <a:lnTo>
                    <a:pt x="135424" y="370637"/>
                  </a:lnTo>
                  <a:lnTo>
                    <a:pt x="135424" y="369985"/>
                  </a:lnTo>
                  <a:lnTo>
                    <a:pt x="135473" y="368733"/>
                  </a:lnTo>
                  <a:lnTo>
                    <a:pt x="135473" y="368382"/>
                  </a:lnTo>
                  <a:lnTo>
                    <a:pt x="135620" y="367029"/>
                  </a:lnTo>
                  <a:lnTo>
                    <a:pt x="135865" y="365876"/>
                  </a:lnTo>
                  <a:lnTo>
                    <a:pt x="136208" y="364573"/>
                  </a:lnTo>
                  <a:lnTo>
                    <a:pt x="136502" y="363671"/>
                  </a:lnTo>
                  <a:lnTo>
                    <a:pt x="136894" y="362669"/>
                  </a:lnTo>
                  <a:lnTo>
                    <a:pt x="137237" y="361817"/>
                  </a:lnTo>
                  <a:lnTo>
                    <a:pt x="137923" y="360013"/>
                  </a:lnTo>
                  <a:lnTo>
                    <a:pt x="138217" y="359161"/>
                  </a:lnTo>
                  <a:lnTo>
                    <a:pt x="142482" y="348086"/>
                  </a:lnTo>
                  <a:lnTo>
                    <a:pt x="142825" y="347234"/>
                  </a:lnTo>
                  <a:lnTo>
                    <a:pt x="142972" y="346783"/>
                  </a:lnTo>
                  <a:lnTo>
                    <a:pt x="143315" y="345931"/>
                  </a:lnTo>
                  <a:lnTo>
                    <a:pt x="156499" y="351043"/>
                  </a:lnTo>
                  <a:lnTo>
                    <a:pt x="157970" y="351143"/>
                  </a:lnTo>
                  <a:lnTo>
                    <a:pt x="158558" y="350993"/>
                  </a:lnTo>
                  <a:lnTo>
                    <a:pt x="159881" y="350341"/>
                  </a:lnTo>
                  <a:lnTo>
                    <a:pt x="162528" y="348737"/>
                  </a:lnTo>
                  <a:lnTo>
                    <a:pt x="171841" y="336009"/>
                  </a:lnTo>
                  <a:lnTo>
                    <a:pt x="187084" y="314761"/>
                  </a:lnTo>
                  <a:lnTo>
                    <a:pt x="189632" y="308045"/>
                  </a:lnTo>
                  <a:lnTo>
                    <a:pt x="193652" y="299777"/>
                  </a:lnTo>
                  <a:lnTo>
                    <a:pt x="198406" y="291959"/>
                  </a:lnTo>
                  <a:lnTo>
                    <a:pt x="205562" y="282788"/>
                  </a:lnTo>
                  <a:lnTo>
                    <a:pt x="213894" y="272666"/>
                  </a:lnTo>
                  <a:lnTo>
                    <a:pt x="219335" y="268657"/>
                  </a:lnTo>
                  <a:lnTo>
                    <a:pt x="249380" y="251017"/>
                  </a:lnTo>
                  <a:lnTo>
                    <a:pt x="249772" y="249263"/>
                  </a:lnTo>
                  <a:lnTo>
                    <a:pt x="248792" y="243800"/>
                  </a:lnTo>
                  <a:lnTo>
                    <a:pt x="246390" y="235882"/>
                  </a:lnTo>
                  <a:lnTo>
                    <a:pt x="244037" y="227814"/>
                  </a:lnTo>
                  <a:lnTo>
                    <a:pt x="241587" y="217240"/>
                  </a:lnTo>
                  <a:lnTo>
                    <a:pt x="243841" y="219696"/>
                  </a:lnTo>
                  <a:lnTo>
                    <a:pt x="247272" y="223204"/>
                  </a:lnTo>
                  <a:lnTo>
                    <a:pt x="250507" y="225609"/>
                  </a:lnTo>
                  <a:lnTo>
                    <a:pt x="254085" y="226612"/>
                  </a:lnTo>
                  <a:lnTo>
                    <a:pt x="258888" y="229017"/>
                  </a:lnTo>
                  <a:lnTo>
                    <a:pt x="264084" y="230069"/>
                  </a:lnTo>
                  <a:lnTo>
                    <a:pt x="269132" y="230069"/>
                  </a:lnTo>
                  <a:lnTo>
                    <a:pt x="273249" y="230470"/>
                  </a:lnTo>
                  <a:lnTo>
                    <a:pt x="275259" y="231172"/>
                  </a:lnTo>
                  <a:lnTo>
                    <a:pt x="277612" y="232976"/>
                  </a:lnTo>
                  <a:lnTo>
                    <a:pt x="279572" y="236534"/>
                  </a:lnTo>
                  <a:lnTo>
                    <a:pt x="282807" y="240092"/>
                  </a:lnTo>
                  <a:lnTo>
                    <a:pt x="285356" y="243049"/>
                  </a:lnTo>
                  <a:lnTo>
                    <a:pt x="287414" y="246557"/>
                  </a:lnTo>
                  <a:lnTo>
                    <a:pt x="293786" y="250816"/>
                  </a:lnTo>
                  <a:lnTo>
                    <a:pt x="296629" y="253172"/>
                  </a:lnTo>
                  <a:lnTo>
                    <a:pt x="298736" y="254976"/>
                  </a:lnTo>
                  <a:lnTo>
                    <a:pt x="300550" y="257481"/>
                  </a:lnTo>
                  <a:lnTo>
                    <a:pt x="300991" y="257882"/>
                  </a:lnTo>
                  <a:lnTo>
                    <a:pt x="305353" y="261741"/>
                  </a:lnTo>
                  <a:lnTo>
                    <a:pt x="308000" y="265800"/>
                  </a:lnTo>
                  <a:lnTo>
                    <a:pt x="310353" y="267053"/>
                  </a:lnTo>
                  <a:lnTo>
                    <a:pt x="315940" y="270962"/>
                  </a:lnTo>
                  <a:lnTo>
                    <a:pt x="318391" y="272215"/>
                  </a:lnTo>
                  <a:lnTo>
                    <a:pt x="318979" y="272615"/>
                  </a:lnTo>
                  <a:lnTo>
                    <a:pt x="320841" y="273818"/>
                  </a:lnTo>
                  <a:lnTo>
                    <a:pt x="324125" y="276324"/>
                  </a:lnTo>
                  <a:lnTo>
                    <a:pt x="325547" y="276625"/>
                  </a:lnTo>
                  <a:lnTo>
                    <a:pt x="329811" y="276875"/>
                  </a:lnTo>
                  <a:lnTo>
                    <a:pt x="331134" y="277176"/>
                  </a:lnTo>
                  <a:lnTo>
                    <a:pt x="333242" y="278479"/>
                  </a:lnTo>
                  <a:lnTo>
                    <a:pt x="337016" y="280734"/>
                  </a:lnTo>
                  <a:lnTo>
                    <a:pt x="339515" y="281485"/>
                  </a:lnTo>
                  <a:lnTo>
                    <a:pt x="340300" y="281786"/>
                  </a:lnTo>
                  <a:lnTo>
                    <a:pt x="339417" y="282588"/>
                  </a:lnTo>
                  <a:lnTo>
                    <a:pt x="338633" y="283290"/>
                  </a:lnTo>
                  <a:lnTo>
                    <a:pt x="338290" y="283941"/>
                  </a:lnTo>
                  <a:lnTo>
                    <a:pt x="338584" y="284793"/>
                  </a:lnTo>
                  <a:lnTo>
                    <a:pt x="338388" y="287750"/>
                  </a:lnTo>
                  <a:lnTo>
                    <a:pt x="337212" y="290255"/>
                  </a:lnTo>
                  <a:lnTo>
                    <a:pt x="333340" y="296920"/>
                  </a:lnTo>
                  <a:lnTo>
                    <a:pt x="331967" y="300128"/>
                  </a:lnTo>
                  <a:lnTo>
                    <a:pt x="331281" y="303986"/>
                  </a:lnTo>
                  <a:lnTo>
                    <a:pt x="332703" y="306392"/>
                  </a:lnTo>
                  <a:lnTo>
                    <a:pt x="335790" y="310451"/>
                  </a:lnTo>
                  <a:lnTo>
                    <a:pt x="339172" y="314109"/>
                  </a:lnTo>
                  <a:lnTo>
                    <a:pt x="340202" y="315913"/>
                  </a:lnTo>
                  <a:lnTo>
                    <a:pt x="341721" y="317918"/>
                  </a:lnTo>
                  <a:lnTo>
                    <a:pt x="352259" y="326237"/>
                  </a:lnTo>
                  <a:lnTo>
                    <a:pt x="353729" y="327489"/>
                  </a:lnTo>
                  <a:lnTo>
                    <a:pt x="356425" y="332902"/>
                  </a:lnTo>
                  <a:lnTo>
                    <a:pt x="360542" y="340820"/>
                  </a:lnTo>
                  <a:lnTo>
                    <a:pt x="360542" y="341922"/>
                  </a:lnTo>
                  <a:lnTo>
                    <a:pt x="359562" y="344327"/>
                  </a:lnTo>
                  <a:lnTo>
                    <a:pt x="359758" y="346532"/>
                  </a:lnTo>
                  <a:lnTo>
                    <a:pt x="361523" y="349239"/>
                  </a:lnTo>
                  <a:lnTo>
                    <a:pt x="366718" y="352847"/>
                  </a:lnTo>
                  <a:lnTo>
                    <a:pt x="364659" y="358359"/>
                  </a:lnTo>
                  <a:lnTo>
                    <a:pt x="361081" y="367229"/>
                  </a:lnTo>
                  <a:lnTo>
                    <a:pt x="360591" y="368482"/>
                  </a:lnTo>
                  <a:lnTo>
                    <a:pt x="358974" y="372391"/>
                  </a:lnTo>
                  <a:lnTo>
                    <a:pt x="359905" y="372692"/>
                  </a:lnTo>
                  <a:lnTo>
                    <a:pt x="364169" y="374395"/>
                  </a:lnTo>
                  <a:lnTo>
                    <a:pt x="364855" y="374696"/>
                  </a:lnTo>
                  <a:lnTo>
                    <a:pt x="365100" y="374796"/>
                  </a:lnTo>
                  <a:lnTo>
                    <a:pt x="365493" y="374947"/>
                  </a:lnTo>
                  <a:lnTo>
                    <a:pt x="365542" y="374746"/>
                  </a:lnTo>
                  <a:lnTo>
                    <a:pt x="367208" y="370386"/>
                  </a:lnTo>
                  <a:lnTo>
                    <a:pt x="367404" y="369685"/>
                  </a:lnTo>
                  <a:lnTo>
                    <a:pt x="367943" y="369033"/>
                  </a:lnTo>
                  <a:lnTo>
                    <a:pt x="368482" y="368382"/>
                  </a:lnTo>
                  <a:lnTo>
                    <a:pt x="370737" y="365575"/>
                  </a:lnTo>
                  <a:lnTo>
                    <a:pt x="371472" y="364774"/>
                  </a:lnTo>
                  <a:lnTo>
                    <a:pt x="374707" y="360865"/>
                  </a:lnTo>
                  <a:lnTo>
                    <a:pt x="377697" y="357257"/>
                  </a:lnTo>
                  <a:lnTo>
                    <a:pt x="377942" y="357557"/>
                  </a:lnTo>
                  <a:lnTo>
                    <a:pt x="378236" y="357808"/>
                  </a:lnTo>
                  <a:lnTo>
                    <a:pt x="378873" y="358359"/>
                  </a:lnTo>
                  <a:lnTo>
                    <a:pt x="380246" y="359512"/>
                  </a:lnTo>
                  <a:lnTo>
                    <a:pt x="380736" y="359913"/>
                  </a:lnTo>
                  <a:lnTo>
                    <a:pt x="381177" y="360263"/>
                  </a:lnTo>
                  <a:lnTo>
                    <a:pt x="381422" y="360464"/>
                  </a:lnTo>
                  <a:lnTo>
                    <a:pt x="381814" y="360765"/>
                  </a:lnTo>
                  <a:lnTo>
                    <a:pt x="382206" y="360965"/>
                  </a:lnTo>
                  <a:lnTo>
                    <a:pt x="382843" y="361115"/>
                  </a:lnTo>
                  <a:lnTo>
                    <a:pt x="383530" y="361266"/>
                  </a:lnTo>
                  <a:lnTo>
                    <a:pt x="383922" y="361316"/>
                  </a:lnTo>
                  <a:lnTo>
                    <a:pt x="384608" y="361366"/>
                  </a:lnTo>
                  <a:lnTo>
                    <a:pt x="384951" y="361566"/>
                  </a:lnTo>
                  <a:lnTo>
                    <a:pt x="385931" y="362268"/>
                  </a:lnTo>
                  <a:lnTo>
                    <a:pt x="385931" y="362418"/>
                  </a:lnTo>
                  <a:lnTo>
                    <a:pt x="385931" y="362719"/>
                  </a:lnTo>
                  <a:lnTo>
                    <a:pt x="385882" y="364172"/>
                  </a:lnTo>
                  <a:lnTo>
                    <a:pt x="385735" y="364573"/>
                  </a:lnTo>
                  <a:lnTo>
                    <a:pt x="385686" y="364874"/>
                  </a:lnTo>
                  <a:lnTo>
                    <a:pt x="385637" y="365124"/>
                  </a:lnTo>
                  <a:lnTo>
                    <a:pt x="385686" y="365475"/>
                  </a:lnTo>
                  <a:lnTo>
                    <a:pt x="385735" y="365676"/>
                  </a:lnTo>
                  <a:lnTo>
                    <a:pt x="385882" y="366027"/>
                  </a:lnTo>
                  <a:lnTo>
                    <a:pt x="386862" y="367179"/>
                  </a:lnTo>
                  <a:lnTo>
                    <a:pt x="387255" y="367580"/>
                  </a:lnTo>
                  <a:lnTo>
                    <a:pt x="387402" y="367680"/>
                  </a:lnTo>
                  <a:lnTo>
                    <a:pt x="387598" y="367730"/>
                  </a:lnTo>
                  <a:lnTo>
                    <a:pt x="387794" y="367730"/>
                  </a:lnTo>
                  <a:lnTo>
                    <a:pt x="388039" y="367730"/>
                  </a:lnTo>
                  <a:lnTo>
                    <a:pt x="388284" y="367730"/>
                  </a:lnTo>
                  <a:lnTo>
                    <a:pt x="388529" y="367831"/>
                  </a:lnTo>
                  <a:lnTo>
                    <a:pt x="388725" y="367981"/>
                  </a:lnTo>
                  <a:lnTo>
                    <a:pt x="389068" y="368181"/>
                  </a:lnTo>
                  <a:lnTo>
                    <a:pt x="389264" y="368231"/>
                  </a:lnTo>
                  <a:lnTo>
                    <a:pt x="389460" y="368482"/>
                  </a:lnTo>
                  <a:lnTo>
                    <a:pt x="389558" y="368733"/>
                  </a:lnTo>
                  <a:lnTo>
                    <a:pt x="389607" y="368883"/>
                  </a:lnTo>
                  <a:lnTo>
                    <a:pt x="389656" y="369033"/>
                  </a:lnTo>
                  <a:lnTo>
                    <a:pt x="389803" y="369434"/>
                  </a:lnTo>
                  <a:lnTo>
                    <a:pt x="389852" y="369585"/>
                  </a:lnTo>
                  <a:lnTo>
                    <a:pt x="389852" y="369735"/>
                  </a:lnTo>
                  <a:lnTo>
                    <a:pt x="389999" y="370086"/>
                  </a:lnTo>
                  <a:lnTo>
                    <a:pt x="390391" y="370386"/>
                  </a:lnTo>
                  <a:lnTo>
                    <a:pt x="391127" y="371238"/>
                  </a:lnTo>
                  <a:lnTo>
                    <a:pt x="391225" y="371389"/>
                  </a:lnTo>
                  <a:lnTo>
                    <a:pt x="391372" y="371589"/>
                  </a:lnTo>
                  <a:lnTo>
                    <a:pt x="391666" y="371840"/>
                  </a:lnTo>
                  <a:lnTo>
                    <a:pt x="391862" y="371840"/>
                  </a:lnTo>
                  <a:lnTo>
                    <a:pt x="392744" y="371990"/>
                  </a:lnTo>
                  <a:lnTo>
                    <a:pt x="393038" y="372090"/>
                  </a:lnTo>
                  <a:lnTo>
                    <a:pt x="393283" y="372090"/>
                  </a:lnTo>
                  <a:lnTo>
                    <a:pt x="393822" y="372190"/>
                  </a:lnTo>
                  <a:lnTo>
                    <a:pt x="393969" y="372291"/>
                  </a:lnTo>
                  <a:lnTo>
                    <a:pt x="394362" y="372441"/>
                  </a:lnTo>
                  <a:lnTo>
                    <a:pt x="394607" y="372641"/>
                  </a:lnTo>
                  <a:lnTo>
                    <a:pt x="394754" y="372842"/>
                  </a:lnTo>
                  <a:lnTo>
                    <a:pt x="394999" y="373042"/>
                  </a:lnTo>
                  <a:lnTo>
                    <a:pt x="396861" y="368683"/>
                  </a:lnTo>
                  <a:lnTo>
                    <a:pt x="398234" y="364974"/>
                  </a:lnTo>
                  <a:lnTo>
                    <a:pt x="398675" y="362769"/>
                  </a:lnTo>
                  <a:lnTo>
                    <a:pt x="400537" y="360714"/>
                  </a:lnTo>
                  <a:lnTo>
                    <a:pt x="401861" y="359311"/>
                  </a:lnTo>
                  <a:lnTo>
                    <a:pt x="403968" y="357056"/>
                  </a:lnTo>
                  <a:lnTo>
                    <a:pt x="406615" y="354951"/>
                  </a:lnTo>
                  <a:lnTo>
                    <a:pt x="408134" y="353749"/>
                  </a:lnTo>
                  <a:lnTo>
                    <a:pt x="409850" y="351594"/>
                  </a:lnTo>
                  <a:lnTo>
                    <a:pt x="411859" y="347184"/>
                  </a:lnTo>
                  <a:lnTo>
                    <a:pt x="414163" y="345280"/>
                  </a:lnTo>
                  <a:lnTo>
                    <a:pt x="417055" y="344177"/>
                  </a:lnTo>
                  <a:lnTo>
                    <a:pt x="418280" y="344528"/>
                  </a:lnTo>
                  <a:lnTo>
                    <a:pt x="419652" y="346432"/>
                  </a:lnTo>
                  <a:lnTo>
                    <a:pt x="421172" y="348136"/>
                  </a:lnTo>
                  <a:lnTo>
                    <a:pt x="422985" y="349940"/>
                  </a:lnTo>
                  <a:lnTo>
                    <a:pt x="424554" y="351444"/>
                  </a:lnTo>
                  <a:lnTo>
                    <a:pt x="424848" y="351544"/>
                  </a:lnTo>
                  <a:lnTo>
                    <a:pt x="425779" y="351844"/>
                  </a:lnTo>
                  <a:lnTo>
                    <a:pt x="426710" y="352095"/>
                  </a:lnTo>
                  <a:lnTo>
                    <a:pt x="428622" y="352045"/>
                  </a:lnTo>
                  <a:lnTo>
                    <a:pt x="429798" y="352897"/>
                  </a:lnTo>
                  <a:lnTo>
                    <a:pt x="430975" y="354450"/>
                  </a:lnTo>
                  <a:lnTo>
                    <a:pt x="433523" y="359863"/>
                  </a:lnTo>
                  <a:lnTo>
                    <a:pt x="434994" y="363170"/>
                  </a:lnTo>
                  <a:lnTo>
                    <a:pt x="435680" y="365876"/>
                  </a:lnTo>
                  <a:lnTo>
                    <a:pt x="436170" y="368382"/>
                  </a:lnTo>
                  <a:lnTo>
                    <a:pt x="436709" y="370136"/>
                  </a:lnTo>
                  <a:lnTo>
                    <a:pt x="439356" y="372692"/>
                  </a:lnTo>
                  <a:lnTo>
                    <a:pt x="441708" y="374746"/>
                  </a:lnTo>
                  <a:lnTo>
                    <a:pt x="443473" y="376400"/>
                  </a:lnTo>
                  <a:lnTo>
                    <a:pt x="446022" y="376300"/>
                  </a:lnTo>
                  <a:lnTo>
                    <a:pt x="453815" y="371689"/>
                  </a:lnTo>
                  <a:lnTo>
                    <a:pt x="460775" y="367630"/>
                  </a:lnTo>
                  <a:lnTo>
                    <a:pt x="475234" y="360364"/>
                  </a:lnTo>
                  <a:lnTo>
                    <a:pt x="476753" y="358309"/>
                  </a:lnTo>
                  <a:lnTo>
                    <a:pt x="475430" y="351694"/>
                  </a:lnTo>
                  <a:lnTo>
                    <a:pt x="472832" y="344678"/>
                  </a:lnTo>
                  <a:lnTo>
                    <a:pt x="472930" y="344227"/>
                  </a:lnTo>
                  <a:lnTo>
                    <a:pt x="473812" y="340719"/>
                  </a:lnTo>
                  <a:lnTo>
                    <a:pt x="473665" y="340018"/>
                  </a:lnTo>
                  <a:lnTo>
                    <a:pt x="473175" y="337562"/>
                  </a:lnTo>
                  <a:lnTo>
                    <a:pt x="469744" y="334205"/>
                  </a:lnTo>
                  <a:lnTo>
                    <a:pt x="469793" y="332952"/>
                  </a:lnTo>
                  <a:lnTo>
                    <a:pt x="469842" y="330697"/>
                  </a:lnTo>
                  <a:lnTo>
                    <a:pt x="473224" y="328141"/>
                  </a:lnTo>
                  <a:lnTo>
                    <a:pt x="475185" y="325936"/>
                  </a:lnTo>
                  <a:lnTo>
                    <a:pt x="475773" y="322729"/>
                  </a:lnTo>
                  <a:lnTo>
                    <a:pt x="475969" y="321025"/>
                  </a:lnTo>
                  <a:lnTo>
                    <a:pt x="476067" y="320073"/>
                  </a:lnTo>
                  <a:lnTo>
                    <a:pt x="475871" y="318369"/>
                  </a:lnTo>
                  <a:lnTo>
                    <a:pt x="474989" y="317667"/>
                  </a:lnTo>
                  <a:lnTo>
                    <a:pt x="473616" y="316916"/>
                  </a:lnTo>
                  <a:lnTo>
                    <a:pt x="472783" y="315963"/>
                  </a:lnTo>
                  <a:lnTo>
                    <a:pt x="472636" y="314711"/>
                  </a:lnTo>
                  <a:lnTo>
                    <a:pt x="472342" y="312205"/>
                  </a:lnTo>
                  <a:lnTo>
                    <a:pt x="472342" y="307845"/>
                  </a:lnTo>
                  <a:lnTo>
                    <a:pt x="468862" y="302282"/>
                  </a:lnTo>
                  <a:lnTo>
                    <a:pt x="467392" y="299276"/>
                  </a:lnTo>
                  <a:lnTo>
                    <a:pt x="467195" y="298173"/>
                  </a:lnTo>
                  <a:lnTo>
                    <a:pt x="468323" y="297472"/>
                  </a:lnTo>
                  <a:lnTo>
                    <a:pt x="468911" y="297071"/>
                  </a:lnTo>
                  <a:lnTo>
                    <a:pt x="471313" y="295367"/>
                  </a:lnTo>
                  <a:lnTo>
                    <a:pt x="470479" y="293062"/>
                  </a:lnTo>
                  <a:lnTo>
                    <a:pt x="467784" y="287599"/>
                  </a:lnTo>
                  <a:lnTo>
                    <a:pt x="467244" y="286597"/>
                  </a:lnTo>
                  <a:lnTo>
                    <a:pt x="466215" y="284242"/>
                  </a:lnTo>
                  <a:lnTo>
                    <a:pt x="465774" y="283340"/>
                  </a:lnTo>
                  <a:lnTo>
                    <a:pt x="465284" y="282438"/>
                  </a:lnTo>
                  <a:lnTo>
                    <a:pt x="464647" y="282237"/>
                  </a:lnTo>
                  <a:lnTo>
                    <a:pt x="464206" y="282287"/>
                  </a:lnTo>
                  <a:lnTo>
                    <a:pt x="463961" y="282187"/>
                  </a:lnTo>
                  <a:lnTo>
                    <a:pt x="464304" y="281586"/>
                  </a:lnTo>
                  <a:lnTo>
                    <a:pt x="465774" y="279381"/>
                  </a:lnTo>
                  <a:lnTo>
                    <a:pt x="466803" y="277727"/>
                  </a:lnTo>
                  <a:lnTo>
                    <a:pt x="468470" y="276424"/>
                  </a:lnTo>
                  <a:lnTo>
                    <a:pt x="470332" y="276224"/>
                  </a:lnTo>
                  <a:lnTo>
                    <a:pt x="471754" y="274520"/>
                  </a:lnTo>
                  <a:lnTo>
                    <a:pt x="472636" y="273768"/>
                  </a:lnTo>
                  <a:lnTo>
                    <a:pt x="473028" y="273317"/>
                  </a:lnTo>
                  <a:lnTo>
                    <a:pt x="473420" y="272916"/>
                  </a:lnTo>
                  <a:lnTo>
                    <a:pt x="473616" y="272365"/>
                  </a:lnTo>
                  <a:lnTo>
                    <a:pt x="473861" y="271914"/>
                  </a:lnTo>
                  <a:lnTo>
                    <a:pt x="474057" y="271463"/>
                  </a:lnTo>
                  <a:lnTo>
                    <a:pt x="474302" y="270962"/>
                  </a:lnTo>
                  <a:lnTo>
                    <a:pt x="474645" y="270561"/>
                  </a:lnTo>
                  <a:lnTo>
                    <a:pt x="475087" y="270160"/>
                  </a:lnTo>
                  <a:lnTo>
                    <a:pt x="475528" y="269809"/>
                  </a:lnTo>
                  <a:lnTo>
                    <a:pt x="475920" y="269508"/>
                  </a:lnTo>
                  <a:lnTo>
                    <a:pt x="476361" y="269258"/>
                  </a:lnTo>
                  <a:lnTo>
                    <a:pt x="476802" y="268957"/>
                  </a:lnTo>
                  <a:lnTo>
                    <a:pt x="477243" y="268657"/>
                  </a:lnTo>
                  <a:lnTo>
                    <a:pt x="477684" y="268406"/>
                  </a:lnTo>
                  <a:lnTo>
                    <a:pt x="478223" y="268155"/>
                  </a:lnTo>
                  <a:lnTo>
                    <a:pt x="478714" y="267855"/>
                  </a:lnTo>
                  <a:lnTo>
                    <a:pt x="479204" y="267604"/>
                  </a:lnTo>
                  <a:lnTo>
                    <a:pt x="479645" y="267303"/>
                  </a:lnTo>
                  <a:lnTo>
                    <a:pt x="480086" y="266953"/>
                  </a:lnTo>
                  <a:lnTo>
                    <a:pt x="480527" y="266652"/>
                  </a:lnTo>
                  <a:lnTo>
                    <a:pt x="480968" y="266401"/>
                  </a:lnTo>
                  <a:lnTo>
                    <a:pt x="481409" y="266151"/>
                  </a:lnTo>
                  <a:lnTo>
                    <a:pt x="481850" y="265900"/>
                  </a:lnTo>
                  <a:lnTo>
                    <a:pt x="482341" y="265600"/>
                  </a:lnTo>
                  <a:lnTo>
                    <a:pt x="482831" y="265249"/>
                  </a:lnTo>
                  <a:lnTo>
                    <a:pt x="483223" y="264848"/>
                  </a:lnTo>
                  <a:lnTo>
                    <a:pt x="483664" y="264597"/>
                  </a:lnTo>
                  <a:lnTo>
                    <a:pt x="484105" y="264347"/>
                  </a:lnTo>
                  <a:lnTo>
                    <a:pt x="484595" y="263946"/>
                  </a:lnTo>
                  <a:lnTo>
                    <a:pt x="485281" y="263645"/>
                  </a:lnTo>
                  <a:lnTo>
                    <a:pt x="485870" y="263395"/>
                  </a:lnTo>
                  <a:lnTo>
                    <a:pt x="486311" y="263194"/>
                  </a:lnTo>
                  <a:lnTo>
                    <a:pt x="486752" y="262994"/>
                  </a:lnTo>
                  <a:lnTo>
                    <a:pt x="487242" y="262793"/>
                  </a:lnTo>
                  <a:lnTo>
                    <a:pt x="487683" y="262593"/>
                  </a:lnTo>
                  <a:lnTo>
                    <a:pt x="488173" y="262442"/>
                  </a:lnTo>
                  <a:lnTo>
                    <a:pt x="488614" y="262392"/>
                  </a:lnTo>
                  <a:lnTo>
                    <a:pt x="489104" y="262342"/>
                  </a:lnTo>
                  <a:lnTo>
                    <a:pt x="489644" y="262242"/>
                  </a:lnTo>
                  <a:lnTo>
                    <a:pt x="490183" y="262142"/>
                  </a:lnTo>
                  <a:lnTo>
                    <a:pt x="490722" y="262042"/>
                  </a:lnTo>
                  <a:lnTo>
                    <a:pt x="491261" y="261891"/>
                  </a:lnTo>
                  <a:lnTo>
                    <a:pt x="491800" y="261741"/>
                  </a:lnTo>
                  <a:lnTo>
                    <a:pt x="492388" y="261641"/>
                  </a:lnTo>
                  <a:lnTo>
                    <a:pt x="492878" y="261591"/>
                  </a:lnTo>
                  <a:lnTo>
                    <a:pt x="493369" y="261440"/>
                  </a:lnTo>
                  <a:lnTo>
                    <a:pt x="494055" y="261290"/>
                  </a:lnTo>
                  <a:lnTo>
                    <a:pt x="494594" y="261089"/>
                  </a:lnTo>
                  <a:lnTo>
                    <a:pt x="495084" y="260839"/>
                  </a:lnTo>
                  <a:lnTo>
                    <a:pt x="495525" y="260588"/>
                  </a:lnTo>
                  <a:lnTo>
                    <a:pt x="496064" y="260338"/>
                  </a:lnTo>
                  <a:lnTo>
                    <a:pt x="496702" y="260037"/>
                  </a:lnTo>
                  <a:lnTo>
                    <a:pt x="497094" y="259736"/>
                  </a:lnTo>
                  <a:lnTo>
                    <a:pt x="497535" y="259486"/>
                  </a:lnTo>
                  <a:lnTo>
                    <a:pt x="497927" y="259235"/>
                  </a:lnTo>
                  <a:lnTo>
                    <a:pt x="498417" y="258935"/>
                  </a:lnTo>
                  <a:lnTo>
                    <a:pt x="498907" y="258634"/>
                  </a:lnTo>
                  <a:lnTo>
                    <a:pt x="499397" y="258233"/>
                  </a:lnTo>
                  <a:lnTo>
                    <a:pt x="499887" y="257882"/>
                  </a:lnTo>
                  <a:lnTo>
                    <a:pt x="500378" y="257531"/>
                  </a:lnTo>
                  <a:lnTo>
                    <a:pt x="500819" y="257381"/>
                  </a:lnTo>
                  <a:lnTo>
                    <a:pt x="501456" y="257130"/>
                  </a:lnTo>
                  <a:lnTo>
                    <a:pt x="502093" y="256980"/>
                  </a:lnTo>
                  <a:lnTo>
                    <a:pt x="502681" y="256880"/>
                  </a:lnTo>
                  <a:lnTo>
                    <a:pt x="503220" y="256830"/>
                  </a:lnTo>
                  <a:lnTo>
                    <a:pt x="503759" y="256830"/>
                  </a:lnTo>
                  <a:lnTo>
                    <a:pt x="504250" y="256830"/>
                  </a:lnTo>
                  <a:lnTo>
                    <a:pt x="504789" y="256780"/>
                  </a:lnTo>
                  <a:lnTo>
                    <a:pt x="505328" y="256780"/>
                  </a:lnTo>
                  <a:lnTo>
                    <a:pt x="505867" y="256780"/>
                  </a:lnTo>
                  <a:lnTo>
                    <a:pt x="506406" y="256780"/>
                  </a:lnTo>
                  <a:lnTo>
                    <a:pt x="506896" y="256880"/>
                  </a:lnTo>
                  <a:lnTo>
                    <a:pt x="507386" y="256880"/>
                  </a:lnTo>
                  <a:lnTo>
                    <a:pt x="507877" y="256880"/>
                  </a:lnTo>
                  <a:lnTo>
                    <a:pt x="508318" y="257030"/>
                  </a:lnTo>
                  <a:lnTo>
                    <a:pt x="508808" y="257080"/>
                  </a:lnTo>
                  <a:lnTo>
                    <a:pt x="509298" y="257130"/>
                  </a:lnTo>
                  <a:lnTo>
                    <a:pt x="509788" y="257181"/>
                  </a:lnTo>
                  <a:lnTo>
                    <a:pt x="510376" y="257231"/>
                  </a:lnTo>
                  <a:lnTo>
                    <a:pt x="510866" y="257281"/>
                  </a:lnTo>
                  <a:lnTo>
                    <a:pt x="511406" y="257281"/>
                  </a:lnTo>
                  <a:lnTo>
                    <a:pt x="511945" y="257331"/>
                  </a:lnTo>
                  <a:lnTo>
                    <a:pt x="512435" y="257381"/>
                  </a:lnTo>
                  <a:lnTo>
                    <a:pt x="512925" y="257381"/>
                  </a:lnTo>
                  <a:lnTo>
                    <a:pt x="513366" y="257381"/>
                  </a:lnTo>
                  <a:lnTo>
                    <a:pt x="513856" y="257431"/>
                  </a:lnTo>
                  <a:lnTo>
                    <a:pt x="514689" y="257481"/>
                  </a:lnTo>
                  <a:lnTo>
                    <a:pt x="515229" y="257431"/>
                  </a:lnTo>
                  <a:lnTo>
                    <a:pt x="515817" y="257381"/>
                  </a:lnTo>
                  <a:lnTo>
                    <a:pt x="516307" y="257231"/>
                  </a:lnTo>
                  <a:lnTo>
                    <a:pt x="516895" y="257331"/>
                  </a:lnTo>
                  <a:lnTo>
                    <a:pt x="517336" y="257381"/>
                  </a:lnTo>
                  <a:lnTo>
                    <a:pt x="517875" y="257431"/>
                  </a:lnTo>
                  <a:lnTo>
                    <a:pt x="518414" y="257481"/>
                  </a:lnTo>
                  <a:lnTo>
                    <a:pt x="519003" y="257581"/>
                  </a:lnTo>
                  <a:lnTo>
                    <a:pt x="519542" y="257682"/>
                  </a:lnTo>
                  <a:lnTo>
                    <a:pt x="520081" y="257782"/>
                  </a:lnTo>
                  <a:lnTo>
                    <a:pt x="520669" y="257882"/>
                  </a:lnTo>
                  <a:lnTo>
                    <a:pt x="521208" y="257832"/>
                  </a:lnTo>
                  <a:lnTo>
                    <a:pt x="521698" y="257732"/>
                  </a:lnTo>
                  <a:lnTo>
                    <a:pt x="522238" y="257682"/>
                  </a:lnTo>
                  <a:lnTo>
                    <a:pt x="522777" y="257732"/>
                  </a:lnTo>
                  <a:lnTo>
                    <a:pt x="523365" y="257682"/>
                  </a:lnTo>
                  <a:lnTo>
                    <a:pt x="524002" y="257581"/>
                  </a:lnTo>
                  <a:lnTo>
                    <a:pt x="524639" y="257531"/>
                  </a:lnTo>
                  <a:lnTo>
                    <a:pt x="525227" y="257481"/>
                  </a:lnTo>
                  <a:lnTo>
                    <a:pt x="525865" y="257431"/>
                  </a:lnTo>
                  <a:lnTo>
                    <a:pt x="526551" y="257431"/>
                  </a:lnTo>
                  <a:lnTo>
                    <a:pt x="527237" y="257331"/>
                  </a:lnTo>
                  <a:lnTo>
                    <a:pt x="527874" y="257231"/>
                  </a:lnTo>
                  <a:lnTo>
                    <a:pt x="528511" y="257231"/>
                  </a:lnTo>
                  <a:lnTo>
                    <a:pt x="529148" y="257181"/>
                  </a:lnTo>
                  <a:lnTo>
                    <a:pt x="529737" y="257181"/>
                  </a:lnTo>
                  <a:lnTo>
                    <a:pt x="530325" y="257130"/>
                  </a:lnTo>
                  <a:lnTo>
                    <a:pt x="530913" y="257080"/>
                  </a:lnTo>
                  <a:lnTo>
                    <a:pt x="531501" y="257030"/>
                  </a:lnTo>
                  <a:lnTo>
                    <a:pt x="531991" y="256930"/>
                  </a:lnTo>
                  <a:lnTo>
                    <a:pt x="532481" y="256880"/>
                  </a:lnTo>
                  <a:lnTo>
                    <a:pt x="532971" y="256730"/>
                  </a:lnTo>
                  <a:lnTo>
                    <a:pt x="533560" y="256579"/>
                  </a:lnTo>
                  <a:lnTo>
                    <a:pt x="534197" y="256479"/>
                  </a:lnTo>
                  <a:lnTo>
                    <a:pt x="534785" y="256279"/>
                  </a:lnTo>
                  <a:lnTo>
                    <a:pt x="535373" y="256128"/>
                  </a:lnTo>
                  <a:lnTo>
                    <a:pt x="535912" y="255828"/>
                  </a:lnTo>
                  <a:lnTo>
                    <a:pt x="536549" y="255627"/>
                  </a:lnTo>
                  <a:lnTo>
                    <a:pt x="537138" y="255427"/>
                  </a:lnTo>
                  <a:lnTo>
                    <a:pt x="537726" y="255176"/>
                  </a:lnTo>
                  <a:lnTo>
                    <a:pt x="538314" y="254976"/>
                  </a:lnTo>
                  <a:lnTo>
                    <a:pt x="538951" y="254775"/>
                  </a:lnTo>
                  <a:lnTo>
                    <a:pt x="539490" y="254625"/>
                  </a:lnTo>
                  <a:lnTo>
                    <a:pt x="539980" y="254424"/>
                  </a:lnTo>
                  <a:lnTo>
                    <a:pt x="540520" y="254274"/>
                  </a:lnTo>
                  <a:lnTo>
                    <a:pt x="541059" y="254023"/>
                  </a:lnTo>
                  <a:lnTo>
                    <a:pt x="541549" y="253823"/>
                  </a:lnTo>
                  <a:lnTo>
                    <a:pt x="542088" y="253572"/>
                  </a:lnTo>
                  <a:lnTo>
                    <a:pt x="542627" y="253422"/>
                  </a:lnTo>
                  <a:lnTo>
                    <a:pt x="543117" y="253272"/>
                  </a:lnTo>
                  <a:lnTo>
                    <a:pt x="543558" y="253121"/>
                  </a:lnTo>
                  <a:lnTo>
                    <a:pt x="543950" y="253071"/>
                  </a:lnTo>
                  <a:lnTo>
                    <a:pt x="544490" y="252871"/>
                  </a:lnTo>
                  <a:lnTo>
                    <a:pt x="544980" y="252670"/>
                  </a:lnTo>
                  <a:lnTo>
                    <a:pt x="545519" y="252670"/>
                  </a:lnTo>
                  <a:lnTo>
                    <a:pt x="546058" y="252670"/>
                  </a:lnTo>
                  <a:lnTo>
                    <a:pt x="546548" y="252570"/>
                  </a:lnTo>
                  <a:lnTo>
                    <a:pt x="546989" y="252370"/>
                  </a:lnTo>
                  <a:lnTo>
                    <a:pt x="547430" y="252169"/>
                  </a:lnTo>
                  <a:lnTo>
                    <a:pt x="547921" y="251919"/>
                  </a:lnTo>
                  <a:lnTo>
                    <a:pt x="548362" y="251718"/>
                  </a:lnTo>
                  <a:lnTo>
                    <a:pt x="548852" y="251518"/>
                  </a:lnTo>
                  <a:lnTo>
                    <a:pt x="549342" y="251217"/>
                  </a:lnTo>
                  <a:lnTo>
                    <a:pt x="549783" y="250866"/>
                  </a:lnTo>
                  <a:lnTo>
                    <a:pt x="550273" y="250516"/>
                  </a:lnTo>
                  <a:lnTo>
                    <a:pt x="550714" y="250115"/>
                  </a:lnTo>
                  <a:lnTo>
                    <a:pt x="551155" y="249664"/>
                  </a:lnTo>
                  <a:lnTo>
                    <a:pt x="551548" y="249213"/>
                  </a:lnTo>
                  <a:lnTo>
                    <a:pt x="552038" y="248862"/>
                  </a:lnTo>
                  <a:lnTo>
                    <a:pt x="552577" y="248561"/>
                  </a:lnTo>
                  <a:lnTo>
                    <a:pt x="553067" y="248311"/>
                  </a:lnTo>
                  <a:lnTo>
                    <a:pt x="553557" y="248010"/>
                  </a:lnTo>
                  <a:lnTo>
                    <a:pt x="554047" y="247659"/>
                  </a:lnTo>
                  <a:lnTo>
                    <a:pt x="554537" y="247408"/>
                  </a:lnTo>
                  <a:lnTo>
                    <a:pt x="554979" y="247058"/>
                  </a:lnTo>
                  <a:lnTo>
                    <a:pt x="555469" y="246657"/>
                  </a:lnTo>
                  <a:lnTo>
                    <a:pt x="555910" y="246206"/>
                  </a:lnTo>
                  <a:lnTo>
                    <a:pt x="556400" y="245755"/>
                  </a:lnTo>
                  <a:lnTo>
                    <a:pt x="556841" y="245304"/>
                  </a:lnTo>
                  <a:lnTo>
                    <a:pt x="557380" y="244903"/>
                  </a:lnTo>
                  <a:lnTo>
                    <a:pt x="557968" y="244502"/>
                  </a:lnTo>
                  <a:lnTo>
                    <a:pt x="558507" y="244051"/>
                  </a:lnTo>
                  <a:lnTo>
                    <a:pt x="558998" y="243600"/>
                  </a:lnTo>
                  <a:lnTo>
                    <a:pt x="559537" y="243099"/>
                  </a:lnTo>
                  <a:lnTo>
                    <a:pt x="560076" y="242598"/>
                  </a:lnTo>
                  <a:lnTo>
                    <a:pt x="560566" y="242147"/>
                  </a:lnTo>
                  <a:lnTo>
                    <a:pt x="561154" y="241645"/>
                  </a:lnTo>
                  <a:lnTo>
                    <a:pt x="561644" y="241245"/>
                  </a:lnTo>
                  <a:lnTo>
                    <a:pt x="562183" y="240794"/>
                  </a:lnTo>
                  <a:lnTo>
                    <a:pt x="562674" y="240393"/>
                  </a:lnTo>
                  <a:lnTo>
                    <a:pt x="563115" y="240092"/>
                  </a:lnTo>
                  <a:lnTo>
                    <a:pt x="563605" y="239741"/>
                  </a:lnTo>
                  <a:lnTo>
                    <a:pt x="564144" y="239340"/>
                  </a:lnTo>
                  <a:lnTo>
                    <a:pt x="564683" y="238889"/>
                  </a:lnTo>
                  <a:lnTo>
                    <a:pt x="565124" y="238488"/>
                  </a:lnTo>
                  <a:lnTo>
                    <a:pt x="566154" y="237687"/>
                  </a:lnTo>
                  <a:lnTo>
                    <a:pt x="567869" y="236183"/>
                  </a:lnTo>
                  <a:lnTo>
                    <a:pt x="568849" y="235281"/>
                  </a:lnTo>
                  <a:lnTo>
                    <a:pt x="569781" y="234128"/>
                  </a:lnTo>
                  <a:lnTo>
                    <a:pt x="570467" y="233226"/>
                  </a:lnTo>
                  <a:lnTo>
                    <a:pt x="571055" y="232274"/>
                  </a:lnTo>
                  <a:lnTo>
                    <a:pt x="571692" y="231372"/>
                  </a:lnTo>
                  <a:lnTo>
                    <a:pt x="573506" y="229468"/>
                  </a:lnTo>
                  <a:lnTo>
                    <a:pt x="581936" y="219896"/>
                  </a:lnTo>
                  <a:lnTo>
                    <a:pt x="584092" y="217140"/>
                  </a:lnTo>
                  <a:lnTo>
                    <a:pt x="585857" y="215236"/>
                  </a:lnTo>
                  <a:lnTo>
                    <a:pt x="587327" y="213783"/>
                  </a:lnTo>
                  <a:lnTo>
                    <a:pt x="589484" y="211778"/>
                  </a:lnTo>
                  <a:lnTo>
                    <a:pt x="593160" y="208571"/>
                  </a:lnTo>
                  <a:lnTo>
                    <a:pt x="595022" y="206566"/>
                  </a:lnTo>
                  <a:lnTo>
                    <a:pt x="596689" y="204662"/>
                  </a:lnTo>
                  <a:lnTo>
                    <a:pt x="597620" y="203108"/>
                  </a:lnTo>
                  <a:lnTo>
                    <a:pt x="598355" y="201505"/>
                  </a:lnTo>
                  <a:lnTo>
                    <a:pt x="598797" y="199651"/>
                  </a:lnTo>
                  <a:lnTo>
                    <a:pt x="599189" y="197796"/>
                  </a:lnTo>
                  <a:lnTo>
                    <a:pt x="599532" y="195391"/>
                  </a:lnTo>
                  <a:lnTo>
                    <a:pt x="599826" y="193386"/>
                  </a:lnTo>
                  <a:lnTo>
                    <a:pt x="599973" y="192685"/>
                  </a:lnTo>
                  <a:lnTo>
                    <a:pt x="600169" y="192033"/>
                  </a:lnTo>
                  <a:lnTo>
                    <a:pt x="600463" y="191382"/>
                  </a:lnTo>
                  <a:lnTo>
                    <a:pt x="601541" y="189528"/>
                  </a:lnTo>
                  <a:lnTo>
                    <a:pt x="604384" y="184516"/>
                  </a:lnTo>
                  <a:lnTo>
                    <a:pt x="606247" y="180908"/>
                  </a:lnTo>
                  <a:lnTo>
                    <a:pt x="606737" y="179906"/>
                  </a:lnTo>
                  <a:lnTo>
                    <a:pt x="607276" y="179154"/>
                  </a:lnTo>
                  <a:lnTo>
                    <a:pt x="607962" y="178403"/>
                  </a:lnTo>
                  <a:lnTo>
                    <a:pt x="609285" y="177250"/>
                  </a:lnTo>
                  <a:lnTo>
                    <a:pt x="610560" y="176248"/>
                  </a:lnTo>
                  <a:lnTo>
                    <a:pt x="611736" y="175145"/>
                  </a:lnTo>
                  <a:lnTo>
                    <a:pt x="612716" y="174093"/>
                  </a:lnTo>
                  <a:lnTo>
                    <a:pt x="613304" y="173592"/>
                  </a:lnTo>
                  <a:lnTo>
                    <a:pt x="614089" y="173191"/>
                  </a:lnTo>
                  <a:lnTo>
                    <a:pt x="615020" y="172790"/>
                  </a:lnTo>
                  <a:lnTo>
                    <a:pt x="615853" y="172539"/>
                  </a:lnTo>
                  <a:lnTo>
                    <a:pt x="616784" y="172038"/>
                  </a:lnTo>
                  <a:lnTo>
                    <a:pt x="617667" y="171687"/>
                  </a:lnTo>
                  <a:lnTo>
                    <a:pt x="618255" y="171537"/>
                  </a:lnTo>
                  <a:lnTo>
                    <a:pt x="618843" y="171487"/>
                  </a:lnTo>
                  <a:lnTo>
                    <a:pt x="619774" y="171537"/>
                  </a:lnTo>
                  <a:lnTo>
                    <a:pt x="621245" y="171637"/>
                  </a:lnTo>
                  <a:lnTo>
                    <a:pt x="622519" y="171687"/>
                  </a:lnTo>
                  <a:lnTo>
                    <a:pt x="623989" y="171788"/>
                  </a:lnTo>
                  <a:lnTo>
                    <a:pt x="626734" y="171888"/>
                  </a:lnTo>
                  <a:lnTo>
                    <a:pt x="629724" y="172088"/>
                  </a:lnTo>
                  <a:lnTo>
                    <a:pt x="631783" y="172138"/>
                  </a:lnTo>
                  <a:lnTo>
                    <a:pt x="633645" y="172189"/>
                  </a:lnTo>
                  <a:lnTo>
                    <a:pt x="635606" y="172138"/>
                  </a:lnTo>
                  <a:lnTo>
                    <a:pt x="636929" y="172038"/>
                  </a:lnTo>
                  <a:lnTo>
                    <a:pt x="638056" y="171738"/>
                  </a:lnTo>
                  <a:lnTo>
                    <a:pt x="639086" y="171487"/>
                  </a:lnTo>
                  <a:lnTo>
                    <a:pt x="639478" y="171236"/>
                  </a:lnTo>
                  <a:lnTo>
                    <a:pt x="639772" y="170886"/>
                  </a:lnTo>
                  <a:lnTo>
                    <a:pt x="640262" y="170435"/>
                  </a:lnTo>
                  <a:lnTo>
                    <a:pt x="640948" y="169883"/>
                  </a:lnTo>
                  <a:lnTo>
                    <a:pt x="642026" y="169232"/>
                  </a:lnTo>
                  <a:lnTo>
                    <a:pt x="642664" y="168831"/>
                  </a:lnTo>
                  <a:lnTo>
                    <a:pt x="643301" y="168480"/>
                  </a:lnTo>
                  <a:lnTo>
                    <a:pt x="643889" y="168079"/>
                  </a:lnTo>
                  <a:lnTo>
                    <a:pt x="644330" y="167979"/>
                  </a:lnTo>
                  <a:lnTo>
                    <a:pt x="644575" y="167979"/>
                  </a:lnTo>
                  <a:lnTo>
                    <a:pt x="644967" y="167929"/>
                  </a:lnTo>
                  <a:lnTo>
                    <a:pt x="645555" y="167929"/>
                  </a:lnTo>
                  <a:lnTo>
                    <a:pt x="646389" y="167979"/>
                  </a:lnTo>
                  <a:lnTo>
                    <a:pt x="646830" y="168029"/>
                  </a:lnTo>
                  <a:lnTo>
                    <a:pt x="647614" y="168280"/>
                  </a:lnTo>
                  <a:lnTo>
                    <a:pt x="648153" y="168380"/>
                  </a:lnTo>
                  <a:lnTo>
                    <a:pt x="648888" y="168330"/>
                  </a:lnTo>
                  <a:lnTo>
                    <a:pt x="650604" y="168330"/>
                  </a:lnTo>
                  <a:lnTo>
                    <a:pt x="651976" y="168330"/>
                  </a:lnTo>
                  <a:lnTo>
                    <a:pt x="652907" y="168380"/>
                  </a:lnTo>
                  <a:lnTo>
                    <a:pt x="653594" y="168480"/>
                  </a:lnTo>
                  <a:lnTo>
                    <a:pt x="654231" y="168580"/>
                  </a:lnTo>
                  <a:lnTo>
                    <a:pt x="655260" y="168530"/>
                  </a:lnTo>
                  <a:lnTo>
                    <a:pt x="656093" y="168530"/>
                  </a:lnTo>
                  <a:lnTo>
                    <a:pt x="656828" y="168731"/>
                  </a:lnTo>
                  <a:lnTo>
                    <a:pt x="657270" y="168981"/>
                  </a:lnTo>
                  <a:lnTo>
                    <a:pt x="657613" y="169382"/>
                  </a:lnTo>
                  <a:lnTo>
                    <a:pt x="658201" y="169683"/>
                  </a:lnTo>
                  <a:lnTo>
                    <a:pt x="658593" y="169833"/>
                  </a:lnTo>
                  <a:lnTo>
                    <a:pt x="659132" y="169783"/>
                  </a:lnTo>
                  <a:lnTo>
                    <a:pt x="659720" y="169683"/>
                  </a:lnTo>
                  <a:lnTo>
                    <a:pt x="660259" y="169633"/>
                  </a:lnTo>
                  <a:lnTo>
                    <a:pt x="660946" y="169733"/>
                  </a:lnTo>
                  <a:lnTo>
                    <a:pt x="661779" y="169833"/>
                  </a:lnTo>
                  <a:lnTo>
                    <a:pt x="662122" y="169883"/>
                  </a:lnTo>
                  <a:lnTo>
                    <a:pt x="662710" y="169382"/>
                  </a:lnTo>
                  <a:lnTo>
                    <a:pt x="671630" y="169031"/>
                  </a:lnTo>
                  <a:lnTo>
                    <a:pt x="689275" y="171738"/>
                  </a:lnTo>
                  <a:lnTo>
                    <a:pt x="703440" y="172840"/>
                  </a:lnTo>
                  <a:lnTo>
                    <a:pt x="711282" y="176599"/>
                  </a:lnTo>
                  <a:lnTo>
                    <a:pt x="717360" y="183715"/>
                  </a:lnTo>
                  <a:lnTo>
                    <a:pt x="719664" y="186220"/>
                  </a:lnTo>
                  <a:lnTo>
                    <a:pt x="721624" y="188375"/>
                  </a:lnTo>
                  <a:lnTo>
                    <a:pt x="723683" y="190630"/>
                  </a:lnTo>
                  <a:lnTo>
                    <a:pt x="731329" y="193737"/>
                  </a:lnTo>
                  <a:lnTo>
                    <a:pt x="740298" y="192935"/>
                  </a:lnTo>
                  <a:lnTo>
                    <a:pt x="740592" y="192735"/>
                  </a:lnTo>
                  <a:lnTo>
                    <a:pt x="748042" y="186771"/>
                  </a:lnTo>
                  <a:lnTo>
                    <a:pt x="752307" y="181560"/>
                  </a:lnTo>
                  <a:lnTo>
                    <a:pt x="767011" y="171938"/>
                  </a:lnTo>
                  <a:lnTo>
                    <a:pt x="778382" y="164571"/>
                  </a:lnTo>
                  <a:lnTo>
                    <a:pt x="785979" y="156553"/>
                  </a:lnTo>
                  <a:lnTo>
                    <a:pt x="795340" y="147884"/>
                  </a:lnTo>
                  <a:lnTo>
                    <a:pt x="804702" y="136307"/>
                  </a:lnTo>
                  <a:lnTo>
                    <a:pt x="814750" y="131647"/>
                  </a:lnTo>
                  <a:lnTo>
                    <a:pt x="817396" y="130444"/>
                  </a:lnTo>
                  <a:lnTo>
                    <a:pt x="822151" y="128289"/>
                  </a:lnTo>
                  <a:lnTo>
                    <a:pt x="829307" y="124080"/>
                  </a:lnTo>
                  <a:lnTo>
                    <a:pt x="833669" y="117615"/>
                  </a:lnTo>
                  <a:lnTo>
                    <a:pt x="837835" y="108896"/>
                  </a:lnTo>
                  <a:lnTo>
                    <a:pt x="844354" y="105137"/>
                  </a:lnTo>
                  <a:lnTo>
                    <a:pt x="857440" y="101579"/>
                  </a:lnTo>
                  <a:lnTo>
                    <a:pt x="857636" y="101529"/>
                  </a:lnTo>
                  <a:lnTo>
                    <a:pt x="875085" y="99324"/>
                  </a:lnTo>
                  <a:lnTo>
                    <a:pt x="877242" y="99825"/>
                  </a:lnTo>
                  <a:lnTo>
                    <a:pt x="885280" y="101579"/>
                  </a:lnTo>
                  <a:lnTo>
                    <a:pt x="890279" y="102832"/>
                  </a:lnTo>
                  <a:lnTo>
                    <a:pt x="891407" y="103133"/>
                  </a:lnTo>
                  <a:lnTo>
                    <a:pt x="898367" y="101128"/>
                  </a:lnTo>
                  <a:lnTo>
                    <a:pt x="911894" y="89301"/>
                  </a:lnTo>
                  <a:lnTo>
                    <a:pt x="925618" y="72814"/>
                  </a:lnTo>
                  <a:lnTo>
                    <a:pt x="928853" y="67051"/>
                  </a:lnTo>
                  <a:lnTo>
                    <a:pt x="935421" y="64595"/>
                  </a:lnTo>
                  <a:lnTo>
                    <a:pt x="941498" y="65247"/>
                  </a:lnTo>
                  <a:lnTo>
                    <a:pt x="951791" y="65397"/>
                  </a:lnTo>
                  <a:lnTo>
                    <a:pt x="958604" y="59183"/>
                  </a:lnTo>
                  <a:lnTo>
                    <a:pt x="966348" y="49912"/>
                  </a:lnTo>
                  <a:lnTo>
                    <a:pt x="971985" y="36783"/>
                  </a:lnTo>
                  <a:lnTo>
                    <a:pt x="975906" y="23402"/>
                  </a:lnTo>
                  <a:lnTo>
                    <a:pt x="982670" y="18491"/>
                  </a:lnTo>
                  <a:lnTo>
                    <a:pt x="992472" y="14282"/>
                  </a:lnTo>
                  <a:lnTo>
                    <a:pt x="1001589" y="7567"/>
                  </a:lnTo>
                  <a:lnTo>
                    <a:pt x="101095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15768" y="4070147"/>
              <a:ext cx="114936" cy="121424"/>
            </a:xfrm>
            <a:custGeom>
              <a:avLst/>
              <a:pathLst>
                <a:path w="114936" h="121424">
                  <a:moveTo>
                    <a:pt x="31221" y="100"/>
                  </a:moveTo>
                  <a:lnTo>
                    <a:pt x="32740" y="701"/>
                  </a:lnTo>
                  <a:lnTo>
                    <a:pt x="35534" y="1753"/>
                  </a:lnTo>
                  <a:lnTo>
                    <a:pt x="36220" y="2004"/>
                  </a:lnTo>
                  <a:lnTo>
                    <a:pt x="36613" y="2154"/>
                  </a:lnTo>
                  <a:lnTo>
                    <a:pt x="41514" y="3908"/>
                  </a:lnTo>
                  <a:lnTo>
                    <a:pt x="41857" y="4059"/>
                  </a:lnTo>
                  <a:lnTo>
                    <a:pt x="46464" y="5712"/>
                  </a:lnTo>
                  <a:lnTo>
                    <a:pt x="46856" y="5863"/>
                  </a:lnTo>
                  <a:lnTo>
                    <a:pt x="51464" y="7516"/>
                  </a:lnTo>
                  <a:lnTo>
                    <a:pt x="56365" y="9321"/>
                  </a:lnTo>
                  <a:lnTo>
                    <a:pt x="61315" y="11125"/>
                  </a:lnTo>
                  <a:lnTo>
                    <a:pt x="64060" y="12127"/>
                  </a:lnTo>
                  <a:lnTo>
                    <a:pt x="66168" y="12879"/>
                  </a:lnTo>
                  <a:lnTo>
                    <a:pt x="66756" y="13079"/>
                  </a:lnTo>
                  <a:lnTo>
                    <a:pt x="68961" y="13881"/>
                  </a:lnTo>
                  <a:lnTo>
                    <a:pt x="71510" y="14833"/>
                  </a:lnTo>
                  <a:lnTo>
                    <a:pt x="74206" y="15835"/>
                  </a:lnTo>
                  <a:lnTo>
                    <a:pt x="74745" y="15184"/>
                  </a:lnTo>
                  <a:lnTo>
                    <a:pt x="75088" y="14683"/>
                  </a:lnTo>
                  <a:lnTo>
                    <a:pt x="75284" y="14833"/>
                  </a:lnTo>
                  <a:lnTo>
                    <a:pt x="82587" y="19945"/>
                  </a:lnTo>
                  <a:lnTo>
                    <a:pt x="89057" y="24154"/>
                  </a:lnTo>
                  <a:lnTo>
                    <a:pt x="96997" y="29416"/>
                  </a:lnTo>
                  <a:lnTo>
                    <a:pt x="101359" y="32423"/>
                  </a:lnTo>
                  <a:lnTo>
                    <a:pt x="101800" y="32673"/>
                  </a:lnTo>
                  <a:lnTo>
                    <a:pt x="103908" y="34127"/>
                  </a:lnTo>
                  <a:lnTo>
                    <a:pt x="105967" y="35530"/>
                  </a:lnTo>
                  <a:lnTo>
                    <a:pt x="106996" y="36231"/>
                  </a:lnTo>
                  <a:lnTo>
                    <a:pt x="108417" y="37184"/>
                  </a:lnTo>
                  <a:lnTo>
                    <a:pt x="108613" y="37334"/>
                  </a:lnTo>
                  <a:lnTo>
                    <a:pt x="109201" y="37685"/>
                  </a:lnTo>
                  <a:lnTo>
                    <a:pt x="111015" y="38988"/>
                  </a:lnTo>
                  <a:lnTo>
                    <a:pt x="112387" y="39890"/>
                  </a:lnTo>
                  <a:lnTo>
                    <a:pt x="113711" y="40842"/>
                  </a:lnTo>
                  <a:lnTo>
                    <a:pt x="114936" y="41644"/>
                  </a:lnTo>
                  <a:lnTo>
                    <a:pt x="114642" y="42245"/>
                  </a:lnTo>
                  <a:lnTo>
                    <a:pt x="111260" y="49110"/>
                  </a:lnTo>
                  <a:lnTo>
                    <a:pt x="103271" y="45101"/>
                  </a:lnTo>
                  <a:lnTo>
                    <a:pt x="102928" y="45953"/>
                  </a:lnTo>
                  <a:lnTo>
                    <a:pt x="101114" y="50915"/>
                  </a:lnTo>
                  <a:lnTo>
                    <a:pt x="99742" y="54523"/>
                  </a:lnTo>
                  <a:lnTo>
                    <a:pt x="99693" y="54673"/>
                  </a:lnTo>
                  <a:lnTo>
                    <a:pt x="98811" y="57028"/>
                  </a:lnTo>
                  <a:lnTo>
                    <a:pt x="98565" y="57730"/>
                  </a:lnTo>
                  <a:lnTo>
                    <a:pt x="98516" y="57880"/>
                  </a:lnTo>
                  <a:lnTo>
                    <a:pt x="97928" y="59334"/>
                  </a:lnTo>
                  <a:lnTo>
                    <a:pt x="96017" y="64395"/>
                  </a:lnTo>
                  <a:lnTo>
                    <a:pt x="98222" y="65648"/>
                  </a:lnTo>
                  <a:lnTo>
                    <a:pt x="98124" y="65848"/>
                  </a:lnTo>
                  <a:lnTo>
                    <a:pt x="97193" y="67853"/>
                  </a:lnTo>
                  <a:lnTo>
                    <a:pt x="97046" y="68554"/>
                  </a:lnTo>
                  <a:lnTo>
                    <a:pt x="96899" y="68905"/>
                  </a:lnTo>
                  <a:lnTo>
                    <a:pt x="96801" y="69056"/>
                  </a:lnTo>
                  <a:lnTo>
                    <a:pt x="94742" y="73265"/>
                  </a:lnTo>
                  <a:lnTo>
                    <a:pt x="94056" y="74718"/>
                  </a:lnTo>
                  <a:lnTo>
                    <a:pt x="93860" y="75019"/>
                  </a:lnTo>
                  <a:lnTo>
                    <a:pt x="93615" y="75520"/>
                  </a:lnTo>
                  <a:lnTo>
                    <a:pt x="93076" y="77475"/>
                  </a:lnTo>
                  <a:lnTo>
                    <a:pt x="92341" y="79078"/>
                  </a:lnTo>
                  <a:lnTo>
                    <a:pt x="92243" y="79279"/>
                  </a:lnTo>
                  <a:lnTo>
                    <a:pt x="91164" y="81634"/>
                  </a:lnTo>
                  <a:lnTo>
                    <a:pt x="90625" y="82586"/>
                  </a:lnTo>
                  <a:lnTo>
                    <a:pt x="89939" y="82235"/>
                  </a:lnTo>
                  <a:lnTo>
                    <a:pt x="89498" y="81985"/>
                  </a:lnTo>
                  <a:lnTo>
                    <a:pt x="89253" y="81885"/>
                  </a:lnTo>
                  <a:lnTo>
                    <a:pt x="88420" y="83438"/>
                  </a:lnTo>
                  <a:lnTo>
                    <a:pt x="86410" y="87297"/>
                  </a:lnTo>
                  <a:lnTo>
                    <a:pt x="87439" y="87698"/>
                  </a:lnTo>
                  <a:lnTo>
                    <a:pt x="87194" y="88449"/>
                  </a:lnTo>
                  <a:lnTo>
                    <a:pt x="87390" y="89001"/>
                  </a:lnTo>
                  <a:lnTo>
                    <a:pt x="86900" y="91005"/>
                  </a:lnTo>
                  <a:lnTo>
                    <a:pt x="86655" y="93060"/>
                  </a:lnTo>
                  <a:lnTo>
                    <a:pt x="87243" y="95565"/>
                  </a:lnTo>
                  <a:lnTo>
                    <a:pt x="87930" y="97620"/>
                  </a:lnTo>
                  <a:lnTo>
                    <a:pt x="87341" y="99725"/>
                  </a:lnTo>
                  <a:lnTo>
                    <a:pt x="87194" y="100627"/>
                  </a:lnTo>
                  <a:lnTo>
                    <a:pt x="87194" y="101028"/>
                  </a:lnTo>
                  <a:lnTo>
                    <a:pt x="87292" y="101830"/>
                  </a:lnTo>
                  <a:lnTo>
                    <a:pt x="87488" y="102381"/>
                  </a:lnTo>
                  <a:lnTo>
                    <a:pt x="88028" y="103533"/>
                  </a:lnTo>
                  <a:lnTo>
                    <a:pt x="88469" y="104836"/>
                  </a:lnTo>
                  <a:lnTo>
                    <a:pt x="88763" y="105738"/>
                  </a:lnTo>
                  <a:lnTo>
                    <a:pt x="88861" y="106340"/>
                  </a:lnTo>
                  <a:lnTo>
                    <a:pt x="89008" y="108344"/>
                  </a:lnTo>
                  <a:lnTo>
                    <a:pt x="88616" y="113255"/>
                  </a:lnTo>
                  <a:lnTo>
                    <a:pt x="88224" y="117565"/>
                  </a:lnTo>
                  <a:lnTo>
                    <a:pt x="86802" y="121424"/>
                  </a:lnTo>
                  <a:lnTo>
                    <a:pt x="86459" y="121424"/>
                  </a:lnTo>
                  <a:lnTo>
                    <a:pt x="86312" y="121274"/>
                  </a:lnTo>
                  <a:lnTo>
                    <a:pt x="86116" y="121073"/>
                  </a:lnTo>
                  <a:lnTo>
                    <a:pt x="85822" y="120873"/>
                  </a:lnTo>
                  <a:lnTo>
                    <a:pt x="85479" y="120622"/>
                  </a:lnTo>
                  <a:lnTo>
                    <a:pt x="85283" y="120472"/>
                  </a:lnTo>
                  <a:lnTo>
                    <a:pt x="84989" y="120171"/>
                  </a:lnTo>
                  <a:lnTo>
                    <a:pt x="84499" y="119870"/>
                  </a:lnTo>
                  <a:lnTo>
                    <a:pt x="84058" y="119620"/>
                  </a:lnTo>
                  <a:lnTo>
                    <a:pt x="83714" y="119469"/>
                  </a:lnTo>
                  <a:lnTo>
                    <a:pt x="83371" y="119219"/>
                  </a:lnTo>
                  <a:lnTo>
                    <a:pt x="83175" y="118918"/>
                  </a:lnTo>
                  <a:lnTo>
                    <a:pt x="82979" y="118668"/>
                  </a:lnTo>
                  <a:lnTo>
                    <a:pt x="82881" y="118317"/>
                  </a:lnTo>
                  <a:lnTo>
                    <a:pt x="82783" y="118066"/>
                  </a:lnTo>
                  <a:lnTo>
                    <a:pt x="82636" y="117816"/>
                  </a:lnTo>
                  <a:lnTo>
                    <a:pt x="82538" y="117515"/>
                  </a:lnTo>
                  <a:lnTo>
                    <a:pt x="82391" y="117415"/>
                  </a:lnTo>
                  <a:lnTo>
                    <a:pt x="82244" y="117214"/>
                  </a:lnTo>
                  <a:lnTo>
                    <a:pt x="82097" y="117114"/>
                  </a:lnTo>
                  <a:lnTo>
                    <a:pt x="81754" y="116763"/>
                  </a:lnTo>
                  <a:lnTo>
                    <a:pt x="81509" y="116663"/>
                  </a:lnTo>
                  <a:lnTo>
                    <a:pt x="81215" y="116362"/>
                  </a:lnTo>
                  <a:lnTo>
                    <a:pt x="80774" y="115911"/>
                  </a:lnTo>
                  <a:lnTo>
                    <a:pt x="80382" y="115510"/>
                  </a:lnTo>
                  <a:lnTo>
                    <a:pt x="79940" y="115260"/>
                  </a:lnTo>
                  <a:lnTo>
                    <a:pt x="79597" y="115110"/>
                  </a:lnTo>
                  <a:lnTo>
                    <a:pt x="79450" y="114959"/>
                  </a:lnTo>
                  <a:lnTo>
                    <a:pt x="79107" y="114859"/>
                  </a:lnTo>
                  <a:lnTo>
                    <a:pt x="78764" y="114608"/>
                  </a:lnTo>
                  <a:lnTo>
                    <a:pt x="78519" y="114408"/>
                  </a:lnTo>
                  <a:lnTo>
                    <a:pt x="78274" y="114208"/>
                  </a:lnTo>
                  <a:lnTo>
                    <a:pt x="77196" y="113656"/>
                  </a:lnTo>
                  <a:lnTo>
                    <a:pt x="76509" y="113055"/>
                  </a:lnTo>
                  <a:lnTo>
                    <a:pt x="75627" y="112454"/>
                  </a:lnTo>
                  <a:lnTo>
                    <a:pt x="74941" y="112003"/>
                  </a:lnTo>
                  <a:lnTo>
                    <a:pt x="74304" y="111602"/>
                  </a:lnTo>
                  <a:lnTo>
                    <a:pt x="73226" y="110750"/>
                  </a:lnTo>
                  <a:lnTo>
                    <a:pt x="72147" y="109948"/>
                  </a:lnTo>
                  <a:lnTo>
                    <a:pt x="71363" y="109447"/>
                  </a:lnTo>
                  <a:lnTo>
                    <a:pt x="70971" y="109196"/>
                  </a:lnTo>
                  <a:lnTo>
                    <a:pt x="70677" y="108996"/>
                  </a:lnTo>
                  <a:lnTo>
                    <a:pt x="70285" y="108795"/>
                  </a:lnTo>
                  <a:lnTo>
                    <a:pt x="69991" y="108545"/>
                  </a:lnTo>
                  <a:lnTo>
                    <a:pt x="69844" y="108244"/>
                  </a:lnTo>
                  <a:lnTo>
                    <a:pt x="69501" y="107893"/>
                  </a:lnTo>
                  <a:lnTo>
                    <a:pt x="69157" y="107793"/>
                  </a:lnTo>
                  <a:lnTo>
                    <a:pt x="68863" y="107643"/>
                  </a:lnTo>
                  <a:lnTo>
                    <a:pt x="68471" y="107392"/>
                  </a:lnTo>
                  <a:lnTo>
                    <a:pt x="68226" y="107091"/>
                  </a:lnTo>
                  <a:lnTo>
                    <a:pt x="68030" y="106841"/>
                  </a:lnTo>
                  <a:lnTo>
                    <a:pt x="67883" y="106691"/>
                  </a:lnTo>
                  <a:lnTo>
                    <a:pt x="67687" y="106640"/>
                  </a:lnTo>
                  <a:lnTo>
                    <a:pt x="67442" y="106440"/>
                  </a:lnTo>
                  <a:lnTo>
                    <a:pt x="67148" y="106189"/>
                  </a:lnTo>
                  <a:lnTo>
                    <a:pt x="66854" y="105939"/>
                  </a:lnTo>
                  <a:lnTo>
                    <a:pt x="66658" y="105638"/>
                  </a:lnTo>
                  <a:lnTo>
                    <a:pt x="66511" y="105538"/>
                  </a:lnTo>
                  <a:lnTo>
                    <a:pt x="66315" y="105438"/>
                  </a:lnTo>
                  <a:lnTo>
                    <a:pt x="66119" y="105388"/>
                  </a:lnTo>
                  <a:lnTo>
                    <a:pt x="65825" y="105237"/>
                  </a:lnTo>
                  <a:lnTo>
                    <a:pt x="65579" y="104886"/>
                  </a:lnTo>
                  <a:lnTo>
                    <a:pt x="65334" y="104736"/>
                  </a:lnTo>
                  <a:lnTo>
                    <a:pt x="65236" y="104536"/>
                  </a:lnTo>
                  <a:lnTo>
                    <a:pt x="64893" y="104385"/>
                  </a:lnTo>
                  <a:lnTo>
                    <a:pt x="64599" y="104135"/>
                  </a:lnTo>
                  <a:lnTo>
                    <a:pt x="64354" y="103884"/>
                  </a:lnTo>
                  <a:lnTo>
                    <a:pt x="64060" y="103784"/>
                  </a:lnTo>
                  <a:lnTo>
                    <a:pt x="63766" y="103684"/>
                  </a:lnTo>
                  <a:lnTo>
                    <a:pt x="63472" y="103533"/>
                  </a:lnTo>
                  <a:lnTo>
                    <a:pt x="63276" y="103433"/>
                  </a:lnTo>
                  <a:lnTo>
                    <a:pt x="63178" y="103283"/>
                  </a:lnTo>
                  <a:lnTo>
                    <a:pt x="63080" y="103133"/>
                  </a:lnTo>
                  <a:lnTo>
                    <a:pt x="62835" y="103032"/>
                  </a:lnTo>
                  <a:lnTo>
                    <a:pt x="62639" y="102882"/>
                  </a:lnTo>
                  <a:lnTo>
                    <a:pt x="62541" y="102681"/>
                  </a:lnTo>
                  <a:lnTo>
                    <a:pt x="62247" y="102631"/>
                  </a:lnTo>
                  <a:lnTo>
                    <a:pt x="62050" y="102481"/>
                  </a:lnTo>
                  <a:lnTo>
                    <a:pt x="61854" y="102281"/>
                  </a:lnTo>
                  <a:lnTo>
                    <a:pt x="61707" y="102130"/>
                  </a:lnTo>
                  <a:lnTo>
                    <a:pt x="60580" y="101429"/>
                  </a:lnTo>
                  <a:lnTo>
                    <a:pt x="59257" y="100627"/>
                  </a:lnTo>
                  <a:lnTo>
                    <a:pt x="58473" y="100176"/>
                  </a:lnTo>
                  <a:lnTo>
                    <a:pt x="58080" y="99775"/>
                  </a:lnTo>
                  <a:lnTo>
                    <a:pt x="57443" y="99474"/>
                  </a:lnTo>
                  <a:lnTo>
                    <a:pt x="57247" y="99374"/>
                  </a:lnTo>
                  <a:lnTo>
                    <a:pt x="57100" y="99174"/>
                  </a:lnTo>
                  <a:lnTo>
                    <a:pt x="56659" y="98923"/>
                  </a:lnTo>
                  <a:lnTo>
                    <a:pt x="56071" y="98622"/>
                  </a:lnTo>
                  <a:lnTo>
                    <a:pt x="55826" y="98522"/>
                  </a:lnTo>
                  <a:lnTo>
                    <a:pt x="55679" y="98422"/>
                  </a:lnTo>
                  <a:lnTo>
                    <a:pt x="55287" y="98171"/>
                  </a:lnTo>
                  <a:lnTo>
                    <a:pt x="55042" y="97971"/>
                  </a:lnTo>
                  <a:lnTo>
                    <a:pt x="54846" y="97821"/>
                  </a:lnTo>
                  <a:lnTo>
                    <a:pt x="54649" y="97770"/>
                  </a:lnTo>
                  <a:lnTo>
                    <a:pt x="54502" y="97720"/>
                  </a:lnTo>
                  <a:lnTo>
                    <a:pt x="54159" y="97369"/>
                  </a:lnTo>
                  <a:lnTo>
                    <a:pt x="53473" y="96969"/>
                  </a:lnTo>
                  <a:lnTo>
                    <a:pt x="53130" y="96918"/>
                  </a:lnTo>
                  <a:lnTo>
                    <a:pt x="52885" y="96818"/>
                  </a:lnTo>
                  <a:lnTo>
                    <a:pt x="52591" y="96618"/>
                  </a:lnTo>
                  <a:lnTo>
                    <a:pt x="52150" y="96367"/>
                  </a:lnTo>
                  <a:lnTo>
                    <a:pt x="51709" y="96117"/>
                  </a:lnTo>
                  <a:lnTo>
                    <a:pt x="50679" y="95616"/>
                  </a:lnTo>
                  <a:lnTo>
                    <a:pt x="50385" y="95315"/>
                  </a:lnTo>
                  <a:lnTo>
                    <a:pt x="49846" y="95014"/>
                  </a:lnTo>
                  <a:lnTo>
                    <a:pt x="49258" y="94713"/>
                  </a:lnTo>
                  <a:lnTo>
                    <a:pt x="46954" y="93611"/>
                  </a:lnTo>
                  <a:lnTo>
                    <a:pt x="45631" y="93010"/>
                  </a:lnTo>
                  <a:lnTo>
                    <a:pt x="45288" y="92909"/>
                  </a:lnTo>
                  <a:lnTo>
                    <a:pt x="44945" y="92909"/>
                  </a:lnTo>
                  <a:lnTo>
                    <a:pt x="44700" y="92609"/>
                  </a:lnTo>
                  <a:lnTo>
                    <a:pt x="44504" y="92559"/>
                  </a:lnTo>
                  <a:lnTo>
                    <a:pt x="44308" y="92358"/>
                  </a:lnTo>
                  <a:lnTo>
                    <a:pt x="43867" y="92158"/>
                  </a:lnTo>
                  <a:lnTo>
                    <a:pt x="43082" y="91807"/>
                  </a:lnTo>
                  <a:lnTo>
                    <a:pt x="42347" y="91456"/>
                  </a:lnTo>
                  <a:lnTo>
                    <a:pt x="41661" y="91206"/>
                  </a:lnTo>
                  <a:lnTo>
                    <a:pt x="41024" y="90855"/>
                  </a:lnTo>
                  <a:lnTo>
                    <a:pt x="40191" y="90354"/>
                  </a:lnTo>
                  <a:lnTo>
                    <a:pt x="39504" y="90053"/>
                  </a:lnTo>
                  <a:lnTo>
                    <a:pt x="38279" y="89201"/>
                  </a:lnTo>
                  <a:lnTo>
                    <a:pt x="37152" y="88650"/>
                  </a:lnTo>
                  <a:lnTo>
                    <a:pt x="36171" y="88199"/>
                  </a:lnTo>
                  <a:lnTo>
                    <a:pt x="35191" y="87497"/>
                  </a:lnTo>
                  <a:lnTo>
                    <a:pt x="33182" y="86545"/>
                  </a:lnTo>
                  <a:lnTo>
                    <a:pt x="31515" y="85392"/>
                  </a:lnTo>
                  <a:lnTo>
                    <a:pt x="29555" y="84541"/>
                  </a:lnTo>
                  <a:lnTo>
                    <a:pt x="27937" y="83187"/>
                  </a:lnTo>
                  <a:lnTo>
                    <a:pt x="26418" y="82285"/>
                  </a:lnTo>
                  <a:lnTo>
                    <a:pt x="24996" y="81784"/>
                  </a:lnTo>
                  <a:lnTo>
                    <a:pt x="24212" y="81383"/>
                  </a:lnTo>
                  <a:lnTo>
                    <a:pt x="24016" y="81333"/>
                  </a:lnTo>
                  <a:lnTo>
                    <a:pt x="22693" y="81033"/>
                  </a:lnTo>
                  <a:lnTo>
                    <a:pt x="21614" y="80582"/>
                  </a:lnTo>
                  <a:lnTo>
                    <a:pt x="20977" y="80231"/>
                  </a:lnTo>
                  <a:lnTo>
                    <a:pt x="20144" y="79629"/>
                  </a:lnTo>
                  <a:lnTo>
                    <a:pt x="19311" y="79279"/>
                  </a:lnTo>
                  <a:lnTo>
                    <a:pt x="18380" y="78928"/>
                  </a:lnTo>
                  <a:lnTo>
                    <a:pt x="17938" y="78878"/>
                  </a:lnTo>
                  <a:lnTo>
                    <a:pt x="17693" y="78577"/>
                  </a:lnTo>
                  <a:lnTo>
                    <a:pt x="17252" y="78427"/>
                  </a:lnTo>
                  <a:lnTo>
                    <a:pt x="16811" y="78276"/>
                  </a:lnTo>
                  <a:lnTo>
                    <a:pt x="16517" y="77976"/>
                  </a:lnTo>
                  <a:lnTo>
                    <a:pt x="15733" y="77675"/>
                  </a:lnTo>
                  <a:lnTo>
                    <a:pt x="15096" y="77274"/>
                  </a:lnTo>
                  <a:lnTo>
                    <a:pt x="14409" y="76823"/>
                  </a:lnTo>
                  <a:lnTo>
                    <a:pt x="13772" y="76322"/>
                  </a:lnTo>
                  <a:lnTo>
                    <a:pt x="13331" y="76172"/>
                  </a:lnTo>
                  <a:lnTo>
                    <a:pt x="12645" y="75921"/>
                  </a:lnTo>
                  <a:lnTo>
                    <a:pt x="11959" y="75420"/>
                  </a:lnTo>
                  <a:lnTo>
                    <a:pt x="11273" y="75019"/>
                  </a:lnTo>
                  <a:lnTo>
                    <a:pt x="10537" y="74668"/>
                  </a:lnTo>
                  <a:lnTo>
                    <a:pt x="9802" y="74117"/>
                  </a:lnTo>
                  <a:lnTo>
                    <a:pt x="8871" y="73866"/>
                  </a:lnTo>
                  <a:lnTo>
                    <a:pt x="8038" y="73315"/>
                  </a:lnTo>
                  <a:lnTo>
                    <a:pt x="7303" y="72914"/>
                  </a:lnTo>
                  <a:lnTo>
                    <a:pt x="6469" y="72513"/>
                  </a:lnTo>
                  <a:lnTo>
                    <a:pt x="5783" y="72112"/>
                  </a:lnTo>
                  <a:lnTo>
                    <a:pt x="5146" y="71862"/>
                  </a:lnTo>
                  <a:lnTo>
                    <a:pt x="4509" y="71511"/>
                  </a:lnTo>
                  <a:lnTo>
                    <a:pt x="2548" y="70358"/>
                  </a:lnTo>
                  <a:lnTo>
                    <a:pt x="1029" y="69507"/>
                  </a:lnTo>
                  <a:lnTo>
                    <a:pt x="245" y="69206"/>
                  </a:lnTo>
                  <a:lnTo>
                    <a:pt x="0" y="68454"/>
                  </a:lnTo>
                  <a:lnTo>
                    <a:pt x="1078" y="65999"/>
                  </a:lnTo>
                  <a:lnTo>
                    <a:pt x="3381" y="61338"/>
                  </a:lnTo>
                  <a:lnTo>
                    <a:pt x="3577" y="60887"/>
                  </a:lnTo>
                  <a:lnTo>
                    <a:pt x="3872" y="60286"/>
                  </a:lnTo>
                  <a:lnTo>
                    <a:pt x="3970" y="59985"/>
                  </a:lnTo>
                  <a:lnTo>
                    <a:pt x="4705" y="57479"/>
                  </a:lnTo>
                  <a:lnTo>
                    <a:pt x="5146" y="56377"/>
                  </a:lnTo>
                  <a:lnTo>
                    <a:pt x="5440" y="55475"/>
                  </a:lnTo>
                  <a:lnTo>
                    <a:pt x="6224" y="53320"/>
                  </a:lnTo>
                  <a:lnTo>
                    <a:pt x="6861" y="51616"/>
                  </a:lnTo>
                  <a:lnTo>
                    <a:pt x="6910" y="51466"/>
                  </a:lnTo>
                  <a:lnTo>
                    <a:pt x="7106" y="50814"/>
                  </a:lnTo>
                  <a:lnTo>
                    <a:pt x="7401" y="50113"/>
                  </a:lnTo>
                  <a:lnTo>
                    <a:pt x="9214" y="45001"/>
                  </a:lnTo>
                  <a:lnTo>
                    <a:pt x="10929" y="40341"/>
                  </a:lnTo>
                  <a:lnTo>
                    <a:pt x="11028" y="40090"/>
                  </a:lnTo>
                  <a:lnTo>
                    <a:pt x="12841" y="34928"/>
                  </a:lnTo>
                  <a:lnTo>
                    <a:pt x="13576" y="32924"/>
                  </a:lnTo>
                  <a:lnTo>
                    <a:pt x="14606" y="29967"/>
                  </a:lnTo>
                  <a:lnTo>
                    <a:pt x="14851" y="29316"/>
                  </a:lnTo>
                  <a:lnTo>
                    <a:pt x="15145" y="28464"/>
                  </a:lnTo>
                  <a:lnTo>
                    <a:pt x="15194" y="28313"/>
                  </a:lnTo>
                  <a:lnTo>
                    <a:pt x="16272" y="25307"/>
                  </a:lnTo>
                  <a:lnTo>
                    <a:pt x="21222" y="26960"/>
                  </a:lnTo>
                  <a:lnTo>
                    <a:pt x="22889" y="21999"/>
                  </a:lnTo>
                  <a:lnTo>
                    <a:pt x="22007" y="21648"/>
                  </a:lnTo>
                  <a:lnTo>
                    <a:pt x="21369" y="21398"/>
                  </a:lnTo>
                  <a:lnTo>
                    <a:pt x="19409" y="20596"/>
                  </a:lnTo>
                  <a:lnTo>
                    <a:pt x="19115" y="20496"/>
                  </a:lnTo>
                  <a:lnTo>
                    <a:pt x="17448" y="19794"/>
                  </a:lnTo>
                  <a:lnTo>
                    <a:pt x="18331" y="17990"/>
                  </a:lnTo>
                  <a:lnTo>
                    <a:pt x="19507" y="15685"/>
                  </a:lnTo>
                  <a:lnTo>
                    <a:pt x="19801" y="15084"/>
                  </a:lnTo>
                  <a:lnTo>
                    <a:pt x="20438" y="13781"/>
                  </a:lnTo>
                  <a:lnTo>
                    <a:pt x="21516" y="11626"/>
                  </a:lnTo>
                  <a:lnTo>
                    <a:pt x="22105" y="10674"/>
                  </a:lnTo>
                  <a:lnTo>
                    <a:pt x="23869" y="11375"/>
                  </a:lnTo>
                  <a:lnTo>
                    <a:pt x="27251" y="5813"/>
                  </a:lnTo>
                  <a:lnTo>
                    <a:pt x="27349" y="5662"/>
                  </a:lnTo>
                  <a:lnTo>
                    <a:pt x="27888" y="4810"/>
                  </a:lnTo>
                  <a:lnTo>
                    <a:pt x="28182" y="4259"/>
                  </a:lnTo>
                  <a:lnTo>
                    <a:pt x="29408" y="2255"/>
                  </a:lnTo>
                  <a:lnTo>
                    <a:pt x="30143" y="1102"/>
                  </a:lnTo>
                  <a:lnTo>
                    <a:pt x="30192" y="952"/>
                  </a:lnTo>
                  <a:lnTo>
                    <a:pt x="310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525215" y="4166865"/>
              <a:ext cx="268250" cy="186972"/>
            </a:xfrm>
            <a:custGeom>
              <a:avLst/>
              <a:pathLst>
                <a:path w="268250" h="186972">
                  <a:moveTo>
                    <a:pt x="140913" y="2154"/>
                  </a:moveTo>
                  <a:lnTo>
                    <a:pt x="140815" y="5011"/>
                  </a:lnTo>
                  <a:lnTo>
                    <a:pt x="140864" y="8519"/>
                  </a:lnTo>
                  <a:lnTo>
                    <a:pt x="140864" y="11626"/>
                  </a:lnTo>
                  <a:lnTo>
                    <a:pt x="140913" y="13029"/>
                  </a:lnTo>
                  <a:lnTo>
                    <a:pt x="141060" y="14332"/>
                  </a:lnTo>
                  <a:lnTo>
                    <a:pt x="141207" y="15284"/>
                  </a:lnTo>
                  <a:lnTo>
                    <a:pt x="141256" y="15585"/>
                  </a:lnTo>
                  <a:lnTo>
                    <a:pt x="141354" y="16136"/>
                  </a:lnTo>
                  <a:lnTo>
                    <a:pt x="141599" y="16938"/>
                  </a:lnTo>
                  <a:lnTo>
                    <a:pt x="141991" y="17990"/>
                  </a:lnTo>
                  <a:lnTo>
                    <a:pt x="142678" y="19894"/>
                  </a:lnTo>
                  <a:lnTo>
                    <a:pt x="142923" y="20646"/>
                  </a:lnTo>
                  <a:lnTo>
                    <a:pt x="144638" y="24705"/>
                  </a:lnTo>
                  <a:lnTo>
                    <a:pt x="145128" y="26159"/>
                  </a:lnTo>
                  <a:lnTo>
                    <a:pt x="145422" y="27662"/>
                  </a:lnTo>
                  <a:lnTo>
                    <a:pt x="145667" y="28915"/>
                  </a:lnTo>
                  <a:lnTo>
                    <a:pt x="146060" y="32323"/>
                  </a:lnTo>
                  <a:lnTo>
                    <a:pt x="146648" y="37434"/>
                  </a:lnTo>
                  <a:lnTo>
                    <a:pt x="146648" y="37584"/>
                  </a:lnTo>
                  <a:lnTo>
                    <a:pt x="146746" y="38537"/>
                  </a:lnTo>
                  <a:lnTo>
                    <a:pt x="146844" y="40140"/>
                  </a:lnTo>
                  <a:lnTo>
                    <a:pt x="147138" y="42546"/>
                  </a:lnTo>
                  <a:lnTo>
                    <a:pt x="147530" y="47557"/>
                  </a:lnTo>
                  <a:lnTo>
                    <a:pt x="147579" y="47958"/>
                  </a:lnTo>
                  <a:lnTo>
                    <a:pt x="147628" y="49161"/>
                  </a:lnTo>
                  <a:lnTo>
                    <a:pt x="147677" y="50915"/>
                  </a:lnTo>
                  <a:lnTo>
                    <a:pt x="147677" y="52117"/>
                  </a:lnTo>
                  <a:lnTo>
                    <a:pt x="147726" y="53420"/>
                  </a:lnTo>
                  <a:lnTo>
                    <a:pt x="147726" y="54473"/>
                  </a:lnTo>
                  <a:lnTo>
                    <a:pt x="147677" y="55725"/>
                  </a:lnTo>
                  <a:lnTo>
                    <a:pt x="147579" y="57630"/>
                  </a:lnTo>
                  <a:lnTo>
                    <a:pt x="147481" y="59584"/>
                  </a:lnTo>
                  <a:lnTo>
                    <a:pt x="147040" y="65497"/>
                  </a:lnTo>
                  <a:lnTo>
                    <a:pt x="146844" y="68053"/>
                  </a:lnTo>
                  <a:lnTo>
                    <a:pt x="146746" y="69306"/>
                  </a:lnTo>
                  <a:lnTo>
                    <a:pt x="146599" y="70960"/>
                  </a:lnTo>
                  <a:lnTo>
                    <a:pt x="146648" y="72163"/>
                  </a:lnTo>
                  <a:lnTo>
                    <a:pt x="146697" y="73365"/>
                  </a:lnTo>
                  <a:lnTo>
                    <a:pt x="146795" y="74518"/>
                  </a:lnTo>
                  <a:lnTo>
                    <a:pt x="146795" y="74718"/>
                  </a:lnTo>
                  <a:lnTo>
                    <a:pt x="147040" y="76172"/>
                  </a:lnTo>
                  <a:lnTo>
                    <a:pt x="147285" y="77424"/>
                  </a:lnTo>
                  <a:lnTo>
                    <a:pt x="147383" y="78026"/>
                  </a:lnTo>
                  <a:lnTo>
                    <a:pt x="147579" y="78878"/>
                  </a:lnTo>
                  <a:lnTo>
                    <a:pt x="147922" y="81083"/>
                  </a:lnTo>
                  <a:lnTo>
                    <a:pt x="148118" y="81734"/>
                  </a:lnTo>
                  <a:lnTo>
                    <a:pt x="149147" y="81734"/>
                  </a:lnTo>
                  <a:lnTo>
                    <a:pt x="149441" y="81734"/>
                  </a:lnTo>
                  <a:lnTo>
                    <a:pt x="150226" y="81784"/>
                  </a:lnTo>
                  <a:lnTo>
                    <a:pt x="150863" y="81784"/>
                  </a:lnTo>
                  <a:lnTo>
                    <a:pt x="151696" y="81834"/>
                  </a:lnTo>
                  <a:lnTo>
                    <a:pt x="152333" y="82035"/>
                  </a:lnTo>
                  <a:lnTo>
                    <a:pt x="153117" y="82336"/>
                  </a:lnTo>
                  <a:lnTo>
                    <a:pt x="154147" y="83087"/>
                  </a:lnTo>
                  <a:lnTo>
                    <a:pt x="155568" y="84089"/>
                  </a:lnTo>
                  <a:lnTo>
                    <a:pt x="156401" y="84691"/>
                  </a:lnTo>
                  <a:lnTo>
                    <a:pt x="156842" y="84992"/>
                  </a:lnTo>
                  <a:lnTo>
                    <a:pt x="160469" y="84691"/>
                  </a:lnTo>
                  <a:lnTo>
                    <a:pt x="165714" y="84340"/>
                  </a:lnTo>
                  <a:lnTo>
                    <a:pt x="170713" y="83989"/>
                  </a:lnTo>
                  <a:lnTo>
                    <a:pt x="171252" y="83939"/>
                  </a:lnTo>
                  <a:lnTo>
                    <a:pt x="180908" y="83388"/>
                  </a:lnTo>
                  <a:lnTo>
                    <a:pt x="181496" y="83338"/>
                  </a:lnTo>
                  <a:lnTo>
                    <a:pt x="185123" y="83087"/>
                  </a:lnTo>
                  <a:lnTo>
                    <a:pt x="185711" y="83037"/>
                  </a:lnTo>
                  <a:lnTo>
                    <a:pt x="185711" y="88750"/>
                  </a:lnTo>
                  <a:lnTo>
                    <a:pt x="186447" y="88750"/>
                  </a:lnTo>
                  <a:lnTo>
                    <a:pt x="188358" y="88700"/>
                  </a:lnTo>
                  <a:lnTo>
                    <a:pt x="190466" y="88700"/>
                  </a:lnTo>
                  <a:lnTo>
                    <a:pt x="190319" y="82736"/>
                  </a:lnTo>
                  <a:lnTo>
                    <a:pt x="196690" y="82586"/>
                  </a:lnTo>
                  <a:lnTo>
                    <a:pt x="203013" y="82436"/>
                  </a:lnTo>
                  <a:lnTo>
                    <a:pt x="203356" y="82436"/>
                  </a:lnTo>
                  <a:lnTo>
                    <a:pt x="207424" y="82386"/>
                  </a:lnTo>
                  <a:lnTo>
                    <a:pt x="207326" y="79730"/>
                  </a:lnTo>
                  <a:lnTo>
                    <a:pt x="210414" y="79579"/>
                  </a:lnTo>
                  <a:lnTo>
                    <a:pt x="210365" y="77725"/>
                  </a:lnTo>
                  <a:lnTo>
                    <a:pt x="210365" y="77274"/>
                  </a:lnTo>
                  <a:lnTo>
                    <a:pt x="210365" y="75971"/>
                  </a:lnTo>
                  <a:lnTo>
                    <a:pt x="210414" y="75069"/>
                  </a:lnTo>
                  <a:lnTo>
                    <a:pt x="210512" y="74418"/>
                  </a:lnTo>
                  <a:lnTo>
                    <a:pt x="210561" y="74217"/>
                  </a:lnTo>
                  <a:lnTo>
                    <a:pt x="211296" y="73566"/>
                  </a:lnTo>
                  <a:lnTo>
                    <a:pt x="211688" y="73315"/>
                  </a:lnTo>
                  <a:lnTo>
                    <a:pt x="212081" y="73065"/>
                  </a:lnTo>
                  <a:lnTo>
                    <a:pt x="213600" y="72012"/>
                  </a:lnTo>
                  <a:lnTo>
                    <a:pt x="216884" y="69857"/>
                  </a:lnTo>
                  <a:lnTo>
                    <a:pt x="217227" y="69657"/>
                  </a:lnTo>
                  <a:lnTo>
                    <a:pt x="218550" y="68805"/>
                  </a:lnTo>
                  <a:lnTo>
                    <a:pt x="218942" y="68554"/>
                  </a:lnTo>
                  <a:lnTo>
                    <a:pt x="219237" y="68354"/>
                  </a:lnTo>
                  <a:lnTo>
                    <a:pt x="219580" y="68103"/>
                  </a:lnTo>
                  <a:lnTo>
                    <a:pt x="221001" y="67201"/>
                  </a:lnTo>
                  <a:lnTo>
                    <a:pt x="222030" y="66500"/>
                  </a:lnTo>
                  <a:lnTo>
                    <a:pt x="224383" y="64946"/>
                  </a:lnTo>
                  <a:lnTo>
                    <a:pt x="224873" y="64646"/>
                  </a:lnTo>
                  <a:lnTo>
                    <a:pt x="225314" y="64345"/>
                  </a:lnTo>
                  <a:lnTo>
                    <a:pt x="225657" y="64094"/>
                  </a:lnTo>
                  <a:lnTo>
                    <a:pt x="226000" y="64595"/>
                  </a:lnTo>
                  <a:lnTo>
                    <a:pt x="227422" y="66851"/>
                  </a:lnTo>
                  <a:lnTo>
                    <a:pt x="228304" y="68254"/>
                  </a:lnTo>
                  <a:lnTo>
                    <a:pt x="229039" y="69406"/>
                  </a:lnTo>
                  <a:lnTo>
                    <a:pt x="230167" y="71160"/>
                  </a:lnTo>
                  <a:lnTo>
                    <a:pt x="230412" y="71561"/>
                  </a:lnTo>
                  <a:lnTo>
                    <a:pt x="230608" y="71862"/>
                  </a:lnTo>
                  <a:lnTo>
                    <a:pt x="231196" y="72714"/>
                  </a:lnTo>
                  <a:lnTo>
                    <a:pt x="232519" y="74668"/>
                  </a:lnTo>
                  <a:lnTo>
                    <a:pt x="233156" y="75670"/>
                  </a:lnTo>
                  <a:lnTo>
                    <a:pt x="234627" y="77875"/>
                  </a:lnTo>
                  <a:lnTo>
                    <a:pt x="236783" y="81083"/>
                  </a:lnTo>
                  <a:lnTo>
                    <a:pt x="236979" y="81383"/>
                  </a:lnTo>
                  <a:lnTo>
                    <a:pt x="237224" y="81684"/>
                  </a:lnTo>
                  <a:lnTo>
                    <a:pt x="238597" y="83739"/>
                  </a:lnTo>
                  <a:lnTo>
                    <a:pt x="238989" y="84340"/>
                  </a:lnTo>
                  <a:lnTo>
                    <a:pt x="240802" y="87046"/>
                  </a:lnTo>
                  <a:lnTo>
                    <a:pt x="241146" y="87597"/>
                  </a:lnTo>
                  <a:lnTo>
                    <a:pt x="243743" y="91456"/>
                  </a:lnTo>
                  <a:lnTo>
                    <a:pt x="244920" y="93210"/>
                  </a:lnTo>
                  <a:lnTo>
                    <a:pt x="247125" y="96518"/>
                  </a:lnTo>
                  <a:lnTo>
                    <a:pt x="247321" y="96768"/>
                  </a:lnTo>
                  <a:lnTo>
                    <a:pt x="248154" y="98071"/>
                  </a:lnTo>
                  <a:lnTo>
                    <a:pt x="250703" y="101980"/>
                  </a:lnTo>
                  <a:lnTo>
                    <a:pt x="252223" y="104385"/>
                  </a:lnTo>
                  <a:lnTo>
                    <a:pt x="257761" y="112754"/>
                  </a:lnTo>
                  <a:lnTo>
                    <a:pt x="259428" y="115310"/>
                  </a:lnTo>
                  <a:lnTo>
                    <a:pt x="259967" y="116162"/>
                  </a:lnTo>
                  <a:lnTo>
                    <a:pt x="260849" y="117465"/>
                  </a:lnTo>
                  <a:lnTo>
                    <a:pt x="261290" y="118166"/>
                  </a:lnTo>
                  <a:lnTo>
                    <a:pt x="263888" y="121875"/>
                  </a:lnTo>
                  <a:lnTo>
                    <a:pt x="265162" y="123679"/>
                  </a:lnTo>
                  <a:lnTo>
                    <a:pt x="266584" y="125683"/>
                  </a:lnTo>
                  <a:lnTo>
                    <a:pt x="266927" y="126185"/>
                  </a:lnTo>
                  <a:lnTo>
                    <a:pt x="267466" y="127087"/>
                  </a:lnTo>
                  <a:lnTo>
                    <a:pt x="268054" y="127989"/>
                  </a:lnTo>
                  <a:lnTo>
                    <a:pt x="268250" y="128289"/>
                  </a:lnTo>
                  <a:lnTo>
                    <a:pt x="268054" y="128490"/>
                  </a:lnTo>
                  <a:lnTo>
                    <a:pt x="267858" y="128740"/>
                  </a:lnTo>
                  <a:lnTo>
                    <a:pt x="267711" y="128941"/>
                  </a:lnTo>
                  <a:lnTo>
                    <a:pt x="267564" y="129242"/>
                  </a:lnTo>
                  <a:lnTo>
                    <a:pt x="267466" y="129492"/>
                  </a:lnTo>
                  <a:lnTo>
                    <a:pt x="267417" y="129793"/>
                  </a:lnTo>
                  <a:lnTo>
                    <a:pt x="267368" y="130043"/>
                  </a:lnTo>
                  <a:lnTo>
                    <a:pt x="267319" y="130344"/>
                  </a:lnTo>
                  <a:lnTo>
                    <a:pt x="267172" y="130344"/>
                  </a:lnTo>
                  <a:lnTo>
                    <a:pt x="266829" y="130294"/>
                  </a:lnTo>
                  <a:lnTo>
                    <a:pt x="266633" y="130294"/>
                  </a:lnTo>
                  <a:lnTo>
                    <a:pt x="265162" y="130043"/>
                  </a:lnTo>
                  <a:lnTo>
                    <a:pt x="264966" y="130043"/>
                  </a:lnTo>
                  <a:lnTo>
                    <a:pt x="264280" y="129943"/>
                  </a:lnTo>
                  <a:lnTo>
                    <a:pt x="263006" y="129743"/>
                  </a:lnTo>
                  <a:lnTo>
                    <a:pt x="262123" y="129592"/>
                  </a:lnTo>
                  <a:lnTo>
                    <a:pt x="260114" y="129342"/>
                  </a:lnTo>
                  <a:lnTo>
                    <a:pt x="259673" y="129242"/>
                  </a:lnTo>
                  <a:lnTo>
                    <a:pt x="259231" y="129191"/>
                  </a:lnTo>
                  <a:lnTo>
                    <a:pt x="258349" y="128991"/>
                  </a:lnTo>
                  <a:lnTo>
                    <a:pt x="257859" y="128941"/>
                  </a:lnTo>
                  <a:lnTo>
                    <a:pt x="257320" y="128841"/>
                  </a:lnTo>
                  <a:lnTo>
                    <a:pt x="256830" y="128740"/>
                  </a:lnTo>
                  <a:lnTo>
                    <a:pt x="256585" y="128690"/>
                  </a:lnTo>
                  <a:lnTo>
                    <a:pt x="255948" y="128590"/>
                  </a:lnTo>
                  <a:lnTo>
                    <a:pt x="255654" y="128540"/>
                  </a:lnTo>
                  <a:lnTo>
                    <a:pt x="254281" y="128339"/>
                  </a:lnTo>
                  <a:lnTo>
                    <a:pt x="252615" y="128039"/>
                  </a:lnTo>
                  <a:lnTo>
                    <a:pt x="252076" y="127939"/>
                  </a:lnTo>
                  <a:lnTo>
                    <a:pt x="251242" y="127788"/>
                  </a:lnTo>
                  <a:lnTo>
                    <a:pt x="250752" y="127738"/>
                  </a:lnTo>
                  <a:lnTo>
                    <a:pt x="249919" y="127588"/>
                  </a:lnTo>
                  <a:lnTo>
                    <a:pt x="249772" y="127588"/>
                  </a:lnTo>
                  <a:lnTo>
                    <a:pt x="249135" y="127488"/>
                  </a:lnTo>
                  <a:lnTo>
                    <a:pt x="247762" y="127237"/>
                  </a:lnTo>
                  <a:lnTo>
                    <a:pt x="247566" y="127237"/>
                  </a:lnTo>
                  <a:lnTo>
                    <a:pt x="247321" y="127187"/>
                  </a:lnTo>
                  <a:lnTo>
                    <a:pt x="246978" y="127137"/>
                  </a:lnTo>
                  <a:lnTo>
                    <a:pt x="245312" y="126886"/>
                  </a:lnTo>
                  <a:lnTo>
                    <a:pt x="244184" y="126686"/>
                  </a:lnTo>
                  <a:lnTo>
                    <a:pt x="242910" y="126485"/>
                  </a:lnTo>
                  <a:lnTo>
                    <a:pt x="242714" y="126435"/>
                  </a:lnTo>
                  <a:lnTo>
                    <a:pt x="241832" y="126335"/>
                  </a:lnTo>
                  <a:lnTo>
                    <a:pt x="239969" y="126034"/>
                  </a:lnTo>
                  <a:lnTo>
                    <a:pt x="238940" y="125884"/>
                  </a:lnTo>
                  <a:lnTo>
                    <a:pt x="238156" y="125734"/>
                  </a:lnTo>
                  <a:lnTo>
                    <a:pt x="237666" y="125683"/>
                  </a:lnTo>
                  <a:lnTo>
                    <a:pt x="237470" y="125633"/>
                  </a:lnTo>
                  <a:lnTo>
                    <a:pt x="237077" y="125583"/>
                  </a:lnTo>
                  <a:lnTo>
                    <a:pt x="235999" y="125433"/>
                  </a:lnTo>
                  <a:lnTo>
                    <a:pt x="231735" y="124731"/>
                  </a:lnTo>
                  <a:lnTo>
                    <a:pt x="231147" y="124631"/>
                  </a:lnTo>
                  <a:lnTo>
                    <a:pt x="230363" y="124531"/>
                  </a:lnTo>
                  <a:lnTo>
                    <a:pt x="230069" y="124481"/>
                  </a:lnTo>
                  <a:lnTo>
                    <a:pt x="228941" y="124330"/>
                  </a:lnTo>
                  <a:lnTo>
                    <a:pt x="228549" y="124280"/>
                  </a:lnTo>
                  <a:lnTo>
                    <a:pt x="228402" y="124280"/>
                  </a:lnTo>
                  <a:lnTo>
                    <a:pt x="228255" y="124230"/>
                  </a:lnTo>
                  <a:lnTo>
                    <a:pt x="227961" y="126435"/>
                  </a:lnTo>
                  <a:lnTo>
                    <a:pt x="227961" y="126936"/>
                  </a:lnTo>
                  <a:lnTo>
                    <a:pt x="228255" y="129893"/>
                  </a:lnTo>
                  <a:lnTo>
                    <a:pt x="228353" y="131246"/>
                  </a:lnTo>
                  <a:lnTo>
                    <a:pt x="228500" y="132649"/>
                  </a:lnTo>
                  <a:lnTo>
                    <a:pt x="228696" y="135606"/>
                  </a:lnTo>
                  <a:lnTo>
                    <a:pt x="227716" y="135756"/>
                  </a:lnTo>
                  <a:lnTo>
                    <a:pt x="224824" y="136007"/>
                  </a:lnTo>
                  <a:lnTo>
                    <a:pt x="224383" y="136057"/>
                  </a:lnTo>
                  <a:lnTo>
                    <a:pt x="224187" y="136057"/>
                  </a:lnTo>
                  <a:lnTo>
                    <a:pt x="223795" y="136107"/>
                  </a:lnTo>
                  <a:lnTo>
                    <a:pt x="223501" y="136107"/>
                  </a:lnTo>
                  <a:lnTo>
                    <a:pt x="223011" y="136157"/>
                  </a:lnTo>
                  <a:lnTo>
                    <a:pt x="221099" y="136358"/>
                  </a:lnTo>
                  <a:lnTo>
                    <a:pt x="219727" y="136458"/>
                  </a:lnTo>
                  <a:lnTo>
                    <a:pt x="217472" y="136057"/>
                  </a:lnTo>
                  <a:lnTo>
                    <a:pt x="217178" y="137560"/>
                  </a:lnTo>
                  <a:lnTo>
                    <a:pt x="216982" y="138512"/>
                  </a:lnTo>
                  <a:lnTo>
                    <a:pt x="216737" y="138462"/>
                  </a:lnTo>
                  <a:lnTo>
                    <a:pt x="216149" y="138362"/>
                  </a:lnTo>
                  <a:lnTo>
                    <a:pt x="215757" y="138262"/>
                  </a:lnTo>
                  <a:lnTo>
                    <a:pt x="215512" y="138212"/>
                  </a:lnTo>
                  <a:lnTo>
                    <a:pt x="214090" y="137861"/>
                  </a:lnTo>
                  <a:lnTo>
                    <a:pt x="213845" y="138863"/>
                  </a:lnTo>
                  <a:lnTo>
                    <a:pt x="213796" y="139164"/>
                  </a:lnTo>
                  <a:lnTo>
                    <a:pt x="213747" y="139314"/>
                  </a:lnTo>
                  <a:lnTo>
                    <a:pt x="213698" y="139565"/>
                  </a:lnTo>
                  <a:lnTo>
                    <a:pt x="213551" y="140116"/>
                  </a:lnTo>
                  <a:lnTo>
                    <a:pt x="212865" y="140868"/>
                  </a:lnTo>
                  <a:lnTo>
                    <a:pt x="212669" y="141118"/>
                  </a:lnTo>
                  <a:lnTo>
                    <a:pt x="211885" y="141920"/>
                  </a:lnTo>
                  <a:lnTo>
                    <a:pt x="211443" y="142271"/>
                  </a:lnTo>
                  <a:lnTo>
                    <a:pt x="211100" y="141619"/>
                  </a:lnTo>
                  <a:lnTo>
                    <a:pt x="211051" y="141469"/>
                  </a:lnTo>
                  <a:lnTo>
                    <a:pt x="210806" y="140968"/>
                  </a:lnTo>
                  <a:lnTo>
                    <a:pt x="210708" y="140717"/>
                  </a:lnTo>
                  <a:lnTo>
                    <a:pt x="210561" y="140467"/>
                  </a:lnTo>
                  <a:lnTo>
                    <a:pt x="210855" y="138663"/>
                  </a:lnTo>
                  <a:lnTo>
                    <a:pt x="211051" y="137761"/>
                  </a:lnTo>
                  <a:lnTo>
                    <a:pt x="211149" y="137109"/>
                  </a:lnTo>
                  <a:lnTo>
                    <a:pt x="211149" y="136909"/>
                  </a:lnTo>
                  <a:lnTo>
                    <a:pt x="211051" y="136257"/>
                  </a:lnTo>
                  <a:lnTo>
                    <a:pt x="210953" y="135255"/>
                  </a:lnTo>
                  <a:lnTo>
                    <a:pt x="210659" y="135355"/>
                  </a:lnTo>
                  <a:lnTo>
                    <a:pt x="210169" y="135506"/>
                  </a:lnTo>
                  <a:lnTo>
                    <a:pt x="209777" y="135606"/>
                  </a:lnTo>
                  <a:lnTo>
                    <a:pt x="209581" y="135656"/>
                  </a:lnTo>
                  <a:lnTo>
                    <a:pt x="209091" y="135806"/>
                  </a:lnTo>
                  <a:lnTo>
                    <a:pt x="208944" y="135606"/>
                  </a:lnTo>
                  <a:lnTo>
                    <a:pt x="208601" y="134754"/>
                  </a:lnTo>
                  <a:lnTo>
                    <a:pt x="207816" y="133100"/>
                  </a:lnTo>
                  <a:lnTo>
                    <a:pt x="207571" y="133200"/>
                  </a:lnTo>
                  <a:lnTo>
                    <a:pt x="206542" y="133451"/>
                  </a:lnTo>
                  <a:lnTo>
                    <a:pt x="206297" y="133551"/>
                  </a:lnTo>
                  <a:lnTo>
                    <a:pt x="204729" y="133902"/>
                  </a:lnTo>
                  <a:lnTo>
                    <a:pt x="203356" y="134002"/>
                  </a:lnTo>
                  <a:lnTo>
                    <a:pt x="203209" y="134002"/>
                  </a:lnTo>
                  <a:lnTo>
                    <a:pt x="202915" y="134002"/>
                  </a:lnTo>
                  <a:lnTo>
                    <a:pt x="201053" y="133952"/>
                  </a:lnTo>
                  <a:lnTo>
                    <a:pt x="200709" y="133952"/>
                  </a:lnTo>
                  <a:lnTo>
                    <a:pt x="200366" y="133902"/>
                  </a:lnTo>
                  <a:lnTo>
                    <a:pt x="199778" y="133852"/>
                  </a:lnTo>
                  <a:lnTo>
                    <a:pt x="199239" y="133802"/>
                  </a:lnTo>
                  <a:lnTo>
                    <a:pt x="198749" y="133902"/>
                  </a:lnTo>
                  <a:lnTo>
                    <a:pt x="198700" y="134052"/>
                  </a:lnTo>
                  <a:lnTo>
                    <a:pt x="198161" y="135957"/>
                  </a:lnTo>
                  <a:lnTo>
                    <a:pt x="197328" y="137059"/>
                  </a:lnTo>
                  <a:lnTo>
                    <a:pt x="196788" y="136558"/>
                  </a:lnTo>
                  <a:lnTo>
                    <a:pt x="195955" y="135756"/>
                  </a:lnTo>
                  <a:lnTo>
                    <a:pt x="195906" y="135907"/>
                  </a:lnTo>
                  <a:lnTo>
                    <a:pt x="194632" y="138763"/>
                  </a:lnTo>
                  <a:lnTo>
                    <a:pt x="194289" y="138462"/>
                  </a:lnTo>
                  <a:lnTo>
                    <a:pt x="193357" y="137661"/>
                  </a:lnTo>
                  <a:lnTo>
                    <a:pt x="193063" y="137410"/>
                  </a:lnTo>
                  <a:lnTo>
                    <a:pt x="191887" y="136307"/>
                  </a:lnTo>
                  <a:lnTo>
                    <a:pt x="191103" y="135606"/>
                  </a:lnTo>
                  <a:lnTo>
                    <a:pt x="190417" y="136257"/>
                  </a:lnTo>
                  <a:lnTo>
                    <a:pt x="190270" y="136458"/>
                  </a:lnTo>
                  <a:lnTo>
                    <a:pt x="190221" y="136608"/>
                  </a:lnTo>
                  <a:lnTo>
                    <a:pt x="190172" y="136758"/>
                  </a:lnTo>
                  <a:lnTo>
                    <a:pt x="190172" y="137109"/>
                  </a:lnTo>
                  <a:lnTo>
                    <a:pt x="190172" y="137260"/>
                  </a:lnTo>
                  <a:lnTo>
                    <a:pt x="190172" y="137410"/>
                  </a:lnTo>
                  <a:lnTo>
                    <a:pt x="190123" y="137961"/>
                  </a:lnTo>
                  <a:lnTo>
                    <a:pt x="190123" y="138112"/>
                  </a:lnTo>
                  <a:lnTo>
                    <a:pt x="188211" y="138162"/>
                  </a:lnTo>
                  <a:lnTo>
                    <a:pt x="187525" y="138162"/>
                  </a:lnTo>
                  <a:lnTo>
                    <a:pt x="186839" y="138162"/>
                  </a:lnTo>
                  <a:lnTo>
                    <a:pt x="186839" y="138462"/>
                  </a:lnTo>
                  <a:lnTo>
                    <a:pt x="186839" y="139064"/>
                  </a:lnTo>
                  <a:lnTo>
                    <a:pt x="186888" y="139866"/>
                  </a:lnTo>
                  <a:lnTo>
                    <a:pt x="186888" y="140768"/>
                  </a:lnTo>
                  <a:lnTo>
                    <a:pt x="186937" y="142070"/>
                  </a:lnTo>
                  <a:lnTo>
                    <a:pt x="184731" y="142121"/>
                  </a:lnTo>
                  <a:lnTo>
                    <a:pt x="182967" y="142171"/>
                  </a:lnTo>
                  <a:lnTo>
                    <a:pt x="182133" y="142171"/>
                  </a:lnTo>
                  <a:lnTo>
                    <a:pt x="181202" y="142171"/>
                  </a:lnTo>
                  <a:lnTo>
                    <a:pt x="180516" y="140868"/>
                  </a:lnTo>
                  <a:lnTo>
                    <a:pt x="180418" y="140617"/>
                  </a:lnTo>
                  <a:lnTo>
                    <a:pt x="179683" y="139114"/>
                  </a:lnTo>
                  <a:lnTo>
                    <a:pt x="179438" y="138713"/>
                  </a:lnTo>
                  <a:lnTo>
                    <a:pt x="179046" y="139414"/>
                  </a:lnTo>
                  <a:lnTo>
                    <a:pt x="178310" y="140617"/>
                  </a:lnTo>
                  <a:lnTo>
                    <a:pt x="176595" y="143624"/>
                  </a:lnTo>
                  <a:lnTo>
                    <a:pt x="176056" y="144526"/>
                  </a:lnTo>
                  <a:lnTo>
                    <a:pt x="175321" y="145729"/>
                  </a:lnTo>
                  <a:lnTo>
                    <a:pt x="174830" y="146581"/>
                  </a:lnTo>
                  <a:lnTo>
                    <a:pt x="173654" y="148635"/>
                  </a:lnTo>
                  <a:lnTo>
                    <a:pt x="173262" y="149337"/>
                  </a:lnTo>
                  <a:lnTo>
                    <a:pt x="172968" y="149788"/>
                  </a:lnTo>
                  <a:lnTo>
                    <a:pt x="172135" y="151241"/>
                  </a:lnTo>
                  <a:lnTo>
                    <a:pt x="171645" y="152043"/>
                  </a:lnTo>
                  <a:lnTo>
                    <a:pt x="171546" y="152193"/>
                  </a:lnTo>
                  <a:lnTo>
                    <a:pt x="171350" y="152544"/>
                  </a:lnTo>
                  <a:lnTo>
                    <a:pt x="171252" y="152745"/>
                  </a:lnTo>
                  <a:lnTo>
                    <a:pt x="171105" y="152945"/>
                  </a:lnTo>
                  <a:lnTo>
                    <a:pt x="171007" y="153146"/>
                  </a:lnTo>
                  <a:lnTo>
                    <a:pt x="170909" y="153296"/>
                  </a:lnTo>
                  <a:lnTo>
                    <a:pt x="170713" y="153597"/>
                  </a:lnTo>
                  <a:lnTo>
                    <a:pt x="169586" y="155300"/>
                  </a:lnTo>
                  <a:lnTo>
                    <a:pt x="168949" y="156253"/>
                  </a:lnTo>
                  <a:lnTo>
                    <a:pt x="168802" y="156453"/>
                  </a:lnTo>
                  <a:lnTo>
                    <a:pt x="168361" y="156854"/>
                  </a:lnTo>
                  <a:lnTo>
                    <a:pt x="167233" y="157956"/>
                  </a:lnTo>
                  <a:lnTo>
                    <a:pt x="166841" y="158407"/>
                  </a:lnTo>
                  <a:lnTo>
                    <a:pt x="165763" y="159109"/>
                  </a:lnTo>
                  <a:lnTo>
                    <a:pt x="165028" y="159560"/>
                  </a:lnTo>
                  <a:lnTo>
                    <a:pt x="164832" y="159660"/>
                  </a:lnTo>
                  <a:lnTo>
                    <a:pt x="164096" y="159961"/>
                  </a:lnTo>
                  <a:lnTo>
                    <a:pt x="163900" y="160011"/>
                  </a:lnTo>
                  <a:lnTo>
                    <a:pt x="163459" y="160211"/>
                  </a:lnTo>
                  <a:lnTo>
                    <a:pt x="162038" y="160713"/>
                  </a:lnTo>
                  <a:lnTo>
                    <a:pt x="161842" y="160763"/>
                  </a:lnTo>
                  <a:lnTo>
                    <a:pt x="161940" y="161013"/>
                  </a:lnTo>
                  <a:lnTo>
                    <a:pt x="162283" y="162016"/>
                  </a:lnTo>
                  <a:lnTo>
                    <a:pt x="161450" y="162467"/>
                  </a:lnTo>
                  <a:lnTo>
                    <a:pt x="159391" y="163719"/>
                  </a:lnTo>
                  <a:lnTo>
                    <a:pt x="158362" y="164221"/>
                  </a:lnTo>
                  <a:lnTo>
                    <a:pt x="158166" y="164321"/>
                  </a:lnTo>
                  <a:lnTo>
                    <a:pt x="156205" y="165223"/>
                  </a:lnTo>
                  <a:lnTo>
                    <a:pt x="155127" y="165523"/>
                  </a:lnTo>
                  <a:lnTo>
                    <a:pt x="154147" y="165774"/>
                  </a:lnTo>
                  <a:lnTo>
                    <a:pt x="153264" y="165975"/>
                  </a:lnTo>
                  <a:lnTo>
                    <a:pt x="152676" y="166125"/>
                  </a:lnTo>
                  <a:lnTo>
                    <a:pt x="151941" y="166375"/>
                  </a:lnTo>
                  <a:lnTo>
                    <a:pt x="151255" y="166726"/>
                  </a:lnTo>
                  <a:lnTo>
                    <a:pt x="150471" y="167127"/>
                  </a:lnTo>
                  <a:lnTo>
                    <a:pt x="150275" y="167227"/>
                  </a:lnTo>
                  <a:lnTo>
                    <a:pt x="150079" y="167328"/>
                  </a:lnTo>
                  <a:lnTo>
                    <a:pt x="149686" y="167578"/>
                  </a:lnTo>
                  <a:lnTo>
                    <a:pt x="149049" y="168230"/>
                  </a:lnTo>
                  <a:lnTo>
                    <a:pt x="148314" y="168931"/>
                  </a:lnTo>
                  <a:lnTo>
                    <a:pt x="148069" y="169232"/>
                  </a:lnTo>
                  <a:lnTo>
                    <a:pt x="147334" y="170134"/>
                  </a:lnTo>
                  <a:lnTo>
                    <a:pt x="147285" y="170284"/>
                  </a:lnTo>
                  <a:lnTo>
                    <a:pt x="146060" y="172489"/>
                  </a:lnTo>
                  <a:lnTo>
                    <a:pt x="145177" y="174093"/>
                  </a:lnTo>
                  <a:lnTo>
                    <a:pt x="144001" y="176147"/>
                  </a:lnTo>
                  <a:lnTo>
                    <a:pt x="143413" y="177250"/>
                  </a:lnTo>
                  <a:lnTo>
                    <a:pt x="143119" y="177551"/>
                  </a:lnTo>
                  <a:lnTo>
                    <a:pt x="142334" y="178503"/>
                  </a:lnTo>
                  <a:lnTo>
                    <a:pt x="141746" y="179054"/>
                  </a:lnTo>
                  <a:lnTo>
                    <a:pt x="141305" y="179405"/>
                  </a:lnTo>
                  <a:lnTo>
                    <a:pt x="140815" y="179906"/>
                  </a:lnTo>
                  <a:lnTo>
                    <a:pt x="140521" y="180207"/>
                  </a:lnTo>
                  <a:lnTo>
                    <a:pt x="140080" y="180608"/>
                  </a:lnTo>
                  <a:lnTo>
                    <a:pt x="139786" y="180958"/>
                  </a:lnTo>
                  <a:lnTo>
                    <a:pt x="139100" y="181810"/>
                  </a:lnTo>
                  <a:lnTo>
                    <a:pt x="138462" y="182762"/>
                  </a:lnTo>
                  <a:lnTo>
                    <a:pt x="138217" y="183264"/>
                  </a:lnTo>
                  <a:lnTo>
                    <a:pt x="137433" y="183664"/>
                  </a:lnTo>
                  <a:lnTo>
                    <a:pt x="136992" y="183915"/>
                  </a:lnTo>
                  <a:lnTo>
                    <a:pt x="136649" y="184166"/>
                  </a:lnTo>
                  <a:lnTo>
                    <a:pt x="136453" y="184316"/>
                  </a:lnTo>
                  <a:lnTo>
                    <a:pt x="135669" y="184717"/>
                  </a:lnTo>
                  <a:lnTo>
                    <a:pt x="133561" y="185619"/>
                  </a:lnTo>
                  <a:lnTo>
                    <a:pt x="131944" y="186320"/>
                  </a:lnTo>
                  <a:lnTo>
                    <a:pt x="130669" y="186872"/>
                  </a:lnTo>
                  <a:lnTo>
                    <a:pt x="130424" y="186972"/>
                  </a:lnTo>
                  <a:lnTo>
                    <a:pt x="130326" y="186822"/>
                  </a:lnTo>
                  <a:lnTo>
                    <a:pt x="131895" y="186120"/>
                  </a:lnTo>
                  <a:lnTo>
                    <a:pt x="135130" y="184717"/>
                  </a:lnTo>
                  <a:lnTo>
                    <a:pt x="135865" y="184266"/>
                  </a:lnTo>
                  <a:lnTo>
                    <a:pt x="135767" y="183614"/>
                  </a:lnTo>
                  <a:lnTo>
                    <a:pt x="135571" y="181961"/>
                  </a:lnTo>
                  <a:lnTo>
                    <a:pt x="135522" y="181259"/>
                  </a:lnTo>
                  <a:lnTo>
                    <a:pt x="135179" y="180808"/>
                  </a:lnTo>
                  <a:lnTo>
                    <a:pt x="135080" y="180507"/>
                  </a:lnTo>
                  <a:lnTo>
                    <a:pt x="134982" y="180357"/>
                  </a:lnTo>
                  <a:lnTo>
                    <a:pt x="134884" y="180157"/>
                  </a:lnTo>
                  <a:lnTo>
                    <a:pt x="134639" y="179806"/>
                  </a:lnTo>
                  <a:lnTo>
                    <a:pt x="134394" y="179355"/>
                  </a:lnTo>
                  <a:lnTo>
                    <a:pt x="134198" y="178954"/>
                  </a:lnTo>
                  <a:lnTo>
                    <a:pt x="134247" y="178553"/>
                  </a:lnTo>
                  <a:lnTo>
                    <a:pt x="134198" y="178403"/>
                  </a:lnTo>
                  <a:lnTo>
                    <a:pt x="133953" y="178302"/>
                  </a:lnTo>
                  <a:lnTo>
                    <a:pt x="133806" y="178052"/>
                  </a:lnTo>
                  <a:lnTo>
                    <a:pt x="133708" y="177851"/>
                  </a:lnTo>
                  <a:lnTo>
                    <a:pt x="133561" y="177551"/>
                  </a:lnTo>
                  <a:lnTo>
                    <a:pt x="133414" y="177050"/>
                  </a:lnTo>
                  <a:lnTo>
                    <a:pt x="133267" y="176749"/>
                  </a:lnTo>
                  <a:lnTo>
                    <a:pt x="133169" y="176398"/>
                  </a:lnTo>
                  <a:lnTo>
                    <a:pt x="133071" y="176047"/>
                  </a:lnTo>
                  <a:lnTo>
                    <a:pt x="132973" y="175696"/>
                  </a:lnTo>
                  <a:lnTo>
                    <a:pt x="132875" y="175296"/>
                  </a:lnTo>
                  <a:lnTo>
                    <a:pt x="132679" y="174895"/>
                  </a:lnTo>
                  <a:lnTo>
                    <a:pt x="132385" y="174444"/>
                  </a:lnTo>
                  <a:lnTo>
                    <a:pt x="131993" y="174394"/>
                  </a:lnTo>
                  <a:lnTo>
                    <a:pt x="131061" y="174494"/>
                  </a:lnTo>
                  <a:lnTo>
                    <a:pt x="131061" y="174093"/>
                  </a:lnTo>
                  <a:lnTo>
                    <a:pt x="132973" y="173642"/>
                  </a:lnTo>
                  <a:lnTo>
                    <a:pt x="133169" y="173542"/>
                  </a:lnTo>
                  <a:lnTo>
                    <a:pt x="133365" y="173542"/>
                  </a:lnTo>
                  <a:lnTo>
                    <a:pt x="133414" y="173391"/>
                  </a:lnTo>
                  <a:lnTo>
                    <a:pt x="133414" y="173241"/>
                  </a:lnTo>
                  <a:lnTo>
                    <a:pt x="133463" y="173091"/>
                  </a:lnTo>
                  <a:lnTo>
                    <a:pt x="133463" y="172890"/>
                  </a:lnTo>
                  <a:lnTo>
                    <a:pt x="133316" y="172640"/>
                  </a:lnTo>
                  <a:lnTo>
                    <a:pt x="133267" y="172389"/>
                  </a:lnTo>
                  <a:lnTo>
                    <a:pt x="133120" y="172138"/>
                  </a:lnTo>
                  <a:lnTo>
                    <a:pt x="133218" y="171938"/>
                  </a:lnTo>
                  <a:lnTo>
                    <a:pt x="133169" y="171738"/>
                  </a:lnTo>
                  <a:lnTo>
                    <a:pt x="132973" y="171537"/>
                  </a:lnTo>
                  <a:lnTo>
                    <a:pt x="132924" y="171387"/>
                  </a:lnTo>
                  <a:lnTo>
                    <a:pt x="132728" y="171086"/>
                  </a:lnTo>
                  <a:lnTo>
                    <a:pt x="132728" y="170685"/>
                  </a:lnTo>
                  <a:lnTo>
                    <a:pt x="132630" y="170284"/>
                  </a:lnTo>
                  <a:lnTo>
                    <a:pt x="132336" y="169933"/>
                  </a:lnTo>
                  <a:lnTo>
                    <a:pt x="132189" y="169683"/>
                  </a:lnTo>
                  <a:lnTo>
                    <a:pt x="132140" y="168931"/>
                  </a:lnTo>
                  <a:lnTo>
                    <a:pt x="131944" y="168380"/>
                  </a:lnTo>
                  <a:lnTo>
                    <a:pt x="131650" y="168029"/>
                  </a:lnTo>
                  <a:lnTo>
                    <a:pt x="131454" y="167628"/>
                  </a:lnTo>
                  <a:lnTo>
                    <a:pt x="131208" y="167378"/>
                  </a:lnTo>
                  <a:lnTo>
                    <a:pt x="131061" y="166977"/>
                  </a:lnTo>
                  <a:lnTo>
                    <a:pt x="130865" y="166877"/>
                  </a:lnTo>
                  <a:lnTo>
                    <a:pt x="130620" y="166526"/>
                  </a:lnTo>
                  <a:lnTo>
                    <a:pt x="130669" y="166075"/>
                  </a:lnTo>
                  <a:lnTo>
                    <a:pt x="130473" y="165574"/>
                  </a:lnTo>
                  <a:lnTo>
                    <a:pt x="130130" y="164972"/>
                  </a:lnTo>
                  <a:lnTo>
                    <a:pt x="129787" y="164371"/>
                  </a:lnTo>
                  <a:lnTo>
                    <a:pt x="129297" y="163619"/>
                  </a:lnTo>
                  <a:lnTo>
                    <a:pt x="128856" y="162617"/>
                  </a:lnTo>
                  <a:lnTo>
                    <a:pt x="128807" y="162216"/>
                  </a:lnTo>
                  <a:lnTo>
                    <a:pt x="128317" y="161665"/>
                  </a:lnTo>
                  <a:lnTo>
                    <a:pt x="128023" y="161114"/>
                  </a:lnTo>
                  <a:lnTo>
                    <a:pt x="127434" y="160512"/>
                  </a:lnTo>
                  <a:lnTo>
                    <a:pt x="127091" y="159710"/>
                  </a:lnTo>
                  <a:lnTo>
                    <a:pt x="126699" y="159059"/>
                  </a:lnTo>
                  <a:lnTo>
                    <a:pt x="125964" y="158007"/>
                  </a:lnTo>
                  <a:lnTo>
                    <a:pt x="125670" y="157455"/>
                  </a:lnTo>
                  <a:lnTo>
                    <a:pt x="125180" y="156603"/>
                  </a:lnTo>
                  <a:lnTo>
                    <a:pt x="124592" y="155952"/>
                  </a:lnTo>
                  <a:lnTo>
                    <a:pt x="124396" y="155601"/>
                  </a:lnTo>
                  <a:lnTo>
                    <a:pt x="123905" y="155050"/>
                  </a:lnTo>
                  <a:lnTo>
                    <a:pt x="123513" y="154799"/>
                  </a:lnTo>
                  <a:lnTo>
                    <a:pt x="123219" y="154749"/>
                  </a:lnTo>
                  <a:lnTo>
                    <a:pt x="122778" y="155000"/>
                  </a:lnTo>
                  <a:lnTo>
                    <a:pt x="121994" y="155551"/>
                  </a:lnTo>
                  <a:lnTo>
                    <a:pt x="121798" y="155300"/>
                  </a:lnTo>
                  <a:lnTo>
                    <a:pt x="122484" y="154799"/>
                  </a:lnTo>
                  <a:lnTo>
                    <a:pt x="122729" y="154448"/>
                  </a:lnTo>
                  <a:lnTo>
                    <a:pt x="122631" y="154098"/>
                  </a:lnTo>
                  <a:lnTo>
                    <a:pt x="122435" y="153697"/>
                  </a:lnTo>
                  <a:lnTo>
                    <a:pt x="122239" y="153446"/>
                  </a:lnTo>
                  <a:lnTo>
                    <a:pt x="121896" y="153346"/>
                  </a:lnTo>
                  <a:lnTo>
                    <a:pt x="121798" y="153146"/>
                  </a:lnTo>
                  <a:lnTo>
                    <a:pt x="121553" y="152895"/>
                  </a:lnTo>
                  <a:lnTo>
                    <a:pt x="121259" y="152544"/>
                  </a:lnTo>
                  <a:lnTo>
                    <a:pt x="120965" y="152294"/>
                  </a:lnTo>
                  <a:lnTo>
                    <a:pt x="120573" y="151993"/>
                  </a:lnTo>
                  <a:lnTo>
                    <a:pt x="120131" y="151592"/>
                  </a:lnTo>
                  <a:lnTo>
                    <a:pt x="119445" y="150991"/>
                  </a:lnTo>
                  <a:lnTo>
                    <a:pt x="118514" y="150289"/>
                  </a:lnTo>
                  <a:lnTo>
                    <a:pt x="117828" y="149638"/>
                  </a:lnTo>
                  <a:lnTo>
                    <a:pt x="117240" y="149287"/>
                  </a:lnTo>
                  <a:lnTo>
                    <a:pt x="116700" y="148836"/>
                  </a:lnTo>
                  <a:lnTo>
                    <a:pt x="116210" y="148685"/>
                  </a:lnTo>
                  <a:lnTo>
                    <a:pt x="115622" y="148084"/>
                  </a:lnTo>
                  <a:lnTo>
                    <a:pt x="114887" y="147683"/>
                  </a:lnTo>
                  <a:lnTo>
                    <a:pt x="114201" y="147132"/>
                  </a:lnTo>
                  <a:lnTo>
                    <a:pt x="113809" y="146781"/>
                  </a:lnTo>
                  <a:lnTo>
                    <a:pt x="113466" y="146631"/>
                  </a:lnTo>
                  <a:lnTo>
                    <a:pt x="112926" y="146230"/>
                  </a:lnTo>
                  <a:lnTo>
                    <a:pt x="112436" y="145929"/>
                  </a:lnTo>
                  <a:lnTo>
                    <a:pt x="111799" y="145328"/>
                  </a:lnTo>
                  <a:lnTo>
                    <a:pt x="111407" y="145178"/>
                  </a:lnTo>
                  <a:lnTo>
                    <a:pt x="111064" y="144777"/>
                  </a:lnTo>
                  <a:lnTo>
                    <a:pt x="110329" y="144426"/>
                  </a:lnTo>
                  <a:lnTo>
                    <a:pt x="109545" y="144025"/>
                  </a:lnTo>
                  <a:lnTo>
                    <a:pt x="108809" y="143574"/>
                  </a:lnTo>
                  <a:lnTo>
                    <a:pt x="108417" y="143323"/>
                  </a:lnTo>
                  <a:lnTo>
                    <a:pt x="108221" y="143223"/>
                  </a:lnTo>
                  <a:lnTo>
                    <a:pt x="107192" y="142471"/>
                  </a:lnTo>
                  <a:lnTo>
                    <a:pt x="106555" y="142121"/>
                  </a:lnTo>
                  <a:lnTo>
                    <a:pt x="105967" y="141770"/>
                  </a:lnTo>
                  <a:lnTo>
                    <a:pt x="105427" y="141369"/>
                  </a:lnTo>
                  <a:lnTo>
                    <a:pt x="104741" y="141018"/>
                  </a:lnTo>
                  <a:lnTo>
                    <a:pt x="104153" y="140667"/>
                  </a:lnTo>
                  <a:lnTo>
                    <a:pt x="103859" y="140567"/>
                  </a:lnTo>
                  <a:lnTo>
                    <a:pt x="103173" y="140216"/>
                  </a:lnTo>
                  <a:lnTo>
                    <a:pt x="102585" y="140016"/>
                  </a:lnTo>
                  <a:lnTo>
                    <a:pt x="101996" y="139715"/>
                  </a:lnTo>
                  <a:lnTo>
                    <a:pt x="101653" y="139565"/>
                  </a:lnTo>
                  <a:lnTo>
                    <a:pt x="101212" y="139364"/>
                  </a:lnTo>
                  <a:lnTo>
                    <a:pt x="100722" y="139414"/>
                  </a:lnTo>
                  <a:lnTo>
                    <a:pt x="100281" y="140066"/>
                  </a:lnTo>
                  <a:lnTo>
                    <a:pt x="99742" y="140868"/>
                  </a:lnTo>
                  <a:lnTo>
                    <a:pt x="99399" y="141369"/>
                  </a:lnTo>
                  <a:lnTo>
                    <a:pt x="93664" y="149838"/>
                  </a:lnTo>
                  <a:lnTo>
                    <a:pt x="93223" y="149537"/>
                  </a:lnTo>
                  <a:lnTo>
                    <a:pt x="96703" y="144526"/>
                  </a:lnTo>
                  <a:lnTo>
                    <a:pt x="96556" y="144376"/>
                  </a:lnTo>
                  <a:lnTo>
                    <a:pt x="97585" y="142772"/>
                  </a:lnTo>
                  <a:lnTo>
                    <a:pt x="97585" y="142522"/>
                  </a:lnTo>
                  <a:lnTo>
                    <a:pt x="97340" y="142572"/>
                  </a:lnTo>
                  <a:lnTo>
                    <a:pt x="97095" y="142421"/>
                  </a:lnTo>
                  <a:lnTo>
                    <a:pt x="97144" y="142171"/>
                  </a:lnTo>
                  <a:lnTo>
                    <a:pt x="96850" y="142070"/>
                  </a:lnTo>
                  <a:lnTo>
                    <a:pt x="96703" y="141870"/>
                  </a:lnTo>
                  <a:lnTo>
                    <a:pt x="96899" y="141569"/>
                  </a:lnTo>
                  <a:lnTo>
                    <a:pt x="96556" y="141419"/>
                  </a:lnTo>
                  <a:lnTo>
                    <a:pt x="96507" y="141168"/>
                  </a:lnTo>
                  <a:lnTo>
                    <a:pt x="96703" y="140968"/>
                  </a:lnTo>
                  <a:lnTo>
                    <a:pt x="96899" y="140918"/>
                  </a:lnTo>
                  <a:lnTo>
                    <a:pt x="97095" y="141168"/>
                  </a:lnTo>
                  <a:lnTo>
                    <a:pt x="97389" y="141018"/>
                  </a:lnTo>
                  <a:lnTo>
                    <a:pt x="97732" y="141168"/>
                  </a:lnTo>
                  <a:lnTo>
                    <a:pt x="97879" y="141619"/>
                  </a:lnTo>
                  <a:lnTo>
                    <a:pt x="98516" y="141870"/>
                  </a:lnTo>
                  <a:lnTo>
                    <a:pt x="100967" y="138262"/>
                  </a:lnTo>
                  <a:lnTo>
                    <a:pt x="101016" y="137961"/>
                  </a:lnTo>
                  <a:lnTo>
                    <a:pt x="100918" y="137610"/>
                  </a:lnTo>
                  <a:lnTo>
                    <a:pt x="100673" y="137210"/>
                  </a:lnTo>
                  <a:lnTo>
                    <a:pt x="100379" y="136959"/>
                  </a:lnTo>
                  <a:lnTo>
                    <a:pt x="99791" y="136257"/>
                  </a:lnTo>
                  <a:lnTo>
                    <a:pt x="99448" y="135806"/>
                  </a:lnTo>
                  <a:lnTo>
                    <a:pt x="99105" y="135456"/>
                  </a:lnTo>
                  <a:lnTo>
                    <a:pt x="98565" y="135005"/>
                  </a:lnTo>
                  <a:lnTo>
                    <a:pt x="98271" y="134554"/>
                  </a:lnTo>
                  <a:lnTo>
                    <a:pt x="97879" y="134052"/>
                  </a:lnTo>
                  <a:lnTo>
                    <a:pt x="97291" y="133451"/>
                  </a:lnTo>
                  <a:lnTo>
                    <a:pt x="96507" y="132649"/>
                  </a:lnTo>
                  <a:lnTo>
                    <a:pt x="96017" y="132198"/>
                  </a:lnTo>
                  <a:lnTo>
                    <a:pt x="95527" y="131747"/>
                  </a:lnTo>
                  <a:lnTo>
                    <a:pt x="94840" y="131196"/>
                  </a:lnTo>
                  <a:lnTo>
                    <a:pt x="94154" y="130695"/>
                  </a:lnTo>
                  <a:lnTo>
                    <a:pt x="93762" y="130294"/>
                  </a:lnTo>
                  <a:lnTo>
                    <a:pt x="93419" y="129943"/>
                  </a:lnTo>
                  <a:lnTo>
                    <a:pt x="93125" y="129793"/>
                  </a:lnTo>
                  <a:lnTo>
                    <a:pt x="92831" y="129893"/>
                  </a:lnTo>
                  <a:lnTo>
                    <a:pt x="92586" y="129943"/>
                  </a:lnTo>
                  <a:lnTo>
                    <a:pt x="92341" y="129793"/>
                  </a:lnTo>
                  <a:lnTo>
                    <a:pt x="92292" y="129642"/>
                  </a:lnTo>
                  <a:lnTo>
                    <a:pt x="92537" y="129492"/>
                  </a:lnTo>
                  <a:lnTo>
                    <a:pt x="92880" y="129342"/>
                  </a:lnTo>
                  <a:lnTo>
                    <a:pt x="93223" y="129242"/>
                  </a:lnTo>
                  <a:lnTo>
                    <a:pt x="93321" y="129041"/>
                  </a:lnTo>
                  <a:lnTo>
                    <a:pt x="93321" y="128790"/>
                  </a:lnTo>
                  <a:lnTo>
                    <a:pt x="93125" y="128440"/>
                  </a:lnTo>
                  <a:lnTo>
                    <a:pt x="92978" y="127989"/>
                  </a:lnTo>
                  <a:lnTo>
                    <a:pt x="92635" y="127738"/>
                  </a:lnTo>
                  <a:lnTo>
                    <a:pt x="92292" y="127337"/>
                  </a:lnTo>
                  <a:lnTo>
                    <a:pt x="91998" y="126986"/>
                  </a:lnTo>
                  <a:lnTo>
                    <a:pt x="91802" y="126586"/>
                  </a:lnTo>
                  <a:lnTo>
                    <a:pt x="91557" y="126235"/>
                  </a:lnTo>
                  <a:lnTo>
                    <a:pt x="91213" y="125934"/>
                  </a:lnTo>
                  <a:lnTo>
                    <a:pt x="90821" y="125433"/>
                  </a:lnTo>
                  <a:lnTo>
                    <a:pt x="90527" y="124832"/>
                  </a:lnTo>
                  <a:lnTo>
                    <a:pt x="90086" y="124330"/>
                  </a:lnTo>
                  <a:lnTo>
                    <a:pt x="89939" y="124030"/>
                  </a:lnTo>
                  <a:lnTo>
                    <a:pt x="89645" y="123829"/>
                  </a:lnTo>
                  <a:lnTo>
                    <a:pt x="89253" y="123278"/>
                  </a:lnTo>
                  <a:lnTo>
                    <a:pt x="88959" y="122827"/>
                  </a:lnTo>
                  <a:lnTo>
                    <a:pt x="88518" y="122125"/>
                  </a:lnTo>
                  <a:lnTo>
                    <a:pt x="87881" y="121574"/>
                  </a:lnTo>
                  <a:lnTo>
                    <a:pt x="87047" y="121023"/>
                  </a:lnTo>
                  <a:lnTo>
                    <a:pt x="86165" y="120722"/>
                  </a:lnTo>
                  <a:lnTo>
                    <a:pt x="82832" y="124280"/>
                  </a:lnTo>
                  <a:lnTo>
                    <a:pt x="82293" y="123729"/>
                  </a:lnTo>
                  <a:lnTo>
                    <a:pt x="86018" y="119820"/>
                  </a:lnTo>
                  <a:lnTo>
                    <a:pt x="86214" y="119419"/>
                  </a:lnTo>
                  <a:lnTo>
                    <a:pt x="86410" y="119069"/>
                  </a:lnTo>
                  <a:lnTo>
                    <a:pt x="86410" y="118567"/>
                  </a:lnTo>
                  <a:lnTo>
                    <a:pt x="85871" y="117615"/>
                  </a:lnTo>
                  <a:lnTo>
                    <a:pt x="85234" y="116763"/>
                  </a:lnTo>
                  <a:lnTo>
                    <a:pt x="84254" y="115761"/>
                  </a:lnTo>
                  <a:lnTo>
                    <a:pt x="83567" y="114959"/>
                  </a:lnTo>
                  <a:lnTo>
                    <a:pt x="82734" y="114157"/>
                  </a:lnTo>
                  <a:lnTo>
                    <a:pt x="81950" y="113306"/>
                  </a:lnTo>
                  <a:lnTo>
                    <a:pt x="81166" y="112454"/>
                  </a:lnTo>
                  <a:lnTo>
                    <a:pt x="80823" y="112153"/>
                  </a:lnTo>
                  <a:lnTo>
                    <a:pt x="80234" y="111552"/>
                  </a:lnTo>
                  <a:lnTo>
                    <a:pt x="79646" y="111000"/>
                  </a:lnTo>
                  <a:lnTo>
                    <a:pt x="78764" y="110499"/>
                  </a:lnTo>
                  <a:lnTo>
                    <a:pt x="77539" y="109497"/>
                  </a:lnTo>
                  <a:lnTo>
                    <a:pt x="76656" y="108795"/>
                  </a:lnTo>
                  <a:lnTo>
                    <a:pt x="76215" y="108445"/>
                  </a:lnTo>
                  <a:lnTo>
                    <a:pt x="75186" y="108194"/>
                  </a:lnTo>
                  <a:lnTo>
                    <a:pt x="74010" y="107793"/>
                  </a:lnTo>
                  <a:lnTo>
                    <a:pt x="73863" y="107743"/>
                  </a:lnTo>
                  <a:lnTo>
                    <a:pt x="73520" y="107593"/>
                  </a:lnTo>
                  <a:lnTo>
                    <a:pt x="73177" y="107142"/>
                  </a:lnTo>
                  <a:lnTo>
                    <a:pt x="72539" y="106991"/>
                  </a:lnTo>
                  <a:lnTo>
                    <a:pt x="72196" y="107041"/>
                  </a:lnTo>
                  <a:lnTo>
                    <a:pt x="71559" y="107743"/>
                  </a:lnTo>
                  <a:lnTo>
                    <a:pt x="71265" y="108044"/>
                  </a:lnTo>
                  <a:lnTo>
                    <a:pt x="70873" y="107643"/>
                  </a:lnTo>
                  <a:lnTo>
                    <a:pt x="71559" y="106741"/>
                  </a:lnTo>
                  <a:lnTo>
                    <a:pt x="71020" y="105839"/>
                  </a:lnTo>
                  <a:lnTo>
                    <a:pt x="70334" y="105137"/>
                  </a:lnTo>
                  <a:lnTo>
                    <a:pt x="69157" y="104185"/>
                  </a:lnTo>
                  <a:lnTo>
                    <a:pt x="68422" y="103734"/>
                  </a:lnTo>
                  <a:lnTo>
                    <a:pt x="67785" y="103333"/>
                  </a:lnTo>
                  <a:lnTo>
                    <a:pt x="67638" y="103283"/>
                  </a:lnTo>
                  <a:lnTo>
                    <a:pt x="67001" y="103183"/>
                  </a:lnTo>
                  <a:lnTo>
                    <a:pt x="66756" y="102982"/>
                  </a:lnTo>
                  <a:lnTo>
                    <a:pt x="66364" y="102782"/>
                  </a:lnTo>
                  <a:lnTo>
                    <a:pt x="65628" y="102431"/>
                  </a:lnTo>
                  <a:lnTo>
                    <a:pt x="65187" y="102230"/>
                  </a:lnTo>
                  <a:lnTo>
                    <a:pt x="64305" y="101930"/>
                  </a:lnTo>
                  <a:lnTo>
                    <a:pt x="63178" y="101579"/>
                  </a:lnTo>
                  <a:lnTo>
                    <a:pt x="62639" y="101328"/>
                  </a:lnTo>
                  <a:lnTo>
                    <a:pt x="62345" y="101078"/>
                  </a:lnTo>
                  <a:lnTo>
                    <a:pt x="62050" y="100877"/>
                  </a:lnTo>
                  <a:lnTo>
                    <a:pt x="61854" y="100777"/>
                  </a:lnTo>
                  <a:lnTo>
                    <a:pt x="61609" y="100677"/>
                  </a:lnTo>
                  <a:lnTo>
                    <a:pt x="61315" y="100577"/>
                  </a:lnTo>
                  <a:lnTo>
                    <a:pt x="61021" y="100426"/>
                  </a:lnTo>
                  <a:lnTo>
                    <a:pt x="60776" y="100226"/>
                  </a:lnTo>
                  <a:lnTo>
                    <a:pt x="60531" y="100076"/>
                  </a:lnTo>
                  <a:lnTo>
                    <a:pt x="60286" y="99925"/>
                  </a:lnTo>
                  <a:lnTo>
                    <a:pt x="60041" y="99825"/>
                  </a:lnTo>
                  <a:lnTo>
                    <a:pt x="59845" y="99775"/>
                  </a:lnTo>
                  <a:lnTo>
                    <a:pt x="59649" y="99574"/>
                  </a:lnTo>
                  <a:lnTo>
                    <a:pt x="59502" y="99424"/>
                  </a:lnTo>
                  <a:lnTo>
                    <a:pt x="59355" y="99324"/>
                  </a:lnTo>
                  <a:lnTo>
                    <a:pt x="59208" y="99224"/>
                  </a:lnTo>
                  <a:lnTo>
                    <a:pt x="59061" y="99123"/>
                  </a:lnTo>
                  <a:lnTo>
                    <a:pt x="58865" y="98923"/>
                  </a:lnTo>
                  <a:lnTo>
                    <a:pt x="58620" y="98823"/>
                  </a:lnTo>
                  <a:lnTo>
                    <a:pt x="58473" y="98672"/>
                  </a:lnTo>
                  <a:lnTo>
                    <a:pt x="58227" y="98472"/>
                  </a:lnTo>
                  <a:lnTo>
                    <a:pt x="58031" y="98322"/>
                  </a:lnTo>
                  <a:lnTo>
                    <a:pt x="57737" y="98171"/>
                  </a:lnTo>
                  <a:lnTo>
                    <a:pt x="57541" y="97871"/>
                  </a:lnTo>
                  <a:lnTo>
                    <a:pt x="57394" y="97821"/>
                  </a:lnTo>
                  <a:lnTo>
                    <a:pt x="57149" y="97520"/>
                  </a:lnTo>
                  <a:lnTo>
                    <a:pt x="56855" y="97319"/>
                  </a:lnTo>
                  <a:lnTo>
                    <a:pt x="56659" y="97069"/>
                  </a:lnTo>
                  <a:lnTo>
                    <a:pt x="56414" y="96868"/>
                  </a:lnTo>
                  <a:lnTo>
                    <a:pt x="56071" y="96668"/>
                  </a:lnTo>
                  <a:lnTo>
                    <a:pt x="55826" y="96518"/>
                  </a:lnTo>
                  <a:lnTo>
                    <a:pt x="55679" y="96317"/>
                  </a:lnTo>
                  <a:lnTo>
                    <a:pt x="55385" y="96117"/>
                  </a:lnTo>
                  <a:lnTo>
                    <a:pt x="55189" y="96016"/>
                  </a:lnTo>
                  <a:lnTo>
                    <a:pt x="54993" y="95866"/>
                  </a:lnTo>
                  <a:lnTo>
                    <a:pt x="54649" y="95515"/>
                  </a:lnTo>
                  <a:lnTo>
                    <a:pt x="54502" y="95365"/>
                  </a:lnTo>
                  <a:lnTo>
                    <a:pt x="54355" y="95265"/>
                  </a:lnTo>
                  <a:lnTo>
                    <a:pt x="54208" y="95165"/>
                  </a:lnTo>
                  <a:lnTo>
                    <a:pt x="53914" y="94914"/>
                  </a:lnTo>
                  <a:lnTo>
                    <a:pt x="53718" y="94814"/>
                  </a:lnTo>
                  <a:lnTo>
                    <a:pt x="53473" y="94613"/>
                  </a:lnTo>
                  <a:lnTo>
                    <a:pt x="53228" y="94413"/>
                  </a:lnTo>
                  <a:lnTo>
                    <a:pt x="53081" y="94313"/>
                  </a:lnTo>
                  <a:lnTo>
                    <a:pt x="52885" y="94162"/>
                  </a:lnTo>
                  <a:lnTo>
                    <a:pt x="52591" y="93962"/>
                  </a:lnTo>
                  <a:lnTo>
                    <a:pt x="52346" y="93862"/>
                  </a:lnTo>
                  <a:lnTo>
                    <a:pt x="52101" y="93711"/>
                  </a:lnTo>
                  <a:lnTo>
                    <a:pt x="51611" y="93511"/>
                  </a:lnTo>
                  <a:lnTo>
                    <a:pt x="51366" y="93360"/>
                  </a:lnTo>
                  <a:lnTo>
                    <a:pt x="51121" y="93360"/>
                  </a:lnTo>
                  <a:lnTo>
                    <a:pt x="50924" y="93310"/>
                  </a:lnTo>
                  <a:lnTo>
                    <a:pt x="50679" y="93260"/>
                  </a:lnTo>
                  <a:lnTo>
                    <a:pt x="50483" y="93210"/>
                  </a:lnTo>
                  <a:lnTo>
                    <a:pt x="50287" y="93260"/>
                  </a:lnTo>
                  <a:lnTo>
                    <a:pt x="50042" y="93260"/>
                  </a:lnTo>
                  <a:lnTo>
                    <a:pt x="47395" y="95916"/>
                  </a:lnTo>
                  <a:lnTo>
                    <a:pt x="47101" y="95565"/>
                  </a:lnTo>
                  <a:lnTo>
                    <a:pt x="49209" y="93310"/>
                  </a:lnTo>
                  <a:lnTo>
                    <a:pt x="49650" y="92859"/>
                  </a:lnTo>
                  <a:lnTo>
                    <a:pt x="49797" y="92509"/>
                  </a:lnTo>
                  <a:lnTo>
                    <a:pt x="49895" y="92158"/>
                  </a:lnTo>
                  <a:lnTo>
                    <a:pt x="49944" y="91857"/>
                  </a:lnTo>
                  <a:lnTo>
                    <a:pt x="49993" y="91556"/>
                  </a:lnTo>
                  <a:lnTo>
                    <a:pt x="49944" y="91306"/>
                  </a:lnTo>
                  <a:lnTo>
                    <a:pt x="49797" y="91005"/>
                  </a:lnTo>
                  <a:lnTo>
                    <a:pt x="49650" y="90554"/>
                  </a:lnTo>
                  <a:lnTo>
                    <a:pt x="49503" y="90153"/>
                  </a:lnTo>
                  <a:lnTo>
                    <a:pt x="49258" y="89702"/>
                  </a:lnTo>
                  <a:lnTo>
                    <a:pt x="49013" y="89001"/>
                  </a:lnTo>
                  <a:lnTo>
                    <a:pt x="48768" y="88600"/>
                  </a:lnTo>
                  <a:lnTo>
                    <a:pt x="48376" y="88199"/>
                  </a:lnTo>
                  <a:lnTo>
                    <a:pt x="48033" y="87948"/>
                  </a:lnTo>
                  <a:lnTo>
                    <a:pt x="47690" y="87597"/>
                  </a:lnTo>
                  <a:lnTo>
                    <a:pt x="47395" y="87297"/>
                  </a:lnTo>
                  <a:lnTo>
                    <a:pt x="47101" y="87096"/>
                  </a:lnTo>
                  <a:lnTo>
                    <a:pt x="46758" y="86846"/>
                  </a:lnTo>
                  <a:lnTo>
                    <a:pt x="46415" y="86745"/>
                  </a:lnTo>
                  <a:lnTo>
                    <a:pt x="46121" y="86796"/>
                  </a:lnTo>
                  <a:lnTo>
                    <a:pt x="45925" y="87046"/>
                  </a:lnTo>
                  <a:lnTo>
                    <a:pt x="45484" y="87197"/>
                  </a:lnTo>
                  <a:lnTo>
                    <a:pt x="45337" y="86846"/>
                  </a:lnTo>
                  <a:lnTo>
                    <a:pt x="45729" y="86645"/>
                  </a:lnTo>
                  <a:lnTo>
                    <a:pt x="46415" y="86294"/>
                  </a:lnTo>
                  <a:lnTo>
                    <a:pt x="46954" y="85994"/>
                  </a:lnTo>
                  <a:lnTo>
                    <a:pt x="47543" y="85643"/>
                  </a:lnTo>
                  <a:lnTo>
                    <a:pt x="47935" y="85392"/>
                  </a:lnTo>
                  <a:lnTo>
                    <a:pt x="48327" y="85192"/>
                  </a:lnTo>
                  <a:lnTo>
                    <a:pt x="48670" y="85042"/>
                  </a:lnTo>
                  <a:lnTo>
                    <a:pt x="48817" y="84841"/>
                  </a:lnTo>
                  <a:lnTo>
                    <a:pt x="48768" y="84490"/>
                  </a:lnTo>
                  <a:lnTo>
                    <a:pt x="48719" y="84340"/>
                  </a:lnTo>
                  <a:lnTo>
                    <a:pt x="48621" y="83989"/>
                  </a:lnTo>
                  <a:lnTo>
                    <a:pt x="48523" y="83689"/>
                  </a:lnTo>
                  <a:lnTo>
                    <a:pt x="48376" y="83187"/>
                  </a:lnTo>
                  <a:lnTo>
                    <a:pt x="48131" y="82636"/>
                  </a:lnTo>
                  <a:lnTo>
                    <a:pt x="47788" y="82235"/>
                  </a:lnTo>
                  <a:lnTo>
                    <a:pt x="47543" y="81985"/>
                  </a:lnTo>
                  <a:lnTo>
                    <a:pt x="47346" y="81734"/>
                  </a:lnTo>
                  <a:lnTo>
                    <a:pt x="47101" y="81584"/>
                  </a:lnTo>
                  <a:lnTo>
                    <a:pt x="46905" y="81484"/>
                  </a:lnTo>
                  <a:lnTo>
                    <a:pt x="46464" y="81183"/>
                  </a:lnTo>
                  <a:lnTo>
                    <a:pt x="46268" y="81033"/>
                  </a:lnTo>
                  <a:lnTo>
                    <a:pt x="46170" y="80832"/>
                  </a:lnTo>
                  <a:lnTo>
                    <a:pt x="46072" y="80582"/>
                  </a:lnTo>
                  <a:lnTo>
                    <a:pt x="45925" y="80381"/>
                  </a:lnTo>
                  <a:lnTo>
                    <a:pt x="45778" y="80231"/>
                  </a:lnTo>
                  <a:lnTo>
                    <a:pt x="45533" y="79930"/>
                  </a:lnTo>
                  <a:lnTo>
                    <a:pt x="45239" y="79680"/>
                  </a:lnTo>
                  <a:lnTo>
                    <a:pt x="44945" y="79429"/>
                  </a:lnTo>
                  <a:lnTo>
                    <a:pt x="44700" y="79279"/>
                  </a:lnTo>
                  <a:lnTo>
                    <a:pt x="44455" y="79078"/>
                  </a:lnTo>
                  <a:lnTo>
                    <a:pt x="44161" y="78978"/>
                  </a:lnTo>
                  <a:lnTo>
                    <a:pt x="43916" y="78828"/>
                  </a:lnTo>
                  <a:lnTo>
                    <a:pt x="43621" y="78627"/>
                  </a:lnTo>
                  <a:lnTo>
                    <a:pt x="43425" y="78477"/>
                  </a:lnTo>
                  <a:lnTo>
                    <a:pt x="43082" y="78276"/>
                  </a:lnTo>
                  <a:lnTo>
                    <a:pt x="42886" y="78176"/>
                  </a:lnTo>
                  <a:lnTo>
                    <a:pt x="42690" y="78176"/>
                  </a:lnTo>
                  <a:lnTo>
                    <a:pt x="42494" y="78276"/>
                  </a:lnTo>
                  <a:lnTo>
                    <a:pt x="42445" y="78427"/>
                  </a:lnTo>
                  <a:lnTo>
                    <a:pt x="42102" y="78427"/>
                  </a:lnTo>
                  <a:lnTo>
                    <a:pt x="42102" y="78176"/>
                  </a:lnTo>
                  <a:lnTo>
                    <a:pt x="42200" y="78026"/>
                  </a:lnTo>
                  <a:lnTo>
                    <a:pt x="42151" y="77825"/>
                  </a:lnTo>
                  <a:lnTo>
                    <a:pt x="42053" y="77625"/>
                  </a:lnTo>
                  <a:lnTo>
                    <a:pt x="41906" y="77475"/>
                  </a:lnTo>
                  <a:lnTo>
                    <a:pt x="41710" y="77324"/>
                  </a:lnTo>
                  <a:lnTo>
                    <a:pt x="41416" y="77174"/>
                  </a:lnTo>
                  <a:lnTo>
                    <a:pt x="41122" y="77024"/>
                  </a:lnTo>
                  <a:lnTo>
                    <a:pt x="40632" y="76773"/>
                  </a:lnTo>
                  <a:lnTo>
                    <a:pt x="40240" y="76573"/>
                  </a:lnTo>
                  <a:lnTo>
                    <a:pt x="39749" y="76422"/>
                  </a:lnTo>
                  <a:lnTo>
                    <a:pt x="39210" y="76121"/>
                  </a:lnTo>
                  <a:lnTo>
                    <a:pt x="38769" y="76021"/>
                  </a:lnTo>
                  <a:lnTo>
                    <a:pt x="38524" y="75871"/>
                  </a:lnTo>
                  <a:lnTo>
                    <a:pt x="38230" y="75721"/>
                  </a:lnTo>
                  <a:lnTo>
                    <a:pt x="37936" y="75570"/>
                  </a:lnTo>
                  <a:lnTo>
                    <a:pt x="37593" y="75470"/>
                  </a:lnTo>
                  <a:lnTo>
                    <a:pt x="37201" y="75320"/>
                  </a:lnTo>
                  <a:lnTo>
                    <a:pt x="36907" y="75119"/>
                  </a:lnTo>
                  <a:lnTo>
                    <a:pt x="36711" y="75019"/>
                  </a:lnTo>
                  <a:lnTo>
                    <a:pt x="36465" y="74919"/>
                  </a:lnTo>
                  <a:lnTo>
                    <a:pt x="36220" y="74768"/>
                  </a:lnTo>
                  <a:lnTo>
                    <a:pt x="35877" y="74618"/>
                  </a:lnTo>
                  <a:lnTo>
                    <a:pt x="35534" y="74418"/>
                  </a:lnTo>
                  <a:lnTo>
                    <a:pt x="34456" y="73816"/>
                  </a:lnTo>
                  <a:lnTo>
                    <a:pt x="33623" y="73215"/>
                  </a:lnTo>
                  <a:lnTo>
                    <a:pt x="33035" y="72664"/>
                  </a:lnTo>
                  <a:lnTo>
                    <a:pt x="32348" y="71962"/>
                  </a:lnTo>
                  <a:lnTo>
                    <a:pt x="31564" y="71411"/>
                  </a:lnTo>
                  <a:lnTo>
                    <a:pt x="30927" y="70910"/>
                  </a:lnTo>
                  <a:lnTo>
                    <a:pt x="30143" y="70308"/>
                  </a:lnTo>
                  <a:lnTo>
                    <a:pt x="29408" y="69607"/>
                  </a:lnTo>
                  <a:lnTo>
                    <a:pt x="28770" y="69306"/>
                  </a:lnTo>
                  <a:lnTo>
                    <a:pt x="28427" y="69306"/>
                  </a:lnTo>
                  <a:lnTo>
                    <a:pt x="24359" y="73415"/>
                  </a:lnTo>
                  <a:lnTo>
                    <a:pt x="23869" y="72964"/>
                  </a:lnTo>
                  <a:lnTo>
                    <a:pt x="26075" y="70809"/>
                  </a:lnTo>
                  <a:lnTo>
                    <a:pt x="26320" y="70509"/>
                  </a:lnTo>
                  <a:lnTo>
                    <a:pt x="28329" y="68504"/>
                  </a:lnTo>
                  <a:lnTo>
                    <a:pt x="28329" y="67552"/>
                  </a:lnTo>
                  <a:lnTo>
                    <a:pt x="27986" y="66650"/>
                  </a:lnTo>
                  <a:lnTo>
                    <a:pt x="27349" y="65397"/>
                  </a:lnTo>
                  <a:lnTo>
                    <a:pt x="26516" y="63894"/>
                  </a:lnTo>
                  <a:lnTo>
                    <a:pt x="25585" y="62441"/>
                  </a:lnTo>
                  <a:lnTo>
                    <a:pt x="23967" y="60586"/>
                  </a:lnTo>
                  <a:lnTo>
                    <a:pt x="22154" y="58482"/>
                  </a:lnTo>
                  <a:lnTo>
                    <a:pt x="20977" y="56678"/>
                  </a:lnTo>
                  <a:lnTo>
                    <a:pt x="19458" y="55325"/>
                  </a:lnTo>
                  <a:lnTo>
                    <a:pt x="18380" y="54372"/>
                  </a:lnTo>
                  <a:lnTo>
                    <a:pt x="17154" y="53220"/>
                  </a:lnTo>
                  <a:lnTo>
                    <a:pt x="15586" y="52017"/>
                  </a:lnTo>
                  <a:lnTo>
                    <a:pt x="14360" y="50814"/>
                  </a:lnTo>
                  <a:lnTo>
                    <a:pt x="12645" y="49762"/>
                  </a:lnTo>
                  <a:lnTo>
                    <a:pt x="10292" y="48158"/>
                  </a:lnTo>
                  <a:lnTo>
                    <a:pt x="8528" y="47006"/>
                  </a:lnTo>
                  <a:lnTo>
                    <a:pt x="8185" y="46755"/>
                  </a:lnTo>
                  <a:lnTo>
                    <a:pt x="5391" y="45352"/>
                  </a:lnTo>
                  <a:lnTo>
                    <a:pt x="3774" y="44400"/>
                  </a:lnTo>
                  <a:lnTo>
                    <a:pt x="2548" y="43247"/>
                  </a:lnTo>
                  <a:lnTo>
                    <a:pt x="1225" y="42395"/>
                  </a:lnTo>
                  <a:lnTo>
                    <a:pt x="245" y="41694"/>
                  </a:lnTo>
                  <a:lnTo>
                    <a:pt x="0" y="41493"/>
                  </a:lnTo>
                  <a:lnTo>
                    <a:pt x="833" y="40942"/>
                  </a:lnTo>
                  <a:lnTo>
                    <a:pt x="1519" y="40792"/>
                  </a:lnTo>
                  <a:lnTo>
                    <a:pt x="1911" y="40691"/>
                  </a:lnTo>
                  <a:lnTo>
                    <a:pt x="2205" y="40541"/>
                  </a:lnTo>
                  <a:lnTo>
                    <a:pt x="2695" y="40291"/>
                  </a:lnTo>
                  <a:lnTo>
                    <a:pt x="3528" y="39890"/>
                  </a:lnTo>
                  <a:lnTo>
                    <a:pt x="3872" y="39739"/>
                  </a:lnTo>
                  <a:lnTo>
                    <a:pt x="4803" y="39288"/>
                  </a:lnTo>
                  <a:lnTo>
                    <a:pt x="5244" y="38937"/>
                  </a:lnTo>
                  <a:lnTo>
                    <a:pt x="5538" y="38687"/>
                  </a:lnTo>
                  <a:lnTo>
                    <a:pt x="5685" y="38436"/>
                  </a:lnTo>
                  <a:lnTo>
                    <a:pt x="5881" y="38086"/>
                  </a:lnTo>
                  <a:lnTo>
                    <a:pt x="5783" y="37635"/>
                  </a:lnTo>
                  <a:lnTo>
                    <a:pt x="5734" y="37284"/>
                  </a:lnTo>
                  <a:lnTo>
                    <a:pt x="5685" y="36933"/>
                  </a:lnTo>
                  <a:lnTo>
                    <a:pt x="5783" y="36582"/>
                  </a:lnTo>
                  <a:lnTo>
                    <a:pt x="5930" y="36332"/>
                  </a:lnTo>
                  <a:lnTo>
                    <a:pt x="6273" y="36031"/>
                  </a:lnTo>
                  <a:lnTo>
                    <a:pt x="6616" y="35881"/>
                  </a:lnTo>
                  <a:lnTo>
                    <a:pt x="6861" y="35730"/>
                  </a:lnTo>
                  <a:lnTo>
                    <a:pt x="7204" y="35530"/>
                  </a:lnTo>
                  <a:lnTo>
                    <a:pt x="7450" y="35329"/>
                  </a:lnTo>
                  <a:lnTo>
                    <a:pt x="7793" y="35029"/>
                  </a:lnTo>
                  <a:lnTo>
                    <a:pt x="8185" y="34678"/>
                  </a:lnTo>
                  <a:lnTo>
                    <a:pt x="8430" y="34528"/>
                  </a:lnTo>
                  <a:lnTo>
                    <a:pt x="8920" y="34377"/>
                  </a:lnTo>
                  <a:lnTo>
                    <a:pt x="9067" y="34327"/>
                  </a:lnTo>
                  <a:lnTo>
                    <a:pt x="9998" y="34327"/>
                  </a:lnTo>
                  <a:lnTo>
                    <a:pt x="11077" y="34277"/>
                  </a:lnTo>
                  <a:lnTo>
                    <a:pt x="11763" y="34277"/>
                  </a:lnTo>
                  <a:lnTo>
                    <a:pt x="12645" y="34026"/>
                  </a:lnTo>
                  <a:lnTo>
                    <a:pt x="12890" y="33876"/>
                  </a:lnTo>
                  <a:lnTo>
                    <a:pt x="13282" y="33525"/>
                  </a:lnTo>
                  <a:lnTo>
                    <a:pt x="13723" y="33074"/>
                  </a:lnTo>
                  <a:lnTo>
                    <a:pt x="13870" y="32824"/>
                  </a:lnTo>
                  <a:lnTo>
                    <a:pt x="14066" y="32272"/>
                  </a:lnTo>
                  <a:lnTo>
                    <a:pt x="14409" y="30619"/>
                  </a:lnTo>
                  <a:lnTo>
                    <a:pt x="14458" y="30118"/>
                  </a:lnTo>
                  <a:lnTo>
                    <a:pt x="14704" y="28113"/>
                  </a:lnTo>
                  <a:lnTo>
                    <a:pt x="14949" y="28364"/>
                  </a:lnTo>
                  <a:lnTo>
                    <a:pt x="15096" y="28514"/>
                  </a:lnTo>
                  <a:lnTo>
                    <a:pt x="15243" y="28764"/>
                  </a:lnTo>
                  <a:lnTo>
                    <a:pt x="15488" y="29015"/>
                  </a:lnTo>
                  <a:lnTo>
                    <a:pt x="15929" y="29516"/>
                  </a:lnTo>
                  <a:lnTo>
                    <a:pt x="16615" y="30268"/>
                  </a:lnTo>
                  <a:lnTo>
                    <a:pt x="16811" y="30518"/>
                  </a:lnTo>
                  <a:lnTo>
                    <a:pt x="17448" y="31220"/>
                  </a:lnTo>
                  <a:lnTo>
                    <a:pt x="17938" y="31721"/>
                  </a:lnTo>
                  <a:lnTo>
                    <a:pt x="18527" y="32473"/>
                  </a:lnTo>
                  <a:lnTo>
                    <a:pt x="19115" y="33124"/>
                  </a:lnTo>
                  <a:lnTo>
                    <a:pt x="19311" y="33325"/>
                  </a:lnTo>
                  <a:lnTo>
                    <a:pt x="19556" y="33625"/>
                  </a:lnTo>
                  <a:lnTo>
                    <a:pt x="19899" y="33976"/>
                  </a:lnTo>
                  <a:lnTo>
                    <a:pt x="20438" y="34578"/>
                  </a:lnTo>
                  <a:lnTo>
                    <a:pt x="20781" y="34928"/>
                  </a:lnTo>
                  <a:lnTo>
                    <a:pt x="20977" y="35129"/>
                  </a:lnTo>
                  <a:lnTo>
                    <a:pt x="21369" y="35630"/>
                  </a:lnTo>
                  <a:lnTo>
                    <a:pt x="21761" y="36031"/>
                  </a:lnTo>
                  <a:lnTo>
                    <a:pt x="22154" y="36432"/>
                  </a:lnTo>
                  <a:lnTo>
                    <a:pt x="22399" y="36682"/>
                  </a:lnTo>
                  <a:lnTo>
                    <a:pt x="22644" y="36933"/>
                  </a:lnTo>
                  <a:lnTo>
                    <a:pt x="23036" y="37384"/>
                  </a:lnTo>
                  <a:lnTo>
                    <a:pt x="23771" y="36682"/>
                  </a:lnTo>
                  <a:lnTo>
                    <a:pt x="24408" y="36081"/>
                  </a:lnTo>
                  <a:lnTo>
                    <a:pt x="25143" y="35379"/>
                  </a:lnTo>
                  <a:lnTo>
                    <a:pt x="33427" y="27361"/>
                  </a:lnTo>
                  <a:lnTo>
                    <a:pt x="35191" y="29216"/>
                  </a:lnTo>
                  <a:lnTo>
                    <a:pt x="35975" y="30017"/>
                  </a:lnTo>
                  <a:lnTo>
                    <a:pt x="36220" y="30268"/>
                  </a:lnTo>
                  <a:lnTo>
                    <a:pt x="36907" y="30919"/>
                  </a:lnTo>
                  <a:lnTo>
                    <a:pt x="37152" y="31220"/>
                  </a:lnTo>
                  <a:lnTo>
                    <a:pt x="37985" y="32072"/>
                  </a:lnTo>
                  <a:lnTo>
                    <a:pt x="38475" y="32573"/>
                  </a:lnTo>
                  <a:lnTo>
                    <a:pt x="40436" y="34528"/>
                  </a:lnTo>
                  <a:lnTo>
                    <a:pt x="43229" y="37384"/>
                  </a:lnTo>
                  <a:lnTo>
                    <a:pt x="43916" y="38086"/>
                  </a:lnTo>
                  <a:lnTo>
                    <a:pt x="44798" y="38988"/>
                  </a:lnTo>
                  <a:lnTo>
                    <a:pt x="46317" y="40541"/>
                  </a:lnTo>
                  <a:lnTo>
                    <a:pt x="48523" y="38436"/>
                  </a:lnTo>
                  <a:lnTo>
                    <a:pt x="57149" y="38186"/>
                  </a:lnTo>
                  <a:lnTo>
                    <a:pt x="57688" y="38136"/>
                  </a:lnTo>
                  <a:lnTo>
                    <a:pt x="58227" y="38186"/>
                  </a:lnTo>
                  <a:lnTo>
                    <a:pt x="58767" y="38186"/>
                  </a:lnTo>
                  <a:lnTo>
                    <a:pt x="59306" y="38286"/>
                  </a:lnTo>
                  <a:lnTo>
                    <a:pt x="59796" y="38386"/>
                  </a:lnTo>
                  <a:lnTo>
                    <a:pt x="60335" y="38537"/>
                  </a:lnTo>
                  <a:lnTo>
                    <a:pt x="60825" y="38687"/>
                  </a:lnTo>
                  <a:lnTo>
                    <a:pt x="61364" y="38887"/>
                  </a:lnTo>
                  <a:lnTo>
                    <a:pt x="61854" y="39088"/>
                  </a:lnTo>
                  <a:lnTo>
                    <a:pt x="62345" y="39338"/>
                  </a:lnTo>
                  <a:lnTo>
                    <a:pt x="62786" y="39639"/>
                  </a:lnTo>
                  <a:lnTo>
                    <a:pt x="63227" y="39940"/>
                  </a:lnTo>
                  <a:lnTo>
                    <a:pt x="63668" y="40291"/>
                  </a:lnTo>
                  <a:lnTo>
                    <a:pt x="68177" y="35931"/>
                  </a:lnTo>
                  <a:lnTo>
                    <a:pt x="68912" y="35179"/>
                  </a:lnTo>
                  <a:lnTo>
                    <a:pt x="72392" y="31821"/>
                  </a:lnTo>
                  <a:lnTo>
                    <a:pt x="75382" y="28965"/>
                  </a:lnTo>
                  <a:lnTo>
                    <a:pt x="76755" y="27612"/>
                  </a:lnTo>
                  <a:lnTo>
                    <a:pt x="77392" y="28263"/>
                  </a:lnTo>
                  <a:lnTo>
                    <a:pt x="80136" y="31120"/>
                  </a:lnTo>
                  <a:lnTo>
                    <a:pt x="81656" y="32723"/>
                  </a:lnTo>
                  <a:lnTo>
                    <a:pt x="83665" y="34728"/>
                  </a:lnTo>
                  <a:lnTo>
                    <a:pt x="83812" y="34578"/>
                  </a:lnTo>
                  <a:lnTo>
                    <a:pt x="85332" y="33074"/>
                  </a:lnTo>
                  <a:lnTo>
                    <a:pt x="87685" y="30719"/>
                  </a:lnTo>
                  <a:lnTo>
                    <a:pt x="89106" y="32172"/>
                  </a:lnTo>
                  <a:lnTo>
                    <a:pt x="90478" y="33575"/>
                  </a:lnTo>
                  <a:lnTo>
                    <a:pt x="91361" y="34427"/>
                  </a:lnTo>
                  <a:lnTo>
                    <a:pt x="92390" y="35530"/>
                  </a:lnTo>
                  <a:lnTo>
                    <a:pt x="92978" y="36081"/>
                  </a:lnTo>
                  <a:lnTo>
                    <a:pt x="93125" y="35931"/>
                  </a:lnTo>
                  <a:lnTo>
                    <a:pt x="93370" y="35780"/>
                  </a:lnTo>
                  <a:lnTo>
                    <a:pt x="93566" y="35630"/>
                  </a:lnTo>
                  <a:lnTo>
                    <a:pt x="93811" y="35530"/>
                  </a:lnTo>
                  <a:lnTo>
                    <a:pt x="94056" y="35480"/>
                  </a:lnTo>
                  <a:lnTo>
                    <a:pt x="94301" y="35480"/>
                  </a:lnTo>
                  <a:lnTo>
                    <a:pt x="94595" y="35480"/>
                  </a:lnTo>
                  <a:lnTo>
                    <a:pt x="94840" y="35580"/>
                  </a:lnTo>
                  <a:lnTo>
                    <a:pt x="95086" y="35630"/>
                  </a:lnTo>
                  <a:lnTo>
                    <a:pt x="95282" y="35780"/>
                  </a:lnTo>
                  <a:lnTo>
                    <a:pt x="95478" y="35931"/>
                  </a:lnTo>
                  <a:lnTo>
                    <a:pt x="97830" y="32874"/>
                  </a:lnTo>
                  <a:lnTo>
                    <a:pt x="100722" y="29065"/>
                  </a:lnTo>
                  <a:lnTo>
                    <a:pt x="103467" y="25507"/>
                  </a:lnTo>
                  <a:lnTo>
                    <a:pt x="107241" y="20546"/>
                  </a:lnTo>
                  <a:lnTo>
                    <a:pt x="107486" y="20295"/>
                  </a:lnTo>
                  <a:lnTo>
                    <a:pt x="115769" y="9471"/>
                  </a:lnTo>
                  <a:lnTo>
                    <a:pt x="120376" y="3457"/>
                  </a:lnTo>
                  <a:lnTo>
                    <a:pt x="120965" y="3357"/>
                  </a:lnTo>
                  <a:lnTo>
                    <a:pt x="121357" y="3257"/>
                  </a:lnTo>
                  <a:lnTo>
                    <a:pt x="121602" y="3207"/>
                  </a:lnTo>
                  <a:lnTo>
                    <a:pt x="122631" y="3006"/>
                  </a:lnTo>
                  <a:lnTo>
                    <a:pt x="124445" y="2706"/>
                  </a:lnTo>
                  <a:lnTo>
                    <a:pt x="125817" y="2505"/>
                  </a:lnTo>
                  <a:lnTo>
                    <a:pt x="127827" y="2204"/>
                  </a:lnTo>
                  <a:lnTo>
                    <a:pt x="128366" y="2154"/>
                  </a:lnTo>
                  <a:lnTo>
                    <a:pt x="129738" y="1954"/>
                  </a:lnTo>
                  <a:lnTo>
                    <a:pt x="130375" y="1804"/>
                  </a:lnTo>
                  <a:lnTo>
                    <a:pt x="130767" y="1753"/>
                  </a:lnTo>
                  <a:lnTo>
                    <a:pt x="131306" y="1653"/>
                  </a:lnTo>
                  <a:lnTo>
                    <a:pt x="133316" y="1353"/>
                  </a:lnTo>
                  <a:lnTo>
                    <a:pt x="14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228852" y="3948923"/>
              <a:ext cx="1236314" cy="902839"/>
            </a:xfrm>
            <a:custGeom>
              <a:avLst/>
              <a:pathLst>
                <a:path w="1236314" h="902839">
                  <a:moveTo>
                    <a:pt x="120573" y="12177"/>
                  </a:moveTo>
                  <a:lnTo>
                    <a:pt x="153117" y="64345"/>
                  </a:lnTo>
                  <a:lnTo>
                    <a:pt x="250997" y="213532"/>
                  </a:lnTo>
                  <a:lnTo>
                    <a:pt x="390195" y="429520"/>
                  </a:lnTo>
                  <a:lnTo>
                    <a:pt x="392695" y="431775"/>
                  </a:lnTo>
                  <a:lnTo>
                    <a:pt x="393577" y="433729"/>
                  </a:lnTo>
                  <a:lnTo>
                    <a:pt x="394509" y="433629"/>
                  </a:lnTo>
                  <a:lnTo>
                    <a:pt x="395244" y="433579"/>
                  </a:lnTo>
                  <a:lnTo>
                    <a:pt x="395881" y="433529"/>
                  </a:lnTo>
                  <a:lnTo>
                    <a:pt x="396665" y="433228"/>
                  </a:lnTo>
                  <a:lnTo>
                    <a:pt x="397449" y="432878"/>
                  </a:lnTo>
                  <a:lnTo>
                    <a:pt x="397792" y="432727"/>
                  </a:lnTo>
                  <a:lnTo>
                    <a:pt x="398136" y="432477"/>
                  </a:lnTo>
                  <a:lnTo>
                    <a:pt x="398381" y="432226"/>
                  </a:lnTo>
                  <a:lnTo>
                    <a:pt x="398577" y="432026"/>
                  </a:lnTo>
                  <a:lnTo>
                    <a:pt x="398773" y="431825"/>
                  </a:lnTo>
                  <a:lnTo>
                    <a:pt x="399116" y="431625"/>
                  </a:lnTo>
                  <a:lnTo>
                    <a:pt x="399606" y="431524"/>
                  </a:lnTo>
                  <a:lnTo>
                    <a:pt x="399900" y="431374"/>
                  </a:lnTo>
                  <a:lnTo>
                    <a:pt x="400243" y="431224"/>
                  </a:lnTo>
                  <a:lnTo>
                    <a:pt x="400684" y="431124"/>
                  </a:lnTo>
                  <a:lnTo>
                    <a:pt x="401174" y="430973"/>
                  </a:lnTo>
                  <a:lnTo>
                    <a:pt x="401566" y="430923"/>
                  </a:lnTo>
                  <a:lnTo>
                    <a:pt x="401959" y="430923"/>
                  </a:lnTo>
                  <a:lnTo>
                    <a:pt x="402302" y="431023"/>
                  </a:lnTo>
                  <a:lnTo>
                    <a:pt x="402645" y="431073"/>
                  </a:lnTo>
                  <a:lnTo>
                    <a:pt x="402939" y="431023"/>
                  </a:lnTo>
                  <a:lnTo>
                    <a:pt x="403282" y="431124"/>
                  </a:lnTo>
                  <a:lnTo>
                    <a:pt x="403478" y="431224"/>
                  </a:lnTo>
                  <a:lnTo>
                    <a:pt x="403625" y="431073"/>
                  </a:lnTo>
                  <a:lnTo>
                    <a:pt x="403821" y="430673"/>
                  </a:lnTo>
                  <a:lnTo>
                    <a:pt x="404164" y="430422"/>
                  </a:lnTo>
                  <a:lnTo>
                    <a:pt x="404556" y="430121"/>
                  </a:lnTo>
                  <a:lnTo>
                    <a:pt x="404801" y="430121"/>
                  </a:lnTo>
                  <a:lnTo>
                    <a:pt x="405193" y="429971"/>
                  </a:lnTo>
                  <a:lnTo>
                    <a:pt x="405586" y="429871"/>
                  </a:lnTo>
                  <a:lnTo>
                    <a:pt x="405978" y="429720"/>
                  </a:lnTo>
                  <a:lnTo>
                    <a:pt x="406419" y="429670"/>
                  </a:lnTo>
                  <a:lnTo>
                    <a:pt x="406762" y="429670"/>
                  </a:lnTo>
                  <a:lnTo>
                    <a:pt x="407056" y="429420"/>
                  </a:lnTo>
                  <a:lnTo>
                    <a:pt x="407252" y="429470"/>
                  </a:lnTo>
                  <a:lnTo>
                    <a:pt x="407644" y="429470"/>
                  </a:lnTo>
                  <a:lnTo>
                    <a:pt x="407938" y="429570"/>
                  </a:lnTo>
                  <a:lnTo>
                    <a:pt x="408281" y="429620"/>
                  </a:lnTo>
                  <a:lnTo>
                    <a:pt x="408575" y="429771"/>
                  </a:lnTo>
                  <a:lnTo>
                    <a:pt x="408918" y="429771"/>
                  </a:lnTo>
                  <a:lnTo>
                    <a:pt x="409213" y="429520"/>
                  </a:lnTo>
                  <a:lnTo>
                    <a:pt x="409507" y="429370"/>
                  </a:lnTo>
                  <a:lnTo>
                    <a:pt x="410046" y="429019"/>
                  </a:lnTo>
                  <a:lnTo>
                    <a:pt x="410487" y="428768"/>
                  </a:lnTo>
                  <a:lnTo>
                    <a:pt x="410781" y="428668"/>
                  </a:lnTo>
                  <a:lnTo>
                    <a:pt x="411075" y="428768"/>
                  </a:lnTo>
                  <a:lnTo>
                    <a:pt x="411467" y="428818"/>
                  </a:lnTo>
                  <a:lnTo>
                    <a:pt x="412055" y="428868"/>
                  </a:lnTo>
                  <a:lnTo>
                    <a:pt x="412496" y="428718"/>
                  </a:lnTo>
                  <a:lnTo>
                    <a:pt x="412791" y="428668"/>
                  </a:lnTo>
                  <a:lnTo>
                    <a:pt x="413134" y="428518"/>
                  </a:lnTo>
                  <a:lnTo>
                    <a:pt x="413869" y="428518"/>
                  </a:lnTo>
                  <a:lnTo>
                    <a:pt x="414261" y="428417"/>
                  </a:lnTo>
                  <a:lnTo>
                    <a:pt x="414555" y="428367"/>
                  </a:lnTo>
                  <a:lnTo>
                    <a:pt x="415045" y="428267"/>
                  </a:lnTo>
                  <a:lnTo>
                    <a:pt x="415339" y="428167"/>
                  </a:lnTo>
                  <a:lnTo>
                    <a:pt x="415682" y="428067"/>
                  </a:lnTo>
                  <a:lnTo>
                    <a:pt x="415976" y="428017"/>
                  </a:lnTo>
                  <a:lnTo>
                    <a:pt x="416565" y="428167"/>
                  </a:lnTo>
                  <a:lnTo>
                    <a:pt x="417104" y="428317"/>
                  </a:lnTo>
                  <a:lnTo>
                    <a:pt x="417545" y="428518"/>
                  </a:lnTo>
                  <a:lnTo>
                    <a:pt x="417741" y="428618"/>
                  </a:lnTo>
                  <a:lnTo>
                    <a:pt x="418035" y="428818"/>
                  </a:lnTo>
                  <a:lnTo>
                    <a:pt x="418525" y="428818"/>
                  </a:lnTo>
                  <a:lnTo>
                    <a:pt x="419064" y="428668"/>
                  </a:lnTo>
                  <a:lnTo>
                    <a:pt x="419456" y="428367"/>
                  </a:lnTo>
                  <a:lnTo>
                    <a:pt x="419799" y="428267"/>
                  </a:lnTo>
                  <a:lnTo>
                    <a:pt x="420143" y="428317"/>
                  </a:lnTo>
                  <a:lnTo>
                    <a:pt x="420731" y="428317"/>
                  </a:lnTo>
                  <a:lnTo>
                    <a:pt x="421025" y="428267"/>
                  </a:lnTo>
                  <a:lnTo>
                    <a:pt x="421564" y="428117"/>
                  </a:lnTo>
                  <a:lnTo>
                    <a:pt x="422446" y="428067"/>
                  </a:lnTo>
                  <a:lnTo>
                    <a:pt x="423966" y="427866"/>
                  </a:lnTo>
                  <a:lnTo>
                    <a:pt x="424505" y="427616"/>
                  </a:lnTo>
                  <a:lnTo>
                    <a:pt x="424848" y="427515"/>
                  </a:lnTo>
                  <a:lnTo>
                    <a:pt x="425387" y="427415"/>
                  </a:lnTo>
                  <a:lnTo>
                    <a:pt x="425730" y="427415"/>
                  </a:lnTo>
                  <a:lnTo>
                    <a:pt x="426465" y="427365"/>
                  </a:lnTo>
                  <a:lnTo>
                    <a:pt x="427201" y="427315"/>
                  </a:lnTo>
                  <a:lnTo>
                    <a:pt x="427642" y="427215"/>
                  </a:lnTo>
                  <a:lnTo>
                    <a:pt x="428671" y="427265"/>
                  </a:lnTo>
                  <a:lnTo>
                    <a:pt x="429210" y="427215"/>
                  </a:lnTo>
                  <a:lnTo>
                    <a:pt x="429406" y="427215"/>
                  </a:lnTo>
                  <a:lnTo>
                    <a:pt x="430141" y="427165"/>
                  </a:lnTo>
                  <a:lnTo>
                    <a:pt x="431024" y="427165"/>
                  </a:lnTo>
                  <a:lnTo>
                    <a:pt x="432347" y="427165"/>
                  </a:lnTo>
                  <a:lnTo>
                    <a:pt x="433229" y="427115"/>
                  </a:lnTo>
                  <a:lnTo>
                    <a:pt x="434111" y="426964"/>
                  </a:lnTo>
                  <a:lnTo>
                    <a:pt x="434700" y="426864"/>
                  </a:lnTo>
                  <a:lnTo>
                    <a:pt x="435582" y="426864"/>
                  </a:lnTo>
                  <a:lnTo>
                    <a:pt x="436121" y="426764"/>
                  </a:lnTo>
                  <a:lnTo>
                    <a:pt x="436611" y="426664"/>
                  </a:lnTo>
                  <a:lnTo>
                    <a:pt x="437297" y="426413"/>
                  </a:lnTo>
                  <a:lnTo>
                    <a:pt x="438081" y="426012"/>
                  </a:lnTo>
                  <a:lnTo>
                    <a:pt x="438572" y="425862"/>
                  </a:lnTo>
                  <a:lnTo>
                    <a:pt x="438915" y="425862"/>
                  </a:lnTo>
                  <a:lnTo>
                    <a:pt x="439699" y="425761"/>
                  </a:lnTo>
                  <a:lnTo>
                    <a:pt x="439895" y="425711"/>
                  </a:lnTo>
                  <a:lnTo>
                    <a:pt x="440238" y="425761"/>
                  </a:lnTo>
                  <a:lnTo>
                    <a:pt x="440434" y="425711"/>
                  </a:lnTo>
                  <a:lnTo>
                    <a:pt x="440875" y="425561"/>
                  </a:lnTo>
                  <a:lnTo>
                    <a:pt x="441267" y="425310"/>
                  </a:lnTo>
                  <a:lnTo>
                    <a:pt x="441659" y="425160"/>
                  </a:lnTo>
                  <a:lnTo>
                    <a:pt x="441905" y="425060"/>
                  </a:lnTo>
                  <a:lnTo>
                    <a:pt x="442150" y="424960"/>
                  </a:lnTo>
                  <a:lnTo>
                    <a:pt x="442395" y="424859"/>
                  </a:lnTo>
                  <a:lnTo>
                    <a:pt x="442885" y="424759"/>
                  </a:lnTo>
                  <a:lnTo>
                    <a:pt x="443424" y="424659"/>
                  </a:lnTo>
                  <a:lnTo>
                    <a:pt x="443816" y="424559"/>
                  </a:lnTo>
                  <a:lnTo>
                    <a:pt x="444012" y="424459"/>
                  </a:lnTo>
                  <a:lnTo>
                    <a:pt x="444208" y="424308"/>
                  </a:lnTo>
                  <a:lnTo>
                    <a:pt x="444404" y="424208"/>
                  </a:lnTo>
                  <a:lnTo>
                    <a:pt x="444600" y="423957"/>
                  </a:lnTo>
                  <a:lnTo>
                    <a:pt x="444747" y="423857"/>
                  </a:lnTo>
                  <a:lnTo>
                    <a:pt x="445237" y="423456"/>
                  </a:lnTo>
                  <a:lnTo>
                    <a:pt x="446316" y="423105"/>
                  </a:lnTo>
                  <a:lnTo>
                    <a:pt x="447639" y="422705"/>
                  </a:lnTo>
                  <a:lnTo>
                    <a:pt x="447933" y="422554"/>
                  </a:lnTo>
                  <a:lnTo>
                    <a:pt x="449355" y="422203"/>
                  </a:lnTo>
                  <a:lnTo>
                    <a:pt x="450237" y="422003"/>
                  </a:lnTo>
                  <a:lnTo>
                    <a:pt x="451217" y="421903"/>
                  </a:lnTo>
                  <a:lnTo>
                    <a:pt x="451854" y="421853"/>
                  </a:lnTo>
                  <a:lnTo>
                    <a:pt x="452589" y="421752"/>
                  </a:lnTo>
                  <a:lnTo>
                    <a:pt x="453080" y="421702"/>
                  </a:lnTo>
                  <a:lnTo>
                    <a:pt x="453962" y="421352"/>
                  </a:lnTo>
                  <a:lnTo>
                    <a:pt x="454599" y="421151"/>
                  </a:lnTo>
                  <a:lnTo>
                    <a:pt x="454942" y="420951"/>
                  </a:lnTo>
                  <a:lnTo>
                    <a:pt x="455628" y="420700"/>
                  </a:lnTo>
                  <a:lnTo>
                    <a:pt x="456952" y="420149"/>
                  </a:lnTo>
                  <a:lnTo>
                    <a:pt x="457785" y="419648"/>
                  </a:lnTo>
                  <a:lnTo>
                    <a:pt x="458765" y="419447"/>
                  </a:lnTo>
                  <a:lnTo>
                    <a:pt x="459353" y="419247"/>
                  </a:lnTo>
                  <a:lnTo>
                    <a:pt x="460334" y="418946"/>
                  </a:lnTo>
                  <a:lnTo>
                    <a:pt x="461216" y="418796"/>
                  </a:lnTo>
                  <a:lnTo>
                    <a:pt x="462049" y="418495"/>
                  </a:lnTo>
                  <a:lnTo>
                    <a:pt x="462441" y="418495"/>
                  </a:lnTo>
                  <a:lnTo>
                    <a:pt x="462588" y="418495"/>
                  </a:lnTo>
                  <a:lnTo>
                    <a:pt x="462784" y="418395"/>
                  </a:lnTo>
                  <a:lnTo>
                    <a:pt x="463127" y="418194"/>
                  </a:lnTo>
                  <a:lnTo>
                    <a:pt x="463470" y="417894"/>
                  </a:lnTo>
                  <a:lnTo>
                    <a:pt x="463617" y="417793"/>
                  </a:lnTo>
                  <a:lnTo>
                    <a:pt x="464206" y="417543"/>
                  </a:lnTo>
                  <a:lnTo>
                    <a:pt x="464500" y="417393"/>
                  </a:lnTo>
                  <a:lnTo>
                    <a:pt x="464647" y="417292"/>
                  </a:lnTo>
                  <a:lnTo>
                    <a:pt x="464941" y="417242"/>
                  </a:lnTo>
                  <a:lnTo>
                    <a:pt x="465186" y="417192"/>
                  </a:lnTo>
                  <a:lnTo>
                    <a:pt x="465382" y="417142"/>
                  </a:lnTo>
                  <a:lnTo>
                    <a:pt x="465774" y="417092"/>
                  </a:lnTo>
                  <a:lnTo>
                    <a:pt x="466117" y="417042"/>
                  </a:lnTo>
                  <a:lnTo>
                    <a:pt x="466264" y="416992"/>
                  </a:lnTo>
                  <a:lnTo>
                    <a:pt x="466558" y="416942"/>
                  </a:lnTo>
                  <a:lnTo>
                    <a:pt x="466705" y="416891"/>
                  </a:lnTo>
                  <a:lnTo>
                    <a:pt x="466852" y="416791"/>
                  </a:lnTo>
                  <a:lnTo>
                    <a:pt x="467342" y="416491"/>
                  </a:lnTo>
                  <a:lnTo>
                    <a:pt x="468029" y="416440"/>
                  </a:lnTo>
                  <a:lnTo>
                    <a:pt x="468666" y="416390"/>
                  </a:lnTo>
                  <a:lnTo>
                    <a:pt x="468813" y="416390"/>
                  </a:lnTo>
                  <a:lnTo>
                    <a:pt x="468960" y="416340"/>
                  </a:lnTo>
                  <a:lnTo>
                    <a:pt x="469597" y="416190"/>
                  </a:lnTo>
                  <a:lnTo>
                    <a:pt x="469940" y="416090"/>
                  </a:lnTo>
                  <a:lnTo>
                    <a:pt x="470528" y="415789"/>
                  </a:lnTo>
                  <a:lnTo>
                    <a:pt x="470724" y="415789"/>
                  </a:lnTo>
                  <a:lnTo>
                    <a:pt x="470969" y="415639"/>
                  </a:lnTo>
                  <a:lnTo>
                    <a:pt x="471264" y="415438"/>
                  </a:lnTo>
                  <a:lnTo>
                    <a:pt x="471509" y="415338"/>
                  </a:lnTo>
                  <a:lnTo>
                    <a:pt x="471852" y="415137"/>
                  </a:lnTo>
                  <a:lnTo>
                    <a:pt x="472146" y="414987"/>
                  </a:lnTo>
                  <a:lnTo>
                    <a:pt x="472293" y="414937"/>
                  </a:lnTo>
                  <a:lnTo>
                    <a:pt x="472440" y="414887"/>
                  </a:lnTo>
                  <a:lnTo>
                    <a:pt x="472636" y="414837"/>
                  </a:lnTo>
                  <a:lnTo>
                    <a:pt x="472832" y="414787"/>
                  </a:lnTo>
                  <a:lnTo>
                    <a:pt x="473077" y="414737"/>
                  </a:lnTo>
                  <a:lnTo>
                    <a:pt x="473273" y="414737"/>
                  </a:lnTo>
                  <a:lnTo>
                    <a:pt x="473616" y="414787"/>
                  </a:lnTo>
                  <a:lnTo>
                    <a:pt x="473763" y="414837"/>
                  </a:lnTo>
                  <a:lnTo>
                    <a:pt x="474547" y="414787"/>
                  </a:lnTo>
                  <a:lnTo>
                    <a:pt x="474744" y="414787"/>
                  </a:lnTo>
                  <a:lnTo>
                    <a:pt x="475038" y="414686"/>
                  </a:lnTo>
                  <a:lnTo>
                    <a:pt x="475283" y="414686"/>
                  </a:lnTo>
                  <a:lnTo>
                    <a:pt x="475479" y="414686"/>
                  </a:lnTo>
                  <a:lnTo>
                    <a:pt x="475626" y="414636"/>
                  </a:lnTo>
                  <a:lnTo>
                    <a:pt x="475773" y="414536"/>
                  </a:lnTo>
                  <a:lnTo>
                    <a:pt x="476165" y="414235"/>
                  </a:lnTo>
                  <a:lnTo>
                    <a:pt x="476410" y="414085"/>
                  </a:lnTo>
                  <a:lnTo>
                    <a:pt x="476949" y="413784"/>
                  </a:lnTo>
                  <a:lnTo>
                    <a:pt x="477145" y="413634"/>
                  </a:lnTo>
                  <a:lnTo>
                    <a:pt x="477292" y="413534"/>
                  </a:lnTo>
                  <a:lnTo>
                    <a:pt x="477488" y="413434"/>
                  </a:lnTo>
                  <a:lnTo>
                    <a:pt x="477635" y="413384"/>
                  </a:lnTo>
                  <a:lnTo>
                    <a:pt x="477831" y="413333"/>
                  </a:lnTo>
                  <a:lnTo>
                    <a:pt x="477978" y="413283"/>
                  </a:lnTo>
                  <a:lnTo>
                    <a:pt x="478223" y="413283"/>
                  </a:lnTo>
                  <a:lnTo>
                    <a:pt x="478371" y="413283"/>
                  </a:lnTo>
                  <a:lnTo>
                    <a:pt x="478861" y="413384"/>
                  </a:lnTo>
                  <a:lnTo>
                    <a:pt x="479155" y="413434"/>
                  </a:lnTo>
                  <a:lnTo>
                    <a:pt x="479302" y="413434"/>
                  </a:lnTo>
                  <a:lnTo>
                    <a:pt x="479694" y="413384"/>
                  </a:lnTo>
                  <a:lnTo>
                    <a:pt x="479988" y="413333"/>
                  </a:lnTo>
                  <a:lnTo>
                    <a:pt x="480576" y="413233"/>
                  </a:lnTo>
                  <a:lnTo>
                    <a:pt x="481262" y="413183"/>
                  </a:lnTo>
                  <a:lnTo>
                    <a:pt x="481654" y="413083"/>
                  </a:lnTo>
                  <a:lnTo>
                    <a:pt x="482194" y="412983"/>
                  </a:lnTo>
                  <a:lnTo>
                    <a:pt x="482390" y="412932"/>
                  </a:lnTo>
                  <a:lnTo>
                    <a:pt x="482782" y="412782"/>
                  </a:lnTo>
                  <a:lnTo>
                    <a:pt x="483076" y="412732"/>
                  </a:lnTo>
                  <a:lnTo>
                    <a:pt x="483272" y="412682"/>
                  </a:lnTo>
                  <a:lnTo>
                    <a:pt x="484007" y="412582"/>
                  </a:lnTo>
                  <a:lnTo>
                    <a:pt x="484203" y="412532"/>
                  </a:lnTo>
                  <a:lnTo>
                    <a:pt x="484448" y="412532"/>
                  </a:lnTo>
                  <a:lnTo>
                    <a:pt x="484840" y="412381"/>
                  </a:lnTo>
                  <a:lnTo>
                    <a:pt x="485085" y="412331"/>
                  </a:lnTo>
                  <a:lnTo>
                    <a:pt x="485330" y="412281"/>
                  </a:lnTo>
                  <a:lnTo>
                    <a:pt x="485526" y="412231"/>
                  </a:lnTo>
                  <a:lnTo>
                    <a:pt x="485870" y="412281"/>
                  </a:lnTo>
                  <a:lnTo>
                    <a:pt x="486899" y="412231"/>
                  </a:lnTo>
                  <a:lnTo>
                    <a:pt x="487585" y="412231"/>
                  </a:lnTo>
                  <a:lnTo>
                    <a:pt x="487928" y="412231"/>
                  </a:lnTo>
                  <a:lnTo>
                    <a:pt x="488271" y="412181"/>
                  </a:lnTo>
                  <a:lnTo>
                    <a:pt x="488467" y="412231"/>
                  </a:lnTo>
                  <a:lnTo>
                    <a:pt x="488810" y="412331"/>
                  </a:lnTo>
                  <a:lnTo>
                    <a:pt x="488957" y="412381"/>
                  </a:lnTo>
                  <a:lnTo>
                    <a:pt x="489104" y="412381"/>
                  </a:lnTo>
                  <a:lnTo>
                    <a:pt x="489350" y="412381"/>
                  </a:lnTo>
                  <a:lnTo>
                    <a:pt x="489497" y="412381"/>
                  </a:lnTo>
                  <a:lnTo>
                    <a:pt x="490379" y="412281"/>
                  </a:lnTo>
                  <a:lnTo>
                    <a:pt x="491310" y="412231"/>
                  </a:lnTo>
                  <a:lnTo>
                    <a:pt x="491457" y="412181"/>
                  </a:lnTo>
                  <a:lnTo>
                    <a:pt x="491947" y="412131"/>
                  </a:lnTo>
                  <a:lnTo>
                    <a:pt x="492094" y="412131"/>
                  </a:lnTo>
                  <a:lnTo>
                    <a:pt x="492339" y="412131"/>
                  </a:lnTo>
                  <a:lnTo>
                    <a:pt x="492535" y="412181"/>
                  </a:lnTo>
                  <a:lnTo>
                    <a:pt x="492780" y="412181"/>
                  </a:lnTo>
                  <a:lnTo>
                    <a:pt x="492977" y="412131"/>
                  </a:lnTo>
                  <a:lnTo>
                    <a:pt x="493222" y="412081"/>
                  </a:lnTo>
                  <a:lnTo>
                    <a:pt x="493467" y="411980"/>
                  </a:lnTo>
                  <a:lnTo>
                    <a:pt x="493663" y="411980"/>
                  </a:lnTo>
                  <a:lnTo>
                    <a:pt x="493908" y="411930"/>
                  </a:lnTo>
                  <a:lnTo>
                    <a:pt x="494153" y="411980"/>
                  </a:lnTo>
                  <a:lnTo>
                    <a:pt x="494398" y="412030"/>
                  </a:lnTo>
                  <a:lnTo>
                    <a:pt x="494594" y="411980"/>
                  </a:lnTo>
                  <a:lnTo>
                    <a:pt x="494790" y="411880"/>
                  </a:lnTo>
                  <a:lnTo>
                    <a:pt x="495035" y="411830"/>
                  </a:lnTo>
                  <a:lnTo>
                    <a:pt x="495231" y="411830"/>
                  </a:lnTo>
                  <a:lnTo>
                    <a:pt x="495476" y="411780"/>
                  </a:lnTo>
                  <a:lnTo>
                    <a:pt x="495672" y="411730"/>
                  </a:lnTo>
                  <a:lnTo>
                    <a:pt x="495966" y="411680"/>
                  </a:lnTo>
                  <a:lnTo>
                    <a:pt x="496113" y="411630"/>
                  </a:lnTo>
                  <a:lnTo>
                    <a:pt x="496358" y="411479"/>
                  </a:lnTo>
                  <a:lnTo>
                    <a:pt x="496554" y="411379"/>
                  </a:lnTo>
                  <a:lnTo>
                    <a:pt x="496800" y="411279"/>
                  </a:lnTo>
                  <a:lnTo>
                    <a:pt x="496996" y="411179"/>
                  </a:lnTo>
                  <a:lnTo>
                    <a:pt x="497241" y="411078"/>
                  </a:lnTo>
                  <a:lnTo>
                    <a:pt x="497486" y="411078"/>
                  </a:lnTo>
                  <a:lnTo>
                    <a:pt x="497682" y="411028"/>
                  </a:lnTo>
                  <a:lnTo>
                    <a:pt x="497927" y="410978"/>
                  </a:lnTo>
                  <a:lnTo>
                    <a:pt x="498368" y="410878"/>
                  </a:lnTo>
                  <a:lnTo>
                    <a:pt x="498613" y="410828"/>
                  </a:lnTo>
                  <a:lnTo>
                    <a:pt x="498809" y="410778"/>
                  </a:lnTo>
                  <a:lnTo>
                    <a:pt x="499054" y="410727"/>
                  </a:lnTo>
                  <a:lnTo>
                    <a:pt x="499299" y="410627"/>
                  </a:lnTo>
                  <a:lnTo>
                    <a:pt x="500083" y="410677"/>
                  </a:lnTo>
                  <a:lnTo>
                    <a:pt x="500427" y="410727"/>
                  </a:lnTo>
                  <a:lnTo>
                    <a:pt x="500672" y="410828"/>
                  </a:lnTo>
                  <a:lnTo>
                    <a:pt x="500868" y="410878"/>
                  </a:lnTo>
                  <a:lnTo>
                    <a:pt x="501113" y="410928"/>
                  </a:lnTo>
                  <a:lnTo>
                    <a:pt x="501309" y="410928"/>
                  </a:lnTo>
                  <a:lnTo>
                    <a:pt x="501554" y="410928"/>
                  </a:lnTo>
                  <a:lnTo>
                    <a:pt x="501799" y="410978"/>
                  </a:lnTo>
                  <a:lnTo>
                    <a:pt x="501995" y="411078"/>
                  </a:lnTo>
                  <a:lnTo>
                    <a:pt x="502289" y="411078"/>
                  </a:lnTo>
                  <a:lnTo>
                    <a:pt x="502485" y="411078"/>
                  </a:lnTo>
                  <a:lnTo>
                    <a:pt x="502730" y="411028"/>
                  </a:lnTo>
                  <a:lnTo>
                    <a:pt x="502975" y="411078"/>
                  </a:lnTo>
                  <a:lnTo>
                    <a:pt x="503171" y="411128"/>
                  </a:lnTo>
                  <a:lnTo>
                    <a:pt x="503514" y="411179"/>
                  </a:lnTo>
                  <a:lnTo>
                    <a:pt x="503710" y="411179"/>
                  </a:lnTo>
                  <a:lnTo>
                    <a:pt x="503956" y="411128"/>
                  </a:lnTo>
                  <a:lnTo>
                    <a:pt x="504152" y="411078"/>
                  </a:lnTo>
                  <a:lnTo>
                    <a:pt x="504397" y="410978"/>
                  </a:lnTo>
                  <a:lnTo>
                    <a:pt x="504642" y="410878"/>
                  </a:lnTo>
                  <a:lnTo>
                    <a:pt x="504789" y="410778"/>
                  </a:lnTo>
                  <a:lnTo>
                    <a:pt x="505034" y="410677"/>
                  </a:lnTo>
                  <a:lnTo>
                    <a:pt x="505279" y="410627"/>
                  </a:lnTo>
                  <a:lnTo>
                    <a:pt x="505475" y="410577"/>
                  </a:lnTo>
                  <a:lnTo>
                    <a:pt x="505720" y="410577"/>
                  </a:lnTo>
                  <a:lnTo>
                    <a:pt x="505916" y="410477"/>
                  </a:lnTo>
                  <a:lnTo>
                    <a:pt x="506112" y="410477"/>
                  </a:lnTo>
                  <a:lnTo>
                    <a:pt x="506357" y="410377"/>
                  </a:lnTo>
                  <a:lnTo>
                    <a:pt x="506602" y="410327"/>
                  </a:lnTo>
                  <a:lnTo>
                    <a:pt x="506847" y="410327"/>
                  </a:lnTo>
                  <a:lnTo>
                    <a:pt x="507043" y="410327"/>
                  </a:lnTo>
                  <a:lnTo>
                    <a:pt x="507288" y="410276"/>
                  </a:lnTo>
                  <a:lnTo>
                    <a:pt x="507484" y="410276"/>
                  </a:lnTo>
                  <a:lnTo>
                    <a:pt x="507730" y="410226"/>
                  </a:lnTo>
                  <a:lnTo>
                    <a:pt x="507975" y="410276"/>
                  </a:lnTo>
                  <a:lnTo>
                    <a:pt x="508171" y="410327"/>
                  </a:lnTo>
                  <a:lnTo>
                    <a:pt x="508416" y="410377"/>
                  </a:lnTo>
                  <a:lnTo>
                    <a:pt x="508612" y="410427"/>
                  </a:lnTo>
                  <a:lnTo>
                    <a:pt x="508857" y="410477"/>
                  </a:lnTo>
                  <a:lnTo>
                    <a:pt x="509053" y="410527"/>
                  </a:lnTo>
                  <a:lnTo>
                    <a:pt x="509298" y="410627"/>
                  </a:lnTo>
                  <a:lnTo>
                    <a:pt x="509543" y="410727"/>
                  </a:lnTo>
                  <a:lnTo>
                    <a:pt x="509739" y="410778"/>
                  </a:lnTo>
                  <a:lnTo>
                    <a:pt x="509984" y="410928"/>
                  </a:lnTo>
                  <a:lnTo>
                    <a:pt x="510180" y="410878"/>
                  </a:lnTo>
                  <a:lnTo>
                    <a:pt x="510425" y="410928"/>
                  </a:lnTo>
                  <a:lnTo>
                    <a:pt x="510621" y="411028"/>
                  </a:lnTo>
                  <a:lnTo>
                    <a:pt x="510866" y="411078"/>
                  </a:lnTo>
                  <a:lnTo>
                    <a:pt x="511111" y="411078"/>
                  </a:lnTo>
                  <a:lnTo>
                    <a:pt x="511308" y="411128"/>
                  </a:lnTo>
                  <a:lnTo>
                    <a:pt x="511553" y="411229"/>
                  </a:lnTo>
                  <a:lnTo>
                    <a:pt x="511749" y="411229"/>
                  </a:lnTo>
                  <a:lnTo>
                    <a:pt x="511994" y="411229"/>
                  </a:lnTo>
                  <a:lnTo>
                    <a:pt x="512239" y="411329"/>
                  </a:lnTo>
                  <a:lnTo>
                    <a:pt x="512484" y="411379"/>
                  </a:lnTo>
                  <a:lnTo>
                    <a:pt x="512680" y="411429"/>
                  </a:lnTo>
                  <a:lnTo>
                    <a:pt x="512876" y="411429"/>
                  </a:lnTo>
                  <a:lnTo>
                    <a:pt x="513170" y="411379"/>
                  </a:lnTo>
                  <a:lnTo>
                    <a:pt x="513366" y="411429"/>
                  </a:lnTo>
                  <a:lnTo>
                    <a:pt x="513611" y="411429"/>
                  </a:lnTo>
                  <a:lnTo>
                    <a:pt x="513807" y="411429"/>
                  </a:lnTo>
                  <a:lnTo>
                    <a:pt x="514052" y="411429"/>
                  </a:lnTo>
                  <a:lnTo>
                    <a:pt x="514297" y="411529"/>
                  </a:lnTo>
                  <a:lnTo>
                    <a:pt x="514493" y="411579"/>
                  </a:lnTo>
                  <a:lnTo>
                    <a:pt x="514738" y="411680"/>
                  </a:lnTo>
                  <a:lnTo>
                    <a:pt x="514886" y="411780"/>
                  </a:lnTo>
                  <a:lnTo>
                    <a:pt x="515082" y="411880"/>
                  </a:lnTo>
                  <a:lnTo>
                    <a:pt x="515327" y="411980"/>
                  </a:lnTo>
                  <a:lnTo>
                    <a:pt x="515474" y="412081"/>
                  </a:lnTo>
                  <a:lnTo>
                    <a:pt x="515719" y="412131"/>
                  </a:lnTo>
                  <a:lnTo>
                    <a:pt x="516013" y="412281"/>
                  </a:lnTo>
                  <a:lnTo>
                    <a:pt x="516307" y="412381"/>
                  </a:lnTo>
                  <a:lnTo>
                    <a:pt x="516552" y="412481"/>
                  </a:lnTo>
                  <a:lnTo>
                    <a:pt x="516797" y="412431"/>
                  </a:lnTo>
                  <a:lnTo>
                    <a:pt x="517238" y="412381"/>
                  </a:lnTo>
                  <a:lnTo>
                    <a:pt x="517581" y="412532"/>
                  </a:lnTo>
                  <a:lnTo>
                    <a:pt x="517777" y="412532"/>
                  </a:lnTo>
                  <a:lnTo>
                    <a:pt x="518071" y="412632"/>
                  </a:lnTo>
                  <a:lnTo>
                    <a:pt x="518218" y="412582"/>
                  </a:lnTo>
                  <a:lnTo>
                    <a:pt x="518365" y="412532"/>
                  </a:lnTo>
                  <a:lnTo>
                    <a:pt x="518513" y="412481"/>
                  </a:lnTo>
                  <a:lnTo>
                    <a:pt x="518660" y="412481"/>
                  </a:lnTo>
                  <a:lnTo>
                    <a:pt x="518954" y="412632"/>
                  </a:lnTo>
                  <a:lnTo>
                    <a:pt x="519150" y="412632"/>
                  </a:lnTo>
                  <a:lnTo>
                    <a:pt x="519297" y="412632"/>
                  </a:lnTo>
                  <a:lnTo>
                    <a:pt x="520032" y="412882"/>
                  </a:lnTo>
                  <a:lnTo>
                    <a:pt x="520767" y="412983"/>
                  </a:lnTo>
                  <a:lnTo>
                    <a:pt x="521061" y="413133"/>
                  </a:lnTo>
                  <a:lnTo>
                    <a:pt x="521306" y="413133"/>
                  </a:lnTo>
                  <a:lnTo>
                    <a:pt x="521747" y="413033"/>
                  </a:lnTo>
                  <a:lnTo>
                    <a:pt x="522140" y="413133"/>
                  </a:lnTo>
                  <a:lnTo>
                    <a:pt x="522483" y="412983"/>
                  </a:lnTo>
                  <a:lnTo>
                    <a:pt x="522875" y="413083"/>
                  </a:lnTo>
                  <a:lnTo>
                    <a:pt x="524394" y="412932"/>
                  </a:lnTo>
                  <a:lnTo>
                    <a:pt x="526061" y="412932"/>
                  </a:lnTo>
                  <a:lnTo>
                    <a:pt x="527041" y="412682"/>
                  </a:lnTo>
                  <a:lnTo>
                    <a:pt x="528609" y="412331"/>
                  </a:lnTo>
                  <a:lnTo>
                    <a:pt x="529639" y="412231"/>
                  </a:lnTo>
                  <a:lnTo>
                    <a:pt x="530570" y="412381"/>
                  </a:lnTo>
                  <a:lnTo>
                    <a:pt x="531207" y="412381"/>
                  </a:lnTo>
                  <a:lnTo>
                    <a:pt x="531795" y="412231"/>
                  </a:lnTo>
                  <a:lnTo>
                    <a:pt x="532677" y="411930"/>
                  </a:lnTo>
                  <a:lnTo>
                    <a:pt x="533364" y="411479"/>
                  </a:lnTo>
                  <a:lnTo>
                    <a:pt x="534148" y="410978"/>
                  </a:lnTo>
                  <a:lnTo>
                    <a:pt x="534785" y="410978"/>
                  </a:lnTo>
                  <a:lnTo>
                    <a:pt x="535520" y="411229"/>
                  </a:lnTo>
                  <a:lnTo>
                    <a:pt x="535912" y="411429"/>
                  </a:lnTo>
                  <a:lnTo>
                    <a:pt x="536402" y="411880"/>
                  </a:lnTo>
                  <a:lnTo>
                    <a:pt x="536795" y="412081"/>
                  </a:lnTo>
                  <a:lnTo>
                    <a:pt x="537285" y="412231"/>
                  </a:lnTo>
                  <a:lnTo>
                    <a:pt x="538167" y="411930"/>
                  </a:lnTo>
                  <a:lnTo>
                    <a:pt x="539098" y="412081"/>
                  </a:lnTo>
                  <a:lnTo>
                    <a:pt x="540029" y="412431"/>
                  </a:lnTo>
                  <a:lnTo>
                    <a:pt x="540618" y="413033"/>
                  </a:lnTo>
                  <a:lnTo>
                    <a:pt x="541549" y="413534"/>
                  </a:lnTo>
                  <a:lnTo>
                    <a:pt x="543215" y="414035"/>
                  </a:lnTo>
                  <a:lnTo>
                    <a:pt x="544735" y="414887"/>
                  </a:lnTo>
                  <a:lnTo>
                    <a:pt x="545715" y="415288"/>
                  </a:lnTo>
                  <a:lnTo>
                    <a:pt x="546450" y="415739"/>
                  </a:lnTo>
                  <a:lnTo>
                    <a:pt x="547823" y="418094"/>
                  </a:lnTo>
                  <a:lnTo>
                    <a:pt x="548117" y="418896"/>
                  </a:lnTo>
                  <a:lnTo>
                    <a:pt x="548509" y="419798"/>
                  </a:lnTo>
                  <a:lnTo>
                    <a:pt x="548607" y="419898"/>
                  </a:lnTo>
                  <a:lnTo>
                    <a:pt x="549146" y="420600"/>
                  </a:lnTo>
                  <a:lnTo>
                    <a:pt x="549440" y="421301"/>
                  </a:lnTo>
                  <a:lnTo>
                    <a:pt x="549930" y="422103"/>
                  </a:lnTo>
                  <a:lnTo>
                    <a:pt x="550077" y="422304"/>
                  </a:lnTo>
                  <a:lnTo>
                    <a:pt x="550224" y="422554"/>
                  </a:lnTo>
                  <a:lnTo>
                    <a:pt x="550518" y="422805"/>
                  </a:lnTo>
                  <a:lnTo>
                    <a:pt x="551401" y="422604"/>
                  </a:lnTo>
                  <a:lnTo>
                    <a:pt x="551597" y="422304"/>
                  </a:lnTo>
                  <a:lnTo>
                    <a:pt x="552038" y="421752"/>
                  </a:lnTo>
                  <a:lnTo>
                    <a:pt x="552234" y="421502"/>
                  </a:lnTo>
                  <a:lnTo>
                    <a:pt x="552528" y="421352"/>
                  </a:lnTo>
                  <a:lnTo>
                    <a:pt x="552822" y="421151"/>
                  </a:lnTo>
                  <a:lnTo>
                    <a:pt x="553165" y="420951"/>
                  </a:lnTo>
                  <a:lnTo>
                    <a:pt x="553361" y="421001"/>
                  </a:lnTo>
                  <a:lnTo>
                    <a:pt x="553312" y="420850"/>
                  </a:lnTo>
                  <a:lnTo>
                    <a:pt x="553900" y="420600"/>
                  </a:lnTo>
                  <a:lnTo>
                    <a:pt x="554488" y="420399"/>
                  </a:lnTo>
                  <a:lnTo>
                    <a:pt x="554733" y="420399"/>
                  </a:lnTo>
                  <a:lnTo>
                    <a:pt x="555371" y="420349"/>
                  </a:lnTo>
                  <a:lnTo>
                    <a:pt x="555959" y="420149"/>
                  </a:lnTo>
                  <a:lnTo>
                    <a:pt x="556204" y="420049"/>
                  </a:lnTo>
                  <a:lnTo>
                    <a:pt x="557086" y="419748"/>
                  </a:lnTo>
                  <a:lnTo>
                    <a:pt x="557919" y="419347"/>
                  </a:lnTo>
                  <a:lnTo>
                    <a:pt x="558164" y="419247"/>
                  </a:lnTo>
                  <a:lnTo>
                    <a:pt x="558802" y="419096"/>
                  </a:lnTo>
                  <a:lnTo>
                    <a:pt x="559537" y="418645"/>
                  </a:lnTo>
                  <a:lnTo>
                    <a:pt x="559978" y="418545"/>
                  </a:lnTo>
                  <a:lnTo>
                    <a:pt x="560321" y="418295"/>
                  </a:lnTo>
                  <a:lnTo>
                    <a:pt x="560860" y="418194"/>
                  </a:lnTo>
                  <a:lnTo>
                    <a:pt x="561252" y="418144"/>
                  </a:lnTo>
                  <a:lnTo>
                    <a:pt x="561448" y="418094"/>
                  </a:lnTo>
                  <a:lnTo>
                    <a:pt x="561742" y="418094"/>
                  </a:lnTo>
                  <a:lnTo>
                    <a:pt x="561889" y="418094"/>
                  </a:lnTo>
                  <a:lnTo>
                    <a:pt x="563115" y="417643"/>
                  </a:lnTo>
                  <a:lnTo>
                    <a:pt x="563997" y="417643"/>
                  </a:lnTo>
                  <a:lnTo>
                    <a:pt x="564879" y="417944"/>
                  </a:lnTo>
                  <a:lnTo>
                    <a:pt x="565026" y="417894"/>
                  </a:lnTo>
                  <a:lnTo>
                    <a:pt x="565418" y="417844"/>
                  </a:lnTo>
                  <a:lnTo>
                    <a:pt x="565908" y="417743"/>
                  </a:lnTo>
                  <a:lnTo>
                    <a:pt x="566448" y="417844"/>
                  </a:lnTo>
                  <a:lnTo>
                    <a:pt x="566693" y="417844"/>
                  </a:lnTo>
                  <a:lnTo>
                    <a:pt x="567624" y="417894"/>
                  </a:lnTo>
                  <a:lnTo>
                    <a:pt x="568604" y="417844"/>
                  </a:lnTo>
                  <a:lnTo>
                    <a:pt x="568849" y="417894"/>
                  </a:lnTo>
                  <a:lnTo>
                    <a:pt x="569437" y="417944"/>
                  </a:lnTo>
                  <a:lnTo>
                    <a:pt x="569928" y="417994"/>
                  </a:lnTo>
                  <a:lnTo>
                    <a:pt x="570418" y="417994"/>
                  </a:lnTo>
                  <a:lnTo>
                    <a:pt x="570908" y="417944"/>
                  </a:lnTo>
                  <a:lnTo>
                    <a:pt x="571202" y="417844"/>
                  </a:lnTo>
                  <a:lnTo>
                    <a:pt x="571545" y="417593"/>
                  </a:lnTo>
                  <a:lnTo>
                    <a:pt x="571692" y="417543"/>
                  </a:lnTo>
                  <a:lnTo>
                    <a:pt x="571937" y="417493"/>
                  </a:lnTo>
                  <a:lnTo>
                    <a:pt x="572329" y="417393"/>
                  </a:lnTo>
                  <a:lnTo>
                    <a:pt x="572623" y="417393"/>
                  </a:lnTo>
                  <a:lnTo>
                    <a:pt x="572917" y="417393"/>
                  </a:lnTo>
                  <a:lnTo>
                    <a:pt x="573457" y="417342"/>
                  </a:lnTo>
                  <a:lnTo>
                    <a:pt x="573604" y="417342"/>
                  </a:lnTo>
                  <a:lnTo>
                    <a:pt x="574290" y="417342"/>
                  </a:lnTo>
                  <a:lnTo>
                    <a:pt x="574535" y="417342"/>
                  </a:lnTo>
                  <a:lnTo>
                    <a:pt x="574878" y="417493"/>
                  </a:lnTo>
                  <a:lnTo>
                    <a:pt x="575025" y="417493"/>
                  </a:lnTo>
                  <a:lnTo>
                    <a:pt x="575270" y="417493"/>
                  </a:lnTo>
                  <a:lnTo>
                    <a:pt x="575466" y="417443"/>
                  </a:lnTo>
                  <a:lnTo>
                    <a:pt x="575760" y="417393"/>
                  </a:lnTo>
                  <a:lnTo>
                    <a:pt x="576348" y="417292"/>
                  </a:lnTo>
                  <a:lnTo>
                    <a:pt x="576691" y="417142"/>
                  </a:lnTo>
                  <a:lnTo>
                    <a:pt x="577182" y="416942"/>
                  </a:lnTo>
                  <a:lnTo>
                    <a:pt x="578015" y="416541"/>
                  </a:lnTo>
                  <a:lnTo>
                    <a:pt x="578848" y="416190"/>
                  </a:lnTo>
                  <a:lnTo>
                    <a:pt x="579779" y="416140"/>
                  </a:lnTo>
                  <a:lnTo>
                    <a:pt x="580662" y="415939"/>
                  </a:lnTo>
                  <a:lnTo>
                    <a:pt x="581152" y="415689"/>
                  </a:lnTo>
                  <a:lnTo>
                    <a:pt x="581397" y="415588"/>
                  </a:lnTo>
                  <a:lnTo>
                    <a:pt x="581789" y="415338"/>
                  </a:lnTo>
                  <a:lnTo>
                    <a:pt x="582132" y="415238"/>
                  </a:lnTo>
                  <a:lnTo>
                    <a:pt x="582279" y="415137"/>
                  </a:lnTo>
                  <a:lnTo>
                    <a:pt x="582524" y="415137"/>
                  </a:lnTo>
                  <a:lnTo>
                    <a:pt x="582769" y="415087"/>
                  </a:lnTo>
                  <a:lnTo>
                    <a:pt x="582965" y="415087"/>
                  </a:lnTo>
                  <a:lnTo>
                    <a:pt x="583210" y="415087"/>
                  </a:lnTo>
                  <a:lnTo>
                    <a:pt x="583504" y="415188"/>
                  </a:lnTo>
                  <a:lnTo>
                    <a:pt x="583651" y="415188"/>
                  </a:lnTo>
                  <a:lnTo>
                    <a:pt x="583847" y="415288"/>
                  </a:lnTo>
                  <a:lnTo>
                    <a:pt x="584092" y="415438"/>
                  </a:lnTo>
                  <a:lnTo>
                    <a:pt x="584289" y="415538"/>
                  </a:lnTo>
                  <a:lnTo>
                    <a:pt x="584485" y="415639"/>
                  </a:lnTo>
                  <a:lnTo>
                    <a:pt x="584681" y="415739"/>
                  </a:lnTo>
                  <a:lnTo>
                    <a:pt x="584877" y="415889"/>
                  </a:lnTo>
                  <a:lnTo>
                    <a:pt x="585073" y="415989"/>
                  </a:lnTo>
                  <a:lnTo>
                    <a:pt x="585318" y="416090"/>
                  </a:lnTo>
                  <a:lnTo>
                    <a:pt x="585563" y="416140"/>
                  </a:lnTo>
                  <a:lnTo>
                    <a:pt x="585759" y="416190"/>
                  </a:lnTo>
                  <a:lnTo>
                    <a:pt x="586004" y="416240"/>
                  </a:lnTo>
                  <a:lnTo>
                    <a:pt x="586053" y="416390"/>
                  </a:lnTo>
                  <a:lnTo>
                    <a:pt x="586347" y="416591"/>
                  </a:lnTo>
                  <a:lnTo>
                    <a:pt x="586788" y="416741"/>
                  </a:lnTo>
                  <a:lnTo>
                    <a:pt x="586984" y="416791"/>
                  </a:lnTo>
                  <a:lnTo>
                    <a:pt x="587180" y="416791"/>
                  </a:lnTo>
                  <a:lnTo>
                    <a:pt x="587474" y="416791"/>
                  </a:lnTo>
                  <a:lnTo>
                    <a:pt x="587670" y="416741"/>
                  </a:lnTo>
                  <a:lnTo>
                    <a:pt x="587916" y="416741"/>
                  </a:lnTo>
                  <a:lnTo>
                    <a:pt x="588161" y="416741"/>
                  </a:lnTo>
                  <a:lnTo>
                    <a:pt x="588406" y="416691"/>
                  </a:lnTo>
                  <a:lnTo>
                    <a:pt x="588602" y="416641"/>
                  </a:lnTo>
                  <a:lnTo>
                    <a:pt x="588798" y="416591"/>
                  </a:lnTo>
                  <a:lnTo>
                    <a:pt x="589043" y="416591"/>
                  </a:lnTo>
                  <a:lnTo>
                    <a:pt x="589288" y="416541"/>
                  </a:lnTo>
                  <a:lnTo>
                    <a:pt x="589484" y="416541"/>
                  </a:lnTo>
                  <a:lnTo>
                    <a:pt x="589729" y="416491"/>
                  </a:lnTo>
                  <a:lnTo>
                    <a:pt x="589974" y="416541"/>
                  </a:lnTo>
                  <a:lnTo>
                    <a:pt x="590219" y="416541"/>
                  </a:lnTo>
                  <a:lnTo>
                    <a:pt x="590464" y="416541"/>
                  </a:lnTo>
                  <a:lnTo>
                    <a:pt x="590709" y="416591"/>
                  </a:lnTo>
                  <a:lnTo>
                    <a:pt x="590954" y="416641"/>
                  </a:lnTo>
                  <a:lnTo>
                    <a:pt x="591199" y="416691"/>
                  </a:lnTo>
                  <a:lnTo>
                    <a:pt x="591395" y="416741"/>
                  </a:lnTo>
                  <a:lnTo>
                    <a:pt x="591690" y="416791"/>
                  </a:lnTo>
                  <a:lnTo>
                    <a:pt x="591886" y="416741"/>
                  </a:lnTo>
                  <a:lnTo>
                    <a:pt x="592131" y="416691"/>
                  </a:lnTo>
                  <a:lnTo>
                    <a:pt x="592327" y="416591"/>
                  </a:lnTo>
                  <a:lnTo>
                    <a:pt x="592425" y="416390"/>
                  </a:lnTo>
                  <a:lnTo>
                    <a:pt x="592572" y="416140"/>
                  </a:lnTo>
                  <a:lnTo>
                    <a:pt x="592670" y="415989"/>
                  </a:lnTo>
                  <a:lnTo>
                    <a:pt x="592817" y="415789"/>
                  </a:lnTo>
                  <a:lnTo>
                    <a:pt x="592964" y="415639"/>
                  </a:lnTo>
                  <a:lnTo>
                    <a:pt x="593209" y="415338"/>
                  </a:lnTo>
                  <a:lnTo>
                    <a:pt x="593748" y="415087"/>
                  </a:lnTo>
                  <a:lnTo>
                    <a:pt x="593944" y="414937"/>
                  </a:lnTo>
                  <a:lnTo>
                    <a:pt x="594091" y="414787"/>
                  </a:lnTo>
                  <a:lnTo>
                    <a:pt x="594238" y="414536"/>
                  </a:lnTo>
                  <a:lnTo>
                    <a:pt x="594287" y="414386"/>
                  </a:lnTo>
                  <a:lnTo>
                    <a:pt x="594434" y="414135"/>
                  </a:lnTo>
                  <a:lnTo>
                    <a:pt x="594581" y="413935"/>
                  </a:lnTo>
                  <a:lnTo>
                    <a:pt x="594728" y="413784"/>
                  </a:lnTo>
                  <a:lnTo>
                    <a:pt x="594875" y="413584"/>
                  </a:lnTo>
                  <a:lnTo>
                    <a:pt x="595022" y="413434"/>
                  </a:lnTo>
                  <a:lnTo>
                    <a:pt x="595170" y="413283"/>
                  </a:lnTo>
                  <a:lnTo>
                    <a:pt x="595366" y="413133"/>
                  </a:lnTo>
                  <a:lnTo>
                    <a:pt x="595562" y="413033"/>
                  </a:lnTo>
                  <a:lnTo>
                    <a:pt x="595758" y="412882"/>
                  </a:lnTo>
                  <a:lnTo>
                    <a:pt x="596346" y="412431"/>
                  </a:lnTo>
                  <a:lnTo>
                    <a:pt x="596738" y="412030"/>
                  </a:lnTo>
                  <a:lnTo>
                    <a:pt x="597571" y="411329"/>
                  </a:lnTo>
                  <a:lnTo>
                    <a:pt x="598159" y="411128"/>
                  </a:lnTo>
                  <a:lnTo>
                    <a:pt x="598797" y="411078"/>
                  </a:lnTo>
                  <a:lnTo>
                    <a:pt x="599434" y="411579"/>
                  </a:lnTo>
                  <a:lnTo>
                    <a:pt x="600218" y="411980"/>
                  </a:lnTo>
                  <a:lnTo>
                    <a:pt x="601296" y="412131"/>
                  </a:lnTo>
                  <a:lnTo>
                    <a:pt x="602423" y="412131"/>
                  </a:lnTo>
                  <a:lnTo>
                    <a:pt x="603698" y="411830"/>
                  </a:lnTo>
                  <a:lnTo>
                    <a:pt x="604629" y="411730"/>
                  </a:lnTo>
                  <a:lnTo>
                    <a:pt x="605364" y="411479"/>
                  </a:lnTo>
                  <a:lnTo>
                    <a:pt x="606149" y="410377"/>
                  </a:lnTo>
                  <a:lnTo>
                    <a:pt x="606639" y="409475"/>
                  </a:lnTo>
                  <a:lnTo>
                    <a:pt x="607619" y="408773"/>
                  </a:lnTo>
                  <a:lnTo>
                    <a:pt x="608403" y="408172"/>
                  </a:lnTo>
                  <a:lnTo>
                    <a:pt x="610070" y="407069"/>
                  </a:lnTo>
                  <a:lnTo>
                    <a:pt x="611540" y="406318"/>
                  </a:lnTo>
                  <a:lnTo>
                    <a:pt x="612471" y="405917"/>
                  </a:lnTo>
                  <a:lnTo>
                    <a:pt x="613403" y="405566"/>
                  </a:lnTo>
                  <a:lnTo>
                    <a:pt x="614432" y="405265"/>
                  </a:lnTo>
                  <a:lnTo>
                    <a:pt x="615510" y="405365"/>
                  </a:lnTo>
                  <a:lnTo>
                    <a:pt x="616098" y="405365"/>
                  </a:lnTo>
                  <a:lnTo>
                    <a:pt x="617029" y="405265"/>
                  </a:lnTo>
                  <a:lnTo>
                    <a:pt x="617520" y="405065"/>
                  </a:lnTo>
                  <a:lnTo>
                    <a:pt x="617912" y="404864"/>
                  </a:lnTo>
                  <a:lnTo>
                    <a:pt x="618696" y="404313"/>
                  </a:lnTo>
                  <a:lnTo>
                    <a:pt x="619186" y="404313"/>
                  </a:lnTo>
                  <a:lnTo>
                    <a:pt x="620166" y="404263"/>
                  </a:lnTo>
                  <a:lnTo>
                    <a:pt x="620706" y="404163"/>
                  </a:lnTo>
                  <a:lnTo>
                    <a:pt x="621784" y="403762"/>
                  </a:lnTo>
                  <a:lnTo>
                    <a:pt x="622372" y="403561"/>
                  </a:lnTo>
                  <a:lnTo>
                    <a:pt x="623303" y="403060"/>
                  </a:lnTo>
                  <a:lnTo>
                    <a:pt x="624332" y="402459"/>
                  </a:lnTo>
                  <a:lnTo>
                    <a:pt x="624823" y="402108"/>
                  </a:lnTo>
                  <a:lnTo>
                    <a:pt x="625166" y="401657"/>
                  </a:lnTo>
                  <a:lnTo>
                    <a:pt x="625803" y="401106"/>
                  </a:lnTo>
                  <a:lnTo>
                    <a:pt x="625999" y="400404"/>
                  </a:lnTo>
                  <a:lnTo>
                    <a:pt x="626195" y="399853"/>
                  </a:lnTo>
                  <a:lnTo>
                    <a:pt x="626440" y="399502"/>
                  </a:lnTo>
                  <a:lnTo>
                    <a:pt x="627224" y="399001"/>
                  </a:lnTo>
                  <a:lnTo>
                    <a:pt x="628352" y="398700"/>
                  </a:lnTo>
                  <a:lnTo>
                    <a:pt x="629038" y="398801"/>
                  </a:lnTo>
                  <a:lnTo>
                    <a:pt x="629724" y="398901"/>
                  </a:lnTo>
                  <a:lnTo>
                    <a:pt x="630704" y="398750"/>
                  </a:lnTo>
                  <a:lnTo>
                    <a:pt x="631390" y="398550"/>
                  </a:lnTo>
                  <a:lnTo>
                    <a:pt x="632420" y="398149"/>
                  </a:lnTo>
                  <a:lnTo>
                    <a:pt x="633449" y="397648"/>
                  </a:lnTo>
                  <a:lnTo>
                    <a:pt x="633890" y="397698"/>
                  </a:lnTo>
                  <a:lnTo>
                    <a:pt x="634576" y="397698"/>
                  </a:lnTo>
                  <a:lnTo>
                    <a:pt x="635655" y="397748"/>
                  </a:lnTo>
                  <a:lnTo>
                    <a:pt x="636292" y="397648"/>
                  </a:lnTo>
                  <a:lnTo>
                    <a:pt x="637174" y="397598"/>
                  </a:lnTo>
                  <a:lnTo>
                    <a:pt x="637811" y="397247"/>
                  </a:lnTo>
                  <a:lnTo>
                    <a:pt x="638105" y="397147"/>
                  </a:lnTo>
                  <a:lnTo>
                    <a:pt x="638497" y="397147"/>
                  </a:lnTo>
                  <a:lnTo>
                    <a:pt x="638791" y="397147"/>
                  </a:lnTo>
                  <a:lnTo>
                    <a:pt x="639331" y="397147"/>
                  </a:lnTo>
                  <a:lnTo>
                    <a:pt x="640360" y="397097"/>
                  </a:lnTo>
                  <a:lnTo>
                    <a:pt x="640948" y="396746"/>
                  </a:lnTo>
                  <a:lnTo>
                    <a:pt x="641536" y="396545"/>
                  </a:lnTo>
                  <a:lnTo>
                    <a:pt x="641977" y="395894"/>
                  </a:lnTo>
                  <a:lnTo>
                    <a:pt x="642664" y="395142"/>
                  </a:lnTo>
                  <a:lnTo>
                    <a:pt x="643546" y="394641"/>
                  </a:lnTo>
                  <a:lnTo>
                    <a:pt x="644820" y="394090"/>
                  </a:lnTo>
                  <a:lnTo>
                    <a:pt x="646634" y="393739"/>
                  </a:lnTo>
                  <a:lnTo>
                    <a:pt x="647810" y="393639"/>
                  </a:lnTo>
                  <a:lnTo>
                    <a:pt x="649378" y="393639"/>
                  </a:lnTo>
                  <a:lnTo>
                    <a:pt x="652123" y="393789"/>
                  </a:lnTo>
                  <a:lnTo>
                    <a:pt x="654084" y="393539"/>
                  </a:lnTo>
                  <a:lnTo>
                    <a:pt x="655015" y="393589"/>
                  </a:lnTo>
                  <a:lnTo>
                    <a:pt x="655946" y="393539"/>
                  </a:lnTo>
                  <a:lnTo>
                    <a:pt x="656485" y="393338"/>
                  </a:lnTo>
                  <a:lnTo>
                    <a:pt x="656877" y="393038"/>
                  </a:lnTo>
                  <a:lnTo>
                    <a:pt x="657466" y="392436"/>
                  </a:lnTo>
                  <a:lnTo>
                    <a:pt x="658495" y="391785"/>
                  </a:lnTo>
                  <a:lnTo>
                    <a:pt x="659573" y="391434"/>
                  </a:lnTo>
                  <a:lnTo>
                    <a:pt x="661093" y="391384"/>
                  </a:lnTo>
                  <a:lnTo>
                    <a:pt x="662955" y="391183"/>
                  </a:lnTo>
                  <a:lnTo>
                    <a:pt x="663984" y="390732"/>
                  </a:lnTo>
                  <a:lnTo>
                    <a:pt x="664867" y="390281"/>
                  </a:lnTo>
                  <a:lnTo>
                    <a:pt x="665896" y="389479"/>
                  </a:lnTo>
                  <a:lnTo>
                    <a:pt x="666190" y="388828"/>
                  </a:lnTo>
                  <a:lnTo>
                    <a:pt x="667170" y="388177"/>
                  </a:lnTo>
                  <a:lnTo>
                    <a:pt x="669229" y="386974"/>
                  </a:lnTo>
                  <a:lnTo>
                    <a:pt x="670062" y="386423"/>
                  </a:lnTo>
                  <a:lnTo>
                    <a:pt x="671483" y="385621"/>
                  </a:lnTo>
                  <a:lnTo>
                    <a:pt x="672807" y="384969"/>
                  </a:lnTo>
                  <a:lnTo>
                    <a:pt x="673591" y="384568"/>
                  </a:lnTo>
                  <a:lnTo>
                    <a:pt x="675061" y="384619"/>
                  </a:lnTo>
                  <a:lnTo>
                    <a:pt x="676973" y="384719"/>
                  </a:lnTo>
                  <a:lnTo>
                    <a:pt x="678198" y="384819"/>
                  </a:lnTo>
                  <a:lnTo>
                    <a:pt x="679424" y="384719"/>
                  </a:lnTo>
                  <a:lnTo>
                    <a:pt x="680404" y="384368"/>
                  </a:lnTo>
                  <a:lnTo>
                    <a:pt x="681139" y="384167"/>
                  </a:lnTo>
                  <a:lnTo>
                    <a:pt x="682070" y="384167"/>
                  </a:lnTo>
                  <a:lnTo>
                    <a:pt x="682707" y="383867"/>
                  </a:lnTo>
                  <a:lnTo>
                    <a:pt x="683296" y="383616"/>
                  </a:lnTo>
                  <a:lnTo>
                    <a:pt x="684080" y="383366"/>
                  </a:lnTo>
                  <a:lnTo>
                    <a:pt x="684521" y="382965"/>
                  </a:lnTo>
                  <a:lnTo>
                    <a:pt x="685011" y="382664"/>
                  </a:lnTo>
                  <a:lnTo>
                    <a:pt x="685648" y="382414"/>
                  </a:lnTo>
                  <a:lnTo>
                    <a:pt x="686285" y="382313"/>
                  </a:lnTo>
                  <a:lnTo>
                    <a:pt x="687168" y="382013"/>
                  </a:lnTo>
                  <a:lnTo>
                    <a:pt x="687658" y="381311"/>
                  </a:lnTo>
                  <a:lnTo>
                    <a:pt x="688099" y="380810"/>
                  </a:lnTo>
                  <a:lnTo>
                    <a:pt x="688589" y="380559"/>
                  </a:lnTo>
                  <a:lnTo>
                    <a:pt x="689226" y="380259"/>
                  </a:lnTo>
                  <a:lnTo>
                    <a:pt x="691187" y="379758"/>
                  </a:lnTo>
                  <a:lnTo>
                    <a:pt x="692167" y="379256"/>
                  </a:lnTo>
                  <a:lnTo>
                    <a:pt x="693294" y="378855"/>
                  </a:lnTo>
                  <a:lnTo>
                    <a:pt x="693981" y="378605"/>
                  </a:lnTo>
                  <a:lnTo>
                    <a:pt x="694716" y="378354"/>
                  </a:lnTo>
                  <a:lnTo>
                    <a:pt x="695451" y="378354"/>
                  </a:lnTo>
                  <a:lnTo>
                    <a:pt x="696333" y="378354"/>
                  </a:lnTo>
                  <a:lnTo>
                    <a:pt x="697362" y="378404"/>
                  </a:lnTo>
                  <a:lnTo>
                    <a:pt x="698049" y="378354"/>
                  </a:lnTo>
                  <a:lnTo>
                    <a:pt x="698588" y="378304"/>
                  </a:lnTo>
                  <a:lnTo>
                    <a:pt x="699225" y="378054"/>
                  </a:lnTo>
                  <a:lnTo>
                    <a:pt x="699813" y="377853"/>
                  </a:lnTo>
                  <a:lnTo>
                    <a:pt x="700842" y="377753"/>
                  </a:lnTo>
                  <a:lnTo>
                    <a:pt x="701725" y="377903"/>
                  </a:lnTo>
                  <a:lnTo>
                    <a:pt x="702803" y="378054"/>
                  </a:lnTo>
                  <a:lnTo>
                    <a:pt x="704126" y="378154"/>
                  </a:lnTo>
                  <a:lnTo>
                    <a:pt x="704715" y="378304"/>
                  </a:lnTo>
                  <a:lnTo>
                    <a:pt x="705744" y="378455"/>
                  </a:lnTo>
                  <a:lnTo>
                    <a:pt x="706626" y="378855"/>
                  </a:lnTo>
                  <a:lnTo>
                    <a:pt x="707361" y="379307"/>
                  </a:lnTo>
                  <a:lnTo>
                    <a:pt x="708145" y="379958"/>
                  </a:lnTo>
                  <a:lnTo>
                    <a:pt x="708636" y="380359"/>
                  </a:lnTo>
                  <a:lnTo>
                    <a:pt x="709077" y="380960"/>
                  </a:lnTo>
                  <a:lnTo>
                    <a:pt x="709371" y="381361"/>
                  </a:lnTo>
                  <a:lnTo>
                    <a:pt x="710057" y="381812"/>
                  </a:lnTo>
                  <a:lnTo>
                    <a:pt x="710449" y="382063"/>
                  </a:lnTo>
                  <a:lnTo>
                    <a:pt x="710890" y="382564"/>
                  </a:lnTo>
                  <a:lnTo>
                    <a:pt x="711919" y="382915"/>
                  </a:lnTo>
                  <a:lnTo>
                    <a:pt x="712704" y="382714"/>
                  </a:lnTo>
                  <a:lnTo>
                    <a:pt x="713439" y="382313"/>
                  </a:lnTo>
                  <a:lnTo>
                    <a:pt x="714027" y="382013"/>
                  </a:lnTo>
                  <a:lnTo>
                    <a:pt x="714713" y="381762"/>
                  </a:lnTo>
                  <a:lnTo>
                    <a:pt x="715595" y="381812"/>
                  </a:lnTo>
                  <a:lnTo>
                    <a:pt x="716086" y="382113"/>
                  </a:lnTo>
                  <a:lnTo>
                    <a:pt x="716625" y="382514"/>
                  </a:lnTo>
                  <a:lnTo>
                    <a:pt x="717213" y="382965"/>
                  </a:lnTo>
                  <a:lnTo>
                    <a:pt x="717556" y="383265"/>
                  </a:lnTo>
                  <a:lnTo>
                    <a:pt x="718683" y="383967"/>
                  </a:lnTo>
                  <a:lnTo>
                    <a:pt x="719321" y="384218"/>
                  </a:lnTo>
                  <a:lnTo>
                    <a:pt x="719762" y="384268"/>
                  </a:lnTo>
                  <a:lnTo>
                    <a:pt x="720399" y="383666"/>
                  </a:lnTo>
                  <a:lnTo>
                    <a:pt x="720742" y="383115"/>
                  </a:lnTo>
                  <a:lnTo>
                    <a:pt x="721281" y="382363"/>
                  </a:lnTo>
                  <a:lnTo>
                    <a:pt x="721771" y="381712"/>
                  </a:lnTo>
                  <a:lnTo>
                    <a:pt x="722408" y="380910"/>
                  </a:lnTo>
                  <a:lnTo>
                    <a:pt x="723046" y="380409"/>
                  </a:lnTo>
                  <a:lnTo>
                    <a:pt x="723928" y="380108"/>
                  </a:lnTo>
                  <a:lnTo>
                    <a:pt x="724222" y="380058"/>
                  </a:lnTo>
                  <a:lnTo>
                    <a:pt x="724908" y="380008"/>
                  </a:lnTo>
                  <a:lnTo>
                    <a:pt x="725349" y="380158"/>
                  </a:lnTo>
                  <a:lnTo>
                    <a:pt x="725643" y="380259"/>
                  </a:lnTo>
                  <a:lnTo>
                    <a:pt x="726820" y="380810"/>
                  </a:lnTo>
                  <a:lnTo>
                    <a:pt x="727751" y="381261"/>
                  </a:lnTo>
                  <a:lnTo>
                    <a:pt x="728780" y="382063"/>
                  </a:lnTo>
                  <a:lnTo>
                    <a:pt x="729711" y="382664"/>
                  </a:lnTo>
                  <a:lnTo>
                    <a:pt x="730643" y="383115"/>
                  </a:lnTo>
                  <a:lnTo>
                    <a:pt x="731525" y="383215"/>
                  </a:lnTo>
                  <a:lnTo>
                    <a:pt x="732505" y="383316"/>
                  </a:lnTo>
                  <a:lnTo>
                    <a:pt x="733534" y="383316"/>
                  </a:lnTo>
                  <a:lnTo>
                    <a:pt x="734123" y="383316"/>
                  </a:lnTo>
                  <a:lnTo>
                    <a:pt x="734858" y="383666"/>
                  </a:lnTo>
                  <a:lnTo>
                    <a:pt x="735348" y="383967"/>
                  </a:lnTo>
                  <a:lnTo>
                    <a:pt x="736034" y="384268"/>
                  </a:lnTo>
                  <a:lnTo>
                    <a:pt x="736965" y="384669"/>
                  </a:lnTo>
                  <a:lnTo>
                    <a:pt x="738387" y="384969"/>
                  </a:lnTo>
                  <a:lnTo>
                    <a:pt x="739416" y="385220"/>
                  </a:lnTo>
                  <a:lnTo>
                    <a:pt x="740543" y="385370"/>
                  </a:lnTo>
                  <a:lnTo>
                    <a:pt x="741475" y="385721"/>
                  </a:lnTo>
                  <a:lnTo>
                    <a:pt x="743141" y="385721"/>
                  </a:lnTo>
                  <a:lnTo>
                    <a:pt x="744562" y="384969"/>
                  </a:lnTo>
                  <a:lnTo>
                    <a:pt x="745200" y="384518"/>
                  </a:lnTo>
                  <a:lnTo>
                    <a:pt x="745837" y="384268"/>
                  </a:lnTo>
                  <a:lnTo>
                    <a:pt x="746621" y="384218"/>
                  </a:lnTo>
                  <a:lnTo>
                    <a:pt x="747601" y="384318"/>
                  </a:lnTo>
                  <a:lnTo>
                    <a:pt x="748238" y="384318"/>
                  </a:lnTo>
                  <a:lnTo>
                    <a:pt x="749268" y="384318"/>
                  </a:lnTo>
                  <a:lnTo>
                    <a:pt x="750787" y="384218"/>
                  </a:lnTo>
                  <a:lnTo>
                    <a:pt x="751767" y="384067"/>
                  </a:lnTo>
                  <a:lnTo>
                    <a:pt x="752650" y="383817"/>
                  </a:lnTo>
                  <a:lnTo>
                    <a:pt x="753189" y="383416"/>
                  </a:lnTo>
                  <a:lnTo>
                    <a:pt x="753924" y="383015"/>
                  </a:lnTo>
                  <a:lnTo>
                    <a:pt x="754953" y="382865"/>
                  </a:lnTo>
                  <a:lnTo>
                    <a:pt x="755492" y="383265"/>
                  </a:lnTo>
                  <a:lnTo>
                    <a:pt x="755983" y="383917"/>
                  </a:lnTo>
                  <a:lnTo>
                    <a:pt x="756277" y="384468"/>
                  </a:lnTo>
                  <a:lnTo>
                    <a:pt x="757061" y="384969"/>
                  </a:lnTo>
                  <a:lnTo>
                    <a:pt x="757404" y="385019"/>
                  </a:lnTo>
                  <a:lnTo>
                    <a:pt x="758139" y="384819"/>
                  </a:lnTo>
                  <a:lnTo>
                    <a:pt x="758727" y="384819"/>
                  </a:lnTo>
                  <a:lnTo>
                    <a:pt x="759315" y="385170"/>
                  </a:lnTo>
                  <a:lnTo>
                    <a:pt x="760051" y="385370"/>
                  </a:lnTo>
                  <a:lnTo>
                    <a:pt x="760688" y="385521"/>
                  </a:lnTo>
                  <a:lnTo>
                    <a:pt x="761717" y="385370"/>
                  </a:lnTo>
                  <a:lnTo>
                    <a:pt x="762501" y="385220"/>
                  </a:lnTo>
                  <a:lnTo>
                    <a:pt x="763089" y="385220"/>
                  </a:lnTo>
                  <a:lnTo>
                    <a:pt x="763629" y="385370"/>
                  </a:lnTo>
                  <a:lnTo>
                    <a:pt x="764756" y="385521"/>
                  </a:lnTo>
                  <a:lnTo>
                    <a:pt x="765932" y="385470"/>
                  </a:lnTo>
                  <a:lnTo>
                    <a:pt x="767158" y="385220"/>
                  </a:lnTo>
                  <a:lnTo>
                    <a:pt x="767844" y="385420"/>
                  </a:lnTo>
                  <a:lnTo>
                    <a:pt x="767991" y="385621"/>
                  </a:lnTo>
                  <a:lnTo>
                    <a:pt x="769069" y="385521"/>
                  </a:lnTo>
                  <a:lnTo>
                    <a:pt x="770049" y="385070"/>
                  </a:lnTo>
                  <a:lnTo>
                    <a:pt x="771128" y="384869"/>
                  </a:lnTo>
                  <a:lnTo>
                    <a:pt x="771667" y="384669"/>
                  </a:lnTo>
                  <a:lnTo>
                    <a:pt x="772451" y="384318"/>
                  </a:lnTo>
                  <a:lnTo>
                    <a:pt x="772892" y="384268"/>
                  </a:lnTo>
                  <a:lnTo>
                    <a:pt x="773529" y="384268"/>
                  </a:lnTo>
                  <a:lnTo>
                    <a:pt x="774608" y="384418"/>
                  </a:lnTo>
                  <a:lnTo>
                    <a:pt x="775588" y="384468"/>
                  </a:lnTo>
                  <a:lnTo>
                    <a:pt x="776372" y="384468"/>
                  </a:lnTo>
                  <a:lnTo>
                    <a:pt x="777352" y="384468"/>
                  </a:lnTo>
                  <a:lnTo>
                    <a:pt x="777695" y="384368"/>
                  </a:lnTo>
                  <a:lnTo>
                    <a:pt x="778382" y="384218"/>
                  </a:lnTo>
                  <a:lnTo>
                    <a:pt x="778823" y="384268"/>
                  </a:lnTo>
                  <a:lnTo>
                    <a:pt x="779117" y="384468"/>
                  </a:lnTo>
                  <a:lnTo>
                    <a:pt x="779509" y="384518"/>
                  </a:lnTo>
                  <a:lnTo>
                    <a:pt x="779705" y="384669"/>
                  </a:lnTo>
                  <a:lnTo>
                    <a:pt x="780489" y="385019"/>
                  </a:lnTo>
                  <a:lnTo>
                    <a:pt x="780979" y="385170"/>
                  </a:lnTo>
                  <a:lnTo>
                    <a:pt x="781519" y="385170"/>
                  </a:lnTo>
                  <a:lnTo>
                    <a:pt x="782156" y="384919"/>
                  </a:lnTo>
                  <a:lnTo>
                    <a:pt x="783136" y="384518"/>
                  </a:lnTo>
                  <a:lnTo>
                    <a:pt x="783724" y="384368"/>
                  </a:lnTo>
                  <a:lnTo>
                    <a:pt x="784508" y="384368"/>
                  </a:lnTo>
                  <a:lnTo>
                    <a:pt x="785685" y="384117"/>
                  </a:lnTo>
                  <a:lnTo>
                    <a:pt x="787106" y="383466"/>
                  </a:lnTo>
                  <a:lnTo>
                    <a:pt x="788380" y="383366"/>
                  </a:lnTo>
                  <a:lnTo>
                    <a:pt x="789410" y="382814"/>
                  </a:lnTo>
                  <a:lnTo>
                    <a:pt x="790929" y="382464"/>
                  </a:lnTo>
                  <a:lnTo>
                    <a:pt x="792351" y="382113"/>
                  </a:lnTo>
                  <a:lnTo>
                    <a:pt x="793674" y="381511"/>
                  </a:lnTo>
                  <a:lnTo>
                    <a:pt x="794507" y="381161"/>
                  </a:lnTo>
                  <a:lnTo>
                    <a:pt x="795340" y="381010"/>
                  </a:lnTo>
                  <a:lnTo>
                    <a:pt x="795978" y="380660"/>
                  </a:lnTo>
                  <a:lnTo>
                    <a:pt x="796321" y="380158"/>
                  </a:lnTo>
                  <a:lnTo>
                    <a:pt x="796615" y="379607"/>
                  </a:lnTo>
                  <a:lnTo>
                    <a:pt x="796860" y="378755"/>
                  </a:lnTo>
                  <a:lnTo>
                    <a:pt x="797252" y="378404"/>
                  </a:lnTo>
                  <a:lnTo>
                    <a:pt x="797644" y="378254"/>
                  </a:lnTo>
                  <a:lnTo>
                    <a:pt x="798232" y="378104"/>
                  </a:lnTo>
                  <a:lnTo>
                    <a:pt x="798771" y="378254"/>
                  </a:lnTo>
                  <a:lnTo>
                    <a:pt x="799163" y="378455"/>
                  </a:lnTo>
                  <a:lnTo>
                    <a:pt x="799654" y="378755"/>
                  </a:lnTo>
                  <a:lnTo>
                    <a:pt x="800340" y="379206"/>
                  </a:lnTo>
                  <a:lnTo>
                    <a:pt x="800781" y="379006"/>
                  </a:lnTo>
                  <a:lnTo>
                    <a:pt x="801075" y="378605"/>
                  </a:lnTo>
                  <a:lnTo>
                    <a:pt x="801271" y="378404"/>
                  </a:lnTo>
                  <a:lnTo>
                    <a:pt x="801859" y="378354"/>
                  </a:lnTo>
                  <a:lnTo>
                    <a:pt x="802055" y="378455"/>
                  </a:lnTo>
                  <a:lnTo>
                    <a:pt x="802496" y="378555"/>
                  </a:lnTo>
                  <a:lnTo>
                    <a:pt x="803084" y="378455"/>
                  </a:lnTo>
                  <a:lnTo>
                    <a:pt x="803624" y="378254"/>
                  </a:lnTo>
                  <a:lnTo>
                    <a:pt x="804016" y="377853"/>
                  </a:lnTo>
                  <a:lnTo>
                    <a:pt x="804163" y="376951"/>
                  </a:lnTo>
                  <a:lnTo>
                    <a:pt x="804212" y="376350"/>
                  </a:lnTo>
                  <a:lnTo>
                    <a:pt x="804604" y="375247"/>
                  </a:lnTo>
                  <a:lnTo>
                    <a:pt x="805045" y="374496"/>
                  </a:lnTo>
                  <a:lnTo>
                    <a:pt x="805486" y="374045"/>
                  </a:lnTo>
                  <a:lnTo>
                    <a:pt x="805878" y="374045"/>
                  </a:lnTo>
                  <a:lnTo>
                    <a:pt x="806957" y="374295"/>
                  </a:lnTo>
                  <a:lnTo>
                    <a:pt x="807937" y="374596"/>
                  </a:lnTo>
                  <a:lnTo>
                    <a:pt x="808329" y="374696"/>
                  </a:lnTo>
                  <a:lnTo>
                    <a:pt x="808819" y="374796"/>
                  </a:lnTo>
                  <a:lnTo>
                    <a:pt x="809554" y="374696"/>
                  </a:lnTo>
                  <a:lnTo>
                    <a:pt x="810191" y="373393"/>
                  </a:lnTo>
                  <a:lnTo>
                    <a:pt x="810289" y="372992"/>
                  </a:lnTo>
                  <a:lnTo>
                    <a:pt x="810142" y="372541"/>
                  </a:lnTo>
                  <a:lnTo>
                    <a:pt x="810485" y="372040"/>
                  </a:lnTo>
                  <a:lnTo>
                    <a:pt x="810829" y="371739"/>
                  </a:lnTo>
                  <a:lnTo>
                    <a:pt x="810584" y="370988"/>
                  </a:lnTo>
                  <a:lnTo>
                    <a:pt x="810731" y="370637"/>
                  </a:lnTo>
                  <a:lnTo>
                    <a:pt x="811172" y="370136"/>
                  </a:lnTo>
                  <a:lnTo>
                    <a:pt x="811711" y="370136"/>
                  </a:lnTo>
                  <a:lnTo>
                    <a:pt x="811956" y="370236"/>
                  </a:lnTo>
                  <a:lnTo>
                    <a:pt x="812201" y="370236"/>
                  </a:lnTo>
                  <a:lnTo>
                    <a:pt x="813034" y="370186"/>
                  </a:lnTo>
                  <a:lnTo>
                    <a:pt x="813622" y="370036"/>
                  </a:lnTo>
                  <a:lnTo>
                    <a:pt x="814309" y="369785"/>
                  </a:lnTo>
                  <a:lnTo>
                    <a:pt x="814897" y="369585"/>
                  </a:lnTo>
                  <a:lnTo>
                    <a:pt x="815289" y="369484"/>
                  </a:lnTo>
                  <a:lnTo>
                    <a:pt x="815877" y="369434"/>
                  </a:lnTo>
                  <a:lnTo>
                    <a:pt x="816955" y="369434"/>
                  </a:lnTo>
                  <a:lnTo>
                    <a:pt x="818132" y="369284"/>
                  </a:lnTo>
                  <a:lnTo>
                    <a:pt x="818916" y="369184"/>
                  </a:lnTo>
                  <a:lnTo>
                    <a:pt x="820092" y="368733"/>
                  </a:lnTo>
                  <a:lnTo>
                    <a:pt x="820680" y="368432"/>
                  </a:lnTo>
                  <a:lnTo>
                    <a:pt x="821514" y="367931"/>
                  </a:lnTo>
                  <a:lnTo>
                    <a:pt x="822004" y="367430"/>
                  </a:lnTo>
                  <a:lnTo>
                    <a:pt x="822739" y="367029"/>
                  </a:lnTo>
                  <a:lnTo>
                    <a:pt x="823082" y="366929"/>
                  </a:lnTo>
                  <a:lnTo>
                    <a:pt x="823915" y="366929"/>
                  </a:lnTo>
                  <a:lnTo>
                    <a:pt x="824307" y="366828"/>
                  </a:lnTo>
                  <a:lnTo>
                    <a:pt x="824748" y="366528"/>
                  </a:lnTo>
                  <a:lnTo>
                    <a:pt x="824895" y="366027"/>
                  </a:lnTo>
                  <a:lnTo>
                    <a:pt x="825239" y="365626"/>
                  </a:lnTo>
                  <a:lnTo>
                    <a:pt x="826023" y="364924"/>
                  </a:lnTo>
                  <a:lnTo>
                    <a:pt x="827248" y="364623"/>
                  </a:lnTo>
                  <a:lnTo>
                    <a:pt x="828228" y="365024"/>
                  </a:lnTo>
                  <a:lnTo>
                    <a:pt x="829454" y="365425"/>
                  </a:lnTo>
                  <a:lnTo>
                    <a:pt x="830287" y="365525"/>
                  </a:lnTo>
                  <a:lnTo>
                    <a:pt x="831267" y="365375"/>
                  </a:lnTo>
                  <a:lnTo>
                    <a:pt x="831757" y="364824"/>
                  </a:lnTo>
                  <a:lnTo>
                    <a:pt x="832345" y="364573"/>
                  </a:lnTo>
                  <a:lnTo>
                    <a:pt x="832983" y="364673"/>
                  </a:lnTo>
                  <a:lnTo>
                    <a:pt x="834159" y="364573"/>
                  </a:lnTo>
                  <a:lnTo>
                    <a:pt x="834747" y="364373"/>
                  </a:lnTo>
                  <a:lnTo>
                    <a:pt x="835874" y="363671"/>
                  </a:lnTo>
                  <a:lnTo>
                    <a:pt x="836463" y="363371"/>
                  </a:lnTo>
                  <a:lnTo>
                    <a:pt x="837247" y="363371"/>
                  </a:lnTo>
                  <a:lnTo>
                    <a:pt x="838178" y="363371"/>
                  </a:lnTo>
                  <a:lnTo>
                    <a:pt x="839746" y="362519"/>
                  </a:lnTo>
                  <a:lnTo>
                    <a:pt x="841168" y="362118"/>
                  </a:lnTo>
                  <a:lnTo>
                    <a:pt x="842001" y="361967"/>
                  </a:lnTo>
                  <a:lnTo>
                    <a:pt x="843324" y="361416"/>
                  </a:lnTo>
                  <a:lnTo>
                    <a:pt x="844403" y="360714"/>
                  </a:lnTo>
                  <a:lnTo>
                    <a:pt x="845285" y="360013"/>
                  </a:lnTo>
                  <a:lnTo>
                    <a:pt x="846216" y="359161"/>
                  </a:lnTo>
                  <a:lnTo>
                    <a:pt x="847393" y="358510"/>
                  </a:lnTo>
                  <a:lnTo>
                    <a:pt x="850284" y="357106"/>
                  </a:lnTo>
                  <a:lnTo>
                    <a:pt x="851902" y="356605"/>
                  </a:lnTo>
                  <a:lnTo>
                    <a:pt x="853078" y="355954"/>
                  </a:lnTo>
                  <a:lnTo>
                    <a:pt x="854303" y="355402"/>
                  </a:lnTo>
                  <a:lnTo>
                    <a:pt x="855088" y="354901"/>
                  </a:lnTo>
                  <a:lnTo>
                    <a:pt x="856215" y="354150"/>
                  </a:lnTo>
                  <a:lnTo>
                    <a:pt x="857636" y="353147"/>
                  </a:lnTo>
                  <a:lnTo>
                    <a:pt x="858519" y="352346"/>
                  </a:lnTo>
                  <a:lnTo>
                    <a:pt x="860136" y="351293"/>
                  </a:lnTo>
                  <a:lnTo>
                    <a:pt x="861067" y="350892"/>
                  </a:lnTo>
                  <a:lnTo>
                    <a:pt x="862195" y="350491"/>
                  </a:lnTo>
                  <a:lnTo>
                    <a:pt x="863567" y="350241"/>
                  </a:lnTo>
                  <a:lnTo>
                    <a:pt x="864890" y="349890"/>
                  </a:lnTo>
                  <a:lnTo>
                    <a:pt x="865626" y="349840"/>
                  </a:lnTo>
                  <a:lnTo>
                    <a:pt x="865871" y="349890"/>
                  </a:lnTo>
                  <a:lnTo>
                    <a:pt x="866263" y="350191"/>
                  </a:lnTo>
                  <a:lnTo>
                    <a:pt x="867096" y="350491"/>
                  </a:lnTo>
                  <a:lnTo>
                    <a:pt x="867782" y="350742"/>
                  </a:lnTo>
                  <a:lnTo>
                    <a:pt x="869008" y="350842"/>
                  </a:lnTo>
                  <a:lnTo>
                    <a:pt x="869988" y="350742"/>
                  </a:lnTo>
                  <a:lnTo>
                    <a:pt x="871066" y="350742"/>
                  </a:lnTo>
                  <a:lnTo>
                    <a:pt x="872340" y="350441"/>
                  </a:lnTo>
                  <a:lnTo>
                    <a:pt x="872831" y="349690"/>
                  </a:lnTo>
                  <a:lnTo>
                    <a:pt x="873272" y="348988"/>
                  </a:lnTo>
                  <a:lnTo>
                    <a:pt x="874154" y="348286"/>
                  </a:lnTo>
                  <a:lnTo>
                    <a:pt x="874791" y="347234"/>
                  </a:lnTo>
                  <a:lnTo>
                    <a:pt x="875673" y="345881"/>
                  </a:lnTo>
                  <a:lnTo>
                    <a:pt x="876458" y="344929"/>
                  </a:lnTo>
                  <a:lnTo>
                    <a:pt x="877634" y="343526"/>
                  </a:lnTo>
                  <a:lnTo>
                    <a:pt x="878026" y="343175"/>
                  </a:lnTo>
                  <a:lnTo>
                    <a:pt x="878908" y="342423"/>
                  </a:lnTo>
                  <a:lnTo>
                    <a:pt x="879643" y="341421"/>
                  </a:lnTo>
                  <a:lnTo>
                    <a:pt x="880722" y="339918"/>
                  </a:lnTo>
                  <a:lnTo>
                    <a:pt x="881506" y="338665"/>
                  </a:lnTo>
                  <a:lnTo>
                    <a:pt x="882780" y="336410"/>
                  </a:lnTo>
                  <a:lnTo>
                    <a:pt x="883368" y="335207"/>
                  </a:lnTo>
                  <a:lnTo>
                    <a:pt x="884006" y="334305"/>
                  </a:lnTo>
                  <a:lnTo>
                    <a:pt x="885476" y="333353"/>
                  </a:lnTo>
                  <a:lnTo>
                    <a:pt x="885770" y="332801"/>
                  </a:lnTo>
                  <a:lnTo>
                    <a:pt x="886603" y="331749"/>
                  </a:lnTo>
                  <a:lnTo>
                    <a:pt x="886995" y="331148"/>
                  </a:lnTo>
                  <a:lnTo>
                    <a:pt x="887829" y="330095"/>
                  </a:lnTo>
                  <a:lnTo>
                    <a:pt x="888809" y="328842"/>
                  </a:lnTo>
                  <a:lnTo>
                    <a:pt x="889152" y="328391"/>
                  </a:lnTo>
                  <a:lnTo>
                    <a:pt x="889985" y="327690"/>
                  </a:lnTo>
                  <a:lnTo>
                    <a:pt x="891456" y="327038"/>
                  </a:lnTo>
                  <a:lnTo>
                    <a:pt x="893024" y="326587"/>
                  </a:lnTo>
                  <a:lnTo>
                    <a:pt x="893710" y="326437"/>
                  </a:lnTo>
                  <a:lnTo>
                    <a:pt x="894151" y="326437"/>
                  </a:lnTo>
                  <a:lnTo>
                    <a:pt x="894593" y="326587"/>
                  </a:lnTo>
                  <a:lnTo>
                    <a:pt x="895328" y="326537"/>
                  </a:lnTo>
                  <a:lnTo>
                    <a:pt x="896112" y="326287"/>
                  </a:lnTo>
                  <a:lnTo>
                    <a:pt x="896896" y="326086"/>
                  </a:lnTo>
                  <a:lnTo>
                    <a:pt x="897484" y="325485"/>
                  </a:lnTo>
                  <a:lnTo>
                    <a:pt x="897778" y="325084"/>
                  </a:lnTo>
                  <a:lnTo>
                    <a:pt x="898269" y="324483"/>
                  </a:lnTo>
                  <a:lnTo>
                    <a:pt x="898906" y="323931"/>
                  </a:lnTo>
                  <a:lnTo>
                    <a:pt x="899347" y="323681"/>
                  </a:lnTo>
                  <a:lnTo>
                    <a:pt x="900082" y="323581"/>
                  </a:lnTo>
                  <a:lnTo>
                    <a:pt x="901356" y="323530"/>
                  </a:lnTo>
                  <a:lnTo>
                    <a:pt x="902092" y="323280"/>
                  </a:lnTo>
                  <a:lnTo>
                    <a:pt x="902337" y="322779"/>
                  </a:lnTo>
                  <a:lnTo>
                    <a:pt x="902631" y="322378"/>
                  </a:lnTo>
                  <a:lnTo>
                    <a:pt x="903023" y="322278"/>
                  </a:lnTo>
                  <a:lnTo>
                    <a:pt x="903513" y="322628"/>
                  </a:lnTo>
                  <a:lnTo>
                    <a:pt x="904248" y="323581"/>
                  </a:lnTo>
                  <a:lnTo>
                    <a:pt x="904836" y="324433"/>
                  </a:lnTo>
                  <a:lnTo>
                    <a:pt x="905424" y="325284"/>
                  </a:lnTo>
                  <a:lnTo>
                    <a:pt x="905915" y="325936"/>
                  </a:lnTo>
                  <a:lnTo>
                    <a:pt x="906405" y="326237"/>
                  </a:lnTo>
                  <a:lnTo>
                    <a:pt x="907140" y="326437"/>
                  </a:lnTo>
                  <a:lnTo>
                    <a:pt x="907875" y="325986"/>
                  </a:lnTo>
                  <a:lnTo>
                    <a:pt x="908708" y="325084"/>
                  </a:lnTo>
                  <a:lnTo>
                    <a:pt x="909100" y="324232"/>
                  </a:lnTo>
                  <a:lnTo>
                    <a:pt x="909836" y="323330"/>
                  </a:lnTo>
                  <a:lnTo>
                    <a:pt x="910424" y="322929"/>
                  </a:lnTo>
                  <a:lnTo>
                    <a:pt x="911257" y="322628"/>
                  </a:lnTo>
                  <a:lnTo>
                    <a:pt x="912041" y="322729"/>
                  </a:lnTo>
                  <a:lnTo>
                    <a:pt x="912924" y="323280"/>
                  </a:lnTo>
                  <a:lnTo>
                    <a:pt x="913365" y="323781"/>
                  </a:lnTo>
                  <a:lnTo>
                    <a:pt x="913904" y="324683"/>
                  </a:lnTo>
                  <a:lnTo>
                    <a:pt x="914198" y="325134"/>
                  </a:lnTo>
                  <a:lnTo>
                    <a:pt x="914688" y="325335"/>
                  </a:lnTo>
                  <a:lnTo>
                    <a:pt x="915766" y="325585"/>
                  </a:lnTo>
                  <a:lnTo>
                    <a:pt x="916845" y="324884"/>
                  </a:lnTo>
                  <a:lnTo>
                    <a:pt x="917972" y="324132"/>
                  </a:lnTo>
                  <a:lnTo>
                    <a:pt x="918707" y="323681"/>
                  </a:lnTo>
                  <a:lnTo>
                    <a:pt x="920472" y="322829"/>
                  </a:lnTo>
                  <a:lnTo>
                    <a:pt x="922089" y="322177"/>
                  </a:lnTo>
                  <a:lnTo>
                    <a:pt x="922873" y="321326"/>
                  </a:lnTo>
                  <a:lnTo>
                    <a:pt x="923854" y="320624"/>
                  </a:lnTo>
                  <a:lnTo>
                    <a:pt x="925275" y="319972"/>
                  </a:lnTo>
                  <a:lnTo>
                    <a:pt x="926794" y="320023"/>
                  </a:lnTo>
                  <a:lnTo>
                    <a:pt x="927677" y="320273"/>
                  </a:lnTo>
                  <a:lnTo>
                    <a:pt x="929441" y="320524"/>
                  </a:lnTo>
                  <a:lnTo>
                    <a:pt x="930519" y="320524"/>
                  </a:lnTo>
                  <a:lnTo>
                    <a:pt x="930813" y="319922"/>
                  </a:lnTo>
                  <a:lnTo>
                    <a:pt x="931157" y="319572"/>
                  </a:lnTo>
                  <a:lnTo>
                    <a:pt x="931843" y="318970"/>
                  </a:lnTo>
                  <a:lnTo>
                    <a:pt x="932431" y="318519"/>
                  </a:lnTo>
                  <a:lnTo>
                    <a:pt x="933215" y="317968"/>
                  </a:lnTo>
                  <a:lnTo>
                    <a:pt x="933509" y="316465"/>
                  </a:lnTo>
                  <a:lnTo>
                    <a:pt x="933852" y="315512"/>
                  </a:lnTo>
                  <a:lnTo>
                    <a:pt x="934489" y="314560"/>
                  </a:lnTo>
                  <a:lnTo>
                    <a:pt x="935568" y="314059"/>
                  </a:lnTo>
                  <a:lnTo>
                    <a:pt x="936450" y="314059"/>
                  </a:lnTo>
                  <a:lnTo>
                    <a:pt x="937038" y="314660"/>
                  </a:lnTo>
                  <a:lnTo>
                    <a:pt x="937479" y="315061"/>
                  </a:lnTo>
                  <a:lnTo>
                    <a:pt x="938607" y="315613"/>
                  </a:lnTo>
                  <a:lnTo>
                    <a:pt x="939391" y="315713"/>
                  </a:lnTo>
                  <a:lnTo>
                    <a:pt x="940273" y="315362"/>
                  </a:lnTo>
                  <a:lnTo>
                    <a:pt x="940910" y="315111"/>
                  </a:lnTo>
                  <a:lnTo>
                    <a:pt x="942283" y="314109"/>
                  </a:lnTo>
                  <a:lnTo>
                    <a:pt x="942920" y="313458"/>
                  </a:lnTo>
                  <a:lnTo>
                    <a:pt x="943263" y="312656"/>
                  </a:lnTo>
                  <a:lnTo>
                    <a:pt x="943900" y="311704"/>
                  </a:lnTo>
                  <a:lnTo>
                    <a:pt x="944586" y="311203"/>
                  </a:lnTo>
                  <a:lnTo>
                    <a:pt x="945714" y="310752"/>
                  </a:lnTo>
                  <a:lnTo>
                    <a:pt x="947282" y="310401"/>
                  </a:lnTo>
                  <a:lnTo>
                    <a:pt x="948605" y="310050"/>
                  </a:lnTo>
                  <a:lnTo>
                    <a:pt x="949144" y="310100"/>
                  </a:lnTo>
                  <a:lnTo>
                    <a:pt x="949733" y="310100"/>
                  </a:lnTo>
                  <a:lnTo>
                    <a:pt x="949929" y="310150"/>
                  </a:lnTo>
                  <a:lnTo>
                    <a:pt x="950664" y="310150"/>
                  </a:lnTo>
                  <a:lnTo>
                    <a:pt x="951007" y="310100"/>
                  </a:lnTo>
                  <a:lnTo>
                    <a:pt x="951595" y="310050"/>
                  </a:lnTo>
                  <a:lnTo>
                    <a:pt x="952036" y="310451"/>
                  </a:lnTo>
                  <a:lnTo>
                    <a:pt x="952281" y="310702"/>
                  </a:lnTo>
                  <a:lnTo>
                    <a:pt x="952673" y="311052"/>
                  </a:lnTo>
                  <a:lnTo>
                    <a:pt x="953017" y="311303"/>
                  </a:lnTo>
                  <a:lnTo>
                    <a:pt x="953458" y="311604"/>
                  </a:lnTo>
                  <a:lnTo>
                    <a:pt x="954095" y="311704"/>
                  </a:lnTo>
                  <a:lnTo>
                    <a:pt x="954340" y="311654"/>
                  </a:lnTo>
                  <a:lnTo>
                    <a:pt x="955124" y="311453"/>
                  </a:lnTo>
                  <a:lnTo>
                    <a:pt x="955565" y="311203"/>
                  </a:lnTo>
                  <a:lnTo>
                    <a:pt x="956300" y="310651"/>
                  </a:lnTo>
                  <a:lnTo>
                    <a:pt x="956693" y="310100"/>
                  </a:lnTo>
                  <a:lnTo>
                    <a:pt x="957036" y="309549"/>
                  </a:lnTo>
                  <a:lnTo>
                    <a:pt x="957379" y="309148"/>
                  </a:lnTo>
                  <a:lnTo>
                    <a:pt x="957575" y="308897"/>
                  </a:lnTo>
                  <a:lnTo>
                    <a:pt x="957771" y="308647"/>
                  </a:lnTo>
                  <a:lnTo>
                    <a:pt x="958016" y="308446"/>
                  </a:lnTo>
                  <a:lnTo>
                    <a:pt x="958359" y="308146"/>
                  </a:lnTo>
                  <a:lnTo>
                    <a:pt x="958604" y="307895"/>
                  </a:lnTo>
                  <a:lnTo>
                    <a:pt x="958898" y="307394"/>
                  </a:lnTo>
                  <a:lnTo>
                    <a:pt x="958996" y="306743"/>
                  </a:lnTo>
                  <a:lnTo>
                    <a:pt x="958751" y="305991"/>
                  </a:lnTo>
                  <a:lnTo>
                    <a:pt x="958408" y="305490"/>
                  </a:lnTo>
                  <a:lnTo>
                    <a:pt x="958163" y="305339"/>
                  </a:lnTo>
                  <a:lnTo>
                    <a:pt x="957967" y="305089"/>
                  </a:lnTo>
                  <a:lnTo>
                    <a:pt x="957722" y="304938"/>
                  </a:lnTo>
                  <a:lnTo>
                    <a:pt x="957624" y="304688"/>
                  </a:lnTo>
                  <a:lnTo>
                    <a:pt x="957526" y="304387"/>
                  </a:lnTo>
                  <a:lnTo>
                    <a:pt x="957134" y="303686"/>
                  </a:lnTo>
                  <a:lnTo>
                    <a:pt x="956742" y="302984"/>
                  </a:lnTo>
                  <a:lnTo>
                    <a:pt x="956594" y="302884"/>
                  </a:lnTo>
                  <a:lnTo>
                    <a:pt x="956398" y="302483"/>
                  </a:lnTo>
                  <a:lnTo>
                    <a:pt x="955761" y="301631"/>
                  </a:lnTo>
                  <a:lnTo>
                    <a:pt x="955663" y="301330"/>
                  </a:lnTo>
                  <a:lnTo>
                    <a:pt x="955712" y="300529"/>
                  </a:lnTo>
                  <a:lnTo>
                    <a:pt x="955859" y="299977"/>
                  </a:lnTo>
                  <a:lnTo>
                    <a:pt x="956055" y="299476"/>
                  </a:lnTo>
                  <a:lnTo>
                    <a:pt x="956300" y="298825"/>
                  </a:lnTo>
                  <a:lnTo>
                    <a:pt x="956594" y="298424"/>
                  </a:lnTo>
                  <a:lnTo>
                    <a:pt x="956938" y="297973"/>
                  </a:lnTo>
                  <a:lnTo>
                    <a:pt x="957232" y="297321"/>
                  </a:lnTo>
                  <a:lnTo>
                    <a:pt x="957722" y="296369"/>
                  </a:lnTo>
                  <a:lnTo>
                    <a:pt x="958065" y="295768"/>
                  </a:lnTo>
                  <a:lnTo>
                    <a:pt x="958702" y="295166"/>
                  </a:lnTo>
                  <a:lnTo>
                    <a:pt x="959241" y="294916"/>
                  </a:lnTo>
                  <a:lnTo>
                    <a:pt x="959878" y="294816"/>
                  </a:lnTo>
                  <a:lnTo>
                    <a:pt x="960614" y="294765"/>
                  </a:lnTo>
                  <a:lnTo>
                    <a:pt x="961251" y="294565"/>
                  </a:lnTo>
                  <a:lnTo>
                    <a:pt x="961692" y="294515"/>
                  </a:lnTo>
                  <a:lnTo>
                    <a:pt x="962182" y="294365"/>
                  </a:lnTo>
                  <a:lnTo>
                    <a:pt x="962672" y="294014"/>
                  </a:lnTo>
                  <a:lnTo>
                    <a:pt x="963064" y="293663"/>
                  </a:lnTo>
                  <a:lnTo>
                    <a:pt x="963456" y="293062"/>
                  </a:lnTo>
                  <a:lnTo>
                    <a:pt x="963947" y="292711"/>
                  </a:lnTo>
                  <a:lnTo>
                    <a:pt x="964535" y="292360"/>
                  </a:lnTo>
                  <a:lnTo>
                    <a:pt x="965319" y="291709"/>
                  </a:lnTo>
                  <a:lnTo>
                    <a:pt x="966103" y="291408"/>
                  </a:lnTo>
                  <a:lnTo>
                    <a:pt x="967132" y="290656"/>
                  </a:lnTo>
                  <a:lnTo>
                    <a:pt x="967770" y="289854"/>
                  </a:lnTo>
                  <a:lnTo>
                    <a:pt x="968407" y="289153"/>
                  </a:lnTo>
                  <a:lnTo>
                    <a:pt x="969142" y="288551"/>
                  </a:lnTo>
                  <a:lnTo>
                    <a:pt x="969730" y="288351"/>
                  </a:lnTo>
                  <a:lnTo>
                    <a:pt x="970514" y="288050"/>
                  </a:lnTo>
                  <a:lnTo>
                    <a:pt x="971985" y="287349"/>
                  </a:lnTo>
                  <a:lnTo>
                    <a:pt x="972671" y="286998"/>
                  </a:lnTo>
                  <a:lnTo>
                    <a:pt x="973210" y="286747"/>
                  </a:lnTo>
                  <a:lnTo>
                    <a:pt x="973553" y="286647"/>
                  </a:lnTo>
                  <a:lnTo>
                    <a:pt x="974190" y="286647"/>
                  </a:lnTo>
                  <a:lnTo>
                    <a:pt x="975073" y="286497"/>
                  </a:lnTo>
                  <a:lnTo>
                    <a:pt x="976151" y="286246"/>
                  </a:lnTo>
                  <a:lnTo>
                    <a:pt x="977131" y="285845"/>
                  </a:lnTo>
                  <a:lnTo>
                    <a:pt x="978160" y="285645"/>
                  </a:lnTo>
                  <a:lnTo>
                    <a:pt x="978798" y="285645"/>
                  </a:lnTo>
                  <a:lnTo>
                    <a:pt x="979533" y="285645"/>
                  </a:lnTo>
                  <a:lnTo>
                    <a:pt x="980415" y="285394"/>
                  </a:lnTo>
                  <a:lnTo>
                    <a:pt x="981493" y="285294"/>
                  </a:lnTo>
                  <a:lnTo>
                    <a:pt x="982523" y="284993"/>
                  </a:lnTo>
                  <a:lnTo>
                    <a:pt x="983552" y="284693"/>
                  </a:lnTo>
                  <a:lnTo>
                    <a:pt x="984385" y="284392"/>
                  </a:lnTo>
                  <a:lnTo>
                    <a:pt x="985316" y="283741"/>
                  </a:lnTo>
                  <a:lnTo>
                    <a:pt x="986199" y="282788"/>
                  </a:lnTo>
                  <a:lnTo>
                    <a:pt x="987130" y="282187"/>
                  </a:lnTo>
                  <a:lnTo>
                    <a:pt x="987718" y="281736"/>
                  </a:lnTo>
                  <a:lnTo>
                    <a:pt x="988208" y="281485"/>
                  </a:lnTo>
                  <a:lnTo>
                    <a:pt x="988943" y="281235"/>
                  </a:lnTo>
                  <a:lnTo>
                    <a:pt x="989335" y="281085"/>
                  </a:lnTo>
                  <a:lnTo>
                    <a:pt x="990267" y="280533"/>
                  </a:lnTo>
                  <a:lnTo>
                    <a:pt x="990904" y="280032"/>
                  </a:lnTo>
                  <a:lnTo>
                    <a:pt x="991296" y="279732"/>
                  </a:lnTo>
                  <a:lnTo>
                    <a:pt x="991443" y="279531"/>
                  </a:lnTo>
                  <a:lnTo>
                    <a:pt x="991933" y="279281"/>
                  </a:lnTo>
                  <a:lnTo>
                    <a:pt x="992864" y="279030"/>
                  </a:lnTo>
                  <a:lnTo>
                    <a:pt x="993551" y="278679"/>
                  </a:lnTo>
                  <a:lnTo>
                    <a:pt x="993992" y="278429"/>
                  </a:lnTo>
                  <a:lnTo>
                    <a:pt x="994874" y="278028"/>
                  </a:lnTo>
                  <a:lnTo>
                    <a:pt x="995560" y="277527"/>
                  </a:lnTo>
                  <a:lnTo>
                    <a:pt x="996148" y="277076"/>
                  </a:lnTo>
                  <a:lnTo>
                    <a:pt x="996589" y="276775"/>
                  </a:lnTo>
                  <a:lnTo>
                    <a:pt x="997815" y="276073"/>
                  </a:lnTo>
                  <a:lnTo>
                    <a:pt x="998942" y="275472"/>
                  </a:lnTo>
                  <a:lnTo>
                    <a:pt x="999579" y="275121"/>
                  </a:lnTo>
                  <a:lnTo>
                    <a:pt x="1000412" y="275071"/>
                  </a:lnTo>
                  <a:lnTo>
                    <a:pt x="1001246" y="274971"/>
                  </a:lnTo>
                  <a:lnTo>
                    <a:pt x="1002079" y="274720"/>
                  </a:lnTo>
                  <a:lnTo>
                    <a:pt x="1002912" y="274470"/>
                  </a:lnTo>
                  <a:lnTo>
                    <a:pt x="1003451" y="274219"/>
                  </a:lnTo>
                  <a:lnTo>
                    <a:pt x="1003990" y="274269"/>
                  </a:lnTo>
                  <a:lnTo>
                    <a:pt x="1004824" y="274319"/>
                  </a:lnTo>
                  <a:lnTo>
                    <a:pt x="1005461" y="274319"/>
                  </a:lnTo>
                  <a:lnTo>
                    <a:pt x="1005902" y="274319"/>
                  </a:lnTo>
                  <a:lnTo>
                    <a:pt x="1006343" y="274670"/>
                  </a:lnTo>
                  <a:lnTo>
                    <a:pt x="1006931" y="274369"/>
                  </a:lnTo>
                  <a:lnTo>
                    <a:pt x="1007470" y="274019"/>
                  </a:lnTo>
                  <a:lnTo>
                    <a:pt x="1008647" y="273718"/>
                  </a:lnTo>
                  <a:lnTo>
                    <a:pt x="1009529" y="273517"/>
                  </a:lnTo>
                  <a:lnTo>
                    <a:pt x="1012176" y="271663"/>
                  </a:lnTo>
                  <a:lnTo>
                    <a:pt x="1014528" y="270661"/>
                  </a:lnTo>
                  <a:lnTo>
                    <a:pt x="1015901" y="270310"/>
                  </a:lnTo>
                  <a:lnTo>
                    <a:pt x="1017028" y="270461"/>
                  </a:lnTo>
                  <a:lnTo>
                    <a:pt x="1017714" y="271012"/>
                  </a:lnTo>
                  <a:lnTo>
                    <a:pt x="1018302" y="271463"/>
                  </a:lnTo>
                  <a:lnTo>
                    <a:pt x="1018253" y="272215"/>
                  </a:lnTo>
                  <a:lnTo>
                    <a:pt x="1018057" y="272866"/>
                  </a:lnTo>
                  <a:lnTo>
                    <a:pt x="1018155" y="273317"/>
                  </a:lnTo>
                  <a:lnTo>
                    <a:pt x="1018449" y="273467"/>
                  </a:lnTo>
                  <a:lnTo>
                    <a:pt x="1020263" y="273868"/>
                  </a:lnTo>
                  <a:lnTo>
                    <a:pt x="1020949" y="273718"/>
                  </a:lnTo>
                  <a:lnTo>
                    <a:pt x="1023253" y="273969"/>
                  </a:lnTo>
                  <a:lnTo>
                    <a:pt x="1025899" y="275271"/>
                  </a:lnTo>
                  <a:lnTo>
                    <a:pt x="1028497" y="276825"/>
                  </a:lnTo>
                  <a:lnTo>
                    <a:pt x="1030850" y="277827"/>
                  </a:lnTo>
                  <a:lnTo>
                    <a:pt x="1034869" y="277577"/>
                  </a:lnTo>
                  <a:lnTo>
                    <a:pt x="1037516" y="278328"/>
                  </a:lnTo>
                  <a:lnTo>
                    <a:pt x="1039280" y="279681"/>
                  </a:lnTo>
                  <a:lnTo>
                    <a:pt x="1041633" y="280082"/>
                  </a:lnTo>
                  <a:lnTo>
                    <a:pt x="1044476" y="278779"/>
                  </a:lnTo>
                  <a:lnTo>
                    <a:pt x="1045456" y="279581"/>
                  </a:lnTo>
                  <a:lnTo>
                    <a:pt x="1047318" y="279581"/>
                  </a:lnTo>
                  <a:lnTo>
                    <a:pt x="1050553" y="279631"/>
                  </a:lnTo>
                  <a:lnTo>
                    <a:pt x="1052955" y="279782"/>
                  </a:lnTo>
                  <a:lnTo>
                    <a:pt x="1060650" y="286797"/>
                  </a:lnTo>
                  <a:lnTo>
                    <a:pt x="1065159" y="290907"/>
                  </a:lnTo>
                  <a:lnTo>
                    <a:pt x="1067365" y="292861"/>
                  </a:lnTo>
                  <a:lnTo>
                    <a:pt x="1072658" y="297722"/>
                  </a:lnTo>
                  <a:lnTo>
                    <a:pt x="1077805" y="307995"/>
                  </a:lnTo>
                  <a:lnTo>
                    <a:pt x="1084912" y="318269"/>
                  </a:lnTo>
                  <a:lnTo>
                    <a:pt x="1088441" y="327540"/>
                  </a:lnTo>
                  <a:lnTo>
                    <a:pt x="1097116" y="333052"/>
                  </a:lnTo>
                  <a:lnTo>
                    <a:pt x="1110301" y="338414"/>
                  </a:lnTo>
                  <a:lnTo>
                    <a:pt x="1114320" y="340469"/>
                  </a:lnTo>
                  <a:lnTo>
                    <a:pt x="1120937" y="343826"/>
                  </a:lnTo>
                  <a:lnTo>
                    <a:pt x="1132357" y="351093"/>
                  </a:lnTo>
                  <a:lnTo>
                    <a:pt x="1134660" y="352696"/>
                  </a:lnTo>
                  <a:lnTo>
                    <a:pt x="1143385" y="358860"/>
                  </a:lnTo>
                  <a:lnTo>
                    <a:pt x="1142306" y="360314"/>
                  </a:lnTo>
                  <a:lnTo>
                    <a:pt x="1139268" y="363320"/>
                  </a:lnTo>
                  <a:lnTo>
                    <a:pt x="1135101" y="365876"/>
                  </a:lnTo>
                  <a:lnTo>
                    <a:pt x="1131621" y="367931"/>
                  </a:lnTo>
                  <a:lnTo>
                    <a:pt x="1125446" y="372641"/>
                  </a:lnTo>
                  <a:lnTo>
                    <a:pt x="1121721" y="375498"/>
                  </a:lnTo>
                  <a:lnTo>
                    <a:pt x="1113830" y="381411"/>
                  </a:lnTo>
                  <a:lnTo>
                    <a:pt x="1107948" y="388878"/>
                  </a:lnTo>
                  <a:lnTo>
                    <a:pt x="1103586" y="392386"/>
                  </a:lnTo>
                  <a:lnTo>
                    <a:pt x="1096871" y="398149"/>
                  </a:lnTo>
                  <a:lnTo>
                    <a:pt x="1089323" y="403110"/>
                  </a:lnTo>
                  <a:lnTo>
                    <a:pt x="1083294" y="410928"/>
                  </a:lnTo>
                  <a:lnTo>
                    <a:pt x="1083294" y="415989"/>
                  </a:lnTo>
                  <a:lnTo>
                    <a:pt x="1085402" y="420449"/>
                  </a:lnTo>
                  <a:lnTo>
                    <a:pt x="1087166" y="424509"/>
                  </a:lnTo>
                  <a:lnTo>
                    <a:pt x="1090009" y="428768"/>
                  </a:lnTo>
                  <a:lnTo>
                    <a:pt x="1092117" y="431374"/>
                  </a:lnTo>
                  <a:lnTo>
                    <a:pt x="1095106" y="435133"/>
                  </a:lnTo>
                  <a:lnTo>
                    <a:pt x="1098390" y="448262"/>
                  </a:lnTo>
                  <a:lnTo>
                    <a:pt x="1099077" y="456581"/>
                  </a:lnTo>
                  <a:lnTo>
                    <a:pt x="1101184" y="463447"/>
                  </a:lnTo>
                  <a:lnTo>
                    <a:pt x="1101282" y="463597"/>
                  </a:lnTo>
                  <a:lnTo>
                    <a:pt x="1103292" y="466403"/>
                  </a:lnTo>
                  <a:lnTo>
                    <a:pt x="1105007" y="468809"/>
                  </a:lnTo>
                  <a:lnTo>
                    <a:pt x="1108193" y="471866"/>
                  </a:lnTo>
                  <a:lnTo>
                    <a:pt x="1109810" y="473870"/>
                  </a:lnTo>
                  <a:lnTo>
                    <a:pt x="1112310" y="478731"/>
                  </a:lnTo>
                  <a:lnTo>
                    <a:pt x="1113388" y="480886"/>
                  </a:lnTo>
                  <a:lnTo>
                    <a:pt x="1114663" y="482640"/>
                  </a:lnTo>
                  <a:lnTo>
                    <a:pt x="1117996" y="487200"/>
                  </a:lnTo>
                  <a:lnTo>
                    <a:pt x="1120005" y="491109"/>
                  </a:lnTo>
                  <a:lnTo>
                    <a:pt x="1122211" y="494166"/>
                  </a:lnTo>
                  <a:lnTo>
                    <a:pt x="1123534" y="498075"/>
                  </a:lnTo>
                  <a:lnTo>
                    <a:pt x="1125838" y="502936"/>
                  </a:lnTo>
                  <a:lnTo>
                    <a:pt x="1127798" y="505391"/>
                  </a:lnTo>
                  <a:lnTo>
                    <a:pt x="1133288" y="510202"/>
                  </a:lnTo>
                  <a:lnTo>
                    <a:pt x="1137111" y="515414"/>
                  </a:lnTo>
                  <a:lnTo>
                    <a:pt x="1141522" y="520726"/>
                  </a:lnTo>
                  <a:lnTo>
                    <a:pt x="1143483" y="524635"/>
                  </a:lnTo>
                  <a:lnTo>
                    <a:pt x="1144414" y="525587"/>
                  </a:lnTo>
                  <a:lnTo>
                    <a:pt x="1145149" y="525988"/>
                  </a:lnTo>
                  <a:lnTo>
                    <a:pt x="1146963" y="526038"/>
                  </a:lnTo>
                  <a:lnTo>
                    <a:pt x="1149560" y="525036"/>
                  </a:lnTo>
                  <a:lnTo>
                    <a:pt x="1150541" y="525136"/>
                  </a:lnTo>
                  <a:lnTo>
                    <a:pt x="1151668" y="525587"/>
                  </a:lnTo>
                  <a:lnTo>
                    <a:pt x="1154707" y="527642"/>
                  </a:lnTo>
                  <a:lnTo>
                    <a:pt x="1160637" y="532052"/>
                  </a:lnTo>
                  <a:lnTo>
                    <a:pt x="1165735" y="538817"/>
                  </a:lnTo>
                  <a:lnTo>
                    <a:pt x="1167205" y="540020"/>
                  </a:lnTo>
                  <a:lnTo>
                    <a:pt x="1168382" y="540421"/>
                  </a:lnTo>
                  <a:lnTo>
                    <a:pt x="1169656" y="540421"/>
                  </a:lnTo>
                  <a:lnTo>
                    <a:pt x="1169460" y="546635"/>
                  </a:lnTo>
                  <a:lnTo>
                    <a:pt x="1169705" y="549691"/>
                  </a:lnTo>
                  <a:lnTo>
                    <a:pt x="1173381" y="554603"/>
                  </a:lnTo>
                  <a:lnTo>
                    <a:pt x="1179557" y="565477"/>
                  </a:lnTo>
                  <a:lnTo>
                    <a:pt x="1180439" y="566329"/>
                  </a:lnTo>
                  <a:lnTo>
                    <a:pt x="1181811" y="566730"/>
                  </a:lnTo>
                  <a:lnTo>
                    <a:pt x="1184213" y="566930"/>
                  </a:lnTo>
                  <a:lnTo>
                    <a:pt x="1190340" y="566630"/>
                  </a:lnTo>
                  <a:lnTo>
                    <a:pt x="1191369" y="566930"/>
                  </a:lnTo>
                  <a:lnTo>
                    <a:pt x="1192349" y="567582"/>
                  </a:lnTo>
                  <a:lnTo>
                    <a:pt x="1194996" y="569085"/>
                  </a:lnTo>
                  <a:lnTo>
                    <a:pt x="1198623" y="569837"/>
                  </a:lnTo>
                  <a:lnTo>
                    <a:pt x="1200877" y="570288"/>
                  </a:lnTo>
                  <a:lnTo>
                    <a:pt x="1206661" y="569336"/>
                  </a:lnTo>
                  <a:lnTo>
                    <a:pt x="1212543" y="569186"/>
                  </a:lnTo>
                  <a:lnTo>
                    <a:pt x="1218767" y="569687"/>
                  </a:lnTo>
                  <a:lnTo>
                    <a:pt x="1226315" y="570388"/>
                  </a:lnTo>
                  <a:lnTo>
                    <a:pt x="1233030" y="570388"/>
                  </a:lnTo>
                  <a:lnTo>
                    <a:pt x="1236314" y="571791"/>
                  </a:lnTo>
                  <a:lnTo>
                    <a:pt x="1235677" y="578707"/>
                  </a:lnTo>
                  <a:lnTo>
                    <a:pt x="1235628" y="579308"/>
                  </a:lnTo>
                  <a:lnTo>
                    <a:pt x="1232687" y="587126"/>
                  </a:lnTo>
                  <a:lnTo>
                    <a:pt x="1228031" y="594342"/>
                  </a:lnTo>
                  <a:lnTo>
                    <a:pt x="1222198" y="595144"/>
                  </a:lnTo>
                  <a:lnTo>
                    <a:pt x="1216219" y="599654"/>
                  </a:lnTo>
                  <a:lnTo>
                    <a:pt x="1209014" y="605267"/>
                  </a:lnTo>
                  <a:lnTo>
                    <a:pt x="1202397" y="604315"/>
                  </a:lnTo>
                  <a:lnTo>
                    <a:pt x="1191026" y="601058"/>
                  </a:lnTo>
                  <a:lnTo>
                    <a:pt x="1180390" y="593591"/>
                  </a:lnTo>
                  <a:lnTo>
                    <a:pt x="1170342" y="588379"/>
                  </a:lnTo>
                  <a:lnTo>
                    <a:pt x="1165049" y="585071"/>
                  </a:lnTo>
                  <a:lnTo>
                    <a:pt x="1163578" y="584119"/>
                  </a:lnTo>
                  <a:lnTo>
                    <a:pt x="1153972" y="582365"/>
                  </a:lnTo>
                  <a:lnTo>
                    <a:pt x="1149511" y="583067"/>
                  </a:lnTo>
                  <a:lnTo>
                    <a:pt x="1141375" y="584370"/>
                  </a:lnTo>
                  <a:lnTo>
                    <a:pt x="1130690" y="586124"/>
                  </a:lnTo>
                  <a:lnTo>
                    <a:pt x="1118241" y="591235"/>
                  </a:lnTo>
                  <a:lnTo>
                    <a:pt x="1106723" y="601960"/>
                  </a:lnTo>
                  <a:lnTo>
                    <a:pt x="1097116" y="610629"/>
                  </a:lnTo>
                  <a:lnTo>
                    <a:pt x="1089715" y="613536"/>
                  </a:lnTo>
                  <a:lnTo>
                    <a:pt x="1083392" y="610178"/>
                  </a:lnTo>
                  <a:lnTo>
                    <a:pt x="1071433" y="604616"/>
                  </a:lnTo>
                  <a:lnTo>
                    <a:pt x="1061189" y="602862"/>
                  </a:lnTo>
                  <a:lnTo>
                    <a:pt x="1053004" y="600256"/>
                  </a:lnTo>
                  <a:lnTo>
                    <a:pt x="1047907" y="598602"/>
                  </a:lnTo>
                  <a:lnTo>
                    <a:pt x="1041143" y="596146"/>
                  </a:lnTo>
                  <a:lnTo>
                    <a:pt x="1038300" y="596096"/>
                  </a:lnTo>
                  <a:lnTo>
                    <a:pt x="1030262" y="595946"/>
                  </a:lnTo>
                  <a:lnTo>
                    <a:pt x="1027713" y="595345"/>
                  </a:lnTo>
                  <a:lnTo>
                    <a:pt x="1026586" y="595044"/>
                  </a:lnTo>
                  <a:lnTo>
                    <a:pt x="1020900" y="593691"/>
                  </a:lnTo>
                  <a:lnTo>
                    <a:pt x="1015018" y="588128"/>
                  </a:lnTo>
                  <a:lnTo>
                    <a:pt x="1010215" y="581012"/>
                  </a:lnTo>
                  <a:lnTo>
                    <a:pt x="1003696" y="569887"/>
                  </a:lnTo>
                  <a:lnTo>
                    <a:pt x="995854" y="558311"/>
                  </a:lnTo>
                  <a:lnTo>
                    <a:pt x="988355" y="553751"/>
                  </a:lnTo>
                  <a:lnTo>
                    <a:pt x="987375" y="553199"/>
                  </a:lnTo>
                  <a:lnTo>
                    <a:pt x="975367" y="548940"/>
                  </a:lnTo>
                  <a:lnTo>
                    <a:pt x="962084" y="546935"/>
                  </a:lnTo>
                  <a:lnTo>
                    <a:pt x="950321" y="545632"/>
                  </a:lnTo>
                  <a:lnTo>
                    <a:pt x="942724" y="543828"/>
                  </a:lnTo>
                  <a:lnTo>
                    <a:pt x="932725" y="540370"/>
                  </a:lnTo>
                  <a:lnTo>
                    <a:pt x="930176" y="539468"/>
                  </a:lnTo>
                  <a:lnTo>
                    <a:pt x="929196" y="539168"/>
                  </a:lnTo>
                  <a:lnTo>
                    <a:pt x="918952" y="535810"/>
                  </a:lnTo>
                  <a:lnTo>
                    <a:pt x="910081" y="532553"/>
                  </a:lnTo>
                  <a:lnTo>
                    <a:pt x="907140" y="531951"/>
                  </a:lnTo>
                  <a:lnTo>
                    <a:pt x="902533" y="530999"/>
                  </a:lnTo>
                  <a:lnTo>
                    <a:pt x="900915" y="530699"/>
                  </a:lnTo>
                  <a:lnTo>
                    <a:pt x="889985" y="528894"/>
                  </a:lnTo>
                  <a:lnTo>
                    <a:pt x="882584" y="526890"/>
                  </a:lnTo>
                  <a:lnTo>
                    <a:pt x="875379" y="526439"/>
                  </a:lnTo>
                  <a:lnTo>
                    <a:pt x="866018" y="534006"/>
                  </a:lnTo>
                  <a:lnTo>
                    <a:pt x="856901" y="540721"/>
                  </a:lnTo>
                  <a:lnTo>
                    <a:pt x="847099" y="544931"/>
                  </a:lnTo>
                  <a:lnTo>
                    <a:pt x="840335" y="549842"/>
                  </a:lnTo>
                  <a:lnTo>
                    <a:pt x="836414" y="563222"/>
                  </a:lnTo>
                  <a:lnTo>
                    <a:pt x="830777" y="576352"/>
                  </a:lnTo>
                  <a:lnTo>
                    <a:pt x="823033" y="585623"/>
                  </a:lnTo>
                  <a:lnTo>
                    <a:pt x="816220" y="591837"/>
                  </a:lnTo>
                  <a:lnTo>
                    <a:pt x="805927" y="591686"/>
                  </a:lnTo>
                  <a:lnTo>
                    <a:pt x="799850" y="591035"/>
                  </a:lnTo>
                  <a:lnTo>
                    <a:pt x="793282" y="593490"/>
                  </a:lnTo>
                  <a:lnTo>
                    <a:pt x="790047" y="599253"/>
                  </a:lnTo>
                  <a:lnTo>
                    <a:pt x="776323" y="615741"/>
                  </a:lnTo>
                  <a:lnTo>
                    <a:pt x="762795" y="627567"/>
                  </a:lnTo>
                  <a:lnTo>
                    <a:pt x="755836" y="629572"/>
                  </a:lnTo>
                  <a:lnTo>
                    <a:pt x="754708" y="629271"/>
                  </a:lnTo>
                  <a:lnTo>
                    <a:pt x="749709" y="628018"/>
                  </a:lnTo>
                  <a:lnTo>
                    <a:pt x="741671" y="626264"/>
                  </a:lnTo>
                  <a:lnTo>
                    <a:pt x="739514" y="625763"/>
                  </a:lnTo>
                  <a:lnTo>
                    <a:pt x="722065" y="627968"/>
                  </a:lnTo>
                  <a:lnTo>
                    <a:pt x="721869" y="628018"/>
                  </a:lnTo>
                  <a:lnTo>
                    <a:pt x="708783" y="631576"/>
                  </a:lnTo>
                  <a:lnTo>
                    <a:pt x="702264" y="635335"/>
                  </a:lnTo>
                  <a:lnTo>
                    <a:pt x="698098" y="644055"/>
                  </a:lnTo>
                  <a:lnTo>
                    <a:pt x="693736" y="650519"/>
                  </a:lnTo>
                  <a:lnTo>
                    <a:pt x="686580" y="654729"/>
                  </a:lnTo>
                  <a:lnTo>
                    <a:pt x="681825" y="656884"/>
                  </a:lnTo>
                  <a:lnTo>
                    <a:pt x="679179" y="658086"/>
                  </a:lnTo>
                  <a:lnTo>
                    <a:pt x="669131" y="662747"/>
                  </a:lnTo>
                  <a:lnTo>
                    <a:pt x="659769" y="674323"/>
                  </a:lnTo>
                  <a:lnTo>
                    <a:pt x="650408" y="682993"/>
                  </a:lnTo>
                  <a:lnTo>
                    <a:pt x="642811" y="691011"/>
                  </a:lnTo>
                  <a:lnTo>
                    <a:pt x="631439" y="698377"/>
                  </a:lnTo>
                  <a:lnTo>
                    <a:pt x="616735" y="707999"/>
                  </a:lnTo>
                  <a:lnTo>
                    <a:pt x="612471" y="713211"/>
                  </a:lnTo>
                  <a:lnTo>
                    <a:pt x="605021" y="719174"/>
                  </a:lnTo>
                  <a:lnTo>
                    <a:pt x="604727" y="719375"/>
                  </a:lnTo>
                  <a:lnTo>
                    <a:pt x="595758" y="720177"/>
                  </a:lnTo>
                  <a:lnTo>
                    <a:pt x="588112" y="717070"/>
                  </a:lnTo>
                  <a:lnTo>
                    <a:pt x="586053" y="714815"/>
                  </a:lnTo>
                  <a:lnTo>
                    <a:pt x="584092" y="712660"/>
                  </a:lnTo>
                  <a:lnTo>
                    <a:pt x="581789" y="710154"/>
                  </a:lnTo>
                  <a:lnTo>
                    <a:pt x="575711" y="703038"/>
                  </a:lnTo>
                  <a:lnTo>
                    <a:pt x="567869" y="699279"/>
                  </a:lnTo>
                  <a:lnTo>
                    <a:pt x="553704" y="698177"/>
                  </a:lnTo>
                  <a:lnTo>
                    <a:pt x="536059" y="695471"/>
                  </a:lnTo>
                  <a:lnTo>
                    <a:pt x="527139" y="695822"/>
                  </a:lnTo>
                  <a:lnTo>
                    <a:pt x="526453" y="696373"/>
                  </a:lnTo>
                  <a:lnTo>
                    <a:pt x="526208" y="696273"/>
                  </a:lnTo>
                  <a:lnTo>
                    <a:pt x="525374" y="696172"/>
                  </a:lnTo>
                  <a:lnTo>
                    <a:pt x="524688" y="696072"/>
                  </a:lnTo>
                  <a:lnTo>
                    <a:pt x="524149" y="696122"/>
                  </a:lnTo>
                  <a:lnTo>
                    <a:pt x="523561" y="696223"/>
                  </a:lnTo>
                  <a:lnTo>
                    <a:pt x="523022" y="696273"/>
                  </a:lnTo>
                  <a:lnTo>
                    <a:pt x="522630" y="696122"/>
                  </a:lnTo>
                  <a:lnTo>
                    <a:pt x="522041" y="695822"/>
                  </a:lnTo>
                  <a:lnTo>
                    <a:pt x="521698" y="695421"/>
                  </a:lnTo>
                  <a:lnTo>
                    <a:pt x="521257" y="695170"/>
                  </a:lnTo>
                  <a:lnTo>
                    <a:pt x="520522" y="694970"/>
                  </a:lnTo>
                  <a:lnTo>
                    <a:pt x="519689" y="694970"/>
                  </a:lnTo>
                  <a:lnTo>
                    <a:pt x="518660" y="695020"/>
                  </a:lnTo>
                  <a:lnTo>
                    <a:pt x="518022" y="694920"/>
                  </a:lnTo>
                  <a:lnTo>
                    <a:pt x="517336" y="694819"/>
                  </a:lnTo>
                  <a:lnTo>
                    <a:pt x="516405" y="694769"/>
                  </a:lnTo>
                  <a:lnTo>
                    <a:pt x="515033" y="694769"/>
                  </a:lnTo>
                  <a:lnTo>
                    <a:pt x="513317" y="694769"/>
                  </a:lnTo>
                  <a:lnTo>
                    <a:pt x="512582" y="694819"/>
                  </a:lnTo>
                  <a:lnTo>
                    <a:pt x="512043" y="694719"/>
                  </a:lnTo>
                  <a:lnTo>
                    <a:pt x="511259" y="694469"/>
                  </a:lnTo>
                  <a:lnTo>
                    <a:pt x="510817" y="694418"/>
                  </a:lnTo>
                  <a:lnTo>
                    <a:pt x="509984" y="694368"/>
                  </a:lnTo>
                  <a:lnTo>
                    <a:pt x="509396" y="694368"/>
                  </a:lnTo>
                  <a:lnTo>
                    <a:pt x="509004" y="694418"/>
                  </a:lnTo>
                  <a:lnTo>
                    <a:pt x="508759" y="694418"/>
                  </a:lnTo>
                  <a:lnTo>
                    <a:pt x="508318" y="694519"/>
                  </a:lnTo>
                  <a:lnTo>
                    <a:pt x="507730" y="694920"/>
                  </a:lnTo>
                  <a:lnTo>
                    <a:pt x="507092" y="695270"/>
                  </a:lnTo>
                  <a:lnTo>
                    <a:pt x="506455" y="695671"/>
                  </a:lnTo>
                  <a:lnTo>
                    <a:pt x="505377" y="696323"/>
                  </a:lnTo>
                  <a:lnTo>
                    <a:pt x="504691" y="696874"/>
                  </a:lnTo>
                  <a:lnTo>
                    <a:pt x="504201" y="697325"/>
                  </a:lnTo>
                  <a:lnTo>
                    <a:pt x="503907" y="697676"/>
                  </a:lnTo>
                  <a:lnTo>
                    <a:pt x="503514" y="697926"/>
                  </a:lnTo>
                  <a:lnTo>
                    <a:pt x="502485" y="698177"/>
                  </a:lnTo>
                  <a:lnTo>
                    <a:pt x="501358" y="698478"/>
                  </a:lnTo>
                  <a:lnTo>
                    <a:pt x="500034" y="698578"/>
                  </a:lnTo>
                  <a:lnTo>
                    <a:pt x="498074" y="698628"/>
                  </a:lnTo>
                  <a:lnTo>
                    <a:pt x="496211" y="698578"/>
                  </a:lnTo>
                  <a:lnTo>
                    <a:pt x="494153" y="698528"/>
                  </a:lnTo>
                  <a:lnTo>
                    <a:pt x="491163" y="698327"/>
                  </a:lnTo>
                  <a:lnTo>
                    <a:pt x="488418" y="698227"/>
                  </a:lnTo>
                  <a:lnTo>
                    <a:pt x="486948" y="698127"/>
                  </a:lnTo>
                  <a:lnTo>
                    <a:pt x="485674" y="698077"/>
                  </a:lnTo>
                  <a:lnTo>
                    <a:pt x="484203" y="697977"/>
                  </a:lnTo>
                  <a:lnTo>
                    <a:pt x="483272" y="697926"/>
                  </a:lnTo>
                  <a:lnTo>
                    <a:pt x="482684" y="697977"/>
                  </a:lnTo>
                  <a:lnTo>
                    <a:pt x="482096" y="698127"/>
                  </a:lnTo>
                  <a:lnTo>
                    <a:pt x="481213" y="698478"/>
                  </a:lnTo>
                  <a:lnTo>
                    <a:pt x="480282" y="698979"/>
                  </a:lnTo>
                  <a:lnTo>
                    <a:pt x="479449" y="699229"/>
                  </a:lnTo>
                  <a:lnTo>
                    <a:pt x="478518" y="699630"/>
                  </a:lnTo>
                  <a:lnTo>
                    <a:pt x="477733" y="700031"/>
                  </a:lnTo>
                  <a:lnTo>
                    <a:pt x="477145" y="700532"/>
                  </a:lnTo>
                  <a:lnTo>
                    <a:pt x="476165" y="701585"/>
                  </a:lnTo>
                  <a:lnTo>
                    <a:pt x="474989" y="702687"/>
                  </a:lnTo>
                  <a:lnTo>
                    <a:pt x="473714" y="703689"/>
                  </a:lnTo>
                  <a:lnTo>
                    <a:pt x="472391" y="704842"/>
                  </a:lnTo>
                  <a:lnTo>
                    <a:pt x="471705" y="705594"/>
                  </a:lnTo>
                  <a:lnTo>
                    <a:pt x="471166" y="706345"/>
                  </a:lnTo>
                  <a:lnTo>
                    <a:pt x="470675" y="707348"/>
                  </a:lnTo>
                  <a:lnTo>
                    <a:pt x="468813" y="710956"/>
                  </a:lnTo>
                  <a:lnTo>
                    <a:pt x="465970" y="715967"/>
                  </a:lnTo>
                  <a:lnTo>
                    <a:pt x="464892" y="717821"/>
                  </a:lnTo>
                  <a:lnTo>
                    <a:pt x="464598" y="718473"/>
                  </a:lnTo>
                  <a:lnTo>
                    <a:pt x="464402" y="719124"/>
                  </a:lnTo>
                  <a:lnTo>
                    <a:pt x="464255" y="719826"/>
                  </a:lnTo>
                  <a:lnTo>
                    <a:pt x="463961" y="721830"/>
                  </a:lnTo>
                  <a:lnTo>
                    <a:pt x="463617" y="724236"/>
                  </a:lnTo>
                  <a:lnTo>
                    <a:pt x="463225" y="726090"/>
                  </a:lnTo>
                  <a:lnTo>
                    <a:pt x="462784" y="727944"/>
                  </a:lnTo>
                  <a:lnTo>
                    <a:pt x="462049" y="729548"/>
                  </a:lnTo>
                  <a:lnTo>
                    <a:pt x="461118" y="731101"/>
                  </a:lnTo>
                  <a:lnTo>
                    <a:pt x="459451" y="733006"/>
                  </a:lnTo>
                  <a:lnTo>
                    <a:pt x="457589" y="735010"/>
                  </a:lnTo>
                  <a:lnTo>
                    <a:pt x="453913" y="738217"/>
                  </a:lnTo>
                  <a:lnTo>
                    <a:pt x="451756" y="740222"/>
                  </a:lnTo>
                  <a:lnTo>
                    <a:pt x="450286" y="741675"/>
                  </a:lnTo>
                  <a:lnTo>
                    <a:pt x="448521" y="743580"/>
                  </a:lnTo>
                  <a:lnTo>
                    <a:pt x="446365" y="746336"/>
                  </a:lnTo>
                  <a:lnTo>
                    <a:pt x="437934" y="755907"/>
                  </a:lnTo>
                  <a:lnTo>
                    <a:pt x="436121" y="757812"/>
                  </a:lnTo>
                  <a:lnTo>
                    <a:pt x="435484" y="758714"/>
                  </a:lnTo>
                  <a:lnTo>
                    <a:pt x="434896" y="759666"/>
                  </a:lnTo>
                  <a:lnTo>
                    <a:pt x="434209" y="760568"/>
                  </a:lnTo>
                  <a:lnTo>
                    <a:pt x="433278" y="761721"/>
                  </a:lnTo>
                  <a:lnTo>
                    <a:pt x="432298" y="762623"/>
                  </a:lnTo>
                  <a:lnTo>
                    <a:pt x="430582" y="764126"/>
                  </a:lnTo>
                  <a:lnTo>
                    <a:pt x="429553" y="764928"/>
                  </a:lnTo>
                  <a:lnTo>
                    <a:pt x="429112" y="765329"/>
                  </a:lnTo>
                  <a:lnTo>
                    <a:pt x="428573" y="765780"/>
                  </a:lnTo>
                  <a:lnTo>
                    <a:pt x="428034" y="766181"/>
                  </a:lnTo>
                  <a:lnTo>
                    <a:pt x="427544" y="766531"/>
                  </a:lnTo>
                  <a:lnTo>
                    <a:pt x="427102" y="766832"/>
                  </a:lnTo>
                  <a:lnTo>
                    <a:pt x="426612" y="767233"/>
                  </a:lnTo>
                  <a:lnTo>
                    <a:pt x="426073" y="767684"/>
                  </a:lnTo>
                  <a:lnTo>
                    <a:pt x="425583" y="768085"/>
                  </a:lnTo>
                  <a:lnTo>
                    <a:pt x="424995" y="768586"/>
                  </a:lnTo>
                  <a:lnTo>
                    <a:pt x="424505" y="769037"/>
                  </a:lnTo>
                  <a:lnTo>
                    <a:pt x="423966" y="769538"/>
                  </a:lnTo>
                  <a:lnTo>
                    <a:pt x="423426" y="770039"/>
                  </a:lnTo>
                  <a:lnTo>
                    <a:pt x="422936" y="770490"/>
                  </a:lnTo>
                  <a:lnTo>
                    <a:pt x="422397" y="770941"/>
                  </a:lnTo>
                  <a:lnTo>
                    <a:pt x="421809" y="771342"/>
                  </a:lnTo>
                  <a:lnTo>
                    <a:pt x="421270" y="771743"/>
                  </a:lnTo>
                  <a:lnTo>
                    <a:pt x="420829" y="772194"/>
                  </a:lnTo>
                  <a:lnTo>
                    <a:pt x="420339" y="772645"/>
                  </a:lnTo>
                  <a:lnTo>
                    <a:pt x="419898" y="773096"/>
                  </a:lnTo>
                  <a:lnTo>
                    <a:pt x="419407" y="773497"/>
                  </a:lnTo>
                  <a:lnTo>
                    <a:pt x="418966" y="773848"/>
                  </a:lnTo>
                  <a:lnTo>
                    <a:pt x="418476" y="774098"/>
                  </a:lnTo>
                  <a:lnTo>
                    <a:pt x="417986" y="774449"/>
                  </a:lnTo>
                  <a:lnTo>
                    <a:pt x="417496" y="774750"/>
                  </a:lnTo>
                  <a:lnTo>
                    <a:pt x="417006" y="775001"/>
                  </a:lnTo>
                  <a:lnTo>
                    <a:pt x="416467" y="775301"/>
                  </a:lnTo>
                  <a:lnTo>
                    <a:pt x="415976" y="775652"/>
                  </a:lnTo>
                  <a:lnTo>
                    <a:pt x="415584" y="776103"/>
                  </a:lnTo>
                  <a:lnTo>
                    <a:pt x="415143" y="776554"/>
                  </a:lnTo>
                  <a:lnTo>
                    <a:pt x="414702" y="776955"/>
                  </a:lnTo>
                  <a:lnTo>
                    <a:pt x="414212" y="777306"/>
                  </a:lnTo>
                  <a:lnTo>
                    <a:pt x="413771" y="777657"/>
                  </a:lnTo>
                  <a:lnTo>
                    <a:pt x="413281" y="777957"/>
                  </a:lnTo>
                  <a:lnTo>
                    <a:pt x="412791" y="778158"/>
                  </a:lnTo>
                  <a:lnTo>
                    <a:pt x="412349" y="778358"/>
                  </a:lnTo>
                  <a:lnTo>
                    <a:pt x="411859" y="778609"/>
                  </a:lnTo>
                  <a:lnTo>
                    <a:pt x="411418" y="778809"/>
                  </a:lnTo>
                  <a:lnTo>
                    <a:pt x="410977" y="779010"/>
                  </a:lnTo>
                  <a:lnTo>
                    <a:pt x="410487" y="779110"/>
                  </a:lnTo>
                  <a:lnTo>
                    <a:pt x="409948" y="779110"/>
                  </a:lnTo>
                  <a:lnTo>
                    <a:pt x="409409" y="779110"/>
                  </a:lnTo>
                  <a:lnTo>
                    <a:pt x="408918" y="779310"/>
                  </a:lnTo>
                  <a:lnTo>
                    <a:pt x="408379" y="779511"/>
                  </a:lnTo>
                  <a:lnTo>
                    <a:pt x="407987" y="779561"/>
                  </a:lnTo>
                  <a:lnTo>
                    <a:pt x="407546" y="779711"/>
                  </a:lnTo>
                  <a:lnTo>
                    <a:pt x="407056" y="779862"/>
                  </a:lnTo>
                  <a:lnTo>
                    <a:pt x="406517" y="780012"/>
                  </a:lnTo>
                  <a:lnTo>
                    <a:pt x="405978" y="780262"/>
                  </a:lnTo>
                  <a:lnTo>
                    <a:pt x="405488" y="780463"/>
                  </a:lnTo>
                  <a:lnTo>
                    <a:pt x="404948" y="780713"/>
                  </a:lnTo>
                  <a:lnTo>
                    <a:pt x="404409" y="780864"/>
                  </a:lnTo>
                  <a:lnTo>
                    <a:pt x="403919" y="781064"/>
                  </a:lnTo>
                  <a:lnTo>
                    <a:pt x="403380" y="781215"/>
                  </a:lnTo>
                  <a:lnTo>
                    <a:pt x="402743" y="781415"/>
                  </a:lnTo>
                  <a:lnTo>
                    <a:pt x="402155" y="781615"/>
                  </a:lnTo>
                  <a:lnTo>
                    <a:pt x="401566" y="781866"/>
                  </a:lnTo>
                  <a:lnTo>
                    <a:pt x="400978" y="782067"/>
                  </a:lnTo>
                  <a:lnTo>
                    <a:pt x="400341" y="782267"/>
                  </a:lnTo>
                  <a:lnTo>
                    <a:pt x="399802" y="782568"/>
                  </a:lnTo>
                  <a:lnTo>
                    <a:pt x="399214" y="782718"/>
                  </a:lnTo>
                  <a:lnTo>
                    <a:pt x="398626" y="782918"/>
                  </a:lnTo>
                  <a:lnTo>
                    <a:pt x="397989" y="783019"/>
                  </a:lnTo>
                  <a:lnTo>
                    <a:pt x="397400" y="783169"/>
                  </a:lnTo>
                  <a:lnTo>
                    <a:pt x="396910" y="783319"/>
                  </a:lnTo>
                  <a:lnTo>
                    <a:pt x="396420" y="783369"/>
                  </a:lnTo>
                  <a:lnTo>
                    <a:pt x="395930" y="783470"/>
                  </a:lnTo>
                  <a:lnTo>
                    <a:pt x="395342" y="783520"/>
                  </a:lnTo>
                  <a:lnTo>
                    <a:pt x="394754" y="783570"/>
                  </a:lnTo>
                  <a:lnTo>
                    <a:pt x="394165" y="783620"/>
                  </a:lnTo>
                  <a:lnTo>
                    <a:pt x="393577" y="783620"/>
                  </a:lnTo>
                  <a:lnTo>
                    <a:pt x="392940" y="783670"/>
                  </a:lnTo>
                  <a:lnTo>
                    <a:pt x="392303" y="783670"/>
                  </a:lnTo>
                  <a:lnTo>
                    <a:pt x="391666" y="783770"/>
                  </a:lnTo>
                  <a:lnTo>
                    <a:pt x="390980" y="783871"/>
                  </a:lnTo>
                  <a:lnTo>
                    <a:pt x="390293" y="783871"/>
                  </a:lnTo>
                  <a:lnTo>
                    <a:pt x="389656" y="783921"/>
                  </a:lnTo>
                  <a:lnTo>
                    <a:pt x="389068" y="783971"/>
                  </a:lnTo>
                  <a:lnTo>
                    <a:pt x="388431" y="784021"/>
                  </a:lnTo>
                  <a:lnTo>
                    <a:pt x="387794" y="784121"/>
                  </a:lnTo>
                  <a:lnTo>
                    <a:pt x="387206" y="784171"/>
                  </a:lnTo>
                  <a:lnTo>
                    <a:pt x="386666" y="784121"/>
                  </a:lnTo>
                  <a:lnTo>
                    <a:pt x="386127" y="784171"/>
                  </a:lnTo>
                  <a:lnTo>
                    <a:pt x="385637" y="784271"/>
                  </a:lnTo>
                  <a:lnTo>
                    <a:pt x="385098" y="784322"/>
                  </a:lnTo>
                  <a:lnTo>
                    <a:pt x="384510" y="784221"/>
                  </a:lnTo>
                  <a:lnTo>
                    <a:pt x="383971" y="784121"/>
                  </a:lnTo>
                  <a:lnTo>
                    <a:pt x="383432" y="784021"/>
                  </a:lnTo>
                  <a:lnTo>
                    <a:pt x="382843" y="783921"/>
                  </a:lnTo>
                  <a:lnTo>
                    <a:pt x="382304" y="783871"/>
                  </a:lnTo>
                  <a:lnTo>
                    <a:pt x="381765" y="783820"/>
                  </a:lnTo>
                  <a:lnTo>
                    <a:pt x="381324" y="783770"/>
                  </a:lnTo>
                  <a:lnTo>
                    <a:pt x="380736" y="783670"/>
                  </a:lnTo>
                  <a:lnTo>
                    <a:pt x="380246" y="783820"/>
                  </a:lnTo>
                  <a:lnTo>
                    <a:pt x="379657" y="783871"/>
                  </a:lnTo>
                  <a:lnTo>
                    <a:pt x="379118" y="783921"/>
                  </a:lnTo>
                  <a:lnTo>
                    <a:pt x="378285" y="783871"/>
                  </a:lnTo>
                  <a:lnTo>
                    <a:pt x="377795" y="783820"/>
                  </a:lnTo>
                  <a:lnTo>
                    <a:pt x="377354" y="783820"/>
                  </a:lnTo>
                  <a:lnTo>
                    <a:pt x="376864" y="783820"/>
                  </a:lnTo>
                  <a:lnTo>
                    <a:pt x="376374" y="783770"/>
                  </a:lnTo>
                  <a:lnTo>
                    <a:pt x="375834" y="783720"/>
                  </a:lnTo>
                  <a:lnTo>
                    <a:pt x="375295" y="783720"/>
                  </a:lnTo>
                  <a:lnTo>
                    <a:pt x="374805" y="783670"/>
                  </a:lnTo>
                  <a:lnTo>
                    <a:pt x="374217" y="783620"/>
                  </a:lnTo>
                  <a:lnTo>
                    <a:pt x="373727" y="783570"/>
                  </a:lnTo>
                  <a:lnTo>
                    <a:pt x="373237" y="783520"/>
                  </a:lnTo>
                  <a:lnTo>
                    <a:pt x="372747" y="783470"/>
                  </a:lnTo>
                  <a:lnTo>
                    <a:pt x="372305" y="783319"/>
                  </a:lnTo>
                  <a:lnTo>
                    <a:pt x="371815" y="783319"/>
                  </a:lnTo>
                  <a:lnTo>
                    <a:pt x="371325" y="783319"/>
                  </a:lnTo>
                  <a:lnTo>
                    <a:pt x="370835" y="783219"/>
                  </a:lnTo>
                  <a:lnTo>
                    <a:pt x="370296" y="783219"/>
                  </a:lnTo>
                  <a:lnTo>
                    <a:pt x="369757" y="783219"/>
                  </a:lnTo>
                  <a:lnTo>
                    <a:pt x="369218" y="783219"/>
                  </a:lnTo>
                  <a:lnTo>
                    <a:pt x="368678" y="783269"/>
                  </a:lnTo>
                  <a:lnTo>
                    <a:pt x="368188" y="783269"/>
                  </a:lnTo>
                  <a:lnTo>
                    <a:pt x="367649" y="783269"/>
                  </a:lnTo>
                  <a:lnTo>
                    <a:pt x="367110" y="783319"/>
                  </a:lnTo>
                  <a:lnTo>
                    <a:pt x="366522" y="783420"/>
                  </a:lnTo>
                  <a:lnTo>
                    <a:pt x="365885" y="783570"/>
                  </a:lnTo>
                  <a:lnTo>
                    <a:pt x="365248" y="783820"/>
                  </a:lnTo>
                  <a:lnTo>
                    <a:pt x="364806" y="783971"/>
                  </a:lnTo>
                  <a:lnTo>
                    <a:pt x="364316" y="784322"/>
                  </a:lnTo>
                  <a:lnTo>
                    <a:pt x="363826" y="784672"/>
                  </a:lnTo>
                  <a:lnTo>
                    <a:pt x="363336" y="785073"/>
                  </a:lnTo>
                  <a:lnTo>
                    <a:pt x="362846" y="785374"/>
                  </a:lnTo>
                  <a:lnTo>
                    <a:pt x="362356" y="785675"/>
                  </a:lnTo>
                  <a:lnTo>
                    <a:pt x="361964" y="785925"/>
                  </a:lnTo>
                  <a:lnTo>
                    <a:pt x="361523" y="786176"/>
                  </a:lnTo>
                  <a:lnTo>
                    <a:pt x="361130" y="786476"/>
                  </a:lnTo>
                  <a:lnTo>
                    <a:pt x="360493" y="786777"/>
                  </a:lnTo>
                  <a:lnTo>
                    <a:pt x="359954" y="787028"/>
                  </a:lnTo>
                  <a:lnTo>
                    <a:pt x="359513" y="787278"/>
                  </a:lnTo>
                  <a:lnTo>
                    <a:pt x="359023" y="787529"/>
                  </a:lnTo>
                  <a:lnTo>
                    <a:pt x="358484" y="787729"/>
                  </a:lnTo>
                  <a:lnTo>
                    <a:pt x="357797" y="787880"/>
                  </a:lnTo>
                  <a:lnTo>
                    <a:pt x="357307" y="788030"/>
                  </a:lnTo>
                  <a:lnTo>
                    <a:pt x="356817" y="788080"/>
                  </a:lnTo>
                  <a:lnTo>
                    <a:pt x="356229" y="788180"/>
                  </a:lnTo>
                  <a:lnTo>
                    <a:pt x="355690" y="788331"/>
                  </a:lnTo>
                  <a:lnTo>
                    <a:pt x="355151" y="788481"/>
                  </a:lnTo>
                  <a:lnTo>
                    <a:pt x="354612" y="788581"/>
                  </a:lnTo>
                  <a:lnTo>
                    <a:pt x="354072" y="788681"/>
                  </a:lnTo>
                  <a:lnTo>
                    <a:pt x="353533" y="788782"/>
                  </a:lnTo>
                  <a:lnTo>
                    <a:pt x="353043" y="788832"/>
                  </a:lnTo>
                  <a:lnTo>
                    <a:pt x="352602" y="788882"/>
                  </a:lnTo>
                  <a:lnTo>
                    <a:pt x="352112" y="789032"/>
                  </a:lnTo>
                  <a:lnTo>
                    <a:pt x="351671" y="789233"/>
                  </a:lnTo>
                  <a:lnTo>
                    <a:pt x="351181" y="789433"/>
                  </a:lnTo>
                  <a:lnTo>
                    <a:pt x="350740" y="789634"/>
                  </a:lnTo>
                  <a:lnTo>
                    <a:pt x="350298" y="789834"/>
                  </a:lnTo>
                  <a:lnTo>
                    <a:pt x="349710" y="790085"/>
                  </a:lnTo>
                  <a:lnTo>
                    <a:pt x="349024" y="790385"/>
                  </a:lnTo>
                  <a:lnTo>
                    <a:pt x="348534" y="790786"/>
                  </a:lnTo>
                  <a:lnTo>
                    <a:pt x="348093" y="791037"/>
                  </a:lnTo>
                  <a:lnTo>
                    <a:pt x="347652" y="791287"/>
                  </a:lnTo>
                  <a:lnTo>
                    <a:pt x="347260" y="791688"/>
                  </a:lnTo>
                  <a:lnTo>
                    <a:pt x="346769" y="792039"/>
                  </a:lnTo>
                  <a:lnTo>
                    <a:pt x="346279" y="792340"/>
                  </a:lnTo>
                  <a:lnTo>
                    <a:pt x="345838" y="792590"/>
                  </a:lnTo>
                  <a:lnTo>
                    <a:pt x="345397" y="792841"/>
                  </a:lnTo>
                  <a:lnTo>
                    <a:pt x="344956" y="793091"/>
                  </a:lnTo>
                  <a:lnTo>
                    <a:pt x="344515" y="793392"/>
                  </a:lnTo>
                  <a:lnTo>
                    <a:pt x="344074" y="793743"/>
                  </a:lnTo>
                  <a:lnTo>
                    <a:pt x="343633" y="794044"/>
                  </a:lnTo>
                  <a:lnTo>
                    <a:pt x="343142" y="794294"/>
                  </a:lnTo>
                  <a:lnTo>
                    <a:pt x="342652" y="794595"/>
                  </a:lnTo>
                  <a:lnTo>
                    <a:pt x="342113" y="794845"/>
                  </a:lnTo>
                  <a:lnTo>
                    <a:pt x="341672" y="795096"/>
                  </a:lnTo>
                  <a:lnTo>
                    <a:pt x="341231" y="795397"/>
                  </a:lnTo>
                  <a:lnTo>
                    <a:pt x="340790" y="795697"/>
                  </a:lnTo>
                  <a:lnTo>
                    <a:pt x="340349" y="795948"/>
                  </a:lnTo>
                  <a:lnTo>
                    <a:pt x="339957" y="796249"/>
                  </a:lnTo>
                  <a:lnTo>
                    <a:pt x="339515" y="796599"/>
                  </a:lnTo>
                  <a:lnTo>
                    <a:pt x="339074" y="797000"/>
                  </a:lnTo>
                  <a:lnTo>
                    <a:pt x="338731" y="797401"/>
                  </a:lnTo>
                  <a:lnTo>
                    <a:pt x="338486" y="797902"/>
                  </a:lnTo>
                  <a:lnTo>
                    <a:pt x="338290" y="798353"/>
                  </a:lnTo>
                  <a:lnTo>
                    <a:pt x="338045" y="798804"/>
                  </a:lnTo>
                  <a:lnTo>
                    <a:pt x="337849" y="799356"/>
                  </a:lnTo>
                  <a:lnTo>
                    <a:pt x="337457" y="799756"/>
                  </a:lnTo>
                  <a:lnTo>
                    <a:pt x="337065" y="800207"/>
                  </a:lnTo>
                  <a:lnTo>
                    <a:pt x="336183" y="800959"/>
                  </a:lnTo>
                  <a:lnTo>
                    <a:pt x="334761" y="802663"/>
                  </a:lnTo>
                  <a:lnTo>
                    <a:pt x="332899" y="802863"/>
                  </a:lnTo>
                  <a:lnTo>
                    <a:pt x="331232" y="804166"/>
                  </a:lnTo>
                  <a:lnTo>
                    <a:pt x="330203" y="805820"/>
                  </a:lnTo>
                  <a:lnTo>
                    <a:pt x="328733" y="808025"/>
                  </a:lnTo>
                  <a:lnTo>
                    <a:pt x="328389" y="808627"/>
                  </a:lnTo>
                  <a:lnTo>
                    <a:pt x="328635" y="808727"/>
                  </a:lnTo>
                  <a:lnTo>
                    <a:pt x="329076" y="808677"/>
                  </a:lnTo>
                  <a:lnTo>
                    <a:pt x="329811" y="808977"/>
                  </a:lnTo>
                  <a:lnTo>
                    <a:pt x="330203" y="809779"/>
                  </a:lnTo>
                  <a:lnTo>
                    <a:pt x="330644" y="810681"/>
                  </a:lnTo>
                  <a:lnTo>
                    <a:pt x="331673" y="813036"/>
                  </a:lnTo>
                  <a:lnTo>
                    <a:pt x="332212" y="814039"/>
                  </a:lnTo>
                  <a:lnTo>
                    <a:pt x="334908" y="819501"/>
                  </a:lnTo>
                  <a:lnTo>
                    <a:pt x="335741" y="821806"/>
                  </a:lnTo>
                  <a:lnTo>
                    <a:pt x="333340" y="823510"/>
                  </a:lnTo>
                  <a:lnTo>
                    <a:pt x="332752" y="823911"/>
                  </a:lnTo>
                  <a:lnTo>
                    <a:pt x="331624" y="824613"/>
                  </a:lnTo>
                  <a:lnTo>
                    <a:pt x="331820" y="825715"/>
                  </a:lnTo>
                  <a:lnTo>
                    <a:pt x="333291" y="828722"/>
                  </a:lnTo>
                  <a:lnTo>
                    <a:pt x="336771" y="834284"/>
                  </a:lnTo>
                  <a:lnTo>
                    <a:pt x="336771" y="838644"/>
                  </a:lnTo>
                  <a:lnTo>
                    <a:pt x="337065" y="841150"/>
                  </a:lnTo>
                  <a:lnTo>
                    <a:pt x="337212" y="842403"/>
                  </a:lnTo>
                  <a:lnTo>
                    <a:pt x="338045" y="843355"/>
                  </a:lnTo>
                  <a:lnTo>
                    <a:pt x="339417" y="844107"/>
                  </a:lnTo>
                  <a:lnTo>
                    <a:pt x="340300" y="844808"/>
                  </a:lnTo>
                  <a:lnTo>
                    <a:pt x="340496" y="846512"/>
                  </a:lnTo>
                  <a:lnTo>
                    <a:pt x="340398" y="847464"/>
                  </a:lnTo>
                  <a:lnTo>
                    <a:pt x="340202" y="849168"/>
                  </a:lnTo>
                  <a:lnTo>
                    <a:pt x="339614" y="852375"/>
                  </a:lnTo>
                  <a:lnTo>
                    <a:pt x="337653" y="854580"/>
                  </a:lnTo>
                  <a:lnTo>
                    <a:pt x="334271" y="857136"/>
                  </a:lnTo>
                  <a:lnTo>
                    <a:pt x="334222" y="859391"/>
                  </a:lnTo>
                  <a:lnTo>
                    <a:pt x="334173" y="860644"/>
                  </a:lnTo>
                  <a:lnTo>
                    <a:pt x="337604" y="864002"/>
                  </a:lnTo>
                  <a:lnTo>
                    <a:pt x="338094" y="866457"/>
                  </a:lnTo>
                  <a:lnTo>
                    <a:pt x="338241" y="867159"/>
                  </a:lnTo>
                  <a:lnTo>
                    <a:pt x="337359" y="870667"/>
                  </a:lnTo>
                  <a:lnTo>
                    <a:pt x="337261" y="871118"/>
                  </a:lnTo>
                  <a:lnTo>
                    <a:pt x="339859" y="878134"/>
                  </a:lnTo>
                  <a:lnTo>
                    <a:pt x="341182" y="884749"/>
                  </a:lnTo>
                  <a:lnTo>
                    <a:pt x="339663" y="886803"/>
                  </a:lnTo>
                  <a:lnTo>
                    <a:pt x="325204" y="894070"/>
                  </a:lnTo>
                  <a:lnTo>
                    <a:pt x="318244" y="898129"/>
                  </a:lnTo>
                  <a:lnTo>
                    <a:pt x="310451" y="902739"/>
                  </a:lnTo>
                  <a:lnTo>
                    <a:pt x="307902" y="902839"/>
                  </a:lnTo>
                  <a:lnTo>
                    <a:pt x="306137" y="901186"/>
                  </a:lnTo>
                  <a:lnTo>
                    <a:pt x="303785" y="899131"/>
                  </a:lnTo>
                  <a:lnTo>
                    <a:pt x="301138" y="896575"/>
                  </a:lnTo>
                  <a:lnTo>
                    <a:pt x="300599" y="894821"/>
                  </a:lnTo>
                  <a:lnTo>
                    <a:pt x="300109" y="892316"/>
                  </a:lnTo>
                  <a:lnTo>
                    <a:pt x="299423" y="889609"/>
                  </a:lnTo>
                  <a:lnTo>
                    <a:pt x="297952" y="886302"/>
                  </a:lnTo>
                  <a:lnTo>
                    <a:pt x="295403" y="880890"/>
                  </a:lnTo>
                  <a:lnTo>
                    <a:pt x="294227" y="879336"/>
                  </a:lnTo>
                  <a:lnTo>
                    <a:pt x="293051" y="878484"/>
                  </a:lnTo>
                  <a:lnTo>
                    <a:pt x="291139" y="878534"/>
                  </a:lnTo>
                  <a:lnTo>
                    <a:pt x="290208" y="878284"/>
                  </a:lnTo>
                  <a:lnTo>
                    <a:pt x="289277" y="877983"/>
                  </a:lnTo>
                  <a:lnTo>
                    <a:pt x="288983" y="877883"/>
                  </a:lnTo>
                  <a:lnTo>
                    <a:pt x="287414" y="876380"/>
                  </a:lnTo>
                  <a:lnTo>
                    <a:pt x="285601" y="874576"/>
                  </a:lnTo>
                  <a:lnTo>
                    <a:pt x="284081" y="872872"/>
                  </a:lnTo>
                  <a:lnTo>
                    <a:pt x="282709" y="870967"/>
                  </a:lnTo>
                  <a:lnTo>
                    <a:pt x="281484" y="870617"/>
                  </a:lnTo>
                  <a:lnTo>
                    <a:pt x="278592" y="871719"/>
                  </a:lnTo>
                  <a:lnTo>
                    <a:pt x="276288" y="873623"/>
                  </a:lnTo>
                  <a:lnTo>
                    <a:pt x="274279" y="878033"/>
                  </a:lnTo>
                  <a:lnTo>
                    <a:pt x="272563" y="880188"/>
                  </a:lnTo>
                  <a:lnTo>
                    <a:pt x="271044" y="881391"/>
                  </a:lnTo>
                  <a:lnTo>
                    <a:pt x="268397" y="883496"/>
                  </a:lnTo>
                  <a:lnTo>
                    <a:pt x="266289" y="885751"/>
                  </a:lnTo>
                  <a:lnTo>
                    <a:pt x="264966" y="887154"/>
                  </a:lnTo>
                  <a:lnTo>
                    <a:pt x="263104" y="889209"/>
                  </a:lnTo>
                  <a:lnTo>
                    <a:pt x="262662" y="891414"/>
                  </a:lnTo>
                  <a:lnTo>
                    <a:pt x="261290" y="895122"/>
                  </a:lnTo>
                  <a:lnTo>
                    <a:pt x="259330" y="899432"/>
                  </a:lnTo>
                  <a:lnTo>
                    <a:pt x="259133" y="899231"/>
                  </a:lnTo>
                  <a:lnTo>
                    <a:pt x="259035" y="899031"/>
                  </a:lnTo>
                  <a:lnTo>
                    <a:pt x="258790" y="898880"/>
                  </a:lnTo>
                  <a:lnTo>
                    <a:pt x="258398" y="898730"/>
                  </a:lnTo>
                  <a:lnTo>
                    <a:pt x="257957" y="898530"/>
                  </a:lnTo>
                  <a:lnTo>
                    <a:pt x="257712" y="898530"/>
                  </a:lnTo>
                  <a:lnTo>
                    <a:pt x="257467" y="898530"/>
                  </a:lnTo>
                  <a:lnTo>
                    <a:pt x="257124" y="898429"/>
                  </a:lnTo>
                  <a:lnTo>
                    <a:pt x="256291" y="898279"/>
                  </a:lnTo>
                  <a:lnTo>
                    <a:pt x="256095" y="898279"/>
                  </a:lnTo>
                  <a:lnTo>
                    <a:pt x="255801" y="898029"/>
                  </a:lnTo>
                  <a:lnTo>
                    <a:pt x="255654" y="897828"/>
                  </a:lnTo>
                  <a:lnTo>
                    <a:pt x="255506" y="897577"/>
                  </a:lnTo>
                  <a:lnTo>
                    <a:pt x="254820" y="896826"/>
                  </a:lnTo>
                  <a:lnTo>
                    <a:pt x="254428" y="896525"/>
                  </a:lnTo>
                  <a:lnTo>
                    <a:pt x="254281" y="896174"/>
                  </a:lnTo>
                  <a:lnTo>
                    <a:pt x="254281" y="896024"/>
                  </a:lnTo>
                  <a:lnTo>
                    <a:pt x="254183" y="895773"/>
                  </a:lnTo>
                  <a:lnTo>
                    <a:pt x="254085" y="895473"/>
                  </a:lnTo>
                  <a:lnTo>
                    <a:pt x="254036" y="895322"/>
                  </a:lnTo>
                  <a:lnTo>
                    <a:pt x="253987" y="895172"/>
                  </a:lnTo>
                  <a:lnTo>
                    <a:pt x="253889" y="894921"/>
                  </a:lnTo>
                  <a:lnTo>
                    <a:pt x="253693" y="894671"/>
                  </a:lnTo>
                  <a:lnTo>
                    <a:pt x="253399" y="894571"/>
                  </a:lnTo>
                  <a:lnTo>
                    <a:pt x="253154" y="894420"/>
                  </a:lnTo>
                  <a:lnTo>
                    <a:pt x="252958" y="894270"/>
                  </a:lnTo>
                  <a:lnTo>
                    <a:pt x="252713" y="894170"/>
                  </a:lnTo>
                  <a:lnTo>
                    <a:pt x="252468" y="894170"/>
                  </a:lnTo>
                  <a:lnTo>
                    <a:pt x="252223" y="894170"/>
                  </a:lnTo>
                  <a:lnTo>
                    <a:pt x="252027" y="894170"/>
                  </a:lnTo>
                  <a:lnTo>
                    <a:pt x="251830" y="894120"/>
                  </a:lnTo>
                  <a:lnTo>
                    <a:pt x="251683" y="894019"/>
                  </a:lnTo>
                  <a:lnTo>
                    <a:pt x="251291" y="893619"/>
                  </a:lnTo>
                  <a:lnTo>
                    <a:pt x="250262" y="892416"/>
                  </a:lnTo>
                  <a:lnTo>
                    <a:pt x="250164" y="892065"/>
                  </a:lnTo>
                  <a:lnTo>
                    <a:pt x="250115" y="891915"/>
                  </a:lnTo>
                  <a:lnTo>
                    <a:pt x="250066" y="891564"/>
                  </a:lnTo>
                  <a:lnTo>
                    <a:pt x="250115" y="891213"/>
                  </a:lnTo>
                  <a:lnTo>
                    <a:pt x="250164" y="891013"/>
                  </a:lnTo>
                  <a:lnTo>
                    <a:pt x="250311" y="890612"/>
                  </a:lnTo>
                  <a:lnTo>
                    <a:pt x="250360" y="889158"/>
                  </a:lnTo>
                  <a:lnTo>
                    <a:pt x="250360" y="888858"/>
                  </a:lnTo>
                  <a:lnTo>
                    <a:pt x="250262" y="888607"/>
                  </a:lnTo>
                  <a:lnTo>
                    <a:pt x="249380" y="888006"/>
                  </a:lnTo>
                  <a:lnTo>
                    <a:pt x="249037" y="887805"/>
                  </a:lnTo>
                  <a:lnTo>
                    <a:pt x="248302" y="887705"/>
                  </a:lnTo>
                  <a:lnTo>
                    <a:pt x="247958" y="887705"/>
                  </a:lnTo>
                  <a:lnTo>
                    <a:pt x="247223" y="887555"/>
                  </a:lnTo>
                  <a:lnTo>
                    <a:pt x="246635" y="887405"/>
                  </a:lnTo>
                  <a:lnTo>
                    <a:pt x="246243" y="887204"/>
                  </a:lnTo>
                  <a:lnTo>
                    <a:pt x="245851" y="886903"/>
                  </a:lnTo>
                  <a:lnTo>
                    <a:pt x="245606" y="886703"/>
                  </a:lnTo>
                  <a:lnTo>
                    <a:pt x="245165" y="886352"/>
                  </a:lnTo>
                  <a:lnTo>
                    <a:pt x="244675" y="885951"/>
                  </a:lnTo>
                  <a:lnTo>
                    <a:pt x="243302" y="884799"/>
                  </a:lnTo>
                  <a:lnTo>
                    <a:pt x="242665" y="884247"/>
                  </a:lnTo>
                  <a:lnTo>
                    <a:pt x="242273" y="883897"/>
                  </a:lnTo>
                  <a:lnTo>
                    <a:pt x="242126" y="883696"/>
                  </a:lnTo>
                  <a:lnTo>
                    <a:pt x="239136" y="887304"/>
                  </a:lnTo>
                  <a:lnTo>
                    <a:pt x="235901" y="891213"/>
                  </a:lnTo>
                  <a:lnTo>
                    <a:pt x="235166" y="892015"/>
                  </a:lnTo>
                  <a:lnTo>
                    <a:pt x="232911" y="894821"/>
                  </a:lnTo>
                  <a:lnTo>
                    <a:pt x="232372" y="895473"/>
                  </a:lnTo>
                  <a:lnTo>
                    <a:pt x="231833" y="896124"/>
                  </a:lnTo>
                  <a:lnTo>
                    <a:pt x="231637" y="896826"/>
                  </a:lnTo>
                  <a:lnTo>
                    <a:pt x="229970" y="901186"/>
                  </a:lnTo>
                  <a:lnTo>
                    <a:pt x="229921" y="901386"/>
                  </a:lnTo>
                  <a:lnTo>
                    <a:pt x="229529" y="901236"/>
                  </a:lnTo>
                  <a:lnTo>
                    <a:pt x="229284" y="901136"/>
                  </a:lnTo>
                  <a:lnTo>
                    <a:pt x="228598" y="900835"/>
                  </a:lnTo>
                  <a:lnTo>
                    <a:pt x="224334" y="899131"/>
                  </a:lnTo>
                  <a:lnTo>
                    <a:pt x="223403" y="898830"/>
                  </a:lnTo>
                  <a:lnTo>
                    <a:pt x="225020" y="894921"/>
                  </a:lnTo>
                  <a:lnTo>
                    <a:pt x="225559" y="893568"/>
                  </a:lnTo>
                  <a:lnTo>
                    <a:pt x="229088" y="884799"/>
                  </a:lnTo>
                  <a:lnTo>
                    <a:pt x="231147" y="879286"/>
                  </a:lnTo>
                  <a:lnTo>
                    <a:pt x="225951" y="875678"/>
                  </a:lnTo>
                  <a:lnTo>
                    <a:pt x="224187" y="872972"/>
                  </a:lnTo>
                  <a:lnTo>
                    <a:pt x="223991" y="870767"/>
                  </a:lnTo>
                  <a:lnTo>
                    <a:pt x="224971" y="868361"/>
                  </a:lnTo>
                  <a:lnTo>
                    <a:pt x="224971" y="867259"/>
                  </a:lnTo>
                  <a:lnTo>
                    <a:pt x="220854" y="859341"/>
                  </a:lnTo>
                  <a:lnTo>
                    <a:pt x="218158" y="853929"/>
                  </a:lnTo>
                  <a:lnTo>
                    <a:pt x="216688" y="852676"/>
                  </a:lnTo>
                  <a:lnTo>
                    <a:pt x="206150" y="844357"/>
                  </a:lnTo>
                  <a:lnTo>
                    <a:pt x="204631" y="842353"/>
                  </a:lnTo>
                  <a:lnTo>
                    <a:pt x="203601" y="840549"/>
                  </a:lnTo>
                  <a:lnTo>
                    <a:pt x="200219" y="836890"/>
                  </a:lnTo>
                  <a:lnTo>
                    <a:pt x="197131" y="832831"/>
                  </a:lnTo>
                  <a:lnTo>
                    <a:pt x="195710" y="830426"/>
                  </a:lnTo>
                  <a:lnTo>
                    <a:pt x="196396" y="826567"/>
                  </a:lnTo>
                  <a:lnTo>
                    <a:pt x="197818" y="823360"/>
                  </a:lnTo>
                  <a:lnTo>
                    <a:pt x="201641" y="816695"/>
                  </a:lnTo>
                  <a:lnTo>
                    <a:pt x="202817" y="814189"/>
                  </a:lnTo>
                  <a:lnTo>
                    <a:pt x="203013" y="811232"/>
                  </a:lnTo>
                  <a:lnTo>
                    <a:pt x="202719" y="810380"/>
                  </a:lnTo>
                  <a:lnTo>
                    <a:pt x="203062" y="809729"/>
                  </a:lnTo>
                  <a:lnTo>
                    <a:pt x="203846" y="809027"/>
                  </a:lnTo>
                  <a:lnTo>
                    <a:pt x="204729" y="808226"/>
                  </a:lnTo>
                  <a:lnTo>
                    <a:pt x="203944" y="807925"/>
                  </a:lnTo>
                  <a:lnTo>
                    <a:pt x="201445" y="807173"/>
                  </a:lnTo>
                  <a:lnTo>
                    <a:pt x="197671" y="804918"/>
                  </a:lnTo>
                  <a:lnTo>
                    <a:pt x="195563" y="803615"/>
                  </a:lnTo>
                  <a:lnTo>
                    <a:pt x="194240" y="803315"/>
                  </a:lnTo>
                  <a:lnTo>
                    <a:pt x="189976" y="803064"/>
                  </a:lnTo>
                  <a:lnTo>
                    <a:pt x="188554" y="802763"/>
                  </a:lnTo>
                  <a:lnTo>
                    <a:pt x="185270" y="800258"/>
                  </a:lnTo>
                  <a:lnTo>
                    <a:pt x="183408" y="799055"/>
                  </a:lnTo>
                  <a:lnTo>
                    <a:pt x="182820" y="798654"/>
                  </a:lnTo>
                  <a:lnTo>
                    <a:pt x="180369" y="797401"/>
                  </a:lnTo>
                  <a:lnTo>
                    <a:pt x="174781" y="793492"/>
                  </a:lnTo>
                  <a:lnTo>
                    <a:pt x="172429" y="792239"/>
                  </a:lnTo>
                  <a:lnTo>
                    <a:pt x="169782" y="788180"/>
                  </a:lnTo>
                  <a:lnTo>
                    <a:pt x="165420" y="784322"/>
                  </a:lnTo>
                  <a:lnTo>
                    <a:pt x="164979" y="783921"/>
                  </a:lnTo>
                  <a:lnTo>
                    <a:pt x="163165" y="781415"/>
                  </a:lnTo>
                  <a:lnTo>
                    <a:pt x="161058" y="779611"/>
                  </a:lnTo>
                  <a:lnTo>
                    <a:pt x="158215" y="777256"/>
                  </a:lnTo>
                  <a:lnTo>
                    <a:pt x="151843" y="772996"/>
                  </a:lnTo>
                  <a:lnTo>
                    <a:pt x="149785" y="769488"/>
                  </a:lnTo>
                  <a:lnTo>
                    <a:pt x="147236" y="766531"/>
                  </a:lnTo>
                  <a:lnTo>
                    <a:pt x="144001" y="762973"/>
                  </a:lnTo>
                  <a:lnTo>
                    <a:pt x="142040" y="759415"/>
                  </a:lnTo>
                  <a:lnTo>
                    <a:pt x="139688" y="757611"/>
                  </a:lnTo>
                  <a:lnTo>
                    <a:pt x="137678" y="756910"/>
                  </a:lnTo>
                  <a:lnTo>
                    <a:pt x="133561" y="756509"/>
                  </a:lnTo>
                  <a:lnTo>
                    <a:pt x="128513" y="756509"/>
                  </a:lnTo>
                  <a:lnTo>
                    <a:pt x="123317" y="755456"/>
                  </a:lnTo>
                  <a:lnTo>
                    <a:pt x="118514" y="753051"/>
                  </a:lnTo>
                  <a:lnTo>
                    <a:pt x="114936" y="752049"/>
                  </a:lnTo>
                  <a:lnTo>
                    <a:pt x="111701" y="749643"/>
                  </a:lnTo>
                  <a:lnTo>
                    <a:pt x="108270" y="746135"/>
                  </a:lnTo>
                  <a:lnTo>
                    <a:pt x="106016" y="743680"/>
                  </a:lnTo>
                  <a:lnTo>
                    <a:pt x="105133" y="741375"/>
                  </a:lnTo>
                  <a:lnTo>
                    <a:pt x="105133" y="737315"/>
                  </a:lnTo>
                  <a:lnTo>
                    <a:pt x="105623" y="736113"/>
                  </a:lnTo>
                  <a:lnTo>
                    <a:pt x="106702" y="733807"/>
                  </a:lnTo>
                  <a:lnTo>
                    <a:pt x="107927" y="730801"/>
                  </a:lnTo>
                  <a:lnTo>
                    <a:pt x="108319" y="727493"/>
                  </a:lnTo>
                  <a:lnTo>
                    <a:pt x="108907" y="723133"/>
                  </a:lnTo>
                  <a:lnTo>
                    <a:pt x="108564" y="719676"/>
                  </a:lnTo>
                  <a:lnTo>
                    <a:pt x="107927" y="714965"/>
                  </a:lnTo>
                  <a:lnTo>
                    <a:pt x="106408" y="711908"/>
                  </a:lnTo>
                  <a:lnTo>
                    <a:pt x="105280" y="709703"/>
                  </a:lnTo>
                  <a:lnTo>
                    <a:pt x="101555" y="704792"/>
                  </a:lnTo>
                  <a:lnTo>
                    <a:pt x="100722" y="701434"/>
                  </a:lnTo>
                  <a:lnTo>
                    <a:pt x="101457" y="698628"/>
                  </a:lnTo>
                  <a:lnTo>
                    <a:pt x="104741" y="693717"/>
                  </a:lnTo>
                  <a:lnTo>
                    <a:pt x="107976" y="688004"/>
                  </a:lnTo>
                  <a:lnTo>
                    <a:pt x="111260" y="682943"/>
                  </a:lnTo>
                  <a:lnTo>
                    <a:pt x="115279" y="677881"/>
                  </a:lnTo>
                  <a:lnTo>
                    <a:pt x="117877" y="669011"/>
                  </a:lnTo>
                  <a:lnTo>
                    <a:pt x="121749" y="654428"/>
                  </a:lnTo>
                  <a:lnTo>
                    <a:pt x="123954" y="646811"/>
                  </a:lnTo>
                  <a:lnTo>
                    <a:pt x="125572" y="644907"/>
                  </a:lnTo>
                  <a:lnTo>
                    <a:pt x="129150" y="643253"/>
                  </a:lnTo>
                  <a:lnTo>
                    <a:pt x="129836" y="642952"/>
                  </a:lnTo>
                  <a:lnTo>
                    <a:pt x="131012" y="642401"/>
                  </a:lnTo>
                  <a:lnTo>
                    <a:pt x="132679" y="641048"/>
                  </a:lnTo>
                  <a:lnTo>
                    <a:pt x="133512" y="638392"/>
                  </a:lnTo>
                  <a:lnTo>
                    <a:pt x="134100" y="634383"/>
                  </a:lnTo>
                  <a:lnTo>
                    <a:pt x="134933" y="630825"/>
                  </a:lnTo>
                  <a:lnTo>
                    <a:pt x="135669" y="627818"/>
                  </a:lnTo>
                  <a:lnTo>
                    <a:pt x="136355" y="623809"/>
                  </a:lnTo>
                  <a:lnTo>
                    <a:pt x="137776" y="618697"/>
                  </a:lnTo>
                  <a:lnTo>
                    <a:pt x="139247" y="613686"/>
                  </a:lnTo>
                  <a:lnTo>
                    <a:pt x="141697" y="609226"/>
                  </a:lnTo>
                  <a:lnTo>
                    <a:pt x="142972" y="606971"/>
                  </a:lnTo>
                  <a:lnTo>
                    <a:pt x="144491" y="602060"/>
                  </a:lnTo>
                  <a:lnTo>
                    <a:pt x="144344" y="596597"/>
                  </a:lnTo>
                  <a:lnTo>
                    <a:pt x="143903" y="593440"/>
                  </a:lnTo>
                  <a:lnTo>
                    <a:pt x="142678" y="589131"/>
                  </a:lnTo>
                  <a:lnTo>
                    <a:pt x="139786" y="583067"/>
                  </a:lnTo>
                  <a:lnTo>
                    <a:pt x="136894" y="578857"/>
                  </a:lnTo>
                  <a:lnTo>
                    <a:pt x="136502" y="574798"/>
                  </a:lnTo>
                  <a:lnTo>
                    <a:pt x="136404" y="573896"/>
                  </a:lnTo>
                  <a:lnTo>
                    <a:pt x="136649" y="573044"/>
                  </a:lnTo>
                  <a:lnTo>
                    <a:pt x="137384" y="570488"/>
                  </a:lnTo>
                  <a:lnTo>
                    <a:pt x="138953" y="567682"/>
                  </a:lnTo>
                  <a:lnTo>
                    <a:pt x="140668" y="566129"/>
                  </a:lnTo>
                  <a:lnTo>
                    <a:pt x="144491" y="560967"/>
                  </a:lnTo>
                  <a:lnTo>
                    <a:pt x="149932" y="550142"/>
                  </a:lnTo>
                  <a:lnTo>
                    <a:pt x="153608" y="543728"/>
                  </a:lnTo>
                  <a:lnTo>
                    <a:pt x="153951" y="538366"/>
                  </a:lnTo>
                  <a:lnTo>
                    <a:pt x="154392" y="533605"/>
                  </a:lnTo>
                  <a:lnTo>
                    <a:pt x="153608" y="527441"/>
                  </a:lnTo>
                  <a:lnTo>
                    <a:pt x="152431" y="524535"/>
                  </a:lnTo>
                  <a:lnTo>
                    <a:pt x="151696" y="523582"/>
                  </a:lnTo>
                  <a:lnTo>
                    <a:pt x="150079" y="520175"/>
                  </a:lnTo>
                  <a:lnTo>
                    <a:pt x="147383" y="511555"/>
                  </a:lnTo>
                  <a:lnTo>
                    <a:pt x="146403" y="507947"/>
                  </a:lnTo>
                  <a:lnTo>
                    <a:pt x="144638" y="502084"/>
                  </a:lnTo>
                  <a:lnTo>
                    <a:pt x="142874" y="491861"/>
                  </a:lnTo>
                  <a:lnTo>
                    <a:pt x="143413" y="484995"/>
                  </a:lnTo>
                  <a:lnTo>
                    <a:pt x="142874" y="480084"/>
                  </a:lnTo>
                  <a:lnTo>
                    <a:pt x="141305" y="476977"/>
                  </a:lnTo>
                  <a:lnTo>
                    <a:pt x="139149" y="475674"/>
                  </a:lnTo>
                  <a:lnTo>
                    <a:pt x="135031" y="474271"/>
                  </a:lnTo>
                  <a:lnTo>
                    <a:pt x="133512" y="473770"/>
                  </a:lnTo>
                  <a:lnTo>
                    <a:pt x="126209" y="471916"/>
                  </a:lnTo>
                  <a:lnTo>
                    <a:pt x="118171" y="468809"/>
                  </a:lnTo>
                  <a:lnTo>
                    <a:pt x="111456" y="467305"/>
                  </a:lnTo>
                  <a:lnTo>
                    <a:pt x="102536" y="462144"/>
                  </a:lnTo>
                  <a:lnTo>
                    <a:pt x="93370" y="455529"/>
                  </a:lnTo>
                  <a:lnTo>
                    <a:pt x="86998" y="447912"/>
                  </a:lnTo>
                  <a:lnTo>
                    <a:pt x="83567" y="440896"/>
                  </a:lnTo>
                  <a:lnTo>
                    <a:pt x="82538" y="436686"/>
                  </a:lnTo>
                  <a:lnTo>
                    <a:pt x="80970" y="429720"/>
                  </a:lnTo>
                  <a:lnTo>
                    <a:pt x="81068" y="425260"/>
                  </a:lnTo>
                  <a:lnTo>
                    <a:pt x="80970" y="425010"/>
                  </a:lnTo>
                  <a:lnTo>
                    <a:pt x="79695" y="417894"/>
                  </a:lnTo>
                  <a:lnTo>
                    <a:pt x="79597" y="414837"/>
                  </a:lnTo>
                  <a:lnTo>
                    <a:pt x="79009" y="412181"/>
                  </a:lnTo>
                  <a:lnTo>
                    <a:pt x="76558" y="409074"/>
                  </a:lnTo>
                  <a:lnTo>
                    <a:pt x="70824" y="404664"/>
                  </a:lnTo>
                  <a:lnTo>
                    <a:pt x="68765" y="402459"/>
                  </a:lnTo>
                  <a:lnTo>
                    <a:pt x="67638" y="400955"/>
                  </a:lnTo>
                  <a:lnTo>
                    <a:pt x="66168" y="398149"/>
                  </a:lnTo>
                  <a:lnTo>
                    <a:pt x="64550" y="394190"/>
                  </a:lnTo>
                  <a:lnTo>
                    <a:pt x="63276" y="391785"/>
                  </a:lnTo>
                  <a:lnTo>
                    <a:pt x="60482" y="388076"/>
                  </a:lnTo>
                  <a:lnTo>
                    <a:pt x="58571" y="384719"/>
                  </a:lnTo>
                  <a:lnTo>
                    <a:pt x="58473" y="384318"/>
                  </a:lnTo>
                  <a:lnTo>
                    <a:pt x="58227" y="383265"/>
                  </a:lnTo>
                  <a:lnTo>
                    <a:pt x="57835" y="379106"/>
                  </a:lnTo>
                  <a:lnTo>
                    <a:pt x="57492" y="377653"/>
                  </a:lnTo>
                  <a:lnTo>
                    <a:pt x="53767" y="373243"/>
                  </a:lnTo>
                  <a:lnTo>
                    <a:pt x="48082" y="368632"/>
                  </a:lnTo>
                  <a:lnTo>
                    <a:pt x="46611" y="367780"/>
                  </a:lnTo>
                  <a:lnTo>
                    <a:pt x="46219" y="366728"/>
                  </a:lnTo>
                  <a:lnTo>
                    <a:pt x="45582" y="365375"/>
                  </a:lnTo>
                  <a:lnTo>
                    <a:pt x="44014" y="363571"/>
                  </a:lnTo>
                  <a:lnTo>
                    <a:pt x="42494" y="362519"/>
                  </a:lnTo>
                  <a:lnTo>
                    <a:pt x="40975" y="362118"/>
                  </a:lnTo>
                  <a:lnTo>
                    <a:pt x="39700" y="362017"/>
                  </a:lnTo>
                  <a:lnTo>
                    <a:pt x="36760" y="361817"/>
                  </a:lnTo>
                  <a:lnTo>
                    <a:pt x="34750" y="361717"/>
                  </a:lnTo>
                  <a:lnTo>
                    <a:pt x="32740" y="361717"/>
                  </a:lnTo>
                  <a:lnTo>
                    <a:pt x="23232" y="359261"/>
                  </a:lnTo>
                  <a:lnTo>
                    <a:pt x="22350" y="359011"/>
                  </a:lnTo>
                  <a:lnTo>
                    <a:pt x="19605" y="358058"/>
                  </a:lnTo>
                  <a:lnTo>
                    <a:pt x="18429" y="357357"/>
                  </a:lnTo>
                  <a:lnTo>
                    <a:pt x="17448" y="356004"/>
                  </a:lnTo>
                  <a:lnTo>
                    <a:pt x="16370" y="354350"/>
                  </a:lnTo>
                  <a:lnTo>
                    <a:pt x="15194" y="352446"/>
                  </a:lnTo>
                  <a:lnTo>
                    <a:pt x="13625" y="351494"/>
                  </a:lnTo>
                  <a:lnTo>
                    <a:pt x="9410" y="349038"/>
                  </a:lnTo>
                  <a:lnTo>
                    <a:pt x="5636" y="347535"/>
                  </a:lnTo>
                  <a:lnTo>
                    <a:pt x="4362" y="345480"/>
                  </a:lnTo>
                  <a:lnTo>
                    <a:pt x="2058" y="343325"/>
                  </a:lnTo>
                  <a:lnTo>
                    <a:pt x="1617" y="342924"/>
                  </a:lnTo>
                  <a:lnTo>
                    <a:pt x="833" y="341972"/>
                  </a:lnTo>
                  <a:lnTo>
                    <a:pt x="0" y="337562"/>
                  </a:lnTo>
                  <a:lnTo>
                    <a:pt x="784" y="331398"/>
                  </a:lnTo>
                  <a:lnTo>
                    <a:pt x="3087" y="325936"/>
                  </a:lnTo>
                  <a:lnTo>
                    <a:pt x="8822" y="315562"/>
                  </a:lnTo>
                  <a:lnTo>
                    <a:pt x="9214" y="315061"/>
                  </a:lnTo>
                  <a:lnTo>
                    <a:pt x="9900" y="312756"/>
                  </a:lnTo>
                  <a:lnTo>
                    <a:pt x="11861" y="306292"/>
                  </a:lnTo>
                  <a:lnTo>
                    <a:pt x="15047" y="303986"/>
                  </a:lnTo>
                  <a:lnTo>
                    <a:pt x="19507" y="302232"/>
                  </a:lnTo>
                  <a:lnTo>
                    <a:pt x="22546" y="300478"/>
                  </a:lnTo>
                  <a:lnTo>
                    <a:pt x="25339" y="299125"/>
                  </a:lnTo>
                  <a:lnTo>
                    <a:pt x="27300" y="294465"/>
                  </a:lnTo>
                  <a:lnTo>
                    <a:pt x="27790" y="293362"/>
                  </a:lnTo>
                  <a:lnTo>
                    <a:pt x="29359" y="289053"/>
                  </a:lnTo>
                  <a:lnTo>
                    <a:pt x="30241" y="286046"/>
                  </a:lnTo>
                  <a:lnTo>
                    <a:pt x="29996" y="283941"/>
                  </a:lnTo>
                  <a:lnTo>
                    <a:pt x="31417" y="281836"/>
                  </a:lnTo>
                  <a:lnTo>
                    <a:pt x="32348" y="281285"/>
                  </a:lnTo>
                  <a:lnTo>
                    <a:pt x="34260" y="280082"/>
                  </a:lnTo>
                  <a:lnTo>
                    <a:pt x="38916" y="277376"/>
                  </a:lnTo>
                  <a:lnTo>
                    <a:pt x="39063" y="277176"/>
                  </a:lnTo>
                  <a:lnTo>
                    <a:pt x="40534" y="275722"/>
                  </a:lnTo>
                  <a:lnTo>
                    <a:pt x="41367" y="274720"/>
                  </a:lnTo>
                  <a:lnTo>
                    <a:pt x="42690" y="274169"/>
                  </a:lnTo>
                  <a:lnTo>
                    <a:pt x="46268" y="270360"/>
                  </a:lnTo>
                  <a:lnTo>
                    <a:pt x="48376" y="269959"/>
                  </a:lnTo>
                  <a:lnTo>
                    <a:pt x="56414" y="271914"/>
                  </a:lnTo>
                  <a:lnTo>
                    <a:pt x="69942" y="275472"/>
                  </a:lnTo>
                  <a:lnTo>
                    <a:pt x="72049" y="273918"/>
                  </a:lnTo>
                  <a:lnTo>
                    <a:pt x="74059" y="272014"/>
                  </a:lnTo>
                  <a:lnTo>
                    <a:pt x="78323" y="267303"/>
                  </a:lnTo>
                  <a:lnTo>
                    <a:pt x="79989" y="265449"/>
                  </a:lnTo>
                  <a:lnTo>
                    <a:pt x="80136" y="263796"/>
                  </a:lnTo>
                  <a:lnTo>
                    <a:pt x="80970" y="254875"/>
                  </a:lnTo>
                  <a:lnTo>
                    <a:pt x="83028" y="244853"/>
                  </a:lnTo>
                  <a:lnTo>
                    <a:pt x="88616" y="232826"/>
                  </a:lnTo>
                  <a:lnTo>
                    <a:pt x="96654" y="224256"/>
                  </a:lnTo>
                  <a:lnTo>
                    <a:pt x="100820" y="218844"/>
                  </a:lnTo>
                  <a:lnTo>
                    <a:pt x="105525" y="211928"/>
                  </a:lnTo>
                  <a:lnTo>
                    <a:pt x="108760" y="206215"/>
                  </a:lnTo>
                  <a:lnTo>
                    <a:pt x="109937" y="201755"/>
                  </a:lnTo>
                  <a:lnTo>
                    <a:pt x="109250" y="196594"/>
                  </a:lnTo>
                  <a:lnTo>
                    <a:pt x="108466" y="192986"/>
                  </a:lnTo>
                  <a:lnTo>
                    <a:pt x="104251" y="184466"/>
                  </a:lnTo>
                  <a:lnTo>
                    <a:pt x="102389" y="182161"/>
                  </a:lnTo>
                  <a:lnTo>
                    <a:pt x="102045" y="180157"/>
                  </a:lnTo>
                  <a:lnTo>
                    <a:pt x="100673" y="177751"/>
                  </a:lnTo>
                  <a:lnTo>
                    <a:pt x="99840" y="173742"/>
                  </a:lnTo>
                  <a:lnTo>
                    <a:pt x="100379" y="171236"/>
                  </a:lnTo>
                  <a:lnTo>
                    <a:pt x="101996" y="169984"/>
                  </a:lnTo>
                  <a:lnTo>
                    <a:pt x="104447" y="167929"/>
                  </a:lnTo>
                  <a:lnTo>
                    <a:pt x="109152" y="167979"/>
                  </a:lnTo>
                  <a:lnTo>
                    <a:pt x="111211" y="167177"/>
                  </a:lnTo>
                  <a:lnTo>
                    <a:pt x="114936" y="167177"/>
                  </a:lnTo>
                  <a:lnTo>
                    <a:pt x="117240" y="167027"/>
                  </a:lnTo>
                  <a:lnTo>
                    <a:pt x="119445" y="166927"/>
                  </a:lnTo>
                  <a:lnTo>
                    <a:pt x="121161" y="165123"/>
                  </a:lnTo>
                  <a:lnTo>
                    <a:pt x="124396" y="163770"/>
                  </a:lnTo>
                  <a:lnTo>
                    <a:pt x="129493" y="163519"/>
                  </a:lnTo>
                  <a:lnTo>
                    <a:pt x="131797" y="164170"/>
                  </a:lnTo>
                  <a:lnTo>
                    <a:pt x="134002" y="162216"/>
                  </a:lnTo>
                  <a:lnTo>
                    <a:pt x="135718" y="159159"/>
                  </a:lnTo>
                  <a:lnTo>
                    <a:pt x="137433" y="157355"/>
                  </a:lnTo>
                  <a:lnTo>
                    <a:pt x="138904" y="155250"/>
                  </a:lnTo>
                  <a:lnTo>
                    <a:pt x="140619" y="152995"/>
                  </a:lnTo>
                  <a:lnTo>
                    <a:pt x="141648" y="151291"/>
                  </a:lnTo>
                  <a:lnTo>
                    <a:pt x="141452" y="148084"/>
                  </a:lnTo>
                  <a:lnTo>
                    <a:pt x="138707" y="144626"/>
                  </a:lnTo>
                  <a:lnTo>
                    <a:pt x="135424" y="142171"/>
                  </a:lnTo>
                  <a:lnTo>
                    <a:pt x="134296" y="140166"/>
                  </a:lnTo>
                  <a:lnTo>
                    <a:pt x="130963" y="137410"/>
                  </a:lnTo>
                  <a:lnTo>
                    <a:pt x="128905" y="134704"/>
                  </a:lnTo>
                  <a:lnTo>
                    <a:pt x="128121" y="132649"/>
                  </a:lnTo>
                  <a:lnTo>
                    <a:pt x="128121" y="131296"/>
                  </a:lnTo>
                  <a:lnTo>
                    <a:pt x="127434" y="130144"/>
                  </a:lnTo>
                  <a:lnTo>
                    <a:pt x="129199" y="129392"/>
                  </a:lnTo>
                  <a:lnTo>
                    <a:pt x="130032" y="128740"/>
                  </a:lnTo>
                  <a:lnTo>
                    <a:pt x="131208" y="127738"/>
                  </a:lnTo>
                  <a:lnTo>
                    <a:pt x="132728" y="124982"/>
                  </a:lnTo>
                  <a:lnTo>
                    <a:pt x="133218" y="121023"/>
                  </a:lnTo>
                  <a:lnTo>
                    <a:pt x="133071" y="103934"/>
                  </a:lnTo>
                  <a:lnTo>
                    <a:pt x="133316" y="91306"/>
                  </a:lnTo>
                  <a:lnTo>
                    <a:pt x="132238" y="85192"/>
                  </a:lnTo>
                  <a:lnTo>
                    <a:pt x="129836" y="84691"/>
                  </a:lnTo>
                  <a:lnTo>
                    <a:pt x="128415" y="84891"/>
                  </a:lnTo>
                  <a:lnTo>
                    <a:pt x="123758" y="87046"/>
                  </a:lnTo>
                  <a:lnTo>
                    <a:pt x="119004" y="87447"/>
                  </a:lnTo>
                  <a:lnTo>
                    <a:pt x="114299" y="87197"/>
                  </a:lnTo>
                  <a:lnTo>
                    <a:pt x="112828" y="80632"/>
                  </a:lnTo>
                  <a:lnTo>
                    <a:pt x="111211" y="75620"/>
                  </a:lnTo>
                  <a:lnTo>
                    <a:pt x="108760" y="60787"/>
                  </a:lnTo>
                  <a:lnTo>
                    <a:pt x="108466" y="57630"/>
                  </a:lnTo>
                  <a:lnTo>
                    <a:pt x="107829" y="51065"/>
                  </a:lnTo>
                  <a:lnTo>
                    <a:pt x="105182" y="39338"/>
                  </a:lnTo>
                  <a:lnTo>
                    <a:pt x="105967" y="31771"/>
                  </a:lnTo>
                  <a:lnTo>
                    <a:pt x="110231" y="20696"/>
                  </a:lnTo>
                  <a:lnTo>
                    <a:pt x="111015" y="18692"/>
                  </a:lnTo>
                  <a:lnTo>
                    <a:pt x="112436" y="10573"/>
                  </a:lnTo>
                  <a:lnTo>
                    <a:pt x="1149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67901" y="6014039"/>
              <a:ext cx="25781" cy="39288"/>
            </a:xfrm>
            <a:custGeom>
              <a:avLst/>
              <a:pathLst>
                <a:path w="25781" h="39288">
                  <a:moveTo>
                    <a:pt x="16468" y="150"/>
                  </a:moveTo>
                  <a:lnTo>
                    <a:pt x="16909" y="551"/>
                  </a:lnTo>
                  <a:lnTo>
                    <a:pt x="17203" y="1302"/>
                  </a:lnTo>
                  <a:lnTo>
                    <a:pt x="17301" y="1653"/>
                  </a:lnTo>
                  <a:lnTo>
                    <a:pt x="17350" y="2104"/>
                  </a:lnTo>
                  <a:lnTo>
                    <a:pt x="16811" y="3407"/>
                  </a:lnTo>
                  <a:lnTo>
                    <a:pt x="16076" y="5111"/>
                  </a:lnTo>
                  <a:lnTo>
                    <a:pt x="15341" y="6514"/>
                  </a:lnTo>
                  <a:lnTo>
                    <a:pt x="15194" y="6765"/>
                  </a:lnTo>
                  <a:lnTo>
                    <a:pt x="14998" y="7266"/>
                  </a:lnTo>
                  <a:lnTo>
                    <a:pt x="15145" y="7717"/>
                  </a:lnTo>
                  <a:lnTo>
                    <a:pt x="15586" y="8218"/>
                  </a:lnTo>
                  <a:lnTo>
                    <a:pt x="16370" y="8469"/>
                  </a:lnTo>
                  <a:lnTo>
                    <a:pt x="16909" y="8619"/>
                  </a:lnTo>
                  <a:lnTo>
                    <a:pt x="17644" y="8719"/>
                  </a:lnTo>
                  <a:lnTo>
                    <a:pt x="18282" y="8769"/>
                  </a:lnTo>
                  <a:lnTo>
                    <a:pt x="18821" y="8769"/>
                  </a:lnTo>
                  <a:lnTo>
                    <a:pt x="19262" y="8669"/>
                  </a:lnTo>
                  <a:lnTo>
                    <a:pt x="19605" y="8719"/>
                  </a:lnTo>
                  <a:lnTo>
                    <a:pt x="19997" y="8769"/>
                  </a:lnTo>
                  <a:lnTo>
                    <a:pt x="20291" y="8769"/>
                  </a:lnTo>
                  <a:lnTo>
                    <a:pt x="20830" y="8469"/>
                  </a:lnTo>
                  <a:lnTo>
                    <a:pt x="21369" y="8268"/>
                  </a:lnTo>
                  <a:lnTo>
                    <a:pt x="21418" y="8769"/>
                  </a:lnTo>
                  <a:lnTo>
                    <a:pt x="21418" y="9571"/>
                  </a:lnTo>
                  <a:lnTo>
                    <a:pt x="21320" y="10273"/>
                  </a:lnTo>
                  <a:lnTo>
                    <a:pt x="21124" y="10824"/>
                  </a:lnTo>
                  <a:lnTo>
                    <a:pt x="20879" y="11275"/>
                  </a:lnTo>
                  <a:lnTo>
                    <a:pt x="20781" y="11475"/>
                  </a:lnTo>
                  <a:lnTo>
                    <a:pt x="21026" y="11626"/>
                  </a:lnTo>
                  <a:lnTo>
                    <a:pt x="21516" y="11225"/>
                  </a:lnTo>
                  <a:lnTo>
                    <a:pt x="21958" y="11526"/>
                  </a:lnTo>
                  <a:lnTo>
                    <a:pt x="22105" y="11626"/>
                  </a:lnTo>
                  <a:lnTo>
                    <a:pt x="22007" y="11876"/>
                  </a:lnTo>
                  <a:lnTo>
                    <a:pt x="22007" y="12127"/>
                  </a:lnTo>
                  <a:lnTo>
                    <a:pt x="22350" y="12778"/>
                  </a:lnTo>
                  <a:lnTo>
                    <a:pt x="22742" y="13280"/>
                  </a:lnTo>
                  <a:lnTo>
                    <a:pt x="22595" y="13480"/>
                  </a:lnTo>
                  <a:lnTo>
                    <a:pt x="22105" y="13179"/>
                  </a:lnTo>
                  <a:lnTo>
                    <a:pt x="21467" y="13831"/>
                  </a:lnTo>
                  <a:lnTo>
                    <a:pt x="20928" y="14432"/>
                  </a:lnTo>
                  <a:lnTo>
                    <a:pt x="20830" y="14883"/>
                  </a:lnTo>
                  <a:lnTo>
                    <a:pt x="20830" y="15234"/>
                  </a:lnTo>
                  <a:lnTo>
                    <a:pt x="20732" y="15384"/>
                  </a:lnTo>
                  <a:lnTo>
                    <a:pt x="20683" y="15535"/>
                  </a:lnTo>
                  <a:lnTo>
                    <a:pt x="20291" y="15986"/>
                  </a:lnTo>
                  <a:lnTo>
                    <a:pt x="20046" y="16286"/>
                  </a:lnTo>
                  <a:lnTo>
                    <a:pt x="19997" y="16687"/>
                  </a:lnTo>
                  <a:lnTo>
                    <a:pt x="19997" y="17289"/>
                  </a:lnTo>
                  <a:lnTo>
                    <a:pt x="19899" y="17539"/>
                  </a:lnTo>
                  <a:lnTo>
                    <a:pt x="19948" y="18191"/>
                  </a:lnTo>
                  <a:lnTo>
                    <a:pt x="20438" y="18140"/>
                  </a:lnTo>
                  <a:lnTo>
                    <a:pt x="20830" y="18391"/>
                  </a:lnTo>
                  <a:lnTo>
                    <a:pt x="20928" y="18692"/>
                  </a:lnTo>
                  <a:lnTo>
                    <a:pt x="21271" y="18592"/>
                  </a:lnTo>
                  <a:lnTo>
                    <a:pt x="21320" y="18842"/>
                  </a:lnTo>
                  <a:lnTo>
                    <a:pt x="20977" y="19043"/>
                  </a:lnTo>
                  <a:lnTo>
                    <a:pt x="21026" y="19544"/>
                  </a:lnTo>
                  <a:lnTo>
                    <a:pt x="21075" y="19794"/>
                  </a:lnTo>
                  <a:lnTo>
                    <a:pt x="21271" y="20295"/>
                  </a:lnTo>
                  <a:lnTo>
                    <a:pt x="21663" y="20746"/>
                  </a:lnTo>
                  <a:lnTo>
                    <a:pt x="22252" y="21398"/>
                  </a:lnTo>
                  <a:lnTo>
                    <a:pt x="22497" y="21248"/>
                  </a:lnTo>
                  <a:lnTo>
                    <a:pt x="22693" y="21097"/>
                  </a:lnTo>
                  <a:lnTo>
                    <a:pt x="22889" y="21398"/>
                  </a:lnTo>
                  <a:lnTo>
                    <a:pt x="22448" y="21749"/>
                  </a:lnTo>
                  <a:lnTo>
                    <a:pt x="22840" y="22400"/>
                  </a:lnTo>
                  <a:lnTo>
                    <a:pt x="23673" y="22500"/>
                  </a:lnTo>
                  <a:lnTo>
                    <a:pt x="23967" y="22400"/>
                  </a:lnTo>
                  <a:lnTo>
                    <a:pt x="24114" y="21197"/>
                  </a:lnTo>
                  <a:lnTo>
                    <a:pt x="24457" y="21197"/>
                  </a:lnTo>
                  <a:lnTo>
                    <a:pt x="25585" y="21197"/>
                  </a:lnTo>
                  <a:lnTo>
                    <a:pt x="25683" y="22601"/>
                  </a:lnTo>
                  <a:lnTo>
                    <a:pt x="25781" y="22951"/>
                  </a:lnTo>
                  <a:lnTo>
                    <a:pt x="25535" y="23653"/>
                  </a:lnTo>
                  <a:lnTo>
                    <a:pt x="24800" y="24054"/>
                  </a:lnTo>
                  <a:lnTo>
                    <a:pt x="24751" y="24705"/>
                  </a:lnTo>
                  <a:lnTo>
                    <a:pt x="24457" y="24856"/>
                  </a:lnTo>
                  <a:lnTo>
                    <a:pt x="23526" y="24455"/>
                  </a:lnTo>
                  <a:lnTo>
                    <a:pt x="22889" y="24806"/>
                  </a:lnTo>
                  <a:lnTo>
                    <a:pt x="22742" y="24956"/>
                  </a:lnTo>
                  <a:lnTo>
                    <a:pt x="22938" y="25307"/>
                  </a:lnTo>
                  <a:lnTo>
                    <a:pt x="23183" y="25858"/>
                  </a:lnTo>
                  <a:lnTo>
                    <a:pt x="23379" y="26159"/>
                  </a:lnTo>
                  <a:lnTo>
                    <a:pt x="22693" y="26660"/>
                  </a:lnTo>
                  <a:lnTo>
                    <a:pt x="22301" y="26108"/>
                  </a:lnTo>
                  <a:lnTo>
                    <a:pt x="21761" y="26509"/>
                  </a:lnTo>
                  <a:lnTo>
                    <a:pt x="21369" y="26760"/>
                  </a:lnTo>
                  <a:lnTo>
                    <a:pt x="21761" y="27512"/>
                  </a:lnTo>
                  <a:lnTo>
                    <a:pt x="21516" y="27862"/>
                  </a:lnTo>
                  <a:lnTo>
                    <a:pt x="21810" y="28414"/>
                  </a:lnTo>
                  <a:lnTo>
                    <a:pt x="21222" y="28865"/>
                  </a:lnTo>
                  <a:lnTo>
                    <a:pt x="21026" y="28664"/>
                  </a:lnTo>
                  <a:lnTo>
                    <a:pt x="20781" y="28364"/>
                  </a:lnTo>
                  <a:lnTo>
                    <a:pt x="20683" y="28564"/>
                  </a:lnTo>
                  <a:lnTo>
                    <a:pt x="19752" y="28915"/>
                  </a:lnTo>
                  <a:lnTo>
                    <a:pt x="19311" y="28664"/>
                  </a:lnTo>
                  <a:lnTo>
                    <a:pt x="18380" y="29165"/>
                  </a:lnTo>
                  <a:lnTo>
                    <a:pt x="17987" y="29616"/>
                  </a:lnTo>
                  <a:lnTo>
                    <a:pt x="17791" y="30168"/>
                  </a:lnTo>
                  <a:lnTo>
                    <a:pt x="18478" y="30518"/>
                  </a:lnTo>
                  <a:lnTo>
                    <a:pt x="19017" y="31270"/>
                  </a:lnTo>
                  <a:lnTo>
                    <a:pt x="19213" y="31170"/>
                  </a:lnTo>
                  <a:lnTo>
                    <a:pt x="19360" y="31370"/>
                  </a:lnTo>
                  <a:lnTo>
                    <a:pt x="19556" y="31621"/>
                  </a:lnTo>
                  <a:lnTo>
                    <a:pt x="19948" y="31621"/>
                  </a:lnTo>
                  <a:lnTo>
                    <a:pt x="20291" y="31872"/>
                  </a:lnTo>
                  <a:lnTo>
                    <a:pt x="20683" y="31671"/>
                  </a:lnTo>
                  <a:lnTo>
                    <a:pt x="20487" y="32072"/>
                  </a:lnTo>
                  <a:lnTo>
                    <a:pt x="20781" y="32323"/>
                  </a:lnTo>
                  <a:lnTo>
                    <a:pt x="21124" y="32122"/>
                  </a:lnTo>
                  <a:lnTo>
                    <a:pt x="21369" y="32272"/>
                  </a:lnTo>
                  <a:lnTo>
                    <a:pt x="21516" y="32523"/>
                  </a:lnTo>
                  <a:lnTo>
                    <a:pt x="20977" y="32874"/>
                  </a:lnTo>
                  <a:lnTo>
                    <a:pt x="20732" y="33525"/>
                  </a:lnTo>
                  <a:lnTo>
                    <a:pt x="19948" y="33275"/>
                  </a:lnTo>
                  <a:lnTo>
                    <a:pt x="19703" y="33325"/>
                  </a:lnTo>
                  <a:lnTo>
                    <a:pt x="19458" y="33776"/>
                  </a:lnTo>
                  <a:lnTo>
                    <a:pt x="19164" y="34076"/>
                  </a:lnTo>
                  <a:lnTo>
                    <a:pt x="19115" y="34327"/>
                  </a:lnTo>
                  <a:lnTo>
                    <a:pt x="18968" y="34628"/>
                  </a:lnTo>
                  <a:lnTo>
                    <a:pt x="18674" y="34728"/>
                  </a:lnTo>
                  <a:lnTo>
                    <a:pt x="18625" y="34477"/>
                  </a:lnTo>
                  <a:lnTo>
                    <a:pt x="18723" y="34177"/>
                  </a:lnTo>
                  <a:lnTo>
                    <a:pt x="18870" y="33776"/>
                  </a:lnTo>
                  <a:lnTo>
                    <a:pt x="19017" y="33475"/>
                  </a:lnTo>
                  <a:lnTo>
                    <a:pt x="19017" y="33174"/>
                  </a:lnTo>
                  <a:lnTo>
                    <a:pt x="18674" y="33425"/>
                  </a:lnTo>
                  <a:lnTo>
                    <a:pt x="18282" y="33074"/>
                  </a:lnTo>
                  <a:lnTo>
                    <a:pt x="18232" y="32573"/>
                  </a:lnTo>
                  <a:lnTo>
                    <a:pt x="18232" y="32323"/>
                  </a:lnTo>
                  <a:lnTo>
                    <a:pt x="17840" y="31972"/>
                  </a:lnTo>
                  <a:lnTo>
                    <a:pt x="17350" y="31972"/>
                  </a:lnTo>
                  <a:lnTo>
                    <a:pt x="16468" y="32272"/>
                  </a:lnTo>
                  <a:lnTo>
                    <a:pt x="16321" y="32323"/>
                  </a:lnTo>
                  <a:lnTo>
                    <a:pt x="15733" y="32623"/>
                  </a:lnTo>
                  <a:lnTo>
                    <a:pt x="14360" y="33776"/>
                  </a:lnTo>
                  <a:lnTo>
                    <a:pt x="14164" y="33976"/>
                  </a:lnTo>
                  <a:lnTo>
                    <a:pt x="13870" y="34277"/>
                  </a:lnTo>
                  <a:lnTo>
                    <a:pt x="13870" y="34628"/>
                  </a:lnTo>
                  <a:lnTo>
                    <a:pt x="13625" y="35129"/>
                  </a:lnTo>
                  <a:lnTo>
                    <a:pt x="13233" y="35981"/>
                  </a:lnTo>
                  <a:lnTo>
                    <a:pt x="13821" y="36281"/>
                  </a:lnTo>
                  <a:lnTo>
                    <a:pt x="14066" y="36231"/>
                  </a:lnTo>
                  <a:lnTo>
                    <a:pt x="14360" y="36432"/>
                  </a:lnTo>
                  <a:lnTo>
                    <a:pt x="14655" y="36582"/>
                  </a:lnTo>
                  <a:lnTo>
                    <a:pt x="14949" y="36833"/>
                  </a:lnTo>
                  <a:lnTo>
                    <a:pt x="15047" y="36983"/>
                  </a:lnTo>
                  <a:lnTo>
                    <a:pt x="15145" y="37284"/>
                  </a:lnTo>
                  <a:lnTo>
                    <a:pt x="15292" y="37584"/>
                  </a:lnTo>
                  <a:lnTo>
                    <a:pt x="15096" y="38086"/>
                  </a:lnTo>
                  <a:lnTo>
                    <a:pt x="14655" y="38336"/>
                  </a:lnTo>
                  <a:lnTo>
                    <a:pt x="14262" y="38537"/>
                  </a:lnTo>
                  <a:lnTo>
                    <a:pt x="13968" y="39288"/>
                  </a:lnTo>
                  <a:lnTo>
                    <a:pt x="13086" y="39288"/>
                  </a:lnTo>
                  <a:lnTo>
                    <a:pt x="11861" y="39138"/>
                  </a:lnTo>
                  <a:lnTo>
                    <a:pt x="11420" y="38737"/>
                  </a:lnTo>
                  <a:lnTo>
                    <a:pt x="11420" y="38537"/>
                  </a:lnTo>
                  <a:lnTo>
                    <a:pt x="11420" y="37584"/>
                  </a:lnTo>
                  <a:lnTo>
                    <a:pt x="11469" y="36783"/>
                  </a:lnTo>
                  <a:lnTo>
                    <a:pt x="11077" y="36532"/>
                  </a:lnTo>
                  <a:lnTo>
                    <a:pt x="11028" y="36181"/>
                  </a:lnTo>
                  <a:lnTo>
                    <a:pt x="11126" y="35580"/>
                  </a:lnTo>
                  <a:lnTo>
                    <a:pt x="9704" y="35580"/>
                  </a:lnTo>
                  <a:lnTo>
                    <a:pt x="9116" y="35029"/>
                  </a:lnTo>
                  <a:lnTo>
                    <a:pt x="8724" y="35079"/>
                  </a:lnTo>
                  <a:lnTo>
                    <a:pt x="8185" y="35279"/>
                  </a:lnTo>
                  <a:lnTo>
                    <a:pt x="7401" y="35480"/>
                  </a:lnTo>
                  <a:lnTo>
                    <a:pt x="6567" y="35480"/>
                  </a:lnTo>
                  <a:lnTo>
                    <a:pt x="6126" y="35179"/>
                  </a:lnTo>
                  <a:lnTo>
                    <a:pt x="5979" y="34979"/>
                  </a:lnTo>
                  <a:lnTo>
                    <a:pt x="5685" y="34327"/>
                  </a:lnTo>
                  <a:lnTo>
                    <a:pt x="5832" y="32523"/>
                  </a:lnTo>
                  <a:lnTo>
                    <a:pt x="5832" y="32072"/>
                  </a:lnTo>
                  <a:lnTo>
                    <a:pt x="5832" y="31621"/>
                  </a:lnTo>
                  <a:lnTo>
                    <a:pt x="5783" y="30819"/>
                  </a:lnTo>
                  <a:lnTo>
                    <a:pt x="5832" y="30268"/>
                  </a:lnTo>
                  <a:lnTo>
                    <a:pt x="5783" y="30067"/>
                  </a:lnTo>
                  <a:lnTo>
                    <a:pt x="5734" y="29717"/>
                  </a:lnTo>
                  <a:lnTo>
                    <a:pt x="5734" y="29366"/>
                  </a:lnTo>
                  <a:lnTo>
                    <a:pt x="5881" y="29216"/>
                  </a:lnTo>
                  <a:lnTo>
                    <a:pt x="6126" y="29065"/>
                  </a:lnTo>
                  <a:lnTo>
                    <a:pt x="6126" y="28764"/>
                  </a:lnTo>
                  <a:lnTo>
                    <a:pt x="5930" y="28313"/>
                  </a:lnTo>
                  <a:lnTo>
                    <a:pt x="5930" y="28063"/>
                  </a:lnTo>
                  <a:lnTo>
                    <a:pt x="5685" y="28063"/>
                  </a:lnTo>
                  <a:lnTo>
                    <a:pt x="5342" y="28213"/>
                  </a:lnTo>
                  <a:lnTo>
                    <a:pt x="5293" y="28464"/>
                  </a:lnTo>
                  <a:lnTo>
                    <a:pt x="5146" y="28614"/>
                  </a:lnTo>
                  <a:lnTo>
                    <a:pt x="5146" y="28865"/>
                  </a:lnTo>
                  <a:lnTo>
                    <a:pt x="4950" y="29316"/>
                  </a:lnTo>
                  <a:lnTo>
                    <a:pt x="4852" y="29516"/>
                  </a:lnTo>
                  <a:lnTo>
                    <a:pt x="4558" y="29366"/>
                  </a:lnTo>
                  <a:lnTo>
                    <a:pt x="4215" y="29266"/>
                  </a:lnTo>
                  <a:lnTo>
                    <a:pt x="3823" y="29015"/>
                  </a:lnTo>
                  <a:lnTo>
                    <a:pt x="3087" y="28263"/>
                  </a:lnTo>
                  <a:lnTo>
                    <a:pt x="2499" y="27662"/>
                  </a:lnTo>
                  <a:lnTo>
                    <a:pt x="1960" y="27261"/>
                  </a:lnTo>
                  <a:lnTo>
                    <a:pt x="1862" y="26760"/>
                  </a:lnTo>
                  <a:lnTo>
                    <a:pt x="1764" y="26359"/>
                  </a:lnTo>
                  <a:lnTo>
                    <a:pt x="1813" y="25908"/>
                  </a:lnTo>
                  <a:lnTo>
                    <a:pt x="1911" y="25407"/>
                  </a:lnTo>
                  <a:lnTo>
                    <a:pt x="2107" y="24906"/>
                  </a:lnTo>
                  <a:lnTo>
                    <a:pt x="2254" y="24605"/>
                  </a:lnTo>
                  <a:lnTo>
                    <a:pt x="2401" y="24154"/>
                  </a:lnTo>
                  <a:lnTo>
                    <a:pt x="2499" y="23603"/>
                  </a:lnTo>
                  <a:lnTo>
                    <a:pt x="2401" y="23102"/>
                  </a:lnTo>
                  <a:lnTo>
                    <a:pt x="2303" y="22701"/>
                  </a:lnTo>
                  <a:lnTo>
                    <a:pt x="2058" y="22300"/>
                  </a:lnTo>
                  <a:lnTo>
                    <a:pt x="1764" y="22150"/>
                  </a:lnTo>
                  <a:lnTo>
                    <a:pt x="1323" y="22150"/>
                  </a:lnTo>
                  <a:lnTo>
                    <a:pt x="931" y="22200"/>
                  </a:lnTo>
                  <a:lnTo>
                    <a:pt x="490" y="21999"/>
                  </a:lnTo>
                  <a:lnTo>
                    <a:pt x="343" y="21949"/>
                  </a:lnTo>
                  <a:lnTo>
                    <a:pt x="49" y="21699"/>
                  </a:lnTo>
                  <a:lnTo>
                    <a:pt x="0" y="21398"/>
                  </a:lnTo>
                  <a:lnTo>
                    <a:pt x="196" y="21047"/>
                  </a:lnTo>
                  <a:lnTo>
                    <a:pt x="343" y="20746"/>
                  </a:lnTo>
                  <a:lnTo>
                    <a:pt x="441" y="20295"/>
                  </a:lnTo>
                  <a:lnTo>
                    <a:pt x="392" y="19844"/>
                  </a:lnTo>
                  <a:lnTo>
                    <a:pt x="441" y="19343"/>
                  </a:lnTo>
                  <a:lnTo>
                    <a:pt x="686" y="19043"/>
                  </a:lnTo>
                  <a:lnTo>
                    <a:pt x="1078" y="18341"/>
                  </a:lnTo>
                  <a:lnTo>
                    <a:pt x="1274" y="17539"/>
                  </a:lnTo>
                  <a:lnTo>
                    <a:pt x="1372" y="16787"/>
                  </a:lnTo>
                  <a:lnTo>
                    <a:pt x="1372" y="16437"/>
                  </a:lnTo>
                  <a:lnTo>
                    <a:pt x="1519" y="16186"/>
                  </a:lnTo>
                  <a:lnTo>
                    <a:pt x="1715" y="15986"/>
                  </a:lnTo>
                  <a:lnTo>
                    <a:pt x="2058" y="15785"/>
                  </a:lnTo>
                  <a:lnTo>
                    <a:pt x="2107" y="15234"/>
                  </a:lnTo>
                  <a:lnTo>
                    <a:pt x="2107" y="15084"/>
                  </a:lnTo>
                  <a:lnTo>
                    <a:pt x="1960" y="14432"/>
                  </a:lnTo>
                  <a:lnTo>
                    <a:pt x="1960" y="14282"/>
                  </a:lnTo>
                  <a:lnTo>
                    <a:pt x="1960" y="13530"/>
                  </a:lnTo>
                  <a:lnTo>
                    <a:pt x="2058" y="12828"/>
                  </a:lnTo>
                  <a:lnTo>
                    <a:pt x="1960" y="12177"/>
                  </a:lnTo>
                  <a:lnTo>
                    <a:pt x="1617" y="12127"/>
                  </a:lnTo>
                  <a:lnTo>
                    <a:pt x="1470" y="12227"/>
                  </a:lnTo>
                  <a:lnTo>
                    <a:pt x="1078" y="12628"/>
                  </a:lnTo>
                  <a:lnTo>
                    <a:pt x="686" y="12678"/>
                  </a:lnTo>
                  <a:lnTo>
                    <a:pt x="441" y="12628"/>
                  </a:lnTo>
                  <a:lnTo>
                    <a:pt x="294" y="12628"/>
                  </a:lnTo>
                  <a:lnTo>
                    <a:pt x="294" y="12478"/>
                  </a:lnTo>
                  <a:lnTo>
                    <a:pt x="245" y="12227"/>
                  </a:lnTo>
                  <a:lnTo>
                    <a:pt x="294" y="12077"/>
                  </a:lnTo>
                  <a:lnTo>
                    <a:pt x="490" y="11576"/>
                  </a:lnTo>
                  <a:lnTo>
                    <a:pt x="931" y="10924"/>
                  </a:lnTo>
                  <a:lnTo>
                    <a:pt x="1372" y="10473"/>
                  </a:lnTo>
                  <a:lnTo>
                    <a:pt x="1813" y="9822"/>
                  </a:lnTo>
                  <a:lnTo>
                    <a:pt x="1960" y="9321"/>
                  </a:lnTo>
                  <a:lnTo>
                    <a:pt x="2450" y="8218"/>
                  </a:lnTo>
                  <a:lnTo>
                    <a:pt x="2597" y="7466"/>
                  </a:lnTo>
                  <a:lnTo>
                    <a:pt x="2646" y="7316"/>
                  </a:lnTo>
                  <a:lnTo>
                    <a:pt x="2940" y="6715"/>
                  </a:lnTo>
                  <a:lnTo>
                    <a:pt x="3332" y="6163"/>
                  </a:lnTo>
                  <a:lnTo>
                    <a:pt x="3479" y="6113"/>
                  </a:lnTo>
                  <a:lnTo>
                    <a:pt x="3725" y="5963"/>
                  </a:lnTo>
                  <a:lnTo>
                    <a:pt x="4264" y="5763"/>
                  </a:lnTo>
                  <a:lnTo>
                    <a:pt x="4558" y="6314"/>
                  </a:lnTo>
                  <a:lnTo>
                    <a:pt x="4803" y="6715"/>
                  </a:lnTo>
                  <a:lnTo>
                    <a:pt x="5195" y="6665"/>
                  </a:lnTo>
                  <a:lnTo>
                    <a:pt x="5636" y="6314"/>
                  </a:lnTo>
                  <a:lnTo>
                    <a:pt x="5979" y="6264"/>
                  </a:lnTo>
                  <a:lnTo>
                    <a:pt x="6665" y="5963"/>
                  </a:lnTo>
                  <a:lnTo>
                    <a:pt x="6861" y="5963"/>
                  </a:lnTo>
                  <a:lnTo>
                    <a:pt x="7303" y="5813"/>
                  </a:lnTo>
                  <a:lnTo>
                    <a:pt x="7744" y="5612"/>
                  </a:lnTo>
                  <a:lnTo>
                    <a:pt x="8283" y="5312"/>
                  </a:lnTo>
                  <a:lnTo>
                    <a:pt x="8430" y="5161"/>
                  </a:lnTo>
                  <a:lnTo>
                    <a:pt x="8675" y="4710"/>
                  </a:lnTo>
                  <a:lnTo>
                    <a:pt x="8920" y="4359"/>
                  </a:lnTo>
                  <a:lnTo>
                    <a:pt x="9018" y="3758"/>
                  </a:lnTo>
                  <a:lnTo>
                    <a:pt x="9214" y="3257"/>
                  </a:lnTo>
                  <a:lnTo>
                    <a:pt x="9606" y="2806"/>
                  </a:lnTo>
                  <a:lnTo>
                    <a:pt x="9949" y="2656"/>
                  </a:lnTo>
                  <a:lnTo>
                    <a:pt x="10439" y="2706"/>
                  </a:lnTo>
                  <a:lnTo>
                    <a:pt x="10537" y="3157"/>
                  </a:lnTo>
                  <a:lnTo>
                    <a:pt x="10684" y="3307"/>
                  </a:lnTo>
                  <a:lnTo>
                    <a:pt x="11028" y="2856"/>
                  </a:lnTo>
                  <a:lnTo>
                    <a:pt x="11322" y="2154"/>
                  </a:lnTo>
                  <a:lnTo>
                    <a:pt x="11714" y="1553"/>
                  </a:lnTo>
                  <a:lnTo>
                    <a:pt x="12253" y="1102"/>
                  </a:lnTo>
                  <a:lnTo>
                    <a:pt x="12841" y="601"/>
                  </a:lnTo>
                  <a:lnTo>
                    <a:pt x="12988" y="551"/>
                  </a:lnTo>
                  <a:lnTo>
                    <a:pt x="13184" y="501"/>
                  </a:lnTo>
                  <a:lnTo>
                    <a:pt x="13919" y="150"/>
                  </a:lnTo>
                  <a:lnTo>
                    <a:pt x="14949" y="50"/>
                  </a:lnTo>
                  <a:lnTo>
                    <a:pt x="15831" y="0"/>
                  </a:lnTo>
                  <a:lnTo>
                    <a:pt x="15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01407" y="3985155"/>
              <a:ext cx="155176" cy="100827"/>
            </a:xfrm>
            <a:custGeom>
              <a:avLst/>
              <a:pathLst>
                <a:path w="155176" h="100827">
                  <a:moveTo>
                    <a:pt x="132679" y="0"/>
                  </a:moveTo>
                  <a:lnTo>
                    <a:pt x="132973" y="350"/>
                  </a:lnTo>
                  <a:lnTo>
                    <a:pt x="133120" y="400"/>
                  </a:lnTo>
                  <a:lnTo>
                    <a:pt x="133267" y="451"/>
                  </a:lnTo>
                  <a:lnTo>
                    <a:pt x="133414" y="451"/>
                  </a:lnTo>
                  <a:lnTo>
                    <a:pt x="133561" y="451"/>
                  </a:lnTo>
                  <a:lnTo>
                    <a:pt x="133806" y="400"/>
                  </a:lnTo>
                  <a:lnTo>
                    <a:pt x="133953" y="300"/>
                  </a:lnTo>
                  <a:lnTo>
                    <a:pt x="134198" y="501"/>
                  </a:lnTo>
                  <a:lnTo>
                    <a:pt x="139149" y="4660"/>
                  </a:lnTo>
                  <a:lnTo>
                    <a:pt x="139541" y="4961"/>
                  </a:lnTo>
                  <a:lnTo>
                    <a:pt x="139982" y="5312"/>
                  </a:lnTo>
                  <a:lnTo>
                    <a:pt x="140668" y="5913"/>
                  </a:lnTo>
                  <a:lnTo>
                    <a:pt x="141795" y="6865"/>
                  </a:lnTo>
                  <a:lnTo>
                    <a:pt x="142629" y="7516"/>
                  </a:lnTo>
                  <a:lnTo>
                    <a:pt x="143805" y="8569"/>
                  </a:lnTo>
                  <a:lnTo>
                    <a:pt x="149981" y="13680"/>
                  </a:lnTo>
                  <a:lnTo>
                    <a:pt x="153706" y="16787"/>
                  </a:lnTo>
                  <a:lnTo>
                    <a:pt x="155176" y="18040"/>
                  </a:lnTo>
                  <a:lnTo>
                    <a:pt x="151353" y="22851"/>
                  </a:lnTo>
                  <a:lnTo>
                    <a:pt x="151255" y="23001"/>
                  </a:lnTo>
                  <a:lnTo>
                    <a:pt x="147285" y="27913"/>
                  </a:lnTo>
                  <a:lnTo>
                    <a:pt x="143266" y="32924"/>
                  </a:lnTo>
                  <a:lnTo>
                    <a:pt x="141403" y="35229"/>
                  </a:lnTo>
                  <a:lnTo>
                    <a:pt x="139345" y="37785"/>
                  </a:lnTo>
                  <a:lnTo>
                    <a:pt x="135473" y="42596"/>
                  </a:lnTo>
                  <a:lnTo>
                    <a:pt x="135228" y="42947"/>
                  </a:lnTo>
                  <a:lnTo>
                    <a:pt x="133561" y="45001"/>
                  </a:lnTo>
                  <a:lnTo>
                    <a:pt x="131503" y="47557"/>
                  </a:lnTo>
                  <a:lnTo>
                    <a:pt x="127483" y="52568"/>
                  </a:lnTo>
                  <a:lnTo>
                    <a:pt x="123562" y="57479"/>
                  </a:lnTo>
                  <a:lnTo>
                    <a:pt x="121553" y="59985"/>
                  </a:lnTo>
                  <a:lnTo>
                    <a:pt x="119641" y="62390"/>
                  </a:lnTo>
                  <a:lnTo>
                    <a:pt x="119249" y="62841"/>
                  </a:lnTo>
                  <a:lnTo>
                    <a:pt x="116455" y="66349"/>
                  </a:lnTo>
                  <a:lnTo>
                    <a:pt x="112926" y="70358"/>
                  </a:lnTo>
                  <a:lnTo>
                    <a:pt x="109741" y="74668"/>
                  </a:lnTo>
                  <a:lnTo>
                    <a:pt x="109250" y="75270"/>
                  </a:lnTo>
                  <a:lnTo>
                    <a:pt x="105280" y="80181"/>
                  </a:lnTo>
                  <a:lnTo>
                    <a:pt x="101653" y="84641"/>
                  </a:lnTo>
                  <a:lnTo>
                    <a:pt x="97585" y="89652"/>
                  </a:lnTo>
                  <a:lnTo>
                    <a:pt x="97144" y="90253"/>
                  </a:lnTo>
                  <a:lnTo>
                    <a:pt x="93615" y="94563"/>
                  </a:lnTo>
                  <a:lnTo>
                    <a:pt x="91410" y="97319"/>
                  </a:lnTo>
                  <a:lnTo>
                    <a:pt x="89449" y="99675"/>
                  </a:lnTo>
                  <a:lnTo>
                    <a:pt x="89106" y="100176"/>
                  </a:lnTo>
                  <a:lnTo>
                    <a:pt x="88567" y="100827"/>
                  </a:lnTo>
                  <a:lnTo>
                    <a:pt x="85871" y="99825"/>
                  </a:lnTo>
                  <a:lnTo>
                    <a:pt x="83224" y="98823"/>
                  </a:lnTo>
                  <a:lnTo>
                    <a:pt x="81117" y="98071"/>
                  </a:lnTo>
                  <a:lnTo>
                    <a:pt x="80529" y="97871"/>
                  </a:lnTo>
                  <a:lnTo>
                    <a:pt x="78421" y="97119"/>
                  </a:lnTo>
                  <a:lnTo>
                    <a:pt x="75578" y="96067"/>
                  </a:lnTo>
                  <a:lnTo>
                    <a:pt x="70677" y="94262"/>
                  </a:lnTo>
                  <a:lnTo>
                    <a:pt x="65825" y="92509"/>
                  </a:lnTo>
                  <a:lnTo>
                    <a:pt x="61217" y="90855"/>
                  </a:lnTo>
                  <a:lnTo>
                    <a:pt x="60776" y="90704"/>
                  </a:lnTo>
                  <a:lnTo>
                    <a:pt x="56218" y="89051"/>
                  </a:lnTo>
                  <a:lnTo>
                    <a:pt x="55875" y="88900"/>
                  </a:lnTo>
                  <a:lnTo>
                    <a:pt x="50973" y="87146"/>
                  </a:lnTo>
                  <a:lnTo>
                    <a:pt x="50581" y="86996"/>
                  </a:lnTo>
                  <a:lnTo>
                    <a:pt x="49895" y="86745"/>
                  </a:lnTo>
                  <a:lnTo>
                    <a:pt x="47101" y="85693"/>
                  </a:lnTo>
                  <a:lnTo>
                    <a:pt x="45582" y="85092"/>
                  </a:lnTo>
                  <a:lnTo>
                    <a:pt x="45435" y="84992"/>
                  </a:lnTo>
                  <a:lnTo>
                    <a:pt x="45925" y="83538"/>
                  </a:lnTo>
                  <a:lnTo>
                    <a:pt x="46317" y="82285"/>
                  </a:lnTo>
                  <a:lnTo>
                    <a:pt x="47052" y="80080"/>
                  </a:lnTo>
                  <a:lnTo>
                    <a:pt x="47444" y="78928"/>
                  </a:lnTo>
                  <a:lnTo>
                    <a:pt x="47935" y="77424"/>
                  </a:lnTo>
                  <a:lnTo>
                    <a:pt x="48768" y="74969"/>
                  </a:lnTo>
                  <a:lnTo>
                    <a:pt x="45190" y="73666"/>
                  </a:lnTo>
                  <a:lnTo>
                    <a:pt x="42445" y="72614"/>
                  </a:lnTo>
                  <a:lnTo>
                    <a:pt x="42004" y="72463"/>
                  </a:lnTo>
                  <a:lnTo>
                    <a:pt x="41073" y="72112"/>
                  </a:lnTo>
                  <a:lnTo>
                    <a:pt x="39749" y="71661"/>
                  </a:lnTo>
                  <a:lnTo>
                    <a:pt x="36564" y="70459"/>
                  </a:lnTo>
                  <a:lnTo>
                    <a:pt x="35730" y="70158"/>
                  </a:lnTo>
                  <a:lnTo>
                    <a:pt x="33084" y="69206"/>
                  </a:lnTo>
                  <a:lnTo>
                    <a:pt x="30731" y="68304"/>
                  </a:lnTo>
                  <a:lnTo>
                    <a:pt x="29162" y="67753"/>
                  </a:lnTo>
                  <a:lnTo>
                    <a:pt x="27790" y="67251"/>
                  </a:lnTo>
                  <a:lnTo>
                    <a:pt x="27496" y="67101"/>
                  </a:lnTo>
                  <a:lnTo>
                    <a:pt x="26418" y="66700"/>
                  </a:lnTo>
                  <a:lnTo>
                    <a:pt x="25486" y="66400"/>
                  </a:lnTo>
                  <a:lnTo>
                    <a:pt x="23330" y="65598"/>
                  </a:lnTo>
                  <a:lnTo>
                    <a:pt x="20830" y="64646"/>
                  </a:lnTo>
                  <a:lnTo>
                    <a:pt x="18772" y="63894"/>
                  </a:lnTo>
                  <a:lnTo>
                    <a:pt x="17056" y="63242"/>
                  </a:lnTo>
                  <a:lnTo>
                    <a:pt x="12547" y="61589"/>
                  </a:lnTo>
                  <a:lnTo>
                    <a:pt x="10488" y="60937"/>
                  </a:lnTo>
                  <a:lnTo>
                    <a:pt x="8822" y="60336"/>
                  </a:lnTo>
                  <a:lnTo>
                    <a:pt x="6959" y="59734"/>
                  </a:lnTo>
                  <a:lnTo>
                    <a:pt x="6371" y="59584"/>
                  </a:lnTo>
                  <a:lnTo>
                    <a:pt x="3626" y="58983"/>
                  </a:lnTo>
                  <a:lnTo>
                    <a:pt x="1813" y="58682"/>
                  </a:lnTo>
                  <a:lnTo>
                    <a:pt x="0" y="58432"/>
                  </a:lnTo>
                  <a:lnTo>
                    <a:pt x="441" y="57279"/>
                  </a:lnTo>
                  <a:lnTo>
                    <a:pt x="931" y="55725"/>
                  </a:lnTo>
                  <a:lnTo>
                    <a:pt x="2107" y="52719"/>
                  </a:lnTo>
                  <a:lnTo>
                    <a:pt x="3479" y="49461"/>
                  </a:lnTo>
                  <a:lnTo>
                    <a:pt x="4019" y="48259"/>
                  </a:lnTo>
                  <a:lnTo>
                    <a:pt x="4656" y="47056"/>
                  </a:lnTo>
                  <a:lnTo>
                    <a:pt x="6126" y="44199"/>
                  </a:lnTo>
                  <a:lnTo>
                    <a:pt x="8087" y="41543"/>
                  </a:lnTo>
                  <a:lnTo>
                    <a:pt x="8381" y="41142"/>
                  </a:lnTo>
                  <a:lnTo>
                    <a:pt x="9655" y="39739"/>
                  </a:lnTo>
                  <a:lnTo>
                    <a:pt x="9851" y="39539"/>
                  </a:lnTo>
                  <a:lnTo>
                    <a:pt x="11126" y="38035"/>
                  </a:lnTo>
                  <a:lnTo>
                    <a:pt x="11420" y="37635"/>
                  </a:lnTo>
                  <a:lnTo>
                    <a:pt x="12449" y="36281"/>
                  </a:lnTo>
                  <a:lnTo>
                    <a:pt x="12792" y="35830"/>
                  </a:lnTo>
                  <a:lnTo>
                    <a:pt x="13576" y="34427"/>
                  </a:lnTo>
                  <a:lnTo>
                    <a:pt x="13674" y="34277"/>
                  </a:lnTo>
                  <a:lnTo>
                    <a:pt x="14311" y="32423"/>
                  </a:lnTo>
                  <a:lnTo>
                    <a:pt x="14606" y="31120"/>
                  </a:lnTo>
                  <a:lnTo>
                    <a:pt x="14655" y="30969"/>
                  </a:lnTo>
                  <a:lnTo>
                    <a:pt x="14802" y="29416"/>
                  </a:lnTo>
                  <a:lnTo>
                    <a:pt x="14998" y="26459"/>
                  </a:lnTo>
                  <a:lnTo>
                    <a:pt x="15194" y="25307"/>
                  </a:lnTo>
                  <a:lnTo>
                    <a:pt x="15243" y="24705"/>
                  </a:lnTo>
                  <a:lnTo>
                    <a:pt x="16664" y="19193"/>
                  </a:lnTo>
                  <a:lnTo>
                    <a:pt x="16909" y="18291"/>
                  </a:lnTo>
                  <a:lnTo>
                    <a:pt x="17644" y="9421"/>
                  </a:lnTo>
                  <a:lnTo>
                    <a:pt x="18036" y="9471"/>
                  </a:lnTo>
                  <a:lnTo>
                    <a:pt x="18183" y="9521"/>
                  </a:lnTo>
                  <a:lnTo>
                    <a:pt x="18331" y="9521"/>
                  </a:lnTo>
                  <a:lnTo>
                    <a:pt x="18723" y="9571"/>
                  </a:lnTo>
                  <a:lnTo>
                    <a:pt x="19360" y="9471"/>
                  </a:lnTo>
                  <a:lnTo>
                    <a:pt x="20977" y="9170"/>
                  </a:lnTo>
                  <a:lnTo>
                    <a:pt x="22693" y="8769"/>
                  </a:lnTo>
                  <a:lnTo>
                    <a:pt x="26712" y="7767"/>
                  </a:lnTo>
                  <a:lnTo>
                    <a:pt x="27006" y="7667"/>
                  </a:lnTo>
                  <a:lnTo>
                    <a:pt x="27643" y="7466"/>
                  </a:lnTo>
                  <a:lnTo>
                    <a:pt x="27986" y="7416"/>
                  </a:lnTo>
                  <a:lnTo>
                    <a:pt x="28574" y="7266"/>
                  </a:lnTo>
                  <a:lnTo>
                    <a:pt x="31564" y="6665"/>
                  </a:lnTo>
                  <a:lnTo>
                    <a:pt x="36711" y="6564"/>
                  </a:lnTo>
                  <a:lnTo>
                    <a:pt x="37691" y="6514"/>
                  </a:lnTo>
                  <a:lnTo>
                    <a:pt x="41465" y="6414"/>
                  </a:lnTo>
                  <a:lnTo>
                    <a:pt x="44161" y="6364"/>
                  </a:lnTo>
                  <a:lnTo>
                    <a:pt x="47935" y="6264"/>
                  </a:lnTo>
                  <a:lnTo>
                    <a:pt x="53277" y="6113"/>
                  </a:lnTo>
                  <a:lnTo>
                    <a:pt x="54453" y="6063"/>
                  </a:lnTo>
                  <a:lnTo>
                    <a:pt x="57149" y="6013"/>
                  </a:lnTo>
                  <a:lnTo>
                    <a:pt x="59208" y="5963"/>
                  </a:lnTo>
                  <a:lnTo>
                    <a:pt x="61364" y="5913"/>
                  </a:lnTo>
                  <a:lnTo>
                    <a:pt x="67687" y="5763"/>
                  </a:lnTo>
                  <a:lnTo>
                    <a:pt x="74157" y="5562"/>
                  </a:lnTo>
                  <a:lnTo>
                    <a:pt x="76706" y="5512"/>
                  </a:lnTo>
                  <a:lnTo>
                    <a:pt x="77147" y="5512"/>
                  </a:lnTo>
                  <a:lnTo>
                    <a:pt x="77980" y="5462"/>
                  </a:lnTo>
                  <a:lnTo>
                    <a:pt x="80872" y="5462"/>
                  </a:lnTo>
                  <a:lnTo>
                    <a:pt x="81509" y="5412"/>
                  </a:lnTo>
                  <a:lnTo>
                    <a:pt x="94301" y="4860"/>
                  </a:lnTo>
                  <a:lnTo>
                    <a:pt x="95233" y="4810"/>
                  </a:lnTo>
                  <a:lnTo>
                    <a:pt x="97683" y="4760"/>
                  </a:lnTo>
                  <a:lnTo>
                    <a:pt x="98909" y="4710"/>
                  </a:lnTo>
                  <a:lnTo>
                    <a:pt x="99154" y="4710"/>
                  </a:lnTo>
                  <a:lnTo>
                    <a:pt x="103173" y="3908"/>
                  </a:lnTo>
                  <a:lnTo>
                    <a:pt x="103614" y="3808"/>
                  </a:lnTo>
                  <a:lnTo>
                    <a:pt x="104447" y="3708"/>
                  </a:lnTo>
                  <a:lnTo>
                    <a:pt x="104741" y="3658"/>
                  </a:lnTo>
                  <a:lnTo>
                    <a:pt x="108221" y="3207"/>
                  </a:lnTo>
                  <a:lnTo>
                    <a:pt x="109054" y="3307"/>
                  </a:lnTo>
                  <a:lnTo>
                    <a:pt x="111652" y="2706"/>
                  </a:lnTo>
                  <a:lnTo>
                    <a:pt x="113956" y="2405"/>
                  </a:lnTo>
                  <a:lnTo>
                    <a:pt x="115965" y="2154"/>
                  </a:lnTo>
                  <a:lnTo>
                    <a:pt x="119592" y="1653"/>
                  </a:lnTo>
                  <a:lnTo>
                    <a:pt x="120033" y="1603"/>
                  </a:lnTo>
                  <a:lnTo>
                    <a:pt x="122876" y="1202"/>
                  </a:lnTo>
                  <a:lnTo>
                    <a:pt x="128758" y="4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181190" y="2667077"/>
              <a:ext cx="367649" cy="732054"/>
            </a:xfrm>
            <a:custGeom>
              <a:avLst/>
              <a:pathLst>
                <a:path w="367649" h="732054">
                  <a:moveTo>
                    <a:pt x="163018" y="16487"/>
                  </a:moveTo>
                  <a:lnTo>
                    <a:pt x="162969" y="22701"/>
                  </a:lnTo>
                  <a:lnTo>
                    <a:pt x="161499" y="28113"/>
                  </a:lnTo>
                  <a:lnTo>
                    <a:pt x="167772" y="37434"/>
                  </a:lnTo>
                  <a:lnTo>
                    <a:pt x="170174" y="41393"/>
                  </a:lnTo>
                  <a:lnTo>
                    <a:pt x="174095" y="46956"/>
                  </a:lnTo>
                  <a:lnTo>
                    <a:pt x="173801" y="51265"/>
                  </a:lnTo>
                  <a:lnTo>
                    <a:pt x="179977" y="60937"/>
                  </a:lnTo>
                  <a:lnTo>
                    <a:pt x="179977" y="67502"/>
                  </a:lnTo>
                  <a:lnTo>
                    <a:pt x="178408" y="73215"/>
                  </a:lnTo>
                  <a:lnTo>
                    <a:pt x="178065" y="78226"/>
                  </a:lnTo>
                  <a:lnTo>
                    <a:pt x="180467" y="78978"/>
                  </a:lnTo>
                  <a:lnTo>
                    <a:pt x="182967" y="81233"/>
                  </a:lnTo>
                  <a:lnTo>
                    <a:pt x="189093" y="81734"/>
                  </a:lnTo>
                  <a:lnTo>
                    <a:pt x="196249" y="86695"/>
                  </a:lnTo>
                  <a:lnTo>
                    <a:pt x="197720" y="87748"/>
                  </a:lnTo>
                  <a:lnTo>
                    <a:pt x="197082" y="94513"/>
                  </a:lnTo>
                  <a:lnTo>
                    <a:pt x="196004" y="100527"/>
                  </a:lnTo>
                  <a:lnTo>
                    <a:pt x="192671" y="108094"/>
                  </a:lnTo>
                  <a:lnTo>
                    <a:pt x="190319" y="111101"/>
                  </a:lnTo>
                  <a:lnTo>
                    <a:pt x="189828" y="115811"/>
                  </a:lnTo>
                  <a:lnTo>
                    <a:pt x="182967" y="128039"/>
                  </a:lnTo>
                  <a:lnTo>
                    <a:pt x="181006" y="133351"/>
                  </a:lnTo>
                  <a:lnTo>
                    <a:pt x="185858" y="146380"/>
                  </a:lnTo>
                  <a:lnTo>
                    <a:pt x="189485" y="154248"/>
                  </a:lnTo>
                  <a:lnTo>
                    <a:pt x="193210" y="158808"/>
                  </a:lnTo>
                  <a:lnTo>
                    <a:pt x="196494" y="160763"/>
                  </a:lnTo>
                  <a:lnTo>
                    <a:pt x="197622" y="162366"/>
                  </a:lnTo>
                  <a:lnTo>
                    <a:pt x="198259" y="165774"/>
                  </a:lnTo>
                  <a:lnTo>
                    <a:pt x="198945" y="169833"/>
                  </a:lnTo>
                  <a:lnTo>
                    <a:pt x="200464" y="172690"/>
                  </a:lnTo>
                  <a:lnTo>
                    <a:pt x="201837" y="177200"/>
                  </a:lnTo>
                  <a:lnTo>
                    <a:pt x="203895" y="179305"/>
                  </a:lnTo>
                  <a:lnTo>
                    <a:pt x="207718" y="181209"/>
                  </a:lnTo>
                  <a:lnTo>
                    <a:pt x="208012" y="182913"/>
                  </a:lnTo>
                  <a:lnTo>
                    <a:pt x="209385" y="184216"/>
                  </a:lnTo>
                  <a:lnTo>
                    <a:pt x="210267" y="185669"/>
                  </a:lnTo>
                  <a:lnTo>
                    <a:pt x="212081" y="186120"/>
                  </a:lnTo>
                  <a:lnTo>
                    <a:pt x="212522" y="186371"/>
                  </a:lnTo>
                  <a:lnTo>
                    <a:pt x="213796" y="187172"/>
                  </a:lnTo>
                  <a:lnTo>
                    <a:pt x="214286" y="189077"/>
                  </a:lnTo>
                  <a:lnTo>
                    <a:pt x="216002" y="192134"/>
                  </a:lnTo>
                  <a:lnTo>
                    <a:pt x="216296" y="193988"/>
                  </a:lnTo>
                  <a:lnTo>
                    <a:pt x="216394" y="194539"/>
                  </a:lnTo>
                  <a:lnTo>
                    <a:pt x="216786" y="197145"/>
                  </a:lnTo>
                  <a:lnTo>
                    <a:pt x="221001" y="201004"/>
                  </a:lnTo>
                  <a:lnTo>
                    <a:pt x="224628" y="205714"/>
                  </a:lnTo>
                  <a:lnTo>
                    <a:pt x="225265" y="207218"/>
                  </a:lnTo>
                  <a:lnTo>
                    <a:pt x="227618" y="207518"/>
                  </a:lnTo>
                  <a:lnTo>
                    <a:pt x="230167" y="207669"/>
                  </a:lnTo>
                  <a:lnTo>
                    <a:pt x="238940" y="207669"/>
                  </a:lnTo>
                  <a:lnTo>
                    <a:pt x="242224" y="212580"/>
                  </a:lnTo>
                  <a:lnTo>
                    <a:pt x="244625" y="215536"/>
                  </a:lnTo>
                  <a:lnTo>
                    <a:pt x="248302" y="219846"/>
                  </a:lnTo>
                  <a:lnTo>
                    <a:pt x="250752" y="221500"/>
                  </a:lnTo>
                  <a:lnTo>
                    <a:pt x="253007" y="221951"/>
                  </a:lnTo>
                  <a:lnTo>
                    <a:pt x="255506" y="223154"/>
                  </a:lnTo>
                  <a:lnTo>
                    <a:pt x="257516" y="224457"/>
                  </a:lnTo>
                  <a:lnTo>
                    <a:pt x="259869" y="226211"/>
                  </a:lnTo>
                  <a:lnTo>
                    <a:pt x="262123" y="228616"/>
                  </a:lnTo>
                  <a:lnTo>
                    <a:pt x="263496" y="230671"/>
                  </a:lnTo>
                  <a:lnTo>
                    <a:pt x="263888" y="231172"/>
                  </a:lnTo>
                  <a:lnTo>
                    <a:pt x="276288" y="241094"/>
                  </a:lnTo>
                  <a:lnTo>
                    <a:pt x="288885" y="251518"/>
                  </a:lnTo>
                  <a:lnTo>
                    <a:pt x="290306" y="252620"/>
                  </a:lnTo>
                  <a:lnTo>
                    <a:pt x="294031" y="255627"/>
                  </a:lnTo>
                  <a:lnTo>
                    <a:pt x="294570" y="257732"/>
                  </a:lnTo>
                  <a:lnTo>
                    <a:pt x="302314" y="263244"/>
                  </a:lnTo>
                  <a:lnTo>
                    <a:pt x="303638" y="263896"/>
                  </a:lnTo>
                  <a:lnTo>
                    <a:pt x="307510" y="263545"/>
                  </a:lnTo>
                  <a:lnTo>
                    <a:pt x="310451" y="265299"/>
                  </a:lnTo>
                  <a:lnTo>
                    <a:pt x="311578" y="264297"/>
                  </a:lnTo>
                  <a:lnTo>
                    <a:pt x="318048" y="271313"/>
                  </a:lnTo>
                  <a:lnTo>
                    <a:pt x="320939" y="269358"/>
                  </a:lnTo>
                  <a:lnTo>
                    <a:pt x="325008" y="272265"/>
                  </a:lnTo>
                  <a:lnTo>
                    <a:pt x="326135" y="269208"/>
                  </a:lnTo>
                  <a:lnTo>
                    <a:pt x="329468" y="270962"/>
                  </a:lnTo>
                  <a:lnTo>
                    <a:pt x="329468" y="271613"/>
                  </a:lnTo>
                  <a:lnTo>
                    <a:pt x="329566" y="272565"/>
                  </a:lnTo>
                  <a:lnTo>
                    <a:pt x="330252" y="273066"/>
                  </a:lnTo>
                  <a:lnTo>
                    <a:pt x="326380" y="280233"/>
                  </a:lnTo>
                  <a:lnTo>
                    <a:pt x="326233" y="280483"/>
                  </a:lnTo>
                  <a:lnTo>
                    <a:pt x="331820" y="283841"/>
                  </a:lnTo>
                  <a:lnTo>
                    <a:pt x="332016" y="283991"/>
                  </a:lnTo>
                  <a:lnTo>
                    <a:pt x="332163" y="294365"/>
                  </a:lnTo>
                  <a:lnTo>
                    <a:pt x="333830" y="297321"/>
                  </a:lnTo>
                  <a:lnTo>
                    <a:pt x="333830" y="308998"/>
                  </a:lnTo>
                  <a:lnTo>
                    <a:pt x="331722" y="313358"/>
                  </a:lnTo>
                  <a:lnTo>
                    <a:pt x="329566" y="316916"/>
                  </a:lnTo>
                  <a:lnTo>
                    <a:pt x="330203" y="319471"/>
                  </a:lnTo>
                  <a:lnTo>
                    <a:pt x="330742" y="321676"/>
                  </a:lnTo>
                  <a:lnTo>
                    <a:pt x="330350" y="323130"/>
                  </a:lnTo>
                  <a:lnTo>
                    <a:pt x="329370" y="324884"/>
                  </a:lnTo>
                  <a:lnTo>
                    <a:pt x="327752" y="326337"/>
                  </a:lnTo>
                  <a:lnTo>
                    <a:pt x="326086" y="328742"/>
                  </a:lnTo>
                  <a:lnTo>
                    <a:pt x="325988" y="331749"/>
                  </a:lnTo>
                  <a:lnTo>
                    <a:pt x="326870" y="333503"/>
                  </a:lnTo>
                  <a:lnTo>
                    <a:pt x="328291" y="335457"/>
                  </a:lnTo>
                  <a:lnTo>
                    <a:pt x="329321" y="335758"/>
                  </a:lnTo>
                  <a:lnTo>
                    <a:pt x="329468" y="336861"/>
                  </a:lnTo>
                  <a:lnTo>
                    <a:pt x="330448" y="340218"/>
                  </a:lnTo>
                  <a:lnTo>
                    <a:pt x="331820" y="341671"/>
                  </a:lnTo>
                  <a:lnTo>
                    <a:pt x="332948" y="343125"/>
                  </a:lnTo>
                  <a:lnTo>
                    <a:pt x="334124" y="343876"/>
                  </a:lnTo>
                  <a:lnTo>
                    <a:pt x="337114" y="344879"/>
                  </a:lnTo>
                  <a:lnTo>
                    <a:pt x="337702" y="345681"/>
                  </a:lnTo>
                  <a:lnTo>
                    <a:pt x="338388" y="346833"/>
                  </a:lnTo>
                  <a:lnTo>
                    <a:pt x="338535" y="347485"/>
                  </a:lnTo>
                  <a:lnTo>
                    <a:pt x="339761" y="348337"/>
                  </a:lnTo>
                  <a:lnTo>
                    <a:pt x="339712" y="350842"/>
                  </a:lnTo>
                  <a:lnTo>
                    <a:pt x="340937" y="351293"/>
                  </a:lnTo>
                  <a:lnTo>
                    <a:pt x="354171" y="357156"/>
                  </a:lnTo>
                  <a:lnTo>
                    <a:pt x="356425" y="354200"/>
                  </a:lnTo>
                  <a:lnTo>
                    <a:pt x="367551" y="354951"/>
                  </a:lnTo>
                  <a:lnTo>
                    <a:pt x="367404" y="355352"/>
                  </a:lnTo>
                  <a:lnTo>
                    <a:pt x="367306" y="356054"/>
                  </a:lnTo>
                  <a:lnTo>
                    <a:pt x="367453" y="356705"/>
                  </a:lnTo>
                  <a:lnTo>
                    <a:pt x="367649" y="357958"/>
                  </a:lnTo>
                  <a:lnTo>
                    <a:pt x="367306" y="358760"/>
                  </a:lnTo>
                  <a:lnTo>
                    <a:pt x="366081" y="359762"/>
                  </a:lnTo>
                  <a:lnTo>
                    <a:pt x="365444" y="360915"/>
                  </a:lnTo>
                  <a:lnTo>
                    <a:pt x="365248" y="361717"/>
                  </a:lnTo>
                  <a:lnTo>
                    <a:pt x="365100" y="362318"/>
                  </a:lnTo>
                  <a:lnTo>
                    <a:pt x="363973" y="363471"/>
                  </a:lnTo>
                  <a:lnTo>
                    <a:pt x="363434" y="364824"/>
                  </a:lnTo>
                  <a:lnTo>
                    <a:pt x="363385" y="365525"/>
                  </a:lnTo>
                  <a:lnTo>
                    <a:pt x="363336" y="365926"/>
                  </a:lnTo>
                  <a:lnTo>
                    <a:pt x="363336" y="366327"/>
                  </a:lnTo>
                  <a:lnTo>
                    <a:pt x="363924" y="368783"/>
                  </a:lnTo>
                  <a:lnTo>
                    <a:pt x="363630" y="370837"/>
                  </a:lnTo>
                  <a:lnTo>
                    <a:pt x="363532" y="371940"/>
                  </a:lnTo>
                  <a:lnTo>
                    <a:pt x="363630" y="372692"/>
                  </a:lnTo>
                  <a:lnTo>
                    <a:pt x="364071" y="373644"/>
                  </a:lnTo>
                  <a:lnTo>
                    <a:pt x="363042" y="375849"/>
                  </a:lnTo>
                  <a:lnTo>
                    <a:pt x="362307" y="377352"/>
                  </a:lnTo>
                  <a:lnTo>
                    <a:pt x="361375" y="379357"/>
                  </a:lnTo>
                  <a:lnTo>
                    <a:pt x="364218" y="382113"/>
                  </a:lnTo>
                  <a:lnTo>
                    <a:pt x="352455" y="392787"/>
                  </a:lnTo>
                  <a:lnTo>
                    <a:pt x="349465" y="395593"/>
                  </a:lnTo>
                  <a:lnTo>
                    <a:pt x="348975" y="395543"/>
                  </a:lnTo>
                  <a:lnTo>
                    <a:pt x="348583" y="395994"/>
                  </a:lnTo>
                  <a:lnTo>
                    <a:pt x="345691" y="400705"/>
                  </a:lnTo>
                  <a:lnTo>
                    <a:pt x="340300" y="409475"/>
                  </a:lnTo>
                  <a:lnTo>
                    <a:pt x="345691" y="413534"/>
                  </a:lnTo>
                  <a:lnTo>
                    <a:pt x="349612" y="416491"/>
                  </a:lnTo>
                  <a:lnTo>
                    <a:pt x="351524" y="418345"/>
                  </a:lnTo>
                  <a:lnTo>
                    <a:pt x="351475" y="420449"/>
                  </a:lnTo>
                  <a:lnTo>
                    <a:pt x="350789" y="421853"/>
                  </a:lnTo>
                  <a:lnTo>
                    <a:pt x="352014" y="427465"/>
                  </a:lnTo>
                  <a:lnTo>
                    <a:pt x="352553" y="431124"/>
                  </a:lnTo>
                  <a:lnTo>
                    <a:pt x="354171" y="432376"/>
                  </a:lnTo>
                  <a:lnTo>
                    <a:pt x="352798" y="434180"/>
                  </a:lnTo>
                  <a:lnTo>
                    <a:pt x="352651" y="434431"/>
                  </a:lnTo>
                  <a:lnTo>
                    <a:pt x="351671" y="435834"/>
                  </a:lnTo>
                  <a:lnTo>
                    <a:pt x="350887" y="437037"/>
                  </a:lnTo>
                  <a:lnTo>
                    <a:pt x="350298" y="438290"/>
                  </a:lnTo>
                  <a:lnTo>
                    <a:pt x="350053" y="439292"/>
                  </a:lnTo>
                  <a:lnTo>
                    <a:pt x="349563" y="440545"/>
                  </a:lnTo>
                  <a:lnTo>
                    <a:pt x="349024" y="441697"/>
                  </a:lnTo>
                  <a:lnTo>
                    <a:pt x="348681" y="442299"/>
                  </a:lnTo>
                  <a:lnTo>
                    <a:pt x="348534" y="442700"/>
                  </a:lnTo>
                  <a:lnTo>
                    <a:pt x="348093" y="443552"/>
                  </a:lnTo>
                  <a:lnTo>
                    <a:pt x="346034" y="445005"/>
                  </a:lnTo>
                  <a:lnTo>
                    <a:pt x="344613" y="445757"/>
                  </a:lnTo>
                  <a:lnTo>
                    <a:pt x="342211" y="447962"/>
                  </a:lnTo>
                  <a:lnTo>
                    <a:pt x="340251" y="450467"/>
                  </a:lnTo>
                  <a:lnTo>
                    <a:pt x="337751" y="453675"/>
                  </a:lnTo>
                  <a:lnTo>
                    <a:pt x="336085" y="455479"/>
                  </a:lnTo>
                  <a:lnTo>
                    <a:pt x="333291" y="458185"/>
                  </a:lnTo>
                  <a:lnTo>
                    <a:pt x="330007" y="461041"/>
                  </a:lnTo>
                  <a:lnTo>
                    <a:pt x="327850" y="463547"/>
                  </a:lnTo>
                  <a:lnTo>
                    <a:pt x="326331" y="465501"/>
                  </a:lnTo>
                  <a:lnTo>
                    <a:pt x="324321" y="466854"/>
                  </a:lnTo>
                  <a:lnTo>
                    <a:pt x="322557" y="469661"/>
                  </a:lnTo>
                  <a:lnTo>
                    <a:pt x="320988" y="472166"/>
                  </a:lnTo>
                  <a:lnTo>
                    <a:pt x="319371" y="474171"/>
                  </a:lnTo>
                  <a:lnTo>
                    <a:pt x="317606" y="476276"/>
                  </a:lnTo>
                  <a:lnTo>
                    <a:pt x="315744" y="478230"/>
                  </a:lnTo>
                  <a:lnTo>
                    <a:pt x="315107" y="478731"/>
                  </a:lnTo>
                  <a:lnTo>
                    <a:pt x="314666" y="479132"/>
                  </a:lnTo>
                  <a:lnTo>
                    <a:pt x="313734" y="480686"/>
                  </a:lnTo>
                  <a:lnTo>
                    <a:pt x="312068" y="482740"/>
                  </a:lnTo>
                  <a:lnTo>
                    <a:pt x="310696" y="484695"/>
                  </a:lnTo>
                  <a:lnTo>
                    <a:pt x="309225" y="485496"/>
                  </a:lnTo>
                  <a:lnTo>
                    <a:pt x="307216" y="486699"/>
                  </a:lnTo>
                  <a:lnTo>
                    <a:pt x="305794" y="487752"/>
                  </a:lnTo>
                  <a:lnTo>
                    <a:pt x="304079" y="490157"/>
                  </a:lnTo>
                  <a:lnTo>
                    <a:pt x="302902" y="492312"/>
                  </a:lnTo>
                  <a:lnTo>
                    <a:pt x="301971" y="494216"/>
                  </a:lnTo>
                  <a:lnTo>
                    <a:pt x="301481" y="495920"/>
                  </a:lnTo>
                  <a:lnTo>
                    <a:pt x="300452" y="497824"/>
                  </a:lnTo>
                  <a:lnTo>
                    <a:pt x="299717" y="499979"/>
                  </a:lnTo>
                  <a:lnTo>
                    <a:pt x="299079" y="501232"/>
                  </a:lnTo>
                  <a:lnTo>
                    <a:pt x="297903" y="503387"/>
                  </a:lnTo>
                  <a:lnTo>
                    <a:pt x="296923" y="505041"/>
                  </a:lnTo>
                  <a:lnTo>
                    <a:pt x="295550" y="507446"/>
                  </a:lnTo>
                  <a:lnTo>
                    <a:pt x="294472" y="509451"/>
                  </a:lnTo>
                  <a:lnTo>
                    <a:pt x="293492" y="511455"/>
                  </a:lnTo>
                  <a:lnTo>
                    <a:pt x="293051" y="513209"/>
                  </a:lnTo>
                  <a:lnTo>
                    <a:pt x="292463" y="515264"/>
                  </a:lnTo>
                  <a:lnTo>
                    <a:pt x="291825" y="517268"/>
                  </a:lnTo>
                  <a:lnTo>
                    <a:pt x="291041" y="519273"/>
                  </a:lnTo>
                  <a:lnTo>
                    <a:pt x="289963" y="521277"/>
                  </a:lnTo>
                  <a:lnTo>
                    <a:pt x="288738" y="523282"/>
                  </a:lnTo>
                  <a:lnTo>
                    <a:pt x="286679" y="524635"/>
                  </a:lnTo>
                  <a:lnTo>
                    <a:pt x="284424" y="525286"/>
                  </a:lnTo>
                  <a:lnTo>
                    <a:pt x="281582" y="525787"/>
                  </a:lnTo>
                  <a:lnTo>
                    <a:pt x="279768" y="527241"/>
                  </a:lnTo>
                  <a:lnTo>
                    <a:pt x="278298" y="529145"/>
                  </a:lnTo>
                  <a:lnTo>
                    <a:pt x="277268" y="531350"/>
                  </a:lnTo>
                  <a:lnTo>
                    <a:pt x="275553" y="533705"/>
                  </a:lnTo>
                  <a:lnTo>
                    <a:pt x="274132" y="535960"/>
                  </a:lnTo>
                  <a:lnTo>
                    <a:pt x="272759" y="537765"/>
                  </a:lnTo>
                  <a:lnTo>
                    <a:pt x="271828" y="539970"/>
                  </a:lnTo>
                  <a:lnTo>
                    <a:pt x="270505" y="544229"/>
                  </a:lnTo>
                  <a:lnTo>
                    <a:pt x="269867" y="546635"/>
                  </a:lnTo>
                  <a:lnTo>
                    <a:pt x="269475" y="548890"/>
                  </a:lnTo>
                  <a:lnTo>
                    <a:pt x="268838" y="550694"/>
                  </a:lnTo>
                  <a:lnTo>
                    <a:pt x="267809" y="553049"/>
                  </a:lnTo>
                  <a:lnTo>
                    <a:pt x="267123" y="554152"/>
                  </a:lnTo>
                  <a:lnTo>
                    <a:pt x="267025" y="556106"/>
                  </a:lnTo>
                  <a:lnTo>
                    <a:pt x="266682" y="557810"/>
                  </a:lnTo>
                  <a:lnTo>
                    <a:pt x="266093" y="560065"/>
                  </a:lnTo>
                  <a:lnTo>
                    <a:pt x="265554" y="561268"/>
                  </a:lnTo>
                  <a:lnTo>
                    <a:pt x="264819" y="563623"/>
                  </a:lnTo>
                  <a:lnTo>
                    <a:pt x="264133" y="565678"/>
                  </a:lnTo>
                  <a:lnTo>
                    <a:pt x="263349" y="567432"/>
                  </a:lnTo>
                  <a:lnTo>
                    <a:pt x="262221" y="568835"/>
                  </a:lnTo>
                  <a:lnTo>
                    <a:pt x="261045" y="569687"/>
                  </a:lnTo>
                  <a:lnTo>
                    <a:pt x="259624" y="570739"/>
                  </a:lnTo>
                  <a:lnTo>
                    <a:pt x="258349" y="571842"/>
                  </a:lnTo>
                  <a:lnTo>
                    <a:pt x="258202" y="571992"/>
                  </a:lnTo>
                  <a:lnTo>
                    <a:pt x="257810" y="572393"/>
                  </a:lnTo>
                  <a:lnTo>
                    <a:pt x="256487" y="573796"/>
                  </a:lnTo>
                  <a:lnTo>
                    <a:pt x="255506" y="574898"/>
                  </a:lnTo>
                  <a:lnTo>
                    <a:pt x="254624" y="575901"/>
                  </a:lnTo>
                  <a:lnTo>
                    <a:pt x="254232" y="576953"/>
                  </a:lnTo>
                  <a:lnTo>
                    <a:pt x="253301" y="579208"/>
                  </a:lnTo>
                  <a:lnTo>
                    <a:pt x="251438" y="583869"/>
                  </a:lnTo>
                  <a:lnTo>
                    <a:pt x="249233" y="587878"/>
                  </a:lnTo>
                  <a:lnTo>
                    <a:pt x="247027" y="591987"/>
                  </a:lnTo>
                  <a:lnTo>
                    <a:pt x="245116" y="595796"/>
                  </a:lnTo>
                  <a:lnTo>
                    <a:pt x="242861" y="600155"/>
                  </a:lnTo>
                  <a:lnTo>
                    <a:pt x="242126" y="601559"/>
                  </a:lnTo>
                  <a:lnTo>
                    <a:pt x="241734" y="602360"/>
                  </a:lnTo>
                  <a:lnTo>
                    <a:pt x="241587" y="604365"/>
                  </a:lnTo>
                  <a:lnTo>
                    <a:pt x="241930" y="607422"/>
                  </a:lnTo>
                  <a:lnTo>
                    <a:pt x="241881" y="609176"/>
                  </a:lnTo>
                  <a:lnTo>
                    <a:pt x="241244" y="613185"/>
                  </a:lnTo>
                  <a:lnTo>
                    <a:pt x="241048" y="616943"/>
                  </a:lnTo>
                  <a:lnTo>
                    <a:pt x="240802" y="620301"/>
                  </a:lnTo>
                  <a:lnTo>
                    <a:pt x="240263" y="623107"/>
                  </a:lnTo>
                  <a:lnTo>
                    <a:pt x="238940" y="626816"/>
                  </a:lnTo>
                  <a:lnTo>
                    <a:pt x="237421" y="629522"/>
                  </a:lnTo>
                  <a:lnTo>
                    <a:pt x="233990" y="632629"/>
                  </a:lnTo>
                  <a:lnTo>
                    <a:pt x="230804" y="635084"/>
                  </a:lnTo>
                  <a:lnTo>
                    <a:pt x="228843" y="636738"/>
                  </a:lnTo>
                  <a:lnTo>
                    <a:pt x="226834" y="638342"/>
                  </a:lnTo>
                  <a:lnTo>
                    <a:pt x="225902" y="638993"/>
                  </a:lnTo>
                  <a:lnTo>
                    <a:pt x="225216" y="639444"/>
                  </a:lnTo>
                  <a:lnTo>
                    <a:pt x="223697" y="640346"/>
                  </a:lnTo>
                  <a:lnTo>
                    <a:pt x="221491" y="642050"/>
                  </a:lnTo>
                  <a:lnTo>
                    <a:pt x="220805" y="643253"/>
                  </a:lnTo>
                  <a:lnTo>
                    <a:pt x="219972" y="644907"/>
                  </a:lnTo>
                  <a:lnTo>
                    <a:pt x="219139" y="647312"/>
                  </a:lnTo>
                  <a:lnTo>
                    <a:pt x="218746" y="649116"/>
                  </a:lnTo>
                  <a:lnTo>
                    <a:pt x="217325" y="652223"/>
                  </a:lnTo>
                  <a:lnTo>
                    <a:pt x="215806" y="655330"/>
                  </a:lnTo>
                  <a:lnTo>
                    <a:pt x="215610" y="656383"/>
                  </a:lnTo>
                  <a:lnTo>
                    <a:pt x="215217" y="657184"/>
                  </a:lnTo>
                  <a:lnTo>
                    <a:pt x="214776" y="658537"/>
                  </a:lnTo>
                  <a:lnTo>
                    <a:pt x="214335" y="659289"/>
                  </a:lnTo>
                  <a:lnTo>
                    <a:pt x="213992" y="660141"/>
                  </a:lnTo>
                  <a:lnTo>
                    <a:pt x="213208" y="661995"/>
                  </a:lnTo>
                  <a:lnTo>
                    <a:pt x="212473" y="663348"/>
                  </a:lnTo>
                  <a:lnTo>
                    <a:pt x="211737" y="663849"/>
                  </a:lnTo>
                  <a:lnTo>
                    <a:pt x="210708" y="664751"/>
                  </a:lnTo>
                  <a:lnTo>
                    <a:pt x="210316" y="665102"/>
                  </a:lnTo>
                  <a:lnTo>
                    <a:pt x="209826" y="665503"/>
                  </a:lnTo>
                  <a:lnTo>
                    <a:pt x="208650" y="666405"/>
                  </a:lnTo>
                  <a:lnTo>
                    <a:pt x="208454" y="666606"/>
                  </a:lnTo>
                  <a:lnTo>
                    <a:pt x="207522" y="667357"/>
                  </a:lnTo>
                  <a:lnTo>
                    <a:pt x="207326" y="667508"/>
                  </a:lnTo>
                  <a:lnTo>
                    <a:pt x="206787" y="667959"/>
                  </a:lnTo>
                  <a:lnTo>
                    <a:pt x="206297" y="668360"/>
                  </a:lnTo>
                  <a:lnTo>
                    <a:pt x="205121" y="669412"/>
                  </a:lnTo>
                  <a:lnTo>
                    <a:pt x="202621" y="671667"/>
                  </a:lnTo>
                  <a:lnTo>
                    <a:pt x="201641" y="672719"/>
                  </a:lnTo>
                  <a:lnTo>
                    <a:pt x="200268" y="674373"/>
                  </a:lnTo>
                  <a:lnTo>
                    <a:pt x="199239" y="675977"/>
                  </a:lnTo>
                  <a:lnTo>
                    <a:pt x="198945" y="676478"/>
                  </a:lnTo>
                  <a:lnTo>
                    <a:pt x="198210" y="677731"/>
                  </a:lnTo>
                  <a:lnTo>
                    <a:pt x="197965" y="678182"/>
                  </a:lnTo>
                  <a:lnTo>
                    <a:pt x="197328" y="679234"/>
                  </a:lnTo>
                  <a:lnTo>
                    <a:pt x="197082" y="679836"/>
                  </a:lnTo>
                  <a:lnTo>
                    <a:pt x="196837" y="680387"/>
                  </a:lnTo>
                  <a:lnTo>
                    <a:pt x="196494" y="680888"/>
                  </a:lnTo>
                  <a:lnTo>
                    <a:pt x="193799" y="685348"/>
                  </a:lnTo>
                  <a:lnTo>
                    <a:pt x="192279" y="687954"/>
                  </a:lnTo>
                  <a:lnTo>
                    <a:pt x="192083" y="688104"/>
                  </a:lnTo>
                  <a:lnTo>
                    <a:pt x="190564" y="689557"/>
                  </a:lnTo>
                  <a:lnTo>
                    <a:pt x="188701" y="691311"/>
                  </a:lnTo>
                  <a:lnTo>
                    <a:pt x="187672" y="692314"/>
                  </a:lnTo>
                  <a:lnTo>
                    <a:pt x="183506" y="696022"/>
                  </a:lnTo>
                  <a:lnTo>
                    <a:pt x="180173" y="699029"/>
                  </a:lnTo>
                  <a:lnTo>
                    <a:pt x="179830" y="699330"/>
                  </a:lnTo>
                  <a:lnTo>
                    <a:pt x="177330" y="701585"/>
                  </a:lnTo>
                  <a:lnTo>
                    <a:pt x="173262" y="704090"/>
                  </a:lnTo>
                  <a:lnTo>
                    <a:pt x="172184" y="704742"/>
                  </a:lnTo>
                  <a:lnTo>
                    <a:pt x="171350" y="705193"/>
                  </a:lnTo>
                  <a:lnTo>
                    <a:pt x="171105" y="705343"/>
                  </a:lnTo>
                  <a:lnTo>
                    <a:pt x="167282" y="707448"/>
                  </a:lnTo>
                  <a:lnTo>
                    <a:pt x="165714" y="708450"/>
                  </a:lnTo>
                  <a:lnTo>
                    <a:pt x="163900" y="709803"/>
                  </a:lnTo>
                  <a:lnTo>
                    <a:pt x="162626" y="710705"/>
                  </a:lnTo>
                  <a:lnTo>
                    <a:pt x="161352" y="711708"/>
                  </a:lnTo>
                  <a:lnTo>
                    <a:pt x="159587" y="713161"/>
                  </a:lnTo>
                  <a:lnTo>
                    <a:pt x="158607" y="714313"/>
                  </a:lnTo>
                  <a:lnTo>
                    <a:pt x="157676" y="716318"/>
                  </a:lnTo>
                  <a:lnTo>
                    <a:pt x="157088" y="717922"/>
                  </a:lnTo>
                  <a:lnTo>
                    <a:pt x="156891" y="720026"/>
                  </a:lnTo>
                  <a:lnTo>
                    <a:pt x="156842" y="722181"/>
                  </a:lnTo>
                  <a:lnTo>
                    <a:pt x="156989" y="723284"/>
                  </a:lnTo>
                  <a:lnTo>
                    <a:pt x="156891" y="724236"/>
                  </a:lnTo>
                  <a:lnTo>
                    <a:pt x="156548" y="726040"/>
                  </a:lnTo>
                  <a:lnTo>
                    <a:pt x="156009" y="727343"/>
                  </a:lnTo>
                  <a:lnTo>
                    <a:pt x="155029" y="729047"/>
                  </a:lnTo>
                  <a:lnTo>
                    <a:pt x="153510" y="731402"/>
                  </a:lnTo>
                  <a:lnTo>
                    <a:pt x="152382" y="732054"/>
                  </a:lnTo>
                  <a:lnTo>
                    <a:pt x="152284" y="731853"/>
                  </a:lnTo>
                  <a:lnTo>
                    <a:pt x="152039" y="731602"/>
                  </a:lnTo>
                  <a:lnTo>
                    <a:pt x="151892" y="731402"/>
                  </a:lnTo>
                  <a:lnTo>
                    <a:pt x="151794" y="731252"/>
                  </a:lnTo>
                  <a:lnTo>
                    <a:pt x="151794" y="731101"/>
                  </a:lnTo>
                  <a:lnTo>
                    <a:pt x="151892" y="730851"/>
                  </a:lnTo>
                  <a:lnTo>
                    <a:pt x="151892" y="730550"/>
                  </a:lnTo>
                  <a:lnTo>
                    <a:pt x="151745" y="730350"/>
                  </a:lnTo>
                  <a:lnTo>
                    <a:pt x="151500" y="730249"/>
                  </a:lnTo>
                  <a:lnTo>
                    <a:pt x="151353" y="730199"/>
                  </a:lnTo>
                  <a:lnTo>
                    <a:pt x="151108" y="730099"/>
                  </a:lnTo>
                  <a:lnTo>
                    <a:pt x="150765" y="729899"/>
                  </a:lnTo>
                  <a:lnTo>
                    <a:pt x="150226" y="729498"/>
                  </a:lnTo>
                  <a:lnTo>
                    <a:pt x="149686" y="729047"/>
                  </a:lnTo>
                  <a:lnTo>
                    <a:pt x="149049" y="728646"/>
                  </a:lnTo>
                  <a:lnTo>
                    <a:pt x="148314" y="728145"/>
                  </a:lnTo>
                  <a:lnTo>
                    <a:pt x="147726" y="727944"/>
                  </a:lnTo>
                  <a:lnTo>
                    <a:pt x="147236" y="727744"/>
                  </a:lnTo>
                  <a:lnTo>
                    <a:pt x="146942" y="727543"/>
                  </a:lnTo>
                  <a:lnTo>
                    <a:pt x="146844" y="727293"/>
                  </a:lnTo>
                  <a:lnTo>
                    <a:pt x="146844" y="727092"/>
                  </a:lnTo>
                  <a:lnTo>
                    <a:pt x="147040" y="726792"/>
                  </a:lnTo>
                  <a:lnTo>
                    <a:pt x="147383" y="726290"/>
                  </a:lnTo>
                  <a:lnTo>
                    <a:pt x="147677" y="725589"/>
                  </a:lnTo>
                  <a:lnTo>
                    <a:pt x="147873" y="724787"/>
                  </a:lnTo>
                  <a:lnTo>
                    <a:pt x="147971" y="723835"/>
                  </a:lnTo>
                  <a:lnTo>
                    <a:pt x="148069" y="722933"/>
                  </a:lnTo>
                  <a:lnTo>
                    <a:pt x="148118" y="722231"/>
                  </a:lnTo>
                  <a:lnTo>
                    <a:pt x="148118" y="721580"/>
                  </a:lnTo>
                  <a:lnTo>
                    <a:pt x="148118" y="720928"/>
                  </a:lnTo>
                  <a:lnTo>
                    <a:pt x="148314" y="720227"/>
                  </a:lnTo>
                  <a:lnTo>
                    <a:pt x="148608" y="719425"/>
                  </a:lnTo>
                  <a:lnTo>
                    <a:pt x="148853" y="718623"/>
                  </a:lnTo>
                  <a:lnTo>
                    <a:pt x="149049" y="717721"/>
                  </a:lnTo>
                  <a:lnTo>
                    <a:pt x="149294" y="716719"/>
                  </a:lnTo>
                  <a:lnTo>
                    <a:pt x="149539" y="716418"/>
                  </a:lnTo>
                  <a:lnTo>
                    <a:pt x="149932" y="716017"/>
                  </a:lnTo>
                  <a:lnTo>
                    <a:pt x="150569" y="715516"/>
                  </a:lnTo>
                  <a:lnTo>
                    <a:pt x="150961" y="715115"/>
                  </a:lnTo>
                  <a:lnTo>
                    <a:pt x="151059" y="714865"/>
                  </a:lnTo>
                  <a:lnTo>
                    <a:pt x="151157" y="714464"/>
                  </a:lnTo>
                  <a:lnTo>
                    <a:pt x="151206" y="713862"/>
                  </a:lnTo>
                  <a:lnTo>
                    <a:pt x="151255" y="713261"/>
                  </a:lnTo>
                  <a:lnTo>
                    <a:pt x="151255" y="712860"/>
                  </a:lnTo>
                  <a:lnTo>
                    <a:pt x="151304" y="712259"/>
                  </a:lnTo>
                  <a:lnTo>
                    <a:pt x="151500" y="711908"/>
                  </a:lnTo>
                  <a:lnTo>
                    <a:pt x="151696" y="711507"/>
                  </a:lnTo>
                  <a:lnTo>
                    <a:pt x="151745" y="710856"/>
                  </a:lnTo>
                  <a:lnTo>
                    <a:pt x="151941" y="710405"/>
                  </a:lnTo>
                  <a:lnTo>
                    <a:pt x="151990" y="710004"/>
                  </a:lnTo>
                  <a:lnTo>
                    <a:pt x="151941" y="709803"/>
                  </a:lnTo>
                  <a:lnTo>
                    <a:pt x="151794" y="709753"/>
                  </a:lnTo>
                  <a:lnTo>
                    <a:pt x="151451" y="709653"/>
                  </a:lnTo>
                  <a:lnTo>
                    <a:pt x="150961" y="709452"/>
                  </a:lnTo>
                  <a:lnTo>
                    <a:pt x="150373" y="709102"/>
                  </a:lnTo>
                  <a:lnTo>
                    <a:pt x="149932" y="708801"/>
                  </a:lnTo>
                  <a:lnTo>
                    <a:pt x="149539" y="708550"/>
                  </a:lnTo>
                  <a:lnTo>
                    <a:pt x="149049" y="708400"/>
                  </a:lnTo>
                  <a:lnTo>
                    <a:pt x="148706" y="708250"/>
                  </a:lnTo>
                  <a:lnTo>
                    <a:pt x="148265" y="708149"/>
                  </a:lnTo>
                  <a:lnTo>
                    <a:pt x="147922" y="708049"/>
                  </a:lnTo>
                  <a:lnTo>
                    <a:pt x="147628" y="708099"/>
                  </a:lnTo>
                  <a:lnTo>
                    <a:pt x="146599" y="708049"/>
                  </a:lnTo>
                  <a:lnTo>
                    <a:pt x="145716" y="707799"/>
                  </a:lnTo>
                  <a:lnTo>
                    <a:pt x="144981" y="707448"/>
                  </a:lnTo>
                  <a:lnTo>
                    <a:pt x="144197" y="706897"/>
                  </a:lnTo>
                  <a:lnTo>
                    <a:pt x="143217" y="705945"/>
                  </a:lnTo>
                  <a:lnTo>
                    <a:pt x="142580" y="705343"/>
                  </a:lnTo>
                  <a:lnTo>
                    <a:pt x="141795" y="704792"/>
                  </a:lnTo>
                  <a:lnTo>
                    <a:pt x="141011" y="704291"/>
                  </a:lnTo>
                  <a:lnTo>
                    <a:pt x="140472" y="703940"/>
                  </a:lnTo>
                  <a:lnTo>
                    <a:pt x="139982" y="703389"/>
                  </a:lnTo>
                  <a:lnTo>
                    <a:pt x="139639" y="702537"/>
                  </a:lnTo>
                  <a:lnTo>
                    <a:pt x="139296" y="700883"/>
                  </a:lnTo>
                  <a:lnTo>
                    <a:pt x="139100" y="700031"/>
                  </a:lnTo>
                  <a:lnTo>
                    <a:pt x="139002" y="699680"/>
                  </a:lnTo>
                  <a:lnTo>
                    <a:pt x="138953" y="697626"/>
                  </a:lnTo>
                  <a:lnTo>
                    <a:pt x="138855" y="696373"/>
                  </a:lnTo>
                  <a:lnTo>
                    <a:pt x="138707" y="695571"/>
                  </a:lnTo>
                  <a:lnTo>
                    <a:pt x="138658" y="694970"/>
                  </a:lnTo>
                  <a:lnTo>
                    <a:pt x="138658" y="694318"/>
                  </a:lnTo>
                  <a:lnTo>
                    <a:pt x="138806" y="693817"/>
                  </a:lnTo>
                  <a:lnTo>
                    <a:pt x="138757" y="693216"/>
                  </a:lnTo>
                  <a:lnTo>
                    <a:pt x="138609" y="692514"/>
                  </a:lnTo>
                  <a:lnTo>
                    <a:pt x="138462" y="691863"/>
                  </a:lnTo>
                  <a:lnTo>
                    <a:pt x="138413" y="691261"/>
                  </a:lnTo>
                  <a:lnTo>
                    <a:pt x="138511" y="690660"/>
                  </a:lnTo>
                  <a:lnTo>
                    <a:pt x="138560" y="689858"/>
                  </a:lnTo>
                  <a:lnTo>
                    <a:pt x="138511" y="689257"/>
                  </a:lnTo>
                  <a:lnTo>
                    <a:pt x="138315" y="688455"/>
                  </a:lnTo>
                  <a:lnTo>
                    <a:pt x="138070" y="687753"/>
                  </a:lnTo>
                  <a:lnTo>
                    <a:pt x="137678" y="687252"/>
                  </a:lnTo>
                  <a:lnTo>
                    <a:pt x="136551" y="686450"/>
                  </a:lnTo>
                  <a:lnTo>
                    <a:pt x="135718" y="686050"/>
                  </a:lnTo>
                  <a:lnTo>
                    <a:pt x="134884" y="685699"/>
                  </a:lnTo>
                  <a:lnTo>
                    <a:pt x="134345" y="685198"/>
                  </a:lnTo>
                  <a:lnTo>
                    <a:pt x="133904" y="684646"/>
                  </a:lnTo>
                  <a:lnTo>
                    <a:pt x="133365" y="684095"/>
                  </a:lnTo>
                  <a:lnTo>
                    <a:pt x="132924" y="683444"/>
                  </a:lnTo>
                  <a:lnTo>
                    <a:pt x="132679" y="682642"/>
                  </a:lnTo>
                  <a:lnTo>
                    <a:pt x="132483" y="681790"/>
                  </a:lnTo>
                  <a:lnTo>
                    <a:pt x="132336" y="681189"/>
                  </a:lnTo>
                  <a:lnTo>
                    <a:pt x="132189" y="680537"/>
                  </a:lnTo>
                  <a:lnTo>
                    <a:pt x="132042" y="679836"/>
                  </a:lnTo>
                  <a:lnTo>
                    <a:pt x="131748" y="679184"/>
                  </a:lnTo>
                  <a:lnTo>
                    <a:pt x="131552" y="678733"/>
                  </a:lnTo>
                  <a:lnTo>
                    <a:pt x="131110" y="678132"/>
                  </a:lnTo>
                  <a:lnTo>
                    <a:pt x="130522" y="677430"/>
                  </a:lnTo>
                  <a:lnTo>
                    <a:pt x="129885" y="677180"/>
                  </a:lnTo>
                  <a:lnTo>
                    <a:pt x="129297" y="677079"/>
                  </a:lnTo>
                  <a:lnTo>
                    <a:pt x="128611" y="676979"/>
                  </a:lnTo>
                  <a:lnTo>
                    <a:pt x="128121" y="676929"/>
                  </a:lnTo>
                  <a:lnTo>
                    <a:pt x="127238" y="676829"/>
                  </a:lnTo>
                  <a:lnTo>
                    <a:pt x="126307" y="676628"/>
                  </a:lnTo>
                  <a:lnTo>
                    <a:pt x="125915" y="676478"/>
                  </a:lnTo>
                  <a:lnTo>
                    <a:pt x="125327" y="676277"/>
                  </a:lnTo>
                  <a:lnTo>
                    <a:pt x="124592" y="676027"/>
                  </a:lnTo>
                  <a:lnTo>
                    <a:pt x="123562" y="675726"/>
                  </a:lnTo>
                  <a:lnTo>
                    <a:pt x="123072" y="675576"/>
                  </a:lnTo>
                  <a:lnTo>
                    <a:pt x="122533" y="675225"/>
                  </a:lnTo>
                  <a:lnTo>
                    <a:pt x="121945" y="675025"/>
                  </a:lnTo>
                  <a:lnTo>
                    <a:pt x="120867" y="674423"/>
                  </a:lnTo>
                  <a:lnTo>
                    <a:pt x="120573" y="674273"/>
                  </a:lnTo>
                  <a:lnTo>
                    <a:pt x="119984" y="674022"/>
                  </a:lnTo>
                  <a:lnTo>
                    <a:pt x="119445" y="673822"/>
                  </a:lnTo>
                  <a:lnTo>
                    <a:pt x="118906" y="673722"/>
                  </a:lnTo>
                  <a:lnTo>
                    <a:pt x="118759" y="673521"/>
                  </a:lnTo>
                  <a:lnTo>
                    <a:pt x="118416" y="673170"/>
                  </a:lnTo>
                  <a:lnTo>
                    <a:pt x="118220" y="672669"/>
                  </a:lnTo>
                  <a:lnTo>
                    <a:pt x="117828" y="671767"/>
                  </a:lnTo>
                  <a:lnTo>
                    <a:pt x="117485" y="671116"/>
                  </a:lnTo>
                  <a:lnTo>
                    <a:pt x="117142" y="670264"/>
                  </a:lnTo>
                  <a:lnTo>
                    <a:pt x="116946" y="669663"/>
                  </a:lnTo>
                  <a:lnTo>
                    <a:pt x="116602" y="669462"/>
                  </a:lnTo>
                  <a:lnTo>
                    <a:pt x="116308" y="669161"/>
                  </a:lnTo>
                  <a:lnTo>
                    <a:pt x="115916" y="668760"/>
                  </a:lnTo>
                  <a:lnTo>
                    <a:pt x="115818" y="668259"/>
                  </a:lnTo>
                  <a:lnTo>
                    <a:pt x="115818" y="667758"/>
                  </a:lnTo>
                  <a:lnTo>
                    <a:pt x="115867" y="667357"/>
                  </a:lnTo>
                  <a:lnTo>
                    <a:pt x="115867" y="667057"/>
                  </a:lnTo>
                  <a:lnTo>
                    <a:pt x="115916" y="666706"/>
                  </a:lnTo>
                  <a:lnTo>
                    <a:pt x="115867" y="666556"/>
                  </a:lnTo>
                  <a:lnTo>
                    <a:pt x="115720" y="666455"/>
                  </a:lnTo>
                  <a:lnTo>
                    <a:pt x="115034" y="666054"/>
                  </a:lnTo>
                  <a:lnTo>
                    <a:pt x="114495" y="665653"/>
                  </a:lnTo>
                  <a:lnTo>
                    <a:pt x="113858" y="665253"/>
                  </a:lnTo>
                  <a:lnTo>
                    <a:pt x="113417" y="664952"/>
                  </a:lnTo>
                  <a:lnTo>
                    <a:pt x="112975" y="664601"/>
                  </a:lnTo>
                  <a:lnTo>
                    <a:pt x="112583" y="664250"/>
                  </a:lnTo>
                  <a:lnTo>
                    <a:pt x="112289" y="663799"/>
                  </a:lnTo>
                  <a:lnTo>
                    <a:pt x="111897" y="663398"/>
                  </a:lnTo>
                  <a:lnTo>
                    <a:pt x="111260" y="662897"/>
                  </a:lnTo>
                  <a:lnTo>
                    <a:pt x="110378" y="662496"/>
                  </a:lnTo>
                  <a:lnTo>
                    <a:pt x="109495" y="662296"/>
                  </a:lnTo>
                  <a:lnTo>
                    <a:pt x="109005" y="662045"/>
                  </a:lnTo>
                  <a:lnTo>
                    <a:pt x="108907" y="661795"/>
                  </a:lnTo>
                  <a:lnTo>
                    <a:pt x="108907" y="661394"/>
                  </a:lnTo>
                  <a:lnTo>
                    <a:pt x="109594" y="660642"/>
                  </a:lnTo>
                  <a:lnTo>
                    <a:pt x="109937" y="659941"/>
                  </a:lnTo>
                  <a:lnTo>
                    <a:pt x="110378" y="659239"/>
                  </a:lnTo>
                  <a:lnTo>
                    <a:pt x="110868" y="658738"/>
                  </a:lnTo>
                  <a:lnTo>
                    <a:pt x="111260" y="658287"/>
                  </a:lnTo>
                  <a:lnTo>
                    <a:pt x="111456" y="657936"/>
                  </a:lnTo>
                  <a:lnTo>
                    <a:pt x="111603" y="657435"/>
                  </a:lnTo>
                  <a:lnTo>
                    <a:pt x="111897" y="656834"/>
                  </a:lnTo>
                  <a:lnTo>
                    <a:pt x="112093" y="656433"/>
                  </a:lnTo>
                  <a:lnTo>
                    <a:pt x="112289" y="655982"/>
                  </a:lnTo>
                  <a:lnTo>
                    <a:pt x="112534" y="655631"/>
                  </a:lnTo>
                  <a:lnTo>
                    <a:pt x="112877" y="655230"/>
                  </a:lnTo>
                  <a:lnTo>
                    <a:pt x="113221" y="654779"/>
                  </a:lnTo>
                  <a:lnTo>
                    <a:pt x="113564" y="654428"/>
                  </a:lnTo>
                  <a:lnTo>
                    <a:pt x="113711" y="654278"/>
                  </a:lnTo>
                  <a:lnTo>
                    <a:pt x="113858" y="654127"/>
                  </a:lnTo>
                  <a:lnTo>
                    <a:pt x="113907" y="653827"/>
                  </a:lnTo>
                  <a:lnTo>
                    <a:pt x="113956" y="653576"/>
                  </a:lnTo>
                  <a:lnTo>
                    <a:pt x="113956" y="653225"/>
                  </a:lnTo>
                  <a:lnTo>
                    <a:pt x="113907" y="652824"/>
                  </a:lnTo>
                  <a:lnTo>
                    <a:pt x="113858" y="652574"/>
                  </a:lnTo>
                  <a:lnTo>
                    <a:pt x="113662" y="652173"/>
                  </a:lnTo>
                  <a:lnTo>
                    <a:pt x="113368" y="651622"/>
                  </a:lnTo>
                  <a:lnTo>
                    <a:pt x="112975" y="650569"/>
                  </a:lnTo>
                  <a:lnTo>
                    <a:pt x="112632" y="649567"/>
                  </a:lnTo>
                  <a:lnTo>
                    <a:pt x="112583" y="648364"/>
                  </a:lnTo>
                  <a:lnTo>
                    <a:pt x="112436" y="647162"/>
                  </a:lnTo>
                  <a:lnTo>
                    <a:pt x="112534" y="646410"/>
                  </a:lnTo>
                  <a:lnTo>
                    <a:pt x="113024" y="645558"/>
                  </a:lnTo>
                  <a:lnTo>
                    <a:pt x="113662" y="644806"/>
                  </a:lnTo>
                  <a:lnTo>
                    <a:pt x="113907" y="644456"/>
                  </a:lnTo>
                  <a:lnTo>
                    <a:pt x="114495" y="643604"/>
                  </a:lnTo>
                  <a:lnTo>
                    <a:pt x="114838" y="643353"/>
                  </a:lnTo>
                  <a:lnTo>
                    <a:pt x="115328" y="642702"/>
                  </a:lnTo>
                  <a:lnTo>
                    <a:pt x="115916" y="642251"/>
                  </a:lnTo>
                  <a:lnTo>
                    <a:pt x="116455" y="641549"/>
                  </a:lnTo>
                  <a:lnTo>
                    <a:pt x="116749" y="640898"/>
                  </a:lnTo>
                  <a:lnTo>
                    <a:pt x="116848" y="640096"/>
                  </a:lnTo>
                  <a:lnTo>
                    <a:pt x="116798" y="639645"/>
                  </a:lnTo>
                  <a:lnTo>
                    <a:pt x="116749" y="639244"/>
                  </a:lnTo>
                  <a:lnTo>
                    <a:pt x="116651" y="637941"/>
                  </a:lnTo>
                  <a:lnTo>
                    <a:pt x="116504" y="637540"/>
                  </a:lnTo>
                  <a:lnTo>
                    <a:pt x="116455" y="637289"/>
                  </a:lnTo>
                  <a:lnTo>
                    <a:pt x="116455" y="636888"/>
                  </a:lnTo>
                  <a:lnTo>
                    <a:pt x="116308" y="634834"/>
                  </a:lnTo>
                  <a:lnTo>
                    <a:pt x="116112" y="634333"/>
                  </a:lnTo>
                  <a:lnTo>
                    <a:pt x="116063" y="633631"/>
                  </a:lnTo>
                  <a:lnTo>
                    <a:pt x="116014" y="632879"/>
                  </a:lnTo>
                  <a:lnTo>
                    <a:pt x="116063" y="632479"/>
                  </a:lnTo>
                  <a:lnTo>
                    <a:pt x="116210" y="631677"/>
                  </a:lnTo>
                  <a:lnTo>
                    <a:pt x="116161" y="631075"/>
                  </a:lnTo>
                  <a:lnTo>
                    <a:pt x="115867" y="630324"/>
                  </a:lnTo>
                  <a:lnTo>
                    <a:pt x="115867" y="630073"/>
                  </a:lnTo>
                  <a:lnTo>
                    <a:pt x="115867" y="629873"/>
                  </a:lnTo>
                  <a:lnTo>
                    <a:pt x="115818" y="629522"/>
                  </a:lnTo>
                  <a:lnTo>
                    <a:pt x="115916" y="628971"/>
                  </a:lnTo>
                  <a:lnTo>
                    <a:pt x="116063" y="628670"/>
                  </a:lnTo>
                  <a:lnTo>
                    <a:pt x="116798" y="627968"/>
                  </a:lnTo>
                  <a:lnTo>
                    <a:pt x="116749" y="627618"/>
                  </a:lnTo>
                  <a:lnTo>
                    <a:pt x="116651" y="627367"/>
                  </a:lnTo>
                  <a:lnTo>
                    <a:pt x="116553" y="626866"/>
                  </a:lnTo>
                  <a:lnTo>
                    <a:pt x="116455" y="626615"/>
                  </a:lnTo>
                  <a:lnTo>
                    <a:pt x="116455" y="626415"/>
                  </a:lnTo>
                  <a:lnTo>
                    <a:pt x="116553" y="626164"/>
                  </a:lnTo>
                  <a:lnTo>
                    <a:pt x="116553" y="625813"/>
                  </a:lnTo>
                  <a:lnTo>
                    <a:pt x="116651" y="625312"/>
                  </a:lnTo>
                  <a:lnTo>
                    <a:pt x="116798" y="624711"/>
                  </a:lnTo>
                  <a:lnTo>
                    <a:pt x="116798" y="624110"/>
                  </a:lnTo>
                  <a:lnTo>
                    <a:pt x="116798" y="623709"/>
                  </a:lnTo>
                  <a:lnTo>
                    <a:pt x="116749" y="623208"/>
                  </a:lnTo>
                  <a:lnTo>
                    <a:pt x="116798" y="622656"/>
                  </a:lnTo>
                  <a:lnTo>
                    <a:pt x="116995" y="622406"/>
                  </a:lnTo>
                  <a:lnTo>
                    <a:pt x="117485" y="622055"/>
                  </a:lnTo>
                  <a:lnTo>
                    <a:pt x="118073" y="621754"/>
                  </a:lnTo>
                  <a:lnTo>
                    <a:pt x="118661" y="621454"/>
                  </a:lnTo>
                  <a:lnTo>
                    <a:pt x="119249" y="621303"/>
                  </a:lnTo>
                  <a:lnTo>
                    <a:pt x="119935" y="621103"/>
                  </a:lnTo>
                  <a:lnTo>
                    <a:pt x="120573" y="620752"/>
                  </a:lnTo>
                  <a:lnTo>
                    <a:pt x="121014" y="620451"/>
                  </a:lnTo>
                  <a:lnTo>
                    <a:pt x="121455" y="620151"/>
                  </a:lnTo>
                  <a:lnTo>
                    <a:pt x="121749" y="619900"/>
                  </a:lnTo>
                  <a:lnTo>
                    <a:pt x="121994" y="619700"/>
                  </a:lnTo>
                  <a:lnTo>
                    <a:pt x="122337" y="619349"/>
                  </a:lnTo>
                  <a:lnTo>
                    <a:pt x="122631" y="618848"/>
                  </a:lnTo>
                  <a:lnTo>
                    <a:pt x="122827" y="618397"/>
                  </a:lnTo>
                  <a:lnTo>
                    <a:pt x="122974" y="617896"/>
                  </a:lnTo>
                  <a:lnTo>
                    <a:pt x="123170" y="617344"/>
                  </a:lnTo>
                  <a:lnTo>
                    <a:pt x="123366" y="616994"/>
                  </a:lnTo>
                  <a:lnTo>
                    <a:pt x="123660" y="616242"/>
                  </a:lnTo>
                  <a:lnTo>
                    <a:pt x="123856" y="615640"/>
                  </a:lnTo>
                  <a:lnTo>
                    <a:pt x="124052" y="615340"/>
                  </a:lnTo>
                  <a:lnTo>
                    <a:pt x="124298" y="615189"/>
                  </a:lnTo>
                  <a:lnTo>
                    <a:pt x="124935" y="615039"/>
                  </a:lnTo>
                  <a:lnTo>
                    <a:pt x="125719" y="614839"/>
                  </a:lnTo>
                  <a:lnTo>
                    <a:pt x="126503" y="614588"/>
                  </a:lnTo>
                  <a:lnTo>
                    <a:pt x="127385" y="614388"/>
                  </a:lnTo>
                  <a:lnTo>
                    <a:pt x="128317" y="614287"/>
                  </a:lnTo>
                  <a:lnTo>
                    <a:pt x="128807" y="614338"/>
                  </a:lnTo>
                  <a:lnTo>
                    <a:pt x="129297" y="614137"/>
                  </a:lnTo>
                  <a:lnTo>
                    <a:pt x="129689" y="613887"/>
                  </a:lnTo>
                  <a:lnTo>
                    <a:pt x="130081" y="613536"/>
                  </a:lnTo>
                  <a:lnTo>
                    <a:pt x="130816" y="613035"/>
                  </a:lnTo>
                  <a:lnTo>
                    <a:pt x="131748" y="612634"/>
                  </a:lnTo>
                  <a:lnTo>
                    <a:pt x="132140" y="612283"/>
                  </a:lnTo>
                  <a:lnTo>
                    <a:pt x="132287" y="611932"/>
                  </a:lnTo>
                  <a:lnTo>
                    <a:pt x="132532" y="611281"/>
                  </a:lnTo>
                  <a:lnTo>
                    <a:pt x="132679" y="610930"/>
                  </a:lnTo>
                  <a:lnTo>
                    <a:pt x="133022" y="610629"/>
                  </a:lnTo>
                  <a:lnTo>
                    <a:pt x="133561" y="610379"/>
                  </a:lnTo>
                  <a:lnTo>
                    <a:pt x="134051" y="610078"/>
                  </a:lnTo>
                  <a:lnTo>
                    <a:pt x="134688" y="609527"/>
                  </a:lnTo>
                  <a:lnTo>
                    <a:pt x="135031" y="609176"/>
                  </a:lnTo>
                  <a:lnTo>
                    <a:pt x="135473" y="608825"/>
                  </a:lnTo>
                  <a:lnTo>
                    <a:pt x="135816" y="608524"/>
                  </a:lnTo>
                  <a:lnTo>
                    <a:pt x="136306" y="608274"/>
                  </a:lnTo>
                  <a:lnTo>
                    <a:pt x="136992" y="607973"/>
                  </a:lnTo>
                  <a:lnTo>
                    <a:pt x="137727" y="607672"/>
                  </a:lnTo>
                  <a:lnTo>
                    <a:pt x="138266" y="607572"/>
                  </a:lnTo>
                  <a:lnTo>
                    <a:pt x="138707" y="607522"/>
                  </a:lnTo>
                  <a:lnTo>
                    <a:pt x="139345" y="607522"/>
                  </a:lnTo>
                  <a:lnTo>
                    <a:pt x="140619" y="607422"/>
                  </a:lnTo>
                  <a:lnTo>
                    <a:pt x="141305" y="607272"/>
                  </a:lnTo>
                  <a:lnTo>
                    <a:pt x="141648" y="606871"/>
                  </a:lnTo>
                  <a:lnTo>
                    <a:pt x="141893" y="606470"/>
                  </a:lnTo>
                  <a:lnTo>
                    <a:pt x="142089" y="605969"/>
                  </a:lnTo>
                  <a:lnTo>
                    <a:pt x="142433" y="605067"/>
                  </a:lnTo>
                  <a:lnTo>
                    <a:pt x="142531" y="604766"/>
                  </a:lnTo>
                  <a:lnTo>
                    <a:pt x="142482" y="604265"/>
                  </a:lnTo>
                  <a:lnTo>
                    <a:pt x="142236" y="603413"/>
                  </a:lnTo>
                  <a:lnTo>
                    <a:pt x="142138" y="602912"/>
                  </a:lnTo>
                  <a:lnTo>
                    <a:pt x="142089" y="602661"/>
                  </a:lnTo>
                  <a:lnTo>
                    <a:pt x="142236" y="602060"/>
                  </a:lnTo>
                  <a:lnTo>
                    <a:pt x="142433" y="601308"/>
                  </a:lnTo>
                  <a:lnTo>
                    <a:pt x="142482" y="600005"/>
                  </a:lnTo>
                  <a:lnTo>
                    <a:pt x="141893" y="598151"/>
                  </a:lnTo>
                  <a:lnTo>
                    <a:pt x="141599" y="597048"/>
                  </a:lnTo>
                  <a:lnTo>
                    <a:pt x="141501" y="596247"/>
                  </a:lnTo>
                  <a:lnTo>
                    <a:pt x="141452" y="595695"/>
                  </a:lnTo>
                  <a:lnTo>
                    <a:pt x="141746" y="594944"/>
                  </a:lnTo>
                  <a:lnTo>
                    <a:pt x="142187" y="594493"/>
                  </a:lnTo>
                  <a:lnTo>
                    <a:pt x="142334" y="594142"/>
                  </a:lnTo>
                  <a:lnTo>
                    <a:pt x="142433" y="593440"/>
                  </a:lnTo>
                  <a:lnTo>
                    <a:pt x="142874" y="591135"/>
                  </a:lnTo>
                  <a:lnTo>
                    <a:pt x="142874" y="590684"/>
                  </a:lnTo>
                  <a:lnTo>
                    <a:pt x="142874" y="590183"/>
                  </a:lnTo>
                  <a:lnTo>
                    <a:pt x="142874" y="589080"/>
                  </a:lnTo>
                  <a:lnTo>
                    <a:pt x="142727" y="587176"/>
                  </a:lnTo>
                  <a:lnTo>
                    <a:pt x="142727" y="586675"/>
                  </a:lnTo>
                  <a:lnTo>
                    <a:pt x="142923" y="586274"/>
                  </a:lnTo>
                  <a:lnTo>
                    <a:pt x="143070" y="586024"/>
                  </a:lnTo>
                  <a:lnTo>
                    <a:pt x="144883" y="583869"/>
                  </a:lnTo>
                  <a:lnTo>
                    <a:pt x="145128" y="583418"/>
                  </a:lnTo>
                  <a:lnTo>
                    <a:pt x="145128" y="583117"/>
                  </a:lnTo>
                  <a:lnTo>
                    <a:pt x="145030" y="582666"/>
                  </a:lnTo>
                  <a:lnTo>
                    <a:pt x="144883" y="581864"/>
                  </a:lnTo>
                  <a:lnTo>
                    <a:pt x="144834" y="581163"/>
                  </a:lnTo>
                  <a:lnTo>
                    <a:pt x="144736" y="580511"/>
                  </a:lnTo>
                  <a:lnTo>
                    <a:pt x="144834" y="579609"/>
                  </a:lnTo>
                  <a:lnTo>
                    <a:pt x="144834" y="579308"/>
                  </a:lnTo>
                  <a:lnTo>
                    <a:pt x="144442" y="578156"/>
                  </a:lnTo>
                  <a:lnTo>
                    <a:pt x="144295" y="577755"/>
                  </a:lnTo>
                  <a:lnTo>
                    <a:pt x="144295" y="577304"/>
                  </a:lnTo>
                  <a:lnTo>
                    <a:pt x="144295" y="576853"/>
                  </a:lnTo>
                  <a:lnTo>
                    <a:pt x="144295" y="576402"/>
                  </a:lnTo>
                  <a:lnTo>
                    <a:pt x="143952" y="575299"/>
                  </a:lnTo>
                  <a:lnTo>
                    <a:pt x="143707" y="574698"/>
                  </a:lnTo>
                  <a:lnTo>
                    <a:pt x="143462" y="573846"/>
                  </a:lnTo>
                  <a:lnTo>
                    <a:pt x="143462" y="573696"/>
                  </a:lnTo>
                  <a:lnTo>
                    <a:pt x="143413" y="573395"/>
                  </a:lnTo>
                  <a:lnTo>
                    <a:pt x="143217" y="573044"/>
                  </a:lnTo>
                  <a:lnTo>
                    <a:pt x="143070" y="572693"/>
                  </a:lnTo>
                  <a:lnTo>
                    <a:pt x="142923" y="572092"/>
                  </a:lnTo>
                  <a:lnTo>
                    <a:pt x="142874" y="571741"/>
                  </a:lnTo>
                  <a:lnTo>
                    <a:pt x="142629" y="570338"/>
                  </a:lnTo>
                  <a:lnTo>
                    <a:pt x="142433" y="569436"/>
                  </a:lnTo>
                  <a:lnTo>
                    <a:pt x="142138" y="568033"/>
                  </a:lnTo>
                  <a:lnTo>
                    <a:pt x="141893" y="566930"/>
                  </a:lnTo>
                  <a:lnTo>
                    <a:pt x="141501" y="566279"/>
                  </a:lnTo>
                  <a:lnTo>
                    <a:pt x="141305" y="565928"/>
                  </a:lnTo>
                  <a:lnTo>
                    <a:pt x="141011" y="565627"/>
                  </a:lnTo>
                  <a:lnTo>
                    <a:pt x="140668" y="565176"/>
                  </a:lnTo>
                  <a:lnTo>
                    <a:pt x="140717" y="564876"/>
                  </a:lnTo>
                  <a:lnTo>
                    <a:pt x="141011" y="564675"/>
                  </a:lnTo>
                  <a:lnTo>
                    <a:pt x="141991" y="564525"/>
                  </a:lnTo>
                  <a:lnTo>
                    <a:pt x="142482" y="564475"/>
                  </a:lnTo>
                  <a:lnTo>
                    <a:pt x="144148" y="563773"/>
                  </a:lnTo>
                  <a:lnTo>
                    <a:pt x="144491" y="563573"/>
                  </a:lnTo>
                  <a:lnTo>
                    <a:pt x="145471" y="563322"/>
                  </a:lnTo>
                  <a:lnTo>
                    <a:pt x="147334" y="562470"/>
                  </a:lnTo>
                  <a:lnTo>
                    <a:pt x="147824" y="562270"/>
                  </a:lnTo>
                  <a:lnTo>
                    <a:pt x="148608" y="561769"/>
                  </a:lnTo>
                  <a:lnTo>
                    <a:pt x="148951" y="561418"/>
                  </a:lnTo>
                  <a:lnTo>
                    <a:pt x="149343" y="561017"/>
                  </a:lnTo>
                  <a:lnTo>
                    <a:pt x="150030" y="559965"/>
                  </a:lnTo>
                  <a:lnTo>
                    <a:pt x="150422" y="559363"/>
                  </a:lnTo>
                  <a:lnTo>
                    <a:pt x="151059" y="558311"/>
                  </a:lnTo>
                  <a:lnTo>
                    <a:pt x="151500" y="557309"/>
                  </a:lnTo>
                  <a:lnTo>
                    <a:pt x="152284" y="555254"/>
                  </a:lnTo>
                  <a:lnTo>
                    <a:pt x="152480" y="552999"/>
                  </a:lnTo>
                  <a:lnTo>
                    <a:pt x="152627" y="552097"/>
                  </a:lnTo>
                  <a:lnTo>
                    <a:pt x="153019" y="550293"/>
                  </a:lnTo>
                  <a:lnTo>
                    <a:pt x="153264" y="549541"/>
                  </a:lnTo>
                  <a:lnTo>
                    <a:pt x="153657" y="547787"/>
                  </a:lnTo>
                  <a:lnTo>
                    <a:pt x="153853" y="547035"/>
                  </a:lnTo>
                  <a:lnTo>
                    <a:pt x="153951" y="546534"/>
                  </a:lnTo>
                  <a:lnTo>
                    <a:pt x="154392" y="545282"/>
                  </a:lnTo>
                  <a:lnTo>
                    <a:pt x="154735" y="544279"/>
                  </a:lnTo>
                  <a:lnTo>
                    <a:pt x="155568" y="542375"/>
                  </a:lnTo>
                  <a:lnTo>
                    <a:pt x="156107" y="540471"/>
                  </a:lnTo>
                  <a:lnTo>
                    <a:pt x="157284" y="539168"/>
                  </a:lnTo>
                  <a:lnTo>
                    <a:pt x="157921" y="538516"/>
                  </a:lnTo>
                  <a:lnTo>
                    <a:pt x="158215" y="538165"/>
                  </a:lnTo>
                  <a:lnTo>
                    <a:pt x="158313" y="537614"/>
                  </a:lnTo>
                  <a:lnTo>
                    <a:pt x="158607" y="536963"/>
                  </a:lnTo>
                  <a:lnTo>
                    <a:pt x="158950" y="536261"/>
                  </a:lnTo>
                  <a:lnTo>
                    <a:pt x="159832" y="534507"/>
                  </a:lnTo>
                  <a:lnTo>
                    <a:pt x="160126" y="534156"/>
                  </a:lnTo>
                  <a:lnTo>
                    <a:pt x="161156" y="533505"/>
                  </a:lnTo>
                  <a:lnTo>
                    <a:pt x="161597" y="533304"/>
                  </a:lnTo>
                  <a:lnTo>
                    <a:pt x="162675" y="533104"/>
                  </a:lnTo>
                  <a:lnTo>
                    <a:pt x="162822" y="533004"/>
                  </a:lnTo>
                  <a:lnTo>
                    <a:pt x="162969" y="532703"/>
                  </a:lnTo>
                  <a:lnTo>
                    <a:pt x="162675" y="532052"/>
                  </a:lnTo>
                  <a:lnTo>
                    <a:pt x="162430" y="531400"/>
                  </a:lnTo>
                  <a:lnTo>
                    <a:pt x="161793" y="530348"/>
                  </a:lnTo>
                  <a:lnTo>
                    <a:pt x="161548" y="529746"/>
                  </a:lnTo>
                  <a:lnTo>
                    <a:pt x="161450" y="528644"/>
                  </a:lnTo>
                  <a:lnTo>
                    <a:pt x="161450" y="528343"/>
                  </a:lnTo>
                  <a:lnTo>
                    <a:pt x="161450" y="527942"/>
                  </a:lnTo>
                  <a:lnTo>
                    <a:pt x="161646" y="526389"/>
                  </a:lnTo>
                  <a:lnTo>
                    <a:pt x="161940" y="525687"/>
                  </a:lnTo>
                  <a:lnTo>
                    <a:pt x="162185" y="525286"/>
                  </a:lnTo>
                  <a:lnTo>
                    <a:pt x="162920" y="523532"/>
                  </a:lnTo>
                  <a:lnTo>
                    <a:pt x="163214" y="522530"/>
                  </a:lnTo>
                  <a:lnTo>
                    <a:pt x="163459" y="522179"/>
                  </a:lnTo>
                  <a:lnTo>
                    <a:pt x="163802" y="521979"/>
                  </a:lnTo>
                  <a:lnTo>
                    <a:pt x="164440" y="521277"/>
                  </a:lnTo>
                  <a:lnTo>
                    <a:pt x="164587" y="520876"/>
                  </a:lnTo>
                  <a:lnTo>
                    <a:pt x="164587" y="520425"/>
                  </a:lnTo>
                  <a:lnTo>
                    <a:pt x="164783" y="519072"/>
                  </a:lnTo>
                  <a:lnTo>
                    <a:pt x="165224" y="517068"/>
                  </a:lnTo>
                  <a:lnTo>
                    <a:pt x="165861" y="515314"/>
                  </a:lnTo>
                  <a:lnTo>
                    <a:pt x="166253" y="514863"/>
                  </a:lnTo>
                  <a:lnTo>
                    <a:pt x="166498" y="514061"/>
                  </a:lnTo>
                  <a:lnTo>
                    <a:pt x="166645" y="513610"/>
                  </a:lnTo>
                  <a:lnTo>
                    <a:pt x="166449" y="512507"/>
                  </a:lnTo>
                  <a:lnTo>
                    <a:pt x="166449" y="512006"/>
                  </a:lnTo>
                  <a:lnTo>
                    <a:pt x="166792" y="510252"/>
                  </a:lnTo>
                  <a:lnTo>
                    <a:pt x="167527" y="506243"/>
                  </a:lnTo>
                  <a:lnTo>
                    <a:pt x="168263" y="502385"/>
                  </a:lnTo>
                  <a:lnTo>
                    <a:pt x="169096" y="501683"/>
                  </a:lnTo>
                  <a:lnTo>
                    <a:pt x="169537" y="500981"/>
                  </a:lnTo>
                  <a:lnTo>
                    <a:pt x="170566" y="499779"/>
                  </a:lnTo>
                  <a:lnTo>
                    <a:pt x="170909" y="499177"/>
                  </a:lnTo>
                  <a:lnTo>
                    <a:pt x="172086" y="497674"/>
                  </a:lnTo>
                  <a:lnTo>
                    <a:pt x="173017" y="496471"/>
                  </a:lnTo>
                  <a:lnTo>
                    <a:pt x="174536" y="494817"/>
                  </a:lnTo>
                  <a:lnTo>
                    <a:pt x="175026" y="494066"/>
                  </a:lnTo>
                  <a:lnTo>
                    <a:pt x="176056" y="492613"/>
                  </a:lnTo>
                  <a:lnTo>
                    <a:pt x="176301" y="492212"/>
                  </a:lnTo>
                  <a:lnTo>
                    <a:pt x="176889" y="490808"/>
                  </a:lnTo>
                  <a:lnTo>
                    <a:pt x="177281" y="489455"/>
                  </a:lnTo>
                  <a:lnTo>
                    <a:pt x="177673" y="488704"/>
                  </a:lnTo>
                  <a:lnTo>
                    <a:pt x="177967" y="487701"/>
                  </a:lnTo>
                  <a:lnTo>
                    <a:pt x="178212" y="484795"/>
                  </a:lnTo>
                  <a:lnTo>
                    <a:pt x="178261" y="484494"/>
                  </a:lnTo>
                  <a:lnTo>
                    <a:pt x="178212" y="484193"/>
                  </a:lnTo>
                  <a:lnTo>
                    <a:pt x="178261" y="483943"/>
                  </a:lnTo>
                  <a:lnTo>
                    <a:pt x="178800" y="483342"/>
                  </a:lnTo>
                  <a:lnTo>
                    <a:pt x="179683" y="481838"/>
                  </a:lnTo>
                  <a:lnTo>
                    <a:pt x="180222" y="480786"/>
                  </a:lnTo>
                  <a:lnTo>
                    <a:pt x="180712" y="479884"/>
                  </a:lnTo>
                  <a:lnTo>
                    <a:pt x="181349" y="478831"/>
                  </a:lnTo>
                  <a:lnTo>
                    <a:pt x="181447" y="478330"/>
                  </a:lnTo>
                  <a:lnTo>
                    <a:pt x="181398" y="477328"/>
                  </a:lnTo>
                  <a:lnTo>
                    <a:pt x="181251" y="476225"/>
                  </a:lnTo>
                  <a:lnTo>
                    <a:pt x="181153" y="475925"/>
                  </a:lnTo>
                  <a:lnTo>
                    <a:pt x="180859" y="475774"/>
                  </a:lnTo>
                  <a:lnTo>
                    <a:pt x="180516" y="475624"/>
                  </a:lnTo>
                  <a:lnTo>
                    <a:pt x="180075" y="475374"/>
                  </a:lnTo>
                  <a:lnTo>
                    <a:pt x="179928" y="475073"/>
                  </a:lnTo>
                  <a:lnTo>
                    <a:pt x="179781" y="474121"/>
                  </a:lnTo>
                  <a:lnTo>
                    <a:pt x="179585" y="473419"/>
                  </a:lnTo>
                  <a:lnTo>
                    <a:pt x="179242" y="472417"/>
                  </a:lnTo>
                  <a:lnTo>
                    <a:pt x="178898" y="471966"/>
                  </a:lnTo>
                  <a:lnTo>
                    <a:pt x="178261" y="471264"/>
                  </a:lnTo>
                  <a:lnTo>
                    <a:pt x="177526" y="470563"/>
                  </a:lnTo>
                  <a:lnTo>
                    <a:pt x="176644" y="469761"/>
                  </a:lnTo>
                  <a:lnTo>
                    <a:pt x="176546" y="469460"/>
                  </a:lnTo>
                  <a:lnTo>
                    <a:pt x="176595" y="469109"/>
                  </a:lnTo>
                  <a:lnTo>
                    <a:pt x="176742" y="468558"/>
                  </a:lnTo>
                  <a:lnTo>
                    <a:pt x="176889" y="468308"/>
                  </a:lnTo>
                  <a:lnTo>
                    <a:pt x="177085" y="467406"/>
                  </a:lnTo>
                  <a:lnTo>
                    <a:pt x="177085" y="467255"/>
                  </a:lnTo>
                  <a:lnTo>
                    <a:pt x="176644" y="466153"/>
                  </a:lnTo>
                  <a:lnTo>
                    <a:pt x="176350" y="465501"/>
                  </a:lnTo>
                  <a:lnTo>
                    <a:pt x="176105" y="465201"/>
                  </a:lnTo>
                  <a:lnTo>
                    <a:pt x="175811" y="464750"/>
                  </a:lnTo>
                  <a:lnTo>
                    <a:pt x="175468" y="464399"/>
                  </a:lnTo>
                  <a:lnTo>
                    <a:pt x="174634" y="463797"/>
                  </a:lnTo>
                  <a:lnTo>
                    <a:pt x="173752" y="463146"/>
                  </a:lnTo>
                  <a:lnTo>
                    <a:pt x="172086" y="463046"/>
                  </a:lnTo>
                  <a:lnTo>
                    <a:pt x="171595" y="462745"/>
                  </a:lnTo>
                  <a:lnTo>
                    <a:pt x="171252" y="462244"/>
                  </a:lnTo>
                  <a:lnTo>
                    <a:pt x="171301" y="460390"/>
                  </a:lnTo>
                  <a:lnTo>
                    <a:pt x="171595" y="459387"/>
                  </a:lnTo>
                  <a:lnTo>
                    <a:pt x="172135" y="458185"/>
                  </a:lnTo>
                  <a:lnTo>
                    <a:pt x="172870" y="457583"/>
                  </a:lnTo>
                  <a:lnTo>
                    <a:pt x="173458" y="457333"/>
                  </a:lnTo>
                  <a:lnTo>
                    <a:pt x="174144" y="457032"/>
                  </a:lnTo>
                  <a:lnTo>
                    <a:pt x="174144" y="456731"/>
                  </a:lnTo>
                  <a:lnTo>
                    <a:pt x="173997" y="455930"/>
                  </a:lnTo>
                  <a:lnTo>
                    <a:pt x="173752" y="455278"/>
                  </a:lnTo>
                  <a:lnTo>
                    <a:pt x="173556" y="454877"/>
                  </a:lnTo>
                  <a:lnTo>
                    <a:pt x="173213" y="454426"/>
                  </a:lnTo>
                  <a:lnTo>
                    <a:pt x="172527" y="453574"/>
                  </a:lnTo>
                  <a:lnTo>
                    <a:pt x="171743" y="452823"/>
                  </a:lnTo>
                  <a:lnTo>
                    <a:pt x="171301" y="452422"/>
                  </a:lnTo>
                  <a:lnTo>
                    <a:pt x="170860" y="452121"/>
                  </a:lnTo>
                  <a:lnTo>
                    <a:pt x="170223" y="451770"/>
                  </a:lnTo>
                  <a:lnTo>
                    <a:pt x="169733" y="451319"/>
                  </a:lnTo>
                  <a:lnTo>
                    <a:pt x="169243" y="450768"/>
                  </a:lnTo>
                  <a:lnTo>
                    <a:pt x="168851" y="450167"/>
                  </a:lnTo>
                  <a:lnTo>
                    <a:pt x="168508" y="449565"/>
                  </a:lnTo>
                  <a:lnTo>
                    <a:pt x="168263" y="449064"/>
                  </a:lnTo>
                  <a:lnTo>
                    <a:pt x="167870" y="448413"/>
                  </a:lnTo>
                  <a:lnTo>
                    <a:pt x="167282" y="447661"/>
                  </a:lnTo>
                  <a:lnTo>
                    <a:pt x="166596" y="447110"/>
                  </a:lnTo>
                  <a:lnTo>
                    <a:pt x="166155" y="446709"/>
                  </a:lnTo>
                  <a:lnTo>
                    <a:pt x="165665" y="445957"/>
                  </a:lnTo>
                  <a:lnTo>
                    <a:pt x="165371" y="445456"/>
                  </a:lnTo>
                  <a:lnTo>
                    <a:pt x="163655" y="442700"/>
                  </a:lnTo>
                  <a:lnTo>
                    <a:pt x="163263" y="442249"/>
                  </a:lnTo>
                  <a:lnTo>
                    <a:pt x="162969" y="441748"/>
                  </a:lnTo>
                  <a:lnTo>
                    <a:pt x="162430" y="441196"/>
                  </a:lnTo>
                  <a:lnTo>
                    <a:pt x="162087" y="440595"/>
                  </a:lnTo>
                  <a:lnTo>
                    <a:pt x="161940" y="439793"/>
                  </a:lnTo>
                  <a:lnTo>
                    <a:pt x="162136" y="438891"/>
                  </a:lnTo>
                  <a:lnTo>
                    <a:pt x="162185" y="438039"/>
                  </a:lnTo>
                  <a:lnTo>
                    <a:pt x="162087" y="436385"/>
                  </a:lnTo>
                  <a:lnTo>
                    <a:pt x="162430" y="434882"/>
                  </a:lnTo>
                  <a:lnTo>
                    <a:pt x="162724" y="434080"/>
                  </a:lnTo>
                  <a:lnTo>
                    <a:pt x="163606" y="433228"/>
                  </a:lnTo>
                  <a:lnTo>
                    <a:pt x="164047" y="432226"/>
                  </a:lnTo>
                  <a:lnTo>
                    <a:pt x="165028" y="429470"/>
                  </a:lnTo>
                  <a:lnTo>
                    <a:pt x="165714" y="428217"/>
                  </a:lnTo>
                  <a:lnTo>
                    <a:pt x="166253" y="427515"/>
                  </a:lnTo>
                  <a:lnTo>
                    <a:pt x="166792" y="426714"/>
                  </a:lnTo>
                  <a:lnTo>
                    <a:pt x="166988" y="426263"/>
                  </a:lnTo>
                  <a:lnTo>
                    <a:pt x="167037" y="425912"/>
                  </a:lnTo>
                  <a:lnTo>
                    <a:pt x="166988" y="425761"/>
                  </a:lnTo>
                  <a:lnTo>
                    <a:pt x="166988" y="425611"/>
                  </a:lnTo>
                  <a:lnTo>
                    <a:pt x="167037" y="425210"/>
                  </a:lnTo>
                  <a:lnTo>
                    <a:pt x="167086" y="425060"/>
                  </a:lnTo>
                  <a:lnTo>
                    <a:pt x="167037" y="424859"/>
                  </a:lnTo>
                  <a:lnTo>
                    <a:pt x="166841" y="423957"/>
                  </a:lnTo>
                  <a:lnTo>
                    <a:pt x="166694" y="423005"/>
                  </a:lnTo>
                  <a:lnTo>
                    <a:pt x="166645" y="422053"/>
                  </a:lnTo>
                  <a:lnTo>
                    <a:pt x="166645" y="420800"/>
                  </a:lnTo>
                  <a:lnTo>
                    <a:pt x="166743" y="419648"/>
                  </a:lnTo>
                  <a:lnTo>
                    <a:pt x="166841" y="419096"/>
                  </a:lnTo>
                  <a:lnTo>
                    <a:pt x="167233" y="417944"/>
                  </a:lnTo>
                  <a:lnTo>
                    <a:pt x="167331" y="417092"/>
                  </a:lnTo>
                  <a:lnTo>
                    <a:pt x="167086" y="415639"/>
                  </a:lnTo>
                  <a:lnTo>
                    <a:pt x="167037" y="414987"/>
                  </a:lnTo>
                  <a:lnTo>
                    <a:pt x="167037" y="413734"/>
                  </a:lnTo>
                  <a:lnTo>
                    <a:pt x="166890" y="412381"/>
                  </a:lnTo>
                  <a:lnTo>
                    <a:pt x="166841" y="411930"/>
                  </a:lnTo>
                  <a:lnTo>
                    <a:pt x="166890" y="411579"/>
                  </a:lnTo>
                  <a:lnTo>
                    <a:pt x="166988" y="410226"/>
                  </a:lnTo>
                  <a:lnTo>
                    <a:pt x="166841" y="409425"/>
                  </a:lnTo>
                  <a:lnTo>
                    <a:pt x="166743" y="408974"/>
                  </a:lnTo>
                  <a:lnTo>
                    <a:pt x="166106" y="407570"/>
                  </a:lnTo>
                  <a:lnTo>
                    <a:pt x="165126" y="405867"/>
                  </a:lnTo>
                  <a:lnTo>
                    <a:pt x="164881" y="404964"/>
                  </a:lnTo>
                  <a:lnTo>
                    <a:pt x="164734" y="404062"/>
                  </a:lnTo>
                  <a:lnTo>
                    <a:pt x="164832" y="403461"/>
                  </a:lnTo>
                  <a:lnTo>
                    <a:pt x="164979" y="402910"/>
                  </a:lnTo>
                  <a:lnTo>
                    <a:pt x="165469" y="401557"/>
                  </a:lnTo>
                  <a:lnTo>
                    <a:pt x="166106" y="400404"/>
                  </a:lnTo>
                  <a:lnTo>
                    <a:pt x="166204" y="399753"/>
                  </a:lnTo>
                  <a:lnTo>
                    <a:pt x="166155" y="398700"/>
                  </a:lnTo>
                  <a:lnTo>
                    <a:pt x="166057" y="397447"/>
                  </a:lnTo>
                  <a:lnTo>
                    <a:pt x="165763" y="396696"/>
                  </a:lnTo>
                  <a:lnTo>
                    <a:pt x="165224" y="395994"/>
                  </a:lnTo>
                  <a:lnTo>
                    <a:pt x="164930" y="395443"/>
                  </a:lnTo>
                  <a:lnTo>
                    <a:pt x="163459" y="391835"/>
                  </a:lnTo>
                  <a:lnTo>
                    <a:pt x="163214" y="390231"/>
                  </a:lnTo>
                  <a:lnTo>
                    <a:pt x="163165" y="387726"/>
                  </a:lnTo>
                  <a:lnTo>
                    <a:pt x="163018" y="387024"/>
                  </a:lnTo>
                  <a:lnTo>
                    <a:pt x="162430" y="386222"/>
                  </a:lnTo>
                  <a:lnTo>
                    <a:pt x="162234" y="385320"/>
                  </a:lnTo>
                  <a:lnTo>
                    <a:pt x="162087" y="385019"/>
                  </a:lnTo>
                  <a:lnTo>
                    <a:pt x="161793" y="384619"/>
                  </a:lnTo>
                  <a:lnTo>
                    <a:pt x="161352" y="383867"/>
                  </a:lnTo>
                  <a:lnTo>
                    <a:pt x="161205" y="383366"/>
                  </a:lnTo>
                  <a:lnTo>
                    <a:pt x="160911" y="381912"/>
                  </a:lnTo>
                  <a:lnTo>
                    <a:pt x="160764" y="381612"/>
                  </a:lnTo>
                  <a:lnTo>
                    <a:pt x="160420" y="381311"/>
                  </a:lnTo>
                  <a:lnTo>
                    <a:pt x="158509" y="379457"/>
                  </a:lnTo>
                  <a:lnTo>
                    <a:pt x="158313" y="379156"/>
                  </a:lnTo>
                  <a:lnTo>
                    <a:pt x="157774" y="378455"/>
                  </a:lnTo>
                  <a:lnTo>
                    <a:pt x="157578" y="377553"/>
                  </a:lnTo>
                  <a:lnTo>
                    <a:pt x="157578" y="376049"/>
                  </a:lnTo>
                  <a:lnTo>
                    <a:pt x="157480" y="374245"/>
                  </a:lnTo>
                  <a:lnTo>
                    <a:pt x="157284" y="373794"/>
                  </a:lnTo>
                  <a:lnTo>
                    <a:pt x="156891" y="372641"/>
                  </a:lnTo>
                  <a:lnTo>
                    <a:pt x="156744" y="371539"/>
                  </a:lnTo>
                  <a:lnTo>
                    <a:pt x="156891" y="370436"/>
                  </a:lnTo>
                  <a:lnTo>
                    <a:pt x="157333" y="369284"/>
                  </a:lnTo>
                  <a:lnTo>
                    <a:pt x="157578" y="367780"/>
                  </a:lnTo>
                  <a:lnTo>
                    <a:pt x="157480" y="366027"/>
                  </a:lnTo>
                  <a:lnTo>
                    <a:pt x="155715" y="360664"/>
                  </a:lnTo>
                  <a:lnTo>
                    <a:pt x="155715" y="358760"/>
                  </a:lnTo>
                  <a:lnTo>
                    <a:pt x="155813" y="358309"/>
                  </a:lnTo>
                  <a:lnTo>
                    <a:pt x="155813" y="357858"/>
                  </a:lnTo>
                  <a:lnTo>
                    <a:pt x="155715" y="357658"/>
                  </a:lnTo>
                  <a:lnTo>
                    <a:pt x="155421" y="357507"/>
                  </a:lnTo>
                  <a:lnTo>
                    <a:pt x="154980" y="357557"/>
                  </a:lnTo>
                  <a:lnTo>
                    <a:pt x="154490" y="357708"/>
                  </a:lnTo>
                  <a:lnTo>
                    <a:pt x="153166" y="358008"/>
                  </a:lnTo>
                  <a:lnTo>
                    <a:pt x="152186" y="357858"/>
                  </a:lnTo>
                  <a:lnTo>
                    <a:pt x="151647" y="357207"/>
                  </a:lnTo>
                  <a:lnTo>
                    <a:pt x="151598" y="356455"/>
                  </a:lnTo>
                  <a:lnTo>
                    <a:pt x="151549" y="355152"/>
                  </a:lnTo>
                  <a:lnTo>
                    <a:pt x="151304" y="353498"/>
                  </a:lnTo>
                  <a:lnTo>
                    <a:pt x="151402" y="352596"/>
                  </a:lnTo>
                  <a:lnTo>
                    <a:pt x="151255" y="351243"/>
                  </a:lnTo>
                  <a:lnTo>
                    <a:pt x="149883" y="348036"/>
                  </a:lnTo>
                  <a:lnTo>
                    <a:pt x="149588" y="347535"/>
                  </a:lnTo>
                  <a:lnTo>
                    <a:pt x="149147" y="346783"/>
                  </a:lnTo>
                  <a:lnTo>
                    <a:pt x="148657" y="345029"/>
                  </a:lnTo>
                  <a:lnTo>
                    <a:pt x="148461" y="344478"/>
                  </a:lnTo>
                  <a:lnTo>
                    <a:pt x="146648" y="342574"/>
                  </a:lnTo>
                  <a:lnTo>
                    <a:pt x="146403" y="342223"/>
                  </a:lnTo>
                  <a:lnTo>
                    <a:pt x="145716" y="341170"/>
                  </a:lnTo>
                  <a:lnTo>
                    <a:pt x="145226" y="340669"/>
                  </a:lnTo>
                  <a:lnTo>
                    <a:pt x="144981" y="339817"/>
                  </a:lnTo>
                  <a:lnTo>
                    <a:pt x="145079" y="338715"/>
                  </a:lnTo>
                  <a:lnTo>
                    <a:pt x="145520" y="337462"/>
                  </a:lnTo>
                  <a:lnTo>
                    <a:pt x="145520" y="336961"/>
                  </a:lnTo>
                  <a:lnTo>
                    <a:pt x="145422" y="336760"/>
                  </a:lnTo>
                  <a:lnTo>
                    <a:pt x="145177" y="336610"/>
                  </a:lnTo>
                  <a:lnTo>
                    <a:pt x="144638" y="336560"/>
                  </a:lnTo>
                  <a:lnTo>
                    <a:pt x="143805" y="336460"/>
                  </a:lnTo>
                  <a:lnTo>
                    <a:pt x="142580" y="336309"/>
                  </a:lnTo>
                  <a:lnTo>
                    <a:pt x="141305" y="335858"/>
                  </a:lnTo>
                  <a:lnTo>
                    <a:pt x="139982" y="335207"/>
                  </a:lnTo>
                  <a:lnTo>
                    <a:pt x="139198" y="334756"/>
                  </a:lnTo>
                  <a:lnTo>
                    <a:pt x="138217" y="334255"/>
                  </a:lnTo>
                  <a:lnTo>
                    <a:pt x="137531" y="333804"/>
                  </a:lnTo>
                  <a:lnTo>
                    <a:pt x="136355" y="333002"/>
                  </a:lnTo>
                  <a:lnTo>
                    <a:pt x="134247" y="331098"/>
                  </a:lnTo>
                  <a:lnTo>
                    <a:pt x="134100" y="331098"/>
                  </a:lnTo>
                  <a:lnTo>
                    <a:pt x="133414" y="330947"/>
                  </a:lnTo>
                  <a:lnTo>
                    <a:pt x="132581" y="330797"/>
                  </a:lnTo>
                  <a:lnTo>
                    <a:pt x="131699" y="330797"/>
                  </a:lnTo>
                  <a:lnTo>
                    <a:pt x="131061" y="330797"/>
                  </a:lnTo>
                  <a:lnTo>
                    <a:pt x="130130" y="330496"/>
                  </a:lnTo>
                  <a:lnTo>
                    <a:pt x="129787" y="330446"/>
                  </a:lnTo>
                  <a:lnTo>
                    <a:pt x="129395" y="330496"/>
                  </a:lnTo>
                  <a:lnTo>
                    <a:pt x="128905" y="330647"/>
                  </a:lnTo>
                  <a:lnTo>
                    <a:pt x="128464" y="330997"/>
                  </a:lnTo>
                  <a:lnTo>
                    <a:pt x="126160" y="331899"/>
                  </a:lnTo>
                  <a:lnTo>
                    <a:pt x="125670" y="332100"/>
                  </a:lnTo>
                  <a:lnTo>
                    <a:pt x="124739" y="332350"/>
                  </a:lnTo>
                  <a:lnTo>
                    <a:pt x="123758" y="332501"/>
                  </a:lnTo>
                  <a:lnTo>
                    <a:pt x="122190" y="332401"/>
                  </a:lnTo>
                  <a:lnTo>
                    <a:pt x="120278" y="332150"/>
                  </a:lnTo>
                  <a:lnTo>
                    <a:pt x="118563" y="331749"/>
                  </a:lnTo>
                  <a:lnTo>
                    <a:pt x="117387" y="331448"/>
                  </a:lnTo>
                  <a:lnTo>
                    <a:pt x="115769" y="331047"/>
                  </a:lnTo>
                  <a:lnTo>
                    <a:pt x="114103" y="330997"/>
                  </a:lnTo>
                  <a:lnTo>
                    <a:pt x="113024" y="331047"/>
                  </a:lnTo>
                  <a:lnTo>
                    <a:pt x="112387" y="331298"/>
                  </a:lnTo>
                  <a:lnTo>
                    <a:pt x="112093" y="331448"/>
                  </a:lnTo>
                  <a:lnTo>
                    <a:pt x="110819" y="331599"/>
                  </a:lnTo>
                  <a:lnTo>
                    <a:pt x="110378" y="331498"/>
                  </a:lnTo>
                  <a:lnTo>
                    <a:pt x="109054" y="331198"/>
                  </a:lnTo>
                  <a:lnTo>
                    <a:pt x="108613" y="330897"/>
                  </a:lnTo>
                  <a:lnTo>
                    <a:pt x="108074" y="330596"/>
                  </a:lnTo>
                  <a:lnTo>
                    <a:pt x="107290" y="329945"/>
                  </a:lnTo>
                  <a:lnTo>
                    <a:pt x="106114" y="327991"/>
                  </a:lnTo>
                  <a:lnTo>
                    <a:pt x="105623" y="327239"/>
                  </a:lnTo>
                  <a:lnTo>
                    <a:pt x="105476" y="327089"/>
                  </a:lnTo>
                  <a:lnTo>
                    <a:pt x="105378" y="326888"/>
                  </a:lnTo>
                  <a:lnTo>
                    <a:pt x="104594" y="326086"/>
                  </a:lnTo>
                  <a:lnTo>
                    <a:pt x="102830" y="324833"/>
                  </a:lnTo>
                  <a:lnTo>
                    <a:pt x="101702" y="324082"/>
                  </a:lnTo>
                  <a:lnTo>
                    <a:pt x="100085" y="323280"/>
                  </a:lnTo>
                  <a:lnTo>
                    <a:pt x="99742" y="323029"/>
                  </a:lnTo>
                  <a:lnTo>
                    <a:pt x="99448" y="322729"/>
                  </a:lnTo>
                  <a:lnTo>
                    <a:pt x="98762" y="321576"/>
                  </a:lnTo>
                  <a:lnTo>
                    <a:pt x="96752" y="319020"/>
                  </a:lnTo>
                  <a:lnTo>
                    <a:pt x="95821" y="317868"/>
                  </a:lnTo>
                  <a:lnTo>
                    <a:pt x="95086" y="316916"/>
                  </a:lnTo>
                  <a:lnTo>
                    <a:pt x="94693" y="316615"/>
                  </a:lnTo>
                  <a:lnTo>
                    <a:pt x="94497" y="316414"/>
                  </a:lnTo>
                  <a:lnTo>
                    <a:pt x="94007" y="315863"/>
                  </a:lnTo>
                  <a:lnTo>
                    <a:pt x="93909" y="315512"/>
                  </a:lnTo>
                  <a:lnTo>
                    <a:pt x="94203" y="312957"/>
                  </a:lnTo>
                  <a:lnTo>
                    <a:pt x="94693" y="309799"/>
                  </a:lnTo>
                  <a:lnTo>
                    <a:pt x="95037" y="307544"/>
                  </a:lnTo>
                  <a:lnTo>
                    <a:pt x="95331" y="305891"/>
                  </a:lnTo>
                  <a:lnTo>
                    <a:pt x="95527" y="305389"/>
                  </a:lnTo>
                  <a:lnTo>
                    <a:pt x="98075" y="301932"/>
                  </a:lnTo>
                  <a:lnTo>
                    <a:pt x="98909" y="301330"/>
                  </a:lnTo>
                  <a:lnTo>
                    <a:pt x="99105" y="300929"/>
                  </a:lnTo>
                  <a:lnTo>
                    <a:pt x="99987" y="299777"/>
                  </a:lnTo>
                  <a:lnTo>
                    <a:pt x="100036" y="299376"/>
                  </a:lnTo>
                  <a:lnTo>
                    <a:pt x="100036" y="298724"/>
                  </a:lnTo>
                  <a:lnTo>
                    <a:pt x="100036" y="298374"/>
                  </a:lnTo>
                  <a:lnTo>
                    <a:pt x="99889" y="296820"/>
                  </a:lnTo>
                  <a:lnTo>
                    <a:pt x="100232" y="295217"/>
                  </a:lnTo>
                  <a:lnTo>
                    <a:pt x="100722" y="294164"/>
                  </a:lnTo>
                  <a:lnTo>
                    <a:pt x="101016" y="293513"/>
                  </a:lnTo>
                  <a:lnTo>
                    <a:pt x="101359" y="292561"/>
                  </a:lnTo>
                  <a:lnTo>
                    <a:pt x="101359" y="291909"/>
                  </a:lnTo>
                  <a:lnTo>
                    <a:pt x="101163" y="291007"/>
                  </a:lnTo>
                  <a:lnTo>
                    <a:pt x="101212" y="290706"/>
                  </a:lnTo>
                  <a:lnTo>
                    <a:pt x="102291" y="288602"/>
                  </a:lnTo>
                  <a:lnTo>
                    <a:pt x="102438" y="287750"/>
                  </a:lnTo>
                  <a:lnTo>
                    <a:pt x="102536" y="286898"/>
                  </a:lnTo>
                  <a:lnTo>
                    <a:pt x="102438" y="286246"/>
                  </a:lnTo>
                  <a:lnTo>
                    <a:pt x="102045" y="285845"/>
                  </a:lnTo>
                  <a:lnTo>
                    <a:pt x="101604" y="285444"/>
                  </a:lnTo>
                  <a:lnTo>
                    <a:pt x="100624" y="284643"/>
                  </a:lnTo>
                  <a:lnTo>
                    <a:pt x="100477" y="284292"/>
                  </a:lnTo>
                  <a:lnTo>
                    <a:pt x="100330" y="283490"/>
                  </a:lnTo>
                  <a:lnTo>
                    <a:pt x="99889" y="282438"/>
                  </a:lnTo>
                  <a:lnTo>
                    <a:pt x="99889" y="281937"/>
                  </a:lnTo>
                  <a:lnTo>
                    <a:pt x="100036" y="281135"/>
                  </a:lnTo>
                  <a:lnTo>
                    <a:pt x="100183" y="279431"/>
                  </a:lnTo>
                  <a:lnTo>
                    <a:pt x="100036" y="279080"/>
                  </a:lnTo>
                  <a:lnTo>
                    <a:pt x="99105" y="278529"/>
                  </a:lnTo>
                  <a:lnTo>
                    <a:pt x="98124" y="277627"/>
                  </a:lnTo>
                  <a:lnTo>
                    <a:pt x="97830" y="277326"/>
                  </a:lnTo>
                  <a:lnTo>
                    <a:pt x="97438" y="276474"/>
                  </a:lnTo>
                  <a:lnTo>
                    <a:pt x="97046" y="275773"/>
                  </a:lnTo>
                  <a:lnTo>
                    <a:pt x="96948" y="275572"/>
                  </a:lnTo>
                  <a:lnTo>
                    <a:pt x="96262" y="274770"/>
                  </a:lnTo>
                  <a:lnTo>
                    <a:pt x="95919" y="274219"/>
                  </a:lnTo>
                  <a:lnTo>
                    <a:pt x="95870" y="273718"/>
                  </a:lnTo>
                  <a:lnTo>
                    <a:pt x="96115" y="272966"/>
                  </a:lnTo>
                  <a:lnTo>
                    <a:pt x="96654" y="271814"/>
                  </a:lnTo>
                  <a:lnTo>
                    <a:pt x="97291" y="271112"/>
                  </a:lnTo>
                  <a:lnTo>
                    <a:pt x="97340" y="270861"/>
                  </a:lnTo>
                  <a:lnTo>
                    <a:pt x="97340" y="270661"/>
                  </a:lnTo>
                  <a:lnTo>
                    <a:pt x="96997" y="269458"/>
                  </a:lnTo>
                  <a:lnTo>
                    <a:pt x="96997" y="268606"/>
                  </a:lnTo>
                  <a:lnTo>
                    <a:pt x="97291" y="267704"/>
                  </a:lnTo>
                  <a:lnTo>
                    <a:pt x="97242" y="267203"/>
                  </a:lnTo>
                  <a:lnTo>
                    <a:pt x="96948" y="266552"/>
                  </a:lnTo>
                  <a:lnTo>
                    <a:pt x="96801" y="265800"/>
                  </a:lnTo>
                  <a:lnTo>
                    <a:pt x="96850" y="264798"/>
                  </a:lnTo>
                  <a:lnTo>
                    <a:pt x="97046" y="263044"/>
                  </a:lnTo>
                  <a:lnTo>
                    <a:pt x="96997" y="262843"/>
                  </a:lnTo>
                  <a:lnTo>
                    <a:pt x="96850" y="262743"/>
                  </a:lnTo>
                  <a:lnTo>
                    <a:pt x="95968" y="262493"/>
                  </a:lnTo>
                  <a:lnTo>
                    <a:pt x="95282" y="262192"/>
                  </a:lnTo>
                  <a:lnTo>
                    <a:pt x="94742" y="261991"/>
                  </a:lnTo>
                  <a:lnTo>
                    <a:pt x="94252" y="261641"/>
                  </a:lnTo>
                  <a:lnTo>
                    <a:pt x="93468" y="261190"/>
                  </a:lnTo>
                  <a:lnTo>
                    <a:pt x="93076" y="260588"/>
                  </a:lnTo>
                  <a:lnTo>
                    <a:pt x="92733" y="259887"/>
                  </a:lnTo>
                  <a:lnTo>
                    <a:pt x="92292" y="259285"/>
                  </a:lnTo>
                  <a:lnTo>
                    <a:pt x="91802" y="258684"/>
                  </a:lnTo>
                  <a:lnTo>
                    <a:pt x="91459" y="258484"/>
                  </a:lnTo>
                  <a:lnTo>
                    <a:pt x="90086" y="257832"/>
                  </a:lnTo>
                  <a:lnTo>
                    <a:pt x="89302" y="257431"/>
                  </a:lnTo>
                  <a:lnTo>
                    <a:pt x="89106" y="257331"/>
                  </a:lnTo>
                  <a:lnTo>
                    <a:pt x="88959" y="257181"/>
                  </a:lnTo>
                  <a:lnTo>
                    <a:pt x="88910" y="256679"/>
                  </a:lnTo>
                  <a:lnTo>
                    <a:pt x="88959" y="256178"/>
                  </a:lnTo>
                  <a:lnTo>
                    <a:pt x="88910" y="255928"/>
                  </a:lnTo>
                  <a:lnTo>
                    <a:pt x="88763" y="255727"/>
                  </a:lnTo>
                  <a:lnTo>
                    <a:pt x="88273" y="255527"/>
                  </a:lnTo>
                  <a:lnTo>
                    <a:pt x="87930" y="255376"/>
                  </a:lnTo>
                  <a:lnTo>
                    <a:pt x="87243" y="254875"/>
                  </a:lnTo>
                  <a:lnTo>
                    <a:pt x="86851" y="254424"/>
                  </a:lnTo>
                  <a:lnTo>
                    <a:pt x="86704" y="254074"/>
                  </a:lnTo>
                  <a:lnTo>
                    <a:pt x="86508" y="253823"/>
                  </a:lnTo>
                  <a:lnTo>
                    <a:pt x="86263" y="253723"/>
                  </a:lnTo>
                  <a:lnTo>
                    <a:pt x="86067" y="253623"/>
                  </a:lnTo>
                  <a:lnTo>
                    <a:pt x="85822" y="253522"/>
                  </a:lnTo>
                  <a:lnTo>
                    <a:pt x="85479" y="253472"/>
                  </a:lnTo>
                  <a:lnTo>
                    <a:pt x="85087" y="253322"/>
                  </a:lnTo>
                  <a:lnTo>
                    <a:pt x="84499" y="252871"/>
                  </a:lnTo>
                  <a:lnTo>
                    <a:pt x="84009" y="252370"/>
                  </a:lnTo>
                  <a:lnTo>
                    <a:pt x="83518" y="251668"/>
                  </a:lnTo>
                  <a:lnTo>
                    <a:pt x="82783" y="250716"/>
                  </a:lnTo>
                  <a:lnTo>
                    <a:pt x="82538" y="250616"/>
                  </a:lnTo>
                  <a:lnTo>
                    <a:pt x="81950" y="250365"/>
                  </a:lnTo>
                  <a:lnTo>
                    <a:pt x="81019" y="250165"/>
                  </a:lnTo>
                  <a:lnTo>
                    <a:pt x="80283" y="250014"/>
                  </a:lnTo>
                  <a:lnTo>
                    <a:pt x="79499" y="249864"/>
                  </a:lnTo>
                  <a:lnTo>
                    <a:pt x="77931" y="249964"/>
                  </a:lnTo>
                  <a:lnTo>
                    <a:pt x="77490" y="250265"/>
                  </a:lnTo>
                  <a:lnTo>
                    <a:pt x="77196" y="250616"/>
                  </a:lnTo>
                  <a:lnTo>
                    <a:pt x="76853" y="250967"/>
                  </a:lnTo>
                  <a:lnTo>
                    <a:pt x="76166" y="251217"/>
                  </a:lnTo>
                  <a:lnTo>
                    <a:pt x="76019" y="251267"/>
                  </a:lnTo>
                  <a:lnTo>
                    <a:pt x="75725" y="251017"/>
                  </a:lnTo>
                  <a:lnTo>
                    <a:pt x="75578" y="250916"/>
                  </a:lnTo>
                  <a:lnTo>
                    <a:pt x="75382" y="250666"/>
                  </a:lnTo>
                  <a:lnTo>
                    <a:pt x="75235" y="250365"/>
                  </a:lnTo>
                  <a:lnTo>
                    <a:pt x="74990" y="249714"/>
                  </a:lnTo>
                  <a:lnTo>
                    <a:pt x="74794" y="248912"/>
                  </a:lnTo>
                  <a:lnTo>
                    <a:pt x="74745" y="248711"/>
                  </a:lnTo>
                  <a:lnTo>
                    <a:pt x="74647" y="248210"/>
                  </a:lnTo>
                  <a:lnTo>
                    <a:pt x="74745" y="247358"/>
                  </a:lnTo>
                  <a:lnTo>
                    <a:pt x="74647" y="246957"/>
                  </a:lnTo>
                  <a:lnTo>
                    <a:pt x="74402" y="246456"/>
                  </a:lnTo>
                  <a:lnTo>
                    <a:pt x="74108" y="245604"/>
                  </a:lnTo>
                  <a:lnTo>
                    <a:pt x="74108" y="245254"/>
                  </a:lnTo>
                  <a:lnTo>
                    <a:pt x="74157" y="245003"/>
                  </a:lnTo>
                  <a:lnTo>
                    <a:pt x="74402" y="244502"/>
                  </a:lnTo>
                  <a:lnTo>
                    <a:pt x="74696" y="243800"/>
                  </a:lnTo>
                  <a:lnTo>
                    <a:pt x="74843" y="243199"/>
                  </a:lnTo>
                  <a:lnTo>
                    <a:pt x="75039" y="242297"/>
                  </a:lnTo>
                  <a:lnTo>
                    <a:pt x="75088" y="241645"/>
                  </a:lnTo>
                  <a:lnTo>
                    <a:pt x="75137" y="241144"/>
                  </a:lnTo>
                  <a:lnTo>
                    <a:pt x="75137" y="240643"/>
                  </a:lnTo>
                  <a:lnTo>
                    <a:pt x="74941" y="240042"/>
                  </a:lnTo>
                  <a:lnTo>
                    <a:pt x="74696" y="239340"/>
                  </a:lnTo>
                  <a:lnTo>
                    <a:pt x="74353" y="238538"/>
                  </a:lnTo>
                  <a:lnTo>
                    <a:pt x="74108" y="238138"/>
                  </a:lnTo>
                  <a:lnTo>
                    <a:pt x="74010" y="237636"/>
                  </a:lnTo>
                  <a:lnTo>
                    <a:pt x="73765" y="237185"/>
                  </a:lnTo>
                  <a:lnTo>
                    <a:pt x="73177" y="236734"/>
                  </a:lnTo>
                  <a:lnTo>
                    <a:pt x="72196" y="235882"/>
                  </a:lnTo>
                  <a:lnTo>
                    <a:pt x="71314" y="235381"/>
                  </a:lnTo>
                  <a:lnTo>
                    <a:pt x="69893" y="234780"/>
                  </a:lnTo>
                  <a:lnTo>
                    <a:pt x="69255" y="234630"/>
                  </a:lnTo>
                  <a:lnTo>
                    <a:pt x="68226" y="234580"/>
                  </a:lnTo>
                  <a:lnTo>
                    <a:pt x="67932" y="234429"/>
                  </a:lnTo>
                  <a:lnTo>
                    <a:pt x="67491" y="234078"/>
                  </a:lnTo>
                  <a:lnTo>
                    <a:pt x="67197" y="234028"/>
                  </a:lnTo>
                  <a:lnTo>
                    <a:pt x="65334" y="235482"/>
                  </a:lnTo>
                  <a:lnTo>
                    <a:pt x="63570" y="235131"/>
                  </a:lnTo>
                  <a:lnTo>
                    <a:pt x="60727" y="238939"/>
                  </a:lnTo>
                  <a:lnTo>
                    <a:pt x="57982" y="235582"/>
                  </a:lnTo>
                  <a:lnTo>
                    <a:pt x="56365" y="232525"/>
                  </a:lnTo>
                  <a:lnTo>
                    <a:pt x="54208" y="231523"/>
                  </a:lnTo>
                  <a:lnTo>
                    <a:pt x="52199" y="229518"/>
                  </a:lnTo>
                  <a:lnTo>
                    <a:pt x="49552" y="225709"/>
                  </a:lnTo>
                  <a:lnTo>
                    <a:pt x="52346" y="224106"/>
                  </a:lnTo>
                  <a:lnTo>
                    <a:pt x="50679" y="221500"/>
                  </a:lnTo>
                  <a:lnTo>
                    <a:pt x="52395" y="219997"/>
                  </a:lnTo>
                  <a:lnTo>
                    <a:pt x="52248" y="219746"/>
                  </a:lnTo>
                  <a:lnTo>
                    <a:pt x="53914" y="218644"/>
                  </a:lnTo>
                  <a:lnTo>
                    <a:pt x="56022" y="221600"/>
                  </a:lnTo>
                  <a:lnTo>
                    <a:pt x="57884" y="220397"/>
                  </a:lnTo>
                  <a:lnTo>
                    <a:pt x="59943" y="223655"/>
                  </a:lnTo>
                  <a:lnTo>
                    <a:pt x="62149" y="222753"/>
                  </a:lnTo>
                  <a:lnTo>
                    <a:pt x="65481" y="220498"/>
                  </a:lnTo>
                  <a:lnTo>
                    <a:pt x="64844" y="218343"/>
                  </a:lnTo>
                  <a:lnTo>
                    <a:pt x="64844" y="218042"/>
                  </a:lnTo>
                  <a:lnTo>
                    <a:pt x="64207" y="216138"/>
                  </a:lnTo>
                  <a:lnTo>
                    <a:pt x="63080" y="212730"/>
                  </a:lnTo>
                  <a:lnTo>
                    <a:pt x="63178" y="210174"/>
                  </a:lnTo>
                  <a:lnTo>
                    <a:pt x="62835" y="210074"/>
                  </a:lnTo>
                  <a:lnTo>
                    <a:pt x="62786" y="209272"/>
                  </a:lnTo>
                  <a:lnTo>
                    <a:pt x="63031" y="207468"/>
                  </a:lnTo>
                  <a:lnTo>
                    <a:pt x="63766" y="205063"/>
                  </a:lnTo>
                  <a:lnTo>
                    <a:pt x="63668" y="200102"/>
                  </a:lnTo>
                  <a:lnTo>
                    <a:pt x="63668" y="197446"/>
                  </a:lnTo>
                  <a:lnTo>
                    <a:pt x="61560" y="195642"/>
                  </a:lnTo>
                  <a:lnTo>
                    <a:pt x="60433" y="194639"/>
                  </a:lnTo>
                  <a:lnTo>
                    <a:pt x="58718" y="193186"/>
                  </a:lnTo>
                  <a:lnTo>
                    <a:pt x="57982" y="193938"/>
                  </a:lnTo>
                  <a:lnTo>
                    <a:pt x="55091" y="191181"/>
                  </a:lnTo>
                  <a:lnTo>
                    <a:pt x="57933" y="188175"/>
                  </a:lnTo>
                  <a:lnTo>
                    <a:pt x="53179" y="182762"/>
                  </a:lnTo>
                  <a:lnTo>
                    <a:pt x="51464" y="180658"/>
                  </a:lnTo>
                  <a:lnTo>
                    <a:pt x="51121" y="176849"/>
                  </a:lnTo>
                  <a:lnTo>
                    <a:pt x="52346" y="172189"/>
                  </a:lnTo>
                  <a:lnTo>
                    <a:pt x="53277" y="168580"/>
                  </a:lnTo>
                  <a:lnTo>
                    <a:pt x="54208" y="164772"/>
                  </a:lnTo>
                  <a:lnTo>
                    <a:pt x="55189" y="160512"/>
                  </a:lnTo>
                  <a:lnTo>
                    <a:pt x="56071" y="157555"/>
                  </a:lnTo>
                  <a:lnTo>
                    <a:pt x="56610" y="156553"/>
                  </a:lnTo>
                  <a:lnTo>
                    <a:pt x="48915" y="151492"/>
                  </a:lnTo>
                  <a:lnTo>
                    <a:pt x="46954" y="148786"/>
                  </a:lnTo>
                  <a:lnTo>
                    <a:pt x="43670" y="144676"/>
                  </a:lnTo>
                  <a:lnTo>
                    <a:pt x="48621" y="138563"/>
                  </a:lnTo>
                  <a:lnTo>
                    <a:pt x="45876" y="136358"/>
                  </a:lnTo>
                  <a:lnTo>
                    <a:pt x="38524" y="130294"/>
                  </a:lnTo>
                  <a:lnTo>
                    <a:pt x="35730" y="127989"/>
                  </a:lnTo>
                  <a:lnTo>
                    <a:pt x="33917" y="126335"/>
                  </a:lnTo>
                  <a:lnTo>
                    <a:pt x="33084" y="125533"/>
                  </a:lnTo>
                  <a:lnTo>
                    <a:pt x="32152" y="124531"/>
                  </a:lnTo>
                  <a:lnTo>
                    <a:pt x="29849" y="121825"/>
                  </a:lnTo>
                  <a:lnTo>
                    <a:pt x="25045" y="116312"/>
                  </a:lnTo>
                  <a:lnTo>
                    <a:pt x="20830" y="111451"/>
                  </a:lnTo>
                  <a:lnTo>
                    <a:pt x="16027" y="105939"/>
                  </a:lnTo>
                  <a:lnTo>
                    <a:pt x="14949" y="104636"/>
                  </a:lnTo>
                  <a:lnTo>
                    <a:pt x="13429" y="102932"/>
                  </a:lnTo>
                  <a:lnTo>
                    <a:pt x="10096" y="99023"/>
                  </a:lnTo>
                  <a:lnTo>
                    <a:pt x="8332" y="96918"/>
                  </a:lnTo>
                  <a:lnTo>
                    <a:pt x="6371" y="94713"/>
                  </a:lnTo>
                  <a:lnTo>
                    <a:pt x="5342" y="93210"/>
                  </a:lnTo>
                  <a:lnTo>
                    <a:pt x="4705" y="92158"/>
                  </a:lnTo>
                  <a:lnTo>
                    <a:pt x="4264" y="91356"/>
                  </a:lnTo>
                  <a:lnTo>
                    <a:pt x="3872" y="90504"/>
                  </a:lnTo>
                  <a:lnTo>
                    <a:pt x="3087" y="88600"/>
                  </a:lnTo>
                  <a:lnTo>
                    <a:pt x="1911" y="85643"/>
                  </a:lnTo>
                  <a:lnTo>
                    <a:pt x="0" y="80932"/>
                  </a:lnTo>
                  <a:lnTo>
                    <a:pt x="3381" y="80281"/>
                  </a:lnTo>
                  <a:lnTo>
                    <a:pt x="4999" y="79379"/>
                  </a:lnTo>
                  <a:lnTo>
                    <a:pt x="6420" y="78577"/>
                  </a:lnTo>
                  <a:lnTo>
                    <a:pt x="8283" y="77525"/>
                  </a:lnTo>
                  <a:lnTo>
                    <a:pt x="9900" y="79379"/>
                  </a:lnTo>
                  <a:lnTo>
                    <a:pt x="12547" y="81885"/>
                  </a:lnTo>
                  <a:lnTo>
                    <a:pt x="14900" y="81634"/>
                  </a:lnTo>
                  <a:lnTo>
                    <a:pt x="16566" y="82035"/>
                  </a:lnTo>
                  <a:lnTo>
                    <a:pt x="19556" y="79830"/>
                  </a:lnTo>
                  <a:lnTo>
                    <a:pt x="25388" y="80732"/>
                  </a:lnTo>
                  <a:lnTo>
                    <a:pt x="26908" y="81584"/>
                  </a:lnTo>
                  <a:lnTo>
                    <a:pt x="29310" y="82135"/>
                  </a:lnTo>
                  <a:lnTo>
                    <a:pt x="30192" y="82486"/>
                  </a:lnTo>
                  <a:lnTo>
                    <a:pt x="31221" y="82636"/>
                  </a:lnTo>
                  <a:lnTo>
                    <a:pt x="31711" y="82285"/>
                  </a:lnTo>
                  <a:lnTo>
                    <a:pt x="32054" y="82386"/>
                  </a:lnTo>
                  <a:lnTo>
                    <a:pt x="37593" y="83739"/>
                  </a:lnTo>
                  <a:lnTo>
                    <a:pt x="51268" y="85443"/>
                  </a:lnTo>
                  <a:lnTo>
                    <a:pt x="52738" y="85292"/>
                  </a:lnTo>
                  <a:lnTo>
                    <a:pt x="62982" y="84039"/>
                  </a:lnTo>
                  <a:lnTo>
                    <a:pt x="72833" y="79780"/>
                  </a:lnTo>
                  <a:lnTo>
                    <a:pt x="79793" y="73315"/>
                  </a:lnTo>
                  <a:lnTo>
                    <a:pt x="85332" y="60937"/>
                  </a:lnTo>
                  <a:lnTo>
                    <a:pt x="90184" y="48810"/>
                  </a:lnTo>
                  <a:lnTo>
                    <a:pt x="93174" y="45452"/>
                  </a:lnTo>
                  <a:lnTo>
                    <a:pt x="95429" y="45101"/>
                  </a:lnTo>
                  <a:lnTo>
                    <a:pt x="101702" y="44049"/>
                  </a:lnTo>
                  <a:lnTo>
                    <a:pt x="106114" y="42646"/>
                  </a:lnTo>
                  <a:lnTo>
                    <a:pt x="112828" y="40391"/>
                  </a:lnTo>
                  <a:lnTo>
                    <a:pt x="122337" y="32874"/>
                  </a:lnTo>
                  <a:lnTo>
                    <a:pt x="124151" y="31471"/>
                  </a:lnTo>
                  <a:lnTo>
                    <a:pt x="133806" y="19293"/>
                  </a:lnTo>
                  <a:lnTo>
                    <a:pt x="143854" y="7968"/>
                  </a:lnTo>
                  <a:lnTo>
                    <a:pt x="149539" y="4460"/>
                  </a:lnTo>
                  <a:lnTo>
                    <a:pt x="158852" y="150"/>
                  </a:lnTo>
                  <a:lnTo>
                    <a:pt x="1672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567044" y="4543266"/>
              <a:ext cx="970171" cy="838995"/>
            </a:xfrm>
            <a:custGeom>
              <a:avLst/>
              <a:pathLst>
                <a:path w="970171" h="838995">
                  <a:moveTo>
                    <a:pt x="895573" y="8268"/>
                  </a:moveTo>
                  <a:lnTo>
                    <a:pt x="903611" y="23452"/>
                  </a:lnTo>
                  <a:lnTo>
                    <a:pt x="908757" y="28915"/>
                  </a:lnTo>
                  <a:lnTo>
                    <a:pt x="912041" y="35079"/>
                  </a:lnTo>
                  <a:lnTo>
                    <a:pt x="917188" y="50263"/>
                  </a:lnTo>
                  <a:lnTo>
                    <a:pt x="921403" y="58131"/>
                  </a:lnTo>
                  <a:lnTo>
                    <a:pt x="925814" y="63944"/>
                  </a:lnTo>
                  <a:lnTo>
                    <a:pt x="932039" y="68655"/>
                  </a:lnTo>
                  <a:lnTo>
                    <a:pt x="935715" y="73165"/>
                  </a:lnTo>
                  <a:lnTo>
                    <a:pt x="938656" y="82736"/>
                  </a:lnTo>
                  <a:lnTo>
                    <a:pt x="941400" y="91356"/>
                  </a:lnTo>
                  <a:lnTo>
                    <a:pt x="945419" y="98823"/>
                  </a:lnTo>
                  <a:lnTo>
                    <a:pt x="944880" y="104285"/>
                  </a:lnTo>
                  <a:lnTo>
                    <a:pt x="944684" y="115160"/>
                  </a:lnTo>
                  <a:lnTo>
                    <a:pt x="948556" y="129392"/>
                  </a:lnTo>
                  <a:lnTo>
                    <a:pt x="952771" y="140667"/>
                  </a:lnTo>
                  <a:lnTo>
                    <a:pt x="955516" y="151341"/>
                  </a:lnTo>
                  <a:lnTo>
                    <a:pt x="960025" y="159109"/>
                  </a:lnTo>
                  <a:lnTo>
                    <a:pt x="964780" y="163669"/>
                  </a:lnTo>
                  <a:lnTo>
                    <a:pt x="970171" y="169683"/>
                  </a:lnTo>
                  <a:lnTo>
                    <a:pt x="969632" y="170986"/>
                  </a:lnTo>
                  <a:lnTo>
                    <a:pt x="969142" y="172239"/>
                  </a:lnTo>
                  <a:lnTo>
                    <a:pt x="967574" y="174644"/>
                  </a:lnTo>
                  <a:lnTo>
                    <a:pt x="966544" y="175947"/>
                  </a:lnTo>
                  <a:lnTo>
                    <a:pt x="965172" y="177651"/>
                  </a:lnTo>
                  <a:lnTo>
                    <a:pt x="963358" y="179154"/>
                  </a:lnTo>
                  <a:lnTo>
                    <a:pt x="962329" y="179806"/>
                  </a:lnTo>
                  <a:lnTo>
                    <a:pt x="961202" y="180006"/>
                  </a:lnTo>
                  <a:lnTo>
                    <a:pt x="955075" y="180357"/>
                  </a:lnTo>
                  <a:lnTo>
                    <a:pt x="951399" y="179305"/>
                  </a:lnTo>
                  <a:lnTo>
                    <a:pt x="947870" y="179605"/>
                  </a:lnTo>
                  <a:lnTo>
                    <a:pt x="944684" y="179004"/>
                  </a:lnTo>
                  <a:lnTo>
                    <a:pt x="943165" y="179455"/>
                  </a:lnTo>
                  <a:lnTo>
                    <a:pt x="941498" y="180357"/>
                  </a:lnTo>
                  <a:lnTo>
                    <a:pt x="939195" y="183013"/>
                  </a:lnTo>
                  <a:lnTo>
                    <a:pt x="936940" y="184516"/>
                  </a:lnTo>
                  <a:lnTo>
                    <a:pt x="933950" y="186922"/>
                  </a:lnTo>
                  <a:lnTo>
                    <a:pt x="930764" y="190129"/>
                  </a:lnTo>
                  <a:lnTo>
                    <a:pt x="929784" y="191582"/>
                  </a:lnTo>
                  <a:lnTo>
                    <a:pt x="929441" y="194188"/>
                  </a:lnTo>
                  <a:lnTo>
                    <a:pt x="930617" y="205915"/>
                  </a:lnTo>
                  <a:lnTo>
                    <a:pt x="929686" y="213732"/>
                  </a:lnTo>
                  <a:lnTo>
                    <a:pt x="928363" y="216940"/>
                  </a:lnTo>
                  <a:lnTo>
                    <a:pt x="926941" y="219195"/>
                  </a:lnTo>
                  <a:lnTo>
                    <a:pt x="923412" y="223204"/>
                  </a:lnTo>
                  <a:lnTo>
                    <a:pt x="922334" y="226110"/>
                  </a:lnTo>
                  <a:lnTo>
                    <a:pt x="920374" y="229919"/>
                  </a:lnTo>
                  <a:lnTo>
                    <a:pt x="920129" y="230721"/>
                  </a:lnTo>
                  <a:lnTo>
                    <a:pt x="919540" y="232675"/>
                  </a:lnTo>
                  <a:lnTo>
                    <a:pt x="918903" y="233778"/>
                  </a:lnTo>
                  <a:lnTo>
                    <a:pt x="918609" y="234379"/>
                  </a:lnTo>
                  <a:lnTo>
                    <a:pt x="917678" y="235632"/>
                  </a:lnTo>
                  <a:lnTo>
                    <a:pt x="915815" y="237085"/>
                  </a:lnTo>
                  <a:lnTo>
                    <a:pt x="913120" y="238338"/>
                  </a:lnTo>
                  <a:lnTo>
                    <a:pt x="910767" y="241194"/>
                  </a:lnTo>
                  <a:lnTo>
                    <a:pt x="905326" y="245003"/>
                  </a:lnTo>
                  <a:lnTo>
                    <a:pt x="903464" y="247910"/>
                  </a:lnTo>
                  <a:lnTo>
                    <a:pt x="902582" y="251067"/>
                  </a:lnTo>
                  <a:lnTo>
                    <a:pt x="901748" y="252320"/>
                  </a:lnTo>
                  <a:lnTo>
                    <a:pt x="900425" y="254274"/>
                  </a:lnTo>
                  <a:lnTo>
                    <a:pt x="897729" y="257281"/>
                  </a:lnTo>
                  <a:lnTo>
                    <a:pt x="893024" y="261240"/>
                  </a:lnTo>
                  <a:lnTo>
                    <a:pt x="891407" y="263395"/>
                  </a:lnTo>
                  <a:lnTo>
                    <a:pt x="891260" y="264297"/>
                  </a:lnTo>
                  <a:lnTo>
                    <a:pt x="891456" y="265600"/>
                  </a:lnTo>
                  <a:lnTo>
                    <a:pt x="892240" y="268005"/>
                  </a:lnTo>
                  <a:lnTo>
                    <a:pt x="893612" y="270711"/>
                  </a:lnTo>
                  <a:lnTo>
                    <a:pt x="894102" y="273217"/>
                  </a:lnTo>
                  <a:lnTo>
                    <a:pt x="893759" y="278178"/>
                  </a:lnTo>
                  <a:lnTo>
                    <a:pt x="893563" y="281435"/>
                  </a:lnTo>
                  <a:lnTo>
                    <a:pt x="892730" y="286046"/>
                  </a:lnTo>
                  <a:lnTo>
                    <a:pt x="891652" y="288251"/>
                  </a:lnTo>
                  <a:lnTo>
                    <a:pt x="888662" y="291107"/>
                  </a:lnTo>
                  <a:lnTo>
                    <a:pt x="887731" y="292861"/>
                  </a:lnTo>
                  <a:lnTo>
                    <a:pt x="884545" y="306292"/>
                  </a:lnTo>
                  <a:lnTo>
                    <a:pt x="882829" y="309248"/>
                  </a:lnTo>
                  <a:lnTo>
                    <a:pt x="881457" y="309900"/>
                  </a:lnTo>
                  <a:lnTo>
                    <a:pt x="878516" y="311954"/>
                  </a:lnTo>
                  <a:lnTo>
                    <a:pt x="877095" y="313658"/>
                  </a:lnTo>
                  <a:lnTo>
                    <a:pt x="875085" y="323380"/>
                  </a:lnTo>
                  <a:lnTo>
                    <a:pt x="874007" y="326186"/>
                  </a:lnTo>
                  <a:lnTo>
                    <a:pt x="872242" y="329795"/>
                  </a:lnTo>
                  <a:lnTo>
                    <a:pt x="870576" y="331899"/>
                  </a:lnTo>
                  <a:lnTo>
                    <a:pt x="868517" y="334505"/>
                  </a:lnTo>
                  <a:lnTo>
                    <a:pt x="867145" y="335908"/>
                  </a:lnTo>
                  <a:lnTo>
                    <a:pt x="866557" y="336510"/>
                  </a:lnTo>
                  <a:lnTo>
                    <a:pt x="864351" y="340018"/>
                  </a:lnTo>
                  <a:lnTo>
                    <a:pt x="856264" y="345781"/>
                  </a:lnTo>
                  <a:lnTo>
                    <a:pt x="852294" y="349239"/>
                  </a:lnTo>
                  <a:lnTo>
                    <a:pt x="849990" y="352596"/>
                  </a:lnTo>
                  <a:lnTo>
                    <a:pt x="848128" y="356505"/>
                  </a:lnTo>
                  <a:lnTo>
                    <a:pt x="847981" y="357658"/>
                  </a:lnTo>
                  <a:lnTo>
                    <a:pt x="847638" y="357858"/>
                  </a:lnTo>
                  <a:lnTo>
                    <a:pt x="846804" y="359762"/>
                  </a:lnTo>
                  <a:lnTo>
                    <a:pt x="845334" y="361967"/>
                  </a:lnTo>
                  <a:lnTo>
                    <a:pt x="842687" y="364924"/>
                  </a:lnTo>
                  <a:lnTo>
                    <a:pt x="841658" y="366728"/>
                  </a:lnTo>
                  <a:lnTo>
                    <a:pt x="839648" y="369334"/>
                  </a:lnTo>
                  <a:lnTo>
                    <a:pt x="836267" y="372491"/>
                  </a:lnTo>
                  <a:lnTo>
                    <a:pt x="833522" y="374696"/>
                  </a:lnTo>
                  <a:lnTo>
                    <a:pt x="829013" y="377603"/>
                  </a:lnTo>
                  <a:lnTo>
                    <a:pt x="828767" y="377803"/>
                  </a:lnTo>
                  <a:lnTo>
                    <a:pt x="828228" y="379758"/>
                  </a:lnTo>
                  <a:lnTo>
                    <a:pt x="827444" y="381361"/>
                  </a:lnTo>
                  <a:lnTo>
                    <a:pt x="825435" y="383767"/>
                  </a:lnTo>
                  <a:lnTo>
                    <a:pt x="821955" y="386072"/>
                  </a:lnTo>
                  <a:lnTo>
                    <a:pt x="818671" y="388728"/>
                  </a:lnTo>
                  <a:lnTo>
                    <a:pt x="816122" y="391935"/>
                  </a:lnTo>
                  <a:lnTo>
                    <a:pt x="813279" y="393088"/>
                  </a:lnTo>
                  <a:lnTo>
                    <a:pt x="809652" y="394040"/>
                  </a:lnTo>
                  <a:lnTo>
                    <a:pt x="809064" y="394340"/>
                  </a:lnTo>
                  <a:lnTo>
                    <a:pt x="806858" y="396746"/>
                  </a:lnTo>
                  <a:lnTo>
                    <a:pt x="805486" y="399201"/>
                  </a:lnTo>
                  <a:lnTo>
                    <a:pt x="804506" y="400354"/>
                  </a:lnTo>
                  <a:lnTo>
                    <a:pt x="803231" y="401457"/>
                  </a:lnTo>
                  <a:lnTo>
                    <a:pt x="800977" y="402609"/>
                  </a:lnTo>
                  <a:lnTo>
                    <a:pt x="797007" y="405566"/>
                  </a:lnTo>
                  <a:lnTo>
                    <a:pt x="793723" y="410226"/>
                  </a:lnTo>
                  <a:lnTo>
                    <a:pt x="791223" y="412331"/>
                  </a:lnTo>
                  <a:lnTo>
                    <a:pt x="790292" y="412732"/>
                  </a:lnTo>
                  <a:lnTo>
                    <a:pt x="786861" y="413133"/>
                  </a:lnTo>
                  <a:lnTo>
                    <a:pt x="781421" y="415438"/>
                  </a:lnTo>
                  <a:lnTo>
                    <a:pt x="779264" y="416691"/>
                  </a:lnTo>
                  <a:lnTo>
                    <a:pt x="770245" y="424609"/>
                  </a:lnTo>
                  <a:lnTo>
                    <a:pt x="767746" y="427616"/>
                  </a:lnTo>
                  <a:lnTo>
                    <a:pt x="767354" y="428067"/>
                  </a:lnTo>
                  <a:lnTo>
                    <a:pt x="765589" y="432126"/>
                  </a:lnTo>
                  <a:lnTo>
                    <a:pt x="763188" y="435333"/>
                  </a:lnTo>
                  <a:lnTo>
                    <a:pt x="757747" y="440695"/>
                  </a:lnTo>
                  <a:lnTo>
                    <a:pt x="756081" y="441547"/>
                  </a:lnTo>
                  <a:lnTo>
                    <a:pt x="754414" y="444504"/>
                  </a:lnTo>
                  <a:lnTo>
                    <a:pt x="750738" y="446709"/>
                  </a:lnTo>
                  <a:lnTo>
                    <a:pt x="748042" y="449665"/>
                  </a:lnTo>
                  <a:lnTo>
                    <a:pt x="747258" y="449816"/>
                  </a:lnTo>
                  <a:lnTo>
                    <a:pt x="743925" y="450016"/>
                  </a:lnTo>
                  <a:lnTo>
                    <a:pt x="743043" y="450467"/>
                  </a:lnTo>
                  <a:lnTo>
                    <a:pt x="740396" y="453073"/>
                  </a:lnTo>
                  <a:lnTo>
                    <a:pt x="738289" y="455779"/>
                  </a:lnTo>
                  <a:lnTo>
                    <a:pt x="735397" y="460440"/>
                  </a:lnTo>
                  <a:lnTo>
                    <a:pt x="727310" y="461492"/>
                  </a:lnTo>
                  <a:lnTo>
                    <a:pt x="718291" y="465150"/>
                  </a:lnTo>
                  <a:lnTo>
                    <a:pt x="712263" y="466153"/>
                  </a:lnTo>
                  <a:lnTo>
                    <a:pt x="703587" y="468057"/>
                  </a:lnTo>
                  <a:lnTo>
                    <a:pt x="701137" y="468909"/>
                  </a:lnTo>
                  <a:lnTo>
                    <a:pt x="698931" y="470062"/>
                  </a:lnTo>
                  <a:lnTo>
                    <a:pt x="694471" y="473369"/>
                  </a:lnTo>
                  <a:lnTo>
                    <a:pt x="621980" y="531300"/>
                  </a:lnTo>
                  <a:lnTo>
                    <a:pt x="620607" y="532402"/>
                  </a:lnTo>
                  <a:lnTo>
                    <a:pt x="617226" y="534658"/>
                  </a:lnTo>
                  <a:lnTo>
                    <a:pt x="613353" y="538065"/>
                  </a:lnTo>
                  <a:lnTo>
                    <a:pt x="607962" y="544630"/>
                  </a:lnTo>
                  <a:lnTo>
                    <a:pt x="606737" y="545632"/>
                  </a:lnTo>
                  <a:lnTo>
                    <a:pt x="606590" y="546935"/>
                  </a:lnTo>
                  <a:lnTo>
                    <a:pt x="605903" y="548138"/>
                  </a:lnTo>
                  <a:lnTo>
                    <a:pt x="599826" y="556006"/>
                  </a:lnTo>
                  <a:lnTo>
                    <a:pt x="598649" y="557810"/>
                  </a:lnTo>
                  <a:lnTo>
                    <a:pt x="596934" y="561268"/>
                  </a:lnTo>
                  <a:lnTo>
                    <a:pt x="592964" y="565377"/>
                  </a:lnTo>
                  <a:lnTo>
                    <a:pt x="590072" y="570238"/>
                  </a:lnTo>
                  <a:lnTo>
                    <a:pt x="586935" y="573245"/>
                  </a:lnTo>
                  <a:lnTo>
                    <a:pt x="583700" y="574848"/>
                  </a:lnTo>
                  <a:lnTo>
                    <a:pt x="577917" y="579810"/>
                  </a:lnTo>
                  <a:lnTo>
                    <a:pt x="576544" y="581664"/>
                  </a:lnTo>
                  <a:lnTo>
                    <a:pt x="574486" y="585472"/>
                  </a:lnTo>
                  <a:lnTo>
                    <a:pt x="573457" y="586525"/>
                  </a:lnTo>
                  <a:lnTo>
                    <a:pt x="569928" y="587878"/>
                  </a:lnTo>
                  <a:lnTo>
                    <a:pt x="568065" y="588229"/>
                  </a:lnTo>
                  <a:lnTo>
                    <a:pt x="563605" y="588529"/>
                  </a:lnTo>
                  <a:lnTo>
                    <a:pt x="559292" y="588379"/>
                  </a:lnTo>
                  <a:lnTo>
                    <a:pt x="554929" y="588830"/>
                  </a:lnTo>
                  <a:lnTo>
                    <a:pt x="551253" y="590033"/>
                  </a:lnTo>
                  <a:lnTo>
                    <a:pt x="547626" y="590684"/>
                  </a:lnTo>
                  <a:lnTo>
                    <a:pt x="544784" y="592288"/>
                  </a:lnTo>
                  <a:lnTo>
                    <a:pt x="542725" y="593039"/>
                  </a:lnTo>
                  <a:lnTo>
                    <a:pt x="535520" y="592939"/>
                  </a:lnTo>
                  <a:lnTo>
                    <a:pt x="531256" y="593390"/>
                  </a:lnTo>
                  <a:lnTo>
                    <a:pt x="525325" y="593240"/>
                  </a:lnTo>
                  <a:lnTo>
                    <a:pt x="518071" y="593039"/>
                  </a:lnTo>
                  <a:lnTo>
                    <a:pt x="511504" y="592639"/>
                  </a:lnTo>
                  <a:lnTo>
                    <a:pt x="497976" y="590935"/>
                  </a:lnTo>
                  <a:lnTo>
                    <a:pt x="496702" y="590484"/>
                  </a:lnTo>
                  <a:lnTo>
                    <a:pt x="492143" y="591987"/>
                  </a:lnTo>
                  <a:lnTo>
                    <a:pt x="487487" y="594743"/>
                  </a:lnTo>
                  <a:lnTo>
                    <a:pt x="483223" y="599304"/>
                  </a:lnTo>
                  <a:lnTo>
                    <a:pt x="480037" y="604666"/>
                  </a:lnTo>
                  <a:lnTo>
                    <a:pt x="477243" y="609126"/>
                  </a:lnTo>
                  <a:lnTo>
                    <a:pt x="472391" y="613285"/>
                  </a:lnTo>
                  <a:lnTo>
                    <a:pt x="465186" y="619549"/>
                  </a:lnTo>
                  <a:lnTo>
                    <a:pt x="462294" y="624110"/>
                  </a:lnTo>
                  <a:lnTo>
                    <a:pt x="462196" y="628469"/>
                  </a:lnTo>
                  <a:lnTo>
                    <a:pt x="461412" y="633832"/>
                  </a:lnTo>
                  <a:lnTo>
                    <a:pt x="459304" y="638091"/>
                  </a:lnTo>
                  <a:lnTo>
                    <a:pt x="457736" y="640046"/>
                  </a:lnTo>
                  <a:lnTo>
                    <a:pt x="449894" y="648916"/>
                  </a:lnTo>
                  <a:lnTo>
                    <a:pt x="445924" y="652373"/>
                  </a:lnTo>
                  <a:lnTo>
                    <a:pt x="439895" y="656733"/>
                  </a:lnTo>
                  <a:lnTo>
                    <a:pt x="436121" y="658838"/>
                  </a:lnTo>
                  <a:lnTo>
                    <a:pt x="429700" y="658738"/>
                  </a:lnTo>
                  <a:lnTo>
                    <a:pt x="422348" y="657034"/>
                  </a:lnTo>
                  <a:lnTo>
                    <a:pt x="415535" y="652173"/>
                  </a:lnTo>
                  <a:lnTo>
                    <a:pt x="409262" y="648214"/>
                  </a:lnTo>
                  <a:lnTo>
                    <a:pt x="402743" y="645207"/>
                  </a:lnTo>
                  <a:lnTo>
                    <a:pt x="397302" y="644556"/>
                  </a:lnTo>
                  <a:lnTo>
                    <a:pt x="395293" y="646610"/>
                  </a:lnTo>
                  <a:lnTo>
                    <a:pt x="394214" y="653175"/>
                  </a:lnTo>
                  <a:lnTo>
                    <a:pt x="393430" y="660191"/>
                  </a:lnTo>
                  <a:lnTo>
                    <a:pt x="391470" y="664250"/>
                  </a:lnTo>
                  <a:lnTo>
                    <a:pt x="390587" y="666956"/>
                  </a:lnTo>
                  <a:lnTo>
                    <a:pt x="390048" y="668510"/>
                  </a:lnTo>
                  <a:lnTo>
                    <a:pt x="387108" y="670915"/>
                  </a:lnTo>
                  <a:lnTo>
                    <a:pt x="384363" y="672018"/>
                  </a:lnTo>
                  <a:lnTo>
                    <a:pt x="379069" y="673872"/>
                  </a:lnTo>
                  <a:lnTo>
                    <a:pt x="375589" y="674273"/>
                  </a:lnTo>
                  <a:lnTo>
                    <a:pt x="373335" y="674975"/>
                  </a:lnTo>
                  <a:lnTo>
                    <a:pt x="358239" y="688154"/>
                  </a:lnTo>
                  <a:lnTo>
                    <a:pt x="348975" y="699530"/>
                  </a:lnTo>
                  <a:lnTo>
                    <a:pt x="344417" y="707899"/>
                  </a:lnTo>
                  <a:lnTo>
                    <a:pt x="342113" y="712108"/>
                  </a:lnTo>
                  <a:lnTo>
                    <a:pt x="338584" y="718423"/>
                  </a:lnTo>
                  <a:lnTo>
                    <a:pt x="329811" y="722532"/>
                  </a:lnTo>
                  <a:lnTo>
                    <a:pt x="310156" y="727343"/>
                  </a:lnTo>
                  <a:lnTo>
                    <a:pt x="290551" y="734258"/>
                  </a:lnTo>
                  <a:lnTo>
                    <a:pt x="283395" y="736814"/>
                  </a:lnTo>
                  <a:lnTo>
                    <a:pt x="266338" y="739470"/>
                  </a:lnTo>
                  <a:lnTo>
                    <a:pt x="261486" y="741475"/>
                  </a:lnTo>
                  <a:lnTo>
                    <a:pt x="252860" y="745033"/>
                  </a:lnTo>
                  <a:lnTo>
                    <a:pt x="246537" y="750445"/>
                  </a:lnTo>
                  <a:lnTo>
                    <a:pt x="242469" y="753903"/>
                  </a:lnTo>
                  <a:lnTo>
                    <a:pt x="237224" y="758363"/>
                  </a:lnTo>
                  <a:lnTo>
                    <a:pt x="231490" y="762572"/>
                  </a:lnTo>
                  <a:lnTo>
                    <a:pt x="218991" y="771743"/>
                  </a:lnTo>
                  <a:lnTo>
                    <a:pt x="211590" y="778659"/>
                  </a:lnTo>
                  <a:lnTo>
                    <a:pt x="195318" y="797100"/>
                  </a:lnTo>
                  <a:lnTo>
                    <a:pt x="184388" y="807023"/>
                  </a:lnTo>
                  <a:lnTo>
                    <a:pt x="178261" y="812585"/>
                  </a:lnTo>
                  <a:lnTo>
                    <a:pt x="167674" y="819351"/>
                  </a:lnTo>
                  <a:lnTo>
                    <a:pt x="163116" y="822257"/>
                  </a:lnTo>
                  <a:lnTo>
                    <a:pt x="143021" y="831478"/>
                  </a:lnTo>
                  <a:lnTo>
                    <a:pt x="142531" y="831679"/>
                  </a:lnTo>
                  <a:lnTo>
                    <a:pt x="140619" y="832831"/>
                  </a:lnTo>
                  <a:lnTo>
                    <a:pt x="139198" y="833984"/>
                  </a:lnTo>
                  <a:lnTo>
                    <a:pt x="137776" y="835187"/>
                  </a:lnTo>
                  <a:lnTo>
                    <a:pt x="135522" y="837291"/>
                  </a:lnTo>
                  <a:lnTo>
                    <a:pt x="134198" y="838995"/>
                  </a:lnTo>
                  <a:lnTo>
                    <a:pt x="134443" y="838294"/>
                  </a:lnTo>
                  <a:lnTo>
                    <a:pt x="134394" y="837241"/>
                  </a:lnTo>
                  <a:lnTo>
                    <a:pt x="134394" y="836389"/>
                  </a:lnTo>
                  <a:lnTo>
                    <a:pt x="133708" y="836289"/>
                  </a:lnTo>
                  <a:lnTo>
                    <a:pt x="132875" y="836239"/>
                  </a:lnTo>
                  <a:lnTo>
                    <a:pt x="131650" y="836890"/>
                  </a:lnTo>
                  <a:lnTo>
                    <a:pt x="131404" y="836489"/>
                  </a:lnTo>
                  <a:lnTo>
                    <a:pt x="132875" y="835738"/>
                  </a:lnTo>
                  <a:lnTo>
                    <a:pt x="134149" y="835738"/>
                  </a:lnTo>
                  <a:lnTo>
                    <a:pt x="134443" y="835738"/>
                  </a:lnTo>
                  <a:lnTo>
                    <a:pt x="134639" y="835638"/>
                  </a:lnTo>
                  <a:lnTo>
                    <a:pt x="134835" y="835337"/>
                  </a:lnTo>
                  <a:lnTo>
                    <a:pt x="135080" y="834635"/>
                  </a:lnTo>
                  <a:lnTo>
                    <a:pt x="135179" y="834284"/>
                  </a:lnTo>
                  <a:lnTo>
                    <a:pt x="135080" y="833833"/>
                  </a:lnTo>
                  <a:lnTo>
                    <a:pt x="135031" y="833382"/>
                  </a:lnTo>
                  <a:lnTo>
                    <a:pt x="135031" y="833032"/>
                  </a:lnTo>
                  <a:lnTo>
                    <a:pt x="134884" y="832781"/>
                  </a:lnTo>
                  <a:lnTo>
                    <a:pt x="134737" y="832430"/>
                  </a:lnTo>
                  <a:lnTo>
                    <a:pt x="134982" y="831929"/>
                  </a:lnTo>
                  <a:lnTo>
                    <a:pt x="135130" y="831528"/>
                  </a:lnTo>
                  <a:lnTo>
                    <a:pt x="135080" y="831328"/>
                  </a:lnTo>
                  <a:lnTo>
                    <a:pt x="134786" y="831328"/>
                  </a:lnTo>
                  <a:lnTo>
                    <a:pt x="134492" y="831127"/>
                  </a:lnTo>
                  <a:lnTo>
                    <a:pt x="134394" y="830927"/>
                  </a:lnTo>
                  <a:lnTo>
                    <a:pt x="134443" y="830576"/>
                  </a:lnTo>
                  <a:lnTo>
                    <a:pt x="134688" y="829774"/>
                  </a:lnTo>
                  <a:lnTo>
                    <a:pt x="134492" y="829574"/>
                  </a:lnTo>
                  <a:lnTo>
                    <a:pt x="134443" y="829424"/>
                  </a:lnTo>
                  <a:lnTo>
                    <a:pt x="134394" y="829273"/>
                  </a:lnTo>
                  <a:lnTo>
                    <a:pt x="132826" y="826717"/>
                  </a:lnTo>
                  <a:lnTo>
                    <a:pt x="132385" y="824763"/>
                  </a:lnTo>
                  <a:lnTo>
                    <a:pt x="131012" y="822608"/>
                  </a:lnTo>
                  <a:lnTo>
                    <a:pt x="129444" y="820102"/>
                  </a:lnTo>
                  <a:lnTo>
                    <a:pt x="127679" y="817547"/>
                  </a:lnTo>
                  <a:lnTo>
                    <a:pt x="125033" y="814490"/>
                  </a:lnTo>
                  <a:lnTo>
                    <a:pt x="122631" y="812585"/>
                  </a:lnTo>
                  <a:lnTo>
                    <a:pt x="120573" y="810781"/>
                  </a:lnTo>
                  <a:lnTo>
                    <a:pt x="119151" y="809228"/>
                  </a:lnTo>
                  <a:lnTo>
                    <a:pt x="116112" y="807875"/>
                  </a:lnTo>
                  <a:lnTo>
                    <a:pt x="114103" y="806973"/>
                  </a:lnTo>
                  <a:lnTo>
                    <a:pt x="112289" y="806672"/>
                  </a:lnTo>
                  <a:lnTo>
                    <a:pt x="110280" y="806071"/>
                  </a:lnTo>
                  <a:lnTo>
                    <a:pt x="109692" y="805920"/>
                  </a:lnTo>
                  <a:lnTo>
                    <a:pt x="108515" y="805419"/>
                  </a:lnTo>
                  <a:lnTo>
                    <a:pt x="107731" y="805018"/>
                  </a:lnTo>
                  <a:lnTo>
                    <a:pt x="106898" y="804517"/>
                  </a:lnTo>
                  <a:lnTo>
                    <a:pt x="106212" y="804166"/>
                  </a:lnTo>
                  <a:lnTo>
                    <a:pt x="105378" y="803916"/>
                  </a:lnTo>
                  <a:lnTo>
                    <a:pt x="104839" y="803816"/>
                  </a:lnTo>
                  <a:lnTo>
                    <a:pt x="103957" y="803615"/>
                  </a:lnTo>
                  <a:lnTo>
                    <a:pt x="103320" y="803565"/>
                  </a:lnTo>
                  <a:lnTo>
                    <a:pt x="102830" y="803615"/>
                  </a:lnTo>
                  <a:lnTo>
                    <a:pt x="102291" y="803715"/>
                  </a:lnTo>
                  <a:lnTo>
                    <a:pt x="101800" y="803766"/>
                  </a:lnTo>
                  <a:lnTo>
                    <a:pt x="101310" y="803766"/>
                  </a:lnTo>
                  <a:lnTo>
                    <a:pt x="100673" y="803766"/>
                  </a:lnTo>
                  <a:lnTo>
                    <a:pt x="100134" y="803916"/>
                  </a:lnTo>
                  <a:lnTo>
                    <a:pt x="99742" y="804016"/>
                  </a:lnTo>
                  <a:lnTo>
                    <a:pt x="99301" y="804116"/>
                  </a:lnTo>
                  <a:lnTo>
                    <a:pt x="98958" y="804267"/>
                  </a:lnTo>
                  <a:lnTo>
                    <a:pt x="98762" y="804567"/>
                  </a:lnTo>
                  <a:lnTo>
                    <a:pt x="98615" y="805469"/>
                  </a:lnTo>
                  <a:lnTo>
                    <a:pt x="98615" y="805670"/>
                  </a:lnTo>
                  <a:lnTo>
                    <a:pt x="98615" y="807023"/>
                  </a:lnTo>
                  <a:lnTo>
                    <a:pt x="98369" y="807424"/>
                  </a:lnTo>
                  <a:lnTo>
                    <a:pt x="97928" y="807775"/>
                  </a:lnTo>
                  <a:lnTo>
                    <a:pt x="97438" y="807975"/>
                  </a:lnTo>
                  <a:lnTo>
                    <a:pt x="96899" y="808125"/>
                  </a:lnTo>
                  <a:lnTo>
                    <a:pt x="96311" y="808226"/>
                  </a:lnTo>
                  <a:lnTo>
                    <a:pt x="95772" y="808426"/>
                  </a:lnTo>
                  <a:lnTo>
                    <a:pt x="95331" y="808877"/>
                  </a:lnTo>
                  <a:lnTo>
                    <a:pt x="94791" y="809879"/>
                  </a:lnTo>
                  <a:lnTo>
                    <a:pt x="93860" y="810380"/>
                  </a:lnTo>
                  <a:lnTo>
                    <a:pt x="93713" y="810431"/>
                  </a:lnTo>
                  <a:lnTo>
                    <a:pt x="93566" y="810481"/>
                  </a:lnTo>
                  <a:lnTo>
                    <a:pt x="93223" y="810681"/>
                  </a:lnTo>
                  <a:lnTo>
                    <a:pt x="93027" y="810831"/>
                  </a:lnTo>
                  <a:lnTo>
                    <a:pt x="92782" y="810982"/>
                  </a:lnTo>
                  <a:lnTo>
                    <a:pt x="92684" y="811182"/>
                  </a:lnTo>
                  <a:lnTo>
                    <a:pt x="92586" y="811483"/>
                  </a:lnTo>
                  <a:lnTo>
                    <a:pt x="92488" y="815041"/>
                  </a:lnTo>
                  <a:lnTo>
                    <a:pt x="92341" y="815843"/>
                  </a:lnTo>
                  <a:lnTo>
                    <a:pt x="92586" y="816695"/>
                  </a:lnTo>
                  <a:lnTo>
                    <a:pt x="91213" y="818298"/>
                  </a:lnTo>
                  <a:lnTo>
                    <a:pt x="89400" y="821506"/>
                  </a:lnTo>
                  <a:lnTo>
                    <a:pt x="88910" y="821957"/>
                  </a:lnTo>
                  <a:lnTo>
                    <a:pt x="86557" y="823109"/>
                  </a:lnTo>
                  <a:lnTo>
                    <a:pt x="84401" y="825615"/>
                  </a:lnTo>
                  <a:lnTo>
                    <a:pt x="82930" y="826266"/>
                  </a:lnTo>
                  <a:lnTo>
                    <a:pt x="85332" y="820904"/>
                  </a:lnTo>
                  <a:lnTo>
                    <a:pt x="85773" y="820604"/>
                  </a:lnTo>
                  <a:lnTo>
                    <a:pt x="86214" y="820553"/>
                  </a:lnTo>
                  <a:lnTo>
                    <a:pt x="86606" y="820553"/>
                  </a:lnTo>
                  <a:lnTo>
                    <a:pt x="86802" y="820403"/>
                  </a:lnTo>
                  <a:lnTo>
                    <a:pt x="86851" y="820002"/>
                  </a:lnTo>
                  <a:lnTo>
                    <a:pt x="86949" y="819501"/>
                  </a:lnTo>
                  <a:lnTo>
                    <a:pt x="87145" y="819050"/>
                  </a:lnTo>
                  <a:lnTo>
                    <a:pt x="87832" y="817998"/>
                  </a:lnTo>
                  <a:lnTo>
                    <a:pt x="88077" y="817948"/>
                  </a:lnTo>
                  <a:lnTo>
                    <a:pt x="88175" y="817797"/>
                  </a:lnTo>
                  <a:lnTo>
                    <a:pt x="88273" y="817647"/>
                  </a:lnTo>
                  <a:lnTo>
                    <a:pt x="88322" y="817497"/>
                  </a:lnTo>
                  <a:lnTo>
                    <a:pt x="89498" y="815542"/>
                  </a:lnTo>
                  <a:lnTo>
                    <a:pt x="89792" y="815191"/>
                  </a:lnTo>
                  <a:lnTo>
                    <a:pt x="90331" y="811533"/>
                  </a:lnTo>
                  <a:lnTo>
                    <a:pt x="89939" y="811283"/>
                  </a:lnTo>
                  <a:lnTo>
                    <a:pt x="89645" y="811182"/>
                  </a:lnTo>
                  <a:lnTo>
                    <a:pt x="89302" y="811132"/>
                  </a:lnTo>
                  <a:lnTo>
                    <a:pt x="89155" y="811132"/>
                  </a:lnTo>
                  <a:lnTo>
                    <a:pt x="87783" y="810681"/>
                  </a:lnTo>
                  <a:lnTo>
                    <a:pt x="87292" y="810380"/>
                  </a:lnTo>
                  <a:lnTo>
                    <a:pt x="86753" y="810130"/>
                  </a:lnTo>
                  <a:lnTo>
                    <a:pt x="86165" y="809829"/>
                  </a:lnTo>
                  <a:lnTo>
                    <a:pt x="84940" y="809228"/>
                  </a:lnTo>
                  <a:lnTo>
                    <a:pt x="83910" y="808727"/>
                  </a:lnTo>
                  <a:lnTo>
                    <a:pt x="83371" y="808576"/>
                  </a:lnTo>
                  <a:lnTo>
                    <a:pt x="82342" y="808326"/>
                  </a:lnTo>
                  <a:lnTo>
                    <a:pt x="81705" y="808125"/>
                  </a:lnTo>
                  <a:lnTo>
                    <a:pt x="81264" y="807925"/>
                  </a:lnTo>
                  <a:lnTo>
                    <a:pt x="80774" y="807624"/>
                  </a:lnTo>
                  <a:lnTo>
                    <a:pt x="80234" y="807474"/>
                  </a:lnTo>
                  <a:lnTo>
                    <a:pt x="79695" y="807173"/>
                  </a:lnTo>
                  <a:lnTo>
                    <a:pt x="79401" y="807123"/>
                  </a:lnTo>
                  <a:lnTo>
                    <a:pt x="78372" y="806672"/>
                  </a:lnTo>
                  <a:lnTo>
                    <a:pt x="77735" y="806321"/>
                  </a:lnTo>
                  <a:lnTo>
                    <a:pt x="76460" y="805469"/>
                  </a:lnTo>
                  <a:lnTo>
                    <a:pt x="75823" y="804918"/>
                  </a:lnTo>
                  <a:lnTo>
                    <a:pt x="75382" y="804668"/>
                  </a:lnTo>
                  <a:lnTo>
                    <a:pt x="75039" y="804317"/>
                  </a:lnTo>
                  <a:lnTo>
                    <a:pt x="74892" y="804066"/>
                  </a:lnTo>
                  <a:lnTo>
                    <a:pt x="74696" y="803565"/>
                  </a:lnTo>
                  <a:lnTo>
                    <a:pt x="74598" y="802813"/>
                  </a:lnTo>
                  <a:lnTo>
                    <a:pt x="74647" y="801911"/>
                  </a:lnTo>
                  <a:lnTo>
                    <a:pt x="74892" y="801210"/>
                  </a:lnTo>
                  <a:lnTo>
                    <a:pt x="75382" y="799356"/>
                  </a:lnTo>
                  <a:lnTo>
                    <a:pt x="75627" y="798604"/>
                  </a:lnTo>
                  <a:lnTo>
                    <a:pt x="75725" y="798153"/>
                  </a:lnTo>
                  <a:lnTo>
                    <a:pt x="75970" y="796599"/>
                  </a:lnTo>
                  <a:lnTo>
                    <a:pt x="75921" y="796299"/>
                  </a:lnTo>
                  <a:lnTo>
                    <a:pt x="75872" y="795848"/>
                  </a:lnTo>
                  <a:lnTo>
                    <a:pt x="75627" y="795096"/>
                  </a:lnTo>
                  <a:lnTo>
                    <a:pt x="75578" y="794845"/>
                  </a:lnTo>
                  <a:lnTo>
                    <a:pt x="75431" y="794144"/>
                  </a:lnTo>
                  <a:lnTo>
                    <a:pt x="75039" y="793542"/>
                  </a:lnTo>
                  <a:lnTo>
                    <a:pt x="74353" y="792791"/>
                  </a:lnTo>
                  <a:lnTo>
                    <a:pt x="73716" y="791839"/>
                  </a:lnTo>
                  <a:lnTo>
                    <a:pt x="73275" y="791488"/>
                  </a:lnTo>
                  <a:lnTo>
                    <a:pt x="72735" y="791137"/>
                  </a:lnTo>
                  <a:lnTo>
                    <a:pt x="70873" y="789533"/>
                  </a:lnTo>
                  <a:lnTo>
                    <a:pt x="69991" y="788581"/>
                  </a:lnTo>
                  <a:lnTo>
                    <a:pt x="69599" y="788281"/>
                  </a:lnTo>
                  <a:lnTo>
                    <a:pt x="69452" y="788130"/>
                  </a:lnTo>
                  <a:lnTo>
                    <a:pt x="69206" y="787880"/>
                  </a:lnTo>
                  <a:lnTo>
                    <a:pt x="69059" y="787679"/>
                  </a:lnTo>
                  <a:lnTo>
                    <a:pt x="68471" y="787078"/>
                  </a:lnTo>
                  <a:lnTo>
                    <a:pt x="68324" y="786978"/>
                  </a:lnTo>
                  <a:lnTo>
                    <a:pt x="67834" y="786527"/>
                  </a:lnTo>
                  <a:lnTo>
                    <a:pt x="67589" y="786426"/>
                  </a:lnTo>
                  <a:lnTo>
                    <a:pt x="66364" y="785825"/>
                  </a:lnTo>
                  <a:lnTo>
                    <a:pt x="65481" y="785675"/>
                  </a:lnTo>
                  <a:lnTo>
                    <a:pt x="64697" y="785474"/>
                  </a:lnTo>
                  <a:lnTo>
                    <a:pt x="63766" y="784823"/>
                  </a:lnTo>
                  <a:lnTo>
                    <a:pt x="62443" y="784071"/>
                  </a:lnTo>
                  <a:lnTo>
                    <a:pt x="62001" y="783570"/>
                  </a:lnTo>
                  <a:lnTo>
                    <a:pt x="61854" y="782818"/>
                  </a:lnTo>
                  <a:lnTo>
                    <a:pt x="62050" y="782217"/>
                  </a:lnTo>
                  <a:lnTo>
                    <a:pt x="62050" y="781164"/>
                  </a:lnTo>
                  <a:lnTo>
                    <a:pt x="61952" y="779411"/>
                  </a:lnTo>
                  <a:lnTo>
                    <a:pt x="61903" y="778508"/>
                  </a:lnTo>
                  <a:lnTo>
                    <a:pt x="61903" y="776955"/>
                  </a:lnTo>
                  <a:lnTo>
                    <a:pt x="61952" y="776404"/>
                  </a:lnTo>
                  <a:lnTo>
                    <a:pt x="62001" y="776053"/>
                  </a:lnTo>
                  <a:lnTo>
                    <a:pt x="62050" y="775702"/>
                  </a:lnTo>
                  <a:lnTo>
                    <a:pt x="62198" y="774550"/>
                  </a:lnTo>
                  <a:lnTo>
                    <a:pt x="62247" y="773497"/>
                  </a:lnTo>
                  <a:lnTo>
                    <a:pt x="62296" y="772946"/>
                  </a:lnTo>
                  <a:lnTo>
                    <a:pt x="62394" y="772645"/>
                  </a:lnTo>
                  <a:lnTo>
                    <a:pt x="62443" y="771994"/>
                  </a:lnTo>
                  <a:lnTo>
                    <a:pt x="62541" y="771392"/>
                  </a:lnTo>
                  <a:lnTo>
                    <a:pt x="62639" y="770941"/>
                  </a:lnTo>
                  <a:lnTo>
                    <a:pt x="62590" y="770490"/>
                  </a:lnTo>
                  <a:lnTo>
                    <a:pt x="62394" y="769989"/>
                  </a:lnTo>
                  <a:lnTo>
                    <a:pt x="62100" y="769538"/>
                  </a:lnTo>
                  <a:lnTo>
                    <a:pt x="61658" y="769137"/>
                  </a:lnTo>
                  <a:lnTo>
                    <a:pt x="61364" y="768736"/>
                  </a:lnTo>
                  <a:lnTo>
                    <a:pt x="61119" y="768335"/>
                  </a:lnTo>
                  <a:lnTo>
                    <a:pt x="60874" y="767985"/>
                  </a:lnTo>
                  <a:lnTo>
                    <a:pt x="60384" y="767584"/>
                  </a:lnTo>
                  <a:lnTo>
                    <a:pt x="59894" y="767233"/>
                  </a:lnTo>
                  <a:lnTo>
                    <a:pt x="59355" y="766832"/>
                  </a:lnTo>
                  <a:lnTo>
                    <a:pt x="58816" y="766181"/>
                  </a:lnTo>
                  <a:lnTo>
                    <a:pt x="58227" y="765730"/>
                  </a:lnTo>
                  <a:lnTo>
                    <a:pt x="57492" y="765329"/>
                  </a:lnTo>
                  <a:lnTo>
                    <a:pt x="56659" y="764828"/>
                  </a:lnTo>
                  <a:lnTo>
                    <a:pt x="55973" y="764527"/>
                  </a:lnTo>
                  <a:lnTo>
                    <a:pt x="55336" y="764276"/>
                  </a:lnTo>
                  <a:lnTo>
                    <a:pt x="54797" y="763875"/>
                  </a:lnTo>
                  <a:lnTo>
                    <a:pt x="54159" y="763424"/>
                  </a:lnTo>
                  <a:lnTo>
                    <a:pt x="53522" y="762873"/>
                  </a:lnTo>
                  <a:lnTo>
                    <a:pt x="52591" y="762272"/>
                  </a:lnTo>
                  <a:lnTo>
                    <a:pt x="51611" y="761921"/>
                  </a:lnTo>
                  <a:lnTo>
                    <a:pt x="50777" y="761620"/>
                  </a:lnTo>
                  <a:lnTo>
                    <a:pt x="49650" y="761270"/>
                  </a:lnTo>
                  <a:lnTo>
                    <a:pt x="48817" y="761119"/>
                  </a:lnTo>
                  <a:lnTo>
                    <a:pt x="47592" y="760718"/>
                  </a:lnTo>
                  <a:lnTo>
                    <a:pt x="46562" y="760568"/>
                  </a:lnTo>
                  <a:lnTo>
                    <a:pt x="45435" y="760317"/>
                  </a:lnTo>
                  <a:lnTo>
                    <a:pt x="44504" y="760418"/>
                  </a:lnTo>
                  <a:lnTo>
                    <a:pt x="43768" y="760668"/>
                  </a:lnTo>
                  <a:lnTo>
                    <a:pt x="42886" y="760718"/>
                  </a:lnTo>
                  <a:lnTo>
                    <a:pt x="42543" y="760568"/>
                  </a:lnTo>
                  <a:lnTo>
                    <a:pt x="42347" y="760317"/>
                  </a:lnTo>
                  <a:lnTo>
                    <a:pt x="42298" y="759816"/>
                  </a:lnTo>
                  <a:lnTo>
                    <a:pt x="42200" y="759215"/>
                  </a:lnTo>
                  <a:lnTo>
                    <a:pt x="42053" y="758563"/>
                  </a:lnTo>
                  <a:lnTo>
                    <a:pt x="42004" y="757812"/>
                  </a:lnTo>
                  <a:lnTo>
                    <a:pt x="41906" y="757110"/>
                  </a:lnTo>
                  <a:lnTo>
                    <a:pt x="41857" y="756559"/>
                  </a:lnTo>
                  <a:lnTo>
                    <a:pt x="42053" y="755958"/>
                  </a:lnTo>
                  <a:lnTo>
                    <a:pt x="42347" y="755456"/>
                  </a:lnTo>
                  <a:lnTo>
                    <a:pt x="42739" y="755005"/>
                  </a:lnTo>
                  <a:lnTo>
                    <a:pt x="43033" y="754554"/>
                  </a:lnTo>
                  <a:lnTo>
                    <a:pt x="43376" y="753702"/>
                  </a:lnTo>
                  <a:lnTo>
                    <a:pt x="43719" y="752850"/>
                  </a:lnTo>
                  <a:lnTo>
                    <a:pt x="43867" y="752249"/>
                  </a:lnTo>
                  <a:lnTo>
                    <a:pt x="44210" y="750896"/>
                  </a:lnTo>
                  <a:lnTo>
                    <a:pt x="44308" y="749693"/>
                  </a:lnTo>
                  <a:lnTo>
                    <a:pt x="44504" y="748591"/>
                  </a:lnTo>
                  <a:lnTo>
                    <a:pt x="44847" y="747388"/>
                  </a:lnTo>
                  <a:lnTo>
                    <a:pt x="44504" y="745283"/>
                  </a:lnTo>
                  <a:lnTo>
                    <a:pt x="44210" y="744532"/>
                  </a:lnTo>
                  <a:lnTo>
                    <a:pt x="44014" y="743980"/>
                  </a:lnTo>
                  <a:lnTo>
                    <a:pt x="43572" y="742226"/>
                  </a:lnTo>
                  <a:lnTo>
                    <a:pt x="43278" y="740773"/>
                  </a:lnTo>
                  <a:lnTo>
                    <a:pt x="42788" y="739520"/>
                  </a:lnTo>
                  <a:lnTo>
                    <a:pt x="42151" y="738518"/>
                  </a:lnTo>
                  <a:lnTo>
                    <a:pt x="41612" y="738017"/>
                  </a:lnTo>
                  <a:lnTo>
                    <a:pt x="39994" y="736614"/>
                  </a:lnTo>
                  <a:lnTo>
                    <a:pt x="37985" y="735411"/>
                  </a:lnTo>
                  <a:lnTo>
                    <a:pt x="37201" y="735311"/>
                  </a:lnTo>
                  <a:lnTo>
                    <a:pt x="36318" y="735411"/>
                  </a:lnTo>
                  <a:lnTo>
                    <a:pt x="34750" y="735461"/>
                  </a:lnTo>
                  <a:lnTo>
                    <a:pt x="33133" y="735511"/>
                  </a:lnTo>
                  <a:lnTo>
                    <a:pt x="31515" y="735612"/>
                  </a:lnTo>
                  <a:lnTo>
                    <a:pt x="30486" y="735361"/>
                  </a:lnTo>
                  <a:lnTo>
                    <a:pt x="29506" y="734810"/>
                  </a:lnTo>
                  <a:lnTo>
                    <a:pt x="29015" y="734258"/>
                  </a:lnTo>
                  <a:lnTo>
                    <a:pt x="28574" y="733256"/>
                  </a:lnTo>
                  <a:lnTo>
                    <a:pt x="28329" y="732154"/>
                  </a:lnTo>
                  <a:lnTo>
                    <a:pt x="28280" y="730700"/>
                  </a:lnTo>
                  <a:lnTo>
                    <a:pt x="28280" y="730099"/>
                  </a:lnTo>
                  <a:lnTo>
                    <a:pt x="28378" y="729097"/>
                  </a:lnTo>
                  <a:lnTo>
                    <a:pt x="28721" y="728546"/>
                  </a:lnTo>
                  <a:lnTo>
                    <a:pt x="28868" y="727293"/>
                  </a:lnTo>
                  <a:lnTo>
                    <a:pt x="28770" y="726441"/>
                  </a:lnTo>
                  <a:lnTo>
                    <a:pt x="28721" y="725338"/>
                  </a:lnTo>
                  <a:lnTo>
                    <a:pt x="29212" y="723735"/>
                  </a:lnTo>
                  <a:lnTo>
                    <a:pt x="29555" y="723284"/>
                  </a:lnTo>
                  <a:lnTo>
                    <a:pt x="30731" y="721981"/>
                  </a:lnTo>
                  <a:lnTo>
                    <a:pt x="31956" y="720277"/>
                  </a:lnTo>
                  <a:lnTo>
                    <a:pt x="34015" y="718122"/>
                  </a:lnTo>
                  <a:lnTo>
                    <a:pt x="34603" y="717571"/>
                  </a:lnTo>
                  <a:lnTo>
                    <a:pt x="35632" y="717220"/>
                  </a:lnTo>
                  <a:lnTo>
                    <a:pt x="36122" y="717070"/>
                  </a:lnTo>
                  <a:lnTo>
                    <a:pt x="36465" y="717020"/>
                  </a:lnTo>
                  <a:lnTo>
                    <a:pt x="36956" y="716819"/>
                  </a:lnTo>
                  <a:lnTo>
                    <a:pt x="37348" y="716418"/>
                  </a:lnTo>
                  <a:lnTo>
                    <a:pt x="37593" y="715867"/>
                  </a:lnTo>
                  <a:lnTo>
                    <a:pt x="37936" y="715266"/>
                  </a:lnTo>
                  <a:lnTo>
                    <a:pt x="38279" y="714063"/>
                  </a:lnTo>
                  <a:lnTo>
                    <a:pt x="38377" y="713712"/>
                  </a:lnTo>
                  <a:lnTo>
                    <a:pt x="38377" y="713411"/>
                  </a:lnTo>
                  <a:lnTo>
                    <a:pt x="38573" y="712910"/>
                  </a:lnTo>
                  <a:lnTo>
                    <a:pt x="38622" y="712559"/>
                  </a:lnTo>
                  <a:lnTo>
                    <a:pt x="38671" y="712008"/>
                  </a:lnTo>
                  <a:lnTo>
                    <a:pt x="38622" y="711457"/>
                  </a:lnTo>
                  <a:lnTo>
                    <a:pt x="38573" y="710956"/>
                  </a:lnTo>
                  <a:lnTo>
                    <a:pt x="38524" y="710655"/>
                  </a:lnTo>
                  <a:lnTo>
                    <a:pt x="38475" y="710054"/>
                  </a:lnTo>
                  <a:lnTo>
                    <a:pt x="38524" y="709653"/>
                  </a:lnTo>
                  <a:lnTo>
                    <a:pt x="38524" y="708200"/>
                  </a:lnTo>
                  <a:lnTo>
                    <a:pt x="38573" y="707598"/>
                  </a:lnTo>
                  <a:lnTo>
                    <a:pt x="38573" y="706195"/>
                  </a:lnTo>
                  <a:lnTo>
                    <a:pt x="38475" y="705644"/>
                  </a:lnTo>
                  <a:lnTo>
                    <a:pt x="38083" y="704692"/>
                  </a:lnTo>
                  <a:lnTo>
                    <a:pt x="37838" y="702286"/>
                  </a:lnTo>
                  <a:lnTo>
                    <a:pt x="37005" y="698828"/>
                  </a:lnTo>
                  <a:lnTo>
                    <a:pt x="35534" y="695972"/>
                  </a:lnTo>
                  <a:lnTo>
                    <a:pt x="34162" y="692614"/>
                  </a:lnTo>
                  <a:lnTo>
                    <a:pt x="32005" y="689457"/>
                  </a:lnTo>
                  <a:lnTo>
                    <a:pt x="30241" y="687453"/>
                  </a:lnTo>
                  <a:lnTo>
                    <a:pt x="27104" y="683444"/>
                  </a:lnTo>
                  <a:lnTo>
                    <a:pt x="24604" y="681690"/>
                  </a:lnTo>
                  <a:lnTo>
                    <a:pt x="24163" y="681138"/>
                  </a:lnTo>
                  <a:lnTo>
                    <a:pt x="22889" y="679936"/>
                  </a:lnTo>
                  <a:lnTo>
                    <a:pt x="21418" y="679134"/>
                  </a:lnTo>
                  <a:lnTo>
                    <a:pt x="20536" y="678031"/>
                  </a:lnTo>
                  <a:lnTo>
                    <a:pt x="20095" y="677931"/>
                  </a:lnTo>
                  <a:lnTo>
                    <a:pt x="18870" y="676578"/>
                  </a:lnTo>
                  <a:lnTo>
                    <a:pt x="17987" y="676027"/>
                  </a:lnTo>
                  <a:lnTo>
                    <a:pt x="16958" y="675676"/>
                  </a:lnTo>
                  <a:lnTo>
                    <a:pt x="16272" y="675776"/>
                  </a:lnTo>
                  <a:lnTo>
                    <a:pt x="15096" y="676277"/>
                  </a:lnTo>
                  <a:lnTo>
                    <a:pt x="14360" y="676378"/>
                  </a:lnTo>
                  <a:lnTo>
                    <a:pt x="13870" y="676378"/>
                  </a:lnTo>
                  <a:lnTo>
                    <a:pt x="13380" y="676378"/>
                  </a:lnTo>
                  <a:lnTo>
                    <a:pt x="13086" y="676378"/>
                  </a:lnTo>
                  <a:lnTo>
                    <a:pt x="12008" y="675776"/>
                  </a:lnTo>
                  <a:lnTo>
                    <a:pt x="11616" y="675877"/>
                  </a:lnTo>
                  <a:lnTo>
                    <a:pt x="10390" y="675426"/>
                  </a:lnTo>
                  <a:lnTo>
                    <a:pt x="9655" y="675125"/>
                  </a:lnTo>
                  <a:lnTo>
                    <a:pt x="9214" y="675025"/>
                  </a:lnTo>
                  <a:lnTo>
                    <a:pt x="8675" y="675025"/>
                  </a:lnTo>
                  <a:lnTo>
                    <a:pt x="7891" y="675125"/>
                  </a:lnTo>
                  <a:lnTo>
                    <a:pt x="7401" y="675325"/>
                  </a:lnTo>
                  <a:lnTo>
                    <a:pt x="6812" y="675526"/>
                  </a:lnTo>
                  <a:lnTo>
                    <a:pt x="5881" y="676127"/>
                  </a:lnTo>
                  <a:lnTo>
                    <a:pt x="4656" y="676879"/>
                  </a:lnTo>
                  <a:lnTo>
                    <a:pt x="3823" y="677631"/>
                  </a:lnTo>
                  <a:lnTo>
                    <a:pt x="3332" y="677881"/>
                  </a:lnTo>
                  <a:lnTo>
                    <a:pt x="2940" y="678182"/>
                  </a:lnTo>
                  <a:lnTo>
                    <a:pt x="2597" y="678482"/>
                  </a:lnTo>
                  <a:lnTo>
                    <a:pt x="2254" y="678833"/>
                  </a:lnTo>
                  <a:lnTo>
                    <a:pt x="1715" y="679134"/>
                  </a:lnTo>
                  <a:lnTo>
                    <a:pt x="637" y="679084"/>
                  </a:lnTo>
                  <a:lnTo>
                    <a:pt x="294" y="678933"/>
                  </a:lnTo>
                  <a:lnTo>
                    <a:pt x="147" y="678733"/>
                  </a:lnTo>
                  <a:lnTo>
                    <a:pt x="0" y="678482"/>
                  </a:lnTo>
                  <a:lnTo>
                    <a:pt x="0" y="677831"/>
                  </a:lnTo>
                  <a:lnTo>
                    <a:pt x="49" y="677280"/>
                  </a:lnTo>
                  <a:lnTo>
                    <a:pt x="490" y="676528"/>
                  </a:lnTo>
                  <a:lnTo>
                    <a:pt x="1176" y="674824"/>
                  </a:lnTo>
                  <a:lnTo>
                    <a:pt x="2058" y="673271"/>
                  </a:lnTo>
                  <a:lnTo>
                    <a:pt x="2548" y="672569"/>
                  </a:lnTo>
                  <a:lnTo>
                    <a:pt x="2744" y="671918"/>
                  </a:lnTo>
                  <a:lnTo>
                    <a:pt x="2793" y="671366"/>
                  </a:lnTo>
                  <a:lnTo>
                    <a:pt x="2352" y="670214"/>
                  </a:lnTo>
                  <a:lnTo>
                    <a:pt x="7401" y="664651"/>
                  </a:lnTo>
                  <a:lnTo>
                    <a:pt x="21516" y="650369"/>
                  </a:lnTo>
                  <a:lnTo>
                    <a:pt x="22693" y="646861"/>
                  </a:lnTo>
                  <a:lnTo>
                    <a:pt x="37887" y="625613"/>
                  </a:lnTo>
                  <a:lnTo>
                    <a:pt x="69599" y="581163"/>
                  </a:lnTo>
                  <a:lnTo>
                    <a:pt x="76656" y="571391"/>
                  </a:lnTo>
                  <a:lnTo>
                    <a:pt x="96360" y="554753"/>
                  </a:lnTo>
                  <a:lnTo>
                    <a:pt x="106506" y="543327"/>
                  </a:lnTo>
                  <a:lnTo>
                    <a:pt x="114005" y="536111"/>
                  </a:lnTo>
                  <a:lnTo>
                    <a:pt x="117093" y="530348"/>
                  </a:lnTo>
                  <a:lnTo>
                    <a:pt x="119004" y="526238"/>
                  </a:lnTo>
                  <a:lnTo>
                    <a:pt x="119298" y="525637"/>
                  </a:lnTo>
                  <a:lnTo>
                    <a:pt x="122533" y="523833"/>
                  </a:lnTo>
                  <a:lnTo>
                    <a:pt x="135424" y="520325"/>
                  </a:lnTo>
                  <a:lnTo>
                    <a:pt x="142334" y="518722"/>
                  </a:lnTo>
                  <a:lnTo>
                    <a:pt x="173115" y="506945"/>
                  </a:lnTo>
                  <a:lnTo>
                    <a:pt x="188015" y="498376"/>
                  </a:lnTo>
                  <a:lnTo>
                    <a:pt x="209679" y="482840"/>
                  </a:lnTo>
                  <a:lnTo>
                    <a:pt x="216982" y="475424"/>
                  </a:lnTo>
                  <a:lnTo>
                    <a:pt x="218991" y="472317"/>
                  </a:lnTo>
                  <a:lnTo>
                    <a:pt x="219139" y="472116"/>
                  </a:lnTo>
                  <a:lnTo>
                    <a:pt x="223207" y="466854"/>
                  </a:lnTo>
                  <a:lnTo>
                    <a:pt x="225412" y="463396"/>
                  </a:lnTo>
                  <a:lnTo>
                    <a:pt x="226491" y="461041"/>
                  </a:lnTo>
                  <a:lnTo>
                    <a:pt x="227373" y="459788"/>
                  </a:lnTo>
                  <a:lnTo>
                    <a:pt x="231980" y="455829"/>
                  </a:lnTo>
                  <a:lnTo>
                    <a:pt x="233352" y="453173"/>
                  </a:lnTo>
                  <a:lnTo>
                    <a:pt x="234970" y="451369"/>
                  </a:lnTo>
                  <a:lnTo>
                    <a:pt x="240263" y="447962"/>
                  </a:lnTo>
                  <a:lnTo>
                    <a:pt x="244331" y="444905"/>
                  </a:lnTo>
                  <a:lnTo>
                    <a:pt x="250703" y="438741"/>
                  </a:lnTo>
                  <a:lnTo>
                    <a:pt x="252860" y="437137"/>
                  </a:lnTo>
                  <a:lnTo>
                    <a:pt x="259330" y="433830"/>
                  </a:lnTo>
                  <a:lnTo>
                    <a:pt x="260800" y="433278"/>
                  </a:lnTo>
                  <a:lnTo>
                    <a:pt x="262466" y="432978"/>
                  </a:lnTo>
                  <a:lnTo>
                    <a:pt x="265701" y="433228"/>
                  </a:lnTo>
                  <a:lnTo>
                    <a:pt x="267172" y="433078"/>
                  </a:lnTo>
                  <a:lnTo>
                    <a:pt x="270260" y="431023"/>
                  </a:lnTo>
                  <a:lnTo>
                    <a:pt x="273445" y="428417"/>
                  </a:lnTo>
                  <a:lnTo>
                    <a:pt x="275504" y="427616"/>
                  </a:lnTo>
                  <a:lnTo>
                    <a:pt x="279180" y="427616"/>
                  </a:lnTo>
                  <a:lnTo>
                    <a:pt x="283248" y="429019"/>
                  </a:lnTo>
                  <a:lnTo>
                    <a:pt x="289032" y="429670"/>
                  </a:lnTo>
                  <a:lnTo>
                    <a:pt x="295354" y="431224"/>
                  </a:lnTo>
                  <a:lnTo>
                    <a:pt x="303344" y="431625"/>
                  </a:lnTo>
                  <a:lnTo>
                    <a:pt x="305892" y="431976"/>
                  </a:lnTo>
                  <a:lnTo>
                    <a:pt x="309960" y="431625"/>
                  </a:lnTo>
                  <a:lnTo>
                    <a:pt x="312019" y="430923"/>
                  </a:lnTo>
                  <a:lnTo>
                    <a:pt x="316136" y="428017"/>
                  </a:lnTo>
                  <a:lnTo>
                    <a:pt x="324959" y="423306"/>
                  </a:lnTo>
                  <a:lnTo>
                    <a:pt x="327164" y="423105"/>
                  </a:lnTo>
                  <a:lnTo>
                    <a:pt x="333879" y="423556"/>
                  </a:lnTo>
                  <a:lnTo>
                    <a:pt x="339712" y="423607"/>
                  </a:lnTo>
                  <a:lnTo>
                    <a:pt x="342211" y="423256"/>
                  </a:lnTo>
                  <a:lnTo>
                    <a:pt x="345544" y="422153"/>
                  </a:lnTo>
                  <a:lnTo>
                    <a:pt x="351328" y="417743"/>
                  </a:lnTo>
                  <a:lnTo>
                    <a:pt x="353680" y="416541"/>
                  </a:lnTo>
                  <a:lnTo>
                    <a:pt x="355347" y="415739"/>
                  </a:lnTo>
                  <a:lnTo>
                    <a:pt x="358239" y="415388"/>
                  </a:lnTo>
                  <a:lnTo>
                    <a:pt x="364757" y="415488"/>
                  </a:lnTo>
                  <a:lnTo>
                    <a:pt x="370149" y="414386"/>
                  </a:lnTo>
                  <a:lnTo>
                    <a:pt x="371717" y="413434"/>
                  </a:lnTo>
                  <a:lnTo>
                    <a:pt x="375050" y="409876"/>
                  </a:lnTo>
                  <a:lnTo>
                    <a:pt x="377011" y="406869"/>
                  </a:lnTo>
                  <a:lnTo>
                    <a:pt x="377599" y="405516"/>
                  </a:lnTo>
                  <a:lnTo>
                    <a:pt x="378285" y="402709"/>
                  </a:lnTo>
                  <a:lnTo>
                    <a:pt x="378432" y="400655"/>
                  </a:lnTo>
                  <a:lnTo>
                    <a:pt x="378432" y="397999"/>
                  </a:lnTo>
                  <a:lnTo>
                    <a:pt x="379118" y="395894"/>
                  </a:lnTo>
                  <a:lnTo>
                    <a:pt x="381373" y="392035"/>
                  </a:lnTo>
                  <a:lnTo>
                    <a:pt x="382206" y="389479"/>
                  </a:lnTo>
                  <a:lnTo>
                    <a:pt x="384412" y="385070"/>
                  </a:lnTo>
                  <a:lnTo>
                    <a:pt x="388039" y="380108"/>
                  </a:lnTo>
                  <a:lnTo>
                    <a:pt x="390244" y="375297"/>
                  </a:lnTo>
                  <a:lnTo>
                    <a:pt x="391421" y="373293"/>
                  </a:lnTo>
                  <a:lnTo>
                    <a:pt x="393087" y="371790"/>
                  </a:lnTo>
                  <a:lnTo>
                    <a:pt x="398920" y="369885"/>
                  </a:lnTo>
                  <a:lnTo>
                    <a:pt x="405929" y="366929"/>
                  </a:lnTo>
                  <a:lnTo>
                    <a:pt x="407889" y="365826"/>
                  </a:lnTo>
                  <a:lnTo>
                    <a:pt x="411173" y="362869"/>
                  </a:lnTo>
                  <a:lnTo>
                    <a:pt x="412889" y="361817"/>
                  </a:lnTo>
                  <a:lnTo>
                    <a:pt x="413820" y="361717"/>
                  </a:lnTo>
                  <a:lnTo>
                    <a:pt x="414996" y="361867"/>
                  </a:lnTo>
                  <a:lnTo>
                    <a:pt x="416614" y="362468"/>
                  </a:lnTo>
                  <a:lnTo>
                    <a:pt x="417398" y="362970"/>
                  </a:lnTo>
                  <a:lnTo>
                    <a:pt x="418868" y="365626"/>
                  </a:lnTo>
                  <a:lnTo>
                    <a:pt x="420633" y="371088"/>
                  </a:lnTo>
                  <a:lnTo>
                    <a:pt x="421809" y="373443"/>
                  </a:lnTo>
                  <a:lnTo>
                    <a:pt x="422985" y="374897"/>
                  </a:lnTo>
                  <a:lnTo>
                    <a:pt x="424995" y="375899"/>
                  </a:lnTo>
                  <a:lnTo>
                    <a:pt x="429308" y="376149"/>
                  </a:lnTo>
                  <a:lnTo>
                    <a:pt x="432592" y="375849"/>
                  </a:lnTo>
                  <a:lnTo>
                    <a:pt x="434160" y="375297"/>
                  </a:lnTo>
                  <a:lnTo>
                    <a:pt x="437395" y="373543"/>
                  </a:lnTo>
                  <a:lnTo>
                    <a:pt x="440630" y="372742"/>
                  </a:lnTo>
                  <a:lnTo>
                    <a:pt x="443963" y="370737"/>
                  </a:lnTo>
                  <a:lnTo>
                    <a:pt x="446120" y="370086"/>
                  </a:lnTo>
                  <a:lnTo>
                    <a:pt x="448423" y="369985"/>
                  </a:lnTo>
                  <a:lnTo>
                    <a:pt x="451168" y="370687"/>
                  </a:lnTo>
                  <a:lnTo>
                    <a:pt x="458765" y="373894"/>
                  </a:lnTo>
                  <a:lnTo>
                    <a:pt x="464500" y="376651"/>
                  </a:lnTo>
                  <a:lnTo>
                    <a:pt x="467833" y="377753"/>
                  </a:lnTo>
                  <a:lnTo>
                    <a:pt x="471117" y="378104"/>
                  </a:lnTo>
                  <a:lnTo>
                    <a:pt x="483272" y="377853"/>
                  </a:lnTo>
                  <a:lnTo>
                    <a:pt x="494594" y="378104"/>
                  </a:lnTo>
                  <a:lnTo>
                    <a:pt x="500083" y="379156"/>
                  </a:lnTo>
                  <a:lnTo>
                    <a:pt x="504054" y="379557"/>
                  </a:lnTo>
                  <a:lnTo>
                    <a:pt x="507337" y="379256"/>
                  </a:lnTo>
                  <a:lnTo>
                    <a:pt x="516503" y="375498"/>
                  </a:lnTo>
                  <a:lnTo>
                    <a:pt x="520081" y="374496"/>
                  </a:lnTo>
                  <a:lnTo>
                    <a:pt x="525080" y="373744"/>
                  </a:lnTo>
                  <a:lnTo>
                    <a:pt x="528903" y="372090"/>
                  </a:lnTo>
                  <a:lnTo>
                    <a:pt x="532236" y="369885"/>
                  </a:lnTo>
                  <a:lnTo>
                    <a:pt x="533119" y="368632"/>
                  </a:lnTo>
                  <a:lnTo>
                    <a:pt x="534540" y="365626"/>
                  </a:lnTo>
                  <a:lnTo>
                    <a:pt x="535912" y="363320"/>
                  </a:lnTo>
                  <a:lnTo>
                    <a:pt x="537775" y="361266"/>
                  </a:lnTo>
                  <a:lnTo>
                    <a:pt x="539392" y="360414"/>
                  </a:lnTo>
                  <a:lnTo>
                    <a:pt x="539637" y="358710"/>
                  </a:lnTo>
                  <a:lnTo>
                    <a:pt x="540765" y="356605"/>
                  </a:lnTo>
                  <a:lnTo>
                    <a:pt x="541549" y="354500"/>
                  </a:lnTo>
                  <a:lnTo>
                    <a:pt x="543411" y="351193"/>
                  </a:lnTo>
                  <a:lnTo>
                    <a:pt x="546450" y="348236"/>
                  </a:lnTo>
                  <a:lnTo>
                    <a:pt x="550812" y="343225"/>
                  </a:lnTo>
                  <a:lnTo>
                    <a:pt x="552381" y="341722"/>
                  </a:lnTo>
                  <a:lnTo>
                    <a:pt x="557086" y="339066"/>
                  </a:lnTo>
                  <a:lnTo>
                    <a:pt x="562380" y="337211"/>
                  </a:lnTo>
                  <a:lnTo>
                    <a:pt x="564291" y="336359"/>
                  </a:lnTo>
                  <a:lnTo>
                    <a:pt x="568604" y="334505"/>
                  </a:lnTo>
                  <a:lnTo>
                    <a:pt x="581250" y="332651"/>
                  </a:lnTo>
                  <a:lnTo>
                    <a:pt x="590219" y="330596"/>
                  </a:lnTo>
                  <a:lnTo>
                    <a:pt x="595709" y="324032"/>
                  </a:lnTo>
                  <a:lnTo>
                    <a:pt x="597914" y="322378"/>
                  </a:lnTo>
                  <a:lnTo>
                    <a:pt x="600365" y="319271"/>
                  </a:lnTo>
                  <a:lnTo>
                    <a:pt x="601688" y="317116"/>
                  </a:lnTo>
                  <a:lnTo>
                    <a:pt x="602276" y="315663"/>
                  </a:lnTo>
                  <a:lnTo>
                    <a:pt x="602620" y="313959"/>
                  </a:lnTo>
                  <a:lnTo>
                    <a:pt x="602473" y="308948"/>
                  </a:lnTo>
                  <a:lnTo>
                    <a:pt x="602276" y="306843"/>
                  </a:lnTo>
                  <a:lnTo>
                    <a:pt x="600561" y="300228"/>
                  </a:lnTo>
                  <a:lnTo>
                    <a:pt x="598747" y="290155"/>
                  </a:lnTo>
                  <a:lnTo>
                    <a:pt x="598895" y="288000"/>
                  </a:lnTo>
                  <a:lnTo>
                    <a:pt x="599679" y="285745"/>
                  </a:lnTo>
                  <a:lnTo>
                    <a:pt x="603404" y="277426"/>
                  </a:lnTo>
                  <a:lnTo>
                    <a:pt x="604825" y="273668"/>
                  </a:lnTo>
                  <a:lnTo>
                    <a:pt x="611344" y="262342"/>
                  </a:lnTo>
                  <a:lnTo>
                    <a:pt x="612912" y="258283"/>
                  </a:lnTo>
                  <a:lnTo>
                    <a:pt x="614187" y="255978"/>
                  </a:lnTo>
                  <a:lnTo>
                    <a:pt x="618892" y="250866"/>
                  </a:lnTo>
                  <a:lnTo>
                    <a:pt x="622078" y="248711"/>
                  </a:lnTo>
                  <a:lnTo>
                    <a:pt x="624431" y="246757"/>
                  </a:lnTo>
                  <a:lnTo>
                    <a:pt x="626636" y="244552"/>
                  </a:lnTo>
                  <a:lnTo>
                    <a:pt x="628499" y="241696"/>
                  </a:lnTo>
                  <a:lnTo>
                    <a:pt x="629871" y="238238"/>
                  </a:lnTo>
                  <a:lnTo>
                    <a:pt x="632567" y="234680"/>
                  </a:lnTo>
                  <a:lnTo>
                    <a:pt x="637811" y="230019"/>
                  </a:lnTo>
                  <a:lnTo>
                    <a:pt x="640507" y="229067"/>
                  </a:lnTo>
                  <a:lnTo>
                    <a:pt x="643742" y="228365"/>
                  </a:lnTo>
                  <a:lnTo>
                    <a:pt x="648006" y="227764"/>
                  </a:lnTo>
                  <a:lnTo>
                    <a:pt x="656044" y="227664"/>
                  </a:lnTo>
                  <a:lnTo>
                    <a:pt x="659720" y="227113"/>
                  </a:lnTo>
                  <a:lnTo>
                    <a:pt x="660357" y="227012"/>
                  </a:lnTo>
                  <a:lnTo>
                    <a:pt x="665945" y="225509"/>
                  </a:lnTo>
                  <a:lnTo>
                    <a:pt x="668739" y="224006"/>
                  </a:lnTo>
                  <a:lnTo>
                    <a:pt x="670503" y="222602"/>
                  </a:lnTo>
                  <a:lnTo>
                    <a:pt x="673444" y="218894"/>
                  </a:lnTo>
                  <a:lnTo>
                    <a:pt x="675846" y="214785"/>
                  </a:lnTo>
                  <a:lnTo>
                    <a:pt x="677659" y="213031"/>
                  </a:lnTo>
                  <a:lnTo>
                    <a:pt x="682511" y="210224"/>
                  </a:lnTo>
                  <a:lnTo>
                    <a:pt x="684472" y="209673"/>
                  </a:lnTo>
                  <a:lnTo>
                    <a:pt x="691628" y="208972"/>
                  </a:lnTo>
                  <a:lnTo>
                    <a:pt x="695647" y="207218"/>
                  </a:lnTo>
                  <a:lnTo>
                    <a:pt x="700940" y="203058"/>
                  </a:lnTo>
                  <a:lnTo>
                    <a:pt x="701872" y="202607"/>
                  </a:lnTo>
                  <a:lnTo>
                    <a:pt x="704077" y="202156"/>
                  </a:lnTo>
                  <a:lnTo>
                    <a:pt x="706381" y="200803"/>
                  </a:lnTo>
                  <a:lnTo>
                    <a:pt x="707263" y="199951"/>
                  </a:lnTo>
                  <a:lnTo>
                    <a:pt x="708538" y="197847"/>
                  </a:lnTo>
                  <a:lnTo>
                    <a:pt x="709077" y="197345"/>
                  </a:lnTo>
                  <a:lnTo>
                    <a:pt x="709959" y="197245"/>
                  </a:lnTo>
                  <a:lnTo>
                    <a:pt x="712459" y="197997"/>
                  </a:lnTo>
                  <a:lnTo>
                    <a:pt x="713194" y="197847"/>
                  </a:lnTo>
                  <a:lnTo>
                    <a:pt x="714125" y="197295"/>
                  </a:lnTo>
                  <a:lnTo>
                    <a:pt x="714958" y="196343"/>
                  </a:lnTo>
                  <a:lnTo>
                    <a:pt x="715988" y="193938"/>
                  </a:lnTo>
                  <a:lnTo>
                    <a:pt x="718095" y="190931"/>
                  </a:lnTo>
                  <a:lnTo>
                    <a:pt x="719419" y="188074"/>
                  </a:lnTo>
                  <a:lnTo>
                    <a:pt x="720448" y="184216"/>
                  </a:lnTo>
                  <a:lnTo>
                    <a:pt x="720546" y="181510"/>
                  </a:lnTo>
                  <a:lnTo>
                    <a:pt x="720889" y="179305"/>
                  </a:lnTo>
                  <a:lnTo>
                    <a:pt x="721918" y="176949"/>
                  </a:lnTo>
                  <a:lnTo>
                    <a:pt x="726182" y="170334"/>
                  </a:lnTo>
                  <a:lnTo>
                    <a:pt x="727065" y="168981"/>
                  </a:lnTo>
                  <a:lnTo>
                    <a:pt x="731868" y="163970"/>
                  </a:lnTo>
                  <a:lnTo>
                    <a:pt x="732701" y="162767"/>
                  </a:lnTo>
                  <a:lnTo>
                    <a:pt x="732799" y="161314"/>
                  </a:lnTo>
                  <a:lnTo>
                    <a:pt x="732260" y="160262"/>
                  </a:lnTo>
                  <a:lnTo>
                    <a:pt x="731182" y="159059"/>
                  </a:lnTo>
                  <a:lnTo>
                    <a:pt x="727996" y="156954"/>
                  </a:lnTo>
                  <a:lnTo>
                    <a:pt x="727065" y="155701"/>
                  </a:lnTo>
                  <a:lnTo>
                    <a:pt x="726918" y="154649"/>
                  </a:lnTo>
                  <a:lnTo>
                    <a:pt x="727114" y="153446"/>
                  </a:lnTo>
                  <a:lnTo>
                    <a:pt x="728388" y="150540"/>
                  </a:lnTo>
                  <a:lnTo>
                    <a:pt x="730152" y="148585"/>
                  </a:lnTo>
                  <a:lnTo>
                    <a:pt x="735103" y="144877"/>
                  </a:lnTo>
                  <a:lnTo>
                    <a:pt x="738044" y="141569"/>
                  </a:lnTo>
                  <a:lnTo>
                    <a:pt x="739171" y="139414"/>
                  </a:lnTo>
                  <a:lnTo>
                    <a:pt x="740298" y="135756"/>
                  </a:lnTo>
                  <a:lnTo>
                    <a:pt x="741573" y="134052"/>
                  </a:lnTo>
                  <a:lnTo>
                    <a:pt x="742945" y="133251"/>
                  </a:lnTo>
                  <a:lnTo>
                    <a:pt x="745739" y="132399"/>
                  </a:lnTo>
                  <a:lnTo>
                    <a:pt x="747405" y="131446"/>
                  </a:lnTo>
                  <a:lnTo>
                    <a:pt x="748042" y="130845"/>
                  </a:lnTo>
                  <a:lnTo>
                    <a:pt x="749121" y="129242"/>
                  </a:lnTo>
                  <a:lnTo>
                    <a:pt x="750101" y="125082"/>
                  </a:lnTo>
                  <a:lnTo>
                    <a:pt x="751326" y="123128"/>
                  </a:lnTo>
                  <a:lnTo>
                    <a:pt x="752160" y="122226"/>
                  </a:lnTo>
                  <a:lnTo>
                    <a:pt x="756767" y="118918"/>
                  </a:lnTo>
                  <a:lnTo>
                    <a:pt x="762109" y="116713"/>
                  </a:lnTo>
                  <a:lnTo>
                    <a:pt x="763384" y="115962"/>
                  </a:lnTo>
                  <a:lnTo>
                    <a:pt x="768677" y="111902"/>
                  </a:lnTo>
                  <a:lnTo>
                    <a:pt x="771177" y="109798"/>
                  </a:lnTo>
                  <a:lnTo>
                    <a:pt x="773480" y="108144"/>
                  </a:lnTo>
                  <a:lnTo>
                    <a:pt x="776372" y="107041"/>
                  </a:lnTo>
                  <a:lnTo>
                    <a:pt x="777892" y="106189"/>
                  </a:lnTo>
                  <a:lnTo>
                    <a:pt x="779166" y="105137"/>
                  </a:lnTo>
                  <a:lnTo>
                    <a:pt x="781372" y="102431"/>
                  </a:lnTo>
                  <a:lnTo>
                    <a:pt x="783038" y="100928"/>
                  </a:lnTo>
                  <a:lnTo>
                    <a:pt x="783920" y="99675"/>
                  </a:lnTo>
                  <a:lnTo>
                    <a:pt x="784214" y="98773"/>
                  </a:lnTo>
                  <a:lnTo>
                    <a:pt x="783724" y="93561"/>
                  </a:lnTo>
                  <a:lnTo>
                    <a:pt x="784067" y="91105"/>
                  </a:lnTo>
                  <a:lnTo>
                    <a:pt x="785930" y="87096"/>
                  </a:lnTo>
                  <a:lnTo>
                    <a:pt x="787743" y="84340"/>
                  </a:lnTo>
                  <a:lnTo>
                    <a:pt x="789116" y="81433"/>
                  </a:lnTo>
                  <a:lnTo>
                    <a:pt x="789802" y="80431"/>
                  </a:lnTo>
                  <a:lnTo>
                    <a:pt x="791223" y="79429"/>
                  </a:lnTo>
                  <a:lnTo>
                    <a:pt x="792792" y="79128"/>
                  </a:lnTo>
                  <a:lnTo>
                    <a:pt x="794703" y="79279"/>
                  </a:lnTo>
                  <a:lnTo>
                    <a:pt x="799997" y="80281"/>
                  </a:lnTo>
                  <a:lnTo>
                    <a:pt x="802496" y="80381"/>
                  </a:lnTo>
                  <a:lnTo>
                    <a:pt x="803722" y="80080"/>
                  </a:lnTo>
                  <a:lnTo>
                    <a:pt x="804555" y="79379"/>
                  </a:lnTo>
                  <a:lnTo>
                    <a:pt x="806417" y="77024"/>
                  </a:lnTo>
                  <a:lnTo>
                    <a:pt x="807447" y="76071"/>
                  </a:lnTo>
                  <a:lnTo>
                    <a:pt x="813573" y="71561"/>
                  </a:lnTo>
                  <a:lnTo>
                    <a:pt x="816612" y="67552"/>
                  </a:lnTo>
                  <a:lnTo>
                    <a:pt x="818279" y="65898"/>
                  </a:lnTo>
                  <a:lnTo>
                    <a:pt x="820190" y="64996"/>
                  </a:lnTo>
                  <a:lnTo>
                    <a:pt x="825484" y="64195"/>
                  </a:lnTo>
                  <a:lnTo>
                    <a:pt x="829454" y="62390"/>
                  </a:lnTo>
                  <a:lnTo>
                    <a:pt x="830679" y="61238"/>
                  </a:lnTo>
                  <a:lnTo>
                    <a:pt x="831757" y="58883"/>
                  </a:lnTo>
                  <a:lnTo>
                    <a:pt x="832983" y="56978"/>
                  </a:lnTo>
                  <a:lnTo>
                    <a:pt x="836414" y="54272"/>
                  </a:lnTo>
                  <a:lnTo>
                    <a:pt x="838472" y="53420"/>
                  </a:lnTo>
                  <a:lnTo>
                    <a:pt x="843226" y="52468"/>
                  </a:lnTo>
                  <a:lnTo>
                    <a:pt x="847344" y="49311"/>
                  </a:lnTo>
                  <a:lnTo>
                    <a:pt x="851706" y="47557"/>
                  </a:lnTo>
                  <a:lnTo>
                    <a:pt x="855578" y="45402"/>
                  </a:lnTo>
                  <a:lnTo>
                    <a:pt x="859891" y="44199"/>
                  </a:lnTo>
                  <a:lnTo>
                    <a:pt x="863371" y="42195"/>
                  </a:lnTo>
                  <a:lnTo>
                    <a:pt x="870674" y="39288"/>
                  </a:lnTo>
                  <a:lnTo>
                    <a:pt x="874791" y="36582"/>
                  </a:lnTo>
                  <a:lnTo>
                    <a:pt x="876654" y="34778"/>
                  </a:lnTo>
                  <a:lnTo>
                    <a:pt x="877634" y="33225"/>
                  </a:lnTo>
                  <a:lnTo>
                    <a:pt x="878320" y="31621"/>
                  </a:lnTo>
                  <a:lnTo>
                    <a:pt x="881261" y="24605"/>
                  </a:lnTo>
                  <a:lnTo>
                    <a:pt x="886407" y="8268"/>
                  </a:lnTo>
                  <a:lnTo>
                    <a:pt x="8898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90558" y="4712949"/>
              <a:ext cx="968309" cy="862799"/>
            </a:xfrm>
            <a:custGeom>
              <a:avLst/>
              <a:pathLst>
                <a:path w="968309" h="862799">
                  <a:moveTo>
                    <a:pt x="859352" y="1653"/>
                  </a:moveTo>
                  <a:lnTo>
                    <a:pt x="870478" y="9772"/>
                  </a:lnTo>
                  <a:lnTo>
                    <a:pt x="874301" y="14081"/>
                  </a:lnTo>
                  <a:lnTo>
                    <a:pt x="878810" y="20746"/>
                  </a:lnTo>
                  <a:lnTo>
                    <a:pt x="881947" y="29717"/>
                  </a:lnTo>
                  <a:lnTo>
                    <a:pt x="886554" y="37083"/>
                  </a:lnTo>
                  <a:lnTo>
                    <a:pt x="892191" y="39188"/>
                  </a:lnTo>
                  <a:lnTo>
                    <a:pt x="895230" y="40291"/>
                  </a:lnTo>
                  <a:lnTo>
                    <a:pt x="905768" y="40792"/>
                  </a:lnTo>
                  <a:lnTo>
                    <a:pt x="913218" y="42596"/>
                  </a:lnTo>
                  <a:lnTo>
                    <a:pt x="926010" y="48810"/>
                  </a:lnTo>
                  <a:lnTo>
                    <a:pt x="941596" y="55625"/>
                  </a:lnTo>
                  <a:lnTo>
                    <a:pt x="952330" y="60336"/>
                  </a:lnTo>
                  <a:lnTo>
                    <a:pt x="961986" y="67652"/>
                  </a:lnTo>
                  <a:lnTo>
                    <a:pt x="966936" y="75470"/>
                  </a:lnTo>
                  <a:lnTo>
                    <a:pt x="966054" y="86294"/>
                  </a:lnTo>
                  <a:lnTo>
                    <a:pt x="965613" y="101679"/>
                  </a:lnTo>
                  <a:lnTo>
                    <a:pt x="968309" y="120522"/>
                  </a:lnTo>
                  <a:lnTo>
                    <a:pt x="967623" y="132048"/>
                  </a:lnTo>
                  <a:lnTo>
                    <a:pt x="963554" y="140317"/>
                  </a:lnTo>
                  <a:lnTo>
                    <a:pt x="957967" y="149487"/>
                  </a:lnTo>
                  <a:lnTo>
                    <a:pt x="951889" y="158007"/>
                  </a:lnTo>
                  <a:lnTo>
                    <a:pt x="946008" y="167678"/>
                  </a:lnTo>
                  <a:lnTo>
                    <a:pt x="944880" y="175045"/>
                  </a:lnTo>
                  <a:lnTo>
                    <a:pt x="946498" y="182362"/>
                  </a:lnTo>
                  <a:lnTo>
                    <a:pt x="948066" y="190680"/>
                  </a:lnTo>
                  <a:lnTo>
                    <a:pt x="947380" y="200102"/>
                  </a:lnTo>
                  <a:lnTo>
                    <a:pt x="943312" y="206967"/>
                  </a:lnTo>
                  <a:lnTo>
                    <a:pt x="938852" y="217341"/>
                  </a:lnTo>
                  <a:lnTo>
                    <a:pt x="934097" y="226511"/>
                  </a:lnTo>
                  <a:lnTo>
                    <a:pt x="932774" y="233878"/>
                  </a:lnTo>
                  <a:lnTo>
                    <a:pt x="930715" y="238488"/>
                  </a:lnTo>
                  <a:lnTo>
                    <a:pt x="924197" y="249513"/>
                  </a:lnTo>
                  <a:lnTo>
                    <a:pt x="917237" y="260989"/>
                  </a:lnTo>
                  <a:lnTo>
                    <a:pt x="914345" y="273217"/>
                  </a:lnTo>
                  <a:lnTo>
                    <a:pt x="912973" y="289504"/>
                  </a:lnTo>
                  <a:lnTo>
                    <a:pt x="908904" y="297572"/>
                  </a:lnTo>
                  <a:lnTo>
                    <a:pt x="903317" y="309298"/>
                  </a:lnTo>
                  <a:lnTo>
                    <a:pt x="896602" y="327189"/>
                  </a:lnTo>
                  <a:lnTo>
                    <a:pt x="890034" y="338464"/>
                  </a:lnTo>
                  <a:lnTo>
                    <a:pt x="875428" y="347234"/>
                  </a:lnTo>
                  <a:lnTo>
                    <a:pt x="858764" y="357557"/>
                  </a:lnTo>
                  <a:lnTo>
                    <a:pt x="847295" y="362619"/>
                  </a:lnTo>
                  <a:lnTo>
                    <a:pt x="832493" y="363070"/>
                  </a:lnTo>
                  <a:lnTo>
                    <a:pt x="823278" y="365626"/>
                  </a:lnTo>
                  <a:lnTo>
                    <a:pt x="818524" y="372992"/>
                  </a:lnTo>
                  <a:lnTo>
                    <a:pt x="815387" y="384669"/>
                  </a:lnTo>
                  <a:lnTo>
                    <a:pt x="814603" y="397598"/>
                  </a:lnTo>
                  <a:lnTo>
                    <a:pt x="812593" y="399402"/>
                  </a:lnTo>
                  <a:lnTo>
                    <a:pt x="812201" y="400254"/>
                  </a:lnTo>
                  <a:lnTo>
                    <a:pt x="812005" y="401256"/>
                  </a:lnTo>
                  <a:lnTo>
                    <a:pt x="812299" y="403712"/>
                  </a:lnTo>
                  <a:lnTo>
                    <a:pt x="813328" y="407270"/>
                  </a:lnTo>
                  <a:lnTo>
                    <a:pt x="813622" y="409675"/>
                  </a:lnTo>
                  <a:lnTo>
                    <a:pt x="812691" y="415338"/>
                  </a:lnTo>
                  <a:lnTo>
                    <a:pt x="812201" y="424058"/>
                  </a:lnTo>
                  <a:lnTo>
                    <a:pt x="810682" y="431274"/>
                  </a:lnTo>
                  <a:lnTo>
                    <a:pt x="810633" y="435032"/>
                  </a:lnTo>
                  <a:lnTo>
                    <a:pt x="811270" y="439292"/>
                  </a:lnTo>
                  <a:lnTo>
                    <a:pt x="810633" y="442098"/>
                  </a:lnTo>
                  <a:lnTo>
                    <a:pt x="809750" y="444153"/>
                  </a:lnTo>
                  <a:lnTo>
                    <a:pt x="808672" y="445857"/>
                  </a:lnTo>
                  <a:lnTo>
                    <a:pt x="807986" y="448162"/>
                  </a:lnTo>
                  <a:lnTo>
                    <a:pt x="807398" y="458936"/>
                  </a:lnTo>
                  <a:lnTo>
                    <a:pt x="806319" y="464048"/>
                  </a:lnTo>
                  <a:lnTo>
                    <a:pt x="804849" y="467255"/>
                  </a:lnTo>
                  <a:lnTo>
                    <a:pt x="801516" y="469761"/>
                  </a:lnTo>
                  <a:lnTo>
                    <a:pt x="795046" y="472868"/>
                  </a:lnTo>
                  <a:lnTo>
                    <a:pt x="792939" y="474522"/>
                  </a:lnTo>
                  <a:lnTo>
                    <a:pt x="790047" y="477528"/>
                  </a:lnTo>
                  <a:lnTo>
                    <a:pt x="782891" y="482239"/>
                  </a:lnTo>
                  <a:lnTo>
                    <a:pt x="779950" y="485296"/>
                  </a:lnTo>
                  <a:lnTo>
                    <a:pt x="777597" y="486449"/>
                  </a:lnTo>
                  <a:lnTo>
                    <a:pt x="776519" y="486699"/>
                  </a:lnTo>
                  <a:lnTo>
                    <a:pt x="773872" y="486749"/>
                  </a:lnTo>
                  <a:lnTo>
                    <a:pt x="772990" y="486298"/>
                  </a:lnTo>
                  <a:lnTo>
                    <a:pt x="770589" y="484344"/>
                  </a:lnTo>
                  <a:lnTo>
                    <a:pt x="767354" y="483191"/>
                  </a:lnTo>
                  <a:lnTo>
                    <a:pt x="766177" y="483191"/>
                  </a:lnTo>
                  <a:lnTo>
                    <a:pt x="763776" y="483943"/>
                  </a:lnTo>
                  <a:lnTo>
                    <a:pt x="761570" y="485697"/>
                  </a:lnTo>
                  <a:lnTo>
                    <a:pt x="760688" y="486900"/>
                  </a:lnTo>
                  <a:lnTo>
                    <a:pt x="758335" y="489155"/>
                  </a:lnTo>
                  <a:lnTo>
                    <a:pt x="756620" y="491961"/>
                  </a:lnTo>
                  <a:lnTo>
                    <a:pt x="756375" y="493966"/>
                  </a:lnTo>
                  <a:lnTo>
                    <a:pt x="756522" y="498526"/>
                  </a:lnTo>
                  <a:lnTo>
                    <a:pt x="756228" y="499979"/>
                  </a:lnTo>
                  <a:lnTo>
                    <a:pt x="752748" y="504990"/>
                  </a:lnTo>
                  <a:lnTo>
                    <a:pt x="751032" y="507045"/>
                  </a:lnTo>
                  <a:lnTo>
                    <a:pt x="747895" y="508498"/>
                  </a:lnTo>
                  <a:lnTo>
                    <a:pt x="747160" y="509200"/>
                  </a:lnTo>
                  <a:lnTo>
                    <a:pt x="746621" y="512157"/>
                  </a:lnTo>
                  <a:lnTo>
                    <a:pt x="745690" y="515063"/>
                  </a:lnTo>
                  <a:lnTo>
                    <a:pt x="742847" y="519323"/>
                  </a:lnTo>
                  <a:lnTo>
                    <a:pt x="741867" y="523282"/>
                  </a:lnTo>
                  <a:lnTo>
                    <a:pt x="740788" y="526790"/>
                  </a:lnTo>
                  <a:lnTo>
                    <a:pt x="737063" y="530147"/>
                  </a:lnTo>
                  <a:lnTo>
                    <a:pt x="735642" y="531851"/>
                  </a:lnTo>
                  <a:lnTo>
                    <a:pt x="733436" y="533956"/>
                  </a:lnTo>
                  <a:lnTo>
                    <a:pt x="729515" y="538817"/>
                  </a:lnTo>
                  <a:lnTo>
                    <a:pt x="727947" y="540471"/>
                  </a:lnTo>
                  <a:lnTo>
                    <a:pt x="726084" y="541523"/>
                  </a:lnTo>
                  <a:lnTo>
                    <a:pt x="725055" y="541673"/>
                  </a:lnTo>
                  <a:lnTo>
                    <a:pt x="721379" y="541373"/>
                  </a:lnTo>
                  <a:lnTo>
                    <a:pt x="717017" y="539819"/>
                  </a:lnTo>
                  <a:lnTo>
                    <a:pt x="713439" y="538967"/>
                  </a:lnTo>
                  <a:lnTo>
                    <a:pt x="711037" y="538967"/>
                  </a:lnTo>
                  <a:lnTo>
                    <a:pt x="707704" y="539719"/>
                  </a:lnTo>
                  <a:lnTo>
                    <a:pt x="707165" y="542375"/>
                  </a:lnTo>
                  <a:lnTo>
                    <a:pt x="706675" y="547687"/>
                  </a:lnTo>
                  <a:lnTo>
                    <a:pt x="705891" y="552498"/>
                  </a:lnTo>
                  <a:lnTo>
                    <a:pt x="704960" y="555204"/>
                  </a:lnTo>
                  <a:lnTo>
                    <a:pt x="700548" y="561969"/>
                  </a:lnTo>
                  <a:lnTo>
                    <a:pt x="699568" y="564325"/>
                  </a:lnTo>
                  <a:lnTo>
                    <a:pt x="697804" y="571140"/>
                  </a:lnTo>
                  <a:lnTo>
                    <a:pt x="694618" y="576602"/>
                  </a:lnTo>
                  <a:lnTo>
                    <a:pt x="692853" y="580461"/>
                  </a:lnTo>
                  <a:lnTo>
                    <a:pt x="692363" y="584370"/>
                  </a:lnTo>
                  <a:lnTo>
                    <a:pt x="692167" y="593190"/>
                  </a:lnTo>
                  <a:lnTo>
                    <a:pt x="688491" y="604465"/>
                  </a:lnTo>
                  <a:lnTo>
                    <a:pt x="686825" y="607472"/>
                  </a:lnTo>
                  <a:lnTo>
                    <a:pt x="685991" y="609727"/>
                  </a:lnTo>
                  <a:lnTo>
                    <a:pt x="684227" y="610228"/>
                  </a:lnTo>
                  <a:lnTo>
                    <a:pt x="680649" y="611732"/>
                  </a:lnTo>
                  <a:lnTo>
                    <a:pt x="673640" y="614087"/>
                  </a:lnTo>
                  <a:lnTo>
                    <a:pt x="670111" y="616643"/>
                  </a:lnTo>
                  <a:lnTo>
                    <a:pt x="667317" y="618246"/>
                  </a:lnTo>
                  <a:lnTo>
                    <a:pt x="660651" y="620000"/>
                  </a:lnTo>
                  <a:lnTo>
                    <a:pt x="658740" y="621053"/>
                  </a:lnTo>
                  <a:lnTo>
                    <a:pt x="657564" y="621704"/>
                  </a:lnTo>
                  <a:lnTo>
                    <a:pt x="654819" y="622807"/>
                  </a:lnTo>
                  <a:lnTo>
                    <a:pt x="649476" y="624160"/>
                  </a:lnTo>
                  <a:lnTo>
                    <a:pt x="648104" y="625713"/>
                  </a:lnTo>
                  <a:lnTo>
                    <a:pt x="644036" y="626866"/>
                  </a:lnTo>
                  <a:lnTo>
                    <a:pt x="643350" y="627517"/>
                  </a:lnTo>
                  <a:lnTo>
                    <a:pt x="641536" y="628419"/>
                  </a:lnTo>
                  <a:lnTo>
                    <a:pt x="637468" y="631827"/>
                  </a:lnTo>
                  <a:lnTo>
                    <a:pt x="632763" y="633381"/>
                  </a:lnTo>
                  <a:lnTo>
                    <a:pt x="629479" y="635135"/>
                  </a:lnTo>
                  <a:lnTo>
                    <a:pt x="625558" y="635084"/>
                  </a:lnTo>
                  <a:lnTo>
                    <a:pt x="622617" y="636037"/>
                  </a:lnTo>
                  <a:lnTo>
                    <a:pt x="619088" y="638041"/>
                  </a:lnTo>
                  <a:lnTo>
                    <a:pt x="616588" y="639043"/>
                  </a:lnTo>
                  <a:lnTo>
                    <a:pt x="614040" y="640797"/>
                  </a:lnTo>
                  <a:lnTo>
                    <a:pt x="612520" y="641800"/>
                  </a:lnTo>
                  <a:lnTo>
                    <a:pt x="606492" y="642501"/>
                  </a:lnTo>
                  <a:lnTo>
                    <a:pt x="597571" y="645658"/>
                  </a:lnTo>
                  <a:lnTo>
                    <a:pt x="591199" y="646711"/>
                  </a:lnTo>
                  <a:lnTo>
                    <a:pt x="585955" y="645859"/>
                  </a:lnTo>
                  <a:lnTo>
                    <a:pt x="581985" y="644205"/>
                  </a:lnTo>
                  <a:lnTo>
                    <a:pt x="576838" y="639996"/>
                  </a:lnTo>
                  <a:lnTo>
                    <a:pt x="574976" y="638492"/>
                  </a:lnTo>
                  <a:lnTo>
                    <a:pt x="571496" y="636989"/>
                  </a:lnTo>
                  <a:lnTo>
                    <a:pt x="568261" y="636688"/>
                  </a:lnTo>
                  <a:lnTo>
                    <a:pt x="564781" y="638893"/>
                  </a:lnTo>
                  <a:lnTo>
                    <a:pt x="559684" y="640597"/>
                  </a:lnTo>
                  <a:lnTo>
                    <a:pt x="559439" y="640697"/>
                  </a:lnTo>
                  <a:lnTo>
                    <a:pt x="556057" y="642501"/>
                  </a:lnTo>
                  <a:lnTo>
                    <a:pt x="554979" y="642852"/>
                  </a:lnTo>
                  <a:lnTo>
                    <a:pt x="549783" y="642852"/>
                  </a:lnTo>
                  <a:lnTo>
                    <a:pt x="546695" y="643503"/>
                  </a:lnTo>
                  <a:lnTo>
                    <a:pt x="543950" y="643654"/>
                  </a:lnTo>
                  <a:lnTo>
                    <a:pt x="540814" y="643403"/>
                  </a:lnTo>
                  <a:lnTo>
                    <a:pt x="537334" y="644506"/>
                  </a:lnTo>
                  <a:lnTo>
                    <a:pt x="533658" y="643804"/>
                  </a:lnTo>
                  <a:lnTo>
                    <a:pt x="527776" y="643453"/>
                  </a:lnTo>
                  <a:lnTo>
                    <a:pt x="523414" y="644155"/>
                  </a:lnTo>
                  <a:lnTo>
                    <a:pt x="521600" y="644155"/>
                  </a:lnTo>
                  <a:lnTo>
                    <a:pt x="519444" y="643704"/>
                  </a:lnTo>
                  <a:lnTo>
                    <a:pt x="512778" y="647162"/>
                  </a:lnTo>
                  <a:lnTo>
                    <a:pt x="510180" y="647813"/>
                  </a:lnTo>
                  <a:lnTo>
                    <a:pt x="502779" y="648916"/>
                  </a:lnTo>
                  <a:lnTo>
                    <a:pt x="496162" y="650870"/>
                  </a:lnTo>
                  <a:lnTo>
                    <a:pt x="493565" y="651020"/>
                  </a:lnTo>
                  <a:lnTo>
                    <a:pt x="490869" y="651922"/>
                  </a:lnTo>
                  <a:lnTo>
                    <a:pt x="486997" y="654228"/>
                  </a:lnTo>
                  <a:lnTo>
                    <a:pt x="483762" y="654929"/>
                  </a:lnTo>
                  <a:lnTo>
                    <a:pt x="479302" y="654328"/>
                  </a:lnTo>
                  <a:lnTo>
                    <a:pt x="475577" y="654178"/>
                  </a:lnTo>
                  <a:lnTo>
                    <a:pt x="473273" y="653175"/>
                  </a:lnTo>
                  <a:lnTo>
                    <a:pt x="470724" y="651622"/>
                  </a:lnTo>
                  <a:lnTo>
                    <a:pt x="463814" y="650519"/>
                  </a:lnTo>
                  <a:lnTo>
                    <a:pt x="460334" y="649367"/>
                  </a:lnTo>
                  <a:lnTo>
                    <a:pt x="455775" y="648966"/>
                  </a:lnTo>
                  <a:lnTo>
                    <a:pt x="451511" y="650970"/>
                  </a:lnTo>
                  <a:lnTo>
                    <a:pt x="447835" y="651722"/>
                  </a:lnTo>
                  <a:lnTo>
                    <a:pt x="443816" y="653225"/>
                  </a:lnTo>
                  <a:lnTo>
                    <a:pt x="436709" y="656383"/>
                  </a:lnTo>
                  <a:lnTo>
                    <a:pt x="429210" y="658437"/>
                  </a:lnTo>
                  <a:lnTo>
                    <a:pt x="425681" y="660041"/>
                  </a:lnTo>
                  <a:lnTo>
                    <a:pt x="422691" y="659941"/>
                  </a:lnTo>
                  <a:lnTo>
                    <a:pt x="417153" y="664401"/>
                  </a:lnTo>
                  <a:lnTo>
                    <a:pt x="411173" y="668209"/>
                  </a:lnTo>
                  <a:lnTo>
                    <a:pt x="406027" y="670965"/>
                  </a:lnTo>
                  <a:lnTo>
                    <a:pt x="401910" y="673822"/>
                  </a:lnTo>
                  <a:lnTo>
                    <a:pt x="396714" y="676127"/>
                  </a:lnTo>
                  <a:lnTo>
                    <a:pt x="390391" y="677881"/>
                  </a:lnTo>
                  <a:lnTo>
                    <a:pt x="385441" y="678783"/>
                  </a:lnTo>
                  <a:lnTo>
                    <a:pt x="383628" y="681289"/>
                  </a:lnTo>
                  <a:lnTo>
                    <a:pt x="381030" y="687252"/>
                  </a:lnTo>
                  <a:lnTo>
                    <a:pt x="372845" y="693617"/>
                  </a:lnTo>
                  <a:lnTo>
                    <a:pt x="370296" y="697676"/>
                  </a:lnTo>
                  <a:lnTo>
                    <a:pt x="369120" y="699580"/>
                  </a:lnTo>
                  <a:lnTo>
                    <a:pt x="363875" y="703639"/>
                  </a:lnTo>
                  <a:lnTo>
                    <a:pt x="361572" y="705193"/>
                  </a:lnTo>
                  <a:lnTo>
                    <a:pt x="350396" y="709903"/>
                  </a:lnTo>
                  <a:lnTo>
                    <a:pt x="344123" y="710705"/>
                  </a:lnTo>
                  <a:lnTo>
                    <a:pt x="337800" y="713161"/>
                  </a:lnTo>
                  <a:lnTo>
                    <a:pt x="334565" y="714764"/>
                  </a:lnTo>
                  <a:lnTo>
                    <a:pt x="329076" y="718673"/>
                  </a:lnTo>
                  <a:lnTo>
                    <a:pt x="326135" y="721379"/>
                  </a:lnTo>
                  <a:lnTo>
                    <a:pt x="319322" y="722532"/>
                  </a:lnTo>
                  <a:lnTo>
                    <a:pt x="315352" y="724737"/>
                  </a:lnTo>
                  <a:lnTo>
                    <a:pt x="312509" y="725890"/>
                  </a:lnTo>
                  <a:lnTo>
                    <a:pt x="309715" y="727694"/>
                  </a:lnTo>
                  <a:lnTo>
                    <a:pt x="306627" y="730249"/>
                  </a:lnTo>
                  <a:lnTo>
                    <a:pt x="304422" y="732705"/>
                  </a:lnTo>
                  <a:lnTo>
                    <a:pt x="301873" y="735612"/>
                  </a:lnTo>
                  <a:lnTo>
                    <a:pt x="295648" y="741525"/>
                  </a:lnTo>
                  <a:lnTo>
                    <a:pt x="291727" y="744782"/>
                  </a:lnTo>
                  <a:lnTo>
                    <a:pt x="287855" y="747388"/>
                  </a:lnTo>
                  <a:lnTo>
                    <a:pt x="285552" y="749543"/>
                  </a:lnTo>
                  <a:lnTo>
                    <a:pt x="285062" y="750295"/>
                  </a:lnTo>
                  <a:lnTo>
                    <a:pt x="283248" y="752901"/>
                  </a:lnTo>
                  <a:lnTo>
                    <a:pt x="279033" y="758213"/>
                  </a:lnTo>
                  <a:lnTo>
                    <a:pt x="276337" y="761019"/>
                  </a:lnTo>
                  <a:lnTo>
                    <a:pt x="273641" y="762873"/>
                  </a:lnTo>
                  <a:lnTo>
                    <a:pt x="268838" y="765178"/>
                  </a:lnTo>
                  <a:lnTo>
                    <a:pt x="264868" y="770190"/>
                  </a:lnTo>
                  <a:lnTo>
                    <a:pt x="263153" y="773597"/>
                  </a:lnTo>
                  <a:lnTo>
                    <a:pt x="259084" y="779360"/>
                  </a:lnTo>
                  <a:lnTo>
                    <a:pt x="255752" y="782818"/>
                  </a:lnTo>
                  <a:lnTo>
                    <a:pt x="253056" y="784572"/>
                  </a:lnTo>
                  <a:lnTo>
                    <a:pt x="243841" y="789333"/>
                  </a:lnTo>
                  <a:lnTo>
                    <a:pt x="239773" y="791939"/>
                  </a:lnTo>
                  <a:lnTo>
                    <a:pt x="238254" y="795046"/>
                  </a:lnTo>
                  <a:lnTo>
                    <a:pt x="229382" y="800358"/>
                  </a:lnTo>
                  <a:lnTo>
                    <a:pt x="224628" y="804267"/>
                  </a:lnTo>
                  <a:lnTo>
                    <a:pt x="221491" y="807324"/>
                  </a:lnTo>
                  <a:lnTo>
                    <a:pt x="216835" y="811283"/>
                  </a:lnTo>
                  <a:lnTo>
                    <a:pt x="213747" y="812585"/>
                  </a:lnTo>
                  <a:lnTo>
                    <a:pt x="211247" y="814640"/>
                  </a:lnTo>
                  <a:lnTo>
                    <a:pt x="208012" y="815492"/>
                  </a:lnTo>
                  <a:lnTo>
                    <a:pt x="201935" y="820153"/>
                  </a:lnTo>
                  <a:lnTo>
                    <a:pt x="196984" y="824763"/>
                  </a:lnTo>
                  <a:lnTo>
                    <a:pt x="196200" y="825465"/>
                  </a:lnTo>
                  <a:lnTo>
                    <a:pt x="192132" y="826316"/>
                  </a:lnTo>
                  <a:lnTo>
                    <a:pt x="191642" y="826717"/>
                  </a:lnTo>
                  <a:lnTo>
                    <a:pt x="185025" y="832480"/>
                  </a:lnTo>
                  <a:lnTo>
                    <a:pt x="178653" y="839596"/>
                  </a:lnTo>
                  <a:lnTo>
                    <a:pt x="161646" y="854580"/>
                  </a:lnTo>
                  <a:lnTo>
                    <a:pt x="147922" y="862799"/>
                  </a:lnTo>
                  <a:lnTo>
                    <a:pt x="143021" y="862498"/>
                  </a:lnTo>
                  <a:lnTo>
                    <a:pt x="143119" y="861847"/>
                  </a:lnTo>
                  <a:lnTo>
                    <a:pt x="142580" y="861346"/>
                  </a:lnTo>
                  <a:lnTo>
                    <a:pt x="142874" y="860143"/>
                  </a:lnTo>
                  <a:lnTo>
                    <a:pt x="143903" y="859040"/>
                  </a:lnTo>
                  <a:lnTo>
                    <a:pt x="145226" y="856835"/>
                  </a:lnTo>
                  <a:lnTo>
                    <a:pt x="145961" y="854681"/>
                  </a:lnTo>
                  <a:lnTo>
                    <a:pt x="145863" y="852325"/>
                  </a:lnTo>
                  <a:lnTo>
                    <a:pt x="145912" y="850772"/>
                  </a:lnTo>
                  <a:lnTo>
                    <a:pt x="144932" y="848366"/>
                  </a:lnTo>
                  <a:lnTo>
                    <a:pt x="144540" y="846662"/>
                  </a:lnTo>
                  <a:lnTo>
                    <a:pt x="144246" y="845360"/>
                  </a:lnTo>
                  <a:lnTo>
                    <a:pt x="143609" y="844457"/>
                  </a:lnTo>
                  <a:lnTo>
                    <a:pt x="143315" y="843756"/>
                  </a:lnTo>
                  <a:lnTo>
                    <a:pt x="143217" y="843054"/>
                  </a:lnTo>
                  <a:lnTo>
                    <a:pt x="142089" y="841300"/>
                  </a:lnTo>
                  <a:lnTo>
                    <a:pt x="140913" y="838995"/>
                  </a:lnTo>
                  <a:lnTo>
                    <a:pt x="140570" y="838895"/>
                  </a:lnTo>
                  <a:lnTo>
                    <a:pt x="140423" y="838644"/>
                  </a:lnTo>
                  <a:lnTo>
                    <a:pt x="140031" y="837893"/>
                  </a:lnTo>
                  <a:lnTo>
                    <a:pt x="139933" y="837692"/>
                  </a:lnTo>
                  <a:lnTo>
                    <a:pt x="139884" y="837492"/>
                  </a:lnTo>
                  <a:lnTo>
                    <a:pt x="138806" y="835988"/>
                  </a:lnTo>
                  <a:lnTo>
                    <a:pt x="138757" y="835838"/>
                  </a:lnTo>
                  <a:lnTo>
                    <a:pt x="138658" y="835638"/>
                  </a:lnTo>
                  <a:lnTo>
                    <a:pt x="138560" y="835487"/>
                  </a:lnTo>
                  <a:lnTo>
                    <a:pt x="137580" y="833934"/>
                  </a:lnTo>
                  <a:lnTo>
                    <a:pt x="137531" y="833783"/>
                  </a:lnTo>
                  <a:lnTo>
                    <a:pt x="137384" y="833583"/>
                  </a:lnTo>
                  <a:lnTo>
                    <a:pt x="136208" y="832029"/>
                  </a:lnTo>
                  <a:lnTo>
                    <a:pt x="135228" y="830877"/>
                  </a:lnTo>
                  <a:lnTo>
                    <a:pt x="135080" y="830726"/>
                  </a:lnTo>
                  <a:lnTo>
                    <a:pt x="134982" y="830576"/>
                  </a:lnTo>
                  <a:lnTo>
                    <a:pt x="134786" y="830376"/>
                  </a:lnTo>
                  <a:lnTo>
                    <a:pt x="134100" y="829574"/>
                  </a:lnTo>
                  <a:lnTo>
                    <a:pt x="134002" y="829424"/>
                  </a:lnTo>
                  <a:lnTo>
                    <a:pt x="133610" y="827820"/>
                  </a:lnTo>
                  <a:lnTo>
                    <a:pt x="132826" y="826918"/>
                  </a:lnTo>
                  <a:lnTo>
                    <a:pt x="132336" y="826316"/>
                  </a:lnTo>
                  <a:lnTo>
                    <a:pt x="132140" y="825615"/>
                  </a:lnTo>
                  <a:lnTo>
                    <a:pt x="130620" y="824011"/>
                  </a:lnTo>
                  <a:lnTo>
                    <a:pt x="129983" y="823360"/>
                  </a:lnTo>
                  <a:lnTo>
                    <a:pt x="128905" y="821957"/>
                  </a:lnTo>
                  <a:lnTo>
                    <a:pt x="128023" y="821055"/>
                  </a:lnTo>
                  <a:lnTo>
                    <a:pt x="127042" y="820153"/>
                  </a:lnTo>
                  <a:lnTo>
                    <a:pt x="126258" y="818950"/>
                  </a:lnTo>
                  <a:lnTo>
                    <a:pt x="125817" y="818799"/>
                  </a:lnTo>
                  <a:lnTo>
                    <a:pt x="125131" y="817296"/>
                  </a:lnTo>
                  <a:lnTo>
                    <a:pt x="124592" y="816294"/>
                  </a:lnTo>
                  <a:lnTo>
                    <a:pt x="124052" y="814941"/>
                  </a:lnTo>
                  <a:lnTo>
                    <a:pt x="123513" y="814289"/>
                  </a:lnTo>
                  <a:lnTo>
                    <a:pt x="123072" y="813588"/>
                  </a:lnTo>
                  <a:lnTo>
                    <a:pt x="122925" y="813387"/>
                  </a:lnTo>
                  <a:lnTo>
                    <a:pt x="122141" y="812285"/>
                  </a:lnTo>
                  <a:lnTo>
                    <a:pt x="121210" y="811633"/>
                  </a:lnTo>
                  <a:lnTo>
                    <a:pt x="119935" y="810080"/>
                  </a:lnTo>
                  <a:lnTo>
                    <a:pt x="119249" y="809078"/>
                  </a:lnTo>
                  <a:lnTo>
                    <a:pt x="118465" y="808326"/>
                  </a:lnTo>
                  <a:lnTo>
                    <a:pt x="118269" y="808125"/>
                  </a:lnTo>
                  <a:lnTo>
                    <a:pt x="117632" y="807724"/>
                  </a:lnTo>
                  <a:lnTo>
                    <a:pt x="117142" y="806822"/>
                  </a:lnTo>
                  <a:lnTo>
                    <a:pt x="116259" y="806171"/>
                  </a:lnTo>
                  <a:lnTo>
                    <a:pt x="115475" y="804868"/>
                  </a:lnTo>
                  <a:lnTo>
                    <a:pt x="114985" y="804267"/>
                  </a:lnTo>
                  <a:lnTo>
                    <a:pt x="114544" y="804166"/>
                  </a:lnTo>
                  <a:lnTo>
                    <a:pt x="114103" y="803164"/>
                  </a:lnTo>
                  <a:lnTo>
                    <a:pt x="113515" y="802763"/>
                  </a:lnTo>
                  <a:lnTo>
                    <a:pt x="113417" y="802212"/>
                  </a:lnTo>
                  <a:lnTo>
                    <a:pt x="112485" y="801611"/>
                  </a:lnTo>
                  <a:lnTo>
                    <a:pt x="111750" y="801360"/>
                  </a:lnTo>
                  <a:lnTo>
                    <a:pt x="111897" y="800959"/>
                  </a:lnTo>
                  <a:lnTo>
                    <a:pt x="111015" y="799706"/>
                  </a:lnTo>
                  <a:lnTo>
                    <a:pt x="110329" y="799606"/>
                  </a:lnTo>
                  <a:lnTo>
                    <a:pt x="109888" y="798804"/>
                  </a:lnTo>
                  <a:lnTo>
                    <a:pt x="109054" y="798704"/>
                  </a:lnTo>
                  <a:lnTo>
                    <a:pt x="108613" y="797802"/>
                  </a:lnTo>
                  <a:lnTo>
                    <a:pt x="107682" y="797251"/>
                  </a:lnTo>
                  <a:lnTo>
                    <a:pt x="107584" y="796399"/>
                  </a:lnTo>
                  <a:lnTo>
                    <a:pt x="106947" y="795998"/>
                  </a:lnTo>
                  <a:lnTo>
                    <a:pt x="106555" y="795647"/>
                  </a:lnTo>
                  <a:lnTo>
                    <a:pt x="106261" y="794745"/>
                  </a:lnTo>
                  <a:lnTo>
                    <a:pt x="105574" y="794344"/>
                  </a:lnTo>
                  <a:lnTo>
                    <a:pt x="105133" y="793542"/>
                  </a:lnTo>
                  <a:lnTo>
                    <a:pt x="104251" y="793142"/>
                  </a:lnTo>
                  <a:lnTo>
                    <a:pt x="103859" y="792490"/>
                  </a:lnTo>
                  <a:lnTo>
                    <a:pt x="102928" y="792089"/>
                  </a:lnTo>
                  <a:lnTo>
                    <a:pt x="102438" y="791137"/>
                  </a:lnTo>
                  <a:lnTo>
                    <a:pt x="101751" y="790786"/>
                  </a:lnTo>
                  <a:lnTo>
                    <a:pt x="101310" y="789383"/>
                  </a:lnTo>
                  <a:lnTo>
                    <a:pt x="100918" y="789132"/>
                  </a:lnTo>
                  <a:lnTo>
                    <a:pt x="100330" y="789032"/>
                  </a:lnTo>
                  <a:lnTo>
                    <a:pt x="99889" y="788130"/>
                  </a:lnTo>
                  <a:lnTo>
                    <a:pt x="98713" y="787779"/>
                  </a:lnTo>
                  <a:lnTo>
                    <a:pt x="98418" y="786677"/>
                  </a:lnTo>
                  <a:lnTo>
                    <a:pt x="97977" y="786276"/>
                  </a:lnTo>
                  <a:lnTo>
                    <a:pt x="97536" y="786076"/>
                  </a:lnTo>
                  <a:lnTo>
                    <a:pt x="97193" y="785524"/>
                  </a:lnTo>
                  <a:lnTo>
                    <a:pt x="97095" y="785374"/>
                  </a:lnTo>
                  <a:lnTo>
                    <a:pt x="96556" y="785274"/>
                  </a:lnTo>
                  <a:lnTo>
                    <a:pt x="95772" y="784472"/>
                  </a:lnTo>
                  <a:lnTo>
                    <a:pt x="95478" y="784121"/>
                  </a:lnTo>
                  <a:lnTo>
                    <a:pt x="95086" y="784121"/>
                  </a:lnTo>
                  <a:lnTo>
                    <a:pt x="94399" y="784171"/>
                  </a:lnTo>
                  <a:lnTo>
                    <a:pt x="93811" y="784572"/>
                  </a:lnTo>
                  <a:lnTo>
                    <a:pt x="93419" y="784723"/>
                  </a:lnTo>
                  <a:lnTo>
                    <a:pt x="92831" y="785123"/>
                  </a:lnTo>
                  <a:lnTo>
                    <a:pt x="92586" y="785023"/>
                  </a:lnTo>
                  <a:lnTo>
                    <a:pt x="92439" y="784622"/>
                  </a:lnTo>
                  <a:lnTo>
                    <a:pt x="92537" y="784221"/>
                  </a:lnTo>
                  <a:lnTo>
                    <a:pt x="92684" y="783520"/>
                  </a:lnTo>
                  <a:lnTo>
                    <a:pt x="92537" y="782718"/>
                  </a:lnTo>
                  <a:lnTo>
                    <a:pt x="92390" y="782167"/>
                  </a:lnTo>
                  <a:lnTo>
                    <a:pt x="92439" y="781615"/>
                  </a:lnTo>
                  <a:lnTo>
                    <a:pt x="92733" y="781365"/>
                  </a:lnTo>
                  <a:lnTo>
                    <a:pt x="92782" y="781114"/>
                  </a:lnTo>
                  <a:lnTo>
                    <a:pt x="92831" y="780964"/>
                  </a:lnTo>
                  <a:lnTo>
                    <a:pt x="92978" y="780814"/>
                  </a:lnTo>
                  <a:lnTo>
                    <a:pt x="93174" y="780613"/>
                  </a:lnTo>
                  <a:lnTo>
                    <a:pt x="93321" y="780563"/>
                  </a:lnTo>
                  <a:lnTo>
                    <a:pt x="93517" y="780513"/>
                  </a:lnTo>
                  <a:lnTo>
                    <a:pt x="93664" y="780463"/>
                  </a:lnTo>
                  <a:lnTo>
                    <a:pt x="93909" y="780463"/>
                  </a:lnTo>
                  <a:lnTo>
                    <a:pt x="94056" y="780463"/>
                  </a:lnTo>
                  <a:lnTo>
                    <a:pt x="94203" y="780363"/>
                  </a:lnTo>
                  <a:lnTo>
                    <a:pt x="94399" y="780363"/>
                  </a:lnTo>
                  <a:lnTo>
                    <a:pt x="94595" y="780313"/>
                  </a:lnTo>
                  <a:lnTo>
                    <a:pt x="94742" y="780413"/>
                  </a:lnTo>
                  <a:lnTo>
                    <a:pt x="94988" y="780463"/>
                  </a:lnTo>
                  <a:lnTo>
                    <a:pt x="95282" y="780413"/>
                  </a:lnTo>
                  <a:lnTo>
                    <a:pt x="95478" y="780313"/>
                  </a:lnTo>
                  <a:lnTo>
                    <a:pt x="95674" y="780212"/>
                  </a:lnTo>
                  <a:lnTo>
                    <a:pt x="95821" y="779962"/>
                  </a:lnTo>
                  <a:lnTo>
                    <a:pt x="95919" y="779811"/>
                  </a:lnTo>
                  <a:lnTo>
                    <a:pt x="95821" y="779561"/>
                  </a:lnTo>
                  <a:lnTo>
                    <a:pt x="95625" y="779411"/>
                  </a:lnTo>
                  <a:lnTo>
                    <a:pt x="95429" y="779210"/>
                  </a:lnTo>
                  <a:lnTo>
                    <a:pt x="95429" y="779060"/>
                  </a:lnTo>
                  <a:lnTo>
                    <a:pt x="95527" y="778909"/>
                  </a:lnTo>
                  <a:lnTo>
                    <a:pt x="95625" y="778759"/>
                  </a:lnTo>
                  <a:lnTo>
                    <a:pt x="95772" y="778709"/>
                  </a:lnTo>
                  <a:lnTo>
                    <a:pt x="95968" y="778659"/>
                  </a:lnTo>
                  <a:lnTo>
                    <a:pt x="96654" y="778959"/>
                  </a:lnTo>
                  <a:lnTo>
                    <a:pt x="97046" y="778659"/>
                  </a:lnTo>
                  <a:lnTo>
                    <a:pt x="97242" y="778609"/>
                  </a:lnTo>
                  <a:lnTo>
                    <a:pt x="97389" y="778709"/>
                  </a:lnTo>
                  <a:lnTo>
                    <a:pt x="97732" y="778709"/>
                  </a:lnTo>
                  <a:lnTo>
                    <a:pt x="97928" y="778759"/>
                  </a:lnTo>
                  <a:lnTo>
                    <a:pt x="98222" y="778659"/>
                  </a:lnTo>
                  <a:lnTo>
                    <a:pt x="98026" y="778508"/>
                  </a:lnTo>
                  <a:lnTo>
                    <a:pt x="97879" y="778358"/>
                  </a:lnTo>
                  <a:lnTo>
                    <a:pt x="97830" y="778208"/>
                  </a:lnTo>
                  <a:lnTo>
                    <a:pt x="97830" y="777857"/>
                  </a:lnTo>
                  <a:lnTo>
                    <a:pt x="97928" y="777707"/>
                  </a:lnTo>
                  <a:lnTo>
                    <a:pt x="98271" y="777606"/>
                  </a:lnTo>
                  <a:lnTo>
                    <a:pt x="98516" y="777807"/>
                  </a:lnTo>
                  <a:lnTo>
                    <a:pt x="98664" y="777807"/>
                  </a:lnTo>
                  <a:lnTo>
                    <a:pt x="98467" y="777657"/>
                  </a:lnTo>
                  <a:lnTo>
                    <a:pt x="98369" y="777506"/>
                  </a:lnTo>
                  <a:lnTo>
                    <a:pt x="98320" y="777306"/>
                  </a:lnTo>
                  <a:lnTo>
                    <a:pt x="98173" y="777206"/>
                  </a:lnTo>
                  <a:lnTo>
                    <a:pt x="97928" y="777055"/>
                  </a:lnTo>
                  <a:lnTo>
                    <a:pt x="97928" y="776905"/>
                  </a:lnTo>
                  <a:lnTo>
                    <a:pt x="98026" y="776704"/>
                  </a:lnTo>
                  <a:lnTo>
                    <a:pt x="98271" y="776604"/>
                  </a:lnTo>
                  <a:lnTo>
                    <a:pt x="98418" y="776504"/>
                  </a:lnTo>
                  <a:lnTo>
                    <a:pt x="98516" y="776354"/>
                  </a:lnTo>
                  <a:lnTo>
                    <a:pt x="98418" y="776053"/>
                  </a:lnTo>
                  <a:lnTo>
                    <a:pt x="98418" y="775903"/>
                  </a:lnTo>
                  <a:lnTo>
                    <a:pt x="98565" y="775852"/>
                  </a:lnTo>
                  <a:lnTo>
                    <a:pt x="98713" y="775752"/>
                  </a:lnTo>
                  <a:lnTo>
                    <a:pt x="98615" y="775552"/>
                  </a:lnTo>
                  <a:lnTo>
                    <a:pt x="98565" y="775502"/>
                  </a:lnTo>
                  <a:lnTo>
                    <a:pt x="98467" y="775401"/>
                  </a:lnTo>
                  <a:lnTo>
                    <a:pt x="98664" y="775101"/>
                  </a:lnTo>
                  <a:lnTo>
                    <a:pt x="98713" y="774900"/>
                  </a:lnTo>
                  <a:lnTo>
                    <a:pt x="98418" y="774950"/>
                  </a:lnTo>
                  <a:lnTo>
                    <a:pt x="98271" y="774750"/>
                  </a:lnTo>
                  <a:lnTo>
                    <a:pt x="98222" y="774600"/>
                  </a:lnTo>
                  <a:lnTo>
                    <a:pt x="98369" y="774399"/>
                  </a:lnTo>
                  <a:lnTo>
                    <a:pt x="98516" y="774199"/>
                  </a:lnTo>
                  <a:lnTo>
                    <a:pt x="98713" y="773948"/>
                  </a:lnTo>
                  <a:lnTo>
                    <a:pt x="98909" y="773698"/>
                  </a:lnTo>
                  <a:lnTo>
                    <a:pt x="99105" y="773547"/>
                  </a:lnTo>
                  <a:lnTo>
                    <a:pt x="99301" y="773447"/>
                  </a:lnTo>
                  <a:lnTo>
                    <a:pt x="99448" y="773297"/>
                  </a:lnTo>
                  <a:lnTo>
                    <a:pt x="99154" y="773297"/>
                  </a:lnTo>
                  <a:lnTo>
                    <a:pt x="99007" y="773397"/>
                  </a:lnTo>
                  <a:lnTo>
                    <a:pt x="98762" y="773497"/>
                  </a:lnTo>
                  <a:lnTo>
                    <a:pt x="98565" y="773397"/>
                  </a:lnTo>
                  <a:lnTo>
                    <a:pt x="98369" y="773196"/>
                  </a:lnTo>
                  <a:lnTo>
                    <a:pt x="98173" y="773096"/>
                  </a:lnTo>
                  <a:lnTo>
                    <a:pt x="98222" y="772946"/>
                  </a:lnTo>
                  <a:lnTo>
                    <a:pt x="98418" y="772846"/>
                  </a:lnTo>
                  <a:lnTo>
                    <a:pt x="98615" y="772745"/>
                  </a:lnTo>
                  <a:lnTo>
                    <a:pt x="98860" y="772645"/>
                  </a:lnTo>
                  <a:lnTo>
                    <a:pt x="99056" y="772595"/>
                  </a:lnTo>
                  <a:lnTo>
                    <a:pt x="99203" y="772495"/>
                  </a:lnTo>
                  <a:lnTo>
                    <a:pt x="99301" y="772244"/>
                  </a:lnTo>
                  <a:lnTo>
                    <a:pt x="99546" y="772044"/>
                  </a:lnTo>
                  <a:lnTo>
                    <a:pt x="99399" y="772094"/>
                  </a:lnTo>
                  <a:lnTo>
                    <a:pt x="99154" y="772194"/>
                  </a:lnTo>
                  <a:lnTo>
                    <a:pt x="98958" y="772294"/>
                  </a:lnTo>
                  <a:lnTo>
                    <a:pt x="98664" y="772445"/>
                  </a:lnTo>
                  <a:lnTo>
                    <a:pt x="98418" y="772545"/>
                  </a:lnTo>
                  <a:lnTo>
                    <a:pt x="98075" y="772495"/>
                  </a:lnTo>
                  <a:lnTo>
                    <a:pt x="98026" y="772345"/>
                  </a:lnTo>
                  <a:lnTo>
                    <a:pt x="97977" y="772044"/>
                  </a:lnTo>
                  <a:lnTo>
                    <a:pt x="98026" y="771894"/>
                  </a:lnTo>
                  <a:lnTo>
                    <a:pt x="98320" y="771693"/>
                  </a:lnTo>
                  <a:lnTo>
                    <a:pt x="98615" y="771693"/>
                  </a:lnTo>
                  <a:lnTo>
                    <a:pt x="98909" y="771493"/>
                  </a:lnTo>
                  <a:lnTo>
                    <a:pt x="99056" y="770991"/>
                  </a:lnTo>
                  <a:lnTo>
                    <a:pt x="99252" y="770490"/>
                  </a:lnTo>
                  <a:lnTo>
                    <a:pt x="99154" y="769689"/>
                  </a:lnTo>
                  <a:lnTo>
                    <a:pt x="98958" y="769238"/>
                  </a:lnTo>
                  <a:lnTo>
                    <a:pt x="98124" y="768035"/>
                  </a:lnTo>
                  <a:lnTo>
                    <a:pt x="97144" y="766331"/>
                  </a:lnTo>
                  <a:lnTo>
                    <a:pt x="96458" y="765529"/>
                  </a:lnTo>
                  <a:lnTo>
                    <a:pt x="96409" y="765279"/>
                  </a:lnTo>
                  <a:lnTo>
                    <a:pt x="96360" y="765078"/>
                  </a:lnTo>
                  <a:lnTo>
                    <a:pt x="96164" y="764928"/>
                  </a:lnTo>
                  <a:lnTo>
                    <a:pt x="95968" y="764727"/>
                  </a:lnTo>
                  <a:lnTo>
                    <a:pt x="95821" y="764427"/>
                  </a:lnTo>
                  <a:lnTo>
                    <a:pt x="95723" y="764276"/>
                  </a:lnTo>
                  <a:lnTo>
                    <a:pt x="95576" y="764076"/>
                  </a:lnTo>
                  <a:lnTo>
                    <a:pt x="95282" y="764076"/>
                  </a:lnTo>
                  <a:lnTo>
                    <a:pt x="94939" y="764176"/>
                  </a:lnTo>
                  <a:lnTo>
                    <a:pt x="94595" y="764377"/>
                  </a:lnTo>
                  <a:lnTo>
                    <a:pt x="94448" y="764477"/>
                  </a:lnTo>
                  <a:lnTo>
                    <a:pt x="94203" y="764577"/>
                  </a:lnTo>
                  <a:lnTo>
                    <a:pt x="93860" y="764828"/>
                  </a:lnTo>
                  <a:lnTo>
                    <a:pt x="93419" y="764727"/>
                  </a:lnTo>
                  <a:lnTo>
                    <a:pt x="93174" y="764427"/>
                  </a:lnTo>
                  <a:lnTo>
                    <a:pt x="93125" y="764276"/>
                  </a:lnTo>
                  <a:lnTo>
                    <a:pt x="93027" y="764026"/>
                  </a:lnTo>
                  <a:lnTo>
                    <a:pt x="93027" y="763675"/>
                  </a:lnTo>
                  <a:lnTo>
                    <a:pt x="92831" y="763675"/>
                  </a:lnTo>
                  <a:lnTo>
                    <a:pt x="92635" y="763775"/>
                  </a:lnTo>
                  <a:lnTo>
                    <a:pt x="92390" y="763976"/>
                  </a:lnTo>
                  <a:lnTo>
                    <a:pt x="92096" y="764276"/>
                  </a:lnTo>
                  <a:lnTo>
                    <a:pt x="91704" y="764677"/>
                  </a:lnTo>
                  <a:lnTo>
                    <a:pt x="91557" y="764577"/>
                  </a:lnTo>
                  <a:lnTo>
                    <a:pt x="91361" y="764577"/>
                  </a:lnTo>
                  <a:lnTo>
                    <a:pt x="91115" y="764928"/>
                  </a:lnTo>
                  <a:lnTo>
                    <a:pt x="90723" y="765329"/>
                  </a:lnTo>
                  <a:lnTo>
                    <a:pt x="90429" y="765629"/>
                  </a:lnTo>
                  <a:lnTo>
                    <a:pt x="90135" y="765479"/>
                  </a:lnTo>
                  <a:lnTo>
                    <a:pt x="89890" y="765629"/>
                  </a:lnTo>
                  <a:lnTo>
                    <a:pt x="89645" y="765329"/>
                  </a:lnTo>
                  <a:lnTo>
                    <a:pt x="90184" y="764727"/>
                  </a:lnTo>
                  <a:lnTo>
                    <a:pt x="90331" y="764577"/>
                  </a:lnTo>
                  <a:lnTo>
                    <a:pt x="90576" y="764226"/>
                  </a:lnTo>
                  <a:lnTo>
                    <a:pt x="91115" y="763775"/>
                  </a:lnTo>
                  <a:lnTo>
                    <a:pt x="91802" y="763374"/>
                  </a:lnTo>
                  <a:lnTo>
                    <a:pt x="91949" y="763324"/>
                  </a:lnTo>
                  <a:lnTo>
                    <a:pt x="92341" y="763374"/>
                  </a:lnTo>
                  <a:lnTo>
                    <a:pt x="92586" y="763374"/>
                  </a:lnTo>
                  <a:lnTo>
                    <a:pt x="92978" y="763374"/>
                  </a:lnTo>
                  <a:lnTo>
                    <a:pt x="93125" y="763274"/>
                  </a:lnTo>
                  <a:lnTo>
                    <a:pt x="93272" y="763023"/>
                  </a:lnTo>
                  <a:lnTo>
                    <a:pt x="93370" y="762873"/>
                  </a:lnTo>
                  <a:lnTo>
                    <a:pt x="93615" y="762773"/>
                  </a:lnTo>
                  <a:lnTo>
                    <a:pt x="93762" y="762773"/>
                  </a:lnTo>
                  <a:lnTo>
                    <a:pt x="94105" y="762773"/>
                  </a:lnTo>
                  <a:lnTo>
                    <a:pt x="94350" y="762673"/>
                  </a:lnTo>
                  <a:lnTo>
                    <a:pt x="94350" y="762472"/>
                  </a:lnTo>
                  <a:lnTo>
                    <a:pt x="94301" y="762172"/>
                  </a:lnTo>
                  <a:lnTo>
                    <a:pt x="94399" y="762021"/>
                  </a:lnTo>
                  <a:lnTo>
                    <a:pt x="94644" y="761921"/>
                  </a:lnTo>
                  <a:lnTo>
                    <a:pt x="94939" y="761821"/>
                  </a:lnTo>
                  <a:lnTo>
                    <a:pt x="95135" y="761721"/>
                  </a:lnTo>
                  <a:lnTo>
                    <a:pt x="95380" y="761570"/>
                  </a:lnTo>
                  <a:lnTo>
                    <a:pt x="95919" y="761370"/>
                  </a:lnTo>
                  <a:lnTo>
                    <a:pt x="96311" y="760919"/>
                  </a:lnTo>
                  <a:lnTo>
                    <a:pt x="96311" y="760217"/>
                  </a:lnTo>
                  <a:lnTo>
                    <a:pt x="96311" y="759516"/>
                  </a:lnTo>
                  <a:lnTo>
                    <a:pt x="96164" y="758513"/>
                  </a:lnTo>
                  <a:lnTo>
                    <a:pt x="95772" y="757661"/>
                  </a:lnTo>
                  <a:lnTo>
                    <a:pt x="95429" y="756709"/>
                  </a:lnTo>
                  <a:lnTo>
                    <a:pt x="95135" y="755907"/>
                  </a:lnTo>
                  <a:lnTo>
                    <a:pt x="94742" y="755055"/>
                  </a:lnTo>
                  <a:lnTo>
                    <a:pt x="94448" y="754304"/>
                  </a:lnTo>
                  <a:lnTo>
                    <a:pt x="94105" y="753803"/>
                  </a:lnTo>
                  <a:lnTo>
                    <a:pt x="93909" y="753402"/>
                  </a:lnTo>
                  <a:lnTo>
                    <a:pt x="93713" y="753101"/>
                  </a:lnTo>
                  <a:lnTo>
                    <a:pt x="92978" y="752700"/>
                  </a:lnTo>
                  <a:lnTo>
                    <a:pt x="92341" y="752299"/>
                  </a:lnTo>
                  <a:lnTo>
                    <a:pt x="92047" y="751748"/>
                  </a:lnTo>
                  <a:lnTo>
                    <a:pt x="91802" y="751197"/>
                  </a:lnTo>
                  <a:lnTo>
                    <a:pt x="91312" y="750996"/>
                  </a:lnTo>
                  <a:lnTo>
                    <a:pt x="90821" y="750696"/>
                  </a:lnTo>
                  <a:lnTo>
                    <a:pt x="90331" y="749994"/>
                  </a:lnTo>
                  <a:lnTo>
                    <a:pt x="89890" y="749343"/>
                  </a:lnTo>
                  <a:lnTo>
                    <a:pt x="89106" y="748841"/>
                  </a:lnTo>
                  <a:lnTo>
                    <a:pt x="88665" y="748290"/>
                  </a:lnTo>
                  <a:lnTo>
                    <a:pt x="88371" y="747789"/>
                  </a:lnTo>
                  <a:lnTo>
                    <a:pt x="87586" y="747538"/>
                  </a:lnTo>
                  <a:lnTo>
                    <a:pt x="87341" y="746987"/>
                  </a:lnTo>
                  <a:lnTo>
                    <a:pt x="86410" y="746286"/>
                  </a:lnTo>
                  <a:lnTo>
                    <a:pt x="86263" y="745785"/>
                  </a:lnTo>
                  <a:lnTo>
                    <a:pt x="85528" y="744983"/>
                  </a:lnTo>
                  <a:lnTo>
                    <a:pt x="84842" y="744582"/>
                  </a:lnTo>
                  <a:lnTo>
                    <a:pt x="84058" y="744131"/>
                  </a:lnTo>
                  <a:lnTo>
                    <a:pt x="83420" y="743780"/>
                  </a:lnTo>
                  <a:lnTo>
                    <a:pt x="83028" y="743429"/>
                  </a:lnTo>
                  <a:lnTo>
                    <a:pt x="82783" y="743229"/>
                  </a:lnTo>
                  <a:lnTo>
                    <a:pt x="81019" y="742176"/>
                  </a:lnTo>
                  <a:lnTo>
                    <a:pt x="76902" y="739370"/>
                  </a:lnTo>
                  <a:lnTo>
                    <a:pt x="75284" y="737366"/>
                  </a:lnTo>
                  <a:lnTo>
                    <a:pt x="72735" y="736063"/>
                  </a:lnTo>
                  <a:lnTo>
                    <a:pt x="71559" y="735060"/>
                  </a:lnTo>
                  <a:lnTo>
                    <a:pt x="70138" y="734710"/>
                  </a:lnTo>
                  <a:lnTo>
                    <a:pt x="67883" y="733607"/>
                  </a:lnTo>
                  <a:lnTo>
                    <a:pt x="66364" y="732304"/>
                  </a:lnTo>
                  <a:lnTo>
                    <a:pt x="65530" y="731953"/>
                  </a:lnTo>
                  <a:lnTo>
                    <a:pt x="64060" y="731001"/>
                  </a:lnTo>
                  <a:lnTo>
                    <a:pt x="63472" y="730650"/>
                  </a:lnTo>
                  <a:lnTo>
                    <a:pt x="63031" y="730450"/>
                  </a:lnTo>
                  <a:lnTo>
                    <a:pt x="61511" y="729197"/>
                  </a:lnTo>
                  <a:lnTo>
                    <a:pt x="58473" y="727744"/>
                  </a:lnTo>
                  <a:lnTo>
                    <a:pt x="56463" y="726641"/>
                  </a:lnTo>
                  <a:lnTo>
                    <a:pt x="54747" y="725940"/>
                  </a:lnTo>
                  <a:lnTo>
                    <a:pt x="52591" y="725238"/>
                  </a:lnTo>
                  <a:lnTo>
                    <a:pt x="50385" y="723885"/>
                  </a:lnTo>
                  <a:lnTo>
                    <a:pt x="48131" y="723033"/>
                  </a:lnTo>
                  <a:lnTo>
                    <a:pt x="45582" y="721429"/>
                  </a:lnTo>
                  <a:lnTo>
                    <a:pt x="43131" y="720227"/>
                  </a:lnTo>
                  <a:lnTo>
                    <a:pt x="42494" y="719826"/>
                  </a:lnTo>
                  <a:lnTo>
                    <a:pt x="41563" y="719375"/>
                  </a:lnTo>
                  <a:lnTo>
                    <a:pt x="39994" y="718423"/>
                  </a:lnTo>
                  <a:lnTo>
                    <a:pt x="39553" y="717972"/>
                  </a:lnTo>
                  <a:lnTo>
                    <a:pt x="38916" y="717571"/>
                  </a:lnTo>
                  <a:lnTo>
                    <a:pt x="37201" y="716969"/>
                  </a:lnTo>
                  <a:lnTo>
                    <a:pt x="35975" y="716769"/>
                  </a:lnTo>
                  <a:lnTo>
                    <a:pt x="34848" y="715767"/>
                  </a:lnTo>
                  <a:lnTo>
                    <a:pt x="31466" y="714313"/>
                  </a:lnTo>
                  <a:lnTo>
                    <a:pt x="29359" y="713311"/>
                  </a:lnTo>
                  <a:lnTo>
                    <a:pt x="28182" y="712209"/>
                  </a:lnTo>
                  <a:lnTo>
                    <a:pt x="26712" y="711407"/>
                  </a:lnTo>
                  <a:lnTo>
                    <a:pt x="25143" y="710705"/>
                  </a:lnTo>
                  <a:lnTo>
                    <a:pt x="23281" y="709903"/>
                  </a:lnTo>
                  <a:lnTo>
                    <a:pt x="22007" y="709001"/>
                  </a:lnTo>
                  <a:lnTo>
                    <a:pt x="21320" y="709102"/>
                  </a:lnTo>
                  <a:lnTo>
                    <a:pt x="20438" y="708801"/>
                  </a:lnTo>
                  <a:lnTo>
                    <a:pt x="19948" y="708049"/>
                  </a:lnTo>
                  <a:lnTo>
                    <a:pt x="18968" y="707799"/>
                  </a:lnTo>
                  <a:lnTo>
                    <a:pt x="17987" y="707849"/>
                  </a:lnTo>
                  <a:lnTo>
                    <a:pt x="16321" y="706947"/>
                  </a:lnTo>
                  <a:lnTo>
                    <a:pt x="14998" y="706446"/>
                  </a:lnTo>
                  <a:lnTo>
                    <a:pt x="13723" y="705844"/>
                  </a:lnTo>
                  <a:lnTo>
                    <a:pt x="12106" y="705844"/>
                  </a:lnTo>
                  <a:lnTo>
                    <a:pt x="11077" y="705744"/>
                  </a:lnTo>
                  <a:lnTo>
                    <a:pt x="9753" y="705694"/>
                  </a:lnTo>
                  <a:lnTo>
                    <a:pt x="8577" y="705493"/>
                  </a:lnTo>
                  <a:lnTo>
                    <a:pt x="8087" y="705343"/>
                  </a:lnTo>
                  <a:lnTo>
                    <a:pt x="7695" y="705193"/>
                  </a:lnTo>
                  <a:lnTo>
                    <a:pt x="7008" y="704942"/>
                  </a:lnTo>
                  <a:lnTo>
                    <a:pt x="6175" y="704191"/>
                  </a:lnTo>
                  <a:lnTo>
                    <a:pt x="5979" y="703790"/>
                  </a:lnTo>
                  <a:lnTo>
                    <a:pt x="5734" y="703439"/>
                  </a:lnTo>
                  <a:lnTo>
                    <a:pt x="5048" y="702086"/>
                  </a:lnTo>
                  <a:lnTo>
                    <a:pt x="4754" y="702186"/>
                  </a:lnTo>
                  <a:lnTo>
                    <a:pt x="4313" y="702286"/>
                  </a:lnTo>
                  <a:lnTo>
                    <a:pt x="4215" y="701986"/>
                  </a:lnTo>
                  <a:lnTo>
                    <a:pt x="4656" y="701585"/>
                  </a:lnTo>
                  <a:lnTo>
                    <a:pt x="5244" y="700983"/>
                  </a:lnTo>
                  <a:lnTo>
                    <a:pt x="5244" y="700432"/>
                  </a:lnTo>
                  <a:lnTo>
                    <a:pt x="5146" y="699981"/>
                  </a:lnTo>
                  <a:lnTo>
                    <a:pt x="4803" y="699229"/>
                  </a:lnTo>
                  <a:lnTo>
                    <a:pt x="4166" y="698478"/>
                  </a:lnTo>
                  <a:lnTo>
                    <a:pt x="2695" y="698828"/>
                  </a:lnTo>
                  <a:lnTo>
                    <a:pt x="2597" y="698528"/>
                  </a:lnTo>
                  <a:lnTo>
                    <a:pt x="3970" y="697926"/>
                  </a:lnTo>
                  <a:lnTo>
                    <a:pt x="4019" y="696974"/>
                  </a:lnTo>
                  <a:lnTo>
                    <a:pt x="3970" y="696323"/>
                  </a:lnTo>
                  <a:lnTo>
                    <a:pt x="3774" y="695671"/>
                  </a:lnTo>
                  <a:lnTo>
                    <a:pt x="3528" y="695170"/>
                  </a:lnTo>
                  <a:lnTo>
                    <a:pt x="3626" y="694920"/>
                  </a:lnTo>
                  <a:lnTo>
                    <a:pt x="3823" y="694669"/>
                  </a:lnTo>
                  <a:lnTo>
                    <a:pt x="4068" y="694569"/>
                  </a:lnTo>
                  <a:lnTo>
                    <a:pt x="4264" y="694519"/>
                  </a:lnTo>
                  <a:lnTo>
                    <a:pt x="4754" y="694268"/>
                  </a:lnTo>
                  <a:lnTo>
                    <a:pt x="5097" y="693817"/>
                  </a:lnTo>
                  <a:lnTo>
                    <a:pt x="5195" y="693366"/>
                  </a:lnTo>
                  <a:lnTo>
                    <a:pt x="5048" y="692314"/>
                  </a:lnTo>
                  <a:lnTo>
                    <a:pt x="4803" y="691562"/>
                  </a:lnTo>
                  <a:lnTo>
                    <a:pt x="4754" y="691111"/>
                  </a:lnTo>
                  <a:lnTo>
                    <a:pt x="4656" y="690660"/>
                  </a:lnTo>
                  <a:lnTo>
                    <a:pt x="4313" y="690359"/>
                  </a:lnTo>
                  <a:lnTo>
                    <a:pt x="3970" y="690209"/>
                  </a:lnTo>
                  <a:lnTo>
                    <a:pt x="3725" y="690309"/>
                  </a:lnTo>
                  <a:lnTo>
                    <a:pt x="2989" y="690610"/>
                  </a:lnTo>
                  <a:lnTo>
                    <a:pt x="1715" y="690961"/>
                  </a:lnTo>
                  <a:lnTo>
                    <a:pt x="147" y="691913"/>
                  </a:lnTo>
                  <a:lnTo>
                    <a:pt x="0" y="691462"/>
                  </a:lnTo>
                  <a:lnTo>
                    <a:pt x="1225" y="690710"/>
                  </a:lnTo>
                  <a:lnTo>
                    <a:pt x="3528" y="689958"/>
                  </a:lnTo>
                  <a:lnTo>
                    <a:pt x="3626" y="689708"/>
                  </a:lnTo>
                  <a:lnTo>
                    <a:pt x="3774" y="688555"/>
                  </a:lnTo>
                  <a:lnTo>
                    <a:pt x="3872" y="687904"/>
                  </a:lnTo>
                  <a:lnTo>
                    <a:pt x="4215" y="687503"/>
                  </a:lnTo>
                  <a:lnTo>
                    <a:pt x="4852" y="687353"/>
                  </a:lnTo>
                  <a:lnTo>
                    <a:pt x="5097" y="687002"/>
                  </a:lnTo>
                  <a:lnTo>
                    <a:pt x="5195" y="686501"/>
                  </a:lnTo>
                  <a:lnTo>
                    <a:pt x="5195" y="685949"/>
                  </a:lnTo>
                  <a:lnTo>
                    <a:pt x="5097" y="685599"/>
                  </a:lnTo>
                  <a:lnTo>
                    <a:pt x="4607" y="684897"/>
                  </a:lnTo>
                  <a:lnTo>
                    <a:pt x="4019" y="683895"/>
                  </a:lnTo>
                  <a:lnTo>
                    <a:pt x="3725" y="683494"/>
                  </a:lnTo>
                  <a:lnTo>
                    <a:pt x="3626" y="683343"/>
                  </a:lnTo>
                  <a:lnTo>
                    <a:pt x="2254" y="683694"/>
                  </a:lnTo>
                  <a:lnTo>
                    <a:pt x="2205" y="683293"/>
                  </a:lnTo>
                  <a:lnTo>
                    <a:pt x="3872" y="682842"/>
                  </a:lnTo>
                  <a:lnTo>
                    <a:pt x="4313" y="682642"/>
                  </a:lnTo>
                  <a:lnTo>
                    <a:pt x="4558" y="681740"/>
                  </a:lnTo>
                  <a:lnTo>
                    <a:pt x="4607" y="681189"/>
                  </a:lnTo>
                  <a:lnTo>
                    <a:pt x="4411" y="680637"/>
                  </a:lnTo>
                  <a:lnTo>
                    <a:pt x="4117" y="679886"/>
                  </a:lnTo>
                  <a:lnTo>
                    <a:pt x="4068" y="679234"/>
                  </a:lnTo>
                  <a:lnTo>
                    <a:pt x="4460" y="678482"/>
                  </a:lnTo>
                  <a:lnTo>
                    <a:pt x="4558" y="678332"/>
                  </a:lnTo>
                  <a:lnTo>
                    <a:pt x="5048" y="677480"/>
                  </a:lnTo>
                  <a:lnTo>
                    <a:pt x="5489" y="677079"/>
                  </a:lnTo>
                  <a:lnTo>
                    <a:pt x="6028" y="676578"/>
                  </a:lnTo>
                  <a:lnTo>
                    <a:pt x="8038" y="675075"/>
                  </a:lnTo>
                  <a:lnTo>
                    <a:pt x="8185" y="674524"/>
                  </a:lnTo>
                  <a:lnTo>
                    <a:pt x="8185" y="673722"/>
                  </a:lnTo>
                  <a:lnTo>
                    <a:pt x="8136" y="672519"/>
                  </a:lnTo>
                  <a:lnTo>
                    <a:pt x="8185" y="672369"/>
                  </a:lnTo>
                  <a:lnTo>
                    <a:pt x="6273" y="672770"/>
                  </a:lnTo>
                  <a:lnTo>
                    <a:pt x="6175" y="672268"/>
                  </a:lnTo>
                  <a:lnTo>
                    <a:pt x="8871" y="671717"/>
                  </a:lnTo>
                  <a:lnTo>
                    <a:pt x="9459" y="671617"/>
                  </a:lnTo>
                  <a:lnTo>
                    <a:pt x="9753" y="671116"/>
                  </a:lnTo>
                  <a:lnTo>
                    <a:pt x="10292" y="670264"/>
                  </a:lnTo>
                  <a:lnTo>
                    <a:pt x="10586" y="669963"/>
                  </a:lnTo>
                  <a:lnTo>
                    <a:pt x="10684" y="669312"/>
                  </a:lnTo>
                  <a:lnTo>
                    <a:pt x="12008" y="667608"/>
                  </a:lnTo>
                  <a:lnTo>
                    <a:pt x="14262" y="665503"/>
                  </a:lnTo>
                  <a:lnTo>
                    <a:pt x="15684" y="664300"/>
                  </a:lnTo>
                  <a:lnTo>
                    <a:pt x="17105" y="663148"/>
                  </a:lnTo>
                  <a:lnTo>
                    <a:pt x="19017" y="661995"/>
                  </a:lnTo>
                  <a:lnTo>
                    <a:pt x="19507" y="661795"/>
                  </a:lnTo>
                  <a:lnTo>
                    <a:pt x="39602" y="652574"/>
                  </a:lnTo>
                  <a:lnTo>
                    <a:pt x="44161" y="649667"/>
                  </a:lnTo>
                  <a:lnTo>
                    <a:pt x="54747" y="642902"/>
                  </a:lnTo>
                  <a:lnTo>
                    <a:pt x="60874" y="637340"/>
                  </a:lnTo>
                  <a:lnTo>
                    <a:pt x="71804" y="627417"/>
                  </a:lnTo>
                  <a:lnTo>
                    <a:pt x="88077" y="608975"/>
                  </a:lnTo>
                  <a:lnTo>
                    <a:pt x="95478" y="602060"/>
                  </a:lnTo>
                  <a:lnTo>
                    <a:pt x="107976" y="592889"/>
                  </a:lnTo>
                  <a:lnTo>
                    <a:pt x="113711" y="588680"/>
                  </a:lnTo>
                  <a:lnTo>
                    <a:pt x="118955" y="584219"/>
                  </a:lnTo>
                  <a:lnTo>
                    <a:pt x="123023" y="580762"/>
                  </a:lnTo>
                  <a:lnTo>
                    <a:pt x="129346" y="575349"/>
                  </a:lnTo>
                  <a:lnTo>
                    <a:pt x="137972" y="571791"/>
                  </a:lnTo>
                  <a:lnTo>
                    <a:pt x="142825" y="569787"/>
                  </a:lnTo>
                  <a:lnTo>
                    <a:pt x="159881" y="567131"/>
                  </a:lnTo>
                  <a:lnTo>
                    <a:pt x="167037" y="564575"/>
                  </a:lnTo>
                  <a:lnTo>
                    <a:pt x="186643" y="557659"/>
                  </a:lnTo>
                  <a:lnTo>
                    <a:pt x="206297" y="552849"/>
                  </a:lnTo>
                  <a:lnTo>
                    <a:pt x="215070" y="548739"/>
                  </a:lnTo>
                  <a:lnTo>
                    <a:pt x="218599" y="542425"/>
                  </a:lnTo>
                  <a:lnTo>
                    <a:pt x="220903" y="538216"/>
                  </a:lnTo>
                  <a:lnTo>
                    <a:pt x="225461" y="529847"/>
                  </a:lnTo>
                  <a:lnTo>
                    <a:pt x="234725" y="518471"/>
                  </a:lnTo>
                  <a:lnTo>
                    <a:pt x="249821" y="505291"/>
                  </a:lnTo>
                  <a:lnTo>
                    <a:pt x="252076" y="504590"/>
                  </a:lnTo>
                  <a:lnTo>
                    <a:pt x="255555" y="504189"/>
                  </a:lnTo>
                  <a:lnTo>
                    <a:pt x="260849" y="502334"/>
                  </a:lnTo>
                  <a:lnTo>
                    <a:pt x="263594" y="501232"/>
                  </a:lnTo>
                  <a:lnTo>
                    <a:pt x="266535" y="498827"/>
                  </a:lnTo>
                  <a:lnTo>
                    <a:pt x="267074" y="497273"/>
                  </a:lnTo>
                  <a:lnTo>
                    <a:pt x="267956" y="494567"/>
                  </a:lnTo>
                  <a:lnTo>
                    <a:pt x="269916" y="490508"/>
                  </a:lnTo>
                  <a:lnTo>
                    <a:pt x="270701" y="483492"/>
                  </a:lnTo>
                  <a:lnTo>
                    <a:pt x="271779" y="476927"/>
                  </a:lnTo>
                  <a:lnTo>
                    <a:pt x="273788" y="474872"/>
                  </a:lnTo>
                  <a:lnTo>
                    <a:pt x="279229" y="475524"/>
                  </a:lnTo>
                  <a:lnTo>
                    <a:pt x="285748" y="478531"/>
                  </a:lnTo>
                  <a:lnTo>
                    <a:pt x="292021" y="482490"/>
                  </a:lnTo>
                  <a:lnTo>
                    <a:pt x="298834" y="487351"/>
                  </a:lnTo>
                  <a:lnTo>
                    <a:pt x="306186" y="489054"/>
                  </a:lnTo>
                  <a:lnTo>
                    <a:pt x="312607" y="489155"/>
                  </a:lnTo>
                  <a:lnTo>
                    <a:pt x="316381" y="487050"/>
                  </a:lnTo>
                  <a:lnTo>
                    <a:pt x="322410" y="482690"/>
                  </a:lnTo>
                  <a:lnTo>
                    <a:pt x="326380" y="479232"/>
                  </a:lnTo>
                  <a:lnTo>
                    <a:pt x="334222" y="470362"/>
                  </a:lnTo>
                  <a:lnTo>
                    <a:pt x="335790" y="468408"/>
                  </a:lnTo>
                  <a:lnTo>
                    <a:pt x="337898" y="464148"/>
                  </a:lnTo>
                  <a:lnTo>
                    <a:pt x="338682" y="458786"/>
                  </a:lnTo>
                  <a:lnTo>
                    <a:pt x="338780" y="454426"/>
                  </a:lnTo>
                  <a:lnTo>
                    <a:pt x="341672" y="449866"/>
                  </a:lnTo>
                  <a:lnTo>
                    <a:pt x="348877" y="443602"/>
                  </a:lnTo>
                  <a:lnTo>
                    <a:pt x="353729" y="439442"/>
                  </a:lnTo>
                  <a:lnTo>
                    <a:pt x="356523" y="434982"/>
                  </a:lnTo>
                  <a:lnTo>
                    <a:pt x="359709" y="429620"/>
                  </a:lnTo>
                  <a:lnTo>
                    <a:pt x="363973" y="425060"/>
                  </a:lnTo>
                  <a:lnTo>
                    <a:pt x="368629" y="422304"/>
                  </a:lnTo>
                  <a:lnTo>
                    <a:pt x="373188" y="420800"/>
                  </a:lnTo>
                  <a:lnTo>
                    <a:pt x="374462" y="421251"/>
                  </a:lnTo>
                  <a:lnTo>
                    <a:pt x="387990" y="422955"/>
                  </a:lnTo>
                  <a:lnTo>
                    <a:pt x="394558" y="423356"/>
                  </a:lnTo>
                  <a:lnTo>
                    <a:pt x="401812" y="423556"/>
                  </a:lnTo>
                  <a:lnTo>
                    <a:pt x="407742" y="423707"/>
                  </a:lnTo>
                  <a:lnTo>
                    <a:pt x="412006" y="423256"/>
                  </a:lnTo>
                  <a:lnTo>
                    <a:pt x="419211" y="423356"/>
                  </a:lnTo>
                  <a:lnTo>
                    <a:pt x="421270" y="422604"/>
                  </a:lnTo>
                  <a:lnTo>
                    <a:pt x="424113" y="421001"/>
                  </a:lnTo>
                  <a:lnTo>
                    <a:pt x="427740" y="420349"/>
                  </a:lnTo>
                  <a:lnTo>
                    <a:pt x="431416" y="419147"/>
                  </a:lnTo>
                  <a:lnTo>
                    <a:pt x="435778" y="418696"/>
                  </a:lnTo>
                  <a:lnTo>
                    <a:pt x="440091" y="418846"/>
                  </a:lnTo>
                  <a:lnTo>
                    <a:pt x="444551" y="418545"/>
                  </a:lnTo>
                  <a:lnTo>
                    <a:pt x="446414" y="418194"/>
                  </a:lnTo>
                  <a:lnTo>
                    <a:pt x="449943" y="416841"/>
                  </a:lnTo>
                  <a:lnTo>
                    <a:pt x="450972" y="415789"/>
                  </a:lnTo>
                  <a:lnTo>
                    <a:pt x="453031" y="411980"/>
                  </a:lnTo>
                  <a:lnTo>
                    <a:pt x="454403" y="410126"/>
                  </a:lnTo>
                  <a:lnTo>
                    <a:pt x="460187" y="405165"/>
                  </a:lnTo>
                  <a:lnTo>
                    <a:pt x="463421" y="403561"/>
                  </a:lnTo>
                  <a:lnTo>
                    <a:pt x="466558" y="400555"/>
                  </a:lnTo>
                  <a:lnTo>
                    <a:pt x="469450" y="395694"/>
                  </a:lnTo>
                  <a:lnTo>
                    <a:pt x="473420" y="391584"/>
                  </a:lnTo>
                  <a:lnTo>
                    <a:pt x="475136" y="388126"/>
                  </a:lnTo>
                  <a:lnTo>
                    <a:pt x="476312" y="386322"/>
                  </a:lnTo>
                  <a:lnTo>
                    <a:pt x="482390" y="378455"/>
                  </a:lnTo>
                  <a:lnTo>
                    <a:pt x="483076" y="377252"/>
                  </a:lnTo>
                  <a:lnTo>
                    <a:pt x="483223" y="375949"/>
                  </a:lnTo>
                  <a:lnTo>
                    <a:pt x="484448" y="374947"/>
                  </a:lnTo>
                  <a:lnTo>
                    <a:pt x="489840" y="368382"/>
                  </a:lnTo>
                  <a:lnTo>
                    <a:pt x="493712" y="364974"/>
                  </a:lnTo>
                  <a:lnTo>
                    <a:pt x="497094" y="362719"/>
                  </a:lnTo>
                  <a:lnTo>
                    <a:pt x="498466" y="361617"/>
                  </a:lnTo>
                  <a:lnTo>
                    <a:pt x="570957" y="303686"/>
                  </a:lnTo>
                  <a:lnTo>
                    <a:pt x="575417" y="300378"/>
                  </a:lnTo>
                  <a:lnTo>
                    <a:pt x="577623" y="299226"/>
                  </a:lnTo>
                  <a:lnTo>
                    <a:pt x="580073" y="298374"/>
                  </a:lnTo>
                  <a:lnTo>
                    <a:pt x="588749" y="296469"/>
                  </a:lnTo>
                  <a:lnTo>
                    <a:pt x="594777" y="295467"/>
                  </a:lnTo>
                  <a:lnTo>
                    <a:pt x="603796" y="291809"/>
                  </a:lnTo>
                  <a:lnTo>
                    <a:pt x="611883" y="290756"/>
                  </a:lnTo>
                  <a:lnTo>
                    <a:pt x="614775" y="286096"/>
                  </a:lnTo>
                  <a:lnTo>
                    <a:pt x="616882" y="283390"/>
                  </a:lnTo>
                  <a:lnTo>
                    <a:pt x="619529" y="280784"/>
                  </a:lnTo>
                  <a:lnTo>
                    <a:pt x="620411" y="280333"/>
                  </a:lnTo>
                  <a:lnTo>
                    <a:pt x="623744" y="280132"/>
                  </a:lnTo>
                  <a:lnTo>
                    <a:pt x="624529" y="279982"/>
                  </a:lnTo>
                  <a:lnTo>
                    <a:pt x="627224" y="277025"/>
                  </a:lnTo>
                  <a:lnTo>
                    <a:pt x="630900" y="274820"/>
                  </a:lnTo>
                  <a:lnTo>
                    <a:pt x="632567" y="271864"/>
                  </a:lnTo>
                  <a:lnTo>
                    <a:pt x="634233" y="271012"/>
                  </a:lnTo>
                  <a:lnTo>
                    <a:pt x="639674" y="265650"/>
                  </a:lnTo>
                  <a:lnTo>
                    <a:pt x="642075" y="262442"/>
                  </a:lnTo>
                  <a:lnTo>
                    <a:pt x="643840" y="258383"/>
                  </a:lnTo>
                  <a:lnTo>
                    <a:pt x="644232" y="257932"/>
                  </a:lnTo>
                  <a:lnTo>
                    <a:pt x="646732" y="254925"/>
                  </a:lnTo>
                  <a:lnTo>
                    <a:pt x="655750" y="247008"/>
                  </a:lnTo>
                  <a:lnTo>
                    <a:pt x="657907" y="245755"/>
                  </a:lnTo>
                  <a:lnTo>
                    <a:pt x="663347" y="243450"/>
                  </a:lnTo>
                  <a:lnTo>
                    <a:pt x="666778" y="243049"/>
                  </a:lnTo>
                  <a:lnTo>
                    <a:pt x="667709" y="242648"/>
                  </a:lnTo>
                  <a:lnTo>
                    <a:pt x="670209" y="240543"/>
                  </a:lnTo>
                  <a:lnTo>
                    <a:pt x="673493" y="235882"/>
                  </a:lnTo>
                  <a:lnTo>
                    <a:pt x="677463" y="232926"/>
                  </a:lnTo>
                  <a:lnTo>
                    <a:pt x="679718" y="231773"/>
                  </a:lnTo>
                  <a:lnTo>
                    <a:pt x="680992" y="230671"/>
                  </a:lnTo>
                  <a:lnTo>
                    <a:pt x="681972" y="229518"/>
                  </a:lnTo>
                  <a:lnTo>
                    <a:pt x="683345" y="227063"/>
                  </a:lnTo>
                  <a:lnTo>
                    <a:pt x="685550" y="224657"/>
                  </a:lnTo>
                  <a:lnTo>
                    <a:pt x="686138" y="224356"/>
                  </a:lnTo>
                  <a:lnTo>
                    <a:pt x="689765" y="223404"/>
                  </a:lnTo>
                  <a:lnTo>
                    <a:pt x="692608" y="222252"/>
                  </a:lnTo>
                  <a:lnTo>
                    <a:pt x="695157" y="219044"/>
                  </a:lnTo>
                  <a:lnTo>
                    <a:pt x="698441" y="216388"/>
                  </a:lnTo>
                  <a:lnTo>
                    <a:pt x="701921" y="214083"/>
                  </a:lnTo>
                  <a:lnTo>
                    <a:pt x="703930" y="211678"/>
                  </a:lnTo>
                  <a:lnTo>
                    <a:pt x="704715" y="210074"/>
                  </a:lnTo>
                  <a:lnTo>
                    <a:pt x="705254" y="208120"/>
                  </a:lnTo>
                  <a:lnTo>
                    <a:pt x="705499" y="207919"/>
                  </a:lnTo>
                  <a:lnTo>
                    <a:pt x="710008" y="205013"/>
                  </a:lnTo>
                  <a:lnTo>
                    <a:pt x="712753" y="202808"/>
                  </a:lnTo>
                  <a:lnTo>
                    <a:pt x="716135" y="199651"/>
                  </a:lnTo>
                  <a:lnTo>
                    <a:pt x="718144" y="197045"/>
                  </a:lnTo>
                  <a:lnTo>
                    <a:pt x="719173" y="195241"/>
                  </a:lnTo>
                  <a:lnTo>
                    <a:pt x="721820" y="192284"/>
                  </a:lnTo>
                  <a:lnTo>
                    <a:pt x="723291" y="190079"/>
                  </a:lnTo>
                  <a:lnTo>
                    <a:pt x="724124" y="188175"/>
                  </a:lnTo>
                  <a:lnTo>
                    <a:pt x="724467" y="187974"/>
                  </a:lnTo>
                  <a:lnTo>
                    <a:pt x="724614" y="186822"/>
                  </a:lnTo>
                  <a:lnTo>
                    <a:pt x="726476" y="182913"/>
                  </a:lnTo>
                  <a:lnTo>
                    <a:pt x="728780" y="179555"/>
                  </a:lnTo>
                  <a:lnTo>
                    <a:pt x="732750" y="176097"/>
                  </a:lnTo>
                  <a:lnTo>
                    <a:pt x="740837" y="170334"/>
                  </a:lnTo>
                  <a:lnTo>
                    <a:pt x="743043" y="166826"/>
                  </a:lnTo>
                  <a:lnTo>
                    <a:pt x="743631" y="166225"/>
                  </a:lnTo>
                  <a:lnTo>
                    <a:pt x="745004" y="164822"/>
                  </a:lnTo>
                  <a:lnTo>
                    <a:pt x="747062" y="162216"/>
                  </a:lnTo>
                  <a:lnTo>
                    <a:pt x="748729" y="160111"/>
                  </a:lnTo>
                  <a:lnTo>
                    <a:pt x="750493" y="156503"/>
                  </a:lnTo>
                  <a:lnTo>
                    <a:pt x="751571" y="153697"/>
                  </a:lnTo>
                  <a:lnTo>
                    <a:pt x="753581" y="143975"/>
                  </a:lnTo>
                  <a:lnTo>
                    <a:pt x="755002" y="142271"/>
                  </a:lnTo>
                  <a:lnTo>
                    <a:pt x="757943" y="140216"/>
                  </a:lnTo>
                  <a:lnTo>
                    <a:pt x="759315" y="139565"/>
                  </a:lnTo>
                  <a:lnTo>
                    <a:pt x="761031" y="136608"/>
                  </a:lnTo>
                  <a:lnTo>
                    <a:pt x="764217" y="123178"/>
                  </a:lnTo>
                  <a:lnTo>
                    <a:pt x="765148" y="121424"/>
                  </a:lnTo>
                  <a:lnTo>
                    <a:pt x="768138" y="118567"/>
                  </a:lnTo>
                  <a:lnTo>
                    <a:pt x="769216" y="116362"/>
                  </a:lnTo>
                  <a:lnTo>
                    <a:pt x="770049" y="111752"/>
                  </a:lnTo>
                  <a:lnTo>
                    <a:pt x="770245" y="108495"/>
                  </a:lnTo>
                  <a:lnTo>
                    <a:pt x="770589" y="103533"/>
                  </a:lnTo>
                  <a:lnTo>
                    <a:pt x="770098" y="101028"/>
                  </a:lnTo>
                  <a:lnTo>
                    <a:pt x="768726" y="98322"/>
                  </a:lnTo>
                  <a:lnTo>
                    <a:pt x="767942" y="95916"/>
                  </a:lnTo>
                  <a:lnTo>
                    <a:pt x="767746" y="94613"/>
                  </a:lnTo>
                  <a:lnTo>
                    <a:pt x="767893" y="93711"/>
                  </a:lnTo>
                  <a:lnTo>
                    <a:pt x="769510" y="91556"/>
                  </a:lnTo>
                  <a:lnTo>
                    <a:pt x="774216" y="87597"/>
                  </a:lnTo>
                  <a:lnTo>
                    <a:pt x="776911" y="84591"/>
                  </a:lnTo>
                  <a:lnTo>
                    <a:pt x="778235" y="82636"/>
                  </a:lnTo>
                  <a:lnTo>
                    <a:pt x="779068" y="81383"/>
                  </a:lnTo>
                  <a:lnTo>
                    <a:pt x="779950" y="78226"/>
                  </a:lnTo>
                  <a:lnTo>
                    <a:pt x="781813" y="75320"/>
                  </a:lnTo>
                  <a:lnTo>
                    <a:pt x="787253" y="71511"/>
                  </a:lnTo>
                  <a:lnTo>
                    <a:pt x="789606" y="68655"/>
                  </a:lnTo>
                  <a:lnTo>
                    <a:pt x="792301" y="67402"/>
                  </a:lnTo>
                  <a:lnTo>
                    <a:pt x="794164" y="65949"/>
                  </a:lnTo>
                  <a:lnTo>
                    <a:pt x="795095" y="64696"/>
                  </a:lnTo>
                  <a:lnTo>
                    <a:pt x="795389" y="64094"/>
                  </a:lnTo>
                  <a:lnTo>
                    <a:pt x="796027" y="62992"/>
                  </a:lnTo>
                  <a:lnTo>
                    <a:pt x="796615" y="61037"/>
                  </a:lnTo>
                  <a:lnTo>
                    <a:pt x="796860" y="60236"/>
                  </a:lnTo>
                  <a:lnTo>
                    <a:pt x="798820" y="56427"/>
                  </a:lnTo>
                  <a:lnTo>
                    <a:pt x="799899" y="53520"/>
                  </a:lnTo>
                  <a:lnTo>
                    <a:pt x="803428" y="49511"/>
                  </a:lnTo>
                  <a:lnTo>
                    <a:pt x="804849" y="47256"/>
                  </a:lnTo>
                  <a:lnTo>
                    <a:pt x="806172" y="44049"/>
                  </a:lnTo>
                  <a:lnTo>
                    <a:pt x="807104" y="36231"/>
                  </a:lnTo>
                  <a:lnTo>
                    <a:pt x="805927" y="24505"/>
                  </a:lnTo>
                  <a:lnTo>
                    <a:pt x="806270" y="21899"/>
                  </a:lnTo>
                  <a:lnTo>
                    <a:pt x="807251" y="20446"/>
                  </a:lnTo>
                  <a:lnTo>
                    <a:pt x="810436" y="17238"/>
                  </a:lnTo>
                  <a:lnTo>
                    <a:pt x="813426" y="14833"/>
                  </a:lnTo>
                  <a:lnTo>
                    <a:pt x="815681" y="13330"/>
                  </a:lnTo>
                  <a:lnTo>
                    <a:pt x="817985" y="10674"/>
                  </a:lnTo>
                  <a:lnTo>
                    <a:pt x="819651" y="9772"/>
                  </a:lnTo>
                  <a:lnTo>
                    <a:pt x="821170" y="9321"/>
                  </a:lnTo>
                  <a:lnTo>
                    <a:pt x="824356" y="9922"/>
                  </a:lnTo>
                  <a:lnTo>
                    <a:pt x="827885" y="9621"/>
                  </a:lnTo>
                  <a:lnTo>
                    <a:pt x="831561" y="10674"/>
                  </a:lnTo>
                  <a:lnTo>
                    <a:pt x="837688" y="10323"/>
                  </a:lnTo>
                  <a:lnTo>
                    <a:pt x="838815" y="10122"/>
                  </a:lnTo>
                  <a:lnTo>
                    <a:pt x="839845" y="9471"/>
                  </a:lnTo>
                  <a:lnTo>
                    <a:pt x="841658" y="7968"/>
                  </a:lnTo>
                  <a:lnTo>
                    <a:pt x="843030" y="6264"/>
                  </a:lnTo>
                  <a:lnTo>
                    <a:pt x="844060" y="4961"/>
                  </a:lnTo>
                  <a:lnTo>
                    <a:pt x="845628" y="2555"/>
                  </a:lnTo>
                  <a:lnTo>
                    <a:pt x="846118" y="1302"/>
                  </a:lnTo>
                  <a:lnTo>
                    <a:pt x="8466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540556" y="3635414"/>
              <a:ext cx="196788" cy="237286"/>
            </a:xfrm>
            <a:custGeom>
              <a:avLst/>
              <a:pathLst>
                <a:path w="196788" h="237286">
                  <a:moveTo>
                    <a:pt x="109005" y="1403"/>
                  </a:moveTo>
                  <a:lnTo>
                    <a:pt x="109888" y="2706"/>
                  </a:lnTo>
                  <a:lnTo>
                    <a:pt x="111407" y="2505"/>
                  </a:lnTo>
                  <a:lnTo>
                    <a:pt x="113319" y="3107"/>
                  </a:lnTo>
                  <a:lnTo>
                    <a:pt x="115720" y="4610"/>
                  </a:lnTo>
                  <a:lnTo>
                    <a:pt x="117044" y="6414"/>
                  </a:lnTo>
                  <a:lnTo>
                    <a:pt x="117632" y="7617"/>
                  </a:lnTo>
                  <a:lnTo>
                    <a:pt x="119788" y="11175"/>
                  </a:lnTo>
                  <a:lnTo>
                    <a:pt x="121063" y="13029"/>
                  </a:lnTo>
                  <a:lnTo>
                    <a:pt x="121749" y="16186"/>
                  </a:lnTo>
                  <a:lnTo>
                    <a:pt x="121749" y="18692"/>
                  </a:lnTo>
                  <a:lnTo>
                    <a:pt x="120867" y="20696"/>
                  </a:lnTo>
                  <a:lnTo>
                    <a:pt x="120278" y="21648"/>
                  </a:lnTo>
                  <a:lnTo>
                    <a:pt x="120278" y="25657"/>
                  </a:lnTo>
                  <a:lnTo>
                    <a:pt x="120867" y="28414"/>
                  </a:lnTo>
                  <a:lnTo>
                    <a:pt x="123807" y="31721"/>
                  </a:lnTo>
                  <a:lnTo>
                    <a:pt x="127385" y="38537"/>
                  </a:lnTo>
                  <a:lnTo>
                    <a:pt x="130914" y="42496"/>
                  </a:lnTo>
                  <a:lnTo>
                    <a:pt x="133022" y="42796"/>
                  </a:lnTo>
                  <a:lnTo>
                    <a:pt x="134394" y="44901"/>
                  </a:lnTo>
                  <a:lnTo>
                    <a:pt x="134688" y="47707"/>
                  </a:lnTo>
                  <a:lnTo>
                    <a:pt x="134688" y="48760"/>
                  </a:lnTo>
                  <a:lnTo>
                    <a:pt x="134688" y="52268"/>
                  </a:lnTo>
                  <a:lnTo>
                    <a:pt x="135522" y="60386"/>
                  </a:lnTo>
                  <a:lnTo>
                    <a:pt x="135620" y="61188"/>
                  </a:lnTo>
                  <a:lnTo>
                    <a:pt x="138953" y="61438"/>
                  </a:lnTo>
                  <a:lnTo>
                    <a:pt x="140766" y="62541"/>
                  </a:lnTo>
                  <a:lnTo>
                    <a:pt x="143217" y="62992"/>
                  </a:lnTo>
                  <a:lnTo>
                    <a:pt x="146403" y="63593"/>
                  </a:lnTo>
                  <a:lnTo>
                    <a:pt x="149098" y="64696"/>
                  </a:lnTo>
                  <a:lnTo>
                    <a:pt x="150765" y="67201"/>
                  </a:lnTo>
                  <a:lnTo>
                    <a:pt x="151010" y="69707"/>
                  </a:lnTo>
                  <a:lnTo>
                    <a:pt x="150961" y="72714"/>
                  </a:lnTo>
                  <a:lnTo>
                    <a:pt x="149932" y="75019"/>
                  </a:lnTo>
                  <a:lnTo>
                    <a:pt x="150422" y="81333"/>
                  </a:lnTo>
                  <a:lnTo>
                    <a:pt x="152823" y="84691"/>
                  </a:lnTo>
                  <a:lnTo>
                    <a:pt x="154735" y="87898"/>
                  </a:lnTo>
                  <a:lnTo>
                    <a:pt x="155911" y="88700"/>
                  </a:lnTo>
                  <a:lnTo>
                    <a:pt x="157186" y="89602"/>
                  </a:lnTo>
                  <a:lnTo>
                    <a:pt x="158950" y="91857"/>
                  </a:lnTo>
                  <a:lnTo>
                    <a:pt x="160960" y="94262"/>
                  </a:lnTo>
                  <a:lnTo>
                    <a:pt x="161156" y="97921"/>
                  </a:lnTo>
                  <a:lnTo>
                    <a:pt x="160126" y="101479"/>
                  </a:lnTo>
                  <a:lnTo>
                    <a:pt x="159440" y="106440"/>
                  </a:lnTo>
                  <a:lnTo>
                    <a:pt x="158950" y="110449"/>
                  </a:lnTo>
                  <a:lnTo>
                    <a:pt x="160518" y="113155"/>
                  </a:lnTo>
                  <a:lnTo>
                    <a:pt x="161499" y="115761"/>
                  </a:lnTo>
                  <a:lnTo>
                    <a:pt x="163018" y="117064"/>
                  </a:lnTo>
                  <a:lnTo>
                    <a:pt x="164292" y="119971"/>
                  </a:lnTo>
                  <a:lnTo>
                    <a:pt x="164391" y="122276"/>
                  </a:lnTo>
                  <a:lnTo>
                    <a:pt x="162920" y="125633"/>
                  </a:lnTo>
                  <a:lnTo>
                    <a:pt x="161303" y="128590"/>
                  </a:lnTo>
                  <a:lnTo>
                    <a:pt x="161254" y="133902"/>
                  </a:lnTo>
                  <a:lnTo>
                    <a:pt x="158901" y="136057"/>
                  </a:lnTo>
                  <a:lnTo>
                    <a:pt x="156401" y="139866"/>
                  </a:lnTo>
                  <a:lnTo>
                    <a:pt x="154686" y="140717"/>
                  </a:lnTo>
                  <a:lnTo>
                    <a:pt x="154147" y="140968"/>
                  </a:lnTo>
                  <a:lnTo>
                    <a:pt x="151745" y="142020"/>
                  </a:lnTo>
                  <a:lnTo>
                    <a:pt x="151647" y="143524"/>
                  </a:lnTo>
                  <a:lnTo>
                    <a:pt x="151402" y="143624"/>
                  </a:lnTo>
                  <a:lnTo>
                    <a:pt x="151598" y="144476"/>
                  </a:lnTo>
                  <a:lnTo>
                    <a:pt x="151500" y="145979"/>
                  </a:lnTo>
                  <a:lnTo>
                    <a:pt x="151549" y="146982"/>
                  </a:lnTo>
                  <a:lnTo>
                    <a:pt x="151255" y="147132"/>
                  </a:lnTo>
                  <a:lnTo>
                    <a:pt x="151255" y="148234"/>
                  </a:lnTo>
                  <a:lnTo>
                    <a:pt x="151549" y="148485"/>
                  </a:lnTo>
                  <a:lnTo>
                    <a:pt x="151696" y="149187"/>
                  </a:lnTo>
                  <a:lnTo>
                    <a:pt x="151892" y="149487"/>
                  </a:lnTo>
                  <a:lnTo>
                    <a:pt x="151892" y="150089"/>
                  </a:lnTo>
                  <a:lnTo>
                    <a:pt x="151206" y="150490"/>
                  </a:lnTo>
                  <a:lnTo>
                    <a:pt x="151059" y="150540"/>
                  </a:lnTo>
                  <a:lnTo>
                    <a:pt x="151108" y="151191"/>
                  </a:lnTo>
                  <a:lnTo>
                    <a:pt x="150471" y="152093"/>
                  </a:lnTo>
                  <a:lnTo>
                    <a:pt x="149736" y="154298"/>
                  </a:lnTo>
                  <a:lnTo>
                    <a:pt x="149883" y="154799"/>
                  </a:lnTo>
                  <a:lnTo>
                    <a:pt x="150226" y="155351"/>
                  </a:lnTo>
                  <a:lnTo>
                    <a:pt x="150275" y="155852"/>
                  </a:lnTo>
                  <a:lnTo>
                    <a:pt x="150373" y="156754"/>
                  </a:lnTo>
                  <a:lnTo>
                    <a:pt x="150863" y="157355"/>
                  </a:lnTo>
                  <a:lnTo>
                    <a:pt x="151549" y="158007"/>
                  </a:lnTo>
                  <a:lnTo>
                    <a:pt x="152284" y="158858"/>
                  </a:lnTo>
                  <a:lnTo>
                    <a:pt x="153412" y="160262"/>
                  </a:lnTo>
                  <a:lnTo>
                    <a:pt x="154588" y="162066"/>
                  </a:lnTo>
                  <a:lnTo>
                    <a:pt x="155666" y="163419"/>
                  </a:lnTo>
                  <a:lnTo>
                    <a:pt x="156646" y="164271"/>
                  </a:lnTo>
                  <a:lnTo>
                    <a:pt x="157627" y="165774"/>
                  </a:lnTo>
                  <a:lnTo>
                    <a:pt x="158215" y="167077"/>
                  </a:lnTo>
                  <a:lnTo>
                    <a:pt x="158656" y="167127"/>
                  </a:lnTo>
                  <a:lnTo>
                    <a:pt x="160322" y="168179"/>
                  </a:lnTo>
                  <a:lnTo>
                    <a:pt x="160567" y="168330"/>
                  </a:lnTo>
                  <a:lnTo>
                    <a:pt x="161401" y="169031"/>
                  </a:lnTo>
                  <a:lnTo>
                    <a:pt x="162038" y="170535"/>
                  </a:lnTo>
                  <a:lnTo>
                    <a:pt x="162479" y="171036"/>
                  </a:lnTo>
                  <a:lnTo>
                    <a:pt x="163116" y="171637"/>
                  </a:lnTo>
                  <a:lnTo>
                    <a:pt x="163949" y="172439"/>
                  </a:lnTo>
                  <a:lnTo>
                    <a:pt x="164538" y="174143"/>
                  </a:lnTo>
                  <a:lnTo>
                    <a:pt x="165077" y="175847"/>
                  </a:lnTo>
                  <a:lnTo>
                    <a:pt x="165812" y="176799"/>
                  </a:lnTo>
                  <a:lnTo>
                    <a:pt x="166400" y="177901"/>
                  </a:lnTo>
                  <a:lnTo>
                    <a:pt x="167282" y="179956"/>
                  </a:lnTo>
                  <a:lnTo>
                    <a:pt x="168704" y="182712"/>
                  </a:lnTo>
                  <a:lnTo>
                    <a:pt x="169978" y="184717"/>
                  </a:lnTo>
                  <a:lnTo>
                    <a:pt x="172723" y="187373"/>
                  </a:lnTo>
                  <a:lnTo>
                    <a:pt x="173311" y="188425"/>
                  </a:lnTo>
                  <a:lnTo>
                    <a:pt x="172723" y="190580"/>
                  </a:lnTo>
                  <a:lnTo>
                    <a:pt x="172478" y="192033"/>
                  </a:lnTo>
                  <a:lnTo>
                    <a:pt x="172380" y="193587"/>
                  </a:lnTo>
                  <a:lnTo>
                    <a:pt x="173066" y="194539"/>
                  </a:lnTo>
                  <a:lnTo>
                    <a:pt x="173752" y="195291"/>
                  </a:lnTo>
                  <a:lnTo>
                    <a:pt x="174487" y="195642"/>
                  </a:lnTo>
                  <a:lnTo>
                    <a:pt x="175321" y="196042"/>
                  </a:lnTo>
                  <a:lnTo>
                    <a:pt x="176056" y="196393"/>
                  </a:lnTo>
                  <a:lnTo>
                    <a:pt x="176791" y="196794"/>
                  </a:lnTo>
                  <a:lnTo>
                    <a:pt x="177085" y="197095"/>
                  </a:lnTo>
                  <a:lnTo>
                    <a:pt x="178016" y="197245"/>
                  </a:lnTo>
                  <a:lnTo>
                    <a:pt x="179193" y="197295"/>
                  </a:lnTo>
                  <a:lnTo>
                    <a:pt x="180026" y="197496"/>
                  </a:lnTo>
                  <a:lnTo>
                    <a:pt x="180614" y="197796"/>
                  </a:lnTo>
                  <a:lnTo>
                    <a:pt x="181986" y="197947"/>
                  </a:lnTo>
                  <a:lnTo>
                    <a:pt x="182624" y="198448"/>
                  </a:lnTo>
                  <a:lnTo>
                    <a:pt x="184045" y="199099"/>
                  </a:lnTo>
                  <a:lnTo>
                    <a:pt x="184437" y="199099"/>
                  </a:lnTo>
                  <a:lnTo>
                    <a:pt x="185319" y="199500"/>
                  </a:lnTo>
                  <a:lnTo>
                    <a:pt x="185417" y="199701"/>
                  </a:lnTo>
                  <a:lnTo>
                    <a:pt x="185466" y="200001"/>
                  </a:lnTo>
                  <a:lnTo>
                    <a:pt x="186103" y="200001"/>
                  </a:lnTo>
                  <a:lnTo>
                    <a:pt x="186054" y="200252"/>
                  </a:lnTo>
                  <a:lnTo>
                    <a:pt x="186496" y="200503"/>
                  </a:lnTo>
                  <a:lnTo>
                    <a:pt x="186741" y="200352"/>
                  </a:lnTo>
                  <a:lnTo>
                    <a:pt x="187525" y="200703"/>
                  </a:lnTo>
                  <a:lnTo>
                    <a:pt x="188456" y="201154"/>
                  </a:lnTo>
                  <a:lnTo>
                    <a:pt x="188603" y="200803"/>
                  </a:lnTo>
                  <a:lnTo>
                    <a:pt x="188848" y="200954"/>
                  </a:lnTo>
                  <a:lnTo>
                    <a:pt x="188995" y="200653"/>
                  </a:lnTo>
                  <a:lnTo>
                    <a:pt x="189927" y="201104"/>
                  </a:lnTo>
                  <a:lnTo>
                    <a:pt x="190074" y="200853"/>
                  </a:lnTo>
                  <a:lnTo>
                    <a:pt x="191152" y="201304"/>
                  </a:lnTo>
                  <a:lnTo>
                    <a:pt x="191544" y="201254"/>
                  </a:lnTo>
                  <a:lnTo>
                    <a:pt x="191642" y="202256"/>
                  </a:lnTo>
                  <a:lnTo>
                    <a:pt x="192328" y="202106"/>
                  </a:lnTo>
                  <a:lnTo>
                    <a:pt x="196788" y="202858"/>
                  </a:lnTo>
                  <a:lnTo>
                    <a:pt x="196690" y="203359"/>
                  </a:lnTo>
                  <a:lnTo>
                    <a:pt x="196690" y="203509"/>
                  </a:lnTo>
                  <a:lnTo>
                    <a:pt x="196690" y="205464"/>
                  </a:lnTo>
                  <a:lnTo>
                    <a:pt x="196445" y="207318"/>
                  </a:lnTo>
                  <a:lnTo>
                    <a:pt x="196298" y="208120"/>
                  </a:lnTo>
                  <a:lnTo>
                    <a:pt x="196004" y="210325"/>
                  </a:lnTo>
                  <a:lnTo>
                    <a:pt x="195906" y="210676"/>
                  </a:lnTo>
                  <a:lnTo>
                    <a:pt x="195171" y="213783"/>
                  </a:lnTo>
                  <a:lnTo>
                    <a:pt x="194779" y="214384"/>
                  </a:lnTo>
                  <a:lnTo>
                    <a:pt x="194583" y="214685"/>
                  </a:lnTo>
                  <a:lnTo>
                    <a:pt x="194289" y="215136"/>
                  </a:lnTo>
                  <a:lnTo>
                    <a:pt x="193701" y="216038"/>
                  </a:lnTo>
                  <a:lnTo>
                    <a:pt x="192524" y="217792"/>
                  </a:lnTo>
                  <a:lnTo>
                    <a:pt x="192279" y="218293"/>
                  </a:lnTo>
                  <a:lnTo>
                    <a:pt x="192132" y="218694"/>
                  </a:lnTo>
                  <a:lnTo>
                    <a:pt x="191887" y="219195"/>
                  </a:lnTo>
                  <a:lnTo>
                    <a:pt x="191740" y="219596"/>
                  </a:lnTo>
                  <a:lnTo>
                    <a:pt x="190613" y="222352"/>
                  </a:lnTo>
                  <a:lnTo>
                    <a:pt x="190515" y="222502"/>
                  </a:lnTo>
                  <a:lnTo>
                    <a:pt x="188652" y="226060"/>
                  </a:lnTo>
                  <a:lnTo>
                    <a:pt x="188113" y="226962"/>
                  </a:lnTo>
                  <a:lnTo>
                    <a:pt x="187574" y="227614"/>
                  </a:lnTo>
                  <a:lnTo>
                    <a:pt x="185760" y="229719"/>
                  </a:lnTo>
                  <a:lnTo>
                    <a:pt x="184780" y="230921"/>
                  </a:lnTo>
                  <a:lnTo>
                    <a:pt x="184584" y="231172"/>
                  </a:lnTo>
                  <a:lnTo>
                    <a:pt x="182280" y="232525"/>
                  </a:lnTo>
                  <a:lnTo>
                    <a:pt x="181790" y="232826"/>
                  </a:lnTo>
                  <a:lnTo>
                    <a:pt x="181055" y="233277"/>
                  </a:lnTo>
                  <a:lnTo>
                    <a:pt x="180418" y="233627"/>
                  </a:lnTo>
                  <a:lnTo>
                    <a:pt x="180173" y="233728"/>
                  </a:lnTo>
                  <a:lnTo>
                    <a:pt x="180026" y="233728"/>
                  </a:lnTo>
                  <a:lnTo>
                    <a:pt x="179634" y="233828"/>
                  </a:lnTo>
                  <a:lnTo>
                    <a:pt x="175222" y="234980"/>
                  </a:lnTo>
                  <a:lnTo>
                    <a:pt x="172723" y="235582"/>
                  </a:lnTo>
                  <a:lnTo>
                    <a:pt x="171743" y="235832"/>
                  </a:lnTo>
                  <a:lnTo>
                    <a:pt x="171252" y="235933"/>
                  </a:lnTo>
                  <a:lnTo>
                    <a:pt x="171056" y="235983"/>
                  </a:lnTo>
                  <a:lnTo>
                    <a:pt x="169341" y="236233"/>
                  </a:lnTo>
                  <a:lnTo>
                    <a:pt x="167135" y="236584"/>
                  </a:lnTo>
                  <a:lnTo>
                    <a:pt x="165273" y="236784"/>
                  </a:lnTo>
                  <a:lnTo>
                    <a:pt x="163508" y="236985"/>
                  </a:lnTo>
                  <a:lnTo>
                    <a:pt x="161009" y="237286"/>
                  </a:lnTo>
                  <a:lnTo>
                    <a:pt x="159685" y="237135"/>
                  </a:lnTo>
                  <a:lnTo>
                    <a:pt x="153853" y="236584"/>
                  </a:lnTo>
                  <a:lnTo>
                    <a:pt x="152676" y="236484"/>
                  </a:lnTo>
                  <a:lnTo>
                    <a:pt x="152137" y="236434"/>
                  </a:lnTo>
                  <a:lnTo>
                    <a:pt x="146354" y="236033"/>
                  </a:lnTo>
                  <a:lnTo>
                    <a:pt x="143854" y="235732"/>
                  </a:lnTo>
                  <a:lnTo>
                    <a:pt x="140276" y="235281"/>
                  </a:lnTo>
                  <a:lnTo>
                    <a:pt x="139394" y="234980"/>
                  </a:lnTo>
                  <a:lnTo>
                    <a:pt x="138217" y="234630"/>
                  </a:lnTo>
                  <a:lnTo>
                    <a:pt x="137874" y="234580"/>
                  </a:lnTo>
                  <a:lnTo>
                    <a:pt x="132924" y="234329"/>
                  </a:lnTo>
                  <a:lnTo>
                    <a:pt x="131601" y="234229"/>
                  </a:lnTo>
                  <a:lnTo>
                    <a:pt x="130424" y="234179"/>
                  </a:lnTo>
                  <a:lnTo>
                    <a:pt x="126013" y="234078"/>
                  </a:lnTo>
                  <a:lnTo>
                    <a:pt x="123954" y="234078"/>
                  </a:lnTo>
                  <a:lnTo>
                    <a:pt x="123415" y="234028"/>
                  </a:lnTo>
                  <a:lnTo>
                    <a:pt x="120769" y="234028"/>
                  </a:lnTo>
                  <a:lnTo>
                    <a:pt x="118612" y="233728"/>
                  </a:lnTo>
                  <a:lnTo>
                    <a:pt x="115426" y="233277"/>
                  </a:lnTo>
                  <a:lnTo>
                    <a:pt x="114348" y="232826"/>
                  </a:lnTo>
                  <a:lnTo>
                    <a:pt x="114103" y="232725"/>
                  </a:lnTo>
                  <a:lnTo>
                    <a:pt x="113073" y="232324"/>
                  </a:lnTo>
                  <a:lnTo>
                    <a:pt x="112289" y="231974"/>
                  </a:lnTo>
                  <a:lnTo>
                    <a:pt x="110133" y="231122"/>
                  </a:lnTo>
                  <a:lnTo>
                    <a:pt x="109643" y="230921"/>
                  </a:lnTo>
                  <a:lnTo>
                    <a:pt x="108760" y="230520"/>
                  </a:lnTo>
                  <a:lnTo>
                    <a:pt x="107829" y="230119"/>
                  </a:lnTo>
                  <a:lnTo>
                    <a:pt x="107682" y="230069"/>
                  </a:lnTo>
                  <a:lnTo>
                    <a:pt x="105378" y="229067"/>
                  </a:lnTo>
                  <a:lnTo>
                    <a:pt x="104986" y="228917"/>
                  </a:lnTo>
                  <a:lnTo>
                    <a:pt x="103467" y="228265"/>
                  </a:lnTo>
                  <a:lnTo>
                    <a:pt x="102634" y="227814"/>
                  </a:lnTo>
                  <a:lnTo>
                    <a:pt x="101016" y="226962"/>
                  </a:lnTo>
                  <a:lnTo>
                    <a:pt x="98124" y="225459"/>
                  </a:lnTo>
                  <a:lnTo>
                    <a:pt x="97291" y="225008"/>
                  </a:lnTo>
                  <a:lnTo>
                    <a:pt x="95086" y="224206"/>
                  </a:lnTo>
                  <a:lnTo>
                    <a:pt x="93615" y="223655"/>
                  </a:lnTo>
                  <a:lnTo>
                    <a:pt x="92880" y="223354"/>
                  </a:lnTo>
                  <a:lnTo>
                    <a:pt x="92635" y="223304"/>
                  </a:lnTo>
                  <a:lnTo>
                    <a:pt x="91066" y="222803"/>
                  </a:lnTo>
                  <a:lnTo>
                    <a:pt x="90919" y="222753"/>
                  </a:lnTo>
                  <a:lnTo>
                    <a:pt x="89645" y="222352"/>
                  </a:lnTo>
                  <a:lnTo>
                    <a:pt x="88763" y="222101"/>
                  </a:lnTo>
                  <a:lnTo>
                    <a:pt x="87047" y="221450"/>
                  </a:lnTo>
                  <a:lnTo>
                    <a:pt x="86165" y="221099"/>
                  </a:lnTo>
                  <a:lnTo>
                    <a:pt x="84842" y="220598"/>
                  </a:lnTo>
                  <a:lnTo>
                    <a:pt x="83371" y="219846"/>
                  </a:lnTo>
                  <a:lnTo>
                    <a:pt x="82930" y="219646"/>
                  </a:lnTo>
                  <a:lnTo>
                    <a:pt x="81313" y="218794"/>
                  </a:lnTo>
                  <a:lnTo>
                    <a:pt x="81117" y="218744"/>
                  </a:lnTo>
                  <a:lnTo>
                    <a:pt x="79254" y="217842"/>
                  </a:lnTo>
                  <a:lnTo>
                    <a:pt x="78421" y="217441"/>
                  </a:lnTo>
                  <a:lnTo>
                    <a:pt x="75627" y="215837"/>
                  </a:lnTo>
                  <a:lnTo>
                    <a:pt x="74304" y="215085"/>
                  </a:lnTo>
                  <a:lnTo>
                    <a:pt x="73275" y="214534"/>
                  </a:lnTo>
                  <a:lnTo>
                    <a:pt x="72882" y="214334"/>
                  </a:lnTo>
                  <a:lnTo>
                    <a:pt x="71657" y="213833"/>
                  </a:lnTo>
                  <a:lnTo>
                    <a:pt x="71167" y="213632"/>
                  </a:lnTo>
                  <a:lnTo>
                    <a:pt x="70873" y="213532"/>
                  </a:lnTo>
                  <a:lnTo>
                    <a:pt x="69697" y="213081"/>
                  </a:lnTo>
                  <a:lnTo>
                    <a:pt x="68961" y="212830"/>
                  </a:lnTo>
                  <a:lnTo>
                    <a:pt x="68569" y="212730"/>
                  </a:lnTo>
                  <a:lnTo>
                    <a:pt x="68079" y="212530"/>
                  </a:lnTo>
                  <a:lnTo>
                    <a:pt x="67442" y="212329"/>
                  </a:lnTo>
                  <a:lnTo>
                    <a:pt x="67295" y="212279"/>
                  </a:lnTo>
                  <a:lnTo>
                    <a:pt x="65776" y="211628"/>
                  </a:lnTo>
                  <a:lnTo>
                    <a:pt x="64354" y="211076"/>
                  </a:lnTo>
                  <a:lnTo>
                    <a:pt x="62345" y="210676"/>
                  </a:lnTo>
                  <a:lnTo>
                    <a:pt x="61805" y="210575"/>
                  </a:lnTo>
                  <a:lnTo>
                    <a:pt x="60874" y="210525"/>
                  </a:lnTo>
                  <a:lnTo>
                    <a:pt x="59894" y="210475"/>
                  </a:lnTo>
                  <a:lnTo>
                    <a:pt x="58424" y="210425"/>
                  </a:lnTo>
                  <a:lnTo>
                    <a:pt x="55973" y="210575"/>
                  </a:lnTo>
                  <a:lnTo>
                    <a:pt x="53424" y="210676"/>
                  </a:lnTo>
                  <a:lnTo>
                    <a:pt x="53081" y="210676"/>
                  </a:lnTo>
                  <a:lnTo>
                    <a:pt x="50826" y="210726"/>
                  </a:lnTo>
                  <a:lnTo>
                    <a:pt x="48719" y="210726"/>
                  </a:lnTo>
                  <a:lnTo>
                    <a:pt x="47543" y="210726"/>
                  </a:lnTo>
                  <a:lnTo>
                    <a:pt x="47199" y="210726"/>
                  </a:lnTo>
                  <a:lnTo>
                    <a:pt x="46758" y="210726"/>
                  </a:lnTo>
                  <a:lnTo>
                    <a:pt x="46709" y="210275"/>
                  </a:lnTo>
                  <a:lnTo>
                    <a:pt x="46709" y="209022"/>
                  </a:lnTo>
                  <a:lnTo>
                    <a:pt x="46709" y="208471"/>
                  </a:lnTo>
                  <a:lnTo>
                    <a:pt x="46660" y="207969"/>
                  </a:lnTo>
                  <a:lnTo>
                    <a:pt x="46611" y="207518"/>
                  </a:lnTo>
                  <a:lnTo>
                    <a:pt x="46562" y="206917"/>
                  </a:lnTo>
                  <a:lnTo>
                    <a:pt x="46562" y="206767"/>
                  </a:lnTo>
                  <a:lnTo>
                    <a:pt x="46562" y="206616"/>
                  </a:lnTo>
                  <a:lnTo>
                    <a:pt x="46464" y="205915"/>
                  </a:lnTo>
                  <a:lnTo>
                    <a:pt x="46464" y="205564"/>
                  </a:lnTo>
                  <a:lnTo>
                    <a:pt x="46415" y="204912"/>
                  </a:lnTo>
                  <a:lnTo>
                    <a:pt x="46317" y="203960"/>
                  </a:lnTo>
                  <a:lnTo>
                    <a:pt x="46219" y="202507"/>
                  </a:lnTo>
                  <a:lnTo>
                    <a:pt x="46121" y="201254"/>
                  </a:lnTo>
                  <a:lnTo>
                    <a:pt x="46072" y="200803"/>
                  </a:lnTo>
                  <a:lnTo>
                    <a:pt x="46023" y="200302"/>
                  </a:lnTo>
                  <a:lnTo>
                    <a:pt x="45925" y="199099"/>
                  </a:lnTo>
                  <a:lnTo>
                    <a:pt x="45876" y="198348"/>
                  </a:lnTo>
                  <a:lnTo>
                    <a:pt x="45729" y="196293"/>
                  </a:lnTo>
                  <a:lnTo>
                    <a:pt x="45631" y="195341"/>
                  </a:lnTo>
                  <a:lnTo>
                    <a:pt x="45631" y="195191"/>
                  </a:lnTo>
                  <a:lnTo>
                    <a:pt x="45582" y="194689"/>
                  </a:lnTo>
                  <a:lnTo>
                    <a:pt x="45435" y="192434"/>
                  </a:lnTo>
                  <a:lnTo>
                    <a:pt x="45386" y="192083"/>
                  </a:lnTo>
                  <a:lnTo>
                    <a:pt x="45337" y="191883"/>
                  </a:lnTo>
                  <a:lnTo>
                    <a:pt x="45337" y="191733"/>
                  </a:lnTo>
                  <a:lnTo>
                    <a:pt x="45337" y="191432"/>
                  </a:lnTo>
                  <a:lnTo>
                    <a:pt x="45239" y="190530"/>
                  </a:lnTo>
                  <a:lnTo>
                    <a:pt x="45190" y="189678"/>
                  </a:lnTo>
                  <a:lnTo>
                    <a:pt x="45141" y="189377"/>
                  </a:lnTo>
                  <a:lnTo>
                    <a:pt x="44847" y="185769"/>
                  </a:lnTo>
                  <a:lnTo>
                    <a:pt x="44798" y="184717"/>
                  </a:lnTo>
                  <a:lnTo>
                    <a:pt x="44749" y="184015"/>
                  </a:lnTo>
                  <a:lnTo>
                    <a:pt x="44651" y="183113"/>
                  </a:lnTo>
                  <a:lnTo>
                    <a:pt x="44553" y="181760"/>
                  </a:lnTo>
                  <a:lnTo>
                    <a:pt x="44504" y="181409"/>
                  </a:lnTo>
                  <a:lnTo>
                    <a:pt x="44406" y="179856"/>
                  </a:lnTo>
                  <a:lnTo>
                    <a:pt x="44357" y="179505"/>
                  </a:lnTo>
                  <a:lnTo>
                    <a:pt x="44259" y="178202"/>
                  </a:lnTo>
                  <a:lnTo>
                    <a:pt x="44161" y="176649"/>
                  </a:lnTo>
                  <a:lnTo>
                    <a:pt x="44112" y="176248"/>
                  </a:lnTo>
                  <a:lnTo>
                    <a:pt x="43965" y="174143"/>
                  </a:lnTo>
                  <a:lnTo>
                    <a:pt x="43867" y="173291"/>
                  </a:lnTo>
                  <a:lnTo>
                    <a:pt x="43818" y="172339"/>
                  </a:lnTo>
                  <a:lnTo>
                    <a:pt x="43768" y="171637"/>
                  </a:lnTo>
                  <a:lnTo>
                    <a:pt x="43719" y="171437"/>
                  </a:lnTo>
                  <a:lnTo>
                    <a:pt x="43572" y="169432"/>
                  </a:lnTo>
                  <a:lnTo>
                    <a:pt x="43523" y="168831"/>
                  </a:lnTo>
                  <a:lnTo>
                    <a:pt x="43474" y="168530"/>
                  </a:lnTo>
                  <a:lnTo>
                    <a:pt x="43376" y="166877"/>
                  </a:lnTo>
                  <a:lnTo>
                    <a:pt x="43131" y="163920"/>
                  </a:lnTo>
                  <a:lnTo>
                    <a:pt x="43131" y="163770"/>
                  </a:lnTo>
                  <a:lnTo>
                    <a:pt x="43033" y="162968"/>
                  </a:lnTo>
                  <a:lnTo>
                    <a:pt x="43033" y="162567"/>
                  </a:lnTo>
                  <a:lnTo>
                    <a:pt x="42984" y="162016"/>
                  </a:lnTo>
                  <a:lnTo>
                    <a:pt x="42886" y="160913"/>
                  </a:lnTo>
                  <a:lnTo>
                    <a:pt x="42837" y="160562"/>
                  </a:lnTo>
                  <a:lnTo>
                    <a:pt x="42788" y="159410"/>
                  </a:lnTo>
                  <a:lnTo>
                    <a:pt x="42739" y="158959"/>
                  </a:lnTo>
                  <a:lnTo>
                    <a:pt x="42641" y="158658"/>
                  </a:lnTo>
                  <a:lnTo>
                    <a:pt x="42249" y="157706"/>
                  </a:lnTo>
                  <a:lnTo>
                    <a:pt x="40926" y="156804"/>
                  </a:lnTo>
                  <a:lnTo>
                    <a:pt x="40534" y="156453"/>
                  </a:lnTo>
                  <a:lnTo>
                    <a:pt x="39651" y="155651"/>
                  </a:lnTo>
                  <a:lnTo>
                    <a:pt x="38818" y="154899"/>
                  </a:lnTo>
                  <a:lnTo>
                    <a:pt x="37936" y="154048"/>
                  </a:lnTo>
                  <a:lnTo>
                    <a:pt x="36171" y="152394"/>
                  </a:lnTo>
                  <a:lnTo>
                    <a:pt x="35681" y="151943"/>
                  </a:lnTo>
                  <a:lnTo>
                    <a:pt x="32348" y="148836"/>
                  </a:lnTo>
                  <a:lnTo>
                    <a:pt x="31809" y="148285"/>
                  </a:lnTo>
                  <a:lnTo>
                    <a:pt x="30976" y="147533"/>
                  </a:lnTo>
                  <a:lnTo>
                    <a:pt x="29653" y="146280"/>
                  </a:lnTo>
                  <a:lnTo>
                    <a:pt x="27741" y="144526"/>
                  </a:lnTo>
                  <a:lnTo>
                    <a:pt x="27055" y="143925"/>
                  </a:lnTo>
                  <a:lnTo>
                    <a:pt x="26467" y="143373"/>
                  </a:lnTo>
                  <a:lnTo>
                    <a:pt x="23379" y="140467"/>
                  </a:lnTo>
                  <a:lnTo>
                    <a:pt x="22546" y="139715"/>
                  </a:lnTo>
                  <a:lnTo>
                    <a:pt x="21614" y="138813"/>
                  </a:lnTo>
                  <a:lnTo>
                    <a:pt x="21418" y="138663"/>
                  </a:lnTo>
                  <a:lnTo>
                    <a:pt x="18870" y="136307"/>
                  </a:lnTo>
                  <a:lnTo>
                    <a:pt x="17987" y="135456"/>
                  </a:lnTo>
                  <a:lnTo>
                    <a:pt x="17742" y="135255"/>
                  </a:lnTo>
                  <a:lnTo>
                    <a:pt x="17497" y="135005"/>
                  </a:lnTo>
                  <a:lnTo>
                    <a:pt x="15880" y="133501"/>
                  </a:lnTo>
                  <a:lnTo>
                    <a:pt x="15488" y="133100"/>
                  </a:lnTo>
                  <a:lnTo>
                    <a:pt x="14900" y="132699"/>
                  </a:lnTo>
                  <a:lnTo>
                    <a:pt x="14213" y="132198"/>
                  </a:lnTo>
                  <a:lnTo>
                    <a:pt x="14017" y="131948"/>
                  </a:lnTo>
                  <a:lnTo>
                    <a:pt x="13674" y="131497"/>
                  </a:lnTo>
                  <a:lnTo>
                    <a:pt x="13331" y="131096"/>
                  </a:lnTo>
                  <a:lnTo>
                    <a:pt x="12302" y="129793"/>
                  </a:lnTo>
                  <a:lnTo>
                    <a:pt x="11812" y="128590"/>
                  </a:lnTo>
                  <a:lnTo>
                    <a:pt x="11469" y="127337"/>
                  </a:lnTo>
                  <a:lnTo>
                    <a:pt x="11126" y="125583"/>
                  </a:lnTo>
                  <a:lnTo>
                    <a:pt x="10979" y="124631"/>
                  </a:lnTo>
                  <a:lnTo>
                    <a:pt x="10684" y="123078"/>
                  </a:lnTo>
                  <a:lnTo>
                    <a:pt x="9704" y="117465"/>
                  </a:lnTo>
                  <a:lnTo>
                    <a:pt x="8038" y="108094"/>
                  </a:lnTo>
                  <a:lnTo>
                    <a:pt x="7989" y="107242"/>
                  </a:lnTo>
                  <a:lnTo>
                    <a:pt x="7646" y="105738"/>
                  </a:lnTo>
                  <a:lnTo>
                    <a:pt x="6861" y="102130"/>
                  </a:lnTo>
                  <a:lnTo>
                    <a:pt x="3087" y="84641"/>
                  </a:lnTo>
                  <a:lnTo>
                    <a:pt x="0" y="71160"/>
                  </a:lnTo>
                  <a:lnTo>
                    <a:pt x="147" y="71110"/>
                  </a:lnTo>
                  <a:lnTo>
                    <a:pt x="1274" y="70910"/>
                  </a:lnTo>
                  <a:lnTo>
                    <a:pt x="6224" y="69907"/>
                  </a:lnTo>
                  <a:lnTo>
                    <a:pt x="12792" y="68805"/>
                  </a:lnTo>
                  <a:lnTo>
                    <a:pt x="13233" y="69005"/>
                  </a:lnTo>
                  <a:lnTo>
                    <a:pt x="13870" y="69256"/>
                  </a:lnTo>
                  <a:lnTo>
                    <a:pt x="15586" y="70058"/>
                  </a:lnTo>
                  <a:lnTo>
                    <a:pt x="16076" y="70308"/>
                  </a:lnTo>
                  <a:lnTo>
                    <a:pt x="16419" y="70860"/>
                  </a:lnTo>
                  <a:lnTo>
                    <a:pt x="16615" y="71261"/>
                  </a:lnTo>
                  <a:lnTo>
                    <a:pt x="17056" y="72363"/>
                  </a:lnTo>
                  <a:lnTo>
                    <a:pt x="17399" y="73215"/>
                  </a:lnTo>
                  <a:lnTo>
                    <a:pt x="17546" y="73566"/>
                  </a:lnTo>
                  <a:lnTo>
                    <a:pt x="17693" y="73967"/>
                  </a:lnTo>
                  <a:lnTo>
                    <a:pt x="17938" y="74718"/>
                  </a:lnTo>
                  <a:lnTo>
                    <a:pt x="18036" y="74869"/>
                  </a:lnTo>
                  <a:lnTo>
                    <a:pt x="18134" y="75520"/>
                  </a:lnTo>
                  <a:lnTo>
                    <a:pt x="18085" y="76071"/>
                  </a:lnTo>
                  <a:lnTo>
                    <a:pt x="17987" y="77024"/>
                  </a:lnTo>
                  <a:lnTo>
                    <a:pt x="17987" y="77224"/>
                  </a:lnTo>
                  <a:lnTo>
                    <a:pt x="17987" y="77374"/>
                  </a:lnTo>
                  <a:lnTo>
                    <a:pt x="17987" y="77976"/>
                  </a:lnTo>
                  <a:lnTo>
                    <a:pt x="18036" y="78126"/>
                  </a:lnTo>
                  <a:lnTo>
                    <a:pt x="18232" y="78427"/>
                  </a:lnTo>
                  <a:lnTo>
                    <a:pt x="18674" y="78677"/>
                  </a:lnTo>
                  <a:lnTo>
                    <a:pt x="19752" y="79128"/>
                  </a:lnTo>
                  <a:lnTo>
                    <a:pt x="20046" y="79279"/>
                  </a:lnTo>
                  <a:lnTo>
                    <a:pt x="20193" y="79429"/>
                  </a:lnTo>
                  <a:lnTo>
                    <a:pt x="20340" y="79680"/>
                  </a:lnTo>
                  <a:lnTo>
                    <a:pt x="20389" y="79930"/>
                  </a:lnTo>
                  <a:lnTo>
                    <a:pt x="20389" y="80381"/>
                  </a:lnTo>
                  <a:lnTo>
                    <a:pt x="20340" y="80682"/>
                  </a:lnTo>
                  <a:lnTo>
                    <a:pt x="19899" y="82486"/>
                  </a:lnTo>
                  <a:lnTo>
                    <a:pt x="19507" y="84741"/>
                  </a:lnTo>
                  <a:lnTo>
                    <a:pt x="19409" y="85443"/>
                  </a:lnTo>
                  <a:lnTo>
                    <a:pt x="19507" y="85693"/>
                  </a:lnTo>
                  <a:lnTo>
                    <a:pt x="19556" y="85894"/>
                  </a:lnTo>
                  <a:lnTo>
                    <a:pt x="20242" y="87748"/>
                  </a:lnTo>
                  <a:lnTo>
                    <a:pt x="20487" y="87798"/>
                  </a:lnTo>
                  <a:lnTo>
                    <a:pt x="21124" y="87898"/>
                  </a:lnTo>
                  <a:lnTo>
                    <a:pt x="21271" y="88650"/>
                  </a:lnTo>
                  <a:lnTo>
                    <a:pt x="21173" y="89001"/>
                  </a:lnTo>
                  <a:lnTo>
                    <a:pt x="21173" y="89151"/>
                  </a:lnTo>
                  <a:lnTo>
                    <a:pt x="20928" y="89602"/>
                  </a:lnTo>
                  <a:lnTo>
                    <a:pt x="20830" y="89802"/>
                  </a:lnTo>
                  <a:lnTo>
                    <a:pt x="20634" y="90404"/>
                  </a:lnTo>
                  <a:lnTo>
                    <a:pt x="20585" y="90805"/>
                  </a:lnTo>
                  <a:lnTo>
                    <a:pt x="20536" y="91256"/>
                  </a:lnTo>
                  <a:lnTo>
                    <a:pt x="20536" y="91406"/>
                  </a:lnTo>
                  <a:lnTo>
                    <a:pt x="21173" y="92208"/>
                  </a:lnTo>
                  <a:lnTo>
                    <a:pt x="22546" y="93761"/>
                  </a:lnTo>
                  <a:lnTo>
                    <a:pt x="22938" y="94713"/>
                  </a:lnTo>
                  <a:lnTo>
                    <a:pt x="23036" y="94964"/>
                  </a:lnTo>
                  <a:lnTo>
                    <a:pt x="23575" y="95616"/>
                  </a:lnTo>
                  <a:lnTo>
                    <a:pt x="23624" y="95916"/>
                  </a:lnTo>
                  <a:lnTo>
                    <a:pt x="23771" y="96618"/>
                  </a:lnTo>
                  <a:lnTo>
                    <a:pt x="23771" y="96818"/>
                  </a:lnTo>
                  <a:lnTo>
                    <a:pt x="23820" y="97219"/>
                  </a:lnTo>
                  <a:lnTo>
                    <a:pt x="23820" y="98021"/>
                  </a:lnTo>
                  <a:lnTo>
                    <a:pt x="23869" y="98171"/>
                  </a:lnTo>
                  <a:lnTo>
                    <a:pt x="23869" y="98372"/>
                  </a:lnTo>
                  <a:lnTo>
                    <a:pt x="23869" y="98773"/>
                  </a:lnTo>
                  <a:lnTo>
                    <a:pt x="23869" y="98923"/>
                  </a:lnTo>
                  <a:lnTo>
                    <a:pt x="23918" y="99174"/>
                  </a:lnTo>
                  <a:lnTo>
                    <a:pt x="23918" y="99324"/>
                  </a:lnTo>
                  <a:lnTo>
                    <a:pt x="23967" y="99574"/>
                  </a:lnTo>
                  <a:lnTo>
                    <a:pt x="23967" y="99775"/>
                  </a:lnTo>
                  <a:lnTo>
                    <a:pt x="24016" y="100025"/>
                  </a:lnTo>
                  <a:lnTo>
                    <a:pt x="24114" y="100426"/>
                  </a:lnTo>
                  <a:lnTo>
                    <a:pt x="24163" y="100577"/>
                  </a:lnTo>
                  <a:lnTo>
                    <a:pt x="24212" y="100777"/>
                  </a:lnTo>
                  <a:lnTo>
                    <a:pt x="24359" y="101128"/>
                  </a:lnTo>
                  <a:lnTo>
                    <a:pt x="24653" y="101880"/>
                  </a:lnTo>
                  <a:lnTo>
                    <a:pt x="25143" y="102481"/>
                  </a:lnTo>
                  <a:lnTo>
                    <a:pt x="25585" y="103333"/>
                  </a:lnTo>
                  <a:lnTo>
                    <a:pt x="25732" y="103684"/>
                  </a:lnTo>
                  <a:lnTo>
                    <a:pt x="25830" y="104335"/>
                  </a:lnTo>
                  <a:lnTo>
                    <a:pt x="25879" y="104636"/>
                  </a:lnTo>
                  <a:lnTo>
                    <a:pt x="26222" y="105237"/>
                  </a:lnTo>
                  <a:lnTo>
                    <a:pt x="27251" y="105187"/>
                  </a:lnTo>
                  <a:lnTo>
                    <a:pt x="27496" y="105187"/>
                  </a:lnTo>
                  <a:lnTo>
                    <a:pt x="27839" y="105187"/>
                  </a:lnTo>
                  <a:lnTo>
                    <a:pt x="28084" y="105187"/>
                  </a:lnTo>
                  <a:lnTo>
                    <a:pt x="28231" y="105187"/>
                  </a:lnTo>
                  <a:lnTo>
                    <a:pt x="28378" y="105187"/>
                  </a:lnTo>
                  <a:lnTo>
                    <a:pt x="28525" y="105187"/>
                  </a:lnTo>
                  <a:lnTo>
                    <a:pt x="28917" y="105137"/>
                  </a:lnTo>
                  <a:lnTo>
                    <a:pt x="29310" y="105137"/>
                  </a:lnTo>
                  <a:lnTo>
                    <a:pt x="29506" y="105137"/>
                  </a:lnTo>
                  <a:lnTo>
                    <a:pt x="29849" y="105137"/>
                  </a:lnTo>
                  <a:lnTo>
                    <a:pt x="30045" y="105137"/>
                  </a:lnTo>
                  <a:lnTo>
                    <a:pt x="30780" y="105087"/>
                  </a:lnTo>
                  <a:lnTo>
                    <a:pt x="31711" y="105087"/>
                  </a:lnTo>
                  <a:lnTo>
                    <a:pt x="32152" y="104987"/>
                  </a:lnTo>
                  <a:lnTo>
                    <a:pt x="32495" y="104937"/>
                  </a:lnTo>
                  <a:lnTo>
                    <a:pt x="32691" y="104937"/>
                  </a:lnTo>
                  <a:lnTo>
                    <a:pt x="32986" y="104886"/>
                  </a:lnTo>
                  <a:lnTo>
                    <a:pt x="33329" y="104836"/>
                  </a:lnTo>
                  <a:lnTo>
                    <a:pt x="33476" y="104586"/>
                  </a:lnTo>
                  <a:lnTo>
                    <a:pt x="35338" y="104185"/>
                  </a:lnTo>
                  <a:lnTo>
                    <a:pt x="35632" y="103684"/>
                  </a:lnTo>
                  <a:lnTo>
                    <a:pt x="36269" y="103082"/>
                  </a:lnTo>
                  <a:lnTo>
                    <a:pt x="37299" y="101930"/>
                  </a:lnTo>
                  <a:lnTo>
                    <a:pt x="37544" y="100677"/>
                  </a:lnTo>
                  <a:lnTo>
                    <a:pt x="37299" y="99625"/>
                  </a:lnTo>
                  <a:lnTo>
                    <a:pt x="36269" y="97720"/>
                  </a:lnTo>
                  <a:lnTo>
                    <a:pt x="36416" y="96417"/>
                  </a:lnTo>
                  <a:lnTo>
                    <a:pt x="36515" y="93912"/>
                  </a:lnTo>
                  <a:lnTo>
                    <a:pt x="35730" y="92258"/>
                  </a:lnTo>
                  <a:lnTo>
                    <a:pt x="35338" y="90604"/>
                  </a:lnTo>
                  <a:lnTo>
                    <a:pt x="34995" y="89051"/>
                  </a:lnTo>
                  <a:lnTo>
                    <a:pt x="35730" y="87648"/>
                  </a:lnTo>
                  <a:lnTo>
                    <a:pt x="37789" y="84992"/>
                  </a:lnTo>
                  <a:lnTo>
                    <a:pt x="39014" y="81033"/>
                  </a:lnTo>
                  <a:lnTo>
                    <a:pt x="39455" y="75270"/>
                  </a:lnTo>
                  <a:lnTo>
                    <a:pt x="43572" y="68755"/>
                  </a:lnTo>
                  <a:lnTo>
                    <a:pt x="50189" y="65197"/>
                  </a:lnTo>
                  <a:lnTo>
                    <a:pt x="53130" y="61539"/>
                  </a:lnTo>
                  <a:lnTo>
                    <a:pt x="55042" y="56778"/>
                  </a:lnTo>
                  <a:lnTo>
                    <a:pt x="61266" y="50915"/>
                  </a:lnTo>
                  <a:lnTo>
                    <a:pt x="63129" y="49010"/>
                  </a:lnTo>
                  <a:lnTo>
                    <a:pt x="64648" y="47407"/>
                  </a:lnTo>
                  <a:lnTo>
                    <a:pt x="69010" y="42796"/>
                  </a:lnTo>
                  <a:lnTo>
                    <a:pt x="69157" y="41042"/>
                  </a:lnTo>
                  <a:lnTo>
                    <a:pt x="69991" y="39689"/>
                  </a:lnTo>
                  <a:lnTo>
                    <a:pt x="73177" y="37785"/>
                  </a:lnTo>
                  <a:lnTo>
                    <a:pt x="94693" y="22150"/>
                  </a:lnTo>
                  <a:lnTo>
                    <a:pt x="95821" y="20696"/>
                  </a:lnTo>
                  <a:lnTo>
                    <a:pt x="99546" y="15835"/>
                  </a:lnTo>
                  <a:lnTo>
                    <a:pt x="103173" y="9721"/>
                  </a:lnTo>
                  <a:lnTo>
                    <a:pt x="107143" y="1703"/>
                  </a:lnTo>
                  <a:lnTo>
                    <a:pt x="1082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831080" y="5322677"/>
              <a:ext cx="596591" cy="340669"/>
            </a:xfrm>
            <a:custGeom>
              <a:avLst/>
              <a:pathLst>
                <a:path w="596591" h="340669">
                  <a:moveTo>
                    <a:pt x="548215" y="8619"/>
                  </a:moveTo>
                  <a:lnTo>
                    <a:pt x="548117" y="15735"/>
                  </a:lnTo>
                  <a:lnTo>
                    <a:pt x="548852" y="21047"/>
                  </a:lnTo>
                  <a:lnTo>
                    <a:pt x="548950" y="21999"/>
                  </a:lnTo>
                  <a:lnTo>
                    <a:pt x="548852" y="22601"/>
                  </a:lnTo>
                  <a:lnTo>
                    <a:pt x="548166" y="25557"/>
                  </a:lnTo>
                  <a:lnTo>
                    <a:pt x="547038" y="30368"/>
                  </a:lnTo>
                  <a:lnTo>
                    <a:pt x="542088" y="37384"/>
                  </a:lnTo>
                  <a:lnTo>
                    <a:pt x="538853" y="42345"/>
                  </a:lnTo>
                  <a:lnTo>
                    <a:pt x="535520" y="50814"/>
                  </a:lnTo>
                  <a:lnTo>
                    <a:pt x="531207" y="58732"/>
                  </a:lnTo>
                  <a:lnTo>
                    <a:pt x="529737" y="66951"/>
                  </a:lnTo>
                  <a:lnTo>
                    <a:pt x="530276" y="78727"/>
                  </a:lnTo>
                  <a:lnTo>
                    <a:pt x="529197" y="88800"/>
                  </a:lnTo>
                  <a:lnTo>
                    <a:pt x="528315" y="99023"/>
                  </a:lnTo>
                  <a:lnTo>
                    <a:pt x="529393" y="104335"/>
                  </a:lnTo>
                  <a:lnTo>
                    <a:pt x="532726" y="105989"/>
                  </a:lnTo>
                  <a:lnTo>
                    <a:pt x="537481" y="105538"/>
                  </a:lnTo>
                  <a:lnTo>
                    <a:pt x="541745" y="105438"/>
                  </a:lnTo>
                  <a:lnTo>
                    <a:pt x="546156" y="106741"/>
                  </a:lnTo>
                  <a:lnTo>
                    <a:pt x="549293" y="110048"/>
                  </a:lnTo>
                  <a:lnTo>
                    <a:pt x="551450" y="116062"/>
                  </a:lnTo>
                  <a:lnTo>
                    <a:pt x="553361" y="121023"/>
                  </a:lnTo>
                  <a:lnTo>
                    <a:pt x="556155" y="124431"/>
                  </a:lnTo>
                  <a:lnTo>
                    <a:pt x="560664" y="128039"/>
                  </a:lnTo>
                  <a:lnTo>
                    <a:pt x="569388" y="132349"/>
                  </a:lnTo>
                  <a:lnTo>
                    <a:pt x="577427" y="133200"/>
                  </a:lnTo>
                  <a:lnTo>
                    <a:pt x="587327" y="134102"/>
                  </a:lnTo>
                  <a:lnTo>
                    <a:pt x="596591" y="134002"/>
                  </a:lnTo>
                  <a:lnTo>
                    <a:pt x="596297" y="140717"/>
                  </a:lnTo>
                  <a:lnTo>
                    <a:pt x="594630" y="147934"/>
                  </a:lnTo>
                  <a:lnTo>
                    <a:pt x="591641" y="153797"/>
                  </a:lnTo>
                  <a:lnTo>
                    <a:pt x="590611" y="155100"/>
                  </a:lnTo>
                  <a:lnTo>
                    <a:pt x="585171" y="162016"/>
                  </a:lnTo>
                  <a:lnTo>
                    <a:pt x="579485" y="169733"/>
                  </a:lnTo>
                  <a:lnTo>
                    <a:pt x="574878" y="175847"/>
                  </a:lnTo>
                  <a:lnTo>
                    <a:pt x="570271" y="181810"/>
                  </a:lnTo>
                  <a:lnTo>
                    <a:pt x="569388" y="184967"/>
                  </a:lnTo>
                  <a:lnTo>
                    <a:pt x="568408" y="193988"/>
                  </a:lnTo>
                  <a:lnTo>
                    <a:pt x="567134" y="197947"/>
                  </a:lnTo>
                  <a:lnTo>
                    <a:pt x="565075" y="204762"/>
                  </a:lnTo>
                  <a:lnTo>
                    <a:pt x="563605" y="208621"/>
                  </a:lnTo>
                  <a:lnTo>
                    <a:pt x="560566" y="214083"/>
                  </a:lnTo>
                  <a:lnTo>
                    <a:pt x="554979" y="221249"/>
                  </a:lnTo>
                  <a:lnTo>
                    <a:pt x="550812" y="223003"/>
                  </a:lnTo>
                  <a:lnTo>
                    <a:pt x="547479" y="225208"/>
                  </a:lnTo>
                  <a:lnTo>
                    <a:pt x="546009" y="226762"/>
                  </a:lnTo>
                  <a:lnTo>
                    <a:pt x="539343" y="233677"/>
                  </a:lnTo>
                  <a:lnTo>
                    <a:pt x="528364" y="239691"/>
                  </a:lnTo>
                  <a:lnTo>
                    <a:pt x="521012" y="243650"/>
                  </a:lnTo>
                  <a:lnTo>
                    <a:pt x="504348" y="247609"/>
                  </a:lnTo>
                  <a:lnTo>
                    <a:pt x="494594" y="249563"/>
                  </a:lnTo>
                  <a:lnTo>
                    <a:pt x="485625" y="251768"/>
                  </a:lnTo>
                  <a:lnTo>
                    <a:pt x="473322" y="253021"/>
                  </a:lnTo>
                  <a:lnTo>
                    <a:pt x="468862" y="252921"/>
                  </a:lnTo>
                  <a:lnTo>
                    <a:pt x="462588" y="251768"/>
                  </a:lnTo>
                  <a:lnTo>
                    <a:pt x="453766" y="249814"/>
                  </a:lnTo>
                  <a:lnTo>
                    <a:pt x="446659" y="248210"/>
                  </a:lnTo>
                  <a:lnTo>
                    <a:pt x="440728" y="247960"/>
                  </a:lnTo>
                  <a:lnTo>
                    <a:pt x="432396" y="254074"/>
                  </a:lnTo>
                  <a:lnTo>
                    <a:pt x="428426" y="258534"/>
                  </a:lnTo>
                  <a:lnTo>
                    <a:pt x="425534" y="260338"/>
                  </a:lnTo>
                  <a:lnTo>
                    <a:pt x="424260" y="261140"/>
                  </a:lnTo>
                  <a:lnTo>
                    <a:pt x="413232" y="265750"/>
                  </a:lnTo>
                  <a:lnTo>
                    <a:pt x="399704" y="271513"/>
                  </a:lnTo>
                  <a:lnTo>
                    <a:pt x="394165" y="276725"/>
                  </a:lnTo>
                  <a:lnTo>
                    <a:pt x="389705" y="279331"/>
                  </a:lnTo>
                  <a:lnTo>
                    <a:pt x="383284" y="280934"/>
                  </a:lnTo>
                  <a:lnTo>
                    <a:pt x="375687" y="284141"/>
                  </a:lnTo>
                  <a:lnTo>
                    <a:pt x="370639" y="286848"/>
                  </a:lnTo>
                  <a:lnTo>
                    <a:pt x="365248" y="289053"/>
                  </a:lnTo>
                  <a:lnTo>
                    <a:pt x="362160" y="292561"/>
                  </a:lnTo>
                  <a:lnTo>
                    <a:pt x="361621" y="293112"/>
                  </a:lnTo>
                  <a:lnTo>
                    <a:pt x="358288" y="296519"/>
                  </a:lnTo>
                  <a:lnTo>
                    <a:pt x="354955" y="297873"/>
                  </a:lnTo>
                  <a:lnTo>
                    <a:pt x="350838" y="298324"/>
                  </a:lnTo>
                  <a:lnTo>
                    <a:pt x="346769" y="298524"/>
                  </a:lnTo>
                  <a:lnTo>
                    <a:pt x="344760" y="298825"/>
                  </a:lnTo>
                  <a:lnTo>
                    <a:pt x="343731" y="300629"/>
                  </a:lnTo>
                  <a:lnTo>
                    <a:pt x="342260" y="303134"/>
                  </a:lnTo>
                  <a:lnTo>
                    <a:pt x="338633" y="309699"/>
                  </a:lnTo>
                  <a:lnTo>
                    <a:pt x="335594" y="313458"/>
                  </a:lnTo>
                  <a:lnTo>
                    <a:pt x="332605" y="314460"/>
                  </a:lnTo>
                  <a:lnTo>
                    <a:pt x="325596" y="312906"/>
                  </a:lnTo>
                  <a:lnTo>
                    <a:pt x="319567" y="310150"/>
                  </a:lnTo>
                  <a:lnTo>
                    <a:pt x="315695" y="309649"/>
                  </a:lnTo>
                  <a:lnTo>
                    <a:pt x="312264" y="312155"/>
                  </a:lnTo>
                  <a:lnTo>
                    <a:pt x="309078" y="314009"/>
                  </a:lnTo>
                  <a:lnTo>
                    <a:pt x="301726" y="315212"/>
                  </a:lnTo>
                  <a:lnTo>
                    <a:pt x="294227" y="316064"/>
                  </a:lnTo>
                  <a:lnTo>
                    <a:pt x="292021" y="316014"/>
                  </a:lnTo>
                  <a:lnTo>
                    <a:pt x="288444" y="315963"/>
                  </a:lnTo>
                  <a:lnTo>
                    <a:pt x="282660" y="313959"/>
                  </a:lnTo>
                  <a:lnTo>
                    <a:pt x="278886" y="313107"/>
                  </a:lnTo>
                  <a:lnTo>
                    <a:pt x="274916" y="313758"/>
                  </a:lnTo>
                  <a:lnTo>
                    <a:pt x="269622" y="316815"/>
                  </a:lnTo>
                  <a:lnTo>
                    <a:pt x="263839" y="320423"/>
                  </a:lnTo>
                  <a:lnTo>
                    <a:pt x="257663" y="323230"/>
                  </a:lnTo>
                  <a:lnTo>
                    <a:pt x="252468" y="323430"/>
                  </a:lnTo>
                  <a:lnTo>
                    <a:pt x="248154" y="323631"/>
                  </a:lnTo>
                  <a:lnTo>
                    <a:pt x="241734" y="324583"/>
                  </a:lnTo>
                  <a:lnTo>
                    <a:pt x="238254" y="325084"/>
                  </a:lnTo>
                  <a:lnTo>
                    <a:pt x="237421" y="324884"/>
                  </a:lnTo>
                  <a:lnTo>
                    <a:pt x="231490" y="323480"/>
                  </a:lnTo>
                  <a:lnTo>
                    <a:pt x="221687" y="320423"/>
                  </a:lnTo>
                  <a:lnTo>
                    <a:pt x="213747" y="318920"/>
                  </a:lnTo>
                  <a:lnTo>
                    <a:pt x="204091" y="316465"/>
                  </a:lnTo>
                  <a:lnTo>
                    <a:pt x="193995" y="316966"/>
                  </a:lnTo>
                  <a:lnTo>
                    <a:pt x="176889" y="319421"/>
                  </a:lnTo>
                  <a:lnTo>
                    <a:pt x="174046" y="321025"/>
                  </a:lnTo>
                  <a:lnTo>
                    <a:pt x="167772" y="324332"/>
                  </a:lnTo>
                  <a:lnTo>
                    <a:pt x="165420" y="330346"/>
                  </a:lnTo>
                  <a:lnTo>
                    <a:pt x="164391" y="336660"/>
                  </a:lnTo>
                  <a:lnTo>
                    <a:pt x="160764" y="340669"/>
                  </a:lnTo>
                  <a:lnTo>
                    <a:pt x="158166" y="336309"/>
                  </a:lnTo>
                  <a:lnTo>
                    <a:pt x="154686" y="331549"/>
                  </a:lnTo>
                  <a:lnTo>
                    <a:pt x="151500" y="327940"/>
                  </a:lnTo>
                  <a:lnTo>
                    <a:pt x="141452" y="317517"/>
                  </a:lnTo>
                  <a:lnTo>
                    <a:pt x="136796" y="312656"/>
                  </a:lnTo>
                  <a:lnTo>
                    <a:pt x="128170" y="303686"/>
                  </a:lnTo>
                  <a:lnTo>
                    <a:pt x="124052" y="299376"/>
                  </a:lnTo>
                  <a:lnTo>
                    <a:pt x="123954" y="299226"/>
                  </a:lnTo>
                  <a:lnTo>
                    <a:pt x="119543" y="294665"/>
                  </a:lnTo>
                  <a:lnTo>
                    <a:pt x="112289" y="286998"/>
                  </a:lnTo>
                  <a:lnTo>
                    <a:pt x="110427" y="285094"/>
                  </a:lnTo>
                  <a:lnTo>
                    <a:pt x="109201" y="283841"/>
                  </a:lnTo>
                  <a:lnTo>
                    <a:pt x="105770" y="280483"/>
                  </a:lnTo>
                  <a:lnTo>
                    <a:pt x="100526" y="275271"/>
                  </a:lnTo>
                  <a:lnTo>
                    <a:pt x="99007" y="273868"/>
                  </a:lnTo>
                  <a:lnTo>
                    <a:pt x="96507" y="271613"/>
                  </a:lnTo>
                  <a:lnTo>
                    <a:pt x="93419" y="268757"/>
                  </a:lnTo>
                  <a:lnTo>
                    <a:pt x="93027" y="268857"/>
                  </a:lnTo>
                  <a:lnTo>
                    <a:pt x="91704" y="270310"/>
                  </a:lnTo>
                  <a:lnTo>
                    <a:pt x="91312" y="271012"/>
                  </a:lnTo>
                  <a:lnTo>
                    <a:pt x="91066" y="271463"/>
                  </a:lnTo>
                  <a:lnTo>
                    <a:pt x="90968" y="271613"/>
                  </a:lnTo>
                  <a:lnTo>
                    <a:pt x="89351" y="273718"/>
                  </a:lnTo>
                  <a:lnTo>
                    <a:pt x="87930" y="275672"/>
                  </a:lnTo>
                  <a:lnTo>
                    <a:pt x="87783" y="275873"/>
                  </a:lnTo>
                  <a:lnTo>
                    <a:pt x="84499" y="280684"/>
                  </a:lnTo>
                  <a:lnTo>
                    <a:pt x="82538" y="283390"/>
                  </a:lnTo>
                  <a:lnTo>
                    <a:pt x="82097" y="283941"/>
                  </a:lnTo>
                  <a:lnTo>
                    <a:pt x="79352" y="287700"/>
                  </a:lnTo>
                  <a:lnTo>
                    <a:pt x="79254" y="287850"/>
                  </a:lnTo>
                  <a:lnTo>
                    <a:pt x="77147" y="290756"/>
                  </a:lnTo>
                  <a:lnTo>
                    <a:pt x="74941" y="293763"/>
                  </a:lnTo>
                  <a:lnTo>
                    <a:pt x="73373" y="295968"/>
                  </a:lnTo>
                  <a:lnTo>
                    <a:pt x="72980" y="296620"/>
                  </a:lnTo>
                  <a:lnTo>
                    <a:pt x="71657" y="298724"/>
                  </a:lnTo>
                  <a:lnTo>
                    <a:pt x="71265" y="299125"/>
                  </a:lnTo>
                  <a:lnTo>
                    <a:pt x="71461" y="299376"/>
                  </a:lnTo>
                  <a:lnTo>
                    <a:pt x="72000" y="300077"/>
                  </a:lnTo>
                  <a:lnTo>
                    <a:pt x="72833" y="302032"/>
                  </a:lnTo>
                  <a:lnTo>
                    <a:pt x="73079" y="302834"/>
                  </a:lnTo>
                  <a:lnTo>
                    <a:pt x="73177" y="303335"/>
                  </a:lnTo>
                  <a:lnTo>
                    <a:pt x="73275" y="304337"/>
                  </a:lnTo>
                  <a:lnTo>
                    <a:pt x="73275" y="305239"/>
                  </a:lnTo>
                  <a:lnTo>
                    <a:pt x="73226" y="306592"/>
                  </a:lnTo>
                  <a:lnTo>
                    <a:pt x="73030" y="307845"/>
                  </a:lnTo>
                  <a:lnTo>
                    <a:pt x="72833" y="308497"/>
                  </a:lnTo>
                  <a:lnTo>
                    <a:pt x="72637" y="309198"/>
                  </a:lnTo>
                  <a:lnTo>
                    <a:pt x="72539" y="309348"/>
                  </a:lnTo>
                  <a:lnTo>
                    <a:pt x="72000" y="310702"/>
                  </a:lnTo>
                  <a:lnTo>
                    <a:pt x="71461" y="312004"/>
                  </a:lnTo>
                  <a:lnTo>
                    <a:pt x="70481" y="314460"/>
                  </a:lnTo>
                  <a:lnTo>
                    <a:pt x="69648" y="316715"/>
                  </a:lnTo>
                  <a:lnTo>
                    <a:pt x="69403" y="317266"/>
                  </a:lnTo>
                  <a:lnTo>
                    <a:pt x="69255" y="317617"/>
                  </a:lnTo>
                  <a:lnTo>
                    <a:pt x="68814" y="318519"/>
                  </a:lnTo>
                  <a:lnTo>
                    <a:pt x="68765" y="318670"/>
                  </a:lnTo>
                  <a:lnTo>
                    <a:pt x="68128" y="320223"/>
                  </a:lnTo>
                  <a:lnTo>
                    <a:pt x="67834" y="320975"/>
                  </a:lnTo>
                  <a:lnTo>
                    <a:pt x="67344" y="322077"/>
                  </a:lnTo>
                  <a:lnTo>
                    <a:pt x="67099" y="322628"/>
                  </a:lnTo>
                  <a:lnTo>
                    <a:pt x="66707" y="323631"/>
                  </a:lnTo>
                  <a:lnTo>
                    <a:pt x="64305" y="322428"/>
                  </a:lnTo>
                  <a:lnTo>
                    <a:pt x="59257" y="327439"/>
                  </a:lnTo>
                  <a:lnTo>
                    <a:pt x="57982" y="326888"/>
                  </a:lnTo>
                  <a:lnTo>
                    <a:pt x="53914" y="325936"/>
                  </a:lnTo>
                  <a:lnTo>
                    <a:pt x="52591" y="327139"/>
                  </a:lnTo>
                  <a:lnTo>
                    <a:pt x="52395" y="328391"/>
                  </a:lnTo>
                  <a:lnTo>
                    <a:pt x="51856" y="332250"/>
                  </a:lnTo>
                  <a:lnTo>
                    <a:pt x="52150" y="335558"/>
                  </a:lnTo>
                  <a:lnTo>
                    <a:pt x="51562" y="336510"/>
                  </a:lnTo>
                  <a:lnTo>
                    <a:pt x="51366" y="336510"/>
                  </a:lnTo>
                  <a:lnTo>
                    <a:pt x="51022" y="336159"/>
                  </a:lnTo>
                  <a:lnTo>
                    <a:pt x="50679" y="336610"/>
                  </a:lnTo>
                  <a:lnTo>
                    <a:pt x="50483" y="336760"/>
                  </a:lnTo>
                  <a:lnTo>
                    <a:pt x="50287" y="336810"/>
                  </a:lnTo>
                  <a:lnTo>
                    <a:pt x="50042" y="337061"/>
                  </a:lnTo>
                  <a:lnTo>
                    <a:pt x="49944" y="337211"/>
                  </a:lnTo>
                  <a:lnTo>
                    <a:pt x="49699" y="337312"/>
                  </a:lnTo>
                  <a:lnTo>
                    <a:pt x="49650" y="337111"/>
                  </a:lnTo>
                  <a:lnTo>
                    <a:pt x="49699" y="336861"/>
                  </a:lnTo>
                  <a:lnTo>
                    <a:pt x="49699" y="336660"/>
                  </a:lnTo>
                  <a:lnTo>
                    <a:pt x="49650" y="336410"/>
                  </a:lnTo>
                  <a:lnTo>
                    <a:pt x="49846" y="335758"/>
                  </a:lnTo>
                  <a:lnTo>
                    <a:pt x="49993" y="335758"/>
                  </a:lnTo>
                  <a:lnTo>
                    <a:pt x="50336" y="335558"/>
                  </a:lnTo>
                  <a:lnTo>
                    <a:pt x="50630" y="335006"/>
                  </a:lnTo>
                  <a:lnTo>
                    <a:pt x="50532" y="334606"/>
                  </a:lnTo>
                  <a:lnTo>
                    <a:pt x="49993" y="334956"/>
                  </a:lnTo>
                  <a:lnTo>
                    <a:pt x="49846" y="335057"/>
                  </a:lnTo>
                  <a:lnTo>
                    <a:pt x="49650" y="335006"/>
                  </a:lnTo>
                  <a:lnTo>
                    <a:pt x="49454" y="334956"/>
                  </a:lnTo>
                  <a:lnTo>
                    <a:pt x="49356" y="334555"/>
                  </a:lnTo>
                  <a:lnTo>
                    <a:pt x="49160" y="334355"/>
                  </a:lnTo>
                  <a:lnTo>
                    <a:pt x="49013" y="334656"/>
                  </a:lnTo>
                  <a:lnTo>
                    <a:pt x="48866" y="334656"/>
                  </a:lnTo>
                  <a:lnTo>
                    <a:pt x="48719" y="334656"/>
                  </a:lnTo>
                  <a:lnTo>
                    <a:pt x="48474" y="334756"/>
                  </a:lnTo>
                  <a:lnTo>
                    <a:pt x="48180" y="335006"/>
                  </a:lnTo>
                  <a:lnTo>
                    <a:pt x="48131" y="334806"/>
                  </a:lnTo>
                  <a:lnTo>
                    <a:pt x="48229" y="334606"/>
                  </a:lnTo>
                  <a:lnTo>
                    <a:pt x="48425" y="334455"/>
                  </a:lnTo>
                  <a:lnTo>
                    <a:pt x="48523" y="334255"/>
                  </a:lnTo>
                  <a:lnTo>
                    <a:pt x="48572" y="334104"/>
                  </a:lnTo>
                  <a:lnTo>
                    <a:pt x="48572" y="333854"/>
                  </a:lnTo>
                  <a:lnTo>
                    <a:pt x="48425" y="333703"/>
                  </a:lnTo>
                  <a:lnTo>
                    <a:pt x="48376" y="333904"/>
                  </a:lnTo>
                  <a:lnTo>
                    <a:pt x="48229" y="334154"/>
                  </a:lnTo>
                  <a:lnTo>
                    <a:pt x="47984" y="334154"/>
                  </a:lnTo>
                  <a:lnTo>
                    <a:pt x="47935" y="333954"/>
                  </a:lnTo>
                  <a:lnTo>
                    <a:pt x="48033" y="333703"/>
                  </a:lnTo>
                  <a:lnTo>
                    <a:pt x="48131" y="333353"/>
                  </a:lnTo>
                  <a:lnTo>
                    <a:pt x="48229" y="333202"/>
                  </a:lnTo>
                  <a:lnTo>
                    <a:pt x="48278" y="332952"/>
                  </a:lnTo>
                  <a:lnTo>
                    <a:pt x="48229" y="332701"/>
                  </a:lnTo>
                  <a:lnTo>
                    <a:pt x="48180" y="332551"/>
                  </a:lnTo>
                  <a:lnTo>
                    <a:pt x="48327" y="332150"/>
                  </a:lnTo>
                  <a:lnTo>
                    <a:pt x="48327" y="331849"/>
                  </a:lnTo>
                  <a:lnTo>
                    <a:pt x="48474" y="330847"/>
                  </a:lnTo>
                  <a:lnTo>
                    <a:pt x="48082" y="330546"/>
                  </a:lnTo>
                  <a:lnTo>
                    <a:pt x="47886" y="330797"/>
                  </a:lnTo>
                  <a:lnTo>
                    <a:pt x="47150" y="331649"/>
                  </a:lnTo>
                  <a:lnTo>
                    <a:pt x="46660" y="331498"/>
                  </a:lnTo>
                  <a:lnTo>
                    <a:pt x="46513" y="331198"/>
                  </a:lnTo>
                  <a:lnTo>
                    <a:pt x="46660" y="330196"/>
                  </a:lnTo>
                  <a:lnTo>
                    <a:pt x="46513" y="329444"/>
                  </a:lnTo>
                  <a:lnTo>
                    <a:pt x="45876" y="328391"/>
                  </a:lnTo>
                  <a:lnTo>
                    <a:pt x="45386" y="328091"/>
                  </a:lnTo>
                  <a:lnTo>
                    <a:pt x="44798" y="328442"/>
                  </a:lnTo>
                  <a:lnTo>
                    <a:pt x="44504" y="328341"/>
                  </a:lnTo>
                  <a:lnTo>
                    <a:pt x="44259" y="327339"/>
                  </a:lnTo>
                  <a:lnTo>
                    <a:pt x="43327" y="326988"/>
                  </a:lnTo>
                  <a:lnTo>
                    <a:pt x="42739" y="327089"/>
                  </a:lnTo>
                  <a:lnTo>
                    <a:pt x="42151" y="326938"/>
                  </a:lnTo>
                  <a:lnTo>
                    <a:pt x="41906" y="326186"/>
                  </a:lnTo>
                  <a:lnTo>
                    <a:pt x="41612" y="325535"/>
                  </a:lnTo>
                  <a:lnTo>
                    <a:pt x="41220" y="324984"/>
                  </a:lnTo>
                  <a:lnTo>
                    <a:pt x="40877" y="323982"/>
                  </a:lnTo>
                  <a:lnTo>
                    <a:pt x="40583" y="323130"/>
                  </a:lnTo>
                  <a:lnTo>
                    <a:pt x="40436" y="323079"/>
                  </a:lnTo>
                  <a:lnTo>
                    <a:pt x="40092" y="323180"/>
                  </a:lnTo>
                  <a:lnTo>
                    <a:pt x="40141" y="323430"/>
                  </a:lnTo>
                  <a:lnTo>
                    <a:pt x="40240" y="323831"/>
                  </a:lnTo>
                  <a:lnTo>
                    <a:pt x="40092" y="324232"/>
                  </a:lnTo>
                  <a:lnTo>
                    <a:pt x="40043" y="324733"/>
                  </a:lnTo>
                  <a:lnTo>
                    <a:pt x="39847" y="324733"/>
                  </a:lnTo>
                  <a:lnTo>
                    <a:pt x="39602" y="324683"/>
                  </a:lnTo>
                  <a:lnTo>
                    <a:pt x="39259" y="324984"/>
                  </a:lnTo>
                  <a:lnTo>
                    <a:pt x="38867" y="325034"/>
                  </a:lnTo>
                  <a:lnTo>
                    <a:pt x="38524" y="325034"/>
                  </a:lnTo>
                  <a:lnTo>
                    <a:pt x="38230" y="324934"/>
                  </a:lnTo>
                  <a:lnTo>
                    <a:pt x="37985" y="324984"/>
                  </a:lnTo>
                  <a:lnTo>
                    <a:pt x="37740" y="324984"/>
                  </a:lnTo>
                  <a:lnTo>
                    <a:pt x="37495" y="324984"/>
                  </a:lnTo>
                  <a:lnTo>
                    <a:pt x="37299" y="325184"/>
                  </a:lnTo>
                  <a:lnTo>
                    <a:pt x="36956" y="325485"/>
                  </a:lnTo>
                  <a:lnTo>
                    <a:pt x="36662" y="325685"/>
                  </a:lnTo>
                  <a:lnTo>
                    <a:pt x="36515" y="325936"/>
                  </a:lnTo>
                  <a:lnTo>
                    <a:pt x="36220" y="326237"/>
                  </a:lnTo>
                  <a:lnTo>
                    <a:pt x="35828" y="326287"/>
                  </a:lnTo>
                  <a:lnTo>
                    <a:pt x="35044" y="326186"/>
                  </a:lnTo>
                  <a:lnTo>
                    <a:pt x="34995" y="325886"/>
                  </a:lnTo>
                  <a:lnTo>
                    <a:pt x="35044" y="325335"/>
                  </a:lnTo>
                  <a:lnTo>
                    <a:pt x="35436" y="325034"/>
                  </a:lnTo>
                  <a:lnTo>
                    <a:pt x="35828" y="324633"/>
                  </a:lnTo>
                  <a:lnTo>
                    <a:pt x="36171" y="324382"/>
                  </a:lnTo>
                  <a:lnTo>
                    <a:pt x="36711" y="324082"/>
                  </a:lnTo>
                  <a:lnTo>
                    <a:pt x="37348" y="323530"/>
                  </a:lnTo>
                  <a:lnTo>
                    <a:pt x="37593" y="323180"/>
                  </a:lnTo>
                  <a:lnTo>
                    <a:pt x="37593" y="322829"/>
                  </a:lnTo>
                  <a:lnTo>
                    <a:pt x="37397" y="322378"/>
                  </a:lnTo>
                  <a:lnTo>
                    <a:pt x="37201" y="322328"/>
                  </a:lnTo>
                  <a:lnTo>
                    <a:pt x="36515" y="322378"/>
                  </a:lnTo>
                  <a:lnTo>
                    <a:pt x="36269" y="322628"/>
                  </a:lnTo>
                  <a:lnTo>
                    <a:pt x="36073" y="322879"/>
                  </a:lnTo>
                  <a:lnTo>
                    <a:pt x="36024" y="323330"/>
                  </a:lnTo>
                  <a:lnTo>
                    <a:pt x="36024" y="323731"/>
                  </a:lnTo>
                  <a:lnTo>
                    <a:pt x="35877" y="324232"/>
                  </a:lnTo>
                  <a:lnTo>
                    <a:pt x="35485" y="324433"/>
                  </a:lnTo>
                  <a:lnTo>
                    <a:pt x="35191" y="324733"/>
                  </a:lnTo>
                  <a:lnTo>
                    <a:pt x="34946" y="324733"/>
                  </a:lnTo>
                  <a:lnTo>
                    <a:pt x="34946" y="324433"/>
                  </a:lnTo>
                  <a:lnTo>
                    <a:pt x="35142" y="324132"/>
                  </a:lnTo>
                  <a:lnTo>
                    <a:pt x="35289" y="323931"/>
                  </a:lnTo>
                  <a:lnTo>
                    <a:pt x="35436" y="323430"/>
                  </a:lnTo>
                  <a:lnTo>
                    <a:pt x="35583" y="323029"/>
                  </a:lnTo>
                  <a:lnTo>
                    <a:pt x="35730" y="322729"/>
                  </a:lnTo>
                  <a:lnTo>
                    <a:pt x="35779" y="322528"/>
                  </a:lnTo>
                  <a:lnTo>
                    <a:pt x="35828" y="322127"/>
                  </a:lnTo>
                  <a:lnTo>
                    <a:pt x="35583" y="321726"/>
                  </a:lnTo>
                  <a:lnTo>
                    <a:pt x="35289" y="321376"/>
                  </a:lnTo>
                  <a:lnTo>
                    <a:pt x="35044" y="321175"/>
                  </a:lnTo>
                  <a:lnTo>
                    <a:pt x="34799" y="321075"/>
                  </a:lnTo>
                  <a:lnTo>
                    <a:pt x="34358" y="321075"/>
                  </a:lnTo>
                  <a:lnTo>
                    <a:pt x="34015" y="321326"/>
                  </a:lnTo>
                  <a:lnTo>
                    <a:pt x="34211" y="321626"/>
                  </a:lnTo>
                  <a:lnTo>
                    <a:pt x="34456" y="321626"/>
                  </a:lnTo>
                  <a:lnTo>
                    <a:pt x="34652" y="321676"/>
                  </a:lnTo>
                  <a:lnTo>
                    <a:pt x="34848" y="321977"/>
                  </a:lnTo>
                  <a:lnTo>
                    <a:pt x="34750" y="322328"/>
                  </a:lnTo>
                  <a:lnTo>
                    <a:pt x="34701" y="322528"/>
                  </a:lnTo>
                  <a:lnTo>
                    <a:pt x="34652" y="322979"/>
                  </a:lnTo>
                  <a:lnTo>
                    <a:pt x="34603" y="323380"/>
                  </a:lnTo>
                  <a:lnTo>
                    <a:pt x="34456" y="323530"/>
                  </a:lnTo>
                  <a:lnTo>
                    <a:pt x="34015" y="323731"/>
                  </a:lnTo>
                  <a:lnTo>
                    <a:pt x="33623" y="323831"/>
                  </a:lnTo>
                  <a:lnTo>
                    <a:pt x="32642" y="323931"/>
                  </a:lnTo>
                  <a:lnTo>
                    <a:pt x="32103" y="323931"/>
                  </a:lnTo>
                  <a:lnTo>
                    <a:pt x="31711" y="323881"/>
                  </a:lnTo>
                  <a:lnTo>
                    <a:pt x="31368" y="323781"/>
                  </a:lnTo>
                  <a:lnTo>
                    <a:pt x="31074" y="323681"/>
                  </a:lnTo>
                  <a:lnTo>
                    <a:pt x="31025" y="323480"/>
                  </a:lnTo>
                  <a:lnTo>
                    <a:pt x="31221" y="323280"/>
                  </a:lnTo>
                  <a:lnTo>
                    <a:pt x="31515" y="323079"/>
                  </a:lnTo>
                  <a:lnTo>
                    <a:pt x="31515" y="322929"/>
                  </a:lnTo>
                  <a:lnTo>
                    <a:pt x="31270" y="322929"/>
                  </a:lnTo>
                  <a:lnTo>
                    <a:pt x="31025" y="323180"/>
                  </a:lnTo>
                  <a:lnTo>
                    <a:pt x="30682" y="323029"/>
                  </a:lnTo>
                  <a:lnTo>
                    <a:pt x="30731" y="322729"/>
                  </a:lnTo>
                  <a:lnTo>
                    <a:pt x="30878" y="322478"/>
                  </a:lnTo>
                  <a:lnTo>
                    <a:pt x="31074" y="322278"/>
                  </a:lnTo>
                  <a:lnTo>
                    <a:pt x="31123" y="321977"/>
                  </a:lnTo>
                  <a:lnTo>
                    <a:pt x="31221" y="321777"/>
                  </a:lnTo>
                  <a:lnTo>
                    <a:pt x="31613" y="321676"/>
                  </a:lnTo>
                  <a:lnTo>
                    <a:pt x="31809" y="321676"/>
                  </a:lnTo>
                  <a:lnTo>
                    <a:pt x="32250" y="321726"/>
                  </a:lnTo>
                  <a:lnTo>
                    <a:pt x="32642" y="321827"/>
                  </a:lnTo>
                  <a:lnTo>
                    <a:pt x="32838" y="321827"/>
                  </a:lnTo>
                  <a:lnTo>
                    <a:pt x="33084" y="321827"/>
                  </a:lnTo>
                  <a:lnTo>
                    <a:pt x="33231" y="321726"/>
                  </a:lnTo>
                  <a:lnTo>
                    <a:pt x="33378" y="321576"/>
                  </a:lnTo>
                  <a:lnTo>
                    <a:pt x="33231" y="321526"/>
                  </a:lnTo>
                  <a:lnTo>
                    <a:pt x="32888" y="321426"/>
                  </a:lnTo>
                  <a:lnTo>
                    <a:pt x="32691" y="321175"/>
                  </a:lnTo>
                  <a:lnTo>
                    <a:pt x="32446" y="320774"/>
                  </a:lnTo>
                  <a:lnTo>
                    <a:pt x="32054" y="320925"/>
                  </a:lnTo>
                  <a:lnTo>
                    <a:pt x="31809" y="321125"/>
                  </a:lnTo>
                  <a:lnTo>
                    <a:pt x="31564" y="321175"/>
                  </a:lnTo>
                  <a:lnTo>
                    <a:pt x="31270" y="321025"/>
                  </a:lnTo>
                  <a:lnTo>
                    <a:pt x="31074" y="320824"/>
                  </a:lnTo>
                  <a:lnTo>
                    <a:pt x="31319" y="320474"/>
                  </a:lnTo>
                  <a:lnTo>
                    <a:pt x="31711" y="320273"/>
                  </a:lnTo>
                  <a:lnTo>
                    <a:pt x="31907" y="319972"/>
                  </a:lnTo>
                  <a:lnTo>
                    <a:pt x="32348" y="319922"/>
                  </a:lnTo>
                  <a:lnTo>
                    <a:pt x="32740" y="319722"/>
                  </a:lnTo>
                  <a:lnTo>
                    <a:pt x="32986" y="319521"/>
                  </a:lnTo>
                  <a:lnTo>
                    <a:pt x="33231" y="319471"/>
                  </a:lnTo>
                  <a:lnTo>
                    <a:pt x="33378" y="319421"/>
                  </a:lnTo>
                  <a:lnTo>
                    <a:pt x="33623" y="319171"/>
                  </a:lnTo>
                  <a:lnTo>
                    <a:pt x="33427" y="319121"/>
                  </a:lnTo>
                  <a:lnTo>
                    <a:pt x="33133" y="319271"/>
                  </a:lnTo>
                  <a:lnTo>
                    <a:pt x="33084" y="319121"/>
                  </a:lnTo>
                  <a:lnTo>
                    <a:pt x="33280" y="318920"/>
                  </a:lnTo>
                  <a:lnTo>
                    <a:pt x="33476" y="318619"/>
                  </a:lnTo>
                  <a:lnTo>
                    <a:pt x="33721" y="318369"/>
                  </a:lnTo>
                  <a:lnTo>
                    <a:pt x="33966" y="318369"/>
                  </a:lnTo>
                  <a:lnTo>
                    <a:pt x="34211" y="318670"/>
                  </a:lnTo>
                  <a:lnTo>
                    <a:pt x="34260" y="318870"/>
                  </a:lnTo>
                  <a:lnTo>
                    <a:pt x="34113" y="319070"/>
                  </a:lnTo>
                  <a:lnTo>
                    <a:pt x="33966" y="319271"/>
                  </a:lnTo>
                  <a:lnTo>
                    <a:pt x="34015" y="319521"/>
                  </a:lnTo>
                  <a:lnTo>
                    <a:pt x="34211" y="319622"/>
                  </a:lnTo>
                  <a:lnTo>
                    <a:pt x="34358" y="319622"/>
                  </a:lnTo>
                  <a:lnTo>
                    <a:pt x="34554" y="319471"/>
                  </a:lnTo>
                  <a:lnTo>
                    <a:pt x="34701" y="319221"/>
                  </a:lnTo>
                  <a:lnTo>
                    <a:pt x="34652" y="318970"/>
                  </a:lnTo>
                  <a:lnTo>
                    <a:pt x="34750" y="318820"/>
                  </a:lnTo>
                  <a:lnTo>
                    <a:pt x="34799" y="318569"/>
                  </a:lnTo>
                  <a:lnTo>
                    <a:pt x="35044" y="318469"/>
                  </a:lnTo>
                  <a:lnTo>
                    <a:pt x="35093" y="318319"/>
                  </a:lnTo>
                  <a:lnTo>
                    <a:pt x="35436" y="318168"/>
                  </a:lnTo>
                  <a:lnTo>
                    <a:pt x="35779" y="318068"/>
                  </a:lnTo>
                  <a:lnTo>
                    <a:pt x="35779" y="317918"/>
                  </a:lnTo>
                  <a:lnTo>
                    <a:pt x="35779" y="317667"/>
                  </a:lnTo>
                  <a:lnTo>
                    <a:pt x="35779" y="317417"/>
                  </a:lnTo>
                  <a:lnTo>
                    <a:pt x="35926" y="317216"/>
                  </a:lnTo>
                  <a:lnTo>
                    <a:pt x="36122" y="316966"/>
                  </a:lnTo>
                  <a:lnTo>
                    <a:pt x="36515" y="316815"/>
                  </a:lnTo>
                  <a:lnTo>
                    <a:pt x="36760" y="316815"/>
                  </a:lnTo>
                  <a:lnTo>
                    <a:pt x="36809" y="317016"/>
                  </a:lnTo>
                  <a:lnTo>
                    <a:pt x="36711" y="317517"/>
                  </a:lnTo>
                  <a:lnTo>
                    <a:pt x="36711" y="317818"/>
                  </a:lnTo>
                  <a:lnTo>
                    <a:pt x="36711" y="318018"/>
                  </a:lnTo>
                  <a:lnTo>
                    <a:pt x="36760" y="318319"/>
                  </a:lnTo>
                  <a:lnTo>
                    <a:pt x="37005" y="318469"/>
                  </a:lnTo>
                  <a:lnTo>
                    <a:pt x="37250" y="318469"/>
                  </a:lnTo>
                  <a:lnTo>
                    <a:pt x="37740" y="318269"/>
                  </a:lnTo>
                  <a:lnTo>
                    <a:pt x="37838" y="318018"/>
                  </a:lnTo>
                  <a:lnTo>
                    <a:pt x="37740" y="317818"/>
                  </a:lnTo>
                  <a:lnTo>
                    <a:pt x="37936" y="317767"/>
                  </a:lnTo>
                  <a:lnTo>
                    <a:pt x="38132" y="317918"/>
                  </a:lnTo>
                  <a:lnTo>
                    <a:pt x="38279" y="318118"/>
                  </a:lnTo>
                  <a:lnTo>
                    <a:pt x="38230" y="318419"/>
                  </a:lnTo>
                  <a:lnTo>
                    <a:pt x="38230" y="318870"/>
                  </a:lnTo>
                  <a:lnTo>
                    <a:pt x="38230" y="319221"/>
                  </a:lnTo>
                  <a:lnTo>
                    <a:pt x="38230" y="319521"/>
                  </a:lnTo>
                  <a:lnTo>
                    <a:pt x="38132" y="319872"/>
                  </a:lnTo>
                  <a:lnTo>
                    <a:pt x="38034" y="320073"/>
                  </a:lnTo>
                  <a:lnTo>
                    <a:pt x="37887" y="320323"/>
                  </a:lnTo>
                  <a:lnTo>
                    <a:pt x="37691" y="320524"/>
                  </a:lnTo>
                  <a:lnTo>
                    <a:pt x="37446" y="320674"/>
                  </a:lnTo>
                  <a:lnTo>
                    <a:pt x="37250" y="320824"/>
                  </a:lnTo>
                  <a:lnTo>
                    <a:pt x="37446" y="320975"/>
                  </a:lnTo>
                  <a:lnTo>
                    <a:pt x="37642" y="321025"/>
                  </a:lnTo>
                  <a:lnTo>
                    <a:pt x="37936" y="320824"/>
                  </a:lnTo>
                  <a:lnTo>
                    <a:pt x="38034" y="320624"/>
                  </a:lnTo>
                  <a:lnTo>
                    <a:pt x="38377" y="320423"/>
                  </a:lnTo>
                  <a:lnTo>
                    <a:pt x="38573" y="320323"/>
                  </a:lnTo>
                  <a:lnTo>
                    <a:pt x="38965" y="320423"/>
                  </a:lnTo>
                  <a:lnTo>
                    <a:pt x="39063" y="320624"/>
                  </a:lnTo>
                  <a:lnTo>
                    <a:pt x="38916" y="320925"/>
                  </a:lnTo>
                  <a:lnTo>
                    <a:pt x="38671" y="321075"/>
                  </a:lnTo>
                  <a:lnTo>
                    <a:pt x="38524" y="321075"/>
                  </a:lnTo>
                  <a:lnTo>
                    <a:pt x="38377" y="320925"/>
                  </a:lnTo>
                  <a:lnTo>
                    <a:pt x="38181" y="320975"/>
                  </a:lnTo>
                  <a:lnTo>
                    <a:pt x="38279" y="321326"/>
                  </a:lnTo>
                  <a:lnTo>
                    <a:pt x="38426" y="321476"/>
                  </a:lnTo>
                  <a:lnTo>
                    <a:pt x="38426" y="321827"/>
                  </a:lnTo>
                  <a:lnTo>
                    <a:pt x="38377" y="322027"/>
                  </a:lnTo>
                  <a:lnTo>
                    <a:pt x="38475" y="322478"/>
                  </a:lnTo>
                  <a:lnTo>
                    <a:pt x="38720" y="322679"/>
                  </a:lnTo>
                  <a:lnTo>
                    <a:pt x="38867" y="322628"/>
                  </a:lnTo>
                  <a:lnTo>
                    <a:pt x="39063" y="322528"/>
                  </a:lnTo>
                  <a:lnTo>
                    <a:pt x="39112" y="322378"/>
                  </a:lnTo>
                  <a:lnTo>
                    <a:pt x="38965" y="322027"/>
                  </a:lnTo>
                  <a:lnTo>
                    <a:pt x="38965" y="321626"/>
                  </a:lnTo>
                  <a:lnTo>
                    <a:pt x="39063" y="321476"/>
                  </a:lnTo>
                  <a:lnTo>
                    <a:pt x="39210" y="321426"/>
                  </a:lnTo>
                  <a:lnTo>
                    <a:pt x="39504" y="321626"/>
                  </a:lnTo>
                  <a:lnTo>
                    <a:pt x="39651" y="321726"/>
                  </a:lnTo>
                  <a:lnTo>
                    <a:pt x="39847" y="321927"/>
                  </a:lnTo>
                  <a:lnTo>
                    <a:pt x="40092" y="321827"/>
                  </a:lnTo>
                  <a:lnTo>
                    <a:pt x="39945" y="321075"/>
                  </a:lnTo>
                  <a:lnTo>
                    <a:pt x="41024" y="320223"/>
                  </a:lnTo>
                  <a:lnTo>
                    <a:pt x="41171" y="320123"/>
                  </a:lnTo>
                  <a:lnTo>
                    <a:pt x="41318" y="320073"/>
                  </a:lnTo>
                  <a:lnTo>
                    <a:pt x="41171" y="319421"/>
                  </a:lnTo>
                  <a:lnTo>
                    <a:pt x="41661" y="319271"/>
                  </a:lnTo>
                  <a:lnTo>
                    <a:pt x="41857" y="319872"/>
                  </a:lnTo>
                  <a:lnTo>
                    <a:pt x="41661" y="320173"/>
                  </a:lnTo>
                  <a:lnTo>
                    <a:pt x="41661" y="320323"/>
                  </a:lnTo>
                  <a:lnTo>
                    <a:pt x="41465" y="320574"/>
                  </a:lnTo>
                  <a:lnTo>
                    <a:pt x="41514" y="320874"/>
                  </a:lnTo>
                  <a:lnTo>
                    <a:pt x="41612" y="321576"/>
                  </a:lnTo>
                  <a:lnTo>
                    <a:pt x="41759" y="321626"/>
                  </a:lnTo>
                  <a:lnTo>
                    <a:pt x="41906" y="321576"/>
                  </a:lnTo>
                  <a:lnTo>
                    <a:pt x="42102" y="321526"/>
                  </a:lnTo>
                  <a:lnTo>
                    <a:pt x="42249" y="321426"/>
                  </a:lnTo>
                  <a:lnTo>
                    <a:pt x="42543" y="321225"/>
                  </a:lnTo>
                  <a:lnTo>
                    <a:pt x="42788" y="321125"/>
                  </a:lnTo>
                  <a:lnTo>
                    <a:pt x="42984" y="320874"/>
                  </a:lnTo>
                  <a:lnTo>
                    <a:pt x="42984" y="320724"/>
                  </a:lnTo>
                  <a:lnTo>
                    <a:pt x="42935" y="320574"/>
                  </a:lnTo>
                  <a:lnTo>
                    <a:pt x="42788" y="320524"/>
                  </a:lnTo>
                  <a:lnTo>
                    <a:pt x="42690" y="320173"/>
                  </a:lnTo>
                  <a:lnTo>
                    <a:pt x="42886" y="319872"/>
                  </a:lnTo>
                  <a:lnTo>
                    <a:pt x="43082" y="319822"/>
                  </a:lnTo>
                  <a:lnTo>
                    <a:pt x="43474" y="320023"/>
                  </a:lnTo>
                  <a:lnTo>
                    <a:pt x="43670" y="319922"/>
                  </a:lnTo>
                  <a:lnTo>
                    <a:pt x="44210" y="319572"/>
                  </a:lnTo>
                  <a:lnTo>
                    <a:pt x="44455" y="319371"/>
                  </a:lnTo>
                  <a:lnTo>
                    <a:pt x="44504" y="319171"/>
                  </a:lnTo>
                  <a:lnTo>
                    <a:pt x="44553" y="318970"/>
                  </a:lnTo>
                  <a:lnTo>
                    <a:pt x="44945" y="318670"/>
                  </a:lnTo>
                  <a:lnTo>
                    <a:pt x="45386" y="319020"/>
                  </a:lnTo>
                  <a:lnTo>
                    <a:pt x="45337" y="319572"/>
                  </a:lnTo>
                  <a:lnTo>
                    <a:pt x="45337" y="319872"/>
                  </a:lnTo>
                  <a:lnTo>
                    <a:pt x="45386" y="320373"/>
                  </a:lnTo>
                  <a:lnTo>
                    <a:pt x="45974" y="320423"/>
                  </a:lnTo>
                  <a:lnTo>
                    <a:pt x="46709" y="320023"/>
                  </a:lnTo>
                  <a:lnTo>
                    <a:pt x="47199" y="319722"/>
                  </a:lnTo>
                  <a:lnTo>
                    <a:pt x="47788" y="319221"/>
                  </a:lnTo>
                  <a:lnTo>
                    <a:pt x="48229" y="318720"/>
                  </a:lnTo>
                  <a:lnTo>
                    <a:pt x="48474" y="318218"/>
                  </a:lnTo>
                  <a:lnTo>
                    <a:pt x="48523" y="317417"/>
                  </a:lnTo>
                  <a:lnTo>
                    <a:pt x="48425" y="317016"/>
                  </a:lnTo>
                  <a:lnTo>
                    <a:pt x="48572" y="316465"/>
                  </a:lnTo>
                  <a:lnTo>
                    <a:pt x="48425" y="315713"/>
                  </a:lnTo>
                  <a:lnTo>
                    <a:pt x="48474" y="315111"/>
                  </a:lnTo>
                  <a:lnTo>
                    <a:pt x="48425" y="314911"/>
                  </a:lnTo>
                  <a:lnTo>
                    <a:pt x="48523" y="314560"/>
                  </a:lnTo>
                  <a:lnTo>
                    <a:pt x="48523" y="314209"/>
                  </a:lnTo>
                  <a:lnTo>
                    <a:pt x="48425" y="313658"/>
                  </a:lnTo>
                  <a:lnTo>
                    <a:pt x="48572" y="313408"/>
                  </a:lnTo>
                  <a:lnTo>
                    <a:pt x="48523" y="313057"/>
                  </a:lnTo>
                  <a:lnTo>
                    <a:pt x="48278" y="312806"/>
                  </a:lnTo>
                  <a:lnTo>
                    <a:pt x="48278" y="312556"/>
                  </a:lnTo>
                  <a:lnTo>
                    <a:pt x="48033" y="311954"/>
                  </a:lnTo>
                  <a:lnTo>
                    <a:pt x="47592" y="311503"/>
                  </a:lnTo>
                  <a:lnTo>
                    <a:pt x="47444" y="311403"/>
                  </a:lnTo>
                  <a:lnTo>
                    <a:pt x="47297" y="311403"/>
                  </a:lnTo>
                  <a:lnTo>
                    <a:pt x="47248" y="311553"/>
                  </a:lnTo>
                  <a:lnTo>
                    <a:pt x="46905" y="311704"/>
                  </a:lnTo>
                  <a:lnTo>
                    <a:pt x="46758" y="311604"/>
                  </a:lnTo>
                  <a:lnTo>
                    <a:pt x="46415" y="311353"/>
                  </a:lnTo>
                  <a:lnTo>
                    <a:pt x="46366" y="311153"/>
                  </a:lnTo>
                  <a:lnTo>
                    <a:pt x="46464" y="311002"/>
                  </a:lnTo>
                  <a:lnTo>
                    <a:pt x="46660" y="310952"/>
                  </a:lnTo>
                  <a:lnTo>
                    <a:pt x="46807" y="310802"/>
                  </a:lnTo>
                  <a:lnTo>
                    <a:pt x="46611" y="309799"/>
                  </a:lnTo>
                  <a:lnTo>
                    <a:pt x="46709" y="309649"/>
                  </a:lnTo>
                  <a:lnTo>
                    <a:pt x="46709" y="309449"/>
                  </a:lnTo>
                  <a:lnTo>
                    <a:pt x="46660" y="309098"/>
                  </a:lnTo>
                  <a:lnTo>
                    <a:pt x="46464" y="308998"/>
                  </a:lnTo>
                  <a:lnTo>
                    <a:pt x="46023" y="308797"/>
                  </a:lnTo>
                  <a:lnTo>
                    <a:pt x="45631" y="308797"/>
                  </a:lnTo>
                  <a:lnTo>
                    <a:pt x="45484" y="308647"/>
                  </a:lnTo>
                  <a:lnTo>
                    <a:pt x="45239" y="308597"/>
                  </a:lnTo>
                  <a:lnTo>
                    <a:pt x="45092" y="308547"/>
                  </a:lnTo>
                  <a:lnTo>
                    <a:pt x="44945" y="308597"/>
                  </a:lnTo>
                  <a:lnTo>
                    <a:pt x="44749" y="308146"/>
                  </a:lnTo>
                  <a:lnTo>
                    <a:pt x="44798" y="307594"/>
                  </a:lnTo>
                  <a:lnTo>
                    <a:pt x="45190" y="307143"/>
                  </a:lnTo>
                  <a:lnTo>
                    <a:pt x="45533" y="307093"/>
                  </a:lnTo>
                  <a:lnTo>
                    <a:pt x="45778" y="306943"/>
                  </a:lnTo>
                  <a:lnTo>
                    <a:pt x="45680" y="306743"/>
                  </a:lnTo>
                  <a:lnTo>
                    <a:pt x="45484" y="306442"/>
                  </a:lnTo>
                  <a:lnTo>
                    <a:pt x="45484" y="306041"/>
                  </a:lnTo>
                  <a:lnTo>
                    <a:pt x="45288" y="305690"/>
                  </a:lnTo>
                  <a:lnTo>
                    <a:pt x="45141" y="305590"/>
                  </a:lnTo>
                  <a:lnTo>
                    <a:pt x="45190" y="305440"/>
                  </a:lnTo>
                  <a:lnTo>
                    <a:pt x="45239" y="305239"/>
                  </a:lnTo>
                  <a:lnTo>
                    <a:pt x="45337" y="305089"/>
                  </a:lnTo>
                  <a:lnTo>
                    <a:pt x="45386" y="304888"/>
                  </a:lnTo>
                  <a:lnTo>
                    <a:pt x="45484" y="304638"/>
                  </a:lnTo>
                  <a:lnTo>
                    <a:pt x="45778" y="304487"/>
                  </a:lnTo>
                  <a:lnTo>
                    <a:pt x="46464" y="304387"/>
                  </a:lnTo>
                  <a:lnTo>
                    <a:pt x="47346" y="304237"/>
                  </a:lnTo>
                  <a:lnTo>
                    <a:pt x="47935" y="304187"/>
                  </a:lnTo>
                  <a:lnTo>
                    <a:pt x="48229" y="304137"/>
                  </a:lnTo>
                  <a:lnTo>
                    <a:pt x="48474" y="304237"/>
                  </a:lnTo>
                  <a:lnTo>
                    <a:pt x="48621" y="304487"/>
                  </a:lnTo>
                  <a:lnTo>
                    <a:pt x="48719" y="304638"/>
                  </a:lnTo>
                  <a:lnTo>
                    <a:pt x="48768" y="304838"/>
                  </a:lnTo>
                  <a:lnTo>
                    <a:pt x="48866" y="305089"/>
                  </a:lnTo>
                  <a:lnTo>
                    <a:pt x="49013" y="305189"/>
                  </a:lnTo>
                  <a:lnTo>
                    <a:pt x="49160" y="305289"/>
                  </a:lnTo>
                  <a:lnTo>
                    <a:pt x="49356" y="305239"/>
                  </a:lnTo>
                  <a:lnTo>
                    <a:pt x="49601" y="305189"/>
                  </a:lnTo>
                  <a:lnTo>
                    <a:pt x="49895" y="305089"/>
                  </a:lnTo>
                  <a:lnTo>
                    <a:pt x="50042" y="305089"/>
                  </a:lnTo>
                  <a:lnTo>
                    <a:pt x="50189" y="305139"/>
                  </a:lnTo>
                  <a:lnTo>
                    <a:pt x="50336" y="305239"/>
                  </a:lnTo>
                  <a:lnTo>
                    <a:pt x="51170" y="305289"/>
                  </a:lnTo>
                  <a:lnTo>
                    <a:pt x="51954" y="305440"/>
                  </a:lnTo>
                  <a:lnTo>
                    <a:pt x="52444" y="305540"/>
                  </a:lnTo>
                  <a:lnTo>
                    <a:pt x="53032" y="305891"/>
                  </a:lnTo>
                  <a:lnTo>
                    <a:pt x="53179" y="306191"/>
                  </a:lnTo>
                  <a:lnTo>
                    <a:pt x="53424" y="306743"/>
                  </a:lnTo>
                  <a:lnTo>
                    <a:pt x="53816" y="307043"/>
                  </a:lnTo>
                  <a:lnTo>
                    <a:pt x="54306" y="307093"/>
                  </a:lnTo>
                  <a:lnTo>
                    <a:pt x="54797" y="307244"/>
                  </a:lnTo>
                  <a:lnTo>
                    <a:pt x="54895" y="307494"/>
                  </a:lnTo>
                  <a:lnTo>
                    <a:pt x="54944" y="308096"/>
                  </a:lnTo>
                  <a:lnTo>
                    <a:pt x="55189" y="308597"/>
                  </a:lnTo>
                  <a:lnTo>
                    <a:pt x="56022" y="308948"/>
                  </a:lnTo>
                  <a:lnTo>
                    <a:pt x="56659" y="308897"/>
                  </a:lnTo>
                  <a:lnTo>
                    <a:pt x="56806" y="308797"/>
                  </a:lnTo>
                  <a:lnTo>
                    <a:pt x="57345" y="308547"/>
                  </a:lnTo>
                  <a:lnTo>
                    <a:pt x="57884" y="308246"/>
                  </a:lnTo>
                  <a:lnTo>
                    <a:pt x="58522" y="307544"/>
                  </a:lnTo>
                  <a:lnTo>
                    <a:pt x="58914" y="306993"/>
                  </a:lnTo>
                  <a:lnTo>
                    <a:pt x="59208" y="306642"/>
                  </a:lnTo>
                  <a:lnTo>
                    <a:pt x="59551" y="306191"/>
                  </a:lnTo>
                  <a:lnTo>
                    <a:pt x="60041" y="305139"/>
                  </a:lnTo>
                  <a:lnTo>
                    <a:pt x="60335" y="304187"/>
                  </a:lnTo>
                  <a:lnTo>
                    <a:pt x="60531" y="303535"/>
                  </a:lnTo>
                  <a:lnTo>
                    <a:pt x="60580" y="302583"/>
                  </a:lnTo>
                  <a:lnTo>
                    <a:pt x="60531" y="301631"/>
                  </a:lnTo>
                  <a:lnTo>
                    <a:pt x="60433" y="301380"/>
                  </a:lnTo>
                  <a:lnTo>
                    <a:pt x="60433" y="301130"/>
                  </a:lnTo>
                  <a:lnTo>
                    <a:pt x="60384" y="300829"/>
                  </a:lnTo>
                  <a:lnTo>
                    <a:pt x="60188" y="300579"/>
                  </a:lnTo>
                  <a:lnTo>
                    <a:pt x="60041" y="300478"/>
                  </a:lnTo>
                  <a:lnTo>
                    <a:pt x="59845" y="300428"/>
                  </a:lnTo>
                  <a:lnTo>
                    <a:pt x="59698" y="300478"/>
                  </a:lnTo>
                  <a:lnTo>
                    <a:pt x="58963" y="300629"/>
                  </a:lnTo>
                  <a:lnTo>
                    <a:pt x="57639" y="301030"/>
                  </a:lnTo>
                  <a:lnTo>
                    <a:pt x="57296" y="301080"/>
                  </a:lnTo>
                  <a:lnTo>
                    <a:pt x="57051" y="300929"/>
                  </a:lnTo>
                  <a:lnTo>
                    <a:pt x="56855" y="300980"/>
                  </a:lnTo>
                  <a:lnTo>
                    <a:pt x="56708" y="301030"/>
                  </a:lnTo>
                  <a:lnTo>
                    <a:pt x="56659" y="300779"/>
                  </a:lnTo>
                  <a:lnTo>
                    <a:pt x="58718" y="299927"/>
                  </a:lnTo>
                  <a:lnTo>
                    <a:pt x="58865" y="299727"/>
                  </a:lnTo>
                  <a:lnTo>
                    <a:pt x="58914" y="299476"/>
                  </a:lnTo>
                  <a:lnTo>
                    <a:pt x="58865" y="299226"/>
                  </a:lnTo>
                  <a:lnTo>
                    <a:pt x="58669" y="298674"/>
                  </a:lnTo>
                  <a:lnTo>
                    <a:pt x="58374" y="298123"/>
                  </a:lnTo>
                  <a:lnTo>
                    <a:pt x="58129" y="297472"/>
                  </a:lnTo>
                  <a:lnTo>
                    <a:pt x="57688" y="296419"/>
                  </a:lnTo>
                  <a:lnTo>
                    <a:pt x="57198" y="295517"/>
                  </a:lnTo>
                  <a:lnTo>
                    <a:pt x="56806" y="295166"/>
                  </a:lnTo>
                  <a:lnTo>
                    <a:pt x="56120" y="294715"/>
                  </a:lnTo>
                  <a:lnTo>
                    <a:pt x="55875" y="294966"/>
                  </a:lnTo>
                  <a:lnTo>
                    <a:pt x="55189" y="295517"/>
                  </a:lnTo>
                  <a:lnTo>
                    <a:pt x="54993" y="295166"/>
                  </a:lnTo>
                  <a:lnTo>
                    <a:pt x="54846" y="294966"/>
                  </a:lnTo>
                  <a:lnTo>
                    <a:pt x="55483" y="294264"/>
                  </a:lnTo>
                  <a:lnTo>
                    <a:pt x="55728" y="294064"/>
                  </a:lnTo>
                  <a:lnTo>
                    <a:pt x="55581" y="293813"/>
                  </a:lnTo>
                  <a:lnTo>
                    <a:pt x="55483" y="293412"/>
                  </a:lnTo>
                  <a:lnTo>
                    <a:pt x="55336" y="292811"/>
                  </a:lnTo>
                  <a:lnTo>
                    <a:pt x="55091" y="292210"/>
                  </a:lnTo>
                  <a:lnTo>
                    <a:pt x="54846" y="291759"/>
                  </a:lnTo>
                  <a:lnTo>
                    <a:pt x="54502" y="291408"/>
                  </a:lnTo>
                  <a:lnTo>
                    <a:pt x="54110" y="291107"/>
                  </a:lnTo>
                  <a:lnTo>
                    <a:pt x="53816" y="290957"/>
                  </a:lnTo>
                  <a:lnTo>
                    <a:pt x="53620" y="290857"/>
                  </a:lnTo>
                  <a:lnTo>
                    <a:pt x="53424" y="290756"/>
                  </a:lnTo>
                  <a:lnTo>
                    <a:pt x="53179" y="290706"/>
                  </a:lnTo>
                  <a:lnTo>
                    <a:pt x="52787" y="290706"/>
                  </a:lnTo>
                  <a:lnTo>
                    <a:pt x="52101" y="290907"/>
                  </a:lnTo>
                  <a:lnTo>
                    <a:pt x="51954" y="290957"/>
                  </a:lnTo>
                  <a:lnTo>
                    <a:pt x="51121" y="291107"/>
                  </a:lnTo>
                  <a:lnTo>
                    <a:pt x="49601" y="291458"/>
                  </a:lnTo>
                  <a:lnTo>
                    <a:pt x="48866" y="291558"/>
                  </a:lnTo>
                  <a:lnTo>
                    <a:pt x="48131" y="291608"/>
                  </a:lnTo>
                  <a:lnTo>
                    <a:pt x="47886" y="291658"/>
                  </a:lnTo>
                  <a:lnTo>
                    <a:pt x="46905" y="291759"/>
                  </a:lnTo>
                  <a:lnTo>
                    <a:pt x="46709" y="292711"/>
                  </a:lnTo>
                  <a:lnTo>
                    <a:pt x="46464" y="293964"/>
                  </a:lnTo>
                  <a:lnTo>
                    <a:pt x="46072" y="293914"/>
                  </a:lnTo>
                  <a:lnTo>
                    <a:pt x="46268" y="292460"/>
                  </a:lnTo>
                  <a:lnTo>
                    <a:pt x="46317" y="292210"/>
                  </a:lnTo>
                  <a:lnTo>
                    <a:pt x="46219" y="291909"/>
                  </a:lnTo>
                  <a:lnTo>
                    <a:pt x="45974" y="291558"/>
                  </a:lnTo>
                  <a:lnTo>
                    <a:pt x="45386" y="291207"/>
                  </a:lnTo>
                  <a:lnTo>
                    <a:pt x="44651" y="290706"/>
                  </a:lnTo>
                  <a:lnTo>
                    <a:pt x="43867" y="290305"/>
                  </a:lnTo>
                  <a:lnTo>
                    <a:pt x="43229" y="290055"/>
                  </a:lnTo>
                  <a:lnTo>
                    <a:pt x="40779" y="288752"/>
                  </a:lnTo>
                  <a:lnTo>
                    <a:pt x="39994" y="288501"/>
                  </a:lnTo>
                  <a:lnTo>
                    <a:pt x="39847" y="288501"/>
                  </a:lnTo>
                  <a:lnTo>
                    <a:pt x="39651" y="288501"/>
                  </a:lnTo>
                  <a:lnTo>
                    <a:pt x="39406" y="288501"/>
                  </a:lnTo>
                  <a:lnTo>
                    <a:pt x="39259" y="288501"/>
                  </a:lnTo>
                  <a:lnTo>
                    <a:pt x="39063" y="288501"/>
                  </a:lnTo>
                  <a:lnTo>
                    <a:pt x="38916" y="288501"/>
                  </a:lnTo>
                  <a:lnTo>
                    <a:pt x="38720" y="288501"/>
                  </a:lnTo>
                  <a:lnTo>
                    <a:pt x="38573" y="288602"/>
                  </a:lnTo>
                  <a:lnTo>
                    <a:pt x="38524" y="288752"/>
                  </a:lnTo>
                  <a:lnTo>
                    <a:pt x="38377" y="289002"/>
                  </a:lnTo>
                  <a:lnTo>
                    <a:pt x="38328" y="289303"/>
                  </a:lnTo>
                  <a:lnTo>
                    <a:pt x="38328" y="289453"/>
                  </a:lnTo>
                  <a:lnTo>
                    <a:pt x="38328" y="289604"/>
                  </a:lnTo>
                  <a:lnTo>
                    <a:pt x="38328" y="289804"/>
                  </a:lnTo>
                  <a:lnTo>
                    <a:pt x="38279" y="290055"/>
                  </a:lnTo>
                  <a:lnTo>
                    <a:pt x="38279" y="290205"/>
                  </a:lnTo>
                  <a:lnTo>
                    <a:pt x="38230" y="290356"/>
                  </a:lnTo>
                  <a:lnTo>
                    <a:pt x="38181" y="290506"/>
                  </a:lnTo>
                  <a:lnTo>
                    <a:pt x="38034" y="290807"/>
                  </a:lnTo>
                  <a:lnTo>
                    <a:pt x="37838" y="291057"/>
                  </a:lnTo>
                  <a:lnTo>
                    <a:pt x="37642" y="291308"/>
                  </a:lnTo>
                  <a:lnTo>
                    <a:pt x="37495" y="291308"/>
                  </a:lnTo>
                  <a:lnTo>
                    <a:pt x="37348" y="291207"/>
                  </a:lnTo>
                  <a:lnTo>
                    <a:pt x="37103" y="291107"/>
                  </a:lnTo>
                  <a:lnTo>
                    <a:pt x="36956" y="291057"/>
                  </a:lnTo>
                  <a:lnTo>
                    <a:pt x="36760" y="291057"/>
                  </a:lnTo>
                  <a:lnTo>
                    <a:pt x="36465" y="291057"/>
                  </a:lnTo>
                  <a:lnTo>
                    <a:pt x="36220" y="291157"/>
                  </a:lnTo>
                  <a:lnTo>
                    <a:pt x="36073" y="291258"/>
                  </a:lnTo>
                  <a:lnTo>
                    <a:pt x="35975" y="291458"/>
                  </a:lnTo>
                  <a:lnTo>
                    <a:pt x="35730" y="291508"/>
                  </a:lnTo>
                  <a:lnTo>
                    <a:pt x="35436" y="291658"/>
                  </a:lnTo>
                  <a:lnTo>
                    <a:pt x="35093" y="291658"/>
                  </a:lnTo>
                  <a:lnTo>
                    <a:pt x="34946" y="291608"/>
                  </a:lnTo>
                  <a:lnTo>
                    <a:pt x="34799" y="291608"/>
                  </a:lnTo>
                  <a:lnTo>
                    <a:pt x="34554" y="291508"/>
                  </a:lnTo>
                  <a:lnTo>
                    <a:pt x="34407" y="291408"/>
                  </a:lnTo>
                  <a:lnTo>
                    <a:pt x="34309" y="291258"/>
                  </a:lnTo>
                  <a:lnTo>
                    <a:pt x="34309" y="291107"/>
                  </a:lnTo>
                  <a:lnTo>
                    <a:pt x="34309" y="290957"/>
                  </a:lnTo>
                  <a:lnTo>
                    <a:pt x="34162" y="290756"/>
                  </a:lnTo>
                  <a:lnTo>
                    <a:pt x="34015" y="290706"/>
                  </a:lnTo>
                  <a:lnTo>
                    <a:pt x="33819" y="290907"/>
                  </a:lnTo>
                  <a:lnTo>
                    <a:pt x="33574" y="291057"/>
                  </a:lnTo>
                  <a:lnTo>
                    <a:pt x="33280" y="291107"/>
                  </a:lnTo>
                  <a:lnTo>
                    <a:pt x="33084" y="291508"/>
                  </a:lnTo>
                  <a:lnTo>
                    <a:pt x="33035" y="291759"/>
                  </a:lnTo>
                  <a:lnTo>
                    <a:pt x="33084" y="291909"/>
                  </a:lnTo>
                  <a:lnTo>
                    <a:pt x="33084" y="292059"/>
                  </a:lnTo>
                  <a:lnTo>
                    <a:pt x="32888" y="292260"/>
                  </a:lnTo>
                  <a:lnTo>
                    <a:pt x="32789" y="292410"/>
                  </a:lnTo>
                  <a:lnTo>
                    <a:pt x="32593" y="292661"/>
                  </a:lnTo>
                  <a:lnTo>
                    <a:pt x="32495" y="292861"/>
                  </a:lnTo>
                  <a:lnTo>
                    <a:pt x="32348" y="292961"/>
                  </a:lnTo>
                  <a:lnTo>
                    <a:pt x="32005" y="293112"/>
                  </a:lnTo>
                  <a:lnTo>
                    <a:pt x="31858" y="293062"/>
                  </a:lnTo>
                  <a:lnTo>
                    <a:pt x="31662" y="293162"/>
                  </a:lnTo>
                  <a:lnTo>
                    <a:pt x="31515" y="293212"/>
                  </a:lnTo>
                  <a:lnTo>
                    <a:pt x="31319" y="293162"/>
                  </a:lnTo>
                  <a:lnTo>
                    <a:pt x="31270" y="292961"/>
                  </a:lnTo>
                  <a:lnTo>
                    <a:pt x="31172" y="292811"/>
                  </a:lnTo>
                  <a:lnTo>
                    <a:pt x="31025" y="292661"/>
                  </a:lnTo>
                  <a:lnTo>
                    <a:pt x="30976" y="292410"/>
                  </a:lnTo>
                  <a:lnTo>
                    <a:pt x="31123" y="292210"/>
                  </a:lnTo>
                  <a:lnTo>
                    <a:pt x="31662" y="291859"/>
                  </a:lnTo>
                  <a:lnTo>
                    <a:pt x="31956" y="291759"/>
                  </a:lnTo>
                  <a:lnTo>
                    <a:pt x="32103" y="291709"/>
                  </a:lnTo>
                  <a:lnTo>
                    <a:pt x="32348" y="291608"/>
                  </a:lnTo>
                  <a:lnTo>
                    <a:pt x="32397" y="291458"/>
                  </a:lnTo>
                  <a:lnTo>
                    <a:pt x="32103" y="291358"/>
                  </a:lnTo>
                  <a:lnTo>
                    <a:pt x="31956" y="291358"/>
                  </a:lnTo>
                  <a:lnTo>
                    <a:pt x="31809" y="291157"/>
                  </a:lnTo>
                  <a:lnTo>
                    <a:pt x="31858" y="290907"/>
                  </a:lnTo>
                  <a:lnTo>
                    <a:pt x="32005" y="290606"/>
                  </a:lnTo>
                  <a:lnTo>
                    <a:pt x="31956" y="290456"/>
                  </a:lnTo>
                  <a:lnTo>
                    <a:pt x="32250" y="290155"/>
                  </a:lnTo>
                  <a:lnTo>
                    <a:pt x="32544" y="289905"/>
                  </a:lnTo>
                  <a:lnTo>
                    <a:pt x="32691" y="289754"/>
                  </a:lnTo>
                  <a:lnTo>
                    <a:pt x="32838" y="289754"/>
                  </a:lnTo>
                  <a:lnTo>
                    <a:pt x="32838" y="289604"/>
                  </a:lnTo>
                  <a:lnTo>
                    <a:pt x="32789" y="289453"/>
                  </a:lnTo>
                  <a:lnTo>
                    <a:pt x="32642" y="289403"/>
                  </a:lnTo>
                  <a:lnTo>
                    <a:pt x="32495" y="289654"/>
                  </a:lnTo>
                  <a:lnTo>
                    <a:pt x="32348" y="289754"/>
                  </a:lnTo>
                  <a:lnTo>
                    <a:pt x="32103" y="290155"/>
                  </a:lnTo>
                  <a:lnTo>
                    <a:pt x="31858" y="290255"/>
                  </a:lnTo>
                  <a:lnTo>
                    <a:pt x="31515" y="290356"/>
                  </a:lnTo>
                  <a:lnTo>
                    <a:pt x="31221" y="290356"/>
                  </a:lnTo>
                  <a:lnTo>
                    <a:pt x="30976" y="290305"/>
                  </a:lnTo>
                  <a:lnTo>
                    <a:pt x="30878" y="290155"/>
                  </a:lnTo>
                  <a:lnTo>
                    <a:pt x="31123" y="290055"/>
                  </a:lnTo>
                  <a:lnTo>
                    <a:pt x="31466" y="290005"/>
                  </a:lnTo>
                  <a:lnTo>
                    <a:pt x="31662" y="289905"/>
                  </a:lnTo>
                  <a:lnTo>
                    <a:pt x="31760" y="289754"/>
                  </a:lnTo>
                  <a:lnTo>
                    <a:pt x="32005" y="289453"/>
                  </a:lnTo>
                  <a:lnTo>
                    <a:pt x="31858" y="289453"/>
                  </a:lnTo>
                  <a:lnTo>
                    <a:pt x="31711" y="289554"/>
                  </a:lnTo>
                  <a:lnTo>
                    <a:pt x="31564" y="289604"/>
                  </a:lnTo>
                  <a:lnTo>
                    <a:pt x="31368" y="289654"/>
                  </a:lnTo>
                  <a:lnTo>
                    <a:pt x="31221" y="289654"/>
                  </a:lnTo>
                  <a:lnTo>
                    <a:pt x="31025" y="289804"/>
                  </a:lnTo>
                  <a:lnTo>
                    <a:pt x="30780" y="289955"/>
                  </a:lnTo>
                  <a:lnTo>
                    <a:pt x="30584" y="289955"/>
                  </a:lnTo>
                  <a:lnTo>
                    <a:pt x="30290" y="290055"/>
                  </a:lnTo>
                  <a:lnTo>
                    <a:pt x="30143" y="290155"/>
                  </a:lnTo>
                  <a:lnTo>
                    <a:pt x="29996" y="290205"/>
                  </a:lnTo>
                  <a:lnTo>
                    <a:pt x="29849" y="290205"/>
                  </a:lnTo>
                  <a:lnTo>
                    <a:pt x="29457" y="290255"/>
                  </a:lnTo>
                  <a:lnTo>
                    <a:pt x="28770" y="289905"/>
                  </a:lnTo>
                  <a:lnTo>
                    <a:pt x="28721" y="289303"/>
                  </a:lnTo>
                  <a:lnTo>
                    <a:pt x="29212" y="288451"/>
                  </a:lnTo>
                  <a:lnTo>
                    <a:pt x="29310" y="288100"/>
                  </a:lnTo>
                  <a:lnTo>
                    <a:pt x="29457" y="287900"/>
                  </a:lnTo>
                  <a:lnTo>
                    <a:pt x="29310" y="287900"/>
                  </a:lnTo>
                  <a:lnTo>
                    <a:pt x="29064" y="287700"/>
                  </a:lnTo>
                  <a:lnTo>
                    <a:pt x="28917" y="287750"/>
                  </a:lnTo>
                  <a:lnTo>
                    <a:pt x="28672" y="287700"/>
                  </a:lnTo>
                  <a:lnTo>
                    <a:pt x="28525" y="287549"/>
                  </a:lnTo>
                  <a:lnTo>
                    <a:pt x="28231" y="287750"/>
                  </a:lnTo>
                  <a:lnTo>
                    <a:pt x="27839" y="287800"/>
                  </a:lnTo>
                  <a:lnTo>
                    <a:pt x="27153" y="285745"/>
                  </a:lnTo>
                  <a:lnTo>
                    <a:pt x="27104" y="285495"/>
                  </a:lnTo>
                  <a:lnTo>
                    <a:pt x="27153" y="285294"/>
                  </a:lnTo>
                  <a:lnTo>
                    <a:pt x="27496" y="285194"/>
                  </a:lnTo>
                  <a:lnTo>
                    <a:pt x="27888" y="285094"/>
                  </a:lnTo>
                  <a:lnTo>
                    <a:pt x="28427" y="285044"/>
                  </a:lnTo>
                  <a:lnTo>
                    <a:pt x="28770" y="284993"/>
                  </a:lnTo>
                  <a:lnTo>
                    <a:pt x="29162" y="284993"/>
                  </a:lnTo>
                  <a:lnTo>
                    <a:pt x="29898" y="284943"/>
                  </a:lnTo>
                  <a:lnTo>
                    <a:pt x="30241" y="284943"/>
                  </a:lnTo>
                  <a:lnTo>
                    <a:pt x="30486" y="284843"/>
                  </a:lnTo>
                  <a:lnTo>
                    <a:pt x="30535" y="284593"/>
                  </a:lnTo>
                  <a:lnTo>
                    <a:pt x="30241" y="284542"/>
                  </a:lnTo>
                  <a:lnTo>
                    <a:pt x="29996" y="284593"/>
                  </a:lnTo>
                  <a:lnTo>
                    <a:pt x="29800" y="284693"/>
                  </a:lnTo>
                  <a:lnTo>
                    <a:pt x="29604" y="284693"/>
                  </a:lnTo>
                  <a:lnTo>
                    <a:pt x="29261" y="284643"/>
                  </a:lnTo>
                  <a:lnTo>
                    <a:pt x="29015" y="284542"/>
                  </a:lnTo>
                  <a:lnTo>
                    <a:pt x="28819" y="284242"/>
                  </a:lnTo>
                  <a:lnTo>
                    <a:pt x="28868" y="284091"/>
                  </a:lnTo>
                  <a:lnTo>
                    <a:pt x="29162" y="283590"/>
                  </a:lnTo>
                  <a:lnTo>
                    <a:pt x="29408" y="283340"/>
                  </a:lnTo>
                  <a:lnTo>
                    <a:pt x="29849" y="283039"/>
                  </a:lnTo>
                  <a:lnTo>
                    <a:pt x="30192" y="282788"/>
                  </a:lnTo>
                  <a:lnTo>
                    <a:pt x="30731" y="282839"/>
                  </a:lnTo>
                  <a:lnTo>
                    <a:pt x="30927" y="282839"/>
                  </a:lnTo>
                  <a:lnTo>
                    <a:pt x="31123" y="282939"/>
                  </a:lnTo>
                  <a:lnTo>
                    <a:pt x="31368" y="282889"/>
                  </a:lnTo>
                  <a:lnTo>
                    <a:pt x="31711" y="282738"/>
                  </a:lnTo>
                  <a:lnTo>
                    <a:pt x="31907" y="282788"/>
                  </a:lnTo>
                  <a:lnTo>
                    <a:pt x="32103" y="283139"/>
                  </a:lnTo>
                  <a:lnTo>
                    <a:pt x="32348" y="283440"/>
                  </a:lnTo>
                  <a:lnTo>
                    <a:pt x="32495" y="283690"/>
                  </a:lnTo>
                  <a:lnTo>
                    <a:pt x="32495" y="283841"/>
                  </a:lnTo>
                  <a:lnTo>
                    <a:pt x="32691" y="283791"/>
                  </a:lnTo>
                  <a:lnTo>
                    <a:pt x="33084" y="283590"/>
                  </a:lnTo>
                  <a:lnTo>
                    <a:pt x="32937" y="283390"/>
                  </a:lnTo>
                  <a:lnTo>
                    <a:pt x="33182" y="283039"/>
                  </a:lnTo>
                  <a:lnTo>
                    <a:pt x="33525" y="283290"/>
                  </a:lnTo>
                  <a:lnTo>
                    <a:pt x="33672" y="283340"/>
                  </a:lnTo>
                  <a:lnTo>
                    <a:pt x="33819" y="283390"/>
                  </a:lnTo>
                  <a:lnTo>
                    <a:pt x="33966" y="283340"/>
                  </a:lnTo>
                  <a:lnTo>
                    <a:pt x="34113" y="283340"/>
                  </a:lnTo>
                  <a:lnTo>
                    <a:pt x="34309" y="283139"/>
                  </a:lnTo>
                  <a:lnTo>
                    <a:pt x="34407" y="282939"/>
                  </a:lnTo>
                  <a:lnTo>
                    <a:pt x="34358" y="282738"/>
                  </a:lnTo>
                  <a:lnTo>
                    <a:pt x="34358" y="282488"/>
                  </a:lnTo>
                  <a:lnTo>
                    <a:pt x="34162" y="281937"/>
                  </a:lnTo>
                  <a:lnTo>
                    <a:pt x="34309" y="281786"/>
                  </a:lnTo>
                  <a:lnTo>
                    <a:pt x="34407" y="281636"/>
                  </a:lnTo>
                  <a:lnTo>
                    <a:pt x="34554" y="281536"/>
                  </a:lnTo>
                  <a:lnTo>
                    <a:pt x="34701" y="281385"/>
                  </a:lnTo>
                  <a:lnTo>
                    <a:pt x="34848" y="281235"/>
                  </a:lnTo>
                  <a:lnTo>
                    <a:pt x="34995" y="281135"/>
                  </a:lnTo>
                  <a:lnTo>
                    <a:pt x="35142" y="281034"/>
                  </a:lnTo>
                  <a:lnTo>
                    <a:pt x="35338" y="280884"/>
                  </a:lnTo>
                  <a:lnTo>
                    <a:pt x="35485" y="280483"/>
                  </a:lnTo>
                  <a:lnTo>
                    <a:pt x="35436" y="280283"/>
                  </a:lnTo>
                  <a:lnTo>
                    <a:pt x="35632" y="280082"/>
                  </a:lnTo>
                  <a:lnTo>
                    <a:pt x="35730" y="280233"/>
                  </a:lnTo>
                  <a:lnTo>
                    <a:pt x="36024" y="280533"/>
                  </a:lnTo>
                  <a:lnTo>
                    <a:pt x="36220" y="280984"/>
                  </a:lnTo>
                  <a:lnTo>
                    <a:pt x="36613" y="280834"/>
                  </a:lnTo>
                  <a:lnTo>
                    <a:pt x="37005" y="280533"/>
                  </a:lnTo>
                  <a:lnTo>
                    <a:pt x="37446" y="279982"/>
                  </a:lnTo>
                  <a:lnTo>
                    <a:pt x="37838" y="279531"/>
                  </a:lnTo>
                  <a:lnTo>
                    <a:pt x="38132" y="278579"/>
                  </a:lnTo>
                  <a:lnTo>
                    <a:pt x="38328" y="277677"/>
                  </a:lnTo>
                  <a:lnTo>
                    <a:pt x="38475" y="276825"/>
                  </a:lnTo>
                  <a:lnTo>
                    <a:pt x="38230" y="275372"/>
                  </a:lnTo>
                  <a:lnTo>
                    <a:pt x="37985" y="273969"/>
                  </a:lnTo>
                  <a:lnTo>
                    <a:pt x="37544" y="272565"/>
                  </a:lnTo>
                  <a:lnTo>
                    <a:pt x="37103" y="272365"/>
                  </a:lnTo>
                  <a:lnTo>
                    <a:pt x="36809" y="272315"/>
                  </a:lnTo>
                  <a:lnTo>
                    <a:pt x="36073" y="272615"/>
                  </a:lnTo>
                  <a:lnTo>
                    <a:pt x="35142" y="273016"/>
                  </a:lnTo>
                  <a:lnTo>
                    <a:pt x="34946" y="272515"/>
                  </a:lnTo>
                  <a:lnTo>
                    <a:pt x="36662" y="271613"/>
                  </a:lnTo>
                  <a:lnTo>
                    <a:pt x="36858" y="271463"/>
                  </a:lnTo>
                  <a:lnTo>
                    <a:pt x="36956" y="271162"/>
                  </a:lnTo>
                  <a:lnTo>
                    <a:pt x="36858" y="270711"/>
                  </a:lnTo>
                  <a:lnTo>
                    <a:pt x="36711" y="270360"/>
                  </a:lnTo>
                  <a:lnTo>
                    <a:pt x="36564" y="270110"/>
                  </a:lnTo>
                  <a:lnTo>
                    <a:pt x="36465" y="269909"/>
                  </a:lnTo>
                  <a:lnTo>
                    <a:pt x="36073" y="268606"/>
                  </a:lnTo>
                  <a:lnTo>
                    <a:pt x="35730" y="267905"/>
                  </a:lnTo>
                  <a:lnTo>
                    <a:pt x="35142" y="267303"/>
                  </a:lnTo>
                  <a:lnTo>
                    <a:pt x="34603" y="266802"/>
                  </a:lnTo>
                  <a:lnTo>
                    <a:pt x="33917" y="266452"/>
                  </a:lnTo>
                  <a:lnTo>
                    <a:pt x="33476" y="266452"/>
                  </a:lnTo>
                  <a:lnTo>
                    <a:pt x="30535" y="269158"/>
                  </a:lnTo>
                  <a:lnTo>
                    <a:pt x="30143" y="268757"/>
                  </a:lnTo>
                  <a:lnTo>
                    <a:pt x="32789" y="266251"/>
                  </a:lnTo>
                  <a:lnTo>
                    <a:pt x="32201" y="265600"/>
                  </a:lnTo>
                  <a:lnTo>
                    <a:pt x="32054" y="265349"/>
                  </a:lnTo>
                  <a:lnTo>
                    <a:pt x="31515" y="264698"/>
                  </a:lnTo>
                  <a:lnTo>
                    <a:pt x="31270" y="264397"/>
                  </a:lnTo>
                  <a:lnTo>
                    <a:pt x="30584" y="263645"/>
                  </a:lnTo>
                  <a:lnTo>
                    <a:pt x="29996" y="262944"/>
                  </a:lnTo>
                  <a:lnTo>
                    <a:pt x="29653" y="262292"/>
                  </a:lnTo>
                  <a:lnTo>
                    <a:pt x="29064" y="261540"/>
                  </a:lnTo>
                  <a:lnTo>
                    <a:pt x="28525" y="260839"/>
                  </a:lnTo>
                  <a:lnTo>
                    <a:pt x="27839" y="260438"/>
                  </a:lnTo>
                  <a:lnTo>
                    <a:pt x="26712" y="259987"/>
                  </a:lnTo>
                  <a:lnTo>
                    <a:pt x="26271" y="259837"/>
                  </a:lnTo>
                  <a:lnTo>
                    <a:pt x="25830" y="259736"/>
                  </a:lnTo>
                  <a:lnTo>
                    <a:pt x="25388" y="260889"/>
                  </a:lnTo>
                  <a:lnTo>
                    <a:pt x="25045" y="260739"/>
                  </a:lnTo>
                  <a:lnTo>
                    <a:pt x="25290" y="259887"/>
                  </a:lnTo>
                  <a:lnTo>
                    <a:pt x="25339" y="259486"/>
                  </a:lnTo>
                  <a:lnTo>
                    <a:pt x="24261" y="258834"/>
                  </a:lnTo>
                  <a:lnTo>
                    <a:pt x="23134" y="258133"/>
                  </a:lnTo>
                  <a:lnTo>
                    <a:pt x="22595" y="257932"/>
                  </a:lnTo>
                  <a:lnTo>
                    <a:pt x="21075" y="257581"/>
                  </a:lnTo>
                  <a:lnTo>
                    <a:pt x="20095" y="257331"/>
                  </a:lnTo>
                  <a:lnTo>
                    <a:pt x="19605" y="257431"/>
                  </a:lnTo>
                  <a:lnTo>
                    <a:pt x="19458" y="257481"/>
                  </a:lnTo>
                  <a:lnTo>
                    <a:pt x="19213" y="257632"/>
                  </a:lnTo>
                  <a:lnTo>
                    <a:pt x="18919" y="258032"/>
                  </a:lnTo>
                  <a:lnTo>
                    <a:pt x="18674" y="258484"/>
                  </a:lnTo>
                  <a:lnTo>
                    <a:pt x="18282" y="258534"/>
                  </a:lnTo>
                  <a:lnTo>
                    <a:pt x="17644" y="258333"/>
                  </a:lnTo>
                  <a:lnTo>
                    <a:pt x="17007" y="258383"/>
                  </a:lnTo>
                  <a:lnTo>
                    <a:pt x="16272" y="258684"/>
                  </a:lnTo>
                  <a:lnTo>
                    <a:pt x="15341" y="259335"/>
                  </a:lnTo>
                  <a:lnTo>
                    <a:pt x="15194" y="259335"/>
                  </a:lnTo>
                  <a:lnTo>
                    <a:pt x="13821" y="259987"/>
                  </a:lnTo>
                  <a:lnTo>
                    <a:pt x="12890" y="260588"/>
                  </a:lnTo>
                  <a:lnTo>
                    <a:pt x="12547" y="260739"/>
                  </a:lnTo>
                  <a:lnTo>
                    <a:pt x="12106" y="260939"/>
                  </a:lnTo>
                  <a:lnTo>
                    <a:pt x="11812" y="261190"/>
                  </a:lnTo>
                  <a:lnTo>
                    <a:pt x="11567" y="261290"/>
                  </a:lnTo>
                  <a:lnTo>
                    <a:pt x="11224" y="261290"/>
                  </a:lnTo>
                  <a:lnTo>
                    <a:pt x="11028" y="261290"/>
                  </a:lnTo>
                  <a:lnTo>
                    <a:pt x="10733" y="261440"/>
                  </a:lnTo>
                  <a:lnTo>
                    <a:pt x="10390" y="261490"/>
                  </a:lnTo>
                  <a:lnTo>
                    <a:pt x="10145" y="261591"/>
                  </a:lnTo>
                  <a:lnTo>
                    <a:pt x="9998" y="261741"/>
                  </a:lnTo>
                  <a:lnTo>
                    <a:pt x="10047" y="261891"/>
                  </a:lnTo>
                  <a:lnTo>
                    <a:pt x="10096" y="262092"/>
                  </a:lnTo>
                  <a:lnTo>
                    <a:pt x="9998" y="262242"/>
                  </a:lnTo>
                  <a:lnTo>
                    <a:pt x="9949" y="262392"/>
                  </a:lnTo>
                  <a:lnTo>
                    <a:pt x="9949" y="262593"/>
                  </a:lnTo>
                  <a:lnTo>
                    <a:pt x="9753" y="262593"/>
                  </a:lnTo>
                  <a:lnTo>
                    <a:pt x="9753" y="262242"/>
                  </a:lnTo>
                  <a:lnTo>
                    <a:pt x="9557" y="262142"/>
                  </a:lnTo>
                  <a:lnTo>
                    <a:pt x="9312" y="262192"/>
                  </a:lnTo>
                  <a:lnTo>
                    <a:pt x="7842" y="262342"/>
                  </a:lnTo>
                  <a:lnTo>
                    <a:pt x="7057" y="262693"/>
                  </a:lnTo>
                  <a:lnTo>
                    <a:pt x="6028" y="263094"/>
                  </a:lnTo>
                  <a:lnTo>
                    <a:pt x="5636" y="263094"/>
                  </a:lnTo>
                  <a:lnTo>
                    <a:pt x="2597" y="262893"/>
                  </a:lnTo>
                  <a:lnTo>
                    <a:pt x="784" y="261691"/>
                  </a:lnTo>
                  <a:lnTo>
                    <a:pt x="0" y="259937"/>
                  </a:lnTo>
                  <a:lnTo>
                    <a:pt x="0" y="259636"/>
                  </a:lnTo>
                  <a:lnTo>
                    <a:pt x="49" y="258534"/>
                  </a:lnTo>
                  <a:lnTo>
                    <a:pt x="0" y="257632"/>
                  </a:lnTo>
                  <a:lnTo>
                    <a:pt x="147" y="257281"/>
                  </a:lnTo>
                  <a:lnTo>
                    <a:pt x="686" y="256128"/>
                  </a:lnTo>
                  <a:lnTo>
                    <a:pt x="1568" y="253823"/>
                  </a:lnTo>
                  <a:lnTo>
                    <a:pt x="1764" y="253071"/>
                  </a:lnTo>
                  <a:lnTo>
                    <a:pt x="2499" y="252771"/>
                  </a:lnTo>
                  <a:lnTo>
                    <a:pt x="7401" y="253071"/>
                  </a:lnTo>
                  <a:lnTo>
                    <a:pt x="21124" y="244853"/>
                  </a:lnTo>
                  <a:lnTo>
                    <a:pt x="38132" y="229869"/>
                  </a:lnTo>
                  <a:lnTo>
                    <a:pt x="44504" y="222753"/>
                  </a:lnTo>
                  <a:lnTo>
                    <a:pt x="51121" y="216990"/>
                  </a:lnTo>
                  <a:lnTo>
                    <a:pt x="51611" y="216589"/>
                  </a:lnTo>
                  <a:lnTo>
                    <a:pt x="55679" y="215737"/>
                  </a:lnTo>
                  <a:lnTo>
                    <a:pt x="56463" y="215035"/>
                  </a:lnTo>
                  <a:lnTo>
                    <a:pt x="61413" y="210425"/>
                  </a:lnTo>
                  <a:lnTo>
                    <a:pt x="67491" y="205764"/>
                  </a:lnTo>
                  <a:lnTo>
                    <a:pt x="70726" y="204912"/>
                  </a:lnTo>
                  <a:lnTo>
                    <a:pt x="73226" y="202858"/>
                  </a:lnTo>
                  <a:lnTo>
                    <a:pt x="76313" y="201555"/>
                  </a:lnTo>
                  <a:lnTo>
                    <a:pt x="80970" y="197596"/>
                  </a:lnTo>
                  <a:lnTo>
                    <a:pt x="84107" y="194539"/>
                  </a:lnTo>
                  <a:lnTo>
                    <a:pt x="88861" y="190630"/>
                  </a:lnTo>
                  <a:lnTo>
                    <a:pt x="97732" y="185318"/>
                  </a:lnTo>
                  <a:lnTo>
                    <a:pt x="99252" y="182211"/>
                  </a:lnTo>
                  <a:lnTo>
                    <a:pt x="103320" y="179605"/>
                  </a:lnTo>
                  <a:lnTo>
                    <a:pt x="112534" y="174845"/>
                  </a:lnTo>
                  <a:lnTo>
                    <a:pt x="115230" y="173091"/>
                  </a:lnTo>
                  <a:lnTo>
                    <a:pt x="118563" y="169633"/>
                  </a:lnTo>
                  <a:lnTo>
                    <a:pt x="122631" y="163870"/>
                  </a:lnTo>
                  <a:lnTo>
                    <a:pt x="124347" y="160462"/>
                  </a:lnTo>
                  <a:lnTo>
                    <a:pt x="128317" y="155451"/>
                  </a:lnTo>
                  <a:lnTo>
                    <a:pt x="133120" y="153146"/>
                  </a:lnTo>
                  <a:lnTo>
                    <a:pt x="135816" y="151291"/>
                  </a:lnTo>
                  <a:lnTo>
                    <a:pt x="138511" y="148485"/>
                  </a:lnTo>
                  <a:lnTo>
                    <a:pt x="142727" y="143173"/>
                  </a:lnTo>
                  <a:lnTo>
                    <a:pt x="144540" y="140567"/>
                  </a:lnTo>
                  <a:lnTo>
                    <a:pt x="145030" y="139815"/>
                  </a:lnTo>
                  <a:lnTo>
                    <a:pt x="147334" y="137661"/>
                  </a:lnTo>
                  <a:lnTo>
                    <a:pt x="151206" y="135055"/>
                  </a:lnTo>
                  <a:lnTo>
                    <a:pt x="155127" y="131797"/>
                  </a:lnTo>
                  <a:lnTo>
                    <a:pt x="161352" y="125884"/>
                  </a:lnTo>
                  <a:lnTo>
                    <a:pt x="163900" y="122977"/>
                  </a:lnTo>
                  <a:lnTo>
                    <a:pt x="166106" y="120522"/>
                  </a:lnTo>
                  <a:lnTo>
                    <a:pt x="169194" y="117966"/>
                  </a:lnTo>
                  <a:lnTo>
                    <a:pt x="171988" y="116162"/>
                  </a:lnTo>
                  <a:lnTo>
                    <a:pt x="174830" y="115009"/>
                  </a:lnTo>
                  <a:lnTo>
                    <a:pt x="178800" y="112804"/>
                  </a:lnTo>
                  <a:lnTo>
                    <a:pt x="185613" y="111652"/>
                  </a:lnTo>
                  <a:lnTo>
                    <a:pt x="188554" y="108946"/>
                  </a:lnTo>
                  <a:lnTo>
                    <a:pt x="194044" y="105037"/>
                  </a:lnTo>
                  <a:lnTo>
                    <a:pt x="197279" y="103433"/>
                  </a:lnTo>
                  <a:lnTo>
                    <a:pt x="203601" y="100978"/>
                  </a:lnTo>
                  <a:lnTo>
                    <a:pt x="209875" y="100176"/>
                  </a:lnTo>
                  <a:lnTo>
                    <a:pt x="221050" y="95465"/>
                  </a:lnTo>
                  <a:lnTo>
                    <a:pt x="223354" y="93912"/>
                  </a:lnTo>
                  <a:lnTo>
                    <a:pt x="228598" y="89853"/>
                  </a:lnTo>
                  <a:lnTo>
                    <a:pt x="229774" y="87948"/>
                  </a:lnTo>
                  <a:lnTo>
                    <a:pt x="232323" y="83889"/>
                  </a:lnTo>
                  <a:lnTo>
                    <a:pt x="240508" y="77525"/>
                  </a:lnTo>
                  <a:lnTo>
                    <a:pt x="243106" y="71561"/>
                  </a:lnTo>
                  <a:lnTo>
                    <a:pt x="244920" y="69056"/>
                  </a:lnTo>
                  <a:lnTo>
                    <a:pt x="249870" y="68153"/>
                  </a:lnTo>
                  <a:lnTo>
                    <a:pt x="256193" y="66400"/>
                  </a:lnTo>
                  <a:lnTo>
                    <a:pt x="261388" y="64094"/>
                  </a:lnTo>
                  <a:lnTo>
                    <a:pt x="265505" y="61238"/>
                  </a:lnTo>
                  <a:lnTo>
                    <a:pt x="270652" y="58482"/>
                  </a:lnTo>
                  <a:lnTo>
                    <a:pt x="276631" y="54673"/>
                  </a:lnTo>
                  <a:lnTo>
                    <a:pt x="282170" y="50213"/>
                  </a:lnTo>
                  <a:lnTo>
                    <a:pt x="285160" y="50313"/>
                  </a:lnTo>
                  <a:lnTo>
                    <a:pt x="288689" y="48710"/>
                  </a:lnTo>
                  <a:lnTo>
                    <a:pt x="296188" y="46655"/>
                  </a:lnTo>
                  <a:lnTo>
                    <a:pt x="303295" y="43498"/>
                  </a:lnTo>
                  <a:lnTo>
                    <a:pt x="307314" y="41994"/>
                  </a:lnTo>
                  <a:lnTo>
                    <a:pt x="310990" y="41243"/>
                  </a:lnTo>
                  <a:lnTo>
                    <a:pt x="315254" y="39238"/>
                  </a:lnTo>
                  <a:lnTo>
                    <a:pt x="319812" y="39639"/>
                  </a:lnTo>
                  <a:lnTo>
                    <a:pt x="323292" y="40792"/>
                  </a:lnTo>
                  <a:lnTo>
                    <a:pt x="330203" y="41894"/>
                  </a:lnTo>
                  <a:lnTo>
                    <a:pt x="332752" y="43448"/>
                  </a:lnTo>
                  <a:lnTo>
                    <a:pt x="335055" y="44450"/>
                  </a:lnTo>
                  <a:lnTo>
                    <a:pt x="338780" y="44600"/>
                  </a:lnTo>
                  <a:lnTo>
                    <a:pt x="343241" y="45202"/>
                  </a:lnTo>
                  <a:lnTo>
                    <a:pt x="346475" y="44500"/>
                  </a:lnTo>
                  <a:lnTo>
                    <a:pt x="350347" y="42195"/>
                  </a:lnTo>
                  <a:lnTo>
                    <a:pt x="353043" y="41293"/>
                  </a:lnTo>
                  <a:lnTo>
                    <a:pt x="355641" y="41142"/>
                  </a:lnTo>
                  <a:lnTo>
                    <a:pt x="362258" y="39188"/>
                  </a:lnTo>
                  <a:lnTo>
                    <a:pt x="369659" y="38086"/>
                  </a:lnTo>
                  <a:lnTo>
                    <a:pt x="372256" y="37434"/>
                  </a:lnTo>
                  <a:lnTo>
                    <a:pt x="378922" y="33976"/>
                  </a:lnTo>
                  <a:lnTo>
                    <a:pt x="381079" y="34427"/>
                  </a:lnTo>
                  <a:lnTo>
                    <a:pt x="382892" y="34427"/>
                  </a:lnTo>
                  <a:lnTo>
                    <a:pt x="387255" y="33726"/>
                  </a:lnTo>
                  <a:lnTo>
                    <a:pt x="393136" y="34076"/>
                  </a:lnTo>
                  <a:lnTo>
                    <a:pt x="396812" y="34778"/>
                  </a:lnTo>
                  <a:lnTo>
                    <a:pt x="400292" y="33676"/>
                  </a:lnTo>
                  <a:lnTo>
                    <a:pt x="403429" y="33926"/>
                  </a:lnTo>
                  <a:lnTo>
                    <a:pt x="406174" y="33776"/>
                  </a:lnTo>
                  <a:lnTo>
                    <a:pt x="409262" y="33124"/>
                  </a:lnTo>
                  <a:lnTo>
                    <a:pt x="414457" y="33124"/>
                  </a:lnTo>
                  <a:lnTo>
                    <a:pt x="415535" y="32774"/>
                  </a:lnTo>
                  <a:lnTo>
                    <a:pt x="418917" y="30969"/>
                  </a:lnTo>
                  <a:lnTo>
                    <a:pt x="419162" y="30869"/>
                  </a:lnTo>
                  <a:lnTo>
                    <a:pt x="424260" y="29165"/>
                  </a:lnTo>
                  <a:lnTo>
                    <a:pt x="427740" y="26960"/>
                  </a:lnTo>
                  <a:lnTo>
                    <a:pt x="430975" y="27261"/>
                  </a:lnTo>
                  <a:lnTo>
                    <a:pt x="434454" y="28764"/>
                  </a:lnTo>
                  <a:lnTo>
                    <a:pt x="436317" y="30268"/>
                  </a:lnTo>
                  <a:lnTo>
                    <a:pt x="441463" y="34477"/>
                  </a:lnTo>
                  <a:lnTo>
                    <a:pt x="445433" y="36131"/>
                  </a:lnTo>
                  <a:lnTo>
                    <a:pt x="450678" y="36983"/>
                  </a:lnTo>
                  <a:lnTo>
                    <a:pt x="457050" y="35931"/>
                  </a:lnTo>
                  <a:lnTo>
                    <a:pt x="465970" y="32774"/>
                  </a:lnTo>
                  <a:lnTo>
                    <a:pt x="471999" y="32072"/>
                  </a:lnTo>
                  <a:lnTo>
                    <a:pt x="473518" y="31070"/>
                  </a:lnTo>
                  <a:lnTo>
                    <a:pt x="476067" y="29316"/>
                  </a:lnTo>
                  <a:lnTo>
                    <a:pt x="478567" y="28313"/>
                  </a:lnTo>
                  <a:lnTo>
                    <a:pt x="482096" y="26309"/>
                  </a:lnTo>
                  <a:lnTo>
                    <a:pt x="485036" y="25357"/>
                  </a:lnTo>
                  <a:lnTo>
                    <a:pt x="488957" y="25407"/>
                  </a:lnTo>
                  <a:lnTo>
                    <a:pt x="492241" y="23653"/>
                  </a:lnTo>
                  <a:lnTo>
                    <a:pt x="496947" y="22099"/>
                  </a:lnTo>
                  <a:lnTo>
                    <a:pt x="501015" y="18692"/>
                  </a:lnTo>
                  <a:lnTo>
                    <a:pt x="502828" y="17790"/>
                  </a:lnTo>
                  <a:lnTo>
                    <a:pt x="503514" y="17138"/>
                  </a:lnTo>
                  <a:lnTo>
                    <a:pt x="507583" y="15986"/>
                  </a:lnTo>
                  <a:lnTo>
                    <a:pt x="508955" y="14432"/>
                  </a:lnTo>
                  <a:lnTo>
                    <a:pt x="514297" y="13079"/>
                  </a:lnTo>
                  <a:lnTo>
                    <a:pt x="517042" y="11977"/>
                  </a:lnTo>
                  <a:lnTo>
                    <a:pt x="518218" y="11325"/>
                  </a:lnTo>
                  <a:lnTo>
                    <a:pt x="520130" y="10273"/>
                  </a:lnTo>
                  <a:lnTo>
                    <a:pt x="526796" y="8519"/>
                  </a:lnTo>
                  <a:lnTo>
                    <a:pt x="529590" y="6915"/>
                  </a:lnTo>
                  <a:lnTo>
                    <a:pt x="533119" y="4359"/>
                  </a:lnTo>
                  <a:lnTo>
                    <a:pt x="540127" y="2004"/>
                  </a:lnTo>
                  <a:lnTo>
                    <a:pt x="543705" y="501"/>
                  </a:lnTo>
                  <a:lnTo>
                    <a:pt x="5454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741021" y="4052006"/>
              <a:ext cx="165959" cy="162567"/>
            </a:xfrm>
            <a:custGeom>
              <a:avLst/>
              <a:pathLst>
                <a:path w="165959" h="162567">
                  <a:moveTo>
                    <a:pt x="122092" y="701"/>
                  </a:moveTo>
                  <a:lnTo>
                    <a:pt x="122533" y="1252"/>
                  </a:lnTo>
                  <a:lnTo>
                    <a:pt x="125866" y="5612"/>
                  </a:lnTo>
                  <a:lnTo>
                    <a:pt x="126944" y="7065"/>
                  </a:lnTo>
                  <a:lnTo>
                    <a:pt x="130179" y="11225"/>
                  </a:lnTo>
                  <a:lnTo>
                    <a:pt x="130571" y="11726"/>
                  </a:lnTo>
                  <a:lnTo>
                    <a:pt x="131601" y="13029"/>
                  </a:lnTo>
                  <a:lnTo>
                    <a:pt x="133267" y="15234"/>
                  </a:lnTo>
                  <a:lnTo>
                    <a:pt x="135375" y="17990"/>
                  </a:lnTo>
                  <a:lnTo>
                    <a:pt x="136257" y="19243"/>
                  </a:lnTo>
                  <a:lnTo>
                    <a:pt x="136649" y="19945"/>
                  </a:lnTo>
                  <a:lnTo>
                    <a:pt x="136894" y="20746"/>
                  </a:lnTo>
                  <a:lnTo>
                    <a:pt x="137335" y="22851"/>
                  </a:lnTo>
                  <a:lnTo>
                    <a:pt x="137776" y="25557"/>
                  </a:lnTo>
                  <a:lnTo>
                    <a:pt x="143854" y="25507"/>
                  </a:lnTo>
                  <a:lnTo>
                    <a:pt x="146991" y="25407"/>
                  </a:lnTo>
                  <a:lnTo>
                    <a:pt x="146844" y="25758"/>
                  </a:lnTo>
                  <a:lnTo>
                    <a:pt x="146746" y="26008"/>
                  </a:lnTo>
                  <a:lnTo>
                    <a:pt x="146501" y="26910"/>
                  </a:lnTo>
                  <a:lnTo>
                    <a:pt x="146452" y="27061"/>
                  </a:lnTo>
                  <a:lnTo>
                    <a:pt x="146354" y="28063"/>
                  </a:lnTo>
                  <a:lnTo>
                    <a:pt x="146305" y="28865"/>
                  </a:lnTo>
                  <a:lnTo>
                    <a:pt x="146354" y="29366"/>
                  </a:lnTo>
                  <a:lnTo>
                    <a:pt x="146501" y="30218"/>
                  </a:lnTo>
                  <a:lnTo>
                    <a:pt x="146501" y="30418"/>
                  </a:lnTo>
                  <a:lnTo>
                    <a:pt x="146697" y="31120"/>
                  </a:lnTo>
                  <a:lnTo>
                    <a:pt x="146942" y="31771"/>
                  </a:lnTo>
                  <a:lnTo>
                    <a:pt x="147285" y="32623"/>
                  </a:lnTo>
                  <a:lnTo>
                    <a:pt x="147922" y="34427"/>
                  </a:lnTo>
                  <a:lnTo>
                    <a:pt x="148118" y="34878"/>
                  </a:lnTo>
                  <a:lnTo>
                    <a:pt x="148216" y="35179"/>
                  </a:lnTo>
                  <a:lnTo>
                    <a:pt x="148706" y="36382"/>
                  </a:lnTo>
                  <a:lnTo>
                    <a:pt x="149000" y="37133"/>
                  </a:lnTo>
                  <a:lnTo>
                    <a:pt x="149490" y="38486"/>
                  </a:lnTo>
                  <a:lnTo>
                    <a:pt x="150177" y="40792"/>
                  </a:lnTo>
                  <a:lnTo>
                    <a:pt x="150520" y="41844"/>
                  </a:lnTo>
                  <a:lnTo>
                    <a:pt x="150667" y="42245"/>
                  </a:lnTo>
                  <a:lnTo>
                    <a:pt x="150961" y="43297"/>
                  </a:lnTo>
                  <a:lnTo>
                    <a:pt x="151059" y="43598"/>
                  </a:lnTo>
                  <a:lnTo>
                    <a:pt x="151451" y="45352"/>
                  </a:lnTo>
                  <a:lnTo>
                    <a:pt x="151549" y="45903"/>
                  </a:lnTo>
                  <a:lnTo>
                    <a:pt x="151598" y="46204"/>
                  </a:lnTo>
                  <a:lnTo>
                    <a:pt x="151696" y="47156"/>
                  </a:lnTo>
                  <a:lnTo>
                    <a:pt x="152186" y="50915"/>
                  </a:lnTo>
                  <a:lnTo>
                    <a:pt x="152578" y="53771"/>
                  </a:lnTo>
                  <a:lnTo>
                    <a:pt x="153804" y="62942"/>
                  </a:lnTo>
                  <a:lnTo>
                    <a:pt x="153951" y="63794"/>
                  </a:lnTo>
                  <a:lnTo>
                    <a:pt x="154098" y="65046"/>
                  </a:lnTo>
                  <a:lnTo>
                    <a:pt x="155029" y="71762"/>
                  </a:lnTo>
                  <a:lnTo>
                    <a:pt x="155176" y="72914"/>
                  </a:lnTo>
                  <a:lnTo>
                    <a:pt x="156009" y="78978"/>
                  </a:lnTo>
                  <a:lnTo>
                    <a:pt x="156254" y="80582"/>
                  </a:lnTo>
                  <a:lnTo>
                    <a:pt x="156499" y="82686"/>
                  </a:lnTo>
                  <a:lnTo>
                    <a:pt x="156695" y="83939"/>
                  </a:lnTo>
                  <a:lnTo>
                    <a:pt x="156940" y="85994"/>
                  </a:lnTo>
                  <a:lnTo>
                    <a:pt x="157382" y="89502"/>
                  </a:lnTo>
                  <a:lnTo>
                    <a:pt x="157676" y="91356"/>
                  </a:lnTo>
                  <a:lnTo>
                    <a:pt x="157872" y="92208"/>
                  </a:lnTo>
                  <a:lnTo>
                    <a:pt x="157970" y="92709"/>
                  </a:lnTo>
                  <a:lnTo>
                    <a:pt x="158215" y="94764"/>
                  </a:lnTo>
                  <a:lnTo>
                    <a:pt x="158264" y="94914"/>
                  </a:lnTo>
                  <a:lnTo>
                    <a:pt x="158313" y="95165"/>
                  </a:lnTo>
                  <a:lnTo>
                    <a:pt x="158362" y="95666"/>
                  </a:lnTo>
                  <a:lnTo>
                    <a:pt x="159783" y="106390"/>
                  </a:lnTo>
                  <a:lnTo>
                    <a:pt x="160616" y="112504"/>
                  </a:lnTo>
                  <a:lnTo>
                    <a:pt x="160911" y="114709"/>
                  </a:lnTo>
                  <a:lnTo>
                    <a:pt x="161254" y="117214"/>
                  </a:lnTo>
                  <a:lnTo>
                    <a:pt x="161303" y="117515"/>
                  </a:lnTo>
                  <a:lnTo>
                    <a:pt x="161450" y="118417"/>
                  </a:lnTo>
                  <a:lnTo>
                    <a:pt x="161499" y="118818"/>
                  </a:lnTo>
                  <a:lnTo>
                    <a:pt x="161548" y="119069"/>
                  </a:lnTo>
                  <a:lnTo>
                    <a:pt x="162234" y="124080"/>
                  </a:lnTo>
                  <a:lnTo>
                    <a:pt x="162185" y="124531"/>
                  </a:lnTo>
                  <a:lnTo>
                    <a:pt x="162920" y="130144"/>
                  </a:lnTo>
                  <a:lnTo>
                    <a:pt x="163165" y="131597"/>
                  </a:lnTo>
                  <a:lnTo>
                    <a:pt x="163900" y="136909"/>
                  </a:lnTo>
                  <a:lnTo>
                    <a:pt x="164538" y="141469"/>
                  </a:lnTo>
                  <a:lnTo>
                    <a:pt x="164783" y="143123"/>
                  </a:lnTo>
                  <a:lnTo>
                    <a:pt x="164979" y="144275"/>
                  </a:lnTo>
                  <a:lnTo>
                    <a:pt x="165469" y="148184"/>
                  </a:lnTo>
                  <a:lnTo>
                    <a:pt x="165763" y="150289"/>
                  </a:lnTo>
                  <a:lnTo>
                    <a:pt x="165959" y="151742"/>
                  </a:lnTo>
                  <a:lnTo>
                    <a:pt x="165763" y="151742"/>
                  </a:lnTo>
                  <a:lnTo>
                    <a:pt x="165518" y="151742"/>
                  </a:lnTo>
                  <a:lnTo>
                    <a:pt x="163753" y="151893"/>
                  </a:lnTo>
                  <a:lnTo>
                    <a:pt x="161842" y="151993"/>
                  </a:lnTo>
                  <a:lnTo>
                    <a:pt x="152284" y="152644"/>
                  </a:lnTo>
                  <a:lnTo>
                    <a:pt x="150324" y="152795"/>
                  </a:lnTo>
                  <a:lnTo>
                    <a:pt x="147726" y="152995"/>
                  </a:lnTo>
                  <a:lnTo>
                    <a:pt x="142874" y="153346"/>
                  </a:lnTo>
                  <a:lnTo>
                    <a:pt x="137972" y="153697"/>
                  </a:lnTo>
                  <a:lnTo>
                    <a:pt x="136453" y="153847"/>
                  </a:lnTo>
                  <a:lnTo>
                    <a:pt x="135179" y="153897"/>
                  </a:lnTo>
                  <a:lnTo>
                    <a:pt x="130522" y="154248"/>
                  </a:lnTo>
                  <a:lnTo>
                    <a:pt x="124494" y="154649"/>
                  </a:lnTo>
                  <a:lnTo>
                    <a:pt x="123758" y="154699"/>
                  </a:lnTo>
                  <a:lnTo>
                    <a:pt x="120622" y="154950"/>
                  </a:lnTo>
                  <a:lnTo>
                    <a:pt x="116406" y="155250"/>
                  </a:lnTo>
                  <a:lnTo>
                    <a:pt x="112289" y="155551"/>
                  </a:lnTo>
                  <a:lnTo>
                    <a:pt x="110819" y="155651"/>
                  </a:lnTo>
                  <a:lnTo>
                    <a:pt x="108368" y="155852"/>
                  </a:lnTo>
                  <a:lnTo>
                    <a:pt x="94546" y="156804"/>
                  </a:lnTo>
                  <a:lnTo>
                    <a:pt x="91557" y="157004"/>
                  </a:lnTo>
                  <a:lnTo>
                    <a:pt x="90772" y="157104"/>
                  </a:lnTo>
                  <a:lnTo>
                    <a:pt x="90135" y="157155"/>
                  </a:lnTo>
                  <a:lnTo>
                    <a:pt x="87783" y="157355"/>
                  </a:lnTo>
                  <a:lnTo>
                    <a:pt x="68275" y="158658"/>
                  </a:lnTo>
                  <a:lnTo>
                    <a:pt x="63374" y="159009"/>
                  </a:lnTo>
                  <a:lnTo>
                    <a:pt x="58522" y="159360"/>
                  </a:lnTo>
                  <a:lnTo>
                    <a:pt x="58227" y="159410"/>
                  </a:lnTo>
                  <a:lnTo>
                    <a:pt x="56953" y="159510"/>
                  </a:lnTo>
                  <a:lnTo>
                    <a:pt x="48376" y="160061"/>
                  </a:lnTo>
                  <a:lnTo>
                    <a:pt x="47935" y="160061"/>
                  </a:lnTo>
                  <a:lnTo>
                    <a:pt x="43474" y="160362"/>
                  </a:lnTo>
                  <a:lnTo>
                    <a:pt x="42641" y="160412"/>
                  </a:lnTo>
                  <a:lnTo>
                    <a:pt x="35534" y="160913"/>
                  </a:lnTo>
                  <a:lnTo>
                    <a:pt x="29457" y="161364"/>
                  </a:lnTo>
                  <a:lnTo>
                    <a:pt x="28868" y="161414"/>
                  </a:lnTo>
                  <a:lnTo>
                    <a:pt x="21663" y="161865"/>
                  </a:lnTo>
                  <a:lnTo>
                    <a:pt x="21026" y="161915"/>
                  </a:lnTo>
                  <a:lnTo>
                    <a:pt x="18821" y="162066"/>
                  </a:lnTo>
                  <a:lnTo>
                    <a:pt x="12351" y="162567"/>
                  </a:lnTo>
                  <a:lnTo>
                    <a:pt x="12106" y="159510"/>
                  </a:lnTo>
                  <a:lnTo>
                    <a:pt x="11861" y="156653"/>
                  </a:lnTo>
                  <a:lnTo>
                    <a:pt x="11763" y="155401"/>
                  </a:lnTo>
                  <a:lnTo>
                    <a:pt x="11665" y="154549"/>
                  </a:lnTo>
                  <a:lnTo>
                    <a:pt x="11371" y="152143"/>
                  </a:lnTo>
                  <a:lnTo>
                    <a:pt x="11028" y="151792"/>
                  </a:lnTo>
                  <a:lnTo>
                    <a:pt x="10929" y="151392"/>
                  </a:lnTo>
                  <a:lnTo>
                    <a:pt x="10635" y="149988"/>
                  </a:lnTo>
                  <a:lnTo>
                    <a:pt x="10586" y="149738"/>
                  </a:lnTo>
                  <a:lnTo>
                    <a:pt x="10341" y="148485"/>
                  </a:lnTo>
                  <a:lnTo>
                    <a:pt x="10145" y="147382"/>
                  </a:lnTo>
                  <a:lnTo>
                    <a:pt x="9410" y="143875"/>
                  </a:lnTo>
                  <a:lnTo>
                    <a:pt x="8724" y="140467"/>
                  </a:lnTo>
                  <a:lnTo>
                    <a:pt x="8724" y="140317"/>
                  </a:lnTo>
                  <a:lnTo>
                    <a:pt x="8577" y="140016"/>
                  </a:lnTo>
                  <a:lnTo>
                    <a:pt x="8234" y="139114"/>
                  </a:lnTo>
                  <a:lnTo>
                    <a:pt x="8038" y="138112"/>
                  </a:lnTo>
                  <a:lnTo>
                    <a:pt x="7842" y="137109"/>
                  </a:lnTo>
                  <a:lnTo>
                    <a:pt x="7450" y="135355"/>
                  </a:lnTo>
                  <a:lnTo>
                    <a:pt x="7057" y="133251"/>
                  </a:lnTo>
                  <a:lnTo>
                    <a:pt x="5832" y="127237"/>
                  </a:lnTo>
                  <a:lnTo>
                    <a:pt x="4656" y="121624"/>
                  </a:lnTo>
                  <a:lnTo>
                    <a:pt x="3283" y="115110"/>
                  </a:lnTo>
                  <a:lnTo>
                    <a:pt x="2450" y="111451"/>
                  </a:lnTo>
                  <a:lnTo>
                    <a:pt x="294" y="101128"/>
                  </a:lnTo>
                  <a:lnTo>
                    <a:pt x="245" y="98823"/>
                  </a:lnTo>
                  <a:lnTo>
                    <a:pt x="0" y="96117"/>
                  </a:lnTo>
                  <a:lnTo>
                    <a:pt x="833" y="94914"/>
                  </a:lnTo>
                  <a:lnTo>
                    <a:pt x="1176" y="92609"/>
                  </a:lnTo>
                  <a:lnTo>
                    <a:pt x="1176" y="92007"/>
                  </a:lnTo>
                  <a:lnTo>
                    <a:pt x="1078" y="91356"/>
                  </a:lnTo>
                  <a:lnTo>
                    <a:pt x="980" y="90905"/>
                  </a:lnTo>
                  <a:lnTo>
                    <a:pt x="1372" y="89752"/>
                  </a:lnTo>
                  <a:lnTo>
                    <a:pt x="2842" y="85292"/>
                  </a:lnTo>
                  <a:lnTo>
                    <a:pt x="3774" y="83388"/>
                  </a:lnTo>
                  <a:lnTo>
                    <a:pt x="3921" y="83187"/>
                  </a:lnTo>
                  <a:lnTo>
                    <a:pt x="5342" y="80632"/>
                  </a:lnTo>
                  <a:lnTo>
                    <a:pt x="10292" y="71311"/>
                  </a:lnTo>
                  <a:lnTo>
                    <a:pt x="14262" y="63794"/>
                  </a:lnTo>
                  <a:lnTo>
                    <a:pt x="14704" y="62992"/>
                  </a:lnTo>
                  <a:lnTo>
                    <a:pt x="18134" y="56527"/>
                  </a:lnTo>
                  <a:lnTo>
                    <a:pt x="18919" y="55024"/>
                  </a:lnTo>
                  <a:lnTo>
                    <a:pt x="20242" y="52518"/>
                  </a:lnTo>
                  <a:lnTo>
                    <a:pt x="20683" y="51716"/>
                  </a:lnTo>
                  <a:lnTo>
                    <a:pt x="21467" y="50263"/>
                  </a:lnTo>
                  <a:lnTo>
                    <a:pt x="21614" y="49912"/>
                  </a:lnTo>
                  <a:lnTo>
                    <a:pt x="22154" y="48008"/>
                  </a:lnTo>
                  <a:lnTo>
                    <a:pt x="22154" y="47858"/>
                  </a:lnTo>
                  <a:lnTo>
                    <a:pt x="22301" y="46855"/>
                  </a:lnTo>
                  <a:lnTo>
                    <a:pt x="22350" y="46705"/>
                  </a:lnTo>
                  <a:lnTo>
                    <a:pt x="22350" y="45252"/>
                  </a:lnTo>
                  <a:lnTo>
                    <a:pt x="22301" y="44801"/>
                  </a:lnTo>
                  <a:lnTo>
                    <a:pt x="22252" y="44600"/>
                  </a:lnTo>
                  <a:lnTo>
                    <a:pt x="22154" y="43849"/>
                  </a:lnTo>
                  <a:lnTo>
                    <a:pt x="11077" y="45352"/>
                  </a:lnTo>
                  <a:lnTo>
                    <a:pt x="10390" y="40691"/>
                  </a:lnTo>
                  <a:lnTo>
                    <a:pt x="10194" y="39138"/>
                  </a:lnTo>
                  <a:lnTo>
                    <a:pt x="9753" y="36031"/>
                  </a:lnTo>
                  <a:lnTo>
                    <a:pt x="9704" y="35530"/>
                  </a:lnTo>
                  <a:lnTo>
                    <a:pt x="9606" y="34678"/>
                  </a:lnTo>
                  <a:lnTo>
                    <a:pt x="9557" y="34076"/>
                  </a:lnTo>
                  <a:lnTo>
                    <a:pt x="9606" y="33625"/>
                  </a:lnTo>
                  <a:lnTo>
                    <a:pt x="9606" y="32774"/>
                  </a:lnTo>
                  <a:lnTo>
                    <a:pt x="9802" y="31220"/>
                  </a:lnTo>
                  <a:lnTo>
                    <a:pt x="10096" y="29667"/>
                  </a:lnTo>
                  <a:lnTo>
                    <a:pt x="10096" y="29416"/>
                  </a:lnTo>
                  <a:lnTo>
                    <a:pt x="10243" y="27862"/>
                  </a:lnTo>
                  <a:lnTo>
                    <a:pt x="10243" y="26610"/>
                  </a:lnTo>
                  <a:lnTo>
                    <a:pt x="10096" y="24956"/>
                  </a:lnTo>
                  <a:lnTo>
                    <a:pt x="16027" y="24154"/>
                  </a:lnTo>
                  <a:lnTo>
                    <a:pt x="19262" y="23703"/>
                  </a:lnTo>
                  <a:lnTo>
                    <a:pt x="22056" y="23252"/>
                  </a:lnTo>
                  <a:lnTo>
                    <a:pt x="30633" y="22099"/>
                  </a:lnTo>
                  <a:lnTo>
                    <a:pt x="30927" y="22049"/>
                  </a:lnTo>
                  <a:lnTo>
                    <a:pt x="39063" y="20796"/>
                  </a:lnTo>
                  <a:lnTo>
                    <a:pt x="41906" y="20396"/>
                  </a:lnTo>
                  <a:lnTo>
                    <a:pt x="46660" y="19744"/>
                  </a:lnTo>
                  <a:lnTo>
                    <a:pt x="47052" y="19644"/>
                  </a:lnTo>
                  <a:lnTo>
                    <a:pt x="48572" y="19443"/>
                  </a:lnTo>
                  <a:lnTo>
                    <a:pt x="55336" y="18541"/>
                  </a:lnTo>
                  <a:lnTo>
                    <a:pt x="55679" y="18491"/>
                  </a:lnTo>
                  <a:lnTo>
                    <a:pt x="59159" y="17990"/>
                  </a:lnTo>
                  <a:lnTo>
                    <a:pt x="59649" y="17940"/>
                  </a:lnTo>
                  <a:lnTo>
                    <a:pt x="61315" y="17689"/>
                  </a:lnTo>
                  <a:lnTo>
                    <a:pt x="62443" y="17539"/>
                  </a:lnTo>
                  <a:lnTo>
                    <a:pt x="62590" y="17489"/>
                  </a:lnTo>
                  <a:lnTo>
                    <a:pt x="63717" y="17339"/>
                  </a:lnTo>
                  <a:lnTo>
                    <a:pt x="66315" y="16336"/>
                  </a:lnTo>
                  <a:lnTo>
                    <a:pt x="68079" y="15535"/>
                  </a:lnTo>
                  <a:lnTo>
                    <a:pt x="69599" y="14683"/>
                  </a:lnTo>
                  <a:lnTo>
                    <a:pt x="71216" y="13580"/>
                  </a:lnTo>
                  <a:lnTo>
                    <a:pt x="71559" y="13330"/>
                  </a:lnTo>
                  <a:lnTo>
                    <a:pt x="72588" y="12678"/>
                  </a:lnTo>
                  <a:lnTo>
                    <a:pt x="73030" y="12327"/>
                  </a:lnTo>
                  <a:lnTo>
                    <a:pt x="73667" y="11926"/>
                  </a:lnTo>
                  <a:lnTo>
                    <a:pt x="74010" y="11726"/>
                  </a:lnTo>
                  <a:lnTo>
                    <a:pt x="74696" y="11275"/>
                  </a:lnTo>
                  <a:lnTo>
                    <a:pt x="75382" y="10874"/>
                  </a:lnTo>
                  <a:lnTo>
                    <a:pt x="75578" y="10724"/>
                  </a:lnTo>
                  <a:lnTo>
                    <a:pt x="76902" y="9872"/>
                  </a:lnTo>
                  <a:lnTo>
                    <a:pt x="77392" y="9571"/>
                  </a:lnTo>
                  <a:lnTo>
                    <a:pt x="78176" y="9170"/>
                  </a:lnTo>
                  <a:lnTo>
                    <a:pt x="79793" y="8368"/>
                  </a:lnTo>
                  <a:lnTo>
                    <a:pt x="80283" y="8168"/>
                  </a:lnTo>
                  <a:lnTo>
                    <a:pt x="81999" y="7667"/>
                  </a:lnTo>
                  <a:lnTo>
                    <a:pt x="83273" y="7316"/>
                  </a:lnTo>
                  <a:lnTo>
                    <a:pt x="84058" y="7166"/>
                  </a:lnTo>
                  <a:lnTo>
                    <a:pt x="88371" y="6163"/>
                  </a:lnTo>
                  <a:lnTo>
                    <a:pt x="90037" y="5612"/>
                  </a:lnTo>
                  <a:lnTo>
                    <a:pt x="90380" y="5512"/>
                  </a:lnTo>
                  <a:lnTo>
                    <a:pt x="90919" y="5211"/>
                  </a:lnTo>
                  <a:lnTo>
                    <a:pt x="91508" y="8619"/>
                  </a:lnTo>
                  <a:lnTo>
                    <a:pt x="92047" y="8569"/>
                  </a:lnTo>
                  <a:lnTo>
                    <a:pt x="92390" y="8419"/>
                  </a:lnTo>
                  <a:lnTo>
                    <a:pt x="93860" y="7316"/>
                  </a:lnTo>
                  <a:lnTo>
                    <a:pt x="94154" y="7867"/>
                  </a:lnTo>
                  <a:lnTo>
                    <a:pt x="94546" y="8870"/>
                  </a:lnTo>
                  <a:lnTo>
                    <a:pt x="96017" y="8870"/>
                  </a:lnTo>
                  <a:lnTo>
                    <a:pt x="96654" y="8920"/>
                  </a:lnTo>
                  <a:lnTo>
                    <a:pt x="96850" y="8920"/>
                  </a:lnTo>
                  <a:lnTo>
                    <a:pt x="98713" y="8920"/>
                  </a:lnTo>
                  <a:lnTo>
                    <a:pt x="101163" y="8970"/>
                  </a:lnTo>
                  <a:lnTo>
                    <a:pt x="102242" y="9020"/>
                  </a:lnTo>
                  <a:lnTo>
                    <a:pt x="103467" y="9020"/>
                  </a:lnTo>
                  <a:lnTo>
                    <a:pt x="103663" y="9020"/>
                  </a:lnTo>
                  <a:lnTo>
                    <a:pt x="104300" y="9070"/>
                  </a:lnTo>
                  <a:lnTo>
                    <a:pt x="104496" y="9070"/>
                  </a:lnTo>
                  <a:lnTo>
                    <a:pt x="104839" y="9070"/>
                  </a:lnTo>
                  <a:lnTo>
                    <a:pt x="105035" y="9070"/>
                  </a:lnTo>
                  <a:lnTo>
                    <a:pt x="107633" y="9120"/>
                  </a:lnTo>
                  <a:lnTo>
                    <a:pt x="109545" y="9120"/>
                  </a:lnTo>
                  <a:lnTo>
                    <a:pt x="110329" y="9020"/>
                  </a:lnTo>
                  <a:lnTo>
                    <a:pt x="119543" y="1603"/>
                  </a:lnTo>
                  <a:lnTo>
                    <a:pt x="1216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502179" y="4077964"/>
              <a:ext cx="261192" cy="130394"/>
            </a:xfrm>
            <a:custGeom>
              <a:avLst/>
              <a:pathLst>
                <a:path w="261192" h="130394">
                  <a:moveTo>
                    <a:pt x="59698" y="0"/>
                  </a:moveTo>
                  <a:lnTo>
                    <a:pt x="60090" y="2305"/>
                  </a:lnTo>
                  <a:lnTo>
                    <a:pt x="60531" y="5412"/>
                  </a:lnTo>
                  <a:lnTo>
                    <a:pt x="60825" y="7466"/>
                  </a:lnTo>
                  <a:lnTo>
                    <a:pt x="60972" y="8268"/>
                  </a:lnTo>
                  <a:lnTo>
                    <a:pt x="62001" y="14733"/>
                  </a:lnTo>
                  <a:lnTo>
                    <a:pt x="62100" y="15635"/>
                  </a:lnTo>
                  <a:lnTo>
                    <a:pt x="62149" y="15885"/>
                  </a:lnTo>
                  <a:lnTo>
                    <a:pt x="62198" y="16036"/>
                  </a:lnTo>
                  <a:lnTo>
                    <a:pt x="62541" y="18341"/>
                  </a:lnTo>
                  <a:lnTo>
                    <a:pt x="63129" y="22300"/>
                  </a:lnTo>
                  <a:lnTo>
                    <a:pt x="63178" y="22550"/>
                  </a:lnTo>
                  <a:lnTo>
                    <a:pt x="63227" y="22751"/>
                  </a:lnTo>
                  <a:lnTo>
                    <a:pt x="64011" y="28815"/>
                  </a:lnTo>
                  <a:lnTo>
                    <a:pt x="64060" y="29115"/>
                  </a:lnTo>
                  <a:lnTo>
                    <a:pt x="64207" y="30318"/>
                  </a:lnTo>
                  <a:lnTo>
                    <a:pt x="64403" y="31671"/>
                  </a:lnTo>
                  <a:lnTo>
                    <a:pt x="64452" y="32122"/>
                  </a:lnTo>
                  <a:lnTo>
                    <a:pt x="64746" y="32072"/>
                  </a:lnTo>
                  <a:lnTo>
                    <a:pt x="70040" y="31370"/>
                  </a:lnTo>
                  <a:lnTo>
                    <a:pt x="70236" y="32874"/>
                  </a:lnTo>
                  <a:lnTo>
                    <a:pt x="75676" y="32122"/>
                  </a:lnTo>
                  <a:lnTo>
                    <a:pt x="76117" y="32072"/>
                  </a:lnTo>
                  <a:lnTo>
                    <a:pt x="81215" y="31370"/>
                  </a:lnTo>
                  <a:lnTo>
                    <a:pt x="81362" y="31370"/>
                  </a:lnTo>
                  <a:lnTo>
                    <a:pt x="81509" y="31320"/>
                  </a:lnTo>
                  <a:lnTo>
                    <a:pt x="86753" y="30569"/>
                  </a:lnTo>
                  <a:lnTo>
                    <a:pt x="86165" y="26560"/>
                  </a:lnTo>
                  <a:lnTo>
                    <a:pt x="87783" y="26359"/>
                  </a:lnTo>
                  <a:lnTo>
                    <a:pt x="93909" y="25457"/>
                  </a:lnTo>
                  <a:lnTo>
                    <a:pt x="94154" y="25457"/>
                  </a:lnTo>
                  <a:lnTo>
                    <a:pt x="94546" y="25407"/>
                  </a:lnTo>
                  <a:lnTo>
                    <a:pt x="95331" y="25257"/>
                  </a:lnTo>
                  <a:lnTo>
                    <a:pt x="96409" y="25106"/>
                  </a:lnTo>
                  <a:lnTo>
                    <a:pt x="97683" y="24956"/>
                  </a:lnTo>
                  <a:lnTo>
                    <a:pt x="98222" y="24856"/>
                  </a:lnTo>
                  <a:lnTo>
                    <a:pt x="99056" y="24755"/>
                  </a:lnTo>
                  <a:lnTo>
                    <a:pt x="99350" y="24705"/>
                  </a:lnTo>
                  <a:lnTo>
                    <a:pt x="101016" y="24455"/>
                  </a:lnTo>
                  <a:lnTo>
                    <a:pt x="101604" y="24405"/>
                  </a:lnTo>
                  <a:lnTo>
                    <a:pt x="102830" y="24204"/>
                  </a:lnTo>
                  <a:lnTo>
                    <a:pt x="103810" y="24054"/>
                  </a:lnTo>
                  <a:lnTo>
                    <a:pt x="104888" y="23904"/>
                  </a:lnTo>
                  <a:lnTo>
                    <a:pt x="106212" y="23703"/>
                  </a:lnTo>
                  <a:lnTo>
                    <a:pt x="106408" y="23703"/>
                  </a:lnTo>
                  <a:lnTo>
                    <a:pt x="111015" y="23052"/>
                  </a:lnTo>
                  <a:lnTo>
                    <a:pt x="118808" y="21899"/>
                  </a:lnTo>
                  <a:lnTo>
                    <a:pt x="132483" y="20045"/>
                  </a:lnTo>
                  <a:lnTo>
                    <a:pt x="132483" y="20195"/>
                  </a:lnTo>
                  <a:lnTo>
                    <a:pt x="132973" y="23402"/>
                  </a:lnTo>
                  <a:lnTo>
                    <a:pt x="133610" y="27662"/>
                  </a:lnTo>
                  <a:lnTo>
                    <a:pt x="133659" y="27913"/>
                  </a:lnTo>
                  <a:lnTo>
                    <a:pt x="133904" y="27913"/>
                  </a:lnTo>
                  <a:lnTo>
                    <a:pt x="134933" y="28063"/>
                  </a:lnTo>
                  <a:lnTo>
                    <a:pt x="141011" y="28865"/>
                  </a:lnTo>
                  <a:lnTo>
                    <a:pt x="145471" y="29416"/>
                  </a:lnTo>
                  <a:lnTo>
                    <a:pt x="149294" y="29917"/>
                  </a:lnTo>
                  <a:lnTo>
                    <a:pt x="151206" y="30168"/>
                  </a:lnTo>
                  <a:lnTo>
                    <a:pt x="150079" y="33826"/>
                  </a:lnTo>
                  <a:lnTo>
                    <a:pt x="150422" y="33776"/>
                  </a:lnTo>
                  <a:lnTo>
                    <a:pt x="153902" y="33275"/>
                  </a:lnTo>
                  <a:lnTo>
                    <a:pt x="186251" y="28564"/>
                  </a:lnTo>
                  <a:lnTo>
                    <a:pt x="204336" y="25958"/>
                  </a:lnTo>
                  <a:lnTo>
                    <a:pt x="219678" y="23853"/>
                  </a:lnTo>
                  <a:lnTo>
                    <a:pt x="227275" y="22801"/>
                  </a:lnTo>
                  <a:lnTo>
                    <a:pt x="227618" y="22751"/>
                  </a:lnTo>
                  <a:lnTo>
                    <a:pt x="230510" y="22300"/>
                  </a:lnTo>
                  <a:lnTo>
                    <a:pt x="231588" y="22150"/>
                  </a:lnTo>
                  <a:lnTo>
                    <a:pt x="237372" y="21248"/>
                  </a:lnTo>
                  <a:lnTo>
                    <a:pt x="243890" y="20245"/>
                  </a:lnTo>
                  <a:lnTo>
                    <a:pt x="249919" y="19393"/>
                  </a:lnTo>
                  <a:lnTo>
                    <a:pt x="260996" y="17890"/>
                  </a:lnTo>
                  <a:lnTo>
                    <a:pt x="261094" y="18642"/>
                  </a:lnTo>
                  <a:lnTo>
                    <a:pt x="261143" y="18842"/>
                  </a:lnTo>
                  <a:lnTo>
                    <a:pt x="261192" y="19293"/>
                  </a:lnTo>
                  <a:lnTo>
                    <a:pt x="261192" y="20746"/>
                  </a:lnTo>
                  <a:lnTo>
                    <a:pt x="261143" y="20897"/>
                  </a:lnTo>
                  <a:lnTo>
                    <a:pt x="260996" y="21899"/>
                  </a:lnTo>
                  <a:lnTo>
                    <a:pt x="260996" y="22049"/>
                  </a:lnTo>
                  <a:lnTo>
                    <a:pt x="260457" y="23954"/>
                  </a:lnTo>
                  <a:lnTo>
                    <a:pt x="260310" y="24304"/>
                  </a:lnTo>
                  <a:lnTo>
                    <a:pt x="259526" y="25758"/>
                  </a:lnTo>
                  <a:lnTo>
                    <a:pt x="259084" y="26560"/>
                  </a:lnTo>
                  <a:lnTo>
                    <a:pt x="257761" y="29065"/>
                  </a:lnTo>
                  <a:lnTo>
                    <a:pt x="256977" y="30569"/>
                  </a:lnTo>
                  <a:lnTo>
                    <a:pt x="253546" y="37033"/>
                  </a:lnTo>
                  <a:lnTo>
                    <a:pt x="253105" y="37835"/>
                  </a:lnTo>
                  <a:lnTo>
                    <a:pt x="249135" y="45352"/>
                  </a:lnTo>
                  <a:lnTo>
                    <a:pt x="244184" y="54673"/>
                  </a:lnTo>
                  <a:lnTo>
                    <a:pt x="242763" y="57229"/>
                  </a:lnTo>
                  <a:lnTo>
                    <a:pt x="242616" y="57429"/>
                  </a:lnTo>
                  <a:lnTo>
                    <a:pt x="241685" y="59334"/>
                  </a:lnTo>
                  <a:lnTo>
                    <a:pt x="240214" y="63794"/>
                  </a:lnTo>
                  <a:lnTo>
                    <a:pt x="239822" y="64946"/>
                  </a:lnTo>
                  <a:lnTo>
                    <a:pt x="239920" y="65497"/>
                  </a:lnTo>
                  <a:lnTo>
                    <a:pt x="240018" y="66049"/>
                  </a:lnTo>
                  <a:lnTo>
                    <a:pt x="240018" y="66650"/>
                  </a:lnTo>
                  <a:lnTo>
                    <a:pt x="239675" y="68955"/>
                  </a:lnTo>
                  <a:lnTo>
                    <a:pt x="238842" y="70158"/>
                  </a:lnTo>
                  <a:lnTo>
                    <a:pt x="239087" y="72864"/>
                  </a:lnTo>
                  <a:lnTo>
                    <a:pt x="239136" y="75169"/>
                  </a:lnTo>
                  <a:lnTo>
                    <a:pt x="241293" y="85493"/>
                  </a:lnTo>
                  <a:lnTo>
                    <a:pt x="242126" y="89151"/>
                  </a:lnTo>
                  <a:lnTo>
                    <a:pt x="243498" y="95666"/>
                  </a:lnTo>
                  <a:lnTo>
                    <a:pt x="244675" y="101278"/>
                  </a:lnTo>
                  <a:lnTo>
                    <a:pt x="245900" y="107292"/>
                  </a:lnTo>
                  <a:lnTo>
                    <a:pt x="246292" y="109397"/>
                  </a:lnTo>
                  <a:lnTo>
                    <a:pt x="246684" y="111151"/>
                  </a:lnTo>
                  <a:lnTo>
                    <a:pt x="241293" y="112153"/>
                  </a:lnTo>
                  <a:lnTo>
                    <a:pt x="239136" y="112554"/>
                  </a:lnTo>
                  <a:lnTo>
                    <a:pt x="237960" y="112754"/>
                  </a:lnTo>
                  <a:lnTo>
                    <a:pt x="236342" y="113055"/>
                  </a:lnTo>
                  <a:lnTo>
                    <a:pt x="231735" y="113907"/>
                  </a:lnTo>
                  <a:lnTo>
                    <a:pt x="231000" y="114057"/>
                  </a:lnTo>
                  <a:lnTo>
                    <a:pt x="228157" y="114558"/>
                  </a:lnTo>
                  <a:lnTo>
                    <a:pt x="227324" y="114709"/>
                  </a:lnTo>
                  <a:lnTo>
                    <a:pt x="225755" y="115009"/>
                  </a:lnTo>
                  <a:lnTo>
                    <a:pt x="224775" y="113606"/>
                  </a:lnTo>
                  <a:lnTo>
                    <a:pt x="222913" y="110950"/>
                  </a:lnTo>
                  <a:lnTo>
                    <a:pt x="222815" y="110750"/>
                  </a:lnTo>
                  <a:lnTo>
                    <a:pt x="218256" y="104185"/>
                  </a:lnTo>
                  <a:lnTo>
                    <a:pt x="217080" y="102531"/>
                  </a:lnTo>
                  <a:lnTo>
                    <a:pt x="216933" y="101529"/>
                  </a:lnTo>
                  <a:lnTo>
                    <a:pt x="216982" y="100727"/>
                  </a:lnTo>
                  <a:lnTo>
                    <a:pt x="217423" y="97119"/>
                  </a:lnTo>
                  <a:lnTo>
                    <a:pt x="217668" y="95666"/>
                  </a:lnTo>
                  <a:lnTo>
                    <a:pt x="217913" y="94663"/>
                  </a:lnTo>
                  <a:lnTo>
                    <a:pt x="218060" y="94363"/>
                  </a:lnTo>
                  <a:lnTo>
                    <a:pt x="218795" y="92909"/>
                  </a:lnTo>
                  <a:lnTo>
                    <a:pt x="218844" y="92759"/>
                  </a:lnTo>
                  <a:lnTo>
                    <a:pt x="218991" y="92458"/>
                  </a:lnTo>
                  <a:lnTo>
                    <a:pt x="218795" y="92358"/>
                  </a:lnTo>
                  <a:lnTo>
                    <a:pt x="217864" y="91807"/>
                  </a:lnTo>
                  <a:lnTo>
                    <a:pt x="217227" y="91456"/>
                  </a:lnTo>
                  <a:lnTo>
                    <a:pt x="217031" y="91356"/>
                  </a:lnTo>
                  <a:lnTo>
                    <a:pt x="216933" y="91155"/>
                  </a:lnTo>
                  <a:lnTo>
                    <a:pt x="216835" y="90905"/>
                  </a:lnTo>
                  <a:lnTo>
                    <a:pt x="216835" y="90704"/>
                  </a:lnTo>
                  <a:lnTo>
                    <a:pt x="217031" y="89201"/>
                  </a:lnTo>
                  <a:lnTo>
                    <a:pt x="217178" y="88249"/>
                  </a:lnTo>
                  <a:lnTo>
                    <a:pt x="217178" y="88048"/>
                  </a:lnTo>
                  <a:lnTo>
                    <a:pt x="217325" y="86796"/>
                  </a:lnTo>
                  <a:lnTo>
                    <a:pt x="217374" y="86395"/>
                  </a:lnTo>
                  <a:lnTo>
                    <a:pt x="217423" y="86094"/>
                  </a:lnTo>
                  <a:lnTo>
                    <a:pt x="216688" y="85944"/>
                  </a:lnTo>
                  <a:lnTo>
                    <a:pt x="213453" y="85443"/>
                  </a:lnTo>
                  <a:lnTo>
                    <a:pt x="213061" y="85342"/>
                  </a:lnTo>
                  <a:lnTo>
                    <a:pt x="212571" y="85292"/>
                  </a:lnTo>
                  <a:lnTo>
                    <a:pt x="210610" y="84941"/>
                  </a:lnTo>
                  <a:lnTo>
                    <a:pt x="206199" y="84240"/>
                  </a:lnTo>
                  <a:lnTo>
                    <a:pt x="201886" y="84741"/>
                  </a:lnTo>
                  <a:lnTo>
                    <a:pt x="194730" y="85493"/>
                  </a:lnTo>
                  <a:lnTo>
                    <a:pt x="190858" y="85944"/>
                  </a:lnTo>
                  <a:lnTo>
                    <a:pt x="187427" y="86294"/>
                  </a:lnTo>
                  <a:lnTo>
                    <a:pt x="185858" y="86495"/>
                  </a:lnTo>
                  <a:lnTo>
                    <a:pt x="183212" y="86796"/>
                  </a:lnTo>
                  <a:lnTo>
                    <a:pt x="182918" y="86796"/>
                  </a:lnTo>
                  <a:lnTo>
                    <a:pt x="182722" y="86846"/>
                  </a:lnTo>
                  <a:lnTo>
                    <a:pt x="180222" y="87096"/>
                  </a:lnTo>
                  <a:lnTo>
                    <a:pt x="178163" y="87347"/>
                  </a:lnTo>
                  <a:lnTo>
                    <a:pt x="174928" y="87698"/>
                  </a:lnTo>
                  <a:lnTo>
                    <a:pt x="171645" y="88048"/>
                  </a:lnTo>
                  <a:lnTo>
                    <a:pt x="169488" y="88299"/>
                  </a:lnTo>
                  <a:lnTo>
                    <a:pt x="166155" y="88650"/>
                  </a:lnTo>
                  <a:lnTo>
                    <a:pt x="165420" y="88750"/>
                  </a:lnTo>
                  <a:lnTo>
                    <a:pt x="164685" y="88800"/>
                  </a:lnTo>
                  <a:lnTo>
                    <a:pt x="164292" y="88850"/>
                  </a:lnTo>
                  <a:lnTo>
                    <a:pt x="164096" y="88900"/>
                  </a:lnTo>
                  <a:lnTo>
                    <a:pt x="156352" y="90253"/>
                  </a:lnTo>
                  <a:lnTo>
                    <a:pt x="154343" y="90554"/>
                  </a:lnTo>
                  <a:lnTo>
                    <a:pt x="153804" y="90654"/>
                  </a:lnTo>
                  <a:lnTo>
                    <a:pt x="153412" y="90704"/>
                  </a:lnTo>
                  <a:lnTo>
                    <a:pt x="152774" y="90855"/>
                  </a:lnTo>
                  <a:lnTo>
                    <a:pt x="151402" y="91055"/>
                  </a:lnTo>
                  <a:lnTo>
                    <a:pt x="150863" y="91105"/>
                  </a:lnTo>
                  <a:lnTo>
                    <a:pt x="148804" y="91406"/>
                  </a:lnTo>
                  <a:lnTo>
                    <a:pt x="147481" y="91606"/>
                  </a:lnTo>
                  <a:lnTo>
                    <a:pt x="145667" y="91907"/>
                  </a:lnTo>
                  <a:lnTo>
                    <a:pt x="144638" y="92108"/>
                  </a:lnTo>
                  <a:lnTo>
                    <a:pt x="144393" y="92158"/>
                  </a:lnTo>
                  <a:lnTo>
                    <a:pt x="144001" y="92258"/>
                  </a:lnTo>
                  <a:lnTo>
                    <a:pt x="143413" y="92358"/>
                  </a:lnTo>
                  <a:lnTo>
                    <a:pt x="138806" y="98372"/>
                  </a:lnTo>
                  <a:lnTo>
                    <a:pt x="130522" y="109196"/>
                  </a:lnTo>
                  <a:lnTo>
                    <a:pt x="130277" y="109447"/>
                  </a:lnTo>
                  <a:lnTo>
                    <a:pt x="126503" y="114408"/>
                  </a:lnTo>
                  <a:lnTo>
                    <a:pt x="123758" y="117966"/>
                  </a:lnTo>
                  <a:lnTo>
                    <a:pt x="120867" y="121775"/>
                  </a:lnTo>
                  <a:lnTo>
                    <a:pt x="118514" y="124832"/>
                  </a:lnTo>
                  <a:lnTo>
                    <a:pt x="118318" y="124681"/>
                  </a:lnTo>
                  <a:lnTo>
                    <a:pt x="118122" y="124531"/>
                  </a:lnTo>
                  <a:lnTo>
                    <a:pt x="117877" y="124481"/>
                  </a:lnTo>
                  <a:lnTo>
                    <a:pt x="117632" y="124381"/>
                  </a:lnTo>
                  <a:lnTo>
                    <a:pt x="117338" y="124381"/>
                  </a:lnTo>
                  <a:lnTo>
                    <a:pt x="117093" y="124381"/>
                  </a:lnTo>
                  <a:lnTo>
                    <a:pt x="116848" y="124431"/>
                  </a:lnTo>
                  <a:lnTo>
                    <a:pt x="116602" y="124531"/>
                  </a:lnTo>
                  <a:lnTo>
                    <a:pt x="116406" y="124681"/>
                  </a:lnTo>
                  <a:lnTo>
                    <a:pt x="116161" y="124832"/>
                  </a:lnTo>
                  <a:lnTo>
                    <a:pt x="116014" y="124982"/>
                  </a:lnTo>
                  <a:lnTo>
                    <a:pt x="115426" y="124431"/>
                  </a:lnTo>
                  <a:lnTo>
                    <a:pt x="114397" y="123328"/>
                  </a:lnTo>
                  <a:lnTo>
                    <a:pt x="113515" y="122476"/>
                  </a:lnTo>
                  <a:lnTo>
                    <a:pt x="112142" y="121073"/>
                  </a:lnTo>
                  <a:lnTo>
                    <a:pt x="110721" y="119620"/>
                  </a:lnTo>
                  <a:lnTo>
                    <a:pt x="108270" y="122025"/>
                  </a:lnTo>
                  <a:lnTo>
                    <a:pt x="106849" y="123478"/>
                  </a:lnTo>
                  <a:lnTo>
                    <a:pt x="106702" y="123629"/>
                  </a:lnTo>
                  <a:lnTo>
                    <a:pt x="104692" y="121624"/>
                  </a:lnTo>
                  <a:lnTo>
                    <a:pt x="103173" y="120021"/>
                  </a:lnTo>
                  <a:lnTo>
                    <a:pt x="100428" y="117164"/>
                  </a:lnTo>
                  <a:lnTo>
                    <a:pt x="99791" y="116513"/>
                  </a:lnTo>
                  <a:lnTo>
                    <a:pt x="98418" y="117866"/>
                  </a:lnTo>
                  <a:lnTo>
                    <a:pt x="95331" y="120822"/>
                  </a:lnTo>
                  <a:lnTo>
                    <a:pt x="91949" y="124080"/>
                  </a:lnTo>
                  <a:lnTo>
                    <a:pt x="91213" y="124832"/>
                  </a:lnTo>
                  <a:lnTo>
                    <a:pt x="86704" y="129191"/>
                  </a:lnTo>
                  <a:lnTo>
                    <a:pt x="86263" y="128841"/>
                  </a:lnTo>
                  <a:lnTo>
                    <a:pt x="85822" y="128540"/>
                  </a:lnTo>
                  <a:lnTo>
                    <a:pt x="85381" y="128239"/>
                  </a:lnTo>
                  <a:lnTo>
                    <a:pt x="84891" y="127989"/>
                  </a:lnTo>
                  <a:lnTo>
                    <a:pt x="84401" y="127788"/>
                  </a:lnTo>
                  <a:lnTo>
                    <a:pt x="83861" y="127588"/>
                  </a:lnTo>
                  <a:lnTo>
                    <a:pt x="83371" y="127437"/>
                  </a:lnTo>
                  <a:lnTo>
                    <a:pt x="82832" y="127287"/>
                  </a:lnTo>
                  <a:lnTo>
                    <a:pt x="82342" y="127187"/>
                  </a:lnTo>
                  <a:lnTo>
                    <a:pt x="81803" y="127087"/>
                  </a:lnTo>
                  <a:lnTo>
                    <a:pt x="81264" y="127087"/>
                  </a:lnTo>
                  <a:lnTo>
                    <a:pt x="80725" y="127037"/>
                  </a:lnTo>
                  <a:lnTo>
                    <a:pt x="80185" y="127087"/>
                  </a:lnTo>
                  <a:lnTo>
                    <a:pt x="71559" y="127337"/>
                  </a:lnTo>
                  <a:lnTo>
                    <a:pt x="69353" y="129442"/>
                  </a:lnTo>
                  <a:lnTo>
                    <a:pt x="67834" y="127888"/>
                  </a:lnTo>
                  <a:lnTo>
                    <a:pt x="66952" y="126986"/>
                  </a:lnTo>
                  <a:lnTo>
                    <a:pt x="66217" y="126285"/>
                  </a:lnTo>
                  <a:lnTo>
                    <a:pt x="63374" y="123378"/>
                  </a:lnTo>
                  <a:lnTo>
                    <a:pt x="61511" y="121474"/>
                  </a:lnTo>
                  <a:lnTo>
                    <a:pt x="61021" y="120973"/>
                  </a:lnTo>
                  <a:lnTo>
                    <a:pt x="60188" y="120121"/>
                  </a:lnTo>
                  <a:lnTo>
                    <a:pt x="59943" y="119820"/>
                  </a:lnTo>
                  <a:lnTo>
                    <a:pt x="59257" y="119169"/>
                  </a:lnTo>
                  <a:lnTo>
                    <a:pt x="59012" y="118918"/>
                  </a:lnTo>
                  <a:lnTo>
                    <a:pt x="58227" y="118116"/>
                  </a:lnTo>
                  <a:lnTo>
                    <a:pt x="56463" y="116262"/>
                  </a:lnTo>
                  <a:lnTo>
                    <a:pt x="48180" y="124280"/>
                  </a:lnTo>
                  <a:lnTo>
                    <a:pt x="47444" y="124982"/>
                  </a:lnTo>
                  <a:lnTo>
                    <a:pt x="46807" y="125583"/>
                  </a:lnTo>
                  <a:lnTo>
                    <a:pt x="45925" y="126134"/>
                  </a:lnTo>
                  <a:lnTo>
                    <a:pt x="45680" y="125834"/>
                  </a:lnTo>
                  <a:lnTo>
                    <a:pt x="45435" y="125583"/>
                  </a:lnTo>
                  <a:lnTo>
                    <a:pt x="45190" y="125333"/>
                  </a:lnTo>
                  <a:lnTo>
                    <a:pt x="44798" y="124932"/>
                  </a:lnTo>
                  <a:lnTo>
                    <a:pt x="44406" y="124531"/>
                  </a:lnTo>
                  <a:lnTo>
                    <a:pt x="44014" y="124030"/>
                  </a:lnTo>
                  <a:lnTo>
                    <a:pt x="43818" y="123829"/>
                  </a:lnTo>
                  <a:lnTo>
                    <a:pt x="43474" y="123478"/>
                  </a:lnTo>
                  <a:lnTo>
                    <a:pt x="42935" y="122877"/>
                  </a:lnTo>
                  <a:lnTo>
                    <a:pt x="42592" y="122526"/>
                  </a:lnTo>
                  <a:lnTo>
                    <a:pt x="42298" y="122226"/>
                  </a:lnTo>
                  <a:lnTo>
                    <a:pt x="42151" y="122025"/>
                  </a:lnTo>
                  <a:lnTo>
                    <a:pt x="41563" y="121374"/>
                  </a:lnTo>
                  <a:lnTo>
                    <a:pt x="40975" y="120622"/>
                  </a:lnTo>
                  <a:lnTo>
                    <a:pt x="40485" y="120121"/>
                  </a:lnTo>
                  <a:lnTo>
                    <a:pt x="39847" y="119419"/>
                  </a:lnTo>
                  <a:lnTo>
                    <a:pt x="39602" y="119119"/>
                  </a:lnTo>
                  <a:lnTo>
                    <a:pt x="38965" y="118417"/>
                  </a:lnTo>
                  <a:lnTo>
                    <a:pt x="38475" y="117866"/>
                  </a:lnTo>
                  <a:lnTo>
                    <a:pt x="38279" y="117665"/>
                  </a:lnTo>
                  <a:lnTo>
                    <a:pt x="38132" y="117415"/>
                  </a:lnTo>
                  <a:lnTo>
                    <a:pt x="37985" y="117264"/>
                  </a:lnTo>
                  <a:lnTo>
                    <a:pt x="37691" y="116964"/>
                  </a:lnTo>
                  <a:lnTo>
                    <a:pt x="37495" y="119018"/>
                  </a:lnTo>
                  <a:lnTo>
                    <a:pt x="37446" y="119520"/>
                  </a:lnTo>
                  <a:lnTo>
                    <a:pt x="37103" y="121173"/>
                  </a:lnTo>
                  <a:lnTo>
                    <a:pt x="36907" y="121725"/>
                  </a:lnTo>
                  <a:lnTo>
                    <a:pt x="36760" y="121975"/>
                  </a:lnTo>
                  <a:lnTo>
                    <a:pt x="36318" y="122426"/>
                  </a:lnTo>
                  <a:lnTo>
                    <a:pt x="35926" y="122777"/>
                  </a:lnTo>
                  <a:lnTo>
                    <a:pt x="35681" y="122927"/>
                  </a:lnTo>
                  <a:lnTo>
                    <a:pt x="34799" y="123178"/>
                  </a:lnTo>
                  <a:lnTo>
                    <a:pt x="34113" y="123178"/>
                  </a:lnTo>
                  <a:lnTo>
                    <a:pt x="33035" y="123228"/>
                  </a:lnTo>
                  <a:lnTo>
                    <a:pt x="32103" y="123228"/>
                  </a:lnTo>
                  <a:lnTo>
                    <a:pt x="31956" y="123278"/>
                  </a:lnTo>
                  <a:lnTo>
                    <a:pt x="31466" y="123428"/>
                  </a:lnTo>
                  <a:lnTo>
                    <a:pt x="31221" y="123579"/>
                  </a:lnTo>
                  <a:lnTo>
                    <a:pt x="30829" y="123930"/>
                  </a:lnTo>
                  <a:lnTo>
                    <a:pt x="30486" y="124230"/>
                  </a:lnTo>
                  <a:lnTo>
                    <a:pt x="30143" y="124481"/>
                  </a:lnTo>
                  <a:lnTo>
                    <a:pt x="29898" y="124631"/>
                  </a:lnTo>
                  <a:lnTo>
                    <a:pt x="29653" y="124781"/>
                  </a:lnTo>
                  <a:lnTo>
                    <a:pt x="29261" y="124982"/>
                  </a:lnTo>
                  <a:lnTo>
                    <a:pt x="28966" y="125232"/>
                  </a:lnTo>
                  <a:lnTo>
                    <a:pt x="28819" y="125483"/>
                  </a:lnTo>
                  <a:lnTo>
                    <a:pt x="28721" y="125834"/>
                  </a:lnTo>
                  <a:lnTo>
                    <a:pt x="28770" y="126185"/>
                  </a:lnTo>
                  <a:lnTo>
                    <a:pt x="28819" y="126535"/>
                  </a:lnTo>
                  <a:lnTo>
                    <a:pt x="28917" y="126986"/>
                  </a:lnTo>
                  <a:lnTo>
                    <a:pt x="28721" y="127337"/>
                  </a:lnTo>
                  <a:lnTo>
                    <a:pt x="28574" y="127588"/>
                  </a:lnTo>
                  <a:lnTo>
                    <a:pt x="28280" y="127838"/>
                  </a:lnTo>
                  <a:lnTo>
                    <a:pt x="27839" y="128189"/>
                  </a:lnTo>
                  <a:lnTo>
                    <a:pt x="26908" y="128640"/>
                  </a:lnTo>
                  <a:lnTo>
                    <a:pt x="26565" y="128790"/>
                  </a:lnTo>
                  <a:lnTo>
                    <a:pt x="25732" y="129191"/>
                  </a:lnTo>
                  <a:lnTo>
                    <a:pt x="25241" y="129442"/>
                  </a:lnTo>
                  <a:lnTo>
                    <a:pt x="24947" y="129592"/>
                  </a:lnTo>
                  <a:lnTo>
                    <a:pt x="24555" y="129693"/>
                  </a:lnTo>
                  <a:lnTo>
                    <a:pt x="23869" y="129843"/>
                  </a:lnTo>
                  <a:lnTo>
                    <a:pt x="23036" y="130394"/>
                  </a:lnTo>
                  <a:lnTo>
                    <a:pt x="22889" y="130294"/>
                  </a:lnTo>
                  <a:lnTo>
                    <a:pt x="20585" y="129191"/>
                  </a:lnTo>
                  <a:lnTo>
                    <a:pt x="19017" y="127888"/>
                  </a:lnTo>
                  <a:lnTo>
                    <a:pt x="17448" y="126986"/>
                  </a:lnTo>
                  <a:lnTo>
                    <a:pt x="15537" y="125383"/>
                  </a:lnTo>
                  <a:lnTo>
                    <a:pt x="14262" y="124180"/>
                  </a:lnTo>
                  <a:lnTo>
                    <a:pt x="12792" y="122927"/>
                  </a:lnTo>
                  <a:lnTo>
                    <a:pt x="11861" y="122176"/>
                  </a:lnTo>
                  <a:lnTo>
                    <a:pt x="10635" y="121223"/>
                  </a:lnTo>
                  <a:lnTo>
                    <a:pt x="9900" y="120371"/>
                  </a:lnTo>
                  <a:lnTo>
                    <a:pt x="8724" y="119720"/>
                  </a:lnTo>
                  <a:lnTo>
                    <a:pt x="7793" y="118768"/>
                  </a:lnTo>
                  <a:lnTo>
                    <a:pt x="7106" y="118116"/>
                  </a:lnTo>
                  <a:lnTo>
                    <a:pt x="6126" y="117465"/>
                  </a:lnTo>
                  <a:lnTo>
                    <a:pt x="5048" y="116362"/>
                  </a:lnTo>
                  <a:lnTo>
                    <a:pt x="3725" y="115410"/>
                  </a:lnTo>
                  <a:lnTo>
                    <a:pt x="2548" y="114859"/>
                  </a:lnTo>
                  <a:lnTo>
                    <a:pt x="833" y="113957"/>
                  </a:lnTo>
                  <a:lnTo>
                    <a:pt x="392" y="113606"/>
                  </a:lnTo>
                  <a:lnTo>
                    <a:pt x="1813" y="109747"/>
                  </a:lnTo>
                  <a:lnTo>
                    <a:pt x="2205" y="105438"/>
                  </a:lnTo>
                  <a:lnTo>
                    <a:pt x="2597" y="100527"/>
                  </a:lnTo>
                  <a:lnTo>
                    <a:pt x="2450" y="98522"/>
                  </a:lnTo>
                  <a:lnTo>
                    <a:pt x="2352" y="97921"/>
                  </a:lnTo>
                  <a:lnTo>
                    <a:pt x="2058" y="97019"/>
                  </a:lnTo>
                  <a:lnTo>
                    <a:pt x="1617" y="95716"/>
                  </a:lnTo>
                  <a:lnTo>
                    <a:pt x="1029" y="94463"/>
                  </a:lnTo>
                  <a:lnTo>
                    <a:pt x="882" y="94012"/>
                  </a:lnTo>
                  <a:lnTo>
                    <a:pt x="784" y="93210"/>
                  </a:lnTo>
                  <a:lnTo>
                    <a:pt x="784" y="92809"/>
                  </a:lnTo>
                  <a:lnTo>
                    <a:pt x="931" y="91907"/>
                  </a:lnTo>
                  <a:lnTo>
                    <a:pt x="1519" y="89802"/>
                  </a:lnTo>
                  <a:lnTo>
                    <a:pt x="833" y="87748"/>
                  </a:lnTo>
                  <a:lnTo>
                    <a:pt x="245" y="85242"/>
                  </a:lnTo>
                  <a:lnTo>
                    <a:pt x="490" y="83187"/>
                  </a:lnTo>
                  <a:lnTo>
                    <a:pt x="980" y="81133"/>
                  </a:lnTo>
                  <a:lnTo>
                    <a:pt x="784" y="80632"/>
                  </a:lnTo>
                  <a:lnTo>
                    <a:pt x="1029" y="79880"/>
                  </a:lnTo>
                  <a:lnTo>
                    <a:pt x="0" y="79479"/>
                  </a:lnTo>
                  <a:lnTo>
                    <a:pt x="2009" y="75620"/>
                  </a:lnTo>
                  <a:lnTo>
                    <a:pt x="2842" y="74067"/>
                  </a:lnTo>
                  <a:lnTo>
                    <a:pt x="3087" y="74167"/>
                  </a:lnTo>
                  <a:lnTo>
                    <a:pt x="3528" y="74418"/>
                  </a:lnTo>
                  <a:lnTo>
                    <a:pt x="4362" y="74668"/>
                  </a:lnTo>
                  <a:lnTo>
                    <a:pt x="4803" y="73766"/>
                  </a:lnTo>
                  <a:lnTo>
                    <a:pt x="5832" y="71461"/>
                  </a:lnTo>
                  <a:lnTo>
                    <a:pt x="5930" y="71261"/>
                  </a:lnTo>
                  <a:lnTo>
                    <a:pt x="6665" y="69657"/>
                  </a:lnTo>
                  <a:lnTo>
                    <a:pt x="7204" y="67702"/>
                  </a:lnTo>
                  <a:lnTo>
                    <a:pt x="7450" y="67201"/>
                  </a:lnTo>
                  <a:lnTo>
                    <a:pt x="7646" y="66901"/>
                  </a:lnTo>
                  <a:lnTo>
                    <a:pt x="8332" y="65447"/>
                  </a:lnTo>
                  <a:lnTo>
                    <a:pt x="10390" y="61238"/>
                  </a:lnTo>
                  <a:lnTo>
                    <a:pt x="10488" y="61088"/>
                  </a:lnTo>
                  <a:lnTo>
                    <a:pt x="10635" y="60737"/>
                  </a:lnTo>
                  <a:lnTo>
                    <a:pt x="10782" y="60035"/>
                  </a:lnTo>
                  <a:lnTo>
                    <a:pt x="11714" y="58031"/>
                  </a:lnTo>
                  <a:lnTo>
                    <a:pt x="11812" y="57830"/>
                  </a:lnTo>
                  <a:lnTo>
                    <a:pt x="9606" y="56577"/>
                  </a:lnTo>
                  <a:lnTo>
                    <a:pt x="11518" y="51516"/>
                  </a:lnTo>
                  <a:lnTo>
                    <a:pt x="12106" y="50063"/>
                  </a:lnTo>
                  <a:lnTo>
                    <a:pt x="12155" y="49912"/>
                  </a:lnTo>
                  <a:lnTo>
                    <a:pt x="12400" y="49211"/>
                  </a:lnTo>
                  <a:lnTo>
                    <a:pt x="13282" y="46855"/>
                  </a:lnTo>
                  <a:lnTo>
                    <a:pt x="13331" y="46705"/>
                  </a:lnTo>
                  <a:lnTo>
                    <a:pt x="14704" y="43097"/>
                  </a:lnTo>
                  <a:lnTo>
                    <a:pt x="16517" y="38136"/>
                  </a:lnTo>
                  <a:lnTo>
                    <a:pt x="16860" y="37284"/>
                  </a:lnTo>
                  <a:lnTo>
                    <a:pt x="24849" y="41293"/>
                  </a:lnTo>
                  <a:lnTo>
                    <a:pt x="28231" y="34427"/>
                  </a:lnTo>
                  <a:lnTo>
                    <a:pt x="28525" y="33826"/>
                  </a:lnTo>
                  <a:lnTo>
                    <a:pt x="28721" y="33976"/>
                  </a:lnTo>
                  <a:lnTo>
                    <a:pt x="28868" y="34076"/>
                  </a:lnTo>
                  <a:lnTo>
                    <a:pt x="29359" y="34427"/>
                  </a:lnTo>
                  <a:lnTo>
                    <a:pt x="30143" y="34928"/>
                  </a:lnTo>
                  <a:lnTo>
                    <a:pt x="30633" y="35279"/>
                  </a:lnTo>
                  <a:lnTo>
                    <a:pt x="31417" y="35830"/>
                  </a:lnTo>
                  <a:lnTo>
                    <a:pt x="31613" y="35931"/>
                  </a:lnTo>
                  <a:lnTo>
                    <a:pt x="33672" y="37384"/>
                  </a:lnTo>
                  <a:lnTo>
                    <a:pt x="37152" y="39739"/>
                  </a:lnTo>
                  <a:lnTo>
                    <a:pt x="41122" y="32222"/>
                  </a:lnTo>
                  <a:lnTo>
                    <a:pt x="42249" y="29867"/>
                  </a:lnTo>
                  <a:lnTo>
                    <a:pt x="46415" y="21498"/>
                  </a:lnTo>
                  <a:lnTo>
                    <a:pt x="47346" y="19644"/>
                  </a:lnTo>
                  <a:lnTo>
                    <a:pt x="50189" y="14081"/>
                  </a:lnTo>
                  <a:lnTo>
                    <a:pt x="51317" y="11826"/>
                  </a:lnTo>
                  <a:lnTo>
                    <a:pt x="51464" y="11576"/>
                  </a:lnTo>
                  <a:lnTo>
                    <a:pt x="52689" y="9220"/>
                  </a:lnTo>
                  <a:lnTo>
                    <a:pt x="53522" y="7567"/>
                  </a:lnTo>
                  <a:lnTo>
                    <a:pt x="55042" y="5111"/>
                  </a:lnTo>
                  <a:lnTo>
                    <a:pt x="55238" y="4860"/>
                  </a:lnTo>
                  <a:lnTo>
                    <a:pt x="56267" y="3608"/>
                  </a:lnTo>
                  <a:lnTo>
                    <a:pt x="58325" y="1252"/>
                  </a:lnTo>
                  <a:lnTo>
                    <a:pt x="59208" y="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48778" y="2954225"/>
              <a:ext cx="666582" cy="884047"/>
            </a:xfrm>
            <a:custGeom>
              <a:avLst/>
              <a:pathLst>
                <a:path w="666582" h="884047">
                  <a:moveTo>
                    <a:pt x="439944" y="6464"/>
                  </a:moveTo>
                  <a:lnTo>
                    <a:pt x="445384" y="12277"/>
                  </a:lnTo>
                  <a:lnTo>
                    <a:pt x="448423" y="17689"/>
                  </a:lnTo>
                  <a:lnTo>
                    <a:pt x="451609" y="24856"/>
                  </a:lnTo>
                  <a:lnTo>
                    <a:pt x="453374" y="30969"/>
                  </a:lnTo>
                  <a:lnTo>
                    <a:pt x="453717" y="32172"/>
                  </a:lnTo>
                  <a:lnTo>
                    <a:pt x="457001" y="37184"/>
                  </a:lnTo>
                  <a:lnTo>
                    <a:pt x="461510" y="41644"/>
                  </a:lnTo>
                  <a:lnTo>
                    <a:pt x="464990" y="42997"/>
                  </a:lnTo>
                  <a:lnTo>
                    <a:pt x="469744" y="44901"/>
                  </a:lnTo>
                  <a:lnTo>
                    <a:pt x="480331" y="47306"/>
                  </a:lnTo>
                  <a:lnTo>
                    <a:pt x="480968" y="47457"/>
                  </a:lnTo>
                  <a:lnTo>
                    <a:pt x="491457" y="48810"/>
                  </a:lnTo>
                  <a:lnTo>
                    <a:pt x="498466" y="48910"/>
                  </a:lnTo>
                  <a:lnTo>
                    <a:pt x="500034" y="48960"/>
                  </a:lnTo>
                  <a:lnTo>
                    <a:pt x="507190" y="48008"/>
                  </a:lnTo>
                  <a:lnTo>
                    <a:pt x="515670" y="44901"/>
                  </a:lnTo>
                  <a:lnTo>
                    <a:pt x="526404" y="38386"/>
                  </a:lnTo>
                  <a:lnTo>
                    <a:pt x="534589" y="31771"/>
                  </a:lnTo>
                  <a:lnTo>
                    <a:pt x="542137" y="28664"/>
                  </a:lnTo>
                  <a:lnTo>
                    <a:pt x="549146" y="27963"/>
                  </a:lnTo>
                  <a:lnTo>
                    <a:pt x="561105" y="26108"/>
                  </a:lnTo>
                  <a:lnTo>
                    <a:pt x="561350" y="26058"/>
                  </a:lnTo>
                  <a:lnTo>
                    <a:pt x="567036" y="24555"/>
                  </a:lnTo>
                  <a:lnTo>
                    <a:pt x="570320" y="23653"/>
                  </a:lnTo>
                  <a:lnTo>
                    <a:pt x="583700" y="20396"/>
                  </a:lnTo>
                  <a:lnTo>
                    <a:pt x="587131" y="20446"/>
                  </a:lnTo>
                  <a:lnTo>
                    <a:pt x="593111" y="20546"/>
                  </a:lnTo>
                  <a:lnTo>
                    <a:pt x="600659" y="20396"/>
                  </a:lnTo>
                  <a:lnTo>
                    <a:pt x="610609" y="20095"/>
                  </a:lnTo>
                  <a:lnTo>
                    <a:pt x="620804" y="20396"/>
                  </a:lnTo>
                  <a:lnTo>
                    <a:pt x="621735" y="20295"/>
                  </a:lnTo>
                  <a:lnTo>
                    <a:pt x="624676" y="19945"/>
                  </a:lnTo>
                  <a:lnTo>
                    <a:pt x="628842" y="19443"/>
                  </a:lnTo>
                  <a:lnTo>
                    <a:pt x="639429" y="18642"/>
                  </a:lnTo>
                  <a:lnTo>
                    <a:pt x="649084" y="16938"/>
                  </a:lnTo>
                  <a:lnTo>
                    <a:pt x="652564" y="16336"/>
                  </a:lnTo>
                  <a:lnTo>
                    <a:pt x="660897" y="16336"/>
                  </a:lnTo>
                  <a:lnTo>
                    <a:pt x="664867" y="19443"/>
                  </a:lnTo>
                  <a:lnTo>
                    <a:pt x="666582" y="24455"/>
                  </a:lnTo>
                  <a:lnTo>
                    <a:pt x="663396" y="31471"/>
                  </a:lnTo>
                  <a:lnTo>
                    <a:pt x="657858" y="39088"/>
                  </a:lnTo>
                  <a:lnTo>
                    <a:pt x="653986" y="47707"/>
                  </a:lnTo>
                  <a:lnTo>
                    <a:pt x="652417" y="60737"/>
                  </a:lnTo>
                  <a:lnTo>
                    <a:pt x="653348" y="72513"/>
                  </a:lnTo>
                  <a:lnTo>
                    <a:pt x="654917" y="82336"/>
                  </a:lnTo>
                  <a:lnTo>
                    <a:pt x="656142" y="89802"/>
                  </a:lnTo>
                  <a:lnTo>
                    <a:pt x="654427" y="99174"/>
                  </a:lnTo>
                  <a:lnTo>
                    <a:pt x="647957" y="107192"/>
                  </a:lnTo>
                  <a:lnTo>
                    <a:pt x="647124" y="108244"/>
                  </a:lnTo>
                  <a:lnTo>
                    <a:pt x="641830" y="112554"/>
                  </a:lnTo>
                  <a:lnTo>
                    <a:pt x="626734" y="122025"/>
                  </a:lnTo>
                  <a:lnTo>
                    <a:pt x="616686" y="126786"/>
                  </a:lnTo>
                  <a:lnTo>
                    <a:pt x="608452" y="129893"/>
                  </a:lnTo>
                  <a:lnTo>
                    <a:pt x="600267" y="132449"/>
                  </a:lnTo>
                  <a:lnTo>
                    <a:pt x="594728" y="135856"/>
                  </a:lnTo>
                  <a:lnTo>
                    <a:pt x="590072" y="138713"/>
                  </a:lnTo>
                  <a:lnTo>
                    <a:pt x="582377" y="142321"/>
                  </a:lnTo>
                  <a:lnTo>
                    <a:pt x="578799" y="150740"/>
                  </a:lnTo>
                  <a:lnTo>
                    <a:pt x="576054" y="163068"/>
                  </a:lnTo>
                  <a:lnTo>
                    <a:pt x="575907" y="171186"/>
                  </a:lnTo>
                  <a:lnTo>
                    <a:pt x="573408" y="182662"/>
                  </a:lnTo>
                  <a:lnTo>
                    <a:pt x="569437" y="195792"/>
                  </a:lnTo>
                  <a:lnTo>
                    <a:pt x="562919" y="210174"/>
                  </a:lnTo>
                  <a:lnTo>
                    <a:pt x="558851" y="217290"/>
                  </a:lnTo>
                  <a:lnTo>
                    <a:pt x="556302" y="221801"/>
                  </a:lnTo>
                  <a:lnTo>
                    <a:pt x="553508" y="228416"/>
                  </a:lnTo>
                  <a:lnTo>
                    <a:pt x="553263" y="236283"/>
                  </a:lnTo>
                  <a:lnTo>
                    <a:pt x="553361" y="236885"/>
                  </a:lnTo>
                  <a:lnTo>
                    <a:pt x="554439" y="244151"/>
                  </a:lnTo>
                  <a:lnTo>
                    <a:pt x="554586" y="245204"/>
                  </a:lnTo>
                  <a:lnTo>
                    <a:pt x="558017" y="252370"/>
                  </a:lnTo>
                  <a:lnTo>
                    <a:pt x="560566" y="260488"/>
                  </a:lnTo>
                  <a:lnTo>
                    <a:pt x="558949" y="267805"/>
                  </a:lnTo>
                  <a:lnTo>
                    <a:pt x="556694" y="274770"/>
                  </a:lnTo>
                  <a:lnTo>
                    <a:pt x="556302" y="275923"/>
                  </a:lnTo>
                  <a:lnTo>
                    <a:pt x="554243" y="279130"/>
                  </a:lnTo>
                  <a:lnTo>
                    <a:pt x="551940" y="282688"/>
                  </a:lnTo>
                  <a:lnTo>
                    <a:pt x="551302" y="287700"/>
                  </a:lnTo>
                  <a:lnTo>
                    <a:pt x="552185" y="294615"/>
                  </a:lnTo>
                  <a:lnTo>
                    <a:pt x="555371" y="300178"/>
                  </a:lnTo>
                  <a:lnTo>
                    <a:pt x="564928" y="309098"/>
                  </a:lnTo>
                  <a:lnTo>
                    <a:pt x="567967" y="314360"/>
                  </a:lnTo>
                  <a:lnTo>
                    <a:pt x="569290" y="321275"/>
                  </a:lnTo>
                  <a:lnTo>
                    <a:pt x="569830" y="326838"/>
                  </a:lnTo>
                  <a:lnTo>
                    <a:pt x="568800" y="329845"/>
                  </a:lnTo>
                  <a:lnTo>
                    <a:pt x="568114" y="332000"/>
                  </a:lnTo>
                  <a:lnTo>
                    <a:pt x="563458" y="337111"/>
                  </a:lnTo>
                  <a:lnTo>
                    <a:pt x="558556" y="341170"/>
                  </a:lnTo>
                  <a:lnTo>
                    <a:pt x="550224" y="347284"/>
                  </a:lnTo>
                  <a:lnTo>
                    <a:pt x="537236" y="352797"/>
                  </a:lnTo>
                  <a:lnTo>
                    <a:pt x="522826" y="357958"/>
                  </a:lnTo>
                  <a:lnTo>
                    <a:pt x="511013" y="364172"/>
                  </a:lnTo>
                  <a:lnTo>
                    <a:pt x="506798" y="367029"/>
                  </a:lnTo>
                  <a:lnTo>
                    <a:pt x="501897" y="372992"/>
                  </a:lnTo>
                  <a:lnTo>
                    <a:pt x="499887" y="376901"/>
                  </a:lnTo>
                  <a:lnTo>
                    <a:pt x="498466" y="379758"/>
                  </a:lnTo>
                  <a:lnTo>
                    <a:pt x="497682" y="385721"/>
                  </a:lnTo>
                  <a:lnTo>
                    <a:pt x="497731" y="387475"/>
                  </a:lnTo>
                  <a:lnTo>
                    <a:pt x="497927" y="392887"/>
                  </a:lnTo>
                  <a:lnTo>
                    <a:pt x="495966" y="399903"/>
                  </a:lnTo>
                  <a:lnTo>
                    <a:pt x="492486" y="404513"/>
                  </a:lnTo>
                  <a:lnTo>
                    <a:pt x="487977" y="407420"/>
                  </a:lnTo>
                  <a:lnTo>
                    <a:pt x="484742" y="413083"/>
                  </a:lnTo>
                  <a:lnTo>
                    <a:pt x="482978" y="420049"/>
                  </a:lnTo>
                  <a:lnTo>
                    <a:pt x="477292" y="425912"/>
                  </a:lnTo>
                  <a:lnTo>
                    <a:pt x="470528" y="428969"/>
                  </a:lnTo>
                  <a:lnTo>
                    <a:pt x="467244" y="430422"/>
                  </a:lnTo>
                  <a:lnTo>
                    <a:pt x="459745" y="434581"/>
                  </a:lnTo>
                  <a:lnTo>
                    <a:pt x="455187" y="438240"/>
                  </a:lnTo>
                  <a:lnTo>
                    <a:pt x="454697" y="439292"/>
                  </a:lnTo>
                  <a:lnTo>
                    <a:pt x="453080" y="442549"/>
                  </a:lnTo>
                  <a:lnTo>
                    <a:pt x="451021" y="446809"/>
                  </a:lnTo>
                  <a:lnTo>
                    <a:pt x="446953" y="453123"/>
                  </a:lnTo>
                  <a:lnTo>
                    <a:pt x="441267" y="457934"/>
                  </a:lnTo>
                  <a:lnTo>
                    <a:pt x="432641" y="460791"/>
                  </a:lnTo>
                  <a:lnTo>
                    <a:pt x="422985" y="462244"/>
                  </a:lnTo>
                  <a:lnTo>
                    <a:pt x="415241" y="458987"/>
                  </a:lnTo>
                  <a:lnTo>
                    <a:pt x="405880" y="457283"/>
                  </a:lnTo>
                  <a:lnTo>
                    <a:pt x="400537" y="459638"/>
                  </a:lnTo>
                  <a:lnTo>
                    <a:pt x="397989" y="462795"/>
                  </a:lnTo>
                  <a:lnTo>
                    <a:pt x="395832" y="465451"/>
                  </a:lnTo>
                  <a:lnTo>
                    <a:pt x="396469" y="474271"/>
                  </a:lnTo>
                  <a:lnTo>
                    <a:pt x="395342" y="486198"/>
                  </a:lnTo>
                  <a:lnTo>
                    <a:pt x="393920" y="500330"/>
                  </a:lnTo>
                  <a:lnTo>
                    <a:pt x="392548" y="509601"/>
                  </a:lnTo>
                  <a:lnTo>
                    <a:pt x="379510" y="544079"/>
                  </a:lnTo>
                  <a:lnTo>
                    <a:pt x="375295" y="552197"/>
                  </a:lnTo>
                  <a:lnTo>
                    <a:pt x="373482" y="555655"/>
                  </a:lnTo>
                  <a:lnTo>
                    <a:pt x="362846" y="570037"/>
                  </a:lnTo>
                  <a:lnTo>
                    <a:pt x="358778" y="576853"/>
                  </a:lnTo>
                  <a:lnTo>
                    <a:pt x="357847" y="578857"/>
                  </a:lnTo>
                  <a:lnTo>
                    <a:pt x="351671" y="592187"/>
                  </a:lnTo>
                  <a:lnTo>
                    <a:pt x="342701" y="605768"/>
                  </a:lnTo>
                  <a:lnTo>
                    <a:pt x="335987" y="616041"/>
                  </a:lnTo>
                  <a:lnTo>
                    <a:pt x="333095" y="621905"/>
                  </a:lnTo>
                  <a:lnTo>
                    <a:pt x="331967" y="625713"/>
                  </a:lnTo>
                  <a:lnTo>
                    <a:pt x="329223" y="628469"/>
                  </a:lnTo>
                  <a:lnTo>
                    <a:pt x="329762" y="633130"/>
                  </a:lnTo>
                  <a:lnTo>
                    <a:pt x="328929" y="636037"/>
                  </a:lnTo>
                  <a:lnTo>
                    <a:pt x="321479" y="642401"/>
                  </a:lnTo>
                  <a:lnTo>
                    <a:pt x="318489" y="650369"/>
                  </a:lnTo>
                  <a:lnTo>
                    <a:pt x="315940" y="653777"/>
                  </a:lnTo>
                  <a:lnTo>
                    <a:pt x="313440" y="659790"/>
                  </a:lnTo>
                  <a:lnTo>
                    <a:pt x="307412" y="665052"/>
                  </a:lnTo>
                  <a:lnTo>
                    <a:pt x="301579" y="671817"/>
                  </a:lnTo>
                  <a:lnTo>
                    <a:pt x="299815" y="679986"/>
                  </a:lnTo>
                  <a:lnTo>
                    <a:pt x="300305" y="687453"/>
                  </a:lnTo>
                  <a:lnTo>
                    <a:pt x="300452" y="690109"/>
                  </a:lnTo>
                  <a:lnTo>
                    <a:pt x="300354" y="693065"/>
                  </a:lnTo>
                  <a:lnTo>
                    <a:pt x="302706" y="699831"/>
                  </a:lnTo>
                  <a:lnTo>
                    <a:pt x="311333" y="718673"/>
                  </a:lnTo>
                  <a:lnTo>
                    <a:pt x="317067" y="721480"/>
                  </a:lnTo>
                  <a:lnTo>
                    <a:pt x="323047" y="723284"/>
                  </a:lnTo>
                  <a:lnTo>
                    <a:pt x="331526" y="727193"/>
                  </a:lnTo>
                  <a:lnTo>
                    <a:pt x="339221" y="728696"/>
                  </a:lnTo>
                  <a:lnTo>
                    <a:pt x="340006" y="728846"/>
                  </a:lnTo>
                  <a:lnTo>
                    <a:pt x="342309" y="730300"/>
                  </a:lnTo>
                  <a:lnTo>
                    <a:pt x="344760" y="730300"/>
                  </a:lnTo>
                  <a:lnTo>
                    <a:pt x="347260" y="730300"/>
                  </a:lnTo>
                  <a:lnTo>
                    <a:pt x="348926" y="732905"/>
                  </a:lnTo>
                  <a:lnTo>
                    <a:pt x="349563" y="735010"/>
                  </a:lnTo>
                  <a:lnTo>
                    <a:pt x="350544" y="736614"/>
                  </a:lnTo>
                  <a:lnTo>
                    <a:pt x="352994" y="737766"/>
                  </a:lnTo>
                  <a:lnTo>
                    <a:pt x="353925" y="740623"/>
                  </a:lnTo>
                  <a:lnTo>
                    <a:pt x="355004" y="742277"/>
                  </a:lnTo>
                  <a:lnTo>
                    <a:pt x="356768" y="743279"/>
                  </a:lnTo>
                  <a:lnTo>
                    <a:pt x="358974" y="743730"/>
                  </a:lnTo>
                  <a:lnTo>
                    <a:pt x="360689" y="744532"/>
                  </a:lnTo>
                  <a:lnTo>
                    <a:pt x="363238" y="745684"/>
                  </a:lnTo>
                  <a:lnTo>
                    <a:pt x="365983" y="746386"/>
                  </a:lnTo>
                  <a:lnTo>
                    <a:pt x="367796" y="748340"/>
                  </a:lnTo>
                  <a:lnTo>
                    <a:pt x="368924" y="750595"/>
                  </a:lnTo>
                  <a:lnTo>
                    <a:pt x="369708" y="752800"/>
                  </a:lnTo>
                  <a:lnTo>
                    <a:pt x="370639" y="754905"/>
                  </a:lnTo>
                  <a:lnTo>
                    <a:pt x="371570" y="756559"/>
                  </a:lnTo>
                  <a:lnTo>
                    <a:pt x="374364" y="758263"/>
                  </a:lnTo>
                  <a:lnTo>
                    <a:pt x="376962" y="761320"/>
                  </a:lnTo>
                  <a:lnTo>
                    <a:pt x="377991" y="764878"/>
                  </a:lnTo>
                  <a:lnTo>
                    <a:pt x="376374" y="767433"/>
                  </a:lnTo>
                  <a:lnTo>
                    <a:pt x="375491" y="767935"/>
                  </a:lnTo>
                  <a:lnTo>
                    <a:pt x="375540" y="769087"/>
                  </a:lnTo>
                  <a:lnTo>
                    <a:pt x="374903" y="770490"/>
                  </a:lnTo>
                  <a:lnTo>
                    <a:pt x="374609" y="772094"/>
                  </a:lnTo>
                  <a:lnTo>
                    <a:pt x="375344" y="773898"/>
                  </a:lnTo>
                  <a:lnTo>
                    <a:pt x="376374" y="774700"/>
                  </a:lnTo>
                  <a:lnTo>
                    <a:pt x="377795" y="775502"/>
                  </a:lnTo>
                  <a:lnTo>
                    <a:pt x="379118" y="775602"/>
                  </a:lnTo>
                  <a:lnTo>
                    <a:pt x="380001" y="775802"/>
                  </a:lnTo>
                  <a:lnTo>
                    <a:pt x="382304" y="781515"/>
                  </a:lnTo>
                  <a:lnTo>
                    <a:pt x="382647" y="782467"/>
                  </a:lnTo>
                  <a:lnTo>
                    <a:pt x="383039" y="783269"/>
                  </a:lnTo>
                  <a:lnTo>
                    <a:pt x="384461" y="783670"/>
                  </a:lnTo>
                  <a:lnTo>
                    <a:pt x="385882" y="783570"/>
                  </a:lnTo>
                  <a:lnTo>
                    <a:pt x="385686" y="786126"/>
                  </a:lnTo>
                  <a:lnTo>
                    <a:pt x="385637" y="787128"/>
                  </a:lnTo>
                  <a:lnTo>
                    <a:pt x="385931" y="788732"/>
                  </a:lnTo>
                  <a:lnTo>
                    <a:pt x="386225" y="790385"/>
                  </a:lnTo>
                  <a:lnTo>
                    <a:pt x="386617" y="790736"/>
                  </a:lnTo>
                  <a:lnTo>
                    <a:pt x="386470" y="792991"/>
                  </a:lnTo>
                  <a:lnTo>
                    <a:pt x="385343" y="797852"/>
                  </a:lnTo>
                  <a:lnTo>
                    <a:pt x="383824" y="801561"/>
                  </a:lnTo>
                  <a:lnTo>
                    <a:pt x="384902" y="804567"/>
                  </a:lnTo>
                  <a:lnTo>
                    <a:pt x="379118" y="806873"/>
                  </a:lnTo>
                  <a:lnTo>
                    <a:pt x="375638" y="808326"/>
                  </a:lnTo>
                  <a:lnTo>
                    <a:pt x="356719" y="815893"/>
                  </a:lnTo>
                  <a:lnTo>
                    <a:pt x="352504" y="817246"/>
                  </a:lnTo>
                  <a:lnTo>
                    <a:pt x="330154" y="824262"/>
                  </a:lnTo>
                  <a:lnTo>
                    <a:pt x="319518" y="828221"/>
                  </a:lnTo>
                  <a:lnTo>
                    <a:pt x="318293" y="828471"/>
                  </a:lnTo>
                  <a:lnTo>
                    <a:pt x="306971" y="830676"/>
                  </a:lnTo>
                  <a:lnTo>
                    <a:pt x="304912" y="830326"/>
                  </a:lnTo>
                  <a:lnTo>
                    <a:pt x="298099" y="829925"/>
                  </a:lnTo>
                  <a:lnTo>
                    <a:pt x="293541" y="828772"/>
                  </a:lnTo>
                  <a:lnTo>
                    <a:pt x="290600" y="828872"/>
                  </a:lnTo>
                  <a:lnTo>
                    <a:pt x="288689" y="829424"/>
                  </a:lnTo>
                  <a:lnTo>
                    <a:pt x="285601" y="829524"/>
                  </a:lnTo>
                  <a:lnTo>
                    <a:pt x="283444" y="828421"/>
                  </a:lnTo>
                  <a:lnTo>
                    <a:pt x="281631" y="828020"/>
                  </a:lnTo>
                  <a:lnTo>
                    <a:pt x="278837" y="827970"/>
                  </a:lnTo>
                  <a:lnTo>
                    <a:pt x="277121" y="828171"/>
                  </a:lnTo>
                  <a:lnTo>
                    <a:pt x="275063" y="828221"/>
                  </a:lnTo>
                  <a:lnTo>
                    <a:pt x="274377" y="828271"/>
                  </a:lnTo>
                  <a:lnTo>
                    <a:pt x="272514" y="829323"/>
                  </a:lnTo>
                  <a:lnTo>
                    <a:pt x="271632" y="829424"/>
                  </a:lnTo>
                  <a:lnTo>
                    <a:pt x="265995" y="828421"/>
                  </a:lnTo>
                  <a:lnTo>
                    <a:pt x="263153" y="827970"/>
                  </a:lnTo>
                  <a:lnTo>
                    <a:pt x="261535" y="827670"/>
                  </a:lnTo>
                  <a:lnTo>
                    <a:pt x="257222" y="826868"/>
                  </a:lnTo>
                  <a:lnTo>
                    <a:pt x="256193" y="826717"/>
                  </a:lnTo>
                  <a:lnTo>
                    <a:pt x="252517" y="826316"/>
                  </a:lnTo>
                  <a:lnTo>
                    <a:pt x="251046" y="826116"/>
                  </a:lnTo>
                  <a:lnTo>
                    <a:pt x="248890" y="825314"/>
                  </a:lnTo>
                  <a:lnTo>
                    <a:pt x="248400" y="825164"/>
                  </a:lnTo>
                  <a:lnTo>
                    <a:pt x="247419" y="825014"/>
                  </a:lnTo>
                  <a:lnTo>
                    <a:pt x="246292" y="824913"/>
                  </a:lnTo>
                  <a:lnTo>
                    <a:pt x="243890" y="824913"/>
                  </a:lnTo>
                  <a:lnTo>
                    <a:pt x="239577" y="825665"/>
                  </a:lnTo>
                  <a:lnTo>
                    <a:pt x="235803" y="826818"/>
                  </a:lnTo>
                  <a:lnTo>
                    <a:pt x="233597" y="827068"/>
                  </a:lnTo>
                  <a:lnTo>
                    <a:pt x="230167" y="827870"/>
                  </a:lnTo>
                  <a:lnTo>
                    <a:pt x="223256" y="828471"/>
                  </a:lnTo>
                  <a:lnTo>
                    <a:pt x="218354" y="829424"/>
                  </a:lnTo>
                  <a:lnTo>
                    <a:pt x="217423" y="829875"/>
                  </a:lnTo>
                  <a:lnTo>
                    <a:pt x="210267" y="830927"/>
                  </a:lnTo>
                  <a:lnTo>
                    <a:pt x="205513" y="831879"/>
                  </a:lnTo>
                  <a:lnTo>
                    <a:pt x="194142" y="831929"/>
                  </a:lnTo>
                  <a:lnTo>
                    <a:pt x="193014" y="831879"/>
                  </a:lnTo>
                  <a:lnTo>
                    <a:pt x="190858" y="831528"/>
                  </a:lnTo>
                  <a:lnTo>
                    <a:pt x="188995" y="831578"/>
                  </a:lnTo>
                  <a:lnTo>
                    <a:pt x="184388" y="832531"/>
                  </a:lnTo>
                  <a:lnTo>
                    <a:pt x="180761" y="832931"/>
                  </a:lnTo>
                  <a:lnTo>
                    <a:pt x="178506" y="832982"/>
                  </a:lnTo>
                  <a:lnTo>
                    <a:pt x="175664" y="832731"/>
                  </a:lnTo>
                  <a:lnTo>
                    <a:pt x="175124" y="832731"/>
                  </a:lnTo>
                  <a:lnTo>
                    <a:pt x="174046" y="832781"/>
                  </a:lnTo>
                  <a:lnTo>
                    <a:pt x="171399" y="832480"/>
                  </a:lnTo>
                  <a:lnTo>
                    <a:pt x="171252" y="832480"/>
                  </a:lnTo>
                  <a:lnTo>
                    <a:pt x="167674" y="833483"/>
                  </a:lnTo>
                  <a:lnTo>
                    <a:pt x="166106" y="833783"/>
                  </a:lnTo>
                  <a:lnTo>
                    <a:pt x="164194" y="834084"/>
                  </a:lnTo>
                  <a:lnTo>
                    <a:pt x="162528" y="834385"/>
                  </a:lnTo>
                  <a:lnTo>
                    <a:pt x="158607" y="835738"/>
                  </a:lnTo>
                  <a:lnTo>
                    <a:pt x="156450" y="836189"/>
                  </a:lnTo>
                  <a:lnTo>
                    <a:pt x="153902" y="836339"/>
                  </a:lnTo>
                  <a:lnTo>
                    <a:pt x="152382" y="836439"/>
                  </a:lnTo>
                  <a:lnTo>
                    <a:pt x="146305" y="838394"/>
                  </a:lnTo>
                  <a:lnTo>
                    <a:pt x="141403" y="839947"/>
                  </a:lnTo>
                  <a:lnTo>
                    <a:pt x="140325" y="840649"/>
                  </a:lnTo>
                  <a:lnTo>
                    <a:pt x="136747" y="842603"/>
                  </a:lnTo>
                  <a:lnTo>
                    <a:pt x="133610" y="844006"/>
                  </a:lnTo>
                  <a:lnTo>
                    <a:pt x="131257" y="845109"/>
                  </a:lnTo>
                  <a:lnTo>
                    <a:pt x="126503" y="845811"/>
                  </a:lnTo>
                  <a:lnTo>
                    <a:pt x="122190" y="846512"/>
                  </a:lnTo>
                  <a:lnTo>
                    <a:pt x="121308" y="846662"/>
                  </a:lnTo>
                  <a:lnTo>
                    <a:pt x="120033" y="846713"/>
                  </a:lnTo>
                  <a:lnTo>
                    <a:pt x="115132" y="847564"/>
                  </a:lnTo>
                  <a:lnTo>
                    <a:pt x="113073" y="848316"/>
                  </a:lnTo>
                  <a:lnTo>
                    <a:pt x="108025" y="849318"/>
                  </a:lnTo>
                  <a:lnTo>
                    <a:pt x="104006" y="850421"/>
                  </a:lnTo>
                  <a:lnTo>
                    <a:pt x="103320" y="850772"/>
                  </a:lnTo>
                  <a:lnTo>
                    <a:pt x="103026" y="850872"/>
                  </a:lnTo>
                  <a:lnTo>
                    <a:pt x="98664" y="853678"/>
                  </a:lnTo>
                  <a:lnTo>
                    <a:pt x="97340" y="855382"/>
                  </a:lnTo>
                  <a:lnTo>
                    <a:pt x="92929" y="864553"/>
                  </a:lnTo>
                  <a:lnTo>
                    <a:pt x="91851" y="869815"/>
                  </a:lnTo>
                  <a:lnTo>
                    <a:pt x="91606" y="870967"/>
                  </a:lnTo>
                  <a:lnTo>
                    <a:pt x="91164" y="872721"/>
                  </a:lnTo>
                  <a:lnTo>
                    <a:pt x="90184" y="878885"/>
                  </a:lnTo>
                  <a:lnTo>
                    <a:pt x="88567" y="884047"/>
                  </a:lnTo>
                  <a:lnTo>
                    <a:pt x="84107" y="883295"/>
                  </a:lnTo>
                  <a:lnTo>
                    <a:pt x="83420" y="883446"/>
                  </a:lnTo>
                  <a:lnTo>
                    <a:pt x="83322" y="882443"/>
                  </a:lnTo>
                  <a:lnTo>
                    <a:pt x="82930" y="882493"/>
                  </a:lnTo>
                  <a:lnTo>
                    <a:pt x="81852" y="882042"/>
                  </a:lnTo>
                  <a:lnTo>
                    <a:pt x="81705" y="882293"/>
                  </a:lnTo>
                  <a:lnTo>
                    <a:pt x="80774" y="881842"/>
                  </a:lnTo>
                  <a:lnTo>
                    <a:pt x="80627" y="882143"/>
                  </a:lnTo>
                  <a:lnTo>
                    <a:pt x="80382" y="881992"/>
                  </a:lnTo>
                  <a:lnTo>
                    <a:pt x="80234" y="882343"/>
                  </a:lnTo>
                  <a:lnTo>
                    <a:pt x="79205" y="881992"/>
                  </a:lnTo>
                  <a:lnTo>
                    <a:pt x="78519" y="881541"/>
                  </a:lnTo>
                  <a:lnTo>
                    <a:pt x="78274" y="881692"/>
                  </a:lnTo>
                  <a:lnTo>
                    <a:pt x="77833" y="881441"/>
                  </a:lnTo>
                  <a:lnTo>
                    <a:pt x="77882" y="881190"/>
                  </a:lnTo>
                  <a:lnTo>
                    <a:pt x="77245" y="881140"/>
                  </a:lnTo>
                  <a:lnTo>
                    <a:pt x="77196" y="880890"/>
                  </a:lnTo>
                  <a:lnTo>
                    <a:pt x="77098" y="880689"/>
                  </a:lnTo>
                  <a:lnTo>
                    <a:pt x="76215" y="880288"/>
                  </a:lnTo>
                  <a:lnTo>
                    <a:pt x="75823" y="880288"/>
                  </a:lnTo>
                  <a:lnTo>
                    <a:pt x="74402" y="879637"/>
                  </a:lnTo>
                  <a:lnTo>
                    <a:pt x="73765" y="879136"/>
                  </a:lnTo>
                  <a:lnTo>
                    <a:pt x="72392" y="878985"/>
                  </a:lnTo>
                  <a:lnTo>
                    <a:pt x="71804" y="878685"/>
                  </a:lnTo>
                  <a:lnTo>
                    <a:pt x="70971" y="878484"/>
                  </a:lnTo>
                  <a:lnTo>
                    <a:pt x="69795" y="878434"/>
                  </a:lnTo>
                  <a:lnTo>
                    <a:pt x="68863" y="878284"/>
                  </a:lnTo>
                  <a:lnTo>
                    <a:pt x="68569" y="877983"/>
                  </a:lnTo>
                  <a:lnTo>
                    <a:pt x="67834" y="877582"/>
                  </a:lnTo>
                  <a:lnTo>
                    <a:pt x="67099" y="877232"/>
                  </a:lnTo>
                  <a:lnTo>
                    <a:pt x="66266" y="876831"/>
                  </a:lnTo>
                  <a:lnTo>
                    <a:pt x="65530" y="876480"/>
                  </a:lnTo>
                  <a:lnTo>
                    <a:pt x="64844" y="875728"/>
                  </a:lnTo>
                  <a:lnTo>
                    <a:pt x="64158" y="874776"/>
                  </a:lnTo>
                  <a:lnTo>
                    <a:pt x="64256" y="873222"/>
                  </a:lnTo>
                  <a:lnTo>
                    <a:pt x="64501" y="871769"/>
                  </a:lnTo>
                  <a:lnTo>
                    <a:pt x="65089" y="869614"/>
                  </a:lnTo>
                  <a:lnTo>
                    <a:pt x="64501" y="868562"/>
                  </a:lnTo>
                  <a:lnTo>
                    <a:pt x="61756" y="865906"/>
                  </a:lnTo>
                  <a:lnTo>
                    <a:pt x="60482" y="863901"/>
                  </a:lnTo>
                  <a:lnTo>
                    <a:pt x="59061" y="861145"/>
                  </a:lnTo>
                  <a:lnTo>
                    <a:pt x="58178" y="859091"/>
                  </a:lnTo>
                  <a:lnTo>
                    <a:pt x="57590" y="857988"/>
                  </a:lnTo>
                  <a:lnTo>
                    <a:pt x="56855" y="857036"/>
                  </a:lnTo>
                  <a:lnTo>
                    <a:pt x="56316" y="855332"/>
                  </a:lnTo>
                  <a:lnTo>
                    <a:pt x="55728" y="853628"/>
                  </a:lnTo>
                  <a:lnTo>
                    <a:pt x="54895" y="852826"/>
                  </a:lnTo>
                  <a:lnTo>
                    <a:pt x="54257" y="852225"/>
                  </a:lnTo>
                  <a:lnTo>
                    <a:pt x="53816" y="851724"/>
                  </a:lnTo>
                  <a:lnTo>
                    <a:pt x="53179" y="850220"/>
                  </a:lnTo>
                  <a:lnTo>
                    <a:pt x="52346" y="849519"/>
                  </a:lnTo>
                  <a:lnTo>
                    <a:pt x="52101" y="849369"/>
                  </a:lnTo>
                  <a:lnTo>
                    <a:pt x="50434" y="848316"/>
                  </a:lnTo>
                  <a:lnTo>
                    <a:pt x="49993" y="848266"/>
                  </a:lnTo>
                  <a:lnTo>
                    <a:pt x="49405" y="846963"/>
                  </a:lnTo>
                  <a:lnTo>
                    <a:pt x="48425" y="845460"/>
                  </a:lnTo>
                  <a:lnTo>
                    <a:pt x="47444" y="844608"/>
                  </a:lnTo>
                  <a:lnTo>
                    <a:pt x="46366" y="843255"/>
                  </a:lnTo>
                  <a:lnTo>
                    <a:pt x="45190" y="841451"/>
                  </a:lnTo>
                  <a:lnTo>
                    <a:pt x="44063" y="840048"/>
                  </a:lnTo>
                  <a:lnTo>
                    <a:pt x="43327" y="839196"/>
                  </a:lnTo>
                  <a:lnTo>
                    <a:pt x="42641" y="838544"/>
                  </a:lnTo>
                  <a:lnTo>
                    <a:pt x="42151" y="837943"/>
                  </a:lnTo>
                  <a:lnTo>
                    <a:pt x="42053" y="837041"/>
                  </a:lnTo>
                  <a:lnTo>
                    <a:pt x="42004" y="836540"/>
                  </a:lnTo>
                  <a:lnTo>
                    <a:pt x="41661" y="835988"/>
                  </a:lnTo>
                  <a:lnTo>
                    <a:pt x="41514" y="835487"/>
                  </a:lnTo>
                  <a:lnTo>
                    <a:pt x="42249" y="833282"/>
                  </a:lnTo>
                  <a:lnTo>
                    <a:pt x="42886" y="832380"/>
                  </a:lnTo>
                  <a:lnTo>
                    <a:pt x="42837" y="831729"/>
                  </a:lnTo>
                  <a:lnTo>
                    <a:pt x="42984" y="831679"/>
                  </a:lnTo>
                  <a:lnTo>
                    <a:pt x="43670" y="831278"/>
                  </a:lnTo>
                  <a:lnTo>
                    <a:pt x="43670" y="830676"/>
                  </a:lnTo>
                  <a:lnTo>
                    <a:pt x="43474" y="830376"/>
                  </a:lnTo>
                  <a:lnTo>
                    <a:pt x="43327" y="829674"/>
                  </a:lnTo>
                  <a:lnTo>
                    <a:pt x="43033" y="829424"/>
                  </a:lnTo>
                  <a:lnTo>
                    <a:pt x="43033" y="828321"/>
                  </a:lnTo>
                  <a:lnTo>
                    <a:pt x="43327" y="828171"/>
                  </a:lnTo>
                  <a:lnTo>
                    <a:pt x="43278" y="827168"/>
                  </a:lnTo>
                  <a:lnTo>
                    <a:pt x="43376" y="825665"/>
                  </a:lnTo>
                  <a:lnTo>
                    <a:pt x="43180" y="824813"/>
                  </a:lnTo>
                  <a:lnTo>
                    <a:pt x="43425" y="824713"/>
                  </a:lnTo>
                  <a:lnTo>
                    <a:pt x="43523" y="823209"/>
                  </a:lnTo>
                  <a:lnTo>
                    <a:pt x="45925" y="822157"/>
                  </a:lnTo>
                  <a:lnTo>
                    <a:pt x="46464" y="821907"/>
                  </a:lnTo>
                  <a:lnTo>
                    <a:pt x="48180" y="821055"/>
                  </a:lnTo>
                  <a:lnTo>
                    <a:pt x="50679" y="817246"/>
                  </a:lnTo>
                  <a:lnTo>
                    <a:pt x="53032" y="815091"/>
                  </a:lnTo>
                  <a:lnTo>
                    <a:pt x="53081" y="809779"/>
                  </a:lnTo>
                  <a:lnTo>
                    <a:pt x="54698" y="806822"/>
                  </a:lnTo>
                  <a:lnTo>
                    <a:pt x="56169" y="803465"/>
                  </a:lnTo>
                  <a:lnTo>
                    <a:pt x="56071" y="801160"/>
                  </a:lnTo>
                  <a:lnTo>
                    <a:pt x="54797" y="798253"/>
                  </a:lnTo>
                  <a:lnTo>
                    <a:pt x="53277" y="796950"/>
                  </a:lnTo>
                  <a:lnTo>
                    <a:pt x="52297" y="794344"/>
                  </a:lnTo>
                  <a:lnTo>
                    <a:pt x="50728" y="791638"/>
                  </a:lnTo>
                  <a:lnTo>
                    <a:pt x="51219" y="787629"/>
                  </a:lnTo>
                  <a:lnTo>
                    <a:pt x="51905" y="782668"/>
                  </a:lnTo>
                  <a:lnTo>
                    <a:pt x="52934" y="779110"/>
                  </a:lnTo>
                  <a:lnTo>
                    <a:pt x="52738" y="775452"/>
                  </a:lnTo>
                  <a:lnTo>
                    <a:pt x="50728" y="773046"/>
                  </a:lnTo>
                  <a:lnTo>
                    <a:pt x="48964" y="770791"/>
                  </a:lnTo>
                  <a:lnTo>
                    <a:pt x="47690" y="769889"/>
                  </a:lnTo>
                  <a:lnTo>
                    <a:pt x="46513" y="769087"/>
                  </a:lnTo>
                  <a:lnTo>
                    <a:pt x="44602" y="765880"/>
                  </a:lnTo>
                  <a:lnTo>
                    <a:pt x="42200" y="762522"/>
                  </a:lnTo>
                  <a:lnTo>
                    <a:pt x="41710" y="756208"/>
                  </a:lnTo>
                  <a:lnTo>
                    <a:pt x="42739" y="753903"/>
                  </a:lnTo>
                  <a:lnTo>
                    <a:pt x="42788" y="750896"/>
                  </a:lnTo>
                  <a:lnTo>
                    <a:pt x="42543" y="748390"/>
                  </a:lnTo>
                  <a:lnTo>
                    <a:pt x="40877" y="745885"/>
                  </a:lnTo>
                  <a:lnTo>
                    <a:pt x="38181" y="744782"/>
                  </a:lnTo>
                  <a:lnTo>
                    <a:pt x="34995" y="744181"/>
                  </a:lnTo>
                  <a:lnTo>
                    <a:pt x="32544" y="743730"/>
                  </a:lnTo>
                  <a:lnTo>
                    <a:pt x="30731" y="742627"/>
                  </a:lnTo>
                  <a:lnTo>
                    <a:pt x="27398" y="742377"/>
                  </a:lnTo>
                  <a:lnTo>
                    <a:pt x="27300" y="741575"/>
                  </a:lnTo>
                  <a:lnTo>
                    <a:pt x="26467" y="733457"/>
                  </a:lnTo>
                  <a:lnTo>
                    <a:pt x="26467" y="729949"/>
                  </a:lnTo>
                  <a:lnTo>
                    <a:pt x="26467" y="728896"/>
                  </a:lnTo>
                  <a:lnTo>
                    <a:pt x="26173" y="726090"/>
                  </a:lnTo>
                  <a:lnTo>
                    <a:pt x="24800" y="723985"/>
                  </a:lnTo>
                  <a:lnTo>
                    <a:pt x="22693" y="723685"/>
                  </a:lnTo>
                  <a:lnTo>
                    <a:pt x="19164" y="719726"/>
                  </a:lnTo>
                  <a:lnTo>
                    <a:pt x="15586" y="712910"/>
                  </a:lnTo>
                  <a:lnTo>
                    <a:pt x="12645" y="709603"/>
                  </a:lnTo>
                  <a:lnTo>
                    <a:pt x="12057" y="706847"/>
                  </a:lnTo>
                  <a:lnTo>
                    <a:pt x="12057" y="702837"/>
                  </a:lnTo>
                  <a:lnTo>
                    <a:pt x="12645" y="701885"/>
                  </a:lnTo>
                  <a:lnTo>
                    <a:pt x="13527" y="699881"/>
                  </a:lnTo>
                  <a:lnTo>
                    <a:pt x="13527" y="697375"/>
                  </a:lnTo>
                  <a:lnTo>
                    <a:pt x="12841" y="694218"/>
                  </a:lnTo>
                  <a:lnTo>
                    <a:pt x="11567" y="692364"/>
                  </a:lnTo>
                  <a:lnTo>
                    <a:pt x="9410" y="688806"/>
                  </a:lnTo>
                  <a:lnTo>
                    <a:pt x="8822" y="687603"/>
                  </a:lnTo>
                  <a:lnTo>
                    <a:pt x="7499" y="685799"/>
                  </a:lnTo>
                  <a:lnTo>
                    <a:pt x="5097" y="684296"/>
                  </a:lnTo>
                  <a:lnTo>
                    <a:pt x="3185" y="683694"/>
                  </a:lnTo>
                  <a:lnTo>
                    <a:pt x="1666" y="683895"/>
                  </a:lnTo>
                  <a:lnTo>
                    <a:pt x="784" y="682592"/>
                  </a:lnTo>
                  <a:lnTo>
                    <a:pt x="0" y="681189"/>
                  </a:lnTo>
                  <a:lnTo>
                    <a:pt x="1372" y="679134"/>
                  </a:lnTo>
                  <a:lnTo>
                    <a:pt x="1813" y="670514"/>
                  </a:lnTo>
                  <a:lnTo>
                    <a:pt x="3087" y="664701"/>
                  </a:lnTo>
                  <a:lnTo>
                    <a:pt x="4460" y="659089"/>
                  </a:lnTo>
                  <a:lnTo>
                    <a:pt x="392" y="646159"/>
                  </a:lnTo>
                  <a:lnTo>
                    <a:pt x="3626" y="638442"/>
                  </a:lnTo>
                  <a:lnTo>
                    <a:pt x="4313" y="635936"/>
                  </a:lnTo>
                  <a:lnTo>
                    <a:pt x="4313" y="635084"/>
                  </a:lnTo>
                  <a:lnTo>
                    <a:pt x="3823" y="633731"/>
                  </a:lnTo>
                  <a:lnTo>
                    <a:pt x="3185" y="632028"/>
                  </a:lnTo>
                  <a:lnTo>
                    <a:pt x="1666" y="628419"/>
                  </a:lnTo>
                  <a:lnTo>
                    <a:pt x="1960" y="625613"/>
                  </a:lnTo>
                  <a:lnTo>
                    <a:pt x="3234" y="622907"/>
                  </a:lnTo>
                  <a:lnTo>
                    <a:pt x="3577" y="622205"/>
                  </a:lnTo>
                  <a:lnTo>
                    <a:pt x="4999" y="619098"/>
                  </a:lnTo>
                  <a:lnTo>
                    <a:pt x="6322" y="617094"/>
                  </a:lnTo>
                  <a:lnTo>
                    <a:pt x="9802" y="613035"/>
                  </a:lnTo>
                  <a:lnTo>
                    <a:pt x="10880" y="610529"/>
                  </a:lnTo>
                  <a:lnTo>
                    <a:pt x="11469" y="609126"/>
                  </a:lnTo>
                  <a:lnTo>
                    <a:pt x="11028" y="606470"/>
                  </a:lnTo>
                  <a:lnTo>
                    <a:pt x="11273" y="605317"/>
                  </a:lnTo>
                  <a:lnTo>
                    <a:pt x="10096" y="602511"/>
                  </a:lnTo>
                  <a:lnTo>
                    <a:pt x="8920" y="599755"/>
                  </a:lnTo>
                  <a:lnTo>
                    <a:pt x="9459" y="597850"/>
                  </a:lnTo>
                  <a:lnTo>
                    <a:pt x="9851" y="596698"/>
                  </a:lnTo>
                  <a:lnTo>
                    <a:pt x="9214" y="595295"/>
                  </a:lnTo>
                  <a:lnTo>
                    <a:pt x="9704" y="592989"/>
                  </a:lnTo>
                  <a:lnTo>
                    <a:pt x="9851" y="590534"/>
                  </a:lnTo>
                  <a:lnTo>
                    <a:pt x="8185" y="589281"/>
                  </a:lnTo>
                  <a:lnTo>
                    <a:pt x="7695" y="587677"/>
                  </a:lnTo>
                  <a:lnTo>
                    <a:pt x="6763" y="585372"/>
                  </a:lnTo>
                  <a:lnTo>
                    <a:pt x="7204" y="581163"/>
                  </a:lnTo>
                  <a:lnTo>
                    <a:pt x="7303" y="577705"/>
                  </a:lnTo>
                  <a:lnTo>
                    <a:pt x="6665" y="575650"/>
                  </a:lnTo>
                  <a:lnTo>
                    <a:pt x="6028" y="573295"/>
                  </a:lnTo>
                  <a:lnTo>
                    <a:pt x="5538" y="567281"/>
                  </a:lnTo>
                  <a:lnTo>
                    <a:pt x="6175" y="563773"/>
                  </a:lnTo>
                  <a:lnTo>
                    <a:pt x="6910" y="561919"/>
                  </a:lnTo>
                  <a:lnTo>
                    <a:pt x="8381" y="559965"/>
                  </a:lnTo>
                  <a:lnTo>
                    <a:pt x="10341" y="557158"/>
                  </a:lnTo>
                  <a:lnTo>
                    <a:pt x="10194" y="555605"/>
                  </a:lnTo>
                  <a:lnTo>
                    <a:pt x="9459" y="554653"/>
                  </a:lnTo>
                  <a:lnTo>
                    <a:pt x="8283" y="553199"/>
                  </a:lnTo>
                  <a:lnTo>
                    <a:pt x="7204" y="551445"/>
                  </a:lnTo>
                  <a:lnTo>
                    <a:pt x="7646" y="545282"/>
                  </a:lnTo>
                  <a:lnTo>
                    <a:pt x="8724" y="543528"/>
                  </a:lnTo>
                  <a:lnTo>
                    <a:pt x="9361" y="541974"/>
                  </a:lnTo>
                  <a:lnTo>
                    <a:pt x="10439" y="539619"/>
                  </a:lnTo>
                  <a:lnTo>
                    <a:pt x="10880" y="538266"/>
                  </a:lnTo>
                  <a:lnTo>
                    <a:pt x="12939" y="536111"/>
                  </a:lnTo>
                  <a:lnTo>
                    <a:pt x="16027" y="529746"/>
                  </a:lnTo>
                  <a:lnTo>
                    <a:pt x="17105" y="527191"/>
                  </a:lnTo>
                  <a:lnTo>
                    <a:pt x="11665" y="516867"/>
                  </a:lnTo>
                  <a:lnTo>
                    <a:pt x="10831" y="509400"/>
                  </a:lnTo>
                  <a:lnTo>
                    <a:pt x="12988" y="500180"/>
                  </a:lnTo>
                  <a:lnTo>
                    <a:pt x="18674" y="491159"/>
                  </a:lnTo>
                  <a:lnTo>
                    <a:pt x="23624" y="486398"/>
                  </a:lnTo>
                  <a:lnTo>
                    <a:pt x="27545" y="481337"/>
                  </a:lnTo>
                  <a:lnTo>
                    <a:pt x="33868" y="474371"/>
                  </a:lnTo>
                  <a:lnTo>
                    <a:pt x="43229" y="467305"/>
                  </a:lnTo>
                  <a:lnTo>
                    <a:pt x="50924" y="461292"/>
                  </a:lnTo>
                  <a:lnTo>
                    <a:pt x="52934" y="459387"/>
                  </a:lnTo>
                  <a:lnTo>
                    <a:pt x="58424" y="454176"/>
                  </a:lnTo>
                  <a:lnTo>
                    <a:pt x="63864" y="445857"/>
                  </a:lnTo>
                  <a:lnTo>
                    <a:pt x="63766" y="436987"/>
                  </a:lnTo>
                  <a:lnTo>
                    <a:pt x="67148" y="430923"/>
                  </a:lnTo>
                  <a:lnTo>
                    <a:pt x="67001" y="424659"/>
                  </a:lnTo>
                  <a:lnTo>
                    <a:pt x="68226" y="415839"/>
                  </a:lnTo>
                  <a:lnTo>
                    <a:pt x="71804" y="407871"/>
                  </a:lnTo>
                  <a:lnTo>
                    <a:pt x="75970" y="405015"/>
                  </a:lnTo>
                  <a:lnTo>
                    <a:pt x="76313" y="402409"/>
                  </a:lnTo>
                  <a:lnTo>
                    <a:pt x="74451" y="397197"/>
                  </a:lnTo>
                  <a:lnTo>
                    <a:pt x="67638" y="386423"/>
                  </a:lnTo>
                  <a:lnTo>
                    <a:pt x="67491" y="382915"/>
                  </a:lnTo>
                  <a:lnTo>
                    <a:pt x="76509" y="379457"/>
                  </a:lnTo>
                  <a:lnTo>
                    <a:pt x="78960" y="376300"/>
                  </a:lnTo>
                  <a:lnTo>
                    <a:pt x="82440" y="374846"/>
                  </a:lnTo>
                  <a:lnTo>
                    <a:pt x="84303" y="374095"/>
                  </a:lnTo>
                  <a:lnTo>
                    <a:pt x="88861" y="371940"/>
                  </a:lnTo>
                  <a:lnTo>
                    <a:pt x="91998" y="369484"/>
                  </a:lnTo>
                  <a:lnTo>
                    <a:pt x="95184" y="366127"/>
                  </a:lnTo>
                  <a:lnTo>
                    <a:pt x="97389" y="364423"/>
                  </a:lnTo>
                  <a:lnTo>
                    <a:pt x="99350" y="363872"/>
                  </a:lnTo>
                  <a:lnTo>
                    <a:pt x="103173" y="360013"/>
                  </a:lnTo>
                  <a:lnTo>
                    <a:pt x="110329" y="356906"/>
                  </a:lnTo>
                  <a:lnTo>
                    <a:pt x="114348" y="355603"/>
                  </a:lnTo>
                  <a:lnTo>
                    <a:pt x="118808" y="352396"/>
                  </a:lnTo>
                  <a:lnTo>
                    <a:pt x="124445" y="346633"/>
                  </a:lnTo>
                  <a:lnTo>
                    <a:pt x="125278" y="344728"/>
                  </a:lnTo>
                  <a:lnTo>
                    <a:pt x="125229" y="340419"/>
                  </a:lnTo>
                  <a:lnTo>
                    <a:pt x="125817" y="338214"/>
                  </a:lnTo>
                  <a:lnTo>
                    <a:pt x="126895" y="337111"/>
                  </a:lnTo>
                  <a:lnTo>
                    <a:pt x="129738" y="336460"/>
                  </a:lnTo>
                  <a:lnTo>
                    <a:pt x="131208" y="336159"/>
                  </a:lnTo>
                  <a:lnTo>
                    <a:pt x="134296" y="334355"/>
                  </a:lnTo>
                  <a:lnTo>
                    <a:pt x="135669" y="333052"/>
                  </a:lnTo>
                  <a:lnTo>
                    <a:pt x="136992" y="324733"/>
                  </a:lnTo>
                  <a:lnTo>
                    <a:pt x="147726" y="320824"/>
                  </a:lnTo>
                  <a:lnTo>
                    <a:pt x="151549" y="318820"/>
                  </a:lnTo>
                  <a:lnTo>
                    <a:pt x="153755" y="314209"/>
                  </a:lnTo>
                  <a:lnTo>
                    <a:pt x="155225" y="301531"/>
                  </a:lnTo>
                  <a:lnTo>
                    <a:pt x="160126" y="294916"/>
                  </a:lnTo>
                  <a:lnTo>
                    <a:pt x="166645" y="288752"/>
                  </a:lnTo>
                  <a:lnTo>
                    <a:pt x="172821" y="282889"/>
                  </a:lnTo>
                  <a:lnTo>
                    <a:pt x="187133" y="280583"/>
                  </a:lnTo>
                  <a:lnTo>
                    <a:pt x="198553" y="281185"/>
                  </a:lnTo>
                  <a:lnTo>
                    <a:pt x="205660" y="280283"/>
                  </a:lnTo>
                  <a:lnTo>
                    <a:pt x="208503" y="277827"/>
                  </a:lnTo>
                  <a:lnTo>
                    <a:pt x="206689" y="272365"/>
                  </a:lnTo>
                  <a:lnTo>
                    <a:pt x="206395" y="271513"/>
                  </a:lnTo>
                  <a:lnTo>
                    <a:pt x="203650" y="268406"/>
                  </a:lnTo>
                  <a:lnTo>
                    <a:pt x="199631" y="263796"/>
                  </a:lnTo>
                  <a:lnTo>
                    <a:pt x="199680" y="261641"/>
                  </a:lnTo>
                  <a:lnTo>
                    <a:pt x="199925" y="253923"/>
                  </a:lnTo>
                  <a:lnTo>
                    <a:pt x="197671" y="238538"/>
                  </a:lnTo>
                  <a:lnTo>
                    <a:pt x="197965" y="232675"/>
                  </a:lnTo>
                  <a:lnTo>
                    <a:pt x="200906" y="225409"/>
                  </a:lnTo>
                  <a:lnTo>
                    <a:pt x="204582" y="216388"/>
                  </a:lnTo>
                  <a:lnTo>
                    <a:pt x="204876" y="215587"/>
                  </a:lnTo>
                  <a:lnTo>
                    <a:pt x="207620" y="202507"/>
                  </a:lnTo>
                  <a:lnTo>
                    <a:pt x="207473" y="193086"/>
                  </a:lnTo>
                  <a:lnTo>
                    <a:pt x="210659" y="181810"/>
                  </a:lnTo>
                  <a:lnTo>
                    <a:pt x="218060" y="175346"/>
                  </a:lnTo>
                  <a:lnTo>
                    <a:pt x="220756" y="173040"/>
                  </a:lnTo>
                  <a:lnTo>
                    <a:pt x="229921" y="167829"/>
                  </a:lnTo>
                  <a:lnTo>
                    <a:pt x="240018" y="161565"/>
                  </a:lnTo>
                  <a:lnTo>
                    <a:pt x="252958" y="157355"/>
                  </a:lnTo>
                  <a:lnTo>
                    <a:pt x="266093" y="152344"/>
                  </a:lnTo>
                  <a:lnTo>
                    <a:pt x="275847" y="144125"/>
                  </a:lnTo>
                  <a:lnTo>
                    <a:pt x="282954" y="134102"/>
                  </a:lnTo>
                  <a:lnTo>
                    <a:pt x="290257" y="124080"/>
                  </a:lnTo>
                  <a:lnTo>
                    <a:pt x="296384" y="116964"/>
                  </a:lnTo>
                  <a:lnTo>
                    <a:pt x="299570" y="111952"/>
                  </a:lnTo>
                  <a:lnTo>
                    <a:pt x="306039" y="100326"/>
                  </a:lnTo>
                  <a:lnTo>
                    <a:pt x="311431" y="90654"/>
                  </a:lnTo>
                  <a:lnTo>
                    <a:pt x="317214" y="83889"/>
                  </a:lnTo>
                  <a:lnTo>
                    <a:pt x="320547" y="79980"/>
                  </a:lnTo>
                  <a:lnTo>
                    <a:pt x="326233" y="73516"/>
                  </a:lnTo>
                  <a:lnTo>
                    <a:pt x="332114" y="65798"/>
                  </a:lnTo>
                  <a:lnTo>
                    <a:pt x="337310" y="60286"/>
                  </a:lnTo>
                  <a:lnTo>
                    <a:pt x="344564" y="54823"/>
                  </a:lnTo>
                  <a:lnTo>
                    <a:pt x="352308" y="51115"/>
                  </a:lnTo>
                  <a:lnTo>
                    <a:pt x="360836" y="48208"/>
                  </a:lnTo>
                  <a:lnTo>
                    <a:pt x="361424" y="47908"/>
                  </a:lnTo>
                  <a:lnTo>
                    <a:pt x="365100" y="46104"/>
                  </a:lnTo>
                  <a:lnTo>
                    <a:pt x="370639" y="36732"/>
                  </a:lnTo>
                  <a:lnTo>
                    <a:pt x="377452" y="28965"/>
                  </a:lnTo>
                  <a:lnTo>
                    <a:pt x="383579" y="23152"/>
                  </a:lnTo>
                  <a:lnTo>
                    <a:pt x="396077" y="15735"/>
                  </a:lnTo>
                  <a:lnTo>
                    <a:pt x="405046" y="9772"/>
                  </a:lnTo>
                  <a:lnTo>
                    <a:pt x="409654" y="6214"/>
                  </a:lnTo>
                  <a:lnTo>
                    <a:pt x="416271" y="5061"/>
                  </a:lnTo>
                  <a:lnTo>
                    <a:pt x="428377" y="3357"/>
                  </a:lnTo>
                  <a:lnTo>
                    <a:pt x="434504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867035" y="4230409"/>
              <a:ext cx="223550" cy="399602"/>
            </a:xfrm>
            <a:custGeom>
              <a:avLst/>
              <a:pathLst>
                <a:path w="223550" h="399602">
                  <a:moveTo>
                    <a:pt x="155323" y="0"/>
                  </a:moveTo>
                  <a:lnTo>
                    <a:pt x="157382" y="200"/>
                  </a:lnTo>
                  <a:lnTo>
                    <a:pt x="158117" y="200"/>
                  </a:lnTo>
                  <a:lnTo>
                    <a:pt x="158705" y="200"/>
                  </a:lnTo>
                  <a:lnTo>
                    <a:pt x="159587" y="100"/>
                  </a:lnTo>
                  <a:lnTo>
                    <a:pt x="160371" y="100"/>
                  </a:lnTo>
                  <a:lnTo>
                    <a:pt x="161303" y="250"/>
                  </a:lnTo>
                  <a:lnTo>
                    <a:pt x="162234" y="451"/>
                  </a:lnTo>
                  <a:lnTo>
                    <a:pt x="162822" y="651"/>
                  </a:lnTo>
                  <a:lnTo>
                    <a:pt x="163410" y="1052"/>
                  </a:lnTo>
                  <a:lnTo>
                    <a:pt x="164096" y="1353"/>
                  </a:lnTo>
                  <a:lnTo>
                    <a:pt x="165763" y="2204"/>
                  </a:lnTo>
                  <a:lnTo>
                    <a:pt x="170174" y="2756"/>
                  </a:lnTo>
                  <a:lnTo>
                    <a:pt x="176889" y="4309"/>
                  </a:lnTo>
                  <a:lnTo>
                    <a:pt x="183947" y="7817"/>
                  </a:lnTo>
                  <a:lnTo>
                    <a:pt x="189436" y="10072"/>
                  </a:lnTo>
                  <a:lnTo>
                    <a:pt x="190221" y="12277"/>
                  </a:lnTo>
                  <a:lnTo>
                    <a:pt x="191544" y="13280"/>
                  </a:lnTo>
                  <a:lnTo>
                    <a:pt x="195416" y="15885"/>
                  </a:lnTo>
                  <a:lnTo>
                    <a:pt x="197720" y="16136"/>
                  </a:lnTo>
                  <a:lnTo>
                    <a:pt x="200415" y="16086"/>
                  </a:lnTo>
                  <a:lnTo>
                    <a:pt x="203209" y="17639"/>
                  </a:lnTo>
                  <a:lnTo>
                    <a:pt x="206248" y="19794"/>
                  </a:lnTo>
                  <a:lnTo>
                    <a:pt x="208699" y="23202"/>
                  </a:lnTo>
                  <a:lnTo>
                    <a:pt x="210365" y="24705"/>
                  </a:lnTo>
                  <a:lnTo>
                    <a:pt x="212620" y="25557"/>
                  </a:lnTo>
                  <a:lnTo>
                    <a:pt x="216100" y="27011"/>
                  </a:lnTo>
                  <a:lnTo>
                    <a:pt x="219727" y="26760"/>
                  </a:lnTo>
                  <a:lnTo>
                    <a:pt x="219923" y="26960"/>
                  </a:lnTo>
                  <a:lnTo>
                    <a:pt x="221246" y="28013"/>
                  </a:lnTo>
                  <a:lnTo>
                    <a:pt x="222128" y="29566"/>
                  </a:lnTo>
                  <a:lnTo>
                    <a:pt x="223354" y="31621"/>
                  </a:lnTo>
                  <a:lnTo>
                    <a:pt x="223550" y="33225"/>
                  </a:lnTo>
                  <a:lnTo>
                    <a:pt x="217766" y="38787"/>
                  </a:lnTo>
                  <a:lnTo>
                    <a:pt x="215217" y="41593"/>
                  </a:lnTo>
                  <a:lnTo>
                    <a:pt x="212571" y="45152"/>
                  </a:lnTo>
                  <a:lnTo>
                    <a:pt x="211051" y="49211"/>
                  </a:lnTo>
                  <a:lnTo>
                    <a:pt x="210218" y="51766"/>
                  </a:lnTo>
                  <a:lnTo>
                    <a:pt x="208356" y="54422"/>
                  </a:lnTo>
                  <a:lnTo>
                    <a:pt x="206983" y="56176"/>
                  </a:lnTo>
                  <a:lnTo>
                    <a:pt x="204533" y="58181"/>
                  </a:lnTo>
                  <a:lnTo>
                    <a:pt x="202376" y="60336"/>
                  </a:lnTo>
                  <a:lnTo>
                    <a:pt x="201053" y="62691"/>
                  </a:lnTo>
                  <a:lnTo>
                    <a:pt x="200121" y="65397"/>
                  </a:lnTo>
                  <a:lnTo>
                    <a:pt x="200023" y="67853"/>
                  </a:lnTo>
                  <a:lnTo>
                    <a:pt x="200758" y="70960"/>
                  </a:lnTo>
                  <a:lnTo>
                    <a:pt x="201984" y="72814"/>
                  </a:lnTo>
                  <a:lnTo>
                    <a:pt x="201886" y="75119"/>
                  </a:lnTo>
                  <a:lnTo>
                    <a:pt x="199435" y="77926"/>
                  </a:lnTo>
                  <a:lnTo>
                    <a:pt x="198994" y="79028"/>
                  </a:lnTo>
                  <a:lnTo>
                    <a:pt x="196004" y="80531"/>
                  </a:lnTo>
                  <a:lnTo>
                    <a:pt x="196151" y="80782"/>
                  </a:lnTo>
                  <a:lnTo>
                    <a:pt x="196494" y="81734"/>
                  </a:lnTo>
                  <a:lnTo>
                    <a:pt x="196788" y="83037"/>
                  </a:lnTo>
                  <a:lnTo>
                    <a:pt x="196984" y="83338"/>
                  </a:lnTo>
                  <a:lnTo>
                    <a:pt x="197082" y="83538"/>
                  </a:lnTo>
                  <a:lnTo>
                    <a:pt x="196543" y="84290"/>
                  </a:lnTo>
                  <a:lnTo>
                    <a:pt x="195808" y="85242"/>
                  </a:lnTo>
                  <a:lnTo>
                    <a:pt x="194926" y="85743"/>
                  </a:lnTo>
                  <a:lnTo>
                    <a:pt x="193406" y="85693"/>
                  </a:lnTo>
                  <a:lnTo>
                    <a:pt x="192279" y="85443"/>
                  </a:lnTo>
                  <a:lnTo>
                    <a:pt x="191936" y="85693"/>
                  </a:lnTo>
                  <a:lnTo>
                    <a:pt x="191250" y="87597"/>
                  </a:lnTo>
                  <a:lnTo>
                    <a:pt x="190515" y="87848"/>
                  </a:lnTo>
                  <a:lnTo>
                    <a:pt x="189191" y="88099"/>
                  </a:lnTo>
                  <a:lnTo>
                    <a:pt x="187280" y="88349"/>
                  </a:lnTo>
                  <a:lnTo>
                    <a:pt x="186545" y="88700"/>
                  </a:lnTo>
                  <a:lnTo>
                    <a:pt x="185319" y="89251"/>
                  </a:lnTo>
                  <a:lnTo>
                    <a:pt x="184290" y="89301"/>
                  </a:lnTo>
                  <a:lnTo>
                    <a:pt x="183310" y="89101"/>
                  </a:lnTo>
                  <a:lnTo>
                    <a:pt x="182182" y="89251"/>
                  </a:lnTo>
                  <a:lnTo>
                    <a:pt x="181153" y="89752"/>
                  </a:lnTo>
                  <a:lnTo>
                    <a:pt x="180957" y="90003"/>
                  </a:lnTo>
                  <a:lnTo>
                    <a:pt x="180908" y="90304"/>
                  </a:lnTo>
                  <a:lnTo>
                    <a:pt x="180614" y="90704"/>
                  </a:lnTo>
                  <a:lnTo>
                    <a:pt x="179830" y="90755"/>
                  </a:lnTo>
                  <a:lnTo>
                    <a:pt x="178800" y="91055"/>
                  </a:lnTo>
                  <a:lnTo>
                    <a:pt x="178653" y="91005"/>
                  </a:lnTo>
                  <a:lnTo>
                    <a:pt x="178408" y="91206"/>
                  </a:lnTo>
                  <a:lnTo>
                    <a:pt x="178163" y="91556"/>
                  </a:lnTo>
                  <a:lnTo>
                    <a:pt x="177820" y="92057"/>
                  </a:lnTo>
                  <a:lnTo>
                    <a:pt x="177477" y="92458"/>
                  </a:lnTo>
                  <a:lnTo>
                    <a:pt x="176791" y="93010"/>
                  </a:lnTo>
                  <a:lnTo>
                    <a:pt x="176497" y="93310"/>
                  </a:lnTo>
                  <a:lnTo>
                    <a:pt x="175860" y="94162"/>
                  </a:lnTo>
                  <a:lnTo>
                    <a:pt x="175272" y="94463"/>
                  </a:lnTo>
                  <a:lnTo>
                    <a:pt x="174634" y="94914"/>
                  </a:lnTo>
                  <a:lnTo>
                    <a:pt x="172772" y="96167"/>
                  </a:lnTo>
                  <a:lnTo>
                    <a:pt x="172429" y="97269"/>
                  </a:lnTo>
                  <a:lnTo>
                    <a:pt x="171645" y="99224"/>
                  </a:lnTo>
                  <a:lnTo>
                    <a:pt x="170517" y="99925"/>
                  </a:lnTo>
                  <a:lnTo>
                    <a:pt x="170615" y="100126"/>
                  </a:lnTo>
                  <a:lnTo>
                    <a:pt x="169635" y="100978"/>
                  </a:lnTo>
                  <a:lnTo>
                    <a:pt x="169194" y="100426"/>
                  </a:lnTo>
                  <a:lnTo>
                    <a:pt x="166841" y="100978"/>
                  </a:lnTo>
                  <a:lnTo>
                    <a:pt x="166694" y="101529"/>
                  </a:lnTo>
                  <a:lnTo>
                    <a:pt x="166449" y="101479"/>
                  </a:lnTo>
                  <a:lnTo>
                    <a:pt x="165959" y="101729"/>
                  </a:lnTo>
                  <a:lnTo>
                    <a:pt x="165518" y="102581"/>
                  </a:lnTo>
                  <a:lnTo>
                    <a:pt x="164391" y="102331"/>
                  </a:lnTo>
                  <a:lnTo>
                    <a:pt x="162577" y="103183"/>
                  </a:lnTo>
                  <a:lnTo>
                    <a:pt x="161303" y="103884"/>
                  </a:lnTo>
                  <a:lnTo>
                    <a:pt x="160616" y="105287"/>
                  </a:lnTo>
                  <a:lnTo>
                    <a:pt x="160518" y="106791"/>
                  </a:lnTo>
                  <a:lnTo>
                    <a:pt x="159832" y="109046"/>
                  </a:lnTo>
                  <a:lnTo>
                    <a:pt x="159391" y="110148"/>
                  </a:lnTo>
                  <a:lnTo>
                    <a:pt x="158950" y="111351"/>
                  </a:lnTo>
                  <a:lnTo>
                    <a:pt x="158313" y="112804"/>
                  </a:lnTo>
                  <a:lnTo>
                    <a:pt x="157970" y="112955"/>
                  </a:lnTo>
                  <a:lnTo>
                    <a:pt x="157627" y="113306"/>
                  </a:lnTo>
                  <a:lnTo>
                    <a:pt x="157480" y="113606"/>
                  </a:lnTo>
                  <a:lnTo>
                    <a:pt x="157088" y="114358"/>
                  </a:lnTo>
                  <a:lnTo>
                    <a:pt x="156842" y="114859"/>
                  </a:lnTo>
                  <a:lnTo>
                    <a:pt x="155813" y="116262"/>
                  </a:lnTo>
                  <a:lnTo>
                    <a:pt x="155127" y="116914"/>
                  </a:lnTo>
                  <a:lnTo>
                    <a:pt x="153559" y="119770"/>
                  </a:lnTo>
                  <a:lnTo>
                    <a:pt x="152431" y="120873"/>
                  </a:lnTo>
                  <a:lnTo>
                    <a:pt x="151647" y="122526"/>
                  </a:lnTo>
                  <a:lnTo>
                    <a:pt x="151892" y="123428"/>
                  </a:lnTo>
                  <a:lnTo>
                    <a:pt x="152088" y="125333"/>
                  </a:lnTo>
                  <a:lnTo>
                    <a:pt x="150128" y="128089"/>
                  </a:lnTo>
                  <a:lnTo>
                    <a:pt x="145863" y="130895"/>
                  </a:lnTo>
                  <a:lnTo>
                    <a:pt x="144638" y="131196"/>
                  </a:lnTo>
                  <a:lnTo>
                    <a:pt x="142433" y="133000"/>
                  </a:lnTo>
                  <a:lnTo>
                    <a:pt x="141599" y="135005"/>
                  </a:lnTo>
                  <a:lnTo>
                    <a:pt x="140766" y="136157"/>
                  </a:lnTo>
                  <a:lnTo>
                    <a:pt x="140227" y="139164"/>
                  </a:lnTo>
                  <a:lnTo>
                    <a:pt x="140374" y="140417"/>
                  </a:lnTo>
                  <a:lnTo>
                    <a:pt x="140325" y="141419"/>
                  </a:lnTo>
                  <a:lnTo>
                    <a:pt x="139933" y="144376"/>
                  </a:lnTo>
                  <a:lnTo>
                    <a:pt x="139492" y="146280"/>
                  </a:lnTo>
                  <a:lnTo>
                    <a:pt x="139198" y="147332"/>
                  </a:lnTo>
                  <a:lnTo>
                    <a:pt x="139100" y="148736"/>
                  </a:lnTo>
                  <a:lnTo>
                    <a:pt x="137972" y="149337"/>
                  </a:lnTo>
                  <a:lnTo>
                    <a:pt x="137874" y="150941"/>
                  </a:lnTo>
                  <a:lnTo>
                    <a:pt x="137286" y="152745"/>
                  </a:lnTo>
                  <a:lnTo>
                    <a:pt x="136257" y="153246"/>
                  </a:lnTo>
                  <a:lnTo>
                    <a:pt x="135963" y="154899"/>
                  </a:lnTo>
                  <a:lnTo>
                    <a:pt x="136012" y="155551"/>
                  </a:lnTo>
                  <a:lnTo>
                    <a:pt x="135424" y="157104"/>
                  </a:lnTo>
                  <a:lnTo>
                    <a:pt x="138511" y="158508"/>
                  </a:lnTo>
                  <a:lnTo>
                    <a:pt x="138119" y="159610"/>
                  </a:lnTo>
                  <a:lnTo>
                    <a:pt x="136747" y="159059"/>
                  </a:lnTo>
                  <a:lnTo>
                    <a:pt x="136257" y="160813"/>
                  </a:lnTo>
                  <a:lnTo>
                    <a:pt x="137433" y="161414"/>
                  </a:lnTo>
                  <a:lnTo>
                    <a:pt x="136943" y="162918"/>
                  </a:lnTo>
                  <a:lnTo>
                    <a:pt x="135669" y="163469"/>
                  </a:lnTo>
                  <a:lnTo>
                    <a:pt x="135375" y="164972"/>
                  </a:lnTo>
                  <a:lnTo>
                    <a:pt x="134737" y="165624"/>
                  </a:lnTo>
                  <a:lnTo>
                    <a:pt x="135473" y="167628"/>
                  </a:lnTo>
                  <a:lnTo>
                    <a:pt x="133169" y="168781"/>
                  </a:lnTo>
                  <a:lnTo>
                    <a:pt x="133365" y="169432"/>
                  </a:lnTo>
                  <a:lnTo>
                    <a:pt x="133610" y="171487"/>
                  </a:lnTo>
                  <a:lnTo>
                    <a:pt x="134002" y="173943"/>
                  </a:lnTo>
                  <a:lnTo>
                    <a:pt x="134247" y="175797"/>
                  </a:lnTo>
                  <a:lnTo>
                    <a:pt x="134345" y="176649"/>
                  </a:lnTo>
                  <a:lnTo>
                    <a:pt x="134639" y="177300"/>
                  </a:lnTo>
                  <a:lnTo>
                    <a:pt x="135228" y="178202"/>
                  </a:lnTo>
                  <a:lnTo>
                    <a:pt x="135375" y="179004"/>
                  </a:lnTo>
                  <a:lnTo>
                    <a:pt x="135375" y="180457"/>
                  </a:lnTo>
                  <a:lnTo>
                    <a:pt x="135473" y="182161"/>
                  </a:lnTo>
                  <a:lnTo>
                    <a:pt x="136306" y="183113"/>
                  </a:lnTo>
                  <a:lnTo>
                    <a:pt x="136306" y="183815"/>
                  </a:lnTo>
                  <a:lnTo>
                    <a:pt x="135130" y="183815"/>
                  </a:lnTo>
                  <a:lnTo>
                    <a:pt x="133610" y="185819"/>
                  </a:lnTo>
                  <a:lnTo>
                    <a:pt x="133218" y="185970"/>
                  </a:lnTo>
                  <a:lnTo>
                    <a:pt x="131454" y="188626"/>
                  </a:lnTo>
                  <a:lnTo>
                    <a:pt x="131404" y="189929"/>
                  </a:lnTo>
                  <a:lnTo>
                    <a:pt x="131208" y="191332"/>
                  </a:lnTo>
                  <a:lnTo>
                    <a:pt x="131061" y="191482"/>
                  </a:lnTo>
                  <a:lnTo>
                    <a:pt x="130522" y="191532"/>
                  </a:lnTo>
                  <a:lnTo>
                    <a:pt x="129689" y="191582"/>
                  </a:lnTo>
                  <a:lnTo>
                    <a:pt x="129003" y="191632"/>
                  </a:lnTo>
                  <a:lnTo>
                    <a:pt x="128415" y="191582"/>
                  </a:lnTo>
                  <a:lnTo>
                    <a:pt x="127728" y="191482"/>
                  </a:lnTo>
                  <a:lnTo>
                    <a:pt x="126993" y="191181"/>
                  </a:lnTo>
                  <a:lnTo>
                    <a:pt x="125621" y="190831"/>
                  </a:lnTo>
                  <a:lnTo>
                    <a:pt x="124249" y="192434"/>
                  </a:lnTo>
                  <a:lnTo>
                    <a:pt x="123072" y="193737"/>
                  </a:lnTo>
                  <a:lnTo>
                    <a:pt x="122925" y="193888"/>
                  </a:lnTo>
                  <a:lnTo>
                    <a:pt x="122239" y="194639"/>
                  </a:lnTo>
                  <a:lnTo>
                    <a:pt x="121896" y="195040"/>
                  </a:lnTo>
                  <a:lnTo>
                    <a:pt x="120769" y="196293"/>
                  </a:lnTo>
                  <a:lnTo>
                    <a:pt x="120229" y="196995"/>
                  </a:lnTo>
                  <a:lnTo>
                    <a:pt x="125180" y="200853"/>
                  </a:lnTo>
                  <a:lnTo>
                    <a:pt x="125866" y="201405"/>
                  </a:lnTo>
                  <a:lnTo>
                    <a:pt x="126209" y="201705"/>
                  </a:lnTo>
                  <a:lnTo>
                    <a:pt x="128023" y="203309"/>
                  </a:lnTo>
                  <a:lnTo>
                    <a:pt x="128170" y="203459"/>
                  </a:lnTo>
                  <a:lnTo>
                    <a:pt x="129101" y="204261"/>
                  </a:lnTo>
                  <a:lnTo>
                    <a:pt x="129248" y="204411"/>
                  </a:lnTo>
                  <a:lnTo>
                    <a:pt x="129591" y="204712"/>
                  </a:lnTo>
                  <a:lnTo>
                    <a:pt x="131993" y="206867"/>
                  </a:lnTo>
                  <a:lnTo>
                    <a:pt x="138315" y="212329"/>
                  </a:lnTo>
                  <a:lnTo>
                    <a:pt x="139492" y="213231"/>
                  </a:lnTo>
                  <a:lnTo>
                    <a:pt x="140080" y="213732"/>
                  </a:lnTo>
                  <a:lnTo>
                    <a:pt x="143413" y="216739"/>
                  </a:lnTo>
                  <a:lnTo>
                    <a:pt x="148412" y="220798"/>
                  </a:lnTo>
                  <a:lnTo>
                    <a:pt x="148265" y="220899"/>
                  </a:lnTo>
                  <a:lnTo>
                    <a:pt x="147138" y="221951"/>
                  </a:lnTo>
                  <a:lnTo>
                    <a:pt x="144393" y="224557"/>
                  </a:lnTo>
                  <a:lnTo>
                    <a:pt x="144540" y="224657"/>
                  </a:lnTo>
                  <a:lnTo>
                    <a:pt x="145520" y="225609"/>
                  </a:lnTo>
                  <a:lnTo>
                    <a:pt x="145079" y="225960"/>
                  </a:lnTo>
                  <a:lnTo>
                    <a:pt x="144050" y="226862"/>
                  </a:lnTo>
                  <a:lnTo>
                    <a:pt x="143609" y="227213"/>
                  </a:lnTo>
                  <a:lnTo>
                    <a:pt x="142138" y="228466"/>
                  </a:lnTo>
                  <a:lnTo>
                    <a:pt x="141893" y="228716"/>
                  </a:lnTo>
                  <a:lnTo>
                    <a:pt x="141795" y="229017"/>
                  </a:lnTo>
                  <a:lnTo>
                    <a:pt x="140325" y="232525"/>
                  </a:lnTo>
                  <a:lnTo>
                    <a:pt x="139982" y="233377"/>
                  </a:lnTo>
                  <a:lnTo>
                    <a:pt x="139100" y="235832"/>
                  </a:lnTo>
                  <a:lnTo>
                    <a:pt x="138560" y="237185"/>
                  </a:lnTo>
                  <a:lnTo>
                    <a:pt x="138315" y="237837"/>
                  </a:lnTo>
                  <a:lnTo>
                    <a:pt x="137923" y="238789"/>
                  </a:lnTo>
                  <a:lnTo>
                    <a:pt x="137335" y="240192"/>
                  </a:lnTo>
                  <a:lnTo>
                    <a:pt x="136502" y="241946"/>
                  </a:lnTo>
                  <a:lnTo>
                    <a:pt x="137335" y="242447"/>
                  </a:lnTo>
                  <a:lnTo>
                    <a:pt x="137776" y="242898"/>
                  </a:lnTo>
                  <a:lnTo>
                    <a:pt x="138070" y="243399"/>
                  </a:lnTo>
                  <a:lnTo>
                    <a:pt x="138364" y="243850"/>
                  </a:lnTo>
                  <a:lnTo>
                    <a:pt x="138658" y="244201"/>
                  </a:lnTo>
                  <a:lnTo>
                    <a:pt x="139296" y="244853"/>
                  </a:lnTo>
                  <a:lnTo>
                    <a:pt x="139835" y="245153"/>
                  </a:lnTo>
                  <a:lnTo>
                    <a:pt x="140276" y="245304"/>
                  </a:lnTo>
                  <a:lnTo>
                    <a:pt x="141158" y="245604"/>
                  </a:lnTo>
                  <a:lnTo>
                    <a:pt x="141648" y="245755"/>
                  </a:lnTo>
                  <a:lnTo>
                    <a:pt x="142040" y="245905"/>
                  </a:lnTo>
                  <a:lnTo>
                    <a:pt x="142334" y="246106"/>
                  </a:lnTo>
                  <a:lnTo>
                    <a:pt x="142629" y="246406"/>
                  </a:lnTo>
                  <a:lnTo>
                    <a:pt x="142776" y="246707"/>
                  </a:lnTo>
                  <a:lnTo>
                    <a:pt x="142923" y="246957"/>
                  </a:lnTo>
                  <a:lnTo>
                    <a:pt x="143119" y="247358"/>
                  </a:lnTo>
                  <a:lnTo>
                    <a:pt x="143266" y="247659"/>
                  </a:lnTo>
                  <a:lnTo>
                    <a:pt x="143413" y="248010"/>
                  </a:lnTo>
                  <a:lnTo>
                    <a:pt x="143462" y="248361"/>
                  </a:lnTo>
                  <a:lnTo>
                    <a:pt x="143511" y="248762"/>
                  </a:lnTo>
                  <a:lnTo>
                    <a:pt x="143511" y="248912"/>
                  </a:lnTo>
                  <a:lnTo>
                    <a:pt x="143511" y="249062"/>
                  </a:lnTo>
                  <a:lnTo>
                    <a:pt x="143511" y="249263"/>
                  </a:lnTo>
                  <a:lnTo>
                    <a:pt x="143511" y="249413"/>
                  </a:lnTo>
                  <a:lnTo>
                    <a:pt x="143511" y="250014"/>
                  </a:lnTo>
                  <a:lnTo>
                    <a:pt x="143364" y="250516"/>
                  </a:lnTo>
                  <a:lnTo>
                    <a:pt x="143119" y="251117"/>
                  </a:lnTo>
                  <a:lnTo>
                    <a:pt x="142776" y="251668"/>
                  </a:lnTo>
                  <a:lnTo>
                    <a:pt x="142972" y="251919"/>
                  </a:lnTo>
                  <a:lnTo>
                    <a:pt x="145275" y="255176"/>
                  </a:lnTo>
                  <a:lnTo>
                    <a:pt x="144981" y="255427"/>
                  </a:lnTo>
                  <a:lnTo>
                    <a:pt x="145226" y="255878"/>
                  </a:lnTo>
                  <a:lnTo>
                    <a:pt x="145422" y="256078"/>
                  </a:lnTo>
                  <a:lnTo>
                    <a:pt x="144932" y="256679"/>
                  </a:lnTo>
                  <a:lnTo>
                    <a:pt x="144834" y="257782"/>
                  </a:lnTo>
                  <a:lnTo>
                    <a:pt x="145226" y="258985"/>
                  </a:lnTo>
                  <a:lnTo>
                    <a:pt x="145667" y="260087"/>
                  </a:lnTo>
                  <a:lnTo>
                    <a:pt x="145863" y="260488"/>
                  </a:lnTo>
                  <a:lnTo>
                    <a:pt x="146207" y="261039"/>
                  </a:lnTo>
                  <a:lnTo>
                    <a:pt x="146599" y="262092"/>
                  </a:lnTo>
                  <a:lnTo>
                    <a:pt x="146746" y="262442"/>
                  </a:lnTo>
                  <a:lnTo>
                    <a:pt x="146991" y="262893"/>
                  </a:lnTo>
                  <a:lnTo>
                    <a:pt x="147187" y="263244"/>
                  </a:lnTo>
                  <a:lnTo>
                    <a:pt x="147285" y="263395"/>
                  </a:lnTo>
                  <a:lnTo>
                    <a:pt x="148461" y="265499"/>
                  </a:lnTo>
                  <a:lnTo>
                    <a:pt x="148657" y="268055"/>
                  </a:lnTo>
                  <a:lnTo>
                    <a:pt x="148412" y="268256"/>
                  </a:lnTo>
                  <a:lnTo>
                    <a:pt x="149147" y="269408"/>
                  </a:lnTo>
                  <a:lnTo>
                    <a:pt x="149883" y="270611"/>
                  </a:lnTo>
                  <a:lnTo>
                    <a:pt x="150520" y="271463"/>
                  </a:lnTo>
                  <a:lnTo>
                    <a:pt x="150177" y="271814"/>
                  </a:lnTo>
                  <a:lnTo>
                    <a:pt x="150520" y="272766"/>
                  </a:lnTo>
                  <a:lnTo>
                    <a:pt x="151255" y="273066"/>
                  </a:lnTo>
                  <a:lnTo>
                    <a:pt x="151696" y="273417"/>
                  </a:lnTo>
                  <a:lnTo>
                    <a:pt x="152578" y="274520"/>
                  </a:lnTo>
                  <a:lnTo>
                    <a:pt x="153313" y="275773"/>
                  </a:lnTo>
                  <a:lnTo>
                    <a:pt x="153461" y="276825"/>
                  </a:lnTo>
                  <a:lnTo>
                    <a:pt x="153117" y="278479"/>
                  </a:lnTo>
                  <a:lnTo>
                    <a:pt x="152823" y="279381"/>
                  </a:lnTo>
                  <a:lnTo>
                    <a:pt x="152529" y="282788"/>
                  </a:lnTo>
                  <a:lnTo>
                    <a:pt x="153215" y="284943"/>
                  </a:lnTo>
                  <a:lnTo>
                    <a:pt x="154441" y="286196"/>
                  </a:lnTo>
                  <a:lnTo>
                    <a:pt x="154539" y="288000"/>
                  </a:lnTo>
                  <a:lnTo>
                    <a:pt x="154637" y="288802"/>
                  </a:lnTo>
                  <a:lnTo>
                    <a:pt x="154833" y="290556"/>
                  </a:lnTo>
                  <a:lnTo>
                    <a:pt x="155421" y="292310"/>
                  </a:lnTo>
                  <a:lnTo>
                    <a:pt x="155323" y="293713"/>
                  </a:lnTo>
                  <a:lnTo>
                    <a:pt x="155421" y="294164"/>
                  </a:lnTo>
                  <a:lnTo>
                    <a:pt x="155323" y="294715"/>
                  </a:lnTo>
                  <a:lnTo>
                    <a:pt x="155274" y="295217"/>
                  </a:lnTo>
                  <a:lnTo>
                    <a:pt x="155176" y="295668"/>
                  </a:lnTo>
                  <a:lnTo>
                    <a:pt x="155127" y="297021"/>
                  </a:lnTo>
                  <a:lnTo>
                    <a:pt x="154882" y="297321"/>
                  </a:lnTo>
                  <a:lnTo>
                    <a:pt x="154735" y="297873"/>
                  </a:lnTo>
                  <a:lnTo>
                    <a:pt x="154833" y="298674"/>
                  </a:lnTo>
                  <a:lnTo>
                    <a:pt x="154686" y="299175"/>
                  </a:lnTo>
                  <a:lnTo>
                    <a:pt x="154441" y="300629"/>
                  </a:lnTo>
                  <a:lnTo>
                    <a:pt x="154588" y="301581"/>
                  </a:lnTo>
                  <a:lnTo>
                    <a:pt x="155078" y="302984"/>
                  </a:lnTo>
                  <a:lnTo>
                    <a:pt x="156499" y="305039"/>
                  </a:lnTo>
                  <a:lnTo>
                    <a:pt x="156940" y="307194"/>
                  </a:lnTo>
                  <a:lnTo>
                    <a:pt x="159489" y="308196"/>
                  </a:lnTo>
                  <a:lnTo>
                    <a:pt x="159489" y="311453"/>
                  </a:lnTo>
                  <a:lnTo>
                    <a:pt x="160175" y="312305"/>
                  </a:lnTo>
                  <a:lnTo>
                    <a:pt x="160518" y="315162"/>
                  </a:lnTo>
                  <a:lnTo>
                    <a:pt x="159489" y="315111"/>
                  </a:lnTo>
                  <a:lnTo>
                    <a:pt x="158607" y="314761"/>
                  </a:lnTo>
                  <a:lnTo>
                    <a:pt x="158411" y="315111"/>
                  </a:lnTo>
                  <a:lnTo>
                    <a:pt x="158117" y="315713"/>
                  </a:lnTo>
                  <a:lnTo>
                    <a:pt x="157676" y="316765"/>
                  </a:lnTo>
                  <a:lnTo>
                    <a:pt x="157921" y="317216"/>
                  </a:lnTo>
                  <a:lnTo>
                    <a:pt x="157676" y="318068"/>
                  </a:lnTo>
                  <a:lnTo>
                    <a:pt x="158068" y="319020"/>
                  </a:lnTo>
                  <a:lnTo>
                    <a:pt x="158754" y="319822"/>
                  </a:lnTo>
                  <a:lnTo>
                    <a:pt x="159930" y="321576"/>
                  </a:lnTo>
                  <a:lnTo>
                    <a:pt x="160911" y="323380"/>
                  </a:lnTo>
                  <a:lnTo>
                    <a:pt x="161205" y="323530"/>
                  </a:lnTo>
                  <a:lnTo>
                    <a:pt x="161793" y="325234"/>
                  </a:lnTo>
                  <a:lnTo>
                    <a:pt x="162577" y="326186"/>
                  </a:lnTo>
                  <a:lnTo>
                    <a:pt x="163067" y="327038"/>
                  </a:lnTo>
                  <a:lnTo>
                    <a:pt x="163606" y="329494"/>
                  </a:lnTo>
                  <a:lnTo>
                    <a:pt x="163949" y="330496"/>
                  </a:lnTo>
                  <a:lnTo>
                    <a:pt x="164194" y="331849"/>
                  </a:lnTo>
                  <a:lnTo>
                    <a:pt x="163802" y="333904"/>
                  </a:lnTo>
                  <a:lnTo>
                    <a:pt x="162920" y="334856"/>
                  </a:lnTo>
                  <a:lnTo>
                    <a:pt x="162087" y="336159"/>
                  </a:lnTo>
                  <a:lnTo>
                    <a:pt x="161352" y="337512"/>
                  </a:lnTo>
                  <a:lnTo>
                    <a:pt x="161107" y="339567"/>
                  </a:lnTo>
                  <a:lnTo>
                    <a:pt x="161058" y="340519"/>
                  </a:lnTo>
                  <a:lnTo>
                    <a:pt x="162185" y="344077"/>
                  </a:lnTo>
                  <a:lnTo>
                    <a:pt x="163165" y="347234"/>
                  </a:lnTo>
                  <a:lnTo>
                    <a:pt x="164292" y="347034"/>
                  </a:lnTo>
                  <a:lnTo>
                    <a:pt x="165175" y="347234"/>
                  </a:lnTo>
                  <a:lnTo>
                    <a:pt x="165812" y="348387"/>
                  </a:lnTo>
                  <a:lnTo>
                    <a:pt x="165910" y="348788"/>
                  </a:lnTo>
                  <a:lnTo>
                    <a:pt x="166596" y="349790"/>
                  </a:lnTo>
                  <a:lnTo>
                    <a:pt x="167037" y="350141"/>
                  </a:lnTo>
                  <a:lnTo>
                    <a:pt x="166596" y="350491"/>
                  </a:lnTo>
                  <a:lnTo>
                    <a:pt x="165714" y="352646"/>
                  </a:lnTo>
                  <a:lnTo>
                    <a:pt x="165469" y="353298"/>
                  </a:lnTo>
                  <a:lnTo>
                    <a:pt x="164047" y="352646"/>
                  </a:lnTo>
                  <a:lnTo>
                    <a:pt x="162234" y="354951"/>
                  </a:lnTo>
                  <a:lnTo>
                    <a:pt x="157431" y="354049"/>
                  </a:lnTo>
                  <a:lnTo>
                    <a:pt x="156009" y="355402"/>
                  </a:lnTo>
                  <a:lnTo>
                    <a:pt x="156303" y="356455"/>
                  </a:lnTo>
                  <a:lnTo>
                    <a:pt x="156744" y="356455"/>
                  </a:lnTo>
                  <a:lnTo>
                    <a:pt x="156989" y="362017"/>
                  </a:lnTo>
                  <a:lnTo>
                    <a:pt x="156597" y="367029"/>
                  </a:lnTo>
                  <a:lnTo>
                    <a:pt x="156254" y="367480"/>
                  </a:lnTo>
                  <a:lnTo>
                    <a:pt x="156254" y="369685"/>
                  </a:lnTo>
                  <a:lnTo>
                    <a:pt x="157774" y="372441"/>
                  </a:lnTo>
                  <a:lnTo>
                    <a:pt x="156205" y="373944"/>
                  </a:lnTo>
                  <a:lnTo>
                    <a:pt x="143364" y="381311"/>
                  </a:lnTo>
                  <a:lnTo>
                    <a:pt x="142334" y="381912"/>
                  </a:lnTo>
                  <a:lnTo>
                    <a:pt x="136649" y="385470"/>
                  </a:lnTo>
                  <a:lnTo>
                    <a:pt x="135228" y="382915"/>
                  </a:lnTo>
                  <a:lnTo>
                    <a:pt x="133022" y="381612"/>
                  </a:lnTo>
                  <a:lnTo>
                    <a:pt x="131110" y="381612"/>
                  </a:lnTo>
                  <a:lnTo>
                    <a:pt x="128072" y="383115"/>
                  </a:lnTo>
                  <a:lnTo>
                    <a:pt x="124052" y="385821"/>
                  </a:lnTo>
                  <a:lnTo>
                    <a:pt x="123709" y="385921"/>
                  </a:lnTo>
                  <a:lnTo>
                    <a:pt x="123464" y="386072"/>
                  </a:lnTo>
                  <a:lnTo>
                    <a:pt x="122239" y="386473"/>
                  </a:lnTo>
                  <a:lnTo>
                    <a:pt x="121406" y="386573"/>
                  </a:lnTo>
                  <a:lnTo>
                    <a:pt x="119837" y="386773"/>
                  </a:lnTo>
                  <a:lnTo>
                    <a:pt x="117583" y="387024"/>
                  </a:lnTo>
                  <a:lnTo>
                    <a:pt x="113024" y="387575"/>
                  </a:lnTo>
                  <a:lnTo>
                    <a:pt x="112828" y="387575"/>
                  </a:lnTo>
                  <a:lnTo>
                    <a:pt x="111162" y="387826"/>
                  </a:lnTo>
                  <a:lnTo>
                    <a:pt x="109594" y="388026"/>
                  </a:lnTo>
                  <a:lnTo>
                    <a:pt x="106261" y="388427"/>
                  </a:lnTo>
                  <a:lnTo>
                    <a:pt x="106016" y="388427"/>
                  </a:lnTo>
                  <a:lnTo>
                    <a:pt x="102683" y="388828"/>
                  </a:lnTo>
                  <a:lnTo>
                    <a:pt x="101555" y="388978"/>
                  </a:lnTo>
                  <a:lnTo>
                    <a:pt x="101163" y="389028"/>
                  </a:lnTo>
                  <a:lnTo>
                    <a:pt x="100624" y="389079"/>
                  </a:lnTo>
                  <a:lnTo>
                    <a:pt x="99693" y="389179"/>
                  </a:lnTo>
                  <a:lnTo>
                    <a:pt x="98320" y="389329"/>
                  </a:lnTo>
                  <a:lnTo>
                    <a:pt x="97193" y="389429"/>
                  </a:lnTo>
                  <a:lnTo>
                    <a:pt x="96213" y="389530"/>
                  </a:lnTo>
                  <a:lnTo>
                    <a:pt x="95429" y="389530"/>
                  </a:lnTo>
                  <a:lnTo>
                    <a:pt x="94939" y="389530"/>
                  </a:lnTo>
                  <a:lnTo>
                    <a:pt x="94497" y="389530"/>
                  </a:lnTo>
                  <a:lnTo>
                    <a:pt x="88567" y="388477"/>
                  </a:lnTo>
                  <a:lnTo>
                    <a:pt x="83420" y="387525"/>
                  </a:lnTo>
                  <a:lnTo>
                    <a:pt x="77147" y="386372"/>
                  </a:lnTo>
                  <a:lnTo>
                    <a:pt x="75725" y="386072"/>
                  </a:lnTo>
                  <a:lnTo>
                    <a:pt x="74304" y="385771"/>
                  </a:lnTo>
                  <a:lnTo>
                    <a:pt x="72441" y="385270"/>
                  </a:lnTo>
                  <a:lnTo>
                    <a:pt x="70432" y="384619"/>
                  </a:lnTo>
                  <a:lnTo>
                    <a:pt x="68814" y="384067"/>
                  </a:lnTo>
                  <a:lnTo>
                    <a:pt x="67638" y="383716"/>
                  </a:lnTo>
                  <a:lnTo>
                    <a:pt x="67491" y="383566"/>
                  </a:lnTo>
                  <a:lnTo>
                    <a:pt x="67491" y="384318"/>
                  </a:lnTo>
                  <a:lnTo>
                    <a:pt x="67589" y="385821"/>
                  </a:lnTo>
                  <a:lnTo>
                    <a:pt x="67638" y="386823"/>
                  </a:lnTo>
                  <a:lnTo>
                    <a:pt x="67638" y="387425"/>
                  </a:lnTo>
                  <a:lnTo>
                    <a:pt x="67638" y="388126"/>
                  </a:lnTo>
                  <a:lnTo>
                    <a:pt x="67589" y="388978"/>
                  </a:lnTo>
                  <a:lnTo>
                    <a:pt x="67589" y="389479"/>
                  </a:lnTo>
                  <a:lnTo>
                    <a:pt x="67589" y="389830"/>
                  </a:lnTo>
                  <a:lnTo>
                    <a:pt x="67540" y="390883"/>
                  </a:lnTo>
                  <a:lnTo>
                    <a:pt x="67491" y="391534"/>
                  </a:lnTo>
                  <a:lnTo>
                    <a:pt x="67491" y="391785"/>
                  </a:lnTo>
                  <a:lnTo>
                    <a:pt x="67442" y="392236"/>
                  </a:lnTo>
                  <a:lnTo>
                    <a:pt x="67344" y="393038"/>
                  </a:lnTo>
                  <a:lnTo>
                    <a:pt x="67246" y="394040"/>
                  </a:lnTo>
                  <a:lnTo>
                    <a:pt x="67148" y="394791"/>
                  </a:lnTo>
                  <a:lnTo>
                    <a:pt x="66952" y="395794"/>
                  </a:lnTo>
                  <a:lnTo>
                    <a:pt x="66952" y="396044"/>
                  </a:lnTo>
                  <a:lnTo>
                    <a:pt x="66266" y="399602"/>
                  </a:lnTo>
                  <a:lnTo>
                    <a:pt x="65874" y="399552"/>
                  </a:lnTo>
                  <a:lnTo>
                    <a:pt x="63717" y="399151"/>
                  </a:lnTo>
                  <a:lnTo>
                    <a:pt x="57737" y="398099"/>
                  </a:lnTo>
                  <a:lnTo>
                    <a:pt x="55434" y="397648"/>
                  </a:lnTo>
                  <a:lnTo>
                    <a:pt x="52983" y="397197"/>
                  </a:lnTo>
                  <a:lnTo>
                    <a:pt x="52689" y="397147"/>
                  </a:lnTo>
                  <a:lnTo>
                    <a:pt x="50679" y="396796"/>
                  </a:lnTo>
                  <a:lnTo>
                    <a:pt x="48670" y="396395"/>
                  </a:lnTo>
                  <a:lnTo>
                    <a:pt x="47003" y="396094"/>
                  </a:lnTo>
                  <a:lnTo>
                    <a:pt x="46170" y="395944"/>
                  </a:lnTo>
                  <a:lnTo>
                    <a:pt x="45827" y="395844"/>
                  </a:lnTo>
                  <a:lnTo>
                    <a:pt x="44259" y="394641"/>
                  </a:lnTo>
                  <a:lnTo>
                    <a:pt x="43867" y="394140"/>
                  </a:lnTo>
                  <a:lnTo>
                    <a:pt x="43621" y="393789"/>
                  </a:lnTo>
                  <a:lnTo>
                    <a:pt x="40779" y="389780"/>
                  </a:lnTo>
                  <a:lnTo>
                    <a:pt x="40730" y="389630"/>
                  </a:lnTo>
                  <a:lnTo>
                    <a:pt x="40289" y="389028"/>
                  </a:lnTo>
                  <a:lnTo>
                    <a:pt x="39651" y="388126"/>
                  </a:lnTo>
                  <a:lnTo>
                    <a:pt x="38916" y="386623"/>
                  </a:lnTo>
                  <a:lnTo>
                    <a:pt x="37936" y="384669"/>
                  </a:lnTo>
                  <a:lnTo>
                    <a:pt x="37642" y="383767"/>
                  </a:lnTo>
                  <a:lnTo>
                    <a:pt x="36907" y="381712"/>
                  </a:lnTo>
                  <a:lnTo>
                    <a:pt x="35583" y="379206"/>
                  </a:lnTo>
                  <a:lnTo>
                    <a:pt x="35485" y="379056"/>
                  </a:lnTo>
                  <a:lnTo>
                    <a:pt x="35289" y="378605"/>
                  </a:lnTo>
                  <a:lnTo>
                    <a:pt x="34603" y="376751"/>
                  </a:lnTo>
                  <a:lnTo>
                    <a:pt x="34505" y="376500"/>
                  </a:lnTo>
                  <a:lnTo>
                    <a:pt x="34407" y="376250"/>
                  </a:lnTo>
                  <a:lnTo>
                    <a:pt x="34260" y="372692"/>
                  </a:lnTo>
                  <a:lnTo>
                    <a:pt x="34015" y="368332"/>
                  </a:lnTo>
                  <a:lnTo>
                    <a:pt x="33917" y="367430"/>
                  </a:lnTo>
                  <a:lnTo>
                    <a:pt x="33819" y="364824"/>
                  </a:lnTo>
                  <a:lnTo>
                    <a:pt x="33182" y="363671"/>
                  </a:lnTo>
                  <a:lnTo>
                    <a:pt x="32201" y="362468"/>
                  </a:lnTo>
                  <a:lnTo>
                    <a:pt x="31662" y="362118"/>
                  </a:lnTo>
                  <a:lnTo>
                    <a:pt x="31417" y="361967"/>
                  </a:lnTo>
                  <a:lnTo>
                    <a:pt x="30437" y="361516"/>
                  </a:lnTo>
                  <a:lnTo>
                    <a:pt x="29849" y="361266"/>
                  </a:lnTo>
                  <a:lnTo>
                    <a:pt x="29064" y="361115"/>
                  </a:lnTo>
                  <a:lnTo>
                    <a:pt x="28574" y="361266"/>
                  </a:lnTo>
                  <a:lnTo>
                    <a:pt x="23232" y="362669"/>
                  </a:lnTo>
                  <a:lnTo>
                    <a:pt x="22448" y="362869"/>
                  </a:lnTo>
                  <a:lnTo>
                    <a:pt x="13870" y="364774"/>
                  </a:lnTo>
                  <a:lnTo>
                    <a:pt x="13527" y="362468"/>
                  </a:lnTo>
                  <a:lnTo>
                    <a:pt x="11861" y="350742"/>
                  </a:lnTo>
                  <a:lnTo>
                    <a:pt x="21222" y="348337"/>
                  </a:lnTo>
                  <a:lnTo>
                    <a:pt x="21075" y="347184"/>
                  </a:lnTo>
                  <a:lnTo>
                    <a:pt x="21026" y="346883"/>
                  </a:lnTo>
                  <a:lnTo>
                    <a:pt x="20732" y="344528"/>
                  </a:lnTo>
                  <a:lnTo>
                    <a:pt x="20144" y="339817"/>
                  </a:lnTo>
                  <a:lnTo>
                    <a:pt x="20095" y="339366"/>
                  </a:lnTo>
                  <a:lnTo>
                    <a:pt x="18674" y="332701"/>
                  </a:lnTo>
                  <a:lnTo>
                    <a:pt x="17987" y="330596"/>
                  </a:lnTo>
                  <a:lnTo>
                    <a:pt x="17644" y="329544"/>
                  </a:lnTo>
                  <a:lnTo>
                    <a:pt x="16321" y="325385"/>
                  </a:lnTo>
                  <a:lnTo>
                    <a:pt x="16125" y="324683"/>
                  </a:lnTo>
                  <a:lnTo>
                    <a:pt x="15782" y="323230"/>
                  </a:lnTo>
                  <a:lnTo>
                    <a:pt x="15635" y="322528"/>
                  </a:lnTo>
                  <a:lnTo>
                    <a:pt x="15292" y="320975"/>
                  </a:lnTo>
                  <a:lnTo>
                    <a:pt x="15243" y="320323"/>
                  </a:lnTo>
                  <a:lnTo>
                    <a:pt x="15243" y="319471"/>
                  </a:lnTo>
                  <a:lnTo>
                    <a:pt x="15292" y="318820"/>
                  </a:lnTo>
                  <a:lnTo>
                    <a:pt x="15292" y="318569"/>
                  </a:lnTo>
                  <a:lnTo>
                    <a:pt x="15439" y="317667"/>
                  </a:lnTo>
                  <a:lnTo>
                    <a:pt x="15635" y="316865"/>
                  </a:lnTo>
                  <a:lnTo>
                    <a:pt x="16419" y="314009"/>
                  </a:lnTo>
                  <a:lnTo>
                    <a:pt x="16566" y="313608"/>
                  </a:lnTo>
                  <a:lnTo>
                    <a:pt x="16615" y="313458"/>
                  </a:lnTo>
                  <a:lnTo>
                    <a:pt x="16713" y="313007"/>
                  </a:lnTo>
                  <a:lnTo>
                    <a:pt x="16860" y="312455"/>
                  </a:lnTo>
                  <a:lnTo>
                    <a:pt x="16958" y="312155"/>
                  </a:lnTo>
                  <a:lnTo>
                    <a:pt x="17938" y="308948"/>
                  </a:lnTo>
                  <a:lnTo>
                    <a:pt x="18478" y="307143"/>
                  </a:lnTo>
                  <a:lnTo>
                    <a:pt x="19115" y="305089"/>
                  </a:lnTo>
                  <a:lnTo>
                    <a:pt x="19213" y="304788"/>
                  </a:lnTo>
                  <a:lnTo>
                    <a:pt x="19262" y="304638"/>
                  </a:lnTo>
                  <a:lnTo>
                    <a:pt x="19948" y="303034"/>
                  </a:lnTo>
                  <a:lnTo>
                    <a:pt x="20144" y="302583"/>
                  </a:lnTo>
                  <a:lnTo>
                    <a:pt x="20487" y="301982"/>
                  </a:lnTo>
                  <a:lnTo>
                    <a:pt x="22546" y="298674"/>
                  </a:lnTo>
                  <a:lnTo>
                    <a:pt x="23918" y="296620"/>
                  </a:lnTo>
                  <a:lnTo>
                    <a:pt x="24261" y="296068"/>
                  </a:lnTo>
                  <a:lnTo>
                    <a:pt x="25535" y="294164"/>
                  </a:lnTo>
                  <a:lnTo>
                    <a:pt x="25585" y="294014"/>
                  </a:lnTo>
                  <a:lnTo>
                    <a:pt x="25732" y="293262"/>
                  </a:lnTo>
                  <a:lnTo>
                    <a:pt x="25928" y="291709"/>
                  </a:lnTo>
                  <a:lnTo>
                    <a:pt x="26026" y="290606"/>
                  </a:lnTo>
                  <a:lnTo>
                    <a:pt x="26124" y="289554"/>
                  </a:lnTo>
                  <a:lnTo>
                    <a:pt x="26173" y="286998"/>
                  </a:lnTo>
                  <a:lnTo>
                    <a:pt x="26271" y="283490"/>
                  </a:lnTo>
                  <a:lnTo>
                    <a:pt x="26271" y="283239"/>
                  </a:lnTo>
                  <a:lnTo>
                    <a:pt x="26222" y="282087"/>
                  </a:lnTo>
                  <a:lnTo>
                    <a:pt x="25683" y="282137"/>
                  </a:lnTo>
                  <a:lnTo>
                    <a:pt x="19164" y="280684"/>
                  </a:lnTo>
                  <a:lnTo>
                    <a:pt x="15390" y="278078"/>
                  </a:lnTo>
                  <a:lnTo>
                    <a:pt x="14262" y="276975"/>
                  </a:lnTo>
                  <a:lnTo>
                    <a:pt x="12841" y="275622"/>
                  </a:lnTo>
                  <a:lnTo>
                    <a:pt x="11910" y="274770"/>
                  </a:lnTo>
                  <a:lnTo>
                    <a:pt x="10096" y="273267"/>
                  </a:lnTo>
                  <a:lnTo>
                    <a:pt x="9655" y="272966"/>
                  </a:lnTo>
                  <a:lnTo>
                    <a:pt x="7940" y="270711"/>
                  </a:lnTo>
                  <a:lnTo>
                    <a:pt x="4558" y="266201"/>
                  </a:lnTo>
                  <a:lnTo>
                    <a:pt x="3038" y="264247"/>
                  </a:lnTo>
                  <a:lnTo>
                    <a:pt x="1960" y="262843"/>
                  </a:lnTo>
                  <a:lnTo>
                    <a:pt x="784" y="261290"/>
                  </a:lnTo>
                  <a:lnTo>
                    <a:pt x="0" y="260237"/>
                  </a:lnTo>
                  <a:lnTo>
                    <a:pt x="7204" y="255126"/>
                  </a:lnTo>
                  <a:lnTo>
                    <a:pt x="9753" y="255176"/>
                  </a:lnTo>
                  <a:lnTo>
                    <a:pt x="9998" y="254324"/>
                  </a:lnTo>
                  <a:lnTo>
                    <a:pt x="10243" y="252971"/>
                  </a:lnTo>
                  <a:lnTo>
                    <a:pt x="10488" y="251718"/>
                  </a:lnTo>
                  <a:lnTo>
                    <a:pt x="11371" y="248561"/>
                  </a:lnTo>
                  <a:lnTo>
                    <a:pt x="12008" y="246356"/>
                  </a:lnTo>
                  <a:lnTo>
                    <a:pt x="12253" y="245705"/>
                  </a:lnTo>
                  <a:lnTo>
                    <a:pt x="12841" y="243700"/>
                  </a:lnTo>
                  <a:lnTo>
                    <a:pt x="12841" y="243199"/>
                  </a:lnTo>
                  <a:lnTo>
                    <a:pt x="12792" y="242247"/>
                  </a:lnTo>
                  <a:lnTo>
                    <a:pt x="12792" y="240393"/>
                  </a:lnTo>
                  <a:lnTo>
                    <a:pt x="12792" y="237286"/>
                  </a:lnTo>
                  <a:lnTo>
                    <a:pt x="12694" y="236885"/>
                  </a:lnTo>
                  <a:lnTo>
                    <a:pt x="12547" y="236584"/>
                  </a:lnTo>
                  <a:lnTo>
                    <a:pt x="11518" y="235682"/>
                  </a:lnTo>
                  <a:lnTo>
                    <a:pt x="11175" y="235381"/>
                  </a:lnTo>
                  <a:lnTo>
                    <a:pt x="10390" y="233728"/>
                  </a:lnTo>
                  <a:lnTo>
                    <a:pt x="10145" y="233076"/>
                  </a:lnTo>
                  <a:lnTo>
                    <a:pt x="10096" y="232775"/>
                  </a:lnTo>
                  <a:lnTo>
                    <a:pt x="10047" y="231523"/>
                  </a:lnTo>
                  <a:lnTo>
                    <a:pt x="10243" y="230520"/>
                  </a:lnTo>
                  <a:lnTo>
                    <a:pt x="10439" y="229969"/>
                  </a:lnTo>
                  <a:lnTo>
                    <a:pt x="10341" y="229418"/>
                  </a:lnTo>
                  <a:lnTo>
                    <a:pt x="10145" y="229017"/>
                  </a:lnTo>
                  <a:lnTo>
                    <a:pt x="8724" y="227914"/>
                  </a:lnTo>
                  <a:lnTo>
                    <a:pt x="8185" y="227614"/>
                  </a:lnTo>
                  <a:lnTo>
                    <a:pt x="8234" y="225509"/>
                  </a:lnTo>
                  <a:lnTo>
                    <a:pt x="8185" y="223855"/>
                  </a:lnTo>
                  <a:lnTo>
                    <a:pt x="7204" y="223855"/>
                  </a:lnTo>
                  <a:lnTo>
                    <a:pt x="7204" y="219896"/>
                  </a:lnTo>
                  <a:lnTo>
                    <a:pt x="7155" y="216990"/>
                  </a:lnTo>
                  <a:lnTo>
                    <a:pt x="7548" y="210375"/>
                  </a:lnTo>
                  <a:lnTo>
                    <a:pt x="15439" y="208420"/>
                  </a:lnTo>
                  <a:lnTo>
                    <a:pt x="14556" y="205213"/>
                  </a:lnTo>
                  <a:lnTo>
                    <a:pt x="14017" y="203058"/>
                  </a:lnTo>
                  <a:lnTo>
                    <a:pt x="13576" y="201254"/>
                  </a:lnTo>
                  <a:lnTo>
                    <a:pt x="12939" y="197345"/>
                  </a:lnTo>
                  <a:lnTo>
                    <a:pt x="12596" y="193888"/>
                  </a:lnTo>
                  <a:lnTo>
                    <a:pt x="12498" y="191482"/>
                  </a:lnTo>
                  <a:lnTo>
                    <a:pt x="12498" y="189077"/>
                  </a:lnTo>
                  <a:lnTo>
                    <a:pt x="12792" y="184466"/>
                  </a:lnTo>
                  <a:lnTo>
                    <a:pt x="13184" y="181710"/>
                  </a:lnTo>
                  <a:lnTo>
                    <a:pt x="13772" y="178553"/>
                  </a:lnTo>
                  <a:lnTo>
                    <a:pt x="14213" y="176699"/>
                  </a:lnTo>
                  <a:lnTo>
                    <a:pt x="14704" y="175145"/>
                  </a:lnTo>
                  <a:lnTo>
                    <a:pt x="19164" y="161615"/>
                  </a:lnTo>
                  <a:lnTo>
                    <a:pt x="20144" y="158458"/>
                  </a:lnTo>
                  <a:lnTo>
                    <a:pt x="20732" y="156253"/>
                  </a:lnTo>
                  <a:lnTo>
                    <a:pt x="21173" y="154198"/>
                  </a:lnTo>
                  <a:lnTo>
                    <a:pt x="22693" y="145378"/>
                  </a:lnTo>
                  <a:lnTo>
                    <a:pt x="25143" y="130895"/>
                  </a:lnTo>
                  <a:lnTo>
                    <a:pt x="27643" y="116262"/>
                  </a:lnTo>
                  <a:lnTo>
                    <a:pt x="28917" y="116513"/>
                  </a:lnTo>
                  <a:lnTo>
                    <a:pt x="29457" y="116613"/>
                  </a:lnTo>
                  <a:lnTo>
                    <a:pt x="29800" y="116763"/>
                  </a:lnTo>
                  <a:lnTo>
                    <a:pt x="30339" y="116914"/>
                  </a:lnTo>
                  <a:lnTo>
                    <a:pt x="30780" y="117164"/>
                  </a:lnTo>
                  <a:lnTo>
                    <a:pt x="31270" y="117415"/>
                  </a:lnTo>
                  <a:lnTo>
                    <a:pt x="31613" y="117365"/>
                  </a:lnTo>
                  <a:lnTo>
                    <a:pt x="31907" y="117315"/>
                  </a:lnTo>
                  <a:lnTo>
                    <a:pt x="32201" y="117315"/>
                  </a:lnTo>
                  <a:lnTo>
                    <a:pt x="32397" y="117465"/>
                  </a:lnTo>
                  <a:lnTo>
                    <a:pt x="32691" y="117615"/>
                  </a:lnTo>
                  <a:lnTo>
                    <a:pt x="33182" y="117665"/>
                  </a:lnTo>
                  <a:lnTo>
                    <a:pt x="33623" y="117766"/>
                  </a:lnTo>
                  <a:lnTo>
                    <a:pt x="33819" y="117916"/>
                  </a:lnTo>
                  <a:lnTo>
                    <a:pt x="34162" y="118166"/>
                  </a:lnTo>
                  <a:lnTo>
                    <a:pt x="34407" y="118567"/>
                  </a:lnTo>
                  <a:lnTo>
                    <a:pt x="34701" y="118768"/>
                  </a:lnTo>
                  <a:lnTo>
                    <a:pt x="35044" y="118968"/>
                  </a:lnTo>
                  <a:lnTo>
                    <a:pt x="35289" y="119069"/>
                  </a:lnTo>
                  <a:lnTo>
                    <a:pt x="35583" y="119219"/>
                  </a:lnTo>
                  <a:lnTo>
                    <a:pt x="35779" y="119419"/>
                  </a:lnTo>
                  <a:lnTo>
                    <a:pt x="38867" y="118818"/>
                  </a:lnTo>
                  <a:lnTo>
                    <a:pt x="40632" y="118517"/>
                  </a:lnTo>
                  <a:lnTo>
                    <a:pt x="42739" y="120071"/>
                  </a:lnTo>
                  <a:lnTo>
                    <a:pt x="44945" y="121574"/>
                  </a:lnTo>
                  <a:lnTo>
                    <a:pt x="44112" y="122326"/>
                  </a:lnTo>
                  <a:lnTo>
                    <a:pt x="44847" y="123579"/>
                  </a:lnTo>
                  <a:lnTo>
                    <a:pt x="46317" y="128039"/>
                  </a:lnTo>
                  <a:lnTo>
                    <a:pt x="44161" y="128740"/>
                  </a:lnTo>
                  <a:lnTo>
                    <a:pt x="41710" y="127939"/>
                  </a:lnTo>
                  <a:lnTo>
                    <a:pt x="41416" y="128239"/>
                  </a:lnTo>
                  <a:lnTo>
                    <a:pt x="41269" y="128590"/>
                  </a:lnTo>
                  <a:lnTo>
                    <a:pt x="41122" y="128991"/>
                  </a:lnTo>
                  <a:lnTo>
                    <a:pt x="41171" y="129342"/>
                  </a:lnTo>
                  <a:lnTo>
                    <a:pt x="41955" y="129542"/>
                  </a:lnTo>
                  <a:lnTo>
                    <a:pt x="42494" y="129642"/>
                  </a:lnTo>
                  <a:lnTo>
                    <a:pt x="43376" y="130895"/>
                  </a:lnTo>
                  <a:lnTo>
                    <a:pt x="44308" y="132198"/>
                  </a:lnTo>
                  <a:lnTo>
                    <a:pt x="45925" y="132749"/>
                  </a:lnTo>
                  <a:lnTo>
                    <a:pt x="49111" y="137460"/>
                  </a:lnTo>
                  <a:lnTo>
                    <a:pt x="48964" y="137661"/>
                  </a:lnTo>
                  <a:lnTo>
                    <a:pt x="50728" y="139615"/>
                  </a:lnTo>
                  <a:lnTo>
                    <a:pt x="52395" y="138061"/>
                  </a:lnTo>
                  <a:lnTo>
                    <a:pt x="55973" y="134654"/>
                  </a:lnTo>
                  <a:lnTo>
                    <a:pt x="58374" y="133200"/>
                  </a:lnTo>
                  <a:lnTo>
                    <a:pt x="57541" y="131096"/>
                  </a:lnTo>
                  <a:lnTo>
                    <a:pt x="57247" y="130394"/>
                  </a:lnTo>
                  <a:lnTo>
                    <a:pt x="56512" y="128740"/>
                  </a:lnTo>
                  <a:lnTo>
                    <a:pt x="56169" y="127738"/>
                  </a:lnTo>
                  <a:lnTo>
                    <a:pt x="56022" y="126936"/>
                  </a:lnTo>
                  <a:lnTo>
                    <a:pt x="55924" y="126535"/>
                  </a:lnTo>
                  <a:lnTo>
                    <a:pt x="55973" y="125734"/>
                  </a:lnTo>
                  <a:lnTo>
                    <a:pt x="56120" y="124631"/>
                  </a:lnTo>
                  <a:lnTo>
                    <a:pt x="56218" y="123779"/>
                  </a:lnTo>
                  <a:lnTo>
                    <a:pt x="56365" y="122877"/>
                  </a:lnTo>
                  <a:lnTo>
                    <a:pt x="56463" y="121223"/>
                  </a:lnTo>
                  <a:lnTo>
                    <a:pt x="56463" y="118267"/>
                  </a:lnTo>
                  <a:lnTo>
                    <a:pt x="56414" y="117014"/>
                  </a:lnTo>
                  <a:lnTo>
                    <a:pt x="56071" y="115310"/>
                  </a:lnTo>
                  <a:lnTo>
                    <a:pt x="55532" y="113456"/>
                  </a:lnTo>
                  <a:lnTo>
                    <a:pt x="54698" y="111702"/>
                  </a:lnTo>
                  <a:lnTo>
                    <a:pt x="53081" y="108344"/>
                  </a:lnTo>
                  <a:lnTo>
                    <a:pt x="55973" y="107192"/>
                  </a:lnTo>
                  <a:lnTo>
                    <a:pt x="58669" y="106440"/>
                  </a:lnTo>
                  <a:lnTo>
                    <a:pt x="57982" y="97019"/>
                  </a:lnTo>
                  <a:lnTo>
                    <a:pt x="61805" y="98672"/>
                  </a:lnTo>
                  <a:lnTo>
                    <a:pt x="69844" y="98121"/>
                  </a:lnTo>
                  <a:lnTo>
                    <a:pt x="69991" y="92158"/>
                  </a:lnTo>
                  <a:lnTo>
                    <a:pt x="75872" y="90805"/>
                  </a:lnTo>
                  <a:lnTo>
                    <a:pt x="76460" y="83789"/>
                  </a:lnTo>
                  <a:lnTo>
                    <a:pt x="77833" y="84039"/>
                  </a:lnTo>
                  <a:lnTo>
                    <a:pt x="78225" y="83288"/>
                  </a:lnTo>
                  <a:lnTo>
                    <a:pt x="78568" y="82837"/>
                  </a:lnTo>
                  <a:lnTo>
                    <a:pt x="79009" y="81935"/>
                  </a:lnTo>
                  <a:lnTo>
                    <a:pt x="79107" y="81534"/>
                  </a:lnTo>
                  <a:lnTo>
                    <a:pt x="79352" y="81133"/>
                  </a:lnTo>
                  <a:lnTo>
                    <a:pt x="80087" y="80882"/>
                  </a:lnTo>
                  <a:lnTo>
                    <a:pt x="80970" y="80732"/>
                  </a:lnTo>
                  <a:lnTo>
                    <a:pt x="82293" y="80381"/>
                  </a:lnTo>
                  <a:lnTo>
                    <a:pt x="82979" y="80080"/>
                  </a:lnTo>
                  <a:lnTo>
                    <a:pt x="83763" y="79579"/>
                  </a:lnTo>
                  <a:lnTo>
                    <a:pt x="84450" y="79229"/>
                  </a:lnTo>
                  <a:lnTo>
                    <a:pt x="85381" y="78777"/>
                  </a:lnTo>
                  <a:lnTo>
                    <a:pt x="86459" y="78226"/>
                  </a:lnTo>
                  <a:lnTo>
                    <a:pt x="87047" y="77675"/>
                  </a:lnTo>
                  <a:lnTo>
                    <a:pt x="87832" y="77074"/>
                  </a:lnTo>
                  <a:lnTo>
                    <a:pt x="88616" y="76522"/>
                  </a:lnTo>
                  <a:lnTo>
                    <a:pt x="88910" y="76272"/>
                  </a:lnTo>
                  <a:lnTo>
                    <a:pt x="89253" y="76121"/>
                  </a:lnTo>
                  <a:lnTo>
                    <a:pt x="89694" y="75771"/>
                  </a:lnTo>
                  <a:lnTo>
                    <a:pt x="90086" y="75570"/>
                  </a:lnTo>
                  <a:lnTo>
                    <a:pt x="90968" y="75370"/>
                  </a:lnTo>
                  <a:lnTo>
                    <a:pt x="91557" y="75219"/>
                  </a:lnTo>
                  <a:lnTo>
                    <a:pt x="91851" y="75169"/>
                  </a:lnTo>
                  <a:lnTo>
                    <a:pt x="92145" y="75119"/>
                  </a:lnTo>
                  <a:lnTo>
                    <a:pt x="92439" y="74919"/>
                  </a:lnTo>
                  <a:lnTo>
                    <a:pt x="92733" y="74718"/>
                  </a:lnTo>
                  <a:lnTo>
                    <a:pt x="93321" y="74568"/>
                  </a:lnTo>
                  <a:lnTo>
                    <a:pt x="93909" y="74518"/>
                  </a:lnTo>
                  <a:lnTo>
                    <a:pt x="94399" y="74368"/>
                  </a:lnTo>
                  <a:lnTo>
                    <a:pt x="94840" y="74067"/>
                  </a:lnTo>
                  <a:lnTo>
                    <a:pt x="95184" y="73716"/>
                  </a:lnTo>
                  <a:lnTo>
                    <a:pt x="95870" y="73065"/>
                  </a:lnTo>
                  <a:lnTo>
                    <a:pt x="96703" y="72012"/>
                  </a:lnTo>
                  <a:lnTo>
                    <a:pt x="97340" y="71461"/>
                  </a:lnTo>
                  <a:lnTo>
                    <a:pt x="98664" y="70358"/>
                  </a:lnTo>
                  <a:lnTo>
                    <a:pt x="99938" y="69306"/>
                  </a:lnTo>
                  <a:lnTo>
                    <a:pt x="100771" y="68504"/>
                  </a:lnTo>
                  <a:lnTo>
                    <a:pt x="101212" y="68153"/>
                  </a:lnTo>
                  <a:lnTo>
                    <a:pt x="102242" y="67803"/>
                  </a:lnTo>
                  <a:lnTo>
                    <a:pt x="103026" y="67502"/>
                  </a:lnTo>
                  <a:lnTo>
                    <a:pt x="103565" y="67352"/>
                  </a:lnTo>
                  <a:lnTo>
                    <a:pt x="104006" y="67251"/>
                  </a:lnTo>
                  <a:lnTo>
                    <a:pt x="104496" y="67151"/>
                  </a:lnTo>
                  <a:lnTo>
                    <a:pt x="104937" y="67201"/>
                  </a:lnTo>
                  <a:lnTo>
                    <a:pt x="105672" y="67101"/>
                  </a:lnTo>
                  <a:lnTo>
                    <a:pt x="106065" y="67001"/>
                  </a:lnTo>
                  <a:lnTo>
                    <a:pt x="107045" y="67001"/>
                  </a:lnTo>
                  <a:lnTo>
                    <a:pt x="107437" y="66750"/>
                  </a:lnTo>
                  <a:lnTo>
                    <a:pt x="107976" y="66500"/>
                  </a:lnTo>
                  <a:lnTo>
                    <a:pt x="108417" y="66149"/>
                  </a:lnTo>
                  <a:lnTo>
                    <a:pt x="108809" y="65648"/>
                  </a:lnTo>
                  <a:lnTo>
                    <a:pt x="109397" y="65046"/>
                  </a:lnTo>
                  <a:lnTo>
                    <a:pt x="109790" y="64796"/>
                  </a:lnTo>
                  <a:lnTo>
                    <a:pt x="110329" y="64345"/>
                  </a:lnTo>
                  <a:lnTo>
                    <a:pt x="110868" y="63994"/>
                  </a:lnTo>
                  <a:lnTo>
                    <a:pt x="111113" y="63693"/>
                  </a:lnTo>
                  <a:lnTo>
                    <a:pt x="111407" y="63543"/>
                  </a:lnTo>
                  <a:lnTo>
                    <a:pt x="111799" y="63242"/>
                  </a:lnTo>
                  <a:lnTo>
                    <a:pt x="112289" y="62942"/>
                  </a:lnTo>
                  <a:lnTo>
                    <a:pt x="112828" y="62591"/>
                  </a:lnTo>
                  <a:lnTo>
                    <a:pt x="113270" y="62340"/>
                  </a:lnTo>
                  <a:lnTo>
                    <a:pt x="113613" y="62090"/>
                  </a:lnTo>
                  <a:lnTo>
                    <a:pt x="114201" y="61689"/>
                  </a:lnTo>
                  <a:lnTo>
                    <a:pt x="114691" y="61539"/>
                  </a:lnTo>
                  <a:lnTo>
                    <a:pt x="115034" y="61488"/>
                  </a:lnTo>
                  <a:lnTo>
                    <a:pt x="115524" y="61488"/>
                  </a:lnTo>
                  <a:lnTo>
                    <a:pt x="115818" y="61288"/>
                  </a:lnTo>
                  <a:lnTo>
                    <a:pt x="116161" y="60737"/>
                  </a:lnTo>
                  <a:lnTo>
                    <a:pt x="116455" y="60185"/>
                  </a:lnTo>
                  <a:lnTo>
                    <a:pt x="116848" y="59734"/>
                  </a:lnTo>
                  <a:lnTo>
                    <a:pt x="117191" y="59384"/>
                  </a:lnTo>
                  <a:lnTo>
                    <a:pt x="117632" y="58782"/>
                  </a:lnTo>
                  <a:lnTo>
                    <a:pt x="117926" y="58231"/>
                  </a:lnTo>
                  <a:lnTo>
                    <a:pt x="118024" y="57880"/>
                  </a:lnTo>
                  <a:lnTo>
                    <a:pt x="117975" y="57429"/>
                  </a:lnTo>
                  <a:lnTo>
                    <a:pt x="117926" y="56928"/>
                  </a:lnTo>
                  <a:lnTo>
                    <a:pt x="117877" y="56377"/>
                  </a:lnTo>
                  <a:lnTo>
                    <a:pt x="117926" y="55826"/>
                  </a:lnTo>
                  <a:lnTo>
                    <a:pt x="117828" y="55074"/>
                  </a:lnTo>
                  <a:lnTo>
                    <a:pt x="117877" y="54422"/>
                  </a:lnTo>
                  <a:lnTo>
                    <a:pt x="117779" y="53771"/>
                  </a:lnTo>
                  <a:lnTo>
                    <a:pt x="117632" y="52919"/>
                  </a:lnTo>
                  <a:lnTo>
                    <a:pt x="117436" y="52418"/>
                  </a:lnTo>
                  <a:lnTo>
                    <a:pt x="117387" y="51867"/>
                  </a:lnTo>
                  <a:lnTo>
                    <a:pt x="117387" y="51065"/>
                  </a:lnTo>
                  <a:lnTo>
                    <a:pt x="117485" y="50012"/>
                  </a:lnTo>
                  <a:lnTo>
                    <a:pt x="117730" y="49110"/>
                  </a:lnTo>
                  <a:lnTo>
                    <a:pt x="117779" y="47757"/>
                  </a:lnTo>
                  <a:lnTo>
                    <a:pt x="118073" y="47156"/>
                  </a:lnTo>
                  <a:lnTo>
                    <a:pt x="118465" y="46605"/>
                  </a:lnTo>
                  <a:lnTo>
                    <a:pt x="118808" y="45452"/>
                  </a:lnTo>
                  <a:lnTo>
                    <a:pt x="118955" y="44600"/>
                  </a:lnTo>
                  <a:lnTo>
                    <a:pt x="119053" y="43949"/>
                  </a:lnTo>
                  <a:lnTo>
                    <a:pt x="119445" y="43247"/>
                  </a:lnTo>
                  <a:lnTo>
                    <a:pt x="119837" y="42646"/>
                  </a:lnTo>
                  <a:lnTo>
                    <a:pt x="119984" y="42445"/>
                  </a:lnTo>
                  <a:lnTo>
                    <a:pt x="120180" y="41944"/>
                  </a:lnTo>
                  <a:lnTo>
                    <a:pt x="120278" y="41243"/>
                  </a:lnTo>
                  <a:lnTo>
                    <a:pt x="120376" y="40591"/>
                  </a:lnTo>
                  <a:lnTo>
                    <a:pt x="120573" y="39789"/>
                  </a:lnTo>
                  <a:lnTo>
                    <a:pt x="120573" y="39138"/>
                  </a:lnTo>
                  <a:lnTo>
                    <a:pt x="120622" y="38687"/>
                  </a:lnTo>
                  <a:lnTo>
                    <a:pt x="120867" y="37835"/>
                  </a:lnTo>
                  <a:lnTo>
                    <a:pt x="121014" y="37133"/>
                  </a:lnTo>
                  <a:lnTo>
                    <a:pt x="121210" y="36382"/>
                  </a:lnTo>
                  <a:lnTo>
                    <a:pt x="121553" y="35480"/>
                  </a:lnTo>
                  <a:lnTo>
                    <a:pt x="122043" y="34528"/>
                  </a:lnTo>
                  <a:lnTo>
                    <a:pt x="122386" y="33776"/>
                  </a:lnTo>
                  <a:lnTo>
                    <a:pt x="122582" y="33225"/>
                  </a:lnTo>
                  <a:lnTo>
                    <a:pt x="123072" y="32573"/>
                  </a:lnTo>
                  <a:lnTo>
                    <a:pt x="123121" y="32423"/>
                  </a:lnTo>
                  <a:lnTo>
                    <a:pt x="123562" y="31471"/>
                  </a:lnTo>
                  <a:lnTo>
                    <a:pt x="123807" y="30669"/>
                  </a:lnTo>
                  <a:lnTo>
                    <a:pt x="124494" y="29667"/>
                  </a:lnTo>
                  <a:lnTo>
                    <a:pt x="124788" y="29015"/>
                  </a:lnTo>
                  <a:lnTo>
                    <a:pt x="125033" y="28263"/>
                  </a:lnTo>
                  <a:lnTo>
                    <a:pt x="125523" y="27361"/>
                  </a:lnTo>
                  <a:lnTo>
                    <a:pt x="125915" y="26509"/>
                  </a:lnTo>
                  <a:lnTo>
                    <a:pt x="126209" y="25958"/>
                  </a:lnTo>
                  <a:lnTo>
                    <a:pt x="126748" y="25407"/>
                  </a:lnTo>
                  <a:lnTo>
                    <a:pt x="127091" y="25357"/>
                  </a:lnTo>
                  <a:lnTo>
                    <a:pt x="127630" y="24555"/>
                  </a:lnTo>
                  <a:lnTo>
                    <a:pt x="127925" y="24004"/>
                  </a:lnTo>
                  <a:lnTo>
                    <a:pt x="128464" y="23302"/>
                  </a:lnTo>
                  <a:lnTo>
                    <a:pt x="129003" y="22901"/>
                  </a:lnTo>
                  <a:lnTo>
                    <a:pt x="129640" y="22701"/>
                  </a:lnTo>
                  <a:lnTo>
                    <a:pt x="130326" y="22651"/>
                  </a:lnTo>
                  <a:lnTo>
                    <a:pt x="130865" y="22500"/>
                  </a:lnTo>
                  <a:lnTo>
                    <a:pt x="131503" y="22099"/>
                  </a:lnTo>
                  <a:lnTo>
                    <a:pt x="131895" y="21899"/>
                  </a:lnTo>
                  <a:lnTo>
                    <a:pt x="132189" y="21799"/>
                  </a:lnTo>
                  <a:lnTo>
                    <a:pt x="132532" y="21699"/>
                  </a:lnTo>
                  <a:lnTo>
                    <a:pt x="132973" y="21598"/>
                  </a:lnTo>
                  <a:lnTo>
                    <a:pt x="133463" y="21548"/>
                  </a:lnTo>
                  <a:lnTo>
                    <a:pt x="134100" y="21498"/>
                  </a:lnTo>
                  <a:lnTo>
                    <a:pt x="134639" y="21498"/>
                  </a:lnTo>
                  <a:lnTo>
                    <a:pt x="135522" y="21147"/>
                  </a:lnTo>
                  <a:lnTo>
                    <a:pt x="136012" y="20696"/>
                  </a:lnTo>
                  <a:lnTo>
                    <a:pt x="136502" y="20245"/>
                  </a:lnTo>
                  <a:lnTo>
                    <a:pt x="137041" y="19544"/>
                  </a:lnTo>
                  <a:lnTo>
                    <a:pt x="137531" y="18942"/>
                  </a:lnTo>
                  <a:lnTo>
                    <a:pt x="137874" y="18040"/>
                  </a:lnTo>
                  <a:lnTo>
                    <a:pt x="138413" y="16737"/>
                  </a:lnTo>
                  <a:lnTo>
                    <a:pt x="139002" y="14833"/>
                  </a:lnTo>
                  <a:lnTo>
                    <a:pt x="139296" y="14232"/>
                  </a:lnTo>
                  <a:lnTo>
                    <a:pt x="139982" y="12628"/>
                  </a:lnTo>
                  <a:lnTo>
                    <a:pt x="140178" y="11926"/>
                  </a:lnTo>
                  <a:lnTo>
                    <a:pt x="140276" y="11175"/>
                  </a:lnTo>
                  <a:lnTo>
                    <a:pt x="140766" y="10423"/>
                  </a:lnTo>
                  <a:lnTo>
                    <a:pt x="141305" y="9772"/>
                  </a:lnTo>
                  <a:lnTo>
                    <a:pt x="141795" y="8920"/>
                  </a:lnTo>
                  <a:lnTo>
                    <a:pt x="142383" y="7767"/>
                  </a:lnTo>
                  <a:lnTo>
                    <a:pt x="142776" y="6915"/>
                  </a:lnTo>
                  <a:lnTo>
                    <a:pt x="143658" y="5813"/>
                  </a:lnTo>
                  <a:lnTo>
                    <a:pt x="144736" y="5011"/>
                  </a:lnTo>
                  <a:lnTo>
                    <a:pt x="145422" y="4359"/>
                  </a:lnTo>
                  <a:lnTo>
                    <a:pt x="146599" y="3808"/>
                  </a:lnTo>
                  <a:lnTo>
                    <a:pt x="147922" y="2906"/>
                  </a:lnTo>
                  <a:lnTo>
                    <a:pt x="148951" y="2104"/>
                  </a:lnTo>
                  <a:lnTo>
                    <a:pt x="150128" y="1152"/>
                  </a:lnTo>
                  <a:lnTo>
                    <a:pt x="150618" y="551"/>
                  </a:lnTo>
                  <a:lnTo>
                    <a:pt x="151255" y="350"/>
                  </a:lnTo>
                  <a:lnTo>
                    <a:pt x="151990" y="50"/>
                  </a:lnTo>
                  <a:lnTo>
                    <a:pt x="153951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49599" y="3954636"/>
              <a:ext cx="113417" cy="118166"/>
            </a:xfrm>
            <a:custGeom>
              <a:avLst/>
              <a:pathLst>
                <a:path w="113417" h="118166">
                  <a:moveTo>
                    <a:pt x="56855" y="50"/>
                  </a:moveTo>
                  <a:lnTo>
                    <a:pt x="58129" y="100"/>
                  </a:lnTo>
                  <a:lnTo>
                    <a:pt x="58424" y="150"/>
                  </a:lnTo>
                  <a:lnTo>
                    <a:pt x="58865" y="250"/>
                  </a:lnTo>
                  <a:lnTo>
                    <a:pt x="59061" y="300"/>
                  </a:lnTo>
                  <a:lnTo>
                    <a:pt x="60629" y="1202"/>
                  </a:lnTo>
                  <a:lnTo>
                    <a:pt x="61560" y="1703"/>
                  </a:lnTo>
                  <a:lnTo>
                    <a:pt x="61511" y="2004"/>
                  </a:lnTo>
                  <a:lnTo>
                    <a:pt x="61364" y="3808"/>
                  </a:lnTo>
                  <a:lnTo>
                    <a:pt x="61070" y="6414"/>
                  </a:lnTo>
                  <a:lnTo>
                    <a:pt x="61070" y="6614"/>
                  </a:lnTo>
                  <a:lnTo>
                    <a:pt x="60727" y="9822"/>
                  </a:lnTo>
                  <a:lnTo>
                    <a:pt x="60727" y="9972"/>
                  </a:lnTo>
                  <a:lnTo>
                    <a:pt x="60531" y="11876"/>
                  </a:lnTo>
                  <a:lnTo>
                    <a:pt x="60482" y="12177"/>
                  </a:lnTo>
                  <a:lnTo>
                    <a:pt x="60139" y="15685"/>
                  </a:lnTo>
                  <a:lnTo>
                    <a:pt x="60090" y="15885"/>
                  </a:lnTo>
                  <a:lnTo>
                    <a:pt x="61903" y="16036"/>
                  </a:lnTo>
                  <a:lnTo>
                    <a:pt x="64648" y="16336"/>
                  </a:lnTo>
                  <a:lnTo>
                    <a:pt x="64942" y="16336"/>
                  </a:lnTo>
                  <a:lnTo>
                    <a:pt x="65089" y="16336"/>
                  </a:lnTo>
                  <a:lnTo>
                    <a:pt x="65334" y="16387"/>
                  </a:lnTo>
                  <a:lnTo>
                    <a:pt x="67932" y="16437"/>
                  </a:lnTo>
                  <a:lnTo>
                    <a:pt x="77931" y="17138"/>
                  </a:lnTo>
                  <a:lnTo>
                    <a:pt x="79940" y="17339"/>
                  </a:lnTo>
                  <a:lnTo>
                    <a:pt x="89792" y="18341"/>
                  </a:lnTo>
                  <a:lnTo>
                    <a:pt x="94791" y="18892"/>
                  </a:lnTo>
                  <a:lnTo>
                    <a:pt x="97046" y="18942"/>
                  </a:lnTo>
                  <a:lnTo>
                    <a:pt x="102487" y="18692"/>
                  </a:lnTo>
                  <a:lnTo>
                    <a:pt x="107584" y="18491"/>
                  </a:lnTo>
                  <a:lnTo>
                    <a:pt x="108319" y="18491"/>
                  </a:lnTo>
                  <a:lnTo>
                    <a:pt x="110525" y="18291"/>
                  </a:lnTo>
                  <a:lnTo>
                    <a:pt x="112240" y="18040"/>
                  </a:lnTo>
                  <a:lnTo>
                    <a:pt x="112534" y="17990"/>
                  </a:lnTo>
                  <a:lnTo>
                    <a:pt x="113417" y="17890"/>
                  </a:lnTo>
                  <a:lnTo>
                    <a:pt x="111211" y="27161"/>
                  </a:lnTo>
                  <a:lnTo>
                    <a:pt x="109692" y="33625"/>
                  </a:lnTo>
                  <a:lnTo>
                    <a:pt x="108662" y="37985"/>
                  </a:lnTo>
                  <a:lnTo>
                    <a:pt x="108564" y="38336"/>
                  </a:lnTo>
                  <a:lnTo>
                    <a:pt x="108074" y="40541"/>
                  </a:lnTo>
                  <a:lnTo>
                    <a:pt x="106996" y="45051"/>
                  </a:lnTo>
                  <a:lnTo>
                    <a:pt x="105918" y="49612"/>
                  </a:lnTo>
                  <a:lnTo>
                    <a:pt x="105819" y="50012"/>
                  </a:lnTo>
                  <a:lnTo>
                    <a:pt x="105329" y="52268"/>
                  </a:lnTo>
                  <a:lnTo>
                    <a:pt x="105182" y="52869"/>
                  </a:lnTo>
                  <a:lnTo>
                    <a:pt x="105133" y="53771"/>
                  </a:lnTo>
                  <a:lnTo>
                    <a:pt x="105133" y="54623"/>
                  </a:lnTo>
                  <a:lnTo>
                    <a:pt x="105427" y="55475"/>
                  </a:lnTo>
                  <a:lnTo>
                    <a:pt x="105525" y="55675"/>
                  </a:lnTo>
                  <a:lnTo>
                    <a:pt x="106506" y="58231"/>
                  </a:lnTo>
                  <a:lnTo>
                    <a:pt x="107535" y="61037"/>
                  </a:lnTo>
                  <a:lnTo>
                    <a:pt x="108711" y="63343"/>
                  </a:lnTo>
                  <a:lnTo>
                    <a:pt x="109594" y="64345"/>
                  </a:lnTo>
                  <a:lnTo>
                    <a:pt x="109986" y="64796"/>
                  </a:lnTo>
                  <a:lnTo>
                    <a:pt x="110672" y="65297"/>
                  </a:lnTo>
                  <a:lnTo>
                    <a:pt x="111113" y="65598"/>
                  </a:lnTo>
                  <a:lnTo>
                    <a:pt x="110329" y="65898"/>
                  </a:lnTo>
                  <a:lnTo>
                    <a:pt x="110035" y="65898"/>
                  </a:lnTo>
                  <a:lnTo>
                    <a:pt x="107731" y="65848"/>
                  </a:lnTo>
                  <a:lnTo>
                    <a:pt x="104888" y="65748"/>
                  </a:lnTo>
                  <a:lnTo>
                    <a:pt x="104545" y="65748"/>
                  </a:lnTo>
                  <a:lnTo>
                    <a:pt x="102634" y="65648"/>
                  </a:lnTo>
                  <a:lnTo>
                    <a:pt x="102389" y="65698"/>
                  </a:lnTo>
                  <a:lnTo>
                    <a:pt x="101898" y="65648"/>
                  </a:lnTo>
                  <a:lnTo>
                    <a:pt x="99987" y="65848"/>
                  </a:lnTo>
                  <a:lnTo>
                    <a:pt x="98026" y="66099"/>
                  </a:lnTo>
                  <a:lnTo>
                    <a:pt x="96850" y="66450"/>
                  </a:lnTo>
                  <a:lnTo>
                    <a:pt x="96213" y="66700"/>
                  </a:lnTo>
                  <a:lnTo>
                    <a:pt x="95772" y="67101"/>
                  </a:lnTo>
                  <a:lnTo>
                    <a:pt x="95380" y="67652"/>
                  </a:lnTo>
                  <a:lnTo>
                    <a:pt x="95086" y="68304"/>
                  </a:lnTo>
                  <a:lnTo>
                    <a:pt x="94939" y="68805"/>
                  </a:lnTo>
                  <a:lnTo>
                    <a:pt x="94742" y="70058"/>
                  </a:lnTo>
                  <a:lnTo>
                    <a:pt x="94791" y="70509"/>
                  </a:lnTo>
                  <a:lnTo>
                    <a:pt x="94988" y="71210"/>
                  </a:lnTo>
                  <a:lnTo>
                    <a:pt x="95625" y="72112"/>
                  </a:lnTo>
                  <a:lnTo>
                    <a:pt x="94889" y="72864"/>
                  </a:lnTo>
                  <a:lnTo>
                    <a:pt x="95625" y="74568"/>
                  </a:lnTo>
                  <a:lnTo>
                    <a:pt x="95723" y="74768"/>
                  </a:lnTo>
                  <a:lnTo>
                    <a:pt x="95870" y="74969"/>
                  </a:lnTo>
                  <a:lnTo>
                    <a:pt x="100918" y="81433"/>
                  </a:lnTo>
                  <a:lnTo>
                    <a:pt x="113024" y="97369"/>
                  </a:lnTo>
                  <a:lnTo>
                    <a:pt x="110966" y="98973"/>
                  </a:lnTo>
                  <a:lnTo>
                    <a:pt x="101751" y="106390"/>
                  </a:lnTo>
                  <a:lnTo>
                    <a:pt x="100869" y="106540"/>
                  </a:lnTo>
                  <a:lnTo>
                    <a:pt x="99056" y="106490"/>
                  </a:lnTo>
                  <a:lnTo>
                    <a:pt x="96458" y="106440"/>
                  </a:lnTo>
                  <a:lnTo>
                    <a:pt x="96262" y="106440"/>
                  </a:lnTo>
                  <a:lnTo>
                    <a:pt x="95919" y="106440"/>
                  </a:lnTo>
                  <a:lnTo>
                    <a:pt x="95723" y="106440"/>
                  </a:lnTo>
                  <a:lnTo>
                    <a:pt x="95086" y="106390"/>
                  </a:lnTo>
                  <a:lnTo>
                    <a:pt x="94889" y="106390"/>
                  </a:lnTo>
                  <a:lnTo>
                    <a:pt x="93664" y="106390"/>
                  </a:lnTo>
                  <a:lnTo>
                    <a:pt x="92586" y="106340"/>
                  </a:lnTo>
                  <a:lnTo>
                    <a:pt x="90135" y="106290"/>
                  </a:lnTo>
                  <a:lnTo>
                    <a:pt x="88273" y="106290"/>
                  </a:lnTo>
                  <a:lnTo>
                    <a:pt x="87685" y="106290"/>
                  </a:lnTo>
                  <a:lnTo>
                    <a:pt x="87439" y="106240"/>
                  </a:lnTo>
                  <a:lnTo>
                    <a:pt x="85969" y="106240"/>
                  </a:lnTo>
                  <a:lnTo>
                    <a:pt x="85577" y="105237"/>
                  </a:lnTo>
                  <a:lnTo>
                    <a:pt x="85283" y="104686"/>
                  </a:lnTo>
                  <a:lnTo>
                    <a:pt x="83812" y="105789"/>
                  </a:lnTo>
                  <a:lnTo>
                    <a:pt x="83469" y="105939"/>
                  </a:lnTo>
                  <a:lnTo>
                    <a:pt x="82930" y="105989"/>
                  </a:lnTo>
                  <a:lnTo>
                    <a:pt x="82342" y="102581"/>
                  </a:lnTo>
                  <a:lnTo>
                    <a:pt x="81803" y="102882"/>
                  </a:lnTo>
                  <a:lnTo>
                    <a:pt x="81460" y="102982"/>
                  </a:lnTo>
                  <a:lnTo>
                    <a:pt x="79793" y="103533"/>
                  </a:lnTo>
                  <a:lnTo>
                    <a:pt x="75480" y="104536"/>
                  </a:lnTo>
                  <a:lnTo>
                    <a:pt x="74696" y="104686"/>
                  </a:lnTo>
                  <a:lnTo>
                    <a:pt x="73422" y="105037"/>
                  </a:lnTo>
                  <a:lnTo>
                    <a:pt x="71706" y="105538"/>
                  </a:lnTo>
                  <a:lnTo>
                    <a:pt x="71118" y="105789"/>
                  </a:lnTo>
                  <a:lnTo>
                    <a:pt x="69599" y="106540"/>
                  </a:lnTo>
                  <a:lnTo>
                    <a:pt x="68618" y="107091"/>
                  </a:lnTo>
                  <a:lnTo>
                    <a:pt x="68324" y="107242"/>
                  </a:lnTo>
                  <a:lnTo>
                    <a:pt x="67001" y="108094"/>
                  </a:lnTo>
                  <a:lnTo>
                    <a:pt x="66805" y="108244"/>
                  </a:lnTo>
                  <a:lnTo>
                    <a:pt x="66119" y="108645"/>
                  </a:lnTo>
                  <a:lnTo>
                    <a:pt x="65432" y="109096"/>
                  </a:lnTo>
                  <a:lnTo>
                    <a:pt x="65089" y="109296"/>
                  </a:lnTo>
                  <a:lnTo>
                    <a:pt x="64452" y="109697"/>
                  </a:lnTo>
                  <a:lnTo>
                    <a:pt x="64011" y="110048"/>
                  </a:lnTo>
                  <a:lnTo>
                    <a:pt x="62982" y="110700"/>
                  </a:lnTo>
                  <a:lnTo>
                    <a:pt x="62639" y="110950"/>
                  </a:lnTo>
                  <a:lnTo>
                    <a:pt x="61021" y="112053"/>
                  </a:lnTo>
                  <a:lnTo>
                    <a:pt x="59502" y="112905"/>
                  </a:lnTo>
                  <a:lnTo>
                    <a:pt x="57737" y="113706"/>
                  </a:lnTo>
                  <a:lnTo>
                    <a:pt x="55140" y="114709"/>
                  </a:lnTo>
                  <a:lnTo>
                    <a:pt x="54012" y="114859"/>
                  </a:lnTo>
                  <a:lnTo>
                    <a:pt x="53865" y="114909"/>
                  </a:lnTo>
                  <a:lnTo>
                    <a:pt x="52738" y="115059"/>
                  </a:lnTo>
                  <a:lnTo>
                    <a:pt x="51071" y="115310"/>
                  </a:lnTo>
                  <a:lnTo>
                    <a:pt x="50581" y="115360"/>
                  </a:lnTo>
                  <a:lnTo>
                    <a:pt x="47101" y="115861"/>
                  </a:lnTo>
                  <a:lnTo>
                    <a:pt x="46758" y="115911"/>
                  </a:lnTo>
                  <a:lnTo>
                    <a:pt x="39994" y="116813"/>
                  </a:lnTo>
                  <a:lnTo>
                    <a:pt x="38426" y="117064"/>
                  </a:lnTo>
                  <a:lnTo>
                    <a:pt x="38083" y="117114"/>
                  </a:lnTo>
                  <a:lnTo>
                    <a:pt x="33280" y="117766"/>
                  </a:lnTo>
                  <a:lnTo>
                    <a:pt x="30486" y="118166"/>
                  </a:lnTo>
                  <a:lnTo>
                    <a:pt x="30486" y="117916"/>
                  </a:lnTo>
                  <a:lnTo>
                    <a:pt x="30486" y="117665"/>
                  </a:lnTo>
                  <a:lnTo>
                    <a:pt x="30388" y="115861"/>
                  </a:lnTo>
                  <a:lnTo>
                    <a:pt x="30339" y="115410"/>
                  </a:lnTo>
                  <a:lnTo>
                    <a:pt x="30290" y="115110"/>
                  </a:lnTo>
                  <a:lnTo>
                    <a:pt x="30241" y="114759"/>
                  </a:lnTo>
                  <a:lnTo>
                    <a:pt x="30143" y="114408"/>
                  </a:lnTo>
                  <a:lnTo>
                    <a:pt x="29996" y="113656"/>
                  </a:lnTo>
                  <a:lnTo>
                    <a:pt x="29702" y="112403"/>
                  </a:lnTo>
                  <a:lnTo>
                    <a:pt x="29653" y="112203"/>
                  </a:lnTo>
                  <a:lnTo>
                    <a:pt x="29457" y="111602"/>
                  </a:lnTo>
                  <a:lnTo>
                    <a:pt x="29212" y="111000"/>
                  </a:lnTo>
                  <a:lnTo>
                    <a:pt x="28770" y="109848"/>
                  </a:lnTo>
                  <a:lnTo>
                    <a:pt x="28574" y="109547"/>
                  </a:lnTo>
                  <a:lnTo>
                    <a:pt x="27839" y="108294"/>
                  </a:lnTo>
                  <a:lnTo>
                    <a:pt x="27055" y="106841"/>
                  </a:lnTo>
                  <a:lnTo>
                    <a:pt x="26614" y="106290"/>
                  </a:lnTo>
                  <a:lnTo>
                    <a:pt x="25535" y="105037"/>
                  </a:lnTo>
                  <a:lnTo>
                    <a:pt x="25241" y="104586"/>
                  </a:lnTo>
                  <a:lnTo>
                    <a:pt x="24849" y="104285"/>
                  </a:lnTo>
                  <a:lnTo>
                    <a:pt x="22889" y="102732"/>
                  </a:lnTo>
                  <a:lnTo>
                    <a:pt x="21271" y="101729"/>
                  </a:lnTo>
                  <a:lnTo>
                    <a:pt x="20389" y="101328"/>
                  </a:lnTo>
                  <a:lnTo>
                    <a:pt x="18576" y="100577"/>
                  </a:lnTo>
                  <a:lnTo>
                    <a:pt x="18036" y="100326"/>
                  </a:lnTo>
                  <a:lnTo>
                    <a:pt x="17546" y="100226"/>
                  </a:lnTo>
                  <a:lnTo>
                    <a:pt x="16223" y="99875"/>
                  </a:lnTo>
                  <a:lnTo>
                    <a:pt x="15782" y="99775"/>
                  </a:lnTo>
                  <a:lnTo>
                    <a:pt x="14409" y="99424"/>
                  </a:lnTo>
                  <a:lnTo>
                    <a:pt x="13380" y="99123"/>
                  </a:lnTo>
                  <a:lnTo>
                    <a:pt x="13086" y="99023"/>
                  </a:lnTo>
                  <a:lnTo>
                    <a:pt x="8920" y="97871"/>
                  </a:lnTo>
                  <a:lnTo>
                    <a:pt x="8528" y="97720"/>
                  </a:lnTo>
                  <a:lnTo>
                    <a:pt x="6910" y="97019"/>
                  </a:lnTo>
                  <a:lnTo>
                    <a:pt x="6763" y="96918"/>
                  </a:lnTo>
                  <a:lnTo>
                    <a:pt x="5979" y="96467"/>
                  </a:lnTo>
                  <a:lnTo>
                    <a:pt x="5587" y="96267"/>
                  </a:lnTo>
                  <a:lnTo>
                    <a:pt x="4362" y="95365"/>
                  </a:lnTo>
                  <a:lnTo>
                    <a:pt x="3626" y="94563"/>
                  </a:lnTo>
                  <a:lnTo>
                    <a:pt x="3430" y="94413"/>
                  </a:lnTo>
                  <a:lnTo>
                    <a:pt x="2352" y="93260"/>
                  </a:lnTo>
                  <a:lnTo>
                    <a:pt x="1519" y="92057"/>
                  </a:lnTo>
                  <a:lnTo>
                    <a:pt x="539" y="89953"/>
                  </a:lnTo>
                  <a:lnTo>
                    <a:pt x="49" y="88750"/>
                  </a:lnTo>
                  <a:lnTo>
                    <a:pt x="0" y="88600"/>
                  </a:lnTo>
                  <a:lnTo>
                    <a:pt x="147" y="88349"/>
                  </a:lnTo>
                  <a:lnTo>
                    <a:pt x="441" y="87597"/>
                  </a:lnTo>
                  <a:lnTo>
                    <a:pt x="539" y="87397"/>
                  </a:lnTo>
                  <a:lnTo>
                    <a:pt x="735" y="86094"/>
                  </a:lnTo>
                  <a:lnTo>
                    <a:pt x="980" y="84691"/>
                  </a:lnTo>
                  <a:lnTo>
                    <a:pt x="1225" y="83238"/>
                  </a:lnTo>
                  <a:lnTo>
                    <a:pt x="1323" y="82787"/>
                  </a:lnTo>
                  <a:lnTo>
                    <a:pt x="1568" y="82135"/>
                  </a:lnTo>
                  <a:lnTo>
                    <a:pt x="1715" y="81885"/>
                  </a:lnTo>
                  <a:lnTo>
                    <a:pt x="2303" y="81083"/>
                  </a:lnTo>
                  <a:lnTo>
                    <a:pt x="3479" y="79128"/>
                  </a:lnTo>
                  <a:lnTo>
                    <a:pt x="3823" y="78727"/>
                  </a:lnTo>
                  <a:lnTo>
                    <a:pt x="4117" y="78326"/>
                  </a:lnTo>
                  <a:lnTo>
                    <a:pt x="4411" y="78126"/>
                  </a:lnTo>
                  <a:lnTo>
                    <a:pt x="7253" y="75721"/>
                  </a:lnTo>
                  <a:lnTo>
                    <a:pt x="10292" y="73616"/>
                  </a:lnTo>
                  <a:lnTo>
                    <a:pt x="12155" y="72313"/>
                  </a:lnTo>
                  <a:lnTo>
                    <a:pt x="15096" y="70559"/>
                  </a:lnTo>
                  <a:lnTo>
                    <a:pt x="19556" y="67953"/>
                  </a:lnTo>
                  <a:lnTo>
                    <a:pt x="22889" y="65999"/>
                  </a:lnTo>
                  <a:lnTo>
                    <a:pt x="23183" y="65848"/>
                  </a:lnTo>
                  <a:lnTo>
                    <a:pt x="23330" y="65748"/>
                  </a:lnTo>
                  <a:lnTo>
                    <a:pt x="23967" y="65347"/>
                  </a:lnTo>
                  <a:lnTo>
                    <a:pt x="24408" y="65097"/>
                  </a:lnTo>
                  <a:lnTo>
                    <a:pt x="25094" y="64696"/>
                  </a:lnTo>
                  <a:lnTo>
                    <a:pt x="29064" y="62390"/>
                  </a:lnTo>
                  <a:lnTo>
                    <a:pt x="30045" y="61839"/>
                  </a:lnTo>
                  <a:lnTo>
                    <a:pt x="30927" y="61288"/>
                  </a:lnTo>
                  <a:lnTo>
                    <a:pt x="32005" y="60687"/>
                  </a:lnTo>
                  <a:lnTo>
                    <a:pt x="33574" y="59734"/>
                  </a:lnTo>
                  <a:lnTo>
                    <a:pt x="35093" y="58883"/>
                  </a:lnTo>
                  <a:lnTo>
                    <a:pt x="36367" y="58131"/>
                  </a:lnTo>
                  <a:lnTo>
                    <a:pt x="36809" y="57880"/>
                  </a:lnTo>
                  <a:lnTo>
                    <a:pt x="48523" y="51015"/>
                  </a:lnTo>
                  <a:lnTo>
                    <a:pt x="51807" y="49161"/>
                  </a:lnTo>
                  <a:lnTo>
                    <a:pt x="58963" y="44951"/>
                  </a:lnTo>
                  <a:lnTo>
                    <a:pt x="61560" y="43448"/>
                  </a:lnTo>
                  <a:lnTo>
                    <a:pt x="61952" y="43197"/>
                  </a:lnTo>
                  <a:lnTo>
                    <a:pt x="68912" y="39138"/>
                  </a:lnTo>
                  <a:lnTo>
                    <a:pt x="64501" y="33375"/>
                  </a:lnTo>
                  <a:lnTo>
                    <a:pt x="61707" y="29767"/>
                  </a:lnTo>
                  <a:lnTo>
                    <a:pt x="58424" y="25407"/>
                  </a:lnTo>
                  <a:lnTo>
                    <a:pt x="55581" y="21699"/>
                  </a:lnTo>
                  <a:lnTo>
                    <a:pt x="53571" y="19043"/>
                  </a:lnTo>
                  <a:lnTo>
                    <a:pt x="53032" y="18291"/>
                  </a:lnTo>
                  <a:lnTo>
                    <a:pt x="51317" y="15334"/>
                  </a:lnTo>
                  <a:lnTo>
                    <a:pt x="51121" y="14983"/>
                  </a:lnTo>
                  <a:lnTo>
                    <a:pt x="50385" y="14833"/>
                  </a:lnTo>
                  <a:lnTo>
                    <a:pt x="49454" y="14683"/>
                  </a:lnTo>
                  <a:lnTo>
                    <a:pt x="47984" y="14382"/>
                  </a:lnTo>
                  <a:lnTo>
                    <a:pt x="46807" y="14232"/>
                  </a:lnTo>
                  <a:lnTo>
                    <a:pt x="45631" y="14081"/>
                  </a:lnTo>
                  <a:lnTo>
                    <a:pt x="44455" y="13881"/>
                  </a:lnTo>
                  <a:lnTo>
                    <a:pt x="42004" y="13229"/>
                  </a:lnTo>
                  <a:lnTo>
                    <a:pt x="38867" y="11977"/>
                  </a:lnTo>
                  <a:lnTo>
                    <a:pt x="37691" y="11526"/>
                  </a:lnTo>
                  <a:lnTo>
                    <a:pt x="36662" y="11125"/>
                  </a:lnTo>
                  <a:lnTo>
                    <a:pt x="35093" y="10423"/>
                  </a:lnTo>
                  <a:lnTo>
                    <a:pt x="35534" y="9020"/>
                  </a:lnTo>
                  <a:lnTo>
                    <a:pt x="36613" y="5362"/>
                  </a:lnTo>
                  <a:lnTo>
                    <a:pt x="40338" y="6414"/>
                  </a:lnTo>
                  <a:lnTo>
                    <a:pt x="41857" y="6765"/>
                  </a:lnTo>
                  <a:lnTo>
                    <a:pt x="42102" y="5913"/>
                  </a:lnTo>
                  <a:lnTo>
                    <a:pt x="42445" y="5963"/>
                  </a:lnTo>
                  <a:lnTo>
                    <a:pt x="43180" y="6113"/>
                  </a:lnTo>
                  <a:lnTo>
                    <a:pt x="44602" y="6214"/>
                  </a:lnTo>
                  <a:lnTo>
                    <a:pt x="45239" y="6214"/>
                  </a:lnTo>
                  <a:lnTo>
                    <a:pt x="47346" y="5712"/>
                  </a:lnTo>
                  <a:lnTo>
                    <a:pt x="50728" y="4911"/>
                  </a:lnTo>
                  <a:lnTo>
                    <a:pt x="50973" y="2656"/>
                  </a:lnTo>
                  <a:lnTo>
                    <a:pt x="51268" y="551"/>
                  </a:lnTo>
                  <a:lnTo>
                    <a:pt x="51366" y="350"/>
                  </a:lnTo>
                  <a:lnTo>
                    <a:pt x="51660" y="400"/>
                  </a:lnTo>
                  <a:lnTo>
                    <a:pt x="52248" y="350"/>
                  </a:lnTo>
                  <a:lnTo>
                    <a:pt x="53865" y="200"/>
                  </a:lnTo>
                  <a:lnTo>
                    <a:pt x="55287" y="50"/>
                  </a:lnTo>
                  <a:lnTo>
                    <a:pt x="55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70113" y="3334585"/>
              <a:ext cx="417202" cy="512157"/>
            </a:xfrm>
            <a:custGeom>
              <a:avLst/>
              <a:pathLst>
                <a:path w="417202" h="512157">
                  <a:moveTo>
                    <a:pt x="218403" y="601"/>
                  </a:moveTo>
                  <a:lnTo>
                    <a:pt x="218403" y="801"/>
                  </a:lnTo>
                  <a:lnTo>
                    <a:pt x="218550" y="2856"/>
                  </a:lnTo>
                  <a:lnTo>
                    <a:pt x="219040" y="11826"/>
                  </a:lnTo>
                  <a:lnTo>
                    <a:pt x="219188" y="15033"/>
                  </a:lnTo>
                  <a:lnTo>
                    <a:pt x="219188" y="15585"/>
                  </a:lnTo>
                  <a:lnTo>
                    <a:pt x="219335" y="17890"/>
                  </a:lnTo>
                  <a:lnTo>
                    <a:pt x="219335" y="18391"/>
                  </a:lnTo>
                  <a:lnTo>
                    <a:pt x="219433" y="19343"/>
                  </a:lnTo>
                  <a:lnTo>
                    <a:pt x="219384" y="19544"/>
                  </a:lnTo>
                  <a:lnTo>
                    <a:pt x="219040" y="20746"/>
                  </a:lnTo>
                  <a:lnTo>
                    <a:pt x="218452" y="22550"/>
                  </a:lnTo>
                  <a:lnTo>
                    <a:pt x="217962" y="24204"/>
                  </a:lnTo>
                  <a:lnTo>
                    <a:pt x="216786" y="28113"/>
                  </a:lnTo>
                  <a:lnTo>
                    <a:pt x="216541" y="28815"/>
                  </a:lnTo>
                  <a:lnTo>
                    <a:pt x="216492" y="29065"/>
                  </a:lnTo>
                  <a:lnTo>
                    <a:pt x="215659" y="31721"/>
                  </a:lnTo>
                  <a:lnTo>
                    <a:pt x="215315" y="32673"/>
                  </a:lnTo>
                  <a:lnTo>
                    <a:pt x="215021" y="33525"/>
                  </a:lnTo>
                  <a:lnTo>
                    <a:pt x="214335" y="35580"/>
                  </a:lnTo>
                  <a:lnTo>
                    <a:pt x="213845" y="36983"/>
                  </a:lnTo>
                  <a:lnTo>
                    <a:pt x="213159" y="39038"/>
                  </a:lnTo>
                  <a:lnTo>
                    <a:pt x="212767" y="40190"/>
                  </a:lnTo>
                  <a:lnTo>
                    <a:pt x="211934" y="42546"/>
                  </a:lnTo>
                  <a:lnTo>
                    <a:pt x="210071" y="48008"/>
                  </a:lnTo>
                  <a:lnTo>
                    <a:pt x="209336" y="50263"/>
                  </a:lnTo>
                  <a:lnTo>
                    <a:pt x="208748" y="52017"/>
                  </a:lnTo>
                  <a:lnTo>
                    <a:pt x="208405" y="53019"/>
                  </a:lnTo>
                  <a:lnTo>
                    <a:pt x="208307" y="53320"/>
                  </a:lnTo>
                  <a:lnTo>
                    <a:pt x="208405" y="55224"/>
                  </a:lnTo>
                  <a:lnTo>
                    <a:pt x="209287" y="61789"/>
                  </a:lnTo>
                  <a:lnTo>
                    <a:pt x="209826" y="65949"/>
                  </a:lnTo>
                  <a:lnTo>
                    <a:pt x="210316" y="69456"/>
                  </a:lnTo>
                  <a:lnTo>
                    <a:pt x="211394" y="76873"/>
                  </a:lnTo>
                  <a:lnTo>
                    <a:pt x="211737" y="79229"/>
                  </a:lnTo>
                  <a:lnTo>
                    <a:pt x="212473" y="84390"/>
                  </a:lnTo>
                  <a:lnTo>
                    <a:pt x="212620" y="85042"/>
                  </a:lnTo>
                  <a:lnTo>
                    <a:pt x="212669" y="85192"/>
                  </a:lnTo>
                  <a:lnTo>
                    <a:pt x="212767" y="85593"/>
                  </a:lnTo>
                  <a:lnTo>
                    <a:pt x="213012" y="86595"/>
                  </a:lnTo>
                  <a:lnTo>
                    <a:pt x="213551" y="91256"/>
                  </a:lnTo>
                  <a:lnTo>
                    <a:pt x="213600" y="91456"/>
                  </a:lnTo>
                  <a:lnTo>
                    <a:pt x="215217" y="102832"/>
                  </a:lnTo>
                  <a:lnTo>
                    <a:pt x="215561" y="105237"/>
                  </a:lnTo>
                  <a:lnTo>
                    <a:pt x="216051" y="108695"/>
                  </a:lnTo>
                  <a:lnTo>
                    <a:pt x="216737" y="113406"/>
                  </a:lnTo>
                  <a:lnTo>
                    <a:pt x="217913" y="121725"/>
                  </a:lnTo>
                  <a:lnTo>
                    <a:pt x="218550" y="126034"/>
                  </a:lnTo>
                  <a:lnTo>
                    <a:pt x="218844" y="127939"/>
                  </a:lnTo>
                  <a:lnTo>
                    <a:pt x="219825" y="134203"/>
                  </a:lnTo>
                  <a:lnTo>
                    <a:pt x="220168" y="136458"/>
                  </a:lnTo>
                  <a:lnTo>
                    <a:pt x="220511" y="138863"/>
                  </a:lnTo>
                  <a:lnTo>
                    <a:pt x="220560" y="139114"/>
                  </a:lnTo>
                  <a:lnTo>
                    <a:pt x="220805" y="141269"/>
                  </a:lnTo>
                  <a:lnTo>
                    <a:pt x="220756" y="142522"/>
                  </a:lnTo>
                  <a:lnTo>
                    <a:pt x="220168" y="143574"/>
                  </a:lnTo>
                  <a:lnTo>
                    <a:pt x="219629" y="144175"/>
                  </a:lnTo>
                  <a:lnTo>
                    <a:pt x="219629" y="144476"/>
                  </a:lnTo>
                  <a:lnTo>
                    <a:pt x="219629" y="144877"/>
                  </a:lnTo>
                  <a:lnTo>
                    <a:pt x="219776" y="146230"/>
                  </a:lnTo>
                  <a:lnTo>
                    <a:pt x="221001" y="146230"/>
                  </a:lnTo>
                  <a:lnTo>
                    <a:pt x="220707" y="148936"/>
                  </a:lnTo>
                  <a:lnTo>
                    <a:pt x="220413" y="151792"/>
                  </a:lnTo>
                  <a:lnTo>
                    <a:pt x="220266" y="153146"/>
                  </a:lnTo>
                  <a:lnTo>
                    <a:pt x="219531" y="157505"/>
                  </a:lnTo>
                  <a:lnTo>
                    <a:pt x="219433" y="157806"/>
                  </a:lnTo>
                  <a:lnTo>
                    <a:pt x="219040" y="158758"/>
                  </a:lnTo>
                  <a:lnTo>
                    <a:pt x="217619" y="161865"/>
                  </a:lnTo>
                  <a:lnTo>
                    <a:pt x="216492" y="164070"/>
                  </a:lnTo>
                  <a:lnTo>
                    <a:pt x="214825" y="167378"/>
                  </a:lnTo>
                  <a:lnTo>
                    <a:pt x="212767" y="170835"/>
                  </a:lnTo>
                  <a:lnTo>
                    <a:pt x="212522" y="171437"/>
                  </a:lnTo>
                  <a:lnTo>
                    <a:pt x="212277" y="171838"/>
                  </a:lnTo>
                  <a:lnTo>
                    <a:pt x="207375" y="178102"/>
                  </a:lnTo>
                  <a:lnTo>
                    <a:pt x="205317" y="180457"/>
                  </a:lnTo>
                  <a:lnTo>
                    <a:pt x="203013" y="182762"/>
                  </a:lnTo>
                  <a:lnTo>
                    <a:pt x="201837" y="183414"/>
                  </a:lnTo>
                  <a:lnTo>
                    <a:pt x="200807" y="184065"/>
                  </a:lnTo>
                  <a:lnTo>
                    <a:pt x="199190" y="185018"/>
                  </a:lnTo>
                  <a:lnTo>
                    <a:pt x="199533" y="185669"/>
                  </a:lnTo>
                  <a:lnTo>
                    <a:pt x="199680" y="185869"/>
                  </a:lnTo>
                  <a:lnTo>
                    <a:pt x="199876" y="186270"/>
                  </a:lnTo>
                  <a:lnTo>
                    <a:pt x="200709" y="187072"/>
                  </a:lnTo>
                  <a:lnTo>
                    <a:pt x="201102" y="187423"/>
                  </a:lnTo>
                  <a:lnTo>
                    <a:pt x="201396" y="187724"/>
                  </a:lnTo>
                  <a:lnTo>
                    <a:pt x="203307" y="189427"/>
                  </a:lnTo>
                  <a:lnTo>
                    <a:pt x="203748" y="189929"/>
                  </a:lnTo>
                  <a:lnTo>
                    <a:pt x="204140" y="190330"/>
                  </a:lnTo>
                  <a:lnTo>
                    <a:pt x="204925" y="191181"/>
                  </a:lnTo>
                  <a:lnTo>
                    <a:pt x="205072" y="191332"/>
                  </a:lnTo>
                  <a:lnTo>
                    <a:pt x="205562" y="191783"/>
                  </a:lnTo>
                  <a:lnTo>
                    <a:pt x="205709" y="191883"/>
                  </a:lnTo>
                  <a:lnTo>
                    <a:pt x="206199" y="192334"/>
                  </a:lnTo>
                  <a:lnTo>
                    <a:pt x="207228" y="193286"/>
                  </a:lnTo>
                  <a:lnTo>
                    <a:pt x="207865" y="193837"/>
                  </a:lnTo>
                  <a:lnTo>
                    <a:pt x="208356" y="194288"/>
                  </a:lnTo>
                  <a:lnTo>
                    <a:pt x="208748" y="194589"/>
                  </a:lnTo>
                  <a:lnTo>
                    <a:pt x="209287" y="194990"/>
                  </a:lnTo>
                  <a:lnTo>
                    <a:pt x="209728" y="195291"/>
                  </a:lnTo>
                  <a:lnTo>
                    <a:pt x="210316" y="195642"/>
                  </a:lnTo>
                  <a:lnTo>
                    <a:pt x="210904" y="195992"/>
                  </a:lnTo>
                  <a:lnTo>
                    <a:pt x="211247" y="196193"/>
                  </a:lnTo>
                  <a:lnTo>
                    <a:pt x="211590" y="196393"/>
                  </a:lnTo>
                  <a:lnTo>
                    <a:pt x="211885" y="196544"/>
                  </a:lnTo>
                  <a:lnTo>
                    <a:pt x="212228" y="196694"/>
                  </a:lnTo>
                  <a:lnTo>
                    <a:pt x="212424" y="196794"/>
                  </a:lnTo>
                  <a:lnTo>
                    <a:pt x="212669" y="196894"/>
                  </a:lnTo>
                  <a:lnTo>
                    <a:pt x="212816" y="196995"/>
                  </a:lnTo>
                  <a:lnTo>
                    <a:pt x="212963" y="197045"/>
                  </a:lnTo>
                  <a:lnTo>
                    <a:pt x="213208" y="197145"/>
                  </a:lnTo>
                  <a:lnTo>
                    <a:pt x="213453" y="197245"/>
                  </a:lnTo>
                  <a:lnTo>
                    <a:pt x="213747" y="197345"/>
                  </a:lnTo>
                  <a:lnTo>
                    <a:pt x="214090" y="197496"/>
                  </a:lnTo>
                  <a:lnTo>
                    <a:pt x="214923" y="197796"/>
                  </a:lnTo>
                  <a:lnTo>
                    <a:pt x="215757" y="198047"/>
                  </a:lnTo>
                  <a:lnTo>
                    <a:pt x="216786" y="198298"/>
                  </a:lnTo>
                  <a:lnTo>
                    <a:pt x="218158" y="198648"/>
                  </a:lnTo>
                  <a:lnTo>
                    <a:pt x="218795" y="198799"/>
                  </a:lnTo>
                  <a:lnTo>
                    <a:pt x="219139" y="198899"/>
                  </a:lnTo>
                  <a:lnTo>
                    <a:pt x="219335" y="198949"/>
                  </a:lnTo>
                  <a:lnTo>
                    <a:pt x="220364" y="199200"/>
                  </a:lnTo>
                  <a:lnTo>
                    <a:pt x="221246" y="199400"/>
                  </a:lnTo>
                  <a:lnTo>
                    <a:pt x="222079" y="199701"/>
                  </a:lnTo>
                  <a:lnTo>
                    <a:pt x="221883" y="200202"/>
                  </a:lnTo>
                  <a:lnTo>
                    <a:pt x="221638" y="200703"/>
                  </a:lnTo>
                  <a:lnTo>
                    <a:pt x="221442" y="201154"/>
                  </a:lnTo>
                  <a:lnTo>
                    <a:pt x="218403" y="208220"/>
                  </a:lnTo>
                  <a:lnTo>
                    <a:pt x="218060" y="209122"/>
                  </a:lnTo>
                  <a:lnTo>
                    <a:pt x="217521" y="210275"/>
                  </a:lnTo>
                  <a:lnTo>
                    <a:pt x="214531" y="217290"/>
                  </a:lnTo>
                  <a:lnTo>
                    <a:pt x="213649" y="219245"/>
                  </a:lnTo>
                  <a:lnTo>
                    <a:pt x="213551" y="219546"/>
                  </a:lnTo>
                  <a:lnTo>
                    <a:pt x="211934" y="223053"/>
                  </a:lnTo>
                  <a:lnTo>
                    <a:pt x="209336" y="228867"/>
                  </a:lnTo>
                  <a:lnTo>
                    <a:pt x="209238" y="229017"/>
                  </a:lnTo>
                  <a:lnTo>
                    <a:pt x="209189" y="229167"/>
                  </a:lnTo>
                  <a:lnTo>
                    <a:pt x="209728" y="229217"/>
                  </a:lnTo>
                  <a:lnTo>
                    <a:pt x="215168" y="229719"/>
                  </a:lnTo>
                  <a:lnTo>
                    <a:pt x="221099" y="230270"/>
                  </a:lnTo>
                  <a:lnTo>
                    <a:pt x="224922" y="230621"/>
                  </a:lnTo>
                  <a:lnTo>
                    <a:pt x="229725" y="231122"/>
                  </a:lnTo>
                  <a:lnTo>
                    <a:pt x="232225" y="231372"/>
                  </a:lnTo>
                  <a:lnTo>
                    <a:pt x="232764" y="231422"/>
                  </a:lnTo>
                  <a:lnTo>
                    <a:pt x="234627" y="231623"/>
                  </a:lnTo>
                  <a:lnTo>
                    <a:pt x="235117" y="231673"/>
                  </a:lnTo>
                  <a:lnTo>
                    <a:pt x="238646" y="232024"/>
                  </a:lnTo>
                  <a:lnTo>
                    <a:pt x="245851" y="232775"/>
                  </a:lnTo>
                  <a:lnTo>
                    <a:pt x="245802" y="232976"/>
                  </a:lnTo>
                  <a:lnTo>
                    <a:pt x="245753" y="233176"/>
                  </a:lnTo>
                  <a:lnTo>
                    <a:pt x="245214" y="236083"/>
                  </a:lnTo>
                  <a:lnTo>
                    <a:pt x="244920" y="237236"/>
                  </a:lnTo>
                  <a:lnTo>
                    <a:pt x="244625" y="238288"/>
                  </a:lnTo>
                  <a:lnTo>
                    <a:pt x="244380" y="238939"/>
                  </a:lnTo>
                  <a:lnTo>
                    <a:pt x="244184" y="239440"/>
                  </a:lnTo>
                  <a:lnTo>
                    <a:pt x="243890" y="240142"/>
                  </a:lnTo>
                  <a:lnTo>
                    <a:pt x="243743" y="240393"/>
                  </a:lnTo>
                  <a:lnTo>
                    <a:pt x="243057" y="241796"/>
                  </a:lnTo>
                  <a:lnTo>
                    <a:pt x="241783" y="244101"/>
                  </a:lnTo>
                  <a:lnTo>
                    <a:pt x="241587" y="244402"/>
                  </a:lnTo>
                  <a:lnTo>
                    <a:pt x="239626" y="247809"/>
                  </a:lnTo>
                  <a:lnTo>
                    <a:pt x="239430" y="248110"/>
                  </a:lnTo>
                  <a:lnTo>
                    <a:pt x="237421" y="251818"/>
                  </a:lnTo>
                  <a:lnTo>
                    <a:pt x="236440" y="253773"/>
                  </a:lnTo>
                  <a:lnTo>
                    <a:pt x="235901" y="254725"/>
                  </a:lnTo>
                  <a:lnTo>
                    <a:pt x="233401" y="259536"/>
                  </a:lnTo>
                  <a:lnTo>
                    <a:pt x="233254" y="259736"/>
                  </a:lnTo>
                  <a:lnTo>
                    <a:pt x="230216" y="266051"/>
                  </a:lnTo>
                  <a:lnTo>
                    <a:pt x="229676" y="267103"/>
                  </a:lnTo>
                  <a:lnTo>
                    <a:pt x="229088" y="268306"/>
                  </a:lnTo>
                  <a:lnTo>
                    <a:pt x="226638" y="272966"/>
                  </a:lnTo>
                  <a:lnTo>
                    <a:pt x="226491" y="273267"/>
                  </a:lnTo>
                  <a:lnTo>
                    <a:pt x="226442" y="273417"/>
                  </a:lnTo>
                  <a:lnTo>
                    <a:pt x="225902" y="274369"/>
                  </a:lnTo>
                  <a:lnTo>
                    <a:pt x="222128" y="281937"/>
                  </a:lnTo>
                  <a:lnTo>
                    <a:pt x="220952" y="284693"/>
                  </a:lnTo>
                  <a:lnTo>
                    <a:pt x="220609" y="285444"/>
                  </a:lnTo>
                  <a:lnTo>
                    <a:pt x="220070" y="286647"/>
                  </a:lnTo>
                  <a:lnTo>
                    <a:pt x="219531" y="287850"/>
                  </a:lnTo>
                  <a:lnTo>
                    <a:pt x="219090" y="288702"/>
                  </a:lnTo>
                  <a:lnTo>
                    <a:pt x="218746" y="289453"/>
                  </a:lnTo>
                  <a:lnTo>
                    <a:pt x="218452" y="290205"/>
                  </a:lnTo>
                  <a:lnTo>
                    <a:pt x="218109" y="290957"/>
                  </a:lnTo>
                  <a:lnTo>
                    <a:pt x="217766" y="291658"/>
                  </a:lnTo>
                  <a:lnTo>
                    <a:pt x="217178" y="293012"/>
                  </a:lnTo>
                  <a:lnTo>
                    <a:pt x="217031" y="293412"/>
                  </a:lnTo>
                  <a:lnTo>
                    <a:pt x="215610" y="296920"/>
                  </a:lnTo>
                  <a:lnTo>
                    <a:pt x="215413" y="297622"/>
                  </a:lnTo>
                  <a:lnTo>
                    <a:pt x="215168" y="298775"/>
                  </a:lnTo>
                  <a:lnTo>
                    <a:pt x="215168" y="300378"/>
                  </a:lnTo>
                  <a:lnTo>
                    <a:pt x="215315" y="301080"/>
                  </a:lnTo>
                  <a:lnTo>
                    <a:pt x="216149" y="305389"/>
                  </a:lnTo>
                  <a:lnTo>
                    <a:pt x="216247" y="305740"/>
                  </a:lnTo>
                  <a:lnTo>
                    <a:pt x="216296" y="306141"/>
                  </a:lnTo>
                  <a:lnTo>
                    <a:pt x="216737" y="308396"/>
                  </a:lnTo>
                  <a:lnTo>
                    <a:pt x="216884" y="308998"/>
                  </a:lnTo>
                  <a:lnTo>
                    <a:pt x="217178" y="310100"/>
                  </a:lnTo>
                  <a:lnTo>
                    <a:pt x="217423" y="311203"/>
                  </a:lnTo>
                  <a:lnTo>
                    <a:pt x="217717" y="312405"/>
                  </a:lnTo>
                  <a:lnTo>
                    <a:pt x="218207" y="314310"/>
                  </a:lnTo>
                  <a:lnTo>
                    <a:pt x="218599" y="315963"/>
                  </a:lnTo>
                  <a:lnTo>
                    <a:pt x="218697" y="316164"/>
                  </a:lnTo>
                  <a:lnTo>
                    <a:pt x="218893" y="317116"/>
                  </a:lnTo>
                  <a:lnTo>
                    <a:pt x="219040" y="317667"/>
                  </a:lnTo>
                  <a:lnTo>
                    <a:pt x="219286" y="318619"/>
                  </a:lnTo>
                  <a:lnTo>
                    <a:pt x="219776" y="320574"/>
                  </a:lnTo>
                  <a:lnTo>
                    <a:pt x="219825" y="320724"/>
                  </a:lnTo>
                  <a:lnTo>
                    <a:pt x="220021" y="321676"/>
                  </a:lnTo>
                  <a:lnTo>
                    <a:pt x="220266" y="322729"/>
                  </a:lnTo>
                  <a:lnTo>
                    <a:pt x="220364" y="323079"/>
                  </a:lnTo>
                  <a:lnTo>
                    <a:pt x="220854" y="325284"/>
                  </a:lnTo>
                  <a:lnTo>
                    <a:pt x="220952" y="325685"/>
                  </a:lnTo>
                  <a:lnTo>
                    <a:pt x="221001" y="325836"/>
                  </a:lnTo>
                  <a:lnTo>
                    <a:pt x="221687" y="328993"/>
                  </a:lnTo>
                  <a:lnTo>
                    <a:pt x="221834" y="329694"/>
                  </a:lnTo>
                  <a:lnTo>
                    <a:pt x="221883" y="329995"/>
                  </a:lnTo>
                  <a:lnTo>
                    <a:pt x="221981" y="330346"/>
                  </a:lnTo>
                  <a:lnTo>
                    <a:pt x="222667" y="333453"/>
                  </a:lnTo>
                  <a:lnTo>
                    <a:pt x="222815" y="334104"/>
                  </a:lnTo>
                  <a:lnTo>
                    <a:pt x="223060" y="335107"/>
                  </a:lnTo>
                  <a:lnTo>
                    <a:pt x="223305" y="336309"/>
                  </a:lnTo>
                  <a:lnTo>
                    <a:pt x="223403" y="336660"/>
                  </a:lnTo>
                  <a:lnTo>
                    <a:pt x="223550" y="337462"/>
                  </a:lnTo>
                  <a:lnTo>
                    <a:pt x="223844" y="338715"/>
                  </a:lnTo>
                  <a:lnTo>
                    <a:pt x="224579" y="342122"/>
                  </a:lnTo>
                  <a:lnTo>
                    <a:pt x="224726" y="342674"/>
                  </a:lnTo>
                  <a:lnTo>
                    <a:pt x="225020" y="343927"/>
                  </a:lnTo>
                  <a:lnTo>
                    <a:pt x="225755" y="347084"/>
                  </a:lnTo>
                  <a:lnTo>
                    <a:pt x="226147" y="348788"/>
                  </a:lnTo>
                  <a:lnTo>
                    <a:pt x="226343" y="349790"/>
                  </a:lnTo>
                  <a:lnTo>
                    <a:pt x="226393" y="350040"/>
                  </a:lnTo>
                  <a:lnTo>
                    <a:pt x="226442" y="350341"/>
                  </a:lnTo>
                  <a:lnTo>
                    <a:pt x="227226" y="353097"/>
                  </a:lnTo>
                  <a:lnTo>
                    <a:pt x="227324" y="353498"/>
                  </a:lnTo>
                  <a:lnTo>
                    <a:pt x="227422" y="353849"/>
                  </a:lnTo>
                  <a:lnTo>
                    <a:pt x="227961" y="355653"/>
                  </a:lnTo>
                  <a:lnTo>
                    <a:pt x="228549" y="357958"/>
                  </a:lnTo>
                  <a:lnTo>
                    <a:pt x="228843" y="359061"/>
                  </a:lnTo>
                  <a:lnTo>
                    <a:pt x="229333" y="360113"/>
                  </a:lnTo>
                  <a:lnTo>
                    <a:pt x="229431" y="360364"/>
                  </a:lnTo>
                  <a:lnTo>
                    <a:pt x="229627" y="360765"/>
                  </a:lnTo>
                  <a:lnTo>
                    <a:pt x="229774" y="361166"/>
                  </a:lnTo>
                  <a:lnTo>
                    <a:pt x="230314" y="362569"/>
                  </a:lnTo>
                  <a:lnTo>
                    <a:pt x="231000" y="363972"/>
                  </a:lnTo>
                  <a:lnTo>
                    <a:pt x="231196" y="364373"/>
                  </a:lnTo>
                  <a:lnTo>
                    <a:pt x="231686" y="365425"/>
                  </a:lnTo>
                  <a:lnTo>
                    <a:pt x="232029" y="366077"/>
                  </a:lnTo>
                  <a:lnTo>
                    <a:pt x="232764" y="367580"/>
                  </a:lnTo>
                  <a:lnTo>
                    <a:pt x="233205" y="368432"/>
                  </a:lnTo>
                  <a:lnTo>
                    <a:pt x="233843" y="369685"/>
                  </a:lnTo>
                  <a:lnTo>
                    <a:pt x="234921" y="371890"/>
                  </a:lnTo>
                  <a:lnTo>
                    <a:pt x="235460" y="372992"/>
                  </a:lnTo>
                  <a:lnTo>
                    <a:pt x="236244" y="374596"/>
                  </a:lnTo>
                  <a:lnTo>
                    <a:pt x="236391" y="374897"/>
                  </a:lnTo>
                  <a:lnTo>
                    <a:pt x="236881" y="375949"/>
                  </a:lnTo>
                  <a:lnTo>
                    <a:pt x="237028" y="376199"/>
                  </a:lnTo>
                  <a:lnTo>
                    <a:pt x="237175" y="376651"/>
                  </a:lnTo>
                  <a:lnTo>
                    <a:pt x="238254" y="378906"/>
                  </a:lnTo>
                  <a:lnTo>
                    <a:pt x="238989" y="380409"/>
                  </a:lnTo>
                  <a:lnTo>
                    <a:pt x="240999" y="380058"/>
                  </a:lnTo>
                  <a:lnTo>
                    <a:pt x="242126" y="379858"/>
                  </a:lnTo>
                  <a:lnTo>
                    <a:pt x="246782" y="379006"/>
                  </a:lnTo>
                  <a:lnTo>
                    <a:pt x="247125" y="378906"/>
                  </a:lnTo>
                  <a:lnTo>
                    <a:pt x="248939" y="378605"/>
                  </a:lnTo>
                  <a:lnTo>
                    <a:pt x="256634" y="377402"/>
                  </a:lnTo>
                  <a:lnTo>
                    <a:pt x="258104" y="377152"/>
                  </a:lnTo>
                  <a:lnTo>
                    <a:pt x="258839" y="377001"/>
                  </a:lnTo>
                  <a:lnTo>
                    <a:pt x="263594" y="376199"/>
                  </a:lnTo>
                  <a:lnTo>
                    <a:pt x="265113" y="375949"/>
                  </a:lnTo>
                  <a:lnTo>
                    <a:pt x="272171" y="374746"/>
                  </a:lnTo>
                  <a:lnTo>
                    <a:pt x="272906" y="374596"/>
                  </a:lnTo>
                  <a:lnTo>
                    <a:pt x="273543" y="374496"/>
                  </a:lnTo>
                  <a:lnTo>
                    <a:pt x="275700" y="374095"/>
                  </a:lnTo>
                  <a:lnTo>
                    <a:pt x="276876" y="373894"/>
                  </a:lnTo>
                  <a:lnTo>
                    <a:pt x="277464" y="373794"/>
                  </a:lnTo>
                  <a:lnTo>
                    <a:pt x="278543" y="373543"/>
                  </a:lnTo>
                  <a:lnTo>
                    <a:pt x="279523" y="373343"/>
                  </a:lnTo>
                  <a:lnTo>
                    <a:pt x="280650" y="373042"/>
                  </a:lnTo>
                  <a:lnTo>
                    <a:pt x="282807" y="372391"/>
                  </a:lnTo>
                  <a:lnTo>
                    <a:pt x="284817" y="371739"/>
                  </a:lnTo>
                  <a:lnTo>
                    <a:pt x="285258" y="371539"/>
                  </a:lnTo>
                  <a:lnTo>
                    <a:pt x="287708" y="370737"/>
                  </a:lnTo>
                  <a:lnTo>
                    <a:pt x="293002" y="368833"/>
                  </a:lnTo>
                  <a:lnTo>
                    <a:pt x="293345" y="368733"/>
                  </a:lnTo>
                  <a:lnTo>
                    <a:pt x="295207" y="368081"/>
                  </a:lnTo>
                  <a:lnTo>
                    <a:pt x="303344" y="365325"/>
                  </a:lnTo>
                  <a:lnTo>
                    <a:pt x="303981" y="365074"/>
                  </a:lnTo>
                  <a:lnTo>
                    <a:pt x="308441" y="363571"/>
                  </a:lnTo>
                  <a:lnTo>
                    <a:pt x="309764" y="363120"/>
                  </a:lnTo>
                  <a:lnTo>
                    <a:pt x="312117" y="362368"/>
                  </a:lnTo>
                  <a:lnTo>
                    <a:pt x="313832" y="361867"/>
                  </a:lnTo>
                  <a:lnTo>
                    <a:pt x="313979" y="361867"/>
                  </a:lnTo>
                  <a:lnTo>
                    <a:pt x="315548" y="361516"/>
                  </a:lnTo>
                  <a:lnTo>
                    <a:pt x="316773" y="361316"/>
                  </a:lnTo>
                  <a:lnTo>
                    <a:pt x="317606" y="361166"/>
                  </a:lnTo>
                  <a:lnTo>
                    <a:pt x="322949" y="360414"/>
                  </a:lnTo>
                  <a:lnTo>
                    <a:pt x="324615" y="360163"/>
                  </a:lnTo>
                  <a:lnTo>
                    <a:pt x="328046" y="359662"/>
                  </a:lnTo>
                  <a:lnTo>
                    <a:pt x="329762" y="359361"/>
                  </a:lnTo>
                  <a:lnTo>
                    <a:pt x="339221" y="357958"/>
                  </a:lnTo>
                  <a:lnTo>
                    <a:pt x="342554" y="357507"/>
                  </a:lnTo>
                  <a:lnTo>
                    <a:pt x="346966" y="356856"/>
                  </a:lnTo>
                  <a:lnTo>
                    <a:pt x="349269" y="356505"/>
                  </a:lnTo>
                  <a:lnTo>
                    <a:pt x="350494" y="356355"/>
                  </a:lnTo>
                  <a:lnTo>
                    <a:pt x="359219" y="355052"/>
                  </a:lnTo>
                  <a:lnTo>
                    <a:pt x="362601" y="354601"/>
                  </a:lnTo>
                  <a:lnTo>
                    <a:pt x="366571" y="353999"/>
                  </a:lnTo>
                  <a:lnTo>
                    <a:pt x="367306" y="357357"/>
                  </a:lnTo>
                  <a:lnTo>
                    <a:pt x="369659" y="368332"/>
                  </a:lnTo>
                  <a:lnTo>
                    <a:pt x="370296" y="371188"/>
                  </a:lnTo>
                  <a:lnTo>
                    <a:pt x="370394" y="371639"/>
                  </a:lnTo>
                  <a:lnTo>
                    <a:pt x="370443" y="371990"/>
                  </a:lnTo>
                  <a:lnTo>
                    <a:pt x="373531" y="385470"/>
                  </a:lnTo>
                  <a:lnTo>
                    <a:pt x="377305" y="402960"/>
                  </a:lnTo>
                  <a:lnTo>
                    <a:pt x="378089" y="406568"/>
                  </a:lnTo>
                  <a:lnTo>
                    <a:pt x="378432" y="408071"/>
                  </a:lnTo>
                  <a:lnTo>
                    <a:pt x="378481" y="408923"/>
                  </a:lnTo>
                  <a:lnTo>
                    <a:pt x="380148" y="418295"/>
                  </a:lnTo>
                  <a:lnTo>
                    <a:pt x="381128" y="423907"/>
                  </a:lnTo>
                  <a:lnTo>
                    <a:pt x="381422" y="425461"/>
                  </a:lnTo>
                  <a:lnTo>
                    <a:pt x="381569" y="426413"/>
                  </a:lnTo>
                  <a:lnTo>
                    <a:pt x="381912" y="428167"/>
                  </a:lnTo>
                  <a:lnTo>
                    <a:pt x="382255" y="429420"/>
                  </a:lnTo>
                  <a:lnTo>
                    <a:pt x="382745" y="430622"/>
                  </a:lnTo>
                  <a:lnTo>
                    <a:pt x="383824" y="431976"/>
                  </a:lnTo>
                  <a:lnTo>
                    <a:pt x="384118" y="432326"/>
                  </a:lnTo>
                  <a:lnTo>
                    <a:pt x="384461" y="432777"/>
                  </a:lnTo>
                  <a:lnTo>
                    <a:pt x="384657" y="433028"/>
                  </a:lnTo>
                  <a:lnTo>
                    <a:pt x="385343" y="433529"/>
                  </a:lnTo>
                  <a:lnTo>
                    <a:pt x="386029" y="434030"/>
                  </a:lnTo>
                  <a:lnTo>
                    <a:pt x="386372" y="434381"/>
                  </a:lnTo>
                  <a:lnTo>
                    <a:pt x="387941" y="435834"/>
                  </a:lnTo>
                  <a:lnTo>
                    <a:pt x="388186" y="436085"/>
                  </a:lnTo>
                  <a:lnTo>
                    <a:pt x="388431" y="436285"/>
                  </a:lnTo>
                  <a:lnTo>
                    <a:pt x="389313" y="437137"/>
                  </a:lnTo>
                  <a:lnTo>
                    <a:pt x="391862" y="439492"/>
                  </a:lnTo>
                  <a:lnTo>
                    <a:pt x="392107" y="439693"/>
                  </a:lnTo>
                  <a:lnTo>
                    <a:pt x="392989" y="440545"/>
                  </a:lnTo>
                  <a:lnTo>
                    <a:pt x="393822" y="441297"/>
                  </a:lnTo>
                  <a:lnTo>
                    <a:pt x="396910" y="444203"/>
                  </a:lnTo>
                  <a:lnTo>
                    <a:pt x="397498" y="444754"/>
                  </a:lnTo>
                  <a:lnTo>
                    <a:pt x="398185" y="445356"/>
                  </a:lnTo>
                  <a:lnTo>
                    <a:pt x="400096" y="447110"/>
                  </a:lnTo>
                  <a:lnTo>
                    <a:pt x="401419" y="448363"/>
                  </a:lnTo>
                  <a:lnTo>
                    <a:pt x="402253" y="449114"/>
                  </a:lnTo>
                  <a:lnTo>
                    <a:pt x="402792" y="449665"/>
                  </a:lnTo>
                  <a:lnTo>
                    <a:pt x="406125" y="452772"/>
                  </a:lnTo>
                  <a:lnTo>
                    <a:pt x="406615" y="453224"/>
                  </a:lnTo>
                  <a:lnTo>
                    <a:pt x="408379" y="454877"/>
                  </a:lnTo>
                  <a:lnTo>
                    <a:pt x="409262" y="455729"/>
                  </a:lnTo>
                  <a:lnTo>
                    <a:pt x="410095" y="456481"/>
                  </a:lnTo>
                  <a:lnTo>
                    <a:pt x="410977" y="457283"/>
                  </a:lnTo>
                  <a:lnTo>
                    <a:pt x="411369" y="457633"/>
                  </a:lnTo>
                  <a:lnTo>
                    <a:pt x="412693" y="458536"/>
                  </a:lnTo>
                  <a:lnTo>
                    <a:pt x="413134" y="459488"/>
                  </a:lnTo>
                  <a:lnTo>
                    <a:pt x="413183" y="459788"/>
                  </a:lnTo>
                  <a:lnTo>
                    <a:pt x="413232" y="460239"/>
                  </a:lnTo>
                  <a:lnTo>
                    <a:pt x="413281" y="461392"/>
                  </a:lnTo>
                  <a:lnTo>
                    <a:pt x="413330" y="461743"/>
                  </a:lnTo>
                  <a:lnTo>
                    <a:pt x="413428" y="462845"/>
                  </a:lnTo>
                  <a:lnTo>
                    <a:pt x="413477" y="463396"/>
                  </a:lnTo>
                  <a:lnTo>
                    <a:pt x="413477" y="463797"/>
                  </a:lnTo>
                  <a:lnTo>
                    <a:pt x="413575" y="464599"/>
                  </a:lnTo>
                  <a:lnTo>
                    <a:pt x="413575" y="464900"/>
                  </a:lnTo>
                  <a:lnTo>
                    <a:pt x="413820" y="467706"/>
                  </a:lnTo>
                  <a:lnTo>
                    <a:pt x="413918" y="469360"/>
                  </a:lnTo>
                  <a:lnTo>
                    <a:pt x="413967" y="469661"/>
                  </a:lnTo>
                  <a:lnTo>
                    <a:pt x="414016" y="470262"/>
                  </a:lnTo>
                  <a:lnTo>
                    <a:pt x="414163" y="472267"/>
                  </a:lnTo>
                  <a:lnTo>
                    <a:pt x="414212" y="472467"/>
                  </a:lnTo>
                  <a:lnTo>
                    <a:pt x="414261" y="473169"/>
                  </a:lnTo>
                  <a:lnTo>
                    <a:pt x="414310" y="474121"/>
                  </a:lnTo>
                  <a:lnTo>
                    <a:pt x="414408" y="474973"/>
                  </a:lnTo>
                  <a:lnTo>
                    <a:pt x="414555" y="477077"/>
                  </a:lnTo>
                  <a:lnTo>
                    <a:pt x="414604" y="477478"/>
                  </a:lnTo>
                  <a:lnTo>
                    <a:pt x="414702" y="479032"/>
                  </a:lnTo>
                  <a:lnTo>
                    <a:pt x="414800" y="480385"/>
                  </a:lnTo>
                  <a:lnTo>
                    <a:pt x="414849" y="480686"/>
                  </a:lnTo>
                  <a:lnTo>
                    <a:pt x="414947" y="482239"/>
                  </a:lnTo>
                  <a:lnTo>
                    <a:pt x="414996" y="482590"/>
                  </a:lnTo>
                  <a:lnTo>
                    <a:pt x="415094" y="483943"/>
                  </a:lnTo>
                  <a:lnTo>
                    <a:pt x="415192" y="484845"/>
                  </a:lnTo>
                  <a:lnTo>
                    <a:pt x="415241" y="485547"/>
                  </a:lnTo>
                  <a:lnTo>
                    <a:pt x="415290" y="486599"/>
                  </a:lnTo>
                  <a:lnTo>
                    <a:pt x="415584" y="490207"/>
                  </a:lnTo>
                  <a:lnTo>
                    <a:pt x="415633" y="490508"/>
                  </a:lnTo>
                  <a:lnTo>
                    <a:pt x="415682" y="491360"/>
                  </a:lnTo>
                  <a:lnTo>
                    <a:pt x="415780" y="492262"/>
                  </a:lnTo>
                  <a:lnTo>
                    <a:pt x="415780" y="492562"/>
                  </a:lnTo>
                  <a:lnTo>
                    <a:pt x="415780" y="492713"/>
                  </a:lnTo>
                  <a:lnTo>
                    <a:pt x="415829" y="492913"/>
                  </a:lnTo>
                  <a:lnTo>
                    <a:pt x="415878" y="493264"/>
                  </a:lnTo>
                  <a:lnTo>
                    <a:pt x="416025" y="495519"/>
                  </a:lnTo>
                  <a:lnTo>
                    <a:pt x="416074" y="496020"/>
                  </a:lnTo>
                  <a:lnTo>
                    <a:pt x="416074" y="496171"/>
                  </a:lnTo>
                  <a:lnTo>
                    <a:pt x="416172" y="497123"/>
                  </a:lnTo>
                  <a:lnTo>
                    <a:pt x="416320" y="499177"/>
                  </a:lnTo>
                  <a:lnTo>
                    <a:pt x="416369" y="499929"/>
                  </a:lnTo>
                  <a:lnTo>
                    <a:pt x="416467" y="501132"/>
                  </a:lnTo>
                  <a:lnTo>
                    <a:pt x="416516" y="501633"/>
                  </a:lnTo>
                  <a:lnTo>
                    <a:pt x="416565" y="502084"/>
                  </a:lnTo>
                  <a:lnTo>
                    <a:pt x="416663" y="503387"/>
                  </a:lnTo>
                  <a:lnTo>
                    <a:pt x="416761" y="504790"/>
                  </a:lnTo>
                  <a:lnTo>
                    <a:pt x="416859" y="505742"/>
                  </a:lnTo>
                  <a:lnTo>
                    <a:pt x="416908" y="506394"/>
                  </a:lnTo>
                  <a:lnTo>
                    <a:pt x="416908" y="506744"/>
                  </a:lnTo>
                  <a:lnTo>
                    <a:pt x="417006" y="507446"/>
                  </a:lnTo>
                  <a:lnTo>
                    <a:pt x="417006" y="507596"/>
                  </a:lnTo>
                  <a:lnTo>
                    <a:pt x="417006" y="507747"/>
                  </a:lnTo>
                  <a:lnTo>
                    <a:pt x="417055" y="508348"/>
                  </a:lnTo>
                  <a:lnTo>
                    <a:pt x="417104" y="508799"/>
                  </a:lnTo>
                  <a:lnTo>
                    <a:pt x="417153" y="509300"/>
                  </a:lnTo>
                  <a:lnTo>
                    <a:pt x="417153" y="509851"/>
                  </a:lnTo>
                  <a:lnTo>
                    <a:pt x="417153" y="511154"/>
                  </a:lnTo>
                  <a:lnTo>
                    <a:pt x="417202" y="511555"/>
                  </a:lnTo>
                  <a:lnTo>
                    <a:pt x="416761" y="511706"/>
                  </a:lnTo>
                  <a:lnTo>
                    <a:pt x="414751" y="511756"/>
                  </a:lnTo>
                  <a:lnTo>
                    <a:pt x="414457" y="511806"/>
                  </a:lnTo>
                  <a:lnTo>
                    <a:pt x="413869" y="511806"/>
                  </a:lnTo>
                  <a:lnTo>
                    <a:pt x="412889" y="511956"/>
                  </a:lnTo>
                  <a:lnTo>
                    <a:pt x="412742" y="511956"/>
                  </a:lnTo>
                  <a:lnTo>
                    <a:pt x="411418" y="512157"/>
                  </a:lnTo>
                  <a:lnTo>
                    <a:pt x="411222" y="512157"/>
                  </a:lnTo>
                  <a:lnTo>
                    <a:pt x="410046" y="512107"/>
                  </a:lnTo>
                  <a:lnTo>
                    <a:pt x="409409" y="511856"/>
                  </a:lnTo>
                  <a:lnTo>
                    <a:pt x="409115" y="511806"/>
                  </a:lnTo>
                  <a:lnTo>
                    <a:pt x="408968" y="511756"/>
                  </a:lnTo>
                  <a:lnTo>
                    <a:pt x="408526" y="511605"/>
                  </a:lnTo>
                  <a:lnTo>
                    <a:pt x="407644" y="511355"/>
                  </a:lnTo>
                  <a:lnTo>
                    <a:pt x="406860" y="511054"/>
                  </a:lnTo>
                  <a:lnTo>
                    <a:pt x="406615" y="510954"/>
                  </a:lnTo>
                  <a:lnTo>
                    <a:pt x="405488" y="510403"/>
                  </a:lnTo>
                  <a:lnTo>
                    <a:pt x="405292" y="510302"/>
                  </a:lnTo>
                  <a:lnTo>
                    <a:pt x="404899" y="509851"/>
                  </a:lnTo>
                  <a:lnTo>
                    <a:pt x="404213" y="509150"/>
                  </a:lnTo>
                  <a:lnTo>
                    <a:pt x="404017" y="508749"/>
                  </a:lnTo>
                  <a:lnTo>
                    <a:pt x="403772" y="508248"/>
                  </a:lnTo>
                  <a:lnTo>
                    <a:pt x="403478" y="507897"/>
                  </a:lnTo>
                  <a:lnTo>
                    <a:pt x="403037" y="507296"/>
                  </a:lnTo>
                  <a:lnTo>
                    <a:pt x="402939" y="507145"/>
                  </a:lnTo>
                  <a:lnTo>
                    <a:pt x="402645" y="506644"/>
                  </a:lnTo>
                  <a:lnTo>
                    <a:pt x="402155" y="505692"/>
                  </a:lnTo>
                  <a:lnTo>
                    <a:pt x="401812" y="505041"/>
                  </a:lnTo>
                  <a:lnTo>
                    <a:pt x="401419" y="504590"/>
                  </a:lnTo>
                  <a:lnTo>
                    <a:pt x="401223" y="504389"/>
                  </a:lnTo>
                  <a:lnTo>
                    <a:pt x="400782" y="503838"/>
                  </a:lnTo>
                  <a:lnTo>
                    <a:pt x="400537" y="503437"/>
                  </a:lnTo>
                  <a:lnTo>
                    <a:pt x="400145" y="502785"/>
                  </a:lnTo>
                  <a:lnTo>
                    <a:pt x="400047" y="502535"/>
                  </a:lnTo>
                  <a:lnTo>
                    <a:pt x="399851" y="501984"/>
                  </a:lnTo>
                  <a:lnTo>
                    <a:pt x="399802" y="501833"/>
                  </a:lnTo>
                  <a:lnTo>
                    <a:pt x="399116" y="500581"/>
                  </a:lnTo>
                  <a:lnTo>
                    <a:pt x="398822" y="500330"/>
                  </a:lnTo>
                  <a:lnTo>
                    <a:pt x="398332" y="499829"/>
                  </a:lnTo>
                  <a:lnTo>
                    <a:pt x="397645" y="499227"/>
                  </a:lnTo>
                  <a:lnTo>
                    <a:pt x="397449" y="499127"/>
                  </a:lnTo>
                  <a:lnTo>
                    <a:pt x="397253" y="498977"/>
                  </a:lnTo>
                  <a:lnTo>
                    <a:pt x="397057" y="498827"/>
                  </a:lnTo>
                  <a:lnTo>
                    <a:pt x="396910" y="498726"/>
                  </a:lnTo>
                  <a:lnTo>
                    <a:pt x="396665" y="498426"/>
                  </a:lnTo>
                  <a:lnTo>
                    <a:pt x="396371" y="498125"/>
                  </a:lnTo>
                  <a:lnTo>
                    <a:pt x="395832" y="497423"/>
                  </a:lnTo>
                  <a:lnTo>
                    <a:pt x="395685" y="497273"/>
                  </a:lnTo>
                  <a:lnTo>
                    <a:pt x="395538" y="497123"/>
                  </a:lnTo>
                  <a:lnTo>
                    <a:pt x="395440" y="496972"/>
                  </a:lnTo>
                  <a:lnTo>
                    <a:pt x="395293" y="496822"/>
                  </a:lnTo>
                  <a:lnTo>
                    <a:pt x="395048" y="496672"/>
                  </a:lnTo>
                  <a:lnTo>
                    <a:pt x="394901" y="496571"/>
                  </a:lnTo>
                  <a:lnTo>
                    <a:pt x="394803" y="496371"/>
                  </a:lnTo>
                  <a:lnTo>
                    <a:pt x="394656" y="496271"/>
                  </a:lnTo>
                  <a:lnTo>
                    <a:pt x="394460" y="496171"/>
                  </a:lnTo>
                  <a:lnTo>
                    <a:pt x="394263" y="496070"/>
                  </a:lnTo>
                  <a:lnTo>
                    <a:pt x="394018" y="495970"/>
                  </a:lnTo>
                  <a:lnTo>
                    <a:pt x="393724" y="495870"/>
                  </a:lnTo>
                  <a:lnTo>
                    <a:pt x="393479" y="495820"/>
                  </a:lnTo>
                  <a:lnTo>
                    <a:pt x="393234" y="495770"/>
                  </a:lnTo>
                  <a:lnTo>
                    <a:pt x="392891" y="495720"/>
                  </a:lnTo>
                  <a:lnTo>
                    <a:pt x="392597" y="495619"/>
                  </a:lnTo>
                  <a:lnTo>
                    <a:pt x="392303" y="495619"/>
                  </a:lnTo>
                  <a:lnTo>
                    <a:pt x="391960" y="495569"/>
                  </a:lnTo>
                  <a:lnTo>
                    <a:pt x="391421" y="495619"/>
                  </a:lnTo>
                  <a:lnTo>
                    <a:pt x="391225" y="495669"/>
                  </a:lnTo>
                  <a:lnTo>
                    <a:pt x="390735" y="495820"/>
                  </a:lnTo>
                  <a:lnTo>
                    <a:pt x="390489" y="495920"/>
                  </a:lnTo>
                  <a:lnTo>
                    <a:pt x="390195" y="495970"/>
                  </a:lnTo>
                  <a:lnTo>
                    <a:pt x="389901" y="496020"/>
                  </a:lnTo>
                  <a:lnTo>
                    <a:pt x="389460" y="496020"/>
                  </a:lnTo>
                  <a:lnTo>
                    <a:pt x="389068" y="496070"/>
                  </a:lnTo>
                  <a:lnTo>
                    <a:pt x="388823" y="496070"/>
                  </a:lnTo>
                  <a:lnTo>
                    <a:pt x="388431" y="496070"/>
                  </a:lnTo>
                  <a:lnTo>
                    <a:pt x="388039" y="496120"/>
                  </a:lnTo>
                  <a:lnTo>
                    <a:pt x="387696" y="496120"/>
                  </a:lnTo>
                  <a:lnTo>
                    <a:pt x="387206" y="496171"/>
                  </a:lnTo>
                  <a:lnTo>
                    <a:pt x="386862" y="496221"/>
                  </a:lnTo>
                  <a:lnTo>
                    <a:pt x="386372" y="496271"/>
                  </a:lnTo>
                  <a:lnTo>
                    <a:pt x="385980" y="496271"/>
                  </a:lnTo>
                  <a:lnTo>
                    <a:pt x="385637" y="496321"/>
                  </a:lnTo>
                  <a:lnTo>
                    <a:pt x="385245" y="496371"/>
                  </a:lnTo>
                  <a:lnTo>
                    <a:pt x="384853" y="496421"/>
                  </a:lnTo>
                  <a:lnTo>
                    <a:pt x="384559" y="496471"/>
                  </a:lnTo>
                  <a:lnTo>
                    <a:pt x="384216" y="496571"/>
                  </a:lnTo>
                  <a:lnTo>
                    <a:pt x="383824" y="496672"/>
                  </a:lnTo>
                  <a:lnTo>
                    <a:pt x="383432" y="496772"/>
                  </a:lnTo>
                  <a:lnTo>
                    <a:pt x="383137" y="496872"/>
                  </a:lnTo>
                  <a:lnTo>
                    <a:pt x="382843" y="496922"/>
                  </a:lnTo>
                  <a:lnTo>
                    <a:pt x="382549" y="496972"/>
                  </a:lnTo>
                  <a:lnTo>
                    <a:pt x="382206" y="497073"/>
                  </a:lnTo>
                  <a:lnTo>
                    <a:pt x="381912" y="497123"/>
                  </a:lnTo>
                  <a:lnTo>
                    <a:pt x="381618" y="497173"/>
                  </a:lnTo>
                  <a:lnTo>
                    <a:pt x="381422" y="497223"/>
                  </a:lnTo>
                  <a:lnTo>
                    <a:pt x="381128" y="497273"/>
                  </a:lnTo>
                  <a:lnTo>
                    <a:pt x="380834" y="497373"/>
                  </a:lnTo>
                  <a:lnTo>
                    <a:pt x="380540" y="497473"/>
                  </a:lnTo>
                  <a:lnTo>
                    <a:pt x="380246" y="497524"/>
                  </a:lnTo>
                  <a:lnTo>
                    <a:pt x="380050" y="497624"/>
                  </a:lnTo>
                  <a:lnTo>
                    <a:pt x="379805" y="497724"/>
                  </a:lnTo>
                  <a:lnTo>
                    <a:pt x="379510" y="497774"/>
                  </a:lnTo>
                  <a:lnTo>
                    <a:pt x="379265" y="497824"/>
                  </a:lnTo>
                  <a:lnTo>
                    <a:pt x="378971" y="497874"/>
                  </a:lnTo>
                  <a:lnTo>
                    <a:pt x="378677" y="497975"/>
                  </a:lnTo>
                  <a:lnTo>
                    <a:pt x="378383" y="498125"/>
                  </a:lnTo>
                  <a:lnTo>
                    <a:pt x="378089" y="498225"/>
                  </a:lnTo>
                  <a:lnTo>
                    <a:pt x="377795" y="498426"/>
                  </a:lnTo>
                  <a:lnTo>
                    <a:pt x="377648" y="498476"/>
                  </a:lnTo>
                  <a:lnTo>
                    <a:pt x="377501" y="498576"/>
                  </a:lnTo>
                  <a:lnTo>
                    <a:pt x="377305" y="498676"/>
                  </a:lnTo>
                  <a:lnTo>
                    <a:pt x="376962" y="498877"/>
                  </a:lnTo>
                  <a:lnTo>
                    <a:pt x="376619" y="499127"/>
                  </a:lnTo>
                  <a:lnTo>
                    <a:pt x="376325" y="499278"/>
                  </a:lnTo>
                  <a:lnTo>
                    <a:pt x="376080" y="499428"/>
                  </a:lnTo>
                  <a:lnTo>
                    <a:pt x="375834" y="499578"/>
                  </a:lnTo>
                  <a:lnTo>
                    <a:pt x="375589" y="499678"/>
                  </a:lnTo>
                  <a:lnTo>
                    <a:pt x="375295" y="499829"/>
                  </a:lnTo>
                  <a:lnTo>
                    <a:pt x="375148" y="499979"/>
                  </a:lnTo>
                  <a:lnTo>
                    <a:pt x="374903" y="500129"/>
                  </a:lnTo>
                  <a:lnTo>
                    <a:pt x="374609" y="500230"/>
                  </a:lnTo>
                  <a:lnTo>
                    <a:pt x="374364" y="500330"/>
                  </a:lnTo>
                  <a:lnTo>
                    <a:pt x="374070" y="500480"/>
                  </a:lnTo>
                  <a:lnTo>
                    <a:pt x="373874" y="500581"/>
                  </a:lnTo>
                  <a:lnTo>
                    <a:pt x="373727" y="500631"/>
                  </a:lnTo>
                  <a:lnTo>
                    <a:pt x="373580" y="500681"/>
                  </a:lnTo>
                  <a:lnTo>
                    <a:pt x="373384" y="500781"/>
                  </a:lnTo>
                  <a:lnTo>
                    <a:pt x="373041" y="500931"/>
                  </a:lnTo>
                  <a:lnTo>
                    <a:pt x="372845" y="501032"/>
                  </a:lnTo>
                  <a:lnTo>
                    <a:pt x="372698" y="501132"/>
                  </a:lnTo>
                  <a:lnTo>
                    <a:pt x="372453" y="501182"/>
                  </a:lnTo>
                  <a:lnTo>
                    <a:pt x="372305" y="501232"/>
                  </a:lnTo>
                  <a:lnTo>
                    <a:pt x="372109" y="501332"/>
                  </a:lnTo>
                  <a:lnTo>
                    <a:pt x="371864" y="501432"/>
                  </a:lnTo>
                  <a:lnTo>
                    <a:pt x="371668" y="501533"/>
                  </a:lnTo>
                  <a:lnTo>
                    <a:pt x="371472" y="501533"/>
                  </a:lnTo>
                  <a:lnTo>
                    <a:pt x="371325" y="501583"/>
                  </a:lnTo>
                  <a:lnTo>
                    <a:pt x="371129" y="501633"/>
                  </a:lnTo>
                  <a:lnTo>
                    <a:pt x="370737" y="501683"/>
                  </a:lnTo>
                  <a:lnTo>
                    <a:pt x="370541" y="501733"/>
                  </a:lnTo>
                  <a:lnTo>
                    <a:pt x="370345" y="501733"/>
                  </a:lnTo>
                  <a:lnTo>
                    <a:pt x="370100" y="501883"/>
                  </a:lnTo>
                  <a:lnTo>
                    <a:pt x="369904" y="501883"/>
                  </a:lnTo>
                  <a:lnTo>
                    <a:pt x="369659" y="501883"/>
                  </a:lnTo>
                  <a:lnTo>
                    <a:pt x="369414" y="501883"/>
                  </a:lnTo>
                  <a:lnTo>
                    <a:pt x="369267" y="501833"/>
                  </a:lnTo>
                  <a:lnTo>
                    <a:pt x="369120" y="501783"/>
                  </a:lnTo>
                  <a:lnTo>
                    <a:pt x="368973" y="501783"/>
                  </a:lnTo>
                  <a:lnTo>
                    <a:pt x="368826" y="501733"/>
                  </a:lnTo>
                  <a:lnTo>
                    <a:pt x="368678" y="501683"/>
                  </a:lnTo>
                  <a:lnTo>
                    <a:pt x="368531" y="501683"/>
                  </a:lnTo>
                  <a:lnTo>
                    <a:pt x="368335" y="501683"/>
                  </a:lnTo>
                  <a:lnTo>
                    <a:pt x="368188" y="501633"/>
                  </a:lnTo>
                  <a:lnTo>
                    <a:pt x="368041" y="501583"/>
                  </a:lnTo>
                  <a:lnTo>
                    <a:pt x="367894" y="501533"/>
                  </a:lnTo>
                  <a:lnTo>
                    <a:pt x="367649" y="501483"/>
                  </a:lnTo>
                  <a:lnTo>
                    <a:pt x="367502" y="501432"/>
                  </a:lnTo>
                  <a:lnTo>
                    <a:pt x="367306" y="501382"/>
                  </a:lnTo>
                  <a:lnTo>
                    <a:pt x="367110" y="501332"/>
                  </a:lnTo>
                  <a:lnTo>
                    <a:pt x="366865" y="501282"/>
                  </a:lnTo>
                  <a:lnTo>
                    <a:pt x="366669" y="501232"/>
                  </a:lnTo>
                  <a:lnTo>
                    <a:pt x="366473" y="501182"/>
                  </a:lnTo>
                  <a:lnTo>
                    <a:pt x="366326" y="501132"/>
                  </a:lnTo>
                  <a:lnTo>
                    <a:pt x="366130" y="501132"/>
                  </a:lnTo>
                  <a:lnTo>
                    <a:pt x="365934" y="501132"/>
                  </a:lnTo>
                  <a:lnTo>
                    <a:pt x="365689" y="501032"/>
                  </a:lnTo>
                  <a:lnTo>
                    <a:pt x="365444" y="500981"/>
                  </a:lnTo>
                  <a:lnTo>
                    <a:pt x="365248" y="500931"/>
                  </a:lnTo>
                  <a:lnTo>
                    <a:pt x="365100" y="500881"/>
                  </a:lnTo>
                  <a:lnTo>
                    <a:pt x="364855" y="500831"/>
                  </a:lnTo>
                  <a:lnTo>
                    <a:pt x="364659" y="500781"/>
                  </a:lnTo>
                  <a:lnTo>
                    <a:pt x="364512" y="500731"/>
                  </a:lnTo>
                  <a:lnTo>
                    <a:pt x="364316" y="500681"/>
                  </a:lnTo>
                  <a:lnTo>
                    <a:pt x="364120" y="500631"/>
                  </a:lnTo>
                  <a:lnTo>
                    <a:pt x="363875" y="500581"/>
                  </a:lnTo>
                  <a:lnTo>
                    <a:pt x="363679" y="500480"/>
                  </a:lnTo>
                  <a:lnTo>
                    <a:pt x="363434" y="500430"/>
                  </a:lnTo>
                  <a:lnTo>
                    <a:pt x="363287" y="500380"/>
                  </a:lnTo>
                  <a:lnTo>
                    <a:pt x="363042" y="500330"/>
                  </a:lnTo>
                  <a:lnTo>
                    <a:pt x="362846" y="500280"/>
                  </a:lnTo>
                  <a:lnTo>
                    <a:pt x="362356" y="500129"/>
                  </a:lnTo>
                  <a:lnTo>
                    <a:pt x="362111" y="500079"/>
                  </a:lnTo>
                  <a:lnTo>
                    <a:pt x="361964" y="500079"/>
                  </a:lnTo>
                  <a:lnTo>
                    <a:pt x="361817" y="500029"/>
                  </a:lnTo>
                  <a:lnTo>
                    <a:pt x="361670" y="500029"/>
                  </a:lnTo>
                  <a:lnTo>
                    <a:pt x="361523" y="499979"/>
                  </a:lnTo>
                  <a:lnTo>
                    <a:pt x="361375" y="499979"/>
                  </a:lnTo>
                  <a:lnTo>
                    <a:pt x="361228" y="499929"/>
                  </a:lnTo>
                  <a:lnTo>
                    <a:pt x="361032" y="499879"/>
                  </a:lnTo>
                  <a:lnTo>
                    <a:pt x="360885" y="499779"/>
                  </a:lnTo>
                  <a:lnTo>
                    <a:pt x="360738" y="499729"/>
                  </a:lnTo>
                  <a:lnTo>
                    <a:pt x="360542" y="499678"/>
                  </a:lnTo>
                  <a:lnTo>
                    <a:pt x="360346" y="499578"/>
                  </a:lnTo>
                  <a:lnTo>
                    <a:pt x="360150" y="499528"/>
                  </a:lnTo>
                  <a:lnTo>
                    <a:pt x="360003" y="499478"/>
                  </a:lnTo>
                  <a:lnTo>
                    <a:pt x="359807" y="499428"/>
                  </a:lnTo>
                  <a:lnTo>
                    <a:pt x="359660" y="499428"/>
                  </a:lnTo>
                  <a:lnTo>
                    <a:pt x="359464" y="499378"/>
                  </a:lnTo>
                  <a:lnTo>
                    <a:pt x="359219" y="499378"/>
                  </a:lnTo>
                  <a:lnTo>
                    <a:pt x="358974" y="499378"/>
                  </a:lnTo>
                  <a:lnTo>
                    <a:pt x="358729" y="499378"/>
                  </a:lnTo>
                  <a:lnTo>
                    <a:pt x="358484" y="499378"/>
                  </a:lnTo>
                  <a:lnTo>
                    <a:pt x="358337" y="499328"/>
                  </a:lnTo>
                  <a:lnTo>
                    <a:pt x="357945" y="499328"/>
                  </a:lnTo>
                  <a:lnTo>
                    <a:pt x="357699" y="499328"/>
                  </a:lnTo>
                  <a:lnTo>
                    <a:pt x="357405" y="499278"/>
                  </a:lnTo>
                  <a:lnTo>
                    <a:pt x="357160" y="499278"/>
                  </a:lnTo>
                  <a:lnTo>
                    <a:pt x="356915" y="499328"/>
                  </a:lnTo>
                  <a:lnTo>
                    <a:pt x="356670" y="499378"/>
                  </a:lnTo>
                  <a:lnTo>
                    <a:pt x="356425" y="499378"/>
                  </a:lnTo>
                  <a:lnTo>
                    <a:pt x="356033" y="499378"/>
                  </a:lnTo>
                  <a:lnTo>
                    <a:pt x="355886" y="499428"/>
                  </a:lnTo>
                  <a:lnTo>
                    <a:pt x="355690" y="499478"/>
                  </a:lnTo>
                  <a:lnTo>
                    <a:pt x="355494" y="499528"/>
                  </a:lnTo>
                  <a:lnTo>
                    <a:pt x="355200" y="499628"/>
                  </a:lnTo>
                  <a:lnTo>
                    <a:pt x="354906" y="499628"/>
                  </a:lnTo>
                  <a:lnTo>
                    <a:pt x="354563" y="499678"/>
                  </a:lnTo>
                  <a:lnTo>
                    <a:pt x="354171" y="499678"/>
                  </a:lnTo>
                  <a:lnTo>
                    <a:pt x="353778" y="499729"/>
                  </a:lnTo>
                  <a:lnTo>
                    <a:pt x="353582" y="499729"/>
                  </a:lnTo>
                  <a:lnTo>
                    <a:pt x="353337" y="499729"/>
                  </a:lnTo>
                  <a:lnTo>
                    <a:pt x="353141" y="499779"/>
                  </a:lnTo>
                  <a:lnTo>
                    <a:pt x="352896" y="499829"/>
                  </a:lnTo>
                  <a:lnTo>
                    <a:pt x="352651" y="499879"/>
                  </a:lnTo>
                  <a:lnTo>
                    <a:pt x="352455" y="499879"/>
                  </a:lnTo>
                  <a:lnTo>
                    <a:pt x="352308" y="499929"/>
                  </a:lnTo>
                  <a:lnTo>
                    <a:pt x="352063" y="499929"/>
                  </a:lnTo>
                  <a:lnTo>
                    <a:pt x="351818" y="499929"/>
                  </a:lnTo>
                  <a:lnTo>
                    <a:pt x="351573" y="499929"/>
                  </a:lnTo>
                  <a:lnTo>
                    <a:pt x="351279" y="499929"/>
                  </a:lnTo>
                  <a:lnTo>
                    <a:pt x="350985" y="499979"/>
                  </a:lnTo>
                  <a:lnTo>
                    <a:pt x="350544" y="499929"/>
                  </a:lnTo>
                  <a:lnTo>
                    <a:pt x="350347" y="499929"/>
                  </a:lnTo>
                  <a:lnTo>
                    <a:pt x="350151" y="499879"/>
                  </a:lnTo>
                  <a:lnTo>
                    <a:pt x="350004" y="499879"/>
                  </a:lnTo>
                  <a:lnTo>
                    <a:pt x="349808" y="499779"/>
                  </a:lnTo>
                  <a:lnTo>
                    <a:pt x="349612" y="499729"/>
                  </a:lnTo>
                  <a:lnTo>
                    <a:pt x="349416" y="499628"/>
                  </a:lnTo>
                  <a:lnTo>
                    <a:pt x="349220" y="499578"/>
                  </a:lnTo>
                  <a:lnTo>
                    <a:pt x="348926" y="499528"/>
                  </a:lnTo>
                  <a:lnTo>
                    <a:pt x="348681" y="499428"/>
                  </a:lnTo>
                  <a:lnTo>
                    <a:pt x="348485" y="499328"/>
                  </a:lnTo>
                  <a:lnTo>
                    <a:pt x="348289" y="499177"/>
                  </a:lnTo>
                  <a:lnTo>
                    <a:pt x="348044" y="499127"/>
                  </a:lnTo>
                  <a:lnTo>
                    <a:pt x="347848" y="499027"/>
                  </a:lnTo>
                  <a:lnTo>
                    <a:pt x="347554" y="498927"/>
                  </a:lnTo>
                  <a:lnTo>
                    <a:pt x="347211" y="498827"/>
                  </a:lnTo>
                  <a:lnTo>
                    <a:pt x="346966" y="498726"/>
                  </a:lnTo>
                  <a:lnTo>
                    <a:pt x="346769" y="498626"/>
                  </a:lnTo>
                  <a:lnTo>
                    <a:pt x="346573" y="498576"/>
                  </a:lnTo>
                  <a:lnTo>
                    <a:pt x="346377" y="498576"/>
                  </a:lnTo>
                  <a:lnTo>
                    <a:pt x="346230" y="498576"/>
                  </a:lnTo>
                  <a:lnTo>
                    <a:pt x="346083" y="498476"/>
                  </a:lnTo>
                  <a:lnTo>
                    <a:pt x="345887" y="498476"/>
                  </a:lnTo>
                  <a:lnTo>
                    <a:pt x="345691" y="498426"/>
                  </a:lnTo>
                  <a:lnTo>
                    <a:pt x="345544" y="498426"/>
                  </a:lnTo>
                  <a:lnTo>
                    <a:pt x="345299" y="498325"/>
                  </a:lnTo>
                  <a:lnTo>
                    <a:pt x="345103" y="498325"/>
                  </a:lnTo>
                  <a:lnTo>
                    <a:pt x="344809" y="498275"/>
                  </a:lnTo>
                  <a:lnTo>
                    <a:pt x="344515" y="498225"/>
                  </a:lnTo>
                  <a:lnTo>
                    <a:pt x="344221" y="498175"/>
                  </a:lnTo>
                  <a:lnTo>
                    <a:pt x="343927" y="498075"/>
                  </a:lnTo>
                  <a:lnTo>
                    <a:pt x="343633" y="498025"/>
                  </a:lnTo>
                  <a:lnTo>
                    <a:pt x="343388" y="497975"/>
                  </a:lnTo>
                  <a:lnTo>
                    <a:pt x="343093" y="497774"/>
                  </a:lnTo>
                  <a:lnTo>
                    <a:pt x="342652" y="497574"/>
                  </a:lnTo>
                  <a:lnTo>
                    <a:pt x="342309" y="497473"/>
                  </a:lnTo>
                  <a:lnTo>
                    <a:pt x="342162" y="497423"/>
                  </a:lnTo>
                  <a:lnTo>
                    <a:pt x="341966" y="497423"/>
                  </a:lnTo>
                  <a:lnTo>
                    <a:pt x="341672" y="497323"/>
                  </a:lnTo>
                  <a:lnTo>
                    <a:pt x="341329" y="497223"/>
                  </a:lnTo>
                  <a:lnTo>
                    <a:pt x="340986" y="497123"/>
                  </a:lnTo>
                  <a:lnTo>
                    <a:pt x="340692" y="497022"/>
                  </a:lnTo>
                  <a:lnTo>
                    <a:pt x="340398" y="496922"/>
                  </a:lnTo>
                  <a:lnTo>
                    <a:pt x="340055" y="496822"/>
                  </a:lnTo>
                  <a:lnTo>
                    <a:pt x="339712" y="496772"/>
                  </a:lnTo>
                  <a:lnTo>
                    <a:pt x="339417" y="496772"/>
                  </a:lnTo>
                  <a:lnTo>
                    <a:pt x="339123" y="496822"/>
                  </a:lnTo>
                  <a:lnTo>
                    <a:pt x="338927" y="496822"/>
                  </a:lnTo>
                  <a:lnTo>
                    <a:pt x="338633" y="496772"/>
                  </a:lnTo>
                  <a:lnTo>
                    <a:pt x="338339" y="496722"/>
                  </a:lnTo>
                  <a:lnTo>
                    <a:pt x="337996" y="496672"/>
                  </a:lnTo>
                  <a:lnTo>
                    <a:pt x="337751" y="496672"/>
                  </a:lnTo>
                  <a:lnTo>
                    <a:pt x="337163" y="496622"/>
                  </a:lnTo>
                  <a:lnTo>
                    <a:pt x="336918" y="496622"/>
                  </a:lnTo>
                  <a:lnTo>
                    <a:pt x="336477" y="496571"/>
                  </a:lnTo>
                  <a:lnTo>
                    <a:pt x="336036" y="496521"/>
                  </a:lnTo>
                  <a:lnTo>
                    <a:pt x="335594" y="496371"/>
                  </a:lnTo>
                  <a:lnTo>
                    <a:pt x="335251" y="496271"/>
                  </a:lnTo>
                  <a:lnTo>
                    <a:pt x="334957" y="496120"/>
                  </a:lnTo>
                  <a:lnTo>
                    <a:pt x="334565" y="495970"/>
                  </a:lnTo>
                  <a:lnTo>
                    <a:pt x="334173" y="495820"/>
                  </a:lnTo>
                  <a:lnTo>
                    <a:pt x="333732" y="495720"/>
                  </a:lnTo>
                  <a:lnTo>
                    <a:pt x="333438" y="495619"/>
                  </a:lnTo>
                  <a:lnTo>
                    <a:pt x="333095" y="495519"/>
                  </a:lnTo>
                  <a:lnTo>
                    <a:pt x="332850" y="495419"/>
                  </a:lnTo>
                  <a:lnTo>
                    <a:pt x="332556" y="495419"/>
                  </a:lnTo>
                  <a:lnTo>
                    <a:pt x="332212" y="495319"/>
                  </a:lnTo>
                  <a:lnTo>
                    <a:pt x="331771" y="495218"/>
                  </a:lnTo>
                  <a:lnTo>
                    <a:pt x="331477" y="495218"/>
                  </a:lnTo>
                  <a:lnTo>
                    <a:pt x="331085" y="495168"/>
                  </a:lnTo>
                  <a:lnTo>
                    <a:pt x="330644" y="495068"/>
                  </a:lnTo>
                  <a:lnTo>
                    <a:pt x="330203" y="494918"/>
                  </a:lnTo>
                  <a:lnTo>
                    <a:pt x="330056" y="494868"/>
                  </a:lnTo>
                  <a:lnTo>
                    <a:pt x="329615" y="494717"/>
                  </a:lnTo>
                  <a:lnTo>
                    <a:pt x="329223" y="494617"/>
                  </a:lnTo>
                  <a:lnTo>
                    <a:pt x="328733" y="494517"/>
                  </a:lnTo>
                  <a:lnTo>
                    <a:pt x="328487" y="494417"/>
                  </a:lnTo>
                  <a:lnTo>
                    <a:pt x="328242" y="494316"/>
                  </a:lnTo>
                  <a:lnTo>
                    <a:pt x="327752" y="494116"/>
                  </a:lnTo>
                  <a:lnTo>
                    <a:pt x="327311" y="494016"/>
                  </a:lnTo>
                  <a:lnTo>
                    <a:pt x="327017" y="493966"/>
                  </a:lnTo>
                  <a:lnTo>
                    <a:pt x="326625" y="493915"/>
                  </a:lnTo>
                  <a:lnTo>
                    <a:pt x="326380" y="493915"/>
                  </a:lnTo>
                  <a:lnTo>
                    <a:pt x="326233" y="493915"/>
                  </a:lnTo>
                  <a:lnTo>
                    <a:pt x="325890" y="493865"/>
                  </a:lnTo>
                  <a:lnTo>
                    <a:pt x="325596" y="493765"/>
                  </a:lnTo>
                  <a:lnTo>
                    <a:pt x="325253" y="493715"/>
                  </a:lnTo>
                  <a:lnTo>
                    <a:pt x="324811" y="493665"/>
                  </a:lnTo>
                  <a:lnTo>
                    <a:pt x="324468" y="493615"/>
                  </a:lnTo>
                  <a:lnTo>
                    <a:pt x="324125" y="493565"/>
                  </a:lnTo>
                  <a:lnTo>
                    <a:pt x="323684" y="493464"/>
                  </a:lnTo>
                  <a:lnTo>
                    <a:pt x="323243" y="493364"/>
                  </a:lnTo>
                  <a:lnTo>
                    <a:pt x="322998" y="493314"/>
                  </a:lnTo>
                  <a:lnTo>
                    <a:pt x="322557" y="493214"/>
                  </a:lnTo>
                  <a:lnTo>
                    <a:pt x="322018" y="493214"/>
                  </a:lnTo>
                  <a:lnTo>
                    <a:pt x="321675" y="493164"/>
                  </a:lnTo>
                  <a:lnTo>
                    <a:pt x="321528" y="493164"/>
                  </a:lnTo>
                  <a:lnTo>
                    <a:pt x="321037" y="493164"/>
                  </a:lnTo>
                  <a:lnTo>
                    <a:pt x="320694" y="493114"/>
                  </a:lnTo>
                  <a:lnTo>
                    <a:pt x="320057" y="493064"/>
                  </a:lnTo>
                  <a:lnTo>
                    <a:pt x="319567" y="493064"/>
                  </a:lnTo>
                  <a:lnTo>
                    <a:pt x="318979" y="493013"/>
                  </a:lnTo>
                  <a:lnTo>
                    <a:pt x="318391" y="492863"/>
                  </a:lnTo>
                  <a:lnTo>
                    <a:pt x="317901" y="492863"/>
                  </a:lnTo>
                  <a:lnTo>
                    <a:pt x="317214" y="492813"/>
                  </a:lnTo>
                  <a:lnTo>
                    <a:pt x="316969" y="492813"/>
                  </a:lnTo>
                  <a:lnTo>
                    <a:pt x="316773" y="492813"/>
                  </a:lnTo>
                  <a:lnTo>
                    <a:pt x="315989" y="492713"/>
                  </a:lnTo>
                  <a:lnTo>
                    <a:pt x="314911" y="492613"/>
                  </a:lnTo>
                  <a:lnTo>
                    <a:pt x="314029" y="492512"/>
                  </a:lnTo>
                  <a:lnTo>
                    <a:pt x="313440" y="492462"/>
                  </a:lnTo>
                  <a:lnTo>
                    <a:pt x="313195" y="492462"/>
                  </a:lnTo>
                  <a:lnTo>
                    <a:pt x="312901" y="492412"/>
                  </a:lnTo>
                  <a:lnTo>
                    <a:pt x="312411" y="492362"/>
                  </a:lnTo>
                  <a:lnTo>
                    <a:pt x="312019" y="492362"/>
                  </a:lnTo>
                  <a:lnTo>
                    <a:pt x="311774" y="492312"/>
                  </a:lnTo>
                  <a:lnTo>
                    <a:pt x="311627" y="492312"/>
                  </a:lnTo>
                  <a:lnTo>
                    <a:pt x="311137" y="492312"/>
                  </a:lnTo>
                  <a:lnTo>
                    <a:pt x="310941" y="492312"/>
                  </a:lnTo>
                  <a:lnTo>
                    <a:pt x="310598" y="492312"/>
                  </a:lnTo>
                  <a:lnTo>
                    <a:pt x="310156" y="492312"/>
                  </a:lnTo>
                  <a:lnTo>
                    <a:pt x="309617" y="492262"/>
                  </a:lnTo>
                  <a:lnTo>
                    <a:pt x="308882" y="492212"/>
                  </a:lnTo>
                  <a:lnTo>
                    <a:pt x="308637" y="492212"/>
                  </a:lnTo>
                  <a:lnTo>
                    <a:pt x="307412" y="492011"/>
                  </a:lnTo>
                  <a:lnTo>
                    <a:pt x="307216" y="491961"/>
                  </a:lnTo>
                  <a:lnTo>
                    <a:pt x="305598" y="491660"/>
                  </a:lnTo>
                  <a:lnTo>
                    <a:pt x="304471" y="491460"/>
                  </a:lnTo>
                  <a:lnTo>
                    <a:pt x="303540" y="491310"/>
                  </a:lnTo>
                  <a:lnTo>
                    <a:pt x="303246" y="491310"/>
                  </a:lnTo>
                  <a:lnTo>
                    <a:pt x="303099" y="491259"/>
                  </a:lnTo>
                  <a:lnTo>
                    <a:pt x="302363" y="491209"/>
                  </a:lnTo>
                  <a:lnTo>
                    <a:pt x="301285" y="491209"/>
                  </a:lnTo>
                  <a:lnTo>
                    <a:pt x="300011" y="491209"/>
                  </a:lnTo>
                  <a:lnTo>
                    <a:pt x="299079" y="491259"/>
                  </a:lnTo>
                  <a:lnTo>
                    <a:pt x="298001" y="491209"/>
                  </a:lnTo>
                  <a:lnTo>
                    <a:pt x="297119" y="491209"/>
                  </a:lnTo>
                  <a:lnTo>
                    <a:pt x="296139" y="491159"/>
                  </a:lnTo>
                  <a:lnTo>
                    <a:pt x="295109" y="491059"/>
                  </a:lnTo>
                  <a:lnTo>
                    <a:pt x="294227" y="490909"/>
                  </a:lnTo>
                  <a:lnTo>
                    <a:pt x="293443" y="490758"/>
                  </a:lnTo>
                  <a:lnTo>
                    <a:pt x="292512" y="490357"/>
                  </a:lnTo>
                  <a:lnTo>
                    <a:pt x="291825" y="490107"/>
                  </a:lnTo>
                  <a:lnTo>
                    <a:pt x="291188" y="489856"/>
                  </a:lnTo>
                  <a:lnTo>
                    <a:pt x="290453" y="489556"/>
                  </a:lnTo>
                  <a:lnTo>
                    <a:pt x="289522" y="489255"/>
                  </a:lnTo>
                  <a:lnTo>
                    <a:pt x="288738" y="489004"/>
                  </a:lnTo>
                  <a:lnTo>
                    <a:pt x="287806" y="488754"/>
                  </a:lnTo>
                  <a:lnTo>
                    <a:pt x="287659" y="488704"/>
                  </a:lnTo>
                  <a:lnTo>
                    <a:pt x="286826" y="488654"/>
                  </a:lnTo>
                  <a:lnTo>
                    <a:pt x="286042" y="488754"/>
                  </a:lnTo>
                  <a:lnTo>
                    <a:pt x="285895" y="488804"/>
                  </a:lnTo>
                  <a:lnTo>
                    <a:pt x="285307" y="488904"/>
                  </a:lnTo>
                  <a:lnTo>
                    <a:pt x="284473" y="489054"/>
                  </a:lnTo>
                  <a:lnTo>
                    <a:pt x="284277" y="489155"/>
                  </a:lnTo>
                  <a:lnTo>
                    <a:pt x="283787" y="489255"/>
                  </a:lnTo>
                  <a:lnTo>
                    <a:pt x="283248" y="489255"/>
                  </a:lnTo>
                  <a:lnTo>
                    <a:pt x="282709" y="489155"/>
                  </a:lnTo>
                  <a:lnTo>
                    <a:pt x="281876" y="489004"/>
                  </a:lnTo>
                  <a:lnTo>
                    <a:pt x="281141" y="489004"/>
                  </a:lnTo>
                  <a:lnTo>
                    <a:pt x="280503" y="488954"/>
                  </a:lnTo>
                  <a:lnTo>
                    <a:pt x="279033" y="489004"/>
                  </a:lnTo>
                  <a:lnTo>
                    <a:pt x="277759" y="489054"/>
                  </a:lnTo>
                  <a:lnTo>
                    <a:pt x="276484" y="489105"/>
                  </a:lnTo>
                  <a:lnTo>
                    <a:pt x="275112" y="489305"/>
                  </a:lnTo>
                  <a:lnTo>
                    <a:pt x="273788" y="489505"/>
                  </a:lnTo>
                  <a:lnTo>
                    <a:pt x="273004" y="489706"/>
                  </a:lnTo>
                  <a:lnTo>
                    <a:pt x="272612" y="489756"/>
                  </a:lnTo>
                  <a:lnTo>
                    <a:pt x="271583" y="490007"/>
                  </a:lnTo>
                  <a:lnTo>
                    <a:pt x="270946" y="490157"/>
                  </a:lnTo>
                  <a:lnTo>
                    <a:pt x="269426" y="490558"/>
                  </a:lnTo>
                  <a:lnTo>
                    <a:pt x="268348" y="490808"/>
                  </a:lnTo>
                  <a:lnTo>
                    <a:pt x="267368" y="490959"/>
                  </a:lnTo>
                  <a:lnTo>
                    <a:pt x="266829" y="491009"/>
                  </a:lnTo>
                  <a:lnTo>
                    <a:pt x="266485" y="491059"/>
                  </a:lnTo>
                  <a:lnTo>
                    <a:pt x="265603" y="491159"/>
                  </a:lnTo>
                  <a:lnTo>
                    <a:pt x="263692" y="491209"/>
                  </a:lnTo>
                  <a:lnTo>
                    <a:pt x="262074" y="491310"/>
                  </a:lnTo>
                  <a:lnTo>
                    <a:pt x="261927" y="491360"/>
                  </a:lnTo>
                  <a:lnTo>
                    <a:pt x="261143" y="491460"/>
                  </a:lnTo>
                  <a:lnTo>
                    <a:pt x="260261" y="491560"/>
                  </a:lnTo>
                  <a:lnTo>
                    <a:pt x="258496" y="491761"/>
                  </a:lnTo>
                  <a:lnTo>
                    <a:pt x="258202" y="491811"/>
                  </a:lnTo>
                  <a:lnTo>
                    <a:pt x="257173" y="492011"/>
                  </a:lnTo>
                  <a:lnTo>
                    <a:pt x="255654" y="492312"/>
                  </a:lnTo>
                  <a:lnTo>
                    <a:pt x="254183" y="492562"/>
                  </a:lnTo>
                  <a:lnTo>
                    <a:pt x="252076" y="493114"/>
                  </a:lnTo>
                  <a:lnTo>
                    <a:pt x="251781" y="493164"/>
                  </a:lnTo>
                  <a:lnTo>
                    <a:pt x="250948" y="493414"/>
                  </a:lnTo>
                  <a:lnTo>
                    <a:pt x="250360" y="493615"/>
                  </a:lnTo>
                  <a:lnTo>
                    <a:pt x="249919" y="493715"/>
                  </a:lnTo>
                  <a:lnTo>
                    <a:pt x="248154" y="494366"/>
                  </a:lnTo>
                  <a:lnTo>
                    <a:pt x="248007" y="494417"/>
                  </a:lnTo>
                  <a:lnTo>
                    <a:pt x="247664" y="494417"/>
                  </a:lnTo>
                  <a:lnTo>
                    <a:pt x="246733" y="494567"/>
                  </a:lnTo>
                  <a:lnTo>
                    <a:pt x="244527" y="494817"/>
                  </a:lnTo>
                  <a:lnTo>
                    <a:pt x="244086" y="494868"/>
                  </a:lnTo>
                  <a:lnTo>
                    <a:pt x="242469" y="494817"/>
                  </a:lnTo>
                  <a:lnTo>
                    <a:pt x="241930" y="494817"/>
                  </a:lnTo>
                  <a:lnTo>
                    <a:pt x="240606" y="494918"/>
                  </a:lnTo>
                  <a:lnTo>
                    <a:pt x="240165" y="494968"/>
                  </a:lnTo>
                  <a:lnTo>
                    <a:pt x="239087" y="495068"/>
                  </a:lnTo>
                  <a:lnTo>
                    <a:pt x="236538" y="495820"/>
                  </a:lnTo>
                  <a:lnTo>
                    <a:pt x="234431" y="496421"/>
                  </a:lnTo>
                  <a:lnTo>
                    <a:pt x="233646" y="496722"/>
                  </a:lnTo>
                  <a:lnTo>
                    <a:pt x="232470" y="496972"/>
                  </a:lnTo>
                  <a:lnTo>
                    <a:pt x="230706" y="497373"/>
                  </a:lnTo>
                  <a:lnTo>
                    <a:pt x="230118" y="497524"/>
                  </a:lnTo>
                  <a:lnTo>
                    <a:pt x="228255" y="497975"/>
                  </a:lnTo>
                  <a:lnTo>
                    <a:pt x="226393" y="498225"/>
                  </a:lnTo>
                  <a:lnTo>
                    <a:pt x="224824" y="498476"/>
                  </a:lnTo>
                  <a:lnTo>
                    <a:pt x="223844" y="498726"/>
                  </a:lnTo>
                  <a:lnTo>
                    <a:pt x="223305" y="498877"/>
                  </a:lnTo>
                  <a:lnTo>
                    <a:pt x="218893" y="499829"/>
                  </a:lnTo>
                  <a:lnTo>
                    <a:pt x="210512" y="501783"/>
                  </a:lnTo>
                  <a:lnTo>
                    <a:pt x="205709" y="502886"/>
                  </a:lnTo>
                  <a:lnTo>
                    <a:pt x="201347" y="503738"/>
                  </a:lnTo>
                  <a:lnTo>
                    <a:pt x="198455" y="503988"/>
                  </a:lnTo>
                  <a:lnTo>
                    <a:pt x="196837" y="504389"/>
                  </a:lnTo>
                  <a:lnTo>
                    <a:pt x="195857" y="504640"/>
                  </a:lnTo>
                  <a:lnTo>
                    <a:pt x="194828" y="504890"/>
                  </a:lnTo>
                  <a:lnTo>
                    <a:pt x="190515" y="505742"/>
                  </a:lnTo>
                  <a:lnTo>
                    <a:pt x="186643" y="506544"/>
                  </a:lnTo>
                  <a:lnTo>
                    <a:pt x="186447" y="506594"/>
                  </a:lnTo>
                  <a:lnTo>
                    <a:pt x="185172" y="506845"/>
                  </a:lnTo>
                  <a:lnTo>
                    <a:pt x="184927" y="506895"/>
                  </a:lnTo>
                  <a:lnTo>
                    <a:pt x="180026" y="507997"/>
                  </a:lnTo>
                  <a:lnTo>
                    <a:pt x="175860" y="508649"/>
                  </a:lnTo>
                  <a:lnTo>
                    <a:pt x="175173" y="508749"/>
                  </a:lnTo>
                  <a:lnTo>
                    <a:pt x="173360" y="509200"/>
                  </a:lnTo>
                  <a:lnTo>
                    <a:pt x="172723" y="509350"/>
                  </a:lnTo>
                  <a:lnTo>
                    <a:pt x="172380" y="509400"/>
                  </a:lnTo>
                  <a:lnTo>
                    <a:pt x="172086" y="509451"/>
                  </a:lnTo>
                  <a:lnTo>
                    <a:pt x="156499" y="512056"/>
                  </a:lnTo>
                  <a:lnTo>
                    <a:pt x="155862" y="507997"/>
                  </a:lnTo>
                  <a:lnTo>
                    <a:pt x="155029" y="501232"/>
                  </a:lnTo>
                  <a:lnTo>
                    <a:pt x="154882" y="499578"/>
                  </a:lnTo>
                  <a:lnTo>
                    <a:pt x="154049" y="499127"/>
                  </a:lnTo>
                  <a:lnTo>
                    <a:pt x="152872" y="498175"/>
                  </a:lnTo>
                  <a:lnTo>
                    <a:pt x="151402" y="496421"/>
                  </a:lnTo>
                  <a:lnTo>
                    <a:pt x="152529" y="495720"/>
                  </a:lnTo>
                  <a:lnTo>
                    <a:pt x="153608" y="494667"/>
                  </a:lnTo>
                  <a:lnTo>
                    <a:pt x="154441" y="493665"/>
                  </a:lnTo>
                  <a:lnTo>
                    <a:pt x="156107" y="490157"/>
                  </a:lnTo>
                  <a:lnTo>
                    <a:pt x="158264" y="485446"/>
                  </a:lnTo>
                  <a:lnTo>
                    <a:pt x="162577" y="476626"/>
                  </a:lnTo>
                  <a:lnTo>
                    <a:pt x="166792" y="467907"/>
                  </a:lnTo>
                  <a:lnTo>
                    <a:pt x="167233" y="466955"/>
                  </a:lnTo>
                  <a:lnTo>
                    <a:pt x="169243" y="467155"/>
                  </a:lnTo>
                  <a:lnTo>
                    <a:pt x="171694" y="461192"/>
                  </a:lnTo>
                  <a:lnTo>
                    <a:pt x="172772" y="458536"/>
                  </a:lnTo>
                  <a:lnTo>
                    <a:pt x="173164" y="457533"/>
                  </a:lnTo>
                  <a:lnTo>
                    <a:pt x="175419" y="452271"/>
                  </a:lnTo>
                  <a:lnTo>
                    <a:pt x="175909" y="451470"/>
                  </a:lnTo>
                  <a:lnTo>
                    <a:pt x="178359" y="446659"/>
                  </a:lnTo>
                  <a:lnTo>
                    <a:pt x="178457" y="446358"/>
                  </a:lnTo>
                  <a:lnTo>
                    <a:pt x="181790" y="439492"/>
                  </a:lnTo>
                  <a:lnTo>
                    <a:pt x="183996" y="435083"/>
                  </a:lnTo>
                  <a:lnTo>
                    <a:pt x="185074" y="432777"/>
                  </a:lnTo>
                  <a:lnTo>
                    <a:pt x="185368" y="431825"/>
                  </a:lnTo>
                  <a:lnTo>
                    <a:pt x="182624" y="430472"/>
                  </a:lnTo>
                  <a:lnTo>
                    <a:pt x="182035" y="430272"/>
                  </a:lnTo>
                  <a:lnTo>
                    <a:pt x="182280" y="429821"/>
                  </a:lnTo>
                  <a:lnTo>
                    <a:pt x="183114" y="428217"/>
                  </a:lnTo>
                  <a:lnTo>
                    <a:pt x="184192" y="426112"/>
                  </a:lnTo>
                  <a:lnTo>
                    <a:pt x="184535" y="425511"/>
                  </a:lnTo>
                  <a:lnTo>
                    <a:pt x="185858" y="422654"/>
                  </a:lnTo>
                  <a:lnTo>
                    <a:pt x="186054" y="422203"/>
                  </a:lnTo>
                  <a:lnTo>
                    <a:pt x="186545" y="421452"/>
                  </a:lnTo>
                  <a:lnTo>
                    <a:pt x="186839" y="420900"/>
                  </a:lnTo>
                  <a:lnTo>
                    <a:pt x="187133" y="420399"/>
                  </a:lnTo>
                  <a:lnTo>
                    <a:pt x="187231" y="420199"/>
                  </a:lnTo>
                  <a:lnTo>
                    <a:pt x="187329" y="419998"/>
                  </a:lnTo>
                  <a:lnTo>
                    <a:pt x="187427" y="419297"/>
                  </a:lnTo>
                  <a:lnTo>
                    <a:pt x="187574" y="418445"/>
                  </a:lnTo>
                  <a:lnTo>
                    <a:pt x="187721" y="417743"/>
                  </a:lnTo>
                  <a:lnTo>
                    <a:pt x="187917" y="417242"/>
                  </a:lnTo>
                  <a:lnTo>
                    <a:pt x="188064" y="416841"/>
                  </a:lnTo>
                  <a:lnTo>
                    <a:pt x="188358" y="416240"/>
                  </a:lnTo>
                  <a:lnTo>
                    <a:pt x="188603" y="415739"/>
                  </a:lnTo>
                  <a:lnTo>
                    <a:pt x="188995" y="415037"/>
                  </a:lnTo>
                  <a:lnTo>
                    <a:pt x="189338" y="414887"/>
                  </a:lnTo>
                  <a:lnTo>
                    <a:pt x="189534" y="414536"/>
                  </a:lnTo>
                  <a:lnTo>
                    <a:pt x="182280" y="410828"/>
                  </a:lnTo>
                  <a:lnTo>
                    <a:pt x="180418" y="409024"/>
                  </a:lnTo>
                  <a:lnTo>
                    <a:pt x="179095" y="407370"/>
                  </a:lnTo>
                  <a:lnTo>
                    <a:pt x="175321" y="401607"/>
                  </a:lnTo>
                  <a:lnTo>
                    <a:pt x="164292" y="384268"/>
                  </a:lnTo>
                  <a:lnTo>
                    <a:pt x="153657" y="367780"/>
                  </a:lnTo>
                  <a:lnTo>
                    <a:pt x="149147" y="358610"/>
                  </a:lnTo>
                  <a:lnTo>
                    <a:pt x="144883" y="349639"/>
                  </a:lnTo>
                  <a:lnTo>
                    <a:pt x="139884" y="339015"/>
                  </a:lnTo>
                  <a:lnTo>
                    <a:pt x="139492" y="338214"/>
                  </a:lnTo>
                  <a:lnTo>
                    <a:pt x="139394" y="337963"/>
                  </a:lnTo>
                  <a:lnTo>
                    <a:pt x="138560" y="336259"/>
                  </a:lnTo>
                  <a:lnTo>
                    <a:pt x="138315" y="335658"/>
                  </a:lnTo>
                  <a:lnTo>
                    <a:pt x="137825" y="334706"/>
                  </a:lnTo>
                  <a:lnTo>
                    <a:pt x="137433" y="333854"/>
                  </a:lnTo>
                  <a:lnTo>
                    <a:pt x="135963" y="330697"/>
                  </a:lnTo>
                  <a:lnTo>
                    <a:pt x="135080" y="328792"/>
                  </a:lnTo>
                  <a:lnTo>
                    <a:pt x="132042" y="330246"/>
                  </a:lnTo>
                  <a:lnTo>
                    <a:pt x="129689" y="324984"/>
                  </a:lnTo>
                  <a:lnTo>
                    <a:pt x="129003" y="325134"/>
                  </a:lnTo>
                  <a:lnTo>
                    <a:pt x="123317" y="322278"/>
                  </a:lnTo>
                  <a:lnTo>
                    <a:pt x="123807" y="321326"/>
                  </a:lnTo>
                  <a:lnTo>
                    <a:pt x="121798" y="320273"/>
                  </a:lnTo>
                  <a:lnTo>
                    <a:pt x="111113" y="325084"/>
                  </a:lnTo>
                  <a:lnTo>
                    <a:pt x="94154" y="333754"/>
                  </a:lnTo>
                  <a:lnTo>
                    <a:pt x="93125" y="331448"/>
                  </a:lnTo>
                  <a:lnTo>
                    <a:pt x="77539" y="301080"/>
                  </a:lnTo>
                  <a:lnTo>
                    <a:pt x="76951" y="301631"/>
                  </a:lnTo>
                  <a:lnTo>
                    <a:pt x="76656" y="301932"/>
                  </a:lnTo>
                  <a:lnTo>
                    <a:pt x="76313" y="301731"/>
                  </a:lnTo>
                  <a:lnTo>
                    <a:pt x="75921" y="301581"/>
                  </a:lnTo>
                  <a:lnTo>
                    <a:pt x="75431" y="301380"/>
                  </a:lnTo>
                  <a:lnTo>
                    <a:pt x="69501" y="298975"/>
                  </a:lnTo>
                  <a:lnTo>
                    <a:pt x="68128" y="298424"/>
                  </a:lnTo>
                  <a:lnTo>
                    <a:pt x="67050" y="297973"/>
                  </a:lnTo>
                  <a:lnTo>
                    <a:pt x="66413" y="297722"/>
                  </a:lnTo>
                  <a:lnTo>
                    <a:pt x="66266" y="297672"/>
                  </a:lnTo>
                  <a:lnTo>
                    <a:pt x="65334" y="297271"/>
                  </a:lnTo>
                  <a:lnTo>
                    <a:pt x="62001" y="295918"/>
                  </a:lnTo>
                  <a:lnTo>
                    <a:pt x="61658" y="295818"/>
                  </a:lnTo>
                  <a:lnTo>
                    <a:pt x="60041" y="295217"/>
                  </a:lnTo>
                  <a:lnTo>
                    <a:pt x="59894" y="295166"/>
                  </a:lnTo>
                  <a:lnTo>
                    <a:pt x="59551" y="295016"/>
                  </a:lnTo>
                  <a:lnTo>
                    <a:pt x="57688" y="293914"/>
                  </a:lnTo>
                  <a:lnTo>
                    <a:pt x="56561" y="293262"/>
                  </a:lnTo>
                  <a:lnTo>
                    <a:pt x="55483" y="292711"/>
                  </a:lnTo>
                  <a:lnTo>
                    <a:pt x="55189" y="291709"/>
                  </a:lnTo>
                  <a:lnTo>
                    <a:pt x="55091" y="291508"/>
                  </a:lnTo>
                  <a:lnTo>
                    <a:pt x="54895" y="290857"/>
                  </a:lnTo>
                  <a:lnTo>
                    <a:pt x="54698" y="290456"/>
                  </a:lnTo>
                  <a:lnTo>
                    <a:pt x="54355" y="290055"/>
                  </a:lnTo>
                  <a:lnTo>
                    <a:pt x="52591" y="290756"/>
                  </a:lnTo>
                  <a:lnTo>
                    <a:pt x="51660" y="291107"/>
                  </a:lnTo>
                  <a:lnTo>
                    <a:pt x="51562" y="290155"/>
                  </a:lnTo>
                  <a:lnTo>
                    <a:pt x="51464" y="289253"/>
                  </a:lnTo>
                  <a:lnTo>
                    <a:pt x="51611" y="288902"/>
                  </a:lnTo>
                  <a:lnTo>
                    <a:pt x="51660" y="288151"/>
                  </a:lnTo>
                  <a:lnTo>
                    <a:pt x="51611" y="287950"/>
                  </a:lnTo>
                  <a:lnTo>
                    <a:pt x="51562" y="287599"/>
                  </a:lnTo>
                  <a:lnTo>
                    <a:pt x="51415" y="286998"/>
                  </a:lnTo>
                  <a:lnTo>
                    <a:pt x="51366" y="286747"/>
                  </a:lnTo>
                  <a:lnTo>
                    <a:pt x="51268" y="286346"/>
                  </a:lnTo>
                  <a:lnTo>
                    <a:pt x="51170" y="286196"/>
                  </a:lnTo>
                  <a:lnTo>
                    <a:pt x="50728" y="285394"/>
                  </a:lnTo>
                  <a:lnTo>
                    <a:pt x="50434" y="285094"/>
                  </a:lnTo>
                  <a:lnTo>
                    <a:pt x="50042" y="284542"/>
                  </a:lnTo>
                  <a:lnTo>
                    <a:pt x="49797" y="284091"/>
                  </a:lnTo>
                  <a:lnTo>
                    <a:pt x="49797" y="283891"/>
                  </a:lnTo>
                  <a:lnTo>
                    <a:pt x="49699" y="283340"/>
                  </a:lnTo>
                  <a:lnTo>
                    <a:pt x="49699" y="282738"/>
                  </a:lnTo>
                  <a:lnTo>
                    <a:pt x="49650" y="281987"/>
                  </a:lnTo>
                  <a:lnTo>
                    <a:pt x="49601" y="281736"/>
                  </a:lnTo>
                  <a:lnTo>
                    <a:pt x="49503" y="280834"/>
                  </a:lnTo>
                  <a:lnTo>
                    <a:pt x="49454" y="280684"/>
                  </a:lnTo>
                  <a:lnTo>
                    <a:pt x="49454" y="280483"/>
                  </a:lnTo>
                  <a:lnTo>
                    <a:pt x="49454" y="279832"/>
                  </a:lnTo>
                  <a:lnTo>
                    <a:pt x="49454" y="279581"/>
                  </a:lnTo>
                  <a:lnTo>
                    <a:pt x="49454" y="279281"/>
                  </a:lnTo>
                  <a:lnTo>
                    <a:pt x="49454" y="278930"/>
                  </a:lnTo>
                  <a:lnTo>
                    <a:pt x="49454" y="278579"/>
                  </a:lnTo>
                  <a:lnTo>
                    <a:pt x="49503" y="277978"/>
                  </a:lnTo>
                  <a:lnTo>
                    <a:pt x="49503" y="277326"/>
                  </a:lnTo>
                  <a:lnTo>
                    <a:pt x="49454" y="276625"/>
                  </a:lnTo>
                  <a:lnTo>
                    <a:pt x="49454" y="275572"/>
                  </a:lnTo>
                  <a:lnTo>
                    <a:pt x="49552" y="275171"/>
                  </a:lnTo>
                  <a:lnTo>
                    <a:pt x="49748" y="274871"/>
                  </a:lnTo>
                  <a:lnTo>
                    <a:pt x="49895" y="274620"/>
                  </a:lnTo>
                  <a:lnTo>
                    <a:pt x="50728" y="273718"/>
                  </a:lnTo>
                  <a:lnTo>
                    <a:pt x="52052" y="272615"/>
                  </a:lnTo>
                  <a:lnTo>
                    <a:pt x="52199" y="272415"/>
                  </a:lnTo>
                  <a:lnTo>
                    <a:pt x="52493" y="272114"/>
                  </a:lnTo>
                  <a:lnTo>
                    <a:pt x="52689" y="271914"/>
                  </a:lnTo>
                  <a:lnTo>
                    <a:pt x="53326" y="271162"/>
                  </a:lnTo>
                  <a:lnTo>
                    <a:pt x="53767" y="270811"/>
                  </a:lnTo>
                  <a:lnTo>
                    <a:pt x="54551" y="270511"/>
                  </a:lnTo>
                  <a:lnTo>
                    <a:pt x="55189" y="270110"/>
                  </a:lnTo>
                  <a:lnTo>
                    <a:pt x="55483" y="269759"/>
                  </a:lnTo>
                  <a:lnTo>
                    <a:pt x="55630" y="269308"/>
                  </a:lnTo>
                  <a:lnTo>
                    <a:pt x="55777" y="268857"/>
                  </a:lnTo>
                  <a:lnTo>
                    <a:pt x="56071" y="267704"/>
                  </a:lnTo>
                  <a:lnTo>
                    <a:pt x="56218" y="267203"/>
                  </a:lnTo>
                  <a:lnTo>
                    <a:pt x="56316" y="266953"/>
                  </a:lnTo>
                  <a:lnTo>
                    <a:pt x="56806" y="266201"/>
                  </a:lnTo>
                  <a:lnTo>
                    <a:pt x="57835" y="264898"/>
                  </a:lnTo>
                  <a:lnTo>
                    <a:pt x="57982" y="264748"/>
                  </a:lnTo>
                  <a:lnTo>
                    <a:pt x="58178" y="264447"/>
                  </a:lnTo>
                  <a:lnTo>
                    <a:pt x="58522" y="264046"/>
                  </a:lnTo>
                  <a:lnTo>
                    <a:pt x="58865" y="263144"/>
                  </a:lnTo>
                  <a:lnTo>
                    <a:pt x="59698" y="260288"/>
                  </a:lnTo>
                  <a:lnTo>
                    <a:pt x="60335" y="259085"/>
                  </a:lnTo>
                  <a:lnTo>
                    <a:pt x="60531" y="258734"/>
                  </a:lnTo>
                  <a:lnTo>
                    <a:pt x="61070" y="257832"/>
                  </a:lnTo>
                  <a:lnTo>
                    <a:pt x="61658" y="256629"/>
                  </a:lnTo>
                  <a:lnTo>
                    <a:pt x="62050" y="255577"/>
                  </a:lnTo>
                  <a:lnTo>
                    <a:pt x="62100" y="255376"/>
                  </a:lnTo>
                  <a:lnTo>
                    <a:pt x="62247" y="254424"/>
                  </a:lnTo>
                  <a:lnTo>
                    <a:pt x="62492" y="253873"/>
                  </a:lnTo>
                  <a:lnTo>
                    <a:pt x="62492" y="253673"/>
                  </a:lnTo>
                  <a:lnTo>
                    <a:pt x="61952" y="252620"/>
                  </a:lnTo>
                  <a:lnTo>
                    <a:pt x="61854" y="252470"/>
                  </a:lnTo>
                  <a:lnTo>
                    <a:pt x="61805" y="252320"/>
                  </a:lnTo>
                  <a:lnTo>
                    <a:pt x="61658" y="252069"/>
                  </a:lnTo>
                  <a:lnTo>
                    <a:pt x="61756" y="251869"/>
                  </a:lnTo>
                  <a:lnTo>
                    <a:pt x="62786" y="250215"/>
                  </a:lnTo>
                  <a:lnTo>
                    <a:pt x="63619" y="249162"/>
                  </a:lnTo>
                  <a:lnTo>
                    <a:pt x="64501" y="247459"/>
                  </a:lnTo>
                  <a:lnTo>
                    <a:pt x="64648" y="247208"/>
                  </a:lnTo>
                  <a:lnTo>
                    <a:pt x="65138" y="246306"/>
                  </a:lnTo>
                  <a:lnTo>
                    <a:pt x="65285" y="246106"/>
                  </a:lnTo>
                  <a:lnTo>
                    <a:pt x="62884" y="238739"/>
                  </a:lnTo>
                  <a:lnTo>
                    <a:pt x="62247" y="236784"/>
                  </a:lnTo>
                  <a:lnTo>
                    <a:pt x="59208" y="227764"/>
                  </a:lnTo>
                  <a:lnTo>
                    <a:pt x="59061" y="226110"/>
                  </a:lnTo>
                  <a:lnTo>
                    <a:pt x="57345" y="221450"/>
                  </a:lnTo>
                  <a:lnTo>
                    <a:pt x="54208" y="212880"/>
                  </a:lnTo>
                  <a:lnTo>
                    <a:pt x="52052" y="206065"/>
                  </a:lnTo>
                  <a:lnTo>
                    <a:pt x="52395" y="192184"/>
                  </a:lnTo>
                  <a:lnTo>
                    <a:pt x="51856" y="190931"/>
                  </a:lnTo>
                  <a:lnTo>
                    <a:pt x="49895" y="190480"/>
                  </a:lnTo>
                  <a:lnTo>
                    <a:pt x="49601" y="189778"/>
                  </a:lnTo>
                  <a:lnTo>
                    <a:pt x="47984" y="185519"/>
                  </a:lnTo>
                  <a:lnTo>
                    <a:pt x="47150" y="183514"/>
                  </a:lnTo>
                  <a:lnTo>
                    <a:pt x="50973" y="183063"/>
                  </a:lnTo>
                  <a:lnTo>
                    <a:pt x="52052" y="182211"/>
                  </a:lnTo>
                  <a:lnTo>
                    <a:pt x="52150" y="174945"/>
                  </a:lnTo>
                  <a:lnTo>
                    <a:pt x="53032" y="170234"/>
                  </a:lnTo>
                  <a:lnTo>
                    <a:pt x="53277" y="169082"/>
                  </a:lnTo>
                  <a:lnTo>
                    <a:pt x="53767" y="166927"/>
                  </a:lnTo>
                  <a:lnTo>
                    <a:pt x="53767" y="166776"/>
                  </a:lnTo>
                  <a:lnTo>
                    <a:pt x="53816" y="166526"/>
                  </a:lnTo>
                  <a:lnTo>
                    <a:pt x="53865" y="166325"/>
                  </a:lnTo>
                  <a:lnTo>
                    <a:pt x="53865" y="166125"/>
                  </a:lnTo>
                  <a:lnTo>
                    <a:pt x="53914" y="165674"/>
                  </a:lnTo>
                  <a:lnTo>
                    <a:pt x="54012" y="164521"/>
                  </a:lnTo>
                  <a:lnTo>
                    <a:pt x="54404" y="163770"/>
                  </a:lnTo>
                  <a:lnTo>
                    <a:pt x="54747" y="163068"/>
                  </a:lnTo>
                  <a:lnTo>
                    <a:pt x="55140" y="162366"/>
                  </a:lnTo>
                  <a:lnTo>
                    <a:pt x="55238" y="162216"/>
                  </a:lnTo>
                  <a:lnTo>
                    <a:pt x="55679" y="161314"/>
                  </a:lnTo>
                  <a:lnTo>
                    <a:pt x="55875" y="160362"/>
                  </a:lnTo>
                  <a:lnTo>
                    <a:pt x="55875" y="160111"/>
                  </a:lnTo>
                  <a:lnTo>
                    <a:pt x="56169" y="159360"/>
                  </a:lnTo>
                  <a:lnTo>
                    <a:pt x="56218" y="158508"/>
                  </a:lnTo>
                  <a:lnTo>
                    <a:pt x="56316" y="158007"/>
                  </a:lnTo>
                  <a:lnTo>
                    <a:pt x="56414" y="157656"/>
                  </a:lnTo>
                  <a:lnTo>
                    <a:pt x="56610" y="156754"/>
                  </a:lnTo>
                  <a:lnTo>
                    <a:pt x="56610" y="156152"/>
                  </a:lnTo>
                  <a:lnTo>
                    <a:pt x="56610" y="155952"/>
                  </a:lnTo>
                  <a:lnTo>
                    <a:pt x="56561" y="155351"/>
                  </a:lnTo>
                  <a:lnTo>
                    <a:pt x="56512" y="155200"/>
                  </a:lnTo>
                  <a:lnTo>
                    <a:pt x="56267" y="154499"/>
                  </a:lnTo>
                  <a:lnTo>
                    <a:pt x="56169" y="154148"/>
                  </a:lnTo>
                  <a:lnTo>
                    <a:pt x="56120" y="152945"/>
                  </a:lnTo>
                  <a:lnTo>
                    <a:pt x="56267" y="152143"/>
                  </a:lnTo>
                  <a:lnTo>
                    <a:pt x="56806" y="150890"/>
                  </a:lnTo>
                  <a:lnTo>
                    <a:pt x="56953" y="150289"/>
                  </a:lnTo>
                  <a:lnTo>
                    <a:pt x="56904" y="149036"/>
                  </a:lnTo>
                  <a:lnTo>
                    <a:pt x="56806" y="148034"/>
                  </a:lnTo>
                  <a:lnTo>
                    <a:pt x="56708" y="146731"/>
                  </a:lnTo>
                  <a:lnTo>
                    <a:pt x="56610" y="145779"/>
                  </a:lnTo>
                  <a:lnTo>
                    <a:pt x="56414" y="145027"/>
                  </a:lnTo>
                  <a:lnTo>
                    <a:pt x="56071" y="144225"/>
                  </a:lnTo>
                  <a:lnTo>
                    <a:pt x="55679" y="143373"/>
                  </a:lnTo>
                  <a:lnTo>
                    <a:pt x="55091" y="142421"/>
                  </a:lnTo>
                  <a:lnTo>
                    <a:pt x="54895" y="141720"/>
                  </a:lnTo>
                  <a:lnTo>
                    <a:pt x="54306" y="140918"/>
                  </a:lnTo>
                  <a:lnTo>
                    <a:pt x="53669" y="140617"/>
                  </a:lnTo>
                  <a:lnTo>
                    <a:pt x="53522" y="140467"/>
                  </a:lnTo>
                  <a:lnTo>
                    <a:pt x="52934" y="139966"/>
                  </a:lnTo>
                  <a:lnTo>
                    <a:pt x="52591" y="139665"/>
                  </a:lnTo>
                  <a:lnTo>
                    <a:pt x="52346" y="139465"/>
                  </a:lnTo>
                  <a:lnTo>
                    <a:pt x="52346" y="138813"/>
                  </a:lnTo>
                  <a:lnTo>
                    <a:pt x="52493" y="138061"/>
                  </a:lnTo>
                  <a:lnTo>
                    <a:pt x="52199" y="137210"/>
                  </a:lnTo>
                  <a:lnTo>
                    <a:pt x="52052" y="137009"/>
                  </a:lnTo>
                  <a:lnTo>
                    <a:pt x="51807" y="136708"/>
                  </a:lnTo>
                  <a:lnTo>
                    <a:pt x="51170" y="136057"/>
                  </a:lnTo>
                  <a:lnTo>
                    <a:pt x="50728" y="135405"/>
                  </a:lnTo>
                  <a:lnTo>
                    <a:pt x="51022" y="134954"/>
                  </a:lnTo>
                  <a:lnTo>
                    <a:pt x="51562" y="134303"/>
                  </a:lnTo>
                  <a:lnTo>
                    <a:pt x="52003" y="133601"/>
                  </a:lnTo>
                  <a:lnTo>
                    <a:pt x="52248" y="133150"/>
                  </a:lnTo>
                  <a:lnTo>
                    <a:pt x="52640" y="132649"/>
                  </a:lnTo>
                  <a:lnTo>
                    <a:pt x="52787" y="131898"/>
                  </a:lnTo>
                  <a:lnTo>
                    <a:pt x="53130" y="131196"/>
                  </a:lnTo>
                  <a:lnTo>
                    <a:pt x="53571" y="130745"/>
                  </a:lnTo>
                  <a:lnTo>
                    <a:pt x="53767" y="130344"/>
                  </a:lnTo>
                  <a:lnTo>
                    <a:pt x="53816" y="130144"/>
                  </a:lnTo>
                  <a:lnTo>
                    <a:pt x="53914" y="129642"/>
                  </a:lnTo>
                  <a:lnTo>
                    <a:pt x="54355" y="129041"/>
                  </a:lnTo>
                  <a:lnTo>
                    <a:pt x="54453" y="128891"/>
                  </a:lnTo>
                  <a:lnTo>
                    <a:pt x="54846" y="128339"/>
                  </a:lnTo>
                  <a:lnTo>
                    <a:pt x="54895" y="127939"/>
                  </a:lnTo>
                  <a:lnTo>
                    <a:pt x="54551" y="127588"/>
                  </a:lnTo>
                  <a:lnTo>
                    <a:pt x="54208" y="127538"/>
                  </a:lnTo>
                  <a:lnTo>
                    <a:pt x="53816" y="127488"/>
                  </a:lnTo>
                  <a:lnTo>
                    <a:pt x="53424" y="127287"/>
                  </a:lnTo>
                  <a:lnTo>
                    <a:pt x="53277" y="127237"/>
                  </a:lnTo>
                  <a:lnTo>
                    <a:pt x="52787" y="127037"/>
                  </a:lnTo>
                  <a:lnTo>
                    <a:pt x="52542" y="126936"/>
                  </a:lnTo>
                  <a:lnTo>
                    <a:pt x="52199" y="126836"/>
                  </a:lnTo>
                  <a:lnTo>
                    <a:pt x="51856" y="126335"/>
                  </a:lnTo>
                  <a:lnTo>
                    <a:pt x="51513" y="125734"/>
                  </a:lnTo>
                  <a:lnTo>
                    <a:pt x="51317" y="125383"/>
                  </a:lnTo>
                  <a:lnTo>
                    <a:pt x="51317" y="124631"/>
                  </a:lnTo>
                  <a:lnTo>
                    <a:pt x="51219" y="123328"/>
                  </a:lnTo>
                  <a:lnTo>
                    <a:pt x="51121" y="122727"/>
                  </a:lnTo>
                  <a:lnTo>
                    <a:pt x="50630" y="122576"/>
                  </a:lnTo>
                  <a:lnTo>
                    <a:pt x="49993" y="122376"/>
                  </a:lnTo>
                  <a:lnTo>
                    <a:pt x="49552" y="121925"/>
                  </a:lnTo>
                  <a:lnTo>
                    <a:pt x="49209" y="121474"/>
                  </a:lnTo>
                  <a:lnTo>
                    <a:pt x="49013" y="120572"/>
                  </a:lnTo>
                  <a:lnTo>
                    <a:pt x="48817" y="119620"/>
                  </a:lnTo>
                  <a:lnTo>
                    <a:pt x="48768" y="118968"/>
                  </a:lnTo>
                  <a:lnTo>
                    <a:pt x="48719" y="118417"/>
                  </a:lnTo>
                  <a:lnTo>
                    <a:pt x="48670" y="117816"/>
                  </a:lnTo>
                  <a:lnTo>
                    <a:pt x="48572" y="117214"/>
                  </a:lnTo>
                  <a:lnTo>
                    <a:pt x="48474" y="116663"/>
                  </a:lnTo>
                  <a:lnTo>
                    <a:pt x="48327" y="115510"/>
                  </a:lnTo>
                  <a:lnTo>
                    <a:pt x="48425" y="114759"/>
                  </a:lnTo>
                  <a:lnTo>
                    <a:pt x="48670" y="114308"/>
                  </a:lnTo>
                  <a:lnTo>
                    <a:pt x="48866" y="113456"/>
                  </a:lnTo>
                  <a:lnTo>
                    <a:pt x="49160" y="113105"/>
                  </a:lnTo>
                  <a:lnTo>
                    <a:pt x="49405" y="112804"/>
                  </a:lnTo>
                  <a:lnTo>
                    <a:pt x="49993" y="112053"/>
                  </a:lnTo>
                  <a:lnTo>
                    <a:pt x="50679" y="111451"/>
                  </a:lnTo>
                  <a:lnTo>
                    <a:pt x="50728" y="111101"/>
                  </a:lnTo>
                  <a:lnTo>
                    <a:pt x="50777" y="110850"/>
                  </a:lnTo>
                  <a:lnTo>
                    <a:pt x="50679" y="109998"/>
                  </a:lnTo>
                  <a:lnTo>
                    <a:pt x="50434" y="109096"/>
                  </a:lnTo>
                  <a:lnTo>
                    <a:pt x="50434" y="108896"/>
                  </a:lnTo>
                  <a:lnTo>
                    <a:pt x="50336" y="108595"/>
                  </a:lnTo>
                  <a:lnTo>
                    <a:pt x="50091" y="107994"/>
                  </a:lnTo>
                  <a:lnTo>
                    <a:pt x="50091" y="107743"/>
                  </a:lnTo>
                  <a:lnTo>
                    <a:pt x="49993" y="106991"/>
                  </a:lnTo>
                  <a:lnTo>
                    <a:pt x="49993" y="105738"/>
                  </a:lnTo>
                  <a:lnTo>
                    <a:pt x="50042" y="104636"/>
                  </a:lnTo>
                  <a:lnTo>
                    <a:pt x="50287" y="103934"/>
                  </a:lnTo>
                  <a:lnTo>
                    <a:pt x="50679" y="103383"/>
                  </a:lnTo>
                  <a:lnTo>
                    <a:pt x="50826" y="103133"/>
                  </a:lnTo>
                  <a:lnTo>
                    <a:pt x="50875" y="102982"/>
                  </a:lnTo>
                  <a:lnTo>
                    <a:pt x="50973" y="102130"/>
                  </a:lnTo>
                  <a:lnTo>
                    <a:pt x="51366" y="100727"/>
                  </a:lnTo>
                  <a:lnTo>
                    <a:pt x="51415" y="100527"/>
                  </a:lnTo>
                  <a:lnTo>
                    <a:pt x="51513" y="100076"/>
                  </a:lnTo>
                  <a:lnTo>
                    <a:pt x="51366" y="99925"/>
                  </a:lnTo>
                  <a:lnTo>
                    <a:pt x="50973" y="99524"/>
                  </a:lnTo>
                  <a:lnTo>
                    <a:pt x="50434" y="98873"/>
                  </a:lnTo>
                  <a:lnTo>
                    <a:pt x="49748" y="97821"/>
                  </a:lnTo>
                  <a:lnTo>
                    <a:pt x="49454" y="96768"/>
                  </a:lnTo>
                  <a:lnTo>
                    <a:pt x="48964" y="95666"/>
                  </a:lnTo>
                  <a:lnTo>
                    <a:pt x="48474" y="95165"/>
                  </a:lnTo>
                  <a:lnTo>
                    <a:pt x="47837" y="94713"/>
                  </a:lnTo>
                  <a:lnTo>
                    <a:pt x="47395" y="94413"/>
                  </a:lnTo>
                  <a:lnTo>
                    <a:pt x="46856" y="93811"/>
                  </a:lnTo>
                  <a:lnTo>
                    <a:pt x="46611" y="93561"/>
                  </a:lnTo>
                  <a:lnTo>
                    <a:pt x="46072" y="93060"/>
                  </a:lnTo>
                  <a:lnTo>
                    <a:pt x="45876" y="92909"/>
                  </a:lnTo>
                  <a:lnTo>
                    <a:pt x="45827" y="92659"/>
                  </a:lnTo>
                  <a:lnTo>
                    <a:pt x="45631" y="92208"/>
                  </a:lnTo>
                  <a:lnTo>
                    <a:pt x="45141" y="91406"/>
                  </a:lnTo>
                  <a:lnTo>
                    <a:pt x="44357" y="90404"/>
                  </a:lnTo>
                  <a:lnTo>
                    <a:pt x="43818" y="89903"/>
                  </a:lnTo>
                  <a:lnTo>
                    <a:pt x="42837" y="89401"/>
                  </a:lnTo>
                  <a:lnTo>
                    <a:pt x="42445" y="89201"/>
                  </a:lnTo>
                  <a:lnTo>
                    <a:pt x="40926" y="88499"/>
                  </a:lnTo>
                  <a:lnTo>
                    <a:pt x="40338" y="88199"/>
                  </a:lnTo>
                  <a:lnTo>
                    <a:pt x="39896" y="86846"/>
                  </a:lnTo>
                  <a:lnTo>
                    <a:pt x="40043" y="85793"/>
                  </a:lnTo>
                  <a:lnTo>
                    <a:pt x="39994" y="85593"/>
                  </a:lnTo>
                  <a:lnTo>
                    <a:pt x="39700" y="84691"/>
                  </a:lnTo>
                  <a:lnTo>
                    <a:pt x="39210" y="83187"/>
                  </a:lnTo>
                  <a:lnTo>
                    <a:pt x="38524" y="81634"/>
                  </a:lnTo>
                  <a:lnTo>
                    <a:pt x="38377" y="80882"/>
                  </a:lnTo>
                  <a:lnTo>
                    <a:pt x="38720" y="80281"/>
                  </a:lnTo>
                  <a:lnTo>
                    <a:pt x="39112" y="79429"/>
                  </a:lnTo>
                  <a:lnTo>
                    <a:pt x="39063" y="79229"/>
                  </a:lnTo>
                  <a:lnTo>
                    <a:pt x="38475" y="77324"/>
                  </a:lnTo>
                  <a:lnTo>
                    <a:pt x="38132" y="75921"/>
                  </a:lnTo>
                  <a:lnTo>
                    <a:pt x="38377" y="74869"/>
                  </a:lnTo>
                  <a:lnTo>
                    <a:pt x="38720" y="74117"/>
                  </a:lnTo>
                  <a:lnTo>
                    <a:pt x="39161" y="73265"/>
                  </a:lnTo>
                  <a:lnTo>
                    <a:pt x="39357" y="73115"/>
                  </a:lnTo>
                  <a:lnTo>
                    <a:pt x="39504" y="72964"/>
                  </a:lnTo>
                  <a:lnTo>
                    <a:pt x="40240" y="72513"/>
                  </a:lnTo>
                  <a:lnTo>
                    <a:pt x="40730" y="72062"/>
                  </a:lnTo>
                  <a:lnTo>
                    <a:pt x="40779" y="71862"/>
                  </a:lnTo>
                  <a:lnTo>
                    <a:pt x="40926" y="71311"/>
                  </a:lnTo>
                  <a:lnTo>
                    <a:pt x="41024" y="71110"/>
                  </a:lnTo>
                  <a:lnTo>
                    <a:pt x="40632" y="70459"/>
                  </a:lnTo>
                  <a:lnTo>
                    <a:pt x="40485" y="70058"/>
                  </a:lnTo>
                  <a:lnTo>
                    <a:pt x="39994" y="68955"/>
                  </a:lnTo>
                  <a:lnTo>
                    <a:pt x="39112" y="67452"/>
                  </a:lnTo>
                  <a:lnTo>
                    <a:pt x="38475" y="66500"/>
                  </a:lnTo>
                  <a:lnTo>
                    <a:pt x="38083" y="65898"/>
                  </a:lnTo>
                  <a:lnTo>
                    <a:pt x="36809" y="64545"/>
                  </a:lnTo>
                  <a:lnTo>
                    <a:pt x="35681" y="63744"/>
                  </a:lnTo>
                  <a:lnTo>
                    <a:pt x="35240" y="63393"/>
                  </a:lnTo>
                  <a:lnTo>
                    <a:pt x="34897" y="63142"/>
                  </a:lnTo>
                  <a:lnTo>
                    <a:pt x="34407" y="62741"/>
                  </a:lnTo>
                  <a:lnTo>
                    <a:pt x="32642" y="61539"/>
                  </a:lnTo>
                  <a:lnTo>
                    <a:pt x="31074" y="59935"/>
                  </a:lnTo>
                  <a:lnTo>
                    <a:pt x="30339" y="59484"/>
                  </a:lnTo>
                  <a:lnTo>
                    <a:pt x="29751" y="59083"/>
                  </a:lnTo>
                  <a:lnTo>
                    <a:pt x="29555" y="58782"/>
                  </a:lnTo>
                  <a:lnTo>
                    <a:pt x="28868" y="57930"/>
                  </a:lnTo>
                  <a:lnTo>
                    <a:pt x="28721" y="57780"/>
                  </a:lnTo>
                  <a:lnTo>
                    <a:pt x="28525" y="56878"/>
                  </a:lnTo>
                  <a:lnTo>
                    <a:pt x="27741" y="55525"/>
                  </a:lnTo>
                  <a:lnTo>
                    <a:pt x="27594" y="55224"/>
                  </a:lnTo>
                  <a:lnTo>
                    <a:pt x="26614" y="53571"/>
                  </a:lnTo>
                  <a:lnTo>
                    <a:pt x="25732" y="51516"/>
                  </a:lnTo>
                  <a:lnTo>
                    <a:pt x="24849" y="50714"/>
                  </a:lnTo>
                  <a:lnTo>
                    <a:pt x="24310" y="50363"/>
                  </a:lnTo>
                  <a:lnTo>
                    <a:pt x="23526" y="49962"/>
                  </a:lnTo>
                  <a:lnTo>
                    <a:pt x="22840" y="49612"/>
                  </a:lnTo>
                  <a:lnTo>
                    <a:pt x="22350" y="49311"/>
                  </a:lnTo>
                  <a:lnTo>
                    <a:pt x="21614" y="48760"/>
                  </a:lnTo>
                  <a:lnTo>
                    <a:pt x="20830" y="48208"/>
                  </a:lnTo>
                  <a:lnTo>
                    <a:pt x="20144" y="48008"/>
                  </a:lnTo>
                  <a:lnTo>
                    <a:pt x="19360" y="47908"/>
                  </a:lnTo>
                  <a:lnTo>
                    <a:pt x="18821" y="48108"/>
                  </a:lnTo>
                  <a:lnTo>
                    <a:pt x="18134" y="48559"/>
                  </a:lnTo>
                  <a:lnTo>
                    <a:pt x="17497" y="48810"/>
                  </a:lnTo>
                  <a:lnTo>
                    <a:pt x="17007" y="48910"/>
                  </a:lnTo>
                  <a:lnTo>
                    <a:pt x="16321" y="48559"/>
                  </a:lnTo>
                  <a:lnTo>
                    <a:pt x="15635" y="48208"/>
                  </a:lnTo>
                  <a:lnTo>
                    <a:pt x="15243" y="47707"/>
                  </a:lnTo>
                  <a:lnTo>
                    <a:pt x="14949" y="46956"/>
                  </a:lnTo>
                  <a:lnTo>
                    <a:pt x="14802" y="46154"/>
                  </a:lnTo>
                  <a:lnTo>
                    <a:pt x="14655" y="45202"/>
                  </a:lnTo>
                  <a:lnTo>
                    <a:pt x="14262" y="44550"/>
                  </a:lnTo>
                  <a:lnTo>
                    <a:pt x="13772" y="43949"/>
                  </a:lnTo>
                  <a:lnTo>
                    <a:pt x="13429" y="43698"/>
                  </a:lnTo>
                  <a:lnTo>
                    <a:pt x="13233" y="43598"/>
                  </a:lnTo>
                  <a:lnTo>
                    <a:pt x="12792" y="43398"/>
                  </a:lnTo>
                  <a:lnTo>
                    <a:pt x="12596" y="43347"/>
                  </a:lnTo>
                  <a:lnTo>
                    <a:pt x="12008" y="42997"/>
                  </a:lnTo>
                  <a:lnTo>
                    <a:pt x="11861" y="42796"/>
                  </a:lnTo>
                  <a:lnTo>
                    <a:pt x="11567" y="42445"/>
                  </a:lnTo>
                  <a:lnTo>
                    <a:pt x="11420" y="41744"/>
                  </a:lnTo>
                  <a:lnTo>
                    <a:pt x="11273" y="41243"/>
                  </a:lnTo>
                  <a:lnTo>
                    <a:pt x="11224" y="40992"/>
                  </a:lnTo>
                  <a:lnTo>
                    <a:pt x="11126" y="40541"/>
                  </a:lnTo>
                  <a:lnTo>
                    <a:pt x="11077" y="40391"/>
                  </a:lnTo>
                  <a:lnTo>
                    <a:pt x="11028" y="40040"/>
                  </a:lnTo>
                  <a:lnTo>
                    <a:pt x="10635" y="39088"/>
                  </a:lnTo>
                  <a:lnTo>
                    <a:pt x="10243" y="38587"/>
                  </a:lnTo>
                  <a:lnTo>
                    <a:pt x="9655" y="37785"/>
                  </a:lnTo>
                  <a:lnTo>
                    <a:pt x="9214" y="36983"/>
                  </a:lnTo>
                  <a:lnTo>
                    <a:pt x="8871" y="36382"/>
                  </a:lnTo>
                  <a:lnTo>
                    <a:pt x="8479" y="35881"/>
                  </a:lnTo>
                  <a:lnTo>
                    <a:pt x="8332" y="35279"/>
                  </a:lnTo>
                  <a:lnTo>
                    <a:pt x="8234" y="34477"/>
                  </a:lnTo>
                  <a:lnTo>
                    <a:pt x="7597" y="33225"/>
                  </a:lnTo>
                  <a:lnTo>
                    <a:pt x="6616" y="32373"/>
                  </a:lnTo>
                  <a:lnTo>
                    <a:pt x="6273" y="31872"/>
                  </a:lnTo>
                  <a:lnTo>
                    <a:pt x="5881" y="31370"/>
                  </a:lnTo>
                  <a:lnTo>
                    <a:pt x="5342" y="30318"/>
                  </a:lnTo>
                  <a:lnTo>
                    <a:pt x="4803" y="29316"/>
                  </a:lnTo>
                  <a:lnTo>
                    <a:pt x="4460" y="28414"/>
                  </a:lnTo>
                  <a:lnTo>
                    <a:pt x="4460" y="28063"/>
                  </a:lnTo>
                  <a:lnTo>
                    <a:pt x="4411" y="27712"/>
                  </a:lnTo>
                  <a:lnTo>
                    <a:pt x="4607" y="27111"/>
                  </a:lnTo>
                  <a:lnTo>
                    <a:pt x="4607" y="26459"/>
                  </a:lnTo>
                  <a:lnTo>
                    <a:pt x="4509" y="25056"/>
                  </a:lnTo>
                  <a:lnTo>
                    <a:pt x="4460" y="24004"/>
                  </a:lnTo>
                  <a:lnTo>
                    <a:pt x="4362" y="22751"/>
                  </a:lnTo>
                  <a:lnTo>
                    <a:pt x="4411" y="21648"/>
                  </a:lnTo>
                  <a:lnTo>
                    <a:pt x="4460" y="20546"/>
                  </a:lnTo>
                  <a:lnTo>
                    <a:pt x="4460" y="20345"/>
                  </a:lnTo>
                  <a:lnTo>
                    <a:pt x="4313" y="19193"/>
                  </a:lnTo>
                  <a:lnTo>
                    <a:pt x="4068" y="18391"/>
                  </a:lnTo>
                  <a:lnTo>
                    <a:pt x="3774" y="18040"/>
                  </a:lnTo>
                  <a:lnTo>
                    <a:pt x="3479" y="17439"/>
                  </a:lnTo>
                  <a:lnTo>
                    <a:pt x="3381" y="17238"/>
                  </a:lnTo>
                  <a:lnTo>
                    <a:pt x="3087" y="16637"/>
                  </a:lnTo>
                  <a:lnTo>
                    <a:pt x="2793" y="16086"/>
                  </a:lnTo>
                  <a:lnTo>
                    <a:pt x="2646" y="15685"/>
                  </a:lnTo>
                  <a:lnTo>
                    <a:pt x="2499" y="15284"/>
                  </a:lnTo>
                  <a:lnTo>
                    <a:pt x="2548" y="14783"/>
                  </a:lnTo>
                  <a:lnTo>
                    <a:pt x="2548" y="14582"/>
                  </a:lnTo>
                  <a:lnTo>
                    <a:pt x="2548" y="13831"/>
                  </a:lnTo>
                  <a:lnTo>
                    <a:pt x="2499" y="12628"/>
                  </a:lnTo>
                  <a:lnTo>
                    <a:pt x="2303" y="12077"/>
                  </a:lnTo>
                  <a:lnTo>
                    <a:pt x="1862" y="11425"/>
                  </a:lnTo>
                  <a:lnTo>
                    <a:pt x="1715" y="11275"/>
                  </a:lnTo>
                  <a:lnTo>
                    <a:pt x="1470" y="11024"/>
                  </a:lnTo>
                  <a:lnTo>
                    <a:pt x="1323" y="10774"/>
                  </a:lnTo>
                  <a:lnTo>
                    <a:pt x="1127" y="10273"/>
                  </a:lnTo>
                  <a:lnTo>
                    <a:pt x="735" y="9321"/>
                  </a:lnTo>
                  <a:lnTo>
                    <a:pt x="637" y="9020"/>
                  </a:lnTo>
                  <a:lnTo>
                    <a:pt x="539" y="8769"/>
                  </a:lnTo>
                  <a:lnTo>
                    <a:pt x="441" y="8519"/>
                  </a:lnTo>
                  <a:lnTo>
                    <a:pt x="294" y="8218"/>
                  </a:lnTo>
                  <a:lnTo>
                    <a:pt x="49" y="7767"/>
                  </a:lnTo>
                  <a:lnTo>
                    <a:pt x="0" y="6514"/>
                  </a:lnTo>
                  <a:lnTo>
                    <a:pt x="245" y="5161"/>
                  </a:lnTo>
                  <a:lnTo>
                    <a:pt x="441" y="4760"/>
                  </a:lnTo>
                  <a:lnTo>
                    <a:pt x="441" y="4109"/>
                  </a:lnTo>
                  <a:lnTo>
                    <a:pt x="441" y="3908"/>
                  </a:lnTo>
                  <a:lnTo>
                    <a:pt x="784" y="4209"/>
                  </a:lnTo>
                  <a:lnTo>
                    <a:pt x="1176" y="4610"/>
                  </a:lnTo>
                  <a:lnTo>
                    <a:pt x="1862" y="5612"/>
                  </a:lnTo>
                  <a:lnTo>
                    <a:pt x="3185" y="7366"/>
                  </a:lnTo>
                  <a:lnTo>
                    <a:pt x="3430" y="7717"/>
                  </a:lnTo>
                  <a:lnTo>
                    <a:pt x="4117" y="8368"/>
                  </a:lnTo>
                  <a:lnTo>
                    <a:pt x="7450" y="11325"/>
                  </a:lnTo>
                  <a:lnTo>
                    <a:pt x="8381" y="12027"/>
                  </a:lnTo>
                  <a:lnTo>
                    <a:pt x="8724" y="12227"/>
                  </a:lnTo>
                  <a:lnTo>
                    <a:pt x="8920" y="12227"/>
                  </a:lnTo>
                  <a:lnTo>
                    <a:pt x="10096" y="12578"/>
                  </a:lnTo>
                  <a:lnTo>
                    <a:pt x="12645" y="12778"/>
                  </a:lnTo>
                  <a:lnTo>
                    <a:pt x="14802" y="12879"/>
                  </a:lnTo>
                  <a:lnTo>
                    <a:pt x="15733" y="12778"/>
                  </a:lnTo>
                  <a:lnTo>
                    <a:pt x="16125" y="12578"/>
                  </a:lnTo>
                  <a:lnTo>
                    <a:pt x="16370" y="12478"/>
                  </a:lnTo>
                  <a:lnTo>
                    <a:pt x="17301" y="12377"/>
                  </a:lnTo>
                  <a:lnTo>
                    <a:pt x="18282" y="12377"/>
                  </a:lnTo>
                  <a:lnTo>
                    <a:pt x="18772" y="12578"/>
                  </a:lnTo>
                  <a:lnTo>
                    <a:pt x="19311" y="12929"/>
                  </a:lnTo>
                  <a:lnTo>
                    <a:pt x="19605" y="13430"/>
                  </a:lnTo>
                  <a:lnTo>
                    <a:pt x="19850" y="14683"/>
                  </a:lnTo>
                  <a:lnTo>
                    <a:pt x="20340" y="17289"/>
                  </a:lnTo>
                  <a:lnTo>
                    <a:pt x="20879" y="21298"/>
                  </a:lnTo>
                  <a:lnTo>
                    <a:pt x="21222" y="21949"/>
                  </a:lnTo>
                  <a:lnTo>
                    <a:pt x="21663" y="22300"/>
                  </a:lnTo>
                  <a:lnTo>
                    <a:pt x="22203" y="22651"/>
                  </a:lnTo>
                  <a:lnTo>
                    <a:pt x="22889" y="23001"/>
                  </a:lnTo>
                  <a:lnTo>
                    <a:pt x="23281" y="23503"/>
                  </a:lnTo>
                  <a:lnTo>
                    <a:pt x="23428" y="24154"/>
                  </a:lnTo>
                  <a:lnTo>
                    <a:pt x="23477" y="24956"/>
                  </a:lnTo>
                  <a:lnTo>
                    <a:pt x="23330" y="25958"/>
                  </a:lnTo>
                  <a:lnTo>
                    <a:pt x="23379" y="26309"/>
                  </a:lnTo>
                  <a:lnTo>
                    <a:pt x="23722" y="26960"/>
                  </a:lnTo>
                  <a:lnTo>
                    <a:pt x="23869" y="27061"/>
                  </a:lnTo>
                  <a:lnTo>
                    <a:pt x="24408" y="27361"/>
                  </a:lnTo>
                  <a:lnTo>
                    <a:pt x="24996" y="27712"/>
                  </a:lnTo>
                  <a:lnTo>
                    <a:pt x="25388" y="28163"/>
                  </a:lnTo>
                  <a:lnTo>
                    <a:pt x="25977" y="28915"/>
                  </a:lnTo>
                  <a:lnTo>
                    <a:pt x="26614" y="29917"/>
                  </a:lnTo>
                  <a:lnTo>
                    <a:pt x="26908" y="30569"/>
                  </a:lnTo>
                  <a:lnTo>
                    <a:pt x="27055" y="30919"/>
                  </a:lnTo>
                  <a:lnTo>
                    <a:pt x="27447" y="31671"/>
                  </a:lnTo>
                  <a:lnTo>
                    <a:pt x="27643" y="32573"/>
                  </a:lnTo>
                  <a:lnTo>
                    <a:pt x="27986" y="33325"/>
                  </a:lnTo>
                  <a:lnTo>
                    <a:pt x="28182" y="33425"/>
                  </a:lnTo>
                  <a:lnTo>
                    <a:pt x="29261" y="33475"/>
                  </a:lnTo>
                  <a:lnTo>
                    <a:pt x="30094" y="33525"/>
                  </a:lnTo>
                  <a:lnTo>
                    <a:pt x="30535" y="33525"/>
                  </a:lnTo>
                  <a:lnTo>
                    <a:pt x="31466" y="33575"/>
                  </a:lnTo>
                  <a:lnTo>
                    <a:pt x="31809" y="33676"/>
                  </a:lnTo>
                  <a:lnTo>
                    <a:pt x="32054" y="33926"/>
                  </a:lnTo>
                  <a:lnTo>
                    <a:pt x="33133" y="35129"/>
                  </a:lnTo>
                  <a:lnTo>
                    <a:pt x="34750" y="36883"/>
                  </a:lnTo>
                  <a:lnTo>
                    <a:pt x="35926" y="37534"/>
                  </a:lnTo>
                  <a:lnTo>
                    <a:pt x="37348" y="38186"/>
                  </a:lnTo>
                  <a:lnTo>
                    <a:pt x="37740" y="38336"/>
                  </a:lnTo>
                  <a:lnTo>
                    <a:pt x="37789" y="38537"/>
                  </a:lnTo>
                  <a:lnTo>
                    <a:pt x="37838" y="39388"/>
                  </a:lnTo>
                  <a:lnTo>
                    <a:pt x="38034" y="40541"/>
                  </a:lnTo>
                  <a:lnTo>
                    <a:pt x="38426" y="41493"/>
                  </a:lnTo>
                  <a:lnTo>
                    <a:pt x="38671" y="41844"/>
                  </a:lnTo>
                  <a:lnTo>
                    <a:pt x="38965" y="41894"/>
                  </a:lnTo>
                  <a:lnTo>
                    <a:pt x="39406" y="41944"/>
                  </a:lnTo>
                  <a:lnTo>
                    <a:pt x="39798" y="41744"/>
                  </a:lnTo>
                  <a:lnTo>
                    <a:pt x="40240" y="41493"/>
                  </a:lnTo>
                  <a:lnTo>
                    <a:pt x="41514" y="40842"/>
                  </a:lnTo>
                  <a:lnTo>
                    <a:pt x="42543" y="40591"/>
                  </a:lnTo>
                  <a:lnTo>
                    <a:pt x="42984" y="40591"/>
                  </a:lnTo>
                  <a:lnTo>
                    <a:pt x="44063" y="40892"/>
                  </a:lnTo>
                  <a:lnTo>
                    <a:pt x="44602" y="40892"/>
                  </a:lnTo>
                  <a:lnTo>
                    <a:pt x="44896" y="40792"/>
                  </a:lnTo>
                  <a:lnTo>
                    <a:pt x="45925" y="40140"/>
                  </a:lnTo>
                  <a:lnTo>
                    <a:pt x="46170" y="40090"/>
                  </a:lnTo>
                  <a:lnTo>
                    <a:pt x="46464" y="40140"/>
                  </a:lnTo>
                  <a:lnTo>
                    <a:pt x="46758" y="40591"/>
                  </a:lnTo>
                  <a:lnTo>
                    <a:pt x="47592" y="41443"/>
                  </a:lnTo>
                  <a:lnTo>
                    <a:pt x="48180" y="41894"/>
                  </a:lnTo>
                  <a:lnTo>
                    <a:pt x="48523" y="42195"/>
                  </a:lnTo>
                  <a:lnTo>
                    <a:pt x="49307" y="42445"/>
                  </a:lnTo>
                  <a:lnTo>
                    <a:pt x="50385" y="42596"/>
                  </a:lnTo>
                  <a:lnTo>
                    <a:pt x="51856" y="42696"/>
                  </a:lnTo>
                  <a:lnTo>
                    <a:pt x="53767" y="42796"/>
                  </a:lnTo>
                  <a:lnTo>
                    <a:pt x="56022" y="43047"/>
                  </a:lnTo>
                  <a:lnTo>
                    <a:pt x="56414" y="43297"/>
                  </a:lnTo>
                  <a:lnTo>
                    <a:pt x="56953" y="44199"/>
                  </a:lnTo>
                  <a:lnTo>
                    <a:pt x="57394" y="44600"/>
                  </a:lnTo>
                  <a:lnTo>
                    <a:pt x="57688" y="44751"/>
                  </a:lnTo>
                  <a:lnTo>
                    <a:pt x="58914" y="45001"/>
                  </a:lnTo>
                  <a:lnTo>
                    <a:pt x="59747" y="45252"/>
                  </a:lnTo>
                  <a:lnTo>
                    <a:pt x="60139" y="45803"/>
                  </a:lnTo>
                  <a:lnTo>
                    <a:pt x="60678" y="46354"/>
                  </a:lnTo>
                  <a:lnTo>
                    <a:pt x="61364" y="46855"/>
                  </a:lnTo>
                  <a:lnTo>
                    <a:pt x="63374" y="47507"/>
                  </a:lnTo>
                  <a:lnTo>
                    <a:pt x="64354" y="47707"/>
                  </a:lnTo>
                  <a:lnTo>
                    <a:pt x="65628" y="47657"/>
                  </a:lnTo>
                  <a:lnTo>
                    <a:pt x="67785" y="47407"/>
                  </a:lnTo>
                  <a:lnTo>
                    <a:pt x="71461" y="46454"/>
                  </a:lnTo>
                  <a:lnTo>
                    <a:pt x="72343" y="46354"/>
                  </a:lnTo>
                  <a:lnTo>
                    <a:pt x="73324" y="46555"/>
                  </a:lnTo>
                  <a:lnTo>
                    <a:pt x="74059" y="47356"/>
                  </a:lnTo>
                  <a:lnTo>
                    <a:pt x="74598" y="48459"/>
                  </a:lnTo>
                  <a:lnTo>
                    <a:pt x="75088" y="49261"/>
                  </a:lnTo>
                  <a:lnTo>
                    <a:pt x="75823" y="49812"/>
                  </a:lnTo>
                  <a:lnTo>
                    <a:pt x="76460" y="50263"/>
                  </a:lnTo>
                  <a:lnTo>
                    <a:pt x="77000" y="50464"/>
                  </a:lnTo>
                  <a:lnTo>
                    <a:pt x="77833" y="50514"/>
                  </a:lnTo>
                  <a:lnTo>
                    <a:pt x="78568" y="50163"/>
                  </a:lnTo>
                  <a:lnTo>
                    <a:pt x="79205" y="50063"/>
                  </a:lnTo>
                  <a:lnTo>
                    <a:pt x="80185" y="49411"/>
                  </a:lnTo>
                  <a:lnTo>
                    <a:pt x="81019" y="49261"/>
                  </a:lnTo>
                  <a:lnTo>
                    <a:pt x="81460" y="49261"/>
                  </a:lnTo>
                  <a:lnTo>
                    <a:pt x="83175" y="49461"/>
                  </a:lnTo>
                  <a:lnTo>
                    <a:pt x="84107" y="49762"/>
                  </a:lnTo>
                  <a:lnTo>
                    <a:pt x="84744" y="49962"/>
                  </a:lnTo>
                  <a:lnTo>
                    <a:pt x="85381" y="50363"/>
                  </a:lnTo>
                  <a:lnTo>
                    <a:pt x="86067" y="51566"/>
                  </a:lnTo>
                  <a:lnTo>
                    <a:pt x="86704" y="52669"/>
                  </a:lnTo>
                  <a:lnTo>
                    <a:pt x="87145" y="52969"/>
                  </a:lnTo>
                  <a:lnTo>
                    <a:pt x="87734" y="53120"/>
                  </a:lnTo>
                  <a:lnTo>
                    <a:pt x="88910" y="53470"/>
                  </a:lnTo>
                  <a:lnTo>
                    <a:pt x="90478" y="54072"/>
                  </a:lnTo>
                  <a:lnTo>
                    <a:pt x="92831" y="54523"/>
                  </a:lnTo>
                  <a:lnTo>
                    <a:pt x="93811" y="54773"/>
                  </a:lnTo>
                  <a:lnTo>
                    <a:pt x="94939" y="55274"/>
                  </a:lnTo>
                  <a:lnTo>
                    <a:pt x="98271" y="56126"/>
                  </a:lnTo>
                  <a:lnTo>
                    <a:pt x="98762" y="56327"/>
                  </a:lnTo>
                  <a:lnTo>
                    <a:pt x="99203" y="56828"/>
                  </a:lnTo>
                  <a:lnTo>
                    <a:pt x="99987" y="57028"/>
                  </a:lnTo>
                  <a:lnTo>
                    <a:pt x="100722" y="57179"/>
                  </a:lnTo>
                  <a:lnTo>
                    <a:pt x="101555" y="57329"/>
                  </a:lnTo>
                  <a:lnTo>
                    <a:pt x="103761" y="57529"/>
                  </a:lnTo>
                  <a:lnTo>
                    <a:pt x="105182" y="57780"/>
                  </a:lnTo>
                  <a:lnTo>
                    <a:pt x="107192" y="58131"/>
                  </a:lnTo>
                  <a:lnTo>
                    <a:pt x="108907" y="58732"/>
                  </a:lnTo>
                  <a:lnTo>
                    <a:pt x="112093" y="59985"/>
                  </a:lnTo>
                  <a:lnTo>
                    <a:pt x="115083" y="60637"/>
                  </a:lnTo>
                  <a:lnTo>
                    <a:pt x="118269" y="61488"/>
                  </a:lnTo>
                  <a:lnTo>
                    <a:pt x="121063" y="61990"/>
                  </a:lnTo>
                  <a:lnTo>
                    <a:pt x="122533" y="62190"/>
                  </a:lnTo>
                  <a:lnTo>
                    <a:pt x="123317" y="62340"/>
                  </a:lnTo>
                  <a:lnTo>
                    <a:pt x="124101" y="62491"/>
                  </a:lnTo>
                  <a:lnTo>
                    <a:pt x="124543" y="62591"/>
                  </a:lnTo>
                  <a:lnTo>
                    <a:pt x="124739" y="62641"/>
                  </a:lnTo>
                  <a:lnTo>
                    <a:pt x="125474" y="63593"/>
                  </a:lnTo>
                  <a:lnTo>
                    <a:pt x="125719" y="63593"/>
                  </a:lnTo>
                  <a:lnTo>
                    <a:pt x="126160" y="63393"/>
                  </a:lnTo>
                  <a:lnTo>
                    <a:pt x="126797" y="63242"/>
                  </a:lnTo>
                  <a:lnTo>
                    <a:pt x="127630" y="63393"/>
                  </a:lnTo>
                  <a:lnTo>
                    <a:pt x="128464" y="63744"/>
                  </a:lnTo>
                  <a:lnTo>
                    <a:pt x="128709" y="63744"/>
                  </a:lnTo>
                  <a:lnTo>
                    <a:pt x="129395" y="63744"/>
                  </a:lnTo>
                  <a:lnTo>
                    <a:pt x="129738" y="63744"/>
                  </a:lnTo>
                  <a:lnTo>
                    <a:pt x="129885" y="63744"/>
                  </a:lnTo>
                  <a:lnTo>
                    <a:pt x="130375" y="63944"/>
                  </a:lnTo>
                  <a:lnTo>
                    <a:pt x="131306" y="63844"/>
                  </a:lnTo>
                  <a:lnTo>
                    <a:pt x="131454" y="63844"/>
                  </a:lnTo>
                  <a:lnTo>
                    <a:pt x="131748" y="64094"/>
                  </a:lnTo>
                  <a:lnTo>
                    <a:pt x="131944" y="64195"/>
                  </a:lnTo>
                  <a:lnTo>
                    <a:pt x="132532" y="64144"/>
                  </a:lnTo>
                  <a:lnTo>
                    <a:pt x="132826" y="63894"/>
                  </a:lnTo>
                  <a:lnTo>
                    <a:pt x="133120" y="63794"/>
                  </a:lnTo>
                  <a:lnTo>
                    <a:pt x="133512" y="63794"/>
                  </a:lnTo>
                  <a:lnTo>
                    <a:pt x="133904" y="63844"/>
                  </a:lnTo>
                  <a:lnTo>
                    <a:pt x="134737" y="64094"/>
                  </a:lnTo>
                  <a:lnTo>
                    <a:pt x="136061" y="64295"/>
                  </a:lnTo>
                  <a:lnTo>
                    <a:pt x="137629" y="64295"/>
                  </a:lnTo>
                  <a:lnTo>
                    <a:pt x="138119" y="64345"/>
                  </a:lnTo>
                  <a:lnTo>
                    <a:pt x="139247" y="64395"/>
                  </a:lnTo>
                  <a:lnTo>
                    <a:pt x="139737" y="64495"/>
                  </a:lnTo>
                  <a:lnTo>
                    <a:pt x="140374" y="64846"/>
                  </a:lnTo>
                  <a:lnTo>
                    <a:pt x="141256" y="64996"/>
                  </a:lnTo>
                  <a:lnTo>
                    <a:pt x="142727" y="65147"/>
                  </a:lnTo>
                  <a:lnTo>
                    <a:pt x="144834" y="65247"/>
                  </a:lnTo>
                  <a:lnTo>
                    <a:pt x="148216" y="65698"/>
                  </a:lnTo>
                  <a:lnTo>
                    <a:pt x="149539" y="65898"/>
                  </a:lnTo>
                  <a:lnTo>
                    <a:pt x="153706" y="66400"/>
                  </a:lnTo>
                  <a:lnTo>
                    <a:pt x="155617" y="66450"/>
                  </a:lnTo>
                  <a:lnTo>
                    <a:pt x="157823" y="66049"/>
                  </a:lnTo>
                  <a:lnTo>
                    <a:pt x="159930" y="65548"/>
                  </a:lnTo>
                  <a:lnTo>
                    <a:pt x="160469" y="65447"/>
                  </a:lnTo>
                  <a:lnTo>
                    <a:pt x="162724" y="64846"/>
                  </a:lnTo>
                  <a:lnTo>
                    <a:pt x="163459" y="64545"/>
                  </a:lnTo>
                  <a:lnTo>
                    <a:pt x="164587" y="63894"/>
                  </a:lnTo>
                  <a:lnTo>
                    <a:pt x="166106" y="61539"/>
                  </a:lnTo>
                  <a:lnTo>
                    <a:pt x="167086" y="59835"/>
                  </a:lnTo>
                  <a:lnTo>
                    <a:pt x="167625" y="58532"/>
                  </a:lnTo>
                  <a:lnTo>
                    <a:pt x="167969" y="56728"/>
                  </a:lnTo>
                  <a:lnTo>
                    <a:pt x="168067" y="55776"/>
                  </a:lnTo>
                  <a:lnTo>
                    <a:pt x="167919" y="54673"/>
                  </a:lnTo>
                  <a:lnTo>
                    <a:pt x="167969" y="52518"/>
                  </a:lnTo>
                  <a:lnTo>
                    <a:pt x="168165" y="50413"/>
                  </a:lnTo>
                  <a:lnTo>
                    <a:pt x="168753" y="48810"/>
                  </a:lnTo>
                  <a:lnTo>
                    <a:pt x="169684" y="46805"/>
                  </a:lnTo>
                  <a:lnTo>
                    <a:pt x="170664" y="45653"/>
                  </a:lnTo>
                  <a:lnTo>
                    <a:pt x="172429" y="44199"/>
                  </a:lnTo>
                  <a:lnTo>
                    <a:pt x="173703" y="43197"/>
                  </a:lnTo>
                  <a:lnTo>
                    <a:pt x="174977" y="42295"/>
                  </a:lnTo>
                  <a:lnTo>
                    <a:pt x="176791" y="40942"/>
                  </a:lnTo>
                  <a:lnTo>
                    <a:pt x="178359" y="39940"/>
                  </a:lnTo>
                  <a:lnTo>
                    <a:pt x="182182" y="37835"/>
                  </a:lnTo>
                  <a:lnTo>
                    <a:pt x="182427" y="37685"/>
                  </a:lnTo>
                  <a:lnTo>
                    <a:pt x="183261" y="37234"/>
                  </a:lnTo>
                  <a:lnTo>
                    <a:pt x="184339" y="36582"/>
                  </a:lnTo>
                  <a:lnTo>
                    <a:pt x="188407" y="34076"/>
                  </a:lnTo>
                  <a:lnTo>
                    <a:pt x="190907" y="31821"/>
                  </a:lnTo>
                  <a:lnTo>
                    <a:pt x="191250" y="31521"/>
                  </a:lnTo>
                  <a:lnTo>
                    <a:pt x="194583" y="28514"/>
                  </a:lnTo>
                  <a:lnTo>
                    <a:pt x="198749" y="24806"/>
                  </a:lnTo>
                  <a:lnTo>
                    <a:pt x="199778" y="23803"/>
                  </a:lnTo>
                  <a:lnTo>
                    <a:pt x="201641" y="22049"/>
                  </a:lnTo>
                  <a:lnTo>
                    <a:pt x="203160" y="20596"/>
                  </a:lnTo>
                  <a:lnTo>
                    <a:pt x="203356" y="20446"/>
                  </a:lnTo>
                  <a:lnTo>
                    <a:pt x="204876" y="17840"/>
                  </a:lnTo>
                  <a:lnTo>
                    <a:pt x="207620" y="13280"/>
                  </a:lnTo>
                  <a:lnTo>
                    <a:pt x="207914" y="12879"/>
                  </a:lnTo>
                  <a:lnTo>
                    <a:pt x="208160" y="12327"/>
                  </a:lnTo>
                  <a:lnTo>
                    <a:pt x="208405" y="11726"/>
                  </a:lnTo>
                  <a:lnTo>
                    <a:pt x="209042" y="10674"/>
                  </a:lnTo>
                  <a:lnTo>
                    <a:pt x="209287" y="10223"/>
                  </a:lnTo>
                  <a:lnTo>
                    <a:pt x="210022" y="8970"/>
                  </a:lnTo>
                  <a:lnTo>
                    <a:pt x="210316" y="8469"/>
                  </a:lnTo>
                  <a:lnTo>
                    <a:pt x="211345" y="6865"/>
                  </a:lnTo>
                  <a:lnTo>
                    <a:pt x="212718" y="5211"/>
                  </a:lnTo>
                  <a:lnTo>
                    <a:pt x="213698" y="4159"/>
                  </a:lnTo>
                  <a:lnTo>
                    <a:pt x="216198" y="1904"/>
                  </a:lnTo>
                  <a:lnTo>
                    <a:pt x="217374" y="851"/>
                  </a:lnTo>
                  <a:lnTo>
                    <a:pt x="217864" y="451"/>
                  </a:lnTo>
                  <a:lnTo>
                    <a:pt x="21840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53338" y="3953182"/>
              <a:ext cx="196837" cy="186771"/>
            </a:xfrm>
            <a:custGeom>
              <a:avLst/>
              <a:pathLst>
                <a:path w="196837" h="186771">
                  <a:moveTo>
                    <a:pt x="159342" y="551"/>
                  </a:moveTo>
                  <a:lnTo>
                    <a:pt x="159587" y="2856"/>
                  </a:lnTo>
                  <a:lnTo>
                    <a:pt x="160028" y="5011"/>
                  </a:lnTo>
                  <a:lnTo>
                    <a:pt x="160273" y="6113"/>
                  </a:lnTo>
                  <a:lnTo>
                    <a:pt x="161156" y="9972"/>
                  </a:lnTo>
                  <a:lnTo>
                    <a:pt x="161352" y="11024"/>
                  </a:lnTo>
                  <a:lnTo>
                    <a:pt x="161597" y="11876"/>
                  </a:lnTo>
                  <a:lnTo>
                    <a:pt x="162283" y="15033"/>
                  </a:lnTo>
                  <a:lnTo>
                    <a:pt x="163410" y="19744"/>
                  </a:lnTo>
                  <a:lnTo>
                    <a:pt x="163508" y="20095"/>
                  </a:lnTo>
                  <a:lnTo>
                    <a:pt x="163998" y="22350"/>
                  </a:lnTo>
                  <a:lnTo>
                    <a:pt x="164342" y="24555"/>
                  </a:lnTo>
                  <a:lnTo>
                    <a:pt x="164636" y="26459"/>
                  </a:lnTo>
                  <a:lnTo>
                    <a:pt x="164636" y="26710"/>
                  </a:lnTo>
                  <a:lnTo>
                    <a:pt x="165077" y="29667"/>
                  </a:lnTo>
                  <a:lnTo>
                    <a:pt x="165469" y="32874"/>
                  </a:lnTo>
                  <a:lnTo>
                    <a:pt x="165518" y="33876"/>
                  </a:lnTo>
                  <a:lnTo>
                    <a:pt x="165616" y="35680"/>
                  </a:lnTo>
                  <a:lnTo>
                    <a:pt x="165665" y="36833"/>
                  </a:lnTo>
                  <a:lnTo>
                    <a:pt x="165714" y="39940"/>
                  </a:lnTo>
                  <a:lnTo>
                    <a:pt x="165714" y="41393"/>
                  </a:lnTo>
                  <a:lnTo>
                    <a:pt x="164930" y="50363"/>
                  </a:lnTo>
                  <a:lnTo>
                    <a:pt x="164734" y="51165"/>
                  </a:lnTo>
                  <a:lnTo>
                    <a:pt x="163312" y="56678"/>
                  </a:lnTo>
                  <a:lnTo>
                    <a:pt x="163263" y="57279"/>
                  </a:lnTo>
                  <a:lnTo>
                    <a:pt x="163067" y="58432"/>
                  </a:lnTo>
                  <a:lnTo>
                    <a:pt x="162871" y="61388"/>
                  </a:lnTo>
                  <a:lnTo>
                    <a:pt x="162724" y="62942"/>
                  </a:lnTo>
                  <a:lnTo>
                    <a:pt x="162675" y="63092"/>
                  </a:lnTo>
                  <a:lnTo>
                    <a:pt x="162381" y="64395"/>
                  </a:lnTo>
                  <a:lnTo>
                    <a:pt x="161744" y="66249"/>
                  </a:lnTo>
                  <a:lnTo>
                    <a:pt x="161646" y="66400"/>
                  </a:lnTo>
                  <a:lnTo>
                    <a:pt x="160862" y="67803"/>
                  </a:lnTo>
                  <a:lnTo>
                    <a:pt x="160518" y="68254"/>
                  </a:lnTo>
                  <a:lnTo>
                    <a:pt x="159489" y="69607"/>
                  </a:lnTo>
                  <a:lnTo>
                    <a:pt x="159195" y="70008"/>
                  </a:lnTo>
                  <a:lnTo>
                    <a:pt x="157921" y="71511"/>
                  </a:lnTo>
                  <a:lnTo>
                    <a:pt x="157725" y="71712"/>
                  </a:lnTo>
                  <a:lnTo>
                    <a:pt x="156450" y="73115"/>
                  </a:lnTo>
                  <a:lnTo>
                    <a:pt x="156156" y="73516"/>
                  </a:lnTo>
                  <a:lnTo>
                    <a:pt x="154196" y="76172"/>
                  </a:lnTo>
                  <a:lnTo>
                    <a:pt x="152725" y="79028"/>
                  </a:lnTo>
                  <a:lnTo>
                    <a:pt x="152088" y="80231"/>
                  </a:lnTo>
                  <a:lnTo>
                    <a:pt x="151549" y="81433"/>
                  </a:lnTo>
                  <a:lnTo>
                    <a:pt x="150177" y="84691"/>
                  </a:lnTo>
                  <a:lnTo>
                    <a:pt x="149000" y="87698"/>
                  </a:lnTo>
                  <a:lnTo>
                    <a:pt x="148510" y="89251"/>
                  </a:lnTo>
                  <a:lnTo>
                    <a:pt x="148069" y="90404"/>
                  </a:lnTo>
                  <a:lnTo>
                    <a:pt x="149883" y="90654"/>
                  </a:lnTo>
                  <a:lnTo>
                    <a:pt x="151696" y="90955"/>
                  </a:lnTo>
                  <a:lnTo>
                    <a:pt x="154441" y="91556"/>
                  </a:lnTo>
                  <a:lnTo>
                    <a:pt x="155029" y="91707"/>
                  </a:lnTo>
                  <a:lnTo>
                    <a:pt x="156891" y="92308"/>
                  </a:lnTo>
                  <a:lnTo>
                    <a:pt x="158558" y="92909"/>
                  </a:lnTo>
                  <a:lnTo>
                    <a:pt x="160616" y="93561"/>
                  </a:lnTo>
                  <a:lnTo>
                    <a:pt x="165126" y="95215"/>
                  </a:lnTo>
                  <a:lnTo>
                    <a:pt x="166841" y="95866"/>
                  </a:lnTo>
                  <a:lnTo>
                    <a:pt x="168900" y="96618"/>
                  </a:lnTo>
                  <a:lnTo>
                    <a:pt x="171399" y="97570"/>
                  </a:lnTo>
                  <a:lnTo>
                    <a:pt x="173556" y="98372"/>
                  </a:lnTo>
                  <a:lnTo>
                    <a:pt x="174487" y="98723"/>
                  </a:lnTo>
                  <a:lnTo>
                    <a:pt x="175566" y="99073"/>
                  </a:lnTo>
                  <a:lnTo>
                    <a:pt x="175958" y="99224"/>
                  </a:lnTo>
                  <a:lnTo>
                    <a:pt x="177232" y="99725"/>
                  </a:lnTo>
                  <a:lnTo>
                    <a:pt x="178800" y="100276"/>
                  </a:lnTo>
                  <a:lnTo>
                    <a:pt x="181153" y="101178"/>
                  </a:lnTo>
                  <a:lnTo>
                    <a:pt x="183800" y="102130"/>
                  </a:lnTo>
                  <a:lnTo>
                    <a:pt x="184633" y="102431"/>
                  </a:lnTo>
                  <a:lnTo>
                    <a:pt x="187819" y="103634"/>
                  </a:lnTo>
                  <a:lnTo>
                    <a:pt x="189142" y="104085"/>
                  </a:lnTo>
                  <a:lnTo>
                    <a:pt x="190123" y="104435"/>
                  </a:lnTo>
                  <a:lnTo>
                    <a:pt x="190515" y="104586"/>
                  </a:lnTo>
                  <a:lnTo>
                    <a:pt x="193259" y="105638"/>
                  </a:lnTo>
                  <a:lnTo>
                    <a:pt x="196837" y="106941"/>
                  </a:lnTo>
                  <a:lnTo>
                    <a:pt x="196004" y="109397"/>
                  </a:lnTo>
                  <a:lnTo>
                    <a:pt x="195514" y="110900"/>
                  </a:lnTo>
                  <a:lnTo>
                    <a:pt x="195122" y="112053"/>
                  </a:lnTo>
                  <a:lnTo>
                    <a:pt x="194387" y="114258"/>
                  </a:lnTo>
                  <a:lnTo>
                    <a:pt x="193995" y="115510"/>
                  </a:lnTo>
                  <a:lnTo>
                    <a:pt x="193504" y="116964"/>
                  </a:lnTo>
                  <a:lnTo>
                    <a:pt x="192622" y="117916"/>
                  </a:lnTo>
                  <a:lnTo>
                    <a:pt x="192524" y="118116"/>
                  </a:lnTo>
                  <a:lnTo>
                    <a:pt x="191838" y="119219"/>
                  </a:lnTo>
                  <a:lnTo>
                    <a:pt x="190613" y="121274"/>
                  </a:lnTo>
                  <a:lnTo>
                    <a:pt x="190319" y="121775"/>
                  </a:lnTo>
                  <a:lnTo>
                    <a:pt x="189779" y="122627"/>
                  </a:lnTo>
                  <a:lnTo>
                    <a:pt x="189681" y="122777"/>
                  </a:lnTo>
                  <a:lnTo>
                    <a:pt x="186300" y="128339"/>
                  </a:lnTo>
                  <a:lnTo>
                    <a:pt x="184437" y="127588"/>
                  </a:lnTo>
                  <a:lnTo>
                    <a:pt x="183947" y="128590"/>
                  </a:lnTo>
                  <a:lnTo>
                    <a:pt x="182869" y="130745"/>
                  </a:lnTo>
                  <a:lnTo>
                    <a:pt x="182231" y="132048"/>
                  </a:lnTo>
                  <a:lnTo>
                    <a:pt x="181937" y="132649"/>
                  </a:lnTo>
                  <a:lnTo>
                    <a:pt x="180761" y="134954"/>
                  </a:lnTo>
                  <a:lnTo>
                    <a:pt x="179879" y="136758"/>
                  </a:lnTo>
                  <a:lnTo>
                    <a:pt x="181545" y="137460"/>
                  </a:lnTo>
                  <a:lnTo>
                    <a:pt x="181839" y="137560"/>
                  </a:lnTo>
                  <a:lnTo>
                    <a:pt x="183800" y="138362"/>
                  </a:lnTo>
                  <a:lnTo>
                    <a:pt x="184437" y="138613"/>
                  </a:lnTo>
                  <a:lnTo>
                    <a:pt x="185319" y="138963"/>
                  </a:lnTo>
                  <a:lnTo>
                    <a:pt x="183653" y="143925"/>
                  </a:lnTo>
                  <a:lnTo>
                    <a:pt x="178702" y="142271"/>
                  </a:lnTo>
                  <a:lnTo>
                    <a:pt x="177624" y="145278"/>
                  </a:lnTo>
                  <a:lnTo>
                    <a:pt x="177526" y="145528"/>
                  </a:lnTo>
                  <a:lnTo>
                    <a:pt x="177281" y="146280"/>
                  </a:lnTo>
                  <a:lnTo>
                    <a:pt x="177036" y="146931"/>
                  </a:lnTo>
                  <a:lnTo>
                    <a:pt x="176007" y="149888"/>
                  </a:lnTo>
                  <a:lnTo>
                    <a:pt x="175272" y="151893"/>
                  </a:lnTo>
                  <a:lnTo>
                    <a:pt x="173458" y="157054"/>
                  </a:lnTo>
                  <a:lnTo>
                    <a:pt x="173360" y="157305"/>
                  </a:lnTo>
                  <a:lnTo>
                    <a:pt x="171645" y="162066"/>
                  </a:lnTo>
                  <a:lnTo>
                    <a:pt x="169782" y="167227"/>
                  </a:lnTo>
                  <a:lnTo>
                    <a:pt x="169537" y="167779"/>
                  </a:lnTo>
                  <a:lnTo>
                    <a:pt x="169341" y="168430"/>
                  </a:lnTo>
                  <a:lnTo>
                    <a:pt x="169292" y="168580"/>
                  </a:lnTo>
                  <a:lnTo>
                    <a:pt x="168655" y="170284"/>
                  </a:lnTo>
                  <a:lnTo>
                    <a:pt x="167870" y="172439"/>
                  </a:lnTo>
                  <a:lnTo>
                    <a:pt x="167576" y="173341"/>
                  </a:lnTo>
                  <a:lnTo>
                    <a:pt x="167135" y="174444"/>
                  </a:lnTo>
                  <a:lnTo>
                    <a:pt x="166400" y="176949"/>
                  </a:lnTo>
                  <a:lnTo>
                    <a:pt x="166302" y="177250"/>
                  </a:lnTo>
                  <a:lnTo>
                    <a:pt x="166008" y="177851"/>
                  </a:lnTo>
                  <a:lnTo>
                    <a:pt x="165812" y="178302"/>
                  </a:lnTo>
                  <a:lnTo>
                    <a:pt x="163508" y="182963"/>
                  </a:lnTo>
                  <a:lnTo>
                    <a:pt x="162430" y="185418"/>
                  </a:lnTo>
                  <a:lnTo>
                    <a:pt x="162675" y="186170"/>
                  </a:lnTo>
                  <a:lnTo>
                    <a:pt x="162479" y="186421"/>
                  </a:lnTo>
                  <a:lnTo>
                    <a:pt x="162136" y="186671"/>
                  </a:lnTo>
                  <a:lnTo>
                    <a:pt x="161695" y="186771"/>
                  </a:lnTo>
                  <a:lnTo>
                    <a:pt x="161499" y="186671"/>
                  </a:lnTo>
                  <a:lnTo>
                    <a:pt x="161254" y="186571"/>
                  </a:lnTo>
                  <a:lnTo>
                    <a:pt x="160666" y="186170"/>
                  </a:lnTo>
                  <a:lnTo>
                    <a:pt x="160126" y="185920"/>
                  </a:lnTo>
                  <a:lnTo>
                    <a:pt x="159244" y="185569"/>
                  </a:lnTo>
                  <a:lnTo>
                    <a:pt x="158460" y="185318"/>
                  </a:lnTo>
                  <a:lnTo>
                    <a:pt x="157970" y="184967"/>
                  </a:lnTo>
                  <a:lnTo>
                    <a:pt x="157333" y="184767"/>
                  </a:lnTo>
                  <a:lnTo>
                    <a:pt x="156842" y="184466"/>
                  </a:lnTo>
                  <a:lnTo>
                    <a:pt x="156205" y="184266"/>
                  </a:lnTo>
                  <a:lnTo>
                    <a:pt x="155666" y="184115"/>
                  </a:lnTo>
                  <a:lnTo>
                    <a:pt x="154980" y="183664"/>
                  </a:lnTo>
                  <a:lnTo>
                    <a:pt x="153951" y="183364"/>
                  </a:lnTo>
                  <a:lnTo>
                    <a:pt x="153412" y="183113"/>
                  </a:lnTo>
                  <a:lnTo>
                    <a:pt x="152823" y="182712"/>
                  </a:lnTo>
                  <a:lnTo>
                    <a:pt x="151941" y="182612"/>
                  </a:lnTo>
                  <a:lnTo>
                    <a:pt x="151451" y="182261"/>
                  </a:lnTo>
                  <a:lnTo>
                    <a:pt x="150863" y="181860"/>
                  </a:lnTo>
                  <a:lnTo>
                    <a:pt x="150226" y="181459"/>
                  </a:lnTo>
                  <a:lnTo>
                    <a:pt x="149343" y="180958"/>
                  </a:lnTo>
                  <a:lnTo>
                    <a:pt x="148755" y="180908"/>
                  </a:lnTo>
                  <a:lnTo>
                    <a:pt x="147971" y="180758"/>
                  </a:lnTo>
                  <a:lnTo>
                    <a:pt x="147432" y="180307"/>
                  </a:lnTo>
                  <a:lnTo>
                    <a:pt x="146403" y="180207"/>
                  </a:lnTo>
                  <a:lnTo>
                    <a:pt x="145814" y="179856"/>
                  </a:lnTo>
                  <a:lnTo>
                    <a:pt x="145030" y="179455"/>
                  </a:lnTo>
                  <a:lnTo>
                    <a:pt x="144442" y="179355"/>
                  </a:lnTo>
                  <a:lnTo>
                    <a:pt x="143413" y="179154"/>
                  </a:lnTo>
                  <a:lnTo>
                    <a:pt x="142482" y="178803"/>
                  </a:lnTo>
                  <a:lnTo>
                    <a:pt x="142089" y="178653"/>
                  </a:lnTo>
                  <a:lnTo>
                    <a:pt x="141403" y="178453"/>
                  </a:lnTo>
                  <a:lnTo>
                    <a:pt x="140766" y="178352"/>
                  </a:lnTo>
                  <a:lnTo>
                    <a:pt x="140129" y="178002"/>
                  </a:lnTo>
                  <a:lnTo>
                    <a:pt x="139492" y="177701"/>
                  </a:lnTo>
                  <a:lnTo>
                    <a:pt x="139002" y="177400"/>
                  </a:lnTo>
                  <a:lnTo>
                    <a:pt x="138217" y="177150"/>
                  </a:lnTo>
                  <a:lnTo>
                    <a:pt x="137188" y="176799"/>
                  </a:lnTo>
                  <a:lnTo>
                    <a:pt x="136600" y="176548"/>
                  </a:lnTo>
                  <a:lnTo>
                    <a:pt x="135767" y="176198"/>
                  </a:lnTo>
                  <a:lnTo>
                    <a:pt x="135228" y="176047"/>
                  </a:lnTo>
                  <a:lnTo>
                    <a:pt x="134492" y="175696"/>
                  </a:lnTo>
                  <a:lnTo>
                    <a:pt x="133855" y="175596"/>
                  </a:lnTo>
                  <a:lnTo>
                    <a:pt x="133463" y="175546"/>
                  </a:lnTo>
                  <a:lnTo>
                    <a:pt x="132777" y="175346"/>
                  </a:lnTo>
                  <a:lnTo>
                    <a:pt x="132336" y="174995"/>
                  </a:lnTo>
                  <a:lnTo>
                    <a:pt x="131748" y="174644"/>
                  </a:lnTo>
                  <a:lnTo>
                    <a:pt x="131061" y="174243"/>
                  </a:lnTo>
                  <a:lnTo>
                    <a:pt x="130179" y="173842"/>
                  </a:lnTo>
                  <a:lnTo>
                    <a:pt x="129542" y="173642"/>
                  </a:lnTo>
                  <a:lnTo>
                    <a:pt x="129248" y="173642"/>
                  </a:lnTo>
                  <a:lnTo>
                    <a:pt x="128856" y="173241"/>
                  </a:lnTo>
                  <a:lnTo>
                    <a:pt x="128317" y="172940"/>
                  </a:lnTo>
                  <a:lnTo>
                    <a:pt x="127876" y="172840"/>
                  </a:lnTo>
                  <a:lnTo>
                    <a:pt x="127238" y="172640"/>
                  </a:lnTo>
                  <a:lnTo>
                    <a:pt x="126601" y="172239"/>
                  </a:lnTo>
                  <a:lnTo>
                    <a:pt x="125817" y="171738"/>
                  </a:lnTo>
                  <a:lnTo>
                    <a:pt x="124886" y="171136"/>
                  </a:lnTo>
                  <a:lnTo>
                    <a:pt x="123807" y="170535"/>
                  </a:lnTo>
                  <a:lnTo>
                    <a:pt x="122925" y="170234"/>
                  </a:lnTo>
                  <a:lnTo>
                    <a:pt x="121994" y="169783"/>
                  </a:lnTo>
                  <a:lnTo>
                    <a:pt x="121553" y="169432"/>
                  </a:lnTo>
                  <a:lnTo>
                    <a:pt x="120720" y="168981"/>
                  </a:lnTo>
                  <a:lnTo>
                    <a:pt x="119935" y="168330"/>
                  </a:lnTo>
                  <a:lnTo>
                    <a:pt x="119200" y="167829"/>
                  </a:lnTo>
                  <a:lnTo>
                    <a:pt x="118122" y="167428"/>
                  </a:lnTo>
                  <a:lnTo>
                    <a:pt x="117436" y="166927"/>
                  </a:lnTo>
                  <a:lnTo>
                    <a:pt x="116700" y="166426"/>
                  </a:lnTo>
                  <a:lnTo>
                    <a:pt x="115965" y="165874"/>
                  </a:lnTo>
                  <a:lnTo>
                    <a:pt x="115328" y="165473"/>
                  </a:lnTo>
                  <a:lnTo>
                    <a:pt x="114544" y="165022"/>
                  </a:lnTo>
                  <a:lnTo>
                    <a:pt x="113515" y="164321"/>
                  </a:lnTo>
                  <a:lnTo>
                    <a:pt x="112779" y="163870"/>
                  </a:lnTo>
                  <a:lnTo>
                    <a:pt x="112289" y="163319"/>
                  </a:lnTo>
                  <a:lnTo>
                    <a:pt x="111848" y="162968"/>
                  </a:lnTo>
                  <a:lnTo>
                    <a:pt x="111211" y="162467"/>
                  </a:lnTo>
                  <a:lnTo>
                    <a:pt x="110427" y="162216"/>
                  </a:lnTo>
                  <a:lnTo>
                    <a:pt x="110035" y="161965"/>
                  </a:lnTo>
                  <a:lnTo>
                    <a:pt x="109594" y="161464"/>
                  </a:lnTo>
                  <a:lnTo>
                    <a:pt x="108711" y="161063"/>
                  </a:lnTo>
                  <a:lnTo>
                    <a:pt x="108025" y="160663"/>
                  </a:lnTo>
                  <a:lnTo>
                    <a:pt x="107437" y="160161"/>
                  </a:lnTo>
                  <a:lnTo>
                    <a:pt x="106751" y="159610"/>
                  </a:lnTo>
                  <a:lnTo>
                    <a:pt x="106310" y="159209"/>
                  </a:lnTo>
                  <a:lnTo>
                    <a:pt x="106016" y="158808"/>
                  </a:lnTo>
                  <a:lnTo>
                    <a:pt x="105525" y="158558"/>
                  </a:lnTo>
                  <a:lnTo>
                    <a:pt x="105084" y="158107"/>
                  </a:lnTo>
                  <a:lnTo>
                    <a:pt x="104496" y="157756"/>
                  </a:lnTo>
                  <a:lnTo>
                    <a:pt x="103810" y="157405"/>
                  </a:lnTo>
                  <a:lnTo>
                    <a:pt x="103271" y="157155"/>
                  </a:lnTo>
                  <a:lnTo>
                    <a:pt x="102830" y="156804"/>
                  </a:lnTo>
                  <a:lnTo>
                    <a:pt x="102389" y="156503"/>
                  </a:lnTo>
                  <a:lnTo>
                    <a:pt x="101751" y="156152"/>
                  </a:lnTo>
                  <a:lnTo>
                    <a:pt x="101114" y="155701"/>
                  </a:lnTo>
                  <a:lnTo>
                    <a:pt x="100477" y="155250"/>
                  </a:lnTo>
                  <a:lnTo>
                    <a:pt x="99889" y="154950"/>
                  </a:lnTo>
                  <a:lnTo>
                    <a:pt x="99105" y="154649"/>
                  </a:lnTo>
                  <a:lnTo>
                    <a:pt x="98565" y="154198"/>
                  </a:lnTo>
                  <a:lnTo>
                    <a:pt x="97536" y="153647"/>
                  </a:lnTo>
                  <a:lnTo>
                    <a:pt x="96801" y="153095"/>
                  </a:lnTo>
                  <a:lnTo>
                    <a:pt x="95870" y="152494"/>
                  </a:lnTo>
                  <a:lnTo>
                    <a:pt x="95331" y="152143"/>
                  </a:lnTo>
                  <a:lnTo>
                    <a:pt x="94497" y="151592"/>
                  </a:lnTo>
                  <a:lnTo>
                    <a:pt x="94105" y="151392"/>
                  </a:lnTo>
                  <a:lnTo>
                    <a:pt x="93615" y="150890"/>
                  </a:lnTo>
                  <a:lnTo>
                    <a:pt x="93370" y="150439"/>
                  </a:lnTo>
                  <a:lnTo>
                    <a:pt x="93027" y="149988"/>
                  </a:lnTo>
                  <a:lnTo>
                    <a:pt x="92292" y="149537"/>
                  </a:lnTo>
                  <a:lnTo>
                    <a:pt x="91557" y="149136"/>
                  </a:lnTo>
                  <a:lnTo>
                    <a:pt x="91017" y="148535"/>
                  </a:lnTo>
                  <a:lnTo>
                    <a:pt x="90527" y="148234"/>
                  </a:lnTo>
                  <a:lnTo>
                    <a:pt x="89890" y="147884"/>
                  </a:lnTo>
                  <a:lnTo>
                    <a:pt x="89057" y="147683"/>
                  </a:lnTo>
                  <a:lnTo>
                    <a:pt x="87783" y="147032"/>
                  </a:lnTo>
                  <a:lnTo>
                    <a:pt x="86606" y="146480"/>
                  </a:lnTo>
                  <a:lnTo>
                    <a:pt x="85724" y="145929"/>
                  </a:lnTo>
                  <a:lnTo>
                    <a:pt x="85087" y="145478"/>
                  </a:lnTo>
                  <a:lnTo>
                    <a:pt x="84205" y="145077"/>
                  </a:lnTo>
                  <a:lnTo>
                    <a:pt x="83224" y="144225"/>
                  </a:lnTo>
                  <a:lnTo>
                    <a:pt x="81999" y="143373"/>
                  </a:lnTo>
                  <a:lnTo>
                    <a:pt x="81166" y="142973"/>
                  </a:lnTo>
                  <a:lnTo>
                    <a:pt x="80333" y="142522"/>
                  </a:lnTo>
                  <a:lnTo>
                    <a:pt x="78617" y="141469"/>
                  </a:lnTo>
                  <a:lnTo>
                    <a:pt x="77735" y="140918"/>
                  </a:lnTo>
                  <a:lnTo>
                    <a:pt x="76460" y="140216"/>
                  </a:lnTo>
                  <a:lnTo>
                    <a:pt x="75284" y="139414"/>
                  </a:lnTo>
                  <a:lnTo>
                    <a:pt x="73961" y="138813"/>
                  </a:lnTo>
                  <a:lnTo>
                    <a:pt x="73030" y="138112"/>
                  </a:lnTo>
                  <a:lnTo>
                    <a:pt x="72343" y="137711"/>
                  </a:lnTo>
                  <a:lnTo>
                    <a:pt x="71510" y="137410"/>
                  </a:lnTo>
                  <a:lnTo>
                    <a:pt x="70775" y="136859"/>
                  </a:lnTo>
                  <a:lnTo>
                    <a:pt x="69648" y="136307"/>
                  </a:lnTo>
                  <a:lnTo>
                    <a:pt x="68814" y="135806"/>
                  </a:lnTo>
                  <a:lnTo>
                    <a:pt x="68177" y="135105"/>
                  </a:lnTo>
                  <a:lnTo>
                    <a:pt x="66609" y="134303"/>
                  </a:lnTo>
                  <a:lnTo>
                    <a:pt x="65530" y="133802"/>
                  </a:lnTo>
                  <a:lnTo>
                    <a:pt x="64452" y="133200"/>
                  </a:lnTo>
                  <a:lnTo>
                    <a:pt x="63521" y="132749"/>
                  </a:lnTo>
                  <a:lnTo>
                    <a:pt x="62835" y="132399"/>
                  </a:lnTo>
                  <a:lnTo>
                    <a:pt x="61952" y="132048"/>
                  </a:lnTo>
                  <a:lnTo>
                    <a:pt x="61266" y="131396"/>
                  </a:lnTo>
                  <a:lnTo>
                    <a:pt x="59502" y="130595"/>
                  </a:lnTo>
                  <a:lnTo>
                    <a:pt x="58031" y="129793"/>
                  </a:lnTo>
                  <a:lnTo>
                    <a:pt x="57100" y="129091"/>
                  </a:lnTo>
                  <a:lnTo>
                    <a:pt x="55336" y="127939"/>
                  </a:lnTo>
                  <a:lnTo>
                    <a:pt x="54551" y="127337"/>
                  </a:lnTo>
                  <a:lnTo>
                    <a:pt x="53767" y="126886"/>
                  </a:lnTo>
                  <a:lnTo>
                    <a:pt x="52836" y="126485"/>
                  </a:lnTo>
                  <a:lnTo>
                    <a:pt x="52052" y="126084"/>
                  </a:lnTo>
                  <a:lnTo>
                    <a:pt x="51317" y="125884"/>
                  </a:lnTo>
                  <a:lnTo>
                    <a:pt x="50581" y="125583"/>
                  </a:lnTo>
                  <a:lnTo>
                    <a:pt x="49797" y="125383"/>
                  </a:lnTo>
                  <a:lnTo>
                    <a:pt x="48915" y="125082"/>
                  </a:lnTo>
                  <a:lnTo>
                    <a:pt x="47984" y="124781"/>
                  </a:lnTo>
                  <a:lnTo>
                    <a:pt x="47003" y="124431"/>
                  </a:lnTo>
                  <a:lnTo>
                    <a:pt x="45582" y="123879"/>
                  </a:lnTo>
                  <a:lnTo>
                    <a:pt x="43670" y="123178"/>
                  </a:lnTo>
                  <a:lnTo>
                    <a:pt x="42298" y="122677"/>
                  </a:lnTo>
                  <a:lnTo>
                    <a:pt x="41073" y="122226"/>
                  </a:lnTo>
                  <a:lnTo>
                    <a:pt x="40092" y="121775"/>
                  </a:lnTo>
                  <a:lnTo>
                    <a:pt x="38965" y="121274"/>
                  </a:lnTo>
                  <a:lnTo>
                    <a:pt x="37985" y="120772"/>
                  </a:lnTo>
                  <a:lnTo>
                    <a:pt x="37103" y="120221"/>
                  </a:lnTo>
                  <a:lnTo>
                    <a:pt x="36367" y="119770"/>
                  </a:lnTo>
                  <a:lnTo>
                    <a:pt x="35436" y="119319"/>
                  </a:lnTo>
                  <a:lnTo>
                    <a:pt x="34799" y="118868"/>
                  </a:lnTo>
                  <a:lnTo>
                    <a:pt x="34113" y="118367"/>
                  </a:lnTo>
                  <a:lnTo>
                    <a:pt x="33378" y="117866"/>
                  </a:lnTo>
                  <a:lnTo>
                    <a:pt x="32593" y="117365"/>
                  </a:lnTo>
                  <a:lnTo>
                    <a:pt x="31662" y="116713"/>
                  </a:lnTo>
                  <a:lnTo>
                    <a:pt x="30437" y="115811"/>
                  </a:lnTo>
                  <a:lnTo>
                    <a:pt x="29506" y="115260"/>
                  </a:lnTo>
                  <a:lnTo>
                    <a:pt x="28133" y="114508"/>
                  </a:lnTo>
                  <a:lnTo>
                    <a:pt x="27202" y="113757"/>
                  </a:lnTo>
                  <a:lnTo>
                    <a:pt x="25781" y="112955"/>
                  </a:lnTo>
                  <a:lnTo>
                    <a:pt x="24163" y="112103"/>
                  </a:lnTo>
                  <a:lnTo>
                    <a:pt x="23281" y="111501"/>
                  </a:lnTo>
                  <a:lnTo>
                    <a:pt x="22056" y="110599"/>
                  </a:lnTo>
                  <a:lnTo>
                    <a:pt x="20928" y="109798"/>
                  </a:lnTo>
                  <a:lnTo>
                    <a:pt x="20046" y="109196"/>
                  </a:lnTo>
                  <a:lnTo>
                    <a:pt x="19360" y="108695"/>
                  </a:lnTo>
                  <a:lnTo>
                    <a:pt x="19066" y="108244"/>
                  </a:lnTo>
                  <a:lnTo>
                    <a:pt x="18429" y="107793"/>
                  </a:lnTo>
                  <a:lnTo>
                    <a:pt x="17546" y="107442"/>
                  </a:lnTo>
                  <a:lnTo>
                    <a:pt x="17007" y="107292"/>
                  </a:lnTo>
                  <a:lnTo>
                    <a:pt x="16419" y="106941"/>
                  </a:lnTo>
                  <a:lnTo>
                    <a:pt x="15978" y="106540"/>
                  </a:lnTo>
                  <a:lnTo>
                    <a:pt x="15537" y="106089"/>
                  </a:lnTo>
                  <a:lnTo>
                    <a:pt x="15194" y="105738"/>
                  </a:lnTo>
                  <a:lnTo>
                    <a:pt x="14802" y="105688"/>
                  </a:lnTo>
                  <a:lnTo>
                    <a:pt x="14507" y="105588"/>
                  </a:lnTo>
                  <a:lnTo>
                    <a:pt x="13968" y="105438"/>
                  </a:lnTo>
                  <a:lnTo>
                    <a:pt x="13576" y="105087"/>
                  </a:lnTo>
                  <a:lnTo>
                    <a:pt x="13086" y="104636"/>
                  </a:lnTo>
                  <a:lnTo>
                    <a:pt x="12694" y="104385"/>
                  </a:lnTo>
                  <a:lnTo>
                    <a:pt x="12204" y="104135"/>
                  </a:lnTo>
                  <a:lnTo>
                    <a:pt x="11665" y="103884"/>
                  </a:lnTo>
                  <a:lnTo>
                    <a:pt x="10831" y="103584"/>
                  </a:lnTo>
                  <a:lnTo>
                    <a:pt x="10488" y="103383"/>
                  </a:lnTo>
                  <a:lnTo>
                    <a:pt x="10292" y="103183"/>
                  </a:lnTo>
                  <a:lnTo>
                    <a:pt x="9802" y="102782"/>
                  </a:lnTo>
                  <a:lnTo>
                    <a:pt x="9410" y="102431"/>
                  </a:lnTo>
                  <a:lnTo>
                    <a:pt x="8871" y="102130"/>
                  </a:lnTo>
                  <a:lnTo>
                    <a:pt x="8087" y="101729"/>
                  </a:lnTo>
                  <a:lnTo>
                    <a:pt x="7548" y="101579"/>
                  </a:lnTo>
                  <a:lnTo>
                    <a:pt x="6763" y="101379"/>
                  </a:lnTo>
                  <a:lnTo>
                    <a:pt x="6126" y="101178"/>
                  </a:lnTo>
                  <a:lnTo>
                    <a:pt x="5685" y="100827"/>
                  </a:lnTo>
                  <a:lnTo>
                    <a:pt x="5146" y="100226"/>
                  </a:lnTo>
                  <a:lnTo>
                    <a:pt x="4950" y="99775"/>
                  </a:lnTo>
                  <a:lnTo>
                    <a:pt x="4656" y="99274"/>
                  </a:lnTo>
                  <a:lnTo>
                    <a:pt x="4313" y="98973"/>
                  </a:lnTo>
                  <a:lnTo>
                    <a:pt x="3725" y="98723"/>
                  </a:lnTo>
                  <a:lnTo>
                    <a:pt x="3136" y="98422"/>
                  </a:lnTo>
                  <a:lnTo>
                    <a:pt x="2842" y="98171"/>
                  </a:lnTo>
                  <a:lnTo>
                    <a:pt x="2254" y="98021"/>
                  </a:lnTo>
                  <a:lnTo>
                    <a:pt x="1813" y="97971"/>
                  </a:lnTo>
                  <a:lnTo>
                    <a:pt x="1274" y="97770"/>
                  </a:lnTo>
                  <a:lnTo>
                    <a:pt x="490" y="97520"/>
                  </a:lnTo>
                  <a:lnTo>
                    <a:pt x="0" y="97369"/>
                  </a:lnTo>
                  <a:lnTo>
                    <a:pt x="637" y="96668"/>
                  </a:lnTo>
                  <a:lnTo>
                    <a:pt x="980" y="96317"/>
                  </a:lnTo>
                  <a:lnTo>
                    <a:pt x="1225" y="95666"/>
                  </a:lnTo>
                  <a:lnTo>
                    <a:pt x="1617" y="94513"/>
                  </a:lnTo>
                  <a:lnTo>
                    <a:pt x="2156" y="93110"/>
                  </a:lnTo>
                  <a:lnTo>
                    <a:pt x="2352" y="92709"/>
                  </a:lnTo>
                  <a:lnTo>
                    <a:pt x="3136" y="91005"/>
                  </a:lnTo>
                  <a:lnTo>
                    <a:pt x="4215" y="88099"/>
                  </a:lnTo>
                  <a:lnTo>
                    <a:pt x="4313" y="87848"/>
                  </a:lnTo>
                  <a:lnTo>
                    <a:pt x="4656" y="86846"/>
                  </a:lnTo>
                  <a:lnTo>
                    <a:pt x="5097" y="85793"/>
                  </a:lnTo>
                  <a:lnTo>
                    <a:pt x="5244" y="85392"/>
                  </a:lnTo>
                  <a:lnTo>
                    <a:pt x="7499" y="86194"/>
                  </a:lnTo>
                  <a:lnTo>
                    <a:pt x="7695" y="85843"/>
                  </a:lnTo>
                  <a:lnTo>
                    <a:pt x="7793" y="85643"/>
                  </a:lnTo>
                  <a:lnTo>
                    <a:pt x="9263" y="83137"/>
                  </a:lnTo>
                  <a:lnTo>
                    <a:pt x="10684" y="80682"/>
                  </a:lnTo>
                  <a:lnTo>
                    <a:pt x="10831" y="80732"/>
                  </a:lnTo>
                  <a:lnTo>
                    <a:pt x="11175" y="80882"/>
                  </a:lnTo>
                  <a:lnTo>
                    <a:pt x="11567" y="81033"/>
                  </a:lnTo>
                  <a:lnTo>
                    <a:pt x="12596" y="79078"/>
                  </a:lnTo>
                  <a:lnTo>
                    <a:pt x="13233" y="78026"/>
                  </a:lnTo>
                  <a:lnTo>
                    <a:pt x="13674" y="77274"/>
                  </a:lnTo>
                  <a:lnTo>
                    <a:pt x="14704" y="75470"/>
                  </a:lnTo>
                  <a:lnTo>
                    <a:pt x="16174" y="72864"/>
                  </a:lnTo>
                  <a:lnTo>
                    <a:pt x="17889" y="69807"/>
                  </a:lnTo>
                  <a:lnTo>
                    <a:pt x="18968" y="67953"/>
                  </a:lnTo>
                  <a:lnTo>
                    <a:pt x="19360" y="67302"/>
                  </a:lnTo>
                  <a:lnTo>
                    <a:pt x="19605" y="66901"/>
                  </a:lnTo>
                  <a:lnTo>
                    <a:pt x="26908" y="70108"/>
                  </a:lnTo>
                  <a:lnTo>
                    <a:pt x="27202" y="70208"/>
                  </a:lnTo>
                  <a:lnTo>
                    <a:pt x="27300" y="69958"/>
                  </a:lnTo>
                  <a:lnTo>
                    <a:pt x="27937" y="68153"/>
                  </a:lnTo>
                  <a:lnTo>
                    <a:pt x="28035" y="67853"/>
                  </a:lnTo>
                  <a:lnTo>
                    <a:pt x="28819" y="65748"/>
                  </a:lnTo>
                  <a:lnTo>
                    <a:pt x="30976" y="60637"/>
                  </a:lnTo>
                  <a:lnTo>
                    <a:pt x="31564" y="59384"/>
                  </a:lnTo>
                  <a:lnTo>
                    <a:pt x="32005" y="58582"/>
                  </a:lnTo>
                  <a:lnTo>
                    <a:pt x="32201" y="58031"/>
                  </a:lnTo>
                  <a:lnTo>
                    <a:pt x="32642" y="57329"/>
                  </a:lnTo>
                  <a:lnTo>
                    <a:pt x="33329" y="55826"/>
                  </a:lnTo>
                  <a:lnTo>
                    <a:pt x="33917" y="53871"/>
                  </a:lnTo>
                  <a:lnTo>
                    <a:pt x="34407" y="51015"/>
                  </a:lnTo>
                  <a:lnTo>
                    <a:pt x="34701" y="49762"/>
                  </a:lnTo>
                  <a:lnTo>
                    <a:pt x="34848" y="49311"/>
                  </a:lnTo>
                  <a:lnTo>
                    <a:pt x="35093" y="48259"/>
                  </a:lnTo>
                  <a:lnTo>
                    <a:pt x="36171" y="43748"/>
                  </a:lnTo>
                  <a:lnTo>
                    <a:pt x="36367" y="42796"/>
                  </a:lnTo>
                  <a:lnTo>
                    <a:pt x="36809" y="40190"/>
                  </a:lnTo>
                  <a:lnTo>
                    <a:pt x="36858" y="39589"/>
                  </a:lnTo>
                  <a:lnTo>
                    <a:pt x="36858" y="39439"/>
                  </a:lnTo>
                  <a:lnTo>
                    <a:pt x="36907" y="39288"/>
                  </a:lnTo>
                  <a:lnTo>
                    <a:pt x="36956" y="38386"/>
                  </a:lnTo>
                  <a:lnTo>
                    <a:pt x="36956" y="38035"/>
                  </a:lnTo>
                  <a:lnTo>
                    <a:pt x="37054" y="36883"/>
                  </a:lnTo>
                  <a:lnTo>
                    <a:pt x="37103" y="36682"/>
                  </a:lnTo>
                  <a:lnTo>
                    <a:pt x="37152" y="35630"/>
                  </a:lnTo>
                  <a:lnTo>
                    <a:pt x="37201" y="34878"/>
                  </a:lnTo>
                  <a:lnTo>
                    <a:pt x="37201" y="34528"/>
                  </a:lnTo>
                  <a:lnTo>
                    <a:pt x="37152" y="33275"/>
                  </a:lnTo>
                  <a:lnTo>
                    <a:pt x="37152" y="33024"/>
                  </a:lnTo>
                  <a:lnTo>
                    <a:pt x="37103" y="30919"/>
                  </a:lnTo>
                  <a:lnTo>
                    <a:pt x="36956" y="30368"/>
                  </a:lnTo>
                  <a:lnTo>
                    <a:pt x="36858" y="29817"/>
                  </a:lnTo>
                  <a:lnTo>
                    <a:pt x="36711" y="28915"/>
                  </a:lnTo>
                  <a:lnTo>
                    <a:pt x="36564" y="28213"/>
                  </a:lnTo>
                  <a:lnTo>
                    <a:pt x="36073" y="25708"/>
                  </a:lnTo>
                  <a:lnTo>
                    <a:pt x="35632" y="23653"/>
                  </a:lnTo>
                  <a:lnTo>
                    <a:pt x="35436" y="22500"/>
                  </a:lnTo>
                  <a:lnTo>
                    <a:pt x="34897" y="19744"/>
                  </a:lnTo>
                  <a:lnTo>
                    <a:pt x="34554" y="17639"/>
                  </a:lnTo>
                  <a:lnTo>
                    <a:pt x="34358" y="16687"/>
                  </a:lnTo>
                  <a:lnTo>
                    <a:pt x="34260" y="16036"/>
                  </a:lnTo>
                  <a:lnTo>
                    <a:pt x="34113" y="15284"/>
                  </a:lnTo>
                  <a:lnTo>
                    <a:pt x="36171" y="15084"/>
                  </a:lnTo>
                  <a:lnTo>
                    <a:pt x="37887" y="14883"/>
                  </a:lnTo>
                  <a:lnTo>
                    <a:pt x="42935" y="14382"/>
                  </a:lnTo>
                  <a:lnTo>
                    <a:pt x="44553" y="14232"/>
                  </a:lnTo>
                  <a:lnTo>
                    <a:pt x="52542" y="13430"/>
                  </a:lnTo>
                  <a:lnTo>
                    <a:pt x="53424" y="13330"/>
                  </a:lnTo>
                  <a:lnTo>
                    <a:pt x="53571" y="13330"/>
                  </a:lnTo>
                  <a:lnTo>
                    <a:pt x="53865" y="13280"/>
                  </a:lnTo>
                  <a:lnTo>
                    <a:pt x="60139" y="12678"/>
                  </a:lnTo>
                  <a:lnTo>
                    <a:pt x="61217" y="12528"/>
                  </a:lnTo>
                  <a:lnTo>
                    <a:pt x="67344" y="11926"/>
                  </a:lnTo>
                  <a:lnTo>
                    <a:pt x="67589" y="11876"/>
                  </a:lnTo>
                  <a:lnTo>
                    <a:pt x="69599" y="11576"/>
                  </a:lnTo>
                  <a:lnTo>
                    <a:pt x="70775" y="11425"/>
                  </a:lnTo>
                  <a:lnTo>
                    <a:pt x="71412" y="11325"/>
                  </a:lnTo>
                  <a:lnTo>
                    <a:pt x="75921" y="10774"/>
                  </a:lnTo>
                  <a:lnTo>
                    <a:pt x="76313" y="10724"/>
                  </a:lnTo>
                  <a:lnTo>
                    <a:pt x="83077" y="10122"/>
                  </a:lnTo>
                  <a:lnTo>
                    <a:pt x="83224" y="10122"/>
                  </a:lnTo>
                  <a:lnTo>
                    <a:pt x="96605" y="8819"/>
                  </a:lnTo>
                  <a:lnTo>
                    <a:pt x="101800" y="8318"/>
                  </a:lnTo>
                  <a:lnTo>
                    <a:pt x="107388" y="7717"/>
                  </a:lnTo>
                  <a:lnTo>
                    <a:pt x="107731" y="7717"/>
                  </a:lnTo>
                  <a:lnTo>
                    <a:pt x="109495" y="7516"/>
                  </a:lnTo>
                  <a:lnTo>
                    <a:pt x="114887" y="6965"/>
                  </a:lnTo>
                  <a:lnTo>
                    <a:pt x="117338" y="6815"/>
                  </a:lnTo>
                  <a:lnTo>
                    <a:pt x="119004" y="6665"/>
                  </a:lnTo>
                  <a:lnTo>
                    <a:pt x="120082" y="6564"/>
                  </a:lnTo>
                  <a:lnTo>
                    <a:pt x="122827" y="6264"/>
                  </a:lnTo>
                  <a:lnTo>
                    <a:pt x="123807" y="6113"/>
                  </a:lnTo>
                  <a:lnTo>
                    <a:pt x="126209" y="5763"/>
                  </a:lnTo>
                  <a:lnTo>
                    <a:pt x="128856" y="5362"/>
                  </a:lnTo>
                  <a:lnTo>
                    <a:pt x="131110" y="5011"/>
                  </a:lnTo>
                  <a:lnTo>
                    <a:pt x="131404" y="5011"/>
                  </a:lnTo>
                  <a:lnTo>
                    <a:pt x="131993" y="5061"/>
                  </a:lnTo>
                  <a:lnTo>
                    <a:pt x="132189" y="5061"/>
                  </a:lnTo>
                  <a:lnTo>
                    <a:pt x="135375" y="4760"/>
                  </a:lnTo>
                  <a:lnTo>
                    <a:pt x="139982" y="4259"/>
                  </a:lnTo>
                  <a:lnTo>
                    <a:pt x="140178" y="4259"/>
                  </a:lnTo>
                  <a:lnTo>
                    <a:pt x="141109" y="4109"/>
                  </a:lnTo>
                  <a:lnTo>
                    <a:pt x="144785" y="3558"/>
                  </a:lnTo>
                  <a:lnTo>
                    <a:pt x="146599" y="3157"/>
                  </a:lnTo>
                  <a:lnTo>
                    <a:pt x="147628" y="2956"/>
                  </a:lnTo>
                  <a:lnTo>
                    <a:pt x="148412" y="2756"/>
                  </a:lnTo>
                  <a:lnTo>
                    <a:pt x="1591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45420" y="3789713"/>
              <a:ext cx="259673" cy="154599"/>
            </a:xfrm>
            <a:custGeom>
              <a:avLst/>
              <a:pathLst>
                <a:path w="259673" h="154599">
                  <a:moveTo>
                    <a:pt x="229774" y="150"/>
                  </a:moveTo>
                  <a:lnTo>
                    <a:pt x="230363" y="1854"/>
                  </a:lnTo>
                  <a:lnTo>
                    <a:pt x="230706" y="2305"/>
                  </a:lnTo>
                  <a:lnTo>
                    <a:pt x="231392" y="2505"/>
                  </a:lnTo>
                  <a:lnTo>
                    <a:pt x="231686" y="2555"/>
                  </a:lnTo>
                  <a:lnTo>
                    <a:pt x="235117" y="3357"/>
                  </a:lnTo>
                  <a:lnTo>
                    <a:pt x="235019" y="7466"/>
                  </a:lnTo>
                  <a:lnTo>
                    <a:pt x="235019" y="8168"/>
                  </a:lnTo>
                  <a:lnTo>
                    <a:pt x="235117" y="8819"/>
                  </a:lnTo>
                  <a:lnTo>
                    <a:pt x="235117" y="9020"/>
                  </a:lnTo>
                  <a:lnTo>
                    <a:pt x="235264" y="10774"/>
                  </a:lnTo>
                  <a:lnTo>
                    <a:pt x="235656" y="12277"/>
                  </a:lnTo>
                  <a:lnTo>
                    <a:pt x="236489" y="15685"/>
                  </a:lnTo>
                  <a:lnTo>
                    <a:pt x="235362" y="16036"/>
                  </a:lnTo>
                  <a:lnTo>
                    <a:pt x="233548" y="16537"/>
                  </a:lnTo>
                  <a:lnTo>
                    <a:pt x="233843" y="17790"/>
                  </a:lnTo>
                  <a:lnTo>
                    <a:pt x="234970" y="22751"/>
                  </a:lnTo>
                  <a:lnTo>
                    <a:pt x="236734" y="27963"/>
                  </a:lnTo>
                  <a:lnTo>
                    <a:pt x="237715" y="29967"/>
                  </a:lnTo>
                  <a:lnTo>
                    <a:pt x="238695" y="31320"/>
                  </a:lnTo>
                  <a:lnTo>
                    <a:pt x="239822" y="33676"/>
                  </a:lnTo>
                  <a:lnTo>
                    <a:pt x="241783" y="38186"/>
                  </a:lnTo>
                  <a:lnTo>
                    <a:pt x="243057" y="41243"/>
                  </a:lnTo>
                  <a:lnTo>
                    <a:pt x="245606" y="47206"/>
                  </a:lnTo>
                  <a:lnTo>
                    <a:pt x="246880" y="50464"/>
                  </a:lnTo>
                  <a:lnTo>
                    <a:pt x="248841" y="55325"/>
                  </a:lnTo>
                  <a:lnTo>
                    <a:pt x="251242" y="61990"/>
                  </a:lnTo>
                  <a:lnTo>
                    <a:pt x="251487" y="61839"/>
                  </a:lnTo>
                  <a:lnTo>
                    <a:pt x="251879" y="61589"/>
                  </a:lnTo>
                  <a:lnTo>
                    <a:pt x="259673" y="81033"/>
                  </a:lnTo>
                  <a:lnTo>
                    <a:pt x="258594" y="81484"/>
                  </a:lnTo>
                  <a:lnTo>
                    <a:pt x="251095" y="84541"/>
                  </a:lnTo>
                  <a:lnTo>
                    <a:pt x="248498" y="85593"/>
                  </a:lnTo>
                  <a:lnTo>
                    <a:pt x="246880" y="86244"/>
                  </a:lnTo>
                  <a:lnTo>
                    <a:pt x="241293" y="88550"/>
                  </a:lnTo>
                  <a:lnTo>
                    <a:pt x="235901" y="90755"/>
                  </a:lnTo>
                  <a:lnTo>
                    <a:pt x="234284" y="91406"/>
                  </a:lnTo>
                  <a:lnTo>
                    <a:pt x="226932" y="94413"/>
                  </a:lnTo>
                  <a:lnTo>
                    <a:pt x="206493" y="102782"/>
                  </a:lnTo>
                  <a:lnTo>
                    <a:pt x="191299" y="108946"/>
                  </a:lnTo>
                  <a:lnTo>
                    <a:pt x="188701" y="110048"/>
                  </a:lnTo>
                  <a:lnTo>
                    <a:pt x="172184" y="116813"/>
                  </a:lnTo>
                  <a:lnTo>
                    <a:pt x="170419" y="117565"/>
                  </a:lnTo>
                  <a:lnTo>
                    <a:pt x="169537" y="117916"/>
                  </a:lnTo>
                  <a:lnTo>
                    <a:pt x="165028" y="119920"/>
                  </a:lnTo>
                  <a:lnTo>
                    <a:pt x="160371" y="121925"/>
                  </a:lnTo>
                  <a:lnTo>
                    <a:pt x="146060" y="128189"/>
                  </a:lnTo>
                  <a:lnTo>
                    <a:pt x="145422" y="128440"/>
                  </a:lnTo>
                  <a:lnTo>
                    <a:pt x="140913" y="130444"/>
                  </a:lnTo>
                  <a:lnTo>
                    <a:pt x="139100" y="131196"/>
                  </a:lnTo>
                  <a:lnTo>
                    <a:pt x="137482" y="131898"/>
                  </a:lnTo>
                  <a:lnTo>
                    <a:pt x="127876" y="136057"/>
                  </a:lnTo>
                  <a:lnTo>
                    <a:pt x="127630" y="136157"/>
                  </a:lnTo>
                  <a:lnTo>
                    <a:pt x="114054" y="142070"/>
                  </a:lnTo>
                  <a:lnTo>
                    <a:pt x="110966" y="143424"/>
                  </a:lnTo>
                  <a:lnTo>
                    <a:pt x="110623" y="143574"/>
                  </a:lnTo>
                  <a:lnTo>
                    <a:pt x="107780" y="144877"/>
                  </a:lnTo>
                  <a:lnTo>
                    <a:pt x="106898" y="145278"/>
                  </a:lnTo>
                  <a:lnTo>
                    <a:pt x="98124" y="149187"/>
                  </a:lnTo>
                  <a:lnTo>
                    <a:pt x="96703" y="149788"/>
                  </a:lnTo>
                  <a:lnTo>
                    <a:pt x="95478" y="150389"/>
                  </a:lnTo>
                  <a:lnTo>
                    <a:pt x="91066" y="152344"/>
                  </a:lnTo>
                  <a:lnTo>
                    <a:pt x="85675" y="154599"/>
                  </a:lnTo>
                  <a:lnTo>
                    <a:pt x="85479" y="154198"/>
                  </a:lnTo>
                  <a:lnTo>
                    <a:pt x="84891" y="152745"/>
                  </a:lnTo>
                  <a:lnTo>
                    <a:pt x="83273" y="148936"/>
                  </a:lnTo>
                  <a:lnTo>
                    <a:pt x="79205" y="139465"/>
                  </a:lnTo>
                  <a:lnTo>
                    <a:pt x="75970" y="131747"/>
                  </a:lnTo>
                  <a:lnTo>
                    <a:pt x="73128" y="133000"/>
                  </a:lnTo>
                  <a:lnTo>
                    <a:pt x="62786" y="137610"/>
                  </a:lnTo>
                  <a:lnTo>
                    <a:pt x="48768" y="138462"/>
                  </a:lnTo>
                  <a:lnTo>
                    <a:pt x="40730" y="138963"/>
                  </a:lnTo>
                  <a:lnTo>
                    <a:pt x="39798" y="140116"/>
                  </a:lnTo>
                  <a:lnTo>
                    <a:pt x="37201" y="141419"/>
                  </a:lnTo>
                  <a:lnTo>
                    <a:pt x="33525" y="142772"/>
                  </a:lnTo>
                  <a:lnTo>
                    <a:pt x="27594" y="142672"/>
                  </a:lnTo>
                  <a:lnTo>
                    <a:pt x="22889" y="143774"/>
                  </a:lnTo>
                  <a:lnTo>
                    <a:pt x="21075" y="143223"/>
                  </a:lnTo>
                  <a:lnTo>
                    <a:pt x="19801" y="142371"/>
                  </a:lnTo>
                  <a:lnTo>
                    <a:pt x="18870" y="141018"/>
                  </a:lnTo>
                  <a:lnTo>
                    <a:pt x="17448" y="140166"/>
                  </a:lnTo>
                  <a:lnTo>
                    <a:pt x="15929" y="139214"/>
                  </a:lnTo>
                  <a:lnTo>
                    <a:pt x="15390" y="137560"/>
                  </a:lnTo>
                  <a:lnTo>
                    <a:pt x="14606" y="136558"/>
                  </a:lnTo>
                  <a:lnTo>
                    <a:pt x="12743" y="135506"/>
                  </a:lnTo>
                  <a:lnTo>
                    <a:pt x="10145" y="133902"/>
                  </a:lnTo>
                  <a:lnTo>
                    <a:pt x="9263" y="132449"/>
                  </a:lnTo>
                  <a:lnTo>
                    <a:pt x="8675" y="131096"/>
                  </a:lnTo>
                  <a:lnTo>
                    <a:pt x="7548" y="129693"/>
                  </a:lnTo>
                  <a:lnTo>
                    <a:pt x="5195" y="128139"/>
                  </a:lnTo>
                  <a:lnTo>
                    <a:pt x="4362" y="126836"/>
                  </a:lnTo>
                  <a:lnTo>
                    <a:pt x="3528" y="125984"/>
                  </a:lnTo>
                  <a:lnTo>
                    <a:pt x="1568" y="124832"/>
                  </a:lnTo>
                  <a:lnTo>
                    <a:pt x="343" y="123328"/>
                  </a:lnTo>
                  <a:lnTo>
                    <a:pt x="0" y="121674"/>
                  </a:lnTo>
                  <a:lnTo>
                    <a:pt x="490" y="120171"/>
                  </a:lnTo>
                  <a:lnTo>
                    <a:pt x="1666" y="117866"/>
                  </a:lnTo>
                  <a:lnTo>
                    <a:pt x="2548" y="116613"/>
                  </a:lnTo>
                  <a:lnTo>
                    <a:pt x="3823" y="114057"/>
                  </a:lnTo>
                  <a:lnTo>
                    <a:pt x="4901" y="111301"/>
                  </a:lnTo>
                  <a:lnTo>
                    <a:pt x="5538" y="110499"/>
                  </a:lnTo>
                  <a:lnTo>
                    <a:pt x="8675" y="105939"/>
                  </a:lnTo>
                  <a:lnTo>
                    <a:pt x="10096" y="103634"/>
                  </a:lnTo>
                  <a:lnTo>
                    <a:pt x="14017" y="102431"/>
                  </a:lnTo>
                  <a:lnTo>
                    <a:pt x="16566" y="101679"/>
                  </a:lnTo>
                  <a:lnTo>
                    <a:pt x="17007" y="101679"/>
                  </a:lnTo>
                  <a:lnTo>
                    <a:pt x="17399" y="101679"/>
                  </a:lnTo>
                  <a:lnTo>
                    <a:pt x="18036" y="100877"/>
                  </a:lnTo>
                  <a:lnTo>
                    <a:pt x="18183" y="100727"/>
                  </a:lnTo>
                  <a:lnTo>
                    <a:pt x="18331" y="100527"/>
                  </a:lnTo>
                  <a:lnTo>
                    <a:pt x="18429" y="100376"/>
                  </a:lnTo>
                  <a:lnTo>
                    <a:pt x="18821" y="100076"/>
                  </a:lnTo>
                  <a:lnTo>
                    <a:pt x="18919" y="99925"/>
                  </a:lnTo>
                  <a:lnTo>
                    <a:pt x="19017" y="99574"/>
                  </a:lnTo>
                  <a:lnTo>
                    <a:pt x="19115" y="99374"/>
                  </a:lnTo>
                  <a:lnTo>
                    <a:pt x="20242" y="99725"/>
                  </a:lnTo>
                  <a:lnTo>
                    <a:pt x="20683" y="99675"/>
                  </a:lnTo>
                  <a:lnTo>
                    <a:pt x="20928" y="99524"/>
                  </a:lnTo>
                  <a:lnTo>
                    <a:pt x="21075" y="99524"/>
                  </a:lnTo>
                  <a:lnTo>
                    <a:pt x="21271" y="99574"/>
                  </a:lnTo>
                  <a:lnTo>
                    <a:pt x="22056" y="99374"/>
                  </a:lnTo>
                  <a:lnTo>
                    <a:pt x="22595" y="99374"/>
                  </a:lnTo>
                  <a:lnTo>
                    <a:pt x="23820" y="99174"/>
                  </a:lnTo>
                  <a:lnTo>
                    <a:pt x="24114" y="98572"/>
                  </a:lnTo>
                  <a:lnTo>
                    <a:pt x="24359" y="98021"/>
                  </a:lnTo>
                  <a:lnTo>
                    <a:pt x="25241" y="96067"/>
                  </a:lnTo>
                  <a:lnTo>
                    <a:pt x="26320" y="93461"/>
                  </a:lnTo>
                  <a:lnTo>
                    <a:pt x="26663" y="92458"/>
                  </a:lnTo>
                  <a:lnTo>
                    <a:pt x="27153" y="91256"/>
                  </a:lnTo>
                  <a:lnTo>
                    <a:pt x="27251" y="90905"/>
                  </a:lnTo>
                  <a:lnTo>
                    <a:pt x="27496" y="90354"/>
                  </a:lnTo>
                  <a:lnTo>
                    <a:pt x="28966" y="86495"/>
                  </a:lnTo>
                  <a:lnTo>
                    <a:pt x="29064" y="86244"/>
                  </a:lnTo>
                  <a:lnTo>
                    <a:pt x="29898" y="84591"/>
                  </a:lnTo>
                  <a:lnTo>
                    <a:pt x="30388" y="83588"/>
                  </a:lnTo>
                  <a:lnTo>
                    <a:pt x="29506" y="82736"/>
                  </a:lnTo>
                  <a:lnTo>
                    <a:pt x="29212" y="82486"/>
                  </a:lnTo>
                  <a:lnTo>
                    <a:pt x="28917" y="82235"/>
                  </a:lnTo>
                  <a:lnTo>
                    <a:pt x="28133" y="81484"/>
                  </a:lnTo>
                  <a:lnTo>
                    <a:pt x="26614" y="80030"/>
                  </a:lnTo>
                  <a:lnTo>
                    <a:pt x="25143" y="78577"/>
                  </a:lnTo>
                  <a:lnTo>
                    <a:pt x="24996" y="78427"/>
                  </a:lnTo>
                  <a:lnTo>
                    <a:pt x="24849" y="78326"/>
                  </a:lnTo>
                  <a:lnTo>
                    <a:pt x="23477" y="76923"/>
                  </a:lnTo>
                  <a:lnTo>
                    <a:pt x="21663" y="75169"/>
                  </a:lnTo>
                  <a:lnTo>
                    <a:pt x="21369" y="74768"/>
                  </a:lnTo>
                  <a:lnTo>
                    <a:pt x="19703" y="72513"/>
                  </a:lnTo>
                  <a:lnTo>
                    <a:pt x="17448" y="69356"/>
                  </a:lnTo>
                  <a:lnTo>
                    <a:pt x="15782" y="66249"/>
                  </a:lnTo>
                  <a:lnTo>
                    <a:pt x="15047" y="64946"/>
                  </a:lnTo>
                  <a:lnTo>
                    <a:pt x="14802" y="64345"/>
                  </a:lnTo>
                  <a:lnTo>
                    <a:pt x="14017" y="62691"/>
                  </a:lnTo>
                  <a:lnTo>
                    <a:pt x="13037" y="59935"/>
                  </a:lnTo>
                  <a:lnTo>
                    <a:pt x="14753" y="60035"/>
                  </a:lnTo>
                  <a:lnTo>
                    <a:pt x="15047" y="60085"/>
                  </a:lnTo>
                  <a:lnTo>
                    <a:pt x="17105" y="60336"/>
                  </a:lnTo>
                  <a:lnTo>
                    <a:pt x="20095" y="60637"/>
                  </a:lnTo>
                  <a:lnTo>
                    <a:pt x="22056" y="60887"/>
                  </a:lnTo>
                  <a:lnTo>
                    <a:pt x="24016" y="61238"/>
                  </a:lnTo>
                  <a:lnTo>
                    <a:pt x="27251" y="61839"/>
                  </a:lnTo>
                  <a:lnTo>
                    <a:pt x="27937" y="61338"/>
                  </a:lnTo>
                  <a:lnTo>
                    <a:pt x="30829" y="59233"/>
                  </a:lnTo>
                  <a:lnTo>
                    <a:pt x="33819" y="60937"/>
                  </a:lnTo>
                  <a:lnTo>
                    <a:pt x="34309" y="61138"/>
                  </a:lnTo>
                  <a:lnTo>
                    <a:pt x="36024" y="61839"/>
                  </a:lnTo>
                  <a:lnTo>
                    <a:pt x="38083" y="62541"/>
                  </a:lnTo>
                  <a:lnTo>
                    <a:pt x="40289" y="63092"/>
                  </a:lnTo>
                  <a:lnTo>
                    <a:pt x="42788" y="63493"/>
                  </a:lnTo>
                  <a:lnTo>
                    <a:pt x="43719" y="63643"/>
                  </a:lnTo>
                  <a:lnTo>
                    <a:pt x="44014" y="63693"/>
                  </a:lnTo>
                  <a:lnTo>
                    <a:pt x="45484" y="63894"/>
                  </a:lnTo>
                  <a:lnTo>
                    <a:pt x="47101" y="63994"/>
                  </a:lnTo>
                  <a:lnTo>
                    <a:pt x="57786" y="64245"/>
                  </a:lnTo>
                  <a:lnTo>
                    <a:pt x="57982" y="64245"/>
                  </a:lnTo>
                  <a:lnTo>
                    <a:pt x="64844" y="64195"/>
                  </a:lnTo>
                  <a:lnTo>
                    <a:pt x="67246" y="64245"/>
                  </a:lnTo>
                  <a:lnTo>
                    <a:pt x="69010" y="64195"/>
                  </a:lnTo>
                  <a:lnTo>
                    <a:pt x="70971" y="64195"/>
                  </a:lnTo>
                  <a:lnTo>
                    <a:pt x="73275" y="63994"/>
                  </a:lnTo>
                  <a:lnTo>
                    <a:pt x="75333" y="63593"/>
                  </a:lnTo>
                  <a:lnTo>
                    <a:pt x="76902" y="63192"/>
                  </a:lnTo>
                  <a:lnTo>
                    <a:pt x="78127" y="62741"/>
                  </a:lnTo>
                  <a:lnTo>
                    <a:pt x="80382" y="61839"/>
                  </a:lnTo>
                  <a:lnTo>
                    <a:pt x="81558" y="61238"/>
                  </a:lnTo>
                  <a:lnTo>
                    <a:pt x="82832" y="60486"/>
                  </a:lnTo>
                  <a:lnTo>
                    <a:pt x="83812" y="59835"/>
                  </a:lnTo>
                  <a:lnTo>
                    <a:pt x="86557" y="58081"/>
                  </a:lnTo>
                  <a:lnTo>
                    <a:pt x="87537" y="57329"/>
                  </a:lnTo>
                  <a:lnTo>
                    <a:pt x="90331" y="55124"/>
                  </a:lnTo>
                  <a:lnTo>
                    <a:pt x="90478" y="55024"/>
                  </a:lnTo>
                  <a:lnTo>
                    <a:pt x="93419" y="52719"/>
                  </a:lnTo>
                  <a:lnTo>
                    <a:pt x="96360" y="50413"/>
                  </a:lnTo>
                  <a:lnTo>
                    <a:pt x="99791" y="47707"/>
                  </a:lnTo>
                  <a:lnTo>
                    <a:pt x="108564" y="40842"/>
                  </a:lnTo>
                  <a:lnTo>
                    <a:pt x="110476" y="39338"/>
                  </a:lnTo>
                  <a:lnTo>
                    <a:pt x="111162" y="38837"/>
                  </a:lnTo>
                  <a:lnTo>
                    <a:pt x="114103" y="36482"/>
                  </a:lnTo>
                  <a:lnTo>
                    <a:pt x="122043" y="30268"/>
                  </a:lnTo>
                  <a:lnTo>
                    <a:pt x="123856" y="28815"/>
                  </a:lnTo>
                  <a:lnTo>
                    <a:pt x="126503" y="26509"/>
                  </a:lnTo>
                  <a:lnTo>
                    <a:pt x="127189" y="25908"/>
                  </a:lnTo>
                  <a:lnTo>
                    <a:pt x="127483" y="25657"/>
                  </a:lnTo>
                  <a:lnTo>
                    <a:pt x="129248" y="24304"/>
                  </a:lnTo>
                  <a:lnTo>
                    <a:pt x="130718" y="23252"/>
                  </a:lnTo>
                  <a:lnTo>
                    <a:pt x="132140" y="22200"/>
                  </a:lnTo>
                  <a:lnTo>
                    <a:pt x="132875" y="21648"/>
                  </a:lnTo>
                  <a:lnTo>
                    <a:pt x="133071" y="21498"/>
                  </a:lnTo>
                  <a:lnTo>
                    <a:pt x="133512" y="21197"/>
                  </a:lnTo>
                  <a:lnTo>
                    <a:pt x="133708" y="21047"/>
                  </a:lnTo>
                  <a:lnTo>
                    <a:pt x="134884" y="20245"/>
                  </a:lnTo>
                  <a:lnTo>
                    <a:pt x="135963" y="19494"/>
                  </a:lnTo>
                  <a:lnTo>
                    <a:pt x="136943" y="18892"/>
                  </a:lnTo>
                  <a:lnTo>
                    <a:pt x="141011" y="16336"/>
                  </a:lnTo>
                  <a:lnTo>
                    <a:pt x="145079" y="14683"/>
                  </a:lnTo>
                  <a:lnTo>
                    <a:pt x="145373" y="14582"/>
                  </a:lnTo>
                  <a:lnTo>
                    <a:pt x="152431" y="12728"/>
                  </a:lnTo>
                  <a:lnTo>
                    <a:pt x="155372" y="12277"/>
                  </a:lnTo>
                  <a:lnTo>
                    <a:pt x="170272" y="9872"/>
                  </a:lnTo>
                  <a:lnTo>
                    <a:pt x="173605" y="9321"/>
                  </a:lnTo>
                  <a:lnTo>
                    <a:pt x="173850" y="8819"/>
                  </a:lnTo>
                  <a:lnTo>
                    <a:pt x="196690" y="5111"/>
                  </a:lnTo>
                  <a:lnTo>
                    <a:pt x="197279" y="5011"/>
                  </a:lnTo>
                  <a:lnTo>
                    <a:pt x="197279" y="5261"/>
                  </a:lnTo>
                  <a:lnTo>
                    <a:pt x="201788" y="4460"/>
                  </a:lnTo>
                  <a:lnTo>
                    <a:pt x="201739" y="4259"/>
                  </a:lnTo>
                  <a:lnTo>
                    <a:pt x="208160" y="3257"/>
                  </a:lnTo>
                  <a:lnTo>
                    <a:pt x="208699" y="3157"/>
                  </a:lnTo>
                  <a:lnTo>
                    <a:pt x="209973" y="2906"/>
                  </a:lnTo>
                  <a:lnTo>
                    <a:pt x="214776" y="2154"/>
                  </a:lnTo>
                  <a:lnTo>
                    <a:pt x="223256" y="902"/>
                  </a:lnTo>
                  <a:lnTo>
                    <a:pt x="229382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70291" y="5591434"/>
              <a:ext cx="138609" cy="209022"/>
            </a:xfrm>
            <a:custGeom>
              <a:avLst/>
              <a:pathLst>
                <a:path w="138609" h="209022">
                  <a:moveTo>
                    <a:pt x="57296" y="2856"/>
                  </a:moveTo>
                  <a:lnTo>
                    <a:pt x="59796" y="5111"/>
                  </a:lnTo>
                  <a:lnTo>
                    <a:pt x="61315" y="6514"/>
                  </a:lnTo>
                  <a:lnTo>
                    <a:pt x="66560" y="11726"/>
                  </a:lnTo>
                  <a:lnTo>
                    <a:pt x="69991" y="15084"/>
                  </a:lnTo>
                  <a:lnTo>
                    <a:pt x="71216" y="16336"/>
                  </a:lnTo>
                  <a:lnTo>
                    <a:pt x="73079" y="18241"/>
                  </a:lnTo>
                  <a:lnTo>
                    <a:pt x="80333" y="25908"/>
                  </a:lnTo>
                  <a:lnTo>
                    <a:pt x="84744" y="30468"/>
                  </a:lnTo>
                  <a:lnTo>
                    <a:pt x="84842" y="30619"/>
                  </a:lnTo>
                  <a:lnTo>
                    <a:pt x="89008" y="34979"/>
                  </a:lnTo>
                  <a:lnTo>
                    <a:pt x="97585" y="43899"/>
                  </a:lnTo>
                  <a:lnTo>
                    <a:pt x="102242" y="48760"/>
                  </a:lnTo>
                  <a:lnTo>
                    <a:pt x="112289" y="59183"/>
                  </a:lnTo>
                  <a:lnTo>
                    <a:pt x="115475" y="62791"/>
                  </a:lnTo>
                  <a:lnTo>
                    <a:pt x="118955" y="67552"/>
                  </a:lnTo>
                  <a:lnTo>
                    <a:pt x="121553" y="71912"/>
                  </a:lnTo>
                  <a:lnTo>
                    <a:pt x="122092" y="73516"/>
                  </a:lnTo>
                  <a:lnTo>
                    <a:pt x="122631" y="74668"/>
                  </a:lnTo>
                  <a:lnTo>
                    <a:pt x="123415" y="114408"/>
                  </a:lnTo>
                  <a:lnTo>
                    <a:pt x="131699" y="151041"/>
                  </a:lnTo>
                  <a:lnTo>
                    <a:pt x="134737" y="165674"/>
                  </a:lnTo>
                  <a:lnTo>
                    <a:pt x="136845" y="190430"/>
                  </a:lnTo>
                  <a:lnTo>
                    <a:pt x="137727" y="199149"/>
                  </a:lnTo>
                  <a:lnTo>
                    <a:pt x="138266" y="205664"/>
                  </a:lnTo>
                  <a:lnTo>
                    <a:pt x="138609" y="209022"/>
                  </a:lnTo>
                  <a:lnTo>
                    <a:pt x="131404" y="204862"/>
                  </a:lnTo>
                  <a:lnTo>
                    <a:pt x="127876" y="203810"/>
                  </a:lnTo>
                  <a:lnTo>
                    <a:pt x="127140" y="202106"/>
                  </a:lnTo>
                  <a:lnTo>
                    <a:pt x="126454" y="200252"/>
                  </a:lnTo>
                  <a:lnTo>
                    <a:pt x="125523" y="198548"/>
                  </a:lnTo>
                  <a:lnTo>
                    <a:pt x="124984" y="196894"/>
                  </a:lnTo>
                  <a:lnTo>
                    <a:pt x="122925" y="194890"/>
                  </a:lnTo>
                  <a:lnTo>
                    <a:pt x="121896" y="193136"/>
                  </a:lnTo>
                  <a:lnTo>
                    <a:pt x="121700" y="190881"/>
                  </a:lnTo>
                  <a:lnTo>
                    <a:pt x="121161" y="188726"/>
                  </a:lnTo>
                  <a:lnTo>
                    <a:pt x="119396" y="188175"/>
                  </a:lnTo>
                  <a:lnTo>
                    <a:pt x="117632" y="186571"/>
                  </a:lnTo>
                  <a:lnTo>
                    <a:pt x="116553" y="186020"/>
                  </a:lnTo>
                  <a:lnTo>
                    <a:pt x="115132" y="185819"/>
                  </a:lnTo>
                  <a:lnTo>
                    <a:pt x="114495" y="184366"/>
                  </a:lnTo>
                  <a:lnTo>
                    <a:pt x="113466" y="183264"/>
                  </a:lnTo>
                  <a:lnTo>
                    <a:pt x="105721" y="180708"/>
                  </a:lnTo>
                  <a:lnTo>
                    <a:pt x="100820" y="176548"/>
                  </a:lnTo>
                  <a:lnTo>
                    <a:pt x="99301" y="172189"/>
                  </a:lnTo>
                  <a:lnTo>
                    <a:pt x="98369" y="169132"/>
                  </a:lnTo>
                  <a:lnTo>
                    <a:pt x="97242" y="165223"/>
                  </a:lnTo>
                  <a:lnTo>
                    <a:pt x="94791" y="162567"/>
                  </a:lnTo>
                  <a:lnTo>
                    <a:pt x="93321" y="160913"/>
                  </a:lnTo>
                  <a:lnTo>
                    <a:pt x="89596" y="160713"/>
                  </a:lnTo>
                  <a:lnTo>
                    <a:pt x="84842" y="161965"/>
                  </a:lnTo>
                  <a:lnTo>
                    <a:pt x="83861" y="162416"/>
                  </a:lnTo>
                  <a:lnTo>
                    <a:pt x="77882" y="165423"/>
                  </a:lnTo>
                  <a:lnTo>
                    <a:pt x="73422" y="167678"/>
                  </a:lnTo>
                  <a:lnTo>
                    <a:pt x="69403" y="167979"/>
                  </a:lnTo>
                  <a:lnTo>
                    <a:pt x="59649" y="168530"/>
                  </a:lnTo>
                  <a:lnTo>
                    <a:pt x="54404" y="169232"/>
                  </a:lnTo>
                  <a:lnTo>
                    <a:pt x="51317" y="172890"/>
                  </a:lnTo>
                  <a:lnTo>
                    <a:pt x="48621" y="177952"/>
                  </a:lnTo>
                  <a:lnTo>
                    <a:pt x="46562" y="184867"/>
                  </a:lnTo>
                  <a:lnTo>
                    <a:pt x="46366" y="186671"/>
                  </a:lnTo>
                  <a:lnTo>
                    <a:pt x="46366" y="187072"/>
                  </a:lnTo>
                  <a:lnTo>
                    <a:pt x="45876" y="191482"/>
                  </a:lnTo>
                  <a:lnTo>
                    <a:pt x="41122" y="193086"/>
                  </a:lnTo>
                  <a:lnTo>
                    <a:pt x="39406" y="192484"/>
                  </a:lnTo>
                  <a:lnTo>
                    <a:pt x="35534" y="191131"/>
                  </a:lnTo>
                  <a:lnTo>
                    <a:pt x="28427" y="187072"/>
                  </a:lnTo>
                  <a:lnTo>
                    <a:pt x="28231" y="186972"/>
                  </a:lnTo>
                  <a:lnTo>
                    <a:pt x="28035" y="186671"/>
                  </a:lnTo>
                  <a:lnTo>
                    <a:pt x="23967" y="180006"/>
                  </a:lnTo>
                  <a:lnTo>
                    <a:pt x="19899" y="170284"/>
                  </a:lnTo>
                  <a:lnTo>
                    <a:pt x="15978" y="161765"/>
                  </a:lnTo>
                  <a:lnTo>
                    <a:pt x="14115" y="157405"/>
                  </a:lnTo>
                  <a:lnTo>
                    <a:pt x="11224" y="153947"/>
                  </a:lnTo>
                  <a:lnTo>
                    <a:pt x="8038" y="150038"/>
                  </a:lnTo>
                  <a:lnTo>
                    <a:pt x="7695" y="149587"/>
                  </a:lnTo>
                  <a:lnTo>
                    <a:pt x="6126" y="149387"/>
                  </a:lnTo>
                  <a:lnTo>
                    <a:pt x="5244" y="149136"/>
                  </a:lnTo>
                  <a:lnTo>
                    <a:pt x="4754" y="148736"/>
                  </a:lnTo>
                  <a:lnTo>
                    <a:pt x="4656" y="148134"/>
                  </a:lnTo>
                  <a:lnTo>
                    <a:pt x="4607" y="147032"/>
                  </a:lnTo>
                  <a:lnTo>
                    <a:pt x="4362" y="146831"/>
                  </a:lnTo>
                  <a:lnTo>
                    <a:pt x="3774" y="146731"/>
                  </a:lnTo>
                  <a:lnTo>
                    <a:pt x="3332" y="146581"/>
                  </a:lnTo>
                  <a:lnTo>
                    <a:pt x="2842" y="146280"/>
                  </a:lnTo>
                  <a:lnTo>
                    <a:pt x="2842" y="145528"/>
                  </a:lnTo>
                  <a:lnTo>
                    <a:pt x="2940" y="145077"/>
                  </a:lnTo>
                  <a:lnTo>
                    <a:pt x="2940" y="144626"/>
                  </a:lnTo>
                  <a:lnTo>
                    <a:pt x="2891" y="143975"/>
                  </a:lnTo>
                  <a:lnTo>
                    <a:pt x="2744" y="143373"/>
                  </a:lnTo>
                  <a:lnTo>
                    <a:pt x="2254" y="142672"/>
                  </a:lnTo>
                  <a:lnTo>
                    <a:pt x="2156" y="142171"/>
                  </a:lnTo>
                  <a:lnTo>
                    <a:pt x="2254" y="141469"/>
                  </a:lnTo>
                  <a:lnTo>
                    <a:pt x="2499" y="140868"/>
                  </a:lnTo>
                  <a:lnTo>
                    <a:pt x="2793" y="140417"/>
                  </a:lnTo>
                  <a:lnTo>
                    <a:pt x="3038" y="139815"/>
                  </a:lnTo>
                  <a:lnTo>
                    <a:pt x="2793" y="139465"/>
                  </a:lnTo>
                  <a:lnTo>
                    <a:pt x="2156" y="139765"/>
                  </a:lnTo>
                  <a:lnTo>
                    <a:pt x="1715" y="139916"/>
                  </a:lnTo>
                  <a:lnTo>
                    <a:pt x="637" y="139565"/>
                  </a:lnTo>
                  <a:lnTo>
                    <a:pt x="588" y="139214"/>
                  </a:lnTo>
                  <a:lnTo>
                    <a:pt x="735" y="138713"/>
                  </a:lnTo>
                  <a:lnTo>
                    <a:pt x="931" y="138462"/>
                  </a:lnTo>
                  <a:lnTo>
                    <a:pt x="1813" y="138462"/>
                  </a:lnTo>
                  <a:lnTo>
                    <a:pt x="2107" y="138162"/>
                  </a:lnTo>
                  <a:lnTo>
                    <a:pt x="1911" y="137560"/>
                  </a:lnTo>
                  <a:lnTo>
                    <a:pt x="1666" y="137661"/>
                  </a:lnTo>
                  <a:lnTo>
                    <a:pt x="1176" y="137560"/>
                  </a:lnTo>
                  <a:lnTo>
                    <a:pt x="1176" y="137109"/>
                  </a:lnTo>
                  <a:lnTo>
                    <a:pt x="1470" y="136458"/>
                  </a:lnTo>
                  <a:lnTo>
                    <a:pt x="1960" y="134854"/>
                  </a:lnTo>
                  <a:lnTo>
                    <a:pt x="2401" y="133952"/>
                  </a:lnTo>
                  <a:lnTo>
                    <a:pt x="2891" y="133401"/>
                  </a:lnTo>
                  <a:lnTo>
                    <a:pt x="3332" y="133301"/>
                  </a:lnTo>
                  <a:lnTo>
                    <a:pt x="3921" y="133150"/>
                  </a:lnTo>
                  <a:lnTo>
                    <a:pt x="4215" y="133050"/>
                  </a:lnTo>
                  <a:lnTo>
                    <a:pt x="4362" y="132800"/>
                  </a:lnTo>
                  <a:lnTo>
                    <a:pt x="4019" y="132298"/>
                  </a:lnTo>
                  <a:lnTo>
                    <a:pt x="4656" y="131296"/>
                  </a:lnTo>
                  <a:lnTo>
                    <a:pt x="4852" y="130995"/>
                  </a:lnTo>
                  <a:lnTo>
                    <a:pt x="4950" y="130695"/>
                  </a:lnTo>
                  <a:lnTo>
                    <a:pt x="4803" y="130695"/>
                  </a:lnTo>
                  <a:lnTo>
                    <a:pt x="4901" y="130494"/>
                  </a:lnTo>
                  <a:lnTo>
                    <a:pt x="4852" y="130344"/>
                  </a:lnTo>
                  <a:lnTo>
                    <a:pt x="4852" y="129993"/>
                  </a:lnTo>
                  <a:lnTo>
                    <a:pt x="4558" y="130043"/>
                  </a:lnTo>
                  <a:lnTo>
                    <a:pt x="4362" y="130194"/>
                  </a:lnTo>
                  <a:lnTo>
                    <a:pt x="4215" y="130244"/>
                  </a:lnTo>
                  <a:lnTo>
                    <a:pt x="4068" y="130093"/>
                  </a:lnTo>
                  <a:lnTo>
                    <a:pt x="3823" y="130043"/>
                  </a:lnTo>
                  <a:lnTo>
                    <a:pt x="3479" y="130093"/>
                  </a:lnTo>
                  <a:lnTo>
                    <a:pt x="3676" y="129793"/>
                  </a:lnTo>
                  <a:lnTo>
                    <a:pt x="3872" y="129642"/>
                  </a:lnTo>
                  <a:lnTo>
                    <a:pt x="4215" y="129642"/>
                  </a:lnTo>
                  <a:lnTo>
                    <a:pt x="4509" y="129442"/>
                  </a:lnTo>
                  <a:lnTo>
                    <a:pt x="4852" y="129342"/>
                  </a:lnTo>
                  <a:lnTo>
                    <a:pt x="5146" y="129442"/>
                  </a:lnTo>
                  <a:lnTo>
                    <a:pt x="5342" y="129492"/>
                  </a:lnTo>
                  <a:lnTo>
                    <a:pt x="5440" y="129242"/>
                  </a:lnTo>
                  <a:lnTo>
                    <a:pt x="5636" y="129091"/>
                  </a:lnTo>
                  <a:lnTo>
                    <a:pt x="5636" y="128841"/>
                  </a:lnTo>
                  <a:lnTo>
                    <a:pt x="5685" y="128640"/>
                  </a:lnTo>
                  <a:lnTo>
                    <a:pt x="5538" y="128490"/>
                  </a:lnTo>
                  <a:lnTo>
                    <a:pt x="5342" y="128390"/>
                  </a:lnTo>
                  <a:lnTo>
                    <a:pt x="5146" y="128440"/>
                  </a:lnTo>
                  <a:lnTo>
                    <a:pt x="5048" y="128740"/>
                  </a:lnTo>
                  <a:lnTo>
                    <a:pt x="4656" y="128941"/>
                  </a:lnTo>
                  <a:lnTo>
                    <a:pt x="4313" y="129091"/>
                  </a:lnTo>
                  <a:lnTo>
                    <a:pt x="3774" y="129242"/>
                  </a:lnTo>
                  <a:lnTo>
                    <a:pt x="3381" y="129292"/>
                  </a:lnTo>
                  <a:lnTo>
                    <a:pt x="2940" y="129542"/>
                  </a:lnTo>
                  <a:lnTo>
                    <a:pt x="2499" y="129492"/>
                  </a:lnTo>
                  <a:lnTo>
                    <a:pt x="2058" y="129542"/>
                  </a:lnTo>
                  <a:lnTo>
                    <a:pt x="2156" y="129342"/>
                  </a:lnTo>
                  <a:lnTo>
                    <a:pt x="2058" y="129091"/>
                  </a:lnTo>
                  <a:lnTo>
                    <a:pt x="1911" y="129342"/>
                  </a:lnTo>
                  <a:lnTo>
                    <a:pt x="1764" y="129492"/>
                  </a:lnTo>
                  <a:lnTo>
                    <a:pt x="1470" y="129542"/>
                  </a:lnTo>
                  <a:lnTo>
                    <a:pt x="1029" y="129442"/>
                  </a:lnTo>
                  <a:lnTo>
                    <a:pt x="931" y="129242"/>
                  </a:lnTo>
                  <a:lnTo>
                    <a:pt x="784" y="129091"/>
                  </a:lnTo>
                  <a:lnTo>
                    <a:pt x="784" y="128891"/>
                  </a:lnTo>
                  <a:lnTo>
                    <a:pt x="980" y="128690"/>
                  </a:lnTo>
                  <a:lnTo>
                    <a:pt x="1225" y="128640"/>
                  </a:lnTo>
                  <a:lnTo>
                    <a:pt x="1470" y="128690"/>
                  </a:lnTo>
                  <a:lnTo>
                    <a:pt x="1715" y="128690"/>
                  </a:lnTo>
                  <a:lnTo>
                    <a:pt x="2009" y="128790"/>
                  </a:lnTo>
                  <a:lnTo>
                    <a:pt x="2205" y="128841"/>
                  </a:lnTo>
                  <a:lnTo>
                    <a:pt x="2450" y="128841"/>
                  </a:lnTo>
                  <a:lnTo>
                    <a:pt x="2646" y="128690"/>
                  </a:lnTo>
                  <a:lnTo>
                    <a:pt x="2597" y="128440"/>
                  </a:lnTo>
                  <a:lnTo>
                    <a:pt x="2842" y="128289"/>
                  </a:lnTo>
                  <a:lnTo>
                    <a:pt x="2940" y="128139"/>
                  </a:lnTo>
                  <a:lnTo>
                    <a:pt x="3038" y="127788"/>
                  </a:lnTo>
                  <a:lnTo>
                    <a:pt x="3087" y="127538"/>
                  </a:lnTo>
                  <a:lnTo>
                    <a:pt x="3185" y="127287"/>
                  </a:lnTo>
                  <a:lnTo>
                    <a:pt x="3430" y="127237"/>
                  </a:lnTo>
                  <a:lnTo>
                    <a:pt x="3774" y="127337"/>
                  </a:lnTo>
                  <a:lnTo>
                    <a:pt x="4117" y="127337"/>
                  </a:lnTo>
                  <a:lnTo>
                    <a:pt x="4411" y="127538"/>
                  </a:lnTo>
                  <a:lnTo>
                    <a:pt x="4607" y="127838"/>
                  </a:lnTo>
                  <a:lnTo>
                    <a:pt x="4803" y="127788"/>
                  </a:lnTo>
                  <a:lnTo>
                    <a:pt x="4999" y="127738"/>
                  </a:lnTo>
                  <a:lnTo>
                    <a:pt x="5244" y="127838"/>
                  </a:lnTo>
                  <a:lnTo>
                    <a:pt x="5636" y="128089"/>
                  </a:lnTo>
                  <a:lnTo>
                    <a:pt x="5979" y="128089"/>
                  </a:lnTo>
                  <a:lnTo>
                    <a:pt x="6126" y="127939"/>
                  </a:lnTo>
                  <a:lnTo>
                    <a:pt x="6273" y="127588"/>
                  </a:lnTo>
                  <a:lnTo>
                    <a:pt x="6469" y="127387"/>
                  </a:lnTo>
                  <a:lnTo>
                    <a:pt x="6518" y="127137"/>
                  </a:lnTo>
                  <a:lnTo>
                    <a:pt x="6322" y="126986"/>
                  </a:lnTo>
                  <a:lnTo>
                    <a:pt x="6126" y="126836"/>
                  </a:lnTo>
                  <a:lnTo>
                    <a:pt x="5979" y="126636"/>
                  </a:lnTo>
                  <a:lnTo>
                    <a:pt x="5930" y="126435"/>
                  </a:lnTo>
                  <a:lnTo>
                    <a:pt x="5734" y="126285"/>
                  </a:lnTo>
                  <a:lnTo>
                    <a:pt x="5391" y="126435"/>
                  </a:lnTo>
                  <a:lnTo>
                    <a:pt x="5048" y="126485"/>
                  </a:lnTo>
                  <a:lnTo>
                    <a:pt x="4656" y="126636"/>
                  </a:lnTo>
                  <a:lnTo>
                    <a:pt x="4362" y="126686"/>
                  </a:lnTo>
                  <a:lnTo>
                    <a:pt x="3823" y="126686"/>
                  </a:lnTo>
                  <a:lnTo>
                    <a:pt x="3332" y="126936"/>
                  </a:lnTo>
                  <a:lnTo>
                    <a:pt x="2891" y="126686"/>
                  </a:lnTo>
                  <a:lnTo>
                    <a:pt x="3087" y="126385"/>
                  </a:lnTo>
                  <a:lnTo>
                    <a:pt x="3430" y="126084"/>
                  </a:lnTo>
                  <a:lnTo>
                    <a:pt x="3725" y="125884"/>
                  </a:lnTo>
                  <a:lnTo>
                    <a:pt x="3872" y="125683"/>
                  </a:lnTo>
                  <a:lnTo>
                    <a:pt x="3626" y="125533"/>
                  </a:lnTo>
                  <a:lnTo>
                    <a:pt x="3479" y="125333"/>
                  </a:lnTo>
                  <a:lnTo>
                    <a:pt x="3676" y="125132"/>
                  </a:lnTo>
                  <a:lnTo>
                    <a:pt x="3872" y="124932"/>
                  </a:lnTo>
                  <a:lnTo>
                    <a:pt x="3970" y="124731"/>
                  </a:lnTo>
                  <a:lnTo>
                    <a:pt x="4313" y="124180"/>
                  </a:lnTo>
                  <a:lnTo>
                    <a:pt x="4460" y="123930"/>
                  </a:lnTo>
                  <a:lnTo>
                    <a:pt x="4509" y="123629"/>
                  </a:lnTo>
                  <a:lnTo>
                    <a:pt x="4803" y="123228"/>
                  </a:lnTo>
                  <a:lnTo>
                    <a:pt x="5097" y="122877"/>
                  </a:lnTo>
                  <a:lnTo>
                    <a:pt x="4656" y="123027"/>
                  </a:lnTo>
                  <a:lnTo>
                    <a:pt x="4313" y="123078"/>
                  </a:lnTo>
                  <a:lnTo>
                    <a:pt x="3921" y="123278"/>
                  </a:lnTo>
                  <a:lnTo>
                    <a:pt x="3283" y="123328"/>
                  </a:lnTo>
                  <a:lnTo>
                    <a:pt x="2891" y="123328"/>
                  </a:lnTo>
                  <a:lnTo>
                    <a:pt x="2499" y="123478"/>
                  </a:lnTo>
                  <a:lnTo>
                    <a:pt x="2352" y="123478"/>
                  </a:lnTo>
                  <a:lnTo>
                    <a:pt x="1862" y="123629"/>
                  </a:lnTo>
                  <a:lnTo>
                    <a:pt x="1568" y="123679"/>
                  </a:lnTo>
                  <a:lnTo>
                    <a:pt x="1127" y="123478"/>
                  </a:lnTo>
                  <a:lnTo>
                    <a:pt x="833" y="123378"/>
                  </a:lnTo>
                  <a:lnTo>
                    <a:pt x="637" y="123428"/>
                  </a:lnTo>
                  <a:lnTo>
                    <a:pt x="588" y="123128"/>
                  </a:lnTo>
                  <a:lnTo>
                    <a:pt x="735" y="122977"/>
                  </a:lnTo>
                  <a:lnTo>
                    <a:pt x="1127" y="122827"/>
                  </a:lnTo>
                  <a:lnTo>
                    <a:pt x="1470" y="122877"/>
                  </a:lnTo>
                  <a:lnTo>
                    <a:pt x="1764" y="122426"/>
                  </a:lnTo>
                  <a:lnTo>
                    <a:pt x="2009" y="122326"/>
                  </a:lnTo>
                  <a:lnTo>
                    <a:pt x="2254" y="122226"/>
                  </a:lnTo>
                  <a:lnTo>
                    <a:pt x="2744" y="122176"/>
                  </a:lnTo>
                  <a:lnTo>
                    <a:pt x="3038" y="122125"/>
                  </a:lnTo>
                  <a:lnTo>
                    <a:pt x="3283" y="122025"/>
                  </a:lnTo>
                  <a:lnTo>
                    <a:pt x="3479" y="122025"/>
                  </a:lnTo>
                  <a:lnTo>
                    <a:pt x="3823" y="121875"/>
                  </a:lnTo>
                  <a:lnTo>
                    <a:pt x="4264" y="121875"/>
                  </a:lnTo>
                  <a:lnTo>
                    <a:pt x="4509" y="121674"/>
                  </a:lnTo>
                  <a:lnTo>
                    <a:pt x="4803" y="121223"/>
                  </a:lnTo>
                  <a:lnTo>
                    <a:pt x="5048" y="121023"/>
                  </a:lnTo>
                  <a:lnTo>
                    <a:pt x="5440" y="120923"/>
                  </a:lnTo>
                  <a:lnTo>
                    <a:pt x="5734" y="120772"/>
                  </a:lnTo>
                  <a:lnTo>
                    <a:pt x="5881" y="120622"/>
                  </a:lnTo>
                  <a:lnTo>
                    <a:pt x="5636" y="120371"/>
                  </a:lnTo>
                  <a:lnTo>
                    <a:pt x="5342" y="120221"/>
                  </a:lnTo>
                  <a:lnTo>
                    <a:pt x="5244" y="120371"/>
                  </a:lnTo>
                  <a:lnTo>
                    <a:pt x="5293" y="120672"/>
                  </a:lnTo>
                  <a:lnTo>
                    <a:pt x="4558" y="120822"/>
                  </a:lnTo>
                  <a:lnTo>
                    <a:pt x="4264" y="121023"/>
                  </a:lnTo>
                  <a:lnTo>
                    <a:pt x="3725" y="121173"/>
                  </a:lnTo>
                  <a:lnTo>
                    <a:pt x="3430" y="121223"/>
                  </a:lnTo>
                  <a:lnTo>
                    <a:pt x="3283" y="120923"/>
                  </a:lnTo>
                  <a:lnTo>
                    <a:pt x="3479" y="120522"/>
                  </a:lnTo>
                  <a:lnTo>
                    <a:pt x="3479" y="120321"/>
                  </a:lnTo>
                  <a:lnTo>
                    <a:pt x="3381" y="120071"/>
                  </a:lnTo>
                  <a:lnTo>
                    <a:pt x="3136" y="119870"/>
                  </a:lnTo>
                  <a:lnTo>
                    <a:pt x="2891" y="119620"/>
                  </a:lnTo>
                  <a:lnTo>
                    <a:pt x="2793" y="119269"/>
                  </a:lnTo>
                  <a:lnTo>
                    <a:pt x="2597" y="118918"/>
                  </a:lnTo>
                  <a:lnTo>
                    <a:pt x="2303" y="118567"/>
                  </a:lnTo>
                  <a:lnTo>
                    <a:pt x="2058" y="118066"/>
                  </a:lnTo>
                  <a:lnTo>
                    <a:pt x="1323" y="117465"/>
                  </a:lnTo>
                  <a:lnTo>
                    <a:pt x="1274" y="117264"/>
                  </a:lnTo>
                  <a:lnTo>
                    <a:pt x="1323" y="117064"/>
                  </a:lnTo>
                  <a:lnTo>
                    <a:pt x="1421" y="116864"/>
                  </a:lnTo>
                  <a:lnTo>
                    <a:pt x="1519" y="116613"/>
                  </a:lnTo>
                  <a:lnTo>
                    <a:pt x="1274" y="116563"/>
                  </a:lnTo>
                  <a:lnTo>
                    <a:pt x="1127" y="116513"/>
                  </a:lnTo>
                  <a:lnTo>
                    <a:pt x="833" y="116713"/>
                  </a:lnTo>
                  <a:lnTo>
                    <a:pt x="588" y="116813"/>
                  </a:lnTo>
                  <a:lnTo>
                    <a:pt x="392" y="116864"/>
                  </a:lnTo>
                  <a:lnTo>
                    <a:pt x="245" y="116864"/>
                  </a:lnTo>
                  <a:lnTo>
                    <a:pt x="392" y="116613"/>
                  </a:lnTo>
                  <a:lnTo>
                    <a:pt x="588" y="116413"/>
                  </a:lnTo>
                  <a:lnTo>
                    <a:pt x="784" y="115811"/>
                  </a:lnTo>
                  <a:lnTo>
                    <a:pt x="1127" y="115811"/>
                  </a:lnTo>
                  <a:lnTo>
                    <a:pt x="1372" y="115711"/>
                  </a:lnTo>
                  <a:lnTo>
                    <a:pt x="1568" y="115510"/>
                  </a:lnTo>
                  <a:lnTo>
                    <a:pt x="1764" y="115360"/>
                  </a:lnTo>
                  <a:lnTo>
                    <a:pt x="1568" y="115110"/>
                  </a:lnTo>
                  <a:lnTo>
                    <a:pt x="1421" y="114759"/>
                  </a:lnTo>
                  <a:lnTo>
                    <a:pt x="1078" y="114809"/>
                  </a:lnTo>
                  <a:lnTo>
                    <a:pt x="735" y="114809"/>
                  </a:lnTo>
                  <a:lnTo>
                    <a:pt x="735" y="114358"/>
                  </a:lnTo>
                  <a:lnTo>
                    <a:pt x="735" y="114208"/>
                  </a:lnTo>
                  <a:lnTo>
                    <a:pt x="931" y="113957"/>
                  </a:lnTo>
                  <a:lnTo>
                    <a:pt x="980" y="113757"/>
                  </a:lnTo>
                  <a:lnTo>
                    <a:pt x="1127" y="113556"/>
                  </a:lnTo>
                  <a:lnTo>
                    <a:pt x="1323" y="113406"/>
                  </a:lnTo>
                  <a:lnTo>
                    <a:pt x="1519" y="113356"/>
                  </a:lnTo>
                  <a:lnTo>
                    <a:pt x="1715" y="113205"/>
                  </a:lnTo>
                  <a:lnTo>
                    <a:pt x="1666" y="113005"/>
                  </a:lnTo>
                  <a:lnTo>
                    <a:pt x="1421" y="112955"/>
                  </a:lnTo>
                  <a:lnTo>
                    <a:pt x="1127" y="113205"/>
                  </a:lnTo>
                  <a:lnTo>
                    <a:pt x="931" y="113306"/>
                  </a:lnTo>
                  <a:lnTo>
                    <a:pt x="931" y="113556"/>
                  </a:lnTo>
                  <a:lnTo>
                    <a:pt x="735" y="113807"/>
                  </a:lnTo>
                  <a:lnTo>
                    <a:pt x="490" y="113807"/>
                  </a:lnTo>
                  <a:lnTo>
                    <a:pt x="441" y="113606"/>
                  </a:lnTo>
                  <a:lnTo>
                    <a:pt x="588" y="113306"/>
                  </a:lnTo>
                  <a:lnTo>
                    <a:pt x="686" y="113055"/>
                  </a:lnTo>
                  <a:lnTo>
                    <a:pt x="931" y="112804"/>
                  </a:lnTo>
                  <a:lnTo>
                    <a:pt x="784" y="112754"/>
                  </a:lnTo>
                  <a:lnTo>
                    <a:pt x="392" y="112804"/>
                  </a:lnTo>
                  <a:lnTo>
                    <a:pt x="0" y="112804"/>
                  </a:lnTo>
                  <a:lnTo>
                    <a:pt x="147" y="112654"/>
                  </a:lnTo>
                  <a:lnTo>
                    <a:pt x="490" y="112504"/>
                  </a:lnTo>
                  <a:lnTo>
                    <a:pt x="735" y="112504"/>
                  </a:lnTo>
                  <a:lnTo>
                    <a:pt x="980" y="112403"/>
                  </a:lnTo>
                  <a:lnTo>
                    <a:pt x="1323" y="112253"/>
                  </a:lnTo>
                  <a:lnTo>
                    <a:pt x="1715" y="111902"/>
                  </a:lnTo>
                  <a:lnTo>
                    <a:pt x="2205" y="111602"/>
                  </a:lnTo>
                  <a:lnTo>
                    <a:pt x="2352" y="111501"/>
                  </a:lnTo>
                  <a:lnTo>
                    <a:pt x="2646" y="111451"/>
                  </a:lnTo>
                  <a:lnTo>
                    <a:pt x="2842" y="111451"/>
                  </a:lnTo>
                  <a:lnTo>
                    <a:pt x="3136" y="111451"/>
                  </a:lnTo>
                  <a:lnTo>
                    <a:pt x="3528" y="111802"/>
                  </a:lnTo>
                  <a:lnTo>
                    <a:pt x="3921" y="111952"/>
                  </a:lnTo>
                  <a:lnTo>
                    <a:pt x="4215" y="112003"/>
                  </a:lnTo>
                  <a:lnTo>
                    <a:pt x="4460" y="111802"/>
                  </a:lnTo>
                  <a:lnTo>
                    <a:pt x="4705" y="111501"/>
                  </a:lnTo>
                  <a:lnTo>
                    <a:pt x="4852" y="111301"/>
                  </a:lnTo>
                  <a:lnTo>
                    <a:pt x="4999" y="111151"/>
                  </a:lnTo>
                  <a:lnTo>
                    <a:pt x="5195" y="111000"/>
                  </a:lnTo>
                  <a:lnTo>
                    <a:pt x="5391" y="111050"/>
                  </a:lnTo>
                  <a:lnTo>
                    <a:pt x="5391" y="111301"/>
                  </a:lnTo>
                  <a:lnTo>
                    <a:pt x="5391" y="111752"/>
                  </a:lnTo>
                  <a:lnTo>
                    <a:pt x="5489" y="112053"/>
                  </a:lnTo>
                  <a:lnTo>
                    <a:pt x="5440" y="112504"/>
                  </a:lnTo>
                  <a:lnTo>
                    <a:pt x="5391" y="112754"/>
                  </a:lnTo>
                  <a:lnTo>
                    <a:pt x="5342" y="113105"/>
                  </a:lnTo>
                  <a:lnTo>
                    <a:pt x="5293" y="113406"/>
                  </a:lnTo>
                  <a:lnTo>
                    <a:pt x="4999" y="113706"/>
                  </a:lnTo>
                  <a:lnTo>
                    <a:pt x="4607" y="113807"/>
                  </a:lnTo>
                  <a:lnTo>
                    <a:pt x="4166" y="114057"/>
                  </a:lnTo>
                  <a:lnTo>
                    <a:pt x="4068" y="114258"/>
                  </a:lnTo>
                  <a:lnTo>
                    <a:pt x="4264" y="114709"/>
                  </a:lnTo>
                  <a:lnTo>
                    <a:pt x="4362" y="115009"/>
                  </a:lnTo>
                  <a:lnTo>
                    <a:pt x="4705" y="115160"/>
                  </a:lnTo>
                  <a:lnTo>
                    <a:pt x="4901" y="115460"/>
                  </a:lnTo>
                  <a:lnTo>
                    <a:pt x="4607" y="115561"/>
                  </a:lnTo>
                  <a:lnTo>
                    <a:pt x="4950" y="116162"/>
                  </a:lnTo>
                  <a:lnTo>
                    <a:pt x="5342" y="116012"/>
                  </a:lnTo>
                  <a:lnTo>
                    <a:pt x="6224" y="115611"/>
                  </a:lnTo>
                  <a:lnTo>
                    <a:pt x="7155" y="115059"/>
                  </a:lnTo>
                  <a:lnTo>
                    <a:pt x="7989" y="114508"/>
                  </a:lnTo>
                  <a:lnTo>
                    <a:pt x="8479" y="114258"/>
                  </a:lnTo>
                  <a:lnTo>
                    <a:pt x="8773" y="114107"/>
                  </a:lnTo>
                  <a:lnTo>
                    <a:pt x="8871" y="114308"/>
                  </a:lnTo>
                  <a:lnTo>
                    <a:pt x="8381" y="114759"/>
                  </a:lnTo>
                  <a:lnTo>
                    <a:pt x="7401" y="115410"/>
                  </a:lnTo>
                  <a:lnTo>
                    <a:pt x="6910" y="115711"/>
                  </a:lnTo>
                  <a:lnTo>
                    <a:pt x="7253" y="116312"/>
                  </a:lnTo>
                  <a:lnTo>
                    <a:pt x="7499" y="116563"/>
                  </a:lnTo>
                  <a:lnTo>
                    <a:pt x="7744" y="116563"/>
                  </a:lnTo>
                  <a:lnTo>
                    <a:pt x="8087" y="116362"/>
                  </a:lnTo>
                  <a:lnTo>
                    <a:pt x="8283" y="116463"/>
                  </a:lnTo>
                  <a:lnTo>
                    <a:pt x="8479" y="116513"/>
                  </a:lnTo>
                  <a:lnTo>
                    <a:pt x="9165" y="116012"/>
                  </a:lnTo>
                  <a:lnTo>
                    <a:pt x="9557" y="115811"/>
                  </a:lnTo>
                  <a:lnTo>
                    <a:pt x="10145" y="116012"/>
                  </a:lnTo>
                  <a:lnTo>
                    <a:pt x="9802" y="116413"/>
                  </a:lnTo>
                  <a:lnTo>
                    <a:pt x="8283" y="117515"/>
                  </a:lnTo>
                  <a:lnTo>
                    <a:pt x="7744" y="118116"/>
                  </a:lnTo>
                  <a:lnTo>
                    <a:pt x="7204" y="119018"/>
                  </a:lnTo>
                  <a:lnTo>
                    <a:pt x="7499" y="119870"/>
                  </a:lnTo>
                  <a:lnTo>
                    <a:pt x="7989" y="120522"/>
                  </a:lnTo>
                  <a:lnTo>
                    <a:pt x="8626" y="120973"/>
                  </a:lnTo>
                  <a:lnTo>
                    <a:pt x="9018" y="121023"/>
                  </a:lnTo>
                  <a:lnTo>
                    <a:pt x="9655" y="120722"/>
                  </a:lnTo>
                  <a:lnTo>
                    <a:pt x="9802" y="121023"/>
                  </a:lnTo>
                  <a:lnTo>
                    <a:pt x="9361" y="121374"/>
                  </a:lnTo>
                  <a:lnTo>
                    <a:pt x="9165" y="121474"/>
                  </a:lnTo>
                  <a:lnTo>
                    <a:pt x="9312" y="121825"/>
                  </a:lnTo>
                  <a:lnTo>
                    <a:pt x="10929" y="123128"/>
                  </a:lnTo>
                  <a:lnTo>
                    <a:pt x="11616" y="123629"/>
                  </a:lnTo>
                  <a:lnTo>
                    <a:pt x="12645" y="124080"/>
                  </a:lnTo>
                  <a:lnTo>
                    <a:pt x="13821" y="124280"/>
                  </a:lnTo>
                  <a:lnTo>
                    <a:pt x="14704" y="124130"/>
                  </a:lnTo>
                  <a:lnTo>
                    <a:pt x="16566" y="123729"/>
                  </a:lnTo>
                  <a:lnTo>
                    <a:pt x="17742" y="123428"/>
                  </a:lnTo>
                  <a:lnTo>
                    <a:pt x="18870" y="122777"/>
                  </a:lnTo>
                  <a:lnTo>
                    <a:pt x="19654" y="122025"/>
                  </a:lnTo>
                  <a:lnTo>
                    <a:pt x="20585" y="120422"/>
                  </a:lnTo>
                  <a:lnTo>
                    <a:pt x="21271" y="119369"/>
                  </a:lnTo>
                  <a:lnTo>
                    <a:pt x="21418" y="119018"/>
                  </a:lnTo>
                  <a:lnTo>
                    <a:pt x="22203" y="118317"/>
                  </a:lnTo>
                  <a:lnTo>
                    <a:pt x="22742" y="117565"/>
                  </a:lnTo>
                  <a:lnTo>
                    <a:pt x="22840" y="117264"/>
                  </a:lnTo>
                  <a:lnTo>
                    <a:pt x="22791" y="116914"/>
                  </a:lnTo>
                  <a:lnTo>
                    <a:pt x="22742" y="116763"/>
                  </a:lnTo>
                  <a:lnTo>
                    <a:pt x="22595" y="116563"/>
                  </a:lnTo>
                  <a:lnTo>
                    <a:pt x="22252" y="116212"/>
                  </a:lnTo>
                  <a:lnTo>
                    <a:pt x="21859" y="115962"/>
                  </a:lnTo>
                  <a:lnTo>
                    <a:pt x="21614" y="115611"/>
                  </a:lnTo>
                  <a:lnTo>
                    <a:pt x="21271" y="115360"/>
                  </a:lnTo>
                  <a:lnTo>
                    <a:pt x="21026" y="115160"/>
                  </a:lnTo>
                  <a:lnTo>
                    <a:pt x="20830" y="114959"/>
                  </a:lnTo>
                  <a:lnTo>
                    <a:pt x="20683" y="114959"/>
                  </a:lnTo>
                  <a:lnTo>
                    <a:pt x="20487" y="114859"/>
                  </a:lnTo>
                  <a:lnTo>
                    <a:pt x="20242" y="114659"/>
                  </a:lnTo>
                  <a:lnTo>
                    <a:pt x="20389" y="114558"/>
                  </a:lnTo>
                  <a:lnTo>
                    <a:pt x="20781" y="114659"/>
                  </a:lnTo>
                  <a:lnTo>
                    <a:pt x="21222" y="114959"/>
                  </a:lnTo>
                  <a:lnTo>
                    <a:pt x="21565" y="115310"/>
                  </a:lnTo>
                  <a:lnTo>
                    <a:pt x="21958" y="115561"/>
                  </a:lnTo>
                  <a:lnTo>
                    <a:pt x="22252" y="115711"/>
                  </a:lnTo>
                  <a:lnTo>
                    <a:pt x="22644" y="115761"/>
                  </a:lnTo>
                  <a:lnTo>
                    <a:pt x="22791" y="115460"/>
                  </a:lnTo>
                  <a:lnTo>
                    <a:pt x="22889" y="114809"/>
                  </a:lnTo>
                  <a:lnTo>
                    <a:pt x="22693" y="114458"/>
                  </a:lnTo>
                  <a:lnTo>
                    <a:pt x="22399" y="114258"/>
                  </a:lnTo>
                  <a:lnTo>
                    <a:pt x="22350" y="113356"/>
                  </a:lnTo>
                  <a:lnTo>
                    <a:pt x="22301" y="113105"/>
                  </a:lnTo>
                  <a:lnTo>
                    <a:pt x="22497" y="113055"/>
                  </a:lnTo>
                  <a:lnTo>
                    <a:pt x="22546" y="112854"/>
                  </a:lnTo>
                  <a:lnTo>
                    <a:pt x="22252" y="112704"/>
                  </a:lnTo>
                  <a:lnTo>
                    <a:pt x="21859" y="112804"/>
                  </a:lnTo>
                  <a:lnTo>
                    <a:pt x="21124" y="113055"/>
                  </a:lnTo>
                  <a:lnTo>
                    <a:pt x="20732" y="113306"/>
                  </a:lnTo>
                  <a:lnTo>
                    <a:pt x="20438" y="113456"/>
                  </a:lnTo>
                  <a:lnTo>
                    <a:pt x="20340" y="113306"/>
                  </a:lnTo>
                  <a:lnTo>
                    <a:pt x="20977" y="112955"/>
                  </a:lnTo>
                  <a:lnTo>
                    <a:pt x="21663" y="112704"/>
                  </a:lnTo>
                  <a:lnTo>
                    <a:pt x="22154" y="112554"/>
                  </a:lnTo>
                  <a:lnTo>
                    <a:pt x="22350" y="112353"/>
                  </a:lnTo>
                  <a:lnTo>
                    <a:pt x="22595" y="112403"/>
                  </a:lnTo>
                  <a:lnTo>
                    <a:pt x="22595" y="112053"/>
                  </a:lnTo>
                  <a:lnTo>
                    <a:pt x="22546" y="111852"/>
                  </a:lnTo>
                  <a:lnTo>
                    <a:pt x="22742" y="111702"/>
                  </a:lnTo>
                  <a:lnTo>
                    <a:pt x="22889" y="111752"/>
                  </a:lnTo>
                  <a:lnTo>
                    <a:pt x="23134" y="111702"/>
                  </a:lnTo>
                  <a:lnTo>
                    <a:pt x="23379" y="111852"/>
                  </a:lnTo>
                  <a:lnTo>
                    <a:pt x="23477" y="112003"/>
                  </a:lnTo>
                  <a:lnTo>
                    <a:pt x="23624" y="112153"/>
                  </a:lnTo>
                  <a:lnTo>
                    <a:pt x="23771" y="111952"/>
                  </a:lnTo>
                  <a:lnTo>
                    <a:pt x="23820" y="111752"/>
                  </a:lnTo>
                  <a:lnTo>
                    <a:pt x="23967" y="111852"/>
                  </a:lnTo>
                  <a:lnTo>
                    <a:pt x="24114" y="112003"/>
                  </a:lnTo>
                  <a:lnTo>
                    <a:pt x="24261" y="112003"/>
                  </a:lnTo>
                  <a:lnTo>
                    <a:pt x="24408" y="111802"/>
                  </a:lnTo>
                  <a:lnTo>
                    <a:pt x="24555" y="111552"/>
                  </a:lnTo>
                  <a:lnTo>
                    <a:pt x="24653" y="111401"/>
                  </a:lnTo>
                  <a:lnTo>
                    <a:pt x="24751" y="111201"/>
                  </a:lnTo>
                  <a:lnTo>
                    <a:pt x="24800" y="111000"/>
                  </a:lnTo>
                  <a:lnTo>
                    <a:pt x="24800" y="110700"/>
                  </a:lnTo>
                  <a:lnTo>
                    <a:pt x="24849" y="110449"/>
                  </a:lnTo>
                  <a:lnTo>
                    <a:pt x="24457" y="110148"/>
                  </a:lnTo>
                  <a:lnTo>
                    <a:pt x="24408" y="109898"/>
                  </a:lnTo>
                  <a:lnTo>
                    <a:pt x="24555" y="109848"/>
                  </a:lnTo>
                  <a:lnTo>
                    <a:pt x="24751" y="110048"/>
                  </a:lnTo>
                  <a:lnTo>
                    <a:pt x="24898" y="110048"/>
                  </a:lnTo>
                  <a:lnTo>
                    <a:pt x="24947" y="109798"/>
                  </a:lnTo>
                  <a:lnTo>
                    <a:pt x="24898" y="109447"/>
                  </a:lnTo>
                  <a:lnTo>
                    <a:pt x="25143" y="109547"/>
                  </a:lnTo>
                  <a:lnTo>
                    <a:pt x="25094" y="109347"/>
                  </a:lnTo>
                  <a:lnTo>
                    <a:pt x="25143" y="109196"/>
                  </a:lnTo>
                  <a:lnTo>
                    <a:pt x="25339" y="109096"/>
                  </a:lnTo>
                  <a:lnTo>
                    <a:pt x="25290" y="108946"/>
                  </a:lnTo>
                  <a:lnTo>
                    <a:pt x="25094" y="108495"/>
                  </a:lnTo>
                  <a:lnTo>
                    <a:pt x="25094" y="108194"/>
                  </a:lnTo>
                  <a:lnTo>
                    <a:pt x="25339" y="108294"/>
                  </a:lnTo>
                  <a:lnTo>
                    <a:pt x="25634" y="108144"/>
                  </a:lnTo>
                  <a:lnTo>
                    <a:pt x="25830" y="108044"/>
                  </a:lnTo>
                  <a:lnTo>
                    <a:pt x="25977" y="108144"/>
                  </a:lnTo>
                  <a:lnTo>
                    <a:pt x="26124" y="108194"/>
                  </a:lnTo>
                  <a:lnTo>
                    <a:pt x="26271" y="108294"/>
                  </a:lnTo>
                  <a:lnTo>
                    <a:pt x="26467" y="107994"/>
                  </a:lnTo>
                  <a:lnTo>
                    <a:pt x="26467" y="107793"/>
                  </a:lnTo>
                  <a:lnTo>
                    <a:pt x="26565" y="107442"/>
                  </a:lnTo>
                  <a:lnTo>
                    <a:pt x="26712" y="107192"/>
                  </a:lnTo>
                  <a:lnTo>
                    <a:pt x="26663" y="107041"/>
                  </a:lnTo>
                  <a:lnTo>
                    <a:pt x="26516" y="106891"/>
                  </a:lnTo>
                  <a:lnTo>
                    <a:pt x="26467" y="106691"/>
                  </a:lnTo>
                  <a:lnTo>
                    <a:pt x="26712" y="106540"/>
                  </a:lnTo>
                  <a:lnTo>
                    <a:pt x="26712" y="106340"/>
                  </a:lnTo>
                  <a:lnTo>
                    <a:pt x="26663" y="106039"/>
                  </a:lnTo>
                  <a:lnTo>
                    <a:pt x="26712" y="105789"/>
                  </a:lnTo>
                  <a:lnTo>
                    <a:pt x="26859" y="105789"/>
                  </a:lnTo>
                  <a:lnTo>
                    <a:pt x="27055" y="105939"/>
                  </a:lnTo>
                  <a:lnTo>
                    <a:pt x="27153" y="106089"/>
                  </a:lnTo>
                  <a:lnTo>
                    <a:pt x="27496" y="105989"/>
                  </a:lnTo>
                  <a:lnTo>
                    <a:pt x="27839" y="105839"/>
                  </a:lnTo>
                  <a:lnTo>
                    <a:pt x="27888" y="105488"/>
                  </a:lnTo>
                  <a:lnTo>
                    <a:pt x="27937" y="105137"/>
                  </a:lnTo>
                  <a:lnTo>
                    <a:pt x="27937" y="104886"/>
                  </a:lnTo>
                  <a:lnTo>
                    <a:pt x="28035" y="104085"/>
                  </a:lnTo>
                  <a:lnTo>
                    <a:pt x="27692" y="102732"/>
                  </a:lnTo>
                  <a:lnTo>
                    <a:pt x="27349" y="102631"/>
                  </a:lnTo>
                  <a:lnTo>
                    <a:pt x="27104" y="102381"/>
                  </a:lnTo>
                  <a:lnTo>
                    <a:pt x="26957" y="102180"/>
                  </a:lnTo>
                  <a:lnTo>
                    <a:pt x="26908" y="101830"/>
                  </a:lnTo>
                  <a:lnTo>
                    <a:pt x="26859" y="101429"/>
                  </a:lnTo>
                  <a:lnTo>
                    <a:pt x="26663" y="101379"/>
                  </a:lnTo>
                  <a:lnTo>
                    <a:pt x="26418" y="101278"/>
                  </a:lnTo>
                  <a:lnTo>
                    <a:pt x="26222" y="101078"/>
                  </a:lnTo>
                  <a:lnTo>
                    <a:pt x="26124" y="100777"/>
                  </a:lnTo>
                  <a:lnTo>
                    <a:pt x="26075" y="100426"/>
                  </a:lnTo>
                  <a:lnTo>
                    <a:pt x="26075" y="100176"/>
                  </a:lnTo>
                  <a:lnTo>
                    <a:pt x="25928" y="100025"/>
                  </a:lnTo>
                  <a:lnTo>
                    <a:pt x="25879" y="99725"/>
                  </a:lnTo>
                  <a:lnTo>
                    <a:pt x="26075" y="99675"/>
                  </a:lnTo>
                  <a:lnTo>
                    <a:pt x="26467" y="99675"/>
                  </a:lnTo>
                  <a:lnTo>
                    <a:pt x="26663" y="99474"/>
                  </a:lnTo>
                  <a:lnTo>
                    <a:pt x="26957" y="98973"/>
                  </a:lnTo>
                  <a:lnTo>
                    <a:pt x="26663" y="98372"/>
                  </a:lnTo>
                  <a:lnTo>
                    <a:pt x="25683" y="98322"/>
                  </a:lnTo>
                  <a:lnTo>
                    <a:pt x="25192" y="98472"/>
                  </a:lnTo>
                  <a:lnTo>
                    <a:pt x="25143" y="98171"/>
                  </a:lnTo>
                  <a:lnTo>
                    <a:pt x="25045" y="97921"/>
                  </a:lnTo>
                  <a:lnTo>
                    <a:pt x="24604" y="97670"/>
                  </a:lnTo>
                  <a:lnTo>
                    <a:pt x="24163" y="97470"/>
                  </a:lnTo>
                  <a:lnTo>
                    <a:pt x="23673" y="97169"/>
                  </a:lnTo>
                  <a:lnTo>
                    <a:pt x="23281" y="96868"/>
                  </a:lnTo>
                  <a:lnTo>
                    <a:pt x="23134" y="96718"/>
                  </a:lnTo>
                  <a:lnTo>
                    <a:pt x="22840" y="96467"/>
                  </a:lnTo>
                  <a:lnTo>
                    <a:pt x="22742" y="96117"/>
                  </a:lnTo>
                  <a:lnTo>
                    <a:pt x="22742" y="95766"/>
                  </a:lnTo>
                  <a:lnTo>
                    <a:pt x="22938" y="95415"/>
                  </a:lnTo>
                  <a:lnTo>
                    <a:pt x="23183" y="95265"/>
                  </a:lnTo>
                  <a:lnTo>
                    <a:pt x="23428" y="95064"/>
                  </a:lnTo>
                  <a:lnTo>
                    <a:pt x="23526" y="94864"/>
                  </a:lnTo>
                  <a:lnTo>
                    <a:pt x="23428" y="94613"/>
                  </a:lnTo>
                  <a:lnTo>
                    <a:pt x="23232" y="94363"/>
                  </a:lnTo>
                  <a:lnTo>
                    <a:pt x="22938" y="94212"/>
                  </a:lnTo>
                  <a:lnTo>
                    <a:pt x="22889" y="93912"/>
                  </a:lnTo>
                  <a:lnTo>
                    <a:pt x="22938" y="93711"/>
                  </a:lnTo>
                  <a:lnTo>
                    <a:pt x="23183" y="93611"/>
                  </a:lnTo>
                  <a:lnTo>
                    <a:pt x="23526" y="93661"/>
                  </a:lnTo>
                  <a:lnTo>
                    <a:pt x="24114" y="93811"/>
                  </a:lnTo>
                  <a:lnTo>
                    <a:pt x="24261" y="93912"/>
                  </a:lnTo>
                  <a:lnTo>
                    <a:pt x="24653" y="94212"/>
                  </a:lnTo>
                  <a:lnTo>
                    <a:pt x="25045" y="94313"/>
                  </a:lnTo>
                  <a:lnTo>
                    <a:pt x="25585" y="93962"/>
                  </a:lnTo>
                  <a:lnTo>
                    <a:pt x="25977" y="93912"/>
                  </a:lnTo>
                  <a:lnTo>
                    <a:pt x="26271" y="94012"/>
                  </a:lnTo>
                  <a:lnTo>
                    <a:pt x="26712" y="93711"/>
                  </a:lnTo>
                  <a:lnTo>
                    <a:pt x="27104" y="93511"/>
                  </a:lnTo>
                  <a:lnTo>
                    <a:pt x="27202" y="93010"/>
                  </a:lnTo>
                  <a:lnTo>
                    <a:pt x="27251" y="92308"/>
                  </a:lnTo>
                  <a:lnTo>
                    <a:pt x="27496" y="91907"/>
                  </a:lnTo>
                  <a:lnTo>
                    <a:pt x="27839" y="91556"/>
                  </a:lnTo>
                  <a:lnTo>
                    <a:pt x="27937" y="90755"/>
                  </a:lnTo>
                  <a:lnTo>
                    <a:pt x="27741" y="90003"/>
                  </a:lnTo>
                  <a:lnTo>
                    <a:pt x="27741" y="89351"/>
                  </a:lnTo>
                  <a:lnTo>
                    <a:pt x="27643" y="88850"/>
                  </a:lnTo>
                  <a:lnTo>
                    <a:pt x="27692" y="88249"/>
                  </a:lnTo>
                  <a:lnTo>
                    <a:pt x="27790" y="87497"/>
                  </a:lnTo>
                  <a:lnTo>
                    <a:pt x="27643" y="86796"/>
                  </a:lnTo>
                  <a:lnTo>
                    <a:pt x="27447" y="86244"/>
                  </a:lnTo>
                  <a:lnTo>
                    <a:pt x="27496" y="85944"/>
                  </a:lnTo>
                  <a:lnTo>
                    <a:pt x="27300" y="85543"/>
                  </a:lnTo>
                  <a:lnTo>
                    <a:pt x="27300" y="85192"/>
                  </a:lnTo>
                  <a:lnTo>
                    <a:pt x="27251" y="84741"/>
                  </a:lnTo>
                  <a:lnTo>
                    <a:pt x="26908" y="84190"/>
                  </a:lnTo>
                  <a:lnTo>
                    <a:pt x="26810" y="83689"/>
                  </a:lnTo>
                  <a:lnTo>
                    <a:pt x="26467" y="83288"/>
                  </a:lnTo>
                  <a:lnTo>
                    <a:pt x="26124" y="82787"/>
                  </a:lnTo>
                  <a:lnTo>
                    <a:pt x="26026" y="82386"/>
                  </a:lnTo>
                  <a:lnTo>
                    <a:pt x="25732" y="81985"/>
                  </a:lnTo>
                  <a:lnTo>
                    <a:pt x="25486" y="81584"/>
                  </a:lnTo>
                  <a:lnTo>
                    <a:pt x="25290" y="81133"/>
                  </a:lnTo>
                  <a:lnTo>
                    <a:pt x="24947" y="80582"/>
                  </a:lnTo>
                  <a:lnTo>
                    <a:pt x="24604" y="79980"/>
                  </a:lnTo>
                  <a:lnTo>
                    <a:pt x="24359" y="79479"/>
                  </a:lnTo>
                  <a:lnTo>
                    <a:pt x="24163" y="78878"/>
                  </a:lnTo>
                  <a:lnTo>
                    <a:pt x="23820" y="78076"/>
                  </a:lnTo>
                  <a:lnTo>
                    <a:pt x="23183" y="77124"/>
                  </a:lnTo>
                  <a:lnTo>
                    <a:pt x="22644" y="76121"/>
                  </a:lnTo>
                  <a:lnTo>
                    <a:pt x="21958" y="75219"/>
                  </a:lnTo>
                  <a:lnTo>
                    <a:pt x="21565" y="74819"/>
                  </a:lnTo>
                  <a:lnTo>
                    <a:pt x="21173" y="74468"/>
                  </a:lnTo>
                  <a:lnTo>
                    <a:pt x="20977" y="74017"/>
                  </a:lnTo>
                  <a:lnTo>
                    <a:pt x="20830" y="73365"/>
                  </a:lnTo>
                  <a:lnTo>
                    <a:pt x="20438" y="72714"/>
                  </a:lnTo>
                  <a:lnTo>
                    <a:pt x="19997" y="71712"/>
                  </a:lnTo>
                  <a:lnTo>
                    <a:pt x="19556" y="70960"/>
                  </a:lnTo>
                  <a:lnTo>
                    <a:pt x="19262" y="70258"/>
                  </a:lnTo>
                  <a:lnTo>
                    <a:pt x="18821" y="69156"/>
                  </a:lnTo>
                  <a:lnTo>
                    <a:pt x="18183" y="68103"/>
                  </a:lnTo>
                  <a:lnTo>
                    <a:pt x="17889" y="67702"/>
                  </a:lnTo>
                  <a:lnTo>
                    <a:pt x="17448" y="67302"/>
                  </a:lnTo>
                  <a:lnTo>
                    <a:pt x="17056" y="66750"/>
                  </a:lnTo>
                  <a:lnTo>
                    <a:pt x="16762" y="66199"/>
                  </a:lnTo>
                  <a:lnTo>
                    <a:pt x="16517" y="65497"/>
                  </a:lnTo>
                  <a:lnTo>
                    <a:pt x="16125" y="65147"/>
                  </a:lnTo>
                  <a:lnTo>
                    <a:pt x="15782" y="65197"/>
                  </a:lnTo>
                  <a:lnTo>
                    <a:pt x="14949" y="66249"/>
                  </a:lnTo>
                  <a:lnTo>
                    <a:pt x="14066" y="67151"/>
                  </a:lnTo>
                  <a:lnTo>
                    <a:pt x="13233" y="67803"/>
                  </a:lnTo>
                  <a:lnTo>
                    <a:pt x="13037" y="68003"/>
                  </a:lnTo>
                  <a:lnTo>
                    <a:pt x="12792" y="67652"/>
                  </a:lnTo>
                  <a:lnTo>
                    <a:pt x="12743" y="67502"/>
                  </a:lnTo>
                  <a:lnTo>
                    <a:pt x="12939" y="66800"/>
                  </a:lnTo>
                  <a:lnTo>
                    <a:pt x="12645" y="63493"/>
                  </a:lnTo>
                  <a:lnTo>
                    <a:pt x="13184" y="59634"/>
                  </a:lnTo>
                  <a:lnTo>
                    <a:pt x="13380" y="58381"/>
                  </a:lnTo>
                  <a:lnTo>
                    <a:pt x="14704" y="57179"/>
                  </a:lnTo>
                  <a:lnTo>
                    <a:pt x="18772" y="58131"/>
                  </a:lnTo>
                  <a:lnTo>
                    <a:pt x="20046" y="58682"/>
                  </a:lnTo>
                  <a:lnTo>
                    <a:pt x="25094" y="53671"/>
                  </a:lnTo>
                  <a:lnTo>
                    <a:pt x="27496" y="54873"/>
                  </a:lnTo>
                  <a:lnTo>
                    <a:pt x="27888" y="53871"/>
                  </a:lnTo>
                  <a:lnTo>
                    <a:pt x="28133" y="53320"/>
                  </a:lnTo>
                  <a:lnTo>
                    <a:pt x="28623" y="52217"/>
                  </a:lnTo>
                  <a:lnTo>
                    <a:pt x="28917" y="51466"/>
                  </a:lnTo>
                  <a:lnTo>
                    <a:pt x="29555" y="49912"/>
                  </a:lnTo>
                  <a:lnTo>
                    <a:pt x="29604" y="49762"/>
                  </a:lnTo>
                  <a:lnTo>
                    <a:pt x="30045" y="48860"/>
                  </a:lnTo>
                  <a:lnTo>
                    <a:pt x="30192" y="48509"/>
                  </a:lnTo>
                  <a:lnTo>
                    <a:pt x="30437" y="47958"/>
                  </a:lnTo>
                  <a:lnTo>
                    <a:pt x="31270" y="45703"/>
                  </a:lnTo>
                  <a:lnTo>
                    <a:pt x="32250" y="43247"/>
                  </a:lnTo>
                  <a:lnTo>
                    <a:pt x="32789" y="41944"/>
                  </a:lnTo>
                  <a:lnTo>
                    <a:pt x="33329" y="40591"/>
                  </a:lnTo>
                  <a:lnTo>
                    <a:pt x="33427" y="40441"/>
                  </a:lnTo>
                  <a:lnTo>
                    <a:pt x="33623" y="39739"/>
                  </a:lnTo>
                  <a:lnTo>
                    <a:pt x="33819" y="39088"/>
                  </a:lnTo>
                  <a:lnTo>
                    <a:pt x="34015" y="37835"/>
                  </a:lnTo>
                  <a:lnTo>
                    <a:pt x="34064" y="36482"/>
                  </a:lnTo>
                  <a:lnTo>
                    <a:pt x="34064" y="35580"/>
                  </a:lnTo>
                  <a:lnTo>
                    <a:pt x="33966" y="34578"/>
                  </a:lnTo>
                  <a:lnTo>
                    <a:pt x="33868" y="34076"/>
                  </a:lnTo>
                  <a:lnTo>
                    <a:pt x="33623" y="33275"/>
                  </a:lnTo>
                  <a:lnTo>
                    <a:pt x="32789" y="31320"/>
                  </a:lnTo>
                  <a:lnTo>
                    <a:pt x="32250" y="30619"/>
                  </a:lnTo>
                  <a:lnTo>
                    <a:pt x="32054" y="30368"/>
                  </a:lnTo>
                  <a:lnTo>
                    <a:pt x="32446" y="29967"/>
                  </a:lnTo>
                  <a:lnTo>
                    <a:pt x="33770" y="27862"/>
                  </a:lnTo>
                  <a:lnTo>
                    <a:pt x="34162" y="27211"/>
                  </a:lnTo>
                  <a:lnTo>
                    <a:pt x="35730" y="25006"/>
                  </a:lnTo>
                  <a:lnTo>
                    <a:pt x="37936" y="21999"/>
                  </a:lnTo>
                  <a:lnTo>
                    <a:pt x="40043" y="19093"/>
                  </a:lnTo>
                  <a:lnTo>
                    <a:pt x="40240" y="18842"/>
                  </a:lnTo>
                  <a:lnTo>
                    <a:pt x="42886" y="15184"/>
                  </a:lnTo>
                  <a:lnTo>
                    <a:pt x="43327" y="14633"/>
                  </a:lnTo>
                  <a:lnTo>
                    <a:pt x="45288" y="11926"/>
                  </a:lnTo>
                  <a:lnTo>
                    <a:pt x="48572" y="7116"/>
                  </a:lnTo>
                  <a:lnTo>
                    <a:pt x="48719" y="6915"/>
                  </a:lnTo>
                  <a:lnTo>
                    <a:pt x="50140" y="4961"/>
                  </a:lnTo>
                  <a:lnTo>
                    <a:pt x="51758" y="2856"/>
                  </a:lnTo>
                  <a:lnTo>
                    <a:pt x="51856" y="2706"/>
                  </a:lnTo>
                  <a:lnTo>
                    <a:pt x="52101" y="2255"/>
                  </a:lnTo>
                  <a:lnTo>
                    <a:pt x="52493" y="1553"/>
                  </a:lnTo>
                  <a:lnTo>
                    <a:pt x="53816" y="100"/>
                  </a:lnTo>
                  <a:lnTo>
                    <a:pt x="542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877895" y="2554472"/>
              <a:ext cx="240459" cy="238238"/>
            </a:xfrm>
            <a:custGeom>
              <a:avLst/>
              <a:pathLst>
                <a:path w="240459" h="238238">
                  <a:moveTo>
                    <a:pt x="149049" y="2856"/>
                  </a:moveTo>
                  <a:lnTo>
                    <a:pt x="153559" y="7567"/>
                  </a:lnTo>
                  <a:lnTo>
                    <a:pt x="167772" y="21749"/>
                  </a:lnTo>
                  <a:lnTo>
                    <a:pt x="176840" y="31070"/>
                  </a:lnTo>
                  <a:lnTo>
                    <a:pt x="220364" y="74969"/>
                  </a:lnTo>
                  <a:lnTo>
                    <a:pt x="236489" y="91206"/>
                  </a:lnTo>
                  <a:lnTo>
                    <a:pt x="240459" y="95265"/>
                  </a:lnTo>
                  <a:lnTo>
                    <a:pt x="238891" y="97770"/>
                  </a:lnTo>
                  <a:lnTo>
                    <a:pt x="203895" y="185218"/>
                  </a:lnTo>
                  <a:lnTo>
                    <a:pt x="203601" y="185920"/>
                  </a:lnTo>
                  <a:lnTo>
                    <a:pt x="202180" y="189478"/>
                  </a:lnTo>
                  <a:lnTo>
                    <a:pt x="201935" y="190179"/>
                  </a:lnTo>
                  <a:lnTo>
                    <a:pt x="201592" y="191031"/>
                  </a:lnTo>
                  <a:lnTo>
                    <a:pt x="201445" y="191332"/>
                  </a:lnTo>
                  <a:lnTo>
                    <a:pt x="201151" y="191983"/>
                  </a:lnTo>
                  <a:lnTo>
                    <a:pt x="200857" y="191983"/>
                  </a:lnTo>
                  <a:lnTo>
                    <a:pt x="200660" y="191883"/>
                  </a:lnTo>
                  <a:lnTo>
                    <a:pt x="200170" y="191282"/>
                  </a:lnTo>
                  <a:lnTo>
                    <a:pt x="199925" y="190931"/>
                  </a:lnTo>
                  <a:lnTo>
                    <a:pt x="199729" y="190730"/>
                  </a:lnTo>
                  <a:lnTo>
                    <a:pt x="199386" y="190580"/>
                  </a:lnTo>
                  <a:lnTo>
                    <a:pt x="199043" y="190430"/>
                  </a:lnTo>
                  <a:lnTo>
                    <a:pt x="198651" y="190380"/>
                  </a:lnTo>
                  <a:lnTo>
                    <a:pt x="198308" y="190380"/>
                  </a:lnTo>
                  <a:lnTo>
                    <a:pt x="197916" y="190630"/>
                  </a:lnTo>
                  <a:lnTo>
                    <a:pt x="197426" y="191131"/>
                  </a:lnTo>
                  <a:lnTo>
                    <a:pt x="197181" y="191783"/>
                  </a:lnTo>
                  <a:lnTo>
                    <a:pt x="197033" y="192284"/>
                  </a:lnTo>
                  <a:lnTo>
                    <a:pt x="195857" y="193236"/>
                  </a:lnTo>
                  <a:lnTo>
                    <a:pt x="195171" y="194088"/>
                  </a:lnTo>
                  <a:lnTo>
                    <a:pt x="194387" y="195742"/>
                  </a:lnTo>
                  <a:lnTo>
                    <a:pt x="194730" y="196443"/>
                  </a:lnTo>
                  <a:lnTo>
                    <a:pt x="195024" y="198047"/>
                  </a:lnTo>
                  <a:lnTo>
                    <a:pt x="195171" y="198498"/>
                  </a:lnTo>
                  <a:lnTo>
                    <a:pt x="194975" y="199200"/>
                  </a:lnTo>
                  <a:lnTo>
                    <a:pt x="194730" y="199450"/>
                  </a:lnTo>
                  <a:lnTo>
                    <a:pt x="194338" y="199951"/>
                  </a:lnTo>
                  <a:lnTo>
                    <a:pt x="193652" y="200603"/>
                  </a:lnTo>
                  <a:lnTo>
                    <a:pt x="192867" y="201254"/>
                  </a:lnTo>
                  <a:lnTo>
                    <a:pt x="192573" y="201705"/>
                  </a:lnTo>
                  <a:lnTo>
                    <a:pt x="192426" y="201856"/>
                  </a:lnTo>
                  <a:lnTo>
                    <a:pt x="192083" y="202206"/>
                  </a:lnTo>
                  <a:lnTo>
                    <a:pt x="190319" y="202958"/>
                  </a:lnTo>
                  <a:lnTo>
                    <a:pt x="188995" y="203509"/>
                  </a:lnTo>
                  <a:lnTo>
                    <a:pt x="188064" y="203660"/>
                  </a:lnTo>
                  <a:lnTo>
                    <a:pt x="187329" y="203960"/>
                  </a:lnTo>
                  <a:lnTo>
                    <a:pt x="186447" y="204111"/>
                  </a:lnTo>
                  <a:lnTo>
                    <a:pt x="186054" y="203359"/>
                  </a:lnTo>
                  <a:lnTo>
                    <a:pt x="185760" y="202908"/>
                  </a:lnTo>
                  <a:lnTo>
                    <a:pt x="185515" y="202407"/>
                  </a:lnTo>
                  <a:lnTo>
                    <a:pt x="185123" y="202006"/>
                  </a:lnTo>
                  <a:lnTo>
                    <a:pt x="184486" y="201655"/>
                  </a:lnTo>
                  <a:lnTo>
                    <a:pt x="184290" y="201505"/>
                  </a:lnTo>
                  <a:lnTo>
                    <a:pt x="181545" y="200853"/>
                  </a:lnTo>
                  <a:lnTo>
                    <a:pt x="180565" y="200452"/>
                  </a:lnTo>
                  <a:lnTo>
                    <a:pt x="180026" y="199951"/>
                  </a:lnTo>
                  <a:lnTo>
                    <a:pt x="179389" y="199701"/>
                  </a:lnTo>
                  <a:lnTo>
                    <a:pt x="178849" y="199701"/>
                  </a:lnTo>
                  <a:lnTo>
                    <a:pt x="177624" y="199951"/>
                  </a:lnTo>
                  <a:lnTo>
                    <a:pt x="176693" y="199751"/>
                  </a:lnTo>
                  <a:lnTo>
                    <a:pt x="176252" y="199300"/>
                  </a:lnTo>
                  <a:lnTo>
                    <a:pt x="175468" y="198849"/>
                  </a:lnTo>
                  <a:lnTo>
                    <a:pt x="174977" y="198799"/>
                  </a:lnTo>
                  <a:lnTo>
                    <a:pt x="174389" y="198949"/>
                  </a:lnTo>
                  <a:lnTo>
                    <a:pt x="173654" y="199099"/>
                  </a:lnTo>
                  <a:lnTo>
                    <a:pt x="173017" y="199550"/>
                  </a:lnTo>
                  <a:lnTo>
                    <a:pt x="172233" y="200402"/>
                  </a:lnTo>
                  <a:lnTo>
                    <a:pt x="169782" y="202357"/>
                  </a:lnTo>
                  <a:lnTo>
                    <a:pt x="168949" y="203058"/>
                  </a:lnTo>
                  <a:lnTo>
                    <a:pt x="168802" y="204111"/>
                  </a:lnTo>
                  <a:lnTo>
                    <a:pt x="168655" y="205063"/>
                  </a:lnTo>
                  <a:lnTo>
                    <a:pt x="168508" y="205614"/>
                  </a:lnTo>
                  <a:lnTo>
                    <a:pt x="168410" y="206115"/>
                  </a:lnTo>
                  <a:lnTo>
                    <a:pt x="167723" y="206366"/>
                  </a:lnTo>
                  <a:lnTo>
                    <a:pt x="166841" y="206416"/>
                  </a:lnTo>
                  <a:lnTo>
                    <a:pt x="165224" y="205965"/>
                  </a:lnTo>
                  <a:lnTo>
                    <a:pt x="163606" y="205915"/>
                  </a:lnTo>
                  <a:lnTo>
                    <a:pt x="160273" y="207117"/>
                  </a:lnTo>
                  <a:lnTo>
                    <a:pt x="158411" y="208020"/>
                  </a:lnTo>
                  <a:lnTo>
                    <a:pt x="157872" y="208671"/>
                  </a:lnTo>
                  <a:lnTo>
                    <a:pt x="157872" y="209222"/>
                  </a:lnTo>
                  <a:lnTo>
                    <a:pt x="157480" y="210876"/>
                  </a:lnTo>
                  <a:lnTo>
                    <a:pt x="157480" y="212279"/>
                  </a:lnTo>
                  <a:lnTo>
                    <a:pt x="157382" y="212630"/>
                  </a:lnTo>
                  <a:lnTo>
                    <a:pt x="157333" y="212981"/>
                  </a:lnTo>
                  <a:lnTo>
                    <a:pt x="157137" y="213632"/>
                  </a:lnTo>
                  <a:lnTo>
                    <a:pt x="156989" y="214083"/>
                  </a:lnTo>
                  <a:lnTo>
                    <a:pt x="156695" y="214835"/>
                  </a:lnTo>
                  <a:lnTo>
                    <a:pt x="156499" y="215286"/>
                  </a:lnTo>
                  <a:lnTo>
                    <a:pt x="154098" y="224256"/>
                  </a:lnTo>
                  <a:lnTo>
                    <a:pt x="132140" y="219145"/>
                  </a:lnTo>
                  <a:lnTo>
                    <a:pt x="124151" y="221149"/>
                  </a:lnTo>
                  <a:lnTo>
                    <a:pt x="124249" y="221650"/>
                  </a:lnTo>
                  <a:lnTo>
                    <a:pt x="124151" y="222302"/>
                  </a:lnTo>
                  <a:lnTo>
                    <a:pt x="124101" y="223154"/>
                  </a:lnTo>
                  <a:lnTo>
                    <a:pt x="124298" y="224206"/>
                  </a:lnTo>
                  <a:lnTo>
                    <a:pt x="124347" y="224858"/>
                  </a:lnTo>
                  <a:lnTo>
                    <a:pt x="124396" y="225008"/>
                  </a:lnTo>
                  <a:lnTo>
                    <a:pt x="124298" y="225609"/>
                  </a:lnTo>
                  <a:lnTo>
                    <a:pt x="123905" y="226261"/>
                  </a:lnTo>
                  <a:lnTo>
                    <a:pt x="123513" y="226912"/>
                  </a:lnTo>
                  <a:lnTo>
                    <a:pt x="123366" y="227163"/>
                  </a:lnTo>
                  <a:lnTo>
                    <a:pt x="122974" y="227313"/>
                  </a:lnTo>
                  <a:lnTo>
                    <a:pt x="122239" y="227313"/>
                  </a:lnTo>
                  <a:lnTo>
                    <a:pt x="121651" y="227514"/>
                  </a:lnTo>
                  <a:lnTo>
                    <a:pt x="121308" y="227664"/>
                  </a:lnTo>
                  <a:lnTo>
                    <a:pt x="120965" y="227965"/>
                  </a:lnTo>
                  <a:lnTo>
                    <a:pt x="120622" y="228315"/>
                  </a:lnTo>
                  <a:lnTo>
                    <a:pt x="120425" y="228666"/>
                  </a:lnTo>
                  <a:lnTo>
                    <a:pt x="120425" y="228917"/>
                  </a:lnTo>
                  <a:lnTo>
                    <a:pt x="120082" y="229368"/>
                  </a:lnTo>
                  <a:lnTo>
                    <a:pt x="119690" y="229568"/>
                  </a:lnTo>
                  <a:lnTo>
                    <a:pt x="119004" y="229719"/>
                  </a:lnTo>
                  <a:lnTo>
                    <a:pt x="115769" y="229668"/>
                  </a:lnTo>
                  <a:lnTo>
                    <a:pt x="115132" y="229969"/>
                  </a:lnTo>
                  <a:lnTo>
                    <a:pt x="114887" y="230220"/>
                  </a:lnTo>
                  <a:lnTo>
                    <a:pt x="114593" y="230320"/>
                  </a:lnTo>
                  <a:lnTo>
                    <a:pt x="113662" y="230170"/>
                  </a:lnTo>
                  <a:lnTo>
                    <a:pt x="112877" y="229468"/>
                  </a:lnTo>
                  <a:lnTo>
                    <a:pt x="112289" y="228616"/>
                  </a:lnTo>
                  <a:lnTo>
                    <a:pt x="111652" y="228215"/>
                  </a:lnTo>
                  <a:lnTo>
                    <a:pt x="111211" y="227965"/>
                  </a:lnTo>
                  <a:lnTo>
                    <a:pt x="110917" y="227864"/>
                  </a:lnTo>
                  <a:lnTo>
                    <a:pt x="109643" y="227814"/>
                  </a:lnTo>
                  <a:lnTo>
                    <a:pt x="108662" y="227764"/>
                  </a:lnTo>
                  <a:lnTo>
                    <a:pt x="108417" y="227714"/>
                  </a:lnTo>
                  <a:lnTo>
                    <a:pt x="107192" y="227514"/>
                  </a:lnTo>
                  <a:lnTo>
                    <a:pt x="106065" y="227012"/>
                  </a:lnTo>
                  <a:lnTo>
                    <a:pt x="105476" y="226561"/>
                  </a:lnTo>
                  <a:lnTo>
                    <a:pt x="105084" y="225910"/>
                  </a:lnTo>
                  <a:lnTo>
                    <a:pt x="104986" y="225559"/>
                  </a:lnTo>
                  <a:lnTo>
                    <a:pt x="104986" y="225258"/>
                  </a:lnTo>
                  <a:lnTo>
                    <a:pt x="104839" y="224958"/>
                  </a:lnTo>
                  <a:lnTo>
                    <a:pt x="103908" y="224457"/>
                  </a:lnTo>
                  <a:lnTo>
                    <a:pt x="102732" y="223956"/>
                  </a:lnTo>
                  <a:lnTo>
                    <a:pt x="101702" y="223454"/>
                  </a:lnTo>
                  <a:lnTo>
                    <a:pt x="99889" y="223354"/>
                  </a:lnTo>
                  <a:lnTo>
                    <a:pt x="97634" y="223354"/>
                  </a:lnTo>
                  <a:lnTo>
                    <a:pt x="95674" y="223855"/>
                  </a:lnTo>
                  <a:lnTo>
                    <a:pt x="94154" y="224908"/>
                  </a:lnTo>
                  <a:lnTo>
                    <a:pt x="92635" y="226862"/>
                  </a:lnTo>
                  <a:lnTo>
                    <a:pt x="91851" y="227614"/>
                  </a:lnTo>
                  <a:lnTo>
                    <a:pt x="91262" y="227914"/>
                  </a:lnTo>
                  <a:lnTo>
                    <a:pt x="90086" y="228516"/>
                  </a:lnTo>
                  <a:lnTo>
                    <a:pt x="89841" y="228716"/>
                  </a:lnTo>
                  <a:lnTo>
                    <a:pt x="89106" y="229067"/>
                  </a:lnTo>
                  <a:lnTo>
                    <a:pt x="88616" y="229067"/>
                  </a:lnTo>
                  <a:lnTo>
                    <a:pt x="87783" y="228716"/>
                  </a:lnTo>
                  <a:lnTo>
                    <a:pt x="87096" y="228416"/>
                  </a:lnTo>
                  <a:lnTo>
                    <a:pt x="86459" y="228265"/>
                  </a:lnTo>
                  <a:lnTo>
                    <a:pt x="85430" y="228065"/>
                  </a:lnTo>
                  <a:lnTo>
                    <a:pt x="84695" y="227864"/>
                  </a:lnTo>
                  <a:lnTo>
                    <a:pt x="83959" y="227914"/>
                  </a:lnTo>
                  <a:lnTo>
                    <a:pt x="83077" y="227764"/>
                  </a:lnTo>
                  <a:lnTo>
                    <a:pt x="82342" y="227463"/>
                  </a:lnTo>
                  <a:lnTo>
                    <a:pt x="81166" y="227363"/>
                  </a:lnTo>
                  <a:lnTo>
                    <a:pt x="80382" y="227363"/>
                  </a:lnTo>
                  <a:lnTo>
                    <a:pt x="79695" y="227213"/>
                  </a:lnTo>
                  <a:lnTo>
                    <a:pt x="79156" y="227012"/>
                  </a:lnTo>
                  <a:lnTo>
                    <a:pt x="77049" y="225409"/>
                  </a:lnTo>
                  <a:lnTo>
                    <a:pt x="75578" y="224407"/>
                  </a:lnTo>
                  <a:lnTo>
                    <a:pt x="73863" y="223705"/>
                  </a:lnTo>
                  <a:lnTo>
                    <a:pt x="72098" y="222953"/>
                  </a:lnTo>
                  <a:lnTo>
                    <a:pt x="70285" y="222753"/>
                  </a:lnTo>
                  <a:lnTo>
                    <a:pt x="69010" y="223053"/>
                  </a:lnTo>
                  <a:lnTo>
                    <a:pt x="67981" y="222903"/>
                  </a:lnTo>
                  <a:lnTo>
                    <a:pt x="66952" y="222803"/>
                  </a:lnTo>
                  <a:lnTo>
                    <a:pt x="65972" y="222803"/>
                  </a:lnTo>
                  <a:lnTo>
                    <a:pt x="65089" y="223254"/>
                  </a:lnTo>
                  <a:lnTo>
                    <a:pt x="64109" y="223454"/>
                  </a:lnTo>
                  <a:lnTo>
                    <a:pt x="63815" y="223504"/>
                  </a:lnTo>
                  <a:lnTo>
                    <a:pt x="62296" y="224156"/>
                  </a:lnTo>
                  <a:lnTo>
                    <a:pt x="61021" y="225058"/>
                  </a:lnTo>
                  <a:lnTo>
                    <a:pt x="59110" y="226110"/>
                  </a:lnTo>
                  <a:lnTo>
                    <a:pt x="57884" y="226411"/>
                  </a:lnTo>
                  <a:lnTo>
                    <a:pt x="57051" y="226511"/>
                  </a:lnTo>
                  <a:lnTo>
                    <a:pt x="56267" y="226662"/>
                  </a:lnTo>
                  <a:lnTo>
                    <a:pt x="55875" y="226712"/>
                  </a:lnTo>
                  <a:lnTo>
                    <a:pt x="55630" y="226762"/>
                  </a:lnTo>
                  <a:lnTo>
                    <a:pt x="55385" y="226912"/>
                  </a:lnTo>
                  <a:lnTo>
                    <a:pt x="55140" y="227213"/>
                  </a:lnTo>
                  <a:lnTo>
                    <a:pt x="54993" y="227514"/>
                  </a:lnTo>
                  <a:lnTo>
                    <a:pt x="54895" y="227914"/>
                  </a:lnTo>
                  <a:lnTo>
                    <a:pt x="54846" y="228516"/>
                  </a:lnTo>
                  <a:lnTo>
                    <a:pt x="54846" y="228917"/>
                  </a:lnTo>
                  <a:lnTo>
                    <a:pt x="55042" y="229468"/>
                  </a:lnTo>
                  <a:lnTo>
                    <a:pt x="55189" y="229769"/>
                  </a:lnTo>
                  <a:lnTo>
                    <a:pt x="55679" y="230621"/>
                  </a:lnTo>
                  <a:lnTo>
                    <a:pt x="56071" y="231573"/>
                  </a:lnTo>
                  <a:lnTo>
                    <a:pt x="56316" y="232425"/>
                  </a:lnTo>
                  <a:lnTo>
                    <a:pt x="56022" y="233527"/>
                  </a:lnTo>
                  <a:lnTo>
                    <a:pt x="55483" y="234780"/>
                  </a:lnTo>
                  <a:lnTo>
                    <a:pt x="55238" y="235732"/>
                  </a:lnTo>
                  <a:lnTo>
                    <a:pt x="55483" y="237536"/>
                  </a:lnTo>
                  <a:lnTo>
                    <a:pt x="55434" y="237787"/>
                  </a:lnTo>
                  <a:lnTo>
                    <a:pt x="55238" y="237987"/>
                  </a:lnTo>
                  <a:lnTo>
                    <a:pt x="54698" y="238238"/>
                  </a:lnTo>
                  <a:lnTo>
                    <a:pt x="54110" y="238087"/>
                  </a:lnTo>
                  <a:lnTo>
                    <a:pt x="53179" y="237636"/>
                  </a:lnTo>
                  <a:lnTo>
                    <a:pt x="52150" y="237035"/>
                  </a:lnTo>
                  <a:lnTo>
                    <a:pt x="51660" y="236985"/>
                  </a:lnTo>
                  <a:lnTo>
                    <a:pt x="51022" y="236734"/>
                  </a:lnTo>
                  <a:lnTo>
                    <a:pt x="50679" y="236434"/>
                  </a:lnTo>
                  <a:lnTo>
                    <a:pt x="50336" y="235983"/>
                  </a:lnTo>
                  <a:lnTo>
                    <a:pt x="50091" y="235632"/>
                  </a:lnTo>
                  <a:lnTo>
                    <a:pt x="49699" y="235331"/>
                  </a:lnTo>
                  <a:lnTo>
                    <a:pt x="49062" y="235131"/>
                  </a:lnTo>
                  <a:lnTo>
                    <a:pt x="48474" y="235081"/>
                  </a:lnTo>
                  <a:lnTo>
                    <a:pt x="48033" y="235131"/>
                  </a:lnTo>
                  <a:lnTo>
                    <a:pt x="47788" y="235281"/>
                  </a:lnTo>
                  <a:lnTo>
                    <a:pt x="47395" y="235431"/>
                  </a:lnTo>
                  <a:lnTo>
                    <a:pt x="46856" y="235482"/>
                  </a:lnTo>
                  <a:lnTo>
                    <a:pt x="45974" y="235281"/>
                  </a:lnTo>
                  <a:lnTo>
                    <a:pt x="44553" y="234680"/>
                  </a:lnTo>
                  <a:lnTo>
                    <a:pt x="42739" y="233677"/>
                  </a:lnTo>
                  <a:lnTo>
                    <a:pt x="41367" y="233226"/>
                  </a:lnTo>
                  <a:lnTo>
                    <a:pt x="40926" y="233226"/>
                  </a:lnTo>
                  <a:lnTo>
                    <a:pt x="40436" y="233226"/>
                  </a:lnTo>
                  <a:lnTo>
                    <a:pt x="39700" y="233477"/>
                  </a:lnTo>
                  <a:lnTo>
                    <a:pt x="38720" y="234078"/>
                  </a:lnTo>
                  <a:lnTo>
                    <a:pt x="38230" y="234229"/>
                  </a:lnTo>
                  <a:lnTo>
                    <a:pt x="38083" y="234279"/>
                  </a:lnTo>
                  <a:lnTo>
                    <a:pt x="37642" y="234028"/>
                  </a:lnTo>
                  <a:lnTo>
                    <a:pt x="37397" y="233527"/>
                  </a:lnTo>
                  <a:lnTo>
                    <a:pt x="37005" y="233176"/>
                  </a:lnTo>
                  <a:lnTo>
                    <a:pt x="36662" y="232976"/>
                  </a:lnTo>
                  <a:lnTo>
                    <a:pt x="36367" y="232826"/>
                  </a:lnTo>
                  <a:lnTo>
                    <a:pt x="35828" y="232675"/>
                  </a:lnTo>
                  <a:lnTo>
                    <a:pt x="34995" y="232575"/>
                  </a:lnTo>
                  <a:lnTo>
                    <a:pt x="34064" y="232675"/>
                  </a:lnTo>
                  <a:lnTo>
                    <a:pt x="33133" y="233026"/>
                  </a:lnTo>
                  <a:lnTo>
                    <a:pt x="32103" y="233477"/>
                  </a:lnTo>
                  <a:lnTo>
                    <a:pt x="31613" y="233778"/>
                  </a:lnTo>
                  <a:lnTo>
                    <a:pt x="30878" y="234229"/>
                  </a:lnTo>
                  <a:lnTo>
                    <a:pt x="29457" y="235031"/>
                  </a:lnTo>
                  <a:lnTo>
                    <a:pt x="29015" y="235331"/>
                  </a:lnTo>
                  <a:lnTo>
                    <a:pt x="28329" y="235632"/>
                  </a:lnTo>
                  <a:lnTo>
                    <a:pt x="27790" y="235532"/>
                  </a:lnTo>
                  <a:lnTo>
                    <a:pt x="26761" y="235431"/>
                  </a:lnTo>
                  <a:lnTo>
                    <a:pt x="26173" y="235281"/>
                  </a:lnTo>
                  <a:lnTo>
                    <a:pt x="24849" y="234730"/>
                  </a:lnTo>
                  <a:lnTo>
                    <a:pt x="24359" y="234429"/>
                  </a:lnTo>
                  <a:lnTo>
                    <a:pt x="23967" y="234028"/>
                  </a:lnTo>
                  <a:lnTo>
                    <a:pt x="23771" y="233377"/>
                  </a:lnTo>
                  <a:lnTo>
                    <a:pt x="23624" y="232274"/>
                  </a:lnTo>
                  <a:lnTo>
                    <a:pt x="23428" y="231723"/>
                  </a:lnTo>
                  <a:lnTo>
                    <a:pt x="23330" y="231422"/>
                  </a:lnTo>
                  <a:lnTo>
                    <a:pt x="23036" y="231122"/>
                  </a:lnTo>
                  <a:lnTo>
                    <a:pt x="22889" y="230771"/>
                  </a:lnTo>
                  <a:lnTo>
                    <a:pt x="22693" y="230119"/>
                  </a:lnTo>
                  <a:lnTo>
                    <a:pt x="22399" y="229719"/>
                  </a:lnTo>
                  <a:lnTo>
                    <a:pt x="22056" y="229418"/>
                  </a:lnTo>
                  <a:lnTo>
                    <a:pt x="21516" y="229167"/>
                  </a:lnTo>
                  <a:lnTo>
                    <a:pt x="20781" y="228967"/>
                  </a:lnTo>
                  <a:lnTo>
                    <a:pt x="19850" y="228666"/>
                  </a:lnTo>
                  <a:lnTo>
                    <a:pt x="19360" y="228566"/>
                  </a:lnTo>
                  <a:lnTo>
                    <a:pt x="19066" y="228416"/>
                  </a:lnTo>
                  <a:lnTo>
                    <a:pt x="18919" y="228265"/>
                  </a:lnTo>
                  <a:lnTo>
                    <a:pt x="18723" y="228015"/>
                  </a:lnTo>
                  <a:lnTo>
                    <a:pt x="18625" y="227564"/>
                  </a:lnTo>
                  <a:lnTo>
                    <a:pt x="18576" y="226762"/>
                  </a:lnTo>
                  <a:lnTo>
                    <a:pt x="18576" y="226110"/>
                  </a:lnTo>
                  <a:lnTo>
                    <a:pt x="18478" y="225760"/>
                  </a:lnTo>
                  <a:lnTo>
                    <a:pt x="18085" y="225309"/>
                  </a:lnTo>
                  <a:lnTo>
                    <a:pt x="17791" y="224807"/>
                  </a:lnTo>
                  <a:lnTo>
                    <a:pt x="17399" y="224356"/>
                  </a:lnTo>
                  <a:lnTo>
                    <a:pt x="16762" y="223855"/>
                  </a:lnTo>
                  <a:lnTo>
                    <a:pt x="16370" y="223555"/>
                  </a:lnTo>
                  <a:lnTo>
                    <a:pt x="16174" y="223354"/>
                  </a:lnTo>
                  <a:lnTo>
                    <a:pt x="15880" y="223254"/>
                  </a:lnTo>
                  <a:lnTo>
                    <a:pt x="15292" y="223204"/>
                  </a:lnTo>
                  <a:lnTo>
                    <a:pt x="14655" y="223154"/>
                  </a:lnTo>
                  <a:lnTo>
                    <a:pt x="13968" y="223204"/>
                  </a:lnTo>
                  <a:lnTo>
                    <a:pt x="13331" y="223304"/>
                  </a:lnTo>
                  <a:lnTo>
                    <a:pt x="12645" y="223454"/>
                  </a:lnTo>
                  <a:lnTo>
                    <a:pt x="11910" y="223705"/>
                  </a:lnTo>
                  <a:lnTo>
                    <a:pt x="10733" y="224156"/>
                  </a:lnTo>
                  <a:lnTo>
                    <a:pt x="10145" y="224457"/>
                  </a:lnTo>
                  <a:lnTo>
                    <a:pt x="9704" y="224807"/>
                  </a:lnTo>
                  <a:lnTo>
                    <a:pt x="9263" y="225158"/>
                  </a:lnTo>
                  <a:lnTo>
                    <a:pt x="7940" y="226261"/>
                  </a:lnTo>
                  <a:lnTo>
                    <a:pt x="7253" y="227113"/>
                  </a:lnTo>
                  <a:lnTo>
                    <a:pt x="6714" y="227764"/>
                  </a:lnTo>
                  <a:lnTo>
                    <a:pt x="6273" y="228416"/>
                  </a:lnTo>
                  <a:lnTo>
                    <a:pt x="5391" y="229769"/>
                  </a:lnTo>
                  <a:lnTo>
                    <a:pt x="4509" y="231272"/>
                  </a:lnTo>
                  <a:lnTo>
                    <a:pt x="4068" y="231924"/>
                  </a:lnTo>
                  <a:lnTo>
                    <a:pt x="3528" y="232725"/>
                  </a:lnTo>
                  <a:lnTo>
                    <a:pt x="3185" y="233477"/>
                  </a:lnTo>
                  <a:lnTo>
                    <a:pt x="2646" y="234379"/>
                  </a:lnTo>
                  <a:lnTo>
                    <a:pt x="1911" y="235281"/>
                  </a:lnTo>
                  <a:lnTo>
                    <a:pt x="1568" y="235732"/>
                  </a:lnTo>
                  <a:lnTo>
                    <a:pt x="1323" y="236333"/>
                  </a:lnTo>
                  <a:lnTo>
                    <a:pt x="1225" y="236835"/>
                  </a:lnTo>
                  <a:lnTo>
                    <a:pt x="1029" y="237837"/>
                  </a:lnTo>
                  <a:lnTo>
                    <a:pt x="784" y="237586"/>
                  </a:lnTo>
                  <a:lnTo>
                    <a:pt x="490" y="237336"/>
                  </a:lnTo>
                  <a:lnTo>
                    <a:pt x="392" y="237135"/>
                  </a:lnTo>
                  <a:lnTo>
                    <a:pt x="441" y="236835"/>
                  </a:lnTo>
                  <a:lnTo>
                    <a:pt x="539" y="236584"/>
                  </a:lnTo>
                  <a:lnTo>
                    <a:pt x="196" y="236534"/>
                  </a:lnTo>
                  <a:lnTo>
                    <a:pt x="98" y="236384"/>
                  </a:lnTo>
                  <a:lnTo>
                    <a:pt x="147" y="236233"/>
                  </a:lnTo>
                  <a:lnTo>
                    <a:pt x="147" y="236033"/>
                  </a:lnTo>
                  <a:lnTo>
                    <a:pt x="196" y="235882"/>
                  </a:lnTo>
                  <a:lnTo>
                    <a:pt x="245" y="235632"/>
                  </a:lnTo>
                  <a:lnTo>
                    <a:pt x="294" y="235131"/>
                  </a:lnTo>
                  <a:lnTo>
                    <a:pt x="490" y="234830"/>
                  </a:lnTo>
                  <a:lnTo>
                    <a:pt x="784" y="234630"/>
                  </a:lnTo>
                  <a:lnTo>
                    <a:pt x="1078" y="234529"/>
                  </a:lnTo>
                  <a:lnTo>
                    <a:pt x="1176" y="234279"/>
                  </a:lnTo>
                  <a:lnTo>
                    <a:pt x="1029" y="233527"/>
                  </a:lnTo>
                  <a:lnTo>
                    <a:pt x="980" y="233076"/>
                  </a:lnTo>
                  <a:lnTo>
                    <a:pt x="882" y="232375"/>
                  </a:lnTo>
                  <a:lnTo>
                    <a:pt x="588" y="231472"/>
                  </a:lnTo>
                  <a:lnTo>
                    <a:pt x="490" y="231072"/>
                  </a:lnTo>
                  <a:lnTo>
                    <a:pt x="98" y="230721"/>
                  </a:lnTo>
                  <a:lnTo>
                    <a:pt x="49" y="230470"/>
                  </a:lnTo>
                  <a:lnTo>
                    <a:pt x="0" y="230119"/>
                  </a:lnTo>
                  <a:lnTo>
                    <a:pt x="245" y="229869"/>
                  </a:lnTo>
                  <a:lnTo>
                    <a:pt x="490" y="229869"/>
                  </a:lnTo>
                  <a:lnTo>
                    <a:pt x="833" y="229969"/>
                  </a:lnTo>
                  <a:lnTo>
                    <a:pt x="1078" y="230220"/>
                  </a:lnTo>
                  <a:lnTo>
                    <a:pt x="1470" y="230470"/>
                  </a:lnTo>
                  <a:lnTo>
                    <a:pt x="1617" y="230420"/>
                  </a:lnTo>
                  <a:lnTo>
                    <a:pt x="1617" y="230220"/>
                  </a:lnTo>
                  <a:lnTo>
                    <a:pt x="1568" y="229368"/>
                  </a:lnTo>
                  <a:lnTo>
                    <a:pt x="1617" y="229067"/>
                  </a:lnTo>
                  <a:lnTo>
                    <a:pt x="1617" y="228716"/>
                  </a:lnTo>
                  <a:lnTo>
                    <a:pt x="1960" y="228466"/>
                  </a:lnTo>
                  <a:lnTo>
                    <a:pt x="1862" y="228265"/>
                  </a:lnTo>
                  <a:lnTo>
                    <a:pt x="1813" y="228065"/>
                  </a:lnTo>
                  <a:lnTo>
                    <a:pt x="2009" y="227965"/>
                  </a:lnTo>
                  <a:lnTo>
                    <a:pt x="2597" y="227764"/>
                  </a:lnTo>
                  <a:lnTo>
                    <a:pt x="2499" y="227514"/>
                  </a:lnTo>
                  <a:lnTo>
                    <a:pt x="2352" y="227664"/>
                  </a:lnTo>
                  <a:lnTo>
                    <a:pt x="2205" y="227664"/>
                  </a:lnTo>
                  <a:lnTo>
                    <a:pt x="1960" y="227714"/>
                  </a:lnTo>
                  <a:lnTo>
                    <a:pt x="1764" y="227664"/>
                  </a:lnTo>
                  <a:lnTo>
                    <a:pt x="1568" y="227564"/>
                  </a:lnTo>
                  <a:lnTo>
                    <a:pt x="1666" y="227163"/>
                  </a:lnTo>
                  <a:lnTo>
                    <a:pt x="1813" y="227063"/>
                  </a:lnTo>
                  <a:lnTo>
                    <a:pt x="2058" y="226962"/>
                  </a:lnTo>
                  <a:lnTo>
                    <a:pt x="2401" y="226962"/>
                  </a:lnTo>
                  <a:lnTo>
                    <a:pt x="2597" y="226962"/>
                  </a:lnTo>
                  <a:lnTo>
                    <a:pt x="2548" y="226662"/>
                  </a:lnTo>
                  <a:lnTo>
                    <a:pt x="2499" y="226411"/>
                  </a:lnTo>
                  <a:lnTo>
                    <a:pt x="2499" y="226261"/>
                  </a:lnTo>
                  <a:lnTo>
                    <a:pt x="2303" y="226160"/>
                  </a:lnTo>
                  <a:lnTo>
                    <a:pt x="2107" y="225910"/>
                  </a:lnTo>
                  <a:lnTo>
                    <a:pt x="2254" y="225309"/>
                  </a:lnTo>
                  <a:lnTo>
                    <a:pt x="2499" y="225258"/>
                  </a:lnTo>
                  <a:lnTo>
                    <a:pt x="2695" y="225158"/>
                  </a:lnTo>
                  <a:lnTo>
                    <a:pt x="2940" y="225058"/>
                  </a:lnTo>
                  <a:lnTo>
                    <a:pt x="3283" y="224908"/>
                  </a:lnTo>
                  <a:lnTo>
                    <a:pt x="3332" y="224607"/>
                  </a:lnTo>
                  <a:lnTo>
                    <a:pt x="3136" y="224757"/>
                  </a:lnTo>
                  <a:lnTo>
                    <a:pt x="2401" y="224958"/>
                  </a:lnTo>
                  <a:lnTo>
                    <a:pt x="2107" y="224958"/>
                  </a:lnTo>
                  <a:lnTo>
                    <a:pt x="2107" y="224807"/>
                  </a:lnTo>
                  <a:lnTo>
                    <a:pt x="2254" y="224657"/>
                  </a:lnTo>
                  <a:lnTo>
                    <a:pt x="2597" y="224657"/>
                  </a:lnTo>
                  <a:lnTo>
                    <a:pt x="2793" y="224557"/>
                  </a:lnTo>
                  <a:lnTo>
                    <a:pt x="3087" y="224306"/>
                  </a:lnTo>
                  <a:lnTo>
                    <a:pt x="3283" y="224256"/>
                  </a:lnTo>
                  <a:lnTo>
                    <a:pt x="3430" y="224106"/>
                  </a:lnTo>
                  <a:lnTo>
                    <a:pt x="3725" y="224056"/>
                  </a:lnTo>
                  <a:lnTo>
                    <a:pt x="3921" y="224156"/>
                  </a:lnTo>
                  <a:lnTo>
                    <a:pt x="3970" y="224507"/>
                  </a:lnTo>
                  <a:lnTo>
                    <a:pt x="4215" y="224507"/>
                  </a:lnTo>
                  <a:lnTo>
                    <a:pt x="4705" y="224256"/>
                  </a:lnTo>
                  <a:lnTo>
                    <a:pt x="4656" y="224056"/>
                  </a:lnTo>
                  <a:lnTo>
                    <a:pt x="4558" y="223905"/>
                  </a:lnTo>
                  <a:lnTo>
                    <a:pt x="4411" y="223805"/>
                  </a:lnTo>
                  <a:lnTo>
                    <a:pt x="4068" y="223705"/>
                  </a:lnTo>
                  <a:lnTo>
                    <a:pt x="3921" y="223705"/>
                  </a:lnTo>
                  <a:lnTo>
                    <a:pt x="3676" y="223605"/>
                  </a:lnTo>
                  <a:lnTo>
                    <a:pt x="3479" y="223354"/>
                  </a:lnTo>
                  <a:lnTo>
                    <a:pt x="3479" y="223104"/>
                  </a:lnTo>
                  <a:lnTo>
                    <a:pt x="3676" y="222853"/>
                  </a:lnTo>
                  <a:lnTo>
                    <a:pt x="3872" y="222703"/>
                  </a:lnTo>
                  <a:lnTo>
                    <a:pt x="4068" y="222402"/>
                  </a:lnTo>
                  <a:lnTo>
                    <a:pt x="4166" y="222252"/>
                  </a:lnTo>
                  <a:lnTo>
                    <a:pt x="4362" y="222001"/>
                  </a:lnTo>
                  <a:lnTo>
                    <a:pt x="4460" y="221801"/>
                  </a:lnTo>
                  <a:lnTo>
                    <a:pt x="4656" y="221049"/>
                  </a:lnTo>
                  <a:lnTo>
                    <a:pt x="4803" y="220848"/>
                  </a:lnTo>
                  <a:lnTo>
                    <a:pt x="4999" y="220598"/>
                  </a:lnTo>
                  <a:lnTo>
                    <a:pt x="5342" y="220397"/>
                  </a:lnTo>
                  <a:lnTo>
                    <a:pt x="5734" y="220397"/>
                  </a:lnTo>
                  <a:lnTo>
                    <a:pt x="5930" y="220448"/>
                  </a:lnTo>
                  <a:lnTo>
                    <a:pt x="6175" y="220397"/>
                  </a:lnTo>
                  <a:lnTo>
                    <a:pt x="6224" y="220097"/>
                  </a:lnTo>
                  <a:lnTo>
                    <a:pt x="6616" y="219946"/>
                  </a:lnTo>
                  <a:lnTo>
                    <a:pt x="6861" y="219345"/>
                  </a:lnTo>
                  <a:lnTo>
                    <a:pt x="7057" y="219095"/>
                  </a:lnTo>
                  <a:lnTo>
                    <a:pt x="7303" y="218944"/>
                  </a:lnTo>
                  <a:lnTo>
                    <a:pt x="7597" y="218393"/>
                  </a:lnTo>
                  <a:lnTo>
                    <a:pt x="7842" y="218192"/>
                  </a:lnTo>
                  <a:lnTo>
                    <a:pt x="8087" y="218142"/>
                  </a:lnTo>
                  <a:lnTo>
                    <a:pt x="8381" y="218192"/>
                  </a:lnTo>
                  <a:lnTo>
                    <a:pt x="8626" y="218443"/>
                  </a:lnTo>
                  <a:lnTo>
                    <a:pt x="8920" y="218944"/>
                  </a:lnTo>
                  <a:lnTo>
                    <a:pt x="8969" y="219095"/>
                  </a:lnTo>
                  <a:lnTo>
                    <a:pt x="9018" y="219395"/>
                  </a:lnTo>
                  <a:lnTo>
                    <a:pt x="9116" y="219596"/>
                  </a:lnTo>
                  <a:lnTo>
                    <a:pt x="9263" y="219295"/>
                  </a:lnTo>
                  <a:lnTo>
                    <a:pt x="9557" y="218894"/>
                  </a:lnTo>
                  <a:lnTo>
                    <a:pt x="9704" y="218744"/>
                  </a:lnTo>
                  <a:lnTo>
                    <a:pt x="9998" y="218543"/>
                  </a:lnTo>
                  <a:lnTo>
                    <a:pt x="10586" y="218343"/>
                  </a:lnTo>
                  <a:lnTo>
                    <a:pt x="10831" y="218293"/>
                  </a:lnTo>
                  <a:lnTo>
                    <a:pt x="11126" y="218293"/>
                  </a:lnTo>
                  <a:lnTo>
                    <a:pt x="11420" y="218243"/>
                  </a:lnTo>
                  <a:lnTo>
                    <a:pt x="11469" y="218042"/>
                  </a:lnTo>
                  <a:lnTo>
                    <a:pt x="11322" y="217792"/>
                  </a:lnTo>
                  <a:lnTo>
                    <a:pt x="10929" y="217541"/>
                  </a:lnTo>
                  <a:lnTo>
                    <a:pt x="10782" y="217290"/>
                  </a:lnTo>
                  <a:lnTo>
                    <a:pt x="10782" y="217140"/>
                  </a:lnTo>
                  <a:lnTo>
                    <a:pt x="10831" y="216589"/>
                  </a:lnTo>
                  <a:lnTo>
                    <a:pt x="10979" y="216388"/>
                  </a:lnTo>
                  <a:lnTo>
                    <a:pt x="11126" y="216238"/>
                  </a:lnTo>
                  <a:lnTo>
                    <a:pt x="11322" y="215887"/>
                  </a:lnTo>
                  <a:lnTo>
                    <a:pt x="11420" y="215637"/>
                  </a:lnTo>
                  <a:lnTo>
                    <a:pt x="11469" y="215486"/>
                  </a:lnTo>
                  <a:lnTo>
                    <a:pt x="11567" y="215186"/>
                  </a:lnTo>
                  <a:lnTo>
                    <a:pt x="11812" y="215035"/>
                  </a:lnTo>
                  <a:lnTo>
                    <a:pt x="12106" y="215035"/>
                  </a:lnTo>
                  <a:lnTo>
                    <a:pt x="12547" y="215085"/>
                  </a:lnTo>
                  <a:lnTo>
                    <a:pt x="12841" y="215236"/>
                  </a:lnTo>
                  <a:lnTo>
                    <a:pt x="12890" y="215436"/>
                  </a:lnTo>
                  <a:lnTo>
                    <a:pt x="13086" y="215587"/>
                  </a:lnTo>
                  <a:lnTo>
                    <a:pt x="13478" y="215587"/>
                  </a:lnTo>
                  <a:lnTo>
                    <a:pt x="13674" y="215587"/>
                  </a:lnTo>
                  <a:lnTo>
                    <a:pt x="13919" y="215637"/>
                  </a:lnTo>
                  <a:lnTo>
                    <a:pt x="14164" y="215787"/>
                  </a:lnTo>
                  <a:lnTo>
                    <a:pt x="14606" y="216138"/>
                  </a:lnTo>
                  <a:lnTo>
                    <a:pt x="15096" y="215937"/>
                  </a:lnTo>
                  <a:lnTo>
                    <a:pt x="15292" y="216088"/>
                  </a:lnTo>
                  <a:lnTo>
                    <a:pt x="15635" y="216388"/>
                  </a:lnTo>
                  <a:lnTo>
                    <a:pt x="16272" y="217341"/>
                  </a:lnTo>
                  <a:lnTo>
                    <a:pt x="16615" y="217842"/>
                  </a:lnTo>
                  <a:lnTo>
                    <a:pt x="17105" y="217992"/>
                  </a:lnTo>
                  <a:lnTo>
                    <a:pt x="17399" y="217892"/>
                  </a:lnTo>
                  <a:lnTo>
                    <a:pt x="17644" y="217541"/>
                  </a:lnTo>
                  <a:lnTo>
                    <a:pt x="17742" y="217341"/>
                  </a:lnTo>
                  <a:lnTo>
                    <a:pt x="17938" y="217040"/>
                  </a:lnTo>
                  <a:lnTo>
                    <a:pt x="17840" y="216639"/>
                  </a:lnTo>
                  <a:lnTo>
                    <a:pt x="17938" y="216138"/>
                  </a:lnTo>
                  <a:lnTo>
                    <a:pt x="17938" y="215687"/>
                  </a:lnTo>
                  <a:lnTo>
                    <a:pt x="17889" y="215486"/>
                  </a:lnTo>
                  <a:lnTo>
                    <a:pt x="17938" y="214985"/>
                  </a:lnTo>
                  <a:lnTo>
                    <a:pt x="18036" y="214785"/>
                  </a:lnTo>
                  <a:lnTo>
                    <a:pt x="18331" y="214685"/>
                  </a:lnTo>
                  <a:lnTo>
                    <a:pt x="18527" y="214785"/>
                  </a:lnTo>
                  <a:lnTo>
                    <a:pt x="18478" y="215085"/>
                  </a:lnTo>
                  <a:lnTo>
                    <a:pt x="18527" y="215286"/>
                  </a:lnTo>
                  <a:lnTo>
                    <a:pt x="18772" y="215386"/>
                  </a:lnTo>
                  <a:lnTo>
                    <a:pt x="18919" y="215436"/>
                  </a:lnTo>
                  <a:lnTo>
                    <a:pt x="19066" y="215637"/>
                  </a:lnTo>
                  <a:lnTo>
                    <a:pt x="19262" y="215687"/>
                  </a:lnTo>
                  <a:lnTo>
                    <a:pt x="19409" y="215637"/>
                  </a:lnTo>
                  <a:lnTo>
                    <a:pt x="19360" y="215436"/>
                  </a:lnTo>
                  <a:lnTo>
                    <a:pt x="19262" y="215186"/>
                  </a:lnTo>
                  <a:lnTo>
                    <a:pt x="19115" y="215035"/>
                  </a:lnTo>
                  <a:lnTo>
                    <a:pt x="18919" y="214885"/>
                  </a:lnTo>
                  <a:lnTo>
                    <a:pt x="18968" y="214735"/>
                  </a:lnTo>
                  <a:lnTo>
                    <a:pt x="18968" y="214534"/>
                  </a:lnTo>
                  <a:lnTo>
                    <a:pt x="19017" y="214384"/>
                  </a:lnTo>
                  <a:lnTo>
                    <a:pt x="19262" y="214133"/>
                  </a:lnTo>
                  <a:lnTo>
                    <a:pt x="19654" y="214083"/>
                  </a:lnTo>
                  <a:lnTo>
                    <a:pt x="20046" y="214083"/>
                  </a:lnTo>
                  <a:lnTo>
                    <a:pt x="20340" y="214284"/>
                  </a:lnTo>
                  <a:lnTo>
                    <a:pt x="21614" y="215136"/>
                  </a:lnTo>
                  <a:lnTo>
                    <a:pt x="22350" y="215436"/>
                  </a:lnTo>
                  <a:lnTo>
                    <a:pt x="22644" y="215536"/>
                  </a:lnTo>
                  <a:lnTo>
                    <a:pt x="22938" y="215637"/>
                  </a:lnTo>
                  <a:lnTo>
                    <a:pt x="25192" y="216489"/>
                  </a:lnTo>
                  <a:lnTo>
                    <a:pt x="26565" y="216839"/>
                  </a:lnTo>
                  <a:lnTo>
                    <a:pt x="27104" y="217190"/>
                  </a:lnTo>
                  <a:lnTo>
                    <a:pt x="27496" y="217240"/>
                  </a:lnTo>
                  <a:lnTo>
                    <a:pt x="27643" y="217240"/>
                  </a:lnTo>
                  <a:lnTo>
                    <a:pt x="27888" y="217190"/>
                  </a:lnTo>
                  <a:lnTo>
                    <a:pt x="27839" y="216990"/>
                  </a:lnTo>
                  <a:lnTo>
                    <a:pt x="27447" y="216739"/>
                  </a:lnTo>
                  <a:lnTo>
                    <a:pt x="26908" y="216439"/>
                  </a:lnTo>
                  <a:lnTo>
                    <a:pt x="26614" y="215887"/>
                  </a:lnTo>
                  <a:lnTo>
                    <a:pt x="26565" y="215186"/>
                  </a:lnTo>
                  <a:lnTo>
                    <a:pt x="26663" y="214985"/>
                  </a:lnTo>
                  <a:lnTo>
                    <a:pt x="26663" y="214835"/>
                  </a:lnTo>
                  <a:lnTo>
                    <a:pt x="26565" y="214334"/>
                  </a:lnTo>
                  <a:lnTo>
                    <a:pt x="26565" y="213783"/>
                  </a:lnTo>
                  <a:lnTo>
                    <a:pt x="26614" y="213582"/>
                  </a:lnTo>
                  <a:lnTo>
                    <a:pt x="26712" y="213181"/>
                  </a:lnTo>
                  <a:lnTo>
                    <a:pt x="26712" y="212880"/>
                  </a:lnTo>
                  <a:lnTo>
                    <a:pt x="26712" y="212530"/>
                  </a:lnTo>
                  <a:lnTo>
                    <a:pt x="26565" y="212229"/>
                  </a:lnTo>
                  <a:lnTo>
                    <a:pt x="26565" y="212079"/>
                  </a:lnTo>
                  <a:lnTo>
                    <a:pt x="26712" y="211978"/>
                  </a:lnTo>
                  <a:lnTo>
                    <a:pt x="27055" y="212079"/>
                  </a:lnTo>
                  <a:lnTo>
                    <a:pt x="27398" y="212129"/>
                  </a:lnTo>
                  <a:lnTo>
                    <a:pt x="27398" y="211828"/>
                  </a:lnTo>
                  <a:lnTo>
                    <a:pt x="27300" y="211628"/>
                  </a:lnTo>
                  <a:lnTo>
                    <a:pt x="27055" y="211578"/>
                  </a:lnTo>
                  <a:lnTo>
                    <a:pt x="27055" y="211427"/>
                  </a:lnTo>
                  <a:lnTo>
                    <a:pt x="27055" y="211127"/>
                  </a:lnTo>
                  <a:lnTo>
                    <a:pt x="27104" y="210826"/>
                  </a:lnTo>
                  <a:lnTo>
                    <a:pt x="27300" y="210575"/>
                  </a:lnTo>
                  <a:lnTo>
                    <a:pt x="27300" y="210325"/>
                  </a:lnTo>
                  <a:lnTo>
                    <a:pt x="27153" y="210325"/>
                  </a:lnTo>
                  <a:lnTo>
                    <a:pt x="27202" y="209924"/>
                  </a:lnTo>
                  <a:lnTo>
                    <a:pt x="27251" y="209673"/>
                  </a:lnTo>
                  <a:lnTo>
                    <a:pt x="27349" y="209322"/>
                  </a:lnTo>
                  <a:lnTo>
                    <a:pt x="27496" y="209222"/>
                  </a:lnTo>
                  <a:lnTo>
                    <a:pt x="27790" y="209072"/>
                  </a:lnTo>
                  <a:lnTo>
                    <a:pt x="28133" y="208821"/>
                  </a:lnTo>
                  <a:lnTo>
                    <a:pt x="28378" y="208721"/>
                  </a:lnTo>
                  <a:lnTo>
                    <a:pt x="28574" y="208821"/>
                  </a:lnTo>
                  <a:lnTo>
                    <a:pt x="28770" y="208972"/>
                  </a:lnTo>
                  <a:lnTo>
                    <a:pt x="29408" y="208771"/>
                  </a:lnTo>
                  <a:lnTo>
                    <a:pt x="29702" y="208821"/>
                  </a:lnTo>
                  <a:lnTo>
                    <a:pt x="29751" y="208972"/>
                  </a:lnTo>
                  <a:lnTo>
                    <a:pt x="29996" y="209022"/>
                  </a:lnTo>
                  <a:lnTo>
                    <a:pt x="30192" y="209022"/>
                  </a:lnTo>
                  <a:lnTo>
                    <a:pt x="30339" y="208922"/>
                  </a:lnTo>
                  <a:lnTo>
                    <a:pt x="30535" y="208871"/>
                  </a:lnTo>
                  <a:lnTo>
                    <a:pt x="30731" y="208871"/>
                  </a:lnTo>
                  <a:lnTo>
                    <a:pt x="31025" y="208972"/>
                  </a:lnTo>
                  <a:lnTo>
                    <a:pt x="31172" y="209122"/>
                  </a:lnTo>
                  <a:lnTo>
                    <a:pt x="31466" y="209272"/>
                  </a:lnTo>
                  <a:lnTo>
                    <a:pt x="31613" y="209222"/>
                  </a:lnTo>
                  <a:lnTo>
                    <a:pt x="31809" y="209222"/>
                  </a:lnTo>
                  <a:lnTo>
                    <a:pt x="32299" y="209272"/>
                  </a:lnTo>
                  <a:lnTo>
                    <a:pt x="32495" y="209373"/>
                  </a:lnTo>
                  <a:lnTo>
                    <a:pt x="32593" y="209673"/>
                  </a:lnTo>
                  <a:lnTo>
                    <a:pt x="32789" y="210224"/>
                  </a:lnTo>
                  <a:lnTo>
                    <a:pt x="33035" y="210224"/>
                  </a:lnTo>
                  <a:lnTo>
                    <a:pt x="33280" y="210174"/>
                  </a:lnTo>
                  <a:lnTo>
                    <a:pt x="33525" y="210224"/>
                  </a:lnTo>
                  <a:lnTo>
                    <a:pt x="33966" y="210275"/>
                  </a:lnTo>
                  <a:lnTo>
                    <a:pt x="34211" y="210375"/>
                  </a:lnTo>
                  <a:lnTo>
                    <a:pt x="34554" y="210625"/>
                  </a:lnTo>
                  <a:lnTo>
                    <a:pt x="34701" y="210926"/>
                  </a:lnTo>
                  <a:lnTo>
                    <a:pt x="34701" y="211076"/>
                  </a:lnTo>
                  <a:lnTo>
                    <a:pt x="34897" y="211076"/>
                  </a:lnTo>
                  <a:lnTo>
                    <a:pt x="35142" y="210976"/>
                  </a:lnTo>
                  <a:lnTo>
                    <a:pt x="35436" y="210926"/>
                  </a:lnTo>
                  <a:lnTo>
                    <a:pt x="35436" y="211227"/>
                  </a:lnTo>
                  <a:lnTo>
                    <a:pt x="35093" y="211477"/>
                  </a:lnTo>
                  <a:lnTo>
                    <a:pt x="35191" y="211628"/>
                  </a:lnTo>
                  <a:lnTo>
                    <a:pt x="35779" y="211477"/>
                  </a:lnTo>
                  <a:lnTo>
                    <a:pt x="35926" y="211227"/>
                  </a:lnTo>
                  <a:lnTo>
                    <a:pt x="35828" y="210826"/>
                  </a:lnTo>
                  <a:lnTo>
                    <a:pt x="35779" y="210375"/>
                  </a:lnTo>
                  <a:lnTo>
                    <a:pt x="35877" y="210174"/>
                  </a:lnTo>
                  <a:lnTo>
                    <a:pt x="35828" y="209874"/>
                  </a:lnTo>
                  <a:lnTo>
                    <a:pt x="35632" y="209623"/>
                  </a:lnTo>
                  <a:lnTo>
                    <a:pt x="35338" y="209022"/>
                  </a:lnTo>
                  <a:lnTo>
                    <a:pt x="35338" y="208771"/>
                  </a:lnTo>
                  <a:lnTo>
                    <a:pt x="35828" y="208721"/>
                  </a:lnTo>
                  <a:lnTo>
                    <a:pt x="36416" y="208671"/>
                  </a:lnTo>
                  <a:lnTo>
                    <a:pt x="36711" y="208671"/>
                  </a:lnTo>
                  <a:lnTo>
                    <a:pt x="37152" y="208671"/>
                  </a:lnTo>
                  <a:lnTo>
                    <a:pt x="37593" y="208721"/>
                  </a:lnTo>
                  <a:lnTo>
                    <a:pt x="37936" y="208821"/>
                  </a:lnTo>
                  <a:lnTo>
                    <a:pt x="38230" y="208871"/>
                  </a:lnTo>
                  <a:lnTo>
                    <a:pt x="38573" y="208871"/>
                  </a:lnTo>
                  <a:lnTo>
                    <a:pt x="39161" y="208821"/>
                  </a:lnTo>
                  <a:lnTo>
                    <a:pt x="39700" y="208821"/>
                  </a:lnTo>
                  <a:lnTo>
                    <a:pt x="40632" y="208922"/>
                  </a:lnTo>
                  <a:lnTo>
                    <a:pt x="41269" y="208821"/>
                  </a:lnTo>
                  <a:lnTo>
                    <a:pt x="41759" y="208571"/>
                  </a:lnTo>
                  <a:lnTo>
                    <a:pt x="41710" y="207468"/>
                  </a:lnTo>
                  <a:lnTo>
                    <a:pt x="41710" y="207318"/>
                  </a:lnTo>
                  <a:lnTo>
                    <a:pt x="41514" y="206717"/>
                  </a:lnTo>
                  <a:lnTo>
                    <a:pt x="41318" y="205965"/>
                  </a:lnTo>
                  <a:lnTo>
                    <a:pt x="41024" y="205514"/>
                  </a:lnTo>
                  <a:lnTo>
                    <a:pt x="40730" y="204912"/>
                  </a:lnTo>
                  <a:lnTo>
                    <a:pt x="40387" y="204612"/>
                  </a:lnTo>
                  <a:lnTo>
                    <a:pt x="40289" y="204061"/>
                  </a:lnTo>
                  <a:lnTo>
                    <a:pt x="39602" y="203710"/>
                  </a:lnTo>
                  <a:lnTo>
                    <a:pt x="38426" y="203509"/>
                  </a:lnTo>
                  <a:lnTo>
                    <a:pt x="37593" y="203209"/>
                  </a:lnTo>
                  <a:lnTo>
                    <a:pt x="37201" y="203108"/>
                  </a:lnTo>
                  <a:lnTo>
                    <a:pt x="36171" y="202908"/>
                  </a:lnTo>
                  <a:lnTo>
                    <a:pt x="35730" y="202808"/>
                  </a:lnTo>
                  <a:lnTo>
                    <a:pt x="35240" y="202557"/>
                  </a:lnTo>
                  <a:lnTo>
                    <a:pt x="34701" y="202206"/>
                  </a:lnTo>
                  <a:lnTo>
                    <a:pt x="34211" y="201906"/>
                  </a:lnTo>
                  <a:lnTo>
                    <a:pt x="33819" y="201805"/>
                  </a:lnTo>
                  <a:lnTo>
                    <a:pt x="33574" y="201755"/>
                  </a:lnTo>
                  <a:lnTo>
                    <a:pt x="33182" y="201605"/>
                  </a:lnTo>
                  <a:lnTo>
                    <a:pt x="33182" y="201304"/>
                  </a:lnTo>
                  <a:lnTo>
                    <a:pt x="33182" y="201154"/>
                  </a:lnTo>
                  <a:lnTo>
                    <a:pt x="33133" y="200903"/>
                  </a:lnTo>
                  <a:lnTo>
                    <a:pt x="32789" y="200903"/>
                  </a:lnTo>
                  <a:lnTo>
                    <a:pt x="32593" y="201004"/>
                  </a:lnTo>
                  <a:lnTo>
                    <a:pt x="32593" y="200853"/>
                  </a:lnTo>
                  <a:lnTo>
                    <a:pt x="32446" y="200553"/>
                  </a:lnTo>
                  <a:lnTo>
                    <a:pt x="32201" y="200402"/>
                  </a:lnTo>
                  <a:lnTo>
                    <a:pt x="31956" y="200302"/>
                  </a:lnTo>
                  <a:lnTo>
                    <a:pt x="31760" y="200252"/>
                  </a:lnTo>
                  <a:lnTo>
                    <a:pt x="31221" y="200252"/>
                  </a:lnTo>
                  <a:lnTo>
                    <a:pt x="30584" y="200152"/>
                  </a:lnTo>
                  <a:lnTo>
                    <a:pt x="30339" y="200001"/>
                  </a:lnTo>
                  <a:lnTo>
                    <a:pt x="30290" y="199751"/>
                  </a:lnTo>
                  <a:lnTo>
                    <a:pt x="30633" y="199450"/>
                  </a:lnTo>
                  <a:lnTo>
                    <a:pt x="30731" y="199250"/>
                  </a:lnTo>
                  <a:lnTo>
                    <a:pt x="30731" y="198849"/>
                  </a:lnTo>
                  <a:lnTo>
                    <a:pt x="30584" y="198498"/>
                  </a:lnTo>
                  <a:lnTo>
                    <a:pt x="30339" y="198247"/>
                  </a:lnTo>
                  <a:lnTo>
                    <a:pt x="29849" y="198047"/>
                  </a:lnTo>
                  <a:lnTo>
                    <a:pt x="29653" y="197997"/>
                  </a:lnTo>
                  <a:lnTo>
                    <a:pt x="29408" y="197997"/>
                  </a:lnTo>
                  <a:lnTo>
                    <a:pt x="29212" y="197947"/>
                  </a:lnTo>
                  <a:lnTo>
                    <a:pt x="28770" y="197746"/>
                  </a:lnTo>
                  <a:lnTo>
                    <a:pt x="28378" y="197847"/>
                  </a:lnTo>
                  <a:lnTo>
                    <a:pt x="28084" y="197596"/>
                  </a:lnTo>
                  <a:lnTo>
                    <a:pt x="27937" y="197395"/>
                  </a:lnTo>
                  <a:lnTo>
                    <a:pt x="27839" y="197145"/>
                  </a:lnTo>
                  <a:lnTo>
                    <a:pt x="27643" y="196894"/>
                  </a:lnTo>
                  <a:lnTo>
                    <a:pt x="27300" y="196744"/>
                  </a:lnTo>
                  <a:lnTo>
                    <a:pt x="27104" y="196694"/>
                  </a:lnTo>
                  <a:lnTo>
                    <a:pt x="26761" y="196694"/>
                  </a:lnTo>
                  <a:lnTo>
                    <a:pt x="26565" y="196694"/>
                  </a:lnTo>
                  <a:lnTo>
                    <a:pt x="26369" y="196694"/>
                  </a:lnTo>
                  <a:lnTo>
                    <a:pt x="26173" y="196744"/>
                  </a:lnTo>
                  <a:lnTo>
                    <a:pt x="25732" y="196694"/>
                  </a:lnTo>
                  <a:lnTo>
                    <a:pt x="25634" y="196493"/>
                  </a:lnTo>
                  <a:lnTo>
                    <a:pt x="25437" y="196243"/>
                  </a:lnTo>
                  <a:lnTo>
                    <a:pt x="25241" y="196143"/>
                  </a:lnTo>
                  <a:lnTo>
                    <a:pt x="24898" y="195942"/>
                  </a:lnTo>
                  <a:lnTo>
                    <a:pt x="24506" y="195692"/>
                  </a:lnTo>
                  <a:lnTo>
                    <a:pt x="24310" y="195692"/>
                  </a:lnTo>
                  <a:lnTo>
                    <a:pt x="24212" y="195541"/>
                  </a:lnTo>
                  <a:lnTo>
                    <a:pt x="24016" y="195191"/>
                  </a:lnTo>
                  <a:lnTo>
                    <a:pt x="24212" y="195341"/>
                  </a:lnTo>
                  <a:lnTo>
                    <a:pt x="24408" y="195391"/>
                  </a:lnTo>
                  <a:lnTo>
                    <a:pt x="24408" y="195241"/>
                  </a:lnTo>
                  <a:lnTo>
                    <a:pt x="24457" y="195040"/>
                  </a:lnTo>
                  <a:lnTo>
                    <a:pt x="24653" y="194940"/>
                  </a:lnTo>
                  <a:lnTo>
                    <a:pt x="24849" y="194990"/>
                  </a:lnTo>
                  <a:lnTo>
                    <a:pt x="24996" y="194990"/>
                  </a:lnTo>
                  <a:lnTo>
                    <a:pt x="25192" y="194890"/>
                  </a:lnTo>
                  <a:lnTo>
                    <a:pt x="25192" y="194739"/>
                  </a:lnTo>
                  <a:lnTo>
                    <a:pt x="25192" y="194539"/>
                  </a:lnTo>
                  <a:lnTo>
                    <a:pt x="25339" y="194489"/>
                  </a:lnTo>
                  <a:lnTo>
                    <a:pt x="25535" y="194439"/>
                  </a:lnTo>
                  <a:lnTo>
                    <a:pt x="25535" y="194288"/>
                  </a:lnTo>
                  <a:lnTo>
                    <a:pt x="25928" y="194038"/>
                  </a:lnTo>
                  <a:lnTo>
                    <a:pt x="26075" y="193837"/>
                  </a:lnTo>
                  <a:lnTo>
                    <a:pt x="26173" y="193487"/>
                  </a:lnTo>
                  <a:lnTo>
                    <a:pt x="26712" y="192935"/>
                  </a:lnTo>
                  <a:lnTo>
                    <a:pt x="26908" y="192685"/>
                  </a:lnTo>
                  <a:lnTo>
                    <a:pt x="27055" y="192535"/>
                  </a:lnTo>
                  <a:lnTo>
                    <a:pt x="27300" y="192635"/>
                  </a:lnTo>
                  <a:lnTo>
                    <a:pt x="27496" y="192585"/>
                  </a:lnTo>
                  <a:lnTo>
                    <a:pt x="27692" y="192384"/>
                  </a:lnTo>
                  <a:lnTo>
                    <a:pt x="27790" y="192083"/>
                  </a:lnTo>
                  <a:lnTo>
                    <a:pt x="27790" y="191883"/>
                  </a:lnTo>
                  <a:lnTo>
                    <a:pt x="27496" y="191733"/>
                  </a:lnTo>
                  <a:lnTo>
                    <a:pt x="27055" y="191382"/>
                  </a:lnTo>
                  <a:lnTo>
                    <a:pt x="26810" y="191181"/>
                  </a:lnTo>
                  <a:lnTo>
                    <a:pt x="26565" y="190881"/>
                  </a:lnTo>
                  <a:lnTo>
                    <a:pt x="26663" y="190530"/>
                  </a:lnTo>
                  <a:lnTo>
                    <a:pt x="26761" y="190330"/>
                  </a:lnTo>
                  <a:lnTo>
                    <a:pt x="26663" y="190129"/>
                  </a:lnTo>
                  <a:lnTo>
                    <a:pt x="26663" y="189879"/>
                  </a:lnTo>
                  <a:lnTo>
                    <a:pt x="26663" y="189628"/>
                  </a:lnTo>
                  <a:lnTo>
                    <a:pt x="26810" y="189478"/>
                  </a:lnTo>
                  <a:lnTo>
                    <a:pt x="26908" y="189327"/>
                  </a:lnTo>
                  <a:lnTo>
                    <a:pt x="26859" y="189127"/>
                  </a:lnTo>
                  <a:lnTo>
                    <a:pt x="26614" y="189277"/>
                  </a:lnTo>
                  <a:lnTo>
                    <a:pt x="26320" y="189578"/>
                  </a:lnTo>
                  <a:lnTo>
                    <a:pt x="26075" y="189628"/>
                  </a:lnTo>
                  <a:lnTo>
                    <a:pt x="25928" y="189377"/>
                  </a:lnTo>
                  <a:lnTo>
                    <a:pt x="25977" y="189027"/>
                  </a:lnTo>
                  <a:lnTo>
                    <a:pt x="26124" y="188676"/>
                  </a:lnTo>
                  <a:lnTo>
                    <a:pt x="26418" y="188375"/>
                  </a:lnTo>
                  <a:lnTo>
                    <a:pt x="26614" y="188074"/>
                  </a:lnTo>
                  <a:lnTo>
                    <a:pt x="26908" y="187774"/>
                  </a:lnTo>
                  <a:lnTo>
                    <a:pt x="27055" y="187623"/>
                  </a:lnTo>
                  <a:lnTo>
                    <a:pt x="27888" y="187122"/>
                  </a:lnTo>
                  <a:lnTo>
                    <a:pt x="28574" y="186771"/>
                  </a:lnTo>
                  <a:lnTo>
                    <a:pt x="28966" y="186721"/>
                  </a:lnTo>
                  <a:lnTo>
                    <a:pt x="29162" y="186771"/>
                  </a:lnTo>
                  <a:lnTo>
                    <a:pt x="29359" y="186822"/>
                  </a:lnTo>
                  <a:lnTo>
                    <a:pt x="29604" y="186822"/>
                  </a:lnTo>
                  <a:lnTo>
                    <a:pt x="29996" y="186621"/>
                  </a:lnTo>
                  <a:lnTo>
                    <a:pt x="30437" y="186421"/>
                  </a:lnTo>
                  <a:lnTo>
                    <a:pt x="30829" y="186270"/>
                  </a:lnTo>
                  <a:lnTo>
                    <a:pt x="31270" y="186220"/>
                  </a:lnTo>
                  <a:lnTo>
                    <a:pt x="31662" y="186170"/>
                  </a:lnTo>
                  <a:lnTo>
                    <a:pt x="32201" y="186020"/>
                  </a:lnTo>
                  <a:lnTo>
                    <a:pt x="32642" y="185869"/>
                  </a:lnTo>
                  <a:lnTo>
                    <a:pt x="33476" y="185970"/>
                  </a:lnTo>
                  <a:lnTo>
                    <a:pt x="34701" y="185869"/>
                  </a:lnTo>
                  <a:lnTo>
                    <a:pt x="34701" y="185719"/>
                  </a:lnTo>
                  <a:lnTo>
                    <a:pt x="34652" y="185569"/>
                  </a:lnTo>
                  <a:lnTo>
                    <a:pt x="34554" y="185418"/>
                  </a:lnTo>
                  <a:lnTo>
                    <a:pt x="34456" y="185268"/>
                  </a:lnTo>
                  <a:lnTo>
                    <a:pt x="34554" y="184967"/>
                  </a:lnTo>
                  <a:lnTo>
                    <a:pt x="34897" y="184967"/>
                  </a:lnTo>
                  <a:lnTo>
                    <a:pt x="35289" y="184967"/>
                  </a:lnTo>
                  <a:lnTo>
                    <a:pt x="35681" y="185018"/>
                  </a:lnTo>
                  <a:lnTo>
                    <a:pt x="35975" y="185118"/>
                  </a:lnTo>
                  <a:lnTo>
                    <a:pt x="36318" y="185168"/>
                  </a:lnTo>
                  <a:lnTo>
                    <a:pt x="36564" y="185168"/>
                  </a:lnTo>
                  <a:lnTo>
                    <a:pt x="36809" y="185168"/>
                  </a:lnTo>
                  <a:lnTo>
                    <a:pt x="37103" y="185218"/>
                  </a:lnTo>
                  <a:lnTo>
                    <a:pt x="37348" y="185218"/>
                  </a:lnTo>
                  <a:lnTo>
                    <a:pt x="37593" y="185168"/>
                  </a:lnTo>
                  <a:lnTo>
                    <a:pt x="37495" y="184867"/>
                  </a:lnTo>
                  <a:lnTo>
                    <a:pt x="37005" y="184717"/>
                  </a:lnTo>
                  <a:lnTo>
                    <a:pt x="36515" y="184567"/>
                  </a:lnTo>
                  <a:lnTo>
                    <a:pt x="36122" y="184466"/>
                  </a:lnTo>
                  <a:lnTo>
                    <a:pt x="35975" y="184216"/>
                  </a:lnTo>
                  <a:lnTo>
                    <a:pt x="35730" y="183915"/>
                  </a:lnTo>
                  <a:lnTo>
                    <a:pt x="35583" y="183414"/>
                  </a:lnTo>
                  <a:lnTo>
                    <a:pt x="35779" y="183364"/>
                  </a:lnTo>
                  <a:lnTo>
                    <a:pt x="36073" y="183364"/>
                  </a:lnTo>
                  <a:lnTo>
                    <a:pt x="37495" y="183564"/>
                  </a:lnTo>
                  <a:lnTo>
                    <a:pt x="37740" y="183564"/>
                  </a:lnTo>
                  <a:lnTo>
                    <a:pt x="38083" y="183664"/>
                  </a:lnTo>
                  <a:lnTo>
                    <a:pt x="38230" y="183614"/>
                  </a:lnTo>
                  <a:lnTo>
                    <a:pt x="38230" y="183464"/>
                  </a:lnTo>
                  <a:lnTo>
                    <a:pt x="37936" y="183264"/>
                  </a:lnTo>
                  <a:lnTo>
                    <a:pt x="37593" y="183013"/>
                  </a:lnTo>
                  <a:lnTo>
                    <a:pt x="37152" y="182963"/>
                  </a:lnTo>
                  <a:lnTo>
                    <a:pt x="36662" y="182813"/>
                  </a:lnTo>
                  <a:lnTo>
                    <a:pt x="36416" y="182662"/>
                  </a:lnTo>
                  <a:lnTo>
                    <a:pt x="36318" y="182362"/>
                  </a:lnTo>
                  <a:lnTo>
                    <a:pt x="36367" y="182161"/>
                  </a:lnTo>
                  <a:lnTo>
                    <a:pt x="36564" y="181961"/>
                  </a:lnTo>
                  <a:lnTo>
                    <a:pt x="36956" y="181810"/>
                  </a:lnTo>
                  <a:lnTo>
                    <a:pt x="37250" y="181610"/>
                  </a:lnTo>
                  <a:lnTo>
                    <a:pt x="37642" y="181459"/>
                  </a:lnTo>
                  <a:lnTo>
                    <a:pt x="37936" y="181459"/>
                  </a:lnTo>
                  <a:lnTo>
                    <a:pt x="38181" y="181459"/>
                  </a:lnTo>
                  <a:lnTo>
                    <a:pt x="38475" y="181409"/>
                  </a:lnTo>
                  <a:lnTo>
                    <a:pt x="38720" y="181109"/>
                  </a:lnTo>
                  <a:lnTo>
                    <a:pt x="38769" y="180808"/>
                  </a:lnTo>
                  <a:lnTo>
                    <a:pt x="38818" y="180457"/>
                  </a:lnTo>
                  <a:lnTo>
                    <a:pt x="38867" y="180257"/>
                  </a:lnTo>
                  <a:lnTo>
                    <a:pt x="38916" y="180106"/>
                  </a:lnTo>
                  <a:lnTo>
                    <a:pt x="39112" y="179856"/>
                  </a:lnTo>
                  <a:lnTo>
                    <a:pt x="39357" y="179856"/>
                  </a:lnTo>
                  <a:lnTo>
                    <a:pt x="40043" y="180207"/>
                  </a:lnTo>
                  <a:lnTo>
                    <a:pt x="40141" y="180457"/>
                  </a:lnTo>
                  <a:lnTo>
                    <a:pt x="40485" y="180608"/>
                  </a:lnTo>
                  <a:lnTo>
                    <a:pt x="40828" y="180608"/>
                  </a:lnTo>
                  <a:lnTo>
                    <a:pt x="41073" y="180708"/>
                  </a:lnTo>
                  <a:lnTo>
                    <a:pt x="41318" y="180808"/>
                  </a:lnTo>
                  <a:lnTo>
                    <a:pt x="41710" y="180908"/>
                  </a:lnTo>
                  <a:lnTo>
                    <a:pt x="42298" y="181059"/>
                  </a:lnTo>
                  <a:lnTo>
                    <a:pt x="42592" y="181059"/>
                  </a:lnTo>
                  <a:lnTo>
                    <a:pt x="43180" y="181109"/>
                  </a:lnTo>
                  <a:lnTo>
                    <a:pt x="43474" y="181159"/>
                  </a:lnTo>
                  <a:lnTo>
                    <a:pt x="43768" y="181209"/>
                  </a:lnTo>
                  <a:lnTo>
                    <a:pt x="44259" y="181259"/>
                  </a:lnTo>
                  <a:lnTo>
                    <a:pt x="44553" y="181409"/>
                  </a:lnTo>
                  <a:lnTo>
                    <a:pt x="44651" y="181660"/>
                  </a:lnTo>
                  <a:lnTo>
                    <a:pt x="44798" y="182011"/>
                  </a:lnTo>
                  <a:lnTo>
                    <a:pt x="45092" y="182311"/>
                  </a:lnTo>
                  <a:lnTo>
                    <a:pt x="45288" y="182311"/>
                  </a:lnTo>
                  <a:lnTo>
                    <a:pt x="45484" y="182612"/>
                  </a:lnTo>
                  <a:lnTo>
                    <a:pt x="45631" y="182913"/>
                  </a:lnTo>
                  <a:lnTo>
                    <a:pt x="46072" y="182913"/>
                  </a:lnTo>
                  <a:lnTo>
                    <a:pt x="46366" y="182863"/>
                  </a:lnTo>
                  <a:lnTo>
                    <a:pt x="46562" y="182311"/>
                  </a:lnTo>
                  <a:lnTo>
                    <a:pt x="46709" y="182261"/>
                  </a:lnTo>
                  <a:lnTo>
                    <a:pt x="47346" y="182311"/>
                  </a:lnTo>
                  <a:lnTo>
                    <a:pt x="47690" y="182412"/>
                  </a:lnTo>
                  <a:lnTo>
                    <a:pt x="48180" y="182362"/>
                  </a:lnTo>
                  <a:lnTo>
                    <a:pt x="48376" y="182161"/>
                  </a:lnTo>
                  <a:lnTo>
                    <a:pt x="48670" y="182061"/>
                  </a:lnTo>
                  <a:lnTo>
                    <a:pt x="49111" y="182061"/>
                  </a:lnTo>
                  <a:lnTo>
                    <a:pt x="49356" y="182261"/>
                  </a:lnTo>
                  <a:lnTo>
                    <a:pt x="49601" y="182512"/>
                  </a:lnTo>
                  <a:lnTo>
                    <a:pt x="49944" y="182462"/>
                  </a:lnTo>
                  <a:lnTo>
                    <a:pt x="50336" y="182211"/>
                  </a:lnTo>
                  <a:lnTo>
                    <a:pt x="50630" y="182011"/>
                  </a:lnTo>
                  <a:lnTo>
                    <a:pt x="50973" y="181710"/>
                  </a:lnTo>
                  <a:lnTo>
                    <a:pt x="51170" y="181309"/>
                  </a:lnTo>
                  <a:lnTo>
                    <a:pt x="51170" y="180858"/>
                  </a:lnTo>
                  <a:lnTo>
                    <a:pt x="51170" y="180357"/>
                  </a:lnTo>
                  <a:lnTo>
                    <a:pt x="51513" y="180357"/>
                  </a:lnTo>
                  <a:lnTo>
                    <a:pt x="51758" y="180257"/>
                  </a:lnTo>
                  <a:lnTo>
                    <a:pt x="51807" y="179856"/>
                  </a:lnTo>
                  <a:lnTo>
                    <a:pt x="52199" y="179655"/>
                  </a:lnTo>
                  <a:lnTo>
                    <a:pt x="52542" y="179655"/>
                  </a:lnTo>
                  <a:lnTo>
                    <a:pt x="52787" y="179455"/>
                  </a:lnTo>
                  <a:lnTo>
                    <a:pt x="52885" y="178703"/>
                  </a:lnTo>
                  <a:lnTo>
                    <a:pt x="52591" y="178653"/>
                  </a:lnTo>
                  <a:lnTo>
                    <a:pt x="52101" y="178603"/>
                  </a:lnTo>
                  <a:lnTo>
                    <a:pt x="51464" y="178202"/>
                  </a:lnTo>
                  <a:lnTo>
                    <a:pt x="50973" y="177851"/>
                  </a:lnTo>
                  <a:lnTo>
                    <a:pt x="50826" y="177601"/>
                  </a:lnTo>
                  <a:lnTo>
                    <a:pt x="51268" y="177300"/>
                  </a:lnTo>
                  <a:lnTo>
                    <a:pt x="52150" y="177300"/>
                  </a:lnTo>
                  <a:lnTo>
                    <a:pt x="52297" y="177250"/>
                  </a:lnTo>
                  <a:lnTo>
                    <a:pt x="52003" y="176949"/>
                  </a:lnTo>
                  <a:lnTo>
                    <a:pt x="51513" y="176849"/>
                  </a:lnTo>
                  <a:lnTo>
                    <a:pt x="51022" y="176799"/>
                  </a:lnTo>
                  <a:lnTo>
                    <a:pt x="50385" y="176849"/>
                  </a:lnTo>
                  <a:lnTo>
                    <a:pt x="50042" y="176548"/>
                  </a:lnTo>
                  <a:lnTo>
                    <a:pt x="49895" y="175947"/>
                  </a:lnTo>
                  <a:lnTo>
                    <a:pt x="50140" y="175747"/>
                  </a:lnTo>
                  <a:lnTo>
                    <a:pt x="50434" y="175646"/>
                  </a:lnTo>
                  <a:lnTo>
                    <a:pt x="50973" y="175696"/>
                  </a:lnTo>
                  <a:lnTo>
                    <a:pt x="51268" y="175596"/>
                  </a:lnTo>
                  <a:lnTo>
                    <a:pt x="52297" y="175446"/>
                  </a:lnTo>
                  <a:lnTo>
                    <a:pt x="52836" y="175446"/>
                  </a:lnTo>
                  <a:lnTo>
                    <a:pt x="53424" y="175296"/>
                  </a:lnTo>
                  <a:lnTo>
                    <a:pt x="53963" y="174845"/>
                  </a:lnTo>
                  <a:lnTo>
                    <a:pt x="54208" y="174594"/>
                  </a:lnTo>
                  <a:lnTo>
                    <a:pt x="54747" y="174494"/>
                  </a:lnTo>
                  <a:lnTo>
                    <a:pt x="55091" y="174494"/>
                  </a:lnTo>
                  <a:lnTo>
                    <a:pt x="55679" y="174343"/>
                  </a:lnTo>
                  <a:lnTo>
                    <a:pt x="56022" y="174193"/>
                  </a:lnTo>
                  <a:lnTo>
                    <a:pt x="56169" y="173993"/>
                  </a:lnTo>
                  <a:lnTo>
                    <a:pt x="57541" y="173692"/>
                  </a:lnTo>
                  <a:lnTo>
                    <a:pt x="57982" y="172640"/>
                  </a:lnTo>
                  <a:lnTo>
                    <a:pt x="58276" y="171036"/>
                  </a:lnTo>
                  <a:lnTo>
                    <a:pt x="57933" y="169783"/>
                  </a:lnTo>
                  <a:lnTo>
                    <a:pt x="57345" y="168230"/>
                  </a:lnTo>
                  <a:lnTo>
                    <a:pt x="57296" y="167678"/>
                  </a:lnTo>
                  <a:lnTo>
                    <a:pt x="56953" y="166776"/>
                  </a:lnTo>
                  <a:lnTo>
                    <a:pt x="57051" y="166025"/>
                  </a:lnTo>
                  <a:lnTo>
                    <a:pt x="57149" y="165072"/>
                  </a:lnTo>
                  <a:lnTo>
                    <a:pt x="57051" y="164471"/>
                  </a:lnTo>
                  <a:lnTo>
                    <a:pt x="56561" y="163719"/>
                  </a:lnTo>
                  <a:lnTo>
                    <a:pt x="56512" y="162817"/>
                  </a:lnTo>
                  <a:lnTo>
                    <a:pt x="56365" y="162517"/>
                  </a:lnTo>
                  <a:lnTo>
                    <a:pt x="56022" y="162216"/>
                  </a:lnTo>
                  <a:lnTo>
                    <a:pt x="56267" y="161464"/>
                  </a:lnTo>
                  <a:lnTo>
                    <a:pt x="56267" y="161114"/>
                  </a:lnTo>
                  <a:lnTo>
                    <a:pt x="55434" y="160161"/>
                  </a:lnTo>
                  <a:lnTo>
                    <a:pt x="54944" y="159710"/>
                  </a:lnTo>
                  <a:lnTo>
                    <a:pt x="54551" y="158858"/>
                  </a:lnTo>
                  <a:lnTo>
                    <a:pt x="54453" y="158508"/>
                  </a:lnTo>
                  <a:lnTo>
                    <a:pt x="54355" y="158107"/>
                  </a:lnTo>
                  <a:lnTo>
                    <a:pt x="54012" y="156002"/>
                  </a:lnTo>
                  <a:lnTo>
                    <a:pt x="53375" y="153697"/>
                  </a:lnTo>
                  <a:lnTo>
                    <a:pt x="53179" y="152895"/>
                  </a:lnTo>
                  <a:lnTo>
                    <a:pt x="52346" y="150941"/>
                  </a:lnTo>
                  <a:lnTo>
                    <a:pt x="51954" y="148836"/>
                  </a:lnTo>
                  <a:lnTo>
                    <a:pt x="51709" y="147483"/>
                  </a:lnTo>
                  <a:lnTo>
                    <a:pt x="51562" y="146080"/>
                  </a:lnTo>
                  <a:lnTo>
                    <a:pt x="51562" y="145127"/>
                  </a:lnTo>
                  <a:lnTo>
                    <a:pt x="51513" y="144275"/>
                  </a:lnTo>
                  <a:lnTo>
                    <a:pt x="51317" y="143875"/>
                  </a:lnTo>
                  <a:lnTo>
                    <a:pt x="51071" y="143323"/>
                  </a:lnTo>
                  <a:lnTo>
                    <a:pt x="50924" y="142872"/>
                  </a:lnTo>
                  <a:lnTo>
                    <a:pt x="50728" y="142471"/>
                  </a:lnTo>
                  <a:lnTo>
                    <a:pt x="50483" y="142271"/>
                  </a:lnTo>
                  <a:lnTo>
                    <a:pt x="50091" y="142321"/>
                  </a:lnTo>
                  <a:lnTo>
                    <a:pt x="49895" y="142522"/>
                  </a:lnTo>
                  <a:lnTo>
                    <a:pt x="49601" y="142672"/>
                  </a:lnTo>
                  <a:lnTo>
                    <a:pt x="49356" y="142672"/>
                  </a:lnTo>
                  <a:lnTo>
                    <a:pt x="49209" y="142070"/>
                  </a:lnTo>
                  <a:lnTo>
                    <a:pt x="49013" y="142020"/>
                  </a:lnTo>
                  <a:lnTo>
                    <a:pt x="48768" y="142070"/>
                  </a:lnTo>
                  <a:lnTo>
                    <a:pt x="48572" y="142121"/>
                  </a:lnTo>
                  <a:lnTo>
                    <a:pt x="48327" y="142171"/>
                  </a:lnTo>
                  <a:lnTo>
                    <a:pt x="47886" y="142221"/>
                  </a:lnTo>
                  <a:lnTo>
                    <a:pt x="47395" y="142271"/>
                  </a:lnTo>
                  <a:lnTo>
                    <a:pt x="47101" y="142321"/>
                  </a:lnTo>
                  <a:lnTo>
                    <a:pt x="46807" y="142371"/>
                  </a:lnTo>
                  <a:lnTo>
                    <a:pt x="46170" y="142221"/>
                  </a:lnTo>
                  <a:lnTo>
                    <a:pt x="46072" y="141670"/>
                  </a:lnTo>
                  <a:lnTo>
                    <a:pt x="45827" y="141469"/>
                  </a:lnTo>
                  <a:lnTo>
                    <a:pt x="45288" y="141569"/>
                  </a:lnTo>
                  <a:lnTo>
                    <a:pt x="45141" y="141068"/>
                  </a:lnTo>
                  <a:lnTo>
                    <a:pt x="45092" y="140868"/>
                  </a:lnTo>
                  <a:lnTo>
                    <a:pt x="45141" y="140617"/>
                  </a:lnTo>
                  <a:lnTo>
                    <a:pt x="45337" y="140467"/>
                  </a:lnTo>
                  <a:lnTo>
                    <a:pt x="45729" y="140417"/>
                  </a:lnTo>
                  <a:lnTo>
                    <a:pt x="45876" y="140417"/>
                  </a:lnTo>
                  <a:lnTo>
                    <a:pt x="45778" y="140166"/>
                  </a:lnTo>
                  <a:lnTo>
                    <a:pt x="45680" y="139966"/>
                  </a:lnTo>
                  <a:lnTo>
                    <a:pt x="45680" y="139715"/>
                  </a:lnTo>
                  <a:lnTo>
                    <a:pt x="45827" y="139515"/>
                  </a:lnTo>
                  <a:lnTo>
                    <a:pt x="46072" y="139615"/>
                  </a:lnTo>
                  <a:lnTo>
                    <a:pt x="46268" y="139715"/>
                  </a:lnTo>
                  <a:lnTo>
                    <a:pt x="46464" y="139615"/>
                  </a:lnTo>
                  <a:lnTo>
                    <a:pt x="46807" y="139465"/>
                  </a:lnTo>
                  <a:lnTo>
                    <a:pt x="46954" y="139465"/>
                  </a:lnTo>
                  <a:lnTo>
                    <a:pt x="47248" y="139364"/>
                  </a:lnTo>
                  <a:lnTo>
                    <a:pt x="47395" y="139264"/>
                  </a:lnTo>
                  <a:lnTo>
                    <a:pt x="47444" y="139114"/>
                  </a:lnTo>
                  <a:lnTo>
                    <a:pt x="47444" y="138963"/>
                  </a:lnTo>
                  <a:lnTo>
                    <a:pt x="47543" y="138813"/>
                  </a:lnTo>
                  <a:lnTo>
                    <a:pt x="47739" y="138813"/>
                  </a:lnTo>
                  <a:lnTo>
                    <a:pt x="47935" y="138763"/>
                  </a:lnTo>
                  <a:lnTo>
                    <a:pt x="48376" y="138613"/>
                  </a:lnTo>
                  <a:lnTo>
                    <a:pt x="48719" y="138262"/>
                  </a:lnTo>
                  <a:lnTo>
                    <a:pt x="48866" y="137961"/>
                  </a:lnTo>
                  <a:lnTo>
                    <a:pt x="48964" y="137711"/>
                  </a:lnTo>
                  <a:lnTo>
                    <a:pt x="49258" y="137510"/>
                  </a:lnTo>
                  <a:lnTo>
                    <a:pt x="49650" y="137260"/>
                  </a:lnTo>
                  <a:lnTo>
                    <a:pt x="49748" y="136959"/>
                  </a:lnTo>
                  <a:lnTo>
                    <a:pt x="49895" y="136608"/>
                  </a:lnTo>
                  <a:lnTo>
                    <a:pt x="50189" y="136358"/>
                  </a:lnTo>
                  <a:lnTo>
                    <a:pt x="50434" y="136358"/>
                  </a:lnTo>
                  <a:lnTo>
                    <a:pt x="50679" y="136358"/>
                  </a:lnTo>
                  <a:lnTo>
                    <a:pt x="50924" y="136257"/>
                  </a:lnTo>
                  <a:lnTo>
                    <a:pt x="50973" y="136007"/>
                  </a:lnTo>
                  <a:lnTo>
                    <a:pt x="51268" y="135806"/>
                  </a:lnTo>
                  <a:lnTo>
                    <a:pt x="51513" y="135856"/>
                  </a:lnTo>
                  <a:lnTo>
                    <a:pt x="51807" y="135756"/>
                  </a:lnTo>
                  <a:lnTo>
                    <a:pt x="51954" y="135456"/>
                  </a:lnTo>
                  <a:lnTo>
                    <a:pt x="51660" y="134303"/>
                  </a:lnTo>
                  <a:lnTo>
                    <a:pt x="51611" y="133952"/>
                  </a:lnTo>
                  <a:lnTo>
                    <a:pt x="51611" y="133752"/>
                  </a:lnTo>
                  <a:lnTo>
                    <a:pt x="51562" y="133501"/>
                  </a:lnTo>
                  <a:lnTo>
                    <a:pt x="51317" y="133351"/>
                  </a:lnTo>
                  <a:lnTo>
                    <a:pt x="50973" y="133200"/>
                  </a:lnTo>
                  <a:lnTo>
                    <a:pt x="50385" y="133301"/>
                  </a:lnTo>
                  <a:lnTo>
                    <a:pt x="49552" y="133351"/>
                  </a:lnTo>
                  <a:lnTo>
                    <a:pt x="49258" y="133150"/>
                  </a:lnTo>
                  <a:lnTo>
                    <a:pt x="49111" y="132850"/>
                  </a:lnTo>
                  <a:lnTo>
                    <a:pt x="49111" y="132649"/>
                  </a:lnTo>
                  <a:lnTo>
                    <a:pt x="48915" y="132649"/>
                  </a:lnTo>
                  <a:lnTo>
                    <a:pt x="48719" y="132850"/>
                  </a:lnTo>
                  <a:lnTo>
                    <a:pt x="48229" y="133100"/>
                  </a:lnTo>
                  <a:lnTo>
                    <a:pt x="48082" y="133351"/>
                  </a:lnTo>
                  <a:lnTo>
                    <a:pt x="47837" y="133501"/>
                  </a:lnTo>
                  <a:lnTo>
                    <a:pt x="47395" y="133401"/>
                  </a:lnTo>
                  <a:lnTo>
                    <a:pt x="47248" y="133200"/>
                  </a:lnTo>
                  <a:lnTo>
                    <a:pt x="47248" y="133050"/>
                  </a:lnTo>
                  <a:lnTo>
                    <a:pt x="47248" y="132900"/>
                  </a:lnTo>
                  <a:lnTo>
                    <a:pt x="47003" y="132850"/>
                  </a:lnTo>
                  <a:lnTo>
                    <a:pt x="46807" y="132850"/>
                  </a:lnTo>
                  <a:lnTo>
                    <a:pt x="46611" y="132850"/>
                  </a:lnTo>
                  <a:lnTo>
                    <a:pt x="46415" y="132749"/>
                  </a:lnTo>
                  <a:lnTo>
                    <a:pt x="46464" y="132499"/>
                  </a:lnTo>
                  <a:lnTo>
                    <a:pt x="46709" y="132349"/>
                  </a:lnTo>
                  <a:lnTo>
                    <a:pt x="46954" y="132148"/>
                  </a:lnTo>
                  <a:lnTo>
                    <a:pt x="46758" y="131948"/>
                  </a:lnTo>
                  <a:lnTo>
                    <a:pt x="46121" y="131898"/>
                  </a:lnTo>
                  <a:lnTo>
                    <a:pt x="45729" y="131948"/>
                  </a:lnTo>
                  <a:lnTo>
                    <a:pt x="45190" y="132048"/>
                  </a:lnTo>
                  <a:lnTo>
                    <a:pt x="44896" y="132349"/>
                  </a:lnTo>
                  <a:lnTo>
                    <a:pt x="44798" y="132549"/>
                  </a:lnTo>
                  <a:lnTo>
                    <a:pt x="44308" y="132599"/>
                  </a:lnTo>
                  <a:lnTo>
                    <a:pt x="44014" y="132499"/>
                  </a:lnTo>
                  <a:lnTo>
                    <a:pt x="43719" y="132298"/>
                  </a:lnTo>
                  <a:lnTo>
                    <a:pt x="43474" y="131948"/>
                  </a:lnTo>
                  <a:lnTo>
                    <a:pt x="43131" y="131697"/>
                  </a:lnTo>
                  <a:lnTo>
                    <a:pt x="42641" y="131697"/>
                  </a:lnTo>
                  <a:lnTo>
                    <a:pt x="42102" y="131847"/>
                  </a:lnTo>
                  <a:lnTo>
                    <a:pt x="41612" y="131998"/>
                  </a:lnTo>
                  <a:lnTo>
                    <a:pt x="40975" y="131998"/>
                  </a:lnTo>
                  <a:lnTo>
                    <a:pt x="40092" y="131747"/>
                  </a:lnTo>
                  <a:lnTo>
                    <a:pt x="39553" y="131296"/>
                  </a:lnTo>
                  <a:lnTo>
                    <a:pt x="39357" y="131046"/>
                  </a:lnTo>
                  <a:lnTo>
                    <a:pt x="39014" y="130695"/>
                  </a:lnTo>
                  <a:lnTo>
                    <a:pt x="38867" y="130544"/>
                  </a:lnTo>
                  <a:lnTo>
                    <a:pt x="38916" y="130244"/>
                  </a:lnTo>
                  <a:lnTo>
                    <a:pt x="39210" y="129793"/>
                  </a:lnTo>
                  <a:lnTo>
                    <a:pt x="39700" y="129542"/>
                  </a:lnTo>
                  <a:lnTo>
                    <a:pt x="39945" y="129342"/>
                  </a:lnTo>
                  <a:lnTo>
                    <a:pt x="39994" y="128440"/>
                  </a:lnTo>
                  <a:lnTo>
                    <a:pt x="40191" y="128189"/>
                  </a:lnTo>
                  <a:lnTo>
                    <a:pt x="41122" y="127738"/>
                  </a:lnTo>
                  <a:lnTo>
                    <a:pt x="41563" y="127437"/>
                  </a:lnTo>
                  <a:lnTo>
                    <a:pt x="41906" y="127237"/>
                  </a:lnTo>
                  <a:lnTo>
                    <a:pt x="42347" y="126736"/>
                  </a:lnTo>
                  <a:lnTo>
                    <a:pt x="42837" y="126385"/>
                  </a:lnTo>
                  <a:lnTo>
                    <a:pt x="43278" y="126084"/>
                  </a:lnTo>
                  <a:lnTo>
                    <a:pt x="43572" y="125834"/>
                  </a:lnTo>
                  <a:lnTo>
                    <a:pt x="43768" y="125583"/>
                  </a:lnTo>
                  <a:lnTo>
                    <a:pt x="44112" y="125283"/>
                  </a:lnTo>
                  <a:lnTo>
                    <a:pt x="44357" y="125032"/>
                  </a:lnTo>
                  <a:lnTo>
                    <a:pt x="44357" y="123980"/>
                  </a:lnTo>
                  <a:lnTo>
                    <a:pt x="44259" y="123478"/>
                  </a:lnTo>
                  <a:lnTo>
                    <a:pt x="43719" y="123178"/>
                  </a:lnTo>
                  <a:lnTo>
                    <a:pt x="43180" y="123027"/>
                  </a:lnTo>
                  <a:lnTo>
                    <a:pt x="42837" y="122877"/>
                  </a:lnTo>
                  <a:lnTo>
                    <a:pt x="42690" y="122576"/>
                  </a:lnTo>
                  <a:lnTo>
                    <a:pt x="42788" y="122376"/>
                  </a:lnTo>
                  <a:lnTo>
                    <a:pt x="43131" y="122376"/>
                  </a:lnTo>
                  <a:lnTo>
                    <a:pt x="43621" y="122476"/>
                  </a:lnTo>
                  <a:lnTo>
                    <a:pt x="44798" y="122827"/>
                  </a:lnTo>
                  <a:lnTo>
                    <a:pt x="45141" y="122877"/>
                  </a:lnTo>
                  <a:lnTo>
                    <a:pt x="45337" y="122877"/>
                  </a:lnTo>
                  <a:lnTo>
                    <a:pt x="45533" y="122877"/>
                  </a:lnTo>
                  <a:lnTo>
                    <a:pt x="45680" y="122627"/>
                  </a:lnTo>
                  <a:lnTo>
                    <a:pt x="45729" y="122476"/>
                  </a:lnTo>
                  <a:lnTo>
                    <a:pt x="45729" y="122326"/>
                  </a:lnTo>
                  <a:lnTo>
                    <a:pt x="45729" y="122025"/>
                  </a:lnTo>
                  <a:lnTo>
                    <a:pt x="45631" y="121524"/>
                  </a:lnTo>
                  <a:lnTo>
                    <a:pt x="45729" y="121274"/>
                  </a:lnTo>
                  <a:lnTo>
                    <a:pt x="45876" y="121123"/>
                  </a:lnTo>
                  <a:lnTo>
                    <a:pt x="46121" y="120973"/>
                  </a:lnTo>
                  <a:lnTo>
                    <a:pt x="46170" y="120722"/>
                  </a:lnTo>
                  <a:lnTo>
                    <a:pt x="46268" y="120271"/>
                  </a:lnTo>
                  <a:lnTo>
                    <a:pt x="46268" y="119820"/>
                  </a:lnTo>
                  <a:lnTo>
                    <a:pt x="46219" y="119269"/>
                  </a:lnTo>
                  <a:lnTo>
                    <a:pt x="46170" y="119119"/>
                  </a:lnTo>
                  <a:lnTo>
                    <a:pt x="46072" y="118367"/>
                  </a:lnTo>
                  <a:lnTo>
                    <a:pt x="45974" y="118066"/>
                  </a:lnTo>
                  <a:lnTo>
                    <a:pt x="45827" y="117766"/>
                  </a:lnTo>
                  <a:lnTo>
                    <a:pt x="45631" y="117515"/>
                  </a:lnTo>
                  <a:lnTo>
                    <a:pt x="44945" y="116663"/>
                  </a:lnTo>
                  <a:lnTo>
                    <a:pt x="44602" y="116463"/>
                  </a:lnTo>
                  <a:lnTo>
                    <a:pt x="44112" y="116012"/>
                  </a:lnTo>
                  <a:lnTo>
                    <a:pt x="43965" y="115360"/>
                  </a:lnTo>
                  <a:lnTo>
                    <a:pt x="44014" y="114909"/>
                  </a:lnTo>
                  <a:lnTo>
                    <a:pt x="44063" y="114558"/>
                  </a:lnTo>
                  <a:lnTo>
                    <a:pt x="44504" y="113757"/>
                  </a:lnTo>
                  <a:lnTo>
                    <a:pt x="44847" y="112905"/>
                  </a:lnTo>
                  <a:lnTo>
                    <a:pt x="45876" y="112053"/>
                  </a:lnTo>
                  <a:lnTo>
                    <a:pt x="46219" y="111552"/>
                  </a:lnTo>
                  <a:lnTo>
                    <a:pt x="46317" y="111201"/>
                  </a:lnTo>
                  <a:lnTo>
                    <a:pt x="46562" y="110399"/>
                  </a:lnTo>
                  <a:lnTo>
                    <a:pt x="46709" y="109998"/>
                  </a:lnTo>
                  <a:lnTo>
                    <a:pt x="46954" y="109647"/>
                  </a:lnTo>
                  <a:lnTo>
                    <a:pt x="47395" y="109196"/>
                  </a:lnTo>
                  <a:lnTo>
                    <a:pt x="47886" y="108695"/>
                  </a:lnTo>
                  <a:lnTo>
                    <a:pt x="48376" y="108394"/>
                  </a:lnTo>
                  <a:lnTo>
                    <a:pt x="49209" y="108094"/>
                  </a:lnTo>
                  <a:lnTo>
                    <a:pt x="49846" y="107593"/>
                  </a:lnTo>
                  <a:lnTo>
                    <a:pt x="50140" y="106941"/>
                  </a:lnTo>
                  <a:lnTo>
                    <a:pt x="50238" y="105889"/>
                  </a:lnTo>
                  <a:lnTo>
                    <a:pt x="50140" y="105338"/>
                  </a:lnTo>
                  <a:lnTo>
                    <a:pt x="49944" y="104435"/>
                  </a:lnTo>
                  <a:lnTo>
                    <a:pt x="49552" y="103934"/>
                  </a:lnTo>
                  <a:lnTo>
                    <a:pt x="48229" y="102581"/>
                  </a:lnTo>
                  <a:lnTo>
                    <a:pt x="47346" y="101278"/>
                  </a:lnTo>
                  <a:lnTo>
                    <a:pt x="46807" y="100727"/>
                  </a:lnTo>
                  <a:lnTo>
                    <a:pt x="46219" y="99875"/>
                  </a:lnTo>
                  <a:lnTo>
                    <a:pt x="45974" y="99524"/>
                  </a:lnTo>
                  <a:lnTo>
                    <a:pt x="43867" y="97169"/>
                  </a:lnTo>
                  <a:lnTo>
                    <a:pt x="41808" y="95064"/>
                  </a:lnTo>
                  <a:lnTo>
                    <a:pt x="41318" y="94713"/>
                  </a:lnTo>
                  <a:lnTo>
                    <a:pt x="39896" y="94764"/>
                  </a:lnTo>
                  <a:lnTo>
                    <a:pt x="39553" y="94914"/>
                  </a:lnTo>
                  <a:lnTo>
                    <a:pt x="38818" y="94864"/>
                  </a:lnTo>
                  <a:lnTo>
                    <a:pt x="38426" y="94563"/>
                  </a:lnTo>
                  <a:lnTo>
                    <a:pt x="38328" y="94212"/>
                  </a:lnTo>
                  <a:lnTo>
                    <a:pt x="38328" y="94012"/>
                  </a:lnTo>
                  <a:lnTo>
                    <a:pt x="38377" y="93661"/>
                  </a:lnTo>
                  <a:lnTo>
                    <a:pt x="38279" y="93511"/>
                  </a:lnTo>
                  <a:lnTo>
                    <a:pt x="37985" y="93360"/>
                  </a:lnTo>
                  <a:lnTo>
                    <a:pt x="37740" y="93310"/>
                  </a:lnTo>
                  <a:lnTo>
                    <a:pt x="37103" y="93010"/>
                  </a:lnTo>
                  <a:lnTo>
                    <a:pt x="36956" y="92909"/>
                  </a:lnTo>
                  <a:lnTo>
                    <a:pt x="36711" y="92859"/>
                  </a:lnTo>
                  <a:lnTo>
                    <a:pt x="36073" y="92809"/>
                  </a:lnTo>
                  <a:lnTo>
                    <a:pt x="35436" y="93110"/>
                  </a:lnTo>
                  <a:lnTo>
                    <a:pt x="34456" y="93260"/>
                  </a:lnTo>
                  <a:lnTo>
                    <a:pt x="34015" y="93411"/>
                  </a:lnTo>
                  <a:lnTo>
                    <a:pt x="33623" y="93461"/>
                  </a:lnTo>
                  <a:lnTo>
                    <a:pt x="33231" y="93561"/>
                  </a:lnTo>
                  <a:lnTo>
                    <a:pt x="32593" y="93962"/>
                  </a:lnTo>
                  <a:lnTo>
                    <a:pt x="31907" y="94463"/>
                  </a:lnTo>
                  <a:lnTo>
                    <a:pt x="31417" y="94212"/>
                  </a:lnTo>
                  <a:lnTo>
                    <a:pt x="31074" y="94112"/>
                  </a:lnTo>
                  <a:lnTo>
                    <a:pt x="30829" y="94012"/>
                  </a:lnTo>
                  <a:lnTo>
                    <a:pt x="30780" y="93862"/>
                  </a:lnTo>
                  <a:lnTo>
                    <a:pt x="30731" y="93461"/>
                  </a:lnTo>
                  <a:lnTo>
                    <a:pt x="30829" y="93210"/>
                  </a:lnTo>
                  <a:lnTo>
                    <a:pt x="30927" y="92909"/>
                  </a:lnTo>
                  <a:lnTo>
                    <a:pt x="30535" y="92609"/>
                  </a:lnTo>
                  <a:lnTo>
                    <a:pt x="30045" y="92659"/>
                  </a:lnTo>
                  <a:lnTo>
                    <a:pt x="29310" y="92659"/>
                  </a:lnTo>
                  <a:lnTo>
                    <a:pt x="29015" y="92057"/>
                  </a:lnTo>
                  <a:lnTo>
                    <a:pt x="28623" y="90354"/>
                  </a:lnTo>
                  <a:lnTo>
                    <a:pt x="28672" y="90003"/>
                  </a:lnTo>
                  <a:lnTo>
                    <a:pt x="28672" y="89452"/>
                  </a:lnTo>
                  <a:lnTo>
                    <a:pt x="28672" y="89001"/>
                  </a:lnTo>
                  <a:lnTo>
                    <a:pt x="28819" y="88650"/>
                  </a:lnTo>
                  <a:lnTo>
                    <a:pt x="28917" y="88299"/>
                  </a:lnTo>
                  <a:lnTo>
                    <a:pt x="29162" y="87848"/>
                  </a:lnTo>
                  <a:lnTo>
                    <a:pt x="29653" y="87648"/>
                  </a:lnTo>
                  <a:lnTo>
                    <a:pt x="30143" y="87447"/>
                  </a:lnTo>
                  <a:lnTo>
                    <a:pt x="30388" y="87096"/>
                  </a:lnTo>
                  <a:lnTo>
                    <a:pt x="30290" y="86545"/>
                  </a:lnTo>
                  <a:lnTo>
                    <a:pt x="29996" y="86345"/>
                  </a:lnTo>
                  <a:lnTo>
                    <a:pt x="29506" y="85944"/>
                  </a:lnTo>
                  <a:lnTo>
                    <a:pt x="29457" y="85493"/>
                  </a:lnTo>
                  <a:lnTo>
                    <a:pt x="29702" y="85342"/>
                  </a:lnTo>
                  <a:lnTo>
                    <a:pt x="29898" y="85192"/>
                  </a:lnTo>
                  <a:lnTo>
                    <a:pt x="30143" y="85192"/>
                  </a:lnTo>
                  <a:lnTo>
                    <a:pt x="30535" y="84992"/>
                  </a:lnTo>
                  <a:lnTo>
                    <a:pt x="30486" y="84490"/>
                  </a:lnTo>
                  <a:lnTo>
                    <a:pt x="30241" y="83989"/>
                  </a:lnTo>
                  <a:lnTo>
                    <a:pt x="29702" y="83638"/>
                  </a:lnTo>
                  <a:lnTo>
                    <a:pt x="29408" y="82887"/>
                  </a:lnTo>
                  <a:lnTo>
                    <a:pt x="29898" y="82586"/>
                  </a:lnTo>
                  <a:lnTo>
                    <a:pt x="30682" y="82085"/>
                  </a:lnTo>
                  <a:lnTo>
                    <a:pt x="32593" y="81133"/>
                  </a:lnTo>
                  <a:lnTo>
                    <a:pt x="33084" y="81333"/>
                  </a:lnTo>
                  <a:lnTo>
                    <a:pt x="33623" y="81433"/>
                  </a:lnTo>
                  <a:lnTo>
                    <a:pt x="34064" y="81383"/>
                  </a:lnTo>
                  <a:lnTo>
                    <a:pt x="33966" y="79880"/>
                  </a:lnTo>
                  <a:lnTo>
                    <a:pt x="33525" y="78176"/>
                  </a:lnTo>
                  <a:lnTo>
                    <a:pt x="32691" y="76222"/>
                  </a:lnTo>
                  <a:lnTo>
                    <a:pt x="31760" y="73566"/>
                  </a:lnTo>
                  <a:lnTo>
                    <a:pt x="31221" y="71060"/>
                  </a:lnTo>
                  <a:lnTo>
                    <a:pt x="30192" y="68504"/>
                  </a:lnTo>
                  <a:lnTo>
                    <a:pt x="28378" y="65698"/>
                  </a:lnTo>
                  <a:lnTo>
                    <a:pt x="27251" y="63543"/>
                  </a:lnTo>
                  <a:lnTo>
                    <a:pt x="26565" y="61088"/>
                  </a:lnTo>
                  <a:lnTo>
                    <a:pt x="25830" y="59434"/>
                  </a:lnTo>
                  <a:lnTo>
                    <a:pt x="25732" y="59283"/>
                  </a:lnTo>
                  <a:lnTo>
                    <a:pt x="24555" y="57179"/>
                  </a:lnTo>
                  <a:lnTo>
                    <a:pt x="22595" y="55074"/>
                  </a:lnTo>
                  <a:lnTo>
                    <a:pt x="21467" y="53370"/>
                  </a:lnTo>
                  <a:lnTo>
                    <a:pt x="20536" y="52518"/>
                  </a:lnTo>
                  <a:lnTo>
                    <a:pt x="18380" y="50464"/>
                  </a:lnTo>
                  <a:lnTo>
                    <a:pt x="16223" y="48459"/>
                  </a:lnTo>
                  <a:lnTo>
                    <a:pt x="14851" y="47056"/>
                  </a:lnTo>
                  <a:lnTo>
                    <a:pt x="14360" y="45302"/>
                  </a:lnTo>
                  <a:lnTo>
                    <a:pt x="13723" y="43197"/>
                  </a:lnTo>
                  <a:lnTo>
                    <a:pt x="11959" y="41744"/>
                  </a:lnTo>
                  <a:lnTo>
                    <a:pt x="10390" y="40691"/>
                  </a:lnTo>
                  <a:lnTo>
                    <a:pt x="9949" y="40240"/>
                  </a:lnTo>
                  <a:lnTo>
                    <a:pt x="1467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710290" y="4030958"/>
              <a:ext cx="348730" cy="493314"/>
            </a:xfrm>
            <a:custGeom>
              <a:avLst/>
              <a:pathLst>
                <a:path w="348730" h="493314">
                  <a:moveTo>
                    <a:pt x="288051" y="100"/>
                  </a:moveTo>
                  <a:lnTo>
                    <a:pt x="289179" y="200"/>
                  </a:lnTo>
                  <a:lnTo>
                    <a:pt x="290355" y="400"/>
                  </a:lnTo>
                  <a:lnTo>
                    <a:pt x="291531" y="601"/>
                  </a:lnTo>
                  <a:lnTo>
                    <a:pt x="292659" y="801"/>
                  </a:lnTo>
                  <a:lnTo>
                    <a:pt x="293394" y="1002"/>
                  </a:lnTo>
                  <a:lnTo>
                    <a:pt x="293786" y="1102"/>
                  </a:lnTo>
                  <a:lnTo>
                    <a:pt x="294962" y="1403"/>
                  </a:lnTo>
                  <a:lnTo>
                    <a:pt x="295796" y="1804"/>
                  </a:lnTo>
                  <a:lnTo>
                    <a:pt x="296384" y="2104"/>
                  </a:lnTo>
                  <a:lnTo>
                    <a:pt x="297364" y="2806"/>
                  </a:lnTo>
                  <a:lnTo>
                    <a:pt x="297658" y="3207"/>
                  </a:lnTo>
                  <a:lnTo>
                    <a:pt x="297903" y="4009"/>
                  </a:lnTo>
                  <a:lnTo>
                    <a:pt x="297854" y="5763"/>
                  </a:lnTo>
                  <a:lnTo>
                    <a:pt x="297070" y="7266"/>
                  </a:lnTo>
                  <a:lnTo>
                    <a:pt x="296482" y="7767"/>
                  </a:lnTo>
                  <a:lnTo>
                    <a:pt x="295403" y="8218"/>
                  </a:lnTo>
                  <a:lnTo>
                    <a:pt x="294325" y="8719"/>
                  </a:lnTo>
                  <a:lnTo>
                    <a:pt x="292757" y="9621"/>
                  </a:lnTo>
                  <a:lnTo>
                    <a:pt x="291531" y="10573"/>
                  </a:lnTo>
                  <a:lnTo>
                    <a:pt x="290159" y="11826"/>
                  </a:lnTo>
                  <a:lnTo>
                    <a:pt x="289179" y="13079"/>
                  </a:lnTo>
                  <a:lnTo>
                    <a:pt x="294325" y="17689"/>
                  </a:lnTo>
                  <a:lnTo>
                    <a:pt x="293639" y="18792"/>
                  </a:lnTo>
                  <a:lnTo>
                    <a:pt x="297266" y="21047"/>
                  </a:lnTo>
                  <a:lnTo>
                    <a:pt x="298099" y="22099"/>
                  </a:lnTo>
                  <a:lnTo>
                    <a:pt x="296629" y="23252"/>
                  </a:lnTo>
                  <a:lnTo>
                    <a:pt x="294080" y="26209"/>
                  </a:lnTo>
                  <a:lnTo>
                    <a:pt x="291923" y="29216"/>
                  </a:lnTo>
                  <a:lnTo>
                    <a:pt x="289669" y="33375"/>
                  </a:lnTo>
                  <a:lnTo>
                    <a:pt x="288247" y="35580"/>
                  </a:lnTo>
                  <a:lnTo>
                    <a:pt x="287071" y="37835"/>
                  </a:lnTo>
                  <a:lnTo>
                    <a:pt x="285503" y="40040"/>
                  </a:lnTo>
                  <a:lnTo>
                    <a:pt x="284424" y="40441"/>
                  </a:lnTo>
                  <a:lnTo>
                    <a:pt x="284767" y="42696"/>
                  </a:lnTo>
                  <a:lnTo>
                    <a:pt x="285748" y="48409"/>
                  </a:lnTo>
                  <a:lnTo>
                    <a:pt x="285160" y="50965"/>
                  </a:lnTo>
                  <a:lnTo>
                    <a:pt x="283395" y="53971"/>
                  </a:lnTo>
                  <a:lnTo>
                    <a:pt x="282219" y="55826"/>
                  </a:lnTo>
                  <a:lnTo>
                    <a:pt x="282170" y="55976"/>
                  </a:lnTo>
                  <a:lnTo>
                    <a:pt x="281190" y="57730"/>
                  </a:lnTo>
                  <a:lnTo>
                    <a:pt x="280062" y="62240"/>
                  </a:lnTo>
                  <a:lnTo>
                    <a:pt x="279376" y="65698"/>
                  </a:lnTo>
                  <a:lnTo>
                    <a:pt x="279474" y="70759"/>
                  </a:lnTo>
                  <a:lnTo>
                    <a:pt x="280209" y="75721"/>
                  </a:lnTo>
                  <a:lnTo>
                    <a:pt x="281484" y="79880"/>
                  </a:lnTo>
                  <a:lnTo>
                    <a:pt x="283150" y="83588"/>
                  </a:lnTo>
                  <a:lnTo>
                    <a:pt x="283248" y="83789"/>
                  </a:lnTo>
                  <a:lnTo>
                    <a:pt x="283591" y="84440"/>
                  </a:lnTo>
                  <a:lnTo>
                    <a:pt x="284179" y="85543"/>
                  </a:lnTo>
                  <a:lnTo>
                    <a:pt x="284473" y="86044"/>
                  </a:lnTo>
                  <a:lnTo>
                    <a:pt x="284669" y="86445"/>
                  </a:lnTo>
                  <a:lnTo>
                    <a:pt x="284866" y="86745"/>
                  </a:lnTo>
                  <a:lnTo>
                    <a:pt x="285013" y="86846"/>
                  </a:lnTo>
                  <a:lnTo>
                    <a:pt x="287169" y="88750"/>
                  </a:lnTo>
                  <a:lnTo>
                    <a:pt x="288542" y="90354"/>
                  </a:lnTo>
                  <a:lnTo>
                    <a:pt x="290796" y="93511"/>
                  </a:lnTo>
                  <a:lnTo>
                    <a:pt x="292070" y="95415"/>
                  </a:lnTo>
                  <a:lnTo>
                    <a:pt x="294766" y="99625"/>
                  </a:lnTo>
                  <a:lnTo>
                    <a:pt x="294815" y="99775"/>
                  </a:lnTo>
                  <a:lnTo>
                    <a:pt x="297413" y="105237"/>
                  </a:lnTo>
                  <a:lnTo>
                    <a:pt x="297168" y="109046"/>
                  </a:lnTo>
                  <a:lnTo>
                    <a:pt x="301873" y="115510"/>
                  </a:lnTo>
                  <a:lnTo>
                    <a:pt x="305010" y="117465"/>
                  </a:lnTo>
                  <a:lnTo>
                    <a:pt x="313489" y="124581"/>
                  </a:lnTo>
                  <a:lnTo>
                    <a:pt x="315401" y="126586"/>
                  </a:lnTo>
                  <a:lnTo>
                    <a:pt x="319028" y="131847"/>
                  </a:lnTo>
                  <a:lnTo>
                    <a:pt x="321871" y="134804"/>
                  </a:lnTo>
                  <a:lnTo>
                    <a:pt x="323880" y="138262"/>
                  </a:lnTo>
                  <a:lnTo>
                    <a:pt x="325939" y="140667"/>
                  </a:lnTo>
                  <a:lnTo>
                    <a:pt x="327066" y="142471"/>
                  </a:lnTo>
                  <a:lnTo>
                    <a:pt x="330301" y="143824"/>
                  </a:lnTo>
                  <a:lnTo>
                    <a:pt x="330644" y="147683"/>
                  </a:lnTo>
                  <a:lnTo>
                    <a:pt x="331477" y="150840"/>
                  </a:lnTo>
                  <a:lnTo>
                    <a:pt x="331477" y="154799"/>
                  </a:lnTo>
                  <a:lnTo>
                    <a:pt x="332752" y="160612"/>
                  </a:lnTo>
                  <a:lnTo>
                    <a:pt x="334859" y="165123"/>
                  </a:lnTo>
                  <a:lnTo>
                    <a:pt x="336673" y="168330"/>
                  </a:lnTo>
                  <a:lnTo>
                    <a:pt x="342162" y="171838"/>
                  </a:lnTo>
                  <a:lnTo>
                    <a:pt x="341721" y="176599"/>
                  </a:lnTo>
                  <a:lnTo>
                    <a:pt x="341378" y="182011"/>
                  </a:lnTo>
                  <a:lnTo>
                    <a:pt x="341770" y="186471"/>
                  </a:lnTo>
                  <a:lnTo>
                    <a:pt x="343093" y="189427"/>
                  </a:lnTo>
                  <a:lnTo>
                    <a:pt x="343829" y="194238"/>
                  </a:lnTo>
                  <a:lnTo>
                    <a:pt x="345838" y="197295"/>
                  </a:lnTo>
                  <a:lnTo>
                    <a:pt x="346279" y="199250"/>
                  </a:lnTo>
                  <a:lnTo>
                    <a:pt x="346279" y="201405"/>
                  </a:lnTo>
                  <a:lnTo>
                    <a:pt x="348044" y="204562"/>
                  </a:lnTo>
                  <a:lnTo>
                    <a:pt x="348730" y="205815"/>
                  </a:lnTo>
                  <a:lnTo>
                    <a:pt x="348681" y="206616"/>
                  </a:lnTo>
                  <a:lnTo>
                    <a:pt x="346181" y="209523"/>
                  </a:lnTo>
                  <a:lnTo>
                    <a:pt x="340692" y="207268"/>
                  </a:lnTo>
                  <a:lnTo>
                    <a:pt x="333634" y="203760"/>
                  </a:lnTo>
                  <a:lnTo>
                    <a:pt x="326919" y="202206"/>
                  </a:lnTo>
                  <a:lnTo>
                    <a:pt x="322508" y="201655"/>
                  </a:lnTo>
                  <a:lnTo>
                    <a:pt x="320841" y="200803"/>
                  </a:lnTo>
                  <a:lnTo>
                    <a:pt x="320155" y="200503"/>
                  </a:lnTo>
                  <a:lnTo>
                    <a:pt x="319567" y="200102"/>
                  </a:lnTo>
                  <a:lnTo>
                    <a:pt x="318979" y="199901"/>
                  </a:lnTo>
                  <a:lnTo>
                    <a:pt x="318048" y="199701"/>
                  </a:lnTo>
                  <a:lnTo>
                    <a:pt x="317116" y="199550"/>
                  </a:lnTo>
                  <a:lnTo>
                    <a:pt x="316332" y="199550"/>
                  </a:lnTo>
                  <a:lnTo>
                    <a:pt x="315450" y="199651"/>
                  </a:lnTo>
                  <a:lnTo>
                    <a:pt x="314862" y="199651"/>
                  </a:lnTo>
                  <a:lnTo>
                    <a:pt x="314127" y="199651"/>
                  </a:lnTo>
                  <a:lnTo>
                    <a:pt x="312068" y="199450"/>
                  </a:lnTo>
                  <a:lnTo>
                    <a:pt x="310696" y="199450"/>
                  </a:lnTo>
                  <a:lnTo>
                    <a:pt x="308735" y="199500"/>
                  </a:lnTo>
                  <a:lnTo>
                    <a:pt x="308000" y="199801"/>
                  </a:lnTo>
                  <a:lnTo>
                    <a:pt x="307363" y="200001"/>
                  </a:lnTo>
                  <a:lnTo>
                    <a:pt x="306873" y="200603"/>
                  </a:lnTo>
                  <a:lnTo>
                    <a:pt x="305696" y="201555"/>
                  </a:lnTo>
                  <a:lnTo>
                    <a:pt x="304667" y="202357"/>
                  </a:lnTo>
                  <a:lnTo>
                    <a:pt x="303344" y="203259"/>
                  </a:lnTo>
                  <a:lnTo>
                    <a:pt x="302167" y="203810"/>
                  </a:lnTo>
                  <a:lnTo>
                    <a:pt x="301481" y="204461"/>
                  </a:lnTo>
                  <a:lnTo>
                    <a:pt x="300403" y="205263"/>
                  </a:lnTo>
                  <a:lnTo>
                    <a:pt x="299521" y="206366"/>
                  </a:lnTo>
                  <a:lnTo>
                    <a:pt x="299128" y="207218"/>
                  </a:lnTo>
                  <a:lnTo>
                    <a:pt x="298540" y="208370"/>
                  </a:lnTo>
                  <a:lnTo>
                    <a:pt x="298050" y="209222"/>
                  </a:lnTo>
                  <a:lnTo>
                    <a:pt x="297511" y="209874"/>
                  </a:lnTo>
                  <a:lnTo>
                    <a:pt x="297021" y="210625"/>
                  </a:lnTo>
                  <a:lnTo>
                    <a:pt x="296923" y="211377"/>
                  </a:lnTo>
                  <a:lnTo>
                    <a:pt x="296727" y="212079"/>
                  </a:lnTo>
                  <a:lnTo>
                    <a:pt x="296041" y="213682"/>
                  </a:lnTo>
                  <a:lnTo>
                    <a:pt x="295747" y="214284"/>
                  </a:lnTo>
                  <a:lnTo>
                    <a:pt x="295158" y="216188"/>
                  </a:lnTo>
                  <a:lnTo>
                    <a:pt x="294619" y="217491"/>
                  </a:lnTo>
                  <a:lnTo>
                    <a:pt x="294276" y="218393"/>
                  </a:lnTo>
                  <a:lnTo>
                    <a:pt x="293786" y="218994"/>
                  </a:lnTo>
                  <a:lnTo>
                    <a:pt x="293247" y="219696"/>
                  </a:lnTo>
                  <a:lnTo>
                    <a:pt x="292757" y="220147"/>
                  </a:lnTo>
                  <a:lnTo>
                    <a:pt x="292267" y="220598"/>
                  </a:lnTo>
                  <a:lnTo>
                    <a:pt x="291384" y="220949"/>
                  </a:lnTo>
                  <a:lnTo>
                    <a:pt x="290845" y="220949"/>
                  </a:lnTo>
                  <a:lnTo>
                    <a:pt x="290208" y="220999"/>
                  </a:lnTo>
                  <a:lnTo>
                    <a:pt x="289718" y="221049"/>
                  </a:lnTo>
                  <a:lnTo>
                    <a:pt x="289277" y="221149"/>
                  </a:lnTo>
                  <a:lnTo>
                    <a:pt x="288934" y="221249"/>
                  </a:lnTo>
                  <a:lnTo>
                    <a:pt x="288640" y="221350"/>
                  </a:lnTo>
                  <a:lnTo>
                    <a:pt x="288247" y="221550"/>
                  </a:lnTo>
                  <a:lnTo>
                    <a:pt x="287610" y="221951"/>
                  </a:lnTo>
                  <a:lnTo>
                    <a:pt x="287071" y="222101"/>
                  </a:lnTo>
                  <a:lnTo>
                    <a:pt x="286385" y="222151"/>
                  </a:lnTo>
                  <a:lnTo>
                    <a:pt x="285748" y="222352"/>
                  </a:lnTo>
                  <a:lnTo>
                    <a:pt x="285209" y="222753"/>
                  </a:lnTo>
                  <a:lnTo>
                    <a:pt x="284669" y="223454"/>
                  </a:lnTo>
                  <a:lnTo>
                    <a:pt x="284375" y="224006"/>
                  </a:lnTo>
                  <a:lnTo>
                    <a:pt x="283836" y="224807"/>
                  </a:lnTo>
                  <a:lnTo>
                    <a:pt x="283493" y="224858"/>
                  </a:lnTo>
                  <a:lnTo>
                    <a:pt x="282954" y="225409"/>
                  </a:lnTo>
                  <a:lnTo>
                    <a:pt x="282660" y="225960"/>
                  </a:lnTo>
                  <a:lnTo>
                    <a:pt x="282268" y="226812"/>
                  </a:lnTo>
                  <a:lnTo>
                    <a:pt x="281778" y="227714"/>
                  </a:lnTo>
                  <a:lnTo>
                    <a:pt x="281533" y="228466"/>
                  </a:lnTo>
                  <a:lnTo>
                    <a:pt x="281239" y="229117"/>
                  </a:lnTo>
                  <a:lnTo>
                    <a:pt x="280552" y="230119"/>
                  </a:lnTo>
                  <a:lnTo>
                    <a:pt x="280307" y="230921"/>
                  </a:lnTo>
                  <a:lnTo>
                    <a:pt x="279866" y="231873"/>
                  </a:lnTo>
                  <a:lnTo>
                    <a:pt x="279817" y="232024"/>
                  </a:lnTo>
                  <a:lnTo>
                    <a:pt x="279327" y="232675"/>
                  </a:lnTo>
                  <a:lnTo>
                    <a:pt x="279131" y="233226"/>
                  </a:lnTo>
                  <a:lnTo>
                    <a:pt x="278788" y="233978"/>
                  </a:lnTo>
                  <a:lnTo>
                    <a:pt x="278298" y="234930"/>
                  </a:lnTo>
                  <a:lnTo>
                    <a:pt x="277955" y="235832"/>
                  </a:lnTo>
                  <a:lnTo>
                    <a:pt x="277759" y="236584"/>
                  </a:lnTo>
                  <a:lnTo>
                    <a:pt x="277612" y="237286"/>
                  </a:lnTo>
                  <a:lnTo>
                    <a:pt x="277366" y="238138"/>
                  </a:lnTo>
                  <a:lnTo>
                    <a:pt x="277317" y="238589"/>
                  </a:lnTo>
                  <a:lnTo>
                    <a:pt x="277317" y="239240"/>
                  </a:lnTo>
                  <a:lnTo>
                    <a:pt x="277121" y="240042"/>
                  </a:lnTo>
                  <a:lnTo>
                    <a:pt x="277023" y="240693"/>
                  </a:lnTo>
                  <a:lnTo>
                    <a:pt x="276925" y="241395"/>
                  </a:lnTo>
                  <a:lnTo>
                    <a:pt x="276729" y="241896"/>
                  </a:lnTo>
                  <a:lnTo>
                    <a:pt x="276582" y="242096"/>
                  </a:lnTo>
                  <a:lnTo>
                    <a:pt x="276190" y="242698"/>
                  </a:lnTo>
                  <a:lnTo>
                    <a:pt x="275798" y="243399"/>
                  </a:lnTo>
                  <a:lnTo>
                    <a:pt x="275700" y="244051"/>
                  </a:lnTo>
                  <a:lnTo>
                    <a:pt x="275553" y="244903"/>
                  </a:lnTo>
                  <a:lnTo>
                    <a:pt x="275210" y="246055"/>
                  </a:lnTo>
                  <a:lnTo>
                    <a:pt x="274818" y="246607"/>
                  </a:lnTo>
                  <a:lnTo>
                    <a:pt x="274524" y="247208"/>
                  </a:lnTo>
                  <a:lnTo>
                    <a:pt x="274475" y="248561"/>
                  </a:lnTo>
                  <a:lnTo>
                    <a:pt x="274230" y="249463"/>
                  </a:lnTo>
                  <a:lnTo>
                    <a:pt x="274132" y="250516"/>
                  </a:lnTo>
                  <a:lnTo>
                    <a:pt x="274132" y="251317"/>
                  </a:lnTo>
                  <a:lnTo>
                    <a:pt x="274181" y="251869"/>
                  </a:lnTo>
                  <a:lnTo>
                    <a:pt x="274377" y="252370"/>
                  </a:lnTo>
                  <a:lnTo>
                    <a:pt x="274524" y="253222"/>
                  </a:lnTo>
                  <a:lnTo>
                    <a:pt x="274622" y="253873"/>
                  </a:lnTo>
                  <a:lnTo>
                    <a:pt x="274573" y="254525"/>
                  </a:lnTo>
                  <a:lnTo>
                    <a:pt x="274671" y="255276"/>
                  </a:lnTo>
                  <a:lnTo>
                    <a:pt x="274622" y="255828"/>
                  </a:lnTo>
                  <a:lnTo>
                    <a:pt x="274671" y="256379"/>
                  </a:lnTo>
                  <a:lnTo>
                    <a:pt x="274720" y="256880"/>
                  </a:lnTo>
                  <a:lnTo>
                    <a:pt x="274769" y="257331"/>
                  </a:lnTo>
                  <a:lnTo>
                    <a:pt x="274671" y="257682"/>
                  </a:lnTo>
                  <a:lnTo>
                    <a:pt x="274377" y="258233"/>
                  </a:lnTo>
                  <a:lnTo>
                    <a:pt x="273936" y="258834"/>
                  </a:lnTo>
                  <a:lnTo>
                    <a:pt x="273592" y="259185"/>
                  </a:lnTo>
                  <a:lnTo>
                    <a:pt x="273200" y="259636"/>
                  </a:lnTo>
                  <a:lnTo>
                    <a:pt x="272906" y="260187"/>
                  </a:lnTo>
                  <a:lnTo>
                    <a:pt x="272563" y="260739"/>
                  </a:lnTo>
                  <a:lnTo>
                    <a:pt x="272269" y="260939"/>
                  </a:lnTo>
                  <a:lnTo>
                    <a:pt x="271779" y="260939"/>
                  </a:lnTo>
                  <a:lnTo>
                    <a:pt x="271436" y="260989"/>
                  </a:lnTo>
                  <a:lnTo>
                    <a:pt x="270946" y="261140"/>
                  </a:lnTo>
                  <a:lnTo>
                    <a:pt x="270358" y="261540"/>
                  </a:lnTo>
                  <a:lnTo>
                    <a:pt x="270014" y="261791"/>
                  </a:lnTo>
                  <a:lnTo>
                    <a:pt x="269573" y="262042"/>
                  </a:lnTo>
                  <a:lnTo>
                    <a:pt x="269034" y="262392"/>
                  </a:lnTo>
                  <a:lnTo>
                    <a:pt x="268544" y="262693"/>
                  </a:lnTo>
                  <a:lnTo>
                    <a:pt x="268152" y="262994"/>
                  </a:lnTo>
                  <a:lnTo>
                    <a:pt x="267858" y="263144"/>
                  </a:lnTo>
                  <a:lnTo>
                    <a:pt x="267613" y="263445"/>
                  </a:lnTo>
                  <a:lnTo>
                    <a:pt x="267074" y="263796"/>
                  </a:lnTo>
                  <a:lnTo>
                    <a:pt x="266535" y="264247"/>
                  </a:lnTo>
                  <a:lnTo>
                    <a:pt x="266142" y="264497"/>
                  </a:lnTo>
                  <a:lnTo>
                    <a:pt x="265554" y="265098"/>
                  </a:lnTo>
                  <a:lnTo>
                    <a:pt x="265162" y="265600"/>
                  </a:lnTo>
                  <a:lnTo>
                    <a:pt x="264721" y="265950"/>
                  </a:lnTo>
                  <a:lnTo>
                    <a:pt x="264182" y="266201"/>
                  </a:lnTo>
                  <a:lnTo>
                    <a:pt x="263790" y="266452"/>
                  </a:lnTo>
                  <a:lnTo>
                    <a:pt x="262809" y="266452"/>
                  </a:lnTo>
                  <a:lnTo>
                    <a:pt x="262417" y="266552"/>
                  </a:lnTo>
                  <a:lnTo>
                    <a:pt x="261682" y="266652"/>
                  </a:lnTo>
                  <a:lnTo>
                    <a:pt x="261241" y="266602"/>
                  </a:lnTo>
                  <a:lnTo>
                    <a:pt x="260751" y="266702"/>
                  </a:lnTo>
                  <a:lnTo>
                    <a:pt x="260310" y="266802"/>
                  </a:lnTo>
                  <a:lnTo>
                    <a:pt x="259771" y="266953"/>
                  </a:lnTo>
                  <a:lnTo>
                    <a:pt x="258986" y="267253"/>
                  </a:lnTo>
                  <a:lnTo>
                    <a:pt x="257957" y="267604"/>
                  </a:lnTo>
                  <a:lnTo>
                    <a:pt x="257516" y="267955"/>
                  </a:lnTo>
                  <a:lnTo>
                    <a:pt x="256683" y="268757"/>
                  </a:lnTo>
                  <a:lnTo>
                    <a:pt x="255408" y="269809"/>
                  </a:lnTo>
                  <a:lnTo>
                    <a:pt x="254085" y="270912"/>
                  </a:lnTo>
                  <a:lnTo>
                    <a:pt x="253448" y="271463"/>
                  </a:lnTo>
                  <a:lnTo>
                    <a:pt x="252615" y="272515"/>
                  </a:lnTo>
                  <a:lnTo>
                    <a:pt x="251928" y="273167"/>
                  </a:lnTo>
                  <a:lnTo>
                    <a:pt x="251585" y="273517"/>
                  </a:lnTo>
                  <a:lnTo>
                    <a:pt x="251144" y="273818"/>
                  </a:lnTo>
                  <a:lnTo>
                    <a:pt x="250654" y="273969"/>
                  </a:lnTo>
                  <a:lnTo>
                    <a:pt x="250066" y="274019"/>
                  </a:lnTo>
                  <a:lnTo>
                    <a:pt x="249478" y="274169"/>
                  </a:lnTo>
                  <a:lnTo>
                    <a:pt x="249184" y="274369"/>
                  </a:lnTo>
                  <a:lnTo>
                    <a:pt x="248890" y="274570"/>
                  </a:lnTo>
                  <a:lnTo>
                    <a:pt x="248596" y="274620"/>
                  </a:lnTo>
                  <a:lnTo>
                    <a:pt x="248302" y="274670"/>
                  </a:lnTo>
                  <a:lnTo>
                    <a:pt x="247713" y="274820"/>
                  </a:lnTo>
                  <a:lnTo>
                    <a:pt x="246831" y="275021"/>
                  </a:lnTo>
                  <a:lnTo>
                    <a:pt x="246439" y="275221"/>
                  </a:lnTo>
                  <a:lnTo>
                    <a:pt x="245998" y="275572"/>
                  </a:lnTo>
                  <a:lnTo>
                    <a:pt x="245655" y="275722"/>
                  </a:lnTo>
                  <a:lnTo>
                    <a:pt x="245361" y="275973"/>
                  </a:lnTo>
                  <a:lnTo>
                    <a:pt x="244576" y="276524"/>
                  </a:lnTo>
                  <a:lnTo>
                    <a:pt x="243792" y="277126"/>
                  </a:lnTo>
                  <a:lnTo>
                    <a:pt x="243204" y="277677"/>
                  </a:lnTo>
                  <a:lnTo>
                    <a:pt x="242126" y="278228"/>
                  </a:lnTo>
                  <a:lnTo>
                    <a:pt x="241195" y="278679"/>
                  </a:lnTo>
                  <a:lnTo>
                    <a:pt x="240508" y="279030"/>
                  </a:lnTo>
                  <a:lnTo>
                    <a:pt x="239724" y="279531"/>
                  </a:lnTo>
                  <a:lnTo>
                    <a:pt x="239038" y="279832"/>
                  </a:lnTo>
                  <a:lnTo>
                    <a:pt x="237715" y="280183"/>
                  </a:lnTo>
                  <a:lnTo>
                    <a:pt x="236832" y="280333"/>
                  </a:lnTo>
                  <a:lnTo>
                    <a:pt x="236097" y="280583"/>
                  </a:lnTo>
                  <a:lnTo>
                    <a:pt x="235852" y="280984"/>
                  </a:lnTo>
                  <a:lnTo>
                    <a:pt x="235754" y="281385"/>
                  </a:lnTo>
                  <a:lnTo>
                    <a:pt x="235313" y="282287"/>
                  </a:lnTo>
                  <a:lnTo>
                    <a:pt x="234970" y="282738"/>
                  </a:lnTo>
                  <a:lnTo>
                    <a:pt x="234578" y="283490"/>
                  </a:lnTo>
                  <a:lnTo>
                    <a:pt x="233205" y="283239"/>
                  </a:lnTo>
                  <a:lnTo>
                    <a:pt x="232617" y="290255"/>
                  </a:lnTo>
                  <a:lnTo>
                    <a:pt x="226736" y="291608"/>
                  </a:lnTo>
                  <a:lnTo>
                    <a:pt x="226589" y="297572"/>
                  </a:lnTo>
                  <a:lnTo>
                    <a:pt x="218550" y="298123"/>
                  </a:lnTo>
                  <a:lnTo>
                    <a:pt x="214727" y="296469"/>
                  </a:lnTo>
                  <a:lnTo>
                    <a:pt x="215413" y="305891"/>
                  </a:lnTo>
                  <a:lnTo>
                    <a:pt x="212718" y="306642"/>
                  </a:lnTo>
                  <a:lnTo>
                    <a:pt x="209826" y="307795"/>
                  </a:lnTo>
                  <a:lnTo>
                    <a:pt x="211443" y="311153"/>
                  </a:lnTo>
                  <a:lnTo>
                    <a:pt x="212277" y="312906"/>
                  </a:lnTo>
                  <a:lnTo>
                    <a:pt x="212816" y="314761"/>
                  </a:lnTo>
                  <a:lnTo>
                    <a:pt x="213159" y="316465"/>
                  </a:lnTo>
                  <a:lnTo>
                    <a:pt x="213208" y="317717"/>
                  </a:lnTo>
                  <a:lnTo>
                    <a:pt x="213208" y="320674"/>
                  </a:lnTo>
                  <a:lnTo>
                    <a:pt x="213110" y="322328"/>
                  </a:lnTo>
                  <a:lnTo>
                    <a:pt x="212963" y="323230"/>
                  </a:lnTo>
                  <a:lnTo>
                    <a:pt x="212865" y="324082"/>
                  </a:lnTo>
                  <a:lnTo>
                    <a:pt x="212718" y="325184"/>
                  </a:lnTo>
                  <a:lnTo>
                    <a:pt x="212669" y="325986"/>
                  </a:lnTo>
                  <a:lnTo>
                    <a:pt x="212767" y="326387"/>
                  </a:lnTo>
                  <a:lnTo>
                    <a:pt x="212914" y="327189"/>
                  </a:lnTo>
                  <a:lnTo>
                    <a:pt x="213257" y="328191"/>
                  </a:lnTo>
                  <a:lnTo>
                    <a:pt x="213992" y="329845"/>
                  </a:lnTo>
                  <a:lnTo>
                    <a:pt x="214286" y="330546"/>
                  </a:lnTo>
                  <a:lnTo>
                    <a:pt x="215119" y="332651"/>
                  </a:lnTo>
                  <a:lnTo>
                    <a:pt x="212718" y="334104"/>
                  </a:lnTo>
                  <a:lnTo>
                    <a:pt x="209140" y="337512"/>
                  </a:lnTo>
                  <a:lnTo>
                    <a:pt x="207473" y="339066"/>
                  </a:lnTo>
                  <a:lnTo>
                    <a:pt x="205709" y="337111"/>
                  </a:lnTo>
                  <a:lnTo>
                    <a:pt x="205856" y="336911"/>
                  </a:lnTo>
                  <a:lnTo>
                    <a:pt x="202670" y="332200"/>
                  </a:lnTo>
                  <a:lnTo>
                    <a:pt x="201053" y="331649"/>
                  </a:lnTo>
                  <a:lnTo>
                    <a:pt x="200121" y="330346"/>
                  </a:lnTo>
                  <a:lnTo>
                    <a:pt x="199239" y="329093"/>
                  </a:lnTo>
                  <a:lnTo>
                    <a:pt x="198700" y="328993"/>
                  </a:lnTo>
                  <a:lnTo>
                    <a:pt x="197916" y="328792"/>
                  </a:lnTo>
                  <a:lnTo>
                    <a:pt x="197867" y="328442"/>
                  </a:lnTo>
                  <a:lnTo>
                    <a:pt x="198014" y="328041"/>
                  </a:lnTo>
                  <a:lnTo>
                    <a:pt x="198161" y="327690"/>
                  </a:lnTo>
                  <a:lnTo>
                    <a:pt x="198455" y="327389"/>
                  </a:lnTo>
                  <a:lnTo>
                    <a:pt x="200906" y="328191"/>
                  </a:lnTo>
                  <a:lnTo>
                    <a:pt x="203062" y="327489"/>
                  </a:lnTo>
                  <a:lnTo>
                    <a:pt x="201592" y="323029"/>
                  </a:lnTo>
                  <a:lnTo>
                    <a:pt x="200857" y="321777"/>
                  </a:lnTo>
                  <a:lnTo>
                    <a:pt x="201690" y="321025"/>
                  </a:lnTo>
                  <a:lnTo>
                    <a:pt x="199484" y="319521"/>
                  </a:lnTo>
                  <a:lnTo>
                    <a:pt x="197377" y="317968"/>
                  </a:lnTo>
                  <a:lnTo>
                    <a:pt x="195612" y="318269"/>
                  </a:lnTo>
                  <a:lnTo>
                    <a:pt x="192524" y="318870"/>
                  </a:lnTo>
                  <a:lnTo>
                    <a:pt x="192328" y="318670"/>
                  </a:lnTo>
                  <a:lnTo>
                    <a:pt x="192034" y="318519"/>
                  </a:lnTo>
                  <a:lnTo>
                    <a:pt x="191789" y="318419"/>
                  </a:lnTo>
                  <a:lnTo>
                    <a:pt x="191446" y="318218"/>
                  </a:lnTo>
                  <a:lnTo>
                    <a:pt x="191152" y="318018"/>
                  </a:lnTo>
                  <a:lnTo>
                    <a:pt x="190907" y="317617"/>
                  </a:lnTo>
                  <a:lnTo>
                    <a:pt x="190564" y="317367"/>
                  </a:lnTo>
                  <a:lnTo>
                    <a:pt x="190368" y="317216"/>
                  </a:lnTo>
                  <a:lnTo>
                    <a:pt x="189927" y="317116"/>
                  </a:lnTo>
                  <a:lnTo>
                    <a:pt x="189436" y="317066"/>
                  </a:lnTo>
                  <a:lnTo>
                    <a:pt x="189142" y="316916"/>
                  </a:lnTo>
                  <a:lnTo>
                    <a:pt x="188946" y="316765"/>
                  </a:lnTo>
                  <a:lnTo>
                    <a:pt x="188652" y="316765"/>
                  </a:lnTo>
                  <a:lnTo>
                    <a:pt x="188358" y="316815"/>
                  </a:lnTo>
                  <a:lnTo>
                    <a:pt x="188015" y="316865"/>
                  </a:lnTo>
                  <a:lnTo>
                    <a:pt x="187525" y="316615"/>
                  </a:lnTo>
                  <a:lnTo>
                    <a:pt x="187084" y="316364"/>
                  </a:lnTo>
                  <a:lnTo>
                    <a:pt x="186545" y="316214"/>
                  </a:lnTo>
                  <a:lnTo>
                    <a:pt x="186201" y="316064"/>
                  </a:lnTo>
                  <a:lnTo>
                    <a:pt x="185662" y="315963"/>
                  </a:lnTo>
                  <a:lnTo>
                    <a:pt x="184388" y="315713"/>
                  </a:lnTo>
                  <a:lnTo>
                    <a:pt x="181888" y="330346"/>
                  </a:lnTo>
                  <a:lnTo>
                    <a:pt x="179438" y="344829"/>
                  </a:lnTo>
                  <a:lnTo>
                    <a:pt x="177918" y="353649"/>
                  </a:lnTo>
                  <a:lnTo>
                    <a:pt x="177477" y="355703"/>
                  </a:lnTo>
                  <a:lnTo>
                    <a:pt x="176889" y="357908"/>
                  </a:lnTo>
                  <a:lnTo>
                    <a:pt x="175909" y="361065"/>
                  </a:lnTo>
                  <a:lnTo>
                    <a:pt x="171448" y="374596"/>
                  </a:lnTo>
                  <a:lnTo>
                    <a:pt x="170958" y="376149"/>
                  </a:lnTo>
                  <a:lnTo>
                    <a:pt x="170517" y="378004"/>
                  </a:lnTo>
                  <a:lnTo>
                    <a:pt x="169929" y="381161"/>
                  </a:lnTo>
                  <a:lnTo>
                    <a:pt x="169537" y="383917"/>
                  </a:lnTo>
                  <a:lnTo>
                    <a:pt x="169243" y="388527"/>
                  </a:lnTo>
                  <a:lnTo>
                    <a:pt x="169243" y="390933"/>
                  </a:lnTo>
                  <a:lnTo>
                    <a:pt x="169341" y="393338"/>
                  </a:lnTo>
                  <a:lnTo>
                    <a:pt x="169684" y="396796"/>
                  </a:lnTo>
                  <a:lnTo>
                    <a:pt x="170321" y="400705"/>
                  </a:lnTo>
                  <a:lnTo>
                    <a:pt x="170762" y="402509"/>
                  </a:lnTo>
                  <a:lnTo>
                    <a:pt x="171301" y="404664"/>
                  </a:lnTo>
                  <a:lnTo>
                    <a:pt x="172184" y="407871"/>
                  </a:lnTo>
                  <a:lnTo>
                    <a:pt x="164292" y="409825"/>
                  </a:lnTo>
                  <a:lnTo>
                    <a:pt x="163900" y="416440"/>
                  </a:lnTo>
                  <a:lnTo>
                    <a:pt x="163949" y="419347"/>
                  </a:lnTo>
                  <a:lnTo>
                    <a:pt x="163949" y="423306"/>
                  </a:lnTo>
                  <a:lnTo>
                    <a:pt x="164930" y="423306"/>
                  </a:lnTo>
                  <a:lnTo>
                    <a:pt x="164979" y="424960"/>
                  </a:lnTo>
                  <a:lnTo>
                    <a:pt x="164930" y="427064"/>
                  </a:lnTo>
                  <a:lnTo>
                    <a:pt x="165469" y="427365"/>
                  </a:lnTo>
                  <a:lnTo>
                    <a:pt x="166890" y="428468"/>
                  </a:lnTo>
                  <a:lnTo>
                    <a:pt x="167086" y="428868"/>
                  </a:lnTo>
                  <a:lnTo>
                    <a:pt x="167184" y="429420"/>
                  </a:lnTo>
                  <a:lnTo>
                    <a:pt x="166988" y="429971"/>
                  </a:lnTo>
                  <a:lnTo>
                    <a:pt x="166792" y="430973"/>
                  </a:lnTo>
                  <a:lnTo>
                    <a:pt x="166841" y="432226"/>
                  </a:lnTo>
                  <a:lnTo>
                    <a:pt x="166890" y="432527"/>
                  </a:lnTo>
                  <a:lnTo>
                    <a:pt x="167135" y="433178"/>
                  </a:lnTo>
                  <a:lnTo>
                    <a:pt x="167919" y="434832"/>
                  </a:lnTo>
                  <a:lnTo>
                    <a:pt x="168263" y="435133"/>
                  </a:lnTo>
                  <a:lnTo>
                    <a:pt x="169292" y="436035"/>
                  </a:lnTo>
                  <a:lnTo>
                    <a:pt x="169439" y="436335"/>
                  </a:lnTo>
                  <a:lnTo>
                    <a:pt x="169537" y="436736"/>
                  </a:lnTo>
                  <a:lnTo>
                    <a:pt x="169537" y="439843"/>
                  </a:lnTo>
                  <a:lnTo>
                    <a:pt x="169537" y="441697"/>
                  </a:lnTo>
                  <a:lnTo>
                    <a:pt x="169586" y="442650"/>
                  </a:lnTo>
                  <a:lnTo>
                    <a:pt x="169586" y="443151"/>
                  </a:lnTo>
                  <a:lnTo>
                    <a:pt x="168998" y="445155"/>
                  </a:lnTo>
                  <a:lnTo>
                    <a:pt x="168753" y="445807"/>
                  </a:lnTo>
                  <a:lnTo>
                    <a:pt x="168116" y="448012"/>
                  </a:lnTo>
                  <a:lnTo>
                    <a:pt x="167233" y="451169"/>
                  </a:lnTo>
                  <a:lnTo>
                    <a:pt x="166988" y="452422"/>
                  </a:lnTo>
                  <a:lnTo>
                    <a:pt x="166743" y="453775"/>
                  </a:lnTo>
                  <a:lnTo>
                    <a:pt x="166498" y="454627"/>
                  </a:lnTo>
                  <a:lnTo>
                    <a:pt x="163949" y="454577"/>
                  </a:lnTo>
                  <a:lnTo>
                    <a:pt x="156744" y="459688"/>
                  </a:lnTo>
                  <a:lnTo>
                    <a:pt x="156548" y="461843"/>
                  </a:lnTo>
                  <a:lnTo>
                    <a:pt x="156401" y="462494"/>
                  </a:lnTo>
                  <a:lnTo>
                    <a:pt x="156303" y="462996"/>
                  </a:lnTo>
                  <a:lnTo>
                    <a:pt x="156254" y="463547"/>
                  </a:lnTo>
                  <a:lnTo>
                    <a:pt x="156107" y="466704"/>
                  </a:lnTo>
                  <a:lnTo>
                    <a:pt x="155617" y="470964"/>
                  </a:lnTo>
                  <a:lnTo>
                    <a:pt x="155519" y="471615"/>
                  </a:lnTo>
                  <a:lnTo>
                    <a:pt x="155274" y="472417"/>
                  </a:lnTo>
                  <a:lnTo>
                    <a:pt x="155225" y="472567"/>
                  </a:lnTo>
                  <a:lnTo>
                    <a:pt x="155176" y="472718"/>
                  </a:lnTo>
                  <a:lnTo>
                    <a:pt x="155078" y="472968"/>
                  </a:lnTo>
                  <a:lnTo>
                    <a:pt x="153313" y="478430"/>
                  </a:lnTo>
                  <a:lnTo>
                    <a:pt x="148755" y="485146"/>
                  </a:lnTo>
                  <a:lnTo>
                    <a:pt x="145961" y="487000"/>
                  </a:lnTo>
                  <a:lnTo>
                    <a:pt x="143315" y="487401"/>
                  </a:lnTo>
                  <a:lnTo>
                    <a:pt x="141844" y="485747"/>
                  </a:lnTo>
                  <a:lnTo>
                    <a:pt x="140374" y="487351"/>
                  </a:lnTo>
                  <a:lnTo>
                    <a:pt x="139982" y="487351"/>
                  </a:lnTo>
                  <a:lnTo>
                    <a:pt x="139198" y="487401"/>
                  </a:lnTo>
                  <a:lnTo>
                    <a:pt x="138757" y="487401"/>
                  </a:lnTo>
                  <a:lnTo>
                    <a:pt x="138560" y="487401"/>
                  </a:lnTo>
                  <a:lnTo>
                    <a:pt x="136943" y="487301"/>
                  </a:lnTo>
                  <a:lnTo>
                    <a:pt x="134688" y="485697"/>
                  </a:lnTo>
                  <a:lnTo>
                    <a:pt x="133659" y="485096"/>
                  </a:lnTo>
                  <a:lnTo>
                    <a:pt x="133120" y="484645"/>
                  </a:lnTo>
                  <a:lnTo>
                    <a:pt x="132973" y="484544"/>
                  </a:lnTo>
                  <a:lnTo>
                    <a:pt x="131895" y="482790"/>
                  </a:lnTo>
                  <a:lnTo>
                    <a:pt x="131846" y="482289"/>
                  </a:lnTo>
                  <a:lnTo>
                    <a:pt x="131846" y="481738"/>
                  </a:lnTo>
                  <a:lnTo>
                    <a:pt x="131846" y="481588"/>
                  </a:lnTo>
                  <a:lnTo>
                    <a:pt x="131257" y="481638"/>
                  </a:lnTo>
                  <a:lnTo>
                    <a:pt x="129591" y="481838"/>
                  </a:lnTo>
                  <a:lnTo>
                    <a:pt x="129542" y="481137"/>
                  </a:lnTo>
                  <a:lnTo>
                    <a:pt x="128562" y="481137"/>
                  </a:lnTo>
                  <a:lnTo>
                    <a:pt x="127581" y="480435"/>
                  </a:lnTo>
                  <a:lnTo>
                    <a:pt x="121455" y="475424"/>
                  </a:lnTo>
                  <a:lnTo>
                    <a:pt x="121847" y="474772"/>
                  </a:lnTo>
                  <a:lnTo>
                    <a:pt x="121014" y="473970"/>
                  </a:lnTo>
                  <a:lnTo>
                    <a:pt x="121161" y="473770"/>
                  </a:lnTo>
                  <a:lnTo>
                    <a:pt x="117877" y="471314"/>
                  </a:lnTo>
                  <a:lnTo>
                    <a:pt x="115279" y="469410"/>
                  </a:lnTo>
                  <a:lnTo>
                    <a:pt x="115132" y="469560"/>
                  </a:lnTo>
                  <a:lnTo>
                    <a:pt x="114642" y="470112"/>
                  </a:lnTo>
                  <a:lnTo>
                    <a:pt x="113613" y="469310"/>
                  </a:lnTo>
                  <a:lnTo>
                    <a:pt x="113466" y="469210"/>
                  </a:lnTo>
                  <a:lnTo>
                    <a:pt x="111064" y="467105"/>
                  </a:lnTo>
                  <a:lnTo>
                    <a:pt x="110672" y="466804"/>
                  </a:lnTo>
                  <a:lnTo>
                    <a:pt x="109594" y="465852"/>
                  </a:lnTo>
                  <a:lnTo>
                    <a:pt x="108515" y="464850"/>
                  </a:lnTo>
                  <a:lnTo>
                    <a:pt x="102585" y="460340"/>
                  </a:lnTo>
                  <a:lnTo>
                    <a:pt x="101457" y="459488"/>
                  </a:lnTo>
                  <a:lnTo>
                    <a:pt x="98860" y="457333"/>
                  </a:lnTo>
                  <a:lnTo>
                    <a:pt x="97879" y="459137"/>
                  </a:lnTo>
                  <a:lnTo>
                    <a:pt x="92929" y="455328"/>
                  </a:lnTo>
                  <a:lnTo>
                    <a:pt x="90674" y="462294"/>
                  </a:lnTo>
                  <a:lnTo>
                    <a:pt x="88126" y="461542"/>
                  </a:lnTo>
                  <a:lnTo>
                    <a:pt x="85087" y="470663"/>
                  </a:lnTo>
                  <a:lnTo>
                    <a:pt x="83518" y="475674"/>
                  </a:lnTo>
                  <a:lnTo>
                    <a:pt x="82195" y="479784"/>
                  </a:lnTo>
                  <a:lnTo>
                    <a:pt x="82048" y="480335"/>
                  </a:lnTo>
                  <a:lnTo>
                    <a:pt x="81999" y="480585"/>
                  </a:lnTo>
                  <a:lnTo>
                    <a:pt x="81607" y="481838"/>
                  </a:lnTo>
                  <a:lnTo>
                    <a:pt x="81215" y="483241"/>
                  </a:lnTo>
                  <a:lnTo>
                    <a:pt x="80823" y="484544"/>
                  </a:lnTo>
                  <a:lnTo>
                    <a:pt x="80578" y="485396"/>
                  </a:lnTo>
                  <a:lnTo>
                    <a:pt x="80382" y="486098"/>
                  </a:lnTo>
                  <a:lnTo>
                    <a:pt x="80136" y="486849"/>
                  </a:lnTo>
                  <a:lnTo>
                    <a:pt x="79940" y="487601"/>
                  </a:lnTo>
                  <a:lnTo>
                    <a:pt x="79793" y="488203"/>
                  </a:lnTo>
                  <a:lnTo>
                    <a:pt x="79891" y="488654"/>
                  </a:lnTo>
                  <a:lnTo>
                    <a:pt x="78568" y="492863"/>
                  </a:lnTo>
                  <a:lnTo>
                    <a:pt x="78519" y="493013"/>
                  </a:lnTo>
                  <a:lnTo>
                    <a:pt x="78421" y="493314"/>
                  </a:lnTo>
                  <a:lnTo>
                    <a:pt x="75921" y="492663"/>
                  </a:lnTo>
                  <a:lnTo>
                    <a:pt x="74206" y="492161"/>
                  </a:lnTo>
                  <a:lnTo>
                    <a:pt x="73618" y="492011"/>
                  </a:lnTo>
                  <a:lnTo>
                    <a:pt x="72441" y="491660"/>
                  </a:lnTo>
                  <a:lnTo>
                    <a:pt x="69255" y="490658"/>
                  </a:lnTo>
                  <a:lnTo>
                    <a:pt x="68667" y="490357"/>
                  </a:lnTo>
                  <a:lnTo>
                    <a:pt x="68422" y="490207"/>
                  </a:lnTo>
                  <a:lnTo>
                    <a:pt x="67981" y="489806"/>
                  </a:lnTo>
                  <a:lnTo>
                    <a:pt x="67638" y="489355"/>
                  </a:lnTo>
                  <a:lnTo>
                    <a:pt x="64550" y="484594"/>
                  </a:lnTo>
                  <a:lnTo>
                    <a:pt x="62835" y="481638"/>
                  </a:lnTo>
                  <a:lnTo>
                    <a:pt x="62100" y="480535"/>
                  </a:lnTo>
                  <a:lnTo>
                    <a:pt x="61511" y="479683"/>
                  </a:lnTo>
                  <a:lnTo>
                    <a:pt x="60825" y="478781"/>
                  </a:lnTo>
                  <a:lnTo>
                    <a:pt x="59649" y="477428"/>
                  </a:lnTo>
                  <a:lnTo>
                    <a:pt x="57982" y="475524"/>
                  </a:lnTo>
                  <a:lnTo>
                    <a:pt x="57345" y="474822"/>
                  </a:lnTo>
                  <a:lnTo>
                    <a:pt x="55532" y="472718"/>
                  </a:lnTo>
                  <a:lnTo>
                    <a:pt x="54404" y="471415"/>
                  </a:lnTo>
                  <a:lnTo>
                    <a:pt x="53326" y="470262"/>
                  </a:lnTo>
                  <a:lnTo>
                    <a:pt x="52983" y="469861"/>
                  </a:lnTo>
                  <a:lnTo>
                    <a:pt x="53130" y="469761"/>
                  </a:lnTo>
                  <a:lnTo>
                    <a:pt x="53375" y="469510"/>
                  </a:lnTo>
                  <a:lnTo>
                    <a:pt x="52983" y="469059"/>
                  </a:lnTo>
                  <a:lnTo>
                    <a:pt x="51758" y="468207"/>
                  </a:lnTo>
                  <a:lnTo>
                    <a:pt x="46415" y="464950"/>
                  </a:lnTo>
                  <a:lnTo>
                    <a:pt x="42641" y="462595"/>
                  </a:lnTo>
                  <a:lnTo>
                    <a:pt x="42004" y="461993"/>
                  </a:lnTo>
                  <a:lnTo>
                    <a:pt x="41563" y="461342"/>
                  </a:lnTo>
                  <a:lnTo>
                    <a:pt x="41367" y="461292"/>
                  </a:lnTo>
                  <a:lnTo>
                    <a:pt x="41220" y="461192"/>
                  </a:lnTo>
                  <a:lnTo>
                    <a:pt x="40534" y="460740"/>
                  </a:lnTo>
                  <a:lnTo>
                    <a:pt x="39455" y="460089"/>
                  </a:lnTo>
                  <a:lnTo>
                    <a:pt x="39259" y="459889"/>
                  </a:lnTo>
                  <a:lnTo>
                    <a:pt x="38867" y="459538"/>
                  </a:lnTo>
                  <a:lnTo>
                    <a:pt x="38573" y="459337"/>
                  </a:lnTo>
                  <a:lnTo>
                    <a:pt x="37544" y="458636"/>
                  </a:lnTo>
                  <a:lnTo>
                    <a:pt x="37397" y="458536"/>
                  </a:lnTo>
                  <a:lnTo>
                    <a:pt x="36318" y="457784"/>
                  </a:lnTo>
                  <a:lnTo>
                    <a:pt x="35828" y="457233"/>
                  </a:lnTo>
                  <a:lnTo>
                    <a:pt x="34505" y="456982"/>
                  </a:lnTo>
                  <a:lnTo>
                    <a:pt x="32348" y="456681"/>
                  </a:lnTo>
                  <a:lnTo>
                    <a:pt x="29898" y="456230"/>
                  </a:lnTo>
                  <a:lnTo>
                    <a:pt x="26761" y="455779"/>
                  </a:lnTo>
                  <a:lnTo>
                    <a:pt x="25290" y="455529"/>
                  </a:lnTo>
                  <a:lnTo>
                    <a:pt x="24947" y="455479"/>
                  </a:lnTo>
                  <a:lnTo>
                    <a:pt x="23967" y="455378"/>
                  </a:lnTo>
                  <a:lnTo>
                    <a:pt x="22497" y="455178"/>
                  </a:lnTo>
                  <a:lnTo>
                    <a:pt x="20340" y="454677"/>
                  </a:lnTo>
                  <a:lnTo>
                    <a:pt x="19948" y="454426"/>
                  </a:lnTo>
                  <a:lnTo>
                    <a:pt x="19948" y="454025"/>
                  </a:lnTo>
                  <a:lnTo>
                    <a:pt x="19997" y="453875"/>
                  </a:lnTo>
                  <a:lnTo>
                    <a:pt x="20291" y="453374"/>
                  </a:lnTo>
                  <a:lnTo>
                    <a:pt x="20585" y="452823"/>
                  </a:lnTo>
                  <a:lnTo>
                    <a:pt x="21467" y="451971"/>
                  </a:lnTo>
                  <a:lnTo>
                    <a:pt x="21663" y="450116"/>
                  </a:lnTo>
                  <a:lnTo>
                    <a:pt x="21761" y="449515"/>
                  </a:lnTo>
                  <a:lnTo>
                    <a:pt x="21761" y="449214"/>
                  </a:lnTo>
                  <a:lnTo>
                    <a:pt x="23526" y="448413"/>
                  </a:lnTo>
                  <a:lnTo>
                    <a:pt x="25585" y="446759"/>
                  </a:lnTo>
                  <a:lnTo>
                    <a:pt x="26565" y="446158"/>
                  </a:lnTo>
                  <a:lnTo>
                    <a:pt x="29702" y="444303"/>
                  </a:lnTo>
                  <a:lnTo>
                    <a:pt x="30290" y="444103"/>
                  </a:lnTo>
                  <a:lnTo>
                    <a:pt x="31613" y="441948"/>
                  </a:lnTo>
                  <a:lnTo>
                    <a:pt x="31711" y="440846"/>
                  </a:lnTo>
                  <a:lnTo>
                    <a:pt x="31662" y="440645"/>
                  </a:lnTo>
                  <a:lnTo>
                    <a:pt x="31613" y="440445"/>
                  </a:lnTo>
                  <a:lnTo>
                    <a:pt x="32593" y="438941"/>
                  </a:lnTo>
                  <a:lnTo>
                    <a:pt x="34211" y="436536"/>
                  </a:lnTo>
                  <a:lnTo>
                    <a:pt x="35387" y="437338"/>
                  </a:lnTo>
                  <a:lnTo>
                    <a:pt x="35681" y="437538"/>
                  </a:lnTo>
                  <a:lnTo>
                    <a:pt x="36564" y="436436"/>
                  </a:lnTo>
                  <a:lnTo>
                    <a:pt x="38279" y="434130"/>
                  </a:lnTo>
                  <a:lnTo>
                    <a:pt x="39994" y="431925"/>
                  </a:lnTo>
                  <a:lnTo>
                    <a:pt x="40975" y="430622"/>
                  </a:lnTo>
                  <a:lnTo>
                    <a:pt x="42298" y="428868"/>
                  </a:lnTo>
                  <a:lnTo>
                    <a:pt x="42641" y="428417"/>
                  </a:lnTo>
                  <a:lnTo>
                    <a:pt x="42739" y="428267"/>
                  </a:lnTo>
                  <a:lnTo>
                    <a:pt x="42935" y="428317"/>
                  </a:lnTo>
                  <a:lnTo>
                    <a:pt x="45925" y="428818"/>
                  </a:lnTo>
                  <a:lnTo>
                    <a:pt x="47395" y="429019"/>
                  </a:lnTo>
                  <a:lnTo>
                    <a:pt x="49307" y="429320"/>
                  </a:lnTo>
                  <a:lnTo>
                    <a:pt x="49650" y="429370"/>
                  </a:lnTo>
                  <a:lnTo>
                    <a:pt x="51022" y="429570"/>
                  </a:lnTo>
                  <a:lnTo>
                    <a:pt x="51464" y="429670"/>
                  </a:lnTo>
                  <a:lnTo>
                    <a:pt x="51709" y="429169"/>
                  </a:lnTo>
                  <a:lnTo>
                    <a:pt x="51807" y="428818"/>
                  </a:lnTo>
                  <a:lnTo>
                    <a:pt x="52150" y="427766"/>
                  </a:lnTo>
                  <a:lnTo>
                    <a:pt x="52493" y="426613"/>
                  </a:lnTo>
                  <a:lnTo>
                    <a:pt x="52738" y="425761"/>
                  </a:lnTo>
                  <a:lnTo>
                    <a:pt x="53032" y="425010"/>
                  </a:lnTo>
                  <a:lnTo>
                    <a:pt x="53130" y="424609"/>
                  </a:lnTo>
                  <a:lnTo>
                    <a:pt x="53571" y="423957"/>
                  </a:lnTo>
                  <a:lnTo>
                    <a:pt x="53277" y="423807"/>
                  </a:lnTo>
                  <a:lnTo>
                    <a:pt x="44749" y="419046"/>
                  </a:lnTo>
                  <a:lnTo>
                    <a:pt x="25535" y="408272"/>
                  </a:lnTo>
                  <a:lnTo>
                    <a:pt x="20193" y="405265"/>
                  </a:lnTo>
                  <a:lnTo>
                    <a:pt x="11420" y="400354"/>
                  </a:lnTo>
                  <a:lnTo>
                    <a:pt x="11861" y="398951"/>
                  </a:lnTo>
                  <a:lnTo>
                    <a:pt x="12253" y="397798"/>
                  </a:lnTo>
                  <a:lnTo>
                    <a:pt x="12547" y="397247"/>
                  </a:lnTo>
                  <a:lnTo>
                    <a:pt x="12890" y="396646"/>
                  </a:lnTo>
                  <a:lnTo>
                    <a:pt x="13233" y="396245"/>
                  </a:lnTo>
                  <a:lnTo>
                    <a:pt x="13527" y="395894"/>
                  </a:lnTo>
                  <a:lnTo>
                    <a:pt x="13184" y="395593"/>
                  </a:lnTo>
                  <a:lnTo>
                    <a:pt x="12302" y="394791"/>
                  </a:lnTo>
                  <a:lnTo>
                    <a:pt x="12155" y="394591"/>
                  </a:lnTo>
                  <a:lnTo>
                    <a:pt x="11812" y="394240"/>
                  </a:lnTo>
                  <a:lnTo>
                    <a:pt x="10684" y="393288"/>
                  </a:lnTo>
                  <a:lnTo>
                    <a:pt x="10537" y="393138"/>
                  </a:lnTo>
                  <a:lnTo>
                    <a:pt x="10194" y="392887"/>
                  </a:lnTo>
                  <a:lnTo>
                    <a:pt x="10047" y="392737"/>
                  </a:lnTo>
                  <a:lnTo>
                    <a:pt x="9655" y="392386"/>
                  </a:lnTo>
                  <a:lnTo>
                    <a:pt x="9459" y="392236"/>
                  </a:lnTo>
                  <a:lnTo>
                    <a:pt x="8871" y="391735"/>
                  </a:lnTo>
                  <a:lnTo>
                    <a:pt x="8675" y="391584"/>
                  </a:lnTo>
                  <a:lnTo>
                    <a:pt x="7891" y="390933"/>
                  </a:lnTo>
                  <a:lnTo>
                    <a:pt x="7548" y="390682"/>
                  </a:lnTo>
                  <a:lnTo>
                    <a:pt x="7352" y="390482"/>
                  </a:lnTo>
                  <a:lnTo>
                    <a:pt x="7204" y="390382"/>
                  </a:lnTo>
                  <a:lnTo>
                    <a:pt x="6175" y="389479"/>
                  </a:lnTo>
                  <a:lnTo>
                    <a:pt x="3676" y="387625"/>
                  </a:lnTo>
                  <a:lnTo>
                    <a:pt x="3332" y="387375"/>
                  </a:lnTo>
                  <a:lnTo>
                    <a:pt x="2989" y="387124"/>
                  </a:lnTo>
                  <a:lnTo>
                    <a:pt x="2303" y="386723"/>
                  </a:lnTo>
                  <a:lnTo>
                    <a:pt x="1862" y="386423"/>
                  </a:lnTo>
                  <a:lnTo>
                    <a:pt x="1323" y="386072"/>
                  </a:lnTo>
                  <a:lnTo>
                    <a:pt x="882" y="385771"/>
                  </a:lnTo>
                  <a:lnTo>
                    <a:pt x="147" y="385320"/>
                  </a:lnTo>
                  <a:lnTo>
                    <a:pt x="0" y="385270"/>
                  </a:lnTo>
                  <a:lnTo>
                    <a:pt x="1862" y="381461"/>
                  </a:lnTo>
                  <a:lnTo>
                    <a:pt x="3676" y="377452"/>
                  </a:lnTo>
                  <a:lnTo>
                    <a:pt x="5930" y="372491"/>
                  </a:lnTo>
                  <a:lnTo>
                    <a:pt x="6028" y="372241"/>
                  </a:lnTo>
                  <a:lnTo>
                    <a:pt x="6714" y="370587"/>
                  </a:lnTo>
                  <a:lnTo>
                    <a:pt x="7891" y="367981"/>
                  </a:lnTo>
                  <a:lnTo>
                    <a:pt x="9067" y="365325"/>
                  </a:lnTo>
                  <a:lnTo>
                    <a:pt x="9508" y="364222"/>
                  </a:lnTo>
                  <a:lnTo>
                    <a:pt x="9998" y="363220"/>
                  </a:lnTo>
                  <a:lnTo>
                    <a:pt x="11175" y="360514"/>
                  </a:lnTo>
                  <a:lnTo>
                    <a:pt x="11273" y="360314"/>
                  </a:lnTo>
                  <a:lnTo>
                    <a:pt x="11469" y="359913"/>
                  </a:lnTo>
                  <a:lnTo>
                    <a:pt x="11616" y="359512"/>
                  </a:lnTo>
                  <a:lnTo>
                    <a:pt x="11714" y="359311"/>
                  </a:lnTo>
                  <a:lnTo>
                    <a:pt x="11861" y="359061"/>
                  </a:lnTo>
                  <a:lnTo>
                    <a:pt x="12400" y="358660"/>
                  </a:lnTo>
                  <a:lnTo>
                    <a:pt x="12596" y="358359"/>
                  </a:lnTo>
                  <a:lnTo>
                    <a:pt x="12743" y="358109"/>
                  </a:lnTo>
                  <a:lnTo>
                    <a:pt x="12939" y="357407"/>
                  </a:lnTo>
                  <a:lnTo>
                    <a:pt x="13086" y="357407"/>
                  </a:lnTo>
                  <a:lnTo>
                    <a:pt x="15390" y="357407"/>
                  </a:lnTo>
                  <a:lnTo>
                    <a:pt x="15537" y="357407"/>
                  </a:lnTo>
                  <a:lnTo>
                    <a:pt x="15390" y="357257"/>
                  </a:lnTo>
                  <a:lnTo>
                    <a:pt x="13282" y="354601"/>
                  </a:lnTo>
                  <a:lnTo>
                    <a:pt x="13772" y="353899"/>
                  </a:lnTo>
                  <a:lnTo>
                    <a:pt x="14115" y="353398"/>
                  </a:lnTo>
                  <a:lnTo>
                    <a:pt x="14458" y="352897"/>
                  </a:lnTo>
                  <a:lnTo>
                    <a:pt x="15390" y="351644"/>
                  </a:lnTo>
                  <a:lnTo>
                    <a:pt x="15978" y="350792"/>
                  </a:lnTo>
                  <a:lnTo>
                    <a:pt x="16272" y="350441"/>
                  </a:lnTo>
                  <a:lnTo>
                    <a:pt x="17546" y="348637"/>
                  </a:lnTo>
                  <a:lnTo>
                    <a:pt x="19360" y="345981"/>
                  </a:lnTo>
                  <a:lnTo>
                    <a:pt x="21271" y="343275"/>
                  </a:lnTo>
                  <a:lnTo>
                    <a:pt x="21663" y="342774"/>
                  </a:lnTo>
                  <a:lnTo>
                    <a:pt x="21810" y="342523"/>
                  </a:lnTo>
                  <a:lnTo>
                    <a:pt x="20585" y="341421"/>
                  </a:lnTo>
                  <a:lnTo>
                    <a:pt x="19556" y="340419"/>
                  </a:lnTo>
                  <a:lnTo>
                    <a:pt x="20095" y="339867"/>
                  </a:lnTo>
                  <a:lnTo>
                    <a:pt x="21369" y="338514"/>
                  </a:lnTo>
                  <a:lnTo>
                    <a:pt x="21909" y="337863"/>
                  </a:lnTo>
                  <a:lnTo>
                    <a:pt x="22938" y="335959"/>
                  </a:lnTo>
                  <a:lnTo>
                    <a:pt x="24359" y="333002"/>
                  </a:lnTo>
                  <a:lnTo>
                    <a:pt x="24457" y="332801"/>
                  </a:lnTo>
                  <a:lnTo>
                    <a:pt x="26075" y="329644"/>
                  </a:lnTo>
                  <a:lnTo>
                    <a:pt x="27643" y="326537"/>
                  </a:lnTo>
                  <a:lnTo>
                    <a:pt x="27741" y="326287"/>
                  </a:lnTo>
                  <a:lnTo>
                    <a:pt x="27888" y="325986"/>
                  </a:lnTo>
                  <a:lnTo>
                    <a:pt x="28133" y="325535"/>
                  </a:lnTo>
                  <a:lnTo>
                    <a:pt x="28329" y="325084"/>
                  </a:lnTo>
                  <a:lnTo>
                    <a:pt x="29113" y="324132"/>
                  </a:lnTo>
                  <a:lnTo>
                    <a:pt x="25683" y="321175"/>
                  </a:lnTo>
                  <a:lnTo>
                    <a:pt x="24996" y="320574"/>
                  </a:lnTo>
                  <a:lnTo>
                    <a:pt x="24065" y="319722"/>
                  </a:lnTo>
                  <a:lnTo>
                    <a:pt x="22497" y="318168"/>
                  </a:lnTo>
                  <a:lnTo>
                    <a:pt x="19654" y="315713"/>
                  </a:lnTo>
                  <a:lnTo>
                    <a:pt x="18478" y="314761"/>
                  </a:lnTo>
                  <a:lnTo>
                    <a:pt x="17693" y="314059"/>
                  </a:lnTo>
                  <a:lnTo>
                    <a:pt x="16762" y="313207"/>
                  </a:lnTo>
                  <a:lnTo>
                    <a:pt x="15586" y="312155"/>
                  </a:lnTo>
                  <a:lnTo>
                    <a:pt x="14017" y="310802"/>
                  </a:lnTo>
                  <a:lnTo>
                    <a:pt x="13429" y="310250"/>
                  </a:lnTo>
                  <a:lnTo>
                    <a:pt x="12204" y="309148"/>
                  </a:lnTo>
                  <a:lnTo>
                    <a:pt x="11665" y="308647"/>
                  </a:lnTo>
                  <a:lnTo>
                    <a:pt x="11322" y="308396"/>
                  </a:lnTo>
                  <a:lnTo>
                    <a:pt x="11077" y="308146"/>
                  </a:lnTo>
                  <a:lnTo>
                    <a:pt x="9116" y="306392"/>
                  </a:lnTo>
                  <a:lnTo>
                    <a:pt x="8773" y="306091"/>
                  </a:lnTo>
                  <a:lnTo>
                    <a:pt x="8479" y="305841"/>
                  </a:lnTo>
                  <a:lnTo>
                    <a:pt x="7253" y="304788"/>
                  </a:lnTo>
                  <a:lnTo>
                    <a:pt x="7106" y="304638"/>
                  </a:lnTo>
                  <a:lnTo>
                    <a:pt x="6175" y="303886"/>
                  </a:lnTo>
                  <a:lnTo>
                    <a:pt x="6028" y="303686"/>
                  </a:lnTo>
                  <a:lnTo>
                    <a:pt x="4950" y="302834"/>
                  </a:lnTo>
                  <a:lnTo>
                    <a:pt x="3970" y="301982"/>
                  </a:lnTo>
                  <a:lnTo>
                    <a:pt x="3577" y="301681"/>
                  </a:lnTo>
                  <a:lnTo>
                    <a:pt x="3430" y="301531"/>
                  </a:lnTo>
                  <a:lnTo>
                    <a:pt x="2499" y="300629"/>
                  </a:lnTo>
                  <a:lnTo>
                    <a:pt x="2450" y="300478"/>
                  </a:lnTo>
                  <a:lnTo>
                    <a:pt x="2450" y="300228"/>
                  </a:lnTo>
                  <a:lnTo>
                    <a:pt x="2401" y="298624"/>
                  </a:lnTo>
                  <a:lnTo>
                    <a:pt x="2352" y="296870"/>
                  </a:lnTo>
                  <a:lnTo>
                    <a:pt x="2352" y="295718"/>
                  </a:lnTo>
                  <a:lnTo>
                    <a:pt x="2352" y="295467"/>
                  </a:lnTo>
                  <a:lnTo>
                    <a:pt x="2303" y="294615"/>
                  </a:lnTo>
                  <a:lnTo>
                    <a:pt x="2303" y="294014"/>
                  </a:lnTo>
                  <a:lnTo>
                    <a:pt x="2254" y="293012"/>
                  </a:lnTo>
                  <a:lnTo>
                    <a:pt x="2254" y="292009"/>
                  </a:lnTo>
                  <a:lnTo>
                    <a:pt x="2205" y="290857"/>
                  </a:lnTo>
                  <a:lnTo>
                    <a:pt x="2205" y="290556"/>
                  </a:lnTo>
                  <a:lnTo>
                    <a:pt x="2205" y="290356"/>
                  </a:lnTo>
                  <a:lnTo>
                    <a:pt x="2156" y="289854"/>
                  </a:lnTo>
                  <a:lnTo>
                    <a:pt x="2156" y="287950"/>
                  </a:lnTo>
                  <a:lnTo>
                    <a:pt x="2107" y="287048"/>
                  </a:lnTo>
                  <a:lnTo>
                    <a:pt x="2058" y="286046"/>
                  </a:lnTo>
                  <a:lnTo>
                    <a:pt x="2058" y="285745"/>
                  </a:lnTo>
                  <a:lnTo>
                    <a:pt x="2009" y="283440"/>
                  </a:lnTo>
                  <a:lnTo>
                    <a:pt x="2009" y="283239"/>
                  </a:lnTo>
                  <a:lnTo>
                    <a:pt x="2009" y="282538"/>
                  </a:lnTo>
                  <a:lnTo>
                    <a:pt x="1960" y="282187"/>
                  </a:lnTo>
                  <a:lnTo>
                    <a:pt x="1911" y="280583"/>
                  </a:lnTo>
                  <a:lnTo>
                    <a:pt x="1862" y="278479"/>
                  </a:lnTo>
                  <a:lnTo>
                    <a:pt x="1862" y="277978"/>
                  </a:lnTo>
                  <a:lnTo>
                    <a:pt x="1813" y="276675"/>
                  </a:lnTo>
                  <a:lnTo>
                    <a:pt x="1813" y="275773"/>
                  </a:lnTo>
                  <a:lnTo>
                    <a:pt x="1764" y="274971"/>
                  </a:lnTo>
                  <a:lnTo>
                    <a:pt x="1764" y="274369"/>
                  </a:lnTo>
                  <a:lnTo>
                    <a:pt x="1813" y="274069"/>
                  </a:lnTo>
                  <a:lnTo>
                    <a:pt x="2450" y="274069"/>
                  </a:lnTo>
                  <a:lnTo>
                    <a:pt x="3136" y="274069"/>
                  </a:lnTo>
                  <a:lnTo>
                    <a:pt x="5048" y="274019"/>
                  </a:lnTo>
                  <a:lnTo>
                    <a:pt x="5048" y="273818"/>
                  </a:lnTo>
                  <a:lnTo>
                    <a:pt x="5097" y="273317"/>
                  </a:lnTo>
                  <a:lnTo>
                    <a:pt x="5097" y="273167"/>
                  </a:lnTo>
                  <a:lnTo>
                    <a:pt x="5097" y="273016"/>
                  </a:lnTo>
                  <a:lnTo>
                    <a:pt x="5097" y="272666"/>
                  </a:lnTo>
                  <a:lnTo>
                    <a:pt x="5146" y="272515"/>
                  </a:lnTo>
                  <a:lnTo>
                    <a:pt x="5195" y="272365"/>
                  </a:lnTo>
                  <a:lnTo>
                    <a:pt x="5342" y="272164"/>
                  </a:lnTo>
                  <a:lnTo>
                    <a:pt x="6175" y="271663"/>
                  </a:lnTo>
                  <a:lnTo>
                    <a:pt x="6812" y="272215"/>
                  </a:lnTo>
                  <a:lnTo>
                    <a:pt x="7989" y="273317"/>
                  </a:lnTo>
                  <a:lnTo>
                    <a:pt x="8283" y="273568"/>
                  </a:lnTo>
                  <a:lnTo>
                    <a:pt x="9214" y="274369"/>
                  </a:lnTo>
                  <a:lnTo>
                    <a:pt x="9557" y="274670"/>
                  </a:lnTo>
                  <a:lnTo>
                    <a:pt x="10831" y="271814"/>
                  </a:lnTo>
                  <a:lnTo>
                    <a:pt x="10880" y="271663"/>
                  </a:lnTo>
                  <a:lnTo>
                    <a:pt x="11812" y="272565"/>
                  </a:lnTo>
                  <a:lnTo>
                    <a:pt x="12302" y="272916"/>
                  </a:lnTo>
                  <a:lnTo>
                    <a:pt x="13086" y="271864"/>
                  </a:lnTo>
                  <a:lnTo>
                    <a:pt x="13625" y="269959"/>
                  </a:lnTo>
                  <a:lnTo>
                    <a:pt x="13772" y="269659"/>
                  </a:lnTo>
                  <a:lnTo>
                    <a:pt x="14164" y="269709"/>
                  </a:lnTo>
                  <a:lnTo>
                    <a:pt x="14704" y="269759"/>
                  </a:lnTo>
                  <a:lnTo>
                    <a:pt x="15292" y="269809"/>
                  </a:lnTo>
                  <a:lnTo>
                    <a:pt x="15635" y="269859"/>
                  </a:lnTo>
                  <a:lnTo>
                    <a:pt x="15978" y="269859"/>
                  </a:lnTo>
                  <a:lnTo>
                    <a:pt x="17840" y="269909"/>
                  </a:lnTo>
                  <a:lnTo>
                    <a:pt x="18134" y="269909"/>
                  </a:lnTo>
                  <a:lnTo>
                    <a:pt x="18282" y="269909"/>
                  </a:lnTo>
                  <a:lnTo>
                    <a:pt x="19654" y="269809"/>
                  </a:lnTo>
                  <a:lnTo>
                    <a:pt x="21222" y="269458"/>
                  </a:lnTo>
                  <a:lnTo>
                    <a:pt x="21565" y="269358"/>
                  </a:lnTo>
                  <a:lnTo>
                    <a:pt x="22497" y="269108"/>
                  </a:lnTo>
                  <a:lnTo>
                    <a:pt x="22742" y="269007"/>
                  </a:lnTo>
                  <a:lnTo>
                    <a:pt x="23526" y="270661"/>
                  </a:lnTo>
                  <a:lnTo>
                    <a:pt x="23918" y="271563"/>
                  </a:lnTo>
                  <a:lnTo>
                    <a:pt x="24016" y="271713"/>
                  </a:lnTo>
                  <a:lnTo>
                    <a:pt x="24506" y="271563"/>
                  </a:lnTo>
                  <a:lnTo>
                    <a:pt x="24702" y="271513"/>
                  </a:lnTo>
                  <a:lnTo>
                    <a:pt x="25094" y="271413"/>
                  </a:lnTo>
                  <a:lnTo>
                    <a:pt x="25585" y="271262"/>
                  </a:lnTo>
                  <a:lnTo>
                    <a:pt x="25879" y="271162"/>
                  </a:lnTo>
                  <a:lnTo>
                    <a:pt x="25977" y="272164"/>
                  </a:lnTo>
                  <a:lnTo>
                    <a:pt x="26075" y="272816"/>
                  </a:lnTo>
                  <a:lnTo>
                    <a:pt x="26075" y="273117"/>
                  </a:lnTo>
                  <a:lnTo>
                    <a:pt x="25977" y="273668"/>
                  </a:lnTo>
                  <a:lnTo>
                    <a:pt x="25781" y="274570"/>
                  </a:lnTo>
                  <a:lnTo>
                    <a:pt x="25486" y="276374"/>
                  </a:lnTo>
                  <a:lnTo>
                    <a:pt x="25634" y="276625"/>
                  </a:lnTo>
                  <a:lnTo>
                    <a:pt x="25732" y="276875"/>
                  </a:lnTo>
                  <a:lnTo>
                    <a:pt x="25977" y="277376"/>
                  </a:lnTo>
                  <a:lnTo>
                    <a:pt x="26026" y="277527"/>
                  </a:lnTo>
                  <a:lnTo>
                    <a:pt x="26418" y="278278"/>
                  </a:lnTo>
                  <a:lnTo>
                    <a:pt x="26810" y="277827"/>
                  </a:lnTo>
                  <a:lnTo>
                    <a:pt x="27594" y="277025"/>
                  </a:lnTo>
                  <a:lnTo>
                    <a:pt x="27790" y="276775"/>
                  </a:lnTo>
                  <a:lnTo>
                    <a:pt x="28476" y="276023"/>
                  </a:lnTo>
                  <a:lnTo>
                    <a:pt x="28623" y="275472"/>
                  </a:lnTo>
                  <a:lnTo>
                    <a:pt x="28672" y="275221"/>
                  </a:lnTo>
                  <a:lnTo>
                    <a:pt x="28721" y="275071"/>
                  </a:lnTo>
                  <a:lnTo>
                    <a:pt x="28770" y="274770"/>
                  </a:lnTo>
                  <a:lnTo>
                    <a:pt x="29015" y="273768"/>
                  </a:lnTo>
                  <a:lnTo>
                    <a:pt x="30486" y="274119"/>
                  </a:lnTo>
                  <a:lnTo>
                    <a:pt x="30682" y="274169"/>
                  </a:lnTo>
                  <a:lnTo>
                    <a:pt x="31074" y="274269"/>
                  </a:lnTo>
                  <a:lnTo>
                    <a:pt x="31662" y="274369"/>
                  </a:lnTo>
                  <a:lnTo>
                    <a:pt x="31907" y="274420"/>
                  </a:lnTo>
                  <a:lnTo>
                    <a:pt x="32103" y="273467"/>
                  </a:lnTo>
                  <a:lnTo>
                    <a:pt x="32397" y="271964"/>
                  </a:lnTo>
                  <a:lnTo>
                    <a:pt x="34701" y="272365"/>
                  </a:lnTo>
                  <a:lnTo>
                    <a:pt x="36024" y="272265"/>
                  </a:lnTo>
                  <a:lnTo>
                    <a:pt x="37936" y="272064"/>
                  </a:lnTo>
                  <a:lnTo>
                    <a:pt x="38426" y="272014"/>
                  </a:lnTo>
                  <a:lnTo>
                    <a:pt x="38720" y="272014"/>
                  </a:lnTo>
                  <a:lnTo>
                    <a:pt x="39112" y="271964"/>
                  </a:lnTo>
                  <a:lnTo>
                    <a:pt x="39308" y="271964"/>
                  </a:lnTo>
                  <a:lnTo>
                    <a:pt x="39749" y="271914"/>
                  </a:lnTo>
                  <a:lnTo>
                    <a:pt x="42641" y="271663"/>
                  </a:lnTo>
                  <a:lnTo>
                    <a:pt x="43719" y="271513"/>
                  </a:lnTo>
                  <a:lnTo>
                    <a:pt x="43425" y="268556"/>
                  </a:lnTo>
                  <a:lnTo>
                    <a:pt x="43278" y="267153"/>
                  </a:lnTo>
                  <a:lnTo>
                    <a:pt x="43180" y="265800"/>
                  </a:lnTo>
                  <a:lnTo>
                    <a:pt x="42886" y="262743"/>
                  </a:lnTo>
                  <a:lnTo>
                    <a:pt x="42886" y="262242"/>
                  </a:lnTo>
                  <a:lnTo>
                    <a:pt x="43180" y="260137"/>
                  </a:lnTo>
                  <a:lnTo>
                    <a:pt x="43327" y="260187"/>
                  </a:lnTo>
                  <a:lnTo>
                    <a:pt x="43474" y="260187"/>
                  </a:lnTo>
                  <a:lnTo>
                    <a:pt x="43867" y="260237"/>
                  </a:lnTo>
                  <a:lnTo>
                    <a:pt x="44994" y="260388"/>
                  </a:lnTo>
                  <a:lnTo>
                    <a:pt x="45288" y="260438"/>
                  </a:lnTo>
                  <a:lnTo>
                    <a:pt x="46072" y="260538"/>
                  </a:lnTo>
                  <a:lnTo>
                    <a:pt x="46660" y="260638"/>
                  </a:lnTo>
                  <a:lnTo>
                    <a:pt x="50924" y="261340"/>
                  </a:lnTo>
                  <a:lnTo>
                    <a:pt x="52003" y="261490"/>
                  </a:lnTo>
                  <a:lnTo>
                    <a:pt x="52395" y="261540"/>
                  </a:lnTo>
                  <a:lnTo>
                    <a:pt x="52591" y="261591"/>
                  </a:lnTo>
                  <a:lnTo>
                    <a:pt x="53081" y="261641"/>
                  </a:lnTo>
                  <a:lnTo>
                    <a:pt x="53865" y="261791"/>
                  </a:lnTo>
                  <a:lnTo>
                    <a:pt x="54895" y="261941"/>
                  </a:lnTo>
                  <a:lnTo>
                    <a:pt x="56757" y="262242"/>
                  </a:lnTo>
                  <a:lnTo>
                    <a:pt x="57639" y="262342"/>
                  </a:lnTo>
                  <a:lnTo>
                    <a:pt x="57835" y="262392"/>
                  </a:lnTo>
                  <a:lnTo>
                    <a:pt x="59208" y="262593"/>
                  </a:lnTo>
                  <a:lnTo>
                    <a:pt x="60237" y="262793"/>
                  </a:lnTo>
                  <a:lnTo>
                    <a:pt x="61903" y="263044"/>
                  </a:lnTo>
                  <a:lnTo>
                    <a:pt x="62345" y="263094"/>
                  </a:lnTo>
                  <a:lnTo>
                    <a:pt x="62492" y="263144"/>
                  </a:lnTo>
                  <a:lnTo>
                    <a:pt x="62688" y="263144"/>
                  </a:lnTo>
                  <a:lnTo>
                    <a:pt x="64158" y="263395"/>
                  </a:lnTo>
                  <a:lnTo>
                    <a:pt x="64697" y="263495"/>
                  </a:lnTo>
                  <a:lnTo>
                    <a:pt x="64844" y="263495"/>
                  </a:lnTo>
                  <a:lnTo>
                    <a:pt x="65677" y="263645"/>
                  </a:lnTo>
                  <a:lnTo>
                    <a:pt x="66168" y="263695"/>
                  </a:lnTo>
                  <a:lnTo>
                    <a:pt x="67001" y="263846"/>
                  </a:lnTo>
                  <a:lnTo>
                    <a:pt x="67540" y="263946"/>
                  </a:lnTo>
                  <a:lnTo>
                    <a:pt x="69206" y="264247"/>
                  </a:lnTo>
                  <a:lnTo>
                    <a:pt x="70579" y="264447"/>
                  </a:lnTo>
                  <a:lnTo>
                    <a:pt x="70873" y="264497"/>
                  </a:lnTo>
                  <a:lnTo>
                    <a:pt x="71510" y="264597"/>
                  </a:lnTo>
                  <a:lnTo>
                    <a:pt x="71755" y="264647"/>
                  </a:lnTo>
                  <a:lnTo>
                    <a:pt x="72245" y="264748"/>
                  </a:lnTo>
                  <a:lnTo>
                    <a:pt x="72784" y="264848"/>
                  </a:lnTo>
                  <a:lnTo>
                    <a:pt x="73275" y="264898"/>
                  </a:lnTo>
                  <a:lnTo>
                    <a:pt x="74157" y="265098"/>
                  </a:lnTo>
                  <a:lnTo>
                    <a:pt x="74598" y="265149"/>
                  </a:lnTo>
                  <a:lnTo>
                    <a:pt x="75039" y="265249"/>
                  </a:lnTo>
                  <a:lnTo>
                    <a:pt x="77049" y="265499"/>
                  </a:lnTo>
                  <a:lnTo>
                    <a:pt x="77931" y="265650"/>
                  </a:lnTo>
                  <a:lnTo>
                    <a:pt x="79205" y="265850"/>
                  </a:lnTo>
                  <a:lnTo>
                    <a:pt x="79891" y="265950"/>
                  </a:lnTo>
                  <a:lnTo>
                    <a:pt x="80087" y="265950"/>
                  </a:lnTo>
                  <a:lnTo>
                    <a:pt x="81558" y="266201"/>
                  </a:lnTo>
                  <a:lnTo>
                    <a:pt x="81754" y="266201"/>
                  </a:lnTo>
                  <a:lnTo>
                    <a:pt x="82097" y="266251"/>
                  </a:lnTo>
                  <a:lnTo>
                    <a:pt x="82293" y="266251"/>
                  </a:lnTo>
                  <a:lnTo>
                    <a:pt x="82293" y="265950"/>
                  </a:lnTo>
                  <a:lnTo>
                    <a:pt x="82342" y="265700"/>
                  </a:lnTo>
                  <a:lnTo>
                    <a:pt x="82391" y="265399"/>
                  </a:lnTo>
                  <a:lnTo>
                    <a:pt x="82489" y="265149"/>
                  </a:lnTo>
                  <a:lnTo>
                    <a:pt x="82636" y="264848"/>
                  </a:lnTo>
                  <a:lnTo>
                    <a:pt x="82783" y="264647"/>
                  </a:lnTo>
                  <a:lnTo>
                    <a:pt x="82979" y="264397"/>
                  </a:lnTo>
                  <a:lnTo>
                    <a:pt x="83175" y="264196"/>
                  </a:lnTo>
                  <a:lnTo>
                    <a:pt x="82979" y="263896"/>
                  </a:lnTo>
                  <a:lnTo>
                    <a:pt x="82391" y="262994"/>
                  </a:lnTo>
                  <a:lnTo>
                    <a:pt x="81852" y="262092"/>
                  </a:lnTo>
                  <a:lnTo>
                    <a:pt x="81509" y="261591"/>
                  </a:lnTo>
                  <a:lnTo>
                    <a:pt x="80087" y="259586"/>
                  </a:lnTo>
                  <a:lnTo>
                    <a:pt x="78813" y="257782"/>
                  </a:lnTo>
                  <a:lnTo>
                    <a:pt x="76215" y="254074"/>
                  </a:lnTo>
                  <a:lnTo>
                    <a:pt x="76558" y="253823"/>
                  </a:lnTo>
                  <a:lnTo>
                    <a:pt x="76706" y="253673"/>
                  </a:lnTo>
                  <a:lnTo>
                    <a:pt x="77000" y="253472"/>
                  </a:lnTo>
                  <a:lnTo>
                    <a:pt x="77637" y="252921"/>
                  </a:lnTo>
                  <a:lnTo>
                    <a:pt x="77980" y="252219"/>
                  </a:lnTo>
                  <a:lnTo>
                    <a:pt x="78225" y="251518"/>
                  </a:lnTo>
                  <a:lnTo>
                    <a:pt x="78470" y="250716"/>
                  </a:lnTo>
                  <a:lnTo>
                    <a:pt x="78617" y="250064"/>
                  </a:lnTo>
                  <a:lnTo>
                    <a:pt x="78715" y="249563"/>
                  </a:lnTo>
                  <a:lnTo>
                    <a:pt x="79009" y="249012"/>
                  </a:lnTo>
                  <a:lnTo>
                    <a:pt x="79205" y="248711"/>
                  </a:lnTo>
                  <a:lnTo>
                    <a:pt x="79450" y="248411"/>
                  </a:lnTo>
                  <a:lnTo>
                    <a:pt x="79793" y="248060"/>
                  </a:lnTo>
                  <a:lnTo>
                    <a:pt x="80087" y="247759"/>
                  </a:lnTo>
                  <a:lnTo>
                    <a:pt x="80627" y="247308"/>
                  </a:lnTo>
                  <a:lnTo>
                    <a:pt x="81068" y="246957"/>
                  </a:lnTo>
                  <a:lnTo>
                    <a:pt x="81509" y="246607"/>
                  </a:lnTo>
                  <a:lnTo>
                    <a:pt x="82097" y="246106"/>
                  </a:lnTo>
                  <a:lnTo>
                    <a:pt x="82293" y="245955"/>
                  </a:lnTo>
                  <a:lnTo>
                    <a:pt x="83420" y="245053"/>
                  </a:lnTo>
                  <a:lnTo>
                    <a:pt x="83714" y="244853"/>
                  </a:lnTo>
                  <a:lnTo>
                    <a:pt x="84744" y="244101"/>
                  </a:lnTo>
                  <a:lnTo>
                    <a:pt x="85381" y="243550"/>
                  </a:lnTo>
                  <a:lnTo>
                    <a:pt x="85822" y="243049"/>
                  </a:lnTo>
                  <a:lnTo>
                    <a:pt x="85969" y="242848"/>
                  </a:lnTo>
                  <a:lnTo>
                    <a:pt x="86508" y="242046"/>
                  </a:lnTo>
                  <a:lnTo>
                    <a:pt x="86753" y="241696"/>
                  </a:lnTo>
                  <a:lnTo>
                    <a:pt x="86998" y="241295"/>
                  </a:lnTo>
                  <a:lnTo>
                    <a:pt x="87783" y="239992"/>
                  </a:lnTo>
                  <a:lnTo>
                    <a:pt x="87881" y="239791"/>
                  </a:lnTo>
                  <a:lnTo>
                    <a:pt x="88371" y="239290"/>
                  </a:lnTo>
                  <a:lnTo>
                    <a:pt x="88812" y="238839"/>
                  </a:lnTo>
                  <a:lnTo>
                    <a:pt x="89596" y="237636"/>
                  </a:lnTo>
                  <a:lnTo>
                    <a:pt x="90086" y="236935"/>
                  </a:lnTo>
                  <a:lnTo>
                    <a:pt x="90576" y="236233"/>
                  </a:lnTo>
                  <a:lnTo>
                    <a:pt x="91213" y="235231"/>
                  </a:lnTo>
                  <a:lnTo>
                    <a:pt x="92047" y="233978"/>
                  </a:lnTo>
                  <a:lnTo>
                    <a:pt x="92292" y="233577"/>
                  </a:lnTo>
                  <a:lnTo>
                    <a:pt x="93076" y="232425"/>
                  </a:lnTo>
                  <a:lnTo>
                    <a:pt x="93223" y="232174"/>
                  </a:lnTo>
                  <a:lnTo>
                    <a:pt x="94056" y="230821"/>
                  </a:lnTo>
                  <a:lnTo>
                    <a:pt x="94497" y="230170"/>
                  </a:lnTo>
                  <a:lnTo>
                    <a:pt x="94546" y="230019"/>
                  </a:lnTo>
                  <a:lnTo>
                    <a:pt x="94939" y="229518"/>
                  </a:lnTo>
                  <a:lnTo>
                    <a:pt x="95331" y="229268"/>
                  </a:lnTo>
                  <a:lnTo>
                    <a:pt x="95821" y="228917"/>
                  </a:lnTo>
                  <a:lnTo>
                    <a:pt x="95968" y="228917"/>
                  </a:lnTo>
                  <a:lnTo>
                    <a:pt x="98369" y="228967"/>
                  </a:lnTo>
                  <a:lnTo>
                    <a:pt x="98418" y="228666"/>
                  </a:lnTo>
                  <a:lnTo>
                    <a:pt x="98664" y="226110"/>
                  </a:lnTo>
                  <a:lnTo>
                    <a:pt x="98664" y="225860"/>
                  </a:lnTo>
                  <a:lnTo>
                    <a:pt x="98664" y="225709"/>
                  </a:lnTo>
                  <a:lnTo>
                    <a:pt x="98664" y="225208"/>
                  </a:lnTo>
                  <a:lnTo>
                    <a:pt x="98664" y="224557"/>
                  </a:lnTo>
                  <a:lnTo>
                    <a:pt x="98664" y="223605"/>
                  </a:lnTo>
                  <a:lnTo>
                    <a:pt x="98664" y="223354"/>
                  </a:lnTo>
                  <a:lnTo>
                    <a:pt x="98615" y="221951"/>
                  </a:lnTo>
                  <a:lnTo>
                    <a:pt x="98615" y="221650"/>
                  </a:lnTo>
                  <a:lnTo>
                    <a:pt x="99007" y="221600"/>
                  </a:lnTo>
                  <a:lnTo>
                    <a:pt x="99546" y="221550"/>
                  </a:lnTo>
                  <a:lnTo>
                    <a:pt x="99938" y="221500"/>
                  </a:lnTo>
                  <a:lnTo>
                    <a:pt x="100183" y="221500"/>
                  </a:lnTo>
                  <a:lnTo>
                    <a:pt x="101996" y="221300"/>
                  </a:lnTo>
                  <a:lnTo>
                    <a:pt x="102487" y="219796"/>
                  </a:lnTo>
                  <a:lnTo>
                    <a:pt x="102683" y="219044"/>
                  </a:lnTo>
                  <a:lnTo>
                    <a:pt x="102781" y="218844"/>
                  </a:lnTo>
                  <a:lnTo>
                    <a:pt x="104251" y="214685"/>
                  </a:lnTo>
                  <a:lnTo>
                    <a:pt x="104643" y="213532"/>
                  </a:lnTo>
                  <a:lnTo>
                    <a:pt x="104839" y="213081"/>
                  </a:lnTo>
                  <a:lnTo>
                    <a:pt x="104888" y="212931"/>
                  </a:lnTo>
                  <a:lnTo>
                    <a:pt x="105672" y="211026"/>
                  </a:lnTo>
                  <a:lnTo>
                    <a:pt x="106653" y="208671"/>
                  </a:lnTo>
                  <a:lnTo>
                    <a:pt x="106800" y="208320"/>
                  </a:lnTo>
                  <a:lnTo>
                    <a:pt x="108515" y="204662"/>
                  </a:lnTo>
                  <a:lnTo>
                    <a:pt x="109299" y="203108"/>
                  </a:lnTo>
                  <a:lnTo>
                    <a:pt x="109839" y="202156"/>
                  </a:lnTo>
                  <a:lnTo>
                    <a:pt x="110378" y="201354"/>
                  </a:lnTo>
                  <a:lnTo>
                    <a:pt x="110868" y="200653"/>
                  </a:lnTo>
                  <a:lnTo>
                    <a:pt x="110917" y="200503"/>
                  </a:lnTo>
                  <a:lnTo>
                    <a:pt x="111995" y="198448"/>
                  </a:lnTo>
                  <a:lnTo>
                    <a:pt x="112387" y="198648"/>
                  </a:lnTo>
                  <a:lnTo>
                    <a:pt x="112583" y="198247"/>
                  </a:lnTo>
                  <a:lnTo>
                    <a:pt x="112828" y="197746"/>
                  </a:lnTo>
                  <a:lnTo>
                    <a:pt x="113515" y="196343"/>
                  </a:lnTo>
                  <a:lnTo>
                    <a:pt x="114103" y="195191"/>
                  </a:lnTo>
                  <a:lnTo>
                    <a:pt x="114348" y="194639"/>
                  </a:lnTo>
                  <a:lnTo>
                    <a:pt x="114838" y="193687"/>
                  </a:lnTo>
                  <a:lnTo>
                    <a:pt x="115867" y="191532"/>
                  </a:lnTo>
                  <a:lnTo>
                    <a:pt x="116504" y="190279"/>
                  </a:lnTo>
                  <a:lnTo>
                    <a:pt x="116651" y="190029"/>
                  </a:lnTo>
                  <a:lnTo>
                    <a:pt x="117044" y="189227"/>
                  </a:lnTo>
                  <a:lnTo>
                    <a:pt x="118318" y="186721"/>
                  </a:lnTo>
                  <a:lnTo>
                    <a:pt x="118367" y="186521"/>
                  </a:lnTo>
                  <a:lnTo>
                    <a:pt x="118465" y="186320"/>
                  </a:lnTo>
                  <a:lnTo>
                    <a:pt x="119200" y="184967"/>
                  </a:lnTo>
                  <a:lnTo>
                    <a:pt x="119396" y="184567"/>
                  </a:lnTo>
                  <a:lnTo>
                    <a:pt x="119690" y="183965"/>
                  </a:lnTo>
                  <a:lnTo>
                    <a:pt x="120229" y="183013"/>
                  </a:lnTo>
                  <a:lnTo>
                    <a:pt x="120376" y="182813"/>
                  </a:lnTo>
                  <a:lnTo>
                    <a:pt x="120916" y="182061"/>
                  </a:lnTo>
                  <a:lnTo>
                    <a:pt x="121210" y="181810"/>
                  </a:lnTo>
                  <a:lnTo>
                    <a:pt x="121504" y="181510"/>
                  </a:lnTo>
                  <a:lnTo>
                    <a:pt x="121749" y="181309"/>
                  </a:lnTo>
                  <a:lnTo>
                    <a:pt x="122190" y="181109"/>
                  </a:lnTo>
                  <a:lnTo>
                    <a:pt x="122484" y="181008"/>
                  </a:lnTo>
                  <a:lnTo>
                    <a:pt x="121553" y="179355"/>
                  </a:lnTo>
                  <a:lnTo>
                    <a:pt x="121210" y="178753"/>
                  </a:lnTo>
                  <a:lnTo>
                    <a:pt x="121406" y="178352"/>
                  </a:lnTo>
                  <a:lnTo>
                    <a:pt x="121504" y="178152"/>
                  </a:lnTo>
                  <a:lnTo>
                    <a:pt x="122288" y="178052"/>
                  </a:lnTo>
                  <a:lnTo>
                    <a:pt x="125278" y="177851"/>
                  </a:lnTo>
                  <a:lnTo>
                    <a:pt x="139100" y="176899"/>
                  </a:lnTo>
                  <a:lnTo>
                    <a:pt x="141550" y="176699"/>
                  </a:lnTo>
                  <a:lnTo>
                    <a:pt x="143021" y="176599"/>
                  </a:lnTo>
                  <a:lnTo>
                    <a:pt x="147138" y="176298"/>
                  </a:lnTo>
                  <a:lnTo>
                    <a:pt x="151353" y="175997"/>
                  </a:lnTo>
                  <a:lnTo>
                    <a:pt x="154490" y="175747"/>
                  </a:lnTo>
                  <a:lnTo>
                    <a:pt x="155323" y="175696"/>
                  </a:lnTo>
                  <a:lnTo>
                    <a:pt x="161254" y="175296"/>
                  </a:lnTo>
                  <a:lnTo>
                    <a:pt x="165910" y="174945"/>
                  </a:lnTo>
                  <a:lnTo>
                    <a:pt x="167184" y="174895"/>
                  </a:lnTo>
                  <a:lnTo>
                    <a:pt x="168704" y="174744"/>
                  </a:lnTo>
                  <a:lnTo>
                    <a:pt x="173605" y="174394"/>
                  </a:lnTo>
                  <a:lnTo>
                    <a:pt x="178457" y="174043"/>
                  </a:lnTo>
                  <a:lnTo>
                    <a:pt x="181055" y="173842"/>
                  </a:lnTo>
                  <a:lnTo>
                    <a:pt x="183016" y="173692"/>
                  </a:lnTo>
                  <a:lnTo>
                    <a:pt x="192573" y="173040"/>
                  </a:lnTo>
                  <a:lnTo>
                    <a:pt x="194485" y="172940"/>
                  </a:lnTo>
                  <a:lnTo>
                    <a:pt x="196249" y="172790"/>
                  </a:lnTo>
                  <a:lnTo>
                    <a:pt x="196494" y="172790"/>
                  </a:lnTo>
                  <a:lnTo>
                    <a:pt x="196690" y="172740"/>
                  </a:lnTo>
                  <a:lnTo>
                    <a:pt x="196494" y="171337"/>
                  </a:lnTo>
                  <a:lnTo>
                    <a:pt x="196200" y="169232"/>
                  </a:lnTo>
                  <a:lnTo>
                    <a:pt x="195661" y="165273"/>
                  </a:lnTo>
                  <a:lnTo>
                    <a:pt x="195514" y="164170"/>
                  </a:lnTo>
                  <a:lnTo>
                    <a:pt x="195269" y="162517"/>
                  </a:lnTo>
                  <a:lnTo>
                    <a:pt x="194632" y="157956"/>
                  </a:lnTo>
                  <a:lnTo>
                    <a:pt x="193897" y="152644"/>
                  </a:lnTo>
                  <a:lnTo>
                    <a:pt x="193652" y="151191"/>
                  </a:lnTo>
                  <a:lnTo>
                    <a:pt x="192916" y="145528"/>
                  </a:lnTo>
                  <a:lnTo>
                    <a:pt x="192965" y="145127"/>
                  </a:lnTo>
                  <a:lnTo>
                    <a:pt x="192279" y="140116"/>
                  </a:lnTo>
                  <a:lnTo>
                    <a:pt x="192230" y="139866"/>
                  </a:lnTo>
                  <a:lnTo>
                    <a:pt x="192181" y="139465"/>
                  </a:lnTo>
                  <a:lnTo>
                    <a:pt x="191985" y="138462"/>
                  </a:lnTo>
                  <a:lnTo>
                    <a:pt x="191985" y="138262"/>
                  </a:lnTo>
                  <a:lnTo>
                    <a:pt x="191642" y="135756"/>
                  </a:lnTo>
                  <a:lnTo>
                    <a:pt x="191348" y="133551"/>
                  </a:lnTo>
                  <a:lnTo>
                    <a:pt x="190515" y="127437"/>
                  </a:lnTo>
                  <a:lnTo>
                    <a:pt x="189093" y="116713"/>
                  </a:lnTo>
                  <a:lnTo>
                    <a:pt x="189044" y="116212"/>
                  </a:lnTo>
                  <a:lnTo>
                    <a:pt x="188995" y="115962"/>
                  </a:lnTo>
                  <a:lnTo>
                    <a:pt x="188946" y="115811"/>
                  </a:lnTo>
                  <a:lnTo>
                    <a:pt x="188701" y="113757"/>
                  </a:lnTo>
                  <a:lnTo>
                    <a:pt x="188603" y="113255"/>
                  </a:lnTo>
                  <a:lnTo>
                    <a:pt x="188407" y="112403"/>
                  </a:lnTo>
                  <a:lnTo>
                    <a:pt x="188113" y="110549"/>
                  </a:lnTo>
                  <a:lnTo>
                    <a:pt x="187672" y="107041"/>
                  </a:lnTo>
                  <a:lnTo>
                    <a:pt x="187427" y="104987"/>
                  </a:lnTo>
                  <a:lnTo>
                    <a:pt x="187231" y="103734"/>
                  </a:lnTo>
                  <a:lnTo>
                    <a:pt x="186986" y="101629"/>
                  </a:lnTo>
                  <a:lnTo>
                    <a:pt x="186741" y="100025"/>
                  </a:lnTo>
                  <a:lnTo>
                    <a:pt x="185907" y="93962"/>
                  </a:lnTo>
                  <a:lnTo>
                    <a:pt x="185760" y="92809"/>
                  </a:lnTo>
                  <a:lnTo>
                    <a:pt x="184829" y="86094"/>
                  </a:lnTo>
                  <a:lnTo>
                    <a:pt x="184682" y="84841"/>
                  </a:lnTo>
                  <a:lnTo>
                    <a:pt x="184535" y="83989"/>
                  </a:lnTo>
                  <a:lnTo>
                    <a:pt x="183310" y="74819"/>
                  </a:lnTo>
                  <a:lnTo>
                    <a:pt x="182918" y="71962"/>
                  </a:lnTo>
                  <a:lnTo>
                    <a:pt x="182427" y="68204"/>
                  </a:lnTo>
                  <a:lnTo>
                    <a:pt x="182329" y="67251"/>
                  </a:lnTo>
                  <a:lnTo>
                    <a:pt x="182280" y="66951"/>
                  </a:lnTo>
                  <a:lnTo>
                    <a:pt x="182133" y="66299"/>
                  </a:lnTo>
                  <a:lnTo>
                    <a:pt x="181790" y="64646"/>
                  </a:lnTo>
                  <a:lnTo>
                    <a:pt x="181692" y="64345"/>
                  </a:lnTo>
                  <a:lnTo>
                    <a:pt x="181398" y="63293"/>
                  </a:lnTo>
                  <a:lnTo>
                    <a:pt x="181251" y="62841"/>
                  </a:lnTo>
                  <a:lnTo>
                    <a:pt x="180908" y="61839"/>
                  </a:lnTo>
                  <a:lnTo>
                    <a:pt x="180222" y="59534"/>
                  </a:lnTo>
                  <a:lnTo>
                    <a:pt x="179683" y="58131"/>
                  </a:lnTo>
                  <a:lnTo>
                    <a:pt x="179389" y="57379"/>
                  </a:lnTo>
                  <a:lnTo>
                    <a:pt x="178948" y="56227"/>
                  </a:lnTo>
                  <a:lnTo>
                    <a:pt x="178849" y="55926"/>
                  </a:lnTo>
                  <a:lnTo>
                    <a:pt x="178653" y="55475"/>
                  </a:lnTo>
                  <a:lnTo>
                    <a:pt x="178016" y="53671"/>
                  </a:lnTo>
                  <a:lnTo>
                    <a:pt x="177673" y="52819"/>
                  </a:lnTo>
                  <a:lnTo>
                    <a:pt x="177428" y="52167"/>
                  </a:lnTo>
                  <a:lnTo>
                    <a:pt x="177232" y="51466"/>
                  </a:lnTo>
                  <a:lnTo>
                    <a:pt x="177232" y="51265"/>
                  </a:lnTo>
                  <a:lnTo>
                    <a:pt x="177085" y="50413"/>
                  </a:lnTo>
                  <a:lnTo>
                    <a:pt x="177036" y="49912"/>
                  </a:lnTo>
                  <a:lnTo>
                    <a:pt x="177085" y="49110"/>
                  </a:lnTo>
                  <a:lnTo>
                    <a:pt x="177183" y="48108"/>
                  </a:lnTo>
                  <a:lnTo>
                    <a:pt x="177232" y="47958"/>
                  </a:lnTo>
                  <a:lnTo>
                    <a:pt x="177477" y="47056"/>
                  </a:lnTo>
                  <a:lnTo>
                    <a:pt x="177624" y="46705"/>
                  </a:lnTo>
                  <a:lnTo>
                    <a:pt x="177722" y="46454"/>
                  </a:lnTo>
                  <a:lnTo>
                    <a:pt x="177820" y="46204"/>
                  </a:lnTo>
                  <a:lnTo>
                    <a:pt x="178016" y="45853"/>
                  </a:lnTo>
                  <a:lnTo>
                    <a:pt x="178163" y="45552"/>
                  </a:lnTo>
                  <a:lnTo>
                    <a:pt x="178653" y="44801"/>
                  </a:lnTo>
                  <a:lnTo>
                    <a:pt x="179340" y="43999"/>
                  </a:lnTo>
                  <a:lnTo>
                    <a:pt x="181006" y="42195"/>
                  </a:lnTo>
                  <a:lnTo>
                    <a:pt x="181888" y="41293"/>
                  </a:lnTo>
                  <a:lnTo>
                    <a:pt x="182378" y="40892"/>
                  </a:lnTo>
                  <a:lnTo>
                    <a:pt x="182575" y="40691"/>
                  </a:lnTo>
                  <a:lnTo>
                    <a:pt x="183849" y="39439"/>
                  </a:lnTo>
                  <a:lnTo>
                    <a:pt x="184290" y="38988"/>
                  </a:lnTo>
                  <a:lnTo>
                    <a:pt x="185417" y="37885"/>
                  </a:lnTo>
                  <a:lnTo>
                    <a:pt x="185809" y="37484"/>
                  </a:lnTo>
                  <a:lnTo>
                    <a:pt x="187672" y="35630"/>
                  </a:lnTo>
                  <a:lnTo>
                    <a:pt x="189632" y="33776"/>
                  </a:lnTo>
                  <a:lnTo>
                    <a:pt x="190417" y="33024"/>
                  </a:lnTo>
                  <a:lnTo>
                    <a:pt x="190662" y="32774"/>
                  </a:lnTo>
                  <a:lnTo>
                    <a:pt x="190809" y="32673"/>
                  </a:lnTo>
                  <a:lnTo>
                    <a:pt x="192230" y="31220"/>
                  </a:lnTo>
                  <a:lnTo>
                    <a:pt x="193210" y="30318"/>
                  </a:lnTo>
                  <a:lnTo>
                    <a:pt x="193455" y="30118"/>
                  </a:lnTo>
                  <a:lnTo>
                    <a:pt x="195661" y="28013"/>
                  </a:lnTo>
                  <a:lnTo>
                    <a:pt x="197671" y="26058"/>
                  </a:lnTo>
                  <a:lnTo>
                    <a:pt x="198406" y="25357"/>
                  </a:lnTo>
                  <a:lnTo>
                    <a:pt x="199337" y="24304"/>
                  </a:lnTo>
                  <a:lnTo>
                    <a:pt x="200611" y="22901"/>
                  </a:lnTo>
                  <a:lnTo>
                    <a:pt x="202082" y="21097"/>
                  </a:lnTo>
                  <a:lnTo>
                    <a:pt x="203503" y="19143"/>
                  </a:lnTo>
                  <a:lnTo>
                    <a:pt x="204631" y="17289"/>
                  </a:lnTo>
                  <a:lnTo>
                    <a:pt x="205562" y="15735"/>
                  </a:lnTo>
                  <a:lnTo>
                    <a:pt x="206689" y="13881"/>
                  </a:lnTo>
                  <a:lnTo>
                    <a:pt x="207277" y="12828"/>
                  </a:lnTo>
                  <a:lnTo>
                    <a:pt x="211787" y="14733"/>
                  </a:lnTo>
                  <a:lnTo>
                    <a:pt x="213012" y="15134"/>
                  </a:lnTo>
                  <a:lnTo>
                    <a:pt x="213502" y="15334"/>
                  </a:lnTo>
                  <a:lnTo>
                    <a:pt x="213159" y="13931"/>
                  </a:lnTo>
                  <a:lnTo>
                    <a:pt x="213208" y="12628"/>
                  </a:lnTo>
                  <a:lnTo>
                    <a:pt x="213404" y="11626"/>
                  </a:lnTo>
                  <a:lnTo>
                    <a:pt x="213894" y="10122"/>
                  </a:lnTo>
                  <a:lnTo>
                    <a:pt x="214482" y="9270"/>
                  </a:lnTo>
                  <a:lnTo>
                    <a:pt x="214972" y="8870"/>
                  </a:lnTo>
                  <a:lnTo>
                    <a:pt x="215659" y="8218"/>
                  </a:lnTo>
                  <a:lnTo>
                    <a:pt x="217227" y="12979"/>
                  </a:lnTo>
                  <a:lnTo>
                    <a:pt x="217423" y="13831"/>
                  </a:lnTo>
                  <a:lnTo>
                    <a:pt x="218207" y="16587"/>
                  </a:lnTo>
                  <a:lnTo>
                    <a:pt x="218354" y="17439"/>
                  </a:lnTo>
                  <a:lnTo>
                    <a:pt x="218354" y="17639"/>
                  </a:lnTo>
                  <a:lnTo>
                    <a:pt x="218550" y="19293"/>
                  </a:lnTo>
                  <a:lnTo>
                    <a:pt x="218354" y="21598"/>
                  </a:lnTo>
                  <a:lnTo>
                    <a:pt x="218207" y="25908"/>
                  </a:lnTo>
                  <a:lnTo>
                    <a:pt x="218109" y="27812"/>
                  </a:lnTo>
                  <a:lnTo>
                    <a:pt x="218060" y="29266"/>
                  </a:lnTo>
                  <a:lnTo>
                    <a:pt x="218158" y="30318"/>
                  </a:lnTo>
                  <a:lnTo>
                    <a:pt x="218305" y="31220"/>
                  </a:lnTo>
                  <a:lnTo>
                    <a:pt x="218354" y="31370"/>
                  </a:lnTo>
                  <a:lnTo>
                    <a:pt x="218550" y="31521"/>
                  </a:lnTo>
                  <a:lnTo>
                    <a:pt x="218746" y="32072"/>
                  </a:lnTo>
                  <a:lnTo>
                    <a:pt x="219188" y="33024"/>
                  </a:lnTo>
                  <a:lnTo>
                    <a:pt x="219384" y="33575"/>
                  </a:lnTo>
                  <a:lnTo>
                    <a:pt x="219825" y="34277"/>
                  </a:lnTo>
                  <a:lnTo>
                    <a:pt x="220266" y="35029"/>
                  </a:lnTo>
                  <a:lnTo>
                    <a:pt x="220658" y="35630"/>
                  </a:lnTo>
                  <a:lnTo>
                    <a:pt x="221099" y="36281"/>
                  </a:lnTo>
                  <a:lnTo>
                    <a:pt x="221687" y="37184"/>
                  </a:lnTo>
                  <a:lnTo>
                    <a:pt x="222030" y="37785"/>
                  </a:lnTo>
                  <a:lnTo>
                    <a:pt x="222275" y="38236"/>
                  </a:lnTo>
                  <a:lnTo>
                    <a:pt x="222373" y="38887"/>
                  </a:lnTo>
                  <a:lnTo>
                    <a:pt x="222667" y="40541"/>
                  </a:lnTo>
                  <a:lnTo>
                    <a:pt x="222815" y="40541"/>
                  </a:lnTo>
                  <a:lnTo>
                    <a:pt x="223158" y="40491"/>
                  </a:lnTo>
                  <a:lnTo>
                    <a:pt x="223501" y="40441"/>
                  </a:lnTo>
                  <a:lnTo>
                    <a:pt x="223893" y="40391"/>
                  </a:lnTo>
                  <a:lnTo>
                    <a:pt x="224187" y="40341"/>
                  </a:lnTo>
                  <a:lnTo>
                    <a:pt x="225461" y="40140"/>
                  </a:lnTo>
                  <a:lnTo>
                    <a:pt x="226196" y="39990"/>
                  </a:lnTo>
                  <a:lnTo>
                    <a:pt x="227471" y="39789"/>
                  </a:lnTo>
                  <a:lnTo>
                    <a:pt x="230706" y="39388"/>
                  </a:lnTo>
                  <a:lnTo>
                    <a:pt x="230853" y="39338"/>
                  </a:lnTo>
                  <a:lnTo>
                    <a:pt x="231196" y="39288"/>
                  </a:lnTo>
                  <a:lnTo>
                    <a:pt x="231392" y="39238"/>
                  </a:lnTo>
                  <a:lnTo>
                    <a:pt x="231882" y="39188"/>
                  </a:lnTo>
                  <a:lnTo>
                    <a:pt x="233794" y="38988"/>
                  </a:lnTo>
                  <a:lnTo>
                    <a:pt x="233941" y="38988"/>
                  </a:lnTo>
                  <a:lnTo>
                    <a:pt x="234284" y="38937"/>
                  </a:lnTo>
                  <a:lnTo>
                    <a:pt x="234529" y="38937"/>
                  </a:lnTo>
                  <a:lnTo>
                    <a:pt x="234774" y="38937"/>
                  </a:lnTo>
                  <a:lnTo>
                    <a:pt x="234970" y="38937"/>
                  </a:lnTo>
                  <a:lnTo>
                    <a:pt x="235117" y="39138"/>
                  </a:lnTo>
                  <a:lnTo>
                    <a:pt x="235313" y="39338"/>
                  </a:lnTo>
                  <a:lnTo>
                    <a:pt x="235509" y="39539"/>
                  </a:lnTo>
                  <a:lnTo>
                    <a:pt x="235705" y="39689"/>
                  </a:lnTo>
                  <a:lnTo>
                    <a:pt x="235950" y="39840"/>
                  </a:lnTo>
                  <a:lnTo>
                    <a:pt x="236195" y="39940"/>
                  </a:lnTo>
                  <a:lnTo>
                    <a:pt x="236440" y="39990"/>
                  </a:lnTo>
                  <a:lnTo>
                    <a:pt x="236734" y="40040"/>
                  </a:lnTo>
                  <a:lnTo>
                    <a:pt x="236979" y="40040"/>
                  </a:lnTo>
                  <a:lnTo>
                    <a:pt x="237224" y="40040"/>
                  </a:lnTo>
                  <a:lnTo>
                    <a:pt x="237519" y="39990"/>
                  </a:lnTo>
                  <a:lnTo>
                    <a:pt x="237764" y="39890"/>
                  </a:lnTo>
                  <a:lnTo>
                    <a:pt x="238009" y="39789"/>
                  </a:lnTo>
                  <a:lnTo>
                    <a:pt x="238254" y="39639"/>
                  </a:lnTo>
                  <a:lnTo>
                    <a:pt x="238499" y="39439"/>
                  </a:lnTo>
                  <a:lnTo>
                    <a:pt x="238695" y="39238"/>
                  </a:lnTo>
                  <a:lnTo>
                    <a:pt x="238842" y="39038"/>
                  </a:lnTo>
                  <a:lnTo>
                    <a:pt x="238989" y="38837"/>
                  </a:lnTo>
                  <a:lnTo>
                    <a:pt x="239087" y="38637"/>
                  </a:lnTo>
                  <a:lnTo>
                    <a:pt x="239136" y="38436"/>
                  </a:lnTo>
                  <a:lnTo>
                    <a:pt x="239185" y="38186"/>
                  </a:lnTo>
                  <a:lnTo>
                    <a:pt x="239430" y="37635"/>
                  </a:lnTo>
                  <a:lnTo>
                    <a:pt x="239528" y="37384"/>
                  </a:lnTo>
                  <a:lnTo>
                    <a:pt x="239920" y="36332"/>
                  </a:lnTo>
                  <a:lnTo>
                    <a:pt x="240116" y="35730"/>
                  </a:lnTo>
                  <a:lnTo>
                    <a:pt x="240655" y="35379"/>
                  </a:lnTo>
                  <a:lnTo>
                    <a:pt x="244184" y="33024"/>
                  </a:lnTo>
                  <a:lnTo>
                    <a:pt x="246684" y="31270"/>
                  </a:lnTo>
                  <a:lnTo>
                    <a:pt x="247615" y="30619"/>
                  </a:lnTo>
                  <a:lnTo>
                    <a:pt x="248203" y="30218"/>
                  </a:lnTo>
                  <a:lnTo>
                    <a:pt x="248400" y="30017"/>
                  </a:lnTo>
                  <a:lnTo>
                    <a:pt x="249135" y="29466"/>
                  </a:lnTo>
                  <a:lnTo>
                    <a:pt x="249674" y="28965"/>
                  </a:lnTo>
                  <a:lnTo>
                    <a:pt x="250556" y="28063"/>
                  </a:lnTo>
                  <a:lnTo>
                    <a:pt x="251585" y="27011"/>
                  </a:lnTo>
                  <a:lnTo>
                    <a:pt x="252468" y="25708"/>
                  </a:lnTo>
                  <a:lnTo>
                    <a:pt x="252762" y="25357"/>
                  </a:lnTo>
                  <a:lnTo>
                    <a:pt x="252958" y="25006"/>
                  </a:lnTo>
                  <a:lnTo>
                    <a:pt x="254085" y="23202"/>
                  </a:lnTo>
                  <a:lnTo>
                    <a:pt x="255065" y="21598"/>
                  </a:lnTo>
                  <a:lnTo>
                    <a:pt x="256193" y="19744"/>
                  </a:lnTo>
                  <a:lnTo>
                    <a:pt x="256389" y="19443"/>
                  </a:lnTo>
                  <a:lnTo>
                    <a:pt x="256536" y="19193"/>
                  </a:lnTo>
                  <a:lnTo>
                    <a:pt x="256732" y="18892"/>
                  </a:lnTo>
                  <a:lnTo>
                    <a:pt x="256977" y="18491"/>
                  </a:lnTo>
                  <a:lnTo>
                    <a:pt x="257418" y="17840"/>
                  </a:lnTo>
                  <a:lnTo>
                    <a:pt x="257712" y="17389"/>
                  </a:lnTo>
                  <a:lnTo>
                    <a:pt x="258692" y="15986"/>
                  </a:lnTo>
                  <a:lnTo>
                    <a:pt x="259133" y="15384"/>
                  </a:lnTo>
                  <a:lnTo>
                    <a:pt x="259967" y="14332"/>
                  </a:lnTo>
                  <a:lnTo>
                    <a:pt x="260849" y="13330"/>
                  </a:lnTo>
                  <a:lnTo>
                    <a:pt x="261731" y="12327"/>
                  </a:lnTo>
                  <a:lnTo>
                    <a:pt x="262662" y="11375"/>
                  </a:lnTo>
                  <a:lnTo>
                    <a:pt x="263594" y="10423"/>
                  </a:lnTo>
                  <a:lnTo>
                    <a:pt x="264574" y="9471"/>
                  </a:lnTo>
                  <a:lnTo>
                    <a:pt x="265554" y="8569"/>
                  </a:lnTo>
                  <a:lnTo>
                    <a:pt x="266584" y="7717"/>
                  </a:lnTo>
                  <a:lnTo>
                    <a:pt x="267613" y="6865"/>
                  </a:lnTo>
                  <a:lnTo>
                    <a:pt x="268691" y="6063"/>
                  </a:lnTo>
                  <a:lnTo>
                    <a:pt x="269230" y="5662"/>
                  </a:lnTo>
                  <a:lnTo>
                    <a:pt x="269769" y="5261"/>
                  </a:lnTo>
                  <a:lnTo>
                    <a:pt x="270848" y="4510"/>
                  </a:lnTo>
                  <a:lnTo>
                    <a:pt x="271975" y="3808"/>
                  </a:lnTo>
                  <a:lnTo>
                    <a:pt x="272661" y="3457"/>
                  </a:lnTo>
                  <a:lnTo>
                    <a:pt x="274720" y="2555"/>
                  </a:lnTo>
                  <a:lnTo>
                    <a:pt x="275406" y="2255"/>
                  </a:lnTo>
                  <a:lnTo>
                    <a:pt x="275749" y="2104"/>
                  </a:lnTo>
                  <a:lnTo>
                    <a:pt x="276729" y="1753"/>
                  </a:lnTo>
                  <a:lnTo>
                    <a:pt x="277710" y="1453"/>
                  </a:lnTo>
                  <a:lnTo>
                    <a:pt x="278543" y="1202"/>
                  </a:lnTo>
                  <a:lnTo>
                    <a:pt x="281239" y="551"/>
                  </a:lnTo>
                  <a:lnTo>
                    <a:pt x="281729" y="501"/>
                  </a:lnTo>
                  <a:lnTo>
                    <a:pt x="282758" y="300"/>
                  </a:lnTo>
                  <a:lnTo>
                    <a:pt x="283787" y="200"/>
                  </a:lnTo>
                  <a:lnTo>
                    <a:pt x="284817" y="100"/>
                  </a:lnTo>
                  <a:lnTo>
                    <a:pt x="285846" y="50"/>
                  </a:lnTo>
                  <a:lnTo>
                    <a:pt x="286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666031" y="4162205"/>
              <a:ext cx="166645" cy="122827"/>
            </a:xfrm>
            <a:custGeom>
              <a:avLst/>
              <a:pathLst>
                <a:path w="166645" h="122827">
                  <a:moveTo>
                    <a:pt x="46758" y="701"/>
                  </a:moveTo>
                  <a:lnTo>
                    <a:pt x="48719" y="1052"/>
                  </a:lnTo>
                  <a:lnTo>
                    <a:pt x="49209" y="1102"/>
                  </a:lnTo>
                  <a:lnTo>
                    <a:pt x="49601" y="1202"/>
                  </a:lnTo>
                  <a:lnTo>
                    <a:pt x="52836" y="1703"/>
                  </a:lnTo>
                  <a:lnTo>
                    <a:pt x="53571" y="1854"/>
                  </a:lnTo>
                  <a:lnTo>
                    <a:pt x="53522" y="2154"/>
                  </a:lnTo>
                  <a:lnTo>
                    <a:pt x="53473" y="2555"/>
                  </a:lnTo>
                  <a:lnTo>
                    <a:pt x="53326" y="3808"/>
                  </a:lnTo>
                  <a:lnTo>
                    <a:pt x="53326" y="4009"/>
                  </a:lnTo>
                  <a:lnTo>
                    <a:pt x="53179" y="4961"/>
                  </a:lnTo>
                  <a:lnTo>
                    <a:pt x="52983" y="6464"/>
                  </a:lnTo>
                  <a:lnTo>
                    <a:pt x="52983" y="6765"/>
                  </a:lnTo>
                  <a:lnTo>
                    <a:pt x="53081" y="6915"/>
                  </a:lnTo>
                  <a:lnTo>
                    <a:pt x="53179" y="7116"/>
                  </a:lnTo>
                  <a:lnTo>
                    <a:pt x="53375" y="7216"/>
                  </a:lnTo>
                  <a:lnTo>
                    <a:pt x="54012" y="7567"/>
                  </a:lnTo>
                  <a:lnTo>
                    <a:pt x="54944" y="8118"/>
                  </a:lnTo>
                  <a:lnTo>
                    <a:pt x="55140" y="8218"/>
                  </a:lnTo>
                  <a:lnTo>
                    <a:pt x="54993" y="8519"/>
                  </a:lnTo>
                  <a:lnTo>
                    <a:pt x="54944" y="8669"/>
                  </a:lnTo>
                  <a:lnTo>
                    <a:pt x="54159" y="10172"/>
                  </a:lnTo>
                  <a:lnTo>
                    <a:pt x="54061" y="10423"/>
                  </a:lnTo>
                  <a:lnTo>
                    <a:pt x="53816" y="11425"/>
                  </a:lnTo>
                  <a:lnTo>
                    <a:pt x="53571" y="12879"/>
                  </a:lnTo>
                  <a:lnTo>
                    <a:pt x="53130" y="16487"/>
                  </a:lnTo>
                  <a:lnTo>
                    <a:pt x="53081" y="17289"/>
                  </a:lnTo>
                  <a:lnTo>
                    <a:pt x="53228" y="18291"/>
                  </a:lnTo>
                  <a:lnTo>
                    <a:pt x="54404" y="19945"/>
                  </a:lnTo>
                  <a:lnTo>
                    <a:pt x="58963" y="26509"/>
                  </a:lnTo>
                  <a:lnTo>
                    <a:pt x="59061" y="26710"/>
                  </a:lnTo>
                  <a:lnTo>
                    <a:pt x="60923" y="29366"/>
                  </a:lnTo>
                  <a:lnTo>
                    <a:pt x="61903" y="30769"/>
                  </a:lnTo>
                  <a:lnTo>
                    <a:pt x="63472" y="30468"/>
                  </a:lnTo>
                  <a:lnTo>
                    <a:pt x="64305" y="30318"/>
                  </a:lnTo>
                  <a:lnTo>
                    <a:pt x="67148" y="29817"/>
                  </a:lnTo>
                  <a:lnTo>
                    <a:pt x="67883" y="29667"/>
                  </a:lnTo>
                  <a:lnTo>
                    <a:pt x="72490" y="28815"/>
                  </a:lnTo>
                  <a:lnTo>
                    <a:pt x="74108" y="28514"/>
                  </a:lnTo>
                  <a:lnTo>
                    <a:pt x="75284" y="28313"/>
                  </a:lnTo>
                  <a:lnTo>
                    <a:pt x="77441" y="27913"/>
                  </a:lnTo>
                  <a:lnTo>
                    <a:pt x="82832" y="26910"/>
                  </a:lnTo>
                  <a:lnTo>
                    <a:pt x="83028" y="27913"/>
                  </a:lnTo>
                  <a:lnTo>
                    <a:pt x="83224" y="28915"/>
                  </a:lnTo>
                  <a:lnTo>
                    <a:pt x="83567" y="29817"/>
                  </a:lnTo>
                  <a:lnTo>
                    <a:pt x="83714" y="30118"/>
                  </a:lnTo>
                  <a:lnTo>
                    <a:pt x="83714" y="30268"/>
                  </a:lnTo>
                  <a:lnTo>
                    <a:pt x="84401" y="33676"/>
                  </a:lnTo>
                  <a:lnTo>
                    <a:pt x="85136" y="37284"/>
                  </a:lnTo>
                  <a:lnTo>
                    <a:pt x="85332" y="38286"/>
                  </a:lnTo>
                  <a:lnTo>
                    <a:pt x="85577" y="39589"/>
                  </a:lnTo>
                  <a:lnTo>
                    <a:pt x="85626" y="39840"/>
                  </a:lnTo>
                  <a:lnTo>
                    <a:pt x="85920" y="41243"/>
                  </a:lnTo>
                  <a:lnTo>
                    <a:pt x="86165" y="41794"/>
                  </a:lnTo>
                  <a:lnTo>
                    <a:pt x="86459" y="42044"/>
                  </a:lnTo>
                  <a:lnTo>
                    <a:pt x="86655" y="44350"/>
                  </a:lnTo>
                  <a:lnTo>
                    <a:pt x="86753" y="45202"/>
                  </a:lnTo>
                  <a:lnTo>
                    <a:pt x="86851" y="46454"/>
                  </a:lnTo>
                  <a:lnTo>
                    <a:pt x="87096" y="49311"/>
                  </a:lnTo>
                  <a:lnTo>
                    <a:pt x="87341" y="52368"/>
                  </a:lnTo>
                  <a:lnTo>
                    <a:pt x="93811" y="51867"/>
                  </a:lnTo>
                  <a:lnTo>
                    <a:pt x="96017" y="51716"/>
                  </a:lnTo>
                  <a:lnTo>
                    <a:pt x="96654" y="51666"/>
                  </a:lnTo>
                  <a:lnTo>
                    <a:pt x="103859" y="51215"/>
                  </a:lnTo>
                  <a:lnTo>
                    <a:pt x="104545" y="51115"/>
                  </a:lnTo>
                  <a:lnTo>
                    <a:pt x="110525" y="50714"/>
                  </a:lnTo>
                  <a:lnTo>
                    <a:pt x="117632" y="50213"/>
                  </a:lnTo>
                  <a:lnTo>
                    <a:pt x="118465" y="50163"/>
                  </a:lnTo>
                  <a:lnTo>
                    <a:pt x="122925" y="49862"/>
                  </a:lnTo>
                  <a:lnTo>
                    <a:pt x="123366" y="49862"/>
                  </a:lnTo>
                  <a:lnTo>
                    <a:pt x="131944" y="49311"/>
                  </a:lnTo>
                  <a:lnTo>
                    <a:pt x="133218" y="49211"/>
                  </a:lnTo>
                  <a:lnTo>
                    <a:pt x="133512" y="49161"/>
                  </a:lnTo>
                  <a:lnTo>
                    <a:pt x="138364" y="48810"/>
                  </a:lnTo>
                  <a:lnTo>
                    <a:pt x="143266" y="48459"/>
                  </a:lnTo>
                  <a:lnTo>
                    <a:pt x="162773" y="47156"/>
                  </a:lnTo>
                  <a:lnTo>
                    <a:pt x="165126" y="46956"/>
                  </a:lnTo>
                  <a:lnTo>
                    <a:pt x="165763" y="46905"/>
                  </a:lnTo>
                  <a:lnTo>
                    <a:pt x="165665" y="47106"/>
                  </a:lnTo>
                  <a:lnTo>
                    <a:pt x="165371" y="47607"/>
                  </a:lnTo>
                  <a:lnTo>
                    <a:pt x="165812" y="48108"/>
                  </a:lnTo>
                  <a:lnTo>
                    <a:pt x="166645" y="49812"/>
                  </a:lnTo>
                  <a:lnTo>
                    <a:pt x="166449" y="49862"/>
                  </a:lnTo>
                  <a:lnTo>
                    <a:pt x="166008" y="50063"/>
                  </a:lnTo>
                  <a:lnTo>
                    <a:pt x="165763" y="50263"/>
                  </a:lnTo>
                  <a:lnTo>
                    <a:pt x="165469" y="50564"/>
                  </a:lnTo>
                  <a:lnTo>
                    <a:pt x="165126" y="50915"/>
                  </a:lnTo>
                  <a:lnTo>
                    <a:pt x="164636" y="51566"/>
                  </a:lnTo>
                  <a:lnTo>
                    <a:pt x="164489" y="51766"/>
                  </a:lnTo>
                  <a:lnTo>
                    <a:pt x="163949" y="52719"/>
                  </a:lnTo>
                  <a:lnTo>
                    <a:pt x="163655" y="53320"/>
                  </a:lnTo>
                  <a:lnTo>
                    <a:pt x="163459" y="53721"/>
                  </a:lnTo>
                  <a:lnTo>
                    <a:pt x="162724" y="55074"/>
                  </a:lnTo>
                  <a:lnTo>
                    <a:pt x="162626" y="55274"/>
                  </a:lnTo>
                  <a:lnTo>
                    <a:pt x="162577" y="55475"/>
                  </a:lnTo>
                  <a:lnTo>
                    <a:pt x="161303" y="58031"/>
                  </a:lnTo>
                  <a:lnTo>
                    <a:pt x="160911" y="58782"/>
                  </a:lnTo>
                  <a:lnTo>
                    <a:pt x="160764" y="59033"/>
                  </a:lnTo>
                  <a:lnTo>
                    <a:pt x="160126" y="60336"/>
                  </a:lnTo>
                  <a:lnTo>
                    <a:pt x="159048" y="62491"/>
                  </a:lnTo>
                  <a:lnTo>
                    <a:pt x="158607" y="63393"/>
                  </a:lnTo>
                  <a:lnTo>
                    <a:pt x="158362" y="63944"/>
                  </a:lnTo>
                  <a:lnTo>
                    <a:pt x="157774" y="65097"/>
                  </a:lnTo>
                  <a:lnTo>
                    <a:pt x="157088" y="66500"/>
                  </a:lnTo>
                  <a:lnTo>
                    <a:pt x="156842" y="67001"/>
                  </a:lnTo>
                  <a:lnTo>
                    <a:pt x="156646" y="67402"/>
                  </a:lnTo>
                  <a:lnTo>
                    <a:pt x="156254" y="67201"/>
                  </a:lnTo>
                  <a:lnTo>
                    <a:pt x="155176" y="69256"/>
                  </a:lnTo>
                  <a:lnTo>
                    <a:pt x="155029" y="69507"/>
                  </a:lnTo>
                  <a:lnTo>
                    <a:pt x="154637" y="70108"/>
                  </a:lnTo>
                  <a:lnTo>
                    <a:pt x="154098" y="70910"/>
                  </a:lnTo>
                  <a:lnTo>
                    <a:pt x="153559" y="71862"/>
                  </a:lnTo>
                  <a:lnTo>
                    <a:pt x="152774" y="73415"/>
                  </a:lnTo>
                  <a:lnTo>
                    <a:pt x="151059" y="77074"/>
                  </a:lnTo>
                  <a:lnTo>
                    <a:pt x="150912" y="77424"/>
                  </a:lnTo>
                  <a:lnTo>
                    <a:pt x="149932" y="79780"/>
                  </a:lnTo>
                  <a:lnTo>
                    <a:pt x="149147" y="81684"/>
                  </a:lnTo>
                  <a:lnTo>
                    <a:pt x="149098" y="81834"/>
                  </a:lnTo>
                  <a:lnTo>
                    <a:pt x="148902" y="82285"/>
                  </a:lnTo>
                  <a:lnTo>
                    <a:pt x="148510" y="83438"/>
                  </a:lnTo>
                  <a:lnTo>
                    <a:pt x="147040" y="87597"/>
                  </a:lnTo>
                  <a:lnTo>
                    <a:pt x="146942" y="87798"/>
                  </a:lnTo>
                  <a:lnTo>
                    <a:pt x="146746" y="88550"/>
                  </a:lnTo>
                  <a:lnTo>
                    <a:pt x="146256" y="90053"/>
                  </a:lnTo>
                  <a:lnTo>
                    <a:pt x="144442" y="90253"/>
                  </a:lnTo>
                  <a:lnTo>
                    <a:pt x="144197" y="90253"/>
                  </a:lnTo>
                  <a:lnTo>
                    <a:pt x="143805" y="90304"/>
                  </a:lnTo>
                  <a:lnTo>
                    <a:pt x="143266" y="90354"/>
                  </a:lnTo>
                  <a:lnTo>
                    <a:pt x="142874" y="90404"/>
                  </a:lnTo>
                  <a:lnTo>
                    <a:pt x="142874" y="90704"/>
                  </a:lnTo>
                  <a:lnTo>
                    <a:pt x="142923" y="92108"/>
                  </a:lnTo>
                  <a:lnTo>
                    <a:pt x="142923" y="92358"/>
                  </a:lnTo>
                  <a:lnTo>
                    <a:pt x="142923" y="93310"/>
                  </a:lnTo>
                  <a:lnTo>
                    <a:pt x="142923" y="93962"/>
                  </a:lnTo>
                  <a:lnTo>
                    <a:pt x="142923" y="94463"/>
                  </a:lnTo>
                  <a:lnTo>
                    <a:pt x="142923" y="94613"/>
                  </a:lnTo>
                  <a:lnTo>
                    <a:pt x="142923" y="94864"/>
                  </a:lnTo>
                  <a:lnTo>
                    <a:pt x="142678" y="97420"/>
                  </a:lnTo>
                  <a:lnTo>
                    <a:pt x="142629" y="97720"/>
                  </a:lnTo>
                  <a:lnTo>
                    <a:pt x="140227" y="97670"/>
                  </a:lnTo>
                  <a:lnTo>
                    <a:pt x="140080" y="97670"/>
                  </a:lnTo>
                  <a:lnTo>
                    <a:pt x="139590" y="98021"/>
                  </a:lnTo>
                  <a:lnTo>
                    <a:pt x="139198" y="98272"/>
                  </a:lnTo>
                  <a:lnTo>
                    <a:pt x="138806" y="98773"/>
                  </a:lnTo>
                  <a:lnTo>
                    <a:pt x="138757" y="98923"/>
                  </a:lnTo>
                  <a:lnTo>
                    <a:pt x="138315" y="99574"/>
                  </a:lnTo>
                  <a:lnTo>
                    <a:pt x="137482" y="100928"/>
                  </a:lnTo>
                  <a:lnTo>
                    <a:pt x="137335" y="101178"/>
                  </a:lnTo>
                  <a:lnTo>
                    <a:pt x="136551" y="102331"/>
                  </a:lnTo>
                  <a:lnTo>
                    <a:pt x="136306" y="102732"/>
                  </a:lnTo>
                  <a:lnTo>
                    <a:pt x="135473" y="103984"/>
                  </a:lnTo>
                  <a:lnTo>
                    <a:pt x="134835" y="104987"/>
                  </a:lnTo>
                  <a:lnTo>
                    <a:pt x="134296" y="105789"/>
                  </a:lnTo>
                  <a:lnTo>
                    <a:pt x="133855" y="106390"/>
                  </a:lnTo>
                  <a:lnTo>
                    <a:pt x="133071" y="107593"/>
                  </a:lnTo>
                  <a:lnTo>
                    <a:pt x="132630" y="108044"/>
                  </a:lnTo>
                  <a:lnTo>
                    <a:pt x="132140" y="108545"/>
                  </a:lnTo>
                  <a:lnTo>
                    <a:pt x="132042" y="108745"/>
                  </a:lnTo>
                  <a:lnTo>
                    <a:pt x="131257" y="110048"/>
                  </a:lnTo>
                  <a:lnTo>
                    <a:pt x="131012" y="110449"/>
                  </a:lnTo>
                  <a:lnTo>
                    <a:pt x="130767" y="110800"/>
                  </a:lnTo>
                  <a:lnTo>
                    <a:pt x="130228" y="111602"/>
                  </a:lnTo>
                  <a:lnTo>
                    <a:pt x="130081" y="111802"/>
                  </a:lnTo>
                  <a:lnTo>
                    <a:pt x="129640" y="112303"/>
                  </a:lnTo>
                  <a:lnTo>
                    <a:pt x="129003" y="112854"/>
                  </a:lnTo>
                  <a:lnTo>
                    <a:pt x="127925" y="113656"/>
                  </a:lnTo>
                  <a:lnTo>
                    <a:pt x="127679" y="113807"/>
                  </a:lnTo>
                  <a:lnTo>
                    <a:pt x="126552" y="114709"/>
                  </a:lnTo>
                  <a:lnTo>
                    <a:pt x="126356" y="114859"/>
                  </a:lnTo>
                  <a:lnTo>
                    <a:pt x="125768" y="115360"/>
                  </a:lnTo>
                  <a:lnTo>
                    <a:pt x="125327" y="115711"/>
                  </a:lnTo>
                  <a:lnTo>
                    <a:pt x="124886" y="116062"/>
                  </a:lnTo>
                  <a:lnTo>
                    <a:pt x="124347" y="116513"/>
                  </a:lnTo>
                  <a:lnTo>
                    <a:pt x="124052" y="116813"/>
                  </a:lnTo>
                  <a:lnTo>
                    <a:pt x="123709" y="117164"/>
                  </a:lnTo>
                  <a:lnTo>
                    <a:pt x="123464" y="117465"/>
                  </a:lnTo>
                  <a:lnTo>
                    <a:pt x="123268" y="117766"/>
                  </a:lnTo>
                  <a:lnTo>
                    <a:pt x="122974" y="118367"/>
                  </a:lnTo>
                  <a:lnTo>
                    <a:pt x="122876" y="118818"/>
                  </a:lnTo>
                  <a:lnTo>
                    <a:pt x="122729" y="119469"/>
                  </a:lnTo>
                  <a:lnTo>
                    <a:pt x="122435" y="120271"/>
                  </a:lnTo>
                  <a:lnTo>
                    <a:pt x="122141" y="121123"/>
                  </a:lnTo>
                  <a:lnTo>
                    <a:pt x="121749" y="121775"/>
                  </a:lnTo>
                  <a:lnTo>
                    <a:pt x="121259" y="122226"/>
                  </a:lnTo>
                  <a:lnTo>
                    <a:pt x="120965" y="122426"/>
                  </a:lnTo>
                  <a:lnTo>
                    <a:pt x="120818" y="122576"/>
                  </a:lnTo>
                  <a:lnTo>
                    <a:pt x="120474" y="122827"/>
                  </a:lnTo>
                  <a:lnTo>
                    <a:pt x="120033" y="122125"/>
                  </a:lnTo>
                  <a:lnTo>
                    <a:pt x="119151" y="120822"/>
                  </a:lnTo>
                  <a:lnTo>
                    <a:pt x="118514" y="119870"/>
                  </a:lnTo>
                  <a:lnTo>
                    <a:pt x="116946" y="117415"/>
                  </a:lnTo>
                  <a:lnTo>
                    <a:pt x="111407" y="109046"/>
                  </a:lnTo>
                  <a:lnTo>
                    <a:pt x="109888" y="106640"/>
                  </a:lnTo>
                  <a:lnTo>
                    <a:pt x="107339" y="102732"/>
                  </a:lnTo>
                  <a:lnTo>
                    <a:pt x="106506" y="101429"/>
                  </a:lnTo>
                  <a:lnTo>
                    <a:pt x="106261" y="101128"/>
                  </a:lnTo>
                  <a:lnTo>
                    <a:pt x="104104" y="97871"/>
                  </a:lnTo>
                  <a:lnTo>
                    <a:pt x="102928" y="96117"/>
                  </a:lnTo>
                  <a:lnTo>
                    <a:pt x="100330" y="92258"/>
                  </a:lnTo>
                  <a:lnTo>
                    <a:pt x="99987" y="91707"/>
                  </a:lnTo>
                  <a:lnTo>
                    <a:pt x="98173" y="89001"/>
                  </a:lnTo>
                  <a:lnTo>
                    <a:pt x="97781" y="88399"/>
                  </a:lnTo>
                  <a:lnTo>
                    <a:pt x="96409" y="86345"/>
                  </a:lnTo>
                  <a:lnTo>
                    <a:pt x="96164" y="86044"/>
                  </a:lnTo>
                  <a:lnTo>
                    <a:pt x="95968" y="85743"/>
                  </a:lnTo>
                  <a:lnTo>
                    <a:pt x="93811" y="82536"/>
                  </a:lnTo>
                  <a:lnTo>
                    <a:pt x="92341" y="80331"/>
                  </a:lnTo>
                  <a:lnTo>
                    <a:pt x="91655" y="79229"/>
                  </a:lnTo>
                  <a:lnTo>
                    <a:pt x="90380" y="77374"/>
                  </a:lnTo>
                  <a:lnTo>
                    <a:pt x="89743" y="76522"/>
                  </a:lnTo>
                  <a:lnTo>
                    <a:pt x="89596" y="76222"/>
                  </a:lnTo>
                  <a:lnTo>
                    <a:pt x="89351" y="75821"/>
                  </a:lnTo>
                  <a:lnTo>
                    <a:pt x="88224" y="74067"/>
                  </a:lnTo>
                  <a:lnTo>
                    <a:pt x="87390" y="72814"/>
                  </a:lnTo>
                  <a:lnTo>
                    <a:pt x="86606" y="71511"/>
                  </a:lnTo>
                  <a:lnTo>
                    <a:pt x="85185" y="69256"/>
                  </a:lnTo>
                  <a:lnTo>
                    <a:pt x="84842" y="68755"/>
                  </a:lnTo>
                  <a:lnTo>
                    <a:pt x="84499" y="69005"/>
                  </a:lnTo>
                  <a:lnTo>
                    <a:pt x="84058" y="69306"/>
                  </a:lnTo>
                  <a:lnTo>
                    <a:pt x="83567" y="69607"/>
                  </a:lnTo>
                  <a:lnTo>
                    <a:pt x="81215" y="71160"/>
                  </a:lnTo>
                  <a:lnTo>
                    <a:pt x="80185" y="71862"/>
                  </a:lnTo>
                  <a:lnTo>
                    <a:pt x="78764" y="72764"/>
                  </a:lnTo>
                  <a:lnTo>
                    <a:pt x="78323" y="73065"/>
                  </a:lnTo>
                  <a:lnTo>
                    <a:pt x="78127" y="73215"/>
                  </a:lnTo>
                  <a:lnTo>
                    <a:pt x="77735" y="73465"/>
                  </a:lnTo>
                  <a:lnTo>
                    <a:pt x="76411" y="74317"/>
                  </a:lnTo>
                  <a:lnTo>
                    <a:pt x="76068" y="74518"/>
                  </a:lnTo>
                  <a:lnTo>
                    <a:pt x="72784" y="76673"/>
                  </a:lnTo>
                  <a:lnTo>
                    <a:pt x="71265" y="77725"/>
                  </a:lnTo>
                  <a:lnTo>
                    <a:pt x="70873" y="77976"/>
                  </a:lnTo>
                  <a:lnTo>
                    <a:pt x="70481" y="78226"/>
                  </a:lnTo>
                  <a:lnTo>
                    <a:pt x="69746" y="78878"/>
                  </a:lnTo>
                  <a:lnTo>
                    <a:pt x="69697" y="79078"/>
                  </a:lnTo>
                  <a:lnTo>
                    <a:pt x="69599" y="79730"/>
                  </a:lnTo>
                  <a:lnTo>
                    <a:pt x="69550" y="80632"/>
                  </a:lnTo>
                  <a:lnTo>
                    <a:pt x="69550" y="81935"/>
                  </a:lnTo>
                  <a:lnTo>
                    <a:pt x="69550" y="82386"/>
                  </a:lnTo>
                  <a:lnTo>
                    <a:pt x="69599" y="84240"/>
                  </a:lnTo>
                  <a:lnTo>
                    <a:pt x="66511" y="84390"/>
                  </a:lnTo>
                  <a:lnTo>
                    <a:pt x="66609" y="87046"/>
                  </a:lnTo>
                  <a:lnTo>
                    <a:pt x="62541" y="87096"/>
                  </a:lnTo>
                  <a:lnTo>
                    <a:pt x="62198" y="87096"/>
                  </a:lnTo>
                  <a:lnTo>
                    <a:pt x="55875" y="87247"/>
                  </a:lnTo>
                  <a:lnTo>
                    <a:pt x="49503" y="87397"/>
                  </a:lnTo>
                  <a:lnTo>
                    <a:pt x="49650" y="93360"/>
                  </a:lnTo>
                  <a:lnTo>
                    <a:pt x="47543" y="93360"/>
                  </a:lnTo>
                  <a:lnTo>
                    <a:pt x="45631" y="93411"/>
                  </a:lnTo>
                  <a:lnTo>
                    <a:pt x="44896" y="93411"/>
                  </a:lnTo>
                  <a:lnTo>
                    <a:pt x="44896" y="87698"/>
                  </a:lnTo>
                  <a:lnTo>
                    <a:pt x="44308" y="87748"/>
                  </a:lnTo>
                  <a:lnTo>
                    <a:pt x="40681" y="87998"/>
                  </a:lnTo>
                  <a:lnTo>
                    <a:pt x="40043" y="88048"/>
                  </a:lnTo>
                  <a:lnTo>
                    <a:pt x="30437" y="88600"/>
                  </a:lnTo>
                  <a:lnTo>
                    <a:pt x="29898" y="88650"/>
                  </a:lnTo>
                  <a:lnTo>
                    <a:pt x="24898" y="89001"/>
                  </a:lnTo>
                  <a:lnTo>
                    <a:pt x="19654" y="89351"/>
                  </a:lnTo>
                  <a:lnTo>
                    <a:pt x="16027" y="89652"/>
                  </a:lnTo>
                  <a:lnTo>
                    <a:pt x="15586" y="89351"/>
                  </a:lnTo>
                  <a:lnTo>
                    <a:pt x="14753" y="88750"/>
                  </a:lnTo>
                  <a:lnTo>
                    <a:pt x="13331" y="87748"/>
                  </a:lnTo>
                  <a:lnTo>
                    <a:pt x="12204" y="86946"/>
                  </a:lnTo>
                  <a:lnTo>
                    <a:pt x="11518" y="86695"/>
                  </a:lnTo>
                  <a:lnTo>
                    <a:pt x="10880" y="86495"/>
                  </a:lnTo>
                  <a:lnTo>
                    <a:pt x="9949" y="86445"/>
                  </a:lnTo>
                  <a:lnTo>
                    <a:pt x="9410" y="86445"/>
                  </a:lnTo>
                  <a:lnTo>
                    <a:pt x="8626" y="86395"/>
                  </a:lnTo>
                  <a:lnTo>
                    <a:pt x="8332" y="86395"/>
                  </a:lnTo>
                  <a:lnTo>
                    <a:pt x="7303" y="86395"/>
                  </a:lnTo>
                  <a:lnTo>
                    <a:pt x="7106" y="85743"/>
                  </a:lnTo>
                  <a:lnTo>
                    <a:pt x="6763" y="83538"/>
                  </a:lnTo>
                  <a:lnTo>
                    <a:pt x="6567" y="82686"/>
                  </a:lnTo>
                  <a:lnTo>
                    <a:pt x="6469" y="82085"/>
                  </a:lnTo>
                  <a:lnTo>
                    <a:pt x="6224" y="80832"/>
                  </a:lnTo>
                  <a:lnTo>
                    <a:pt x="5979" y="79379"/>
                  </a:lnTo>
                  <a:lnTo>
                    <a:pt x="5979" y="79178"/>
                  </a:lnTo>
                  <a:lnTo>
                    <a:pt x="5881" y="78026"/>
                  </a:lnTo>
                  <a:lnTo>
                    <a:pt x="5832" y="76823"/>
                  </a:lnTo>
                  <a:lnTo>
                    <a:pt x="5783" y="75620"/>
                  </a:lnTo>
                  <a:lnTo>
                    <a:pt x="5930" y="73967"/>
                  </a:lnTo>
                  <a:lnTo>
                    <a:pt x="6028" y="72714"/>
                  </a:lnTo>
                  <a:lnTo>
                    <a:pt x="6224" y="70158"/>
                  </a:lnTo>
                  <a:lnTo>
                    <a:pt x="6665" y="64245"/>
                  </a:lnTo>
                  <a:lnTo>
                    <a:pt x="6763" y="62290"/>
                  </a:lnTo>
                  <a:lnTo>
                    <a:pt x="6861" y="60386"/>
                  </a:lnTo>
                  <a:lnTo>
                    <a:pt x="6910" y="59133"/>
                  </a:lnTo>
                  <a:lnTo>
                    <a:pt x="6910" y="58081"/>
                  </a:lnTo>
                  <a:lnTo>
                    <a:pt x="6861" y="56778"/>
                  </a:lnTo>
                  <a:lnTo>
                    <a:pt x="6861" y="55575"/>
                  </a:lnTo>
                  <a:lnTo>
                    <a:pt x="6812" y="53821"/>
                  </a:lnTo>
                  <a:lnTo>
                    <a:pt x="6763" y="52618"/>
                  </a:lnTo>
                  <a:lnTo>
                    <a:pt x="6714" y="52217"/>
                  </a:lnTo>
                  <a:lnTo>
                    <a:pt x="6322" y="47206"/>
                  </a:lnTo>
                  <a:lnTo>
                    <a:pt x="6028" y="44801"/>
                  </a:lnTo>
                  <a:lnTo>
                    <a:pt x="5930" y="43197"/>
                  </a:lnTo>
                  <a:lnTo>
                    <a:pt x="5832" y="42245"/>
                  </a:lnTo>
                  <a:lnTo>
                    <a:pt x="5832" y="42095"/>
                  </a:lnTo>
                  <a:lnTo>
                    <a:pt x="5244" y="36983"/>
                  </a:lnTo>
                  <a:lnTo>
                    <a:pt x="4852" y="33575"/>
                  </a:lnTo>
                  <a:lnTo>
                    <a:pt x="4607" y="32323"/>
                  </a:lnTo>
                  <a:lnTo>
                    <a:pt x="4313" y="30819"/>
                  </a:lnTo>
                  <a:lnTo>
                    <a:pt x="3823" y="29366"/>
                  </a:lnTo>
                  <a:lnTo>
                    <a:pt x="2107" y="25307"/>
                  </a:lnTo>
                  <a:lnTo>
                    <a:pt x="1862" y="24555"/>
                  </a:lnTo>
                  <a:lnTo>
                    <a:pt x="1176" y="22651"/>
                  </a:lnTo>
                  <a:lnTo>
                    <a:pt x="784" y="21598"/>
                  </a:lnTo>
                  <a:lnTo>
                    <a:pt x="539" y="20796"/>
                  </a:lnTo>
                  <a:lnTo>
                    <a:pt x="441" y="20245"/>
                  </a:lnTo>
                  <a:lnTo>
                    <a:pt x="392" y="19945"/>
                  </a:lnTo>
                  <a:lnTo>
                    <a:pt x="245" y="18992"/>
                  </a:lnTo>
                  <a:lnTo>
                    <a:pt x="98" y="17689"/>
                  </a:lnTo>
                  <a:lnTo>
                    <a:pt x="49" y="16286"/>
                  </a:lnTo>
                  <a:lnTo>
                    <a:pt x="49" y="13179"/>
                  </a:lnTo>
                  <a:lnTo>
                    <a:pt x="0" y="9671"/>
                  </a:lnTo>
                  <a:lnTo>
                    <a:pt x="98" y="6815"/>
                  </a:lnTo>
                  <a:lnTo>
                    <a:pt x="245" y="4660"/>
                  </a:lnTo>
                  <a:lnTo>
                    <a:pt x="441" y="4610"/>
                  </a:lnTo>
                  <a:lnTo>
                    <a:pt x="833" y="4560"/>
                  </a:lnTo>
                  <a:lnTo>
                    <a:pt x="1568" y="4510"/>
                  </a:lnTo>
                  <a:lnTo>
                    <a:pt x="2303" y="4409"/>
                  </a:lnTo>
                  <a:lnTo>
                    <a:pt x="5636" y="4059"/>
                  </a:lnTo>
                  <a:lnTo>
                    <a:pt x="7793" y="3808"/>
                  </a:lnTo>
                  <a:lnTo>
                    <a:pt x="11077" y="3457"/>
                  </a:lnTo>
                  <a:lnTo>
                    <a:pt x="14311" y="3107"/>
                  </a:lnTo>
                  <a:lnTo>
                    <a:pt x="16370" y="2856"/>
                  </a:lnTo>
                  <a:lnTo>
                    <a:pt x="18870" y="2605"/>
                  </a:lnTo>
                  <a:lnTo>
                    <a:pt x="19066" y="2555"/>
                  </a:lnTo>
                  <a:lnTo>
                    <a:pt x="19360" y="2555"/>
                  </a:lnTo>
                  <a:lnTo>
                    <a:pt x="22007" y="2255"/>
                  </a:lnTo>
                  <a:lnTo>
                    <a:pt x="23575" y="2054"/>
                  </a:lnTo>
                  <a:lnTo>
                    <a:pt x="27006" y="1703"/>
                  </a:lnTo>
                  <a:lnTo>
                    <a:pt x="30878" y="1252"/>
                  </a:lnTo>
                  <a:lnTo>
                    <a:pt x="38034" y="501"/>
                  </a:lnTo>
                  <a:lnTo>
                    <a:pt x="423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13009" y="4566418"/>
              <a:ext cx="329811" cy="351343"/>
            </a:xfrm>
            <a:custGeom>
              <a:avLst/>
              <a:pathLst>
                <a:path w="329811" h="351343">
                  <a:moveTo>
                    <a:pt x="173458" y="4660"/>
                  </a:moveTo>
                  <a:lnTo>
                    <a:pt x="173605" y="4860"/>
                  </a:lnTo>
                  <a:lnTo>
                    <a:pt x="174144" y="5612"/>
                  </a:lnTo>
                  <a:lnTo>
                    <a:pt x="174879" y="6614"/>
                  </a:lnTo>
                  <a:lnTo>
                    <a:pt x="176889" y="10072"/>
                  </a:lnTo>
                  <a:lnTo>
                    <a:pt x="181055" y="17289"/>
                  </a:lnTo>
                  <a:lnTo>
                    <a:pt x="181496" y="17990"/>
                  </a:lnTo>
                  <a:lnTo>
                    <a:pt x="182427" y="19544"/>
                  </a:lnTo>
                  <a:lnTo>
                    <a:pt x="184143" y="22751"/>
                  </a:lnTo>
                  <a:lnTo>
                    <a:pt x="187525" y="28263"/>
                  </a:lnTo>
                  <a:lnTo>
                    <a:pt x="190368" y="33024"/>
                  </a:lnTo>
                  <a:lnTo>
                    <a:pt x="190760" y="33726"/>
                  </a:lnTo>
                  <a:lnTo>
                    <a:pt x="191005" y="34628"/>
                  </a:lnTo>
                  <a:lnTo>
                    <a:pt x="191103" y="34828"/>
                  </a:lnTo>
                  <a:lnTo>
                    <a:pt x="191544" y="36181"/>
                  </a:lnTo>
                  <a:lnTo>
                    <a:pt x="191740" y="36783"/>
                  </a:lnTo>
                  <a:lnTo>
                    <a:pt x="191936" y="37484"/>
                  </a:lnTo>
                  <a:lnTo>
                    <a:pt x="192034" y="37735"/>
                  </a:lnTo>
                  <a:lnTo>
                    <a:pt x="192426" y="38486"/>
                  </a:lnTo>
                  <a:lnTo>
                    <a:pt x="194730" y="42345"/>
                  </a:lnTo>
                  <a:lnTo>
                    <a:pt x="199190" y="49862"/>
                  </a:lnTo>
                  <a:lnTo>
                    <a:pt x="200611" y="52318"/>
                  </a:lnTo>
                  <a:lnTo>
                    <a:pt x="202131" y="54974"/>
                  </a:lnTo>
                  <a:lnTo>
                    <a:pt x="203258" y="56778"/>
                  </a:lnTo>
                  <a:lnTo>
                    <a:pt x="204925" y="59785"/>
                  </a:lnTo>
                  <a:lnTo>
                    <a:pt x="206689" y="62691"/>
                  </a:lnTo>
                  <a:lnTo>
                    <a:pt x="208405" y="65698"/>
                  </a:lnTo>
                  <a:lnTo>
                    <a:pt x="209091" y="66851"/>
                  </a:lnTo>
                  <a:lnTo>
                    <a:pt x="210267" y="68705"/>
                  </a:lnTo>
                  <a:lnTo>
                    <a:pt x="215168" y="77074"/>
                  </a:lnTo>
                  <a:lnTo>
                    <a:pt x="218746" y="83087"/>
                  </a:lnTo>
                  <a:lnTo>
                    <a:pt x="222177" y="88950"/>
                  </a:lnTo>
                  <a:lnTo>
                    <a:pt x="223942" y="91957"/>
                  </a:lnTo>
                  <a:lnTo>
                    <a:pt x="224481" y="92909"/>
                  </a:lnTo>
                  <a:lnTo>
                    <a:pt x="225510" y="94613"/>
                  </a:lnTo>
                  <a:lnTo>
                    <a:pt x="227471" y="97971"/>
                  </a:lnTo>
                  <a:lnTo>
                    <a:pt x="229382" y="101278"/>
                  </a:lnTo>
                  <a:lnTo>
                    <a:pt x="233156" y="107492"/>
                  </a:lnTo>
                  <a:lnTo>
                    <a:pt x="235068" y="110750"/>
                  </a:lnTo>
                  <a:lnTo>
                    <a:pt x="238597" y="116713"/>
                  </a:lnTo>
                  <a:lnTo>
                    <a:pt x="240165" y="119570"/>
                  </a:lnTo>
                  <a:lnTo>
                    <a:pt x="241832" y="122326"/>
                  </a:lnTo>
                  <a:lnTo>
                    <a:pt x="243596" y="125032"/>
                  </a:lnTo>
                  <a:lnTo>
                    <a:pt x="249282" y="132699"/>
                  </a:lnTo>
                  <a:lnTo>
                    <a:pt x="251389" y="135656"/>
                  </a:lnTo>
                  <a:lnTo>
                    <a:pt x="255310" y="140768"/>
                  </a:lnTo>
                  <a:lnTo>
                    <a:pt x="255752" y="141369"/>
                  </a:lnTo>
                  <a:lnTo>
                    <a:pt x="257565" y="143724"/>
                  </a:lnTo>
                  <a:lnTo>
                    <a:pt x="257761" y="143975"/>
                  </a:lnTo>
                  <a:lnTo>
                    <a:pt x="259624" y="146581"/>
                  </a:lnTo>
                  <a:lnTo>
                    <a:pt x="260310" y="147583"/>
                  </a:lnTo>
                  <a:lnTo>
                    <a:pt x="261241" y="148836"/>
                  </a:lnTo>
                  <a:lnTo>
                    <a:pt x="262613" y="150690"/>
                  </a:lnTo>
                  <a:lnTo>
                    <a:pt x="263839" y="152444"/>
                  </a:lnTo>
                  <a:lnTo>
                    <a:pt x="264770" y="153697"/>
                  </a:lnTo>
                  <a:lnTo>
                    <a:pt x="265701" y="155401"/>
                  </a:lnTo>
                  <a:lnTo>
                    <a:pt x="266387" y="156754"/>
                  </a:lnTo>
                  <a:lnTo>
                    <a:pt x="266535" y="157104"/>
                  </a:lnTo>
                  <a:lnTo>
                    <a:pt x="267270" y="158508"/>
                  </a:lnTo>
                  <a:lnTo>
                    <a:pt x="267711" y="159510"/>
                  </a:lnTo>
                  <a:lnTo>
                    <a:pt x="267858" y="159811"/>
                  </a:lnTo>
                  <a:lnTo>
                    <a:pt x="268642" y="161665"/>
                  </a:lnTo>
                  <a:lnTo>
                    <a:pt x="269083" y="162817"/>
                  </a:lnTo>
                  <a:lnTo>
                    <a:pt x="269181" y="163168"/>
                  </a:lnTo>
                  <a:lnTo>
                    <a:pt x="269475" y="163970"/>
                  </a:lnTo>
                  <a:lnTo>
                    <a:pt x="269671" y="164972"/>
                  </a:lnTo>
                  <a:lnTo>
                    <a:pt x="269769" y="165373"/>
                  </a:lnTo>
                  <a:lnTo>
                    <a:pt x="270063" y="166826"/>
                  </a:lnTo>
                  <a:lnTo>
                    <a:pt x="270799" y="170184"/>
                  </a:lnTo>
                  <a:lnTo>
                    <a:pt x="270946" y="170785"/>
                  </a:lnTo>
                  <a:lnTo>
                    <a:pt x="271877" y="174143"/>
                  </a:lnTo>
                  <a:lnTo>
                    <a:pt x="274083" y="182311"/>
                  </a:lnTo>
                  <a:lnTo>
                    <a:pt x="274524" y="183765"/>
                  </a:lnTo>
                  <a:lnTo>
                    <a:pt x="275161" y="185970"/>
                  </a:lnTo>
                  <a:lnTo>
                    <a:pt x="275700" y="188024"/>
                  </a:lnTo>
                  <a:lnTo>
                    <a:pt x="276631" y="191532"/>
                  </a:lnTo>
                  <a:lnTo>
                    <a:pt x="277072" y="193036"/>
                  </a:lnTo>
                  <a:lnTo>
                    <a:pt x="277464" y="194539"/>
                  </a:lnTo>
                  <a:lnTo>
                    <a:pt x="278445" y="198147"/>
                  </a:lnTo>
                  <a:lnTo>
                    <a:pt x="279180" y="200903"/>
                  </a:lnTo>
                  <a:lnTo>
                    <a:pt x="279425" y="201705"/>
                  </a:lnTo>
                  <a:lnTo>
                    <a:pt x="280209" y="204612"/>
                  </a:lnTo>
                  <a:lnTo>
                    <a:pt x="281042" y="207719"/>
                  </a:lnTo>
                  <a:lnTo>
                    <a:pt x="281239" y="208170"/>
                  </a:lnTo>
                  <a:lnTo>
                    <a:pt x="281729" y="209473"/>
                  </a:lnTo>
                  <a:lnTo>
                    <a:pt x="282023" y="210124"/>
                  </a:lnTo>
                  <a:lnTo>
                    <a:pt x="282219" y="210475"/>
                  </a:lnTo>
                  <a:lnTo>
                    <a:pt x="282317" y="210776"/>
                  </a:lnTo>
                  <a:lnTo>
                    <a:pt x="283248" y="212379"/>
                  </a:lnTo>
                  <a:lnTo>
                    <a:pt x="283885" y="213482"/>
                  </a:lnTo>
                  <a:lnTo>
                    <a:pt x="284424" y="214183"/>
                  </a:lnTo>
                  <a:lnTo>
                    <a:pt x="284866" y="214685"/>
                  </a:lnTo>
                  <a:lnTo>
                    <a:pt x="285454" y="215286"/>
                  </a:lnTo>
                  <a:lnTo>
                    <a:pt x="285601" y="215486"/>
                  </a:lnTo>
                  <a:lnTo>
                    <a:pt x="286140" y="215988"/>
                  </a:lnTo>
                  <a:lnTo>
                    <a:pt x="286973" y="216639"/>
                  </a:lnTo>
                  <a:lnTo>
                    <a:pt x="287904" y="217290"/>
                  </a:lnTo>
                  <a:lnTo>
                    <a:pt x="288885" y="217842"/>
                  </a:lnTo>
                  <a:lnTo>
                    <a:pt x="289081" y="217942"/>
                  </a:lnTo>
                  <a:lnTo>
                    <a:pt x="289718" y="218192"/>
                  </a:lnTo>
                  <a:lnTo>
                    <a:pt x="290551" y="218543"/>
                  </a:lnTo>
                  <a:lnTo>
                    <a:pt x="294080" y="220197"/>
                  </a:lnTo>
                  <a:lnTo>
                    <a:pt x="297315" y="221600"/>
                  </a:lnTo>
                  <a:lnTo>
                    <a:pt x="302363" y="223905"/>
                  </a:lnTo>
                  <a:lnTo>
                    <a:pt x="308588" y="226762"/>
                  </a:lnTo>
                  <a:lnTo>
                    <a:pt x="315401" y="229869"/>
                  </a:lnTo>
                  <a:lnTo>
                    <a:pt x="316234" y="230270"/>
                  </a:lnTo>
                  <a:lnTo>
                    <a:pt x="316724" y="230520"/>
                  </a:lnTo>
                  <a:lnTo>
                    <a:pt x="317459" y="230821"/>
                  </a:lnTo>
                  <a:lnTo>
                    <a:pt x="319077" y="231573"/>
                  </a:lnTo>
                  <a:lnTo>
                    <a:pt x="326086" y="234780"/>
                  </a:lnTo>
                  <a:lnTo>
                    <a:pt x="329811" y="236083"/>
                  </a:lnTo>
                  <a:lnTo>
                    <a:pt x="329811" y="236333"/>
                  </a:lnTo>
                  <a:lnTo>
                    <a:pt x="329615" y="238438"/>
                  </a:lnTo>
                  <a:lnTo>
                    <a:pt x="329566" y="238739"/>
                  </a:lnTo>
                  <a:lnTo>
                    <a:pt x="329370" y="239591"/>
                  </a:lnTo>
                  <a:lnTo>
                    <a:pt x="328684" y="241645"/>
                  </a:lnTo>
                  <a:lnTo>
                    <a:pt x="328340" y="242497"/>
                  </a:lnTo>
                  <a:lnTo>
                    <a:pt x="326380" y="247559"/>
                  </a:lnTo>
                  <a:lnTo>
                    <a:pt x="326331" y="247759"/>
                  </a:lnTo>
                  <a:lnTo>
                    <a:pt x="325057" y="251017"/>
                  </a:lnTo>
                  <a:lnTo>
                    <a:pt x="324027" y="253723"/>
                  </a:lnTo>
                  <a:lnTo>
                    <a:pt x="323586" y="254925"/>
                  </a:lnTo>
                  <a:lnTo>
                    <a:pt x="323243" y="255727"/>
                  </a:lnTo>
                  <a:lnTo>
                    <a:pt x="323096" y="256178"/>
                  </a:lnTo>
                  <a:lnTo>
                    <a:pt x="322753" y="257030"/>
                  </a:lnTo>
                  <a:lnTo>
                    <a:pt x="318489" y="268105"/>
                  </a:lnTo>
                  <a:lnTo>
                    <a:pt x="318195" y="268957"/>
                  </a:lnTo>
                  <a:lnTo>
                    <a:pt x="317508" y="270761"/>
                  </a:lnTo>
                  <a:lnTo>
                    <a:pt x="317165" y="271613"/>
                  </a:lnTo>
                  <a:lnTo>
                    <a:pt x="316773" y="272615"/>
                  </a:lnTo>
                  <a:lnTo>
                    <a:pt x="316479" y="273517"/>
                  </a:lnTo>
                  <a:lnTo>
                    <a:pt x="316136" y="274820"/>
                  </a:lnTo>
                  <a:lnTo>
                    <a:pt x="315891" y="275973"/>
                  </a:lnTo>
                  <a:lnTo>
                    <a:pt x="315744" y="277326"/>
                  </a:lnTo>
                  <a:lnTo>
                    <a:pt x="315744" y="277677"/>
                  </a:lnTo>
                  <a:lnTo>
                    <a:pt x="315695" y="278930"/>
                  </a:lnTo>
                  <a:lnTo>
                    <a:pt x="315695" y="279581"/>
                  </a:lnTo>
                  <a:lnTo>
                    <a:pt x="315793" y="280183"/>
                  </a:lnTo>
                  <a:lnTo>
                    <a:pt x="315891" y="280984"/>
                  </a:lnTo>
                  <a:lnTo>
                    <a:pt x="316038" y="281987"/>
                  </a:lnTo>
                  <a:lnTo>
                    <a:pt x="316577" y="284492"/>
                  </a:lnTo>
                  <a:lnTo>
                    <a:pt x="317214" y="286848"/>
                  </a:lnTo>
                  <a:lnTo>
                    <a:pt x="318489" y="288451"/>
                  </a:lnTo>
                  <a:lnTo>
                    <a:pt x="320057" y="290756"/>
                  </a:lnTo>
                  <a:lnTo>
                    <a:pt x="320302" y="291157"/>
                  </a:lnTo>
                  <a:lnTo>
                    <a:pt x="321332" y="293062"/>
                  </a:lnTo>
                  <a:lnTo>
                    <a:pt x="322165" y="294314"/>
                  </a:lnTo>
                  <a:lnTo>
                    <a:pt x="322655" y="295116"/>
                  </a:lnTo>
                  <a:lnTo>
                    <a:pt x="322067" y="295768"/>
                  </a:lnTo>
                  <a:lnTo>
                    <a:pt x="320008" y="298173"/>
                  </a:lnTo>
                  <a:lnTo>
                    <a:pt x="314813" y="302483"/>
                  </a:lnTo>
                  <a:lnTo>
                    <a:pt x="309176" y="307444"/>
                  </a:lnTo>
                  <a:lnTo>
                    <a:pt x="304226" y="314660"/>
                  </a:lnTo>
                  <a:lnTo>
                    <a:pt x="303442" y="320173"/>
                  </a:lnTo>
                  <a:lnTo>
                    <a:pt x="304667" y="324382"/>
                  </a:lnTo>
                  <a:lnTo>
                    <a:pt x="305549" y="329093"/>
                  </a:lnTo>
                  <a:lnTo>
                    <a:pt x="304569" y="332601"/>
                  </a:lnTo>
                  <a:lnTo>
                    <a:pt x="301334" y="335407"/>
                  </a:lnTo>
                  <a:lnTo>
                    <a:pt x="298687" y="336460"/>
                  </a:lnTo>
                  <a:lnTo>
                    <a:pt x="293492" y="338514"/>
                  </a:lnTo>
                  <a:lnTo>
                    <a:pt x="292610" y="338414"/>
                  </a:lnTo>
                  <a:lnTo>
                    <a:pt x="292610" y="336760"/>
                  </a:lnTo>
                  <a:lnTo>
                    <a:pt x="288002" y="336009"/>
                  </a:lnTo>
                  <a:lnTo>
                    <a:pt x="287610" y="335908"/>
                  </a:lnTo>
                  <a:lnTo>
                    <a:pt x="288149" y="329394"/>
                  </a:lnTo>
                  <a:lnTo>
                    <a:pt x="288198" y="328542"/>
                  </a:lnTo>
                  <a:lnTo>
                    <a:pt x="284964" y="328141"/>
                  </a:lnTo>
                  <a:lnTo>
                    <a:pt x="284473" y="328091"/>
                  </a:lnTo>
                  <a:lnTo>
                    <a:pt x="279817" y="327489"/>
                  </a:lnTo>
                  <a:lnTo>
                    <a:pt x="275602" y="326888"/>
                  </a:lnTo>
                  <a:lnTo>
                    <a:pt x="272220" y="326437"/>
                  </a:lnTo>
                  <a:lnTo>
                    <a:pt x="268985" y="326036"/>
                  </a:lnTo>
                  <a:lnTo>
                    <a:pt x="266289" y="325685"/>
                  </a:lnTo>
                  <a:lnTo>
                    <a:pt x="263300" y="325284"/>
                  </a:lnTo>
                  <a:lnTo>
                    <a:pt x="260016" y="324884"/>
                  </a:lnTo>
                  <a:lnTo>
                    <a:pt x="258741" y="324733"/>
                  </a:lnTo>
                  <a:lnTo>
                    <a:pt x="256732" y="324483"/>
                  </a:lnTo>
                  <a:lnTo>
                    <a:pt x="255408" y="324282"/>
                  </a:lnTo>
                  <a:lnTo>
                    <a:pt x="254379" y="324082"/>
                  </a:lnTo>
                  <a:lnTo>
                    <a:pt x="251928" y="323631"/>
                  </a:lnTo>
                  <a:lnTo>
                    <a:pt x="251193" y="323480"/>
                  </a:lnTo>
                  <a:lnTo>
                    <a:pt x="251144" y="323280"/>
                  </a:lnTo>
                  <a:lnTo>
                    <a:pt x="250262" y="323430"/>
                  </a:lnTo>
                  <a:lnTo>
                    <a:pt x="249968" y="323430"/>
                  </a:lnTo>
                  <a:lnTo>
                    <a:pt x="248841" y="323581"/>
                  </a:lnTo>
                  <a:lnTo>
                    <a:pt x="247664" y="323681"/>
                  </a:lnTo>
                  <a:lnTo>
                    <a:pt x="246096" y="323731"/>
                  </a:lnTo>
                  <a:lnTo>
                    <a:pt x="244086" y="323731"/>
                  </a:lnTo>
                  <a:lnTo>
                    <a:pt x="244184" y="326487"/>
                  </a:lnTo>
                  <a:lnTo>
                    <a:pt x="244135" y="327940"/>
                  </a:lnTo>
                  <a:lnTo>
                    <a:pt x="244184" y="330095"/>
                  </a:lnTo>
                  <a:lnTo>
                    <a:pt x="244135" y="331649"/>
                  </a:lnTo>
                  <a:lnTo>
                    <a:pt x="243792" y="333453"/>
                  </a:lnTo>
                  <a:lnTo>
                    <a:pt x="243302" y="335858"/>
                  </a:lnTo>
                  <a:lnTo>
                    <a:pt x="243253" y="336159"/>
                  </a:lnTo>
                  <a:lnTo>
                    <a:pt x="243008" y="338214"/>
                  </a:lnTo>
                  <a:lnTo>
                    <a:pt x="242763" y="339517"/>
                  </a:lnTo>
                  <a:lnTo>
                    <a:pt x="242861" y="339667"/>
                  </a:lnTo>
                  <a:lnTo>
                    <a:pt x="243155" y="340218"/>
                  </a:lnTo>
                  <a:lnTo>
                    <a:pt x="244724" y="342874"/>
                  </a:lnTo>
                  <a:lnTo>
                    <a:pt x="245410" y="343476"/>
                  </a:lnTo>
                  <a:lnTo>
                    <a:pt x="245655" y="343726"/>
                  </a:lnTo>
                  <a:lnTo>
                    <a:pt x="246243" y="344227"/>
                  </a:lnTo>
                  <a:lnTo>
                    <a:pt x="246733" y="344728"/>
                  </a:lnTo>
                  <a:lnTo>
                    <a:pt x="246635" y="344929"/>
                  </a:lnTo>
                  <a:lnTo>
                    <a:pt x="246439" y="345230"/>
                  </a:lnTo>
                  <a:lnTo>
                    <a:pt x="246243" y="345430"/>
                  </a:lnTo>
                  <a:lnTo>
                    <a:pt x="245900" y="345831"/>
                  </a:lnTo>
                  <a:lnTo>
                    <a:pt x="245459" y="346282"/>
                  </a:lnTo>
                  <a:lnTo>
                    <a:pt x="244920" y="346683"/>
                  </a:lnTo>
                  <a:lnTo>
                    <a:pt x="244576" y="347184"/>
                  </a:lnTo>
                  <a:lnTo>
                    <a:pt x="243988" y="348186"/>
                  </a:lnTo>
                  <a:lnTo>
                    <a:pt x="243694" y="348788"/>
                  </a:lnTo>
                  <a:lnTo>
                    <a:pt x="243204" y="349539"/>
                  </a:lnTo>
                  <a:lnTo>
                    <a:pt x="243008" y="350141"/>
                  </a:lnTo>
                  <a:lnTo>
                    <a:pt x="242959" y="350291"/>
                  </a:lnTo>
                  <a:lnTo>
                    <a:pt x="242910" y="350491"/>
                  </a:lnTo>
                  <a:lnTo>
                    <a:pt x="242616" y="351343"/>
                  </a:lnTo>
                  <a:lnTo>
                    <a:pt x="242175" y="351093"/>
                  </a:lnTo>
                  <a:lnTo>
                    <a:pt x="239675" y="349239"/>
                  </a:lnTo>
                  <a:lnTo>
                    <a:pt x="236930" y="347084"/>
                  </a:lnTo>
                  <a:lnTo>
                    <a:pt x="231245" y="342574"/>
                  </a:lnTo>
                  <a:lnTo>
                    <a:pt x="222962" y="336159"/>
                  </a:lnTo>
                  <a:lnTo>
                    <a:pt x="216394" y="330997"/>
                  </a:lnTo>
                  <a:lnTo>
                    <a:pt x="216149" y="330847"/>
                  </a:lnTo>
                  <a:lnTo>
                    <a:pt x="215413" y="330246"/>
                  </a:lnTo>
                  <a:lnTo>
                    <a:pt x="214629" y="329594"/>
                  </a:lnTo>
                  <a:lnTo>
                    <a:pt x="214139" y="329243"/>
                  </a:lnTo>
                  <a:lnTo>
                    <a:pt x="213649" y="328893"/>
                  </a:lnTo>
                  <a:lnTo>
                    <a:pt x="212032" y="327590"/>
                  </a:lnTo>
                  <a:lnTo>
                    <a:pt x="209189" y="325485"/>
                  </a:lnTo>
                  <a:lnTo>
                    <a:pt x="207718" y="324533"/>
                  </a:lnTo>
                  <a:lnTo>
                    <a:pt x="206738" y="323831"/>
                  </a:lnTo>
                  <a:lnTo>
                    <a:pt x="205366" y="323029"/>
                  </a:lnTo>
                  <a:lnTo>
                    <a:pt x="203062" y="321676"/>
                  </a:lnTo>
                  <a:lnTo>
                    <a:pt x="190221" y="314711"/>
                  </a:lnTo>
                  <a:lnTo>
                    <a:pt x="180271" y="329243"/>
                  </a:lnTo>
                  <a:lnTo>
                    <a:pt x="179585" y="328792"/>
                  </a:lnTo>
                  <a:lnTo>
                    <a:pt x="178849" y="328291"/>
                  </a:lnTo>
                  <a:lnTo>
                    <a:pt x="178408" y="328141"/>
                  </a:lnTo>
                  <a:lnTo>
                    <a:pt x="178016" y="328091"/>
                  </a:lnTo>
                  <a:lnTo>
                    <a:pt x="177085" y="327740"/>
                  </a:lnTo>
                  <a:lnTo>
                    <a:pt x="176301" y="327289"/>
                  </a:lnTo>
                  <a:lnTo>
                    <a:pt x="175468" y="326437"/>
                  </a:lnTo>
                  <a:lnTo>
                    <a:pt x="174928" y="325635"/>
                  </a:lnTo>
                  <a:lnTo>
                    <a:pt x="173850" y="324984"/>
                  </a:lnTo>
                  <a:lnTo>
                    <a:pt x="172723" y="324633"/>
                  </a:lnTo>
                  <a:lnTo>
                    <a:pt x="171792" y="324182"/>
                  </a:lnTo>
                  <a:lnTo>
                    <a:pt x="171154" y="323982"/>
                  </a:lnTo>
                  <a:lnTo>
                    <a:pt x="169831" y="323631"/>
                  </a:lnTo>
                  <a:lnTo>
                    <a:pt x="169145" y="323029"/>
                  </a:lnTo>
                  <a:lnTo>
                    <a:pt x="168116" y="322478"/>
                  </a:lnTo>
                  <a:lnTo>
                    <a:pt x="167723" y="321676"/>
                  </a:lnTo>
                  <a:lnTo>
                    <a:pt x="167135" y="321376"/>
                  </a:lnTo>
                  <a:lnTo>
                    <a:pt x="166645" y="320874"/>
                  </a:lnTo>
                  <a:lnTo>
                    <a:pt x="166253" y="320774"/>
                  </a:lnTo>
                  <a:lnTo>
                    <a:pt x="164832" y="320423"/>
                  </a:lnTo>
                  <a:lnTo>
                    <a:pt x="164243" y="319622"/>
                  </a:lnTo>
                  <a:lnTo>
                    <a:pt x="163753" y="318870"/>
                  </a:lnTo>
                  <a:lnTo>
                    <a:pt x="162969" y="318469"/>
                  </a:lnTo>
                  <a:lnTo>
                    <a:pt x="161940" y="317918"/>
                  </a:lnTo>
                  <a:lnTo>
                    <a:pt x="160469" y="317417"/>
                  </a:lnTo>
                  <a:lnTo>
                    <a:pt x="159391" y="317216"/>
                  </a:lnTo>
                  <a:lnTo>
                    <a:pt x="158558" y="316765"/>
                  </a:lnTo>
                  <a:lnTo>
                    <a:pt x="157921" y="315663"/>
                  </a:lnTo>
                  <a:lnTo>
                    <a:pt x="156940" y="315011"/>
                  </a:lnTo>
                  <a:lnTo>
                    <a:pt x="155715" y="314360"/>
                  </a:lnTo>
                  <a:lnTo>
                    <a:pt x="154882" y="313859"/>
                  </a:lnTo>
                  <a:lnTo>
                    <a:pt x="153608" y="313358"/>
                  </a:lnTo>
                  <a:lnTo>
                    <a:pt x="152137" y="312656"/>
                  </a:lnTo>
                  <a:lnTo>
                    <a:pt x="151353" y="312004"/>
                  </a:lnTo>
                  <a:lnTo>
                    <a:pt x="150373" y="311654"/>
                  </a:lnTo>
                  <a:lnTo>
                    <a:pt x="149785" y="311203"/>
                  </a:lnTo>
                  <a:lnTo>
                    <a:pt x="149098" y="310752"/>
                  </a:lnTo>
                  <a:lnTo>
                    <a:pt x="148608" y="310401"/>
                  </a:lnTo>
                  <a:lnTo>
                    <a:pt x="147775" y="310050"/>
                  </a:lnTo>
                  <a:lnTo>
                    <a:pt x="146746" y="309749"/>
                  </a:lnTo>
                  <a:lnTo>
                    <a:pt x="146060" y="309399"/>
                  </a:lnTo>
                  <a:lnTo>
                    <a:pt x="145275" y="309248"/>
                  </a:lnTo>
                  <a:lnTo>
                    <a:pt x="143756" y="308045"/>
                  </a:lnTo>
                  <a:lnTo>
                    <a:pt x="142678" y="307594"/>
                  </a:lnTo>
                  <a:lnTo>
                    <a:pt x="141746" y="306893"/>
                  </a:lnTo>
                  <a:lnTo>
                    <a:pt x="140766" y="306592"/>
                  </a:lnTo>
                  <a:lnTo>
                    <a:pt x="139933" y="306943"/>
                  </a:lnTo>
                  <a:lnTo>
                    <a:pt x="139198" y="306041"/>
                  </a:lnTo>
                  <a:lnTo>
                    <a:pt x="138806" y="305790"/>
                  </a:lnTo>
                  <a:lnTo>
                    <a:pt x="138168" y="304989"/>
                  </a:lnTo>
                  <a:lnTo>
                    <a:pt x="137580" y="304588"/>
                  </a:lnTo>
                  <a:lnTo>
                    <a:pt x="136894" y="304337"/>
                  </a:lnTo>
                  <a:lnTo>
                    <a:pt x="135767" y="304738"/>
                  </a:lnTo>
                  <a:lnTo>
                    <a:pt x="134639" y="303435"/>
                  </a:lnTo>
                  <a:lnTo>
                    <a:pt x="133561" y="302934"/>
                  </a:lnTo>
                  <a:lnTo>
                    <a:pt x="133022" y="302483"/>
                  </a:lnTo>
                  <a:lnTo>
                    <a:pt x="132287" y="302032"/>
                  </a:lnTo>
                  <a:lnTo>
                    <a:pt x="130963" y="301681"/>
                  </a:lnTo>
                  <a:lnTo>
                    <a:pt x="128660" y="300829"/>
                  </a:lnTo>
                  <a:lnTo>
                    <a:pt x="126944" y="300027"/>
                  </a:lnTo>
                  <a:lnTo>
                    <a:pt x="125670" y="299025"/>
                  </a:lnTo>
                  <a:lnTo>
                    <a:pt x="124396" y="298023"/>
                  </a:lnTo>
                  <a:lnTo>
                    <a:pt x="123268" y="297221"/>
                  </a:lnTo>
                  <a:lnTo>
                    <a:pt x="122141" y="296519"/>
                  </a:lnTo>
                  <a:lnTo>
                    <a:pt x="121014" y="295968"/>
                  </a:lnTo>
                  <a:lnTo>
                    <a:pt x="119984" y="295617"/>
                  </a:lnTo>
                  <a:lnTo>
                    <a:pt x="118563" y="294916"/>
                  </a:lnTo>
                  <a:lnTo>
                    <a:pt x="118122" y="294314"/>
                  </a:lnTo>
                  <a:lnTo>
                    <a:pt x="117583" y="293964"/>
                  </a:lnTo>
                  <a:lnTo>
                    <a:pt x="116700" y="293663"/>
                  </a:lnTo>
                  <a:lnTo>
                    <a:pt x="116014" y="293663"/>
                  </a:lnTo>
                  <a:lnTo>
                    <a:pt x="113760" y="292911"/>
                  </a:lnTo>
                  <a:lnTo>
                    <a:pt x="112191" y="291658"/>
                  </a:lnTo>
                  <a:lnTo>
                    <a:pt x="111407" y="291658"/>
                  </a:lnTo>
                  <a:lnTo>
                    <a:pt x="110525" y="291258"/>
                  </a:lnTo>
                  <a:lnTo>
                    <a:pt x="109937" y="290957"/>
                  </a:lnTo>
                  <a:lnTo>
                    <a:pt x="109152" y="290205"/>
                  </a:lnTo>
                  <a:lnTo>
                    <a:pt x="108613" y="289804"/>
                  </a:lnTo>
                  <a:lnTo>
                    <a:pt x="107927" y="289453"/>
                  </a:lnTo>
                  <a:lnTo>
                    <a:pt x="107045" y="288902"/>
                  </a:lnTo>
                  <a:lnTo>
                    <a:pt x="106408" y="288802"/>
                  </a:lnTo>
                  <a:lnTo>
                    <a:pt x="105918" y="288551"/>
                  </a:lnTo>
                  <a:lnTo>
                    <a:pt x="105280" y="288501"/>
                  </a:lnTo>
                  <a:lnTo>
                    <a:pt x="104398" y="288151"/>
                  </a:lnTo>
                  <a:lnTo>
                    <a:pt x="103663" y="287850"/>
                  </a:lnTo>
                  <a:lnTo>
                    <a:pt x="102977" y="287349"/>
                  </a:lnTo>
                  <a:lnTo>
                    <a:pt x="102045" y="287048"/>
                  </a:lnTo>
                  <a:lnTo>
                    <a:pt x="101016" y="286597"/>
                  </a:lnTo>
                  <a:lnTo>
                    <a:pt x="100232" y="286346"/>
                  </a:lnTo>
                  <a:lnTo>
                    <a:pt x="99007" y="285745"/>
                  </a:lnTo>
                  <a:lnTo>
                    <a:pt x="97830" y="285595"/>
                  </a:lnTo>
                  <a:lnTo>
                    <a:pt x="96899" y="285394"/>
                  </a:lnTo>
                  <a:lnTo>
                    <a:pt x="95625" y="284793"/>
                  </a:lnTo>
                  <a:lnTo>
                    <a:pt x="94988" y="283891"/>
                  </a:lnTo>
                  <a:lnTo>
                    <a:pt x="94056" y="283440"/>
                  </a:lnTo>
                  <a:lnTo>
                    <a:pt x="93076" y="282638"/>
                  </a:lnTo>
                  <a:lnTo>
                    <a:pt x="92096" y="282137"/>
                  </a:lnTo>
                  <a:lnTo>
                    <a:pt x="91557" y="281485"/>
                  </a:lnTo>
                  <a:lnTo>
                    <a:pt x="90821" y="281335"/>
                  </a:lnTo>
                  <a:lnTo>
                    <a:pt x="89939" y="280784"/>
                  </a:lnTo>
                  <a:lnTo>
                    <a:pt x="88567" y="280283"/>
                  </a:lnTo>
                  <a:lnTo>
                    <a:pt x="87734" y="279932"/>
                  </a:lnTo>
                  <a:lnTo>
                    <a:pt x="86900" y="279481"/>
                  </a:lnTo>
                  <a:lnTo>
                    <a:pt x="85822" y="279431"/>
                  </a:lnTo>
                  <a:lnTo>
                    <a:pt x="84548" y="278980"/>
                  </a:lnTo>
                  <a:lnTo>
                    <a:pt x="83126" y="278479"/>
                  </a:lnTo>
                  <a:lnTo>
                    <a:pt x="82146" y="277627"/>
                  </a:lnTo>
                  <a:lnTo>
                    <a:pt x="81264" y="277025"/>
                  </a:lnTo>
                  <a:lnTo>
                    <a:pt x="79842" y="275873"/>
                  </a:lnTo>
                  <a:lnTo>
                    <a:pt x="78568" y="275171"/>
                  </a:lnTo>
                  <a:lnTo>
                    <a:pt x="77294" y="274369"/>
                  </a:lnTo>
                  <a:lnTo>
                    <a:pt x="75382" y="273768"/>
                  </a:lnTo>
                  <a:lnTo>
                    <a:pt x="73226" y="273066"/>
                  </a:lnTo>
                  <a:lnTo>
                    <a:pt x="71853" y="272565"/>
                  </a:lnTo>
                  <a:lnTo>
                    <a:pt x="70873" y="271713"/>
                  </a:lnTo>
                  <a:lnTo>
                    <a:pt x="70040" y="270912"/>
                  </a:lnTo>
                  <a:lnTo>
                    <a:pt x="69108" y="270611"/>
                  </a:lnTo>
                  <a:lnTo>
                    <a:pt x="68324" y="270410"/>
                  </a:lnTo>
                  <a:lnTo>
                    <a:pt x="67344" y="269809"/>
                  </a:lnTo>
                  <a:lnTo>
                    <a:pt x="66560" y="269308"/>
                  </a:lnTo>
                  <a:lnTo>
                    <a:pt x="65727" y="269007"/>
                  </a:lnTo>
                  <a:lnTo>
                    <a:pt x="65285" y="268857"/>
                  </a:lnTo>
                  <a:lnTo>
                    <a:pt x="64893" y="268506"/>
                  </a:lnTo>
                  <a:lnTo>
                    <a:pt x="63668" y="268356"/>
                  </a:lnTo>
                  <a:lnTo>
                    <a:pt x="62639" y="268105"/>
                  </a:lnTo>
                  <a:lnTo>
                    <a:pt x="61217" y="267604"/>
                  </a:lnTo>
                  <a:lnTo>
                    <a:pt x="60433" y="267203"/>
                  </a:lnTo>
                  <a:lnTo>
                    <a:pt x="60090" y="266652"/>
                  </a:lnTo>
                  <a:lnTo>
                    <a:pt x="59159" y="266351"/>
                  </a:lnTo>
                  <a:lnTo>
                    <a:pt x="57982" y="266001"/>
                  </a:lnTo>
                  <a:lnTo>
                    <a:pt x="57002" y="264998"/>
                  </a:lnTo>
                  <a:lnTo>
                    <a:pt x="55924" y="264347"/>
                  </a:lnTo>
                  <a:lnTo>
                    <a:pt x="55140" y="264096"/>
                  </a:lnTo>
                  <a:lnTo>
                    <a:pt x="53620" y="263695"/>
                  </a:lnTo>
                  <a:lnTo>
                    <a:pt x="52738" y="263044"/>
                  </a:lnTo>
                  <a:lnTo>
                    <a:pt x="51219" y="262192"/>
                  </a:lnTo>
                  <a:lnTo>
                    <a:pt x="50091" y="261891"/>
                  </a:lnTo>
                  <a:lnTo>
                    <a:pt x="49307" y="261390"/>
                  </a:lnTo>
                  <a:lnTo>
                    <a:pt x="48033" y="260789"/>
                  </a:lnTo>
                  <a:lnTo>
                    <a:pt x="47052" y="260588"/>
                  </a:lnTo>
                  <a:lnTo>
                    <a:pt x="46415" y="259786"/>
                  </a:lnTo>
                  <a:lnTo>
                    <a:pt x="45484" y="259436"/>
                  </a:lnTo>
                  <a:lnTo>
                    <a:pt x="44504" y="259235"/>
                  </a:lnTo>
                  <a:lnTo>
                    <a:pt x="43818" y="258634"/>
                  </a:lnTo>
                  <a:lnTo>
                    <a:pt x="42592" y="258133"/>
                  </a:lnTo>
                  <a:lnTo>
                    <a:pt x="41269" y="257632"/>
                  </a:lnTo>
                  <a:lnTo>
                    <a:pt x="40289" y="257181"/>
                  </a:lnTo>
                  <a:lnTo>
                    <a:pt x="39210" y="256930"/>
                  </a:lnTo>
                  <a:lnTo>
                    <a:pt x="38573" y="256429"/>
                  </a:lnTo>
                  <a:lnTo>
                    <a:pt x="37593" y="256178"/>
                  </a:lnTo>
                  <a:lnTo>
                    <a:pt x="36662" y="255226"/>
                  </a:lnTo>
                  <a:lnTo>
                    <a:pt x="35485" y="254875"/>
                  </a:lnTo>
                  <a:lnTo>
                    <a:pt x="31907" y="253272"/>
                  </a:lnTo>
                  <a:lnTo>
                    <a:pt x="31123" y="252420"/>
                  </a:lnTo>
                  <a:lnTo>
                    <a:pt x="29555" y="251818"/>
                  </a:lnTo>
                  <a:lnTo>
                    <a:pt x="28035" y="250916"/>
                  </a:lnTo>
                  <a:lnTo>
                    <a:pt x="26467" y="250566"/>
                  </a:lnTo>
                  <a:lnTo>
                    <a:pt x="25143" y="250415"/>
                  </a:lnTo>
                  <a:lnTo>
                    <a:pt x="23428" y="249363"/>
                  </a:lnTo>
                  <a:lnTo>
                    <a:pt x="22350" y="249062"/>
                  </a:lnTo>
                  <a:lnTo>
                    <a:pt x="21614" y="248411"/>
                  </a:lnTo>
                  <a:lnTo>
                    <a:pt x="20487" y="247860"/>
                  </a:lnTo>
                  <a:lnTo>
                    <a:pt x="19507" y="247308"/>
                  </a:lnTo>
                  <a:lnTo>
                    <a:pt x="18772" y="247008"/>
                  </a:lnTo>
                  <a:lnTo>
                    <a:pt x="16566" y="246406"/>
                  </a:lnTo>
                  <a:lnTo>
                    <a:pt x="14900" y="245504"/>
                  </a:lnTo>
                  <a:lnTo>
                    <a:pt x="13772" y="244652"/>
                  </a:lnTo>
                  <a:lnTo>
                    <a:pt x="12351" y="244251"/>
                  </a:lnTo>
                  <a:lnTo>
                    <a:pt x="11371" y="243901"/>
                  </a:lnTo>
                  <a:lnTo>
                    <a:pt x="10292" y="243349"/>
                  </a:lnTo>
                  <a:lnTo>
                    <a:pt x="8577" y="242748"/>
                  </a:lnTo>
                  <a:lnTo>
                    <a:pt x="7597" y="242147"/>
                  </a:lnTo>
                  <a:lnTo>
                    <a:pt x="5489" y="241395"/>
                  </a:lnTo>
                  <a:lnTo>
                    <a:pt x="6616" y="240042"/>
                  </a:lnTo>
                  <a:lnTo>
                    <a:pt x="10684" y="233126"/>
                  </a:lnTo>
                  <a:lnTo>
                    <a:pt x="13086" y="228917"/>
                  </a:lnTo>
                  <a:lnTo>
                    <a:pt x="13527" y="228365"/>
                  </a:lnTo>
                  <a:lnTo>
                    <a:pt x="15341" y="224707"/>
                  </a:lnTo>
                  <a:lnTo>
                    <a:pt x="17203" y="221450"/>
                  </a:lnTo>
                  <a:lnTo>
                    <a:pt x="19899" y="216539"/>
                  </a:lnTo>
                  <a:lnTo>
                    <a:pt x="22546" y="211728"/>
                  </a:lnTo>
                  <a:lnTo>
                    <a:pt x="22742" y="211427"/>
                  </a:lnTo>
                  <a:lnTo>
                    <a:pt x="11616" y="199701"/>
                  </a:lnTo>
                  <a:lnTo>
                    <a:pt x="6469" y="194339"/>
                  </a:lnTo>
                  <a:lnTo>
                    <a:pt x="5048" y="192835"/>
                  </a:lnTo>
                  <a:lnTo>
                    <a:pt x="3970" y="191432"/>
                  </a:lnTo>
                  <a:lnTo>
                    <a:pt x="3283" y="190330"/>
                  </a:lnTo>
                  <a:lnTo>
                    <a:pt x="2695" y="189377"/>
                  </a:lnTo>
                  <a:lnTo>
                    <a:pt x="2156" y="188275"/>
                  </a:lnTo>
                  <a:lnTo>
                    <a:pt x="1519" y="186721"/>
                  </a:lnTo>
                  <a:lnTo>
                    <a:pt x="1127" y="185619"/>
                  </a:lnTo>
                  <a:lnTo>
                    <a:pt x="784" y="184216"/>
                  </a:lnTo>
                  <a:lnTo>
                    <a:pt x="392" y="182762"/>
                  </a:lnTo>
                  <a:lnTo>
                    <a:pt x="147" y="181309"/>
                  </a:lnTo>
                  <a:lnTo>
                    <a:pt x="49" y="180006"/>
                  </a:lnTo>
                  <a:lnTo>
                    <a:pt x="0" y="178403"/>
                  </a:lnTo>
                  <a:lnTo>
                    <a:pt x="49" y="176749"/>
                  </a:lnTo>
                  <a:lnTo>
                    <a:pt x="98" y="175847"/>
                  </a:lnTo>
                  <a:lnTo>
                    <a:pt x="539" y="173191"/>
                  </a:lnTo>
                  <a:lnTo>
                    <a:pt x="2842" y="160412"/>
                  </a:lnTo>
                  <a:lnTo>
                    <a:pt x="5048" y="148285"/>
                  </a:lnTo>
                  <a:lnTo>
                    <a:pt x="5979" y="143323"/>
                  </a:lnTo>
                  <a:lnTo>
                    <a:pt x="6224" y="141870"/>
                  </a:lnTo>
                  <a:lnTo>
                    <a:pt x="8969" y="126736"/>
                  </a:lnTo>
                  <a:lnTo>
                    <a:pt x="9067" y="126134"/>
                  </a:lnTo>
                  <a:lnTo>
                    <a:pt x="10929" y="115911"/>
                  </a:lnTo>
                  <a:lnTo>
                    <a:pt x="13772" y="99875"/>
                  </a:lnTo>
                  <a:lnTo>
                    <a:pt x="14704" y="94513"/>
                  </a:lnTo>
                  <a:lnTo>
                    <a:pt x="15390" y="90554"/>
                  </a:lnTo>
                  <a:lnTo>
                    <a:pt x="17399" y="79629"/>
                  </a:lnTo>
                  <a:lnTo>
                    <a:pt x="17644" y="78276"/>
                  </a:lnTo>
                  <a:lnTo>
                    <a:pt x="17889" y="76823"/>
                  </a:lnTo>
                  <a:lnTo>
                    <a:pt x="20291" y="63593"/>
                  </a:lnTo>
                  <a:lnTo>
                    <a:pt x="20977" y="60035"/>
                  </a:lnTo>
                  <a:lnTo>
                    <a:pt x="20977" y="59785"/>
                  </a:lnTo>
                  <a:lnTo>
                    <a:pt x="21173" y="58782"/>
                  </a:lnTo>
                  <a:lnTo>
                    <a:pt x="21271" y="58031"/>
                  </a:lnTo>
                  <a:lnTo>
                    <a:pt x="21369" y="57028"/>
                  </a:lnTo>
                  <a:lnTo>
                    <a:pt x="21467" y="56227"/>
                  </a:lnTo>
                  <a:lnTo>
                    <a:pt x="21516" y="55776"/>
                  </a:lnTo>
                  <a:lnTo>
                    <a:pt x="21516" y="55525"/>
                  </a:lnTo>
                  <a:lnTo>
                    <a:pt x="21565" y="54873"/>
                  </a:lnTo>
                  <a:lnTo>
                    <a:pt x="21614" y="53821"/>
                  </a:lnTo>
                  <a:lnTo>
                    <a:pt x="21614" y="53470"/>
                  </a:lnTo>
                  <a:lnTo>
                    <a:pt x="21614" y="52969"/>
                  </a:lnTo>
                  <a:lnTo>
                    <a:pt x="21663" y="52017"/>
                  </a:lnTo>
                  <a:lnTo>
                    <a:pt x="21663" y="51416"/>
                  </a:lnTo>
                  <a:lnTo>
                    <a:pt x="21663" y="50814"/>
                  </a:lnTo>
                  <a:lnTo>
                    <a:pt x="21614" y="49812"/>
                  </a:lnTo>
                  <a:lnTo>
                    <a:pt x="21516" y="48309"/>
                  </a:lnTo>
                  <a:lnTo>
                    <a:pt x="21516" y="47557"/>
                  </a:lnTo>
                  <a:lnTo>
                    <a:pt x="21663" y="47707"/>
                  </a:lnTo>
                  <a:lnTo>
                    <a:pt x="22840" y="48058"/>
                  </a:lnTo>
                  <a:lnTo>
                    <a:pt x="24457" y="48609"/>
                  </a:lnTo>
                  <a:lnTo>
                    <a:pt x="26467" y="49261"/>
                  </a:lnTo>
                  <a:lnTo>
                    <a:pt x="28329" y="49762"/>
                  </a:lnTo>
                  <a:lnTo>
                    <a:pt x="29751" y="50063"/>
                  </a:lnTo>
                  <a:lnTo>
                    <a:pt x="31172" y="50363"/>
                  </a:lnTo>
                  <a:lnTo>
                    <a:pt x="37446" y="51516"/>
                  </a:lnTo>
                  <a:lnTo>
                    <a:pt x="42592" y="52468"/>
                  </a:lnTo>
                  <a:lnTo>
                    <a:pt x="48523" y="53520"/>
                  </a:lnTo>
                  <a:lnTo>
                    <a:pt x="48964" y="53520"/>
                  </a:lnTo>
                  <a:lnTo>
                    <a:pt x="49454" y="53520"/>
                  </a:lnTo>
                  <a:lnTo>
                    <a:pt x="50238" y="53520"/>
                  </a:lnTo>
                  <a:lnTo>
                    <a:pt x="51219" y="53420"/>
                  </a:lnTo>
                  <a:lnTo>
                    <a:pt x="52346" y="53320"/>
                  </a:lnTo>
                  <a:lnTo>
                    <a:pt x="53718" y="53170"/>
                  </a:lnTo>
                  <a:lnTo>
                    <a:pt x="54649" y="53069"/>
                  </a:lnTo>
                  <a:lnTo>
                    <a:pt x="55189" y="53019"/>
                  </a:lnTo>
                  <a:lnTo>
                    <a:pt x="55581" y="52969"/>
                  </a:lnTo>
                  <a:lnTo>
                    <a:pt x="56708" y="52819"/>
                  </a:lnTo>
                  <a:lnTo>
                    <a:pt x="60041" y="52418"/>
                  </a:lnTo>
                  <a:lnTo>
                    <a:pt x="60286" y="52418"/>
                  </a:lnTo>
                  <a:lnTo>
                    <a:pt x="63619" y="52017"/>
                  </a:lnTo>
                  <a:lnTo>
                    <a:pt x="65187" y="51817"/>
                  </a:lnTo>
                  <a:lnTo>
                    <a:pt x="66854" y="51566"/>
                  </a:lnTo>
                  <a:lnTo>
                    <a:pt x="67050" y="51566"/>
                  </a:lnTo>
                  <a:lnTo>
                    <a:pt x="71608" y="51015"/>
                  </a:lnTo>
                  <a:lnTo>
                    <a:pt x="73863" y="50764"/>
                  </a:lnTo>
                  <a:lnTo>
                    <a:pt x="75431" y="50564"/>
                  </a:lnTo>
                  <a:lnTo>
                    <a:pt x="76313" y="50564"/>
                  </a:lnTo>
                  <a:lnTo>
                    <a:pt x="77490" y="50063"/>
                  </a:lnTo>
                  <a:lnTo>
                    <a:pt x="77735" y="49912"/>
                  </a:lnTo>
                  <a:lnTo>
                    <a:pt x="78078" y="49812"/>
                  </a:lnTo>
                  <a:lnTo>
                    <a:pt x="82097" y="47106"/>
                  </a:lnTo>
                  <a:lnTo>
                    <a:pt x="85136" y="45603"/>
                  </a:lnTo>
                  <a:lnTo>
                    <a:pt x="87047" y="45603"/>
                  </a:lnTo>
                  <a:lnTo>
                    <a:pt x="89253" y="46905"/>
                  </a:lnTo>
                  <a:lnTo>
                    <a:pt x="90674" y="49461"/>
                  </a:lnTo>
                  <a:lnTo>
                    <a:pt x="96360" y="45903"/>
                  </a:lnTo>
                  <a:lnTo>
                    <a:pt x="97389" y="45302"/>
                  </a:lnTo>
                  <a:lnTo>
                    <a:pt x="110231" y="37935"/>
                  </a:lnTo>
                  <a:lnTo>
                    <a:pt x="111799" y="36432"/>
                  </a:lnTo>
                  <a:lnTo>
                    <a:pt x="110280" y="33676"/>
                  </a:lnTo>
                  <a:lnTo>
                    <a:pt x="110280" y="31471"/>
                  </a:lnTo>
                  <a:lnTo>
                    <a:pt x="110623" y="31020"/>
                  </a:lnTo>
                  <a:lnTo>
                    <a:pt x="111015" y="26008"/>
                  </a:lnTo>
                  <a:lnTo>
                    <a:pt x="110770" y="20446"/>
                  </a:lnTo>
                  <a:lnTo>
                    <a:pt x="110329" y="20446"/>
                  </a:lnTo>
                  <a:lnTo>
                    <a:pt x="110035" y="19393"/>
                  </a:lnTo>
                  <a:lnTo>
                    <a:pt x="111554" y="18090"/>
                  </a:lnTo>
                  <a:lnTo>
                    <a:pt x="116259" y="18942"/>
                  </a:lnTo>
                  <a:lnTo>
                    <a:pt x="118171" y="16637"/>
                  </a:lnTo>
                  <a:lnTo>
                    <a:pt x="119494" y="17289"/>
                  </a:lnTo>
                  <a:lnTo>
                    <a:pt x="119739" y="16637"/>
                  </a:lnTo>
                  <a:lnTo>
                    <a:pt x="120622" y="14482"/>
                  </a:lnTo>
                  <a:lnTo>
                    <a:pt x="121063" y="14131"/>
                  </a:lnTo>
                  <a:lnTo>
                    <a:pt x="121896" y="14783"/>
                  </a:lnTo>
                  <a:lnTo>
                    <a:pt x="122435" y="15134"/>
                  </a:lnTo>
                  <a:lnTo>
                    <a:pt x="122680" y="15334"/>
                  </a:lnTo>
                  <a:lnTo>
                    <a:pt x="126013" y="16136"/>
                  </a:lnTo>
                  <a:lnTo>
                    <a:pt x="126846" y="16086"/>
                  </a:lnTo>
                  <a:lnTo>
                    <a:pt x="127483" y="16387"/>
                  </a:lnTo>
                  <a:lnTo>
                    <a:pt x="128366" y="16637"/>
                  </a:lnTo>
                  <a:lnTo>
                    <a:pt x="129003" y="16787"/>
                  </a:lnTo>
                  <a:lnTo>
                    <a:pt x="129444" y="16838"/>
                  </a:lnTo>
                  <a:lnTo>
                    <a:pt x="131012" y="16838"/>
                  </a:lnTo>
                  <a:lnTo>
                    <a:pt x="131159" y="16938"/>
                  </a:lnTo>
                  <a:lnTo>
                    <a:pt x="132483" y="17740"/>
                  </a:lnTo>
                  <a:lnTo>
                    <a:pt x="133610" y="18191"/>
                  </a:lnTo>
                  <a:lnTo>
                    <a:pt x="133757" y="18241"/>
                  </a:lnTo>
                  <a:lnTo>
                    <a:pt x="134492" y="18491"/>
                  </a:lnTo>
                  <a:lnTo>
                    <a:pt x="134688" y="18592"/>
                  </a:lnTo>
                  <a:lnTo>
                    <a:pt x="135031" y="18792"/>
                  </a:lnTo>
                  <a:lnTo>
                    <a:pt x="136110" y="19393"/>
                  </a:lnTo>
                  <a:lnTo>
                    <a:pt x="136355" y="19644"/>
                  </a:lnTo>
                  <a:lnTo>
                    <a:pt x="136796" y="20045"/>
                  </a:lnTo>
                  <a:lnTo>
                    <a:pt x="137139" y="19794"/>
                  </a:lnTo>
                  <a:lnTo>
                    <a:pt x="137580" y="19744"/>
                  </a:lnTo>
                  <a:lnTo>
                    <a:pt x="139296" y="19494"/>
                  </a:lnTo>
                  <a:lnTo>
                    <a:pt x="140668" y="19193"/>
                  </a:lnTo>
                  <a:lnTo>
                    <a:pt x="142187" y="18341"/>
                  </a:lnTo>
                  <a:lnTo>
                    <a:pt x="142334" y="17990"/>
                  </a:lnTo>
                  <a:lnTo>
                    <a:pt x="147383" y="14783"/>
                  </a:lnTo>
                  <a:lnTo>
                    <a:pt x="148853" y="13881"/>
                  </a:lnTo>
                  <a:lnTo>
                    <a:pt x="149049" y="13480"/>
                  </a:lnTo>
                  <a:lnTo>
                    <a:pt x="149392" y="13079"/>
                  </a:lnTo>
                  <a:lnTo>
                    <a:pt x="149490" y="12929"/>
                  </a:lnTo>
                  <a:lnTo>
                    <a:pt x="149932" y="12428"/>
                  </a:lnTo>
                  <a:lnTo>
                    <a:pt x="150471" y="11726"/>
                  </a:lnTo>
                  <a:lnTo>
                    <a:pt x="150618" y="11626"/>
                  </a:lnTo>
                  <a:lnTo>
                    <a:pt x="150814" y="11425"/>
                  </a:lnTo>
                  <a:lnTo>
                    <a:pt x="151059" y="11275"/>
                  </a:lnTo>
                  <a:lnTo>
                    <a:pt x="151696" y="10824"/>
                  </a:lnTo>
                  <a:lnTo>
                    <a:pt x="152921" y="10223"/>
                  </a:lnTo>
                  <a:lnTo>
                    <a:pt x="155029" y="9020"/>
                  </a:lnTo>
                  <a:lnTo>
                    <a:pt x="160862" y="5662"/>
                  </a:lnTo>
                  <a:lnTo>
                    <a:pt x="163753" y="4009"/>
                  </a:lnTo>
                  <a:lnTo>
                    <a:pt x="165763" y="2856"/>
                  </a:lnTo>
                  <a:lnTo>
                    <a:pt x="167674" y="1753"/>
                  </a:lnTo>
                  <a:lnTo>
                    <a:pt x="17071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87363" y="4247397"/>
              <a:ext cx="395881" cy="579108"/>
            </a:xfrm>
            <a:custGeom>
              <a:avLst/>
              <a:pathLst>
                <a:path w="395881" h="579108">
                  <a:moveTo>
                    <a:pt x="217766" y="551"/>
                  </a:moveTo>
                  <a:lnTo>
                    <a:pt x="223697" y="6464"/>
                  </a:lnTo>
                  <a:lnTo>
                    <a:pt x="226932" y="6965"/>
                  </a:lnTo>
                  <a:lnTo>
                    <a:pt x="228794" y="8318"/>
                  </a:lnTo>
                  <a:lnTo>
                    <a:pt x="230510" y="10674"/>
                  </a:lnTo>
                  <a:lnTo>
                    <a:pt x="231980" y="11325"/>
                  </a:lnTo>
                  <a:lnTo>
                    <a:pt x="233892" y="11275"/>
                  </a:lnTo>
                  <a:lnTo>
                    <a:pt x="234970" y="10924"/>
                  </a:lnTo>
                  <a:lnTo>
                    <a:pt x="235754" y="10624"/>
                  </a:lnTo>
                  <a:lnTo>
                    <a:pt x="238940" y="10874"/>
                  </a:lnTo>
                  <a:lnTo>
                    <a:pt x="241048" y="11576"/>
                  </a:lnTo>
                  <a:lnTo>
                    <a:pt x="245361" y="13781"/>
                  </a:lnTo>
                  <a:lnTo>
                    <a:pt x="246243" y="14232"/>
                  </a:lnTo>
                  <a:lnTo>
                    <a:pt x="250311" y="17088"/>
                  </a:lnTo>
                  <a:lnTo>
                    <a:pt x="244576" y="27462"/>
                  </a:lnTo>
                  <a:lnTo>
                    <a:pt x="242273" y="32924"/>
                  </a:lnTo>
                  <a:lnTo>
                    <a:pt x="241489" y="39088"/>
                  </a:lnTo>
                  <a:lnTo>
                    <a:pt x="242322" y="43498"/>
                  </a:lnTo>
                  <a:lnTo>
                    <a:pt x="243106" y="44450"/>
                  </a:lnTo>
                  <a:lnTo>
                    <a:pt x="243547" y="44851"/>
                  </a:lnTo>
                  <a:lnTo>
                    <a:pt x="245851" y="47006"/>
                  </a:lnTo>
                  <a:lnTo>
                    <a:pt x="247125" y="49060"/>
                  </a:lnTo>
                  <a:lnTo>
                    <a:pt x="250899" y="50564"/>
                  </a:lnTo>
                  <a:lnTo>
                    <a:pt x="255114" y="53019"/>
                  </a:lnTo>
                  <a:lnTo>
                    <a:pt x="256683" y="53971"/>
                  </a:lnTo>
                  <a:lnTo>
                    <a:pt x="257859" y="55876"/>
                  </a:lnTo>
                  <a:lnTo>
                    <a:pt x="258937" y="57529"/>
                  </a:lnTo>
                  <a:lnTo>
                    <a:pt x="259918" y="58883"/>
                  </a:lnTo>
                  <a:lnTo>
                    <a:pt x="261094" y="59584"/>
                  </a:lnTo>
                  <a:lnTo>
                    <a:pt x="263839" y="60536"/>
                  </a:lnTo>
                  <a:lnTo>
                    <a:pt x="264721" y="60787"/>
                  </a:lnTo>
                  <a:lnTo>
                    <a:pt x="274230" y="63242"/>
                  </a:lnTo>
                  <a:lnTo>
                    <a:pt x="276239" y="63242"/>
                  </a:lnTo>
                  <a:lnTo>
                    <a:pt x="278249" y="63343"/>
                  </a:lnTo>
                  <a:lnTo>
                    <a:pt x="281190" y="63543"/>
                  </a:lnTo>
                  <a:lnTo>
                    <a:pt x="282464" y="63643"/>
                  </a:lnTo>
                  <a:lnTo>
                    <a:pt x="283983" y="64044"/>
                  </a:lnTo>
                  <a:lnTo>
                    <a:pt x="285503" y="65097"/>
                  </a:lnTo>
                  <a:lnTo>
                    <a:pt x="287071" y="66901"/>
                  </a:lnTo>
                  <a:lnTo>
                    <a:pt x="287708" y="68254"/>
                  </a:lnTo>
                  <a:lnTo>
                    <a:pt x="288100" y="69306"/>
                  </a:lnTo>
                  <a:lnTo>
                    <a:pt x="289571" y="70158"/>
                  </a:lnTo>
                  <a:lnTo>
                    <a:pt x="295256" y="74768"/>
                  </a:lnTo>
                  <a:lnTo>
                    <a:pt x="298981" y="79178"/>
                  </a:lnTo>
                  <a:lnTo>
                    <a:pt x="299324" y="80632"/>
                  </a:lnTo>
                  <a:lnTo>
                    <a:pt x="299717" y="84791"/>
                  </a:lnTo>
                  <a:lnTo>
                    <a:pt x="299962" y="85843"/>
                  </a:lnTo>
                  <a:lnTo>
                    <a:pt x="300060" y="86244"/>
                  </a:lnTo>
                  <a:lnTo>
                    <a:pt x="301971" y="89602"/>
                  </a:lnTo>
                  <a:lnTo>
                    <a:pt x="304765" y="93310"/>
                  </a:lnTo>
                  <a:lnTo>
                    <a:pt x="306039" y="95716"/>
                  </a:lnTo>
                  <a:lnTo>
                    <a:pt x="307657" y="99675"/>
                  </a:lnTo>
                  <a:lnTo>
                    <a:pt x="309127" y="102481"/>
                  </a:lnTo>
                  <a:lnTo>
                    <a:pt x="310254" y="103984"/>
                  </a:lnTo>
                  <a:lnTo>
                    <a:pt x="312313" y="106189"/>
                  </a:lnTo>
                  <a:lnTo>
                    <a:pt x="318048" y="110599"/>
                  </a:lnTo>
                  <a:lnTo>
                    <a:pt x="320498" y="113706"/>
                  </a:lnTo>
                  <a:lnTo>
                    <a:pt x="321086" y="116362"/>
                  </a:lnTo>
                  <a:lnTo>
                    <a:pt x="321184" y="119419"/>
                  </a:lnTo>
                  <a:lnTo>
                    <a:pt x="322459" y="126535"/>
                  </a:lnTo>
                  <a:lnTo>
                    <a:pt x="322557" y="126786"/>
                  </a:lnTo>
                  <a:lnTo>
                    <a:pt x="322459" y="131246"/>
                  </a:lnTo>
                  <a:lnTo>
                    <a:pt x="324027" y="138212"/>
                  </a:lnTo>
                  <a:lnTo>
                    <a:pt x="325057" y="142421"/>
                  </a:lnTo>
                  <a:lnTo>
                    <a:pt x="328487" y="149437"/>
                  </a:lnTo>
                  <a:lnTo>
                    <a:pt x="334859" y="157054"/>
                  </a:lnTo>
                  <a:lnTo>
                    <a:pt x="344025" y="163669"/>
                  </a:lnTo>
                  <a:lnTo>
                    <a:pt x="352945" y="168831"/>
                  </a:lnTo>
                  <a:lnTo>
                    <a:pt x="359660" y="170334"/>
                  </a:lnTo>
                  <a:lnTo>
                    <a:pt x="367698" y="173441"/>
                  </a:lnTo>
                  <a:lnTo>
                    <a:pt x="375001" y="175296"/>
                  </a:lnTo>
                  <a:lnTo>
                    <a:pt x="376521" y="175797"/>
                  </a:lnTo>
                  <a:lnTo>
                    <a:pt x="380638" y="177200"/>
                  </a:lnTo>
                  <a:lnTo>
                    <a:pt x="382794" y="178503"/>
                  </a:lnTo>
                  <a:lnTo>
                    <a:pt x="384363" y="181610"/>
                  </a:lnTo>
                  <a:lnTo>
                    <a:pt x="384902" y="186521"/>
                  </a:lnTo>
                  <a:lnTo>
                    <a:pt x="384363" y="193386"/>
                  </a:lnTo>
                  <a:lnTo>
                    <a:pt x="386127" y="203610"/>
                  </a:lnTo>
                  <a:lnTo>
                    <a:pt x="387892" y="209473"/>
                  </a:lnTo>
                  <a:lnTo>
                    <a:pt x="388872" y="213081"/>
                  </a:lnTo>
                  <a:lnTo>
                    <a:pt x="391568" y="221700"/>
                  </a:lnTo>
                  <a:lnTo>
                    <a:pt x="393185" y="225108"/>
                  </a:lnTo>
                  <a:lnTo>
                    <a:pt x="393920" y="226060"/>
                  </a:lnTo>
                  <a:lnTo>
                    <a:pt x="395097" y="228967"/>
                  </a:lnTo>
                  <a:lnTo>
                    <a:pt x="395881" y="235131"/>
                  </a:lnTo>
                  <a:lnTo>
                    <a:pt x="395440" y="239892"/>
                  </a:lnTo>
                  <a:lnTo>
                    <a:pt x="395097" y="245254"/>
                  </a:lnTo>
                  <a:lnTo>
                    <a:pt x="391421" y="251668"/>
                  </a:lnTo>
                  <a:lnTo>
                    <a:pt x="385980" y="262493"/>
                  </a:lnTo>
                  <a:lnTo>
                    <a:pt x="382157" y="267654"/>
                  </a:lnTo>
                  <a:lnTo>
                    <a:pt x="380442" y="269208"/>
                  </a:lnTo>
                  <a:lnTo>
                    <a:pt x="378873" y="272014"/>
                  </a:lnTo>
                  <a:lnTo>
                    <a:pt x="378138" y="274570"/>
                  </a:lnTo>
                  <a:lnTo>
                    <a:pt x="377893" y="275422"/>
                  </a:lnTo>
                  <a:lnTo>
                    <a:pt x="377991" y="276324"/>
                  </a:lnTo>
                  <a:lnTo>
                    <a:pt x="378383" y="280383"/>
                  </a:lnTo>
                  <a:lnTo>
                    <a:pt x="381275" y="284593"/>
                  </a:lnTo>
                  <a:lnTo>
                    <a:pt x="384167" y="290656"/>
                  </a:lnTo>
                  <a:lnTo>
                    <a:pt x="385392" y="294966"/>
                  </a:lnTo>
                  <a:lnTo>
                    <a:pt x="385833" y="298123"/>
                  </a:lnTo>
                  <a:lnTo>
                    <a:pt x="385980" y="303585"/>
                  </a:lnTo>
                  <a:lnTo>
                    <a:pt x="384461" y="308497"/>
                  </a:lnTo>
                  <a:lnTo>
                    <a:pt x="383186" y="310752"/>
                  </a:lnTo>
                  <a:lnTo>
                    <a:pt x="380736" y="315212"/>
                  </a:lnTo>
                  <a:lnTo>
                    <a:pt x="379265" y="320223"/>
                  </a:lnTo>
                  <a:lnTo>
                    <a:pt x="377844" y="325335"/>
                  </a:lnTo>
                  <a:lnTo>
                    <a:pt x="377158" y="329344"/>
                  </a:lnTo>
                  <a:lnTo>
                    <a:pt x="376423" y="332350"/>
                  </a:lnTo>
                  <a:lnTo>
                    <a:pt x="375589" y="335908"/>
                  </a:lnTo>
                  <a:lnTo>
                    <a:pt x="375001" y="339918"/>
                  </a:lnTo>
                  <a:lnTo>
                    <a:pt x="374168" y="342574"/>
                  </a:lnTo>
                  <a:lnTo>
                    <a:pt x="372502" y="343927"/>
                  </a:lnTo>
                  <a:lnTo>
                    <a:pt x="371325" y="344478"/>
                  </a:lnTo>
                  <a:lnTo>
                    <a:pt x="370639" y="344778"/>
                  </a:lnTo>
                  <a:lnTo>
                    <a:pt x="367061" y="346432"/>
                  </a:lnTo>
                  <a:lnTo>
                    <a:pt x="365444" y="348337"/>
                  </a:lnTo>
                  <a:lnTo>
                    <a:pt x="363238" y="355954"/>
                  </a:lnTo>
                  <a:lnTo>
                    <a:pt x="359366" y="370537"/>
                  </a:lnTo>
                  <a:lnTo>
                    <a:pt x="356768" y="379407"/>
                  </a:lnTo>
                  <a:lnTo>
                    <a:pt x="352749" y="384468"/>
                  </a:lnTo>
                  <a:lnTo>
                    <a:pt x="349465" y="389530"/>
                  </a:lnTo>
                  <a:lnTo>
                    <a:pt x="346230" y="395243"/>
                  </a:lnTo>
                  <a:lnTo>
                    <a:pt x="342946" y="400154"/>
                  </a:lnTo>
                  <a:lnTo>
                    <a:pt x="342211" y="402960"/>
                  </a:lnTo>
                  <a:lnTo>
                    <a:pt x="343044" y="406318"/>
                  </a:lnTo>
                  <a:lnTo>
                    <a:pt x="346769" y="411229"/>
                  </a:lnTo>
                  <a:lnTo>
                    <a:pt x="347897" y="413434"/>
                  </a:lnTo>
                  <a:lnTo>
                    <a:pt x="349416" y="416491"/>
                  </a:lnTo>
                  <a:lnTo>
                    <a:pt x="350053" y="421201"/>
                  </a:lnTo>
                  <a:lnTo>
                    <a:pt x="350396" y="424659"/>
                  </a:lnTo>
                  <a:lnTo>
                    <a:pt x="349808" y="429019"/>
                  </a:lnTo>
                  <a:lnTo>
                    <a:pt x="349367" y="432427"/>
                  </a:lnTo>
                  <a:lnTo>
                    <a:pt x="348191" y="435333"/>
                  </a:lnTo>
                  <a:lnTo>
                    <a:pt x="347113" y="437638"/>
                  </a:lnTo>
                  <a:lnTo>
                    <a:pt x="346622" y="438841"/>
                  </a:lnTo>
                  <a:lnTo>
                    <a:pt x="346622" y="442900"/>
                  </a:lnTo>
                  <a:lnTo>
                    <a:pt x="347505" y="445205"/>
                  </a:lnTo>
                  <a:lnTo>
                    <a:pt x="349955" y="455779"/>
                  </a:lnTo>
                  <a:lnTo>
                    <a:pt x="352308" y="463848"/>
                  </a:lnTo>
                  <a:lnTo>
                    <a:pt x="354710" y="471765"/>
                  </a:lnTo>
                  <a:lnTo>
                    <a:pt x="355690" y="477228"/>
                  </a:lnTo>
                  <a:lnTo>
                    <a:pt x="355298" y="478982"/>
                  </a:lnTo>
                  <a:lnTo>
                    <a:pt x="325253" y="496622"/>
                  </a:lnTo>
                  <a:lnTo>
                    <a:pt x="319812" y="500631"/>
                  </a:lnTo>
                  <a:lnTo>
                    <a:pt x="311480" y="510753"/>
                  </a:lnTo>
                  <a:lnTo>
                    <a:pt x="304324" y="519924"/>
                  </a:lnTo>
                  <a:lnTo>
                    <a:pt x="299570" y="527742"/>
                  </a:lnTo>
                  <a:lnTo>
                    <a:pt x="295550" y="536011"/>
                  </a:lnTo>
                  <a:lnTo>
                    <a:pt x="293002" y="542726"/>
                  </a:lnTo>
                  <a:lnTo>
                    <a:pt x="277759" y="564024"/>
                  </a:lnTo>
                  <a:lnTo>
                    <a:pt x="268446" y="576703"/>
                  </a:lnTo>
                  <a:lnTo>
                    <a:pt x="265799" y="578306"/>
                  </a:lnTo>
                  <a:lnTo>
                    <a:pt x="264476" y="578958"/>
                  </a:lnTo>
                  <a:lnTo>
                    <a:pt x="263888" y="579108"/>
                  </a:lnTo>
                  <a:lnTo>
                    <a:pt x="262417" y="579008"/>
                  </a:lnTo>
                  <a:lnTo>
                    <a:pt x="249233" y="573896"/>
                  </a:lnTo>
                  <a:lnTo>
                    <a:pt x="249674" y="572744"/>
                  </a:lnTo>
                  <a:lnTo>
                    <a:pt x="250703" y="570037"/>
                  </a:lnTo>
                  <a:lnTo>
                    <a:pt x="251978" y="566780"/>
                  </a:lnTo>
                  <a:lnTo>
                    <a:pt x="252027" y="566580"/>
                  </a:lnTo>
                  <a:lnTo>
                    <a:pt x="253987" y="561518"/>
                  </a:lnTo>
                  <a:lnTo>
                    <a:pt x="254330" y="560666"/>
                  </a:lnTo>
                  <a:lnTo>
                    <a:pt x="255016" y="558612"/>
                  </a:lnTo>
                  <a:lnTo>
                    <a:pt x="255212" y="557760"/>
                  </a:lnTo>
                  <a:lnTo>
                    <a:pt x="255261" y="557459"/>
                  </a:lnTo>
                  <a:lnTo>
                    <a:pt x="255457" y="555354"/>
                  </a:lnTo>
                  <a:lnTo>
                    <a:pt x="255457" y="555104"/>
                  </a:lnTo>
                  <a:lnTo>
                    <a:pt x="251732" y="553801"/>
                  </a:lnTo>
                  <a:lnTo>
                    <a:pt x="244724" y="550594"/>
                  </a:lnTo>
                  <a:lnTo>
                    <a:pt x="243106" y="549842"/>
                  </a:lnTo>
                  <a:lnTo>
                    <a:pt x="242371" y="549541"/>
                  </a:lnTo>
                  <a:lnTo>
                    <a:pt x="241881" y="549291"/>
                  </a:lnTo>
                  <a:lnTo>
                    <a:pt x="241048" y="548890"/>
                  </a:lnTo>
                  <a:lnTo>
                    <a:pt x="234235" y="545783"/>
                  </a:lnTo>
                  <a:lnTo>
                    <a:pt x="228010" y="542926"/>
                  </a:lnTo>
                  <a:lnTo>
                    <a:pt x="222962" y="540621"/>
                  </a:lnTo>
                  <a:lnTo>
                    <a:pt x="219727" y="539218"/>
                  </a:lnTo>
                  <a:lnTo>
                    <a:pt x="216198" y="537564"/>
                  </a:lnTo>
                  <a:lnTo>
                    <a:pt x="215364" y="537213"/>
                  </a:lnTo>
                  <a:lnTo>
                    <a:pt x="214727" y="536913"/>
                  </a:lnTo>
                  <a:lnTo>
                    <a:pt x="214531" y="536862"/>
                  </a:lnTo>
                  <a:lnTo>
                    <a:pt x="213551" y="536311"/>
                  </a:lnTo>
                  <a:lnTo>
                    <a:pt x="212620" y="535660"/>
                  </a:lnTo>
                  <a:lnTo>
                    <a:pt x="211787" y="535008"/>
                  </a:lnTo>
                  <a:lnTo>
                    <a:pt x="211198" y="534457"/>
                  </a:lnTo>
                  <a:lnTo>
                    <a:pt x="211100" y="534307"/>
                  </a:lnTo>
                  <a:lnTo>
                    <a:pt x="210512" y="533705"/>
                  </a:lnTo>
                  <a:lnTo>
                    <a:pt x="210071" y="533204"/>
                  </a:lnTo>
                  <a:lnTo>
                    <a:pt x="209532" y="532503"/>
                  </a:lnTo>
                  <a:lnTo>
                    <a:pt x="208895" y="531400"/>
                  </a:lnTo>
                  <a:lnTo>
                    <a:pt x="207963" y="529797"/>
                  </a:lnTo>
                  <a:lnTo>
                    <a:pt x="207865" y="529496"/>
                  </a:lnTo>
                  <a:lnTo>
                    <a:pt x="207669" y="529145"/>
                  </a:lnTo>
                  <a:lnTo>
                    <a:pt x="207375" y="528494"/>
                  </a:lnTo>
                  <a:lnTo>
                    <a:pt x="206885" y="527191"/>
                  </a:lnTo>
                  <a:lnTo>
                    <a:pt x="206689" y="526740"/>
                  </a:lnTo>
                  <a:lnTo>
                    <a:pt x="205856" y="523633"/>
                  </a:lnTo>
                  <a:lnTo>
                    <a:pt x="205072" y="520726"/>
                  </a:lnTo>
                  <a:lnTo>
                    <a:pt x="204827" y="519924"/>
                  </a:lnTo>
                  <a:lnTo>
                    <a:pt x="204091" y="517168"/>
                  </a:lnTo>
                  <a:lnTo>
                    <a:pt x="203111" y="513560"/>
                  </a:lnTo>
                  <a:lnTo>
                    <a:pt x="202719" y="512056"/>
                  </a:lnTo>
                  <a:lnTo>
                    <a:pt x="202278" y="510553"/>
                  </a:lnTo>
                  <a:lnTo>
                    <a:pt x="201347" y="507045"/>
                  </a:lnTo>
                  <a:lnTo>
                    <a:pt x="200807" y="504990"/>
                  </a:lnTo>
                  <a:lnTo>
                    <a:pt x="200170" y="502785"/>
                  </a:lnTo>
                  <a:lnTo>
                    <a:pt x="199729" y="501332"/>
                  </a:lnTo>
                  <a:lnTo>
                    <a:pt x="197524" y="493164"/>
                  </a:lnTo>
                  <a:lnTo>
                    <a:pt x="196592" y="489806"/>
                  </a:lnTo>
                  <a:lnTo>
                    <a:pt x="196445" y="489205"/>
                  </a:lnTo>
                  <a:lnTo>
                    <a:pt x="195710" y="485847"/>
                  </a:lnTo>
                  <a:lnTo>
                    <a:pt x="195416" y="484394"/>
                  </a:lnTo>
                  <a:lnTo>
                    <a:pt x="195318" y="483993"/>
                  </a:lnTo>
                  <a:lnTo>
                    <a:pt x="195073" y="482891"/>
                  </a:lnTo>
                  <a:lnTo>
                    <a:pt x="194828" y="482189"/>
                  </a:lnTo>
                  <a:lnTo>
                    <a:pt x="194730" y="481838"/>
                  </a:lnTo>
                  <a:lnTo>
                    <a:pt x="194289" y="480686"/>
                  </a:lnTo>
                  <a:lnTo>
                    <a:pt x="193504" y="478831"/>
                  </a:lnTo>
                  <a:lnTo>
                    <a:pt x="193308" y="478481"/>
                  </a:lnTo>
                  <a:lnTo>
                    <a:pt x="192916" y="477528"/>
                  </a:lnTo>
                  <a:lnTo>
                    <a:pt x="192181" y="476125"/>
                  </a:lnTo>
                  <a:lnTo>
                    <a:pt x="192034" y="475774"/>
                  </a:lnTo>
                  <a:lnTo>
                    <a:pt x="191348" y="474421"/>
                  </a:lnTo>
                  <a:lnTo>
                    <a:pt x="190417" y="472718"/>
                  </a:lnTo>
                  <a:lnTo>
                    <a:pt x="189485" y="471465"/>
                  </a:lnTo>
                  <a:lnTo>
                    <a:pt x="188260" y="469711"/>
                  </a:lnTo>
                  <a:lnTo>
                    <a:pt x="186888" y="467857"/>
                  </a:lnTo>
                  <a:lnTo>
                    <a:pt x="185956" y="466604"/>
                  </a:lnTo>
                  <a:lnTo>
                    <a:pt x="185270" y="465601"/>
                  </a:lnTo>
                  <a:lnTo>
                    <a:pt x="183408" y="462996"/>
                  </a:lnTo>
                  <a:lnTo>
                    <a:pt x="183212" y="462745"/>
                  </a:lnTo>
                  <a:lnTo>
                    <a:pt x="181398" y="460390"/>
                  </a:lnTo>
                  <a:lnTo>
                    <a:pt x="180957" y="459838"/>
                  </a:lnTo>
                  <a:lnTo>
                    <a:pt x="177036" y="454677"/>
                  </a:lnTo>
                  <a:lnTo>
                    <a:pt x="174928" y="451720"/>
                  </a:lnTo>
                  <a:lnTo>
                    <a:pt x="169243" y="444053"/>
                  </a:lnTo>
                  <a:lnTo>
                    <a:pt x="167478" y="441347"/>
                  </a:lnTo>
                  <a:lnTo>
                    <a:pt x="165812" y="438590"/>
                  </a:lnTo>
                  <a:lnTo>
                    <a:pt x="164243" y="435734"/>
                  </a:lnTo>
                  <a:lnTo>
                    <a:pt x="160715" y="429771"/>
                  </a:lnTo>
                  <a:lnTo>
                    <a:pt x="158803" y="426513"/>
                  </a:lnTo>
                  <a:lnTo>
                    <a:pt x="155029" y="420299"/>
                  </a:lnTo>
                  <a:lnTo>
                    <a:pt x="153117" y="416992"/>
                  </a:lnTo>
                  <a:lnTo>
                    <a:pt x="151157" y="413634"/>
                  </a:lnTo>
                  <a:lnTo>
                    <a:pt x="150128" y="411930"/>
                  </a:lnTo>
                  <a:lnTo>
                    <a:pt x="149588" y="410978"/>
                  </a:lnTo>
                  <a:lnTo>
                    <a:pt x="147824" y="407971"/>
                  </a:lnTo>
                  <a:lnTo>
                    <a:pt x="144393" y="402108"/>
                  </a:lnTo>
                  <a:lnTo>
                    <a:pt x="140815" y="396094"/>
                  </a:lnTo>
                  <a:lnTo>
                    <a:pt x="135914" y="387726"/>
                  </a:lnTo>
                  <a:lnTo>
                    <a:pt x="134688" y="385771"/>
                  </a:lnTo>
                  <a:lnTo>
                    <a:pt x="134051" y="384719"/>
                  </a:lnTo>
                  <a:lnTo>
                    <a:pt x="132336" y="381712"/>
                  </a:lnTo>
                  <a:lnTo>
                    <a:pt x="130571" y="378805"/>
                  </a:lnTo>
                  <a:lnTo>
                    <a:pt x="128905" y="375799"/>
                  </a:lnTo>
                  <a:lnTo>
                    <a:pt x="127777" y="373995"/>
                  </a:lnTo>
                  <a:lnTo>
                    <a:pt x="126258" y="371339"/>
                  </a:lnTo>
                  <a:lnTo>
                    <a:pt x="124837" y="368883"/>
                  </a:lnTo>
                  <a:lnTo>
                    <a:pt x="120376" y="361366"/>
                  </a:lnTo>
                  <a:lnTo>
                    <a:pt x="118073" y="357507"/>
                  </a:lnTo>
                  <a:lnTo>
                    <a:pt x="117681" y="356756"/>
                  </a:lnTo>
                  <a:lnTo>
                    <a:pt x="117583" y="356505"/>
                  </a:lnTo>
                  <a:lnTo>
                    <a:pt x="117387" y="355803"/>
                  </a:lnTo>
                  <a:lnTo>
                    <a:pt x="117191" y="355202"/>
                  </a:lnTo>
                  <a:lnTo>
                    <a:pt x="116749" y="353849"/>
                  </a:lnTo>
                  <a:lnTo>
                    <a:pt x="116651" y="353649"/>
                  </a:lnTo>
                  <a:lnTo>
                    <a:pt x="116406" y="352746"/>
                  </a:lnTo>
                  <a:lnTo>
                    <a:pt x="116014" y="352045"/>
                  </a:lnTo>
                  <a:lnTo>
                    <a:pt x="113171" y="347284"/>
                  </a:lnTo>
                  <a:lnTo>
                    <a:pt x="109790" y="341772"/>
                  </a:lnTo>
                  <a:lnTo>
                    <a:pt x="108074" y="338564"/>
                  </a:lnTo>
                  <a:lnTo>
                    <a:pt x="107143" y="337011"/>
                  </a:lnTo>
                  <a:lnTo>
                    <a:pt x="106702" y="336309"/>
                  </a:lnTo>
                  <a:lnTo>
                    <a:pt x="102536" y="329093"/>
                  </a:lnTo>
                  <a:lnTo>
                    <a:pt x="100526" y="325635"/>
                  </a:lnTo>
                  <a:lnTo>
                    <a:pt x="99791" y="324633"/>
                  </a:lnTo>
                  <a:lnTo>
                    <a:pt x="99252" y="323881"/>
                  </a:lnTo>
                  <a:lnTo>
                    <a:pt x="99105" y="323681"/>
                  </a:lnTo>
                  <a:lnTo>
                    <a:pt x="96360" y="319020"/>
                  </a:lnTo>
                  <a:lnTo>
                    <a:pt x="93321" y="320774"/>
                  </a:lnTo>
                  <a:lnTo>
                    <a:pt x="91410" y="321877"/>
                  </a:lnTo>
                  <a:lnTo>
                    <a:pt x="89400" y="323029"/>
                  </a:lnTo>
                  <a:lnTo>
                    <a:pt x="86508" y="324683"/>
                  </a:lnTo>
                  <a:lnTo>
                    <a:pt x="80676" y="328041"/>
                  </a:lnTo>
                  <a:lnTo>
                    <a:pt x="78568" y="329243"/>
                  </a:lnTo>
                  <a:lnTo>
                    <a:pt x="77343" y="329895"/>
                  </a:lnTo>
                  <a:lnTo>
                    <a:pt x="76706" y="330296"/>
                  </a:lnTo>
                  <a:lnTo>
                    <a:pt x="76460" y="330446"/>
                  </a:lnTo>
                  <a:lnTo>
                    <a:pt x="76264" y="330647"/>
                  </a:lnTo>
                  <a:lnTo>
                    <a:pt x="76117" y="330747"/>
                  </a:lnTo>
                  <a:lnTo>
                    <a:pt x="75578" y="331448"/>
                  </a:lnTo>
                  <a:lnTo>
                    <a:pt x="75137" y="331950"/>
                  </a:lnTo>
                  <a:lnTo>
                    <a:pt x="75039" y="332100"/>
                  </a:lnTo>
                  <a:lnTo>
                    <a:pt x="74647" y="332551"/>
                  </a:lnTo>
                  <a:lnTo>
                    <a:pt x="74451" y="333002"/>
                  </a:lnTo>
                  <a:lnTo>
                    <a:pt x="73030" y="333804"/>
                  </a:lnTo>
                  <a:lnTo>
                    <a:pt x="67883" y="337111"/>
                  </a:lnTo>
                  <a:lnTo>
                    <a:pt x="67834" y="337462"/>
                  </a:lnTo>
                  <a:lnTo>
                    <a:pt x="66315" y="338214"/>
                  </a:lnTo>
                  <a:lnTo>
                    <a:pt x="64942" y="338514"/>
                  </a:lnTo>
                  <a:lnTo>
                    <a:pt x="63129" y="338815"/>
                  </a:lnTo>
                  <a:lnTo>
                    <a:pt x="62786" y="338815"/>
                  </a:lnTo>
                  <a:lnTo>
                    <a:pt x="62443" y="339066"/>
                  </a:lnTo>
                  <a:lnTo>
                    <a:pt x="62001" y="338665"/>
                  </a:lnTo>
                  <a:lnTo>
                    <a:pt x="61756" y="338414"/>
                  </a:lnTo>
                  <a:lnTo>
                    <a:pt x="60678" y="337813"/>
                  </a:lnTo>
                  <a:lnTo>
                    <a:pt x="60286" y="337562"/>
                  </a:lnTo>
                  <a:lnTo>
                    <a:pt x="60139" y="337512"/>
                  </a:lnTo>
                  <a:lnTo>
                    <a:pt x="59404" y="337262"/>
                  </a:lnTo>
                  <a:lnTo>
                    <a:pt x="59257" y="337211"/>
                  </a:lnTo>
                  <a:lnTo>
                    <a:pt x="58129" y="336760"/>
                  </a:lnTo>
                  <a:lnTo>
                    <a:pt x="56806" y="335959"/>
                  </a:lnTo>
                  <a:lnTo>
                    <a:pt x="56659" y="335858"/>
                  </a:lnTo>
                  <a:lnTo>
                    <a:pt x="55091" y="335858"/>
                  </a:lnTo>
                  <a:lnTo>
                    <a:pt x="54649" y="335808"/>
                  </a:lnTo>
                  <a:lnTo>
                    <a:pt x="53914" y="335658"/>
                  </a:lnTo>
                  <a:lnTo>
                    <a:pt x="53130" y="335407"/>
                  </a:lnTo>
                  <a:lnTo>
                    <a:pt x="52493" y="335107"/>
                  </a:lnTo>
                  <a:lnTo>
                    <a:pt x="51660" y="335157"/>
                  </a:lnTo>
                  <a:lnTo>
                    <a:pt x="48327" y="334355"/>
                  </a:lnTo>
                  <a:lnTo>
                    <a:pt x="48082" y="334154"/>
                  </a:lnTo>
                  <a:lnTo>
                    <a:pt x="47543" y="333804"/>
                  </a:lnTo>
                  <a:lnTo>
                    <a:pt x="46709" y="333152"/>
                  </a:lnTo>
                  <a:lnTo>
                    <a:pt x="46268" y="332801"/>
                  </a:lnTo>
                  <a:lnTo>
                    <a:pt x="45582" y="331799"/>
                  </a:lnTo>
                  <a:lnTo>
                    <a:pt x="45484" y="331398"/>
                  </a:lnTo>
                  <a:lnTo>
                    <a:pt x="44847" y="330246"/>
                  </a:lnTo>
                  <a:lnTo>
                    <a:pt x="43965" y="330045"/>
                  </a:lnTo>
                  <a:lnTo>
                    <a:pt x="42837" y="330246"/>
                  </a:lnTo>
                  <a:lnTo>
                    <a:pt x="41857" y="327089"/>
                  </a:lnTo>
                  <a:lnTo>
                    <a:pt x="40730" y="323530"/>
                  </a:lnTo>
                  <a:lnTo>
                    <a:pt x="40779" y="322578"/>
                  </a:lnTo>
                  <a:lnTo>
                    <a:pt x="41024" y="320524"/>
                  </a:lnTo>
                  <a:lnTo>
                    <a:pt x="41759" y="319171"/>
                  </a:lnTo>
                  <a:lnTo>
                    <a:pt x="42592" y="317868"/>
                  </a:lnTo>
                  <a:lnTo>
                    <a:pt x="43474" y="316916"/>
                  </a:lnTo>
                  <a:lnTo>
                    <a:pt x="43867" y="314861"/>
                  </a:lnTo>
                  <a:lnTo>
                    <a:pt x="43621" y="313508"/>
                  </a:lnTo>
                  <a:lnTo>
                    <a:pt x="43278" y="312506"/>
                  </a:lnTo>
                  <a:lnTo>
                    <a:pt x="42739" y="310050"/>
                  </a:lnTo>
                  <a:lnTo>
                    <a:pt x="42249" y="309198"/>
                  </a:lnTo>
                  <a:lnTo>
                    <a:pt x="41465" y="308246"/>
                  </a:lnTo>
                  <a:lnTo>
                    <a:pt x="40877" y="306542"/>
                  </a:lnTo>
                  <a:lnTo>
                    <a:pt x="40583" y="306392"/>
                  </a:lnTo>
                  <a:lnTo>
                    <a:pt x="39602" y="304588"/>
                  </a:lnTo>
                  <a:lnTo>
                    <a:pt x="38426" y="302834"/>
                  </a:lnTo>
                  <a:lnTo>
                    <a:pt x="37740" y="302032"/>
                  </a:lnTo>
                  <a:lnTo>
                    <a:pt x="37348" y="301080"/>
                  </a:lnTo>
                  <a:lnTo>
                    <a:pt x="37593" y="300228"/>
                  </a:lnTo>
                  <a:lnTo>
                    <a:pt x="37348" y="299777"/>
                  </a:lnTo>
                  <a:lnTo>
                    <a:pt x="37789" y="298724"/>
                  </a:lnTo>
                  <a:lnTo>
                    <a:pt x="38083" y="298123"/>
                  </a:lnTo>
                  <a:lnTo>
                    <a:pt x="38279" y="297772"/>
                  </a:lnTo>
                  <a:lnTo>
                    <a:pt x="39161" y="298123"/>
                  </a:lnTo>
                  <a:lnTo>
                    <a:pt x="40191" y="298173"/>
                  </a:lnTo>
                  <a:lnTo>
                    <a:pt x="39847" y="295317"/>
                  </a:lnTo>
                  <a:lnTo>
                    <a:pt x="39161" y="294465"/>
                  </a:lnTo>
                  <a:lnTo>
                    <a:pt x="39161" y="291207"/>
                  </a:lnTo>
                  <a:lnTo>
                    <a:pt x="36613" y="290205"/>
                  </a:lnTo>
                  <a:lnTo>
                    <a:pt x="36171" y="288050"/>
                  </a:lnTo>
                  <a:lnTo>
                    <a:pt x="34750" y="285996"/>
                  </a:lnTo>
                  <a:lnTo>
                    <a:pt x="34260" y="284593"/>
                  </a:lnTo>
                  <a:lnTo>
                    <a:pt x="34113" y="283640"/>
                  </a:lnTo>
                  <a:lnTo>
                    <a:pt x="34358" y="282187"/>
                  </a:lnTo>
                  <a:lnTo>
                    <a:pt x="34505" y="281686"/>
                  </a:lnTo>
                  <a:lnTo>
                    <a:pt x="34407" y="280884"/>
                  </a:lnTo>
                  <a:lnTo>
                    <a:pt x="34554" y="280333"/>
                  </a:lnTo>
                  <a:lnTo>
                    <a:pt x="34799" y="280032"/>
                  </a:lnTo>
                  <a:lnTo>
                    <a:pt x="34848" y="278679"/>
                  </a:lnTo>
                  <a:lnTo>
                    <a:pt x="34946" y="278228"/>
                  </a:lnTo>
                  <a:lnTo>
                    <a:pt x="34995" y="277727"/>
                  </a:lnTo>
                  <a:lnTo>
                    <a:pt x="35093" y="277176"/>
                  </a:lnTo>
                  <a:lnTo>
                    <a:pt x="34995" y="276725"/>
                  </a:lnTo>
                  <a:lnTo>
                    <a:pt x="35093" y="275322"/>
                  </a:lnTo>
                  <a:lnTo>
                    <a:pt x="34505" y="273568"/>
                  </a:lnTo>
                  <a:lnTo>
                    <a:pt x="34309" y="271814"/>
                  </a:lnTo>
                  <a:lnTo>
                    <a:pt x="34211" y="271012"/>
                  </a:lnTo>
                  <a:lnTo>
                    <a:pt x="34113" y="269208"/>
                  </a:lnTo>
                  <a:lnTo>
                    <a:pt x="32888" y="267955"/>
                  </a:lnTo>
                  <a:lnTo>
                    <a:pt x="32201" y="265800"/>
                  </a:lnTo>
                  <a:lnTo>
                    <a:pt x="32495" y="262392"/>
                  </a:lnTo>
                  <a:lnTo>
                    <a:pt x="32789" y="261490"/>
                  </a:lnTo>
                  <a:lnTo>
                    <a:pt x="33133" y="259837"/>
                  </a:lnTo>
                  <a:lnTo>
                    <a:pt x="32986" y="258784"/>
                  </a:lnTo>
                  <a:lnTo>
                    <a:pt x="32250" y="257531"/>
                  </a:lnTo>
                  <a:lnTo>
                    <a:pt x="31368" y="256429"/>
                  </a:lnTo>
                  <a:lnTo>
                    <a:pt x="30927" y="256078"/>
                  </a:lnTo>
                  <a:lnTo>
                    <a:pt x="30192" y="255777"/>
                  </a:lnTo>
                  <a:lnTo>
                    <a:pt x="29849" y="254825"/>
                  </a:lnTo>
                  <a:lnTo>
                    <a:pt x="30192" y="254474"/>
                  </a:lnTo>
                  <a:lnTo>
                    <a:pt x="29555" y="253623"/>
                  </a:lnTo>
                  <a:lnTo>
                    <a:pt x="28819" y="252420"/>
                  </a:lnTo>
                  <a:lnTo>
                    <a:pt x="28084" y="251267"/>
                  </a:lnTo>
                  <a:lnTo>
                    <a:pt x="28329" y="251067"/>
                  </a:lnTo>
                  <a:lnTo>
                    <a:pt x="28133" y="248511"/>
                  </a:lnTo>
                  <a:lnTo>
                    <a:pt x="26957" y="246406"/>
                  </a:lnTo>
                  <a:lnTo>
                    <a:pt x="26859" y="246256"/>
                  </a:lnTo>
                  <a:lnTo>
                    <a:pt x="26663" y="245905"/>
                  </a:lnTo>
                  <a:lnTo>
                    <a:pt x="26418" y="245454"/>
                  </a:lnTo>
                  <a:lnTo>
                    <a:pt x="26271" y="245103"/>
                  </a:lnTo>
                  <a:lnTo>
                    <a:pt x="25879" y="244001"/>
                  </a:lnTo>
                  <a:lnTo>
                    <a:pt x="25535" y="243500"/>
                  </a:lnTo>
                  <a:lnTo>
                    <a:pt x="25290" y="242999"/>
                  </a:lnTo>
                  <a:lnTo>
                    <a:pt x="24898" y="241996"/>
                  </a:lnTo>
                  <a:lnTo>
                    <a:pt x="24506" y="240794"/>
                  </a:lnTo>
                  <a:lnTo>
                    <a:pt x="24604" y="239691"/>
                  </a:lnTo>
                  <a:lnTo>
                    <a:pt x="25094" y="239090"/>
                  </a:lnTo>
                  <a:lnTo>
                    <a:pt x="24898" y="238889"/>
                  </a:lnTo>
                  <a:lnTo>
                    <a:pt x="24751" y="238338"/>
                  </a:lnTo>
                  <a:lnTo>
                    <a:pt x="24947" y="238188"/>
                  </a:lnTo>
                  <a:lnTo>
                    <a:pt x="22644" y="234930"/>
                  </a:lnTo>
                  <a:lnTo>
                    <a:pt x="22448" y="234680"/>
                  </a:lnTo>
                  <a:lnTo>
                    <a:pt x="22791" y="234128"/>
                  </a:lnTo>
                  <a:lnTo>
                    <a:pt x="23036" y="233527"/>
                  </a:lnTo>
                  <a:lnTo>
                    <a:pt x="23183" y="233026"/>
                  </a:lnTo>
                  <a:lnTo>
                    <a:pt x="23183" y="232425"/>
                  </a:lnTo>
                  <a:lnTo>
                    <a:pt x="23183" y="232274"/>
                  </a:lnTo>
                  <a:lnTo>
                    <a:pt x="23183" y="232074"/>
                  </a:lnTo>
                  <a:lnTo>
                    <a:pt x="23183" y="231924"/>
                  </a:lnTo>
                  <a:lnTo>
                    <a:pt x="23183" y="231773"/>
                  </a:lnTo>
                  <a:lnTo>
                    <a:pt x="23134" y="231372"/>
                  </a:lnTo>
                  <a:lnTo>
                    <a:pt x="23085" y="231021"/>
                  </a:lnTo>
                  <a:lnTo>
                    <a:pt x="22938" y="230671"/>
                  </a:lnTo>
                  <a:lnTo>
                    <a:pt x="22791" y="230370"/>
                  </a:lnTo>
                  <a:lnTo>
                    <a:pt x="22595" y="229969"/>
                  </a:lnTo>
                  <a:lnTo>
                    <a:pt x="22448" y="229668"/>
                  </a:lnTo>
                  <a:lnTo>
                    <a:pt x="22252" y="229318"/>
                  </a:lnTo>
                  <a:lnTo>
                    <a:pt x="22007" y="229117"/>
                  </a:lnTo>
                  <a:lnTo>
                    <a:pt x="21712" y="228917"/>
                  </a:lnTo>
                  <a:lnTo>
                    <a:pt x="21320" y="228766"/>
                  </a:lnTo>
                  <a:lnTo>
                    <a:pt x="20830" y="228616"/>
                  </a:lnTo>
                  <a:lnTo>
                    <a:pt x="19948" y="228315"/>
                  </a:lnTo>
                  <a:lnTo>
                    <a:pt x="19507" y="228165"/>
                  </a:lnTo>
                  <a:lnTo>
                    <a:pt x="18968" y="227864"/>
                  </a:lnTo>
                  <a:lnTo>
                    <a:pt x="18331" y="227213"/>
                  </a:lnTo>
                  <a:lnTo>
                    <a:pt x="18036" y="226862"/>
                  </a:lnTo>
                  <a:lnTo>
                    <a:pt x="17742" y="226411"/>
                  </a:lnTo>
                  <a:lnTo>
                    <a:pt x="17448" y="225910"/>
                  </a:lnTo>
                  <a:lnTo>
                    <a:pt x="17007" y="225459"/>
                  </a:lnTo>
                  <a:lnTo>
                    <a:pt x="16174" y="224958"/>
                  </a:lnTo>
                  <a:lnTo>
                    <a:pt x="17007" y="223204"/>
                  </a:lnTo>
                  <a:lnTo>
                    <a:pt x="17595" y="221801"/>
                  </a:lnTo>
                  <a:lnTo>
                    <a:pt x="17987" y="220848"/>
                  </a:lnTo>
                  <a:lnTo>
                    <a:pt x="18232" y="220197"/>
                  </a:lnTo>
                  <a:lnTo>
                    <a:pt x="18772" y="218844"/>
                  </a:lnTo>
                  <a:lnTo>
                    <a:pt x="19654" y="216388"/>
                  </a:lnTo>
                  <a:lnTo>
                    <a:pt x="19997" y="215536"/>
                  </a:lnTo>
                  <a:lnTo>
                    <a:pt x="21467" y="212029"/>
                  </a:lnTo>
                  <a:lnTo>
                    <a:pt x="21565" y="211728"/>
                  </a:lnTo>
                  <a:lnTo>
                    <a:pt x="21810" y="211477"/>
                  </a:lnTo>
                  <a:lnTo>
                    <a:pt x="23281" y="210224"/>
                  </a:lnTo>
                  <a:lnTo>
                    <a:pt x="23722" y="209874"/>
                  </a:lnTo>
                  <a:lnTo>
                    <a:pt x="24751" y="208972"/>
                  </a:lnTo>
                  <a:lnTo>
                    <a:pt x="25094" y="208571"/>
                  </a:lnTo>
                  <a:lnTo>
                    <a:pt x="24212" y="207669"/>
                  </a:lnTo>
                  <a:lnTo>
                    <a:pt x="24065" y="207568"/>
                  </a:lnTo>
                  <a:lnTo>
                    <a:pt x="26810" y="204963"/>
                  </a:lnTo>
                  <a:lnTo>
                    <a:pt x="27937" y="203910"/>
                  </a:lnTo>
                  <a:lnTo>
                    <a:pt x="28084" y="203810"/>
                  </a:lnTo>
                  <a:lnTo>
                    <a:pt x="23085" y="199751"/>
                  </a:lnTo>
                  <a:lnTo>
                    <a:pt x="19752" y="196744"/>
                  </a:lnTo>
                  <a:lnTo>
                    <a:pt x="19164" y="196243"/>
                  </a:lnTo>
                  <a:lnTo>
                    <a:pt x="17987" y="195341"/>
                  </a:lnTo>
                  <a:lnTo>
                    <a:pt x="11665" y="189879"/>
                  </a:lnTo>
                  <a:lnTo>
                    <a:pt x="9263" y="187724"/>
                  </a:lnTo>
                  <a:lnTo>
                    <a:pt x="8920" y="187423"/>
                  </a:lnTo>
                  <a:lnTo>
                    <a:pt x="8773" y="187273"/>
                  </a:lnTo>
                  <a:lnTo>
                    <a:pt x="7842" y="186471"/>
                  </a:lnTo>
                  <a:lnTo>
                    <a:pt x="7695" y="186320"/>
                  </a:lnTo>
                  <a:lnTo>
                    <a:pt x="5881" y="184717"/>
                  </a:lnTo>
                  <a:lnTo>
                    <a:pt x="5489" y="184416"/>
                  </a:lnTo>
                  <a:lnTo>
                    <a:pt x="4852" y="183865"/>
                  </a:lnTo>
                  <a:lnTo>
                    <a:pt x="0" y="179806"/>
                  </a:lnTo>
                  <a:lnTo>
                    <a:pt x="441" y="179305"/>
                  </a:lnTo>
                  <a:lnTo>
                    <a:pt x="1568" y="178052"/>
                  </a:lnTo>
                  <a:lnTo>
                    <a:pt x="1911" y="177651"/>
                  </a:lnTo>
                  <a:lnTo>
                    <a:pt x="2597" y="176899"/>
                  </a:lnTo>
                  <a:lnTo>
                    <a:pt x="2744" y="176749"/>
                  </a:lnTo>
                  <a:lnTo>
                    <a:pt x="3921" y="175446"/>
                  </a:lnTo>
                  <a:lnTo>
                    <a:pt x="5391" y="173742"/>
                  </a:lnTo>
                  <a:lnTo>
                    <a:pt x="6665" y="174193"/>
                  </a:lnTo>
                  <a:lnTo>
                    <a:pt x="7401" y="174494"/>
                  </a:lnTo>
                  <a:lnTo>
                    <a:pt x="8087" y="174594"/>
                  </a:lnTo>
                  <a:lnTo>
                    <a:pt x="8675" y="174644"/>
                  </a:lnTo>
                  <a:lnTo>
                    <a:pt x="9361" y="174594"/>
                  </a:lnTo>
                  <a:lnTo>
                    <a:pt x="10194" y="174544"/>
                  </a:lnTo>
                  <a:lnTo>
                    <a:pt x="10733" y="174494"/>
                  </a:lnTo>
                  <a:lnTo>
                    <a:pt x="10880" y="174343"/>
                  </a:lnTo>
                  <a:lnTo>
                    <a:pt x="11028" y="172740"/>
                  </a:lnTo>
                  <a:lnTo>
                    <a:pt x="11126" y="171637"/>
                  </a:lnTo>
                  <a:lnTo>
                    <a:pt x="12890" y="168981"/>
                  </a:lnTo>
                  <a:lnTo>
                    <a:pt x="13282" y="168831"/>
                  </a:lnTo>
                  <a:lnTo>
                    <a:pt x="14802" y="166826"/>
                  </a:lnTo>
                  <a:lnTo>
                    <a:pt x="15978" y="166826"/>
                  </a:lnTo>
                  <a:lnTo>
                    <a:pt x="15978" y="166125"/>
                  </a:lnTo>
                  <a:lnTo>
                    <a:pt x="15145" y="165173"/>
                  </a:lnTo>
                  <a:lnTo>
                    <a:pt x="15047" y="163469"/>
                  </a:lnTo>
                  <a:lnTo>
                    <a:pt x="15047" y="162016"/>
                  </a:lnTo>
                  <a:lnTo>
                    <a:pt x="14900" y="161214"/>
                  </a:lnTo>
                  <a:lnTo>
                    <a:pt x="14311" y="160312"/>
                  </a:lnTo>
                  <a:lnTo>
                    <a:pt x="14017" y="159660"/>
                  </a:lnTo>
                  <a:lnTo>
                    <a:pt x="13919" y="158808"/>
                  </a:lnTo>
                  <a:lnTo>
                    <a:pt x="13674" y="156954"/>
                  </a:lnTo>
                  <a:lnTo>
                    <a:pt x="13282" y="154499"/>
                  </a:lnTo>
                  <a:lnTo>
                    <a:pt x="13037" y="152444"/>
                  </a:lnTo>
                  <a:lnTo>
                    <a:pt x="12841" y="151792"/>
                  </a:lnTo>
                  <a:lnTo>
                    <a:pt x="15145" y="150640"/>
                  </a:lnTo>
                  <a:lnTo>
                    <a:pt x="14409" y="148635"/>
                  </a:lnTo>
                  <a:lnTo>
                    <a:pt x="15047" y="147984"/>
                  </a:lnTo>
                  <a:lnTo>
                    <a:pt x="15341" y="146480"/>
                  </a:lnTo>
                  <a:lnTo>
                    <a:pt x="16615" y="145929"/>
                  </a:lnTo>
                  <a:lnTo>
                    <a:pt x="17105" y="144426"/>
                  </a:lnTo>
                  <a:lnTo>
                    <a:pt x="15929" y="143824"/>
                  </a:lnTo>
                  <a:lnTo>
                    <a:pt x="16419" y="142070"/>
                  </a:lnTo>
                  <a:lnTo>
                    <a:pt x="17791" y="142622"/>
                  </a:lnTo>
                  <a:lnTo>
                    <a:pt x="18183" y="141519"/>
                  </a:lnTo>
                  <a:lnTo>
                    <a:pt x="15096" y="140116"/>
                  </a:lnTo>
                  <a:lnTo>
                    <a:pt x="15684" y="138563"/>
                  </a:lnTo>
                  <a:lnTo>
                    <a:pt x="15635" y="137911"/>
                  </a:lnTo>
                  <a:lnTo>
                    <a:pt x="15929" y="136257"/>
                  </a:lnTo>
                  <a:lnTo>
                    <a:pt x="16958" y="135756"/>
                  </a:lnTo>
                  <a:lnTo>
                    <a:pt x="17546" y="133952"/>
                  </a:lnTo>
                  <a:lnTo>
                    <a:pt x="17644" y="132349"/>
                  </a:lnTo>
                  <a:lnTo>
                    <a:pt x="18772" y="131747"/>
                  </a:lnTo>
                  <a:lnTo>
                    <a:pt x="18870" y="130344"/>
                  </a:lnTo>
                  <a:lnTo>
                    <a:pt x="19164" y="129292"/>
                  </a:lnTo>
                  <a:lnTo>
                    <a:pt x="19605" y="127387"/>
                  </a:lnTo>
                  <a:lnTo>
                    <a:pt x="19997" y="124431"/>
                  </a:lnTo>
                  <a:lnTo>
                    <a:pt x="20046" y="123428"/>
                  </a:lnTo>
                  <a:lnTo>
                    <a:pt x="19899" y="122176"/>
                  </a:lnTo>
                  <a:lnTo>
                    <a:pt x="20438" y="119169"/>
                  </a:lnTo>
                  <a:lnTo>
                    <a:pt x="21271" y="118016"/>
                  </a:lnTo>
                  <a:lnTo>
                    <a:pt x="22105" y="116012"/>
                  </a:lnTo>
                  <a:lnTo>
                    <a:pt x="24310" y="114208"/>
                  </a:lnTo>
                  <a:lnTo>
                    <a:pt x="25535" y="113907"/>
                  </a:lnTo>
                  <a:lnTo>
                    <a:pt x="29800" y="111101"/>
                  </a:lnTo>
                  <a:lnTo>
                    <a:pt x="31760" y="108344"/>
                  </a:lnTo>
                  <a:lnTo>
                    <a:pt x="31564" y="106440"/>
                  </a:lnTo>
                  <a:lnTo>
                    <a:pt x="31319" y="105538"/>
                  </a:lnTo>
                  <a:lnTo>
                    <a:pt x="32103" y="103884"/>
                  </a:lnTo>
                  <a:lnTo>
                    <a:pt x="33231" y="102782"/>
                  </a:lnTo>
                  <a:lnTo>
                    <a:pt x="34799" y="99925"/>
                  </a:lnTo>
                  <a:lnTo>
                    <a:pt x="35485" y="99274"/>
                  </a:lnTo>
                  <a:lnTo>
                    <a:pt x="36515" y="97871"/>
                  </a:lnTo>
                  <a:lnTo>
                    <a:pt x="36760" y="97369"/>
                  </a:lnTo>
                  <a:lnTo>
                    <a:pt x="37152" y="96618"/>
                  </a:lnTo>
                  <a:lnTo>
                    <a:pt x="37299" y="96317"/>
                  </a:lnTo>
                  <a:lnTo>
                    <a:pt x="37642" y="95966"/>
                  </a:lnTo>
                  <a:lnTo>
                    <a:pt x="37985" y="95816"/>
                  </a:lnTo>
                  <a:lnTo>
                    <a:pt x="38622" y="94363"/>
                  </a:lnTo>
                  <a:lnTo>
                    <a:pt x="39063" y="93160"/>
                  </a:lnTo>
                  <a:lnTo>
                    <a:pt x="39504" y="92057"/>
                  </a:lnTo>
                  <a:lnTo>
                    <a:pt x="40191" y="89802"/>
                  </a:lnTo>
                  <a:lnTo>
                    <a:pt x="40289" y="88299"/>
                  </a:lnTo>
                  <a:lnTo>
                    <a:pt x="40975" y="86896"/>
                  </a:lnTo>
                  <a:lnTo>
                    <a:pt x="42249" y="86194"/>
                  </a:lnTo>
                  <a:lnTo>
                    <a:pt x="44063" y="85342"/>
                  </a:lnTo>
                  <a:lnTo>
                    <a:pt x="45190" y="85593"/>
                  </a:lnTo>
                  <a:lnTo>
                    <a:pt x="45631" y="84741"/>
                  </a:lnTo>
                  <a:lnTo>
                    <a:pt x="46121" y="84490"/>
                  </a:lnTo>
                  <a:lnTo>
                    <a:pt x="46366" y="84541"/>
                  </a:lnTo>
                  <a:lnTo>
                    <a:pt x="46513" y="83989"/>
                  </a:lnTo>
                  <a:lnTo>
                    <a:pt x="48866" y="83438"/>
                  </a:lnTo>
                  <a:lnTo>
                    <a:pt x="49307" y="83989"/>
                  </a:lnTo>
                  <a:lnTo>
                    <a:pt x="50287" y="83137"/>
                  </a:lnTo>
                  <a:lnTo>
                    <a:pt x="50189" y="82937"/>
                  </a:lnTo>
                  <a:lnTo>
                    <a:pt x="51317" y="82235"/>
                  </a:lnTo>
                  <a:lnTo>
                    <a:pt x="52101" y="80281"/>
                  </a:lnTo>
                  <a:lnTo>
                    <a:pt x="52444" y="79178"/>
                  </a:lnTo>
                  <a:lnTo>
                    <a:pt x="54306" y="77926"/>
                  </a:lnTo>
                  <a:lnTo>
                    <a:pt x="54944" y="77475"/>
                  </a:lnTo>
                  <a:lnTo>
                    <a:pt x="55532" y="77174"/>
                  </a:lnTo>
                  <a:lnTo>
                    <a:pt x="56169" y="76322"/>
                  </a:lnTo>
                  <a:lnTo>
                    <a:pt x="56463" y="76021"/>
                  </a:lnTo>
                  <a:lnTo>
                    <a:pt x="57149" y="75470"/>
                  </a:lnTo>
                  <a:lnTo>
                    <a:pt x="57492" y="75069"/>
                  </a:lnTo>
                  <a:lnTo>
                    <a:pt x="57835" y="74568"/>
                  </a:lnTo>
                  <a:lnTo>
                    <a:pt x="58080" y="74217"/>
                  </a:lnTo>
                  <a:lnTo>
                    <a:pt x="58325" y="74017"/>
                  </a:lnTo>
                  <a:lnTo>
                    <a:pt x="58473" y="74067"/>
                  </a:lnTo>
                  <a:lnTo>
                    <a:pt x="59502" y="73766"/>
                  </a:lnTo>
                  <a:lnTo>
                    <a:pt x="60286" y="73716"/>
                  </a:lnTo>
                  <a:lnTo>
                    <a:pt x="60580" y="73315"/>
                  </a:lnTo>
                  <a:lnTo>
                    <a:pt x="60629" y="73014"/>
                  </a:lnTo>
                  <a:lnTo>
                    <a:pt x="60825" y="72764"/>
                  </a:lnTo>
                  <a:lnTo>
                    <a:pt x="61854" y="72263"/>
                  </a:lnTo>
                  <a:lnTo>
                    <a:pt x="62982" y="72112"/>
                  </a:lnTo>
                  <a:lnTo>
                    <a:pt x="63962" y="72313"/>
                  </a:lnTo>
                  <a:lnTo>
                    <a:pt x="64991" y="72263"/>
                  </a:lnTo>
                  <a:lnTo>
                    <a:pt x="66217" y="71712"/>
                  </a:lnTo>
                  <a:lnTo>
                    <a:pt x="66952" y="71361"/>
                  </a:lnTo>
                  <a:lnTo>
                    <a:pt x="68863" y="71110"/>
                  </a:lnTo>
                  <a:lnTo>
                    <a:pt x="70187" y="70860"/>
                  </a:lnTo>
                  <a:lnTo>
                    <a:pt x="70922" y="70609"/>
                  </a:lnTo>
                  <a:lnTo>
                    <a:pt x="71608" y="68705"/>
                  </a:lnTo>
                  <a:lnTo>
                    <a:pt x="71951" y="68454"/>
                  </a:lnTo>
                  <a:lnTo>
                    <a:pt x="73079" y="68705"/>
                  </a:lnTo>
                  <a:lnTo>
                    <a:pt x="74598" y="68755"/>
                  </a:lnTo>
                  <a:lnTo>
                    <a:pt x="75480" y="68254"/>
                  </a:lnTo>
                  <a:lnTo>
                    <a:pt x="76215" y="67302"/>
                  </a:lnTo>
                  <a:lnTo>
                    <a:pt x="76755" y="66550"/>
                  </a:lnTo>
                  <a:lnTo>
                    <a:pt x="76656" y="66349"/>
                  </a:lnTo>
                  <a:lnTo>
                    <a:pt x="76460" y="66049"/>
                  </a:lnTo>
                  <a:lnTo>
                    <a:pt x="76166" y="64746"/>
                  </a:lnTo>
                  <a:lnTo>
                    <a:pt x="75823" y="63794"/>
                  </a:lnTo>
                  <a:lnTo>
                    <a:pt x="75676" y="63543"/>
                  </a:lnTo>
                  <a:lnTo>
                    <a:pt x="78666" y="62040"/>
                  </a:lnTo>
                  <a:lnTo>
                    <a:pt x="79107" y="60937"/>
                  </a:lnTo>
                  <a:lnTo>
                    <a:pt x="81558" y="58131"/>
                  </a:lnTo>
                  <a:lnTo>
                    <a:pt x="81656" y="55826"/>
                  </a:lnTo>
                  <a:lnTo>
                    <a:pt x="80431" y="53971"/>
                  </a:lnTo>
                  <a:lnTo>
                    <a:pt x="79695" y="50864"/>
                  </a:lnTo>
                  <a:lnTo>
                    <a:pt x="79793" y="48409"/>
                  </a:lnTo>
                  <a:lnTo>
                    <a:pt x="80725" y="45703"/>
                  </a:lnTo>
                  <a:lnTo>
                    <a:pt x="82048" y="43347"/>
                  </a:lnTo>
                  <a:lnTo>
                    <a:pt x="84205" y="41193"/>
                  </a:lnTo>
                  <a:lnTo>
                    <a:pt x="86655" y="39188"/>
                  </a:lnTo>
                  <a:lnTo>
                    <a:pt x="88028" y="37434"/>
                  </a:lnTo>
                  <a:lnTo>
                    <a:pt x="89890" y="34778"/>
                  </a:lnTo>
                  <a:lnTo>
                    <a:pt x="90723" y="32222"/>
                  </a:lnTo>
                  <a:lnTo>
                    <a:pt x="92243" y="28163"/>
                  </a:lnTo>
                  <a:lnTo>
                    <a:pt x="94889" y="24605"/>
                  </a:lnTo>
                  <a:lnTo>
                    <a:pt x="97438" y="21799"/>
                  </a:lnTo>
                  <a:lnTo>
                    <a:pt x="103222" y="16236"/>
                  </a:lnTo>
                  <a:lnTo>
                    <a:pt x="106947" y="16136"/>
                  </a:lnTo>
                  <a:lnTo>
                    <a:pt x="110623" y="16687"/>
                  </a:lnTo>
                  <a:lnTo>
                    <a:pt x="117632" y="17790"/>
                  </a:lnTo>
                  <a:lnTo>
                    <a:pt x="119347" y="18090"/>
                  </a:lnTo>
                  <a:lnTo>
                    <a:pt x="121210" y="18692"/>
                  </a:lnTo>
                  <a:lnTo>
                    <a:pt x="123660" y="18692"/>
                  </a:lnTo>
                  <a:lnTo>
                    <a:pt x="126160" y="19494"/>
                  </a:lnTo>
                  <a:lnTo>
                    <a:pt x="131454" y="22701"/>
                  </a:lnTo>
                  <a:lnTo>
                    <a:pt x="133071" y="23001"/>
                  </a:lnTo>
                  <a:lnTo>
                    <a:pt x="139884" y="21548"/>
                  </a:lnTo>
                  <a:lnTo>
                    <a:pt x="148167" y="21749"/>
                  </a:lnTo>
                  <a:lnTo>
                    <a:pt x="152578" y="21548"/>
                  </a:lnTo>
                  <a:lnTo>
                    <a:pt x="157235" y="20095"/>
                  </a:lnTo>
                  <a:lnTo>
                    <a:pt x="162038" y="17138"/>
                  </a:lnTo>
                  <a:lnTo>
                    <a:pt x="163606" y="16236"/>
                  </a:lnTo>
                  <a:lnTo>
                    <a:pt x="167282" y="15134"/>
                  </a:lnTo>
                  <a:lnTo>
                    <a:pt x="171595" y="14683"/>
                  </a:lnTo>
                  <a:lnTo>
                    <a:pt x="174144" y="13731"/>
                  </a:lnTo>
                  <a:lnTo>
                    <a:pt x="175419" y="13029"/>
                  </a:lnTo>
                  <a:lnTo>
                    <a:pt x="181349" y="9671"/>
                  </a:lnTo>
                  <a:lnTo>
                    <a:pt x="185809" y="8569"/>
                  </a:lnTo>
                  <a:lnTo>
                    <a:pt x="186005" y="8469"/>
                  </a:lnTo>
                  <a:lnTo>
                    <a:pt x="188750" y="7366"/>
                  </a:lnTo>
                  <a:lnTo>
                    <a:pt x="190466" y="7316"/>
                  </a:lnTo>
                  <a:lnTo>
                    <a:pt x="192181" y="7316"/>
                  </a:lnTo>
                  <a:lnTo>
                    <a:pt x="196151" y="6815"/>
                  </a:lnTo>
                  <a:lnTo>
                    <a:pt x="198847" y="4710"/>
                  </a:lnTo>
                  <a:lnTo>
                    <a:pt x="200562" y="1753"/>
                  </a:lnTo>
                  <a:lnTo>
                    <a:pt x="201788" y="601"/>
                  </a:lnTo>
                  <a:lnTo>
                    <a:pt x="202131" y="250"/>
                  </a:lnTo>
                  <a:lnTo>
                    <a:pt x="202719" y="400"/>
                  </a:lnTo>
                  <a:lnTo>
                    <a:pt x="205219" y="1152"/>
                  </a:lnTo>
                  <a:lnTo>
                    <a:pt x="208454" y="1553"/>
                  </a:lnTo>
                  <a:lnTo>
                    <a:pt x="210904" y="501"/>
                  </a:lnTo>
                  <a:lnTo>
                    <a:pt x="212032" y="400"/>
                  </a:lnTo>
                  <a:lnTo>
                    <a:pt x="214629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397764" y="438912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73659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468172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55 %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5010912"/>
            <a:ext cx="146304" cy="146304"/>
          </a:xfrm>
          <a:prstGeom prst="rect">
            <a:avLst/>
          </a:prstGeom>
          <a:solidFill>
            <a:srgbClr val="8EA3C6">
              <a:alpha val="100000"/>
            </a:srgbClr>
          </a:solidFill>
          <a:ln w="6350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5508" y="495604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285232"/>
            <a:ext cx="146304" cy="146304"/>
          </a:xfrm>
          <a:prstGeom prst="rect">
            <a:avLst/>
          </a:prstGeom>
          <a:solidFill>
            <a:srgbClr val="4F6B9E">
              <a:alpha val="100000"/>
            </a:srgbClr>
          </a:solidFill>
          <a:ln w="6350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523036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 74 %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55955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5508" y="550468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a más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5508" y="577900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89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8948" y="1508760"/>
            <a:ext cx="66047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Satisfechos o muy satisfechos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98948" y="1746504"/>
            <a:ext cx="66047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distrito, de mayor a menor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98948" y="207568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9228" y="2121408"/>
            <a:ext cx="304377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2872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8948" y="237744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9228" y="2423160"/>
            <a:ext cx="2885654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70602" y="236829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8948" y="267919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Olivos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2724912"/>
            <a:ext cx="2806595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91543" y="267004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98948" y="298094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539228" y="3026664"/>
            <a:ext cx="2727536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312484" y="297180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298948" y="328269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Martín de Porres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9228" y="3328416"/>
            <a:ext cx="2688007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72955" y="32735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8948" y="358444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539228" y="3630168"/>
            <a:ext cx="2608948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93896" y="3575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98948" y="388620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39228" y="3931920"/>
            <a:ext cx="2529889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14837" y="387705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298948" y="418795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539228" y="4233672"/>
            <a:ext cx="2411300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996248" y="41788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298948" y="448970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539228" y="4535424"/>
            <a:ext cx="2292712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77660" y="44805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8948" y="479145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Comas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539228" y="4837176"/>
            <a:ext cx="2174123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759071" y="478231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298948" y="509320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39228" y="5138928"/>
            <a:ext cx="2016005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600953" y="508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298948" y="539496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Callao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7539228" y="5440680"/>
            <a:ext cx="1936946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1894" y="538581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Doce distritos con encuestas sobre la cartografía de Lima Metropolitana y Callao (IMP PlanMet 2040)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UN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 en Comas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874520"/>
            <a:ext cx="2377440" cy="2743200"/>
            <a:chOff x="452628" y="1874520"/>
            <a:chExt cx="2377440" cy="2743200"/>
          </a:xfrm>
        </p:grpSpPr>
        <p:sp>
          <p:nvSpPr>
            <p:cNvPr id="6" name="pg3"/>
            <p:cNvSpPr/>
            <p:nvPr/>
          </p:nvSpPr>
          <p:spPr>
            <a:xfrm>
              <a:off x="977433" y="3324435"/>
              <a:ext cx="139525" cy="48368"/>
            </a:xfrm>
            <a:custGeom>
              <a:avLst/>
              <a:pathLst>
                <a:path w="139525" h="48368">
                  <a:moveTo>
                    <a:pt x="138904" y="29190"/>
                  </a:moveTo>
                  <a:lnTo>
                    <a:pt x="139348" y="29220"/>
                  </a:lnTo>
                  <a:lnTo>
                    <a:pt x="139525" y="29553"/>
                  </a:lnTo>
                  <a:lnTo>
                    <a:pt x="139288" y="29553"/>
                  </a:lnTo>
                  <a:lnTo>
                    <a:pt x="138135" y="29674"/>
                  </a:lnTo>
                  <a:lnTo>
                    <a:pt x="137424" y="29765"/>
                  </a:lnTo>
                  <a:lnTo>
                    <a:pt x="135561" y="29946"/>
                  </a:lnTo>
                  <a:lnTo>
                    <a:pt x="134703" y="30037"/>
                  </a:lnTo>
                  <a:lnTo>
                    <a:pt x="125590" y="30975"/>
                  </a:lnTo>
                  <a:lnTo>
                    <a:pt x="125058" y="31035"/>
                  </a:lnTo>
                  <a:lnTo>
                    <a:pt x="124762" y="31066"/>
                  </a:lnTo>
                  <a:lnTo>
                    <a:pt x="123756" y="31156"/>
                  </a:lnTo>
                  <a:lnTo>
                    <a:pt x="117839" y="31761"/>
                  </a:lnTo>
                  <a:lnTo>
                    <a:pt x="113963" y="32155"/>
                  </a:lnTo>
                  <a:lnTo>
                    <a:pt x="113164" y="32245"/>
                  </a:lnTo>
                  <a:lnTo>
                    <a:pt x="109052" y="32669"/>
                  </a:lnTo>
                  <a:lnTo>
                    <a:pt x="105590" y="33032"/>
                  </a:lnTo>
                  <a:lnTo>
                    <a:pt x="105295" y="33062"/>
                  </a:lnTo>
                  <a:lnTo>
                    <a:pt x="102188" y="33365"/>
                  </a:lnTo>
                  <a:lnTo>
                    <a:pt x="93224" y="34302"/>
                  </a:lnTo>
                  <a:lnTo>
                    <a:pt x="93017" y="34302"/>
                  </a:lnTo>
                  <a:lnTo>
                    <a:pt x="87602" y="34817"/>
                  </a:lnTo>
                  <a:lnTo>
                    <a:pt x="87573" y="34665"/>
                  </a:lnTo>
                  <a:lnTo>
                    <a:pt x="85265" y="34847"/>
                  </a:lnTo>
                  <a:lnTo>
                    <a:pt x="84851" y="34907"/>
                  </a:lnTo>
                  <a:lnTo>
                    <a:pt x="84407" y="34968"/>
                  </a:lnTo>
                  <a:lnTo>
                    <a:pt x="83963" y="34968"/>
                  </a:lnTo>
                  <a:lnTo>
                    <a:pt x="83520" y="34998"/>
                  </a:lnTo>
                  <a:lnTo>
                    <a:pt x="83076" y="34968"/>
                  </a:lnTo>
                  <a:lnTo>
                    <a:pt x="81626" y="34907"/>
                  </a:lnTo>
                  <a:lnTo>
                    <a:pt x="80147" y="34847"/>
                  </a:lnTo>
                  <a:lnTo>
                    <a:pt x="79407" y="34847"/>
                  </a:lnTo>
                  <a:lnTo>
                    <a:pt x="78342" y="34907"/>
                  </a:lnTo>
                  <a:lnTo>
                    <a:pt x="77307" y="35028"/>
                  </a:lnTo>
                  <a:lnTo>
                    <a:pt x="73579" y="35694"/>
                  </a:lnTo>
                  <a:lnTo>
                    <a:pt x="70887" y="36057"/>
                  </a:lnTo>
                  <a:lnTo>
                    <a:pt x="62780" y="37600"/>
                  </a:lnTo>
                  <a:lnTo>
                    <a:pt x="57987" y="38507"/>
                  </a:lnTo>
                  <a:lnTo>
                    <a:pt x="46893" y="40655"/>
                  </a:lnTo>
                  <a:lnTo>
                    <a:pt x="42396" y="41592"/>
                  </a:lnTo>
                  <a:lnTo>
                    <a:pt x="3639" y="48368"/>
                  </a:lnTo>
                  <a:lnTo>
                    <a:pt x="3224" y="46735"/>
                  </a:lnTo>
                  <a:lnTo>
                    <a:pt x="0" y="24078"/>
                  </a:lnTo>
                  <a:lnTo>
                    <a:pt x="33579" y="20418"/>
                  </a:lnTo>
                  <a:lnTo>
                    <a:pt x="38520" y="20418"/>
                  </a:lnTo>
                  <a:lnTo>
                    <a:pt x="48668" y="17998"/>
                  </a:lnTo>
                  <a:lnTo>
                    <a:pt x="59910" y="15306"/>
                  </a:lnTo>
                  <a:lnTo>
                    <a:pt x="137661" y="0"/>
                  </a:lnTo>
                  <a:lnTo>
                    <a:pt x="137720" y="302"/>
                  </a:lnTo>
                  <a:lnTo>
                    <a:pt x="137750" y="695"/>
                  </a:lnTo>
                  <a:lnTo>
                    <a:pt x="137691" y="1391"/>
                  </a:lnTo>
                  <a:lnTo>
                    <a:pt x="137661" y="1663"/>
                  </a:lnTo>
                  <a:lnTo>
                    <a:pt x="137602" y="1935"/>
                  </a:lnTo>
                  <a:lnTo>
                    <a:pt x="137602" y="2117"/>
                  </a:lnTo>
                  <a:lnTo>
                    <a:pt x="137572" y="2419"/>
                  </a:lnTo>
                  <a:lnTo>
                    <a:pt x="137424" y="3720"/>
                  </a:lnTo>
                  <a:lnTo>
                    <a:pt x="137395" y="3992"/>
                  </a:lnTo>
                  <a:lnTo>
                    <a:pt x="137247" y="5263"/>
                  </a:lnTo>
                  <a:lnTo>
                    <a:pt x="137099" y="6654"/>
                  </a:lnTo>
                  <a:lnTo>
                    <a:pt x="137040" y="7078"/>
                  </a:lnTo>
                  <a:lnTo>
                    <a:pt x="136981" y="7622"/>
                  </a:lnTo>
                  <a:lnTo>
                    <a:pt x="136892" y="8439"/>
                  </a:lnTo>
                  <a:lnTo>
                    <a:pt x="136892" y="8621"/>
                  </a:lnTo>
                  <a:lnTo>
                    <a:pt x="136862" y="8863"/>
                  </a:lnTo>
                  <a:lnTo>
                    <a:pt x="136714" y="10103"/>
                  </a:lnTo>
                  <a:lnTo>
                    <a:pt x="136359" y="13430"/>
                  </a:lnTo>
                  <a:lnTo>
                    <a:pt x="136182" y="15306"/>
                  </a:lnTo>
                  <a:lnTo>
                    <a:pt x="135945" y="17453"/>
                  </a:lnTo>
                  <a:lnTo>
                    <a:pt x="135708" y="19631"/>
                  </a:lnTo>
                  <a:lnTo>
                    <a:pt x="135590" y="20690"/>
                  </a:lnTo>
                  <a:lnTo>
                    <a:pt x="135590" y="21628"/>
                  </a:lnTo>
                  <a:lnTo>
                    <a:pt x="135797" y="21900"/>
                  </a:lnTo>
                  <a:lnTo>
                    <a:pt x="136478" y="22808"/>
                  </a:lnTo>
                  <a:lnTo>
                    <a:pt x="136951" y="23473"/>
                  </a:lnTo>
                  <a:lnTo>
                    <a:pt x="136744" y="23806"/>
                  </a:lnTo>
                  <a:lnTo>
                    <a:pt x="136507" y="24199"/>
                  </a:lnTo>
                  <a:lnTo>
                    <a:pt x="136330" y="24502"/>
                  </a:lnTo>
                  <a:lnTo>
                    <a:pt x="136152" y="24955"/>
                  </a:lnTo>
                  <a:lnTo>
                    <a:pt x="135975" y="25379"/>
                  </a:lnTo>
                  <a:lnTo>
                    <a:pt x="136004" y="25772"/>
                  </a:lnTo>
                  <a:lnTo>
                    <a:pt x="136034" y="26317"/>
                  </a:lnTo>
                  <a:lnTo>
                    <a:pt x="136064" y="26468"/>
                  </a:lnTo>
                  <a:lnTo>
                    <a:pt x="136123" y="26861"/>
                  </a:lnTo>
                  <a:lnTo>
                    <a:pt x="136241" y="27436"/>
                  </a:lnTo>
                  <a:lnTo>
                    <a:pt x="136448" y="27738"/>
                  </a:lnTo>
                  <a:lnTo>
                    <a:pt x="138105" y="28857"/>
                  </a:lnTo>
                  <a:lnTo>
                    <a:pt x="138490" y="290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903942" y="2976718"/>
              <a:ext cx="243577" cy="405251"/>
            </a:xfrm>
            <a:custGeom>
              <a:avLst/>
              <a:pathLst>
                <a:path w="243577" h="405251">
                  <a:moveTo>
                    <a:pt x="58461" y="8560"/>
                  </a:moveTo>
                  <a:lnTo>
                    <a:pt x="58372" y="8379"/>
                  </a:lnTo>
                  <a:lnTo>
                    <a:pt x="58224" y="8106"/>
                  </a:lnTo>
                  <a:lnTo>
                    <a:pt x="58135" y="7834"/>
                  </a:lnTo>
                  <a:lnTo>
                    <a:pt x="58046" y="7562"/>
                  </a:lnTo>
                  <a:lnTo>
                    <a:pt x="59466" y="7471"/>
                  </a:lnTo>
                  <a:lnTo>
                    <a:pt x="60768" y="7411"/>
                  </a:lnTo>
                  <a:lnTo>
                    <a:pt x="61242" y="7441"/>
                  </a:lnTo>
                  <a:lnTo>
                    <a:pt x="61715" y="7350"/>
                  </a:lnTo>
                  <a:lnTo>
                    <a:pt x="62277" y="7259"/>
                  </a:lnTo>
                  <a:lnTo>
                    <a:pt x="62869" y="7259"/>
                  </a:lnTo>
                  <a:lnTo>
                    <a:pt x="63845" y="7199"/>
                  </a:lnTo>
                  <a:lnTo>
                    <a:pt x="64881" y="7229"/>
                  </a:lnTo>
                  <a:lnTo>
                    <a:pt x="65739" y="7229"/>
                  </a:lnTo>
                  <a:lnTo>
                    <a:pt x="66804" y="7138"/>
                  </a:lnTo>
                  <a:lnTo>
                    <a:pt x="68372" y="6987"/>
                  </a:lnTo>
                  <a:lnTo>
                    <a:pt x="69999" y="6866"/>
                  </a:lnTo>
                  <a:lnTo>
                    <a:pt x="72632" y="6261"/>
                  </a:lnTo>
                  <a:lnTo>
                    <a:pt x="73993" y="5838"/>
                  </a:lnTo>
                  <a:lnTo>
                    <a:pt x="76064" y="5263"/>
                  </a:lnTo>
                  <a:lnTo>
                    <a:pt x="76419" y="5172"/>
                  </a:lnTo>
                  <a:lnTo>
                    <a:pt x="77455" y="4900"/>
                  </a:lnTo>
                  <a:lnTo>
                    <a:pt x="79023" y="4416"/>
                  </a:lnTo>
                  <a:lnTo>
                    <a:pt x="80058" y="3871"/>
                  </a:lnTo>
                  <a:lnTo>
                    <a:pt x="82011" y="2298"/>
                  </a:lnTo>
                  <a:lnTo>
                    <a:pt x="83253" y="1058"/>
                  </a:lnTo>
                  <a:lnTo>
                    <a:pt x="83667" y="816"/>
                  </a:lnTo>
                  <a:lnTo>
                    <a:pt x="84318" y="362"/>
                  </a:lnTo>
                  <a:lnTo>
                    <a:pt x="85117" y="90"/>
                  </a:lnTo>
                  <a:lnTo>
                    <a:pt x="85886" y="0"/>
                  </a:lnTo>
                  <a:lnTo>
                    <a:pt x="86833" y="120"/>
                  </a:lnTo>
                  <a:lnTo>
                    <a:pt x="87602" y="423"/>
                  </a:lnTo>
                  <a:lnTo>
                    <a:pt x="88490" y="907"/>
                  </a:lnTo>
                  <a:lnTo>
                    <a:pt x="89437" y="1633"/>
                  </a:lnTo>
                  <a:lnTo>
                    <a:pt x="90265" y="2177"/>
                  </a:lnTo>
                  <a:lnTo>
                    <a:pt x="90591" y="2450"/>
                  </a:lnTo>
                  <a:lnTo>
                    <a:pt x="90857" y="2692"/>
                  </a:lnTo>
                  <a:lnTo>
                    <a:pt x="91271" y="3297"/>
                  </a:lnTo>
                  <a:lnTo>
                    <a:pt x="91715" y="3962"/>
                  </a:lnTo>
                  <a:lnTo>
                    <a:pt x="92188" y="4718"/>
                  </a:lnTo>
                  <a:lnTo>
                    <a:pt x="92129" y="5142"/>
                  </a:lnTo>
                  <a:lnTo>
                    <a:pt x="91981" y="5959"/>
                  </a:lnTo>
                  <a:lnTo>
                    <a:pt x="91981" y="6140"/>
                  </a:lnTo>
                  <a:lnTo>
                    <a:pt x="91922" y="6896"/>
                  </a:lnTo>
                  <a:lnTo>
                    <a:pt x="91922" y="7804"/>
                  </a:lnTo>
                  <a:lnTo>
                    <a:pt x="91863" y="8288"/>
                  </a:lnTo>
                  <a:lnTo>
                    <a:pt x="91863" y="8832"/>
                  </a:lnTo>
                  <a:lnTo>
                    <a:pt x="91863" y="9135"/>
                  </a:lnTo>
                  <a:lnTo>
                    <a:pt x="91892" y="9558"/>
                  </a:lnTo>
                  <a:lnTo>
                    <a:pt x="91981" y="9800"/>
                  </a:lnTo>
                  <a:lnTo>
                    <a:pt x="92159" y="10194"/>
                  </a:lnTo>
                  <a:lnTo>
                    <a:pt x="92454" y="10617"/>
                  </a:lnTo>
                  <a:lnTo>
                    <a:pt x="92632" y="10859"/>
                  </a:lnTo>
                  <a:lnTo>
                    <a:pt x="92691" y="11222"/>
                  </a:lnTo>
                  <a:lnTo>
                    <a:pt x="92691" y="11373"/>
                  </a:lnTo>
                  <a:lnTo>
                    <a:pt x="92750" y="12281"/>
                  </a:lnTo>
                  <a:lnTo>
                    <a:pt x="92809" y="12886"/>
                  </a:lnTo>
                  <a:lnTo>
                    <a:pt x="92869" y="13339"/>
                  </a:lnTo>
                  <a:lnTo>
                    <a:pt x="92869" y="13672"/>
                  </a:lnTo>
                  <a:lnTo>
                    <a:pt x="92957" y="14096"/>
                  </a:lnTo>
                  <a:lnTo>
                    <a:pt x="93017" y="14610"/>
                  </a:lnTo>
                  <a:lnTo>
                    <a:pt x="93076" y="14852"/>
                  </a:lnTo>
                  <a:lnTo>
                    <a:pt x="93076" y="15427"/>
                  </a:lnTo>
                  <a:lnTo>
                    <a:pt x="93105" y="15699"/>
                  </a:lnTo>
                  <a:lnTo>
                    <a:pt x="93105" y="16425"/>
                  </a:lnTo>
                  <a:lnTo>
                    <a:pt x="93046" y="16576"/>
                  </a:lnTo>
                  <a:lnTo>
                    <a:pt x="93017" y="16788"/>
                  </a:lnTo>
                  <a:lnTo>
                    <a:pt x="93046" y="17030"/>
                  </a:lnTo>
                  <a:lnTo>
                    <a:pt x="93105" y="17453"/>
                  </a:lnTo>
                  <a:lnTo>
                    <a:pt x="93253" y="17877"/>
                  </a:lnTo>
                  <a:lnTo>
                    <a:pt x="93401" y="18331"/>
                  </a:lnTo>
                  <a:lnTo>
                    <a:pt x="93667" y="18754"/>
                  </a:lnTo>
                  <a:lnTo>
                    <a:pt x="93904" y="19026"/>
                  </a:lnTo>
                  <a:lnTo>
                    <a:pt x="94052" y="19178"/>
                  </a:lnTo>
                  <a:lnTo>
                    <a:pt x="94230" y="19389"/>
                  </a:lnTo>
                  <a:lnTo>
                    <a:pt x="94614" y="19601"/>
                  </a:lnTo>
                  <a:lnTo>
                    <a:pt x="94851" y="19873"/>
                  </a:lnTo>
                  <a:lnTo>
                    <a:pt x="94880" y="20176"/>
                  </a:lnTo>
                  <a:lnTo>
                    <a:pt x="95028" y="20599"/>
                  </a:lnTo>
                  <a:lnTo>
                    <a:pt x="95088" y="20751"/>
                  </a:lnTo>
                  <a:lnTo>
                    <a:pt x="95088" y="20932"/>
                  </a:lnTo>
                  <a:lnTo>
                    <a:pt x="95650" y="21507"/>
                  </a:lnTo>
                  <a:lnTo>
                    <a:pt x="95738" y="21658"/>
                  </a:lnTo>
                  <a:lnTo>
                    <a:pt x="95945" y="22051"/>
                  </a:lnTo>
                  <a:lnTo>
                    <a:pt x="96596" y="23110"/>
                  </a:lnTo>
                  <a:lnTo>
                    <a:pt x="96892" y="24048"/>
                  </a:lnTo>
                  <a:lnTo>
                    <a:pt x="96981" y="24381"/>
                  </a:lnTo>
                  <a:lnTo>
                    <a:pt x="97070" y="24895"/>
                  </a:lnTo>
                  <a:lnTo>
                    <a:pt x="97218" y="25621"/>
                  </a:lnTo>
                  <a:lnTo>
                    <a:pt x="97336" y="25893"/>
                  </a:lnTo>
                  <a:lnTo>
                    <a:pt x="97484" y="26196"/>
                  </a:lnTo>
                  <a:lnTo>
                    <a:pt x="97928" y="26468"/>
                  </a:lnTo>
                  <a:lnTo>
                    <a:pt x="98253" y="26589"/>
                  </a:lnTo>
                  <a:lnTo>
                    <a:pt x="98697" y="26679"/>
                  </a:lnTo>
                  <a:lnTo>
                    <a:pt x="98845" y="26710"/>
                  </a:lnTo>
                  <a:lnTo>
                    <a:pt x="99052" y="27042"/>
                  </a:lnTo>
                  <a:lnTo>
                    <a:pt x="99170" y="27526"/>
                  </a:lnTo>
                  <a:lnTo>
                    <a:pt x="99229" y="27950"/>
                  </a:lnTo>
                  <a:lnTo>
                    <a:pt x="99259" y="28404"/>
                  </a:lnTo>
                  <a:lnTo>
                    <a:pt x="99525" y="28857"/>
                  </a:lnTo>
                  <a:lnTo>
                    <a:pt x="99762" y="29039"/>
                  </a:lnTo>
                  <a:lnTo>
                    <a:pt x="99940" y="29160"/>
                  </a:lnTo>
                  <a:lnTo>
                    <a:pt x="100117" y="29281"/>
                  </a:lnTo>
                  <a:lnTo>
                    <a:pt x="101241" y="29281"/>
                  </a:lnTo>
                  <a:lnTo>
                    <a:pt x="101419" y="29341"/>
                  </a:lnTo>
                  <a:lnTo>
                    <a:pt x="102158" y="29583"/>
                  </a:lnTo>
                  <a:lnTo>
                    <a:pt x="103490" y="29644"/>
                  </a:lnTo>
                  <a:lnTo>
                    <a:pt x="103667" y="29704"/>
                  </a:lnTo>
                  <a:lnTo>
                    <a:pt x="103845" y="29765"/>
                  </a:lnTo>
                  <a:lnTo>
                    <a:pt x="104673" y="30128"/>
                  </a:lnTo>
                  <a:lnTo>
                    <a:pt x="105295" y="30703"/>
                  </a:lnTo>
                  <a:lnTo>
                    <a:pt x="105620" y="31096"/>
                  </a:lnTo>
                  <a:lnTo>
                    <a:pt x="105797" y="31308"/>
                  </a:lnTo>
                  <a:lnTo>
                    <a:pt x="106685" y="32487"/>
                  </a:lnTo>
                  <a:lnTo>
                    <a:pt x="106922" y="33002"/>
                  </a:lnTo>
                  <a:lnTo>
                    <a:pt x="107277" y="33758"/>
                  </a:lnTo>
                  <a:lnTo>
                    <a:pt x="107366" y="34333"/>
                  </a:lnTo>
                  <a:lnTo>
                    <a:pt x="107602" y="35119"/>
                  </a:lnTo>
                  <a:lnTo>
                    <a:pt x="108016" y="35543"/>
                  </a:lnTo>
                  <a:lnTo>
                    <a:pt x="108401" y="35845"/>
                  </a:lnTo>
                  <a:lnTo>
                    <a:pt x="108549" y="35966"/>
                  </a:lnTo>
                  <a:lnTo>
                    <a:pt x="108697" y="36087"/>
                  </a:lnTo>
                  <a:lnTo>
                    <a:pt x="109141" y="36420"/>
                  </a:lnTo>
                  <a:lnTo>
                    <a:pt x="109496" y="36813"/>
                  </a:lnTo>
                  <a:lnTo>
                    <a:pt x="109880" y="37176"/>
                  </a:lnTo>
                  <a:lnTo>
                    <a:pt x="110502" y="37721"/>
                  </a:lnTo>
                  <a:lnTo>
                    <a:pt x="111448" y="38326"/>
                  </a:lnTo>
                  <a:lnTo>
                    <a:pt x="112010" y="38658"/>
                  </a:lnTo>
                  <a:lnTo>
                    <a:pt x="112691" y="39324"/>
                  </a:lnTo>
                  <a:lnTo>
                    <a:pt x="113016" y="39657"/>
                  </a:lnTo>
                  <a:lnTo>
                    <a:pt x="113460" y="40231"/>
                  </a:lnTo>
                  <a:lnTo>
                    <a:pt x="113904" y="40715"/>
                  </a:lnTo>
                  <a:lnTo>
                    <a:pt x="114141" y="41502"/>
                  </a:lnTo>
                  <a:lnTo>
                    <a:pt x="114200" y="41834"/>
                  </a:lnTo>
                  <a:lnTo>
                    <a:pt x="114348" y="42409"/>
                  </a:lnTo>
                  <a:lnTo>
                    <a:pt x="114673" y="42681"/>
                  </a:lnTo>
                  <a:lnTo>
                    <a:pt x="114880" y="43256"/>
                  </a:lnTo>
                  <a:lnTo>
                    <a:pt x="114851" y="43589"/>
                  </a:lnTo>
                  <a:lnTo>
                    <a:pt x="114584" y="43831"/>
                  </a:lnTo>
                  <a:lnTo>
                    <a:pt x="114318" y="44164"/>
                  </a:lnTo>
                  <a:lnTo>
                    <a:pt x="114052" y="44466"/>
                  </a:lnTo>
                  <a:lnTo>
                    <a:pt x="113667" y="44890"/>
                  </a:lnTo>
                  <a:lnTo>
                    <a:pt x="113076" y="45464"/>
                  </a:lnTo>
                  <a:lnTo>
                    <a:pt x="112602" y="45585"/>
                  </a:lnTo>
                  <a:lnTo>
                    <a:pt x="112454" y="45858"/>
                  </a:lnTo>
                  <a:lnTo>
                    <a:pt x="112454" y="46251"/>
                  </a:lnTo>
                  <a:lnTo>
                    <a:pt x="112691" y="46614"/>
                  </a:lnTo>
                  <a:lnTo>
                    <a:pt x="112928" y="46765"/>
                  </a:lnTo>
                  <a:lnTo>
                    <a:pt x="113223" y="46886"/>
                  </a:lnTo>
                  <a:lnTo>
                    <a:pt x="113371" y="47037"/>
                  </a:lnTo>
                  <a:lnTo>
                    <a:pt x="113608" y="47612"/>
                  </a:lnTo>
                  <a:lnTo>
                    <a:pt x="113519" y="47763"/>
                  </a:lnTo>
                  <a:lnTo>
                    <a:pt x="113194" y="48308"/>
                  </a:lnTo>
                  <a:lnTo>
                    <a:pt x="113046" y="48822"/>
                  </a:lnTo>
                  <a:lnTo>
                    <a:pt x="113283" y="49155"/>
                  </a:lnTo>
                  <a:lnTo>
                    <a:pt x="113608" y="49518"/>
                  </a:lnTo>
                  <a:lnTo>
                    <a:pt x="113726" y="49851"/>
                  </a:lnTo>
                  <a:lnTo>
                    <a:pt x="113845" y="50153"/>
                  </a:lnTo>
                  <a:lnTo>
                    <a:pt x="113904" y="50486"/>
                  </a:lnTo>
                  <a:lnTo>
                    <a:pt x="114141" y="50909"/>
                  </a:lnTo>
                  <a:lnTo>
                    <a:pt x="114289" y="51484"/>
                  </a:lnTo>
                  <a:lnTo>
                    <a:pt x="114348" y="51938"/>
                  </a:lnTo>
                  <a:lnTo>
                    <a:pt x="114318" y="52422"/>
                  </a:lnTo>
                  <a:lnTo>
                    <a:pt x="114289" y="52634"/>
                  </a:lnTo>
                  <a:lnTo>
                    <a:pt x="114377" y="53057"/>
                  </a:lnTo>
                  <a:lnTo>
                    <a:pt x="114555" y="53208"/>
                  </a:lnTo>
                  <a:lnTo>
                    <a:pt x="114762" y="53359"/>
                  </a:lnTo>
                  <a:lnTo>
                    <a:pt x="115265" y="53450"/>
                  </a:lnTo>
                  <a:lnTo>
                    <a:pt x="115620" y="53601"/>
                  </a:lnTo>
                  <a:lnTo>
                    <a:pt x="115886" y="53692"/>
                  </a:lnTo>
                  <a:lnTo>
                    <a:pt x="116271" y="53904"/>
                  </a:lnTo>
                  <a:lnTo>
                    <a:pt x="116715" y="54025"/>
                  </a:lnTo>
                  <a:lnTo>
                    <a:pt x="116862" y="54206"/>
                  </a:lnTo>
                  <a:lnTo>
                    <a:pt x="117336" y="54811"/>
                  </a:lnTo>
                  <a:lnTo>
                    <a:pt x="117602" y="55144"/>
                  </a:lnTo>
                  <a:lnTo>
                    <a:pt x="117750" y="55477"/>
                  </a:lnTo>
                  <a:lnTo>
                    <a:pt x="117809" y="55719"/>
                  </a:lnTo>
                  <a:lnTo>
                    <a:pt x="117987" y="56021"/>
                  </a:lnTo>
                  <a:lnTo>
                    <a:pt x="118223" y="56263"/>
                  </a:lnTo>
                  <a:lnTo>
                    <a:pt x="118608" y="56566"/>
                  </a:lnTo>
                  <a:lnTo>
                    <a:pt x="118756" y="56747"/>
                  </a:lnTo>
                  <a:lnTo>
                    <a:pt x="118993" y="56959"/>
                  </a:lnTo>
                  <a:lnTo>
                    <a:pt x="119348" y="57292"/>
                  </a:lnTo>
                  <a:lnTo>
                    <a:pt x="119584" y="57564"/>
                  </a:lnTo>
                  <a:lnTo>
                    <a:pt x="119880" y="57806"/>
                  </a:lnTo>
                  <a:lnTo>
                    <a:pt x="119999" y="58048"/>
                  </a:lnTo>
                  <a:lnTo>
                    <a:pt x="120087" y="58351"/>
                  </a:lnTo>
                  <a:lnTo>
                    <a:pt x="120294" y="58774"/>
                  </a:lnTo>
                  <a:lnTo>
                    <a:pt x="120383" y="59137"/>
                  </a:lnTo>
                  <a:lnTo>
                    <a:pt x="120797" y="59561"/>
                  </a:lnTo>
                  <a:lnTo>
                    <a:pt x="121093" y="59954"/>
                  </a:lnTo>
                  <a:lnTo>
                    <a:pt x="121330" y="60226"/>
                  </a:lnTo>
                  <a:lnTo>
                    <a:pt x="121419" y="60377"/>
                  </a:lnTo>
                  <a:lnTo>
                    <a:pt x="121389" y="60831"/>
                  </a:lnTo>
                  <a:lnTo>
                    <a:pt x="121300" y="61103"/>
                  </a:lnTo>
                  <a:lnTo>
                    <a:pt x="121271" y="61678"/>
                  </a:lnTo>
                  <a:lnTo>
                    <a:pt x="121034" y="62223"/>
                  </a:lnTo>
                  <a:lnTo>
                    <a:pt x="120916" y="62434"/>
                  </a:lnTo>
                  <a:lnTo>
                    <a:pt x="120649" y="62858"/>
                  </a:lnTo>
                  <a:lnTo>
                    <a:pt x="120561" y="63070"/>
                  </a:lnTo>
                  <a:lnTo>
                    <a:pt x="120472" y="63947"/>
                  </a:lnTo>
                  <a:lnTo>
                    <a:pt x="120472" y="64643"/>
                  </a:lnTo>
                  <a:lnTo>
                    <a:pt x="120649" y="65459"/>
                  </a:lnTo>
                  <a:lnTo>
                    <a:pt x="120886" y="66185"/>
                  </a:lnTo>
                  <a:lnTo>
                    <a:pt x="120886" y="66397"/>
                  </a:lnTo>
                  <a:lnTo>
                    <a:pt x="120916" y="66730"/>
                  </a:lnTo>
                  <a:lnTo>
                    <a:pt x="120975" y="67244"/>
                  </a:lnTo>
                  <a:lnTo>
                    <a:pt x="120797" y="67637"/>
                  </a:lnTo>
                  <a:lnTo>
                    <a:pt x="120502" y="68091"/>
                  </a:lnTo>
                  <a:lnTo>
                    <a:pt x="120058" y="68242"/>
                  </a:lnTo>
                  <a:lnTo>
                    <a:pt x="119762" y="68877"/>
                  </a:lnTo>
                  <a:lnTo>
                    <a:pt x="119466" y="69361"/>
                  </a:lnTo>
                  <a:lnTo>
                    <a:pt x="119525" y="69815"/>
                  </a:lnTo>
                  <a:lnTo>
                    <a:pt x="119703" y="70783"/>
                  </a:lnTo>
                  <a:lnTo>
                    <a:pt x="119821" y="72084"/>
                  </a:lnTo>
                  <a:lnTo>
                    <a:pt x="119821" y="72780"/>
                  </a:lnTo>
                  <a:lnTo>
                    <a:pt x="119821" y="73082"/>
                  </a:lnTo>
                  <a:lnTo>
                    <a:pt x="119939" y="73354"/>
                  </a:lnTo>
                  <a:lnTo>
                    <a:pt x="120235" y="73657"/>
                  </a:lnTo>
                  <a:lnTo>
                    <a:pt x="120709" y="73869"/>
                  </a:lnTo>
                  <a:lnTo>
                    <a:pt x="121123" y="74020"/>
                  </a:lnTo>
                  <a:lnTo>
                    <a:pt x="121241" y="74232"/>
                  </a:lnTo>
                  <a:lnTo>
                    <a:pt x="121241" y="74474"/>
                  </a:lnTo>
                  <a:lnTo>
                    <a:pt x="121241" y="74897"/>
                  </a:lnTo>
                  <a:lnTo>
                    <a:pt x="121241" y="75411"/>
                  </a:lnTo>
                  <a:lnTo>
                    <a:pt x="121271" y="75684"/>
                  </a:lnTo>
                  <a:lnTo>
                    <a:pt x="121448" y="75865"/>
                  </a:lnTo>
                  <a:lnTo>
                    <a:pt x="121596" y="76077"/>
                  </a:lnTo>
                  <a:lnTo>
                    <a:pt x="121744" y="76410"/>
                  </a:lnTo>
                  <a:lnTo>
                    <a:pt x="122010" y="76621"/>
                  </a:lnTo>
                  <a:lnTo>
                    <a:pt x="122158" y="76652"/>
                  </a:lnTo>
                  <a:lnTo>
                    <a:pt x="122454" y="76773"/>
                  </a:lnTo>
                  <a:lnTo>
                    <a:pt x="122720" y="76894"/>
                  </a:lnTo>
                  <a:lnTo>
                    <a:pt x="122987" y="77045"/>
                  </a:lnTo>
                  <a:lnTo>
                    <a:pt x="123194" y="77105"/>
                  </a:lnTo>
                  <a:lnTo>
                    <a:pt x="123371" y="77257"/>
                  </a:lnTo>
                  <a:lnTo>
                    <a:pt x="123401" y="77438"/>
                  </a:lnTo>
                  <a:lnTo>
                    <a:pt x="123164" y="77862"/>
                  </a:lnTo>
                  <a:lnTo>
                    <a:pt x="123046" y="78164"/>
                  </a:lnTo>
                  <a:lnTo>
                    <a:pt x="122809" y="78588"/>
                  </a:lnTo>
                  <a:lnTo>
                    <a:pt x="122691" y="79011"/>
                  </a:lnTo>
                  <a:lnTo>
                    <a:pt x="122454" y="79283"/>
                  </a:lnTo>
                  <a:lnTo>
                    <a:pt x="122188" y="79798"/>
                  </a:lnTo>
                  <a:lnTo>
                    <a:pt x="121715" y="79918"/>
                  </a:lnTo>
                  <a:lnTo>
                    <a:pt x="121359" y="80009"/>
                  </a:lnTo>
                  <a:lnTo>
                    <a:pt x="121034" y="80221"/>
                  </a:lnTo>
                  <a:lnTo>
                    <a:pt x="120797" y="80463"/>
                  </a:lnTo>
                  <a:lnTo>
                    <a:pt x="120590" y="80735"/>
                  </a:lnTo>
                  <a:lnTo>
                    <a:pt x="120472" y="81007"/>
                  </a:lnTo>
                  <a:lnTo>
                    <a:pt x="120502" y="81189"/>
                  </a:lnTo>
                  <a:lnTo>
                    <a:pt x="120561" y="81491"/>
                  </a:lnTo>
                  <a:lnTo>
                    <a:pt x="120857" y="81854"/>
                  </a:lnTo>
                  <a:lnTo>
                    <a:pt x="121537" y="82399"/>
                  </a:lnTo>
                  <a:lnTo>
                    <a:pt x="121774" y="82701"/>
                  </a:lnTo>
                  <a:lnTo>
                    <a:pt x="121981" y="83367"/>
                  </a:lnTo>
                  <a:lnTo>
                    <a:pt x="121981" y="83609"/>
                  </a:lnTo>
                  <a:lnTo>
                    <a:pt x="122099" y="83881"/>
                  </a:lnTo>
                  <a:lnTo>
                    <a:pt x="122217" y="84063"/>
                  </a:lnTo>
                  <a:lnTo>
                    <a:pt x="122395" y="84305"/>
                  </a:lnTo>
                  <a:lnTo>
                    <a:pt x="122425" y="84456"/>
                  </a:lnTo>
                  <a:lnTo>
                    <a:pt x="122602" y="84668"/>
                  </a:lnTo>
                  <a:lnTo>
                    <a:pt x="122868" y="84879"/>
                  </a:lnTo>
                  <a:lnTo>
                    <a:pt x="123194" y="85182"/>
                  </a:lnTo>
                  <a:lnTo>
                    <a:pt x="123401" y="85363"/>
                  </a:lnTo>
                  <a:lnTo>
                    <a:pt x="123726" y="85999"/>
                  </a:lnTo>
                  <a:lnTo>
                    <a:pt x="123933" y="86483"/>
                  </a:lnTo>
                  <a:lnTo>
                    <a:pt x="124170" y="87178"/>
                  </a:lnTo>
                  <a:lnTo>
                    <a:pt x="124407" y="87572"/>
                  </a:lnTo>
                  <a:lnTo>
                    <a:pt x="124496" y="87995"/>
                  </a:lnTo>
                  <a:lnTo>
                    <a:pt x="124525" y="88298"/>
                  </a:lnTo>
                  <a:lnTo>
                    <a:pt x="124525" y="88509"/>
                  </a:lnTo>
                  <a:lnTo>
                    <a:pt x="124614" y="89084"/>
                  </a:lnTo>
                  <a:lnTo>
                    <a:pt x="124791" y="89961"/>
                  </a:lnTo>
                  <a:lnTo>
                    <a:pt x="124791" y="90929"/>
                  </a:lnTo>
                  <a:lnTo>
                    <a:pt x="124288" y="92018"/>
                  </a:lnTo>
                  <a:lnTo>
                    <a:pt x="124229" y="92684"/>
                  </a:lnTo>
                  <a:lnTo>
                    <a:pt x="124259" y="93077"/>
                  </a:lnTo>
                  <a:lnTo>
                    <a:pt x="124229" y="93742"/>
                  </a:lnTo>
                  <a:lnTo>
                    <a:pt x="124318" y="94317"/>
                  </a:lnTo>
                  <a:lnTo>
                    <a:pt x="124348" y="95164"/>
                  </a:lnTo>
                  <a:lnTo>
                    <a:pt x="124200" y="96132"/>
                  </a:lnTo>
                  <a:lnTo>
                    <a:pt x="124111" y="96737"/>
                  </a:lnTo>
                  <a:lnTo>
                    <a:pt x="123963" y="97282"/>
                  </a:lnTo>
                  <a:lnTo>
                    <a:pt x="123756" y="97796"/>
                  </a:lnTo>
                  <a:lnTo>
                    <a:pt x="123608" y="98189"/>
                  </a:lnTo>
                  <a:lnTo>
                    <a:pt x="123283" y="99006"/>
                  </a:lnTo>
                  <a:lnTo>
                    <a:pt x="123549" y="99218"/>
                  </a:lnTo>
                  <a:lnTo>
                    <a:pt x="123726" y="99460"/>
                  </a:lnTo>
                  <a:lnTo>
                    <a:pt x="123223" y="100367"/>
                  </a:lnTo>
                  <a:lnTo>
                    <a:pt x="123135" y="101093"/>
                  </a:lnTo>
                  <a:lnTo>
                    <a:pt x="122957" y="101940"/>
                  </a:lnTo>
                  <a:lnTo>
                    <a:pt x="122868" y="102848"/>
                  </a:lnTo>
                  <a:lnTo>
                    <a:pt x="122720" y="103120"/>
                  </a:lnTo>
                  <a:lnTo>
                    <a:pt x="122365" y="104118"/>
                  </a:lnTo>
                  <a:lnTo>
                    <a:pt x="122839" y="104179"/>
                  </a:lnTo>
                  <a:lnTo>
                    <a:pt x="123371" y="103664"/>
                  </a:lnTo>
                  <a:lnTo>
                    <a:pt x="123756" y="103211"/>
                  </a:lnTo>
                  <a:lnTo>
                    <a:pt x="123874" y="102969"/>
                  </a:lnTo>
                  <a:lnTo>
                    <a:pt x="124377" y="101849"/>
                  </a:lnTo>
                  <a:lnTo>
                    <a:pt x="125324" y="102575"/>
                  </a:lnTo>
                  <a:lnTo>
                    <a:pt x="126300" y="103301"/>
                  </a:lnTo>
                  <a:lnTo>
                    <a:pt x="126507" y="103271"/>
                  </a:lnTo>
                  <a:lnTo>
                    <a:pt x="126833" y="103059"/>
                  </a:lnTo>
                  <a:lnTo>
                    <a:pt x="127602" y="102303"/>
                  </a:lnTo>
                  <a:lnTo>
                    <a:pt x="128815" y="103211"/>
                  </a:lnTo>
                  <a:lnTo>
                    <a:pt x="129170" y="104118"/>
                  </a:lnTo>
                  <a:lnTo>
                    <a:pt x="129673" y="104572"/>
                  </a:lnTo>
                  <a:lnTo>
                    <a:pt x="131211" y="106024"/>
                  </a:lnTo>
                  <a:lnTo>
                    <a:pt x="131626" y="106296"/>
                  </a:lnTo>
                  <a:lnTo>
                    <a:pt x="132898" y="106659"/>
                  </a:lnTo>
                  <a:lnTo>
                    <a:pt x="133371" y="106840"/>
                  </a:lnTo>
                  <a:lnTo>
                    <a:pt x="133815" y="107022"/>
                  </a:lnTo>
                  <a:lnTo>
                    <a:pt x="134022" y="107082"/>
                  </a:lnTo>
                  <a:lnTo>
                    <a:pt x="135442" y="107415"/>
                  </a:lnTo>
                  <a:lnTo>
                    <a:pt x="135886" y="107597"/>
                  </a:lnTo>
                  <a:lnTo>
                    <a:pt x="137040" y="108534"/>
                  </a:lnTo>
                  <a:lnTo>
                    <a:pt x="137927" y="109321"/>
                  </a:lnTo>
                  <a:lnTo>
                    <a:pt x="138992" y="110289"/>
                  </a:lnTo>
                  <a:lnTo>
                    <a:pt x="139288" y="110531"/>
                  </a:lnTo>
                  <a:lnTo>
                    <a:pt x="139555" y="110773"/>
                  </a:lnTo>
                  <a:lnTo>
                    <a:pt x="141448" y="112618"/>
                  </a:lnTo>
                  <a:lnTo>
                    <a:pt x="141685" y="112769"/>
                  </a:lnTo>
                  <a:lnTo>
                    <a:pt x="141981" y="112951"/>
                  </a:lnTo>
                  <a:lnTo>
                    <a:pt x="142513" y="113435"/>
                  </a:lnTo>
                  <a:lnTo>
                    <a:pt x="143756" y="112467"/>
                  </a:lnTo>
                  <a:lnTo>
                    <a:pt x="144673" y="113616"/>
                  </a:lnTo>
                  <a:lnTo>
                    <a:pt x="146004" y="114887"/>
                  </a:lnTo>
                  <a:lnTo>
                    <a:pt x="146241" y="115129"/>
                  </a:lnTo>
                  <a:lnTo>
                    <a:pt x="147868" y="116672"/>
                  </a:lnTo>
                  <a:lnTo>
                    <a:pt x="147602" y="117004"/>
                  </a:lnTo>
                  <a:lnTo>
                    <a:pt x="148815" y="117851"/>
                  </a:lnTo>
                  <a:lnTo>
                    <a:pt x="147868" y="119031"/>
                  </a:lnTo>
                  <a:lnTo>
                    <a:pt x="148460" y="119424"/>
                  </a:lnTo>
                  <a:lnTo>
                    <a:pt x="149170" y="119697"/>
                  </a:lnTo>
                  <a:lnTo>
                    <a:pt x="150028" y="119757"/>
                  </a:lnTo>
                  <a:lnTo>
                    <a:pt x="150915" y="119636"/>
                  </a:lnTo>
                  <a:lnTo>
                    <a:pt x="151714" y="119334"/>
                  </a:lnTo>
                  <a:lnTo>
                    <a:pt x="152572" y="118698"/>
                  </a:lnTo>
                  <a:lnTo>
                    <a:pt x="153489" y="119485"/>
                  </a:lnTo>
                  <a:lnTo>
                    <a:pt x="151921" y="121179"/>
                  </a:lnTo>
                  <a:lnTo>
                    <a:pt x="152868" y="122237"/>
                  </a:lnTo>
                  <a:lnTo>
                    <a:pt x="153105" y="122449"/>
                  </a:lnTo>
                  <a:lnTo>
                    <a:pt x="153785" y="124143"/>
                  </a:lnTo>
                  <a:lnTo>
                    <a:pt x="154140" y="124476"/>
                  </a:lnTo>
                  <a:lnTo>
                    <a:pt x="153874" y="124748"/>
                  </a:lnTo>
                  <a:lnTo>
                    <a:pt x="154347" y="125141"/>
                  </a:lnTo>
                  <a:lnTo>
                    <a:pt x="154022" y="125504"/>
                  </a:lnTo>
                  <a:lnTo>
                    <a:pt x="158075" y="128923"/>
                  </a:lnTo>
                  <a:lnTo>
                    <a:pt x="158401" y="128923"/>
                  </a:lnTo>
                  <a:lnTo>
                    <a:pt x="158963" y="129558"/>
                  </a:lnTo>
                  <a:lnTo>
                    <a:pt x="159140" y="129739"/>
                  </a:lnTo>
                  <a:lnTo>
                    <a:pt x="159466" y="129860"/>
                  </a:lnTo>
                  <a:lnTo>
                    <a:pt x="160324" y="130707"/>
                  </a:lnTo>
                  <a:lnTo>
                    <a:pt x="160590" y="130828"/>
                  </a:lnTo>
                  <a:lnTo>
                    <a:pt x="161389" y="131615"/>
                  </a:lnTo>
                  <a:lnTo>
                    <a:pt x="161241" y="131766"/>
                  </a:lnTo>
                  <a:lnTo>
                    <a:pt x="161063" y="131917"/>
                  </a:lnTo>
                  <a:lnTo>
                    <a:pt x="161389" y="131827"/>
                  </a:lnTo>
                  <a:lnTo>
                    <a:pt x="161596" y="131796"/>
                  </a:lnTo>
                  <a:lnTo>
                    <a:pt x="161833" y="131736"/>
                  </a:lnTo>
                  <a:lnTo>
                    <a:pt x="162040" y="131706"/>
                  </a:lnTo>
                  <a:lnTo>
                    <a:pt x="162276" y="131706"/>
                  </a:lnTo>
                  <a:lnTo>
                    <a:pt x="162483" y="131736"/>
                  </a:lnTo>
                  <a:lnTo>
                    <a:pt x="162779" y="131766"/>
                  </a:lnTo>
                  <a:lnTo>
                    <a:pt x="163134" y="131857"/>
                  </a:lnTo>
                  <a:lnTo>
                    <a:pt x="163341" y="131917"/>
                  </a:lnTo>
                  <a:lnTo>
                    <a:pt x="163904" y="132099"/>
                  </a:lnTo>
                  <a:lnTo>
                    <a:pt x="164140" y="132250"/>
                  </a:lnTo>
                  <a:lnTo>
                    <a:pt x="164466" y="132704"/>
                  </a:lnTo>
                  <a:lnTo>
                    <a:pt x="164939" y="133430"/>
                  </a:lnTo>
                  <a:lnTo>
                    <a:pt x="165975" y="133520"/>
                  </a:lnTo>
                  <a:lnTo>
                    <a:pt x="166389" y="133551"/>
                  </a:lnTo>
                  <a:lnTo>
                    <a:pt x="172927" y="134186"/>
                  </a:lnTo>
                  <a:lnTo>
                    <a:pt x="172898" y="135033"/>
                  </a:lnTo>
                  <a:lnTo>
                    <a:pt x="173134" y="135063"/>
                  </a:lnTo>
                  <a:lnTo>
                    <a:pt x="173312" y="135063"/>
                  </a:lnTo>
                  <a:lnTo>
                    <a:pt x="173519" y="135093"/>
                  </a:lnTo>
                  <a:lnTo>
                    <a:pt x="173903" y="135124"/>
                  </a:lnTo>
                  <a:lnTo>
                    <a:pt x="174051" y="135154"/>
                  </a:lnTo>
                  <a:lnTo>
                    <a:pt x="174199" y="135154"/>
                  </a:lnTo>
                  <a:lnTo>
                    <a:pt x="174377" y="135184"/>
                  </a:lnTo>
                  <a:lnTo>
                    <a:pt x="174318" y="135910"/>
                  </a:lnTo>
                  <a:lnTo>
                    <a:pt x="175945" y="136061"/>
                  </a:lnTo>
                  <a:lnTo>
                    <a:pt x="176566" y="136122"/>
                  </a:lnTo>
                  <a:lnTo>
                    <a:pt x="176625" y="136576"/>
                  </a:lnTo>
                  <a:lnTo>
                    <a:pt x="176685" y="136908"/>
                  </a:lnTo>
                  <a:lnTo>
                    <a:pt x="176063" y="137241"/>
                  </a:lnTo>
                  <a:lnTo>
                    <a:pt x="176329" y="137725"/>
                  </a:lnTo>
                  <a:lnTo>
                    <a:pt x="175649" y="138300"/>
                  </a:lnTo>
                  <a:lnTo>
                    <a:pt x="174347" y="139480"/>
                  </a:lnTo>
                  <a:lnTo>
                    <a:pt x="173992" y="139994"/>
                  </a:lnTo>
                  <a:lnTo>
                    <a:pt x="172690" y="139661"/>
                  </a:lnTo>
                  <a:lnTo>
                    <a:pt x="172306" y="139570"/>
                  </a:lnTo>
                  <a:lnTo>
                    <a:pt x="172128" y="139964"/>
                  </a:lnTo>
                  <a:lnTo>
                    <a:pt x="171773" y="140206"/>
                  </a:lnTo>
                  <a:lnTo>
                    <a:pt x="171300" y="140508"/>
                  </a:lnTo>
                  <a:lnTo>
                    <a:pt x="170974" y="140811"/>
                  </a:lnTo>
                  <a:lnTo>
                    <a:pt x="169406" y="141839"/>
                  </a:lnTo>
                  <a:lnTo>
                    <a:pt x="167128" y="143442"/>
                  </a:lnTo>
                  <a:lnTo>
                    <a:pt x="166182" y="144108"/>
                  </a:lnTo>
                  <a:lnTo>
                    <a:pt x="163785" y="145711"/>
                  </a:lnTo>
                  <a:lnTo>
                    <a:pt x="163430" y="145953"/>
                  </a:lnTo>
                  <a:lnTo>
                    <a:pt x="162720" y="146316"/>
                  </a:lnTo>
                  <a:lnTo>
                    <a:pt x="162543" y="146407"/>
                  </a:lnTo>
                  <a:lnTo>
                    <a:pt x="161773" y="146377"/>
                  </a:lnTo>
                  <a:lnTo>
                    <a:pt x="160649" y="146014"/>
                  </a:lnTo>
                  <a:lnTo>
                    <a:pt x="159909" y="145741"/>
                  </a:lnTo>
                  <a:lnTo>
                    <a:pt x="158756" y="145469"/>
                  </a:lnTo>
                  <a:lnTo>
                    <a:pt x="158549" y="145832"/>
                  </a:lnTo>
                  <a:lnTo>
                    <a:pt x="158312" y="146256"/>
                  </a:lnTo>
                  <a:lnTo>
                    <a:pt x="157306" y="147919"/>
                  </a:lnTo>
                  <a:lnTo>
                    <a:pt x="156093" y="147526"/>
                  </a:lnTo>
                  <a:lnTo>
                    <a:pt x="155708" y="147435"/>
                  </a:lnTo>
                  <a:lnTo>
                    <a:pt x="154880" y="147133"/>
                  </a:lnTo>
                  <a:lnTo>
                    <a:pt x="154643" y="147798"/>
                  </a:lnTo>
                  <a:lnTo>
                    <a:pt x="154436" y="147738"/>
                  </a:lnTo>
                  <a:lnTo>
                    <a:pt x="154170" y="148282"/>
                  </a:lnTo>
                  <a:lnTo>
                    <a:pt x="154022" y="148343"/>
                  </a:lnTo>
                  <a:lnTo>
                    <a:pt x="153489" y="148615"/>
                  </a:lnTo>
                  <a:lnTo>
                    <a:pt x="153134" y="148736"/>
                  </a:lnTo>
                  <a:lnTo>
                    <a:pt x="152957" y="148827"/>
                  </a:lnTo>
                  <a:lnTo>
                    <a:pt x="152779" y="148887"/>
                  </a:lnTo>
                  <a:lnTo>
                    <a:pt x="152602" y="148736"/>
                  </a:lnTo>
                  <a:lnTo>
                    <a:pt x="152424" y="148585"/>
                  </a:lnTo>
                  <a:lnTo>
                    <a:pt x="152276" y="148282"/>
                  </a:lnTo>
                  <a:lnTo>
                    <a:pt x="152040" y="147919"/>
                  </a:lnTo>
                  <a:lnTo>
                    <a:pt x="152217" y="147647"/>
                  </a:lnTo>
                  <a:lnTo>
                    <a:pt x="150856" y="147102"/>
                  </a:lnTo>
                  <a:lnTo>
                    <a:pt x="151773" y="144410"/>
                  </a:lnTo>
                  <a:lnTo>
                    <a:pt x="151093" y="144350"/>
                  </a:lnTo>
                  <a:lnTo>
                    <a:pt x="150501" y="144289"/>
                  </a:lnTo>
                  <a:lnTo>
                    <a:pt x="148815" y="143987"/>
                  </a:lnTo>
                  <a:lnTo>
                    <a:pt x="147424" y="147042"/>
                  </a:lnTo>
                  <a:lnTo>
                    <a:pt x="146921" y="146709"/>
                  </a:lnTo>
                  <a:lnTo>
                    <a:pt x="143933" y="145499"/>
                  </a:lnTo>
                  <a:lnTo>
                    <a:pt x="143075" y="147768"/>
                  </a:lnTo>
                  <a:lnTo>
                    <a:pt x="140235" y="146981"/>
                  </a:lnTo>
                  <a:lnTo>
                    <a:pt x="140117" y="147344"/>
                  </a:lnTo>
                  <a:lnTo>
                    <a:pt x="139200" y="147072"/>
                  </a:lnTo>
                  <a:lnTo>
                    <a:pt x="138992" y="147012"/>
                  </a:lnTo>
                  <a:lnTo>
                    <a:pt x="138726" y="147102"/>
                  </a:lnTo>
                  <a:lnTo>
                    <a:pt x="138164" y="147375"/>
                  </a:lnTo>
                  <a:lnTo>
                    <a:pt x="138016" y="147556"/>
                  </a:lnTo>
                  <a:lnTo>
                    <a:pt x="137572" y="147496"/>
                  </a:lnTo>
                  <a:lnTo>
                    <a:pt x="136892" y="147405"/>
                  </a:lnTo>
                  <a:lnTo>
                    <a:pt x="135028" y="147193"/>
                  </a:lnTo>
                  <a:lnTo>
                    <a:pt x="133401" y="147193"/>
                  </a:lnTo>
                  <a:lnTo>
                    <a:pt x="132632" y="146649"/>
                  </a:lnTo>
                  <a:lnTo>
                    <a:pt x="132395" y="146467"/>
                  </a:lnTo>
                  <a:lnTo>
                    <a:pt x="132040" y="146286"/>
                  </a:lnTo>
                  <a:lnTo>
                    <a:pt x="130916" y="145862"/>
                  </a:lnTo>
                  <a:lnTo>
                    <a:pt x="130561" y="146528"/>
                  </a:lnTo>
                  <a:lnTo>
                    <a:pt x="129910" y="147768"/>
                  </a:lnTo>
                  <a:lnTo>
                    <a:pt x="129703" y="148161"/>
                  </a:lnTo>
                  <a:lnTo>
                    <a:pt x="129407" y="148675"/>
                  </a:lnTo>
                  <a:lnTo>
                    <a:pt x="127513" y="151761"/>
                  </a:lnTo>
                  <a:lnTo>
                    <a:pt x="126862" y="152850"/>
                  </a:lnTo>
                  <a:lnTo>
                    <a:pt x="126892" y="153062"/>
                  </a:lnTo>
                  <a:lnTo>
                    <a:pt x="127099" y="153394"/>
                  </a:lnTo>
                  <a:lnTo>
                    <a:pt x="127602" y="153969"/>
                  </a:lnTo>
                  <a:lnTo>
                    <a:pt x="127513" y="154272"/>
                  </a:lnTo>
                  <a:lnTo>
                    <a:pt x="127277" y="154967"/>
                  </a:lnTo>
                  <a:lnTo>
                    <a:pt x="127188" y="155149"/>
                  </a:lnTo>
                  <a:lnTo>
                    <a:pt x="127129" y="155391"/>
                  </a:lnTo>
                  <a:lnTo>
                    <a:pt x="126537" y="156389"/>
                  </a:lnTo>
                  <a:lnTo>
                    <a:pt x="126330" y="156722"/>
                  </a:lnTo>
                  <a:lnTo>
                    <a:pt x="126093" y="157357"/>
                  </a:lnTo>
                  <a:lnTo>
                    <a:pt x="126034" y="157599"/>
                  </a:lnTo>
                  <a:lnTo>
                    <a:pt x="125561" y="159202"/>
                  </a:lnTo>
                  <a:lnTo>
                    <a:pt x="125117" y="159868"/>
                  </a:lnTo>
                  <a:lnTo>
                    <a:pt x="124525" y="160594"/>
                  </a:lnTo>
                  <a:lnTo>
                    <a:pt x="124259" y="160957"/>
                  </a:lnTo>
                  <a:lnTo>
                    <a:pt x="123993" y="161804"/>
                  </a:lnTo>
                  <a:lnTo>
                    <a:pt x="123756" y="162620"/>
                  </a:lnTo>
                  <a:lnTo>
                    <a:pt x="123549" y="162862"/>
                  </a:lnTo>
                  <a:lnTo>
                    <a:pt x="123283" y="163316"/>
                  </a:lnTo>
                  <a:lnTo>
                    <a:pt x="121152" y="166008"/>
                  </a:lnTo>
                  <a:lnTo>
                    <a:pt x="120886" y="166341"/>
                  </a:lnTo>
                  <a:lnTo>
                    <a:pt x="120590" y="166825"/>
                  </a:lnTo>
                  <a:lnTo>
                    <a:pt x="120590" y="167097"/>
                  </a:lnTo>
                  <a:lnTo>
                    <a:pt x="120590" y="167944"/>
                  </a:lnTo>
                  <a:lnTo>
                    <a:pt x="120590" y="168156"/>
                  </a:lnTo>
                  <a:lnTo>
                    <a:pt x="120531" y="168852"/>
                  </a:lnTo>
                  <a:lnTo>
                    <a:pt x="120413" y="169578"/>
                  </a:lnTo>
                  <a:lnTo>
                    <a:pt x="120146" y="169699"/>
                  </a:lnTo>
                  <a:lnTo>
                    <a:pt x="120324" y="171605"/>
                  </a:lnTo>
                  <a:lnTo>
                    <a:pt x="120531" y="171907"/>
                  </a:lnTo>
                  <a:lnTo>
                    <a:pt x="120679" y="172119"/>
                  </a:lnTo>
                  <a:lnTo>
                    <a:pt x="120827" y="172300"/>
                  </a:lnTo>
                  <a:lnTo>
                    <a:pt x="120916" y="172452"/>
                  </a:lnTo>
                  <a:lnTo>
                    <a:pt x="121064" y="172694"/>
                  </a:lnTo>
                  <a:lnTo>
                    <a:pt x="121152" y="172966"/>
                  </a:lnTo>
                  <a:lnTo>
                    <a:pt x="121182" y="173147"/>
                  </a:lnTo>
                  <a:lnTo>
                    <a:pt x="121300" y="173571"/>
                  </a:lnTo>
                  <a:lnTo>
                    <a:pt x="121330" y="174024"/>
                  </a:lnTo>
                  <a:lnTo>
                    <a:pt x="121300" y="174327"/>
                  </a:lnTo>
                  <a:lnTo>
                    <a:pt x="121152" y="174660"/>
                  </a:lnTo>
                  <a:lnTo>
                    <a:pt x="120886" y="175567"/>
                  </a:lnTo>
                  <a:lnTo>
                    <a:pt x="121744" y="175295"/>
                  </a:lnTo>
                  <a:lnTo>
                    <a:pt x="122454" y="175053"/>
                  </a:lnTo>
                  <a:lnTo>
                    <a:pt x="122780" y="175779"/>
                  </a:lnTo>
                  <a:lnTo>
                    <a:pt x="122987" y="176293"/>
                  </a:lnTo>
                  <a:lnTo>
                    <a:pt x="123519" y="176112"/>
                  </a:lnTo>
                  <a:lnTo>
                    <a:pt x="123667" y="176596"/>
                  </a:lnTo>
                  <a:lnTo>
                    <a:pt x="125620" y="177806"/>
                  </a:lnTo>
                  <a:lnTo>
                    <a:pt x="126300" y="178199"/>
                  </a:lnTo>
                  <a:lnTo>
                    <a:pt x="126774" y="178290"/>
                  </a:lnTo>
                  <a:lnTo>
                    <a:pt x="127957" y="178743"/>
                  </a:lnTo>
                  <a:lnTo>
                    <a:pt x="130294" y="179681"/>
                  </a:lnTo>
                  <a:lnTo>
                    <a:pt x="131567" y="180195"/>
                  </a:lnTo>
                  <a:lnTo>
                    <a:pt x="136507" y="182283"/>
                  </a:lnTo>
                  <a:lnTo>
                    <a:pt x="137188" y="182555"/>
                  </a:lnTo>
                  <a:lnTo>
                    <a:pt x="137691" y="182767"/>
                  </a:lnTo>
                  <a:lnTo>
                    <a:pt x="138075" y="182918"/>
                  </a:lnTo>
                  <a:lnTo>
                    <a:pt x="138401" y="183190"/>
                  </a:lnTo>
                  <a:lnTo>
                    <a:pt x="138578" y="183341"/>
                  </a:lnTo>
                  <a:lnTo>
                    <a:pt x="138756" y="183251"/>
                  </a:lnTo>
                  <a:lnTo>
                    <a:pt x="139407" y="182918"/>
                  </a:lnTo>
                  <a:lnTo>
                    <a:pt x="139466" y="183069"/>
                  </a:lnTo>
                  <a:lnTo>
                    <a:pt x="139762" y="183644"/>
                  </a:lnTo>
                  <a:lnTo>
                    <a:pt x="139584" y="183735"/>
                  </a:lnTo>
                  <a:lnTo>
                    <a:pt x="139762" y="184067"/>
                  </a:lnTo>
                  <a:lnTo>
                    <a:pt x="140531" y="183674"/>
                  </a:lnTo>
                  <a:lnTo>
                    <a:pt x="140679" y="183977"/>
                  </a:lnTo>
                  <a:lnTo>
                    <a:pt x="140590" y="184188"/>
                  </a:lnTo>
                  <a:lnTo>
                    <a:pt x="140738" y="184491"/>
                  </a:lnTo>
                  <a:lnTo>
                    <a:pt x="141566" y="184067"/>
                  </a:lnTo>
                  <a:lnTo>
                    <a:pt x="141951" y="184461"/>
                  </a:lnTo>
                  <a:lnTo>
                    <a:pt x="142424" y="184219"/>
                  </a:lnTo>
                  <a:lnTo>
                    <a:pt x="142868" y="185096"/>
                  </a:lnTo>
                  <a:lnTo>
                    <a:pt x="143342" y="184854"/>
                  </a:lnTo>
                  <a:lnTo>
                    <a:pt x="143401" y="185005"/>
                  </a:lnTo>
                  <a:lnTo>
                    <a:pt x="143637" y="185368"/>
                  </a:lnTo>
                  <a:lnTo>
                    <a:pt x="144229" y="185066"/>
                  </a:lnTo>
                  <a:lnTo>
                    <a:pt x="144673" y="185943"/>
                  </a:lnTo>
                  <a:lnTo>
                    <a:pt x="145560" y="185489"/>
                  </a:lnTo>
                  <a:lnTo>
                    <a:pt x="145649" y="185640"/>
                  </a:lnTo>
                  <a:lnTo>
                    <a:pt x="145886" y="186124"/>
                  </a:lnTo>
                  <a:lnTo>
                    <a:pt x="146271" y="185943"/>
                  </a:lnTo>
                  <a:lnTo>
                    <a:pt x="146626" y="186578"/>
                  </a:lnTo>
                  <a:lnTo>
                    <a:pt x="147099" y="186336"/>
                  </a:lnTo>
                  <a:lnTo>
                    <a:pt x="147572" y="187274"/>
                  </a:lnTo>
                  <a:lnTo>
                    <a:pt x="148223" y="186941"/>
                  </a:lnTo>
                  <a:lnTo>
                    <a:pt x="148430" y="187334"/>
                  </a:lnTo>
                  <a:lnTo>
                    <a:pt x="149052" y="187001"/>
                  </a:lnTo>
                  <a:lnTo>
                    <a:pt x="149288" y="187485"/>
                  </a:lnTo>
                  <a:lnTo>
                    <a:pt x="149495" y="187637"/>
                  </a:lnTo>
                  <a:lnTo>
                    <a:pt x="149998" y="187364"/>
                  </a:lnTo>
                  <a:lnTo>
                    <a:pt x="150472" y="188121"/>
                  </a:lnTo>
                  <a:lnTo>
                    <a:pt x="150886" y="187909"/>
                  </a:lnTo>
                  <a:lnTo>
                    <a:pt x="151448" y="188695"/>
                  </a:lnTo>
                  <a:lnTo>
                    <a:pt x="151744" y="188695"/>
                  </a:lnTo>
                  <a:lnTo>
                    <a:pt x="152247" y="188665"/>
                  </a:lnTo>
                  <a:lnTo>
                    <a:pt x="152365" y="188907"/>
                  </a:lnTo>
                  <a:lnTo>
                    <a:pt x="152898" y="188635"/>
                  </a:lnTo>
                  <a:lnTo>
                    <a:pt x="153282" y="189361"/>
                  </a:lnTo>
                  <a:lnTo>
                    <a:pt x="153904" y="189028"/>
                  </a:lnTo>
                  <a:lnTo>
                    <a:pt x="154052" y="189089"/>
                  </a:lnTo>
                  <a:lnTo>
                    <a:pt x="155057" y="189542"/>
                  </a:lnTo>
                  <a:lnTo>
                    <a:pt x="155620" y="189754"/>
                  </a:lnTo>
                  <a:lnTo>
                    <a:pt x="156833" y="190238"/>
                  </a:lnTo>
                  <a:lnTo>
                    <a:pt x="158430" y="190873"/>
                  </a:lnTo>
                  <a:lnTo>
                    <a:pt x="158904" y="191055"/>
                  </a:lnTo>
                  <a:lnTo>
                    <a:pt x="159673" y="191357"/>
                  </a:lnTo>
                  <a:lnTo>
                    <a:pt x="160738" y="191781"/>
                  </a:lnTo>
                  <a:lnTo>
                    <a:pt x="160945" y="191902"/>
                  </a:lnTo>
                  <a:lnTo>
                    <a:pt x="162010" y="192416"/>
                  </a:lnTo>
                  <a:lnTo>
                    <a:pt x="162483" y="192658"/>
                  </a:lnTo>
                  <a:lnTo>
                    <a:pt x="163164" y="192961"/>
                  </a:lnTo>
                  <a:lnTo>
                    <a:pt x="164909" y="193747"/>
                  </a:lnTo>
                  <a:lnTo>
                    <a:pt x="165264" y="193172"/>
                  </a:lnTo>
                  <a:lnTo>
                    <a:pt x="167424" y="194322"/>
                  </a:lnTo>
                  <a:lnTo>
                    <a:pt x="167957" y="194745"/>
                  </a:lnTo>
                  <a:lnTo>
                    <a:pt x="169614" y="193929"/>
                  </a:lnTo>
                  <a:lnTo>
                    <a:pt x="170176" y="195139"/>
                  </a:lnTo>
                  <a:lnTo>
                    <a:pt x="171714" y="198375"/>
                  </a:lnTo>
                  <a:lnTo>
                    <a:pt x="173282" y="199011"/>
                  </a:lnTo>
                  <a:lnTo>
                    <a:pt x="173105" y="199464"/>
                  </a:lnTo>
                  <a:lnTo>
                    <a:pt x="173016" y="199616"/>
                  </a:lnTo>
                  <a:lnTo>
                    <a:pt x="175176" y="200644"/>
                  </a:lnTo>
                  <a:lnTo>
                    <a:pt x="175087" y="200886"/>
                  </a:lnTo>
                  <a:lnTo>
                    <a:pt x="174643" y="202277"/>
                  </a:lnTo>
                  <a:lnTo>
                    <a:pt x="174584" y="202429"/>
                  </a:lnTo>
                  <a:lnTo>
                    <a:pt x="174466" y="202761"/>
                  </a:lnTo>
                  <a:lnTo>
                    <a:pt x="174377" y="203064"/>
                  </a:lnTo>
                  <a:lnTo>
                    <a:pt x="174614" y="203245"/>
                  </a:lnTo>
                  <a:lnTo>
                    <a:pt x="175324" y="203729"/>
                  </a:lnTo>
                  <a:lnTo>
                    <a:pt x="175797" y="204092"/>
                  </a:lnTo>
                  <a:lnTo>
                    <a:pt x="178578" y="204395"/>
                  </a:lnTo>
                  <a:lnTo>
                    <a:pt x="180205" y="204849"/>
                  </a:lnTo>
                  <a:lnTo>
                    <a:pt x="179525" y="206512"/>
                  </a:lnTo>
                  <a:lnTo>
                    <a:pt x="179998" y="207057"/>
                  </a:lnTo>
                  <a:lnTo>
                    <a:pt x="180679" y="207843"/>
                  </a:lnTo>
                  <a:lnTo>
                    <a:pt x="181389" y="208479"/>
                  </a:lnTo>
                  <a:lnTo>
                    <a:pt x="181832" y="208872"/>
                  </a:lnTo>
                  <a:lnTo>
                    <a:pt x="185590" y="206996"/>
                  </a:lnTo>
                  <a:lnTo>
                    <a:pt x="186241" y="206694"/>
                  </a:lnTo>
                  <a:lnTo>
                    <a:pt x="187454" y="205756"/>
                  </a:lnTo>
                  <a:lnTo>
                    <a:pt x="187868" y="206301"/>
                  </a:lnTo>
                  <a:lnTo>
                    <a:pt x="188223" y="206754"/>
                  </a:lnTo>
                  <a:lnTo>
                    <a:pt x="188400" y="206996"/>
                  </a:lnTo>
                  <a:lnTo>
                    <a:pt x="188489" y="207148"/>
                  </a:lnTo>
                  <a:lnTo>
                    <a:pt x="187631" y="207843"/>
                  </a:lnTo>
                  <a:lnTo>
                    <a:pt x="188400" y="209568"/>
                  </a:lnTo>
                  <a:lnTo>
                    <a:pt x="189258" y="211504"/>
                  </a:lnTo>
                  <a:lnTo>
                    <a:pt x="189909" y="211322"/>
                  </a:lnTo>
                  <a:lnTo>
                    <a:pt x="190383" y="212472"/>
                  </a:lnTo>
                  <a:lnTo>
                    <a:pt x="190531" y="212774"/>
                  </a:lnTo>
                  <a:lnTo>
                    <a:pt x="191063" y="212532"/>
                  </a:lnTo>
                  <a:lnTo>
                    <a:pt x="191566" y="212260"/>
                  </a:lnTo>
                  <a:lnTo>
                    <a:pt x="191862" y="212986"/>
                  </a:lnTo>
                  <a:lnTo>
                    <a:pt x="192010" y="213349"/>
                  </a:lnTo>
                  <a:lnTo>
                    <a:pt x="192661" y="213076"/>
                  </a:lnTo>
                  <a:lnTo>
                    <a:pt x="192809" y="213439"/>
                  </a:lnTo>
                  <a:lnTo>
                    <a:pt x="192897" y="213621"/>
                  </a:lnTo>
                  <a:lnTo>
                    <a:pt x="192986" y="213802"/>
                  </a:lnTo>
                  <a:lnTo>
                    <a:pt x="193075" y="213984"/>
                  </a:lnTo>
                  <a:lnTo>
                    <a:pt x="193134" y="214196"/>
                  </a:lnTo>
                  <a:lnTo>
                    <a:pt x="193223" y="214377"/>
                  </a:lnTo>
                  <a:lnTo>
                    <a:pt x="193312" y="214559"/>
                  </a:lnTo>
                  <a:lnTo>
                    <a:pt x="193400" y="214770"/>
                  </a:lnTo>
                  <a:lnTo>
                    <a:pt x="192927" y="215103"/>
                  </a:lnTo>
                  <a:lnTo>
                    <a:pt x="192838" y="214922"/>
                  </a:lnTo>
                  <a:lnTo>
                    <a:pt x="192572" y="215043"/>
                  </a:lnTo>
                  <a:lnTo>
                    <a:pt x="191329" y="215678"/>
                  </a:lnTo>
                  <a:lnTo>
                    <a:pt x="192099" y="217160"/>
                  </a:lnTo>
                  <a:lnTo>
                    <a:pt x="195175" y="215829"/>
                  </a:lnTo>
                  <a:lnTo>
                    <a:pt x="195708" y="217190"/>
                  </a:lnTo>
                  <a:lnTo>
                    <a:pt x="196004" y="219126"/>
                  </a:lnTo>
                  <a:lnTo>
                    <a:pt x="196211" y="219883"/>
                  </a:lnTo>
                  <a:lnTo>
                    <a:pt x="196625" y="220064"/>
                  </a:lnTo>
                  <a:lnTo>
                    <a:pt x="197276" y="220004"/>
                  </a:lnTo>
                  <a:lnTo>
                    <a:pt x="200708" y="219671"/>
                  </a:lnTo>
                  <a:lnTo>
                    <a:pt x="200945" y="221304"/>
                  </a:lnTo>
                  <a:lnTo>
                    <a:pt x="201004" y="221607"/>
                  </a:lnTo>
                  <a:lnTo>
                    <a:pt x="203489" y="221335"/>
                  </a:lnTo>
                  <a:lnTo>
                    <a:pt x="203844" y="224239"/>
                  </a:lnTo>
                  <a:lnTo>
                    <a:pt x="204850" y="226386"/>
                  </a:lnTo>
                  <a:lnTo>
                    <a:pt x="206122" y="226991"/>
                  </a:lnTo>
                  <a:lnTo>
                    <a:pt x="206507" y="227384"/>
                  </a:lnTo>
                  <a:lnTo>
                    <a:pt x="207246" y="228776"/>
                  </a:lnTo>
                  <a:lnTo>
                    <a:pt x="207424" y="229078"/>
                  </a:lnTo>
                  <a:lnTo>
                    <a:pt x="208193" y="230288"/>
                  </a:lnTo>
                  <a:lnTo>
                    <a:pt x="209258" y="231952"/>
                  </a:lnTo>
                  <a:lnTo>
                    <a:pt x="209613" y="232527"/>
                  </a:lnTo>
                  <a:lnTo>
                    <a:pt x="210027" y="233162"/>
                  </a:lnTo>
                  <a:lnTo>
                    <a:pt x="210797" y="234372"/>
                  </a:lnTo>
                  <a:lnTo>
                    <a:pt x="211004" y="234675"/>
                  </a:lnTo>
                  <a:lnTo>
                    <a:pt x="211122" y="234856"/>
                  </a:lnTo>
                  <a:lnTo>
                    <a:pt x="211240" y="235068"/>
                  </a:lnTo>
                  <a:lnTo>
                    <a:pt x="211329" y="235310"/>
                  </a:lnTo>
                  <a:lnTo>
                    <a:pt x="211536" y="235915"/>
                  </a:lnTo>
                  <a:lnTo>
                    <a:pt x="211625" y="236278"/>
                  </a:lnTo>
                  <a:lnTo>
                    <a:pt x="211803" y="236974"/>
                  </a:lnTo>
                  <a:lnTo>
                    <a:pt x="211921" y="237276"/>
                  </a:lnTo>
                  <a:lnTo>
                    <a:pt x="212069" y="237609"/>
                  </a:lnTo>
                  <a:lnTo>
                    <a:pt x="212246" y="238184"/>
                  </a:lnTo>
                  <a:lnTo>
                    <a:pt x="212276" y="238395"/>
                  </a:lnTo>
                  <a:lnTo>
                    <a:pt x="212306" y="238607"/>
                  </a:lnTo>
                  <a:lnTo>
                    <a:pt x="212246" y="238789"/>
                  </a:lnTo>
                  <a:lnTo>
                    <a:pt x="212039" y="239212"/>
                  </a:lnTo>
                  <a:lnTo>
                    <a:pt x="211684" y="239636"/>
                  </a:lnTo>
                  <a:lnTo>
                    <a:pt x="210826" y="240180"/>
                  </a:lnTo>
                  <a:lnTo>
                    <a:pt x="209229" y="242297"/>
                  </a:lnTo>
                  <a:lnTo>
                    <a:pt x="208992" y="242600"/>
                  </a:lnTo>
                  <a:lnTo>
                    <a:pt x="208874" y="242842"/>
                  </a:lnTo>
                  <a:lnTo>
                    <a:pt x="208637" y="243265"/>
                  </a:lnTo>
                  <a:lnTo>
                    <a:pt x="208164" y="244143"/>
                  </a:lnTo>
                  <a:lnTo>
                    <a:pt x="208016" y="244385"/>
                  </a:lnTo>
                  <a:lnTo>
                    <a:pt x="207572" y="245201"/>
                  </a:lnTo>
                  <a:lnTo>
                    <a:pt x="206507" y="247047"/>
                  </a:lnTo>
                  <a:lnTo>
                    <a:pt x="205590" y="248378"/>
                  </a:lnTo>
                  <a:lnTo>
                    <a:pt x="204377" y="250162"/>
                  </a:lnTo>
                  <a:lnTo>
                    <a:pt x="203696" y="252038"/>
                  </a:lnTo>
                  <a:lnTo>
                    <a:pt x="203637" y="252280"/>
                  </a:lnTo>
                  <a:lnTo>
                    <a:pt x="203578" y="252522"/>
                  </a:lnTo>
                  <a:lnTo>
                    <a:pt x="203400" y="253369"/>
                  </a:lnTo>
                  <a:lnTo>
                    <a:pt x="202956" y="254276"/>
                  </a:lnTo>
                  <a:lnTo>
                    <a:pt x="200235" y="259691"/>
                  </a:lnTo>
                  <a:lnTo>
                    <a:pt x="201921" y="260568"/>
                  </a:lnTo>
                  <a:lnTo>
                    <a:pt x="202187" y="260719"/>
                  </a:lnTo>
                  <a:lnTo>
                    <a:pt x="200235" y="264652"/>
                  </a:lnTo>
                  <a:lnTo>
                    <a:pt x="199613" y="265892"/>
                  </a:lnTo>
                  <a:lnTo>
                    <a:pt x="197927" y="269310"/>
                  </a:lnTo>
                  <a:lnTo>
                    <a:pt x="196270" y="272638"/>
                  </a:lnTo>
                  <a:lnTo>
                    <a:pt x="195797" y="273757"/>
                  </a:lnTo>
                  <a:lnTo>
                    <a:pt x="193844" y="278294"/>
                  </a:lnTo>
                  <a:lnTo>
                    <a:pt x="193075" y="280049"/>
                  </a:lnTo>
                  <a:lnTo>
                    <a:pt x="192247" y="282015"/>
                  </a:lnTo>
                  <a:lnTo>
                    <a:pt x="191034" y="282015"/>
                  </a:lnTo>
                  <a:lnTo>
                    <a:pt x="190856" y="282408"/>
                  </a:lnTo>
                  <a:lnTo>
                    <a:pt x="190442" y="283255"/>
                  </a:lnTo>
                  <a:lnTo>
                    <a:pt x="190353" y="283467"/>
                  </a:lnTo>
                  <a:lnTo>
                    <a:pt x="190146" y="283830"/>
                  </a:lnTo>
                  <a:lnTo>
                    <a:pt x="189584" y="285010"/>
                  </a:lnTo>
                  <a:lnTo>
                    <a:pt x="188933" y="286371"/>
                  </a:lnTo>
                  <a:lnTo>
                    <a:pt x="187750" y="288821"/>
                  </a:lnTo>
                  <a:lnTo>
                    <a:pt x="186063" y="292239"/>
                  </a:lnTo>
                  <a:lnTo>
                    <a:pt x="185738" y="292935"/>
                  </a:lnTo>
                  <a:lnTo>
                    <a:pt x="189436" y="294629"/>
                  </a:lnTo>
                  <a:lnTo>
                    <a:pt x="189347" y="296746"/>
                  </a:lnTo>
                  <a:lnTo>
                    <a:pt x="189318" y="296988"/>
                  </a:lnTo>
                  <a:lnTo>
                    <a:pt x="189081" y="301828"/>
                  </a:lnTo>
                  <a:lnTo>
                    <a:pt x="190442" y="301556"/>
                  </a:lnTo>
                  <a:lnTo>
                    <a:pt x="193696" y="300860"/>
                  </a:lnTo>
                  <a:lnTo>
                    <a:pt x="194258" y="300588"/>
                  </a:lnTo>
                  <a:lnTo>
                    <a:pt x="194909" y="300649"/>
                  </a:lnTo>
                  <a:lnTo>
                    <a:pt x="194850" y="300891"/>
                  </a:lnTo>
                  <a:lnTo>
                    <a:pt x="194791" y="301102"/>
                  </a:lnTo>
                  <a:lnTo>
                    <a:pt x="194761" y="301314"/>
                  </a:lnTo>
                  <a:lnTo>
                    <a:pt x="194702" y="301556"/>
                  </a:lnTo>
                  <a:lnTo>
                    <a:pt x="194673" y="301768"/>
                  </a:lnTo>
                  <a:lnTo>
                    <a:pt x="194613" y="302010"/>
                  </a:lnTo>
                  <a:lnTo>
                    <a:pt x="194584" y="302222"/>
                  </a:lnTo>
                  <a:lnTo>
                    <a:pt x="194584" y="302403"/>
                  </a:lnTo>
                  <a:lnTo>
                    <a:pt x="194554" y="302615"/>
                  </a:lnTo>
                  <a:lnTo>
                    <a:pt x="194525" y="302857"/>
                  </a:lnTo>
                  <a:lnTo>
                    <a:pt x="194495" y="303069"/>
                  </a:lnTo>
                  <a:lnTo>
                    <a:pt x="194465" y="303280"/>
                  </a:lnTo>
                  <a:lnTo>
                    <a:pt x="194465" y="303522"/>
                  </a:lnTo>
                  <a:lnTo>
                    <a:pt x="194436" y="303734"/>
                  </a:lnTo>
                  <a:lnTo>
                    <a:pt x="194377" y="304097"/>
                  </a:lnTo>
                  <a:lnTo>
                    <a:pt x="194347" y="304339"/>
                  </a:lnTo>
                  <a:lnTo>
                    <a:pt x="194318" y="304551"/>
                  </a:lnTo>
                  <a:lnTo>
                    <a:pt x="194318" y="304763"/>
                  </a:lnTo>
                  <a:lnTo>
                    <a:pt x="194288" y="305005"/>
                  </a:lnTo>
                  <a:lnTo>
                    <a:pt x="194229" y="305307"/>
                  </a:lnTo>
                  <a:lnTo>
                    <a:pt x="194199" y="305640"/>
                  </a:lnTo>
                  <a:lnTo>
                    <a:pt x="194022" y="306456"/>
                  </a:lnTo>
                  <a:lnTo>
                    <a:pt x="193874" y="307152"/>
                  </a:lnTo>
                  <a:lnTo>
                    <a:pt x="177187" y="310389"/>
                  </a:lnTo>
                  <a:lnTo>
                    <a:pt x="177335" y="312053"/>
                  </a:lnTo>
                  <a:lnTo>
                    <a:pt x="179288" y="337220"/>
                  </a:lnTo>
                  <a:lnTo>
                    <a:pt x="229169" y="333257"/>
                  </a:lnTo>
                  <a:lnTo>
                    <a:pt x="229465" y="333227"/>
                  </a:lnTo>
                  <a:lnTo>
                    <a:pt x="231743" y="333015"/>
                  </a:lnTo>
                  <a:lnTo>
                    <a:pt x="232335" y="332955"/>
                  </a:lnTo>
                  <a:lnTo>
                    <a:pt x="233844" y="332834"/>
                  </a:lnTo>
                  <a:lnTo>
                    <a:pt x="235323" y="332683"/>
                  </a:lnTo>
                  <a:lnTo>
                    <a:pt x="235885" y="332622"/>
                  </a:lnTo>
                  <a:lnTo>
                    <a:pt x="238193" y="332441"/>
                  </a:lnTo>
                  <a:lnTo>
                    <a:pt x="239998" y="332259"/>
                  </a:lnTo>
                  <a:lnTo>
                    <a:pt x="243577" y="332108"/>
                  </a:lnTo>
                  <a:lnTo>
                    <a:pt x="243400" y="332895"/>
                  </a:lnTo>
                  <a:lnTo>
                    <a:pt x="243134" y="333923"/>
                  </a:lnTo>
                  <a:lnTo>
                    <a:pt x="242838" y="334982"/>
                  </a:lnTo>
                  <a:lnTo>
                    <a:pt x="242631" y="335647"/>
                  </a:lnTo>
                  <a:lnTo>
                    <a:pt x="239199" y="341909"/>
                  </a:lnTo>
                  <a:lnTo>
                    <a:pt x="239080" y="342605"/>
                  </a:lnTo>
                  <a:lnTo>
                    <a:pt x="237305" y="342937"/>
                  </a:lnTo>
                  <a:lnTo>
                    <a:pt x="236063" y="343149"/>
                  </a:lnTo>
                  <a:lnTo>
                    <a:pt x="234081" y="343512"/>
                  </a:lnTo>
                  <a:lnTo>
                    <a:pt x="226300" y="344904"/>
                  </a:lnTo>
                  <a:lnTo>
                    <a:pt x="225146" y="345115"/>
                  </a:lnTo>
                  <a:lnTo>
                    <a:pt x="224672" y="345206"/>
                  </a:lnTo>
                  <a:lnTo>
                    <a:pt x="223696" y="345388"/>
                  </a:lnTo>
                  <a:lnTo>
                    <a:pt x="222187" y="345660"/>
                  </a:lnTo>
                  <a:lnTo>
                    <a:pt x="215737" y="346809"/>
                  </a:lnTo>
                  <a:lnTo>
                    <a:pt x="214761" y="346991"/>
                  </a:lnTo>
                  <a:lnTo>
                    <a:pt x="211152" y="347717"/>
                  </a:lnTo>
                  <a:lnTo>
                    <a:pt x="133401" y="363023"/>
                  </a:lnTo>
                  <a:lnTo>
                    <a:pt x="122158" y="365715"/>
                  </a:lnTo>
                  <a:lnTo>
                    <a:pt x="112010" y="368135"/>
                  </a:lnTo>
                  <a:lnTo>
                    <a:pt x="107070" y="368135"/>
                  </a:lnTo>
                  <a:lnTo>
                    <a:pt x="73490" y="371795"/>
                  </a:lnTo>
                  <a:lnTo>
                    <a:pt x="75236" y="384016"/>
                  </a:lnTo>
                  <a:lnTo>
                    <a:pt x="76715" y="394452"/>
                  </a:lnTo>
                  <a:lnTo>
                    <a:pt x="77218" y="396600"/>
                  </a:lnTo>
                  <a:lnTo>
                    <a:pt x="77159" y="397538"/>
                  </a:lnTo>
                  <a:lnTo>
                    <a:pt x="77514" y="400260"/>
                  </a:lnTo>
                  <a:lnTo>
                    <a:pt x="77662" y="401440"/>
                  </a:lnTo>
                  <a:lnTo>
                    <a:pt x="77780" y="402438"/>
                  </a:lnTo>
                  <a:lnTo>
                    <a:pt x="78046" y="404555"/>
                  </a:lnTo>
                  <a:lnTo>
                    <a:pt x="77869" y="405251"/>
                  </a:lnTo>
                  <a:lnTo>
                    <a:pt x="77721" y="405221"/>
                  </a:lnTo>
                  <a:lnTo>
                    <a:pt x="77573" y="405221"/>
                  </a:lnTo>
                  <a:lnTo>
                    <a:pt x="77336" y="405160"/>
                  </a:lnTo>
                  <a:lnTo>
                    <a:pt x="77159" y="405100"/>
                  </a:lnTo>
                  <a:lnTo>
                    <a:pt x="77011" y="405009"/>
                  </a:lnTo>
                  <a:lnTo>
                    <a:pt x="76833" y="404918"/>
                  </a:lnTo>
                  <a:lnTo>
                    <a:pt x="76597" y="404858"/>
                  </a:lnTo>
                  <a:lnTo>
                    <a:pt x="76419" y="404828"/>
                  </a:lnTo>
                  <a:lnTo>
                    <a:pt x="76242" y="404797"/>
                  </a:lnTo>
                  <a:lnTo>
                    <a:pt x="76094" y="404737"/>
                  </a:lnTo>
                  <a:lnTo>
                    <a:pt x="75857" y="404586"/>
                  </a:lnTo>
                  <a:lnTo>
                    <a:pt x="75591" y="404495"/>
                  </a:lnTo>
                  <a:lnTo>
                    <a:pt x="75384" y="404495"/>
                  </a:lnTo>
                  <a:lnTo>
                    <a:pt x="75088" y="404374"/>
                  </a:lnTo>
                  <a:lnTo>
                    <a:pt x="74821" y="404283"/>
                  </a:lnTo>
                  <a:lnTo>
                    <a:pt x="74555" y="404162"/>
                  </a:lnTo>
                  <a:lnTo>
                    <a:pt x="74289" y="404102"/>
                  </a:lnTo>
                  <a:lnTo>
                    <a:pt x="74023" y="403981"/>
                  </a:lnTo>
                  <a:lnTo>
                    <a:pt x="73283" y="403678"/>
                  </a:lnTo>
                  <a:lnTo>
                    <a:pt x="73017" y="403618"/>
                  </a:lnTo>
                  <a:lnTo>
                    <a:pt x="72721" y="403557"/>
                  </a:lnTo>
                  <a:lnTo>
                    <a:pt x="72543" y="403527"/>
                  </a:lnTo>
                  <a:lnTo>
                    <a:pt x="72395" y="403497"/>
                  </a:lnTo>
                  <a:lnTo>
                    <a:pt x="72040" y="403315"/>
                  </a:lnTo>
                  <a:lnTo>
                    <a:pt x="71892" y="403255"/>
                  </a:lnTo>
                  <a:lnTo>
                    <a:pt x="71745" y="403194"/>
                  </a:lnTo>
                  <a:lnTo>
                    <a:pt x="71537" y="403103"/>
                  </a:lnTo>
                  <a:lnTo>
                    <a:pt x="71389" y="403073"/>
                  </a:lnTo>
                  <a:lnTo>
                    <a:pt x="71242" y="403043"/>
                  </a:lnTo>
                  <a:lnTo>
                    <a:pt x="71005" y="402952"/>
                  </a:lnTo>
                  <a:lnTo>
                    <a:pt x="70709" y="402831"/>
                  </a:lnTo>
                  <a:lnTo>
                    <a:pt x="70472" y="402831"/>
                  </a:lnTo>
                  <a:lnTo>
                    <a:pt x="70029" y="402589"/>
                  </a:lnTo>
                  <a:lnTo>
                    <a:pt x="69792" y="402529"/>
                  </a:lnTo>
                  <a:lnTo>
                    <a:pt x="69437" y="402498"/>
                  </a:lnTo>
                  <a:lnTo>
                    <a:pt x="69171" y="402438"/>
                  </a:lnTo>
                  <a:lnTo>
                    <a:pt x="68993" y="402347"/>
                  </a:lnTo>
                  <a:lnTo>
                    <a:pt x="68845" y="402287"/>
                  </a:lnTo>
                  <a:lnTo>
                    <a:pt x="68579" y="402196"/>
                  </a:lnTo>
                  <a:lnTo>
                    <a:pt x="68283" y="402105"/>
                  </a:lnTo>
                  <a:lnTo>
                    <a:pt x="68076" y="402045"/>
                  </a:lnTo>
                  <a:lnTo>
                    <a:pt x="67839" y="402014"/>
                  </a:lnTo>
                  <a:lnTo>
                    <a:pt x="67573" y="401924"/>
                  </a:lnTo>
                  <a:lnTo>
                    <a:pt x="67277" y="401863"/>
                  </a:lnTo>
                  <a:lnTo>
                    <a:pt x="66892" y="401833"/>
                  </a:lnTo>
                  <a:lnTo>
                    <a:pt x="66685" y="401772"/>
                  </a:lnTo>
                  <a:lnTo>
                    <a:pt x="66419" y="401682"/>
                  </a:lnTo>
                  <a:lnTo>
                    <a:pt x="66212" y="401591"/>
                  </a:lnTo>
                  <a:lnTo>
                    <a:pt x="65946" y="401470"/>
                  </a:lnTo>
                  <a:lnTo>
                    <a:pt x="65679" y="401349"/>
                  </a:lnTo>
                  <a:lnTo>
                    <a:pt x="65443" y="401288"/>
                  </a:lnTo>
                  <a:lnTo>
                    <a:pt x="65236" y="401258"/>
                  </a:lnTo>
                  <a:lnTo>
                    <a:pt x="64999" y="401228"/>
                  </a:lnTo>
                  <a:lnTo>
                    <a:pt x="64703" y="401167"/>
                  </a:lnTo>
                  <a:lnTo>
                    <a:pt x="64466" y="401167"/>
                  </a:lnTo>
                  <a:lnTo>
                    <a:pt x="64200" y="401077"/>
                  </a:lnTo>
                  <a:lnTo>
                    <a:pt x="64023" y="400986"/>
                  </a:lnTo>
                  <a:lnTo>
                    <a:pt x="63816" y="400956"/>
                  </a:lnTo>
                  <a:lnTo>
                    <a:pt x="63638" y="400895"/>
                  </a:lnTo>
                  <a:lnTo>
                    <a:pt x="63401" y="400835"/>
                  </a:lnTo>
                  <a:lnTo>
                    <a:pt x="63194" y="400744"/>
                  </a:lnTo>
                  <a:lnTo>
                    <a:pt x="62810" y="400623"/>
                  </a:lnTo>
                  <a:lnTo>
                    <a:pt x="62248" y="400562"/>
                  </a:lnTo>
                  <a:lnTo>
                    <a:pt x="61833" y="400472"/>
                  </a:lnTo>
                  <a:lnTo>
                    <a:pt x="61478" y="400290"/>
                  </a:lnTo>
                  <a:lnTo>
                    <a:pt x="61330" y="400290"/>
                  </a:lnTo>
                  <a:lnTo>
                    <a:pt x="61153" y="400290"/>
                  </a:lnTo>
                  <a:lnTo>
                    <a:pt x="60798" y="400199"/>
                  </a:lnTo>
                  <a:lnTo>
                    <a:pt x="60147" y="400048"/>
                  </a:lnTo>
                  <a:lnTo>
                    <a:pt x="59881" y="400018"/>
                  </a:lnTo>
                  <a:lnTo>
                    <a:pt x="59496" y="399927"/>
                  </a:lnTo>
                  <a:lnTo>
                    <a:pt x="59348" y="399867"/>
                  </a:lnTo>
                  <a:lnTo>
                    <a:pt x="59141" y="399836"/>
                  </a:lnTo>
                  <a:lnTo>
                    <a:pt x="58934" y="399746"/>
                  </a:lnTo>
                  <a:lnTo>
                    <a:pt x="58549" y="399685"/>
                  </a:lnTo>
                  <a:lnTo>
                    <a:pt x="58401" y="399625"/>
                  </a:lnTo>
                  <a:lnTo>
                    <a:pt x="58224" y="399594"/>
                  </a:lnTo>
                  <a:lnTo>
                    <a:pt x="58076" y="399564"/>
                  </a:lnTo>
                  <a:lnTo>
                    <a:pt x="57839" y="399534"/>
                  </a:lnTo>
                  <a:lnTo>
                    <a:pt x="57632" y="399443"/>
                  </a:lnTo>
                  <a:lnTo>
                    <a:pt x="57455" y="399383"/>
                  </a:lnTo>
                  <a:lnTo>
                    <a:pt x="57307" y="399353"/>
                  </a:lnTo>
                  <a:lnTo>
                    <a:pt x="57159" y="399322"/>
                  </a:lnTo>
                  <a:lnTo>
                    <a:pt x="57011" y="399262"/>
                  </a:lnTo>
                  <a:lnTo>
                    <a:pt x="56804" y="399232"/>
                  </a:lnTo>
                  <a:lnTo>
                    <a:pt x="56626" y="399171"/>
                  </a:lnTo>
                  <a:lnTo>
                    <a:pt x="56390" y="399111"/>
                  </a:lnTo>
                  <a:lnTo>
                    <a:pt x="56242" y="399080"/>
                  </a:lnTo>
                  <a:lnTo>
                    <a:pt x="56064" y="399080"/>
                  </a:lnTo>
                  <a:lnTo>
                    <a:pt x="55768" y="399050"/>
                  </a:lnTo>
                  <a:lnTo>
                    <a:pt x="55620" y="399020"/>
                  </a:lnTo>
                  <a:lnTo>
                    <a:pt x="55384" y="398929"/>
                  </a:lnTo>
                  <a:lnTo>
                    <a:pt x="55117" y="398899"/>
                  </a:lnTo>
                  <a:lnTo>
                    <a:pt x="54822" y="398838"/>
                  </a:lnTo>
                  <a:lnTo>
                    <a:pt x="54496" y="398778"/>
                  </a:lnTo>
                  <a:lnTo>
                    <a:pt x="54289" y="398717"/>
                  </a:lnTo>
                  <a:lnTo>
                    <a:pt x="54112" y="398627"/>
                  </a:lnTo>
                  <a:lnTo>
                    <a:pt x="53845" y="398566"/>
                  </a:lnTo>
                  <a:lnTo>
                    <a:pt x="53254" y="398445"/>
                  </a:lnTo>
                  <a:lnTo>
                    <a:pt x="53017" y="398385"/>
                  </a:lnTo>
                  <a:lnTo>
                    <a:pt x="52839" y="398354"/>
                  </a:lnTo>
                  <a:lnTo>
                    <a:pt x="52662" y="398354"/>
                  </a:lnTo>
                  <a:lnTo>
                    <a:pt x="52484" y="398324"/>
                  </a:lnTo>
                  <a:lnTo>
                    <a:pt x="52188" y="398264"/>
                  </a:lnTo>
                  <a:lnTo>
                    <a:pt x="51774" y="398143"/>
                  </a:lnTo>
                  <a:lnTo>
                    <a:pt x="51626" y="398112"/>
                  </a:lnTo>
                  <a:lnTo>
                    <a:pt x="51271" y="398022"/>
                  </a:lnTo>
                  <a:lnTo>
                    <a:pt x="51005" y="397961"/>
                  </a:lnTo>
                  <a:lnTo>
                    <a:pt x="50650" y="397901"/>
                  </a:lnTo>
                  <a:lnTo>
                    <a:pt x="50354" y="397810"/>
                  </a:lnTo>
                  <a:lnTo>
                    <a:pt x="50147" y="397749"/>
                  </a:lnTo>
                  <a:lnTo>
                    <a:pt x="49762" y="397689"/>
                  </a:lnTo>
                  <a:lnTo>
                    <a:pt x="49555" y="397628"/>
                  </a:lnTo>
                  <a:lnTo>
                    <a:pt x="49052" y="397568"/>
                  </a:lnTo>
                  <a:lnTo>
                    <a:pt x="48668" y="397538"/>
                  </a:lnTo>
                  <a:lnTo>
                    <a:pt x="48313" y="397447"/>
                  </a:lnTo>
                  <a:lnTo>
                    <a:pt x="47810" y="397356"/>
                  </a:lnTo>
                  <a:lnTo>
                    <a:pt x="47603" y="397326"/>
                  </a:lnTo>
                  <a:lnTo>
                    <a:pt x="47425" y="397296"/>
                  </a:lnTo>
                  <a:lnTo>
                    <a:pt x="47277" y="397265"/>
                  </a:lnTo>
                  <a:lnTo>
                    <a:pt x="47041" y="397235"/>
                  </a:lnTo>
                  <a:lnTo>
                    <a:pt x="46804" y="397205"/>
                  </a:lnTo>
                  <a:lnTo>
                    <a:pt x="46508" y="397144"/>
                  </a:lnTo>
                  <a:lnTo>
                    <a:pt x="46360" y="397084"/>
                  </a:lnTo>
                  <a:lnTo>
                    <a:pt x="46153" y="397054"/>
                  </a:lnTo>
                  <a:lnTo>
                    <a:pt x="45887" y="396993"/>
                  </a:lnTo>
                  <a:lnTo>
                    <a:pt x="45532" y="396963"/>
                  </a:lnTo>
                  <a:lnTo>
                    <a:pt x="45236" y="396872"/>
                  </a:lnTo>
                  <a:lnTo>
                    <a:pt x="44999" y="396812"/>
                  </a:lnTo>
                  <a:lnTo>
                    <a:pt x="44851" y="396781"/>
                  </a:lnTo>
                  <a:lnTo>
                    <a:pt x="44644" y="396751"/>
                  </a:lnTo>
                  <a:lnTo>
                    <a:pt x="44407" y="396751"/>
                  </a:lnTo>
                  <a:lnTo>
                    <a:pt x="44082" y="396751"/>
                  </a:lnTo>
                  <a:lnTo>
                    <a:pt x="43904" y="396691"/>
                  </a:lnTo>
                  <a:lnTo>
                    <a:pt x="43668" y="396630"/>
                  </a:lnTo>
                  <a:lnTo>
                    <a:pt x="43431" y="396570"/>
                  </a:lnTo>
                  <a:lnTo>
                    <a:pt x="43254" y="396570"/>
                  </a:lnTo>
                  <a:lnTo>
                    <a:pt x="42810" y="396630"/>
                  </a:lnTo>
                  <a:lnTo>
                    <a:pt x="42544" y="396600"/>
                  </a:lnTo>
                  <a:lnTo>
                    <a:pt x="42307" y="396539"/>
                  </a:lnTo>
                  <a:lnTo>
                    <a:pt x="42041" y="396479"/>
                  </a:lnTo>
                  <a:lnTo>
                    <a:pt x="41686" y="396418"/>
                  </a:lnTo>
                  <a:lnTo>
                    <a:pt x="41538" y="396418"/>
                  </a:lnTo>
                  <a:lnTo>
                    <a:pt x="41360" y="396418"/>
                  </a:lnTo>
                  <a:lnTo>
                    <a:pt x="41183" y="396418"/>
                  </a:lnTo>
                  <a:lnTo>
                    <a:pt x="40916" y="396479"/>
                  </a:lnTo>
                  <a:lnTo>
                    <a:pt x="40739" y="396509"/>
                  </a:lnTo>
                  <a:lnTo>
                    <a:pt x="40561" y="396539"/>
                  </a:lnTo>
                  <a:lnTo>
                    <a:pt x="40384" y="396570"/>
                  </a:lnTo>
                  <a:lnTo>
                    <a:pt x="40206" y="396600"/>
                  </a:lnTo>
                  <a:lnTo>
                    <a:pt x="40029" y="396600"/>
                  </a:lnTo>
                  <a:lnTo>
                    <a:pt x="39851" y="396600"/>
                  </a:lnTo>
                  <a:lnTo>
                    <a:pt x="39407" y="396509"/>
                  </a:lnTo>
                  <a:lnTo>
                    <a:pt x="39141" y="396479"/>
                  </a:lnTo>
                  <a:lnTo>
                    <a:pt x="38934" y="396479"/>
                  </a:lnTo>
                  <a:lnTo>
                    <a:pt x="38697" y="396418"/>
                  </a:lnTo>
                  <a:lnTo>
                    <a:pt x="38402" y="396358"/>
                  </a:lnTo>
                  <a:lnTo>
                    <a:pt x="38194" y="396328"/>
                  </a:lnTo>
                  <a:lnTo>
                    <a:pt x="38047" y="396328"/>
                  </a:lnTo>
                  <a:lnTo>
                    <a:pt x="37780" y="396297"/>
                  </a:lnTo>
                  <a:lnTo>
                    <a:pt x="37396" y="396267"/>
                  </a:lnTo>
                  <a:lnTo>
                    <a:pt x="36804" y="396237"/>
                  </a:lnTo>
                  <a:lnTo>
                    <a:pt x="36597" y="396509"/>
                  </a:lnTo>
                  <a:lnTo>
                    <a:pt x="36567" y="396660"/>
                  </a:lnTo>
                  <a:lnTo>
                    <a:pt x="36538" y="396933"/>
                  </a:lnTo>
                  <a:lnTo>
                    <a:pt x="36449" y="397568"/>
                  </a:lnTo>
                  <a:lnTo>
                    <a:pt x="36479" y="397870"/>
                  </a:lnTo>
                  <a:lnTo>
                    <a:pt x="36508" y="398203"/>
                  </a:lnTo>
                  <a:lnTo>
                    <a:pt x="36449" y="398354"/>
                  </a:lnTo>
                  <a:lnTo>
                    <a:pt x="36390" y="398596"/>
                  </a:lnTo>
                  <a:lnTo>
                    <a:pt x="36301" y="399020"/>
                  </a:lnTo>
                  <a:lnTo>
                    <a:pt x="36331" y="399443"/>
                  </a:lnTo>
                  <a:lnTo>
                    <a:pt x="36360" y="399625"/>
                  </a:lnTo>
                  <a:lnTo>
                    <a:pt x="36419" y="399836"/>
                  </a:lnTo>
                  <a:lnTo>
                    <a:pt x="36449" y="400018"/>
                  </a:lnTo>
                  <a:lnTo>
                    <a:pt x="36419" y="400169"/>
                  </a:lnTo>
                  <a:lnTo>
                    <a:pt x="36271" y="400290"/>
                  </a:lnTo>
                  <a:lnTo>
                    <a:pt x="36123" y="400381"/>
                  </a:lnTo>
                  <a:lnTo>
                    <a:pt x="35916" y="400532"/>
                  </a:lnTo>
                  <a:lnTo>
                    <a:pt x="35768" y="400532"/>
                  </a:lnTo>
                  <a:lnTo>
                    <a:pt x="35532" y="400411"/>
                  </a:lnTo>
                  <a:lnTo>
                    <a:pt x="35384" y="400320"/>
                  </a:lnTo>
                  <a:lnTo>
                    <a:pt x="35147" y="400320"/>
                  </a:lnTo>
                  <a:lnTo>
                    <a:pt x="34940" y="400351"/>
                  </a:lnTo>
                  <a:lnTo>
                    <a:pt x="34763" y="400441"/>
                  </a:lnTo>
                  <a:lnTo>
                    <a:pt x="34526" y="400472"/>
                  </a:lnTo>
                  <a:lnTo>
                    <a:pt x="34437" y="399988"/>
                  </a:lnTo>
                  <a:lnTo>
                    <a:pt x="34467" y="399836"/>
                  </a:lnTo>
                  <a:lnTo>
                    <a:pt x="34851" y="399746"/>
                  </a:lnTo>
                  <a:lnTo>
                    <a:pt x="35058" y="399746"/>
                  </a:lnTo>
                  <a:lnTo>
                    <a:pt x="35295" y="399715"/>
                  </a:lnTo>
                  <a:lnTo>
                    <a:pt x="35768" y="399383"/>
                  </a:lnTo>
                  <a:lnTo>
                    <a:pt x="35887" y="398596"/>
                  </a:lnTo>
                  <a:lnTo>
                    <a:pt x="35916" y="398354"/>
                  </a:lnTo>
                  <a:lnTo>
                    <a:pt x="36005" y="397780"/>
                  </a:lnTo>
                  <a:lnTo>
                    <a:pt x="36064" y="397538"/>
                  </a:lnTo>
                  <a:lnTo>
                    <a:pt x="36064" y="397265"/>
                  </a:lnTo>
                  <a:lnTo>
                    <a:pt x="36005" y="396993"/>
                  </a:lnTo>
                  <a:lnTo>
                    <a:pt x="35916" y="396781"/>
                  </a:lnTo>
                  <a:lnTo>
                    <a:pt x="35473" y="396146"/>
                  </a:lnTo>
                  <a:lnTo>
                    <a:pt x="35118" y="396025"/>
                  </a:lnTo>
                  <a:lnTo>
                    <a:pt x="34910" y="395995"/>
                  </a:lnTo>
                  <a:lnTo>
                    <a:pt x="34467" y="395965"/>
                  </a:lnTo>
                  <a:lnTo>
                    <a:pt x="34171" y="395965"/>
                  </a:lnTo>
                  <a:lnTo>
                    <a:pt x="32987" y="395783"/>
                  </a:lnTo>
                  <a:lnTo>
                    <a:pt x="31331" y="395541"/>
                  </a:lnTo>
                  <a:lnTo>
                    <a:pt x="30354" y="395450"/>
                  </a:lnTo>
                  <a:lnTo>
                    <a:pt x="29585" y="395662"/>
                  </a:lnTo>
                  <a:lnTo>
                    <a:pt x="28993" y="396237"/>
                  </a:lnTo>
                  <a:lnTo>
                    <a:pt x="28875" y="396509"/>
                  </a:lnTo>
                  <a:lnTo>
                    <a:pt x="28727" y="396781"/>
                  </a:lnTo>
                  <a:lnTo>
                    <a:pt x="28698" y="397144"/>
                  </a:lnTo>
                  <a:lnTo>
                    <a:pt x="28579" y="397477"/>
                  </a:lnTo>
                  <a:lnTo>
                    <a:pt x="28520" y="397810"/>
                  </a:lnTo>
                  <a:lnTo>
                    <a:pt x="28490" y="398112"/>
                  </a:lnTo>
                  <a:lnTo>
                    <a:pt x="28490" y="398475"/>
                  </a:lnTo>
                  <a:lnTo>
                    <a:pt x="28490" y="398748"/>
                  </a:lnTo>
                  <a:lnTo>
                    <a:pt x="28520" y="398899"/>
                  </a:lnTo>
                  <a:lnTo>
                    <a:pt x="28579" y="399080"/>
                  </a:lnTo>
                  <a:lnTo>
                    <a:pt x="28757" y="399171"/>
                  </a:lnTo>
                  <a:lnTo>
                    <a:pt x="29053" y="399262"/>
                  </a:lnTo>
                  <a:lnTo>
                    <a:pt x="29348" y="399292"/>
                  </a:lnTo>
                  <a:lnTo>
                    <a:pt x="29526" y="399383"/>
                  </a:lnTo>
                  <a:lnTo>
                    <a:pt x="29644" y="399534"/>
                  </a:lnTo>
                  <a:lnTo>
                    <a:pt x="29496" y="399625"/>
                  </a:lnTo>
                  <a:lnTo>
                    <a:pt x="29141" y="399625"/>
                  </a:lnTo>
                  <a:lnTo>
                    <a:pt x="28638" y="399534"/>
                  </a:lnTo>
                  <a:lnTo>
                    <a:pt x="28342" y="399504"/>
                  </a:lnTo>
                  <a:lnTo>
                    <a:pt x="27780" y="399413"/>
                  </a:lnTo>
                  <a:lnTo>
                    <a:pt x="27307" y="399322"/>
                  </a:lnTo>
                  <a:lnTo>
                    <a:pt x="27041" y="399292"/>
                  </a:lnTo>
                  <a:lnTo>
                    <a:pt x="26331" y="399201"/>
                  </a:lnTo>
                  <a:lnTo>
                    <a:pt x="26212" y="398990"/>
                  </a:lnTo>
                  <a:lnTo>
                    <a:pt x="26508" y="398778"/>
                  </a:lnTo>
                  <a:lnTo>
                    <a:pt x="26893" y="398808"/>
                  </a:lnTo>
                  <a:lnTo>
                    <a:pt x="27129" y="398838"/>
                  </a:lnTo>
                  <a:lnTo>
                    <a:pt x="27573" y="398778"/>
                  </a:lnTo>
                  <a:lnTo>
                    <a:pt x="27780" y="398627"/>
                  </a:lnTo>
                  <a:lnTo>
                    <a:pt x="27928" y="398445"/>
                  </a:lnTo>
                  <a:lnTo>
                    <a:pt x="27987" y="398294"/>
                  </a:lnTo>
                  <a:lnTo>
                    <a:pt x="28076" y="397931"/>
                  </a:lnTo>
                  <a:lnTo>
                    <a:pt x="28076" y="397659"/>
                  </a:lnTo>
                  <a:lnTo>
                    <a:pt x="28076" y="397447"/>
                  </a:lnTo>
                  <a:lnTo>
                    <a:pt x="28017" y="397296"/>
                  </a:lnTo>
                  <a:lnTo>
                    <a:pt x="27810" y="397054"/>
                  </a:lnTo>
                  <a:lnTo>
                    <a:pt x="27603" y="396963"/>
                  </a:lnTo>
                  <a:lnTo>
                    <a:pt x="27189" y="396842"/>
                  </a:lnTo>
                  <a:lnTo>
                    <a:pt x="27011" y="396721"/>
                  </a:lnTo>
                  <a:lnTo>
                    <a:pt x="26508" y="396358"/>
                  </a:lnTo>
                  <a:lnTo>
                    <a:pt x="25916" y="395965"/>
                  </a:lnTo>
                  <a:lnTo>
                    <a:pt x="25680" y="395844"/>
                  </a:lnTo>
                  <a:lnTo>
                    <a:pt x="25443" y="395753"/>
                  </a:lnTo>
                  <a:lnTo>
                    <a:pt x="25295" y="395692"/>
                  </a:lnTo>
                  <a:lnTo>
                    <a:pt x="25088" y="395662"/>
                  </a:lnTo>
                  <a:lnTo>
                    <a:pt x="24940" y="395632"/>
                  </a:lnTo>
                  <a:lnTo>
                    <a:pt x="24644" y="395571"/>
                  </a:lnTo>
                  <a:lnTo>
                    <a:pt x="24289" y="395511"/>
                  </a:lnTo>
                  <a:lnTo>
                    <a:pt x="23786" y="395481"/>
                  </a:lnTo>
                  <a:lnTo>
                    <a:pt x="23431" y="395420"/>
                  </a:lnTo>
                  <a:lnTo>
                    <a:pt x="22780" y="395390"/>
                  </a:lnTo>
                  <a:lnTo>
                    <a:pt x="21952" y="395450"/>
                  </a:lnTo>
                  <a:lnTo>
                    <a:pt x="21686" y="395541"/>
                  </a:lnTo>
                  <a:lnTo>
                    <a:pt x="21508" y="395632"/>
                  </a:lnTo>
                  <a:lnTo>
                    <a:pt x="21360" y="395723"/>
                  </a:lnTo>
                  <a:lnTo>
                    <a:pt x="20916" y="395995"/>
                  </a:lnTo>
                  <a:lnTo>
                    <a:pt x="20591" y="396176"/>
                  </a:lnTo>
                  <a:lnTo>
                    <a:pt x="20384" y="396237"/>
                  </a:lnTo>
                  <a:lnTo>
                    <a:pt x="20147" y="396328"/>
                  </a:lnTo>
                  <a:lnTo>
                    <a:pt x="19940" y="396358"/>
                  </a:lnTo>
                  <a:lnTo>
                    <a:pt x="19703" y="396388"/>
                  </a:lnTo>
                  <a:lnTo>
                    <a:pt x="19467" y="396418"/>
                  </a:lnTo>
                  <a:lnTo>
                    <a:pt x="18757" y="396933"/>
                  </a:lnTo>
                  <a:lnTo>
                    <a:pt x="18698" y="397538"/>
                  </a:lnTo>
                  <a:lnTo>
                    <a:pt x="18816" y="397961"/>
                  </a:lnTo>
                  <a:lnTo>
                    <a:pt x="18964" y="398324"/>
                  </a:lnTo>
                  <a:lnTo>
                    <a:pt x="19141" y="398385"/>
                  </a:lnTo>
                  <a:lnTo>
                    <a:pt x="19319" y="398475"/>
                  </a:lnTo>
                  <a:lnTo>
                    <a:pt x="19496" y="398536"/>
                  </a:lnTo>
                  <a:lnTo>
                    <a:pt x="19674" y="398566"/>
                  </a:lnTo>
                  <a:lnTo>
                    <a:pt x="19881" y="398596"/>
                  </a:lnTo>
                  <a:lnTo>
                    <a:pt x="20059" y="398627"/>
                  </a:lnTo>
                  <a:lnTo>
                    <a:pt x="20266" y="398687"/>
                  </a:lnTo>
                  <a:lnTo>
                    <a:pt x="20443" y="398748"/>
                  </a:lnTo>
                  <a:lnTo>
                    <a:pt x="20532" y="398959"/>
                  </a:lnTo>
                  <a:lnTo>
                    <a:pt x="20384" y="398959"/>
                  </a:lnTo>
                  <a:lnTo>
                    <a:pt x="20088" y="398929"/>
                  </a:lnTo>
                  <a:lnTo>
                    <a:pt x="19141" y="398838"/>
                  </a:lnTo>
                  <a:lnTo>
                    <a:pt x="18934" y="398838"/>
                  </a:lnTo>
                  <a:lnTo>
                    <a:pt x="18727" y="398808"/>
                  </a:lnTo>
                  <a:lnTo>
                    <a:pt x="18550" y="398778"/>
                  </a:lnTo>
                  <a:lnTo>
                    <a:pt x="18017" y="398778"/>
                  </a:lnTo>
                  <a:lnTo>
                    <a:pt x="17455" y="398778"/>
                  </a:lnTo>
                  <a:lnTo>
                    <a:pt x="17307" y="398808"/>
                  </a:lnTo>
                  <a:lnTo>
                    <a:pt x="17159" y="398808"/>
                  </a:lnTo>
                  <a:lnTo>
                    <a:pt x="17011" y="398808"/>
                  </a:lnTo>
                  <a:lnTo>
                    <a:pt x="16863" y="398778"/>
                  </a:lnTo>
                  <a:lnTo>
                    <a:pt x="16775" y="398415"/>
                  </a:lnTo>
                  <a:lnTo>
                    <a:pt x="16982" y="398324"/>
                  </a:lnTo>
                  <a:lnTo>
                    <a:pt x="17159" y="398264"/>
                  </a:lnTo>
                  <a:lnTo>
                    <a:pt x="18135" y="397598"/>
                  </a:lnTo>
                  <a:lnTo>
                    <a:pt x="18195" y="397144"/>
                  </a:lnTo>
                  <a:lnTo>
                    <a:pt x="18254" y="396691"/>
                  </a:lnTo>
                  <a:lnTo>
                    <a:pt x="18283" y="396237"/>
                  </a:lnTo>
                  <a:lnTo>
                    <a:pt x="18165" y="396025"/>
                  </a:lnTo>
                  <a:lnTo>
                    <a:pt x="18017" y="395844"/>
                  </a:lnTo>
                  <a:lnTo>
                    <a:pt x="17840" y="395662"/>
                  </a:lnTo>
                  <a:lnTo>
                    <a:pt x="17662" y="395511"/>
                  </a:lnTo>
                  <a:lnTo>
                    <a:pt x="17425" y="395329"/>
                  </a:lnTo>
                  <a:lnTo>
                    <a:pt x="17277" y="395208"/>
                  </a:lnTo>
                  <a:lnTo>
                    <a:pt x="17100" y="395087"/>
                  </a:lnTo>
                  <a:lnTo>
                    <a:pt x="16893" y="394997"/>
                  </a:lnTo>
                  <a:lnTo>
                    <a:pt x="16597" y="394815"/>
                  </a:lnTo>
                  <a:lnTo>
                    <a:pt x="16242" y="394664"/>
                  </a:lnTo>
                  <a:lnTo>
                    <a:pt x="16094" y="394603"/>
                  </a:lnTo>
                  <a:lnTo>
                    <a:pt x="15532" y="394513"/>
                  </a:lnTo>
                  <a:lnTo>
                    <a:pt x="14999" y="394452"/>
                  </a:lnTo>
                  <a:lnTo>
                    <a:pt x="14437" y="394422"/>
                  </a:lnTo>
                  <a:lnTo>
                    <a:pt x="13905" y="394392"/>
                  </a:lnTo>
                  <a:lnTo>
                    <a:pt x="13343" y="394392"/>
                  </a:lnTo>
                  <a:lnTo>
                    <a:pt x="12810" y="394392"/>
                  </a:lnTo>
                  <a:lnTo>
                    <a:pt x="12278" y="394482"/>
                  </a:lnTo>
                  <a:lnTo>
                    <a:pt x="12041" y="394513"/>
                  </a:lnTo>
                  <a:lnTo>
                    <a:pt x="11656" y="394573"/>
                  </a:lnTo>
                  <a:lnTo>
                    <a:pt x="11035" y="394664"/>
                  </a:lnTo>
                  <a:lnTo>
                    <a:pt x="8698" y="395148"/>
                  </a:lnTo>
                  <a:lnTo>
                    <a:pt x="8550" y="395239"/>
                  </a:lnTo>
                  <a:lnTo>
                    <a:pt x="8402" y="395360"/>
                  </a:lnTo>
                  <a:lnTo>
                    <a:pt x="8224" y="395723"/>
                  </a:lnTo>
                  <a:lnTo>
                    <a:pt x="8076" y="396025"/>
                  </a:lnTo>
                  <a:lnTo>
                    <a:pt x="5710" y="401228"/>
                  </a:lnTo>
                  <a:lnTo>
                    <a:pt x="5621" y="401409"/>
                  </a:lnTo>
                  <a:lnTo>
                    <a:pt x="5591" y="401561"/>
                  </a:lnTo>
                  <a:lnTo>
                    <a:pt x="3639" y="399141"/>
                  </a:lnTo>
                  <a:lnTo>
                    <a:pt x="3402" y="398959"/>
                  </a:lnTo>
                  <a:lnTo>
                    <a:pt x="2869" y="398112"/>
                  </a:lnTo>
                  <a:lnTo>
                    <a:pt x="769" y="395329"/>
                  </a:lnTo>
                  <a:lnTo>
                    <a:pt x="0" y="394301"/>
                  </a:lnTo>
                  <a:lnTo>
                    <a:pt x="710" y="393696"/>
                  </a:lnTo>
                  <a:lnTo>
                    <a:pt x="1213" y="393303"/>
                  </a:lnTo>
                  <a:lnTo>
                    <a:pt x="414" y="392304"/>
                  </a:lnTo>
                  <a:lnTo>
                    <a:pt x="739" y="392062"/>
                  </a:lnTo>
                  <a:lnTo>
                    <a:pt x="946" y="392335"/>
                  </a:lnTo>
                  <a:lnTo>
                    <a:pt x="1331" y="392062"/>
                  </a:lnTo>
                  <a:lnTo>
                    <a:pt x="1597" y="392425"/>
                  </a:lnTo>
                  <a:lnTo>
                    <a:pt x="1272" y="392667"/>
                  </a:lnTo>
                  <a:lnTo>
                    <a:pt x="1538" y="393000"/>
                  </a:lnTo>
                  <a:lnTo>
                    <a:pt x="1745" y="392849"/>
                  </a:lnTo>
                  <a:lnTo>
                    <a:pt x="2544" y="392214"/>
                  </a:lnTo>
                  <a:lnTo>
                    <a:pt x="1597" y="391064"/>
                  </a:lnTo>
                  <a:lnTo>
                    <a:pt x="1745" y="390943"/>
                  </a:lnTo>
                  <a:lnTo>
                    <a:pt x="2692" y="392093"/>
                  </a:lnTo>
                  <a:lnTo>
                    <a:pt x="3639" y="391397"/>
                  </a:lnTo>
                  <a:lnTo>
                    <a:pt x="7721" y="388190"/>
                  </a:lnTo>
                  <a:lnTo>
                    <a:pt x="8136" y="387858"/>
                  </a:lnTo>
                  <a:lnTo>
                    <a:pt x="8431" y="387616"/>
                  </a:lnTo>
                  <a:lnTo>
                    <a:pt x="9112" y="387101"/>
                  </a:lnTo>
                  <a:lnTo>
                    <a:pt x="9644" y="386708"/>
                  </a:lnTo>
                  <a:lnTo>
                    <a:pt x="7662" y="384682"/>
                  </a:lnTo>
                  <a:lnTo>
                    <a:pt x="7958" y="384409"/>
                  </a:lnTo>
                  <a:lnTo>
                    <a:pt x="9911" y="386496"/>
                  </a:lnTo>
                  <a:lnTo>
                    <a:pt x="12337" y="384863"/>
                  </a:lnTo>
                  <a:lnTo>
                    <a:pt x="17544" y="380326"/>
                  </a:lnTo>
                  <a:lnTo>
                    <a:pt x="20443" y="377936"/>
                  </a:lnTo>
                  <a:lnTo>
                    <a:pt x="22810" y="375425"/>
                  </a:lnTo>
                  <a:lnTo>
                    <a:pt x="23845" y="374034"/>
                  </a:lnTo>
                  <a:lnTo>
                    <a:pt x="24082" y="373459"/>
                  </a:lnTo>
                  <a:lnTo>
                    <a:pt x="23638" y="372733"/>
                  </a:lnTo>
                  <a:lnTo>
                    <a:pt x="25266" y="369708"/>
                  </a:lnTo>
                  <a:lnTo>
                    <a:pt x="25354" y="369164"/>
                  </a:lnTo>
                  <a:lnTo>
                    <a:pt x="25769" y="369254"/>
                  </a:lnTo>
                  <a:lnTo>
                    <a:pt x="25680" y="369829"/>
                  </a:lnTo>
                  <a:lnTo>
                    <a:pt x="24171" y="373187"/>
                  </a:lnTo>
                  <a:lnTo>
                    <a:pt x="24585" y="373368"/>
                  </a:lnTo>
                  <a:lnTo>
                    <a:pt x="24733" y="373519"/>
                  </a:lnTo>
                  <a:lnTo>
                    <a:pt x="24911" y="373610"/>
                  </a:lnTo>
                  <a:lnTo>
                    <a:pt x="25266" y="373761"/>
                  </a:lnTo>
                  <a:lnTo>
                    <a:pt x="25473" y="373338"/>
                  </a:lnTo>
                  <a:lnTo>
                    <a:pt x="25887" y="373580"/>
                  </a:lnTo>
                  <a:lnTo>
                    <a:pt x="27041" y="371493"/>
                  </a:lnTo>
                  <a:lnTo>
                    <a:pt x="26686" y="371281"/>
                  </a:lnTo>
                  <a:lnTo>
                    <a:pt x="26893" y="370948"/>
                  </a:lnTo>
                  <a:lnTo>
                    <a:pt x="27277" y="371190"/>
                  </a:lnTo>
                  <a:lnTo>
                    <a:pt x="27396" y="370979"/>
                  </a:lnTo>
                  <a:lnTo>
                    <a:pt x="26982" y="370585"/>
                  </a:lnTo>
                  <a:lnTo>
                    <a:pt x="26834" y="370525"/>
                  </a:lnTo>
                  <a:lnTo>
                    <a:pt x="26597" y="370434"/>
                  </a:lnTo>
                  <a:lnTo>
                    <a:pt x="26656" y="370283"/>
                  </a:lnTo>
                  <a:lnTo>
                    <a:pt x="26183" y="370011"/>
                  </a:lnTo>
                  <a:lnTo>
                    <a:pt x="26035" y="369799"/>
                  </a:lnTo>
                  <a:lnTo>
                    <a:pt x="26271" y="369678"/>
                  </a:lnTo>
                  <a:lnTo>
                    <a:pt x="26360" y="369859"/>
                  </a:lnTo>
                  <a:lnTo>
                    <a:pt x="27011" y="370253"/>
                  </a:lnTo>
                  <a:lnTo>
                    <a:pt x="27928" y="370343"/>
                  </a:lnTo>
                  <a:lnTo>
                    <a:pt x="28905" y="369315"/>
                  </a:lnTo>
                  <a:lnTo>
                    <a:pt x="28875" y="368861"/>
                  </a:lnTo>
                  <a:lnTo>
                    <a:pt x="28757" y="367863"/>
                  </a:lnTo>
                  <a:lnTo>
                    <a:pt x="28934" y="368619"/>
                  </a:lnTo>
                  <a:lnTo>
                    <a:pt x="28993" y="368801"/>
                  </a:lnTo>
                  <a:lnTo>
                    <a:pt x="29289" y="368740"/>
                  </a:lnTo>
                  <a:lnTo>
                    <a:pt x="30887" y="368286"/>
                  </a:lnTo>
                  <a:lnTo>
                    <a:pt x="30798" y="367923"/>
                  </a:lnTo>
                  <a:lnTo>
                    <a:pt x="30532" y="366986"/>
                  </a:lnTo>
                  <a:lnTo>
                    <a:pt x="30325" y="366290"/>
                  </a:lnTo>
                  <a:lnTo>
                    <a:pt x="30058" y="365927"/>
                  </a:lnTo>
                  <a:lnTo>
                    <a:pt x="29200" y="366744"/>
                  </a:lnTo>
                  <a:lnTo>
                    <a:pt x="30118" y="365564"/>
                  </a:lnTo>
                  <a:lnTo>
                    <a:pt x="29970" y="364959"/>
                  </a:lnTo>
                  <a:lnTo>
                    <a:pt x="29911" y="364717"/>
                  </a:lnTo>
                  <a:lnTo>
                    <a:pt x="27721" y="362872"/>
                  </a:lnTo>
                  <a:lnTo>
                    <a:pt x="27070" y="362327"/>
                  </a:lnTo>
                  <a:lnTo>
                    <a:pt x="25857" y="361329"/>
                  </a:lnTo>
                  <a:lnTo>
                    <a:pt x="24851" y="361389"/>
                  </a:lnTo>
                  <a:lnTo>
                    <a:pt x="23816" y="360482"/>
                  </a:lnTo>
                  <a:lnTo>
                    <a:pt x="23017" y="359000"/>
                  </a:lnTo>
                  <a:lnTo>
                    <a:pt x="18550" y="355249"/>
                  </a:lnTo>
                  <a:lnTo>
                    <a:pt x="18076" y="355370"/>
                  </a:lnTo>
                  <a:lnTo>
                    <a:pt x="17366" y="355491"/>
                  </a:lnTo>
                  <a:lnTo>
                    <a:pt x="16360" y="355703"/>
                  </a:lnTo>
                  <a:lnTo>
                    <a:pt x="16064" y="355733"/>
                  </a:lnTo>
                  <a:lnTo>
                    <a:pt x="7869" y="349108"/>
                  </a:lnTo>
                  <a:lnTo>
                    <a:pt x="10798" y="345327"/>
                  </a:lnTo>
                  <a:lnTo>
                    <a:pt x="9408" y="341062"/>
                  </a:lnTo>
                  <a:lnTo>
                    <a:pt x="9349" y="340699"/>
                  </a:lnTo>
                  <a:lnTo>
                    <a:pt x="9526" y="340517"/>
                  </a:lnTo>
                  <a:lnTo>
                    <a:pt x="9792" y="340517"/>
                  </a:lnTo>
                  <a:lnTo>
                    <a:pt x="9999" y="340729"/>
                  </a:lnTo>
                  <a:lnTo>
                    <a:pt x="10088" y="341183"/>
                  </a:lnTo>
                  <a:lnTo>
                    <a:pt x="11420" y="344934"/>
                  </a:lnTo>
                  <a:lnTo>
                    <a:pt x="11745" y="344783"/>
                  </a:lnTo>
                  <a:lnTo>
                    <a:pt x="12248" y="344601"/>
                  </a:lnTo>
                  <a:lnTo>
                    <a:pt x="13313" y="344329"/>
                  </a:lnTo>
                  <a:lnTo>
                    <a:pt x="13520" y="344329"/>
                  </a:lnTo>
                  <a:lnTo>
                    <a:pt x="14053" y="343663"/>
                  </a:lnTo>
                  <a:lnTo>
                    <a:pt x="13905" y="343361"/>
                  </a:lnTo>
                  <a:lnTo>
                    <a:pt x="12633" y="342302"/>
                  </a:lnTo>
                  <a:lnTo>
                    <a:pt x="12721" y="342151"/>
                  </a:lnTo>
                  <a:lnTo>
                    <a:pt x="12337" y="341818"/>
                  </a:lnTo>
                  <a:lnTo>
                    <a:pt x="12662" y="341425"/>
                  </a:lnTo>
                  <a:lnTo>
                    <a:pt x="12780" y="341274"/>
                  </a:lnTo>
                  <a:lnTo>
                    <a:pt x="13372" y="340548"/>
                  </a:lnTo>
                  <a:lnTo>
                    <a:pt x="18964" y="345236"/>
                  </a:lnTo>
                  <a:lnTo>
                    <a:pt x="21301" y="347233"/>
                  </a:lnTo>
                  <a:lnTo>
                    <a:pt x="21508" y="346870"/>
                  </a:lnTo>
                  <a:lnTo>
                    <a:pt x="21656" y="346991"/>
                  </a:lnTo>
                  <a:lnTo>
                    <a:pt x="23195" y="348352"/>
                  </a:lnTo>
                  <a:lnTo>
                    <a:pt x="24792" y="349743"/>
                  </a:lnTo>
                  <a:lnTo>
                    <a:pt x="26952" y="351619"/>
                  </a:lnTo>
                  <a:lnTo>
                    <a:pt x="27603" y="352163"/>
                  </a:lnTo>
                  <a:lnTo>
                    <a:pt x="29881" y="354160"/>
                  </a:lnTo>
                  <a:lnTo>
                    <a:pt x="30206" y="354432"/>
                  </a:lnTo>
                  <a:lnTo>
                    <a:pt x="35354" y="358939"/>
                  </a:lnTo>
                  <a:lnTo>
                    <a:pt x="36686" y="357366"/>
                  </a:lnTo>
                  <a:lnTo>
                    <a:pt x="37011" y="357003"/>
                  </a:lnTo>
                  <a:lnTo>
                    <a:pt x="37189" y="356822"/>
                  </a:lnTo>
                  <a:lnTo>
                    <a:pt x="36538" y="356247"/>
                  </a:lnTo>
                  <a:lnTo>
                    <a:pt x="36745" y="356005"/>
                  </a:lnTo>
                  <a:lnTo>
                    <a:pt x="37159" y="355521"/>
                  </a:lnTo>
                  <a:lnTo>
                    <a:pt x="37307" y="355370"/>
                  </a:lnTo>
                  <a:lnTo>
                    <a:pt x="41508" y="350469"/>
                  </a:lnTo>
                  <a:lnTo>
                    <a:pt x="41981" y="350863"/>
                  </a:lnTo>
                  <a:lnTo>
                    <a:pt x="42869" y="349804"/>
                  </a:lnTo>
                  <a:lnTo>
                    <a:pt x="43076" y="349471"/>
                  </a:lnTo>
                  <a:lnTo>
                    <a:pt x="43194" y="349169"/>
                  </a:lnTo>
                  <a:lnTo>
                    <a:pt x="43224" y="349017"/>
                  </a:lnTo>
                  <a:lnTo>
                    <a:pt x="43313" y="347898"/>
                  </a:lnTo>
                  <a:lnTo>
                    <a:pt x="43313" y="347717"/>
                  </a:lnTo>
                  <a:lnTo>
                    <a:pt x="42751" y="347656"/>
                  </a:lnTo>
                  <a:lnTo>
                    <a:pt x="38342" y="347263"/>
                  </a:lnTo>
                  <a:lnTo>
                    <a:pt x="38431" y="346446"/>
                  </a:lnTo>
                  <a:lnTo>
                    <a:pt x="43402" y="346870"/>
                  </a:lnTo>
                  <a:lnTo>
                    <a:pt x="43461" y="346114"/>
                  </a:lnTo>
                  <a:lnTo>
                    <a:pt x="43490" y="345872"/>
                  </a:lnTo>
                  <a:lnTo>
                    <a:pt x="43609" y="344359"/>
                  </a:lnTo>
                  <a:lnTo>
                    <a:pt x="38638" y="343936"/>
                  </a:lnTo>
                  <a:lnTo>
                    <a:pt x="38757" y="342514"/>
                  </a:lnTo>
                  <a:lnTo>
                    <a:pt x="38816" y="341667"/>
                  </a:lnTo>
                  <a:lnTo>
                    <a:pt x="43816" y="342090"/>
                  </a:lnTo>
                  <a:lnTo>
                    <a:pt x="43993" y="339489"/>
                  </a:lnTo>
                  <a:lnTo>
                    <a:pt x="38964" y="339096"/>
                  </a:lnTo>
                  <a:lnTo>
                    <a:pt x="39141" y="336797"/>
                  </a:lnTo>
                  <a:lnTo>
                    <a:pt x="44082" y="337160"/>
                  </a:lnTo>
                  <a:lnTo>
                    <a:pt x="44260" y="334951"/>
                  </a:lnTo>
                  <a:lnTo>
                    <a:pt x="44289" y="334619"/>
                  </a:lnTo>
                  <a:lnTo>
                    <a:pt x="39348" y="334225"/>
                  </a:lnTo>
                  <a:lnTo>
                    <a:pt x="39407" y="333469"/>
                  </a:lnTo>
                  <a:lnTo>
                    <a:pt x="44348" y="333832"/>
                  </a:lnTo>
                  <a:lnTo>
                    <a:pt x="44437" y="332955"/>
                  </a:lnTo>
                  <a:lnTo>
                    <a:pt x="44437" y="332653"/>
                  </a:lnTo>
                  <a:lnTo>
                    <a:pt x="43342" y="331322"/>
                  </a:lnTo>
                  <a:lnTo>
                    <a:pt x="43017" y="330959"/>
                  </a:lnTo>
                  <a:lnTo>
                    <a:pt x="37484" y="324394"/>
                  </a:lnTo>
                  <a:lnTo>
                    <a:pt x="38638" y="323396"/>
                  </a:lnTo>
                  <a:lnTo>
                    <a:pt x="39851" y="322337"/>
                  </a:lnTo>
                  <a:lnTo>
                    <a:pt x="40384" y="321884"/>
                  </a:lnTo>
                  <a:lnTo>
                    <a:pt x="41449" y="320946"/>
                  </a:lnTo>
                  <a:lnTo>
                    <a:pt x="41922" y="320522"/>
                  </a:lnTo>
                  <a:lnTo>
                    <a:pt x="43993" y="322973"/>
                  </a:lnTo>
                  <a:lnTo>
                    <a:pt x="44555" y="323578"/>
                  </a:lnTo>
                  <a:lnTo>
                    <a:pt x="50828" y="330898"/>
                  </a:lnTo>
                  <a:lnTo>
                    <a:pt x="51419" y="331594"/>
                  </a:lnTo>
                  <a:lnTo>
                    <a:pt x="51833" y="332078"/>
                  </a:lnTo>
                  <a:lnTo>
                    <a:pt x="51685" y="332320"/>
                  </a:lnTo>
                  <a:lnTo>
                    <a:pt x="51390" y="332562"/>
                  </a:lnTo>
                  <a:lnTo>
                    <a:pt x="50887" y="333046"/>
                  </a:lnTo>
                  <a:lnTo>
                    <a:pt x="52307" y="332985"/>
                  </a:lnTo>
                  <a:lnTo>
                    <a:pt x="53372" y="331987"/>
                  </a:lnTo>
                  <a:lnTo>
                    <a:pt x="53579" y="331261"/>
                  </a:lnTo>
                  <a:lnTo>
                    <a:pt x="53549" y="330747"/>
                  </a:lnTo>
                  <a:lnTo>
                    <a:pt x="53461" y="330444"/>
                  </a:lnTo>
                  <a:lnTo>
                    <a:pt x="53106" y="329991"/>
                  </a:lnTo>
                  <a:lnTo>
                    <a:pt x="53313" y="329718"/>
                  </a:lnTo>
                  <a:lnTo>
                    <a:pt x="53697" y="329234"/>
                  </a:lnTo>
                  <a:lnTo>
                    <a:pt x="53697" y="328871"/>
                  </a:lnTo>
                  <a:lnTo>
                    <a:pt x="53609" y="328418"/>
                  </a:lnTo>
                  <a:lnTo>
                    <a:pt x="52248" y="328690"/>
                  </a:lnTo>
                  <a:lnTo>
                    <a:pt x="52218" y="328418"/>
                  </a:lnTo>
                  <a:lnTo>
                    <a:pt x="52514" y="328327"/>
                  </a:lnTo>
                  <a:lnTo>
                    <a:pt x="52543" y="328115"/>
                  </a:lnTo>
                  <a:lnTo>
                    <a:pt x="52928" y="326028"/>
                  </a:lnTo>
                  <a:lnTo>
                    <a:pt x="52987" y="325635"/>
                  </a:lnTo>
                  <a:lnTo>
                    <a:pt x="52869" y="325030"/>
                  </a:lnTo>
                  <a:lnTo>
                    <a:pt x="53165" y="325030"/>
                  </a:lnTo>
                  <a:lnTo>
                    <a:pt x="53401" y="325030"/>
                  </a:lnTo>
                  <a:lnTo>
                    <a:pt x="53372" y="324606"/>
                  </a:lnTo>
                  <a:lnTo>
                    <a:pt x="53076" y="324304"/>
                  </a:lnTo>
                  <a:lnTo>
                    <a:pt x="52987" y="323910"/>
                  </a:lnTo>
                  <a:lnTo>
                    <a:pt x="53224" y="323608"/>
                  </a:lnTo>
                  <a:lnTo>
                    <a:pt x="53431" y="323184"/>
                  </a:lnTo>
                  <a:lnTo>
                    <a:pt x="53490" y="322973"/>
                  </a:lnTo>
                  <a:lnTo>
                    <a:pt x="53549" y="322761"/>
                  </a:lnTo>
                  <a:lnTo>
                    <a:pt x="53549" y="322610"/>
                  </a:lnTo>
                  <a:lnTo>
                    <a:pt x="55354" y="321672"/>
                  </a:lnTo>
                  <a:lnTo>
                    <a:pt x="55117" y="321188"/>
                  </a:lnTo>
                  <a:lnTo>
                    <a:pt x="54999" y="320976"/>
                  </a:lnTo>
                  <a:lnTo>
                    <a:pt x="54822" y="320704"/>
                  </a:lnTo>
                  <a:lnTo>
                    <a:pt x="54555" y="320855"/>
                  </a:lnTo>
                  <a:lnTo>
                    <a:pt x="54496" y="320704"/>
                  </a:lnTo>
                  <a:lnTo>
                    <a:pt x="54289" y="320401"/>
                  </a:lnTo>
                  <a:lnTo>
                    <a:pt x="51597" y="321793"/>
                  </a:lnTo>
                  <a:lnTo>
                    <a:pt x="51183" y="320976"/>
                  </a:lnTo>
                  <a:lnTo>
                    <a:pt x="54023" y="319555"/>
                  </a:lnTo>
                  <a:lnTo>
                    <a:pt x="53017" y="317558"/>
                  </a:lnTo>
                  <a:lnTo>
                    <a:pt x="48697" y="319827"/>
                  </a:lnTo>
                  <a:lnTo>
                    <a:pt x="48875" y="320220"/>
                  </a:lnTo>
                  <a:lnTo>
                    <a:pt x="48609" y="320371"/>
                  </a:lnTo>
                  <a:lnTo>
                    <a:pt x="48017" y="319222"/>
                  </a:lnTo>
                  <a:lnTo>
                    <a:pt x="48342" y="319161"/>
                  </a:lnTo>
                  <a:lnTo>
                    <a:pt x="48461" y="319373"/>
                  </a:lnTo>
                  <a:lnTo>
                    <a:pt x="51242" y="317921"/>
                  </a:lnTo>
                  <a:lnTo>
                    <a:pt x="53727" y="316620"/>
                  </a:lnTo>
                  <a:lnTo>
                    <a:pt x="53964" y="316499"/>
                  </a:lnTo>
                  <a:lnTo>
                    <a:pt x="55147" y="315894"/>
                  </a:lnTo>
                  <a:lnTo>
                    <a:pt x="55916" y="315471"/>
                  </a:lnTo>
                  <a:lnTo>
                    <a:pt x="54940" y="312506"/>
                  </a:lnTo>
                  <a:lnTo>
                    <a:pt x="55117" y="312295"/>
                  </a:lnTo>
                  <a:lnTo>
                    <a:pt x="55236" y="312053"/>
                  </a:lnTo>
                  <a:lnTo>
                    <a:pt x="54969" y="311599"/>
                  </a:lnTo>
                  <a:lnTo>
                    <a:pt x="54910" y="311448"/>
                  </a:lnTo>
                  <a:lnTo>
                    <a:pt x="49407" y="314321"/>
                  </a:lnTo>
                  <a:lnTo>
                    <a:pt x="49230" y="313928"/>
                  </a:lnTo>
                  <a:lnTo>
                    <a:pt x="54703" y="310933"/>
                  </a:lnTo>
                  <a:lnTo>
                    <a:pt x="55177" y="310691"/>
                  </a:lnTo>
                  <a:lnTo>
                    <a:pt x="54319" y="308997"/>
                  </a:lnTo>
                  <a:lnTo>
                    <a:pt x="45532" y="313535"/>
                  </a:lnTo>
                  <a:lnTo>
                    <a:pt x="45443" y="313293"/>
                  </a:lnTo>
                  <a:lnTo>
                    <a:pt x="54171" y="308755"/>
                  </a:lnTo>
                  <a:lnTo>
                    <a:pt x="53224" y="306880"/>
                  </a:lnTo>
                  <a:lnTo>
                    <a:pt x="48609" y="309270"/>
                  </a:lnTo>
                  <a:lnTo>
                    <a:pt x="48490" y="308997"/>
                  </a:lnTo>
                  <a:lnTo>
                    <a:pt x="48934" y="308755"/>
                  </a:lnTo>
                  <a:lnTo>
                    <a:pt x="53076" y="306608"/>
                  </a:lnTo>
                  <a:lnTo>
                    <a:pt x="52810" y="306094"/>
                  </a:lnTo>
                  <a:lnTo>
                    <a:pt x="47810" y="304400"/>
                  </a:lnTo>
                  <a:lnTo>
                    <a:pt x="47544" y="304309"/>
                  </a:lnTo>
                  <a:lnTo>
                    <a:pt x="36419" y="310056"/>
                  </a:lnTo>
                  <a:lnTo>
                    <a:pt x="36183" y="310177"/>
                  </a:lnTo>
                  <a:lnTo>
                    <a:pt x="35029" y="308513"/>
                  </a:lnTo>
                  <a:lnTo>
                    <a:pt x="34437" y="307697"/>
                  </a:lnTo>
                  <a:lnTo>
                    <a:pt x="34230" y="308150"/>
                  </a:lnTo>
                  <a:lnTo>
                    <a:pt x="31626" y="313111"/>
                  </a:lnTo>
                  <a:lnTo>
                    <a:pt x="30354" y="315683"/>
                  </a:lnTo>
                  <a:lnTo>
                    <a:pt x="30976" y="316046"/>
                  </a:lnTo>
                  <a:lnTo>
                    <a:pt x="30709" y="316469"/>
                  </a:lnTo>
                  <a:lnTo>
                    <a:pt x="30118" y="316136"/>
                  </a:lnTo>
                  <a:lnTo>
                    <a:pt x="28579" y="319222"/>
                  </a:lnTo>
                  <a:lnTo>
                    <a:pt x="27366" y="318466"/>
                  </a:lnTo>
                  <a:lnTo>
                    <a:pt x="29082" y="315108"/>
                  </a:lnTo>
                  <a:lnTo>
                    <a:pt x="33431" y="307787"/>
                  </a:lnTo>
                  <a:lnTo>
                    <a:pt x="31538" y="308725"/>
                  </a:lnTo>
                  <a:lnTo>
                    <a:pt x="28845" y="312083"/>
                  </a:lnTo>
                  <a:lnTo>
                    <a:pt x="24644" y="316953"/>
                  </a:lnTo>
                  <a:lnTo>
                    <a:pt x="23165" y="326996"/>
                  </a:lnTo>
                  <a:lnTo>
                    <a:pt x="23017" y="327056"/>
                  </a:lnTo>
                  <a:lnTo>
                    <a:pt x="22869" y="327117"/>
                  </a:lnTo>
                  <a:lnTo>
                    <a:pt x="22721" y="327177"/>
                  </a:lnTo>
                  <a:lnTo>
                    <a:pt x="22544" y="327177"/>
                  </a:lnTo>
                  <a:lnTo>
                    <a:pt x="22396" y="327177"/>
                  </a:lnTo>
                  <a:lnTo>
                    <a:pt x="22218" y="327147"/>
                  </a:lnTo>
                  <a:lnTo>
                    <a:pt x="22070" y="327117"/>
                  </a:lnTo>
                  <a:lnTo>
                    <a:pt x="21922" y="327056"/>
                  </a:lnTo>
                  <a:lnTo>
                    <a:pt x="21656" y="326875"/>
                  </a:lnTo>
                  <a:lnTo>
                    <a:pt x="23047" y="317104"/>
                  </a:lnTo>
                  <a:lnTo>
                    <a:pt x="10532" y="331806"/>
                  </a:lnTo>
                  <a:lnTo>
                    <a:pt x="9970" y="331049"/>
                  </a:lnTo>
                  <a:lnTo>
                    <a:pt x="29615" y="308090"/>
                  </a:lnTo>
                  <a:lnTo>
                    <a:pt x="29999" y="307515"/>
                  </a:lnTo>
                  <a:lnTo>
                    <a:pt x="31271" y="306789"/>
                  </a:lnTo>
                  <a:lnTo>
                    <a:pt x="31715" y="306547"/>
                  </a:lnTo>
                  <a:lnTo>
                    <a:pt x="33195" y="305731"/>
                  </a:lnTo>
                  <a:lnTo>
                    <a:pt x="34141" y="305247"/>
                  </a:lnTo>
                  <a:lnTo>
                    <a:pt x="34348" y="304884"/>
                  </a:lnTo>
                  <a:lnTo>
                    <a:pt x="34496" y="303825"/>
                  </a:lnTo>
                  <a:lnTo>
                    <a:pt x="34437" y="303311"/>
                  </a:lnTo>
                  <a:lnTo>
                    <a:pt x="34378" y="302948"/>
                  </a:lnTo>
                  <a:lnTo>
                    <a:pt x="34378" y="302615"/>
                  </a:lnTo>
                  <a:lnTo>
                    <a:pt x="34319" y="302312"/>
                  </a:lnTo>
                  <a:lnTo>
                    <a:pt x="34141" y="301344"/>
                  </a:lnTo>
                  <a:lnTo>
                    <a:pt x="34112" y="300830"/>
                  </a:lnTo>
                  <a:lnTo>
                    <a:pt x="34112" y="300467"/>
                  </a:lnTo>
                  <a:lnTo>
                    <a:pt x="34112" y="300165"/>
                  </a:lnTo>
                  <a:lnTo>
                    <a:pt x="34112" y="300013"/>
                  </a:lnTo>
                  <a:lnTo>
                    <a:pt x="34112" y="299590"/>
                  </a:lnTo>
                  <a:lnTo>
                    <a:pt x="34082" y="298834"/>
                  </a:lnTo>
                  <a:lnTo>
                    <a:pt x="34023" y="298108"/>
                  </a:lnTo>
                  <a:lnTo>
                    <a:pt x="33993" y="297503"/>
                  </a:lnTo>
                  <a:lnTo>
                    <a:pt x="33875" y="296595"/>
                  </a:lnTo>
                  <a:lnTo>
                    <a:pt x="33816" y="296020"/>
                  </a:lnTo>
                  <a:lnTo>
                    <a:pt x="33638" y="295385"/>
                  </a:lnTo>
                  <a:lnTo>
                    <a:pt x="33490" y="294871"/>
                  </a:lnTo>
                  <a:lnTo>
                    <a:pt x="33490" y="294357"/>
                  </a:lnTo>
                  <a:lnTo>
                    <a:pt x="33461" y="293842"/>
                  </a:lnTo>
                  <a:lnTo>
                    <a:pt x="33313" y="293328"/>
                  </a:lnTo>
                  <a:lnTo>
                    <a:pt x="33165" y="292754"/>
                  </a:lnTo>
                  <a:lnTo>
                    <a:pt x="32958" y="292360"/>
                  </a:lnTo>
                  <a:lnTo>
                    <a:pt x="32780" y="291786"/>
                  </a:lnTo>
                  <a:lnTo>
                    <a:pt x="32751" y="291423"/>
                  </a:lnTo>
                  <a:lnTo>
                    <a:pt x="32603" y="290939"/>
                  </a:lnTo>
                  <a:lnTo>
                    <a:pt x="32484" y="290757"/>
                  </a:lnTo>
                  <a:lnTo>
                    <a:pt x="32218" y="290122"/>
                  </a:lnTo>
                  <a:lnTo>
                    <a:pt x="32041" y="289698"/>
                  </a:lnTo>
                  <a:lnTo>
                    <a:pt x="31774" y="289245"/>
                  </a:lnTo>
                  <a:lnTo>
                    <a:pt x="31449" y="288670"/>
                  </a:lnTo>
                  <a:lnTo>
                    <a:pt x="31242" y="287883"/>
                  </a:lnTo>
                  <a:lnTo>
                    <a:pt x="31094" y="287248"/>
                  </a:lnTo>
                  <a:lnTo>
                    <a:pt x="30946" y="286734"/>
                  </a:lnTo>
                  <a:lnTo>
                    <a:pt x="30768" y="286159"/>
                  </a:lnTo>
                  <a:lnTo>
                    <a:pt x="30473" y="284223"/>
                  </a:lnTo>
                  <a:lnTo>
                    <a:pt x="30295" y="283830"/>
                  </a:lnTo>
                  <a:lnTo>
                    <a:pt x="30177" y="283437"/>
                  </a:lnTo>
                  <a:lnTo>
                    <a:pt x="30088" y="283043"/>
                  </a:lnTo>
                  <a:lnTo>
                    <a:pt x="30029" y="282499"/>
                  </a:lnTo>
                  <a:lnTo>
                    <a:pt x="29851" y="281833"/>
                  </a:lnTo>
                  <a:lnTo>
                    <a:pt x="29703" y="281712"/>
                  </a:lnTo>
                  <a:lnTo>
                    <a:pt x="29378" y="281410"/>
                  </a:lnTo>
                  <a:lnTo>
                    <a:pt x="29230" y="281289"/>
                  </a:lnTo>
                  <a:lnTo>
                    <a:pt x="29023" y="281017"/>
                  </a:lnTo>
                  <a:lnTo>
                    <a:pt x="28934" y="280714"/>
                  </a:lnTo>
                  <a:lnTo>
                    <a:pt x="28757" y="280109"/>
                  </a:lnTo>
                  <a:lnTo>
                    <a:pt x="28668" y="279746"/>
                  </a:lnTo>
                  <a:lnTo>
                    <a:pt x="28550" y="278143"/>
                  </a:lnTo>
                  <a:lnTo>
                    <a:pt x="29023" y="277478"/>
                  </a:lnTo>
                  <a:lnTo>
                    <a:pt x="30029" y="276782"/>
                  </a:lnTo>
                  <a:lnTo>
                    <a:pt x="30916" y="275542"/>
                  </a:lnTo>
                  <a:lnTo>
                    <a:pt x="31212" y="274543"/>
                  </a:lnTo>
                  <a:lnTo>
                    <a:pt x="31390" y="273938"/>
                  </a:lnTo>
                  <a:lnTo>
                    <a:pt x="31479" y="273636"/>
                  </a:lnTo>
                  <a:lnTo>
                    <a:pt x="31656" y="273001"/>
                  </a:lnTo>
                  <a:lnTo>
                    <a:pt x="31774" y="272456"/>
                  </a:lnTo>
                  <a:lnTo>
                    <a:pt x="31981" y="271821"/>
                  </a:lnTo>
                  <a:lnTo>
                    <a:pt x="32751" y="269219"/>
                  </a:lnTo>
                  <a:lnTo>
                    <a:pt x="32899" y="268735"/>
                  </a:lnTo>
                  <a:lnTo>
                    <a:pt x="34082" y="265832"/>
                  </a:lnTo>
                  <a:lnTo>
                    <a:pt x="34378" y="265075"/>
                  </a:lnTo>
                  <a:lnTo>
                    <a:pt x="35413" y="262837"/>
                  </a:lnTo>
                  <a:lnTo>
                    <a:pt x="35621" y="261627"/>
                  </a:lnTo>
                  <a:lnTo>
                    <a:pt x="35709" y="261052"/>
                  </a:lnTo>
                  <a:lnTo>
                    <a:pt x="36153" y="259419"/>
                  </a:lnTo>
                  <a:lnTo>
                    <a:pt x="36419" y="258632"/>
                  </a:lnTo>
                  <a:lnTo>
                    <a:pt x="37070" y="257301"/>
                  </a:lnTo>
                  <a:lnTo>
                    <a:pt x="37248" y="256757"/>
                  </a:lnTo>
                  <a:lnTo>
                    <a:pt x="37336" y="256454"/>
                  </a:lnTo>
                  <a:lnTo>
                    <a:pt x="37573" y="255970"/>
                  </a:lnTo>
                  <a:lnTo>
                    <a:pt x="37692" y="255819"/>
                  </a:lnTo>
                  <a:lnTo>
                    <a:pt x="37869" y="255305"/>
                  </a:lnTo>
                  <a:lnTo>
                    <a:pt x="38017" y="255002"/>
                  </a:lnTo>
                  <a:lnTo>
                    <a:pt x="38431" y="254095"/>
                  </a:lnTo>
                  <a:lnTo>
                    <a:pt x="38727" y="253611"/>
                  </a:lnTo>
                  <a:lnTo>
                    <a:pt x="38934" y="253338"/>
                  </a:lnTo>
                  <a:lnTo>
                    <a:pt x="39023" y="253157"/>
                  </a:lnTo>
                  <a:lnTo>
                    <a:pt x="39171" y="252885"/>
                  </a:lnTo>
                  <a:lnTo>
                    <a:pt x="39289" y="252613"/>
                  </a:lnTo>
                  <a:lnTo>
                    <a:pt x="39407" y="252310"/>
                  </a:lnTo>
                  <a:lnTo>
                    <a:pt x="39703" y="251947"/>
                  </a:lnTo>
                  <a:lnTo>
                    <a:pt x="40177" y="250858"/>
                  </a:lnTo>
                  <a:lnTo>
                    <a:pt x="40591" y="250041"/>
                  </a:lnTo>
                  <a:lnTo>
                    <a:pt x="40739" y="249799"/>
                  </a:lnTo>
                  <a:lnTo>
                    <a:pt x="41123" y="249376"/>
                  </a:lnTo>
                  <a:lnTo>
                    <a:pt x="41833" y="248559"/>
                  </a:lnTo>
                  <a:lnTo>
                    <a:pt x="41952" y="248408"/>
                  </a:lnTo>
                  <a:lnTo>
                    <a:pt x="42159" y="247954"/>
                  </a:lnTo>
                  <a:lnTo>
                    <a:pt x="42396" y="247531"/>
                  </a:lnTo>
                  <a:lnTo>
                    <a:pt x="42751" y="246835"/>
                  </a:lnTo>
                  <a:lnTo>
                    <a:pt x="42928" y="246442"/>
                  </a:lnTo>
                  <a:lnTo>
                    <a:pt x="43017" y="246169"/>
                  </a:lnTo>
                  <a:lnTo>
                    <a:pt x="43194" y="245716"/>
                  </a:lnTo>
                  <a:lnTo>
                    <a:pt x="43283" y="245474"/>
                  </a:lnTo>
                  <a:lnTo>
                    <a:pt x="43372" y="245232"/>
                  </a:lnTo>
                  <a:lnTo>
                    <a:pt x="43520" y="245020"/>
                  </a:lnTo>
                  <a:lnTo>
                    <a:pt x="43609" y="244838"/>
                  </a:lnTo>
                  <a:lnTo>
                    <a:pt x="43668" y="244687"/>
                  </a:lnTo>
                  <a:lnTo>
                    <a:pt x="43697" y="244415"/>
                  </a:lnTo>
                  <a:lnTo>
                    <a:pt x="43697" y="244233"/>
                  </a:lnTo>
                  <a:lnTo>
                    <a:pt x="43697" y="244052"/>
                  </a:lnTo>
                  <a:lnTo>
                    <a:pt x="43727" y="243810"/>
                  </a:lnTo>
                  <a:lnTo>
                    <a:pt x="43757" y="243659"/>
                  </a:lnTo>
                  <a:lnTo>
                    <a:pt x="43816" y="243417"/>
                  </a:lnTo>
                  <a:lnTo>
                    <a:pt x="44023" y="242751"/>
                  </a:lnTo>
                  <a:lnTo>
                    <a:pt x="44052" y="242600"/>
                  </a:lnTo>
                  <a:lnTo>
                    <a:pt x="44112" y="242418"/>
                  </a:lnTo>
                  <a:lnTo>
                    <a:pt x="44230" y="242237"/>
                  </a:lnTo>
                  <a:lnTo>
                    <a:pt x="44319" y="241087"/>
                  </a:lnTo>
                  <a:lnTo>
                    <a:pt x="44585" y="240210"/>
                  </a:lnTo>
                  <a:lnTo>
                    <a:pt x="44881" y="239363"/>
                  </a:lnTo>
                  <a:lnTo>
                    <a:pt x="45058" y="238879"/>
                  </a:lnTo>
                  <a:lnTo>
                    <a:pt x="45088" y="238607"/>
                  </a:lnTo>
                  <a:lnTo>
                    <a:pt x="45177" y="238305"/>
                  </a:lnTo>
                  <a:lnTo>
                    <a:pt x="45236" y="238063"/>
                  </a:lnTo>
                  <a:lnTo>
                    <a:pt x="45354" y="237821"/>
                  </a:lnTo>
                  <a:lnTo>
                    <a:pt x="45473" y="237609"/>
                  </a:lnTo>
                  <a:lnTo>
                    <a:pt x="45591" y="237367"/>
                  </a:lnTo>
                  <a:lnTo>
                    <a:pt x="45620" y="237216"/>
                  </a:lnTo>
                  <a:lnTo>
                    <a:pt x="45680" y="237064"/>
                  </a:lnTo>
                  <a:lnTo>
                    <a:pt x="45768" y="236792"/>
                  </a:lnTo>
                  <a:lnTo>
                    <a:pt x="45857" y="236580"/>
                  </a:lnTo>
                  <a:lnTo>
                    <a:pt x="45916" y="236399"/>
                  </a:lnTo>
                  <a:lnTo>
                    <a:pt x="46005" y="236217"/>
                  </a:lnTo>
                  <a:lnTo>
                    <a:pt x="46183" y="236006"/>
                  </a:lnTo>
                  <a:lnTo>
                    <a:pt x="46212" y="235733"/>
                  </a:lnTo>
                  <a:lnTo>
                    <a:pt x="46271" y="235582"/>
                  </a:lnTo>
                  <a:lnTo>
                    <a:pt x="46360" y="235370"/>
                  </a:lnTo>
                  <a:lnTo>
                    <a:pt x="46478" y="235128"/>
                  </a:lnTo>
                  <a:lnTo>
                    <a:pt x="46567" y="234947"/>
                  </a:lnTo>
                  <a:lnTo>
                    <a:pt x="46952" y="234160"/>
                  </a:lnTo>
                  <a:lnTo>
                    <a:pt x="47188" y="233676"/>
                  </a:lnTo>
                  <a:lnTo>
                    <a:pt x="47366" y="233283"/>
                  </a:lnTo>
                  <a:lnTo>
                    <a:pt x="47514" y="233011"/>
                  </a:lnTo>
                  <a:lnTo>
                    <a:pt x="47839" y="232497"/>
                  </a:lnTo>
                  <a:lnTo>
                    <a:pt x="47987" y="232103"/>
                  </a:lnTo>
                  <a:lnTo>
                    <a:pt x="48165" y="231680"/>
                  </a:lnTo>
                  <a:lnTo>
                    <a:pt x="48283" y="231347"/>
                  </a:lnTo>
                  <a:lnTo>
                    <a:pt x="48401" y="231014"/>
                  </a:lnTo>
                  <a:lnTo>
                    <a:pt x="48461" y="230803"/>
                  </a:lnTo>
                  <a:lnTo>
                    <a:pt x="48579" y="230500"/>
                  </a:lnTo>
                  <a:lnTo>
                    <a:pt x="48609" y="230349"/>
                  </a:lnTo>
                  <a:lnTo>
                    <a:pt x="48904" y="229683"/>
                  </a:lnTo>
                  <a:lnTo>
                    <a:pt x="49112" y="229320"/>
                  </a:lnTo>
                  <a:lnTo>
                    <a:pt x="49171" y="229169"/>
                  </a:lnTo>
                  <a:lnTo>
                    <a:pt x="49230" y="228957"/>
                  </a:lnTo>
                  <a:lnTo>
                    <a:pt x="49378" y="228564"/>
                  </a:lnTo>
                  <a:lnTo>
                    <a:pt x="49407" y="228231"/>
                  </a:lnTo>
                  <a:lnTo>
                    <a:pt x="49526" y="227929"/>
                  </a:lnTo>
                  <a:lnTo>
                    <a:pt x="49585" y="227687"/>
                  </a:lnTo>
                  <a:lnTo>
                    <a:pt x="49526" y="227415"/>
                  </a:lnTo>
                  <a:lnTo>
                    <a:pt x="49555" y="227082"/>
                  </a:lnTo>
                  <a:lnTo>
                    <a:pt x="49703" y="226719"/>
                  </a:lnTo>
                  <a:lnTo>
                    <a:pt x="49851" y="226416"/>
                  </a:lnTo>
                  <a:lnTo>
                    <a:pt x="50058" y="226205"/>
                  </a:lnTo>
                  <a:lnTo>
                    <a:pt x="50117" y="225902"/>
                  </a:lnTo>
                  <a:lnTo>
                    <a:pt x="50236" y="225600"/>
                  </a:lnTo>
                  <a:lnTo>
                    <a:pt x="50354" y="225176"/>
                  </a:lnTo>
                  <a:lnTo>
                    <a:pt x="50502" y="224723"/>
                  </a:lnTo>
                  <a:lnTo>
                    <a:pt x="50709" y="224178"/>
                  </a:lnTo>
                  <a:lnTo>
                    <a:pt x="50946" y="223845"/>
                  </a:lnTo>
                  <a:lnTo>
                    <a:pt x="51153" y="223422"/>
                  </a:lnTo>
                  <a:lnTo>
                    <a:pt x="51478" y="222998"/>
                  </a:lnTo>
                  <a:lnTo>
                    <a:pt x="51774" y="222575"/>
                  </a:lnTo>
                  <a:lnTo>
                    <a:pt x="51981" y="222121"/>
                  </a:lnTo>
                  <a:lnTo>
                    <a:pt x="52188" y="221728"/>
                  </a:lnTo>
                  <a:lnTo>
                    <a:pt x="53697" y="218491"/>
                  </a:lnTo>
                  <a:lnTo>
                    <a:pt x="53964" y="217856"/>
                  </a:lnTo>
                  <a:lnTo>
                    <a:pt x="54112" y="217311"/>
                  </a:lnTo>
                  <a:lnTo>
                    <a:pt x="54230" y="216948"/>
                  </a:lnTo>
                  <a:lnTo>
                    <a:pt x="54259" y="216646"/>
                  </a:lnTo>
                  <a:lnTo>
                    <a:pt x="54437" y="216041"/>
                  </a:lnTo>
                  <a:lnTo>
                    <a:pt x="54940" y="214861"/>
                  </a:lnTo>
                  <a:lnTo>
                    <a:pt x="54999" y="214649"/>
                  </a:lnTo>
                  <a:lnTo>
                    <a:pt x="55177" y="214044"/>
                  </a:lnTo>
                  <a:lnTo>
                    <a:pt x="55384" y="213197"/>
                  </a:lnTo>
                  <a:lnTo>
                    <a:pt x="55709" y="212290"/>
                  </a:lnTo>
                  <a:lnTo>
                    <a:pt x="55887" y="211685"/>
                  </a:lnTo>
                  <a:lnTo>
                    <a:pt x="56064" y="211171"/>
                  </a:lnTo>
                  <a:lnTo>
                    <a:pt x="56212" y="210687"/>
                  </a:lnTo>
                  <a:lnTo>
                    <a:pt x="56360" y="210142"/>
                  </a:lnTo>
                  <a:lnTo>
                    <a:pt x="56478" y="209870"/>
                  </a:lnTo>
                  <a:lnTo>
                    <a:pt x="56597" y="209447"/>
                  </a:lnTo>
                  <a:lnTo>
                    <a:pt x="56685" y="209023"/>
                  </a:lnTo>
                  <a:lnTo>
                    <a:pt x="56893" y="208448"/>
                  </a:lnTo>
                  <a:lnTo>
                    <a:pt x="56981" y="207934"/>
                  </a:lnTo>
                  <a:lnTo>
                    <a:pt x="57070" y="207511"/>
                  </a:lnTo>
                  <a:lnTo>
                    <a:pt x="57100" y="207269"/>
                  </a:lnTo>
                  <a:lnTo>
                    <a:pt x="57336" y="206482"/>
                  </a:lnTo>
                  <a:lnTo>
                    <a:pt x="57396" y="206210"/>
                  </a:lnTo>
                  <a:lnTo>
                    <a:pt x="57573" y="205484"/>
                  </a:lnTo>
                  <a:lnTo>
                    <a:pt x="57662" y="204849"/>
                  </a:lnTo>
                  <a:lnTo>
                    <a:pt x="57928" y="203820"/>
                  </a:lnTo>
                  <a:lnTo>
                    <a:pt x="58106" y="202882"/>
                  </a:lnTo>
                  <a:lnTo>
                    <a:pt x="58194" y="202005"/>
                  </a:lnTo>
                  <a:lnTo>
                    <a:pt x="58342" y="201249"/>
                  </a:lnTo>
                  <a:lnTo>
                    <a:pt x="58490" y="200493"/>
                  </a:lnTo>
                  <a:lnTo>
                    <a:pt x="58549" y="199857"/>
                  </a:lnTo>
                  <a:lnTo>
                    <a:pt x="58786" y="198980"/>
                  </a:lnTo>
                  <a:lnTo>
                    <a:pt x="58993" y="198073"/>
                  </a:lnTo>
                  <a:lnTo>
                    <a:pt x="59141" y="197256"/>
                  </a:lnTo>
                  <a:lnTo>
                    <a:pt x="59348" y="196379"/>
                  </a:lnTo>
                  <a:lnTo>
                    <a:pt x="59496" y="195834"/>
                  </a:lnTo>
                  <a:lnTo>
                    <a:pt x="59585" y="195411"/>
                  </a:lnTo>
                  <a:lnTo>
                    <a:pt x="59644" y="195078"/>
                  </a:lnTo>
                  <a:lnTo>
                    <a:pt x="59703" y="194866"/>
                  </a:lnTo>
                  <a:lnTo>
                    <a:pt x="59792" y="194594"/>
                  </a:lnTo>
                  <a:lnTo>
                    <a:pt x="59851" y="194382"/>
                  </a:lnTo>
                  <a:lnTo>
                    <a:pt x="59822" y="194110"/>
                  </a:lnTo>
                  <a:lnTo>
                    <a:pt x="59378" y="194201"/>
                  </a:lnTo>
                  <a:lnTo>
                    <a:pt x="59141" y="194231"/>
                  </a:lnTo>
                  <a:lnTo>
                    <a:pt x="58668" y="194292"/>
                  </a:lnTo>
                  <a:lnTo>
                    <a:pt x="58401" y="194292"/>
                  </a:lnTo>
                  <a:lnTo>
                    <a:pt x="58106" y="194292"/>
                  </a:lnTo>
                  <a:lnTo>
                    <a:pt x="57839" y="194292"/>
                  </a:lnTo>
                  <a:lnTo>
                    <a:pt x="57691" y="194292"/>
                  </a:lnTo>
                  <a:lnTo>
                    <a:pt x="57425" y="194292"/>
                  </a:lnTo>
                  <a:lnTo>
                    <a:pt x="57129" y="194292"/>
                  </a:lnTo>
                  <a:lnTo>
                    <a:pt x="56005" y="194292"/>
                  </a:lnTo>
                  <a:lnTo>
                    <a:pt x="55443" y="194292"/>
                  </a:lnTo>
                  <a:lnTo>
                    <a:pt x="55443" y="194110"/>
                  </a:lnTo>
                  <a:lnTo>
                    <a:pt x="56064" y="194110"/>
                  </a:lnTo>
                  <a:lnTo>
                    <a:pt x="56863" y="194080"/>
                  </a:lnTo>
                  <a:lnTo>
                    <a:pt x="57011" y="194019"/>
                  </a:lnTo>
                  <a:lnTo>
                    <a:pt x="56981" y="193868"/>
                  </a:lnTo>
                  <a:lnTo>
                    <a:pt x="57307" y="193868"/>
                  </a:lnTo>
                  <a:lnTo>
                    <a:pt x="57632" y="194019"/>
                  </a:lnTo>
                  <a:lnTo>
                    <a:pt x="57780" y="194050"/>
                  </a:lnTo>
                  <a:lnTo>
                    <a:pt x="57958" y="194110"/>
                  </a:lnTo>
                  <a:lnTo>
                    <a:pt x="58372" y="194110"/>
                  </a:lnTo>
                  <a:lnTo>
                    <a:pt x="58786" y="194110"/>
                  </a:lnTo>
                  <a:lnTo>
                    <a:pt x="59052" y="194080"/>
                  </a:lnTo>
                  <a:lnTo>
                    <a:pt x="59319" y="194019"/>
                  </a:lnTo>
                  <a:lnTo>
                    <a:pt x="59555" y="193989"/>
                  </a:lnTo>
                  <a:lnTo>
                    <a:pt x="59940" y="193898"/>
                  </a:lnTo>
                  <a:lnTo>
                    <a:pt x="60058" y="193596"/>
                  </a:lnTo>
                  <a:lnTo>
                    <a:pt x="60117" y="193112"/>
                  </a:lnTo>
                  <a:lnTo>
                    <a:pt x="60117" y="192658"/>
                  </a:lnTo>
                  <a:lnTo>
                    <a:pt x="60147" y="192386"/>
                  </a:lnTo>
                  <a:lnTo>
                    <a:pt x="60206" y="191993"/>
                  </a:lnTo>
                  <a:lnTo>
                    <a:pt x="60206" y="191751"/>
                  </a:lnTo>
                  <a:lnTo>
                    <a:pt x="60236" y="191388"/>
                  </a:lnTo>
                  <a:lnTo>
                    <a:pt x="59999" y="191357"/>
                  </a:lnTo>
                  <a:lnTo>
                    <a:pt x="59644" y="191357"/>
                  </a:lnTo>
                  <a:lnTo>
                    <a:pt x="59644" y="191630"/>
                  </a:lnTo>
                  <a:lnTo>
                    <a:pt x="58224" y="191509"/>
                  </a:lnTo>
                  <a:lnTo>
                    <a:pt x="58283" y="190783"/>
                  </a:lnTo>
                  <a:lnTo>
                    <a:pt x="59674" y="190873"/>
                  </a:lnTo>
                  <a:lnTo>
                    <a:pt x="59703" y="191085"/>
                  </a:lnTo>
                  <a:lnTo>
                    <a:pt x="59910" y="191115"/>
                  </a:lnTo>
                  <a:lnTo>
                    <a:pt x="60265" y="191146"/>
                  </a:lnTo>
                  <a:lnTo>
                    <a:pt x="60295" y="190843"/>
                  </a:lnTo>
                  <a:lnTo>
                    <a:pt x="60354" y="190601"/>
                  </a:lnTo>
                  <a:lnTo>
                    <a:pt x="60413" y="190420"/>
                  </a:lnTo>
                  <a:lnTo>
                    <a:pt x="60472" y="190238"/>
                  </a:lnTo>
                  <a:lnTo>
                    <a:pt x="60502" y="189936"/>
                  </a:lnTo>
                  <a:lnTo>
                    <a:pt x="60532" y="189754"/>
                  </a:lnTo>
                  <a:lnTo>
                    <a:pt x="60591" y="189452"/>
                  </a:lnTo>
                  <a:lnTo>
                    <a:pt x="60679" y="189149"/>
                  </a:lnTo>
                  <a:lnTo>
                    <a:pt x="60709" y="188937"/>
                  </a:lnTo>
                  <a:lnTo>
                    <a:pt x="60798" y="188635"/>
                  </a:lnTo>
                  <a:lnTo>
                    <a:pt x="60827" y="188393"/>
                  </a:lnTo>
                  <a:lnTo>
                    <a:pt x="60946" y="187879"/>
                  </a:lnTo>
                  <a:lnTo>
                    <a:pt x="60946" y="187425"/>
                  </a:lnTo>
                  <a:lnTo>
                    <a:pt x="61035" y="187092"/>
                  </a:lnTo>
                  <a:lnTo>
                    <a:pt x="61153" y="186759"/>
                  </a:lnTo>
                  <a:lnTo>
                    <a:pt x="61271" y="186457"/>
                  </a:lnTo>
                  <a:lnTo>
                    <a:pt x="61390" y="186094"/>
                  </a:lnTo>
                  <a:lnTo>
                    <a:pt x="61449" y="185882"/>
                  </a:lnTo>
                  <a:lnTo>
                    <a:pt x="61537" y="185580"/>
                  </a:lnTo>
                  <a:lnTo>
                    <a:pt x="61715" y="184793"/>
                  </a:lnTo>
                  <a:lnTo>
                    <a:pt x="61893" y="183916"/>
                  </a:lnTo>
                  <a:lnTo>
                    <a:pt x="62011" y="183311"/>
                  </a:lnTo>
                  <a:lnTo>
                    <a:pt x="62188" y="182343"/>
                  </a:lnTo>
                  <a:lnTo>
                    <a:pt x="62395" y="181315"/>
                  </a:lnTo>
                  <a:lnTo>
                    <a:pt x="62425" y="180861"/>
                  </a:lnTo>
                  <a:lnTo>
                    <a:pt x="62603" y="179953"/>
                  </a:lnTo>
                  <a:lnTo>
                    <a:pt x="62632" y="179742"/>
                  </a:lnTo>
                  <a:lnTo>
                    <a:pt x="62721" y="179318"/>
                  </a:lnTo>
                  <a:lnTo>
                    <a:pt x="62810" y="178743"/>
                  </a:lnTo>
                  <a:lnTo>
                    <a:pt x="62898" y="178199"/>
                  </a:lnTo>
                  <a:lnTo>
                    <a:pt x="63017" y="177231"/>
                  </a:lnTo>
                  <a:lnTo>
                    <a:pt x="63135" y="176142"/>
                  </a:lnTo>
                  <a:lnTo>
                    <a:pt x="63372" y="174811"/>
                  </a:lnTo>
                  <a:lnTo>
                    <a:pt x="63549" y="173994"/>
                  </a:lnTo>
                  <a:lnTo>
                    <a:pt x="63756" y="172966"/>
                  </a:lnTo>
                  <a:lnTo>
                    <a:pt x="63816" y="171968"/>
                  </a:lnTo>
                  <a:lnTo>
                    <a:pt x="63993" y="171060"/>
                  </a:lnTo>
                  <a:lnTo>
                    <a:pt x="64082" y="170485"/>
                  </a:lnTo>
                  <a:lnTo>
                    <a:pt x="64259" y="169517"/>
                  </a:lnTo>
                  <a:lnTo>
                    <a:pt x="64378" y="168640"/>
                  </a:lnTo>
                  <a:lnTo>
                    <a:pt x="64437" y="168277"/>
                  </a:lnTo>
                  <a:lnTo>
                    <a:pt x="64585" y="167521"/>
                  </a:lnTo>
                  <a:lnTo>
                    <a:pt x="64674" y="166916"/>
                  </a:lnTo>
                  <a:lnTo>
                    <a:pt x="64644" y="166371"/>
                  </a:lnTo>
                  <a:lnTo>
                    <a:pt x="64614" y="165585"/>
                  </a:lnTo>
                  <a:lnTo>
                    <a:pt x="64614" y="165040"/>
                  </a:lnTo>
                  <a:lnTo>
                    <a:pt x="64585" y="164587"/>
                  </a:lnTo>
                  <a:lnTo>
                    <a:pt x="64614" y="164224"/>
                  </a:lnTo>
                  <a:lnTo>
                    <a:pt x="64674" y="163588"/>
                  </a:lnTo>
                  <a:lnTo>
                    <a:pt x="64674" y="163195"/>
                  </a:lnTo>
                  <a:lnTo>
                    <a:pt x="64733" y="162620"/>
                  </a:lnTo>
                  <a:lnTo>
                    <a:pt x="64851" y="162197"/>
                  </a:lnTo>
                  <a:lnTo>
                    <a:pt x="64881" y="161955"/>
                  </a:lnTo>
                  <a:lnTo>
                    <a:pt x="64910" y="161652"/>
                  </a:lnTo>
                  <a:lnTo>
                    <a:pt x="64910" y="161471"/>
                  </a:lnTo>
                  <a:lnTo>
                    <a:pt x="65029" y="161017"/>
                  </a:lnTo>
                  <a:lnTo>
                    <a:pt x="65265" y="160533"/>
                  </a:lnTo>
                  <a:lnTo>
                    <a:pt x="65354" y="160382"/>
                  </a:lnTo>
                  <a:lnTo>
                    <a:pt x="65532" y="159777"/>
                  </a:lnTo>
                  <a:lnTo>
                    <a:pt x="65532" y="159475"/>
                  </a:lnTo>
                  <a:lnTo>
                    <a:pt x="65591" y="159081"/>
                  </a:lnTo>
                  <a:lnTo>
                    <a:pt x="65650" y="158718"/>
                  </a:lnTo>
                  <a:lnTo>
                    <a:pt x="65709" y="158416"/>
                  </a:lnTo>
                  <a:lnTo>
                    <a:pt x="65768" y="158053"/>
                  </a:lnTo>
                  <a:lnTo>
                    <a:pt x="65798" y="157811"/>
                  </a:lnTo>
                  <a:lnTo>
                    <a:pt x="65857" y="157478"/>
                  </a:lnTo>
                  <a:lnTo>
                    <a:pt x="65916" y="157266"/>
                  </a:lnTo>
                  <a:lnTo>
                    <a:pt x="65946" y="157055"/>
                  </a:lnTo>
                  <a:lnTo>
                    <a:pt x="66005" y="156661"/>
                  </a:lnTo>
                  <a:lnTo>
                    <a:pt x="66094" y="156238"/>
                  </a:lnTo>
                  <a:lnTo>
                    <a:pt x="66537" y="153788"/>
                  </a:lnTo>
                  <a:lnTo>
                    <a:pt x="66685" y="153001"/>
                  </a:lnTo>
                  <a:lnTo>
                    <a:pt x="66922" y="151307"/>
                  </a:lnTo>
                  <a:lnTo>
                    <a:pt x="66922" y="151005"/>
                  </a:lnTo>
                  <a:lnTo>
                    <a:pt x="66981" y="150672"/>
                  </a:lnTo>
                  <a:lnTo>
                    <a:pt x="67247" y="149280"/>
                  </a:lnTo>
                  <a:lnTo>
                    <a:pt x="67277" y="148373"/>
                  </a:lnTo>
                  <a:lnTo>
                    <a:pt x="67336" y="147647"/>
                  </a:lnTo>
                  <a:lnTo>
                    <a:pt x="67543" y="146014"/>
                  </a:lnTo>
                  <a:lnTo>
                    <a:pt x="67632" y="145015"/>
                  </a:lnTo>
                  <a:lnTo>
                    <a:pt x="67750" y="144501"/>
                  </a:lnTo>
                  <a:lnTo>
                    <a:pt x="67780" y="144078"/>
                  </a:lnTo>
                  <a:lnTo>
                    <a:pt x="67810" y="143654"/>
                  </a:lnTo>
                  <a:lnTo>
                    <a:pt x="67869" y="142807"/>
                  </a:lnTo>
                  <a:lnTo>
                    <a:pt x="67839" y="142384"/>
                  </a:lnTo>
                  <a:lnTo>
                    <a:pt x="67869" y="141325"/>
                  </a:lnTo>
                  <a:lnTo>
                    <a:pt x="67839" y="140538"/>
                  </a:lnTo>
                  <a:lnTo>
                    <a:pt x="67839" y="139994"/>
                  </a:lnTo>
                  <a:lnTo>
                    <a:pt x="67869" y="139056"/>
                  </a:lnTo>
                  <a:lnTo>
                    <a:pt x="67839" y="137997"/>
                  </a:lnTo>
                  <a:lnTo>
                    <a:pt x="67839" y="136818"/>
                  </a:lnTo>
                  <a:lnTo>
                    <a:pt x="67780" y="135063"/>
                  </a:lnTo>
                  <a:lnTo>
                    <a:pt x="67721" y="134277"/>
                  </a:lnTo>
                  <a:lnTo>
                    <a:pt x="67632" y="133672"/>
                  </a:lnTo>
                  <a:lnTo>
                    <a:pt x="67484" y="133399"/>
                  </a:lnTo>
                  <a:lnTo>
                    <a:pt x="67455" y="133248"/>
                  </a:lnTo>
                  <a:lnTo>
                    <a:pt x="67425" y="132916"/>
                  </a:lnTo>
                  <a:lnTo>
                    <a:pt x="67336" y="131857"/>
                  </a:lnTo>
                  <a:lnTo>
                    <a:pt x="67336" y="131282"/>
                  </a:lnTo>
                  <a:lnTo>
                    <a:pt x="67336" y="130768"/>
                  </a:lnTo>
                  <a:lnTo>
                    <a:pt x="67307" y="130193"/>
                  </a:lnTo>
                  <a:lnTo>
                    <a:pt x="67129" y="129528"/>
                  </a:lnTo>
                  <a:lnTo>
                    <a:pt x="67070" y="128832"/>
                  </a:lnTo>
                  <a:lnTo>
                    <a:pt x="67070" y="128318"/>
                  </a:lnTo>
                  <a:lnTo>
                    <a:pt x="67070" y="127773"/>
                  </a:lnTo>
                  <a:lnTo>
                    <a:pt x="67100" y="127471"/>
                  </a:lnTo>
                  <a:lnTo>
                    <a:pt x="67100" y="126714"/>
                  </a:lnTo>
                  <a:lnTo>
                    <a:pt x="67070" y="126412"/>
                  </a:lnTo>
                  <a:lnTo>
                    <a:pt x="67011" y="126049"/>
                  </a:lnTo>
                  <a:lnTo>
                    <a:pt x="67011" y="125656"/>
                  </a:lnTo>
                  <a:lnTo>
                    <a:pt x="66981" y="125232"/>
                  </a:lnTo>
                  <a:lnTo>
                    <a:pt x="66981" y="124930"/>
                  </a:lnTo>
                  <a:lnTo>
                    <a:pt x="66981" y="124536"/>
                  </a:lnTo>
                  <a:lnTo>
                    <a:pt x="66952" y="123538"/>
                  </a:lnTo>
                  <a:lnTo>
                    <a:pt x="66981" y="122903"/>
                  </a:lnTo>
                  <a:lnTo>
                    <a:pt x="67188" y="122116"/>
                  </a:lnTo>
                  <a:lnTo>
                    <a:pt x="67247" y="121935"/>
                  </a:lnTo>
                  <a:lnTo>
                    <a:pt x="67425" y="121481"/>
                  </a:lnTo>
                  <a:lnTo>
                    <a:pt x="67721" y="121058"/>
                  </a:lnTo>
                  <a:lnTo>
                    <a:pt x="68165" y="120362"/>
                  </a:lnTo>
                  <a:lnTo>
                    <a:pt x="68313" y="120150"/>
                  </a:lnTo>
                  <a:lnTo>
                    <a:pt x="68697" y="119424"/>
                  </a:lnTo>
                  <a:lnTo>
                    <a:pt x="69111" y="117942"/>
                  </a:lnTo>
                  <a:lnTo>
                    <a:pt x="69259" y="117488"/>
                  </a:lnTo>
                  <a:lnTo>
                    <a:pt x="69466" y="116974"/>
                  </a:lnTo>
                  <a:lnTo>
                    <a:pt x="69644" y="116399"/>
                  </a:lnTo>
                  <a:lnTo>
                    <a:pt x="69792" y="115613"/>
                  </a:lnTo>
                  <a:lnTo>
                    <a:pt x="70088" y="114857"/>
                  </a:lnTo>
                  <a:lnTo>
                    <a:pt x="70147" y="114312"/>
                  </a:lnTo>
                  <a:lnTo>
                    <a:pt x="70206" y="113949"/>
                  </a:lnTo>
                  <a:lnTo>
                    <a:pt x="70354" y="113556"/>
                  </a:lnTo>
                  <a:lnTo>
                    <a:pt x="70413" y="113132"/>
                  </a:lnTo>
                  <a:lnTo>
                    <a:pt x="70413" y="112890"/>
                  </a:lnTo>
                  <a:lnTo>
                    <a:pt x="70413" y="112618"/>
                  </a:lnTo>
                  <a:lnTo>
                    <a:pt x="70384" y="112376"/>
                  </a:lnTo>
                  <a:lnTo>
                    <a:pt x="70413" y="111953"/>
                  </a:lnTo>
                  <a:lnTo>
                    <a:pt x="70620" y="111378"/>
                  </a:lnTo>
                  <a:lnTo>
                    <a:pt x="70709" y="110833"/>
                  </a:lnTo>
                  <a:lnTo>
                    <a:pt x="70709" y="110622"/>
                  </a:lnTo>
                  <a:lnTo>
                    <a:pt x="70768" y="109956"/>
                  </a:lnTo>
                  <a:lnTo>
                    <a:pt x="70739" y="109593"/>
                  </a:lnTo>
                  <a:lnTo>
                    <a:pt x="70709" y="109442"/>
                  </a:lnTo>
                  <a:lnTo>
                    <a:pt x="70679" y="109200"/>
                  </a:lnTo>
                  <a:lnTo>
                    <a:pt x="70679" y="108988"/>
                  </a:lnTo>
                  <a:lnTo>
                    <a:pt x="70679" y="108776"/>
                  </a:lnTo>
                  <a:lnTo>
                    <a:pt x="70827" y="108323"/>
                  </a:lnTo>
                  <a:lnTo>
                    <a:pt x="70887" y="108141"/>
                  </a:lnTo>
                  <a:lnTo>
                    <a:pt x="70916" y="107929"/>
                  </a:lnTo>
                  <a:lnTo>
                    <a:pt x="70916" y="107748"/>
                  </a:lnTo>
                  <a:lnTo>
                    <a:pt x="70916" y="107506"/>
                  </a:lnTo>
                  <a:lnTo>
                    <a:pt x="71005" y="106931"/>
                  </a:lnTo>
                  <a:lnTo>
                    <a:pt x="71034" y="106417"/>
                  </a:lnTo>
                  <a:lnTo>
                    <a:pt x="71064" y="106054"/>
                  </a:lnTo>
                  <a:lnTo>
                    <a:pt x="71123" y="105691"/>
                  </a:lnTo>
                  <a:lnTo>
                    <a:pt x="71389" y="101668"/>
                  </a:lnTo>
                  <a:lnTo>
                    <a:pt x="71508" y="99369"/>
                  </a:lnTo>
                  <a:lnTo>
                    <a:pt x="71567" y="97675"/>
                  </a:lnTo>
                  <a:lnTo>
                    <a:pt x="71626" y="96737"/>
                  </a:lnTo>
                  <a:lnTo>
                    <a:pt x="71626" y="95527"/>
                  </a:lnTo>
                  <a:lnTo>
                    <a:pt x="71804" y="94257"/>
                  </a:lnTo>
                  <a:lnTo>
                    <a:pt x="71833" y="93258"/>
                  </a:lnTo>
                  <a:lnTo>
                    <a:pt x="71833" y="92865"/>
                  </a:lnTo>
                  <a:lnTo>
                    <a:pt x="71833" y="91595"/>
                  </a:lnTo>
                  <a:lnTo>
                    <a:pt x="71626" y="88146"/>
                  </a:lnTo>
                  <a:lnTo>
                    <a:pt x="71537" y="85908"/>
                  </a:lnTo>
                  <a:lnTo>
                    <a:pt x="71271" y="83518"/>
                  </a:lnTo>
                  <a:lnTo>
                    <a:pt x="71212" y="82611"/>
                  </a:lnTo>
                  <a:lnTo>
                    <a:pt x="71094" y="82006"/>
                  </a:lnTo>
                  <a:lnTo>
                    <a:pt x="71123" y="81703"/>
                  </a:lnTo>
                  <a:lnTo>
                    <a:pt x="71271" y="81431"/>
                  </a:lnTo>
                  <a:lnTo>
                    <a:pt x="71537" y="81189"/>
                  </a:lnTo>
                  <a:lnTo>
                    <a:pt x="71804" y="80977"/>
                  </a:lnTo>
                  <a:lnTo>
                    <a:pt x="71981" y="80735"/>
                  </a:lnTo>
                  <a:lnTo>
                    <a:pt x="72040" y="80523"/>
                  </a:lnTo>
                  <a:lnTo>
                    <a:pt x="71952" y="80251"/>
                  </a:lnTo>
                  <a:lnTo>
                    <a:pt x="71981" y="80100"/>
                  </a:lnTo>
                  <a:lnTo>
                    <a:pt x="71981" y="79949"/>
                  </a:lnTo>
                  <a:lnTo>
                    <a:pt x="71892" y="79677"/>
                  </a:lnTo>
                  <a:lnTo>
                    <a:pt x="71892" y="79404"/>
                  </a:lnTo>
                  <a:lnTo>
                    <a:pt x="71863" y="79193"/>
                  </a:lnTo>
                  <a:lnTo>
                    <a:pt x="71833" y="78951"/>
                  </a:lnTo>
                  <a:lnTo>
                    <a:pt x="71804" y="78678"/>
                  </a:lnTo>
                  <a:lnTo>
                    <a:pt x="71774" y="78376"/>
                  </a:lnTo>
                  <a:lnTo>
                    <a:pt x="71774" y="78164"/>
                  </a:lnTo>
                  <a:lnTo>
                    <a:pt x="71656" y="77952"/>
                  </a:lnTo>
                  <a:lnTo>
                    <a:pt x="71597" y="77710"/>
                  </a:lnTo>
                  <a:lnTo>
                    <a:pt x="71389" y="77378"/>
                  </a:lnTo>
                  <a:lnTo>
                    <a:pt x="71301" y="77226"/>
                  </a:lnTo>
                  <a:lnTo>
                    <a:pt x="71271" y="77045"/>
                  </a:lnTo>
                  <a:lnTo>
                    <a:pt x="71212" y="76833"/>
                  </a:lnTo>
                  <a:lnTo>
                    <a:pt x="71212" y="76531"/>
                  </a:lnTo>
                  <a:lnTo>
                    <a:pt x="71212" y="76379"/>
                  </a:lnTo>
                  <a:lnTo>
                    <a:pt x="71153" y="75926"/>
                  </a:lnTo>
                  <a:lnTo>
                    <a:pt x="70946" y="75442"/>
                  </a:lnTo>
                  <a:lnTo>
                    <a:pt x="70916" y="75169"/>
                  </a:lnTo>
                  <a:lnTo>
                    <a:pt x="69082" y="75442"/>
                  </a:lnTo>
                  <a:lnTo>
                    <a:pt x="67336" y="75714"/>
                  </a:lnTo>
                  <a:lnTo>
                    <a:pt x="67307" y="75321"/>
                  </a:lnTo>
                  <a:lnTo>
                    <a:pt x="67928" y="75200"/>
                  </a:lnTo>
                  <a:lnTo>
                    <a:pt x="68579" y="75109"/>
                  </a:lnTo>
                  <a:lnTo>
                    <a:pt x="70739" y="74746"/>
                  </a:lnTo>
                  <a:lnTo>
                    <a:pt x="70768" y="73657"/>
                  </a:lnTo>
                  <a:lnTo>
                    <a:pt x="70798" y="72417"/>
                  </a:lnTo>
                  <a:lnTo>
                    <a:pt x="70739" y="71328"/>
                  </a:lnTo>
                  <a:lnTo>
                    <a:pt x="70709" y="70057"/>
                  </a:lnTo>
                  <a:lnTo>
                    <a:pt x="70679" y="68787"/>
                  </a:lnTo>
                  <a:lnTo>
                    <a:pt x="70679" y="67395"/>
                  </a:lnTo>
                  <a:lnTo>
                    <a:pt x="70650" y="66609"/>
                  </a:lnTo>
                  <a:lnTo>
                    <a:pt x="70561" y="64915"/>
                  </a:lnTo>
                  <a:lnTo>
                    <a:pt x="70472" y="64280"/>
                  </a:lnTo>
                  <a:lnTo>
                    <a:pt x="70354" y="63644"/>
                  </a:lnTo>
                  <a:lnTo>
                    <a:pt x="66715" y="64401"/>
                  </a:lnTo>
                  <a:lnTo>
                    <a:pt x="65354" y="64673"/>
                  </a:lnTo>
                  <a:lnTo>
                    <a:pt x="65058" y="64915"/>
                  </a:lnTo>
                  <a:lnTo>
                    <a:pt x="64792" y="65096"/>
                  </a:lnTo>
                  <a:lnTo>
                    <a:pt x="64555" y="65278"/>
                  </a:lnTo>
                  <a:lnTo>
                    <a:pt x="64171" y="65550"/>
                  </a:lnTo>
                  <a:lnTo>
                    <a:pt x="63697" y="65913"/>
                  </a:lnTo>
                  <a:lnTo>
                    <a:pt x="62307" y="66911"/>
                  </a:lnTo>
                  <a:lnTo>
                    <a:pt x="61833" y="67032"/>
                  </a:lnTo>
                  <a:lnTo>
                    <a:pt x="61893" y="67274"/>
                  </a:lnTo>
                  <a:lnTo>
                    <a:pt x="60177" y="67728"/>
                  </a:lnTo>
                  <a:lnTo>
                    <a:pt x="59969" y="67002"/>
                  </a:lnTo>
                  <a:lnTo>
                    <a:pt x="61715" y="66518"/>
                  </a:lnTo>
                  <a:lnTo>
                    <a:pt x="61745" y="66730"/>
                  </a:lnTo>
                  <a:lnTo>
                    <a:pt x="62425" y="66488"/>
                  </a:lnTo>
                  <a:lnTo>
                    <a:pt x="65384" y="64310"/>
                  </a:lnTo>
                  <a:lnTo>
                    <a:pt x="69052" y="63584"/>
                  </a:lnTo>
                  <a:lnTo>
                    <a:pt x="70709" y="63251"/>
                  </a:lnTo>
                  <a:lnTo>
                    <a:pt x="70591" y="62555"/>
                  </a:lnTo>
                  <a:lnTo>
                    <a:pt x="70561" y="62071"/>
                  </a:lnTo>
                  <a:lnTo>
                    <a:pt x="70591" y="61829"/>
                  </a:lnTo>
                  <a:lnTo>
                    <a:pt x="70561" y="61618"/>
                  </a:lnTo>
                  <a:lnTo>
                    <a:pt x="70472" y="61345"/>
                  </a:lnTo>
                  <a:lnTo>
                    <a:pt x="70384" y="61134"/>
                  </a:lnTo>
                  <a:lnTo>
                    <a:pt x="70354" y="60771"/>
                  </a:lnTo>
                  <a:lnTo>
                    <a:pt x="70324" y="60529"/>
                  </a:lnTo>
                  <a:lnTo>
                    <a:pt x="70265" y="60317"/>
                  </a:lnTo>
                  <a:lnTo>
                    <a:pt x="70265" y="60105"/>
                  </a:lnTo>
                  <a:lnTo>
                    <a:pt x="70236" y="59893"/>
                  </a:lnTo>
                  <a:lnTo>
                    <a:pt x="70088" y="59591"/>
                  </a:lnTo>
                  <a:lnTo>
                    <a:pt x="70029" y="59349"/>
                  </a:lnTo>
                  <a:lnTo>
                    <a:pt x="69999" y="59167"/>
                  </a:lnTo>
                  <a:lnTo>
                    <a:pt x="69999" y="58986"/>
                  </a:lnTo>
                  <a:lnTo>
                    <a:pt x="69999" y="58744"/>
                  </a:lnTo>
                  <a:lnTo>
                    <a:pt x="69969" y="58562"/>
                  </a:lnTo>
                  <a:lnTo>
                    <a:pt x="69910" y="58411"/>
                  </a:lnTo>
                  <a:lnTo>
                    <a:pt x="69851" y="58230"/>
                  </a:lnTo>
                  <a:lnTo>
                    <a:pt x="69821" y="57988"/>
                  </a:lnTo>
                  <a:lnTo>
                    <a:pt x="69792" y="57746"/>
                  </a:lnTo>
                  <a:lnTo>
                    <a:pt x="69762" y="57504"/>
                  </a:lnTo>
                  <a:lnTo>
                    <a:pt x="69703" y="56838"/>
                  </a:lnTo>
                  <a:lnTo>
                    <a:pt x="69141" y="57020"/>
                  </a:lnTo>
                  <a:lnTo>
                    <a:pt x="68993" y="57080"/>
                  </a:lnTo>
                  <a:lnTo>
                    <a:pt x="68401" y="57262"/>
                  </a:lnTo>
                  <a:lnTo>
                    <a:pt x="67810" y="57473"/>
                  </a:lnTo>
                  <a:lnTo>
                    <a:pt x="67307" y="57655"/>
                  </a:lnTo>
                  <a:lnTo>
                    <a:pt x="67011" y="57746"/>
                  </a:lnTo>
                  <a:lnTo>
                    <a:pt x="66537" y="57897"/>
                  </a:lnTo>
                  <a:lnTo>
                    <a:pt x="66182" y="58018"/>
                  </a:lnTo>
                  <a:lnTo>
                    <a:pt x="65739" y="58169"/>
                  </a:lnTo>
                  <a:lnTo>
                    <a:pt x="65384" y="58290"/>
                  </a:lnTo>
                  <a:lnTo>
                    <a:pt x="64940" y="58441"/>
                  </a:lnTo>
                  <a:lnTo>
                    <a:pt x="64555" y="58562"/>
                  </a:lnTo>
                  <a:lnTo>
                    <a:pt x="64200" y="58714"/>
                  </a:lnTo>
                  <a:lnTo>
                    <a:pt x="58756" y="60529"/>
                  </a:lnTo>
                  <a:lnTo>
                    <a:pt x="58697" y="60256"/>
                  </a:lnTo>
                  <a:lnTo>
                    <a:pt x="66833" y="57534"/>
                  </a:lnTo>
                  <a:lnTo>
                    <a:pt x="67011" y="57473"/>
                  </a:lnTo>
                  <a:lnTo>
                    <a:pt x="67336" y="57383"/>
                  </a:lnTo>
                  <a:lnTo>
                    <a:pt x="67898" y="57171"/>
                  </a:lnTo>
                  <a:lnTo>
                    <a:pt x="68135" y="57110"/>
                  </a:lnTo>
                  <a:lnTo>
                    <a:pt x="68786" y="56899"/>
                  </a:lnTo>
                  <a:lnTo>
                    <a:pt x="69052" y="56808"/>
                  </a:lnTo>
                  <a:lnTo>
                    <a:pt x="69437" y="56657"/>
                  </a:lnTo>
                  <a:lnTo>
                    <a:pt x="69614" y="56596"/>
                  </a:lnTo>
                  <a:lnTo>
                    <a:pt x="69585" y="56415"/>
                  </a:lnTo>
                  <a:lnTo>
                    <a:pt x="69585" y="56263"/>
                  </a:lnTo>
                  <a:lnTo>
                    <a:pt x="69585" y="55991"/>
                  </a:lnTo>
                  <a:lnTo>
                    <a:pt x="69585" y="55840"/>
                  </a:lnTo>
                  <a:lnTo>
                    <a:pt x="69555" y="55658"/>
                  </a:lnTo>
                  <a:lnTo>
                    <a:pt x="69526" y="55507"/>
                  </a:lnTo>
                  <a:lnTo>
                    <a:pt x="69496" y="55235"/>
                  </a:lnTo>
                  <a:lnTo>
                    <a:pt x="69496" y="54993"/>
                  </a:lnTo>
                  <a:lnTo>
                    <a:pt x="69466" y="54811"/>
                  </a:lnTo>
                  <a:lnTo>
                    <a:pt x="69437" y="54600"/>
                  </a:lnTo>
                  <a:lnTo>
                    <a:pt x="69407" y="54388"/>
                  </a:lnTo>
                  <a:lnTo>
                    <a:pt x="69348" y="54176"/>
                  </a:lnTo>
                  <a:lnTo>
                    <a:pt x="69348" y="53995"/>
                  </a:lnTo>
                  <a:lnTo>
                    <a:pt x="69348" y="53843"/>
                  </a:lnTo>
                  <a:lnTo>
                    <a:pt x="69378" y="53632"/>
                  </a:lnTo>
                  <a:lnTo>
                    <a:pt x="69318" y="53359"/>
                  </a:lnTo>
                  <a:lnTo>
                    <a:pt x="69259" y="53118"/>
                  </a:lnTo>
                  <a:lnTo>
                    <a:pt x="69171" y="52755"/>
                  </a:lnTo>
                  <a:lnTo>
                    <a:pt x="68963" y="52482"/>
                  </a:lnTo>
                  <a:lnTo>
                    <a:pt x="68934" y="52331"/>
                  </a:lnTo>
                  <a:lnTo>
                    <a:pt x="68934" y="52150"/>
                  </a:lnTo>
                  <a:lnTo>
                    <a:pt x="68963" y="51968"/>
                  </a:lnTo>
                  <a:lnTo>
                    <a:pt x="68963" y="51817"/>
                  </a:lnTo>
                  <a:lnTo>
                    <a:pt x="68934" y="51605"/>
                  </a:lnTo>
                  <a:lnTo>
                    <a:pt x="68875" y="51393"/>
                  </a:lnTo>
                  <a:lnTo>
                    <a:pt x="68816" y="51212"/>
                  </a:lnTo>
                  <a:lnTo>
                    <a:pt x="68816" y="51000"/>
                  </a:lnTo>
                  <a:lnTo>
                    <a:pt x="68786" y="50698"/>
                  </a:lnTo>
                  <a:lnTo>
                    <a:pt x="68697" y="50516"/>
                  </a:lnTo>
                  <a:lnTo>
                    <a:pt x="68579" y="50335"/>
                  </a:lnTo>
                  <a:lnTo>
                    <a:pt x="68520" y="50123"/>
                  </a:lnTo>
                  <a:lnTo>
                    <a:pt x="68520" y="49820"/>
                  </a:lnTo>
                  <a:lnTo>
                    <a:pt x="68520" y="49518"/>
                  </a:lnTo>
                  <a:lnTo>
                    <a:pt x="68461" y="49306"/>
                  </a:lnTo>
                  <a:lnTo>
                    <a:pt x="68431" y="49064"/>
                  </a:lnTo>
                  <a:lnTo>
                    <a:pt x="68372" y="48913"/>
                  </a:lnTo>
                  <a:lnTo>
                    <a:pt x="68283" y="48731"/>
                  </a:lnTo>
                  <a:lnTo>
                    <a:pt x="68194" y="48550"/>
                  </a:lnTo>
                  <a:lnTo>
                    <a:pt x="68165" y="48338"/>
                  </a:lnTo>
                  <a:lnTo>
                    <a:pt x="68194" y="48126"/>
                  </a:lnTo>
                  <a:lnTo>
                    <a:pt x="68194" y="47854"/>
                  </a:lnTo>
                  <a:lnTo>
                    <a:pt x="68194" y="47673"/>
                  </a:lnTo>
                  <a:lnTo>
                    <a:pt x="68135" y="47491"/>
                  </a:lnTo>
                  <a:lnTo>
                    <a:pt x="68046" y="47249"/>
                  </a:lnTo>
                  <a:lnTo>
                    <a:pt x="67958" y="47037"/>
                  </a:lnTo>
                  <a:lnTo>
                    <a:pt x="67928" y="46765"/>
                  </a:lnTo>
                  <a:lnTo>
                    <a:pt x="67928" y="46553"/>
                  </a:lnTo>
                  <a:lnTo>
                    <a:pt x="67928" y="46190"/>
                  </a:lnTo>
                  <a:lnTo>
                    <a:pt x="67869" y="46009"/>
                  </a:lnTo>
                  <a:lnTo>
                    <a:pt x="67810" y="45827"/>
                  </a:lnTo>
                  <a:lnTo>
                    <a:pt x="67750" y="45616"/>
                  </a:lnTo>
                  <a:lnTo>
                    <a:pt x="67750" y="45404"/>
                  </a:lnTo>
                  <a:lnTo>
                    <a:pt x="67750" y="45132"/>
                  </a:lnTo>
                  <a:lnTo>
                    <a:pt x="67721" y="44980"/>
                  </a:lnTo>
                  <a:lnTo>
                    <a:pt x="67603" y="44738"/>
                  </a:lnTo>
                  <a:lnTo>
                    <a:pt x="67514" y="44496"/>
                  </a:lnTo>
                  <a:lnTo>
                    <a:pt x="67484" y="44254"/>
                  </a:lnTo>
                  <a:lnTo>
                    <a:pt x="67425" y="44012"/>
                  </a:lnTo>
                  <a:lnTo>
                    <a:pt x="67395" y="43740"/>
                  </a:lnTo>
                  <a:lnTo>
                    <a:pt x="67395" y="43438"/>
                  </a:lnTo>
                  <a:lnTo>
                    <a:pt x="67307" y="43075"/>
                  </a:lnTo>
                  <a:lnTo>
                    <a:pt x="67277" y="42833"/>
                  </a:lnTo>
                  <a:lnTo>
                    <a:pt x="67247" y="42530"/>
                  </a:lnTo>
                  <a:lnTo>
                    <a:pt x="67218" y="42318"/>
                  </a:lnTo>
                  <a:lnTo>
                    <a:pt x="67218" y="42167"/>
                  </a:lnTo>
                  <a:lnTo>
                    <a:pt x="67188" y="41955"/>
                  </a:lnTo>
                  <a:lnTo>
                    <a:pt x="67129" y="41713"/>
                  </a:lnTo>
                  <a:lnTo>
                    <a:pt x="67100" y="41532"/>
                  </a:lnTo>
                  <a:lnTo>
                    <a:pt x="67040" y="41350"/>
                  </a:lnTo>
                  <a:lnTo>
                    <a:pt x="66922" y="41108"/>
                  </a:lnTo>
                  <a:lnTo>
                    <a:pt x="66863" y="40836"/>
                  </a:lnTo>
                  <a:lnTo>
                    <a:pt x="66833" y="40624"/>
                  </a:lnTo>
                  <a:lnTo>
                    <a:pt x="66833" y="40352"/>
                  </a:lnTo>
                  <a:lnTo>
                    <a:pt x="66833" y="39959"/>
                  </a:lnTo>
                  <a:lnTo>
                    <a:pt x="66804" y="39717"/>
                  </a:lnTo>
                  <a:lnTo>
                    <a:pt x="66745" y="39505"/>
                  </a:lnTo>
                  <a:lnTo>
                    <a:pt x="66715" y="39173"/>
                  </a:lnTo>
                  <a:lnTo>
                    <a:pt x="66656" y="38870"/>
                  </a:lnTo>
                  <a:lnTo>
                    <a:pt x="66508" y="37993"/>
                  </a:lnTo>
                  <a:lnTo>
                    <a:pt x="66478" y="37751"/>
                  </a:lnTo>
                  <a:lnTo>
                    <a:pt x="66449" y="37448"/>
                  </a:lnTo>
                  <a:lnTo>
                    <a:pt x="66449" y="37116"/>
                  </a:lnTo>
                  <a:lnTo>
                    <a:pt x="66419" y="36692"/>
                  </a:lnTo>
                  <a:lnTo>
                    <a:pt x="66330" y="36359"/>
                  </a:lnTo>
                  <a:lnTo>
                    <a:pt x="66301" y="36148"/>
                  </a:lnTo>
                  <a:lnTo>
                    <a:pt x="66182" y="35845"/>
                  </a:lnTo>
                  <a:lnTo>
                    <a:pt x="66064" y="35633"/>
                  </a:lnTo>
                  <a:lnTo>
                    <a:pt x="66064" y="35422"/>
                  </a:lnTo>
                  <a:lnTo>
                    <a:pt x="66094" y="35210"/>
                  </a:lnTo>
                  <a:lnTo>
                    <a:pt x="66094" y="34998"/>
                  </a:lnTo>
                  <a:lnTo>
                    <a:pt x="66005" y="34665"/>
                  </a:lnTo>
                  <a:lnTo>
                    <a:pt x="65916" y="34454"/>
                  </a:lnTo>
                  <a:lnTo>
                    <a:pt x="65857" y="34212"/>
                  </a:lnTo>
                  <a:lnTo>
                    <a:pt x="65798" y="34000"/>
                  </a:lnTo>
                  <a:lnTo>
                    <a:pt x="65798" y="33697"/>
                  </a:lnTo>
                  <a:lnTo>
                    <a:pt x="65768" y="33365"/>
                  </a:lnTo>
                  <a:lnTo>
                    <a:pt x="65709" y="33153"/>
                  </a:lnTo>
                  <a:lnTo>
                    <a:pt x="65650" y="32911"/>
                  </a:lnTo>
                  <a:lnTo>
                    <a:pt x="65561" y="32699"/>
                  </a:lnTo>
                  <a:lnTo>
                    <a:pt x="65472" y="32457"/>
                  </a:lnTo>
                  <a:lnTo>
                    <a:pt x="65413" y="32155"/>
                  </a:lnTo>
                  <a:lnTo>
                    <a:pt x="65413" y="31882"/>
                  </a:lnTo>
                  <a:lnTo>
                    <a:pt x="65413" y="31429"/>
                  </a:lnTo>
                  <a:lnTo>
                    <a:pt x="65413" y="31187"/>
                  </a:lnTo>
                  <a:lnTo>
                    <a:pt x="65354" y="30824"/>
                  </a:lnTo>
                  <a:lnTo>
                    <a:pt x="65324" y="30642"/>
                  </a:lnTo>
                  <a:lnTo>
                    <a:pt x="65265" y="30370"/>
                  </a:lnTo>
                  <a:lnTo>
                    <a:pt x="65177" y="30067"/>
                  </a:lnTo>
                  <a:lnTo>
                    <a:pt x="65117" y="29795"/>
                  </a:lnTo>
                  <a:lnTo>
                    <a:pt x="65058" y="29372"/>
                  </a:lnTo>
                  <a:lnTo>
                    <a:pt x="65029" y="29099"/>
                  </a:lnTo>
                  <a:lnTo>
                    <a:pt x="64969" y="28857"/>
                  </a:lnTo>
                  <a:lnTo>
                    <a:pt x="64821" y="28555"/>
                  </a:lnTo>
                  <a:lnTo>
                    <a:pt x="64644" y="28283"/>
                  </a:lnTo>
                  <a:lnTo>
                    <a:pt x="64614" y="27889"/>
                  </a:lnTo>
                  <a:lnTo>
                    <a:pt x="64614" y="27678"/>
                  </a:lnTo>
                  <a:lnTo>
                    <a:pt x="64614" y="27526"/>
                  </a:lnTo>
                  <a:lnTo>
                    <a:pt x="64555" y="27375"/>
                  </a:lnTo>
                  <a:lnTo>
                    <a:pt x="64407" y="27133"/>
                  </a:lnTo>
                  <a:lnTo>
                    <a:pt x="64289" y="26952"/>
                  </a:lnTo>
                  <a:lnTo>
                    <a:pt x="64230" y="26770"/>
                  </a:lnTo>
                  <a:lnTo>
                    <a:pt x="64171" y="26559"/>
                  </a:lnTo>
                  <a:lnTo>
                    <a:pt x="64111" y="26196"/>
                  </a:lnTo>
                  <a:lnTo>
                    <a:pt x="64023" y="25893"/>
                  </a:lnTo>
                  <a:lnTo>
                    <a:pt x="63993" y="25621"/>
                  </a:lnTo>
                  <a:lnTo>
                    <a:pt x="63963" y="25318"/>
                  </a:lnTo>
                  <a:lnTo>
                    <a:pt x="63668" y="24018"/>
                  </a:lnTo>
                  <a:lnTo>
                    <a:pt x="63253" y="22747"/>
                  </a:lnTo>
                  <a:lnTo>
                    <a:pt x="63046" y="21991"/>
                  </a:lnTo>
                  <a:lnTo>
                    <a:pt x="62691" y="20872"/>
                  </a:lnTo>
                  <a:lnTo>
                    <a:pt x="62662" y="20660"/>
                  </a:lnTo>
                  <a:lnTo>
                    <a:pt x="62632" y="20448"/>
                  </a:lnTo>
                  <a:lnTo>
                    <a:pt x="62129" y="19178"/>
                  </a:lnTo>
                  <a:lnTo>
                    <a:pt x="62011" y="18845"/>
                  </a:lnTo>
                  <a:lnTo>
                    <a:pt x="61745" y="18179"/>
                  </a:lnTo>
                  <a:lnTo>
                    <a:pt x="60857" y="15578"/>
                  </a:lnTo>
                  <a:lnTo>
                    <a:pt x="60739" y="14368"/>
                  </a:lnTo>
                  <a:lnTo>
                    <a:pt x="60088" y="12765"/>
                  </a:lnTo>
                  <a:lnTo>
                    <a:pt x="59526" y="10829"/>
                  </a:lnTo>
                  <a:lnTo>
                    <a:pt x="59289" y="10254"/>
                  </a:lnTo>
                  <a:lnTo>
                    <a:pt x="59111" y="10012"/>
                  </a:lnTo>
                  <a:lnTo>
                    <a:pt x="58786" y="9528"/>
                  </a:lnTo>
                  <a:lnTo>
                    <a:pt x="58727" y="9316"/>
                  </a:lnTo>
                  <a:lnTo>
                    <a:pt x="58638" y="9074"/>
                  </a:lnTo>
                  <a:lnTo>
                    <a:pt x="58549" y="8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081130" y="3277730"/>
              <a:ext cx="51981" cy="36208"/>
            </a:xfrm>
            <a:custGeom>
              <a:avLst/>
              <a:pathLst>
                <a:path w="51981" h="36208">
                  <a:moveTo>
                    <a:pt x="47839" y="0"/>
                  </a:moveTo>
                  <a:lnTo>
                    <a:pt x="47869" y="211"/>
                  </a:lnTo>
                  <a:lnTo>
                    <a:pt x="47899" y="393"/>
                  </a:lnTo>
                  <a:lnTo>
                    <a:pt x="47987" y="1028"/>
                  </a:lnTo>
                  <a:lnTo>
                    <a:pt x="48017" y="1330"/>
                  </a:lnTo>
                  <a:lnTo>
                    <a:pt x="48076" y="1724"/>
                  </a:lnTo>
                  <a:lnTo>
                    <a:pt x="48106" y="2056"/>
                  </a:lnTo>
                  <a:lnTo>
                    <a:pt x="48254" y="3297"/>
                  </a:lnTo>
                  <a:lnTo>
                    <a:pt x="48549" y="6080"/>
                  </a:lnTo>
                  <a:lnTo>
                    <a:pt x="48579" y="6261"/>
                  </a:lnTo>
                  <a:lnTo>
                    <a:pt x="48609" y="6443"/>
                  </a:lnTo>
                  <a:lnTo>
                    <a:pt x="48697" y="7411"/>
                  </a:lnTo>
                  <a:lnTo>
                    <a:pt x="48845" y="8439"/>
                  </a:lnTo>
                  <a:lnTo>
                    <a:pt x="47218" y="8742"/>
                  </a:lnTo>
                  <a:lnTo>
                    <a:pt x="47248" y="8953"/>
                  </a:lnTo>
                  <a:lnTo>
                    <a:pt x="47307" y="9377"/>
                  </a:lnTo>
                  <a:lnTo>
                    <a:pt x="47307" y="9528"/>
                  </a:lnTo>
                  <a:lnTo>
                    <a:pt x="47336" y="9710"/>
                  </a:lnTo>
                  <a:lnTo>
                    <a:pt x="47425" y="11101"/>
                  </a:lnTo>
                  <a:lnTo>
                    <a:pt x="47455" y="11434"/>
                  </a:lnTo>
                  <a:lnTo>
                    <a:pt x="47691" y="14761"/>
                  </a:lnTo>
                  <a:lnTo>
                    <a:pt x="47780" y="15941"/>
                  </a:lnTo>
                  <a:lnTo>
                    <a:pt x="47928" y="17877"/>
                  </a:lnTo>
                  <a:lnTo>
                    <a:pt x="47958" y="18028"/>
                  </a:lnTo>
                  <a:lnTo>
                    <a:pt x="48609" y="25349"/>
                  </a:lnTo>
                  <a:lnTo>
                    <a:pt x="48638" y="25500"/>
                  </a:lnTo>
                  <a:lnTo>
                    <a:pt x="48638" y="25772"/>
                  </a:lnTo>
                  <a:lnTo>
                    <a:pt x="48964" y="26286"/>
                  </a:lnTo>
                  <a:lnTo>
                    <a:pt x="51390" y="26165"/>
                  </a:lnTo>
                  <a:lnTo>
                    <a:pt x="51715" y="29311"/>
                  </a:lnTo>
                  <a:lnTo>
                    <a:pt x="51745" y="29553"/>
                  </a:lnTo>
                  <a:lnTo>
                    <a:pt x="51952" y="31761"/>
                  </a:lnTo>
                  <a:lnTo>
                    <a:pt x="51981" y="32215"/>
                  </a:lnTo>
                  <a:lnTo>
                    <a:pt x="2100" y="36208"/>
                  </a:lnTo>
                  <a:lnTo>
                    <a:pt x="147" y="11041"/>
                  </a:lnTo>
                  <a:lnTo>
                    <a:pt x="0" y="9377"/>
                  </a:lnTo>
                  <a:lnTo>
                    <a:pt x="16775" y="6201"/>
                  </a:lnTo>
                  <a:lnTo>
                    <a:pt x="17277" y="6352"/>
                  </a:lnTo>
                  <a:lnTo>
                    <a:pt x="17485" y="6322"/>
                  </a:lnTo>
                  <a:lnTo>
                    <a:pt x="20798" y="5656"/>
                  </a:lnTo>
                  <a:lnTo>
                    <a:pt x="22662" y="5293"/>
                  </a:lnTo>
                  <a:lnTo>
                    <a:pt x="22958" y="5233"/>
                  </a:lnTo>
                  <a:lnTo>
                    <a:pt x="27840" y="4265"/>
                  </a:lnTo>
                  <a:lnTo>
                    <a:pt x="34467" y="2964"/>
                  </a:lnTo>
                  <a:lnTo>
                    <a:pt x="35354" y="2782"/>
                  </a:lnTo>
                  <a:lnTo>
                    <a:pt x="37632" y="2329"/>
                  </a:lnTo>
                  <a:lnTo>
                    <a:pt x="37928" y="2268"/>
                  </a:lnTo>
                  <a:lnTo>
                    <a:pt x="41567" y="1572"/>
                  </a:lnTo>
                  <a:lnTo>
                    <a:pt x="44940" y="635"/>
                  </a:lnTo>
                  <a:lnTo>
                    <a:pt x="45798" y="4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981101" y="3359101"/>
              <a:ext cx="85709" cy="51151"/>
            </a:xfrm>
            <a:custGeom>
              <a:avLst/>
              <a:pathLst>
                <a:path w="85709" h="51151">
                  <a:moveTo>
                    <a:pt x="38964" y="39657"/>
                  </a:moveTo>
                  <a:lnTo>
                    <a:pt x="38727" y="39626"/>
                  </a:lnTo>
                  <a:lnTo>
                    <a:pt x="38431" y="39445"/>
                  </a:lnTo>
                  <a:lnTo>
                    <a:pt x="38194" y="39294"/>
                  </a:lnTo>
                  <a:lnTo>
                    <a:pt x="38017" y="39233"/>
                  </a:lnTo>
                  <a:lnTo>
                    <a:pt x="37692" y="39082"/>
                  </a:lnTo>
                  <a:lnTo>
                    <a:pt x="37336" y="38749"/>
                  </a:lnTo>
                  <a:lnTo>
                    <a:pt x="37189" y="38689"/>
                  </a:lnTo>
                  <a:lnTo>
                    <a:pt x="37041" y="38628"/>
                  </a:lnTo>
                  <a:lnTo>
                    <a:pt x="36893" y="38568"/>
                  </a:lnTo>
                  <a:lnTo>
                    <a:pt x="36686" y="38447"/>
                  </a:lnTo>
                  <a:lnTo>
                    <a:pt x="36479" y="38326"/>
                  </a:lnTo>
                  <a:lnTo>
                    <a:pt x="36183" y="38174"/>
                  </a:lnTo>
                  <a:lnTo>
                    <a:pt x="36005" y="38114"/>
                  </a:lnTo>
                  <a:lnTo>
                    <a:pt x="35680" y="37993"/>
                  </a:lnTo>
                  <a:lnTo>
                    <a:pt x="35413" y="37842"/>
                  </a:lnTo>
                  <a:lnTo>
                    <a:pt x="35147" y="37751"/>
                  </a:lnTo>
                  <a:lnTo>
                    <a:pt x="34851" y="37600"/>
                  </a:lnTo>
                  <a:lnTo>
                    <a:pt x="34585" y="37479"/>
                  </a:lnTo>
                  <a:lnTo>
                    <a:pt x="34319" y="37358"/>
                  </a:lnTo>
                  <a:lnTo>
                    <a:pt x="34141" y="37267"/>
                  </a:lnTo>
                  <a:lnTo>
                    <a:pt x="33905" y="37176"/>
                  </a:lnTo>
                  <a:lnTo>
                    <a:pt x="33697" y="37085"/>
                  </a:lnTo>
                  <a:lnTo>
                    <a:pt x="33520" y="37025"/>
                  </a:lnTo>
                  <a:lnTo>
                    <a:pt x="33224" y="36843"/>
                  </a:lnTo>
                  <a:lnTo>
                    <a:pt x="32958" y="36753"/>
                  </a:lnTo>
                  <a:lnTo>
                    <a:pt x="32810" y="36692"/>
                  </a:lnTo>
                  <a:lnTo>
                    <a:pt x="32159" y="36359"/>
                  </a:lnTo>
                  <a:lnTo>
                    <a:pt x="31952" y="36359"/>
                  </a:lnTo>
                  <a:lnTo>
                    <a:pt x="31508" y="36117"/>
                  </a:lnTo>
                  <a:lnTo>
                    <a:pt x="31212" y="35936"/>
                  </a:lnTo>
                  <a:lnTo>
                    <a:pt x="31064" y="35906"/>
                  </a:lnTo>
                  <a:lnTo>
                    <a:pt x="30916" y="35906"/>
                  </a:lnTo>
                  <a:lnTo>
                    <a:pt x="30473" y="35633"/>
                  </a:lnTo>
                  <a:lnTo>
                    <a:pt x="30325" y="35603"/>
                  </a:lnTo>
                  <a:lnTo>
                    <a:pt x="30058" y="35512"/>
                  </a:lnTo>
                  <a:lnTo>
                    <a:pt x="29881" y="35422"/>
                  </a:lnTo>
                  <a:lnTo>
                    <a:pt x="29644" y="35301"/>
                  </a:lnTo>
                  <a:lnTo>
                    <a:pt x="29496" y="35210"/>
                  </a:lnTo>
                  <a:lnTo>
                    <a:pt x="29319" y="35149"/>
                  </a:lnTo>
                  <a:lnTo>
                    <a:pt x="29023" y="35028"/>
                  </a:lnTo>
                  <a:lnTo>
                    <a:pt x="28875" y="34907"/>
                  </a:lnTo>
                  <a:lnTo>
                    <a:pt x="27218" y="34272"/>
                  </a:lnTo>
                  <a:lnTo>
                    <a:pt x="27070" y="34181"/>
                  </a:lnTo>
                  <a:lnTo>
                    <a:pt x="26715" y="33970"/>
                  </a:lnTo>
                  <a:lnTo>
                    <a:pt x="26242" y="33728"/>
                  </a:lnTo>
                  <a:lnTo>
                    <a:pt x="25976" y="33637"/>
                  </a:lnTo>
                  <a:lnTo>
                    <a:pt x="25828" y="33637"/>
                  </a:lnTo>
                  <a:lnTo>
                    <a:pt x="25118" y="33244"/>
                  </a:lnTo>
                  <a:lnTo>
                    <a:pt x="23579" y="32729"/>
                  </a:lnTo>
                  <a:lnTo>
                    <a:pt x="23343" y="32608"/>
                  </a:lnTo>
                  <a:lnTo>
                    <a:pt x="23195" y="32518"/>
                  </a:lnTo>
                  <a:lnTo>
                    <a:pt x="19348" y="30461"/>
                  </a:lnTo>
                  <a:lnTo>
                    <a:pt x="18343" y="30007"/>
                  </a:lnTo>
                  <a:lnTo>
                    <a:pt x="16212" y="29009"/>
                  </a:lnTo>
                  <a:lnTo>
                    <a:pt x="16064" y="28978"/>
                  </a:lnTo>
                  <a:lnTo>
                    <a:pt x="15295" y="28706"/>
                  </a:lnTo>
                  <a:lnTo>
                    <a:pt x="15147" y="28706"/>
                  </a:lnTo>
                  <a:lnTo>
                    <a:pt x="14408" y="28404"/>
                  </a:lnTo>
                  <a:lnTo>
                    <a:pt x="14201" y="28313"/>
                  </a:lnTo>
                  <a:lnTo>
                    <a:pt x="13905" y="28131"/>
                  </a:lnTo>
                  <a:lnTo>
                    <a:pt x="13579" y="27920"/>
                  </a:lnTo>
                  <a:lnTo>
                    <a:pt x="13402" y="27829"/>
                  </a:lnTo>
                  <a:lnTo>
                    <a:pt x="13195" y="27799"/>
                  </a:lnTo>
                  <a:lnTo>
                    <a:pt x="12751" y="27557"/>
                  </a:lnTo>
                  <a:lnTo>
                    <a:pt x="12485" y="27436"/>
                  </a:lnTo>
                  <a:lnTo>
                    <a:pt x="11479" y="26952"/>
                  </a:lnTo>
                  <a:lnTo>
                    <a:pt x="11272" y="26952"/>
                  </a:lnTo>
                  <a:lnTo>
                    <a:pt x="11065" y="26921"/>
                  </a:lnTo>
                  <a:lnTo>
                    <a:pt x="10887" y="26861"/>
                  </a:lnTo>
                  <a:lnTo>
                    <a:pt x="10621" y="26679"/>
                  </a:lnTo>
                  <a:lnTo>
                    <a:pt x="10354" y="26649"/>
                  </a:lnTo>
                  <a:lnTo>
                    <a:pt x="9851" y="26286"/>
                  </a:lnTo>
                  <a:lnTo>
                    <a:pt x="9674" y="26286"/>
                  </a:lnTo>
                  <a:lnTo>
                    <a:pt x="9349" y="26256"/>
                  </a:lnTo>
                  <a:lnTo>
                    <a:pt x="8816" y="25893"/>
                  </a:lnTo>
                  <a:lnTo>
                    <a:pt x="8254" y="25651"/>
                  </a:lnTo>
                  <a:lnTo>
                    <a:pt x="8106" y="25591"/>
                  </a:lnTo>
                  <a:lnTo>
                    <a:pt x="7899" y="25591"/>
                  </a:lnTo>
                  <a:lnTo>
                    <a:pt x="7721" y="25560"/>
                  </a:lnTo>
                  <a:lnTo>
                    <a:pt x="7544" y="25500"/>
                  </a:lnTo>
                  <a:lnTo>
                    <a:pt x="6952" y="25167"/>
                  </a:lnTo>
                  <a:lnTo>
                    <a:pt x="6656" y="25107"/>
                  </a:lnTo>
                  <a:lnTo>
                    <a:pt x="6242" y="24955"/>
                  </a:lnTo>
                  <a:lnTo>
                    <a:pt x="6065" y="24865"/>
                  </a:lnTo>
                  <a:lnTo>
                    <a:pt x="5798" y="24804"/>
                  </a:lnTo>
                  <a:lnTo>
                    <a:pt x="5650" y="24774"/>
                  </a:lnTo>
                  <a:lnTo>
                    <a:pt x="5473" y="24713"/>
                  </a:lnTo>
                  <a:lnTo>
                    <a:pt x="5088" y="24471"/>
                  </a:lnTo>
                  <a:lnTo>
                    <a:pt x="4644" y="24441"/>
                  </a:lnTo>
                  <a:lnTo>
                    <a:pt x="4260" y="24229"/>
                  </a:lnTo>
                  <a:lnTo>
                    <a:pt x="4082" y="24139"/>
                  </a:lnTo>
                  <a:lnTo>
                    <a:pt x="3786" y="24108"/>
                  </a:lnTo>
                  <a:lnTo>
                    <a:pt x="3550" y="23957"/>
                  </a:lnTo>
                  <a:lnTo>
                    <a:pt x="3343" y="23897"/>
                  </a:lnTo>
                  <a:lnTo>
                    <a:pt x="2988" y="23806"/>
                  </a:lnTo>
                  <a:lnTo>
                    <a:pt x="2840" y="23745"/>
                  </a:lnTo>
                  <a:lnTo>
                    <a:pt x="2662" y="23594"/>
                  </a:lnTo>
                  <a:lnTo>
                    <a:pt x="2366" y="23534"/>
                  </a:lnTo>
                  <a:lnTo>
                    <a:pt x="2159" y="23503"/>
                  </a:lnTo>
                  <a:lnTo>
                    <a:pt x="2011" y="23473"/>
                  </a:lnTo>
                  <a:lnTo>
                    <a:pt x="1863" y="23413"/>
                  </a:lnTo>
                  <a:lnTo>
                    <a:pt x="1627" y="23231"/>
                  </a:lnTo>
                  <a:lnTo>
                    <a:pt x="1005" y="23019"/>
                  </a:lnTo>
                  <a:lnTo>
                    <a:pt x="887" y="22172"/>
                  </a:lnTo>
                  <a:lnTo>
                    <a:pt x="857" y="21840"/>
                  </a:lnTo>
                  <a:lnTo>
                    <a:pt x="621" y="20055"/>
                  </a:lnTo>
                  <a:lnTo>
                    <a:pt x="562" y="19662"/>
                  </a:lnTo>
                  <a:lnTo>
                    <a:pt x="502" y="19057"/>
                  </a:lnTo>
                  <a:lnTo>
                    <a:pt x="355" y="17877"/>
                  </a:lnTo>
                  <a:lnTo>
                    <a:pt x="0" y="15154"/>
                  </a:lnTo>
                  <a:lnTo>
                    <a:pt x="59" y="14217"/>
                  </a:lnTo>
                  <a:lnTo>
                    <a:pt x="38727" y="6927"/>
                  </a:lnTo>
                  <a:lnTo>
                    <a:pt x="43224" y="5989"/>
                  </a:lnTo>
                  <a:lnTo>
                    <a:pt x="54319" y="3841"/>
                  </a:lnTo>
                  <a:lnTo>
                    <a:pt x="59111" y="2934"/>
                  </a:lnTo>
                  <a:lnTo>
                    <a:pt x="67218" y="1391"/>
                  </a:lnTo>
                  <a:lnTo>
                    <a:pt x="69910" y="1028"/>
                  </a:lnTo>
                  <a:lnTo>
                    <a:pt x="73638" y="362"/>
                  </a:lnTo>
                  <a:lnTo>
                    <a:pt x="74673" y="241"/>
                  </a:lnTo>
                  <a:lnTo>
                    <a:pt x="75739" y="181"/>
                  </a:lnTo>
                  <a:lnTo>
                    <a:pt x="76478" y="181"/>
                  </a:lnTo>
                  <a:lnTo>
                    <a:pt x="77957" y="241"/>
                  </a:lnTo>
                  <a:lnTo>
                    <a:pt x="79407" y="302"/>
                  </a:lnTo>
                  <a:lnTo>
                    <a:pt x="79851" y="332"/>
                  </a:lnTo>
                  <a:lnTo>
                    <a:pt x="80295" y="302"/>
                  </a:lnTo>
                  <a:lnTo>
                    <a:pt x="80739" y="302"/>
                  </a:lnTo>
                  <a:lnTo>
                    <a:pt x="81182" y="241"/>
                  </a:lnTo>
                  <a:lnTo>
                    <a:pt x="81596" y="181"/>
                  </a:lnTo>
                  <a:lnTo>
                    <a:pt x="83904" y="0"/>
                  </a:lnTo>
                  <a:lnTo>
                    <a:pt x="83934" y="211"/>
                  </a:lnTo>
                  <a:lnTo>
                    <a:pt x="83815" y="393"/>
                  </a:lnTo>
                  <a:lnTo>
                    <a:pt x="83934" y="967"/>
                  </a:lnTo>
                  <a:lnTo>
                    <a:pt x="83993" y="1240"/>
                  </a:lnTo>
                  <a:lnTo>
                    <a:pt x="84259" y="2601"/>
                  </a:lnTo>
                  <a:lnTo>
                    <a:pt x="84762" y="5081"/>
                  </a:lnTo>
                  <a:lnTo>
                    <a:pt x="84792" y="5263"/>
                  </a:lnTo>
                  <a:lnTo>
                    <a:pt x="85295" y="7804"/>
                  </a:lnTo>
                  <a:lnTo>
                    <a:pt x="85324" y="8167"/>
                  </a:lnTo>
                  <a:lnTo>
                    <a:pt x="85679" y="11404"/>
                  </a:lnTo>
                  <a:lnTo>
                    <a:pt x="85709" y="11797"/>
                  </a:lnTo>
                  <a:lnTo>
                    <a:pt x="85679" y="14126"/>
                  </a:lnTo>
                  <a:lnTo>
                    <a:pt x="85620" y="14580"/>
                  </a:lnTo>
                  <a:lnTo>
                    <a:pt x="85591" y="14761"/>
                  </a:lnTo>
                  <a:lnTo>
                    <a:pt x="85383" y="16274"/>
                  </a:lnTo>
                  <a:lnTo>
                    <a:pt x="85236" y="16758"/>
                  </a:lnTo>
                  <a:lnTo>
                    <a:pt x="85058" y="17332"/>
                  </a:lnTo>
                  <a:lnTo>
                    <a:pt x="84999" y="17635"/>
                  </a:lnTo>
                  <a:lnTo>
                    <a:pt x="84910" y="17968"/>
                  </a:lnTo>
                  <a:lnTo>
                    <a:pt x="84821" y="18452"/>
                  </a:lnTo>
                  <a:lnTo>
                    <a:pt x="83934" y="22384"/>
                  </a:lnTo>
                  <a:lnTo>
                    <a:pt x="83372" y="24986"/>
                  </a:lnTo>
                  <a:lnTo>
                    <a:pt x="82514" y="26317"/>
                  </a:lnTo>
                  <a:lnTo>
                    <a:pt x="82011" y="27466"/>
                  </a:lnTo>
                  <a:lnTo>
                    <a:pt x="81922" y="27678"/>
                  </a:lnTo>
                  <a:lnTo>
                    <a:pt x="81804" y="27950"/>
                  </a:lnTo>
                  <a:lnTo>
                    <a:pt x="81626" y="28404"/>
                  </a:lnTo>
                  <a:lnTo>
                    <a:pt x="79762" y="32941"/>
                  </a:lnTo>
                  <a:lnTo>
                    <a:pt x="79644" y="33274"/>
                  </a:lnTo>
                  <a:lnTo>
                    <a:pt x="77573" y="32397"/>
                  </a:lnTo>
                  <a:lnTo>
                    <a:pt x="76774" y="32064"/>
                  </a:lnTo>
                  <a:lnTo>
                    <a:pt x="75354" y="31459"/>
                  </a:lnTo>
                  <a:lnTo>
                    <a:pt x="74999" y="31308"/>
                  </a:lnTo>
                  <a:lnTo>
                    <a:pt x="74644" y="31973"/>
                  </a:lnTo>
                  <a:lnTo>
                    <a:pt x="74230" y="32669"/>
                  </a:lnTo>
                  <a:lnTo>
                    <a:pt x="73490" y="34000"/>
                  </a:lnTo>
                  <a:lnTo>
                    <a:pt x="73135" y="34605"/>
                  </a:lnTo>
                  <a:lnTo>
                    <a:pt x="72839" y="35149"/>
                  </a:lnTo>
                  <a:lnTo>
                    <a:pt x="71833" y="36964"/>
                  </a:lnTo>
                  <a:lnTo>
                    <a:pt x="70176" y="39899"/>
                  </a:lnTo>
                  <a:lnTo>
                    <a:pt x="69674" y="39626"/>
                  </a:lnTo>
                  <a:lnTo>
                    <a:pt x="69318" y="40231"/>
                  </a:lnTo>
                  <a:lnTo>
                    <a:pt x="68875" y="40987"/>
                  </a:lnTo>
                  <a:lnTo>
                    <a:pt x="68372" y="41865"/>
                  </a:lnTo>
                  <a:lnTo>
                    <a:pt x="68253" y="42076"/>
                  </a:lnTo>
                  <a:lnTo>
                    <a:pt x="67721" y="42984"/>
                  </a:lnTo>
                  <a:lnTo>
                    <a:pt x="67129" y="42742"/>
                  </a:lnTo>
                  <a:lnTo>
                    <a:pt x="66390" y="42409"/>
                  </a:lnTo>
                  <a:lnTo>
                    <a:pt x="65975" y="43468"/>
                  </a:lnTo>
                  <a:lnTo>
                    <a:pt x="65916" y="43619"/>
                  </a:lnTo>
                  <a:lnTo>
                    <a:pt x="64910" y="46190"/>
                  </a:lnTo>
                  <a:lnTo>
                    <a:pt x="64496" y="47037"/>
                  </a:lnTo>
                  <a:lnTo>
                    <a:pt x="64348" y="47400"/>
                  </a:lnTo>
                  <a:lnTo>
                    <a:pt x="64052" y="47945"/>
                  </a:lnTo>
                  <a:lnTo>
                    <a:pt x="63875" y="48308"/>
                  </a:lnTo>
                  <a:lnTo>
                    <a:pt x="63549" y="49004"/>
                  </a:lnTo>
                  <a:lnTo>
                    <a:pt x="63224" y="49699"/>
                  </a:lnTo>
                  <a:lnTo>
                    <a:pt x="62928" y="50335"/>
                  </a:lnTo>
                  <a:lnTo>
                    <a:pt x="62543" y="51151"/>
                  </a:lnTo>
                  <a:lnTo>
                    <a:pt x="62307" y="51091"/>
                  </a:lnTo>
                  <a:lnTo>
                    <a:pt x="62100" y="51000"/>
                  </a:lnTo>
                  <a:lnTo>
                    <a:pt x="61893" y="50879"/>
                  </a:lnTo>
                  <a:lnTo>
                    <a:pt x="60354" y="50214"/>
                  </a:lnTo>
                  <a:lnTo>
                    <a:pt x="56685" y="48368"/>
                  </a:lnTo>
                  <a:lnTo>
                    <a:pt x="56538" y="48338"/>
                  </a:lnTo>
                  <a:lnTo>
                    <a:pt x="56360" y="48278"/>
                  </a:lnTo>
                  <a:lnTo>
                    <a:pt x="55561" y="47763"/>
                  </a:lnTo>
                  <a:lnTo>
                    <a:pt x="55325" y="47703"/>
                  </a:lnTo>
                  <a:lnTo>
                    <a:pt x="54762" y="47370"/>
                  </a:lnTo>
                  <a:lnTo>
                    <a:pt x="54407" y="47158"/>
                  </a:lnTo>
                  <a:lnTo>
                    <a:pt x="54052" y="46977"/>
                  </a:lnTo>
                  <a:lnTo>
                    <a:pt x="53224" y="46644"/>
                  </a:lnTo>
                  <a:lnTo>
                    <a:pt x="52159" y="46069"/>
                  </a:lnTo>
                  <a:lnTo>
                    <a:pt x="51745" y="45827"/>
                  </a:lnTo>
                  <a:lnTo>
                    <a:pt x="51330" y="45555"/>
                  </a:lnTo>
                  <a:lnTo>
                    <a:pt x="51005" y="45313"/>
                  </a:lnTo>
                  <a:lnTo>
                    <a:pt x="50739" y="45132"/>
                  </a:lnTo>
                  <a:lnTo>
                    <a:pt x="50472" y="45041"/>
                  </a:lnTo>
                  <a:lnTo>
                    <a:pt x="50206" y="44950"/>
                  </a:lnTo>
                  <a:lnTo>
                    <a:pt x="49940" y="44829"/>
                  </a:lnTo>
                  <a:lnTo>
                    <a:pt x="49733" y="44678"/>
                  </a:lnTo>
                  <a:lnTo>
                    <a:pt x="49585" y="44587"/>
                  </a:lnTo>
                  <a:lnTo>
                    <a:pt x="49348" y="44496"/>
                  </a:lnTo>
                  <a:lnTo>
                    <a:pt x="49200" y="44436"/>
                  </a:lnTo>
                  <a:lnTo>
                    <a:pt x="48904" y="44194"/>
                  </a:lnTo>
                  <a:lnTo>
                    <a:pt x="48046" y="43922"/>
                  </a:lnTo>
                  <a:lnTo>
                    <a:pt x="47751" y="43831"/>
                  </a:lnTo>
                  <a:lnTo>
                    <a:pt x="47514" y="43770"/>
                  </a:lnTo>
                  <a:lnTo>
                    <a:pt x="47159" y="43528"/>
                  </a:lnTo>
                  <a:lnTo>
                    <a:pt x="46922" y="43438"/>
                  </a:lnTo>
                  <a:lnTo>
                    <a:pt x="46478" y="43075"/>
                  </a:lnTo>
                  <a:lnTo>
                    <a:pt x="46183" y="43014"/>
                  </a:lnTo>
                  <a:lnTo>
                    <a:pt x="45916" y="42893"/>
                  </a:lnTo>
                  <a:lnTo>
                    <a:pt x="45650" y="42742"/>
                  </a:lnTo>
                  <a:lnTo>
                    <a:pt x="45443" y="42621"/>
                  </a:lnTo>
                  <a:lnTo>
                    <a:pt x="45147" y="42470"/>
                  </a:lnTo>
                  <a:lnTo>
                    <a:pt x="44940" y="42439"/>
                  </a:lnTo>
                  <a:lnTo>
                    <a:pt x="44762" y="42379"/>
                  </a:lnTo>
                  <a:lnTo>
                    <a:pt x="44526" y="42228"/>
                  </a:lnTo>
                  <a:lnTo>
                    <a:pt x="44260" y="42046"/>
                  </a:lnTo>
                  <a:lnTo>
                    <a:pt x="44082" y="41955"/>
                  </a:lnTo>
                  <a:lnTo>
                    <a:pt x="43017" y="41441"/>
                  </a:lnTo>
                  <a:lnTo>
                    <a:pt x="41538" y="40776"/>
                  </a:lnTo>
                  <a:lnTo>
                    <a:pt x="41123" y="40624"/>
                  </a:lnTo>
                  <a:lnTo>
                    <a:pt x="40768" y="40473"/>
                  </a:lnTo>
                  <a:lnTo>
                    <a:pt x="40620" y="40413"/>
                  </a:lnTo>
                  <a:lnTo>
                    <a:pt x="40473" y="40322"/>
                  </a:lnTo>
                  <a:lnTo>
                    <a:pt x="40295" y="40231"/>
                  </a:lnTo>
                  <a:lnTo>
                    <a:pt x="40029" y="40140"/>
                  </a:lnTo>
                  <a:lnTo>
                    <a:pt x="39733" y="39989"/>
                  </a:lnTo>
                  <a:lnTo>
                    <a:pt x="39467" y="39899"/>
                  </a:lnTo>
                  <a:lnTo>
                    <a:pt x="39171" y="39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868351" y="3371019"/>
              <a:ext cx="42484" cy="24925"/>
            </a:xfrm>
            <a:custGeom>
              <a:avLst/>
              <a:pathLst>
                <a:path w="42484" h="24925">
                  <a:moveTo>
                    <a:pt x="6479" y="21840"/>
                  </a:moveTo>
                  <a:lnTo>
                    <a:pt x="6065" y="22082"/>
                  </a:lnTo>
                  <a:lnTo>
                    <a:pt x="5798" y="22233"/>
                  </a:lnTo>
                  <a:lnTo>
                    <a:pt x="4940" y="22384"/>
                  </a:lnTo>
                  <a:lnTo>
                    <a:pt x="4289" y="22384"/>
                  </a:lnTo>
                  <a:lnTo>
                    <a:pt x="3757" y="21658"/>
                  </a:lnTo>
                  <a:lnTo>
                    <a:pt x="3786" y="21416"/>
                  </a:lnTo>
                  <a:lnTo>
                    <a:pt x="3757" y="21265"/>
                  </a:lnTo>
                  <a:lnTo>
                    <a:pt x="3727" y="21114"/>
                  </a:lnTo>
                  <a:lnTo>
                    <a:pt x="3402" y="20599"/>
                  </a:lnTo>
                  <a:lnTo>
                    <a:pt x="2396" y="19571"/>
                  </a:lnTo>
                  <a:lnTo>
                    <a:pt x="2278" y="19057"/>
                  </a:lnTo>
                  <a:lnTo>
                    <a:pt x="2100" y="18966"/>
                  </a:lnTo>
                  <a:lnTo>
                    <a:pt x="1893" y="18905"/>
                  </a:lnTo>
                  <a:lnTo>
                    <a:pt x="1686" y="18845"/>
                  </a:lnTo>
                  <a:lnTo>
                    <a:pt x="1449" y="18784"/>
                  </a:lnTo>
                  <a:lnTo>
                    <a:pt x="1213" y="18724"/>
                  </a:lnTo>
                  <a:lnTo>
                    <a:pt x="1065" y="18694"/>
                  </a:lnTo>
                  <a:lnTo>
                    <a:pt x="887" y="18603"/>
                  </a:lnTo>
                  <a:lnTo>
                    <a:pt x="739" y="18603"/>
                  </a:lnTo>
                  <a:lnTo>
                    <a:pt x="591" y="18573"/>
                  </a:lnTo>
                  <a:lnTo>
                    <a:pt x="88" y="18300"/>
                  </a:lnTo>
                  <a:lnTo>
                    <a:pt x="0" y="18149"/>
                  </a:lnTo>
                  <a:lnTo>
                    <a:pt x="0" y="17937"/>
                  </a:lnTo>
                  <a:lnTo>
                    <a:pt x="118" y="17756"/>
                  </a:lnTo>
                  <a:lnTo>
                    <a:pt x="384" y="17484"/>
                  </a:lnTo>
                  <a:lnTo>
                    <a:pt x="650" y="17242"/>
                  </a:lnTo>
                  <a:lnTo>
                    <a:pt x="3579" y="14701"/>
                  </a:lnTo>
                  <a:lnTo>
                    <a:pt x="3757" y="14489"/>
                  </a:lnTo>
                  <a:lnTo>
                    <a:pt x="3994" y="14368"/>
                  </a:lnTo>
                  <a:lnTo>
                    <a:pt x="4467" y="13975"/>
                  </a:lnTo>
                  <a:lnTo>
                    <a:pt x="4881" y="13642"/>
                  </a:lnTo>
                  <a:lnTo>
                    <a:pt x="5059" y="13581"/>
                  </a:lnTo>
                  <a:lnTo>
                    <a:pt x="5207" y="13521"/>
                  </a:lnTo>
                  <a:lnTo>
                    <a:pt x="5532" y="13249"/>
                  </a:lnTo>
                  <a:lnTo>
                    <a:pt x="5798" y="12916"/>
                  </a:lnTo>
                  <a:lnTo>
                    <a:pt x="5917" y="12765"/>
                  </a:lnTo>
                  <a:lnTo>
                    <a:pt x="6183" y="12553"/>
                  </a:lnTo>
                  <a:lnTo>
                    <a:pt x="6420" y="12372"/>
                  </a:lnTo>
                  <a:lnTo>
                    <a:pt x="6893" y="12009"/>
                  </a:lnTo>
                  <a:lnTo>
                    <a:pt x="7011" y="11676"/>
                  </a:lnTo>
                  <a:lnTo>
                    <a:pt x="7041" y="11525"/>
                  </a:lnTo>
                  <a:lnTo>
                    <a:pt x="7100" y="10496"/>
                  </a:lnTo>
                  <a:lnTo>
                    <a:pt x="7425" y="8530"/>
                  </a:lnTo>
                  <a:lnTo>
                    <a:pt x="7662" y="6775"/>
                  </a:lnTo>
                  <a:lnTo>
                    <a:pt x="7840" y="5989"/>
                  </a:lnTo>
                  <a:lnTo>
                    <a:pt x="7928" y="5596"/>
                  </a:lnTo>
                  <a:lnTo>
                    <a:pt x="8638" y="4325"/>
                  </a:lnTo>
                  <a:lnTo>
                    <a:pt x="9763" y="3297"/>
                  </a:lnTo>
                  <a:lnTo>
                    <a:pt x="10828" y="2661"/>
                  </a:lnTo>
                  <a:lnTo>
                    <a:pt x="11804" y="1754"/>
                  </a:lnTo>
                  <a:lnTo>
                    <a:pt x="12159" y="1391"/>
                  </a:lnTo>
                  <a:lnTo>
                    <a:pt x="12307" y="1240"/>
                  </a:lnTo>
                  <a:lnTo>
                    <a:pt x="12692" y="1300"/>
                  </a:lnTo>
                  <a:lnTo>
                    <a:pt x="12662" y="1482"/>
                  </a:lnTo>
                  <a:lnTo>
                    <a:pt x="12603" y="1693"/>
                  </a:lnTo>
                  <a:lnTo>
                    <a:pt x="12337" y="2026"/>
                  </a:lnTo>
                  <a:lnTo>
                    <a:pt x="12130" y="2268"/>
                  </a:lnTo>
                  <a:lnTo>
                    <a:pt x="11922" y="2540"/>
                  </a:lnTo>
                  <a:lnTo>
                    <a:pt x="11686" y="2782"/>
                  </a:lnTo>
                  <a:lnTo>
                    <a:pt x="11449" y="3024"/>
                  </a:lnTo>
                  <a:lnTo>
                    <a:pt x="10946" y="3387"/>
                  </a:lnTo>
                  <a:lnTo>
                    <a:pt x="10295" y="3629"/>
                  </a:lnTo>
                  <a:lnTo>
                    <a:pt x="9822" y="4083"/>
                  </a:lnTo>
                  <a:lnTo>
                    <a:pt x="9260" y="4507"/>
                  </a:lnTo>
                  <a:lnTo>
                    <a:pt x="8994" y="4779"/>
                  </a:lnTo>
                  <a:lnTo>
                    <a:pt x="8698" y="5233"/>
                  </a:lnTo>
                  <a:lnTo>
                    <a:pt x="8431" y="5565"/>
                  </a:lnTo>
                  <a:lnTo>
                    <a:pt x="8313" y="5898"/>
                  </a:lnTo>
                  <a:lnTo>
                    <a:pt x="8136" y="6533"/>
                  </a:lnTo>
                  <a:lnTo>
                    <a:pt x="8076" y="7017"/>
                  </a:lnTo>
                  <a:lnTo>
                    <a:pt x="7840" y="8288"/>
                  </a:lnTo>
                  <a:lnTo>
                    <a:pt x="7721" y="9256"/>
                  </a:lnTo>
                  <a:lnTo>
                    <a:pt x="7692" y="9498"/>
                  </a:lnTo>
                  <a:lnTo>
                    <a:pt x="7603" y="9891"/>
                  </a:lnTo>
                  <a:lnTo>
                    <a:pt x="7573" y="10042"/>
                  </a:lnTo>
                  <a:lnTo>
                    <a:pt x="8047" y="10163"/>
                  </a:lnTo>
                  <a:lnTo>
                    <a:pt x="8136" y="10436"/>
                  </a:lnTo>
                  <a:lnTo>
                    <a:pt x="8017" y="10950"/>
                  </a:lnTo>
                  <a:lnTo>
                    <a:pt x="7840" y="11131"/>
                  </a:lnTo>
                  <a:lnTo>
                    <a:pt x="7840" y="11494"/>
                  </a:lnTo>
                  <a:lnTo>
                    <a:pt x="8106" y="11525"/>
                  </a:lnTo>
                  <a:lnTo>
                    <a:pt x="8076" y="12916"/>
                  </a:lnTo>
                  <a:lnTo>
                    <a:pt x="7810" y="13098"/>
                  </a:lnTo>
                  <a:lnTo>
                    <a:pt x="8550" y="13158"/>
                  </a:lnTo>
                  <a:lnTo>
                    <a:pt x="14112" y="10799"/>
                  </a:lnTo>
                  <a:lnTo>
                    <a:pt x="14349" y="10587"/>
                  </a:lnTo>
                  <a:lnTo>
                    <a:pt x="14082" y="9649"/>
                  </a:lnTo>
                  <a:lnTo>
                    <a:pt x="13964" y="9226"/>
                  </a:lnTo>
                  <a:lnTo>
                    <a:pt x="13816" y="8621"/>
                  </a:lnTo>
                  <a:lnTo>
                    <a:pt x="13431" y="7804"/>
                  </a:lnTo>
                  <a:lnTo>
                    <a:pt x="13372" y="7592"/>
                  </a:lnTo>
                  <a:lnTo>
                    <a:pt x="12662" y="4628"/>
                  </a:lnTo>
                  <a:lnTo>
                    <a:pt x="12810" y="4416"/>
                  </a:lnTo>
                  <a:lnTo>
                    <a:pt x="13047" y="4416"/>
                  </a:lnTo>
                  <a:lnTo>
                    <a:pt x="13106" y="4628"/>
                  </a:lnTo>
                  <a:lnTo>
                    <a:pt x="13283" y="5354"/>
                  </a:lnTo>
                  <a:lnTo>
                    <a:pt x="13550" y="6382"/>
                  </a:lnTo>
                  <a:lnTo>
                    <a:pt x="13727" y="7138"/>
                  </a:lnTo>
                  <a:lnTo>
                    <a:pt x="13934" y="8076"/>
                  </a:lnTo>
                  <a:lnTo>
                    <a:pt x="14141" y="8923"/>
                  </a:lnTo>
                  <a:lnTo>
                    <a:pt x="14615" y="9226"/>
                  </a:lnTo>
                  <a:lnTo>
                    <a:pt x="15118" y="9256"/>
                  </a:lnTo>
                  <a:lnTo>
                    <a:pt x="15384" y="9286"/>
                  </a:lnTo>
                  <a:lnTo>
                    <a:pt x="16360" y="9135"/>
                  </a:lnTo>
                  <a:lnTo>
                    <a:pt x="17248" y="8953"/>
                  </a:lnTo>
                  <a:lnTo>
                    <a:pt x="17869" y="8742"/>
                  </a:lnTo>
                  <a:lnTo>
                    <a:pt x="18224" y="8590"/>
                  </a:lnTo>
                  <a:lnTo>
                    <a:pt x="21390" y="7138"/>
                  </a:lnTo>
                  <a:lnTo>
                    <a:pt x="24408" y="5928"/>
                  </a:lnTo>
                  <a:lnTo>
                    <a:pt x="24200" y="5505"/>
                  </a:lnTo>
                  <a:lnTo>
                    <a:pt x="24260" y="5354"/>
                  </a:lnTo>
                  <a:lnTo>
                    <a:pt x="23757" y="4507"/>
                  </a:lnTo>
                  <a:lnTo>
                    <a:pt x="24348" y="4174"/>
                  </a:lnTo>
                  <a:lnTo>
                    <a:pt x="24526" y="4749"/>
                  </a:lnTo>
                  <a:lnTo>
                    <a:pt x="25266" y="5686"/>
                  </a:lnTo>
                  <a:lnTo>
                    <a:pt x="26331" y="5354"/>
                  </a:lnTo>
                  <a:lnTo>
                    <a:pt x="28135" y="4416"/>
                  </a:lnTo>
                  <a:lnTo>
                    <a:pt x="28757" y="4083"/>
                  </a:lnTo>
                  <a:lnTo>
                    <a:pt x="27869" y="2056"/>
                  </a:lnTo>
                  <a:lnTo>
                    <a:pt x="28579" y="1754"/>
                  </a:lnTo>
                  <a:lnTo>
                    <a:pt x="28905" y="2601"/>
                  </a:lnTo>
                  <a:lnTo>
                    <a:pt x="28579" y="2752"/>
                  </a:lnTo>
                  <a:lnTo>
                    <a:pt x="29082" y="3992"/>
                  </a:lnTo>
                  <a:lnTo>
                    <a:pt x="29230" y="3902"/>
                  </a:lnTo>
                  <a:lnTo>
                    <a:pt x="29526" y="3781"/>
                  </a:lnTo>
                  <a:lnTo>
                    <a:pt x="30591" y="3327"/>
                  </a:lnTo>
                  <a:lnTo>
                    <a:pt x="31479" y="2964"/>
                  </a:lnTo>
                  <a:lnTo>
                    <a:pt x="31922" y="2722"/>
                  </a:lnTo>
                  <a:lnTo>
                    <a:pt x="31005" y="1512"/>
                  </a:lnTo>
                  <a:lnTo>
                    <a:pt x="31183" y="1209"/>
                  </a:lnTo>
                  <a:lnTo>
                    <a:pt x="31301" y="1542"/>
                  </a:lnTo>
                  <a:lnTo>
                    <a:pt x="32100" y="2631"/>
                  </a:lnTo>
                  <a:lnTo>
                    <a:pt x="32632" y="2389"/>
                  </a:lnTo>
                  <a:lnTo>
                    <a:pt x="33372" y="1845"/>
                  </a:lnTo>
                  <a:lnTo>
                    <a:pt x="33934" y="1421"/>
                  </a:lnTo>
                  <a:lnTo>
                    <a:pt x="34467" y="1028"/>
                  </a:lnTo>
                  <a:lnTo>
                    <a:pt x="34792" y="695"/>
                  </a:lnTo>
                  <a:lnTo>
                    <a:pt x="34970" y="514"/>
                  </a:lnTo>
                  <a:lnTo>
                    <a:pt x="35413" y="151"/>
                  </a:lnTo>
                  <a:lnTo>
                    <a:pt x="35591" y="0"/>
                  </a:lnTo>
                  <a:lnTo>
                    <a:pt x="36390" y="967"/>
                  </a:lnTo>
                  <a:lnTo>
                    <a:pt x="38372" y="3902"/>
                  </a:lnTo>
                  <a:lnTo>
                    <a:pt x="39052" y="4628"/>
                  </a:lnTo>
                  <a:lnTo>
                    <a:pt x="39230" y="4839"/>
                  </a:lnTo>
                  <a:lnTo>
                    <a:pt x="41153" y="7259"/>
                  </a:lnTo>
                  <a:lnTo>
                    <a:pt x="40768" y="8076"/>
                  </a:lnTo>
                  <a:lnTo>
                    <a:pt x="40413" y="8832"/>
                  </a:lnTo>
                  <a:lnTo>
                    <a:pt x="40088" y="9589"/>
                  </a:lnTo>
                  <a:lnTo>
                    <a:pt x="39763" y="10375"/>
                  </a:lnTo>
                  <a:lnTo>
                    <a:pt x="39437" y="11131"/>
                  </a:lnTo>
                  <a:lnTo>
                    <a:pt x="39348" y="11585"/>
                  </a:lnTo>
                  <a:lnTo>
                    <a:pt x="39260" y="12039"/>
                  </a:lnTo>
                  <a:lnTo>
                    <a:pt x="39200" y="12523"/>
                  </a:lnTo>
                  <a:lnTo>
                    <a:pt x="39141" y="12977"/>
                  </a:lnTo>
                  <a:lnTo>
                    <a:pt x="39141" y="13219"/>
                  </a:lnTo>
                  <a:lnTo>
                    <a:pt x="39171" y="13491"/>
                  </a:lnTo>
                  <a:lnTo>
                    <a:pt x="39230" y="13733"/>
                  </a:lnTo>
                  <a:lnTo>
                    <a:pt x="39289" y="13975"/>
                  </a:lnTo>
                  <a:lnTo>
                    <a:pt x="39378" y="14217"/>
                  </a:lnTo>
                  <a:lnTo>
                    <a:pt x="39467" y="14459"/>
                  </a:lnTo>
                  <a:lnTo>
                    <a:pt x="39674" y="14731"/>
                  </a:lnTo>
                  <a:lnTo>
                    <a:pt x="39822" y="14852"/>
                  </a:lnTo>
                  <a:lnTo>
                    <a:pt x="39970" y="14943"/>
                  </a:lnTo>
                  <a:lnTo>
                    <a:pt x="40118" y="15033"/>
                  </a:lnTo>
                  <a:lnTo>
                    <a:pt x="40295" y="15094"/>
                  </a:lnTo>
                  <a:lnTo>
                    <a:pt x="40473" y="15154"/>
                  </a:lnTo>
                  <a:lnTo>
                    <a:pt x="40620" y="15154"/>
                  </a:lnTo>
                  <a:lnTo>
                    <a:pt x="40798" y="15185"/>
                  </a:lnTo>
                  <a:lnTo>
                    <a:pt x="40976" y="15215"/>
                  </a:lnTo>
                  <a:lnTo>
                    <a:pt x="41153" y="15215"/>
                  </a:lnTo>
                  <a:lnTo>
                    <a:pt x="41301" y="15215"/>
                  </a:lnTo>
                  <a:lnTo>
                    <a:pt x="41478" y="15185"/>
                  </a:lnTo>
                  <a:lnTo>
                    <a:pt x="41626" y="15154"/>
                  </a:lnTo>
                  <a:lnTo>
                    <a:pt x="41804" y="15124"/>
                  </a:lnTo>
                  <a:lnTo>
                    <a:pt x="42484" y="15185"/>
                  </a:lnTo>
                  <a:lnTo>
                    <a:pt x="42396" y="15336"/>
                  </a:lnTo>
                  <a:lnTo>
                    <a:pt x="42159" y="15608"/>
                  </a:lnTo>
                  <a:lnTo>
                    <a:pt x="42011" y="15729"/>
                  </a:lnTo>
                  <a:lnTo>
                    <a:pt x="41863" y="15850"/>
                  </a:lnTo>
                  <a:lnTo>
                    <a:pt x="41715" y="15971"/>
                  </a:lnTo>
                  <a:lnTo>
                    <a:pt x="41538" y="16062"/>
                  </a:lnTo>
                  <a:lnTo>
                    <a:pt x="41360" y="16153"/>
                  </a:lnTo>
                  <a:lnTo>
                    <a:pt x="41183" y="16213"/>
                  </a:lnTo>
                  <a:lnTo>
                    <a:pt x="40976" y="16274"/>
                  </a:lnTo>
                  <a:lnTo>
                    <a:pt x="40798" y="16274"/>
                  </a:lnTo>
                  <a:lnTo>
                    <a:pt x="40384" y="16425"/>
                  </a:lnTo>
                  <a:lnTo>
                    <a:pt x="39970" y="16606"/>
                  </a:lnTo>
                  <a:lnTo>
                    <a:pt x="39585" y="16788"/>
                  </a:lnTo>
                  <a:lnTo>
                    <a:pt x="39200" y="16969"/>
                  </a:lnTo>
                  <a:lnTo>
                    <a:pt x="38816" y="17181"/>
                  </a:lnTo>
                  <a:lnTo>
                    <a:pt x="38638" y="17332"/>
                  </a:lnTo>
                  <a:lnTo>
                    <a:pt x="38461" y="17484"/>
                  </a:lnTo>
                  <a:lnTo>
                    <a:pt x="38313" y="17635"/>
                  </a:lnTo>
                  <a:lnTo>
                    <a:pt x="38165" y="17786"/>
                  </a:lnTo>
                  <a:lnTo>
                    <a:pt x="38017" y="17968"/>
                  </a:lnTo>
                  <a:lnTo>
                    <a:pt x="37899" y="18179"/>
                  </a:lnTo>
                  <a:lnTo>
                    <a:pt x="37780" y="18361"/>
                  </a:lnTo>
                  <a:lnTo>
                    <a:pt x="37692" y="18573"/>
                  </a:lnTo>
                  <a:lnTo>
                    <a:pt x="37277" y="19238"/>
                  </a:lnTo>
                  <a:lnTo>
                    <a:pt x="36567" y="20448"/>
                  </a:lnTo>
                  <a:lnTo>
                    <a:pt x="35709" y="21144"/>
                  </a:lnTo>
                  <a:lnTo>
                    <a:pt x="33697" y="21900"/>
                  </a:lnTo>
                  <a:lnTo>
                    <a:pt x="31419" y="22475"/>
                  </a:lnTo>
                  <a:lnTo>
                    <a:pt x="28195" y="23413"/>
                  </a:lnTo>
                  <a:lnTo>
                    <a:pt x="26242" y="23987"/>
                  </a:lnTo>
                  <a:lnTo>
                    <a:pt x="24911" y="24441"/>
                  </a:lnTo>
                  <a:lnTo>
                    <a:pt x="24674" y="24562"/>
                  </a:lnTo>
                  <a:lnTo>
                    <a:pt x="24437" y="24683"/>
                  </a:lnTo>
                  <a:lnTo>
                    <a:pt x="24171" y="24774"/>
                  </a:lnTo>
                  <a:lnTo>
                    <a:pt x="23934" y="24834"/>
                  </a:lnTo>
                  <a:lnTo>
                    <a:pt x="23668" y="24895"/>
                  </a:lnTo>
                  <a:lnTo>
                    <a:pt x="23461" y="24925"/>
                  </a:lnTo>
                  <a:lnTo>
                    <a:pt x="23254" y="24925"/>
                  </a:lnTo>
                  <a:lnTo>
                    <a:pt x="23076" y="24895"/>
                  </a:lnTo>
                  <a:lnTo>
                    <a:pt x="22869" y="24865"/>
                  </a:lnTo>
                  <a:lnTo>
                    <a:pt x="22662" y="24834"/>
                  </a:lnTo>
                  <a:lnTo>
                    <a:pt x="22396" y="24774"/>
                  </a:lnTo>
                  <a:lnTo>
                    <a:pt x="22100" y="24683"/>
                  </a:lnTo>
                  <a:lnTo>
                    <a:pt x="21834" y="24562"/>
                  </a:lnTo>
                  <a:lnTo>
                    <a:pt x="21567" y="24441"/>
                  </a:lnTo>
                  <a:lnTo>
                    <a:pt x="21331" y="24320"/>
                  </a:lnTo>
                  <a:lnTo>
                    <a:pt x="21094" y="24139"/>
                  </a:lnTo>
                  <a:lnTo>
                    <a:pt x="20680" y="23836"/>
                  </a:lnTo>
                  <a:lnTo>
                    <a:pt x="20266" y="23534"/>
                  </a:lnTo>
                  <a:lnTo>
                    <a:pt x="19822" y="23231"/>
                  </a:lnTo>
                  <a:lnTo>
                    <a:pt x="19378" y="22959"/>
                  </a:lnTo>
                  <a:lnTo>
                    <a:pt x="19141" y="22808"/>
                  </a:lnTo>
                  <a:lnTo>
                    <a:pt x="18905" y="22687"/>
                  </a:lnTo>
                  <a:lnTo>
                    <a:pt x="18638" y="22566"/>
                  </a:lnTo>
                  <a:lnTo>
                    <a:pt x="18372" y="22475"/>
                  </a:lnTo>
                  <a:lnTo>
                    <a:pt x="18106" y="22414"/>
                  </a:lnTo>
                  <a:lnTo>
                    <a:pt x="17840" y="22354"/>
                  </a:lnTo>
                  <a:lnTo>
                    <a:pt x="17603" y="22293"/>
                  </a:lnTo>
                  <a:lnTo>
                    <a:pt x="17396" y="22293"/>
                  </a:lnTo>
                  <a:lnTo>
                    <a:pt x="17159" y="22263"/>
                  </a:lnTo>
                  <a:lnTo>
                    <a:pt x="16922" y="22293"/>
                  </a:lnTo>
                  <a:lnTo>
                    <a:pt x="16686" y="22293"/>
                  </a:lnTo>
                  <a:lnTo>
                    <a:pt x="16508" y="22384"/>
                  </a:lnTo>
                  <a:lnTo>
                    <a:pt x="16360" y="22445"/>
                  </a:lnTo>
                  <a:lnTo>
                    <a:pt x="16183" y="22535"/>
                  </a:lnTo>
                  <a:lnTo>
                    <a:pt x="15917" y="22777"/>
                  </a:lnTo>
                  <a:lnTo>
                    <a:pt x="15680" y="22989"/>
                  </a:lnTo>
                  <a:lnTo>
                    <a:pt x="15029" y="22324"/>
                  </a:lnTo>
                  <a:lnTo>
                    <a:pt x="14615" y="21749"/>
                  </a:lnTo>
                  <a:lnTo>
                    <a:pt x="14467" y="21658"/>
                  </a:lnTo>
                  <a:lnTo>
                    <a:pt x="14260" y="21537"/>
                  </a:lnTo>
                  <a:lnTo>
                    <a:pt x="14053" y="21446"/>
                  </a:lnTo>
                  <a:lnTo>
                    <a:pt x="13816" y="21356"/>
                  </a:lnTo>
                  <a:lnTo>
                    <a:pt x="13579" y="21295"/>
                  </a:lnTo>
                  <a:lnTo>
                    <a:pt x="13343" y="21235"/>
                  </a:lnTo>
                  <a:lnTo>
                    <a:pt x="13106" y="21204"/>
                  </a:lnTo>
                  <a:lnTo>
                    <a:pt x="12840" y="21174"/>
                  </a:lnTo>
                  <a:lnTo>
                    <a:pt x="11449" y="21265"/>
                  </a:lnTo>
                  <a:lnTo>
                    <a:pt x="8195" y="21537"/>
                  </a:lnTo>
                  <a:lnTo>
                    <a:pt x="7781" y="21598"/>
                  </a:lnTo>
                  <a:lnTo>
                    <a:pt x="7366" y="21628"/>
                  </a:lnTo>
                  <a:lnTo>
                    <a:pt x="6686" y="217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988734" y="2689106"/>
              <a:ext cx="58313" cy="71570"/>
            </a:xfrm>
            <a:custGeom>
              <a:avLst/>
              <a:pathLst>
                <a:path w="58313" h="71570">
                  <a:moveTo>
                    <a:pt x="47041" y="1663"/>
                  </a:moveTo>
                  <a:lnTo>
                    <a:pt x="47484" y="1209"/>
                  </a:lnTo>
                  <a:lnTo>
                    <a:pt x="50472" y="3781"/>
                  </a:lnTo>
                  <a:lnTo>
                    <a:pt x="50472" y="5384"/>
                  </a:lnTo>
                  <a:lnTo>
                    <a:pt x="50532" y="8379"/>
                  </a:lnTo>
                  <a:lnTo>
                    <a:pt x="50088" y="9831"/>
                  </a:lnTo>
                  <a:lnTo>
                    <a:pt x="49940" y="10920"/>
                  </a:lnTo>
                  <a:lnTo>
                    <a:pt x="49970" y="11404"/>
                  </a:lnTo>
                  <a:lnTo>
                    <a:pt x="50177" y="11464"/>
                  </a:lnTo>
                  <a:lnTo>
                    <a:pt x="50117" y="13007"/>
                  </a:lnTo>
                  <a:lnTo>
                    <a:pt x="50206" y="13339"/>
                  </a:lnTo>
                  <a:lnTo>
                    <a:pt x="50798" y="15064"/>
                  </a:lnTo>
                  <a:lnTo>
                    <a:pt x="51183" y="16213"/>
                  </a:lnTo>
                  <a:lnTo>
                    <a:pt x="51183" y="16395"/>
                  </a:lnTo>
                  <a:lnTo>
                    <a:pt x="51567" y="17695"/>
                  </a:lnTo>
                  <a:lnTo>
                    <a:pt x="49555" y="19057"/>
                  </a:lnTo>
                  <a:lnTo>
                    <a:pt x="48934" y="19299"/>
                  </a:lnTo>
                  <a:lnTo>
                    <a:pt x="48194" y="19541"/>
                  </a:lnTo>
                  <a:lnTo>
                    <a:pt x="46922" y="17695"/>
                  </a:lnTo>
                  <a:lnTo>
                    <a:pt x="45857" y="18361"/>
                  </a:lnTo>
                  <a:lnTo>
                    <a:pt x="44585" y="16576"/>
                  </a:lnTo>
                  <a:lnTo>
                    <a:pt x="43579" y="17242"/>
                  </a:lnTo>
                  <a:lnTo>
                    <a:pt x="43668" y="17393"/>
                  </a:lnTo>
                  <a:lnTo>
                    <a:pt x="42632" y="18300"/>
                  </a:lnTo>
                  <a:lnTo>
                    <a:pt x="43638" y="19873"/>
                  </a:lnTo>
                  <a:lnTo>
                    <a:pt x="41952" y="20841"/>
                  </a:lnTo>
                  <a:lnTo>
                    <a:pt x="43549" y="23140"/>
                  </a:lnTo>
                  <a:lnTo>
                    <a:pt x="44319" y="23897"/>
                  </a:lnTo>
                  <a:lnTo>
                    <a:pt x="44792" y="24350"/>
                  </a:lnTo>
                  <a:lnTo>
                    <a:pt x="45473" y="24683"/>
                  </a:lnTo>
                  <a:lnTo>
                    <a:pt x="46064" y="24955"/>
                  </a:lnTo>
                  <a:lnTo>
                    <a:pt x="47041" y="26800"/>
                  </a:lnTo>
                  <a:lnTo>
                    <a:pt x="47425" y="27284"/>
                  </a:lnTo>
                  <a:lnTo>
                    <a:pt x="48697" y="28827"/>
                  </a:lnTo>
                  <a:lnTo>
                    <a:pt x="50413" y="26528"/>
                  </a:lnTo>
                  <a:lnTo>
                    <a:pt x="51478" y="26740"/>
                  </a:lnTo>
                  <a:lnTo>
                    <a:pt x="52632" y="25863"/>
                  </a:lnTo>
                  <a:lnTo>
                    <a:pt x="52839" y="25954"/>
                  </a:lnTo>
                  <a:lnTo>
                    <a:pt x="53431" y="26196"/>
                  </a:lnTo>
                  <a:lnTo>
                    <a:pt x="53845" y="26226"/>
                  </a:lnTo>
                  <a:lnTo>
                    <a:pt x="54052" y="26286"/>
                  </a:lnTo>
                  <a:lnTo>
                    <a:pt x="54259" y="26317"/>
                  </a:lnTo>
                  <a:lnTo>
                    <a:pt x="55088" y="26679"/>
                  </a:lnTo>
                  <a:lnTo>
                    <a:pt x="55739" y="27073"/>
                  </a:lnTo>
                  <a:lnTo>
                    <a:pt x="56212" y="27436"/>
                  </a:lnTo>
                  <a:lnTo>
                    <a:pt x="56597" y="27799"/>
                  </a:lnTo>
                  <a:lnTo>
                    <a:pt x="56745" y="28071"/>
                  </a:lnTo>
                  <a:lnTo>
                    <a:pt x="56774" y="28343"/>
                  </a:lnTo>
                  <a:lnTo>
                    <a:pt x="56922" y="28615"/>
                  </a:lnTo>
                  <a:lnTo>
                    <a:pt x="57129" y="29069"/>
                  </a:lnTo>
                  <a:lnTo>
                    <a:pt x="57307" y="29614"/>
                  </a:lnTo>
                  <a:lnTo>
                    <a:pt x="57396" y="29856"/>
                  </a:lnTo>
                  <a:lnTo>
                    <a:pt x="57396" y="30158"/>
                  </a:lnTo>
                  <a:lnTo>
                    <a:pt x="57366" y="30521"/>
                  </a:lnTo>
                  <a:lnTo>
                    <a:pt x="57396" y="30854"/>
                  </a:lnTo>
                  <a:lnTo>
                    <a:pt x="57307" y="31217"/>
                  </a:lnTo>
                  <a:lnTo>
                    <a:pt x="57277" y="31398"/>
                  </a:lnTo>
                  <a:lnTo>
                    <a:pt x="57129" y="31761"/>
                  </a:lnTo>
                  <a:lnTo>
                    <a:pt x="56952" y="32185"/>
                  </a:lnTo>
                  <a:lnTo>
                    <a:pt x="56745" y="32760"/>
                  </a:lnTo>
                  <a:lnTo>
                    <a:pt x="56833" y="33062"/>
                  </a:lnTo>
                  <a:lnTo>
                    <a:pt x="56952" y="33365"/>
                  </a:lnTo>
                  <a:lnTo>
                    <a:pt x="57159" y="34000"/>
                  </a:lnTo>
                  <a:lnTo>
                    <a:pt x="57100" y="34423"/>
                  </a:lnTo>
                  <a:lnTo>
                    <a:pt x="57188" y="34847"/>
                  </a:lnTo>
                  <a:lnTo>
                    <a:pt x="57277" y="35180"/>
                  </a:lnTo>
                  <a:lnTo>
                    <a:pt x="57307" y="35361"/>
                  </a:lnTo>
                  <a:lnTo>
                    <a:pt x="57455" y="35724"/>
                  </a:lnTo>
                  <a:lnTo>
                    <a:pt x="57662" y="36057"/>
                  </a:lnTo>
                  <a:lnTo>
                    <a:pt x="57928" y="36269"/>
                  </a:lnTo>
                  <a:lnTo>
                    <a:pt x="58165" y="36632"/>
                  </a:lnTo>
                  <a:lnTo>
                    <a:pt x="58313" y="36964"/>
                  </a:lnTo>
                  <a:lnTo>
                    <a:pt x="58253" y="37237"/>
                  </a:lnTo>
                  <a:lnTo>
                    <a:pt x="58046" y="37388"/>
                  </a:lnTo>
                  <a:lnTo>
                    <a:pt x="57277" y="37600"/>
                  </a:lnTo>
                  <a:lnTo>
                    <a:pt x="56893" y="37751"/>
                  </a:lnTo>
                  <a:lnTo>
                    <a:pt x="56656" y="37842"/>
                  </a:lnTo>
                  <a:lnTo>
                    <a:pt x="56123" y="38144"/>
                  </a:lnTo>
                  <a:lnTo>
                    <a:pt x="55532" y="38598"/>
                  </a:lnTo>
                  <a:lnTo>
                    <a:pt x="55472" y="38900"/>
                  </a:lnTo>
                  <a:lnTo>
                    <a:pt x="55384" y="39354"/>
                  </a:lnTo>
                  <a:lnTo>
                    <a:pt x="55088" y="40382"/>
                  </a:lnTo>
                  <a:lnTo>
                    <a:pt x="54762" y="40927"/>
                  </a:lnTo>
                  <a:lnTo>
                    <a:pt x="53313" y="41562"/>
                  </a:lnTo>
                  <a:lnTo>
                    <a:pt x="53194" y="42409"/>
                  </a:lnTo>
                  <a:lnTo>
                    <a:pt x="53342" y="42984"/>
                  </a:lnTo>
                  <a:lnTo>
                    <a:pt x="52751" y="43559"/>
                  </a:lnTo>
                  <a:lnTo>
                    <a:pt x="52425" y="44043"/>
                  </a:lnTo>
                  <a:lnTo>
                    <a:pt x="52248" y="44859"/>
                  </a:lnTo>
                  <a:lnTo>
                    <a:pt x="52011" y="45313"/>
                  </a:lnTo>
                  <a:lnTo>
                    <a:pt x="51271" y="45434"/>
                  </a:lnTo>
                  <a:lnTo>
                    <a:pt x="50680" y="45646"/>
                  </a:lnTo>
                  <a:lnTo>
                    <a:pt x="50413" y="45948"/>
                  </a:lnTo>
                  <a:lnTo>
                    <a:pt x="49881" y="46251"/>
                  </a:lnTo>
                  <a:lnTo>
                    <a:pt x="49319" y="46342"/>
                  </a:lnTo>
                  <a:lnTo>
                    <a:pt x="49052" y="46735"/>
                  </a:lnTo>
                  <a:lnTo>
                    <a:pt x="48609" y="47279"/>
                  </a:lnTo>
                  <a:lnTo>
                    <a:pt x="48046" y="47794"/>
                  </a:lnTo>
                  <a:lnTo>
                    <a:pt x="47366" y="48308"/>
                  </a:lnTo>
                  <a:lnTo>
                    <a:pt x="47248" y="48489"/>
                  </a:lnTo>
                  <a:lnTo>
                    <a:pt x="46922" y="49004"/>
                  </a:lnTo>
                  <a:lnTo>
                    <a:pt x="46626" y="50395"/>
                  </a:lnTo>
                  <a:lnTo>
                    <a:pt x="46745" y="51121"/>
                  </a:lnTo>
                  <a:lnTo>
                    <a:pt x="45887" y="51454"/>
                  </a:lnTo>
                  <a:lnTo>
                    <a:pt x="45384" y="51545"/>
                  </a:lnTo>
                  <a:lnTo>
                    <a:pt x="44999" y="51696"/>
                  </a:lnTo>
                  <a:lnTo>
                    <a:pt x="43668" y="52694"/>
                  </a:lnTo>
                  <a:lnTo>
                    <a:pt x="43076" y="53118"/>
                  </a:lnTo>
                  <a:lnTo>
                    <a:pt x="41449" y="54600"/>
                  </a:lnTo>
                  <a:lnTo>
                    <a:pt x="41064" y="55144"/>
                  </a:lnTo>
                  <a:lnTo>
                    <a:pt x="40561" y="56263"/>
                  </a:lnTo>
                  <a:lnTo>
                    <a:pt x="40295" y="57201"/>
                  </a:lnTo>
                  <a:lnTo>
                    <a:pt x="40029" y="57776"/>
                  </a:lnTo>
                  <a:lnTo>
                    <a:pt x="39615" y="58532"/>
                  </a:lnTo>
                  <a:lnTo>
                    <a:pt x="38964" y="59228"/>
                  </a:lnTo>
                  <a:lnTo>
                    <a:pt x="37928" y="59954"/>
                  </a:lnTo>
                  <a:lnTo>
                    <a:pt x="36893" y="60014"/>
                  </a:lnTo>
                  <a:lnTo>
                    <a:pt x="36271" y="59984"/>
                  </a:lnTo>
                  <a:lnTo>
                    <a:pt x="36094" y="60014"/>
                  </a:lnTo>
                  <a:lnTo>
                    <a:pt x="35828" y="60226"/>
                  </a:lnTo>
                  <a:lnTo>
                    <a:pt x="35621" y="60559"/>
                  </a:lnTo>
                  <a:lnTo>
                    <a:pt x="35177" y="61103"/>
                  </a:lnTo>
                  <a:lnTo>
                    <a:pt x="34674" y="61920"/>
                  </a:lnTo>
                  <a:lnTo>
                    <a:pt x="33964" y="62616"/>
                  </a:lnTo>
                  <a:lnTo>
                    <a:pt x="33165" y="62918"/>
                  </a:lnTo>
                  <a:lnTo>
                    <a:pt x="32721" y="63070"/>
                  </a:lnTo>
                  <a:lnTo>
                    <a:pt x="32159" y="63342"/>
                  </a:lnTo>
                  <a:lnTo>
                    <a:pt x="31538" y="63584"/>
                  </a:lnTo>
                  <a:lnTo>
                    <a:pt x="31183" y="63735"/>
                  </a:lnTo>
                  <a:lnTo>
                    <a:pt x="30946" y="64098"/>
                  </a:lnTo>
                  <a:lnTo>
                    <a:pt x="30739" y="64764"/>
                  </a:lnTo>
                  <a:lnTo>
                    <a:pt x="30798" y="65429"/>
                  </a:lnTo>
                  <a:lnTo>
                    <a:pt x="30650" y="65913"/>
                  </a:lnTo>
                  <a:lnTo>
                    <a:pt x="30236" y="66246"/>
                  </a:lnTo>
                  <a:lnTo>
                    <a:pt x="29763" y="66518"/>
                  </a:lnTo>
                  <a:lnTo>
                    <a:pt x="29467" y="66548"/>
                  </a:lnTo>
                  <a:lnTo>
                    <a:pt x="29200" y="66881"/>
                  </a:lnTo>
                  <a:lnTo>
                    <a:pt x="28934" y="67214"/>
                  </a:lnTo>
                  <a:lnTo>
                    <a:pt x="28638" y="67637"/>
                  </a:lnTo>
                  <a:lnTo>
                    <a:pt x="28342" y="68061"/>
                  </a:lnTo>
                  <a:lnTo>
                    <a:pt x="28047" y="68847"/>
                  </a:lnTo>
                  <a:lnTo>
                    <a:pt x="27810" y="69603"/>
                  </a:lnTo>
                  <a:lnTo>
                    <a:pt x="27810" y="70208"/>
                  </a:lnTo>
                  <a:lnTo>
                    <a:pt x="27751" y="70723"/>
                  </a:lnTo>
                  <a:lnTo>
                    <a:pt x="26064" y="70995"/>
                  </a:lnTo>
                  <a:lnTo>
                    <a:pt x="24911" y="70995"/>
                  </a:lnTo>
                  <a:lnTo>
                    <a:pt x="24319" y="71267"/>
                  </a:lnTo>
                  <a:lnTo>
                    <a:pt x="23372" y="71418"/>
                  </a:lnTo>
                  <a:lnTo>
                    <a:pt x="22662" y="71570"/>
                  </a:lnTo>
                  <a:lnTo>
                    <a:pt x="22041" y="71418"/>
                  </a:lnTo>
                  <a:lnTo>
                    <a:pt x="22751" y="69482"/>
                  </a:lnTo>
                  <a:lnTo>
                    <a:pt x="22189" y="68998"/>
                  </a:lnTo>
                  <a:lnTo>
                    <a:pt x="21834" y="68696"/>
                  </a:lnTo>
                  <a:lnTo>
                    <a:pt x="21331" y="64219"/>
                  </a:lnTo>
                  <a:lnTo>
                    <a:pt x="19615" y="64219"/>
                  </a:lnTo>
                  <a:lnTo>
                    <a:pt x="19437" y="57050"/>
                  </a:lnTo>
                  <a:lnTo>
                    <a:pt x="20828" y="57020"/>
                  </a:lnTo>
                  <a:lnTo>
                    <a:pt x="20709" y="52785"/>
                  </a:lnTo>
                  <a:lnTo>
                    <a:pt x="16449" y="54721"/>
                  </a:lnTo>
                  <a:lnTo>
                    <a:pt x="12425" y="56566"/>
                  </a:lnTo>
                  <a:lnTo>
                    <a:pt x="6834" y="59198"/>
                  </a:lnTo>
                  <a:lnTo>
                    <a:pt x="6153" y="59500"/>
                  </a:lnTo>
                  <a:lnTo>
                    <a:pt x="6212" y="60045"/>
                  </a:lnTo>
                  <a:lnTo>
                    <a:pt x="5414" y="60287"/>
                  </a:lnTo>
                  <a:lnTo>
                    <a:pt x="4408" y="60529"/>
                  </a:lnTo>
                  <a:lnTo>
                    <a:pt x="3579" y="60559"/>
                  </a:lnTo>
                  <a:lnTo>
                    <a:pt x="3254" y="60075"/>
                  </a:lnTo>
                  <a:lnTo>
                    <a:pt x="2633" y="59228"/>
                  </a:lnTo>
                  <a:lnTo>
                    <a:pt x="2189" y="58653"/>
                  </a:lnTo>
                  <a:lnTo>
                    <a:pt x="1301" y="57473"/>
                  </a:lnTo>
                  <a:lnTo>
                    <a:pt x="857" y="56868"/>
                  </a:lnTo>
                  <a:lnTo>
                    <a:pt x="473" y="55870"/>
                  </a:lnTo>
                  <a:lnTo>
                    <a:pt x="147" y="54781"/>
                  </a:lnTo>
                  <a:lnTo>
                    <a:pt x="59" y="53843"/>
                  </a:lnTo>
                  <a:lnTo>
                    <a:pt x="0" y="53239"/>
                  </a:lnTo>
                  <a:lnTo>
                    <a:pt x="650" y="47158"/>
                  </a:lnTo>
                  <a:lnTo>
                    <a:pt x="1893" y="35573"/>
                  </a:lnTo>
                  <a:lnTo>
                    <a:pt x="2810" y="33153"/>
                  </a:lnTo>
                  <a:lnTo>
                    <a:pt x="4408" y="30793"/>
                  </a:lnTo>
                  <a:lnTo>
                    <a:pt x="6893" y="28252"/>
                  </a:lnTo>
                  <a:lnTo>
                    <a:pt x="9319" y="25742"/>
                  </a:lnTo>
                  <a:lnTo>
                    <a:pt x="11479" y="24350"/>
                  </a:lnTo>
                  <a:lnTo>
                    <a:pt x="13757" y="23745"/>
                  </a:lnTo>
                  <a:lnTo>
                    <a:pt x="15443" y="23655"/>
                  </a:lnTo>
                  <a:lnTo>
                    <a:pt x="19112" y="24078"/>
                  </a:lnTo>
                  <a:lnTo>
                    <a:pt x="21124" y="24078"/>
                  </a:lnTo>
                  <a:lnTo>
                    <a:pt x="23224" y="23443"/>
                  </a:lnTo>
                  <a:lnTo>
                    <a:pt x="27455" y="21840"/>
                  </a:lnTo>
                  <a:lnTo>
                    <a:pt x="29112" y="21144"/>
                  </a:lnTo>
                  <a:lnTo>
                    <a:pt x="30887" y="19692"/>
                  </a:lnTo>
                  <a:lnTo>
                    <a:pt x="31981" y="18179"/>
                  </a:lnTo>
                  <a:lnTo>
                    <a:pt x="33165" y="15306"/>
                  </a:lnTo>
                  <a:lnTo>
                    <a:pt x="33993" y="12916"/>
                  </a:lnTo>
                  <a:lnTo>
                    <a:pt x="34348" y="12069"/>
                  </a:lnTo>
                  <a:lnTo>
                    <a:pt x="35650" y="10436"/>
                  </a:lnTo>
                  <a:lnTo>
                    <a:pt x="37603" y="8076"/>
                  </a:lnTo>
                  <a:lnTo>
                    <a:pt x="39141" y="6443"/>
                  </a:lnTo>
                  <a:lnTo>
                    <a:pt x="39940" y="5596"/>
                  </a:lnTo>
                  <a:lnTo>
                    <a:pt x="40443" y="5051"/>
                  </a:lnTo>
                  <a:lnTo>
                    <a:pt x="42514" y="2934"/>
                  </a:lnTo>
                  <a:lnTo>
                    <a:pt x="43342" y="2056"/>
                  </a:lnTo>
                  <a:lnTo>
                    <a:pt x="44792" y="544"/>
                  </a:lnTo>
                  <a:lnTo>
                    <a:pt x="45325" y="0"/>
                  </a:lnTo>
                  <a:lnTo>
                    <a:pt x="45532" y="211"/>
                  </a:lnTo>
                  <a:lnTo>
                    <a:pt x="45680" y="362"/>
                  </a:lnTo>
                  <a:lnTo>
                    <a:pt x="46005" y="665"/>
                  </a:lnTo>
                  <a:lnTo>
                    <a:pt x="46271" y="937"/>
                  </a:lnTo>
                  <a:lnTo>
                    <a:pt x="46745" y="1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818440" y="2616810"/>
              <a:ext cx="292009" cy="399988"/>
            </a:xfrm>
            <a:custGeom>
              <a:avLst/>
              <a:pathLst>
                <a:path w="292009" h="399988">
                  <a:moveTo>
                    <a:pt x="140768" y="334286"/>
                  </a:moveTo>
                  <a:lnTo>
                    <a:pt x="140679" y="333681"/>
                  </a:lnTo>
                  <a:lnTo>
                    <a:pt x="140590" y="333167"/>
                  </a:lnTo>
                  <a:lnTo>
                    <a:pt x="140472" y="332713"/>
                  </a:lnTo>
                  <a:lnTo>
                    <a:pt x="140353" y="332259"/>
                  </a:lnTo>
                  <a:lnTo>
                    <a:pt x="140235" y="331715"/>
                  </a:lnTo>
                  <a:lnTo>
                    <a:pt x="140087" y="331110"/>
                  </a:lnTo>
                  <a:lnTo>
                    <a:pt x="140028" y="330686"/>
                  </a:lnTo>
                  <a:lnTo>
                    <a:pt x="139821" y="329507"/>
                  </a:lnTo>
                  <a:lnTo>
                    <a:pt x="139673" y="328599"/>
                  </a:lnTo>
                  <a:lnTo>
                    <a:pt x="139525" y="328055"/>
                  </a:lnTo>
                  <a:lnTo>
                    <a:pt x="139377" y="327631"/>
                  </a:lnTo>
                  <a:lnTo>
                    <a:pt x="139229" y="327268"/>
                  </a:lnTo>
                  <a:lnTo>
                    <a:pt x="139081" y="326814"/>
                  </a:lnTo>
                  <a:lnTo>
                    <a:pt x="138992" y="326482"/>
                  </a:lnTo>
                  <a:lnTo>
                    <a:pt x="138933" y="326028"/>
                  </a:lnTo>
                  <a:lnTo>
                    <a:pt x="138874" y="325725"/>
                  </a:lnTo>
                  <a:lnTo>
                    <a:pt x="138845" y="325302"/>
                  </a:lnTo>
                  <a:lnTo>
                    <a:pt x="138667" y="324485"/>
                  </a:lnTo>
                  <a:lnTo>
                    <a:pt x="138460" y="323910"/>
                  </a:lnTo>
                  <a:lnTo>
                    <a:pt x="138312" y="323336"/>
                  </a:lnTo>
                  <a:lnTo>
                    <a:pt x="138046" y="322428"/>
                  </a:lnTo>
                  <a:lnTo>
                    <a:pt x="137839" y="321672"/>
                  </a:lnTo>
                  <a:lnTo>
                    <a:pt x="137602" y="320885"/>
                  </a:lnTo>
                  <a:lnTo>
                    <a:pt x="137395" y="320371"/>
                  </a:lnTo>
                  <a:lnTo>
                    <a:pt x="137158" y="320038"/>
                  </a:lnTo>
                  <a:lnTo>
                    <a:pt x="136951" y="319796"/>
                  </a:lnTo>
                  <a:lnTo>
                    <a:pt x="136714" y="319555"/>
                  </a:lnTo>
                  <a:lnTo>
                    <a:pt x="136566" y="319464"/>
                  </a:lnTo>
                  <a:lnTo>
                    <a:pt x="136152" y="319555"/>
                  </a:lnTo>
                  <a:lnTo>
                    <a:pt x="135501" y="319736"/>
                  </a:lnTo>
                  <a:lnTo>
                    <a:pt x="135058" y="319857"/>
                  </a:lnTo>
                  <a:lnTo>
                    <a:pt x="134851" y="319675"/>
                  </a:lnTo>
                  <a:lnTo>
                    <a:pt x="134998" y="319615"/>
                  </a:lnTo>
                  <a:lnTo>
                    <a:pt x="135146" y="319555"/>
                  </a:lnTo>
                  <a:lnTo>
                    <a:pt x="135590" y="319373"/>
                  </a:lnTo>
                  <a:lnTo>
                    <a:pt x="136389" y="319131"/>
                  </a:lnTo>
                  <a:lnTo>
                    <a:pt x="136744" y="319040"/>
                  </a:lnTo>
                  <a:lnTo>
                    <a:pt x="136774" y="318738"/>
                  </a:lnTo>
                  <a:lnTo>
                    <a:pt x="136774" y="318496"/>
                  </a:lnTo>
                  <a:lnTo>
                    <a:pt x="136774" y="318284"/>
                  </a:lnTo>
                  <a:lnTo>
                    <a:pt x="136774" y="318012"/>
                  </a:lnTo>
                  <a:lnTo>
                    <a:pt x="136744" y="317740"/>
                  </a:lnTo>
                  <a:lnTo>
                    <a:pt x="136685" y="317467"/>
                  </a:lnTo>
                  <a:lnTo>
                    <a:pt x="136596" y="317316"/>
                  </a:lnTo>
                  <a:lnTo>
                    <a:pt x="136419" y="317074"/>
                  </a:lnTo>
                  <a:lnTo>
                    <a:pt x="136300" y="316802"/>
                  </a:lnTo>
                  <a:lnTo>
                    <a:pt x="136300" y="316590"/>
                  </a:lnTo>
                  <a:lnTo>
                    <a:pt x="136271" y="316409"/>
                  </a:lnTo>
                  <a:lnTo>
                    <a:pt x="136271" y="316257"/>
                  </a:lnTo>
                  <a:lnTo>
                    <a:pt x="136271" y="316106"/>
                  </a:lnTo>
                  <a:lnTo>
                    <a:pt x="136211" y="315925"/>
                  </a:lnTo>
                  <a:lnTo>
                    <a:pt x="136182" y="315713"/>
                  </a:lnTo>
                  <a:lnTo>
                    <a:pt x="135945" y="315289"/>
                  </a:lnTo>
                  <a:lnTo>
                    <a:pt x="135768" y="315199"/>
                  </a:lnTo>
                  <a:lnTo>
                    <a:pt x="135531" y="315199"/>
                  </a:lnTo>
                  <a:lnTo>
                    <a:pt x="135265" y="315199"/>
                  </a:lnTo>
                  <a:lnTo>
                    <a:pt x="134969" y="314926"/>
                  </a:lnTo>
                  <a:lnTo>
                    <a:pt x="135531" y="314836"/>
                  </a:lnTo>
                  <a:lnTo>
                    <a:pt x="135590" y="314473"/>
                  </a:lnTo>
                  <a:lnTo>
                    <a:pt x="135501" y="314079"/>
                  </a:lnTo>
                  <a:lnTo>
                    <a:pt x="134288" y="314170"/>
                  </a:lnTo>
                  <a:lnTo>
                    <a:pt x="133815" y="314170"/>
                  </a:lnTo>
                  <a:lnTo>
                    <a:pt x="132454" y="314412"/>
                  </a:lnTo>
                  <a:lnTo>
                    <a:pt x="132040" y="314291"/>
                  </a:lnTo>
                  <a:lnTo>
                    <a:pt x="132010" y="313928"/>
                  </a:lnTo>
                  <a:lnTo>
                    <a:pt x="132247" y="313807"/>
                  </a:lnTo>
                  <a:lnTo>
                    <a:pt x="132632" y="313777"/>
                  </a:lnTo>
                  <a:lnTo>
                    <a:pt x="134407" y="313656"/>
                  </a:lnTo>
                  <a:lnTo>
                    <a:pt x="134821" y="313505"/>
                  </a:lnTo>
                  <a:lnTo>
                    <a:pt x="134969" y="312960"/>
                  </a:lnTo>
                  <a:lnTo>
                    <a:pt x="135058" y="312355"/>
                  </a:lnTo>
                  <a:lnTo>
                    <a:pt x="135028" y="311387"/>
                  </a:lnTo>
                  <a:lnTo>
                    <a:pt x="134998" y="310480"/>
                  </a:lnTo>
                  <a:lnTo>
                    <a:pt x="134732" y="309965"/>
                  </a:lnTo>
                  <a:lnTo>
                    <a:pt x="134584" y="309693"/>
                  </a:lnTo>
                  <a:lnTo>
                    <a:pt x="134555" y="309512"/>
                  </a:lnTo>
                  <a:lnTo>
                    <a:pt x="134495" y="309149"/>
                  </a:lnTo>
                  <a:lnTo>
                    <a:pt x="134436" y="308937"/>
                  </a:lnTo>
                  <a:lnTo>
                    <a:pt x="134348" y="308392"/>
                  </a:lnTo>
                  <a:lnTo>
                    <a:pt x="134288" y="308150"/>
                  </a:lnTo>
                  <a:lnTo>
                    <a:pt x="134170" y="307576"/>
                  </a:lnTo>
                  <a:lnTo>
                    <a:pt x="134081" y="307182"/>
                  </a:lnTo>
                  <a:lnTo>
                    <a:pt x="133933" y="306668"/>
                  </a:lnTo>
                  <a:lnTo>
                    <a:pt x="133815" y="306184"/>
                  </a:lnTo>
                  <a:lnTo>
                    <a:pt x="133756" y="306033"/>
                  </a:lnTo>
                  <a:lnTo>
                    <a:pt x="133667" y="305579"/>
                  </a:lnTo>
                  <a:lnTo>
                    <a:pt x="133549" y="305186"/>
                  </a:lnTo>
                  <a:lnTo>
                    <a:pt x="133430" y="304763"/>
                  </a:lnTo>
                  <a:lnTo>
                    <a:pt x="133342" y="304400"/>
                  </a:lnTo>
                  <a:lnTo>
                    <a:pt x="133282" y="304248"/>
                  </a:lnTo>
                  <a:lnTo>
                    <a:pt x="133194" y="303946"/>
                  </a:lnTo>
                  <a:lnTo>
                    <a:pt x="133016" y="303462"/>
                  </a:lnTo>
                  <a:lnTo>
                    <a:pt x="132839" y="302978"/>
                  </a:lnTo>
                  <a:lnTo>
                    <a:pt x="132632" y="302343"/>
                  </a:lnTo>
                  <a:lnTo>
                    <a:pt x="132336" y="301465"/>
                  </a:lnTo>
                  <a:lnTo>
                    <a:pt x="132217" y="301163"/>
                  </a:lnTo>
                  <a:lnTo>
                    <a:pt x="132099" y="300860"/>
                  </a:lnTo>
                  <a:lnTo>
                    <a:pt x="132010" y="300558"/>
                  </a:lnTo>
                  <a:lnTo>
                    <a:pt x="131685" y="299529"/>
                  </a:lnTo>
                  <a:lnTo>
                    <a:pt x="131271" y="298198"/>
                  </a:lnTo>
                  <a:lnTo>
                    <a:pt x="131152" y="297866"/>
                  </a:lnTo>
                  <a:lnTo>
                    <a:pt x="131004" y="297351"/>
                  </a:lnTo>
                  <a:lnTo>
                    <a:pt x="130916" y="297079"/>
                  </a:lnTo>
                  <a:lnTo>
                    <a:pt x="130294" y="295113"/>
                  </a:lnTo>
                  <a:lnTo>
                    <a:pt x="129288" y="292360"/>
                  </a:lnTo>
                  <a:lnTo>
                    <a:pt x="129229" y="292088"/>
                  </a:lnTo>
                  <a:lnTo>
                    <a:pt x="129022" y="291695"/>
                  </a:lnTo>
                  <a:lnTo>
                    <a:pt x="128933" y="291513"/>
                  </a:lnTo>
                  <a:lnTo>
                    <a:pt x="128638" y="291271"/>
                  </a:lnTo>
                  <a:lnTo>
                    <a:pt x="128549" y="291120"/>
                  </a:lnTo>
                  <a:lnTo>
                    <a:pt x="128460" y="290878"/>
                  </a:lnTo>
                  <a:lnTo>
                    <a:pt x="128253" y="290606"/>
                  </a:lnTo>
                  <a:lnTo>
                    <a:pt x="128075" y="290424"/>
                  </a:lnTo>
                  <a:lnTo>
                    <a:pt x="127898" y="290243"/>
                  </a:lnTo>
                  <a:lnTo>
                    <a:pt x="127750" y="290001"/>
                  </a:lnTo>
                  <a:lnTo>
                    <a:pt x="127602" y="289698"/>
                  </a:lnTo>
                  <a:lnTo>
                    <a:pt x="127572" y="289456"/>
                  </a:lnTo>
                  <a:lnTo>
                    <a:pt x="127602" y="289245"/>
                  </a:lnTo>
                  <a:lnTo>
                    <a:pt x="127661" y="288942"/>
                  </a:lnTo>
                  <a:lnTo>
                    <a:pt x="127750" y="288730"/>
                  </a:lnTo>
                  <a:lnTo>
                    <a:pt x="127987" y="288458"/>
                  </a:lnTo>
                  <a:lnTo>
                    <a:pt x="127987" y="288186"/>
                  </a:lnTo>
                  <a:lnTo>
                    <a:pt x="127780" y="287974"/>
                  </a:lnTo>
                  <a:lnTo>
                    <a:pt x="127543" y="287914"/>
                  </a:lnTo>
                  <a:lnTo>
                    <a:pt x="127070" y="287006"/>
                  </a:lnTo>
                  <a:lnTo>
                    <a:pt x="127070" y="286825"/>
                  </a:lnTo>
                  <a:lnTo>
                    <a:pt x="127040" y="286492"/>
                  </a:lnTo>
                  <a:lnTo>
                    <a:pt x="126981" y="286310"/>
                  </a:lnTo>
                  <a:lnTo>
                    <a:pt x="126862" y="286129"/>
                  </a:lnTo>
                  <a:lnTo>
                    <a:pt x="126862" y="285766"/>
                  </a:lnTo>
                  <a:lnTo>
                    <a:pt x="126862" y="285494"/>
                  </a:lnTo>
                  <a:lnTo>
                    <a:pt x="126833" y="285221"/>
                  </a:lnTo>
                  <a:lnTo>
                    <a:pt x="126744" y="285010"/>
                  </a:lnTo>
                  <a:lnTo>
                    <a:pt x="126507" y="284737"/>
                  </a:lnTo>
                  <a:lnTo>
                    <a:pt x="126212" y="284344"/>
                  </a:lnTo>
                  <a:lnTo>
                    <a:pt x="126241" y="284132"/>
                  </a:lnTo>
                  <a:lnTo>
                    <a:pt x="126241" y="283981"/>
                  </a:lnTo>
                  <a:lnTo>
                    <a:pt x="126330" y="283739"/>
                  </a:lnTo>
                  <a:lnTo>
                    <a:pt x="126359" y="283588"/>
                  </a:lnTo>
                  <a:lnTo>
                    <a:pt x="126448" y="283376"/>
                  </a:lnTo>
                  <a:lnTo>
                    <a:pt x="126714" y="283255"/>
                  </a:lnTo>
                  <a:lnTo>
                    <a:pt x="126951" y="283195"/>
                  </a:lnTo>
                  <a:lnTo>
                    <a:pt x="127217" y="282953"/>
                  </a:lnTo>
                  <a:lnTo>
                    <a:pt x="127217" y="282620"/>
                  </a:lnTo>
                  <a:lnTo>
                    <a:pt x="127158" y="282287"/>
                  </a:lnTo>
                  <a:lnTo>
                    <a:pt x="126981" y="281743"/>
                  </a:lnTo>
                  <a:lnTo>
                    <a:pt x="125768" y="279414"/>
                  </a:lnTo>
                  <a:lnTo>
                    <a:pt x="125442" y="279172"/>
                  </a:lnTo>
                  <a:lnTo>
                    <a:pt x="125176" y="279323"/>
                  </a:lnTo>
                  <a:lnTo>
                    <a:pt x="124910" y="279293"/>
                  </a:lnTo>
                  <a:lnTo>
                    <a:pt x="124643" y="279141"/>
                  </a:lnTo>
                  <a:lnTo>
                    <a:pt x="124348" y="278990"/>
                  </a:lnTo>
                  <a:lnTo>
                    <a:pt x="124288" y="278627"/>
                  </a:lnTo>
                  <a:lnTo>
                    <a:pt x="124229" y="278476"/>
                  </a:lnTo>
                  <a:lnTo>
                    <a:pt x="124052" y="278294"/>
                  </a:lnTo>
                  <a:lnTo>
                    <a:pt x="123904" y="278173"/>
                  </a:lnTo>
                  <a:lnTo>
                    <a:pt x="123490" y="278022"/>
                  </a:lnTo>
                  <a:lnTo>
                    <a:pt x="123283" y="277962"/>
                  </a:lnTo>
                  <a:lnTo>
                    <a:pt x="122957" y="277931"/>
                  </a:lnTo>
                  <a:lnTo>
                    <a:pt x="122543" y="277931"/>
                  </a:lnTo>
                  <a:lnTo>
                    <a:pt x="122306" y="277871"/>
                  </a:lnTo>
                  <a:lnTo>
                    <a:pt x="122040" y="277901"/>
                  </a:lnTo>
                  <a:lnTo>
                    <a:pt x="121774" y="277901"/>
                  </a:lnTo>
                  <a:lnTo>
                    <a:pt x="121596" y="277780"/>
                  </a:lnTo>
                  <a:lnTo>
                    <a:pt x="121626" y="277478"/>
                  </a:lnTo>
                  <a:lnTo>
                    <a:pt x="121833" y="277175"/>
                  </a:lnTo>
                  <a:lnTo>
                    <a:pt x="122158" y="276842"/>
                  </a:lnTo>
                  <a:lnTo>
                    <a:pt x="122336" y="276661"/>
                  </a:lnTo>
                  <a:lnTo>
                    <a:pt x="122336" y="276449"/>
                  </a:lnTo>
                  <a:lnTo>
                    <a:pt x="122336" y="276207"/>
                  </a:lnTo>
                  <a:lnTo>
                    <a:pt x="122513" y="275995"/>
                  </a:lnTo>
                  <a:lnTo>
                    <a:pt x="122691" y="275965"/>
                  </a:lnTo>
                  <a:lnTo>
                    <a:pt x="122987" y="275814"/>
                  </a:lnTo>
                  <a:lnTo>
                    <a:pt x="122987" y="275632"/>
                  </a:lnTo>
                  <a:lnTo>
                    <a:pt x="122987" y="275421"/>
                  </a:lnTo>
                  <a:lnTo>
                    <a:pt x="122928" y="275239"/>
                  </a:lnTo>
                  <a:lnTo>
                    <a:pt x="122839" y="275088"/>
                  </a:lnTo>
                  <a:lnTo>
                    <a:pt x="122632" y="274937"/>
                  </a:lnTo>
                  <a:lnTo>
                    <a:pt x="122425" y="274816"/>
                  </a:lnTo>
                  <a:lnTo>
                    <a:pt x="122247" y="274453"/>
                  </a:lnTo>
                  <a:lnTo>
                    <a:pt x="122365" y="274301"/>
                  </a:lnTo>
                  <a:lnTo>
                    <a:pt x="122484" y="273908"/>
                  </a:lnTo>
                  <a:lnTo>
                    <a:pt x="122454" y="273666"/>
                  </a:lnTo>
                  <a:lnTo>
                    <a:pt x="122928" y="273273"/>
                  </a:lnTo>
                  <a:lnTo>
                    <a:pt x="123105" y="273212"/>
                  </a:lnTo>
                  <a:lnTo>
                    <a:pt x="123401" y="273152"/>
                  </a:lnTo>
                  <a:lnTo>
                    <a:pt x="123667" y="273091"/>
                  </a:lnTo>
                  <a:lnTo>
                    <a:pt x="123490" y="272759"/>
                  </a:lnTo>
                  <a:lnTo>
                    <a:pt x="123312" y="272698"/>
                  </a:lnTo>
                  <a:lnTo>
                    <a:pt x="123164" y="272607"/>
                  </a:lnTo>
                  <a:lnTo>
                    <a:pt x="122839" y="272396"/>
                  </a:lnTo>
                  <a:lnTo>
                    <a:pt x="122780" y="272214"/>
                  </a:lnTo>
                  <a:lnTo>
                    <a:pt x="122720" y="271972"/>
                  </a:lnTo>
                  <a:lnTo>
                    <a:pt x="122691" y="271821"/>
                  </a:lnTo>
                  <a:lnTo>
                    <a:pt x="122484" y="271639"/>
                  </a:lnTo>
                  <a:lnTo>
                    <a:pt x="122336" y="271488"/>
                  </a:lnTo>
                  <a:lnTo>
                    <a:pt x="122129" y="271397"/>
                  </a:lnTo>
                  <a:lnTo>
                    <a:pt x="121981" y="271367"/>
                  </a:lnTo>
                  <a:lnTo>
                    <a:pt x="121567" y="271549"/>
                  </a:lnTo>
                  <a:lnTo>
                    <a:pt x="121182" y="271549"/>
                  </a:lnTo>
                  <a:lnTo>
                    <a:pt x="120945" y="271458"/>
                  </a:lnTo>
                  <a:lnTo>
                    <a:pt x="120649" y="271216"/>
                  </a:lnTo>
                  <a:lnTo>
                    <a:pt x="120413" y="270913"/>
                  </a:lnTo>
                  <a:lnTo>
                    <a:pt x="120472" y="270702"/>
                  </a:lnTo>
                  <a:lnTo>
                    <a:pt x="120620" y="270550"/>
                  </a:lnTo>
                  <a:lnTo>
                    <a:pt x="120768" y="270429"/>
                  </a:lnTo>
                  <a:lnTo>
                    <a:pt x="120916" y="270308"/>
                  </a:lnTo>
                  <a:lnTo>
                    <a:pt x="121004" y="270127"/>
                  </a:lnTo>
                  <a:lnTo>
                    <a:pt x="121182" y="269855"/>
                  </a:lnTo>
                  <a:lnTo>
                    <a:pt x="121567" y="269764"/>
                  </a:lnTo>
                  <a:lnTo>
                    <a:pt x="121922" y="270097"/>
                  </a:lnTo>
                  <a:lnTo>
                    <a:pt x="122040" y="270248"/>
                  </a:lnTo>
                  <a:lnTo>
                    <a:pt x="122306" y="270520"/>
                  </a:lnTo>
                  <a:lnTo>
                    <a:pt x="122425" y="270369"/>
                  </a:lnTo>
                  <a:lnTo>
                    <a:pt x="122839" y="269855"/>
                  </a:lnTo>
                  <a:lnTo>
                    <a:pt x="123016" y="269673"/>
                  </a:lnTo>
                  <a:lnTo>
                    <a:pt x="123105" y="269492"/>
                  </a:lnTo>
                  <a:lnTo>
                    <a:pt x="123194" y="269219"/>
                  </a:lnTo>
                  <a:lnTo>
                    <a:pt x="123194" y="268947"/>
                  </a:lnTo>
                  <a:lnTo>
                    <a:pt x="123135" y="268524"/>
                  </a:lnTo>
                  <a:lnTo>
                    <a:pt x="122868" y="266406"/>
                  </a:lnTo>
                  <a:lnTo>
                    <a:pt x="121862" y="263502"/>
                  </a:lnTo>
                  <a:lnTo>
                    <a:pt x="120413" y="258511"/>
                  </a:lnTo>
                  <a:lnTo>
                    <a:pt x="118371" y="253217"/>
                  </a:lnTo>
                  <a:lnTo>
                    <a:pt x="115620" y="246835"/>
                  </a:lnTo>
                  <a:lnTo>
                    <a:pt x="112928" y="241511"/>
                  </a:lnTo>
                  <a:lnTo>
                    <a:pt x="109732" y="234765"/>
                  </a:lnTo>
                  <a:lnTo>
                    <a:pt x="108993" y="232890"/>
                  </a:lnTo>
                  <a:lnTo>
                    <a:pt x="108490" y="231589"/>
                  </a:lnTo>
                  <a:lnTo>
                    <a:pt x="108164" y="230742"/>
                  </a:lnTo>
                  <a:lnTo>
                    <a:pt x="108046" y="230530"/>
                  </a:lnTo>
                  <a:lnTo>
                    <a:pt x="107928" y="230198"/>
                  </a:lnTo>
                  <a:lnTo>
                    <a:pt x="107780" y="229835"/>
                  </a:lnTo>
                  <a:lnTo>
                    <a:pt x="107602" y="229381"/>
                  </a:lnTo>
                  <a:lnTo>
                    <a:pt x="107513" y="229169"/>
                  </a:lnTo>
                  <a:lnTo>
                    <a:pt x="107218" y="228383"/>
                  </a:lnTo>
                  <a:lnTo>
                    <a:pt x="107129" y="228141"/>
                  </a:lnTo>
                  <a:lnTo>
                    <a:pt x="106064" y="226144"/>
                  </a:lnTo>
                  <a:lnTo>
                    <a:pt x="105472" y="224874"/>
                  </a:lnTo>
                  <a:lnTo>
                    <a:pt x="104703" y="222756"/>
                  </a:lnTo>
                  <a:lnTo>
                    <a:pt x="103993" y="220578"/>
                  </a:lnTo>
                  <a:lnTo>
                    <a:pt x="103845" y="220185"/>
                  </a:lnTo>
                  <a:lnTo>
                    <a:pt x="103608" y="219399"/>
                  </a:lnTo>
                  <a:lnTo>
                    <a:pt x="102869" y="217432"/>
                  </a:lnTo>
                  <a:lnTo>
                    <a:pt x="100975" y="210868"/>
                  </a:lnTo>
                  <a:lnTo>
                    <a:pt x="100028" y="207753"/>
                  </a:lnTo>
                  <a:lnTo>
                    <a:pt x="97573" y="199222"/>
                  </a:lnTo>
                  <a:lnTo>
                    <a:pt x="96389" y="194080"/>
                  </a:lnTo>
                  <a:lnTo>
                    <a:pt x="96330" y="193808"/>
                  </a:lnTo>
                  <a:lnTo>
                    <a:pt x="96064" y="192719"/>
                  </a:lnTo>
                  <a:lnTo>
                    <a:pt x="93667" y="185398"/>
                  </a:lnTo>
                  <a:lnTo>
                    <a:pt x="92484" y="181647"/>
                  </a:lnTo>
                  <a:lnTo>
                    <a:pt x="92366" y="181254"/>
                  </a:lnTo>
                  <a:lnTo>
                    <a:pt x="92040" y="180437"/>
                  </a:lnTo>
                  <a:lnTo>
                    <a:pt x="91863" y="179984"/>
                  </a:lnTo>
                  <a:lnTo>
                    <a:pt x="91596" y="179379"/>
                  </a:lnTo>
                  <a:lnTo>
                    <a:pt x="90798" y="177412"/>
                  </a:lnTo>
                  <a:lnTo>
                    <a:pt x="89170" y="172815"/>
                  </a:lnTo>
                  <a:lnTo>
                    <a:pt x="88460" y="170848"/>
                  </a:lnTo>
                  <a:lnTo>
                    <a:pt x="88105" y="169820"/>
                  </a:lnTo>
                  <a:lnTo>
                    <a:pt x="87662" y="168731"/>
                  </a:lnTo>
                  <a:lnTo>
                    <a:pt x="87218" y="167612"/>
                  </a:lnTo>
                  <a:lnTo>
                    <a:pt x="86685" y="166281"/>
                  </a:lnTo>
                  <a:lnTo>
                    <a:pt x="86301" y="165343"/>
                  </a:lnTo>
                  <a:lnTo>
                    <a:pt x="85798" y="164072"/>
                  </a:lnTo>
                  <a:lnTo>
                    <a:pt x="85561" y="163498"/>
                  </a:lnTo>
                  <a:lnTo>
                    <a:pt x="85236" y="162620"/>
                  </a:lnTo>
                  <a:lnTo>
                    <a:pt x="85028" y="162197"/>
                  </a:lnTo>
                  <a:lnTo>
                    <a:pt x="84910" y="161925"/>
                  </a:lnTo>
                  <a:lnTo>
                    <a:pt x="84614" y="161229"/>
                  </a:lnTo>
                  <a:lnTo>
                    <a:pt x="83963" y="159747"/>
                  </a:lnTo>
                  <a:lnTo>
                    <a:pt x="83638" y="159051"/>
                  </a:lnTo>
                  <a:lnTo>
                    <a:pt x="83283" y="158265"/>
                  </a:lnTo>
                  <a:lnTo>
                    <a:pt x="83165" y="157992"/>
                  </a:lnTo>
                  <a:lnTo>
                    <a:pt x="82484" y="156419"/>
                  </a:lnTo>
                  <a:lnTo>
                    <a:pt x="82307" y="156056"/>
                  </a:lnTo>
                  <a:lnTo>
                    <a:pt x="82040" y="155542"/>
                  </a:lnTo>
                  <a:lnTo>
                    <a:pt x="81804" y="155088"/>
                  </a:lnTo>
                  <a:lnTo>
                    <a:pt x="81508" y="154544"/>
                  </a:lnTo>
                  <a:lnTo>
                    <a:pt x="81212" y="153969"/>
                  </a:lnTo>
                  <a:lnTo>
                    <a:pt x="80531" y="152699"/>
                  </a:lnTo>
                  <a:lnTo>
                    <a:pt x="79407" y="150642"/>
                  </a:lnTo>
                  <a:lnTo>
                    <a:pt x="76153" y="144229"/>
                  </a:lnTo>
                  <a:lnTo>
                    <a:pt x="75886" y="143715"/>
                  </a:lnTo>
                  <a:lnTo>
                    <a:pt x="74910" y="141809"/>
                  </a:lnTo>
                  <a:lnTo>
                    <a:pt x="71123" y="134972"/>
                  </a:lnTo>
                  <a:lnTo>
                    <a:pt x="68697" y="130586"/>
                  </a:lnTo>
                  <a:lnTo>
                    <a:pt x="66804" y="127017"/>
                  </a:lnTo>
                  <a:lnTo>
                    <a:pt x="66034" y="126049"/>
                  </a:lnTo>
                  <a:lnTo>
                    <a:pt x="65857" y="125837"/>
                  </a:lnTo>
                  <a:lnTo>
                    <a:pt x="64792" y="124446"/>
                  </a:lnTo>
                  <a:lnTo>
                    <a:pt x="63253" y="121269"/>
                  </a:lnTo>
                  <a:lnTo>
                    <a:pt x="61597" y="119092"/>
                  </a:lnTo>
                  <a:lnTo>
                    <a:pt x="60413" y="117398"/>
                  </a:lnTo>
                  <a:lnTo>
                    <a:pt x="60265" y="117095"/>
                  </a:lnTo>
                  <a:lnTo>
                    <a:pt x="59969" y="116520"/>
                  </a:lnTo>
                  <a:lnTo>
                    <a:pt x="59614" y="115794"/>
                  </a:lnTo>
                  <a:lnTo>
                    <a:pt x="59200" y="114947"/>
                  </a:lnTo>
                  <a:lnTo>
                    <a:pt x="58165" y="113163"/>
                  </a:lnTo>
                  <a:lnTo>
                    <a:pt x="57040" y="111317"/>
                  </a:lnTo>
                  <a:lnTo>
                    <a:pt x="55058" y="109079"/>
                  </a:lnTo>
                  <a:lnTo>
                    <a:pt x="53194" y="106538"/>
                  </a:lnTo>
                  <a:lnTo>
                    <a:pt x="52070" y="104753"/>
                  </a:lnTo>
                  <a:lnTo>
                    <a:pt x="51715" y="104118"/>
                  </a:lnTo>
                  <a:lnTo>
                    <a:pt x="51567" y="103846"/>
                  </a:lnTo>
                  <a:lnTo>
                    <a:pt x="51212" y="103180"/>
                  </a:lnTo>
                  <a:lnTo>
                    <a:pt x="50680" y="101970"/>
                  </a:lnTo>
                  <a:lnTo>
                    <a:pt x="49851" y="100821"/>
                  </a:lnTo>
                  <a:lnTo>
                    <a:pt x="48904" y="99611"/>
                  </a:lnTo>
                  <a:lnTo>
                    <a:pt x="48609" y="99157"/>
                  </a:lnTo>
                  <a:lnTo>
                    <a:pt x="48461" y="99066"/>
                  </a:lnTo>
                  <a:lnTo>
                    <a:pt x="48224" y="98764"/>
                  </a:lnTo>
                  <a:lnTo>
                    <a:pt x="47987" y="98461"/>
                  </a:lnTo>
                  <a:lnTo>
                    <a:pt x="47721" y="98068"/>
                  </a:lnTo>
                  <a:lnTo>
                    <a:pt x="47455" y="97403"/>
                  </a:lnTo>
                  <a:lnTo>
                    <a:pt x="47307" y="97130"/>
                  </a:lnTo>
                  <a:lnTo>
                    <a:pt x="47159" y="96858"/>
                  </a:lnTo>
                  <a:lnTo>
                    <a:pt x="46715" y="96132"/>
                  </a:lnTo>
                  <a:lnTo>
                    <a:pt x="46419" y="95648"/>
                  </a:lnTo>
                  <a:lnTo>
                    <a:pt x="45916" y="94862"/>
                  </a:lnTo>
                  <a:lnTo>
                    <a:pt x="45532" y="94226"/>
                  </a:lnTo>
                  <a:lnTo>
                    <a:pt x="45088" y="93561"/>
                  </a:lnTo>
                  <a:lnTo>
                    <a:pt x="44792" y="93107"/>
                  </a:lnTo>
                  <a:lnTo>
                    <a:pt x="44526" y="92714"/>
                  </a:lnTo>
                  <a:lnTo>
                    <a:pt x="44260" y="92472"/>
                  </a:lnTo>
                  <a:lnTo>
                    <a:pt x="44023" y="92230"/>
                  </a:lnTo>
                  <a:lnTo>
                    <a:pt x="43816" y="92049"/>
                  </a:lnTo>
                  <a:lnTo>
                    <a:pt x="43609" y="91867"/>
                  </a:lnTo>
                  <a:lnTo>
                    <a:pt x="43342" y="91534"/>
                  </a:lnTo>
                  <a:lnTo>
                    <a:pt x="43047" y="91171"/>
                  </a:lnTo>
                  <a:lnTo>
                    <a:pt x="42839" y="90899"/>
                  </a:lnTo>
                  <a:lnTo>
                    <a:pt x="42336" y="89992"/>
                  </a:lnTo>
                  <a:lnTo>
                    <a:pt x="42248" y="89659"/>
                  </a:lnTo>
                  <a:lnTo>
                    <a:pt x="42159" y="89447"/>
                  </a:lnTo>
                  <a:lnTo>
                    <a:pt x="41981" y="89235"/>
                  </a:lnTo>
                  <a:lnTo>
                    <a:pt x="41745" y="88933"/>
                  </a:lnTo>
                  <a:lnTo>
                    <a:pt x="41478" y="88570"/>
                  </a:lnTo>
                  <a:lnTo>
                    <a:pt x="40946" y="87965"/>
                  </a:lnTo>
                  <a:lnTo>
                    <a:pt x="40265" y="87269"/>
                  </a:lnTo>
                  <a:lnTo>
                    <a:pt x="39851" y="86785"/>
                  </a:lnTo>
                  <a:lnTo>
                    <a:pt x="39496" y="86392"/>
                  </a:lnTo>
                  <a:lnTo>
                    <a:pt x="39171" y="86029"/>
                  </a:lnTo>
                  <a:lnTo>
                    <a:pt x="38135" y="84637"/>
                  </a:lnTo>
                  <a:lnTo>
                    <a:pt x="37899" y="84335"/>
                  </a:lnTo>
                  <a:lnTo>
                    <a:pt x="37692" y="84032"/>
                  </a:lnTo>
                  <a:lnTo>
                    <a:pt x="37011" y="83337"/>
                  </a:lnTo>
                  <a:lnTo>
                    <a:pt x="36715" y="83064"/>
                  </a:lnTo>
                  <a:lnTo>
                    <a:pt x="36449" y="82883"/>
                  </a:lnTo>
                  <a:lnTo>
                    <a:pt x="36183" y="82822"/>
                  </a:lnTo>
                  <a:lnTo>
                    <a:pt x="35680" y="82974"/>
                  </a:lnTo>
                  <a:lnTo>
                    <a:pt x="35443" y="82974"/>
                  </a:lnTo>
                  <a:lnTo>
                    <a:pt x="35206" y="82792"/>
                  </a:lnTo>
                  <a:lnTo>
                    <a:pt x="35029" y="82762"/>
                  </a:lnTo>
                  <a:lnTo>
                    <a:pt x="34851" y="82822"/>
                  </a:lnTo>
                  <a:lnTo>
                    <a:pt x="34703" y="82883"/>
                  </a:lnTo>
                  <a:lnTo>
                    <a:pt x="34496" y="82883"/>
                  </a:lnTo>
                  <a:lnTo>
                    <a:pt x="34319" y="82853"/>
                  </a:lnTo>
                  <a:lnTo>
                    <a:pt x="34171" y="82822"/>
                  </a:lnTo>
                  <a:lnTo>
                    <a:pt x="34052" y="82308"/>
                  </a:lnTo>
                  <a:lnTo>
                    <a:pt x="34230" y="82248"/>
                  </a:lnTo>
                  <a:lnTo>
                    <a:pt x="34585" y="82217"/>
                  </a:lnTo>
                  <a:lnTo>
                    <a:pt x="34881" y="82187"/>
                  </a:lnTo>
                  <a:lnTo>
                    <a:pt x="35236" y="81975"/>
                  </a:lnTo>
                  <a:lnTo>
                    <a:pt x="35177" y="81824"/>
                  </a:lnTo>
                  <a:lnTo>
                    <a:pt x="35088" y="81643"/>
                  </a:lnTo>
                  <a:lnTo>
                    <a:pt x="34999" y="81370"/>
                  </a:lnTo>
                  <a:lnTo>
                    <a:pt x="34822" y="81128"/>
                  </a:lnTo>
                  <a:lnTo>
                    <a:pt x="34615" y="81007"/>
                  </a:lnTo>
                  <a:lnTo>
                    <a:pt x="34378" y="80917"/>
                  </a:lnTo>
                  <a:lnTo>
                    <a:pt x="34230" y="80886"/>
                  </a:lnTo>
                  <a:lnTo>
                    <a:pt x="34052" y="80886"/>
                  </a:lnTo>
                  <a:lnTo>
                    <a:pt x="33638" y="80796"/>
                  </a:lnTo>
                  <a:lnTo>
                    <a:pt x="33313" y="80523"/>
                  </a:lnTo>
                  <a:lnTo>
                    <a:pt x="33106" y="80251"/>
                  </a:lnTo>
                  <a:lnTo>
                    <a:pt x="32692" y="79858"/>
                  </a:lnTo>
                  <a:lnTo>
                    <a:pt x="32514" y="79918"/>
                  </a:lnTo>
                  <a:lnTo>
                    <a:pt x="32366" y="80009"/>
                  </a:lnTo>
                  <a:lnTo>
                    <a:pt x="32218" y="80100"/>
                  </a:lnTo>
                  <a:lnTo>
                    <a:pt x="32070" y="80160"/>
                  </a:lnTo>
                  <a:lnTo>
                    <a:pt x="31567" y="80191"/>
                  </a:lnTo>
                  <a:lnTo>
                    <a:pt x="31331" y="80070"/>
                  </a:lnTo>
                  <a:lnTo>
                    <a:pt x="31183" y="80342"/>
                  </a:lnTo>
                  <a:lnTo>
                    <a:pt x="31212" y="80554"/>
                  </a:lnTo>
                  <a:lnTo>
                    <a:pt x="31212" y="80765"/>
                  </a:lnTo>
                  <a:lnTo>
                    <a:pt x="31035" y="80947"/>
                  </a:lnTo>
                  <a:lnTo>
                    <a:pt x="30739" y="81098"/>
                  </a:lnTo>
                  <a:lnTo>
                    <a:pt x="30502" y="81280"/>
                  </a:lnTo>
                  <a:lnTo>
                    <a:pt x="30236" y="81280"/>
                  </a:lnTo>
                  <a:lnTo>
                    <a:pt x="30058" y="81219"/>
                  </a:lnTo>
                  <a:lnTo>
                    <a:pt x="29881" y="81098"/>
                  </a:lnTo>
                  <a:lnTo>
                    <a:pt x="29674" y="80947"/>
                  </a:lnTo>
                  <a:lnTo>
                    <a:pt x="29526" y="80856"/>
                  </a:lnTo>
                  <a:lnTo>
                    <a:pt x="29289" y="80826"/>
                  </a:lnTo>
                  <a:lnTo>
                    <a:pt x="28875" y="80796"/>
                  </a:lnTo>
                  <a:lnTo>
                    <a:pt x="28431" y="80947"/>
                  </a:lnTo>
                  <a:lnTo>
                    <a:pt x="28313" y="81219"/>
                  </a:lnTo>
                  <a:lnTo>
                    <a:pt x="28106" y="81310"/>
                  </a:lnTo>
                  <a:lnTo>
                    <a:pt x="27899" y="81340"/>
                  </a:lnTo>
                  <a:lnTo>
                    <a:pt x="27662" y="81370"/>
                  </a:lnTo>
                  <a:lnTo>
                    <a:pt x="27455" y="81461"/>
                  </a:lnTo>
                  <a:lnTo>
                    <a:pt x="27307" y="81582"/>
                  </a:lnTo>
                  <a:lnTo>
                    <a:pt x="26863" y="82036"/>
                  </a:lnTo>
                  <a:lnTo>
                    <a:pt x="26686" y="82096"/>
                  </a:lnTo>
                  <a:lnTo>
                    <a:pt x="26390" y="81945"/>
                  </a:lnTo>
                  <a:lnTo>
                    <a:pt x="26242" y="81885"/>
                  </a:lnTo>
                  <a:lnTo>
                    <a:pt x="25916" y="82187"/>
                  </a:lnTo>
                  <a:lnTo>
                    <a:pt x="25828" y="82338"/>
                  </a:lnTo>
                  <a:lnTo>
                    <a:pt x="25680" y="82369"/>
                  </a:lnTo>
                  <a:lnTo>
                    <a:pt x="25443" y="82369"/>
                  </a:lnTo>
                  <a:lnTo>
                    <a:pt x="25088" y="82308"/>
                  </a:lnTo>
                  <a:lnTo>
                    <a:pt x="24674" y="82006"/>
                  </a:lnTo>
                  <a:lnTo>
                    <a:pt x="24674" y="81733"/>
                  </a:lnTo>
                  <a:lnTo>
                    <a:pt x="24644" y="81370"/>
                  </a:lnTo>
                  <a:lnTo>
                    <a:pt x="24526" y="81189"/>
                  </a:lnTo>
                  <a:lnTo>
                    <a:pt x="24378" y="81159"/>
                  </a:lnTo>
                  <a:lnTo>
                    <a:pt x="24230" y="81159"/>
                  </a:lnTo>
                  <a:lnTo>
                    <a:pt x="24082" y="81370"/>
                  </a:lnTo>
                  <a:lnTo>
                    <a:pt x="23905" y="81612"/>
                  </a:lnTo>
                  <a:lnTo>
                    <a:pt x="23934" y="81975"/>
                  </a:lnTo>
                  <a:lnTo>
                    <a:pt x="24112" y="82490"/>
                  </a:lnTo>
                  <a:lnTo>
                    <a:pt x="23816" y="82369"/>
                  </a:lnTo>
                  <a:lnTo>
                    <a:pt x="23461" y="82096"/>
                  </a:lnTo>
                  <a:lnTo>
                    <a:pt x="23047" y="82096"/>
                  </a:lnTo>
                  <a:lnTo>
                    <a:pt x="22928" y="82338"/>
                  </a:lnTo>
                  <a:lnTo>
                    <a:pt x="22899" y="82641"/>
                  </a:lnTo>
                  <a:lnTo>
                    <a:pt x="22810" y="83004"/>
                  </a:lnTo>
                  <a:lnTo>
                    <a:pt x="22721" y="83185"/>
                  </a:lnTo>
                  <a:lnTo>
                    <a:pt x="22514" y="83276"/>
                  </a:lnTo>
                  <a:lnTo>
                    <a:pt x="22307" y="83216"/>
                  </a:lnTo>
                  <a:lnTo>
                    <a:pt x="22130" y="83155"/>
                  </a:lnTo>
                  <a:lnTo>
                    <a:pt x="21863" y="83095"/>
                  </a:lnTo>
                  <a:lnTo>
                    <a:pt x="21715" y="83095"/>
                  </a:lnTo>
                  <a:lnTo>
                    <a:pt x="21479" y="83125"/>
                  </a:lnTo>
                  <a:lnTo>
                    <a:pt x="20976" y="83216"/>
                  </a:lnTo>
                  <a:lnTo>
                    <a:pt x="20621" y="83427"/>
                  </a:lnTo>
                  <a:lnTo>
                    <a:pt x="20295" y="83609"/>
                  </a:lnTo>
                  <a:lnTo>
                    <a:pt x="20088" y="83669"/>
                  </a:lnTo>
                  <a:lnTo>
                    <a:pt x="19763" y="83639"/>
                  </a:lnTo>
                  <a:lnTo>
                    <a:pt x="19644" y="83458"/>
                  </a:lnTo>
                  <a:lnTo>
                    <a:pt x="19556" y="83125"/>
                  </a:lnTo>
                  <a:lnTo>
                    <a:pt x="19526" y="82732"/>
                  </a:lnTo>
                  <a:lnTo>
                    <a:pt x="19496" y="82490"/>
                  </a:lnTo>
                  <a:lnTo>
                    <a:pt x="19408" y="82308"/>
                  </a:lnTo>
                  <a:lnTo>
                    <a:pt x="19082" y="82096"/>
                  </a:lnTo>
                  <a:lnTo>
                    <a:pt x="18698" y="81854"/>
                  </a:lnTo>
                  <a:lnTo>
                    <a:pt x="18372" y="81673"/>
                  </a:lnTo>
                  <a:lnTo>
                    <a:pt x="18076" y="81431"/>
                  </a:lnTo>
                  <a:lnTo>
                    <a:pt x="17869" y="81189"/>
                  </a:lnTo>
                  <a:lnTo>
                    <a:pt x="17810" y="80947"/>
                  </a:lnTo>
                  <a:lnTo>
                    <a:pt x="17751" y="80584"/>
                  </a:lnTo>
                  <a:lnTo>
                    <a:pt x="17692" y="80433"/>
                  </a:lnTo>
                  <a:lnTo>
                    <a:pt x="17455" y="80160"/>
                  </a:lnTo>
                  <a:lnTo>
                    <a:pt x="17130" y="79918"/>
                  </a:lnTo>
                  <a:lnTo>
                    <a:pt x="16863" y="79737"/>
                  </a:lnTo>
                  <a:lnTo>
                    <a:pt x="16567" y="79677"/>
                  </a:lnTo>
                  <a:lnTo>
                    <a:pt x="16449" y="80009"/>
                  </a:lnTo>
                  <a:lnTo>
                    <a:pt x="16449" y="80251"/>
                  </a:lnTo>
                  <a:lnTo>
                    <a:pt x="16301" y="80402"/>
                  </a:lnTo>
                  <a:lnTo>
                    <a:pt x="16064" y="80523"/>
                  </a:lnTo>
                  <a:lnTo>
                    <a:pt x="15709" y="80493"/>
                  </a:lnTo>
                  <a:lnTo>
                    <a:pt x="15562" y="80523"/>
                  </a:lnTo>
                  <a:lnTo>
                    <a:pt x="15354" y="80523"/>
                  </a:lnTo>
                  <a:lnTo>
                    <a:pt x="15147" y="80644"/>
                  </a:lnTo>
                  <a:lnTo>
                    <a:pt x="14822" y="80886"/>
                  </a:lnTo>
                  <a:lnTo>
                    <a:pt x="14467" y="81007"/>
                  </a:lnTo>
                  <a:lnTo>
                    <a:pt x="13964" y="81007"/>
                  </a:lnTo>
                  <a:lnTo>
                    <a:pt x="13313" y="80917"/>
                  </a:lnTo>
                  <a:lnTo>
                    <a:pt x="12780" y="80796"/>
                  </a:lnTo>
                  <a:lnTo>
                    <a:pt x="12366" y="80705"/>
                  </a:lnTo>
                  <a:lnTo>
                    <a:pt x="12218" y="80584"/>
                  </a:lnTo>
                  <a:lnTo>
                    <a:pt x="12070" y="80372"/>
                  </a:lnTo>
                  <a:lnTo>
                    <a:pt x="11863" y="80100"/>
                  </a:lnTo>
                  <a:lnTo>
                    <a:pt x="11597" y="79798"/>
                  </a:lnTo>
                  <a:lnTo>
                    <a:pt x="11538" y="79556"/>
                  </a:lnTo>
                  <a:lnTo>
                    <a:pt x="11420" y="79344"/>
                  </a:lnTo>
                  <a:lnTo>
                    <a:pt x="11183" y="79162"/>
                  </a:lnTo>
                  <a:lnTo>
                    <a:pt x="11065" y="79011"/>
                  </a:lnTo>
                  <a:lnTo>
                    <a:pt x="11005" y="78739"/>
                  </a:lnTo>
                  <a:lnTo>
                    <a:pt x="10857" y="78527"/>
                  </a:lnTo>
                  <a:lnTo>
                    <a:pt x="10769" y="78255"/>
                  </a:lnTo>
                  <a:lnTo>
                    <a:pt x="10680" y="77710"/>
                  </a:lnTo>
                  <a:lnTo>
                    <a:pt x="10591" y="77468"/>
                  </a:lnTo>
                  <a:lnTo>
                    <a:pt x="10443" y="77166"/>
                  </a:lnTo>
                  <a:lnTo>
                    <a:pt x="10354" y="76561"/>
                  </a:lnTo>
                  <a:lnTo>
                    <a:pt x="10118" y="76077"/>
                  </a:lnTo>
                  <a:lnTo>
                    <a:pt x="10266" y="76047"/>
                  </a:lnTo>
                  <a:lnTo>
                    <a:pt x="10502" y="76047"/>
                  </a:lnTo>
                  <a:lnTo>
                    <a:pt x="10769" y="76107"/>
                  </a:lnTo>
                  <a:lnTo>
                    <a:pt x="11124" y="76198"/>
                  </a:lnTo>
                  <a:lnTo>
                    <a:pt x="11272" y="76258"/>
                  </a:lnTo>
                  <a:lnTo>
                    <a:pt x="11449" y="76349"/>
                  </a:lnTo>
                  <a:lnTo>
                    <a:pt x="11686" y="76410"/>
                  </a:lnTo>
                  <a:lnTo>
                    <a:pt x="11834" y="76410"/>
                  </a:lnTo>
                  <a:lnTo>
                    <a:pt x="12011" y="76440"/>
                  </a:lnTo>
                  <a:lnTo>
                    <a:pt x="12307" y="76652"/>
                  </a:lnTo>
                  <a:lnTo>
                    <a:pt x="12544" y="76682"/>
                  </a:lnTo>
                  <a:lnTo>
                    <a:pt x="12780" y="76773"/>
                  </a:lnTo>
                  <a:lnTo>
                    <a:pt x="12928" y="76833"/>
                  </a:lnTo>
                  <a:lnTo>
                    <a:pt x="13165" y="76833"/>
                  </a:lnTo>
                  <a:lnTo>
                    <a:pt x="13343" y="76863"/>
                  </a:lnTo>
                  <a:lnTo>
                    <a:pt x="13727" y="76682"/>
                  </a:lnTo>
                  <a:lnTo>
                    <a:pt x="13757" y="76410"/>
                  </a:lnTo>
                  <a:lnTo>
                    <a:pt x="13816" y="76228"/>
                  </a:lnTo>
                  <a:lnTo>
                    <a:pt x="13905" y="76077"/>
                  </a:lnTo>
                  <a:lnTo>
                    <a:pt x="14053" y="75956"/>
                  </a:lnTo>
                  <a:lnTo>
                    <a:pt x="14260" y="75895"/>
                  </a:lnTo>
                  <a:lnTo>
                    <a:pt x="14644" y="75684"/>
                  </a:lnTo>
                  <a:lnTo>
                    <a:pt x="14615" y="75442"/>
                  </a:lnTo>
                  <a:lnTo>
                    <a:pt x="14615" y="75169"/>
                  </a:lnTo>
                  <a:lnTo>
                    <a:pt x="14585" y="74958"/>
                  </a:lnTo>
                  <a:lnTo>
                    <a:pt x="14437" y="74655"/>
                  </a:lnTo>
                  <a:lnTo>
                    <a:pt x="14349" y="74474"/>
                  </a:lnTo>
                  <a:lnTo>
                    <a:pt x="14289" y="74262"/>
                  </a:lnTo>
                  <a:lnTo>
                    <a:pt x="14260" y="74050"/>
                  </a:lnTo>
                  <a:lnTo>
                    <a:pt x="14349" y="73778"/>
                  </a:lnTo>
                  <a:lnTo>
                    <a:pt x="14615" y="73596"/>
                  </a:lnTo>
                  <a:lnTo>
                    <a:pt x="15976" y="72810"/>
                  </a:lnTo>
                  <a:lnTo>
                    <a:pt x="16419" y="72628"/>
                  </a:lnTo>
                  <a:lnTo>
                    <a:pt x="16686" y="72507"/>
                  </a:lnTo>
                  <a:lnTo>
                    <a:pt x="16863" y="72538"/>
                  </a:lnTo>
                  <a:lnTo>
                    <a:pt x="17189" y="72689"/>
                  </a:lnTo>
                  <a:lnTo>
                    <a:pt x="17485" y="72749"/>
                  </a:lnTo>
                  <a:lnTo>
                    <a:pt x="17721" y="72719"/>
                  </a:lnTo>
                  <a:lnTo>
                    <a:pt x="18047" y="72598"/>
                  </a:lnTo>
                  <a:lnTo>
                    <a:pt x="18135" y="72417"/>
                  </a:lnTo>
                  <a:lnTo>
                    <a:pt x="18135" y="72144"/>
                  </a:lnTo>
                  <a:lnTo>
                    <a:pt x="17958" y="71902"/>
                  </a:lnTo>
                  <a:lnTo>
                    <a:pt x="17780" y="71812"/>
                  </a:lnTo>
                  <a:lnTo>
                    <a:pt x="17603" y="71660"/>
                  </a:lnTo>
                  <a:lnTo>
                    <a:pt x="17514" y="71297"/>
                  </a:lnTo>
                  <a:lnTo>
                    <a:pt x="17396" y="70904"/>
                  </a:lnTo>
                  <a:lnTo>
                    <a:pt x="17277" y="70239"/>
                  </a:lnTo>
                  <a:lnTo>
                    <a:pt x="17189" y="69694"/>
                  </a:lnTo>
                  <a:lnTo>
                    <a:pt x="17189" y="69361"/>
                  </a:lnTo>
                  <a:lnTo>
                    <a:pt x="17366" y="69150"/>
                  </a:lnTo>
                  <a:lnTo>
                    <a:pt x="17425" y="68998"/>
                  </a:lnTo>
                  <a:lnTo>
                    <a:pt x="17485" y="68817"/>
                  </a:lnTo>
                  <a:lnTo>
                    <a:pt x="17455" y="68514"/>
                  </a:lnTo>
                  <a:lnTo>
                    <a:pt x="17337" y="68242"/>
                  </a:lnTo>
                  <a:lnTo>
                    <a:pt x="17159" y="67788"/>
                  </a:lnTo>
                  <a:lnTo>
                    <a:pt x="17070" y="67274"/>
                  </a:lnTo>
                  <a:lnTo>
                    <a:pt x="16863" y="67032"/>
                  </a:lnTo>
                  <a:lnTo>
                    <a:pt x="16449" y="66790"/>
                  </a:lnTo>
                  <a:lnTo>
                    <a:pt x="16301" y="67002"/>
                  </a:lnTo>
                  <a:lnTo>
                    <a:pt x="16331" y="67335"/>
                  </a:lnTo>
                  <a:lnTo>
                    <a:pt x="16094" y="67365"/>
                  </a:lnTo>
                  <a:lnTo>
                    <a:pt x="15917" y="67304"/>
                  </a:lnTo>
                  <a:lnTo>
                    <a:pt x="15739" y="67365"/>
                  </a:lnTo>
                  <a:lnTo>
                    <a:pt x="15414" y="67456"/>
                  </a:lnTo>
                  <a:lnTo>
                    <a:pt x="15266" y="67546"/>
                  </a:lnTo>
                  <a:lnTo>
                    <a:pt x="15206" y="67698"/>
                  </a:lnTo>
                  <a:lnTo>
                    <a:pt x="15059" y="67758"/>
                  </a:lnTo>
                  <a:lnTo>
                    <a:pt x="14763" y="67849"/>
                  </a:lnTo>
                  <a:lnTo>
                    <a:pt x="14496" y="67940"/>
                  </a:lnTo>
                  <a:lnTo>
                    <a:pt x="14141" y="67940"/>
                  </a:lnTo>
                  <a:lnTo>
                    <a:pt x="13698" y="67637"/>
                  </a:lnTo>
                  <a:lnTo>
                    <a:pt x="13520" y="67667"/>
                  </a:lnTo>
                  <a:lnTo>
                    <a:pt x="13254" y="67728"/>
                  </a:lnTo>
                  <a:lnTo>
                    <a:pt x="13047" y="67849"/>
                  </a:lnTo>
                  <a:lnTo>
                    <a:pt x="12721" y="67819"/>
                  </a:lnTo>
                  <a:lnTo>
                    <a:pt x="12692" y="67607"/>
                  </a:lnTo>
                  <a:lnTo>
                    <a:pt x="12544" y="67274"/>
                  </a:lnTo>
                  <a:lnTo>
                    <a:pt x="12366" y="67577"/>
                  </a:lnTo>
                  <a:lnTo>
                    <a:pt x="12130" y="67758"/>
                  </a:lnTo>
                  <a:lnTo>
                    <a:pt x="11686" y="67879"/>
                  </a:lnTo>
                  <a:lnTo>
                    <a:pt x="11065" y="67940"/>
                  </a:lnTo>
                  <a:lnTo>
                    <a:pt x="10887" y="67940"/>
                  </a:lnTo>
                  <a:lnTo>
                    <a:pt x="10562" y="67788"/>
                  </a:lnTo>
                  <a:lnTo>
                    <a:pt x="10414" y="67728"/>
                  </a:lnTo>
                  <a:lnTo>
                    <a:pt x="10059" y="67577"/>
                  </a:lnTo>
                  <a:lnTo>
                    <a:pt x="9674" y="67395"/>
                  </a:lnTo>
                  <a:lnTo>
                    <a:pt x="9289" y="67637"/>
                  </a:lnTo>
                  <a:lnTo>
                    <a:pt x="8964" y="67970"/>
                  </a:lnTo>
                  <a:lnTo>
                    <a:pt x="8609" y="68121"/>
                  </a:lnTo>
                  <a:lnTo>
                    <a:pt x="8017" y="68121"/>
                  </a:lnTo>
                  <a:lnTo>
                    <a:pt x="7218" y="67940"/>
                  </a:lnTo>
                  <a:lnTo>
                    <a:pt x="6686" y="67909"/>
                  </a:lnTo>
                  <a:lnTo>
                    <a:pt x="6360" y="67879"/>
                  </a:lnTo>
                  <a:lnTo>
                    <a:pt x="5828" y="67788"/>
                  </a:lnTo>
                  <a:lnTo>
                    <a:pt x="5769" y="67577"/>
                  </a:lnTo>
                  <a:lnTo>
                    <a:pt x="5798" y="67365"/>
                  </a:lnTo>
                  <a:lnTo>
                    <a:pt x="5680" y="67153"/>
                  </a:lnTo>
                  <a:lnTo>
                    <a:pt x="5325" y="67153"/>
                  </a:lnTo>
                  <a:lnTo>
                    <a:pt x="5266" y="67304"/>
                  </a:lnTo>
                  <a:lnTo>
                    <a:pt x="5147" y="67607"/>
                  </a:lnTo>
                  <a:lnTo>
                    <a:pt x="4940" y="67698"/>
                  </a:lnTo>
                  <a:lnTo>
                    <a:pt x="4733" y="67637"/>
                  </a:lnTo>
                  <a:lnTo>
                    <a:pt x="4556" y="67425"/>
                  </a:lnTo>
                  <a:lnTo>
                    <a:pt x="4497" y="67123"/>
                  </a:lnTo>
                  <a:lnTo>
                    <a:pt x="4497" y="66639"/>
                  </a:lnTo>
                  <a:lnTo>
                    <a:pt x="4467" y="66306"/>
                  </a:lnTo>
                  <a:lnTo>
                    <a:pt x="4526" y="66064"/>
                  </a:lnTo>
                  <a:lnTo>
                    <a:pt x="4674" y="65943"/>
                  </a:lnTo>
                  <a:lnTo>
                    <a:pt x="4970" y="65883"/>
                  </a:lnTo>
                  <a:lnTo>
                    <a:pt x="5118" y="65883"/>
                  </a:lnTo>
                  <a:lnTo>
                    <a:pt x="5325" y="65520"/>
                  </a:lnTo>
                  <a:lnTo>
                    <a:pt x="5384" y="65066"/>
                  </a:lnTo>
                  <a:lnTo>
                    <a:pt x="5088" y="64885"/>
                  </a:lnTo>
                  <a:lnTo>
                    <a:pt x="5029" y="64733"/>
                  </a:lnTo>
                  <a:lnTo>
                    <a:pt x="4940" y="64582"/>
                  </a:lnTo>
                  <a:lnTo>
                    <a:pt x="4704" y="64491"/>
                  </a:lnTo>
                  <a:lnTo>
                    <a:pt x="4556" y="64491"/>
                  </a:lnTo>
                  <a:lnTo>
                    <a:pt x="4378" y="64340"/>
                  </a:lnTo>
                  <a:lnTo>
                    <a:pt x="4112" y="64249"/>
                  </a:lnTo>
                  <a:lnTo>
                    <a:pt x="3816" y="64280"/>
                  </a:lnTo>
                  <a:lnTo>
                    <a:pt x="3609" y="64340"/>
                  </a:lnTo>
                  <a:lnTo>
                    <a:pt x="3402" y="64280"/>
                  </a:lnTo>
                  <a:lnTo>
                    <a:pt x="3313" y="64128"/>
                  </a:lnTo>
                  <a:lnTo>
                    <a:pt x="3224" y="63917"/>
                  </a:lnTo>
                  <a:lnTo>
                    <a:pt x="3165" y="63735"/>
                  </a:lnTo>
                  <a:lnTo>
                    <a:pt x="3283" y="63463"/>
                  </a:lnTo>
                  <a:lnTo>
                    <a:pt x="3461" y="63372"/>
                  </a:lnTo>
                  <a:lnTo>
                    <a:pt x="3639" y="63372"/>
                  </a:lnTo>
                  <a:lnTo>
                    <a:pt x="3816" y="63372"/>
                  </a:lnTo>
                  <a:lnTo>
                    <a:pt x="4112" y="63312"/>
                  </a:lnTo>
                  <a:lnTo>
                    <a:pt x="4260" y="63221"/>
                  </a:lnTo>
                  <a:lnTo>
                    <a:pt x="4467" y="62918"/>
                  </a:lnTo>
                  <a:lnTo>
                    <a:pt x="4408" y="62707"/>
                  </a:lnTo>
                  <a:lnTo>
                    <a:pt x="4319" y="62344"/>
                  </a:lnTo>
                  <a:lnTo>
                    <a:pt x="4378" y="62041"/>
                  </a:lnTo>
                  <a:lnTo>
                    <a:pt x="4556" y="61920"/>
                  </a:lnTo>
                  <a:lnTo>
                    <a:pt x="4852" y="61860"/>
                  </a:lnTo>
                  <a:lnTo>
                    <a:pt x="5088" y="61678"/>
                  </a:lnTo>
                  <a:lnTo>
                    <a:pt x="5414" y="61466"/>
                  </a:lnTo>
                  <a:lnTo>
                    <a:pt x="5917" y="61134"/>
                  </a:lnTo>
                  <a:lnTo>
                    <a:pt x="6094" y="60982"/>
                  </a:lnTo>
                  <a:lnTo>
                    <a:pt x="6035" y="60710"/>
                  </a:lnTo>
                  <a:lnTo>
                    <a:pt x="5828" y="60619"/>
                  </a:lnTo>
                  <a:lnTo>
                    <a:pt x="5650" y="60559"/>
                  </a:lnTo>
                  <a:lnTo>
                    <a:pt x="5502" y="60377"/>
                  </a:lnTo>
                  <a:lnTo>
                    <a:pt x="5650" y="60256"/>
                  </a:lnTo>
                  <a:lnTo>
                    <a:pt x="5976" y="60135"/>
                  </a:lnTo>
                  <a:lnTo>
                    <a:pt x="6153" y="60045"/>
                  </a:lnTo>
                  <a:lnTo>
                    <a:pt x="6301" y="59924"/>
                  </a:lnTo>
                  <a:lnTo>
                    <a:pt x="6597" y="59772"/>
                  </a:lnTo>
                  <a:lnTo>
                    <a:pt x="6627" y="59591"/>
                  </a:lnTo>
                  <a:lnTo>
                    <a:pt x="6715" y="59379"/>
                  </a:lnTo>
                  <a:lnTo>
                    <a:pt x="7011" y="59107"/>
                  </a:lnTo>
                  <a:lnTo>
                    <a:pt x="7337" y="58956"/>
                  </a:lnTo>
                  <a:lnTo>
                    <a:pt x="7810" y="58835"/>
                  </a:lnTo>
                  <a:lnTo>
                    <a:pt x="8224" y="58895"/>
                  </a:lnTo>
                  <a:lnTo>
                    <a:pt x="8431" y="59077"/>
                  </a:lnTo>
                  <a:lnTo>
                    <a:pt x="8638" y="59288"/>
                  </a:lnTo>
                  <a:lnTo>
                    <a:pt x="8727" y="59470"/>
                  </a:lnTo>
                  <a:lnTo>
                    <a:pt x="8875" y="59561"/>
                  </a:lnTo>
                  <a:lnTo>
                    <a:pt x="9023" y="59470"/>
                  </a:lnTo>
                  <a:lnTo>
                    <a:pt x="9260" y="59319"/>
                  </a:lnTo>
                  <a:lnTo>
                    <a:pt x="9615" y="58895"/>
                  </a:lnTo>
                  <a:lnTo>
                    <a:pt x="9733" y="58653"/>
                  </a:lnTo>
                  <a:lnTo>
                    <a:pt x="9851" y="58260"/>
                  </a:lnTo>
                  <a:lnTo>
                    <a:pt x="9881" y="57927"/>
                  </a:lnTo>
                  <a:lnTo>
                    <a:pt x="9911" y="57564"/>
                  </a:lnTo>
                  <a:lnTo>
                    <a:pt x="9999" y="57020"/>
                  </a:lnTo>
                  <a:lnTo>
                    <a:pt x="10059" y="56536"/>
                  </a:lnTo>
                  <a:lnTo>
                    <a:pt x="9999" y="55810"/>
                  </a:lnTo>
                  <a:lnTo>
                    <a:pt x="9822" y="55265"/>
                  </a:lnTo>
                  <a:lnTo>
                    <a:pt x="9851" y="54932"/>
                  </a:lnTo>
                  <a:lnTo>
                    <a:pt x="9851" y="54479"/>
                  </a:lnTo>
                  <a:lnTo>
                    <a:pt x="9733" y="54085"/>
                  </a:lnTo>
                  <a:lnTo>
                    <a:pt x="9496" y="53601"/>
                  </a:lnTo>
                  <a:lnTo>
                    <a:pt x="9082" y="52694"/>
                  </a:lnTo>
                  <a:lnTo>
                    <a:pt x="8491" y="51998"/>
                  </a:lnTo>
                  <a:lnTo>
                    <a:pt x="7869" y="51272"/>
                  </a:lnTo>
                  <a:lnTo>
                    <a:pt x="7573" y="50758"/>
                  </a:lnTo>
                  <a:lnTo>
                    <a:pt x="7455" y="50274"/>
                  </a:lnTo>
                  <a:lnTo>
                    <a:pt x="7248" y="49820"/>
                  </a:lnTo>
                  <a:lnTo>
                    <a:pt x="6982" y="49457"/>
                  </a:lnTo>
                  <a:lnTo>
                    <a:pt x="6715" y="49125"/>
                  </a:lnTo>
                  <a:lnTo>
                    <a:pt x="6479" y="48883"/>
                  </a:lnTo>
                  <a:lnTo>
                    <a:pt x="6360" y="48641"/>
                  </a:lnTo>
                  <a:lnTo>
                    <a:pt x="6331" y="48338"/>
                  </a:lnTo>
                  <a:lnTo>
                    <a:pt x="6390" y="48066"/>
                  </a:lnTo>
                  <a:lnTo>
                    <a:pt x="6479" y="47794"/>
                  </a:lnTo>
                  <a:lnTo>
                    <a:pt x="6390" y="47400"/>
                  </a:lnTo>
                  <a:lnTo>
                    <a:pt x="6212" y="47098"/>
                  </a:lnTo>
                  <a:lnTo>
                    <a:pt x="6035" y="46795"/>
                  </a:lnTo>
                  <a:lnTo>
                    <a:pt x="5917" y="46644"/>
                  </a:lnTo>
                  <a:lnTo>
                    <a:pt x="5739" y="46160"/>
                  </a:lnTo>
                  <a:lnTo>
                    <a:pt x="5710" y="45888"/>
                  </a:lnTo>
                  <a:lnTo>
                    <a:pt x="5562" y="45343"/>
                  </a:lnTo>
                  <a:lnTo>
                    <a:pt x="5473" y="44980"/>
                  </a:lnTo>
                  <a:lnTo>
                    <a:pt x="5473" y="44557"/>
                  </a:lnTo>
                  <a:lnTo>
                    <a:pt x="5473" y="44375"/>
                  </a:lnTo>
                  <a:lnTo>
                    <a:pt x="5443" y="44133"/>
                  </a:lnTo>
                  <a:lnTo>
                    <a:pt x="5473" y="43922"/>
                  </a:lnTo>
                  <a:lnTo>
                    <a:pt x="5473" y="43740"/>
                  </a:lnTo>
                  <a:lnTo>
                    <a:pt x="5414" y="43438"/>
                  </a:lnTo>
                  <a:lnTo>
                    <a:pt x="5384" y="43226"/>
                  </a:lnTo>
                  <a:lnTo>
                    <a:pt x="5325" y="42954"/>
                  </a:lnTo>
                  <a:lnTo>
                    <a:pt x="5295" y="42772"/>
                  </a:lnTo>
                  <a:lnTo>
                    <a:pt x="5236" y="42470"/>
                  </a:lnTo>
                  <a:lnTo>
                    <a:pt x="5088" y="42379"/>
                  </a:lnTo>
                  <a:lnTo>
                    <a:pt x="4852" y="42258"/>
                  </a:lnTo>
                  <a:lnTo>
                    <a:pt x="4674" y="42167"/>
                  </a:lnTo>
                  <a:lnTo>
                    <a:pt x="4467" y="41955"/>
                  </a:lnTo>
                  <a:lnTo>
                    <a:pt x="4260" y="41925"/>
                  </a:lnTo>
                  <a:lnTo>
                    <a:pt x="3402" y="41774"/>
                  </a:lnTo>
                  <a:lnTo>
                    <a:pt x="3254" y="41683"/>
                  </a:lnTo>
                  <a:lnTo>
                    <a:pt x="2958" y="41502"/>
                  </a:lnTo>
                  <a:lnTo>
                    <a:pt x="2840" y="41350"/>
                  </a:lnTo>
                  <a:lnTo>
                    <a:pt x="2781" y="41199"/>
                  </a:lnTo>
                  <a:lnTo>
                    <a:pt x="2751" y="41018"/>
                  </a:lnTo>
                  <a:lnTo>
                    <a:pt x="2751" y="40866"/>
                  </a:lnTo>
                  <a:lnTo>
                    <a:pt x="2721" y="40564"/>
                  </a:lnTo>
                  <a:lnTo>
                    <a:pt x="2485" y="40413"/>
                  </a:lnTo>
                  <a:lnTo>
                    <a:pt x="2337" y="40261"/>
                  </a:lnTo>
                  <a:lnTo>
                    <a:pt x="2278" y="39959"/>
                  </a:lnTo>
                  <a:lnTo>
                    <a:pt x="2189" y="39747"/>
                  </a:lnTo>
                  <a:lnTo>
                    <a:pt x="2189" y="39536"/>
                  </a:lnTo>
                  <a:lnTo>
                    <a:pt x="2751" y="39173"/>
                  </a:lnTo>
                  <a:lnTo>
                    <a:pt x="2751" y="38900"/>
                  </a:lnTo>
                  <a:lnTo>
                    <a:pt x="2781" y="38719"/>
                  </a:lnTo>
                  <a:lnTo>
                    <a:pt x="2899" y="38477"/>
                  </a:lnTo>
                  <a:lnTo>
                    <a:pt x="3017" y="38295"/>
                  </a:lnTo>
                  <a:lnTo>
                    <a:pt x="3283" y="38205"/>
                  </a:lnTo>
                  <a:lnTo>
                    <a:pt x="3461" y="38174"/>
                  </a:lnTo>
                  <a:lnTo>
                    <a:pt x="3639" y="38114"/>
                  </a:lnTo>
                  <a:lnTo>
                    <a:pt x="4023" y="37751"/>
                  </a:lnTo>
                  <a:lnTo>
                    <a:pt x="4053" y="37479"/>
                  </a:lnTo>
                  <a:lnTo>
                    <a:pt x="4230" y="37206"/>
                  </a:lnTo>
                  <a:lnTo>
                    <a:pt x="4733" y="36692"/>
                  </a:lnTo>
                  <a:lnTo>
                    <a:pt x="4999" y="36601"/>
                  </a:lnTo>
                  <a:lnTo>
                    <a:pt x="5177" y="36450"/>
                  </a:lnTo>
                  <a:lnTo>
                    <a:pt x="5295" y="36299"/>
                  </a:lnTo>
                  <a:lnTo>
                    <a:pt x="5177" y="35089"/>
                  </a:lnTo>
                  <a:lnTo>
                    <a:pt x="5029" y="35089"/>
                  </a:lnTo>
                  <a:lnTo>
                    <a:pt x="4792" y="34907"/>
                  </a:lnTo>
                  <a:lnTo>
                    <a:pt x="5029" y="34756"/>
                  </a:lnTo>
                  <a:lnTo>
                    <a:pt x="5207" y="34635"/>
                  </a:lnTo>
                  <a:lnTo>
                    <a:pt x="5443" y="34454"/>
                  </a:lnTo>
                  <a:lnTo>
                    <a:pt x="5591" y="34333"/>
                  </a:lnTo>
                  <a:lnTo>
                    <a:pt x="5739" y="34242"/>
                  </a:lnTo>
                  <a:lnTo>
                    <a:pt x="5887" y="34181"/>
                  </a:lnTo>
                  <a:lnTo>
                    <a:pt x="5887" y="33667"/>
                  </a:lnTo>
                  <a:lnTo>
                    <a:pt x="5769" y="33516"/>
                  </a:lnTo>
                  <a:lnTo>
                    <a:pt x="5710" y="33365"/>
                  </a:lnTo>
                  <a:lnTo>
                    <a:pt x="5473" y="33062"/>
                  </a:lnTo>
                  <a:lnTo>
                    <a:pt x="5325" y="32790"/>
                  </a:lnTo>
                  <a:lnTo>
                    <a:pt x="5177" y="32457"/>
                  </a:lnTo>
                  <a:lnTo>
                    <a:pt x="5059" y="32276"/>
                  </a:lnTo>
                  <a:lnTo>
                    <a:pt x="4763" y="31852"/>
                  </a:lnTo>
                  <a:lnTo>
                    <a:pt x="4674" y="31701"/>
                  </a:lnTo>
                  <a:lnTo>
                    <a:pt x="4644" y="31489"/>
                  </a:lnTo>
                  <a:lnTo>
                    <a:pt x="4556" y="31247"/>
                  </a:lnTo>
                  <a:lnTo>
                    <a:pt x="4497" y="31066"/>
                  </a:lnTo>
                  <a:lnTo>
                    <a:pt x="3964" y="31096"/>
                  </a:lnTo>
                  <a:lnTo>
                    <a:pt x="3964" y="31277"/>
                  </a:lnTo>
                  <a:lnTo>
                    <a:pt x="3964" y="31459"/>
                  </a:lnTo>
                  <a:lnTo>
                    <a:pt x="3343" y="31913"/>
                  </a:lnTo>
                  <a:lnTo>
                    <a:pt x="3165" y="31913"/>
                  </a:lnTo>
                  <a:lnTo>
                    <a:pt x="2899" y="31913"/>
                  </a:lnTo>
                  <a:lnTo>
                    <a:pt x="2573" y="31943"/>
                  </a:lnTo>
                  <a:lnTo>
                    <a:pt x="2396" y="31973"/>
                  </a:lnTo>
                  <a:lnTo>
                    <a:pt x="2130" y="31943"/>
                  </a:lnTo>
                  <a:lnTo>
                    <a:pt x="1863" y="31792"/>
                  </a:lnTo>
                  <a:lnTo>
                    <a:pt x="1627" y="31882"/>
                  </a:lnTo>
                  <a:lnTo>
                    <a:pt x="1420" y="31943"/>
                  </a:lnTo>
                  <a:lnTo>
                    <a:pt x="1272" y="31943"/>
                  </a:lnTo>
                  <a:lnTo>
                    <a:pt x="1035" y="31913"/>
                  </a:lnTo>
                  <a:lnTo>
                    <a:pt x="798" y="31973"/>
                  </a:lnTo>
                  <a:lnTo>
                    <a:pt x="532" y="32094"/>
                  </a:lnTo>
                  <a:lnTo>
                    <a:pt x="266" y="32245"/>
                  </a:lnTo>
                  <a:lnTo>
                    <a:pt x="0" y="32427"/>
                  </a:lnTo>
                  <a:lnTo>
                    <a:pt x="0" y="32124"/>
                  </a:lnTo>
                  <a:lnTo>
                    <a:pt x="0" y="31882"/>
                  </a:lnTo>
                  <a:lnTo>
                    <a:pt x="59" y="31580"/>
                  </a:lnTo>
                  <a:lnTo>
                    <a:pt x="207" y="31217"/>
                  </a:lnTo>
                  <a:lnTo>
                    <a:pt x="473" y="30884"/>
                  </a:lnTo>
                  <a:lnTo>
                    <a:pt x="857" y="30400"/>
                  </a:lnTo>
                  <a:lnTo>
                    <a:pt x="1183" y="29856"/>
                  </a:lnTo>
                  <a:lnTo>
                    <a:pt x="1420" y="29341"/>
                  </a:lnTo>
                  <a:lnTo>
                    <a:pt x="1715" y="28918"/>
                  </a:lnTo>
                  <a:lnTo>
                    <a:pt x="1982" y="28525"/>
                  </a:lnTo>
                  <a:lnTo>
                    <a:pt x="2514" y="27587"/>
                  </a:lnTo>
                  <a:lnTo>
                    <a:pt x="3047" y="26800"/>
                  </a:lnTo>
                  <a:lnTo>
                    <a:pt x="3461" y="26256"/>
                  </a:lnTo>
                  <a:lnTo>
                    <a:pt x="3639" y="26014"/>
                  </a:lnTo>
                  <a:lnTo>
                    <a:pt x="4053" y="25500"/>
                  </a:lnTo>
                  <a:lnTo>
                    <a:pt x="4289" y="25288"/>
                  </a:lnTo>
                  <a:lnTo>
                    <a:pt x="4615" y="24925"/>
                  </a:lnTo>
                  <a:lnTo>
                    <a:pt x="5029" y="24653"/>
                  </a:lnTo>
                  <a:lnTo>
                    <a:pt x="5384" y="24411"/>
                  </a:lnTo>
                  <a:lnTo>
                    <a:pt x="5739" y="24229"/>
                  </a:lnTo>
                  <a:lnTo>
                    <a:pt x="6065" y="24108"/>
                  </a:lnTo>
                  <a:lnTo>
                    <a:pt x="6538" y="23927"/>
                  </a:lnTo>
                  <a:lnTo>
                    <a:pt x="6893" y="23806"/>
                  </a:lnTo>
                  <a:lnTo>
                    <a:pt x="7307" y="23715"/>
                  </a:lnTo>
                  <a:lnTo>
                    <a:pt x="7692" y="23655"/>
                  </a:lnTo>
                  <a:lnTo>
                    <a:pt x="8106" y="23624"/>
                  </a:lnTo>
                  <a:lnTo>
                    <a:pt x="8491" y="23655"/>
                  </a:lnTo>
                  <a:lnTo>
                    <a:pt x="8846" y="23685"/>
                  </a:lnTo>
                  <a:lnTo>
                    <a:pt x="9171" y="23897"/>
                  </a:lnTo>
                  <a:lnTo>
                    <a:pt x="9378" y="24048"/>
                  </a:lnTo>
                  <a:lnTo>
                    <a:pt x="9763" y="24350"/>
                  </a:lnTo>
                  <a:lnTo>
                    <a:pt x="9999" y="24623"/>
                  </a:lnTo>
                  <a:lnTo>
                    <a:pt x="10177" y="24925"/>
                  </a:lnTo>
                  <a:lnTo>
                    <a:pt x="10414" y="25197"/>
                  </a:lnTo>
                  <a:lnTo>
                    <a:pt x="10473" y="25409"/>
                  </a:lnTo>
                  <a:lnTo>
                    <a:pt x="10473" y="25802"/>
                  </a:lnTo>
                  <a:lnTo>
                    <a:pt x="10502" y="26286"/>
                  </a:lnTo>
                  <a:lnTo>
                    <a:pt x="10562" y="26559"/>
                  </a:lnTo>
                  <a:lnTo>
                    <a:pt x="10946" y="26921"/>
                  </a:lnTo>
                  <a:lnTo>
                    <a:pt x="11242" y="27012"/>
                  </a:lnTo>
                  <a:lnTo>
                    <a:pt x="11922" y="27163"/>
                  </a:lnTo>
                  <a:lnTo>
                    <a:pt x="12248" y="27254"/>
                  </a:lnTo>
                  <a:lnTo>
                    <a:pt x="12573" y="27405"/>
                  </a:lnTo>
                  <a:lnTo>
                    <a:pt x="12780" y="27587"/>
                  </a:lnTo>
                  <a:lnTo>
                    <a:pt x="12958" y="27829"/>
                  </a:lnTo>
                  <a:lnTo>
                    <a:pt x="13106" y="28222"/>
                  </a:lnTo>
                  <a:lnTo>
                    <a:pt x="13165" y="28434"/>
                  </a:lnTo>
                  <a:lnTo>
                    <a:pt x="13343" y="28615"/>
                  </a:lnTo>
                  <a:lnTo>
                    <a:pt x="13402" y="28797"/>
                  </a:lnTo>
                  <a:lnTo>
                    <a:pt x="13520" y="29130"/>
                  </a:lnTo>
                  <a:lnTo>
                    <a:pt x="13609" y="29795"/>
                  </a:lnTo>
                  <a:lnTo>
                    <a:pt x="13727" y="30188"/>
                  </a:lnTo>
                  <a:lnTo>
                    <a:pt x="13964" y="30430"/>
                  </a:lnTo>
                  <a:lnTo>
                    <a:pt x="14260" y="30612"/>
                  </a:lnTo>
                  <a:lnTo>
                    <a:pt x="14999" y="30824"/>
                  </a:lnTo>
                  <a:lnTo>
                    <a:pt x="15414" y="30914"/>
                  </a:lnTo>
                  <a:lnTo>
                    <a:pt x="15680" y="31005"/>
                  </a:lnTo>
                  <a:lnTo>
                    <a:pt x="16035" y="31096"/>
                  </a:lnTo>
                  <a:lnTo>
                    <a:pt x="16360" y="31156"/>
                  </a:lnTo>
                  <a:lnTo>
                    <a:pt x="16775" y="30975"/>
                  </a:lnTo>
                  <a:lnTo>
                    <a:pt x="17011" y="30793"/>
                  </a:lnTo>
                  <a:lnTo>
                    <a:pt x="17189" y="30642"/>
                  </a:lnTo>
                  <a:lnTo>
                    <a:pt x="17899" y="30309"/>
                  </a:lnTo>
                  <a:lnTo>
                    <a:pt x="18343" y="30037"/>
                  </a:lnTo>
                  <a:lnTo>
                    <a:pt x="18638" y="29856"/>
                  </a:lnTo>
                  <a:lnTo>
                    <a:pt x="19260" y="29583"/>
                  </a:lnTo>
                  <a:lnTo>
                    <a:pt x="19822" y="29372"/>
                  </a:lnTo>
                  <a:lnTo>
                    <a:pt x="20384" y="29311"/>
                  </a:lnTo>
                  <a:lnTo>
                    <a:pt x="20887" y="29372"/>
                  </a:lnTo>
                  <a:lnTo>
                    <a:pt x="21212" y="29462"/>
                  </a:lnTo>
                  <a:lnTo>
                    <a:pt x="21390" y="29553"/>
                  </a:lnTo>
                  <a:lnTo>
                    <a:pt x="21597" y="29674"/>
                  </a:lnTo>
                  <a:lnTo>
                    <a:pt x="21834" y="29886"/>
                  </a:lnTo>
                  <a:lnTo>
                    <a:pt x="21982" y="30188"/>
                  </a:lnTo>
                  <a:lnTo>
                    <a:pt x="22337" y="30309"/>
                  </a:lnTo>
                  <a:lnTo>
                    <a:pt x="22632" y="30219"/>
                  </a:lnTo>
                  <a:lnTo>
                    <a:pt x="23224" y="29856"/>
                  </a:lnTo>
                  <a:lnTo>
                    <a:pt x="23668" y="29704"/>
                  </a:lnTo>
                  <a:lnTo>
                    <a:pt x="23993" y="29704"/>
                  </a:lnTo>
                  <a:lnTo>
                    <a:pt x="24230" y="29704"/>
                  </a:lnTo>
                  <a:lnTo>
                    <a:pt x="25058" y="29977"/>
                  </a:lnTo>
                  <a:lnTo>
                    <a:pt x="26153" y="30582"/>
                  </a:lnTo>
                  <a:lnTo>
                    <a:pt x="26863" y="30884"/>
                  </a:lnTo>
                  <a:lnTo>
                    <a:pt x="27011" y="30945"/>
                  </a:lnTo>
                  <a:lnTo>
                    <a:pt x="27544" y="31066"/>
                  </a:lnTo>
                  <a:lnTo>
                    <a:pt x="28017" y="31096"/>
                  </a:lnTo>
                  <a:lnTo>
                    <a:pt x="28342" y="31126"/>
                  </a:lnTo>
                  <a:lnTo>
                    <a:pt x="28638" y="31156"/>
                  </a:lnTo>
                  <a:lnTo>
                    <a:pt x="29082" y="31187"/>
                  </a:lnTo>
                  <a:lnTo>
                    <a:pt x="29467" y="31308"/>
                  </a:lnTo>
                  <a:lnTo>
                    <a:pt x="29851" y="31550"/>
                  </a:lnTo>
                  <a:lnTo>
                    <a:pt x="30206" y="31761"/>
                  </a:lnTo>
                  <a:lnTo>
                    <a:pt x="30739" y="32003"/>
                  </a:lnTo>
                  <a:lnTo>
                    <a:pt x="31419" y="32397"/>
                  </a:lnTo>
                  <a:lnTo>
                    <a:pt x="31922" y="32639"/>
                  </a:lnTo>
                  <a:lnTo>
                    <a:pt x="32277" y="32729"/>
                  </a:lnTo>
                  <a:lnTo>
                    <a:pt x="32721" y="32457"/>
                  </a:lnTo>
                  <a:lnTo>
                    <a:pt x="32721" y="32185"/>
                  </a:lnTo>
                  <a:lnTo>
                    <a:pt x="32603" y="31217"/>
                  </a:lnTo>
                  <a:lnTo>
                    <a:pt x="32751" y="30642"/>
                  </a:lnTo>
                  <a:lnTo>
                    <a:pt x="32958" y="30188"/>
                  </a:lnTo>
                  <a:lnTo>
                    <a:pt x="33076" y="29886"/>
                  </a:lnTo>
                  <a:lnTo>
                    <a:pt x="33165" y="29523"/>
                  </a:lnTo>
                  <a:lnTo>
                    <a:pt x="33254" y="29220"/>
                  </a:lnTo>
                  <a:lnTo>
                    <a:pt x="33195" y="29009"/>
                  </a:lnTo>
                  <a:lnTo>
                    <a:pt x="33106" y="28706"/>
                  </a:lnTo>
                  <a:lnTo>
                    <a:pt x="32869" y="28131"/>
                  </a:lnTo>
                  <a:lnTo>
                    <a:pt x="32573" y="27617"/>
                  </a:lnTo>
                  <a:lnTo>
                    <a:pt x="32484" y="27436"/>
                  </a:lnTo>
                  <a:lnTo>
                    <a:pt x="32366" y="27103"/>
                  </a:lnTo>
                  <a:lnTo>
                    <a:pt x="32366" y="26861"/>
                  </a:lnTo>
                  <a:lnTo>
                    <a:pt x="32396" y="26498"/>
                  </a:lnTo>
                  <a:lnTo>
                    <a:pt x="32455" y="26256"/>
                  </a:lnTo>
                  <a:lnTo>
                    <a:pt x="32544" y="26075"/>
                  </a:lnTo>
                  <a:lnTo>
                    <a:pt x="32692" y="25893"/>
                  </a:lnTo>
                  <a:lnTo>
                    <a:pt x="32987" y="25772"/>
                  </a:lnTo>
                  <a:lnTo>
                    <a:pt x="33224" y="25742"/>
                  </a:lnTo>
                  <a:lnTo>
                    <a:pt x="33697" y="25651"/>
                  </a:lnTo>
                  <a:lnTo>
                    <a:pt x="34200" y="25591"/>
                  </a:lnTo>
                  <a:lnTo>
                    <a:pt x="34378" y="25530"/>
                  </a:lnTo>
                  <a:lnTo>
                    <a:pt x="34940" y="25409"/>
                  </a:lnTo>
                  <a:lnTo>
                    <a:pt x="36094" y="24774"/>
                  </a:lnTo>
                  <a:lnTo>
                    <a:pt x="36863" y="24229"/>
                  </a:lnTo>
                  <a:lnTo>
                    <a:pt x="37780" y="23836"/>
                  </a:lnTo>
                  <a:lnTo>
                    <a:pt x="37958" y="23745"/>
                  </a:lnTo>
                  <a:lnTo>
                    <a:pt x="38549" y="23685"/>
                  </a:lnTo>
                  <a:lnTo>
                    <a:pt x="39082" y="23413"/>
                  </a:lnTo>
                  <a:lnTo>
                    <a:pt x="39348" y="23322"/>
                  </a:lnTo>
                  <a:lnTo>
                    <a:pt x="39674" y="23201"/>
                  </a:lnTo>
                  <a:lnTo>
                    <a:pt x="40265" y="23201"/>
                  </a:lnTo>
                  <a:lnTo>
                    <a:pt x="40916" y="23564"/>
                  </a:lnTo>
                  <a:lnTo>
                    <a:pt x="41390" y="23473"/>
                  </a:lnTo>
                  <a:lnTo>
                    <a:pt x="41774" y="23413"/>
                  </a:lnTo>
                  <a:lnTo>
                    <a:pt x="42780" y="23503"/>
                  </a:lnTo>
                  <a:lnTo>
                    <a:pt x="43845" y="23957"/>
                  </a:lnTo>
                  <a:lnTo>
                    <a:pt x="44881" y="24381"/>
                  </a:lnTo>
                  <a:lnTo>
                    <a:pt x="45768" y="24986"/>
                  </a:lnTo>
                  <a:lnTo>
                    <a:pt x="46035" y="25197"/>
                  </a:lnTo>
                  <a:lnTo>
                    <a:pt x="47041" y="25954"/>
                  </a:lnTo>
                  <a:lnTo>
                    <a:pt x="47366" y="26075"/>
                  </a:lnTo>
                  <a:lnTo>
                    <a:pt x="47780" y="26165"/>
                  </a:lnTo>
                  <a:lnTo>
                    <a:pt x="48254" y="26165"/>
                  </a:lnTo>
                  <a:lnTo>
                    <a:pt x="48964" y="26226"/>
                  </a:lnTo>
                  <a:lnTo>
                    <a:pt x="49407" y="26407"/>
                  </a:lnTo>
                  <a:lnTo>
                    <a:pt x="49585" y="26438"/>
                  </a:lnTo>
                  <a:lnTo>
                    <a:pt x="49851" y="26468"/>
                  </a:lnTo>
                  <a:lnTo>
                    <a:pt x="50117" y="26468"/>
                  </a:lnTo>
                  <a:lnTo>
                    <a:pt x="50384" y="26468"/>
                  </a:lnTo>
                  <a:lnTo>
                    <a:pt x="50591" y="26498"/>
                  </a:lnTo>
                  <a:lnTo>
                    <a:pt x="50828" y="26589"/>
                  </a:lnTo>
                  <a:lnTo>
                    <a:pt x="51449" y="26710"/>
                  </a:lnTo>
                  <a:lnTo>
                    <a:pt x="51833" y="26800"/>
                  </a:lnTo>
                  <a:lnTo>
                    <a:pt x="52248" y="26982"/>
                  </a:lnTo>
                  <a:lnTo>
                    <a:pt x="52839" y="27194"/>
                  </a:lnTo>
                  <a:lnTo>
                    <a:pt x="53046" y="27194"/>
                  </a:lnTo>
                  <a:lnTo>
                    <a:pt x="53490" y="26982"/>
                  </a:lnTo>
                  <a:lnTo>
                    <a:pt x="53638" y="26861"/>
                  </a:lnTo>
                  <a:lnTo>
                    <a:pt x="53934" y="26710"/>
                  </a:lnTo>
                  <a:lnTo>
                    <a:pt x="54348" y="26498"/>
                  </a:lnTo>
                  <a:lnTo>
                    <a:pt x="54703" y="26317"/>
                  </a:lnTo>
                  <a:lnTo>
                    <a:pt x="55177" y="25863"/>
                  </a:lnTo>
                  <a:lnTo>
                    <a:pt x="56094" y="24683"/>
                  </a:lnTo>
                  <a:lnTo>
                    <a:pt x="57011" y="24048"/>
                  </a:lnTo>
                  <a:lnTo>
                    <a:pt x="58194" y="23745"/>
                  </a:lnTo>
                  <a:lnTo>
                    <a:pt x="58609" y="23745"/>
                  </a:lnTo>
                  <a:lnTo>
                    <a:pt x="58904" y="23745"/>
                  </a:lnTo>
                  <a:lnTo>
                    <a:pt x="59555" y="23745"/>
                  </a:lnTo>
                  <a:lnTo>
                    <a:pt x="60650" y="23806"/>
                  </a:lnTo>
                  <a:lnTo>
                    <a:pt x="61271" y="24108"/>
                  </a:lnTo>
                  <a:lnTo>
                    <a:pt x="61981" y="24411"/>
                  </a:lnTo>
                  <a:lnTo>
                    <a:pt x="62543" y="24713"/>
                  </a:lnTo>
                  <a:lnTo>
                    <a:pt x="62632" y="24895"/>
                  </a:lnTo>
                  <a:lnTo>
                    <a:pt x="62632" y="25076"/>
                  </a:lnTo>
                  <a:lnTo>
                    <a:pt x="62691" y="25288"/>
                  </a:lnTo>
                  <a:lnTo>
                    <a:pt x="62928" y="25681"/>
                  </a:lnTo>
                  <a:lnTo>
                    <a:pt x="63283" y="25954"/>
                  </a:lnTo>
                  <a:lnTo>
                    <a:pt x="64023" y="26256"/>
                  </a:lnTo>
                  <a:lnTo>
                    <a:pt x="64851" y="26407"/>
                  </a:lnTo>
                  <a:lnTo>
                    <a:pt x="65443" y="26438"/>
                  </a:lnTo>
                  <a:lnTo>
                    <a:pt x="66005" y="26468"/>
                  </a:lnTo>
                  <a:lnTo>
                    <a:pt x="66212" y="26468"/>
                  </a:lnTo>
                  <a:lnTo>
                    <a:pt x="66390" y="26528"/>
                  </a:lnTo>
                  <a:lnTo>
                    <a:pt x="66656" y="26679"/>
                  </a:lnTo>
                  <a:lnTo>
                    <a:pt x="67040" y="26921"/>
                  </a:lnTo>
                  <a:lnTo>
                    <a:pt x="67425" y="27466"/>
                  </a:lnTo>
                  <a:lnTo>
                    <a:pt x="67869" y="27859"/>
                  </a:lnTo>
                  <a:lnTo>
                    <a:pt x="68431" y="27950"/>
                  </a:lnTo>
                  <a:lnTo>
                    <a:pt x="69259" y="27799"/>
                  </a:lnTo>
                  <a:lnTo>
                    <a:pt x="69910" y="27647"/>
                  </a:lnTo>
                  <a:lnTo>
                    <a:pt x="70620" y="27587"/>
                  </a:lnTo>
                  <a:lnTo>
                    <a:pt x="71508" y="27466"/>
                  </a:lnTo>
                  <a:lnTo>
                    <a:pt x="71745" y="27284"/>
                  </a:lnTo>
                  <a:lnTo>
                    <a:pt x="72040" y="26861"/>
                  </a:lnTo>
                  <a:lnTo>
                    <a:pt x="72188" y="26559"/>
                  </a:lnTo>
                  <a:lnTo>
                    <a:pt x="72336" y="26377"/>
                  </a:lnTo>
                  <a:lnTo>
                    <a:pt x="72573" y="26317"/>
                  </a:lnTo>
                  <a:lnTo>
                    <a:pt x="73046" y="26317"/>
                  </a:lnTo>
                  <a:lnTo>
                    <a:pt x="73313" y="26286"/>
                  </a:lnTo>
                  <a:lnTo>
                    <a:pt x="73638" y="26165"/>
                  </a:lnTo>
                  <a:lnTo>
                    <a:pt x="73815" y="26044"/>
                  </a:lnTo>
                  <a:lnTo>
                    <a:pt x="73993" y="25772"/>
                  </a:lnTo>
                  <a:lnTo>
                    <a:pt x="74171" y="25349"/>
                  </a:lnTo>
                  <a:lnTo>
                    <a:pt x="74289" y="24895"/>
                  </a:lnTo>
                  <a:lnTo>
                    <a:pt x="74318" y="24592"/>
                  </a:lnTo>
                  <a:lnTo>
                    <a:pt x="74289" y="23080"/>
                  </a:lnTo>
                  <a:lnTo>
                    <a:pt x="74259" y="22717"/>
                  </a:lnTo>
                  <a:lnTo>
                    <a:pt x="74200" y="22414"/>
                  </a:lnTo>
                  <a:lnTo>
                    <a:pt x="79023" y="21204"/>
                  </a:lnTo>
                  <a:lnTo>
                    <a:pt x="79289" y="21265"/>
                  </a:lnTo>
                  <a:lnTo>
                    <a:pt x="83017" y="22142"/>
                  </a:lnTo>
                  <a:lnTo>
                    <a:pt x="87099" y="23080"/>
                  </a:lnTo>
                  <a:lnTo>
                    <a:pt x="90324" y="23836"/>
                  </a:lnTo>
                  <a:lnTo>
                    <a:pt x="91744" y="24169"/>
                  </a:lnTo>
                  <a:lnTo>
                    <a:pt x="92277" y="24290"/>
                  </a:lnTo>
                  <a:lnTo>
                    <a:pt x="93164" y="20418"/>
                  </a:lnTo>
                  <a:lnTo>
                    <a:pt x="93401" y="19389"/>
                  </a:lnTo>
                  <a:lnTo>
                    <a:pt x="93727" y="18875"/>
                  </a:lnTo>
                  <a:lnTo>
                    <a:pt x="93845" y="18603"/>
                  </a:lnTo>
                  <a:lnTo>
                    <a:pt x="94022" y="18119"/>
                  </a:lnTo>
                  <a:lnTo>
                    <a:pt x="94111" y="17877"/>
                  </a:lnTo>
                  <a:lnTo>
                    <a:pt x="94230" y="17484"/>
                  </a:lnTo>
                  <a:lnTo>
                    <a:pt x="94259" y="17272"/>
                  </a:lnTo>
                  <a:lnTo>
                    <a:pt x="94259" y="16939"/>
                  </a:lnTo>
                  <a:lnTo>
                    <a:pt x="94230" y="16637"/>
                  </a:lnTo>
                  <a:lnTo>
                    <a:pt x="94259" y="16395"/>
                  </a:lnTo>
                  <a:lnTo>
                    <a:pt x="94318" y="16213"/>
                  </a:lnTo>
                  <a:lnTo>
                    <a:pt x="94437" y="16001"/>
                  </a:lnTo>
                  <a:lnTo>
                    <a:pt x="94466" y="15669"/>
                  </a:lnTo>
                  <a:lnTo>
                    <a:pt x="94466" y="15396"/>
                  </a:lnTo>
                  <a:lnTo>
                    <a:pt x="94466" y="15215"/>
                  </a:lnTo>
                  <a:lnTo>
                    <a:pt x="94644" y="14791"/>
                  </a:lnTo>
                  <a:lnTo>
                    <a:pt x="94821" y="14549"/>
                  </a:lnTo>
                  <a:lnTo>
                    <a:pt x="95176" y="14247"/>
                  </a:lnTo>
                  <a:lnTo>
                    <a:pt x="96005" y="13944"/>
                  </a:lnTo>
                  <a:lnTo>
                    <a:pt x="96981" y="13612"/>
                  </a:lnTo>
                  <a:lnTo>
                    <a:pt x="98046" y="13430"/>
                  </a:lnTo>
                  <a:lnTo>
                    <a:pt x="98638" y="13430"/>
                  </a:lnTo>
                  <a:lnTo>
                    <a:pt x="98815" y="13400"/>
                  </a:lnTo>
                  <a:lnTo>
                    <a:pt x="99496" y="13581"/>
                  </a:lnTo>
                  <a:lnTo>
                    <a:pt x="100265" y="13551"/>
                  </a:lnTo>
                  <a:lnTo>
                    <a:pt x="100827" y="13309"/>
                  </a:lnTo>
                  <a:lnTo>
                    <a:pt x="101005" y="13037"/>
                  </a:lnTo>
                  <a:lnTo>
                    <a:pt x="101005" y="12735"/>
                  </a:lnTo>
                  <a:lnTo>
                    <a:pt x="101123" y="12493"/>
                  </a:lnTo>
                  <a:lnTo>
                    <a:pt x="101123" y="12341"/>
                  </a:lnTo>
                  <a:lnTo>
                    <a:pt x="101153" y="12130"/>
                  </a:lnTo>
                  <a:lnTo>
                    <a:pt x="101153" y="11797"/>
                  </a:lnTo>
                  <a:lnTo>
                    <a:pt x="101212" y="11525"/>
                  </a:lnTo>
                  <a:lnTo>
                    <a:pt x="101419" y="11283"/>
                  </a:lnTo>
                  <a:lnTo>
                    <a:pt x="101656" y="11010"/>
                  </a:lnTo>
                  <a:lnTo>
                    <a:pt x="102011" y="10617"/>
                  </a:lnTo>
                  <a:lnTo>
                    <a:pt x="102247" y="10436"/>
                  </a:lnTo>
                  <a:lnTo>
                    <a:pt x="102661" y="10133"/>
                  </a:lnTo>
                  <a:lnTo>
                    <a:pt x="103164" y="9831"/>
                  </a:lnTo>
                  <a:lnTo>
                    <a:pt x="103727" y="9437"/>
                  </a:lnTo>
                  <a:lnTo>
                    <a:pt x="104111" y="9165"/>
                  </a:lnTo>
                  <a:lnTo>
                    <a:pt x="104525" y="8953"/>
                  </a:lnTo>
                  <a:lnTo>
                    <a:pt x="104880" y="8923"/>
                  </a:lnTo>
                  <a:lnTo>
                    <a:pt x="105058" y="8923"/>
                  </a:lnTo>
                  <a:lnTo>
                    <a:pt x="105295" y="8984"/>
                  </a:lnTo>
                  <a:lnTo>
                    <a:pt x="105561" y="9195"/>
                  </a:lnTo>
                  <a:lnTo>
                    <a:pt x="105886" y="9468"/>
                  </a:lnTo>
                  <a:lnTo>
                    <a:pt x="106360" y="9740"/>
                  </a:lnTo>
                  <a:lnTo>
                    <a:pt x="106833" y="9861"/>
                  </a:lnTo>
                  <a:lnTo>
                    <a:pt x="107247" y="9861"/>
                  </a:lnTo>
                  <a:lnTo>
                    <a:pt x="107868" y="9710"/>
                  </a:lnTo>
                  <a:lnTo>
                    <a:pt x="108342" y="9831"/>
                  </a:lnTo>
                  <a:lnTo>
                    <a:pt x="109111" y="10163"/>
                  </a:lnTo>
                  <a:lnTo>
                    <a:pt x="109318" y="10194"/>
                  </a:lnTo>
                  <a:lnTo>
                    <a:pt x="109496" y="10254"/>
                  </a:lnTo>
                  <a:lnTo>
                    <a:pt x="109851" y="10405"/>
                  </a:lnTo>
                  <a:lnTo>
                    <a:pt x="110176" y="10496"/>
                  </a:lnTo>
                  <a:lnTo>
                    <a:pt x="110738" y="10708"/>
                  </a:lnTo>
                  <a:lnTo>
                    <a:pt x="111005" y="10859"/>
                  </a:lnTo>
                  <a:lnTo>
                    <a:pt x="111241" y="11101"/>
                  </a:lnTo>
                  <a:lnTo>
                    <a:pt x="111478" y="11343"/>
                  </a:lnTo>
                  <a:lnTo>
                    <a:pt x="111567" y="11525"/>
                  </a:lnTo>
                  <a:lnTo>
                    <a:pt x="111685" y="11676"/>
                  </a:lnTo>
                  <a:lnTo>
                    <a:pt x="111803" y="11857"/>
                  </a:lnTo>
                  <a:lnTo>
                    <a:pt x="112218" y="12099"/>
                  </a:lnTo>
                  <a:lnTo>
                    <a:pt x="112573" y="12130"/>
                  </a:lnTo>
                  <a:lnTo>
                    <a:pt x="112928" y="11948"/>
                  </a:lnTo>
                  <a:lnTo>
                    <a:pt x="113194" y="11797"/>
                  </a:lnTo>
                  <a:lnTo>
                    <a:pt x="113786" y="11525"/>
                  </a:lnTo>
                  <a:lnTo>
                    <a:pt x="114141" y="11434"/>
                  </a:lnTo>
                  <a:lnTo>
                    <a:pt x="114289" y="11404"/>
                  </a:lnTo>
                  <a:lnTo>
                    <a:pt x="114821" y="11222"/>
                  </a:lnTo>
                  <a:lnTo>
                    <a:pt x="115324" y="10920"/>
                  </a:lnTo>
                  <a:lnTo>
                    <a:pt x="115502" y="10647"/>
                  </a:lnTo>
                  <a:lnTo>
                    <a:pt x="115649" y="10345"/>
                  </a:lnTo>
                  <a:lnTo>
                    <a:pt x="115886" y="10042"/>
                  </a:lnTo>
                  <a:lnTo>
                    <a:pt x="116241" y="9800"/>
                  </a:lnTo>
                  <a:lnTo>
                    <a:pt x="116567" y="9619"/>
                  </a:lnTo>
                  <a:lnTo>
                    <a:pt x="116951" y="9014"/>
                  </a:lnTo>
                  <a:lnTo>
                    <a:pt x="117010" y="8711"/>
                  </a:lnTo>
                  <a:lnTo>
                    <a:pt x="116981" y="8560"/>
                  </a:lnTo>
                  <a:lnTo>
                    <a:pt x="116951" y="8227"/>
                  </a:lnTo>
                  <a:lnTo>
                    <a:pt x="116833" y="7713"/>
                  </a:lnTo>
                  <a:lnTo>
                    <a:pt x="116685" y="7290"/>
                  </a:lnTo>
                  <a:lnTo>
                    <a:pt x="116596" y="6896"/>
                  </a:lnTo>
                  <a:lnTo>
                    <a:pt x="116685" y="6624"/>
                  </a:lnTo>
                  <a:lnTo>
                    <a:pt x="117040" y="6140"/>
                  </a:lnTo>
                  <a:lnTo>
                    <a:pt x="117454" y="5565"/>
                  </a:lnTo>
                  <a:lnTo>
                    <a:pt x="117602" y="5354"/>
                  </a:lnTo>
                  <a:lnTo>
                    <a:pt x="117957" y="4749"/>
                  </a:lnTo>
                  <a:lnTo>
                    <a:pt x="118076" y="4567"/>
                  </a:lnTo>
                  <a:lnTo>
                    <a:pt x="118401" y="4204"/>
                  </a:lnTo>
                  <a:lnTo>
                    <a:pt x="118608" y="4083"/>
                  </a:lnTo>
                  <a:lnTo>
                    <a:pt x="118963" y="3932"/>
                  </a:lnTo>
                  <a:lnTo>
                    <a:pt x="119200" y="3871"/>
                  </a:lnTo>
                  <a:lnTo>
                    <a:pt x="119348" y="3871"/>
                  </a:lnTo>
                  <a:lnTo>
                    <a:pt x="119614" y="3962"/>
                  </a:lnTo>
                  <a:lnTo>
                    <a:pt x="119939" y="4174"/>
                  </a:lnTo>
                  <a:lnTo>
                    <a:pt x="120087" y="4386"/>
                  </a:lnTo>
                  <a:lnTo>
                    <a:pt x="120502" y="4809"/>
                  </a:lnTo>
                  <a:lnTo>
                    <a:pt x="120886" y="4900"/>
                  </a:lnTo>
                  <a:lnTo>
                    <a:pt x="121182" y="4809"/>
                  </a:lnTo>
                  <a:lnTo>
                    <a:pt x="121567" y="4688"/>
                  </a:lnTo>
                  <a:lnTo>
                    <a:pt x="121922" y="4597"/>
                  </a:lnTo>
                  <a:lnTo>
                    <a:pt x="122336" y="4567"/>
                  </a:lnTo>
                  <a:lnTo>
                    <a:pt x="122720" y="4537"/>
                  </a:lnTo>
                  <a:lnTo>
                    <a:pt x="123016" y="4446"/>
                  </a:lnTo>
                  <a:lnTo>
                    <a:pt x="123460" y="4416"/>
                  </a:lnTo>
                  <a:lnTo>
                    <a:pt x="123933" y="4416"/>
                  </a:lnTo>
                  <a:lnTo>
                    <a:pt x="124614" y="4507"/>
                  </a:lnTo>
                  <a:lnTo>
                    <a:pt x="125117" y="4718"/>
                  </a:lnTo>
                  <a:lnTo>
                    <a:pt x="125383" y="4900"/>
                  </a:lnTo>
                  <a:lnTo>
                    <a:pt x="126004" y="5535"/>
                  </a:lnTo>
                  <a:lnTo>
                    <a:pt x="126478" y="5807"/>
                  </a:lnTo>
                  <a:lnTo>
                    <a:pt x="127188" y="6110"/>
                  </a:lnTo>
                  <a:lnTo>
                    <a:pt x="127691" y="6322"/>
                  </a:lnTo>
                  <a:lnTo>
                    <a:pt x="127898" y="6685"/>
                  </a:lnTo>
                  <a:lnTo>
                    <a:pt x="128016" y="7229"/>
                  </a:lnTo>
                  <a:lnTo>
                    <a:pt x="128283" y="7895"/>
                  </a:lnTo>
                  <a:lnTo>
                    <a:pt x="129111" y="8893"/>
                  </a:lnTo>
                  <a:lnTo>
                    <a:pt x="129407" y="9135"/>
                  </a:lnTo>
                  <a:lnTo>
                    <a:pt x="129939" y="9498"/>
                  </a:lnTo>
                  <a:lnTo>
                    <a:pt x="136182" y="8590"/>
                  </a:lnTo>
                  <a:lnTo>
                    <a:pt x="137365" y="7078"/>
                  </a:lnTo>
                  <a:lnTo>
                    <a:pt x="140561" y="6473"/>
                  </a:lnTo>
                  <a:lnTo>
                    <a:pt x="140797" y="6110"/>
                  </a:lnTo>
                  <a:lnTo>
                    <a:pt x="141093" y="5535"/>
                  </a:lnTo>
                  <a:lnTo>
                    <a:pt x="141241" y="4960"/>
                  </a:lnTo>
                  <a:lnTo>
                    <a:pt x="141359" y="4355"/>
                  </a:lnTo>
                  <a:lnTo>
                    <a:pt x="141507" y="3720"/>
                  </a:lnTo>
                  <a:lnTo>
                    <a:pt x="141744" y="3236"/>
                  </a:lnTo>
                  <a:lnTo>
                    <a:pt x="141921" y="2964"/>
                  </a:lnTo>
                  <a:lnTo>
                    <a:pt x="142158" y="2752"/>
                  </a:lnTo>
                  <a:lnTo>
                    <a:pt x="142424" y="2480"/>
                  </a:lnTo>
                  <a:lnTo>
                    <a:pt x="142927" y="1996"/>
                  </a:lnTo>
                  <a:lnTo>
                    <a:pt x="143519" y="1209"/>
                  </a:lnTo>
                  <a:lnTo>
                    <a:pt x="146507" y="907"/>
                  </a:lnTo>
                  <a:lnTo>
                    <a:pt x="146774" y="877"/>
                  </a:lnTo>
                  <a:lnTo>
                    <a:pt x="147691" y="816"/>
                  </a:lnTo>
                  <a:lnTo>
                    <a:pt x="156063" y="0"/>
                  </a:lnTo>
                  <a:lnTo>
                    <a:pt x="156211" y="1179"/>
                  </a:lnTo>
                  <a:lnTo>
                    <a:pt x="156566" y="1149"/>
                  </a:lnTo>
                  <a:lnTo>
                    <a:pt x="157158" y="1361"/>
                  </a:lnTo>
                  <a:lnTo>
                    <a:pt x="158489" y="1270"/>
                  </a:lnTo>
                  <a:lnTo>
                    <a:pt x="158874" y="1572"/>
                  </a:lnTo>
                  <a:lnTo>
                    <a:pt x="159022" y="1572"/>
                  </a:lnTo>
                  <a:lnTo>
                    <a:pt x="159466" y="1542"/>
                  </a:lnTo>
                  <a:lnTo>
                    <a:pt x="159702" y="1905"/>
                  </a:lnTo>
                  <a:lnTo>
                    <a:pt x="159969" y="2177"/>
                  </a:lnTo>
                  <a:lnTo>
                    <a:pt x="161448" y="1119"/>
                  </a:lnTo>
                  <a:lnTo>
                    <a:pt x="162069" y="1966"/>
                  </a:lnTo>
                  <a:lnTo>
                    <a:pt x="162838" y="3055"/>
                  </a:lnTo>
                  <a:lnTo>
                    <a:pt x="163637" y="4355"/>
                  </a:lnTo>
                  <a:lnTo>
                    <a:pt x="163963" y="3750"/>
                  </a:lnTo>
                  <a:lnTo>
                    <a:pt x="164170" y="3387"/>
                  </a:lnTo>
                  <a:lnTo>
                    <a:pt x="164673" y="3085"/>
                  </a:lnTo>
                  <a:lnTo>
                    <a:pt x="165235" y="1663"/>
                  </a:lnTo>
                  <a:lnTo>
                    <a:pt x="165560" y="1512"/>
                  </a:lnTo>
                  <a:lnTo>
                    <a:pt x="165856" y="1330"/>
                  </a:lnTo>
                  <a:lnTo>
                    <a:pt x="165827" y="604"/>
                  </a:lnTo>
                  <a:lnTo>
                    <a:pt x="166270" y="332"/>
                  </a:lnTo>
                  <a:lnTo>
                    <a:pt x="166596" y="272"/>
                  </a:lnTo>
                  <a:lnTo>
                    <a:pt x="166833" y="574"/>
                  </a:lnTo>
                  <a:lnTo>
                    <a:pt x="167395" y="483"/>
                  </a:lnTo>
                  <a:lnTo>
                    <a:pt x="168874" y="937"/>
                  </a:lnTo>
                  <a:lnTo>
                    <a:pt x="169051" y="1361"/>
                  </a:lnTo>
                  <a:lnTo>
                    <a:pt x="169170" y="1633"/>
                  </a:lnTo>
                  <a:lnTo>
                    <a:pt x="169761" y="1754"/>
                  </a:lnTo>
                  <a:lnTo>
                    <a:pt x="171004" y="1996"/>
                  </a:lnTo>
                  <a:lnTo>
                    <a:pt x="171625" y="2117"/>
                  </a:lnTo>
                  <a:lnTo>
                    <a:pt x="173548" y="2722"/>
                  </a:lnTo>
                  <a:lnTo>
                    <a:pt x="175146" y="3206"/>
                  </a:lnTo>
                  <a:lnTo>
                    <a:pt x="175383" y="3690"/>
                  </a:lnTo>
                  <a:lnTo>
                    <a:pt x="175856" y="4658"/>
                  </a:lnTo>
                  <a:lnTo>
                    <a:pt x="177395" y="4265"/>
                  </a:lnTo>
                  <a:lnTo>
                    <a:pt x="179554" y="2813"/>
                  </a:lnTo>
                  <a:lnTo>
                    <a:pt x="180826" y="1996"/>
                  </a:lnTo>
                  <a:lnTo>
                    <a:pt x="182335" y="5747"/>
                  </a:lnTo>
                  <a:lnTo>
                    <a:pt x="182454" y="6049"/>
                  </a:lnTo>
                  <a:lnTo>
                    <a:pt x="183430" y="8439"/>
                  </a:lnTo>
                  <a:lnTo>
                    <a:pt x="184199" y="10375"/>
                  </a:lnTo>
                  <a:lnTo>
                    <a:pt x="184406" y="10889"/>
                  </a:lnTo>
                  <a:lnTo>
                    <a:pt x="184673" y="11525"/>
                  </a:lnTo>
                  <a:lnTo>
                    <a:pt x="184761" y="11706"/>
                  </a:lnTo>
                  <a:lnTo>
                    <a:pt x="184909" y="12039"/>
                  </a:lnTo>
                  <a:lnTo>
                    <a:pt x="185057" y="12311"/>
                  </a:lnTo>
                  <a:lnTo>
                    <a:pt x="185205" y="12583"/>
                  </a:lnTo>
                  <a:lnTo>
                    <a:pt x="185560" y="13188"/>
                  </a:lnTo>
                  <a:lnTo>
                    <a:pt x="185708" y="13370"/>
                  </a:lnTo>
                  <a:lnTo>
                    <a:pt x="186181" y="14065"/>
                  </a:lnTo>
                  <a:lnTo>
                    <a:pt x="186329" y="14217"/>
                  </a:lnTo>
                  <a:lnTo>
                    <a:pt x="187365" y="15396"/>
                  </a:lnTo>
                  <a:lnTo>
                    <a:pt x="188430" y="16667"/>
                  </a:lnTo>
                  <a:lnTo>
                    <a:pt x="190235" y="18784"/>
                  </a:lnTo>
                  <a:lnTo>
                    <a:pt x="190442" y="19026"/>
                  </a:lnTo>
                  <a:lnTo>
                    <a:pt x="190678" y="19299"/>
                  </a:lnTo>
                  <a:lnTo>
                    <a:pt x="191359" y="20055"/>
                  </a:lnTo>
                  <a:lnTo>
                    <a:pt x="192010" y="20841"/>
                  </a:lnTo>
                  <a:lnTo>
                    <a:pt x="194909" y="24169"/>
                  </a:lnTo>
                  <a:lnTo>
                    <a:pt x="196566" y="26075"/>
                  </a:lnTo>
                  <a:lnTo>
                    <a:pt x="197454" y="27103"/>
                  </a:lnTo>
                  <a:lnTo>
                    <a:pt x="200353" y="30430"/>
                  </a:lnTo>
                  <a:lnTo>
                    <a:pt x="201743" y="32064"/>
                  </a:lnTo>
                  <a:lnTo>
                    <a:pt x="201891" y="32215"/>
                  </a:lnTo>
                  <a:lnTo>
                    <a:pt x="202306" y="32669"/>
                  </a:lnTo>
                  <a:lnTo>
                    <a:pt x="202809" y="33153"/>
                  </a:lnTo>
                  <a:lnTo>
                    <a:pt x="203903" y="34151"/>
                  </a:lnTo>
                  <a:lnTo>
                    <a:pt x="205590" y="35543"/>
                  </a:lnTo>
                  <a:lnTo>
                    <a:pt x="210027" y="39203"/>
                  </a:lnTo>
                  <a:lnTo>
                    <a:pt x="211684" y="40534"/>
                  </a:lnTo>
                  <a:lnTo>
                    <a:pt x="211122" y="41229"/>
                  </a:lnTo>
                  <a:lnTo>
                    <a:pt x="209554" y="43165"/>
                  </a:lnTo>
                  <a:lnTo>
                    <a:pt x="208696" y="44224"/>
                  </a:lnTo>
                  <a:lnTo>
                    <a:pt x="210678" y="46705"/>
                  </a:lnTo>
                  <a:lnTo>
                    <a:pt x="211743" y="48066"/>
                  </a:lnTo>
                  <a:lnTo>
                    <a:pt x="211980" y="48368"/>
                  </a:lnTo>
                  <a:lnTo>
                    <a:pt x="216507" y="51393"/>
                  </a:lnTo>
                  <a:lnTo>
                    <a:pt x="216181" y="51998"/>
                  </a:lnTo>
                  <a:lnTo>
                    <a:pt x="215649" y="53783"/>
                  </a:lnTo>
                  <a:lnTo>
                    <a:pt x="215264" y="55477"/>
                  </a:lnTo>
                  <a:lnTo>
                    <a:pt x="215235" y="55628"/>
                  </a:lnTo>
                  <a:lnTo>
                    <a:pt x="215116" y="56021"/>
                  </a:lnTo>
                  <a:lnTo>
                    <a:pt x="214939" y="56838"/>
                  </a:lnTo>
                  <a:lnTo>
                    <a:pt x="214347" y="59077"/>
                  </a:lnTo>
                  <a:lnTo>
                    <a:pt x="214229" y="59530"/>
                  </a:lnTo>
                  <a:lnTo>
                    <a:pt x="214169" y="59863"/>
                  </a:lnTo>
                  <a:lnTo>
                    <a:pt x="213933" y="60831"/>
                  </a:lnTo>
                  <a:lnTo>
                    <a:pt x="213223" y="63523"/>
                  </a:lnTo>
                  <a:lnTo>
                    <a:pt x="213223" y="63675"/>
                  </a:lnTo>
                  <a:lnTo>
                    <a:pt x="213164" y="64280"/>
                  </a:lnTo>
                  <a:lnTo>
                    <a:pt x="213223" y="65157"/>
                  </a:lnTo>
                  <a:lnTo>
                    <a:pt x="213282" y="65701"/>
                  </a:lnTo>
                  <a:lnTo>
                    <a:pt x="213311" y="65913"/>
                  </a:lnTo>
                  <a:lnTo>
                    <a:pt x="213696" y="66367"/>
                  </a:lnTo>
                  <a:lnTo>
                    <a:pt x="214436" y="67214"/>
                  </a:lnTo>
                  <a:lnTo>
                    <a:pt x="217305" y="70481"/>
                  </a:lnTo>
                  <a:lnTo>
                    <a:pt x="216507" y="71328"/>
                  </a:lnTo>
                  <a:lnTo>
                    <a:pt x="215530" y="72386"/>
                  </a:lnTo>
                  <a:lnTo>
                    <a:pt x="215027" y="72901"/>
                  </a:lnTo>
                  <a:lnTo>
                    <a:pt x="213637" y="74353"/>
                  </a:lnTo>
                  <a:lnTo>
                    <a:pt x="212808" y="75230"/>
                  </a:lnTo>
                  <a:lnTo>
                    <a:pt x="210737" y="77347"/>
                  </a:lnTo>
                  <a:lnTo>
                    <a:pt x="210146" y="77983"/>
                  </a:lnTo>
                  <a:lnTo>
                    <a:pt x="209436" y="78739"/>
                  </a:lnTo>
                  <a:lnTo>
                    <a:pt x="207897" y="80372"/>
                  </a:lnTo>
                  <a:lnTo>
                    <a:pt x="205945" y="82732"/>
                  </a:lnTo>
                  <a:lnTo>
                    <a:pt x="204643" y="84365"/>
                  </a:lnTo>
                  <a:lnTo>
                    <a:pt x="204288" y="85212"/>
                  </a:lnTo>
                  <a:lnTo>
                    <a:pt x="203459" y="87602"/>
                  </a:lnTo>
                  <a:lnTo>
                    <a:pt x="202276" y="90476"/>
                  </a:lnTo>
                  <a:lnTo>
                    <a:pt x="201181" y="91988"/>
                  </a:lnTo>
                  <a:lnTo>
                    <a:pt x="199406" y="93440"/>
                  </a:lnTo>
                  <a:lnTo>
                    <a:pt x="197749" y="94136"/>
                  </a:lnTo>
                  <a:lnTo>
                    <a:pt x="193519" y="95739"/>
                  </a:lnTo>
                  <a:lnTo>
                    <a:pt x="191418" y="96374"/>
                  </a:lnTo>
                  <a:lnTo>
                    <a:pt x="189406" y="96374"/>
                  </a:lnTo>
                  <a:lnTo>
                    <a:pt x="185738" y="95951"/>
                  </a:lnTo>
                  <a:lnTo>
                    <a:pt x="184051" y="96041"/>
                  </a:lnTo>
                  <a:lnTo>
                    <a:pt x="181773" y="96646"/>
                  </a:lnTo>
                  <a:lnTo>
                    <a:pt x="179613" y="98038"/>
                  </a:lnTo>
                  <a:lnTo>
                    <a:pt x="177187" y="100549"/>
                  </a:lnTo>
                  <a:lnTo>
                    <a:pt x="174702" y="103090"/>
                  </a:lnTo>
                  <a:lnTo>
                    <a:pt x="173105" y="105449"/>
                  </a:lnTo>
                  <a:lnTo>
                    <a:pt x="172188" y="107869"/>
                  </a:lnTo>
                  <a:lnTo>
                    <a:pt x="170945" y="119455"/>
                  </a:lnTo>
                  <a:lnTo>
                    <a:pt x="170294" y="125535"/>
                  </a:lnTo>
                  <a:lnTo>
                    <a:pt x="170353" y="126140"/>
                  </a:lnTo>
                  <a:lnTo>
                    <a:pt x="170442" y="127077"/>
                  </a:lnTo>
                  <a:lnTo>
                    <a:pt x="170767" y="128166"/>
                  </a:lnTo>
                  <a:lnTo>
                    <a:pt x="171152" y="129165"/>
                  </a:lnTo>
                  <a:lnTo>
                    <a:pt x="171596" y="129770"/>
                  </a:lnTo>
                  <a:lnTo>
                    <a:pt x="172483" y="130949"/>
                  </a:lnTo>
                  <a:lnTo>
                    <a:pt x="172927" y="131524"/>
                  </a:lnTo>
                  <a:lnTo>
                    <a:pt x="173548" y="132371"/>
                  </a:lnTo>
                  <a:lnTo>
                    <a:pt x="173874" y="132855"/>
                  </a:lnTo>
                  <a:lnTo>
                    <a:pt x="174702" y="132825"/>
                  </a:lnTo>
                  <a:lnTo>
                    <a:pt x="175708" y="132583"/>
                  </a:lnTo>
                  <a:lnTo>
                    <a:pt x="176507" y="132341"/>
                  </a:lnTo>
                  <a:lnTo>
                    <a:pt x="176448" y="131796"/>
                  </a:lnTo>
                  <a:lnTo>
                    <a:pt x="177128" y="131494"/>
                  </a:lnTo>
                  <a:lnTo>
                    <a:pt x="182720" y="128862"/>
                  </a:lnTo>
                  <a:lnTo>
                    <a:pt x="186744" y="127017"/>
                  </a:lnTo>
                  <a:lnTo>
                    <a:pt x="191004" y="125081"/>
                  </a:lnTo>
                  <a:lnTo>
                    <a:pt x="191122" y="129316"/>
                  </a:lnTo>
                  <a:lnTo>
                    <a:pt x="189732" y="129346"/>
                  </a:lnTo>
                  <a:lnTo>
                    <a:pt x="189909" y="136515"/>
                  </a:lnTo>
                  <a:lnTo>
                    <a:pt x="191625" y="136515"/>
                  </a:lnTo>
                  <a:lnTo>
                    <a:pt x="192128" y="140992"/>
                  </a:lnTo>
                  <a:lnTo>
                    <a:pt x="192483" y="141295"/>
                  </a:lnTo>
                  <a:lnTo>
                    <a:pt x="193045" y="141779"/>
                  </a:lnTo>
                  <a:lnTo>
                    <a:pt x="192335" y="143715"/>
                  </a:lnTo>
                  <a:lnTo>
                    <a:pt x="192957" y="143866"/>
                  </a:lnTo>
                  <a:lnTo>
                    <a:pt x="193667" y="143715"/>
                  </a:lnTo>
                  <a:lnTo>
                    <a:pt x="194613" y="143563"/>
                  </a:lnTo>
                  <a:lnTo>
                    <a:pt x="195205" y="143291"/>
                  </a:lnTo>
                  <a:lnTo>
                    <a:pt x="196359" y="143291"/>
                  </a:lnTo>
                  <a:lnTo>
                    <a:pt x="198045" y="143019"/>
                  </a:lnTo>
                  <a:lnTo>
                    <a:pt x="198104" y="142505"/>
                  </a:lnTo>
                  <a:lnTo>
                    <a:pt x="198104" y="141900"/>
                  </a:lnTo>
                  <a:lnTo>
                    <a:pt x="198341" y="141143"/>
                  </a:lnTo>
                  <a:lnTo>
                    <a:pt x="198637" y="140357"/>
                  </a:lnTo>
                  <a:lnTo>
                    <a:pt x="198933" y="139933"/>
                  </a:lnTo>
                  <a:lnTo>
                    <a:pt x="199229" y="139510"/>
                  </a:lnTo>
                  <a:lnTo>
                    <a:pt x="199495" y="139177"/>
                  </a:lnTo>
                  <a:lnTo>
                    <a:pt x="199850" y="138844"/>
                  </a:lnTo>
                  <a:lnTo>
                    <a:pt x="200057" y="138814"/>
                  </a:lnTo>
                  <a:lnTo>
                    <a:pt x="200530" y="138542"/>
                  </a:lnTo>
                  <a:lnTo>
                    <a:pt x="200945" y="138209"/>
                  </a:lnTo>
                  <a:lnTo>
                    <a:pt x="201093" y="137725"/>
                  </a:lnTo>
                  <a:lnTo>
                    <a:pt x="201033" y="137060"/>
                  </a:lnTo>
                  <a:lnTo>
                    <a:pt x="201241" y="136394"/>
                  </a:lnTo>
                  <a:lnTo>
                    <a:pt x="201477" y="136031"/>
                  </a:lnTo>
                  <a:lnTo>
                    <a:pt x="201832" y="135880"/>
                  </a:lnTo>
                  <a:lnTo>
                    <a:pt x="202454" y="135638"/>
                  </a:lnTo>
                  <a:lnTo>
                    <a:pt x="203016" y="135366"/>
                  </a:lnTo>
                  <a:lnTo>
                    <a:pt x="203578" y="135154"/>
                  </a:lnTo>
                  <a:lnTo>
                    <a:pt x="204258" y="134912"/>
                  </a:lnTo>
                  <a:lnTo>
                    <a:pt x="204968" y="134216"/>
                  </a:lnTo>
                  <a:lnTo>
                    <a:pt x="205471" y="133399"/>
                  </a:lnTo>
                  <a:lnTo>
                    <a:pt x="205915" y="132855"/>
                  </a:lnTo>
                  <a:lnTo>
                    <a:pt x="206122" y="132522"/>
                  </a:lnTo>
                  <a:lnTo>
                    <a:pt x="206388" y="132311"/>
                  </a:lnTo>
                  <a:lnTo>
                    <a:pt x="206566" y="132280"/>
                  </a:lnTo>
                  <a:lnTo>
                    <a:pt x="207187" y="132311"/>
                  </a:lnTo>
                  <a:lnTo>
                    <a:pt x="208223" y="132250"/>
                  </a:lnTo>
                  <a:lnTo>
                    <a:pt x="209258" y="131524"/>
                  </a:lnTo>
                  <a:lnTo>
                    <a:pt x="209909" y="130828"/>
                  </a:lnTo>
                  <a:lnTo>
                    <a:pt x="210323" y="130072"/>
                  </a:lnTo>
                  <a:lnTo>
                    <a:pt x="210590" y="129497"/>
                  </a:lnTo>
                  <a:lnTo>
                    <a:pt x="210856" y="128560"/>
                  </a:lnTo>
                  <a:lnTo>
                    <a:pt x="211359" y="127440"/>
                  </a:lnTo>
                  <a:lnTo>
                    <a:pt x="211743" y="126896"/>
                  </a:lnTo>
                  <a:lnTo>
                    <a:pt x="213371" y="125414"/>
                  </a:lnTo>
                  <a:lnTo>
                    <a:pt x="213962" y="124990"/>
                  </a:lnTo>
                  <a:lnTo>
                    <a:pt x="215294" y="123992"/>
                  </a:lnTo>
                  <a:lnTo>
                    <a:pt x="215678" y="123841"/>
                  </a:lnTo>
                  <a:lnTo>
                    <a:pt x="216181" y="123750"/>
                  </a:lnTo>
                  <a:lnTo>
                    <a:pt x="217039" y="123417"/>
                  </a:lnTo>
                  <a:lnTo>
                    <a:pt x="216921" y="122691"/>
                  </a:lnTo>
                  <a:lnTo>
                    <a:pt x="217217" y="121300"/>
                  </a:lnTo>
                  <a:lnTo>
                    <a:pt x="217542" y="120785"/>
                  </a:lnTo>
                  <a:lnTo>
                    <a:pt x="217661" y="120604"/>
                  </a:lnTo>
                  <a:lnTo>
                    <a:pt x="218341" y="120090"/>
                  </a:lnTo>
                  <a:lnTo>
                    <a:pt x="218903" y="119576"/>
                  </a:lnTo>
                  <a:lnTo>
                    <a:pt x="219347" y="119031"/>
                  </a:lnTo>
                  <a:lnTo>
                    <a:pt x="219613" y="118638"/>
                  </a:lnTo>
                  <a:lnTo>
                    <a:pt x="220175" y="118547"/>
                  </a:lnTo>
                  <a:lnTo>
                    <a:pt x="220708" y="118245"/>
                  </a:lnTo>
                  <a:lnTo>
                    <a:pt x="220974" y="117942"/>
                  </a:lnTo>
                  <a:lnTo>
                    <a:pt x="221566" y="117730"/>
                  </a:lnTo>
                  <a:lnTo>
                    <a:pt x="222305" y="117609"/>
                  </a:lnTo>
                  <a:lnTo>
                    <a:pt x="222542" y="117156"/>
                  </a:lnTo>
                  <a:lnTo>
                    <a:pt x="222720" y="116339"/>
                  </a:lnTo>
                  <a:lnTo>
                    <a:pt x="223045" y="115855"/>
                  </a:lnTo>
                  <a:lnTo>
                    <a:pt x="223637" y="115280"/>
                  </a:lnTo>
                  <a:lnTo>
                    <a:pt x="223489" y="114705"/>
                  </a:lnTo>
                  <a:lnTo>
                    <a:pt x="223607" y="113858"/>
                  </a:lnTo>
                  <a:lnTo>
                    <a:pt x="225057" y="113223"/>
                  </a:lnTo>
                  <a:lnTo>
                    <a:pt x="225382" y="112679"/>
                  </a:lnTo>
                  <a:lnTo>
                    <a:pt x="225678" y="111650"/>
                  </a:lnTo>
                  <a:lnTo>
                    <a:pt x="225797" y="111106"/>
                  </a:lnTo>
                  <a:lnTo>
                    <a:pt x="225826" y="110864"/>
                  </a:lnTo>
                  <a:lnTo>
                    <a:pt x="226418" y="110440"/>
                  </a:lnTo>
                  <a:lnTo>
                    <a:pt x="226950" y="110138"/>
                  </a:lnTo>
                  <a:lnTo>
                    <a:pt x="227187" y="110047"/>
                  </a:lnTo>
                  <a:lnTo>
                    <a:pt x="227572" y="109896"/>
                  </a:lnTo>
                  <a:lnTo>
                    <a:pt x="228341" y="109684"/>
                  </a:lnTo>
                  <a:lnTo>
                    <a:pt x="228548" y="109533"/>
                  </a:lnTo>
                  <a:lnTo>
                    <a:pt x="228578" y="109109"/>
                  </a:lnTo>
                  <a:lnTo>
                    <a:pt x="228459" y="108928"/>
                  </a:lnTo>
                  <a:lnTo>
                    <a:pt x="228223" y="108565"/>
                  </a:lnTo>
                  <a:lnTo>
                    <a:pt x="228578" y="108232"/>
                  </a:lnTo>
                  <a:lnTo>
                    <a:pt x="228814" y="108111"/>
                  </a:lnTo>
                  <a:lnTo>
                    <a:pt x="229051" y="107990"/>
                  </a:lnTo>
                  <a:lnTo>
                    <a:pt x="229258" y="107899"/>
                  </a:lnTo>
                  <a:lnTo>
                    <a:pt x="229731" y="107778"/>
                  </a:lnTo>
                  <a:lnTo>
                    <a:pt x="230027" y="107718"/>
                  </a:lnTo>
                  <a:lnTo>
                    <a:pt x="230353" y="107718"/>
                  </a:lnTo>
                  <a:lnTo>
                    <a:pt x="230797" y="107778"/>
                  </a:lnTo>
                  <a:lnTo>
                    <a:pt x="231122" y="107869"/>
                  </a:lnTo>
                  <a:lnTo>
                    <a:pt x="231654" y="107960"/>
                  </a:lnTo>
                  <a:lnTo>
                    <a:pt x="232010" y="108081"/>
                  </a:lnTo>
                  <a:lnTo>
                    <a:pt x="232305" y="108232"/>
                  </a:lnTo>
                  <a:lnTo>
                    <a:pt x="232572" y="108444"/>
                  </a:lnTo>
                  <a:lnTo>
                    <a:pt x="232897" y="108928"/>
                  </a:lnTo>
                  <a:lnTo>
                    <a:pt x="233104" y="109200"/>
                  </a:lnTo>
                  <a:lnTo>
                    <a:pt x="233430" y="109623"/>
                  </a:lnTo>
                  <a:lnTo>
                    <a:pt x="233696" y="109805"/>
                  </a:lnTo>
                  <a:lnTo>
                    <a:pt x="234288" y="110047"/>
                  </a:lnTo>
                  <a:lnTo>
                    <a:pt x="234583" y="110319"/>
                  </a:lnTo>
                  <a:lnTo>
                    <a:pt x="234820" y="110591"/>
                  </a:lnTo>
                  <a:lnTo>
                    <a:pt x="235205" y="110894"/>
                  </a:lnTo>
                  <a:lnTo>
                    <a:pt x="235589" y="111106"/>
                  </a:lnTo>
                  <a:lnTo>
                    <a:pt x="235885" y="111348"/>
                  </a:lnTo>
                  <a:lnTo>
                    <a:pt x="236004" y="111529"/>
                  </a:lnTo>
                  <a:lnTo>
                    <a:pt x="236033" y="112013"/>
                  </a:lnTo>
                  <a:lnTo>
                    <a:pt x="236240" y="112316"/>
                  </a:lnTo>
                  <a:lnTo>
                    <a:pt x="236477" y="112406"/>
                  </a:lnTo>
                  <a:lnTo>
                    <a:pt x="236802" y="112558"/>
                  </a:lnTo>
                  <a:lnTo>
                    <a:pt x="237365" y="112769"/>
                  </a:lnTo>
                  <a:lnTo>
                    <a:pt x="237631" y="112981"/>
                  </a:lnTo>
                  <a:lnTo>
                    <a:pt x="237927" y="113344"/>
                  </a:lnTo>
                  <a:lnTo>
                    <a:pt x="238222" y="113677"/>
                  </a:lnTo>
                  <a:lnTo>
                    <a:pt x="238459" y="114010"/>
                  </a:lnTo>
                  <a:lnTo>
                    <a:pt x="238548" y="114252"/>
                  </a:lnTo>
                  <a:lnTo>
                    <a:pt x="238814" y="114645"/>
                  </a:lnTo>
                  <a:lnTo>
                    <a:pt x="238962" y="114736"/>
                  </a:lnTo>
                  <a:lnTo>
                    <a:pt x="239465" y="114917"/>
                  </a:lnTo>
                  <a:lnTo>
                    <a:pt x="239613" y="115008"/>
                  </a:lnTo>
                  <a:lnTo>
                    <a:pt x="239850" y="115159"/>
                  </a:lnTo>
                  <a:lnTo>
                    <a:pt x="239998" y="115310"/>
                  </a:lnTo>
                  <a:lnTo>
                    <a:pt x="240205" y="115371"/>
                  </a:lnTo>
                  <a:lnTo>
                    <a:pt x="240441" y="115462"/>
                  </a:lnTo>
                  <a:lnTo>
                    <a:pt x="240589" y="115462"/>
                  </a:lnTo>
                  <a:lnTo>
                    <a:pt x="240885" y="115552"/>
                  </a:lnTo>
                  <a:lnTo>
                    <a:pt x="240944" y="115704"/>
                  </a:lnTo>
                  <a:lnTo>
                    <a:pt x="240885" y="116036"/>
                  </a:lnTo>
                  <a:lnTo>
                    <a:pt x="240826" y="116430"/>
                  </a:lnTo>
                  <a:lnTo>
                    <a:pt x="240737" y="116762"/>
                  </a:lnTo>
                  <a:lnTo>
                    <a:pt x="240796" y="117125"/>
                  </a:lnTo>
                  <a:lnTo>
                    <a:pt x="240856" y="117458"/>
                  </a:lnTo>
                  <a:lnTo>
                    <a:pt x="240944" y="117761"/>
                  </a:lnTo>
                  <a:lnTo>
                    <a:pt x="240974" y="118033"/>
                  </a:lnTo>
                  <a:lnTo>
                    <a:pt x="241033" y="118305"/>
                  </a:lnTo>
                  <a:lnTo>
                    <a:pt x="241033" y="118608"/>
                  </a:lnTo>
                  <a:lnTo>
                    <a:pt x="240944" y="118819"/>
                  </a:lnTo>
                  <a:lnTo>
                    <a:pt x="240885" y="119001"/>
                  </a:lnTo>
                  <a:lnTo>
                    <a:pt x="240885" y="119303"/>
                  </a:lnTo>
                  <a:lnTo>
                    <a:pt x="240944" y="119545"/>
                  </a:lnTo>
                  <a:lnTo>
                    <a:pt x="240944" y="119908"/>
                  </a:lnTo>
                  <a:lnTo>
                    <a:pt x="240974" y="120301"/>
                  </a:lnTo>
                  <a:lnTo>
                    <a:pt x="240885" y="120664"/>
                  </a:lnTo>
                  <a:lnTo>
                    <a:pt x="240649" y="121088"/>
                  </a:lnTo>
                  <a:lnTo>
                    <a:pt x="240382" y="121723"/>
                  </a:lnTo>
                  <a:lnTo>
                    <a:pt x="240382" y="121965"/>
                  </a:lnTo>
                  <a:lnTo>
                    <a:pt x="240353" y="122510"/>
                  </a:lnTo>
                  <a:lnTo>
                    <a:pt x="240471" y="122752"/>
                  </a:lnTo>
                  <a:lnTo>
                    <a:pt x="240708" y="123084"/>
                  </a:lnTo>
                  <a:lnTo>
                    <a:pt x="240915" y="123357"/>
                  </a:lnTo>
                  <a:lnTo>
                    <a:pt x="241211" y="123901"/>
                  </a:lnTo>
                  <a:lnTo>
                    <a:pt x="241359" y="124143"/>
                  </a:lnTo>
                  <a:lnTo>
                    <a:pt x="241418" y="124294"/>
                  </a:lnTo>
                  <a:lnTo>
                    <a:pt x="241536" y="124476"/>
                  </a:lnTo>
                  <a:lnTo>
                    <a:pt x="241773" y="124627"/>
                  </a:lnTo>
                  <a:lnTo>
                    <a:pt x="242157" y="124869"/>
                  </a:lnTo>
                  <a:lnTo>
                    <a:pt x="242394" y="125051"/>
                  </a:lnTo>
                  <a:lnTo>
                    <a:pt x="242719" y="125353"/>
                  </a:lnTo>
                  <a:lnTo>
                    <a:pt x="242779" y="125746"/>
                  </a:lnTo>
                  <a:lnTo>
                    <a:pt x="242808" y="126291"/>
                  </a:lnTo>
                  <a:lnTo>
                    <a:pt x="242719" y="126654"/>
                  </a:lnTo>
                  <a:lnTo>
                    <a:pt x="242660" y="126926"/>
                  </a:lnTo>
                  <a:lnTo>
                    <a:pt x="242631" y="127198"/>
                  </a:lnTo>
                  <a:lnTo>
                    <a:pt x="242719" y="127682"/>
                  </a:lnTo>
                  <a:lnTo>
                    <a:pt x="242867" y="128197"/>
                  </a:lnTo>
                  <a:lnTo>
                    <a:pt x="243075" y="128590"/>
                  </a:lnTo>
                  <a:lnTo>
                    <a:pt x="243430" y="128983"/>
                  </a:lnTo>
                  <a:lnTo>
                    <a:pt x="243696" y="129225"/>
                  </a:lnTo>
                  <a:lnTo>
                    <a:pt x="243903" y="129407"/>
                  </a:lnTo>
                  <a:lnTo>
                    <a:pt x="244140" y="129951"/>
                  </a:lnTo>
                  <a:lnTo>
                    <a:pt x="244169" y="130586"/>
                  </a:lnTo>
                  <a:lnTo>
                    <a:pt x="244021" y="131010"/>
                  </a:lnTo>
                  <a:lnTo>
                    <a:pt x="243933" y="131252"/>
                  </a:lnTo>
                  <a:lnTo>
                    <a:pt x="243696" y="131706"/>
                  </a:lnTo>
                  <a:lnTo>
                    <a:pt x="243637" y="131857"/>
                  </a:lnTo>
                  <a:lnTo>
                    <a:pt x="243518" y="132371"/>
                  </a:lnTo>
                  <a:lnTo>
                    <a:pt x="243518" y="132855"/>
                  </a:lnTo>
                  <a:lnTo>
                    <a:pt x="243430" y="133611"/>
                  </a:lnTo>
                  <a:lnTo>
                    <a:pt x="243222" y="134156"/>
                  </a:lnTo>
                  <a:lnTo>
                    <a:pt x="242927" y="135003"/>
                  </a:lnTo>
                  <a:lnTo>
                    <a:pt x="242719" y="135971"/>
                  </a:lnTo>
                  <a:lnTo>
                    <a:pt x="242542" y="137181"/>
                  </a:lnTo>
                  <a:lnTo>
                    <a:pt x="242217" y="138270"/>
                  </a:lnTo>
                  <a:lnTo>
                    <a:pt x="242157" y="138542"/>
                  </a:lnTo>
                  <a:lnTo>
                    <a:pt x="241270" y="139419"/>
                  </a:lnTo>
                  <a:lnTo>
                    <a:pt x="240974" y="139782"/>
                  </a:lnTo>
                  <a:lnTo>
                    <a:pt x="240501" y="140327"/>
                  </a:lnTo>
                  <a:lnTo>
                    <a:pt x="239968" y="141416"/>
                  </a:lnTo>
                  <a:lnTo>
                    <a:pt x="239731" y="142142"/>
                  </a:lnTo>
                  <a:lnTo>
                    <a:pt x="239731" y="142474"/>
                  </a:lnTo>
                  <a:lnTo>
                    <a:pt x="239583" y="143503"/>
                  </a:lnTo>
                  <a:lnTo>
                    <a:pt x="239288" y="144441"/>
                  </a:lnTo>
                  <a:lnTo>
                    <a:pt x="239228" y="145197"/>
                  </a:lnTo>
                  <a:lnTo>
                    <a:pt x="239021" y="145802"/>
                  </a:lnTo>
                  <a:lnTo>
                    <a:pt x="238962" y="146407"/>
                  </a:lnTo>
                  <a:lnTo>
                    <a:pt x="238962" y="146921"/>
                  </a:lnTo>
                  <a:lnTo>
                    <a:pt x="239021" y="147344"/>
                  </a:lnTo>
                  <a:lnTo>
                    <a:pt x="239199" y="147586"/>
                  </a:lnTo>
                  <a:lnTo>
                    <a:pt x="239376" y="147859"/>
                  </a:lnTo>
                  <a:lnTo>
                    <a:pt x="240027" y="148585"/>
                  </a:lnTo>
                  <a:lnTo>
                    <a:pt x="240708" y="149401"/>
                  </a:lnTo>
                  <a:lnTo>
                    <a:pt x="241181" y="150188"/>
                  </a:lnTo>
                  <a:lnTo>
                    <a:pt x="241832" y="150853"/>
                  </a:lnTo>
                  <a:lnTo>
                    <a:pt x="242009" y="151126"/>
                  </a:lnTo>
                  <a:lnTo>
                    <a:pt x="242187" y="151337"/>
                  </a:lnTo>
                  <a:lnTo>
                    <a:pt x="242364" y="151610"/>
                  </a:lnTo>
                  <a:lnTo>
                    <a:pt x="243489" y="152366"/>
                  </a:lnTo>
                  <a:lnTo>
                    <a:pt x="243725" y="152517"/>
                  </a:lnTo>
                  <a:lnTo>
                    <a:pt x="244406" y="152971"/>
                  </a:lnTo>
                  <a:lnTo>
                    <a:pt x="244583" y="153092"/>
                  </a:lnTo>
                  <a:lnTo>
                    <a:pt x="245412" y="153757"/>
                  </a:lnTo>
                  <a:lnTo>
                    <a:pt x="246092" y="154423"/>
                  </a:lnTo>
                  <a:lnTo>
                    <a:pt x="246891" y="155542"/>
                  </a:lnTo>
                  <a:lnTo>
                    <a:pt x="247217" y="156026"/>
                  </a:lnTo>
                  <a:lnTo>
                    <a:pt x="247601" y="156389"/>
                  </a:lnTo>
                  <a:lnTo>
                    <a:pt x="247986" y="156692"/>
                  </a:lnTo>
                  <a:lnTo>
                    <a:pt x="248459" y="156934"/>
                  </a:lnTo>
                  <a:lnTo>
                    <a:pt x="248696" y="157024"/>
                  </a:lnTo>
                  <a:lnTo>
                    <a:pt x="248932" y="157085"/>
                  </a:lnTo>
                  <a:lnTo>
                    <a:pt x="249199" y="157145"/>
                  </a:lnTo>
                  <a:lnTo>
                    <a:pt x="249376" y="157145"/>
                  </a:lnTo>
                  <a:lnTo>
                    <a:pt x="249554" y="157115"/>
                  </a:lnTo>
                  <a:lnTo>
                    <a:pt x="249790" y="157024"/>
                  </a:lnTo>
                  <a:lnTo>
                    <a:pt x="249938" y="156994"/>
                  </a:lnTo>
                  <a:lnTo>
                    <a:pt x="250175" y="156873"/>
                  </a:lnTo>
                  <a:lnTo>
                    <a:pt x="250441" y="156752"/>
                  </a:lnTo>
                  <a:lnTo>
                    <a:pt x="250708" y="156661"/>
                  </a:lnTo>
                  <a:lnTo>
                    <a:pt x="250974" y="156601"/>
                  </a:lnTo>
                  <a:lnTo>
                    <a:pt x="251122" y="156571"/>
                  </a:lnTo>
                  <a:lnTo>
                    <a:pt x="251299" y="156540"/>
                  </a:lnTo>
                  <a:lnTo>
                    <a:pt x="251477" y="156510"/>
                  </a:lnTo>
                  <a:lnTo>
                    <a:pt x="251625" y="156540"/>
                  </a:lnTo>
                  <a:lnTo>
                    <a:pt x="251921" y="156631"/>
                  </a:lnTo>
                  <a:lnTo>
                    <a:pt x="252069" y="156752"/>
                  </a:lnTo>
                  <a:lnTo>
                    <a:pt x="252246" y="156873"/>
                  </a:lnTo>
                  <a:lnTo>
                    <a:pt x="252601" y="156934"/>
                  </a:lnTo>
                  <a:lnTo>
                    <a:pt x="252808" y="156964"/>
                  </a:lnTo>
                  <a:lnTo>
                    <a:pt x="253400" y="157055"/>
                  </a:lnTo>
                  <a:lnTo>
                    <a:pt x="253903" y="157145"/>
                  </a:lnTo>
                  <a:lnTo>
                    <a:pt x="254465" y="157357"/>
                  </a:lnTo>
                  <a:lnTo>
                    <a:pt x="255441" y="157508"/>
                  </a:lnTo>
                  <a:lnTo>
                    <a:pt x="256122" y="157599"/>
                  </a:lnTo>
                  <a:lnTo>
                    <a:pt x="256388" y="157599"/>
                  </a:lnTo>
                  <a:lnTo>
                    <a:pt x="256743" y="157599"/>
                  </a:lnTo>
                  <a:lnTo>
                    <a:pt x="257631" y="157508"/>
                  </a:lnTo>
                  <a:lnTo>
                    <a:pt x="258045" y="157448"/>
                  </a:lnTo>
                  <a:lnTo>
                    <a:pt x="258193" y="157357"/>
                  </a:lnTo>
                  <a:lnTo>
                    <a:pt x="258459" y="157236"/>
                  </a:lnTo>
                  <a:lnTo>
                    <a:pt x="258903" y="156934"/>
                  </a:lnTo>
                  <a:lnTo>
                    <a:pt x="259642" y="156631"/>
                  </a:lnTo>
                  <a:lnTo>
                    <a:pt x="260116" y="156450"/>
                  </a:lnTo>
                  <a:lnTo>
                    <a:pt x="260441" y="156389"/>
                  </a:lnTo>
                  <a:lnTo>
                    <a:pt x="260915" y="156419"/>
                  </a:lnTo>
                  <a:lnTo>
                    <a:pt x="261447" y="156571"/>
                  </a:lnTo>
                  <a:lnTo>
                    <a:pt x="262364" y="156571"/>
                  </a:lnTo>
                  <a:lnTo>
                    <a:pt x="262867" y="156661"/>
                  </a:lnTo>
                  <a:lnTo>
                    <a:pt x="263341" y="156843"/>
                  </a:lnTo>
                  <a:lnTo>
                    <a:pt x="263489" y="157055"/>
                  </a:lnTo>
                  <a:lnTo>
                    <a:pt x="263636" y="157236"/>
                  </a:lnTo>
                  <a:lnTo>
                    <a:pt x="263932" y="157569"/>
                  </a:lnTo>
                  <a:lnTo>
                    <a:pt x="264287" y="157781"/>
                  </a:lnTo>
                  <a:lnTo>
                    <a:pt x="264613" y="158023"/>
                  </a:lnTo>
                  <a:lnTo>
                    <a:pt x="265086" y="158295"/>
                  </a:lnTo>
                  <a:lnTo>
                    <a:pt x="265767" y="158658"/>
                  </a:lnTo>
                  <a:lnTo>
                    <a:pt x="266003" y="158809"/>
                  </a:lnTo>
                  <a:lnTo>
                    <a:pt x="266358" y="158960"/>
                  </a:lnTo>
                  <a:lnTo>
                    <a:pt x="266684" y="159112"/>
                  </a:lnTo>
                  <a:lnTo>
                    <a:pt x="266920" y="159293"/>
                  </a:lnTo>
                  <a:lnTo>
                    <a:pt x="267542" y="159656"/>
                  </a:lnTo>
                  <a:lnTo>
                    <a:pt x="267956" y="159807"/>
                  </a:lnTo>
                  <a:lnTo>
                    <a:pt x="268400" y="159898"/>
                  </a:lnTo>
                  <a:lnTo>
                    <a:pt x="268548" y="159928"/>
                  </a:lnTo>
                  <a:lnTo>
                    <a:pt x="268903" y="160019"/>
                  </a:lnTo>
                  <a:lnTo>
                    <a:pt x="270116" y="160170"/>
                  </a:lnTo>
                  <a:lnTo>
                    <a:pt x="270116" y="160866"/>
                  </a:lnTo>
                  <a:lnTo>
                    <a:pt x="269909" y="161229"/>
                  </a:lnTo>
                  <a:lnTo>
                    <a:pt x="269879" y="161592"/>
                  </a:lnTo>
                  <a:lnTo>
                    <a:pt x="269909" y="162136"/>
                  </a:lnTo>
                  <a:lnTo>
                    <a:pt x="269997" y="162530"/>
                  </a:lnTo>
                  <a:lnTo>
                    <a:pt x="270323" y="162923"/>
                  </a:lnTo>
                  <a:lnTo>
                    <a:pt x="270707" y="163467"/>
                  </a:lnTo>
                  <a:lnTo>
                    <a:pt x="270974" y="163800"/>
                  </a:lnTo>
                  <a:lnTo>
                    <a:pt x="271240" y="164133"/>
                  </a:lnTo>
                  <a:lnTo>
                    <a:pt x="271891" y="164859"/>
                  </a:lnTo>
                  <a:lnTo>
                    <a:pt x="272128" y="165282"/>
                  </a:lnTo>
                  <a:lnTo>
                    <a:pt x="272364" y="165918"/>
                  </a:lnTo>
                  <a:lnTo>
                    <a:pt x="272631" y="166674"/>
                  </a:lnTo>
                  <a:lnTo>
                    <a:pt x="272838" y="167218"/>
                  </a:lnTo>
                  <a:lnTo>
                    <a:pt x="273074" y="167733"/>
                  </a:lnTo>
                  <a:lnTo>
                    <a:pt x="273341" y="168307"/>
                  </a:lnTo>
                  <a:lnTo>
                    <a:pt x="273548" y="168670"/>
                  </a:lnTo>
                  <a:lnTo>
                    <a:pt x="273636" y="168943"/>
                  </a:lnTo>
                  <a:lnTo>
                    <a:pt x="273666" y="169578"/>
                  </a:lnTo>
                  <a:lnTo>
                    <a:pt x="273607" y="170153"/>
                  </a:lnTo>
                  <a:lnTo>
                    <a:pt x="273577" y="170697"/>
                  </a:lnTo>
                  <a:lnTo>
                    <a:pt x="273636" y="171756"/>
                  </a:lnTo>
                  <a:lnTo>
                    <a:pt x="273784" y="172058"/>
                  </a:lnTo>
                  <a:lnTo>
                    <a:pt x="274199" y="172331"/>
                  </a:lnTo>
                  <a:lnTo>
                    <a:pt x="274672" y="172603"/>
                  </a:lnTo>
                  <a:lnTo>
                    <a:pt x="275293" y="172663"/>
                  </a:lnTo>
                  <a:lnTo>
                    <a:pt x="275767" y="172633"/>
                  </a:lnTo>
                  <a:lnTo>
                    <a:pt x="276122" y="172663"/>
                  </a:lnTo>
                  <a:lnTo>
                    <a:pt x="276329" y="172784"/>
                  </a:lnTo>
                  <a:lnTo>
                    <a:pt x="276329" y="173389"/>
                  </a:lnTo>
                  <a:lnTo>
                    <a:pt x="276240" y="173903"/>
                  </a:lnTo>
                  <a:lnTo>
                    <a:pt x="276240" y="174418"/>
                  </a:lnTo>
                  <a:lnTo>
                    <a:pt x="276388" y="174902"/>
                  </a:lnTo>
                  <a:lnTo>
                    <a:pt x="276417" y="175083"/>
                  </a:lnTo>
                  <a:lnTo>
                    <a:pt x="276506" y="175507"/>
                  </a:lnTo>
                  <a:lnTo>
                    <a:pt x="276536" y="175688"/>
                  </a:lnTo>
                  <a:lnTo>
                    <a:pt x="276654" y="176233"/>
                  </a:lnTo>
                  <a:lnTo>
                    <a:pt x="276802" y="176444"/>
                  </a:lnTo>
                  <a:lnTo>
                    <a:pt x="276920" y="176717"/>
                  </a:lnTo>
                  <a:lnTo>
                    <a:pt x="277009" y="177110"/>
                  </a:lnTo>
                  <a:lnTo>
                    <a:pt x="277187" y="177533"/>
                  </a:lnTo>
                  <a:lnTo>
                    <a:pt x="277246" y="177896"/>
                  </a:lnTo>
                  <a:lnTo>
                    <a:pt x="277335" y="178229"/>
                  </a:lnTo>
                  <a:lnTo>
                    <a:pt x="277305" y="178955"/>
                  </a:lnTo>
                  <a:lnTo>
                    <a:pt x="277187" y="179621"/>
                  </a:lnTo>
                  <a:lnTo>
                    <a:pt x="277098" y="180195"/>
                  </a:lnTo>
                  <a:lnTo>
                    <a:pt x="277039" y="180498"/>
                  </a:lnTo>
                  <a:lnTo>
                    <a:pt x="276950" y="181163"/>
                  </a:lnTo>
                  <a:lnTo>
                    <a:pt x="276980" y="181526"/>
                  </a:lnTo>
                  <a:lnTo>
                    <a:pt x="277068" y="181920"/>
                  </a:lnTo>
                  <a:lnTo>
                    <a:pt x="277275" y="182525"/>
                  </a:lnTo>
                  <a:lnTo>
                    <a:pt x="277364" y="182978"/>
                  </a:lnTo>
                  <a:lnTo>
                    <a:pt x="277305" y="183462"/>
                  </a:lnTo>
                  <a:lnTo>
                    <a:pt x="277305" y="184340"/>
                  </a:lnTo>
                  <a:lnTo>
                    <a:pt x="277453" y="184793"/>
                  </a:lnTo>
                  <a:lnTo>
                    <a:pt x="277542" y="185156"/>
                  </a:lnTo>
                  <a:lnTo>
                    <a:pt x="277719" y="185580"/>
                  </a:lnTo>
                  <a:lnTo>
                    <a:pt x="277897" y="185731"/>
                  </a:lnTo>
                  <a:lnTo>
                    <a:pt x="278518" y="186306"/>
                  </a:lnTo>
                  <a:lnTo>
                    <a:pt x="278843" y="186638"/>
                  </a:lnTo>
                  <a:lnTo>
                    <a:pt x="279228" y="187001"/>
                  </a:lnTo>
                  <a:lnTo>
                    <a:pt x="279524" y="187304"/>
                  </a:lnTo>
                  <a:lnTo>
                    <a:pt x="279672" y="187516"/>
                  </a:lnTo>
                  <a:lnTo>
                    <a:pt x="279672" y="187909"/>
                  </a:lnTo>
                  <a:lnTo>
                    <a:pt x="279672" y="188211"/>
                  </a:lnTo>
                  <a:lnTo>
                    <a:pt x="279761" y="188695"/>
                  </a:lnTo>
                  <a:lnTo>
                    <a:pt x="279997" y="189058"/>
                  </a:lnTo>
                  <a:lnTo>
                    <a:pt x="280204" y="189421"/>
                  </a:lnTo>
                  <a:lnTo>
                    <a:pt x="280293" y="189754"/>
                  </a:lnTo>
                  <a:lnTo>
                    <a:pt x="280412" y="189936"/>
                  </a:lnTo>
                  <a:lnTo>
                    <a:pt x="280619" y="190329"/>
                  </a:lnTo>
                  <a:lnTo>
                    <a:pt x="280737" y="190904"/>
                  </a:lnTo>
                  <a:lnTo>
                    <a:pt x="280796" y="191993"/>
                  </a:lnTo>
                  <a:lnTo>
                    <a:pt x="280826" y="192235"/>
                  </a:lnTo>
                  <a:lnTo>
                    <a:pt x="281003" y="193414"/>
                  </a:lnTo>
                  <a:lnTo>
                    <a:pt x="281181" y="194019"/>
                  </a:lnTo>
                  <a:lnTo>
                    <a:pt x="281447" y="194624"/>
                  </a:lnTo>
                  <a:lnTo>
                    <a:pt x="281920" y="195592"/>
                  </a:lnTo>
                  <a:lnTo>
                    <a:pt x="282187" y="196016"/>
                  </a:lnTo>
                  <a:lnTo>
                    <a:pt x="282246" y="196167"/>
                  </a:lnTo>
                  <a:lnTo>
                    <a:pt x="282483" y="196712"/>
                  </a:lnTo>
                  <a:lnTo>
                    <a:pt x="282630" y="197407"/>
                  </a:lnTo>
                  <a:lnTo>
                    <a:pt x="282660" y="198012"/>
                  </a:lnTo>
                  <a:lnTo>
                    <a:pt x="282660" y="198194"/>
                  </a:lnTo>
                  <a:lnTo>
                    <a:pt x="282542" y="198496"/>
                  </a:lnTo>
                  <a:lnTo>
                    <a:pt x="282216" y="199041"/>
                  </a:lnTo>
                  <a:lnTo>
                    <a:pt x="281950" y="199646"/>
                  </a:lnTo>
                  <a:lnTo>
                    <a:pt x="281743" y="200311"/>
                  </a:lnTo>
                  <a:lnTo>
                    <a:pt x="281713" y="200462"/>
                  </a:lnTo>
                  <a:lnTo>
                    <a:pt x="281684" y="200704"/>
                  </a:lnTo>
                  <a:lnTo>
                    <a:pt x="281713" y="200916"/>
                  </a:lnTo>
                  <a:lnTo>
                    <a:pt x="281802" y="201309"/>
                  </a:lnTo>
                  <a:lnTo>
                    <a:pt x="281920" y="201551"/>
                  </a:lnTo>
                  <a:lnTo>
                    <a:pt x="282009" y="201884"/>
                  </a:lnTo>
                  <a:lnTo>
                    <a:pt x="282216" y="202338"/>
                  </a:lnTo>
                  <a:lnTo>
                    <a:pt x="282483" y="202792"/>
                  </a:lnTo>
                  <a:lnTo>
                    <a:pt x="282838" y="203608"/>
                  </a:lnTo>
                  <a:lnTo>
                    <a:pt x="282926" y="203820"/>
                  </a:lnTo>
                  <a:lnTo>
                    <a:pt x="283104" y="204153"/>
                  </a:lnTo>
                  <a:lnTo>
                    <a:pt x="283133" y="204395"/>
                  </a:lnTo>
                  <a:lnTo>
                    <a:pt x="283045" y="204818"/>
                  </a:lnTo>
                  <a:lnTo>
                    <a:pt x="283015" y="205030"/>
                  </a:lnTo>
                  <a:lnTo>
                    <a:pt x="283015" y="205696"/>
                  </a:lnTo>
                  <a:lnTo>
                    <a:pt x="283104" y="206361"/>
                  </a:lnTo>
                  <a:lnTo>
                    <a:pt x="283163" y="206633"/>
                  </a:lnTo>
                  <a:lnTo>
                    <a:pt x="283163" y="206875"/>
                  </a:lnTo>
                  <a:lnTo>
                    <a:pt x="283163" y="207390"/>
                  </a:lnTo>
                  <a:lnTo>
                    <a:pt x="283193" y="207783"/>
                  </a:lnTo>
                  <a:lnTo>
                    <a:pt x="283340" y="208630"/>
                  </a:lnTo>
                  <a:lnTo>
                    <a:pt x="283281" y="209235"/>
                  </a:lnTo>
                  <a:lnTo>
                    <a:pt x="282926" y="210021"/>
                  </a:lnTo>
                  <a:lnTo>
                    <a:pt x="282867" y="210415"/>
                  </a:lnTo>
                  <a:lnTo>
                    <a:pt x="282926" y="210899"/>
                  </a:lnTo>
                  <a:lnTo>
                    <a:pt x="282926" y="211655"/>
                  </a:lnTo>
                  <a:lnTo>
                    <a:pt x="282956" y="212230"/>
                  </a:lnTo>
                  <a:lnTo>
                    <a:pt x="283045" y="212804"/>
                  </a:lnTo>
                  <a:lnTo>
                    <a:pt x="283133" y="213288"/>
                  </a:lnTo>
                  <a:lnTo>
                    <a:pt x="283133" y="213893"/>
                  </a:lnTo>
                  <a:lnTo>
                    <a:pt x="283104" y="214256"/>
                  </a:lnTo>
                  <a:lnTo>
                    <a:pt x="283015" y="214468"/>
                  </a:lnTo>
                  <a:lnTo>
                    <a:pt x="282690" y="214952"/>
                  </a:lnTo>
                  <a:lnTo>
                    <a:pt x="282542" y="215164"/>
                  </a:lnTo>
                  <a:lnTo>
                    <a:pt x="282068" y="215920"/>
                  </a:lnTo>
                  <a:lnTo>
                    <a:pt x="281713" y="216797"/>
                  </a:lnTo>
                  <a:lnTo>
                    <a:pt x="281269" y="217886"/>
                  </a:lnTo>
                  <a:lnTo>
                    <a:pt x="280796" y="218703"/>
                  </a:lnTo>
                  <a:lnTo>
                    <a:pt x="280678" y="218975"/>
                  </a:lnTo>
                  <a:lnTo>
                    <a:pt x="280264" y="219973"/>
                  </a:lnTo>
                  <a:lnTo>
                    <a:pt x="280175" y="220306"/>
                  </a:lnTo>
                  <a:lnTo>
                    <a:pt x="280145" y="221062"/>
                  </a:lnTo>
                  <a:lnTo>
                    <a:pt x="280086" y="221667"/>
                  </a:lnTo>
                  <a:lnTo>
                    <a:pt x="280056" y="221940"/>
                  </a:lnTo>
                  <a:lnTo>
                    <a:pt x="280086" y="222091"/>
                  </a:lnTo>
                  <a:lnTo>
                    <a:pt x="280145" y="222696"/>
                  </a:lnTo>
                  <a:lnTo>
                    <a:pt x="280412" y="223301"/>
                  </a:lnTo>
                  <a:lnTo>
                    <a:pt x="280885" y="224057"/>
                  </a:lnTo>
                  <a:lnTo>
                    <a:pt x="281595" y="224904"/>
                  </a:lnTo>
                  <a:lnTo>
                    <a:pt x="281743" y="225055"/>
                  </a:lnTo>
                  <a:lnTo>
                    <a:pt x="282157" y="225781"/>
                  </a:lnTo>
                  <a:lnTo>
                    <a:pt x="282335" y="226084"/>
                  </a:lnTo>
                  <a:lnTo>
                    <a:pt x="282690" y="226537"/>
                  </a:lnTo>
                  <a:lnTo>
                    <a:pt x="282897" y="226779"/>
                  </a:lnTo>
                  <a:lnTo>
                    <a:pt x="283311" y="227112"/>
                  </a:lnTo>
                  <a:lnTo>
                    <a:pt x="283666" y="227566"/>
                  </a:lnTo>
                  <a:lnTo>
                    <a:pt x="283903" y="227959"/>
                  </a:lnTo>
                  <a:lnTo>
                    <a:pt x="284051" y="228262"/>
                  </a:lnTo>
                  <a:lnTo>
                    <a:pt x="284258" y="228625"/>
                  </a:lnTo>
                  <a:lnTo>
                    <a:pt x="284494" y="228988"/>
                  </a:lnTo>
                  <a:lnTo>
                    <a:pt x="284820" y="229381"/>
                  </a:lnTo>
                  <a:lnTo>
                    <a:pt x="285145" y="229623"/>
                  </a:lnTo>
                  <a:lnTo>
                    <a:pt x="285471" y="229804"/>
                  </a:lnTo>
                  <a:lnTo>
                    <a:pt x="285796" y="230077"/>
                  </a:lnTo>
                  <a:lnTo>
                    <a:pt x="285914" y="230228"/>
                  </a:lnTo>
                  <a:lnTo>
                    <a:pt x="286477" y="230682"/>
                  </a:lnTo>
                  <a:lnTo>
                    <a:pt x="286654" y="230954"/>
                  </a:lnTo>
                  <a:lnTo>
                    <a:pt x="286980" y="231317"/>
                  </a:lnTo>
                  <a:lnTo>
                    <a:pt x="287187" y="231619"/>
                  </a:lnTo>
                  <a:lnTo>
                    <a:pt x="287335" y="232013"/>
                  </a:lnTo>
                  <a:lnTo>
                    <a:pt x="287394" y="232224"/>
                  </a:lnTo>
                  <a:lnTo>
                    <a:pt x="287423" y="232527"/>
                  </a:lnTo>
                  <a:lnTo>
                    <a:pt x="287453" y="232769"/>
                  </a:lnTo>
                  <a:lnTo>
                    <a:pt x="287039" y="233011"/>
                  </a:lnTo>
                  <a:lnTo>
                    <a:pt x="286624" y="233223"/>
                  </a:lnTo>
                  <a:lnTo>
                    <a:pt x="286417" y="233404"/>
                  </a:lnTo>
                  <a:lnTo>
                    <a:pt x="286210" y="233586"/>
                  </a:lnTo>
                  <a:lnTo>
                    <a:pt x="286033" y="233828"/>
                  </a:lnTo>
                  <a:lnTo>
                    <a:pt x="285737" y="234342"/>
                  </a:lnTo>
                  <a:lnTo>
                    <a:pt x="285619" y="234947"/>
                  </a:lnTo>
                  <a:lnTo>
                    <a:pt x="285648" y="235733"/>
                  </a:lnTo>
                  <a:lnTo>
                    <a:pt x="285707" y="235915"/>
                  </a:lnTo>
                  <a:lnTo>
                    <a:pt x="285885" y="236096"/>
                  </a:lnTo>
                  <a:lnTo>
                    <a:pt x="286269" y="236248"/>
                  </a:lnTo>
                  <a:lnTo>
                    <a:pt x="286861" y="236369"/>
                  </a:lnTo>
                  <a:lnTo>
                    <a:pt x="287187" y="236490"/>
                  </a:lnTo>
                  <a:lnTo>
                    <a:pt x="287423" y="236671"/>
                  </a:lnTo>
                  <a:lnTo>
                    <a:pt x="287719" y="236822"/>
                  </a:lnTo>
                  <a:lnTo>
                    <a:pt x="288045" y="237064"/>
                  </a:lnTo>
                  <a:lnTo>
                    <a:pt x="288459" y="237488"/>
                  </a:lnTo>
                  <a:lnTo>
                    <a:pt x="288577" y="237669"/>
                  </a:lnTo>
                  <a:lnTo>
                    <a:pt x="288814" y="238002"/>
                  </a:lnTo>
                  <a:lnTo>
                    <a:pt x="289080" y="238486"/>
                  </a:lnTo>
                  <a:lnTo>
                    <a:pt x="289198" y="238728"/>
                  </a:lnTo>
                  <a:lnTo>
                    <a:pt x="289228" y="239000"/>
                  </a:lnTo>
                  <a:lnTo>
                    <a:pt x="289139" y="239303"/>
                  </a:lnTo>
                  <a:lnTo>
                    <a:pt x="289021" y="239726"/>
                  </a:lnTo>
                  <a:lnTo>
                    <a:pt x="288932" y="240089"/>
                  </a:lnTo>
                  <a:lnTo>
                    <a:pt x="289050" y="240422"/>
                  </a:lnTo>
                  <a:lnTo>
                    <a:pt x="289494" y="240936"/>
                  </a:lnTo>
                  <a:lnTo>
                    <a:pt x="289938" y="241360"/>
                  </a:lnTo>
                  <a:lnTo>
                    <a:pt x="290323" y="241783"/>
                  </a:lnTo>
                  <a:lnTo>
                    <a:pt x="290530" y="242055"/>
                  </a:lnTo>
                  <a:lnTo>
                    <a:pt x="290678" y="242449"/>
                  </a:lnTo>
                  <a:lnTo>
                    <a:pt x="290737" y="242660"/>
                  </a:lnTo>
                  <a:lnTo>
                    <a:pt x="291062" y="243175"/>
                  </a:lnTo>
                  <a:lnTo>
                    <a:pt x="291624" y="243870"/>
                  </a:lnTo>
                  <a:lnTo>
                    <a:pt x="291684" y="244173"/>
                  </a:lnTo>
                  <a:lnTo>
                    <a:pt x="291772" y="244657"/>
                  </a:lnTo>
                  <a:lnTo>
                    <a:pt x="291920" y="245262"/>
                  </a:lnTo>
                  <a:lnTo>
                    <a:pt x="292009" y="245806"/>
                  </a:lnTo>
                  <a:lnTo>
                    <a:pt x="291979" y="245958"/>
                  </a:lnTo>
                  <a:lnTo>
                    <a:pt x="291536" y="246442"/>
                  </a:lnTo>
                  <a:lnTo>
                    <a:pt x="291092" y="247168"/>
                  </a:lnTo>
                  <a:lnTo>
                    <a:pt x="290648" y="247924"/>
                  </a:lnTo>
                  <a:lnTo>
                    <a:pt x="290352" y="248287"/>
                  </a:lnTo>
                  <a:lnTo>
                    <a:pt x="290204" y="248499"/>
                  </a:lnTo>
                  <a:lnTo>
                    <a:pt x="290056" y="248680"/>
                  </a:lnTo>
                  <a:lnTo>
                    <a:pt x="289908" y="249285"/>
                  </a:lnTo>
                  <a:lnTo>
                    <a:pt x="289879" y="249799"/>
                  </a:lnTo>
                  <a:lnTo>
                    <a:pt x="289849" y="250435"/>
                  </a:lnTo>
                  <a:lnTo>
                    <a:pt x="289435" y="252098"/>
                  </a:lnTo>
                  <a:lnTo>
                    <a:pt x="289317" y="252461"/>
                  </a:lnTo>
                  <a:lnTo>
                    <a:pt x="289169" y="252915"/>
                  </a:lnTo>
                  <a:lnTo>
                    <a:pt x="289110" y="253157"/>
                  </a:lnTo>
                  <a:lnTo>
                    <a:pt x="288755" y="254004"/>
                  </a:lnTo>
                  <a:lnTo>
                    <a:pt x="288163" y="254911"/>
                  </a:lnTo>
                  <a:lnTo>
                    <a:pt x="288074" y="255063"/>
                  </a:lnTo>
                  <a:lnTo>
                    <a:pt x="287690" y="255547"/>
                  </a:lnTo>
                  <a:lnTo>
                    <a:pt x="287482" y="255819"/>
                  </a:lnTo>
                  <a:lnTo>
                    <a:pt x="287246" y="256121"/>
                  </a:lnTo>
                  <a:lnTo>
                    <a:pt x="286506" y="256999"/>
                  </a:lnTo>
                  <a:lnTo>
                    <a:pt x="286240" y="257331"/>
                  </a:lnTo>
                  <a:lnTo>
                    <a:pt x="285589" y="258118"/>
                  </a:lnTo>
                  <a:lnTo>
                    <a:pt x="285411" y="258360"/>
                  </a:lnTo>
                  <a:lnTo>
                    <a:pt x="284820" y="259177"/>
                  </a:lnTo>
                  <a:lnTo>
                    <a:pt x="284524" y="259570"/>
                  </a:lnTo>
                  <a:lnTo>
                    <a:pt x="284198" y="259872"/>
                  </a:lnTo>
                  <a:lnTo>
                    <a:pt x="283903" y="260145"/>
                  </a:lnTo>
                  <a:lnTo>
                    <a:pt x="283636" y="260477"/>
                  </a:lnTo>
                  <a:lnTo>
                    <a:pt x="283577" y="260871"/>
                  </a:lnTo>
                  <a:lnTo>
                    <a:pt x="283548" y="261960"/>
                  </a:lnTo>
                  <a:lnTo>
                    <a:pt x="283518" y="262323"/>
                  </a:lnTo>
                  <a:lnTo>
                    <a:pt x="283400" y="263079"/>
                  </a:lnTo>
                  <a:lnTo>
                    <a:pt x="283193" y="264047"/>
                  </a:lnTo>
                  <a:lnTo>
                    <a:pt x="283045" y="264743"/>
                  </a:lnTo>
                  <a:lnTo>
                    <a:pt x="282956" y="265075"/>
                  </a:lnTo>
                  <a:lnTo>
                    <a:pt x="282808" y="265620"/>
                  </a:lnTo>
                  <a:lnTo>
                    <a:pt x="282778" y="266406"/>
                  </a:lnTo>
                  <a:lnTo>
                    <a:pt x="282838" y="267193"/>
                  </a:lnTo>
                  <a:lnTo>
                    <a:pt x="282512" y="268191"/>
                  </a:lnTo>
                  <a:lnTo>
                    <a:pt x="282039" y="269310"/>
                  </a:lnTo>
                  <a:lnTo>
                    <a:pt x="281861" y="270006"/>
                  </a:lnTo>
                  <a:lnTo>
                    <a:pt x="281772" y="270399"/>
                  </a:lnTo>
                  <a:lnTo>
                    <a:pt x="281684" y="271307"/>
                  </a:lnTo>
                  <a:lnTo>
                    <a:pt x="281595" y="271518"/>
                  </a:lnTo>
                  <a:lnTo>
                    <a:pt x="281388" y="271730"/>
                  </a:lnTo>
                  <a:lnTo>
                    <a:pt x="281122" y="271912"/>
                  </a:lnTo>
                  <a:lnTo>
                    <a:pt x="281003" y="272093"/>
                  </a:lnTo>
                  <a:lnTo>
                    <a:pt x="280826" y="272396"/>
                  </a:lnTo>
                  <a:lnTo>
                    <a:pt x="280589" y="273273"/>
                  </a:lnTo>
                  <a:lnTo>
                    <a:pt x="280412" y="273575"/>
                  </a:lnTo>
                  <a:lnTo>
                    <a:pt x="280086" y="274029"/>
                  </a:lnTo>
                  <a:lnTo>
                    <a:pt x="279997" y="274271"/>
                  </a:lnTo>
                  <a:lnTo>
                    <a:pt x="279909" y="274483"/>
                  </a:lnTo>
                  <a:lnTo>
                    <a:pt x="279849" y="274725"/>
                  </a:lnTo>
                  <a:lnTo>
                    <a:pt x="279820" y="274967"/>
                  </a:lnTo>
                  <a:lnTo>
                    <a:pt x="279790" y="275602"/>
                  </a:lnTo>
                  <a:lnTo>
                    <a:pt x="279790" y="275995"/>
                  </a:lnTo>
                  <a:lnTo>
                    <a:pt x="279849" y="276661"/>
                  </a:lnTo>
                  <a:lnTo>
                    <a:pt x="279997" y="277024"/>
                  </a:lnTo>
                  <a:lnTo>
                    <a:pt x="280264" y="277508"/>
                  </a:lnTo>
                  <a:lnTo>
                    <a:pt x="280530" y="278052"/>
                  </a:lnTo>
                  <a:lnTo>
                    <a:pt x="280589" y="278567"/>
                  </a:lnTo>
                  <a:lnTo>
                    <a:pt x="280382" y="278657"/>
                  </a:lnTo>
                  <a:lnTo>
                    <a:pt x="280027" y="278778"/>
                  </a:lnTo>
                  <a:lnTo>
                    <a:pt x="279613" y="278899"/>
                  </a:lnTo>
                  <a:lnTo>
                    <a:pt x="278991" y="279323"/>
                  </a:lnTo>
                  <a:lnTo>
                    <a:pt x="278607" y="279897"/>
                  </a:lnTo>
                  <a:lnTo>
                    <a:pt x="278370" y="280381"/>
                  </a:lnTo>
                  <a:lnTo>
                    <a:pt x="278281" y="280593"/>
                  </a:lnTo>
                  <a:lnTo>
                    <a:pt x="278015" y="281047"/>
                  </a:lnTo>
                  <a:lnTo>
                    <a:pt x="277690" y="281743"/>
                  </a:lnTo>
                  <a:lnTo>
                    <a:pt x="277187" y="282317"/>
                  </a:lnTo>
                  <a:lnTo>
                    <a:pt x="276802" y="282801"/>
                  </a:lnTo>
                  <a:lnTo>
                    <a:pt x="276565" y="283134"/>
                  </a:lnTo>
                  <a:lnTo>
                    <a:pt x="276417" y="283679"/>
                  </a:lnTo>
                  <a:lnTo>
                    <a:pt x="276388" y="283890"/>
                  </a:lnTo>
                  <a:lnTo>
                    <a:pt x="276122" y="284526"/>
                  </a:lnTo>
                  <a:lnTo>
                    <a:pt x="275737" y="285282"/>
                  </a:lnTo>
                  <a:lnTo>
                    <a:pt x="275589" y="285887"/>
                  </a:lnTo>
                  <a:lnTo>
                    <a:pt x="275530" y="286038"/>
                  </a:lnTo>
                  <a:lnTo>
                    <a:pt x="275352" y="286431"/>
                  </a:lnTo>
                  <a:lnTo>
                    <a:pt x="275175" y="286855"/>
                  </a:lnTo>
                  <a:lnTo>
                    <a:pt x="274997" y="287309"/>
                  </a:lnTo>
                  <a:lnTo>
                    <a:pt x="274909" y="288035"/>
                  </a:lnTo>
                  <a:lnTo>
                    <a:pt x="274849" y="288307"/>
                  </a:lnTo>
                  <a:lnTo>
                    <a:pt x="274820" y="288458"/>
                  </a:lnTo>
                  <a:lnTo>
                    <a:pt x="274790" y="288670"/>
                  </a:lnTo>
                  <a:lnTo>
                    <a:pt x="274701" y="289063"/>
                  </a:lnTo>
                  <a:lnTo>
                    <a:pt x="274554" y="289729"/>
                  </a:lnTo>
                  <a:lnTo>
                    <a:pt x="274465" y="290273"/>
                  </a:lnTo>
                  <a:lnTo>
                    <a:pt x="274346" y="291392"/>
                  </a:lnTo>
                  <a:lnTo>
                    <a:pt x="274199" y="292088"/>
                  </a:lnTo>
                  <a:lnTo>
                    <a:pt x="274139" y="292330"/>
                  </a:lnTo>
                  <a:lnTo>
                    <a:pt x="274051" y="292633"/>
                  </a:lnTo>
                  <a:lnTo>
                    <a:pt x="273784" y="293298"/>
                  </a:lnTo>
                  <a:lnTo>
                    <a:pt x="273518" y="293842"/>
                  </a:lnTo>
                  <a:lnTo>
                    <a:pt x="273370" y="294145"/>
                  </a:lnTo>
                  <a:lnTo>
                    <a:pt x="273133" y="294538"/>
                  </a:lnTo>
                  <a:lnTo>
                    <a:pt x="272749" y="295234"/>
                  </a:lnTo>
                  <a:lnTo>
                    <a:pt x="272275" y="295718"/>
                  </a:lnTo>
                  <a:lnTo>
                    <a:pt x="272157" y="295869"/>
                  </a:lnTo>
                  <a:lnTo>
                    <a:pt x="271802" y="296202"/>
                  </a:lnTo>
                  <a:lnTo>
                    <a:pt x="271329" y="296535"/>
                  </a:lnTo>
                  <a:lnTo>
                    <a:pt x="270796" y="296686"/>
                  </a:lnTo>
                  <a:lnTo>
                    <a:pt x="270648" y="296746"/>
                  </a:lnTo>
                  <a:lnTo>
                    <a:pt x="269968" y="296958"/>
                  </a:lnTo>
                  <a:lnTo>
                    <a:pt x="269761" y="297019"/>
                  </a:lnTo>
                  <a:lnTo>
                    <a:pt x="269406" y="297140"/>
                  </a:lnTo>
                  <a:lnTo>
                    <a:pt x="269139" y="297261"/>
                  </a:lnTo>
                  <a:lnTo>
                    <a:pt x="268489" y="297533"/>
                  </a:lnTo>
                  <a:lnTo>
                    <a:pt x="267423" y="297775"/>
                  </a:lnTo>
                  <a:lnTo>
                    <a:pt x="267276" y="297987"/>
                  </a:lnTo>
                  <a:lnTo>
                    <a:pt x="267335" y="298138"/>
                  </a:lnTo>
                  <a:lnTo>
                    <a:pt x="267601" y="298350"/>
                  </a:lnTo>
                  <a:lnTo>
                    <a:pt x="267749" y="298471"/>
                  </a:lnTo>
                  <a:lnTo>
                    <a:pt x="267867" y="298682"/>
                  </a:lnTo>
                  <a:lnTo>
                    <a:pt x="267986" y="299106"/>
                  </a:lnTo>
                  <a:lnTo>
                    <a:pt x="268134" y="299892"/>
                  </a:lnTo>
                  <a:lnTo>
                    <a:pt x="268193" y="300165"/>
                  </a:lnTo>
                  <a:lnTo>
                    <a:pt x="268281" y="300618"/>
                  </a:lnTo>
                  <a:lnTo>
                    <a:pt x="268429" y="301163"/>
                  </a:lnTo>
                  <a:lnTo>
                    <a:pt x="268666" y="302010"/>
                  </a:lnTo>
                  <a:lnTo>
                    <a:pt x="268725" y="302554"/>
                  </a:lnTo>
                  <a:lnTo>
                    <a:pt x="268844" y="302857"/>
                  </a:lnTo>
                  <a:lnTo>
                    <a:pt x="268932" y="303401"/>
                  </a:lnTo>
                  <a:lnTo>
                    <a:pt x="268962" y="303704"/>
                  </a:lnTo>
                  <a:lnTo>
                    <a:pt x="269258" y="304158"/>
                  </a:lnTo>
                  <a:lnTo>
                    <a:pt x="269435" y="304823"/>
                  </a:lnTo>
                  <a:lnTo>
                    <a:pt x="269347" y="305277"/>
                  </a:lnTo>
                  <a:lnTo>
                    <a:pt x="269435" y="305852"/>
                  </a:lnTo>
                  <a:lnTo>
                    <a:pt x="269642" y="306335"/>
                  </a:lnTo>
                  <a:lnTo>
                    <a:pt x="269761" y="306759"/>
                  </a:lnTo>
                  <a:lnTo>
                    <a:pt x="269761" y="307303"/>
                  </a:lnTo>
                  <a:lnTo>
                    <a:pt x="269761" y="307697"/>
                  </a:lnTo>
                  <a:lnTo>
                    <a:pt x="269790" y="308120"/>
                  </a:lnTo>
                  <a:lnTo>
                    <a:pt x="269879" y="308604"/>
                  </a:lnTo>
                  <a:lnTo>
                    <a:pt x="269879" y="308967"/>
                  </a:lnTo>
                  <a:lnTo>
                    <a:pt x="269761" y="309300"/>
                  </a:lnTo>
                  <a:lnTo>
                    <a:pt x="269583" y="309572"/>
                  </a:lnTo>
                  <a:lnTo>
                    <a:pt x="269199" y="310056"/>
                  </a:lnTo>
                  <a:lnTo>
                    <a:pt x="268696" y="310631"/>
                  </a:lnTo>
                  <a:lnTo>
                    <a:pt x="268607" y="310782"/>
                  </a:lnTo>
                  <a:lnTo>
                    <a:pt x="268489" y="311024"/>
                  </a:lnTo>
                  <a:lnTo>
                    <a:pt x="268459" y="311690"/>
                  </a:lnTo>
                  <a:lnTo>
                    <a:pt x="268518" y="312416"/>
                  </a:lnTo>
                  <a:lnTo>
                    <a:pt x="268518" y="313142"/>
                  </a:lnTo>
                  <a:lnTo>
                    <a:pt x="268489" y="313686"/>
                  </a:lnTo>
                  <a:lnTo>
                    <a:pt x="268341" y="314684"/>
                  </a:lnTo>
                  <a:lnTo>
                    <a:pt x="268311" y="314836"/>
                  </a:lnTo>
                  <a:lnTo>
                    <a:pt x="268252" y="315289"/>
                  </a:lnTo>
                  <a:lnTo>
                    <a:pt x="268104" y="315652"/>
                  </a:lnTo>
                  <a:lnTo>
                    <a:pt x="267808" y="316378"/>
                  </a:lnTo>
                  <a:lnTo>
                    <a:pt x="267778" y="316560"/>
                  </a:lnTo>
                  <a:lnTo>
                    <a:pt x="267808" y="317286"/>
                  </a:lnTo>
                  <a:lnTo>
                    <a:pt x="267897" y="317558"/>
                  </a:lnTo>
                  <a:lnTo>
                    <a:pt x="268163" y="318405"/>
                  </a:lnTo>
                  <a:lnTo>
                    <a:pt x="268281" y="319071"/>
                  </a:lnTo>
                  <a:lnTo>
                    <a:pt x="268281" y="319796"/>
                  </a:lnTo>
                  <a:lnTo>
                    <a:pt x="268193" y="320250"/>
                  </a:lnTo>
                  <a:lnTo>
                    <a:pt x="268104" y="320734"/>
                  </a:lnTo>
                  <a:lnTo>
                    <a:pt x="268193" y="321127"/>
                  </a:lnTo>
                  <a:lnTo>
                    <a:pt x="268341" y="321551"/>
                  </a:lnTo>
                  <a:lnTo>
                    <a:pt x="268400" y="321702"/>
                  </a:lnTo>
                  <a:lnTo>
                    <a:pt x="268400" y="321884"/>
                  </a:lnTo>
                  <a:lnTo>
                    <a:pt x="268311" y="322126"/>
                  </a:lnTo>
                  <a:lnTo>
                    <a:pt x="268104" y="322670"/>
                  </a:lnTo>
                  <a:lnTo>
                    <a:pt x="267986" y="322973"/>
                  </a:lnTo>
                  <a:lnTo>
                    <a:pt x="267838" y="323215"/>
                  </a:lnTo>
                  <a:lnTo>
                    <a:pt x="267631" y="323457"/>
                  </a:lnTo>
                  <a:lnTo>
                    <a:pt x="267216" y="323547"/>
                  </a:lnTo>
                  <a:lnTo>
                    <a:pt x="266447" y="323608"/>
                  </a:lnTo>
                  <a:lnTo>
                    <a:pt x="266063" y="323608"/>
                  </a:lnTo>
                  <a:lnTo>
                    <a:pt x="265796" y="323638"/>
                  </a:lnTo>
                  <a:lnTo>
                    <a:pt x="265471" y="323699"/>
                  </a:lnTo>
                  <a:lnTo>
                    <a:pt x="265027" y="323880"/>
                  </a:lnTo>
                  <a:lnTo>
                    <a:pt x="264613" y="324062"/>
                  </a:lnTo>
                  <a:lnTo>
                    <a:pt x="264110" y="324394"/>
                  </a:lnTo>
                  <a:lnTo>
                    <a:pt x="263844" y="324606"/>
                  </a:lnTo>
                  <a:lnTo>
                    <a:pt x="263577" y="324878"/>
                  </a:lnTo>
                  <a:lnTo>
                    <a:pt x="263252" y="325151"/>
                  </a:lnTo>
                  <a:lnTo>
                    <a:pt x="262956" y="325332"/>
                  </a:lnTo>
                  <a:lnTo>
                    <a:pt x="262631" y="325483"/>
                  </a:lnTo>
                  <a:lnTo>
                    <a:pt x="262335" y="325604"/>
                  </a:lnTo>
                  <a:lnTo>
                    <a:pt x="262246" y="325786"/>
                  </a:lnTo>
                  <a:lnTo>
                    <a:pt x="262216" y="326088"/>
                  </a:lnTo>
                  <a:lnTo>
                    <a:pt x="262187" y="326270"/>
                  </a:lnTo>
                  <a:lnTo>
                    <a:pt x="262098" y="326482"/>
                  </a:lnTo>
                  <a:lnTo>
                    <a:pt x="261861" y="326693"/>
                  </a:lnTo>
                  <a:lnTo>
                    <a:pt x="261506" y="326845"/>
                  </a:lnTo>
                  <a:lnTo>
                    <a:pt x="261299" y="326935"/>
                  </a:lnTo>
                  <a:lnTo>
                    <a:pt x="260855" y="327238"/>
                  </a:lnTo>
                  <a:lnTo>
                    <a:pt x="260619" y="327450"/>
                  </a:lnTo>
                  <a:lnTo>
                    <a:pt x="260382" y="327601"/>
                  </a:lnTo>
                  <a:lnTo>
                    <a:pt x="260086" y="327722"/>
                  </a:lnTo>
                  <a:lnTo>
                    <a:pt x="259790" y="327692"/>
                  </a:lnTo>
                  <a:lnTo>
                    <a:pt x="259228" y="327752"/>
                  </a:lnTo>
                  <a:lnTo>
                    <a:pt x="258696" y="327873"/>
                  </a:lnTo>
                  <a:lnTo>
                    <a:pt x="258222" y="328024"/>
                  </a:lnTo>
                  <a:lnTo>
                    <a:pt x="257749" y="328176"/>
                  </a:lnTo>
                  <a:lnTo>
                    <a:pt x="257453" y="328327"/>
                  </a:lnTo>
                  <a:lnTo>
                    <a:pt x="257187" y="328569"/>
                  </a:lnTo>
                  <a:lnTo>
                    <a:pt x="256980" y="328871"/>
                  </a:lnTo>
                  <a:lnTo>
                    <a:pt x="256891" y="329053"/>
                  </a:lnTo>
                  <a:lnTo>
                    <a:pt x="256802" y="329325"/>
                  </a:lnTo>
                  <a:lnTo>
                    <a:pt x="256713" y="329658"/>
                  </a:lnTo>
                  <a:lnTo>
                    <a:pt x="256566" y="329870"/>
                  </a:lnTo>
                  <a:lnTo>
                    <a:pt x="256477" y="330172"/>
                  </a:lnTo>
                  <a:lnTo>
                    <a:pt x="256358" y="330444"/>
                  </a:lnTo>
                  <a:lnTo>
                    <a:pt x="256181" y="330747"/>
                  </a:lnTo>
                  <a:lnTo>
                    <a:pt x="255974" y="330959"/>
                  </a:lnTo>
                  <a:lnTo>
                    <a:pt x="255885" y="331110"/>
                  </a:lnTo>
                  <a:lnTo>
                    <a:pt x="255648" y="331231"/>
                  </a:lnTo>
                  <a:lnTo>
                    <a:pt x="255323" y="331382"/>
                  </a:lnTo>
                  <a:lnTo>
                    <a:pt x="255116" y="331594"/>
                  </a:lnTo>
                  <a:lnTo>
                    <a:pt x="254879" y="331715"/>
                  </a:lnTo>
                  <a:lnTo>
                    <a:pt x="254731" y="331806"/>
                  </a:lnTo>
                  <a:lnTo>
                    <a:pt x="254317" y="331927"/>
                  </a:lnTo>
                  <a:lnTo>
                    <a:pt x="254140" y="331957"/>
                  </a:lnTo>
                  <a:lnTo>
                    <a:pt x="253962" y="332017"/>
                  </a:lnTo>
                  <a:lnTo>
                    <a:pt x="253607" y="332199"/>
                  </a:lnTo>
                  <a:lnTo>
                    <a:pt x="253252" y="332380"/>
                  </a:lnTo>
                  <a:lnTo>
                    <a:pt x="252956" y="332592"/>
                  </a:lnTo>
                  <a:lnTo>
                    <a:pt x="252838" y="332743"/>
                  </a:lnTo>
                  <a:lnTo>
                    <a:pt x="252808" y="333076"/>
                  </a:lnTo>
                  <a:lnTo>
                    <a:pt x="252838" y="333378"/>
                  </a:lnTo>
                  <a:lnTo>
                    <a:pt x="252838" y="333620"/>
                  </a:lnTo>
                  <a:lnTo>
                    <a:pt x="252838" y="333983"/>
                  </a:lnTo>
                  <a:lnTo>
                    <a:pt x="252749" y="334346"/>
                  </a:lnTo>
                  <a:lnTo>
                    <a:pt x="252631" y="334558"/>
                  </a:lnTo>
                  <a:lnTo>
                    <a:pt x="252631" y="334830"/>
                  </a:lnTo>
                  <a:lnTo>
                    <a:pt x="252631" y="335012"/>
                  </a:lnTo>
                  <a:lnTo>
                    <a:pt x="252690" y="335375"/>
                  </a:lnTo>
                  <a:lnTo>
                    <a:pt x="252749" y="336040"/>
                  </a:lnTo>
                  <a:lnTo>
                    <a:pt x="252394" y="336373"/>
                  </a:lnTo>
                  <a:lnTo>
                    <a:pt x="252305" y="336555"/>
                  </a:lnTo>
                  <a:lnTo>
                    <a:pt x="252246" y="336887"/>
                  </a:lnTo>
                  <a:lnTo>
                    <a:pt x="252276" y="337220"/>
                  </a:lnTo>
                  <a:lnTo>
                    <a:pt x="252276" y="337371"/>
                  </a:lnTo>
                  <a:lnTo>
                    <a:pt x="252305" y="337765"/>
                  </a:lnTo>
                  <a:lnTo>
                    <a:pt x="252394" y="338339"/>
                  </a:lnTo>
                  <a:lnTo>
                    <a:pt x="252394" y="338672"/>
                  </a:lnTo>
                  <a:lnTo>
                    <a:pt x="252364" y="338914"/>
                  </a:lnTo>
                  <a:lnTo>
                    <a:pt x="252394" y="339368"/>
                  </a:lnTo>
                  <a:lnTo>
                    <a:pt x="252542" y="340094"/>
                  </a:lnTo>
                  <a:lnTo>
                    <a:pt x="252571" y="340396"/>
                  </a:lnTo>
                  <a:lnTo>
                    <a:pt x="252631" y="341334"/>
                  </a:lnTo>
                  <a:lnTo>
                    <a:pt x="252631" y="341576"/>
                  </a:lnTo>
                  <a:lnTo>
                    <a:pt x="252660" y="341727"/>
                  </a:lnTo>
                  <a:lnTo>
                    <a:pt x="252749" y="341969"/>
                  </a:lnTo>
                  <a:lnTo>
                    <a:pt x="252808" y="342756"/>
                  </a:lnTo>
                  <a:lnTo>
                    <a:pt x="252838" y="342998"/>
                  </a:lnTo>
                  <a:lnTo>
                    <a:pt x="252867" y="343270"/>
                  </a:lnTo>
                  <a:lnTo>
                    <a:pt x="252808" y="343754"/>
                  </a:lnTo>
                  <a:lnTo>
                    <a:pt x="252631" y="344147"/>
                  </a:lnTo>
                  <a:lnTo>
                    <a:pt x="252305" y="344571"/>
                  </a:lnTo>
                  <a:lnTo>
                    <a:pt x="251950" y="344843"/>
                  </a:lnTo>
                  <a:lnTo>
                    <a:pt x="251654" y="345236"/>
                  </a:lnTo>
                  <a:lnTo>
                    <a:pt x="251447" y="345388"/>
                  </a:lnTo>
                  <a:lnTo>
                    <a:pt x="250944" y="345932"/>
                  </a:lnTo>
                  <a:lnTo>
                    <a:pt x="250678" y="346386"/>
                  </a:lnTo>
                  <a:lnTo>
                    <a:pt x="250560" y="346567"/>
                  </a:lnTo>
                  <a:lnTo>
                    <a:pt x="250412" y="346870"/>
                  </a:lnTo>
                  <a:lnTo>
                    <a:pt x="250264" y="347172"/>
                  </a:lnTo>
                  <a:lnTo>
                    <a:pt x="250205" y="347535"/>
                  </a:lnTo>
                  <a:lnTo>
                    <a:pt x="250293" y="348261"/>
                  </a:lnTo>
                  <a:lnTo>
                    <a:pt x="250323" y="348533"/>
                  </a:lnTo>
                  <a:lnTo>
                    <a:pt x="250323" y="348987"/>
                  </a:lnTo>
                  <a:lnTo>
                    <a:pt x="250471" y="349411"/>
                  </a:lnTo>
                  <a:lnTo>
                    <a:pt x="250530" y="349592"/>
                  </a:lnTo>
                  <a:lnTo>
                    <a:pt x="250767" y="350227"/>
                  </a:lnTo>
                  <a:lnTo>
                    <a:pt x="250944" y="350560"/>
                  </a:lnTo>
                  <a:lnTo>
                    <a:pt x="251063" y="350802"/>
                  </a:lnTo>
                  <a:lnTo>
                    <a:pt x="251122" y="351195"/>
                  </a:lnTo>
                  <a:lnTo>
                    <a:pt x="251122" y="351407"/>
                  </a:lnTo>
                  <a:lnTo>
                    <a:pt x="251092" y="351558"/>
                  </a:lnTo>
                  <a:lnTo>
                    <a:pt x="250826" y="351982"/>
                  </a:lnTo>
                  <a:lnTo>
                    <a:pt x="250678" y="352133"/>
                  </a:lnTo>
                  <a:lnTo>
                    <a:pt x="250471" y="352405"/>
                  </a:lnTo>
                  <a:lnTo>
                    <a:pt x="250264" y="352647"/>
                  </a:lnTo>
                  <a:lnTo>
                    <a:pt x="250116" y="352859"/>
                  </a:lnTo>
                  <a:lnTo>
                    <a:pt x="249909" y="353162"/>
                  </a:lnTo>
                  <a:lnTo>
                    <a:pt x="249672" y="353767"/>
                  </a:lnTo>
                  <a:lnTo>
                    <a:pt x="249613" y="354039"/>
                  </a:lnTo>
                  <a:lnTo>
                    <a:pt x="249495" y="354251"/>
                  </a:lnTo>
                  <a:lnTo>
                    <a:pt x="249258" y="354523"/>
                  </a:lnTo>
                  <a:lnTo>
                    <a:pt x="248962" y="354825"/>
                  </a:lnTo>
                  <a:lnTo>
                    <a:pt x="248637" y="355370"/>
                  </a:lnTo>
                  <a:lnTo>
                    <a:pt x="248489" y="355672"/>
                  </a:lnTo>
                  <a:lnTo>
                    <a:pt x="248074" y="356368"/>
                  </a:lnTo>
                  <a:lnTo>
                    <a:pt x="248134" y="356519"/>
                  </a:lnTo>
                  <a:lnTo>
                    <a:pt x="248548" y="356701"/>
                  </a:lnTo>
                  <a:lnTo>
                    <a:pt x="248962" y="356792"/>
                  </a:lnTo>
                  <a:lnTo>
                    <a:pt x="249495" y="357034"/>
                  </a:lnTo>
                  <a:lnTo>
                    <a:pt x="249672" y="357185"/>
                  </a:lnTo>
                  <a:lnTo>
                    <a:pt x="249879" y="357336"/>
                  </a:lnTo>
                  <a:lnTo>
                    <a:pt x="250116" y="357578"/>
                  </a:lnTo>
                  <a:lnTo>
                    <a:pt x="250293" y="357850"/>
                  </a:lnTo>
                  <a:lnTo>
                    <a:pt x="250560" y="358092"/>
                  </a:lnTo>
                  <a:lnTo>
                    <a:pt x="250796" y="358274"/>
                  </a:lnTo>
                  <a:lnTo>
                    <a:pt x="251063" y="358455"/>
                  </a:lnTo>
                  <a:lnTo>
                    <a:pt x="251447" y="358697"/>
                  </a:lnTo>
                  <a:lnTo>
                    <a:pt x="251802" y="358970"/>
                  </a:lnTo>
                  <a:lnTo>
                    <a:pt x="252039" y="359181"/>
                  </a:lnTo>
                  <a:lnTo>
                    <a:pt x="252187" y="359333"/>
                  </a:lnTo>
                  <a:lnTo>
                    <a:pt x="252276" y="359544"/>
                  </a:lnTo>
                  <a:lnTo>
                    <a:pt x="252276" y="359847"/>
                  </a:lnTo>
                  <a:lnTo>
                    <a:pt x="252246" y="360028"/>
                  </a:lnTo>
                  <a:lnTo>
                    <a:pt x="252246" y="360270"/>
                  </a:lnTo>
                  <a:lnTo>
                    <a:pt x="252305" y="360573"/>
                  </a:lnTo>
                  <a:lnTo>
                    <a:pt x="252542" y="360815"/>
                  </a:lnTo>
                  <a:lnTo>
                    <a:pt x="252719" y="361057"/>
                  </a:lnTo>
                  <a:lnTo>
                    <a:pt x="252956" y="361420"/>
                  </a:lnTo>
                  <a:lnTo>
                    <a:pt x="253045" y="361571"/>
                  </a:lnTo>
                  <a:lnTo>
                    <a:pt x="253252" y="361994"/>
                  </a:lnTo>
                  <a:lnTo>
                    <a:pt x="253459" y="362388"/>
                  </a:lnTo>
                  <a:lnTo>
                    <a:pt x="253696" y="362932"/>
                  </a:lnTo>
                  <a:lnTo>
                    <a:pt x="253814" y="363235"/>
                  </a:lnTo>
                  <a:lnTo>
                    <a:pt x="254140" y="363567"/>
                  </a:lnTo>
                  <a:lnTo>
                    <a:pt x="254435" y="363628"/>
                  </a:lnTo>
                  <a:lnTo>
                    <a:pt x="254761" y="363749"/>
                  </a:lnTo>
                  <a:lnTo>
                    <a:pt x="254998" y="363870"/>
                  </a:lnTo>
                  <a:lnTo>
                    <a:pt x="255175" y="363961"/>
                  </a:lnTo>
                  <a:lnTo>
                    <a:pt x="256063" y="364414"/>
                  </a:lnTo>
                  <a:lnTo>
                    <a:pt x="256358" y="364566"/>
                  </a:lnTo>
                  <a:lnTo>
                    <a:pt x="256625" y="364687"/>
                  </a:lnTo>
                  <a:lnTo>
                    <a:pt x="256980" y="364808"/>
                  </a:lnTo>
                  <a:lnTo>
                    <a:pt x="257542" y="364959"/>
                  </a:lnTo>
                  <a:lnTo>
                    <a:pt x="257986" y="365110"/>
                  </a:lnTo>
                  <a:lnTo>
                    <a:pt x="258341" y="365231"/>
                  </a:lnTo>
                  <a:lnTo>
                    <a:pt x="258577" y="365322"/>
                  </a:lnTo>
                  <a:lnTo>
                    <a:pt x="259139" y="365443"/>
                  </a:lnTo>
                  <a:lnTo>
                    <a:pt x="259672" y="365503"/>
                  </a:lnTo>
                  <a:lnTo>
                    <a:pt x="259968" y="365534"/>
                  </a:lnTo>
                  <a:lnTo>
                    <a:pt x="260382" y="365594"/>
                  </a:lnTo>
                  <a:lnTo>
                    <a:pt x="260737" y="365655"/>
                  </a:lnTo>
                  <a:lnTo>
                    <a:pt x="261122" y="365806"/>
                  </a:lnTo>
                  <a:lnTo>
                    <a:pt x="261566" y="366350"/>
                  </a:lnTo>
                  <a:lnTo>
                    <a:pt x="261743" y="366592"/>
                  </a:lnTo>
                  <a:lnTo>
                    <a:pt x="261861" y="366865"/>
                  </a:lnTo>
                  <a:lnTo>
                    <a:pt x="262039" y="367258"/>
                  </a:lnTo>
                  <a:lnTo>
                    <a:pt x="262039" y="367439"/>
                  </a:lnTo>
                  <a:lnTo>
                    <a:pt x="262039" y="367712"/>
                  </a:lnTo>
                  <a:lnTo>
                    <a:pt x="262157" y="368044"/>
                  </a:lnTo>
                  <a:lnTo>
                    <a:pt x="262305" y="368438"/>
                  </a:lnTo>
                  <a:lnTo>
                    <a:pt x="262423" y="368952"/>
                  </a:lnTo>
                  <a:lnTo>
                    <a:pt x="262571" y="369436"/>
                  </a:lnTo>
                  <a:lnTo>
                    <a:pt x="262838" y="369829"/>
                  </a:lnTo>
                  <a:lnTo>
                    <a:pt x="263163" y="370162"/>
                  </a:lnTo>
                  <a:lnTo>
                    <a:pt x="263429" y="370495"/>
                  </a:lnTo>
                  <a:lnTo>
                    <a:pt x="263755" y="370797"/>
                  </a:lnTo>
                  <a:lnTo>
                    <a:pt x="264258" y="371009"/>
                  </a:lnTo>
                  <a:lnTo>
                    <a:pt x="264761" y="371251"/>
                  </a:lnTo>
                  <a:lnTo>
                    <a:pt x="265027" y="371432"/>
                  </a:lnTo>
                  <a:lnTo>
                    <a:pt x="265441" y="371735"/>
                  </a:lnTo>
                  <a:lnTo>
                    <a:pt x="265707" y="372219"/>
                  </a:lnTo>
                  <a:lnTo>
                    <a:pt x="265826" y="372461"/>
                  </a:lnTo>
                  <a:lnTo>
                    <a:pt x="265944" y="372945"/>
                  </a:lnTo>
                  <a:lnTo>
                    <a:pt x="265974" y="373308"/>
                  </a:lnTo>
                  <a:lnTo>
                    <a:pt x="265944" y="373792"/>
                  </a:lnTo>
                  <a:lnTo>
                    <a:pt x="265885" y="374155"/>
                  </a:lnTo>
                  <a:lnTo>
                    <a:pt x="265915" y="374518"/>
                  </a:lnTo>
                  <a:lnTo>
                    <a:pt x="266003" y="374911"/>
                  </a:lnTo>
                  <a:lnTo>
                    <a:pt x="266063" y="375153"/>
                  </a:lnTo>
                  <a:lnTo>
                    <a:pt x="266092" y="375334"/>
                  </a:lnTo>
                  <a:lnTo>
                    <a:pt x="266122" y="375697"/>
                  </a:lnTo>
                  <a:lnTo>
                    <a:pt x="266033" y="376000"/>
                  </a:lnTo>
                  <a:lnTo>
                    <a:pt x="266033" y="376393"/>
                  </a:lnTo>
                  <a:lnTo>
                    <a:pt x="266063" y="376756"/>
                  </a:lnTo>
                  <a:lnTo>
                    <a:pt x="266151" y="377240"/>
                  </a:lnTo>
                  <a:lnTo>
                    <a:pt x="266210" y="377996"/>
                  </a:lnTo>
                  <a:lnTo>
                    <a:pt x="266270" y="379358"/>
                  </a:lnTo>
                  <a:lnTo>
                    <a:pt x="266418" y="379963"/>
                  </a:lnTo>
                  <a:lnTo>
                    <a:pt x="266595" y="380749"/>
                  </a:lnTo>
                  <a:lnTo>
                    <a:pt x="266625" y="380961"/>
                  </a:lnTo>
                  <a:lnTo>
                    <a:pt x="266832" y="381475"/>
                  </a:lnTo>
                  <a:lnTo>
                    <a:pt x="267128" y="381808"/>
                  </a:lnTo>
                  <a:lnTo>
                    <a:pt x="267453" y="382020"/>
                  </a:lnTo>
                  <a:lnTo>
                    <a:pt x="267690" y="382171"/>
                  </a:lnTo>
                  <a:lnTo>
                    <a:pt x="267926" y="382322"/>
                  </a:lnTo>
                  <a:lnTo>
                    <a:pt x="268518" y="382776"/>
                  </a:lnTo>
                  <a:lnTo>
                    <a:pt x="268784" y="383018"/>
                  </a:lnTo>
                  <a:lnTo>
                    <a:pt x="268991" y="383230"/>
                  </a:lnTo>
                  <a:lnTo>
                    <a:pt x="269376" y="383593"/>
                  </a:lnTo>
                  <a:lnTo>
                    <a:pt x="269849" y="383925"/>
                  </a:lnTo>
                  <a:lnTo>
                    <a:pt x="270293" y="384137"/>
                  </a:lnTo>
                  <a:lnTo>
                    <a:pt x="270826" y="384288"/>
                  </a:lnTo>
                  <a:lnTo>
                    <a:pt x="271625" y="384288"/>
                  </a:lnTo>
                  <a:lnTo>
                    <a:pt x="271832" y="384349"/>
                  </a:lnTo>
                  <a:lnTo>
                    <a:pt x="272098" y="384409"/>
                  </a:lnTo>
                  <a:lnTo>
                    <a:pt x="272305" y="384500"/>
                  </a:lnTo>
                  <a:lnTo>
                    <a:pt x="272601" y="384591"/>
                  </a:lnTo>
                  <a:lnTo>
                    <a:pt x="272838" y="384742"/>
                  </a:lnTo>
                  <a:lnTo>
                    <a:pt x="273104" y="384924"/>
                  </a:lnTo>
                  <a:lnTo>
                    <a:pt x="273459" y="385135"/>
                  </a:lnTo>
                  <a:lnTo>
                    <a:pt x="274051" y="385347"/>
                  </a:lnTo>
                  <a:lnTo>
                    <a:pt x="273962" y="385740"/>
                  </a:lnTo>
                  <a:lnTo>
                    <a:pt x="273932" y="385982"/>
                  </a:lnTo>
                  <a:lnTo>
                    <a:pt x="273903" y="386375"/>
                  </a:lnTo>
                  <a:lnTo>
                    <a:pt x="273784" y="386617"/>
                  </a:lnTo>
                  <a:lnTo>
                    <a:pt x="273666" y="386829"/>
                  </a:lnTo>
                  <a:lnTo>
                    <a:pt x="273636" y="387192"/>
                  </a:lnTo>
                  <a:lnTo>
                    <a:pt x="273636" y="387434"/>
                  </a:lnTo>
                  <a:lnTo>
                    <a:pt x="273607" y="387797"/>
                  </a:lnTo>
                  <a:lnTo>
                    <a:pt x="273577" y="388160"/>
                  </a:lnTo>
                  <a:lnTo>
                    <a:pt x="273518" y="388402"/>
                  </a:lnTo>
                  <a:lnTo>
                    <a:pt x="273459" y="388553"/>
                  </a:lnTo>
                  <a:lnTo>
                    <a:pt x="273222" y="388795"/>
                  </a:lnTo>
                  <a:lnTo>
                    <a:pt x="272838" y="389098"/>
                  </a:lnTo>
                  <a:lnTo>
                    <a:pt x="272601" y="389340"/>
                  </a:lnTo>
                  <a:lnTo>
                    <a:pt x="272453" y="389521"/>
                  </a:lnTo>
                  <a:lnTo>
                    <a:pt x="272305" y="390126"/>
                  </a:lnTo>
                  <a:lnTo>
                    <a:pt x="272187" y="390671"/>
                  </a:lnTo>
                  <a:lnTo>
                    <a:pt x="272128" y="390852"/>
                  </a:lnTo>
                  <a:lnTo>
                    <a:pt x="272039" y="391155"/>
                  </a:lnTo>
                  <a:lnTo>
                    <a:pt x="271861" y="391639"/>
                  </a:lnTo>
                  <a:lnTo>
                    <a:pt x="271743" y="392062"/>
                  </a:lnTo>
                  <a:lnTo>
                    <a:pt x="271743" y="392456"/>
                  </a:lnTo>
                  <a:lnTo>
                    <a:pt x="271743" y="392849"/>
                  </a:lnTo>
                  <a:lnTo>
                    <a:pt x="271713" y="393272"/>
                  </a:lnTo>
                  <a:lnTo>
                    <a:pt x="271654" y="393817"/>
                  </a:lnTo>
                  <a:lnTo>
                    <a:pt x="271595" y="394392"/>
                  </a:lnTo>
                  <a:lnTo>
                    <a:pt x="271477" y="394876"/>
                  </a:lnTo>
                  <a:lnTo>
                    <a:pt x="271417" y="395027"/>
                  </a:lnTo>
                  <a:lnTo>
                    <a:pt x="271299" y="395299"/>
                  </a:lnTo>
                  <a:lnTo>
                    <a:pt x="271092" y="395602"/>
                  </a:lnTo>
                  <a:lnTo>
                    <a:pt x="270974" y="395904"/>
                  </a:lnTo>
                  <a:lnTo>
                    <a:pt x="271033" y="396055"/>
                  </a:lnTo>
                  <a:lnTo>
                    <a:pt x="271210" y="396176"/>
                  </a:lnTo>
                  <a:lnTo>
                    <a:pt x="271506" y="396297"/>
                  </a:lnTo>
                  <a:lnTo>
                    <a:pt x="271861" y="396418"/>
                  </a:lnTo>
                  <a:lnTo>
                    <a:pt x="272305" y="396721"/>
                  </a:lnTo>
                  <a:lnTo>
                    <a:pt x="272690" y="396963"/>
                  </a:lnTo>
                  <a:lnTo>
                    <a:pt x="273015" y="397235"/>
                  </a:lnTo>
                  <a:lnTo>
                    <a:pt x="273341" y="397477"/>
                  </a:lnTo>
                  <a:lnTo>
                    <a:pt x="273548" y="397598"/>
                  </a:lnTo>
                  <a:lnTo>
                    <a:pt x="273784" y="397689"/>
                  </a:lnTo>
                  <a:lnTo>
                    <a:pt x="274021" y="397870"/>
                  </a:lnTo>
                  <a:lnTo>
                    <a:pt x="274021" y="398052"/>
                  </a:lnTo>
                  <a:lnTo>
                    <a:pt x="274110" y="398506"/>
                  </a:lnTo>
                  <a:lnTo>
                    <a:pt x="274376" y="398869"/>
                  </a:lnTo>
                  <a:lnTo>
                    <a:pt x="274139" y="398869"/>
                  </a:lnTo>
                  <a:lnTo>
                    <a:pt x="273725" y="399050"/>
                  </a:lnTo>
                  <a:lnTo>
                    <a:pt x="273429" y="399111"/>
                  </a:lnTo>
                  <a:lnTo>
                    <a:pt x="273193" y="399171"/>
                  </a:lnTo>
                  <a:lnTo>
                    <a:pt x="272867" y="399232"/>
                  </a:lnTo>
                  <a:lnTo>
                    <a:pt x="272571" y="399292"/>
                  </a:lnTo>
                  <a:lnTo>
                    <a:pt x="271920" y="399443"/>
                  </a:lnTo>
                  <a:lnTo>
                    <a:pt x="271447" y="399534"/>
                  </a:lnTo>
                  <a:lnTo>
                    <a:pt x="271092" y="399655"/>
                  </a:lnTo>
                  <a:lnTo>
                    <a:pt x="270352" y="399776"/>
                  </a:lnTo>
                  <a:lnTo>
                    <a:pt x="269731" y="399897"/>
                  </a:lnTo>
                  <a:lnTo>
                    <a:pt x="269494" y="399927"/>
                  </a:lnTo>
                  <a:lnTo>
                    <a:pt x="269228" y="399927"/>
                  </a:lnTo>
                  <a:lnTo>
                    <a:pt x="269051" y="399988"/>
                  </a:lnTo>
                  <a:lnTo>
                    <a:pt x="268784" y="399988"/>
                  </a:lnTo>
                  <a:lnTo>
                    <a:pt x="268459" y="399927"/>
                  </a:lnTo>
                  <a:lnTo>
                    <a:pt x="268193" y="399927"/>
                  </a:lnTo>
                  <a:lnTo>
                    <a:pt x="267838" y="399867"/>
                  </a:lnTo>
                  <a:lnTo>
                    <a:pt x="267364" y="399806"/>
                  </a:lnTo>
                  <a:lnTo>
                    <a:pt x="266891" y="399715"/>
                  </a:lnTo>
                  <a:lnTo>
                    <a:pt x="266713" y="399715"/>
                  </a:lnTo>
                  <a:lnTo>
                    <a:pt x="265915" y="399594"/>
                  </a:lnTo>
                  <a:lnTo>
                    <a:pt x="265560" y="399564"/>
                  </a:lnTo>
                  <a:lnTo>
                    <a:pt x="265116" y="399474"/>
                  </a:lnTo>
                  <a:lnTo>
                    <a:pt x="264731" y="399474"/>
                  </a:lnTo>
                  <a:lnTo>
                    <a:pt x="264376" y="399443"/>
                  </a:lnTo>
                  <a:lnTo>
                    <a:pt x="263903" y="399383"/>
                  </a:lnTo>
                  <a:lnTo>
                    <a:pt x="263518" y="399292"/>
                  </a:lnTo>
                  <a:lnTo>
                    <a:pt x="262986" y="399201"/>
                  </a:lnTo>
                  <a:lnTo>
                    <a:pt x="262246" y="399171"/>
                  </a:lnTo>
                  <a:lnTo>
                    <a:pt x="262098" y="399171"/>
                  </a:lnTo>
                  <a:lnTo>
                    <a:pt x="261418" y="399111"/>
                  </a:lnTo>
                  <a:lnTo>
                    <a:pt x="260915" y="399050"/>
                  </a:lnTo>
                  <a:lnTo>
                    <a:pt x="260589" y="399020"/>
                  </a:lnTo>
                  <a:lnTo>
                    <a:pt x="260205" y="398838"/>
                  </a:lnTo>
                  <a:lnTo>
                    <a:pt x="259968" y="398748"/>
                  </a:lnTo>
                  <a:lnTo>
                    <a:pt x="259702" y="398717"/>
                  </a:lnTo>
                  <a:lnTo>
                    <a:pt x="258844" y="398627"/>
                  </a:lnTo>
                  <a:lnTo>
                    <a:pt x="257542" y="398627"/>
                  </a:lnTo>
                  <a:lnTo>
                    <a:pt x="257305" y="398566"/>
                  </a:lnTo>
                  <a:lnTo>
                    <a:pt x="257009" y="398506"/>
                  </a:lnTo>
                  <a:lnTo>
                    <a:pt x="256773" y="398415"/>
                  </a:lnTo>
                  <a:lnTo>
                    <a:pt x="256566" y="398354"/>
                  </a:lnTo>
                  <a:lnTo>
                    <a:pt x="256240" y="398324"/>
                  </a:lnTo>
                  <a:lnTo>
                    <a:pt x="255767" y="398415"/>
                  </a:lnTo>
                  <a:lnTo>
                    <a:pt x="255589" y="398536"/>
                  </a:lnTo>
                  <a:lnTo>
                    <a:pt x="255116" y="398445"/>
                  </a:lnTo>
                  <a:lnTo>
                    <a:pt x="254850" y="398354"/>
                  </a:lnTo>
                  <a:lnTo>
                    <a:pt x="254642" y="398354"/>
                  </a:lnTo>
                  <a:lnTo>
                    <a:pt x="254347" y="398415"/>
                  </a:lnTo>
                  <a:lnTo>
                    <a:pt x="254140" y="398294"/>
                  </a:lnTo>
                  <a:lnTo>
                    <a:pt x="253725" y="398294"/>
                  </a:lnTo>
                  <a:lnTo>
                    <a:pt x="253489" y="398324"/>
                  </a:lnTo>
                  <a:lnTo>
                    <a:pt x="253193" y="398294"/>
                  </a:lnTo>
                  <a:lnTo>
                    <a:pt x="252986" y="398233"/>
                  </a:lnTo>
                  <a:lnTo>
                    <a:pt x="252838" y="398143"/>
                  </a:lnTo>
                  <a:lnTo>
                    <a:pt x="252571" y="398082"/>
                  </a:lnTo>
                  <a:lnTo>
                    <a:pt x="252187" y="397991"/>
                  </a:lnTo>
                  <a:lnTo>
                    <a:pt x="251891" y="398052"/>
                  </a:lnTo>
                  <a:lnTo>
                    <a:pt x="251714" y="398112"/>
                  </a:lnTo>
                  <a:lnTo>
                    <a:pt x="251506" y="398173"/>
                  </a:lnTo>
                  <a:lnTo>
                    <a:pt x="251181" y="397870"/>
                  </a:lnTo>
                  <a:lnTo>
                    <a:pt x="251063" y="397689"/>
                  </a:lnTo>
                  <a:lnTo>
                    <a:pt x="250885" y="397568"/>
                  </a:lnTo>
                  <a:lnTo>
                    <a:pt x="250737" y="397568"/>
                  </a:lnTo>
                  <a:lnTo>
                    <a:pt x="250560" y="397538"/>
                  </a:lnTo>
                  <a:lnTo>
                    <a:pt x="250323" y="397477"/>
                  </a:lnTo>
                  <a:lnTo>
                    <a:pt x="250027" y="397417"/>
                  </a:lnTo>
                  <a:lnTo>
                    <a:pt x="249406" y="397356"/>
                  </a:lnTo>
                  <a:lnTo>
                    <a:pt x="248725" y="397235"/>
                  </a:lnTo>
                  <a:lnTo>
                    <a:pt x="248045" y="397114"/>
                  </a:lnTo>
                  <a:lnTo>
                    <a:pt x="247394" y="396963"/>
                  </a:lnTo>
                  <a:lnTo>
                    <a:pt x="246595" y="396781"/>
                  </a:lnTo>
                  <a:lnTo>
                    <a:pt x="245826" y="396600"/>
                  </a:lnTo>
                  <a:lnTo>
                    <a:pt x="245205" y="396449"/>
                  </a:lnTo>
                  <a:lnTo>
                    <a:pt x="244731" y="396358"/>
                  </a:lnTo>
                  <a:lnTo>
                    <a:pt x="244199" y="396267"/>
                  </a:lnTo>
                  <a:lnTo>
                    <a:pt x="243666" y="396116"/>
                  </a:lnTo>
                  <a:lnTo>
                    <a:pt x="243104" y="395965"/>
                  </a:lnTo>
                  <a:lnTo>
                    <a:pt x="242512" y="395753"/>
                  </a:lnTo>
                  <a:lnTo>
                    <a:pt x="241388" y="395269"/>
                  </a:lnTo>
                  <a:lnTo>
                    <a:pt x="240353" y="394906"/>
                  </a:lnTo>
                  <a:lnTo>
                    <a:pt x="239140" y="394694"/>
                  </a:lnTo>
                  <a:lnTo>
                    <a:pt x="238282" y="394543"/>
                  </a:lnTo>
                  <a:lnTo>
                    <a:pt x="236950" y="394422"/>
                  </a:lnTo>
                  <a:lnTo>
                    <a:pt x="236447" y="394331"/>
                  </a:lnTo>
                  <a:lnTo>
                    <a:pt x="236004" y="394240"/>
                  </a:lnTo>
                  <a:lnTo>
                    <a:pt x="235530" y="394119"/>
                  </a:lnTo>
                  <a:lnTo>
                    <a:pt x="235264" y="393817"/>
                  </a:lnTo>
                  <a:lnTo>
                    <a:pt x="234820" y="393696"/>
                  </a:lnTo>
                  <a:lnTo>
                    <a:pt x="234376" y="393635"/>
                  </a:lnTo>
                  <a:lnTo>
                    <a:pt x="232956" y="393182"/>
                  </a:lnTo>
                  <a:lnTo>
                    <a:pt x="232276" y="392879"/>
                  </a:lnTo>
                  <a:lnTo>
                    <a:pt x="231684" y="392728"/>
                  </a:lnTo>
                  <a:lnTo>
                    <a:pt x="230264" y="392456"/>
                  </a:lnTo>
                  <a:lnTo>
                    <a:pt x="229317" y="392093"/>
                  </a:lnTo>
                  <a:lnTo>
                    <a:pt x="228607" y="391881"/>
                  </a:lnTo>
                  <a:lnTo>
                    <a:pt x="228252" y="391790"/>
                  </a:lnTo>
                  <a:lnTo>
                    <a:pt x="227986" y="391609"/>
                  </a:lnTo>
                  <a:lnTo>
                    <a:pt x="227720" y="391125"/>
                  </a:lnTo>
                  <a:lnTo>
                    <a:pt x="227601" y="390943"/>
                  </a:lnTo>
                  <a:lnTo>
                    <a:pt x="227187" y="390217"/>
                  </a:lnTo>
                  <a:lnTo>
                    <a:pt x="226802" y="389975"/>
                  </a:lnTo>
                  <a:lnTo>
                    <a:pt x="226418" y="389854"/>
                  </a:lnTo>
                  <a:lnTo>
                    <a:pt x="225856" y="389673"/>
                  </a:lnTo>
                  <a:lnTo>
                    <a:pt x="224702" y="389552"/>
                  </a:lnTo>
                  <a:lnTo>
                    <a:pt x="224021" y="389703"/>
                  </a:lnTo>
                  <a:lnTo>
                    <a:pt x="223548" y="389945"/>
                  </a:lnTo>
                  <a:lnTo>
                    <a:pt x="222897" y="390157"/>
                  </a:lnTo>
                  <a:lnTo>
                    <a:pt x="222601" y="390308"/>
                  </a:lnTo>
                  <a:lnTo>
                    <a:pt x="222246" y="390338"/>
                  </a:lnTo>
                  <a:lnTo>
                    <a:pt x="221803" y="390157"/>
                  </a:lnTo>
                  <a:lnTo>
                    <a:pt x="221388" y="389915"/>
                  </a:lnTo>
                  <a:lnTo>
                    <a:pt x="221033" y="389552"/>
                  </a:lnTo>
                  <a:lnTo>
                    <a:pt x="220767" y="389128"/>
                  </a:lnTo>
                  <a:lnTo>
                    <a:pt x="220382" y="388523"/>
                  </a:lnTo>
                  <a:lnTo>
                    <a:pt x="220205" y="388251"/>
                  </a:lnTo>
                  <a:lnTo>
                    <a:pt x="219761" y="387948"/>
                  </a:lnTo>
                  <a:lnTo>
                    <a:pt x="219081" y="387767"/>
                  </a:lnTo>
                  <a:lnTo>
                    <a:pt x="218341" y="387858"/>
                  </a:lnTo>
                  <a:lnTo>
                    <a:pt x="217542" y="388130"/>
                  </a:lnTo>
                  <a:lnTo>
                    <a:pt x="216803" y="388402"/>
                  </a:lnTo>
                  <a:lnTo>
                    <a:pt x="215264" y="388584"/>
                  </a:lnTo>
                  <a:lnTo>
                    <a:pt x="214169" y="388584"/>
                  </a:lnTo>
                  <a:lnTo>
                    <a:pt x="213844" y="388463"/>
                  </a:lnTo>
                  <a:lnTo>
                    <a:pt x="213134" y="388190"/>
                  </a:lnTo>
                  <a:lnTo>
                    <a:pt x="212661" y="387858"/>
                  </a:lnTo>
                  <a:lnTo>
                    <a:pt x="212158" y="387313"/>
                  </a:lnTo>
                  <a:lnTo>
                    <a:pt x="211625" y="386980"/>
                  </a:lnTo>
                  <a:lnTo>
                    <a:pt x="211448" y="386950"/>
                  </a:lnTo>
                  <a:lnTo>
                    <a:pt x="210619" y="386829"/>
                  </a:lnTo>
                  <a:lnTo>
                    <a:pt x="210146" y="386557"/>
                  </a:lnTo>
                  <a:lnTo>
                    <a:pt x="209820" y="386103"/>
                  </a:lnTo>
                  <a:lnTo>
                    <a:pt x="209672" y="385922"/>
                  </a:lnTo>
                  <a:lnTo>
                    <a:pt x="209406" y="385801"/>
                  </a:lnTo>
                  <a:lnTo>
                    <a:pt x="208785" y="385710"/>
                  </a:lnTo>
                  <a:lnTo>
                    <a:pt x="207956" y="385619"/>
                  </a:lnTo>
                  <a:lnTo>
                    <a:pt x="207158" y="385619"/>
                  </a:lnTo>
                  <a:lnTo>
                    <a:pt x="206388" y="385559"/>
                  </a:lnTo>
                  <a:lnTo>
                    <a:pt x="205826" y="385498"/>
                  </a:lnTo>
                  <a:lnTo>
                    <a:pt x="205235" y="385377"/>
                  </a:lnTo>
                  <a:lnTo>
                    <a:pt x="204968" y="385287"/>
                  </a:lnTo>
                  <a:lnTo>
                    <a:pt x="204732" y="385105"/>
                  </a:lnTo>
                  <a:lnTo>
                    <a:pt x="204170" y="384682"/>
                  </a:lnTo>
                  <a:lnTo>
                    <a:pt x="203252" y="384107"/>
                  </a:lnTo>
                  <a:lnTo>
                    <a:pt x="203104" y="384198"/>
                  </a:lnTo>
                  <a:lnTo>
                    <a:pt x="202838" y="384379"/>
                  </a:lnTo>
                  <a:lnTo>
                    <a:pt x="202690" y="384470"/>
                  </a:lnTo>
                  <a:lnTo>
                    <a:pt x="202424" y="384470"/>
                  </a:lnTo>
                  <a:lnTo>
                    <a:pt x="202246" y="384440"/>
                  </a:lnTo>
                  <a:lnTo>
                    <a:pt x="201980" y="384379"/>
                  </a:lnTo>
                  <a:lnTo>
                    <a:pt x="201655" y="384288"/>
                  </a:lnTo>
                  <a:lnTo>
                    <a:pt x="201063" y="384379"/>
                  </a:lnTo>
                  <a:lnTo>
                    <a:pt x="200383" y="384621"/>
                  </a:lnTo>
                  <a:lnTo>
                    <a:pt x="199939" y="384863"/>
                  </a:lnTo>
                  <a:lnTo>
                    <a:pt x="199672" y="385014"/>
                  </a:lnTo>
                  <a:lnTo>
                    <a:pt x="199406" y="385105"/>
                  </a:lnTo>
                  <a:lnTo>
                    <a:pt x="199229" y="385135"/>
                  </a:lnTo>
                  <a:lnTo>
                    <a:pt x="198874" y="384924"/>
                  </a:lnTo>
                  <a:lnTo>
                    <a:pt x="198785" y="384712"/>
                  </a:lnTo>
                  <a:lnTo>
                    <a:pt x="198607" y="384228"/>
                  </a:lnTo>
                  <a:lnTo>
                    <a:pt x="198519" y="383774"/>
                  </a:lnTo>
                  <a:lnTo>
                    <a:pt x="198459" y="383381"/>
                  </a:lnTo>
                  <a:lnTo>
                    <a:pt x="198371" y="382988"/>
                  </a:lnTo>
                  <a:lnTo>
                    <a:pt x="197986" y="382806"/>
                  </a:lnTo>
                  <a:lnTo>
                    <a:pt x="197631" y="382655"/>
                  </a:lnTo>
                  <a:lnTo>
                    <a:pt x="197394" y="382534"/>
                  </a:lnTo>
                  <a:lnTo>
                    <a:pt x="196891" y="382262"/>
                  </a:lnTo>
                  <a:lnTo>
                    <a:pt x="196596" y="382050"/>
                  </a:lnTo>
                  <a:lnTo>
                    <a:pt x="195501" y="380779"/>
                  </a:lnTo>
                  <a:lnTo>
                    <a:pt x="195264" y="380507"/>
                  </a:lnTo>
                  <a:lnTo>
                    <a:pt x="195028" y="380205"/>
                  </a:lnTo>
                  <a:lnTo>
                    <a:pt x="194791" y="380084"/>
                  </a:lnTo>
                  <a:lnTo>
                    <a:pt x="194288" y="380053"/>
                  </a:lnTo>
                  <a:lnTo>
                    <a:pt x="194081" y="380053"/>
                  </a:lnTo>
                  <a:lnTo>
                    <a:pt x="193815" y="380053"/>
                  </a:lnTo>
                  <a:lnTo>
                    <a:pt x="193519" y="380023"/>
                  </a:lnTo>
                  <a:lnTo>
                    <a:pt x="193312" y="380023"/>
                  </a:lnTo>
                  <a:lnTo>
                    <a:pt x="192661" y="379932"/>
                  </a:lnTo>
                  <a:lnTo>
                    <a:pt x="192513" y="379872"/>
                  </a:lnTo>
                  <a:lnTo>
                    <a:pt x="192306" y="379539"/>
                  </a:lnTo>
                  <a:lnTo>
                    <a:pt x="192306" y="379388"/>
                  </a:lnTo>
                  <a:lnTo>
                    <a:pt x="192306" y="379176"/>
                  </a:lnTo>
                  <a:lnTo>
                    <a:pt x="192187" y="378874"/>
                  </a:lnTo>
                  <a:lnTo>
                    <a:pt x="192069" y="378571"/>
                  </a:lnTo>
                  <a:lnTo>
                    <a:pt x="191891" y="378269"/>
                  </a:lnTo>
                  <a:lnTo>
                    <a:pt x="191714" y="377875"/>
                  </a:lnTo>
                  <a:lnTo>
                    <a:pt x="191418" y="377482"/>
                  </a:lnTo>
                  <a:lnTo>
                    <a:pt x="191034" y="376968"/>
                  </a:lnTo>
                  <a:lnTo>
                    <a:pt x="190856" y="376635"/>
                  </a:lnTo>
                  <a:lnTo>
                    <a:pt x="190708" y="376514"/>
                  </a:lnTo>
                  <a:lnTo>
                    <a:pt x="190412" y="376333"/>
                  </a:lnTo>
                  <a:lnTo>
                    <a:pt x="190264" y="376272"/>
                  </a:lnTo>
                  <a:lnTo>
                    <a:pt x="190057" y="376151"/>
                  </a:lnTo>
                  <a:lnTo>
                    <a:pt x="189850" y="375909"/>
                  </a:lnTo>
                  <a:lnTo>
                    <a:pt x="189732" y="375395"/>
                  </a:lnTo>
                  <a:lnTo>
                    <a:pt x="189791" y="375002"/>
                  </a:lnTo>
                  <a:lnTo>
                    <a:pt x="189821" y="374639"/>
                  </a:lnTo>
                  <a:lnTo>
                    <a:pt x="189673" y="374094"/>
                  </a:lnTo>
                  <a:lnTo>
                    <a:pt x="189495" y="373731"/>
                  </a:lnTo>
                  <a:lnTo>
                    <a:pt x="188963" y="373459"/>
                  </a:lnTo>
                  <a:lnTo>
                    <a:pt x="188519" y="373187"/>
                  </a:lnTo>
                  <a:lnTo>
                    <a:pt x="188282" y="372794"/>
                  </a:lnTo>
                  <a:lnTo>
                    <a:pt x="188105" y="372279"/>
                  </a:lnTo>
                  <a:lnTo>
                    <a:pt x="188045" y="371069"/>
                  </a:lnTo>
                  <a:lnTo>
                    <a:pt x="187986" y="370797"/>
                  </a:lnTo>
                  <a:lnTo>
                    <a:pt x="187779" y="369496"/>
                  </a:lnTo>
                  <a:lnTo>
                    <a:pt x="187572" y="368498"/>
                  </a:lnTo>
                  <a:lnTo>
                    <a:pt x="187513" y="368347"/>
                  </a:lnTo>
                  <a:lnTo>
                    <a:pt x="187187" y="367591"/>
                  </a:lnTo>
                  <a:lnTo>
                    <a:pt x="186951" y="367379"/>
                  </a:lnTo>
                  <a:lnTo>
                    <a:pt x="186744" y="367288"/>
                  </a:lnTo>
                  <a:lnTo>
                    <a:pt x="186448" y="367258"/>
                  </a:lnTo>
                  <a:lnTo>
                    <a:pt x="186093" y="367288"/>
                  </a:lnTo>
                  <a:lnTo>
                    <a:pt x="185826" y="367318"/>
                  </a:lnTo>
                  <a:lnTo>
                    <a:pt x="185471" y="367379"/>
                  </a:lnTo>
                  <a:lnTo>
                    <a:pt x="185176" y="367500"/>
                  </a:lnTo>
                  <a:lnTo>
                    <a:pt x="184613" y="367560"/>
                  </a:lnTo>
                  <a:lnTo>
                    <a:pt x="183282" y="367530"/>
                  </a:lnTo>
                  <a:lnTo>
                    <a:pt x="181566" y="367379"/>
                  </a:lnTo>
                  <a:lnTo>
                    <a:pt x="181270" y="367349"/>
                  </a:lnTo>
                  <a:lnTo>
                    <a:pt x="180915" y="367197"/>
                  </a:lnTo>
                  <a:lnTo>
                    <a:pt x="180560" y="366986"/>
                  </a:lnTo>
                  <a:lnTo>
                    <a:pt x="180146" y="366653"/>
                  </a:lnTo>
                  <a:lnTo>
                    <a:pt x="179998" y="366502"/>
                  </a:lnTo>
                  <a:lnTo>
                    <a:pt x="178963" y="365655"/>
                  </a:lnTo>
                  <a:lnTo>
                    <a:pt x="178371" y="365110"/>
                  </a:lnTo>
                  <a:lnTo>
                    <a:pt x="177986" y="364747"/>
                  </a:lnTo>
                  <a:lnTo>
                    <a:pt x="177690" y="364414"/>
                  </a:lnTo>
                  <a:lnTo>
                    <a:pt x="177217" y="363870"/>
                  </a:lnTo>
                  <a:lnTo>
                    <a:pt x="176773" y="363204"/>
                  </a:lnTo>
                  <a:lnTo>
                    <a:pt x="176359" y="362599"/>
                  </a:lnTo>
                  <a:lnTo>
                    <a:pt x="176093" y="362357"/>
                  </a:lnTo>
                  <a:lnTo>
                    <a:pt x="175767" y="362085"/>
                  </a:lnTo>
                  <a:lnTo>
                    <a:pt x="174939" y="361541"/>
                  </a:lnTo>
                  <a:lnTo>
                    <a:pt x="173992" y="360815"/>
                  </a:lnTo>
                  <a:lnTo>
                    <a:pt x="173105" y="360331"/>
                  </a:lnTo>
                  <a:lnTo>
                    <a:pt x="172335" y="360028"/>
                  </a:lnTo>
                  <a:lnTo>
                    <a:pt x="171389" y="359907"/>
                  </a:lnTo>
                  <a:lnTo>
                    <a:pt x="170619" y="359998"/>
                  </a:lnTo>
                  <a:lnTo>
                    <a:pt x="169821" y="360270"/>
                  </a:lnTo>
                  <a:lnTo>
                    <a:pt x="169170" y="360724"/>
                  </a:lnTo>
                  <a:lnTo>
                    <a:pt x="168756" y="360966"/>
                  </a:lnTo>
                  <a:lnTo>
                    <a:pt x="167513" y="362206"/>
                  </a:lnTo>
                  <a:lnTo>
                    <a:pt x="165560" y="363779"/>
                  </a:lnTo>
                  <a:lnTo>
                    <a:pt x="164525" y="364324"/>
                  </a:lnTo>
                  <a:lnTo>
                    <a:pt x="162957" y="364808"/>
                  </a:lnTo>
                  <a:lnTo>
                    <a:pt x="161921" y="365080"/>
                  </a:lnTo>
                  <a:lnTo>
                    <a:pt x="161537" y="365171"/>
                  </a:lnTo>
                  <a:lnTo>
                    <a:pt x="159495" y="365745"/>
                  </a:lnTo>
                  <a:lnTo>
                    <a:pt x="158134" y="366169"/>
                  </a:lnTo>
                  <a:lnTo>
                    <a:pt x="155501" y="366774"/>
                  </a:lnTo>
                  <a:lnTo>
                    <a:pt x="153874" y="366895"/>
                  </a:lnTo>
                  <a:lnTo>
                    <a:pt x="152306" y="367046"/>
                  </a:lnTo>
                  <a:lnTo>
                    <a:pt x="151241" y="367137"/>
                  </a:lnTo>
                  <a:lnTo>
                    <a:pt x="150383" y="367137"/>
                  </a:lnTo>
                  <a:lnTo>
                    <a:pt x="149347" y="367107"/>
                  </a:lnTo>
                  <a:lnTo>
                    <a:pt x="148371" y="367167"/>
                  </a:lnTo>
                  <a:lnTo>
                    <a:pt x="147779" y="367167"/>
                  </a:lnTo>
                  <a:lnTo>
                    <a:pt x="147217" y="367258"/>
                  </a:lnTo>
                  <a:lnTo>
                    <a:pt x="146744" y="367349"/>
                  </a:lnTo>
                  <a:lnTo>
                    <a:pt x="146271" y="367318"/>
                  </a:lnTo>
                  <a:lnTo>
                    <a:pt x="146004" y="367318"/>
                  </a:lnTo>
                  <a:lnTo>
                    <a:pt x="144821" y="367409"/>
                  </a:lnTo>
                  <a:lnTo>
                    <a:pt x="143519" y="367439"/>
                  </a:lnTo>
                  <a:lnTo>
                    <a:pt x="143460" y="367076"/>
                  </a:lnTo>
                  <a:lnTo>
                    <a:pt x="143253" y="366562"/>
                  </a:lnTo>
                  <a:lnTo>
                    <a:pt x="143105" y="366260"/>
                  </a:lnTo>
                  <a:lnTo>
                    <a:pt x="143046" y="365957"/>
                  </a:lnTo>
                  <a:lnTo>
                    <a:pt x="143046" y="365624"/>
                  </a:lnTo>
                  <a:lnTo>
                    <a:pt x="142987" y="365292"/>
                  </a:lnTo>
                  <a:lnTo>
                    <a:pt x="142809" y="365050"/>
                  </a:lnTo>
                  <a:lnTo>
                    <a:pt x="142779" y="364747"/>
                  </a:lnTo>
                  <a:lnTo>
                    <a:pt x="142779" y="364505"/>
                  </a:lnTo>
                  <a:lnTo>
                    <a:pt x="142779" y="364354"/>
                  </a:lnTo>
                  <a:lnTo>
                    <a:pt x="142779" y="364051"/>
                  </a:lnTo>
                  <a:lnTo>
                    <a:pt x="142661" y="363779"/>
                  </a:lnTo>
                  <a:lnTo>
                    <a:pt x="142572" y="363507"/>
                  </a:lnTo>
                  <a:lnTo>
                    <a:pt x="142513" y="363144"/>
                  </a:lnTo>
                  <a:lnTo>
                    <a:pt x="142513" y="362932"/>
                  </a:lnTo>
                  <a:lnTo>
                    <a:pt x="142513" y="362327"/>
                  </a:lnTo>
                  <a:lnTo>
                    <a:pt x="142365" y="361964"/>
                  </a:lnTo>
                  <a:lnTo>
                    <a:pt x="142188" y="361147"/>
                  </a:lnTo>
                  <a:lnTo>
                    <a:pt x="142188" y="360573"/>
                  </a:lnTo>
                  <a:lnTo>
                    <a:pt x="142099" y="359877"/>
                  </a:lnTo>
                  <a:lnTo>
                    <a:pt x="142040" y="359484"/>
                  </a:lnTo>
                  <a:lnTo>
                    <a:pt x="142040" y="358818"/>
                  </a:lnTo>
                  <a:lnTo>
                    <a:pt x="142010" y="358425"/>
                  </a:lnTo>
                  <a:lnTo>
                    <a:pt x="142040" y="357850"/>
                  </a:lnTo>
                  <a:lnTo>
                    <a:pt x="142040" y="357487"/>
                  </a:lnTo>
                  <a:lnTo>
                    <a:pt x="142010" y="357003"/>
                  </a:lnTo>
                  <a:lnTo>
                    <a:pt x="142010" y="356701"/>
                  </a:lnTo>
                  <a:lnTo>
                    <a:pt x="142010" y="356156"/>
                  </a:lnTo>
                  <a:lnTo>
                    <a:pt x="141951" y="355703"/>
                  </a:lnTo>
                  <a:lnTo>
                    <a:pt x="141892" y="355340"/>
                  </a:lnTo>
                  <a:lnTo>
                    <a:pt x="141862" y="354856"/>
                  </a:lnTo>
                  <a:lnTo>
                    <a:pt x="141803" y="354493"/>
                  </a:lnTo>
                  <a:lnTo>
                    <a:pt x="141803" y="354220"/>
                  </a:lnTo>
                  <a:lnTo>
                    <a:pt x="141862" y="353888"/>
                  </a:lnTo>
                  <a:lnTo>
                    <a:pt x="141892" y="353736"/>
                  </a:lnTo>
                  <a:lnTo>
                    <a:pt x="141833" y="353252"/>
                  </a:lnTo>
                  <a:lnTo>
                    <a:pt x="141803" y="353010"/>
                  </a:lnTo>
                  <a:lnTo>
                    <a:pt x="141892" y="352738"/>
                  </a:lnTo>
                  <a:lnTo>
                    <a:pt x="141981" y="352405"/>
                  </a:lnTo>
                  <a:lnTo>
                    <a:pt x="142010" y="352103"/>
                  </a:lnTo>
                  <a:lnTo>
                    <a:pt x="142158" y="351800"/>
                  </a:lnTo>
                  <a:lnTo>
                    <a:pt x="142276" y="351589"/>
                  </a:lnTo>
                  <a:lnTo>
                    <a:pt x="142424" y="351347"/>
                  </a:lnTo>
                  <a:lnTo>
                    <a:pt x="142454" y="351105"/>
                  </a:lnTo>
                  <a:lnTo>
                    <a:pt x="142513" y="350863"/>
                  </a:lnTo>
                  <a:lnTo>
                    <a:pt x="142513" y="350681"/>
                  </a:lnTo>
                  <a:lnTo>
                    <a:pt x="142484" y="350409"/>
                  </a:lnTo>
                  <a:lnTo>
                    <a:pt x="142484" y="350137"/>
                  </a:lnTo>
                  <a:lnTo>
                    <a:pt x="142513" y="349743"/>
                  </a:lnTo>
                  <a:lnTo>
                    <a:pt x="142513" y="349471"/>
                  </a:lnTo>
                  <a:lnTo>
                    <a:pt x="142395" y="348322"/>
                  </a:lnTo>
                  <a:lnTo>
                    <a:pt x="142365" y="348110"/>
                  </a:lnTo>
                  <a:lnTo>
                    <a:pt x="142336" y="347747"/>
                  </a:lnTo>
                  <a:lnTo>
                    <a:pt x="142336" y="347233"/>
                  </a:lnTo>
                  <a:lnTo>
                    <a:pt x="142217" y="344662"/>
                  </a:lnTo>
                  <a:lnTo>
                    <a:pt x="142217" y="344389"/>
                  </a:lnTo>
                  <a:lnTo>
                    <a:pt x="142188" y="343694"/>
                  </a:lnTo>
                  <a:lnTo>
                    <a:pt x="142129" y="342847"/>
                  </a:lnTo>
                  <a:lnTo>
                    <a:pt x="142069" y="342090"/>
                  </a:lnTo>
                  <a:lnTo>
                    <a:pt x="142040" y="341667"/>
                  </a:lnTo>
                  <a:lnTo>
                    <a:pt x="141774" y="339791"/>
                  </a:lnTo>
                  <a:lnTo>
                    <a:pt x="141537" y="338370"/>
                  </a:lnTo>
                  <a:lnTo>
                    <a:pt x="141359" y="337371"/>
                  </a:lnTo>
                  <a:lnTo>
                    <a:pt x="141241" y="336918"/>
                  </a:lnTo>
                  <a:lnTo>
                    <a:pt x="141211" y="336555"/>
                  </a:lnTo>
                  <a:lnTo>
                    <a:pt x="141211" y="336343"/>
                  </a:lnTo>
                  <a:lnTo>
                    <a:pt x="141182" y="336192"/>
                  </a:lnTo>
                  <a:lnTo>
                    <a:pt x="141093" y="335556"/>
                  </a:lnTo>
                  <a:lnTo>
                    <a:pt x="140975" y="335224"/>
                  </a:lnTo>
                  <a:lnTo>
                    <a:pt x="140856" y="334800"/>
                  </a:lnTo>
                  <a:lnTo>
                    <a:pt x="140827" y="334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786339" y="1874520"/>
              <a:ext cx="574344" cy="751789"/>
            </a:xfrm>
            <a:custGeom>
              <a:avLst/>
              <a:pathLst>
                <a:path w="574344" h="751789">
                  <a:moveTo>
                    <a:pt x="392067" y="362"/>
                  </a:moveTo>
                  <a:lnTo>
                    <a:pt x="394079" y="1240"/>
                  </a:lnTo>
                  <a:lnTo>
                    <a:pt x="395381" y="1693"/>
                  </a:lnTo>
                  <a:lnTo>
                    <a:pt x="396061" y="2843"/>
                  </a:lnTo>
                  <a:lnTo>
                    <a:pt x="395973" y="3871"/>
                  </a:lnTo>
                  <a:lnTo>
                    <a:pt x="395351" y="5626"/>
                  </a:lnTo>
                  <a:lnTo>
                    <a:pt x="394967" y="9226"/>
                  </a:lnTo>
                  <a:lnTo>
                    <a:pt x="396091" y="12341"/>
                  </a:lnTo>
                  <a:lnTo>
                    <a:pt x="397630" y="13854"/>
                  </a:lnTo>
                  <a:lnTo>
                    <a:pt x="399257" y="14761"/>
                  </a:lnTo>
                  <a:lnTo>
                    <a:pt x="401949" y="15366"/>
                  </a:lnTo>
                  <a:lnTo>
                    <a:pt x="404878" y="15911"/>
                  </a:lnTo>
                  <a:lnTo>
                    <a:pt x="406624" y="15578"/>
                  </a:lnTo>
                  <a:lnTo>
                    <a:pt x="408813" y="15396"/>
                  </a:lnTo>
                  <a:lnTo>
                    <a:pt x="411742" y="14912"/>
                  </a:lnTo>
                  <a:lnTo>
                    <a:pt x="413961" y="14307"/>
                  </a:lnTo>
                  <a:lnTo>
                    <a:pt x="416091" y="13460"/>
                  </a:lnTo>
                  <a:lnTo>
                    <a:pt x="419197" y="12160"/>
                  </a:lnTo>
                  <a:lnTo>
                    <a:pt x="421919" y="10708"/>
                  </a:lnTo>
                  <a:lnTo>
                    <a:pt x="424020" y="10224"/>
                  </a:lnTo>
                  <a:lnTo>
                    <a:pt x="426949" y="10345"/>
                  </a:lnTo>
                  <a:lnTo>
                    <a:pt x="429967" y="10768"/>
                  </a:lnTo>
                  <a:lnTo>
                    <a:pt x="432570" y="10708"/>
                  </a:lnTo>
                  <a:lnTo>
                    <a:pt x="434848" y="11162"/>
                  </a:lnTo>
                  <a:lnTo>
                    <a:pt x="436890" y="12704"/>
                  </a:lnTo>
                  <a:lnTo>
                    <a:pt x="438517" y="14701"/>
                  </a:lnTo>
                  <a:lnTo>
                    <a:pt x="439996" y="16697"/>
                  </a:lnTo>
                  <a:lnTo>
                    <a:pt x="441120" y="17756"/>
                  </a:lnTo>
                  <a:lnTo>
                    <a:pt x="442274" y="18754"/>
                  </a:lnTo>
                  <a:lnTo>
                    <a:pt x="444227" y="19541"/>
                  </a:lnTo>
                  <a:lnTo>
                    <a:pt x="446387" y="19662"/>
                  </a:lnTo>
                  <a:lnTo>
                    <a:pt x="448576" y="19571"/>
                  </a:lnTo>
                  <a:lnTo>
                    <a:pt x="450558" y="19147"/>
                  </a:lnTo>
                  <a:lnTo>
                    <a:pt x="451505" y="19238"/>
                  </a:lnTo>
                  <a:lnTo>
                    <a:pt x="452481" y="19843"/>
                  </a:lnTo>
                  <a:lnTo>
                    <a:pt x="453576" y="22233"/>
                  </a:lnTo>
                  <a:lnTo>
                    <a:pt x="456505" y="25893"/>
                  </a:lnTo>
                  <a:lnTo>
                    <a:pt x="460736" y="30188"/>
                  </a:lnTo>
                  <a:lnTo>
                    <a:pt x="461653" y="31882"/>
                  </a:lnTo>
                  <a:lnTo>
                    <a:pt x="463369" y="33576"/>
                  </a:lnTo>
                  <a:lnTo>
                    <a:pt x="464493" y="34454"/>
                  </a:lnTo>
                  <a:lnTo>
                    <a:pt x="466534" y="36087"/>
                  </a:lnTo>
                  <a:lnTo>
                    <a:pt x="468487" y="37842"/>
                  </a:lnTo>
                  <a:lnTo>
                    <a:pt x="470440" y="39233"/>
                  </a:lnTo>
                  <a:lnTo>
                    <a:pt x="472451" y="42500"/>
                  </a:lnTo>
                  <a:lnTo>
                    <a:pt x="473960" y="45011"/>
                  </a:lnTo>
                  <a:lnTo>
                    <a:pt x="475676" y="46311"/>
                  </a:lnTo>
                  <a:lnTo>
                    <a:pt x="477511" y="48731"/>
                  </a:lnTo>
                  <a:lnTo>
                    <a:pt x="479019" y="50183"/>
                  </a:lnTo>
                  <a:lnTo>
                    <a:pt x="479996" y="50607"/>
                  </a:lnTo>
                  <a:lnTo>
                    <a:pt x="481830" y="50788"/>
                  </a:lnTo>
                  <a:lnTo>
                    <a:pt x="483990" y="51182"/>
                  </a:lnTo>
                  <a:lnTo>
                    <a:pt x="485499" y="51514"/>
                  </a:lnTo>
                  <a:lnTo>
                    <a:pt x="486800" y="52634"/>
                  </a:lnTo>
                  <a:lnTo>
                    <a:pt x="489138" y="54539"/>
                  </a:lnTo>
                  <a:lnTo>
                    <a:pt x="495676" y="58472"/>
                  </a:lnTo>
                  <a:lnTo>
                    <a:pt x="501712" y="60226"/>
                  </a:lnTo>
                  <a:lnTo>
                    <a:pt x="504167" y="60740"/>
                  </a:lnTo>
                  <a:lnTo>
                    <a:pt x="509019" y="63886"/>
                  </a:lnTo>
                  <a:lnTo>
                    <a:pt x="514167" y="66548"/>
                  </a:lnTo>
                  <a:lnTo>
                    <a:pt x="517274" y="69059"/>
                  </a:lnTo>
                  <a:lnTo>
                    <a:pt x="520291" y="71781"/>
                  </a:lnTo>
                  <a:lnTo>
                    <a:pt x="522865" y="73445"/>
                  </a:lnTo>
                  <a:lnTo>
                    <a:pt x="523989" y="77892"/>
                  </a:lnTo>
                  <a:lnTo>
                    <a:pt x="523723" y="81643"/>
                  </a:lnTo>
                  <a:lnTo>
                    <a:pt x="524345" y="84244"/>
                  </a:lnTo>
                  <a:lnTo>
                    <a:pt x="527658" y="86089"/>
                  </a:lnTo>
                  <a:lnTo>
                    <a:pt x="530765" y="87420"/>
                  </a:lnTo>
                  <a:lnTo>
                    <a:pt x="532658" y="89508"/>
                  </a:lnTo>
                  <a:lnTo>
                    <a:pt x="534581" y="92775"/>
                  </a:lnTo>
                  <a:lnTo>
                    <a:pt x="540350" y="96435"/>
                  </a:lnTo>
                  <a:lnTo>
                    <a:pt x="547540" y="99853"/>
                  </a:lnTo>
                  <a:lnTo>
                    <a:pt x="551386" y="102091"/>
                  </a:lnTo>
                  <a:lnTo>
                    <a:pt x="556267" y="104481"/>
                  </a:lnTo>
                  <a:lnTo>
                    <a:pt x="560350" y="105933"/>
                  </a:lnTo>
                  <a:lnTo>
                    <a:pt x="564670" y="107929"/>
                  </a:lnTo>
                  <a:lnTo>
                    <a:pt x="566386" y="109351"/>
                  </a:lnTo>
                  <a:lnTo>
                    <a:pt x="567687" y="111227"/>
                  </a:lnTo>
                  <a:lnTo>
                    <a:pt x="568871" y="113526"/>
                  </a:lnTo>
                  <a:lnTo>
                    <a:pt x="570557" y="117912"/>
                  </a:lnTo>
                  <a:lnTo>
                    <a:pt x="571829" y="122177"/>
                  </a:lnTo>
                  <a:lnTo>
                    <a:pt x="572273" y="124052"/>
                  </a:lnTo>
                  <a:lnTo>
                    <a:pt x="573604" y="125746"/>
                  </a:lnTo>
                  <a:lnTo>
                    <a:pt x="574107" y="126563"/>
                  </a:lnTo>
                  <a:lnTo>
                    <a:pt x="574344" y="126926"/>
                  </a:lnTo>
                  <a:lnTo>
                    <a:pt x="574167" y="127955"/>
                  </a:lnTo>
                  <a:lnTo>
                    <a:pt x="574078" y="128892"/>
                  </a:lnTo>
                  <a:lnTo>
                    <a:pt x="573279" y="130496"/>
                  </a:lnTo>
                  <a:lnTo>
                    <a:pt x="572747" y="131706"/>
                  </a:lnTo>
                  <a:lnTo>
                    <a:pt x="570942" y="132764"/>
                  </a:lnTo>
                  <a:lnTo>
                    <a:pt x="569374" y="133369"/>
                  </a:lnTo>
                  <a:lnTo>
                    <a:pt x="567480" y="133339"/>
                  </a:lnTo>
                  <a:lnTo>
                    <a:pt x="565528" y="133581"/>
                  </a:lnTo>
                  <a:lnTo>
                    <a:pt x="563634" y="133762"/>
                  </a:lnTo>
                  <a:lnTo>
                    <a:pt x="561652" y="133732"/>
                  </a:lnTo>
                  <a:lnTo>
                    <a:pt x="559551" y="134367"/>
                  </a:lnTo>
                  <a:lnTo>
                    <a:pt x="558250" y="135789"/>
                  </a:lnTo>
                  <a:lnTo>
                    <a:pt x="556504" y="137846"/>
                  </a:lnTo>
                  <a:lnTo>
                    <a:pt x="555380" y="139782"/>
                  </a:lnTo>
                  <a:lnTo>
                    <a:pt x="554670" y="141022"/>
                  </a:lnTo>
                  <a:lnTo>
                    <a:pt x="552776" y="142807"/>
                  </a:lnTo>
                  <a:lnTo>
                    <a:pt x="551119" y="144078"/>
                  </a:lnTo>
                  <a:lnTo>
                    <a:pt x="549137" y="145862"/>
                  </a:lnTo>
                  <a:lnTo>
                    <a:pt x="546652" y="148736"/>
                  </a:lnTo>
                  <a:lnTo>
                    <a:pt x="545232" y="150460"/>
                  </a:lnTo>
                  <a:lnTo>
                    <a:pt x="544463" y="152426"/>
                  </a:lnTo>
                  <a:lnTo>
                    <a:pt x="544315" y="154181"/>
                  </a:lnTo>
                  <a:lnTo>
                    <a:pt x="544049" y="157750"/>
                  </a:lnTo>
                  <a:lnTo>
                    <a:pt x="543930" y="160049"/>
                  </a:lnTo>
                  <a:lnTo>
                    <a:pt x="544404" y="162499"/>
                  </a:lnTo>
                  <a:lnTo>
                    <a:pt x="544936" y="164587"/>
                  </a:lnTo>
                  <a:lnTo>
                    <a:pt x="545114" y="165434"/>
                  </a:lnTo>
                  <a:lnTo>
                    <a:pt x="545439" y="167097"/>
                  </a:lnTo>
                  <a:lnTo>
                    <a:pt x="545380" y="168519"/>
                  </a:lnTo>
                  <a:lnTo>
                    <a:pt x="544551" y="170213"/>
                  </a:lnTo>
                  <a:lnTo>
                    <a:pt x="543516" y="172270"/>
                  </a:lnTo>
                  <a:lnTo>
                    <a:pt x="542924" y="173389"/>
                  </a:lnTo>
                  <a:lnTo>
                    <a:pt x="542125" y="174962"/>
                  </a:lnTo>
                  <a:lnTo>
                    <a:pt x="542066" y="176293"/>
                  </a:lnTo>
                  <a:lnTo>
                    <a:pt x="542214" y="177957"/>
                  </a:lnTo>
                  <a:lnTo>
                    <a:pt x="542155" y="179621"/>
                  </a:lnTo>
                  <a:lnTo>
                    <a:pt x="541652" y="181375"/>
                  </a:lnTo>
                  <a:lnTo>
                    <a:pt x="540587" y="184188"/>
                  </a:lnTo>
                  <a:lnTo>
                    <a:pt x="538694" y="185066"/>
                  </a:lnTo>
                  <a:lnTo>
                    <a:pt x="537185" y="186124"/>
                  </a:lnTo>
                  <a:lnTo>
                    <a:pt x="535439" y="186850"/>
                  </a:lnTo>
                  <a:lnTo>
                    <a:pt x="533841" y="187969"/>
                  </a:lnTo>
                  <a:lnTo>
                    <a:pt x="532451" y="188937"/>
                  </a:lnTo>
                  <a:lnTo>
                    <a:pt x="530972" y="189542"/>
                  </a:lnTo>
                  <a:lnTo>
                    <a:pt x="529936" y="189724"/>
                  </a:lnTo>
                  <a:lnTo>
                    <a:pt x="528930" y="189936"/>
                  </a:lnTo>
                  <a:lnTo>
                    <a:pt x="527303" y="191146"/>
                  </a:lnTo>
                  <a:lnTo>
                    <a:pt x="526416" y="191962"/>
                  </a:lnTo>
                  <a:lnTo>
                    <a:pt x="525765" y="193051"/>
                  </a:lnTo>
                  <a:lnTo>
                    <a:pt x="524936" y="194473"/>
                  </a:lnTo>
                  <a:lnTo>
                    <a:pt x="524137" y="196167"/>
                  </a:lnTo>
                  <a:lnTo>
                    <a:pt x="523072" y="197649"/>
                  </a:lnTo>
                  <a:lnTo>
                    <a:pt x="522984" y="199132"/>
                  </a:lnTo>
                  <a:lnTo>
                    <a:pt x="521061" y="201612"/>
                  </a:lnTo>
                  <a:lnTo>
                    <a:pt x="520173" y="202308"/>
                  </a:lnTo>
                  <a:lnTo>
                    <a:pt x="518960" y="202943"/>
                  </a:lnTo>
                  <a:lnTo>
                    <a:pt x="517717" y="203457"/>
                  </a:lnTo>
                  <a:lnTo>
                    <a:pt x="516830" y="204032"/>
                  </a:lnTo>
                  <a:lnTo>
                    <a:pt x="516031" y="204788"/>
                  </a:lnTo>
                  <a:lnTo>
                    <a:pt x="514877" y="206119"/>
                  </a:lnTo>
                  <a:lnTo>
                    <a:pt x="513960" y="207087"/>
                  </a:lnTo>
                  <a:lnTo>
                    <a:pt x="512865" y="207753"/>
                  </a:lnTo>
                  <a:lnTo>
                    <a:pt x="511327" y="209174"/>
                  </a:lnTo>
                  <a:lnTo>
                    <a:pt x="510055" y="210505"/>
                  </a:lnTo>
                  <a:lnTo>
                    <a:pt x="508783" y="211534"/>
                  </a:lnTo>
                  <a:lnTo>
                    <a:pt x="507688" y="212199"/>
                  </a:lnTo>
                  <a:lnTo>
                    <a:pt x="506741" y="212774"/>
                  </a:lnTo>
                  <a:lnTo>
                    <a:pt x="505055" y="213984"/>
                  </a:lnTo>
                  <a:lnTo>
                    <a:pt x="503428" y="215406"/>
                  </a:lnTo>
                  <a:lnTo>
                    <a:pt x="502303" y="216132"/>
                  </a:lnTo>
                  <a:lnTo>
                    <a:pt x="501475" y="216797"/>
                  </a:lnTo>
                  <a:lnTo>
                    <a:pt x="500646" y="218189"/>
                  </a:lnTo>
                  <a:lnTo>
                    <a:pt x="500351" y="219550"/>
                  </a:lnTo>
                  <a:lnTo>
                    <a:pt x="500203" y="221183"/>
                  </a:lnTo>
                  <a:lnTo>
                    <a:pt x="499936" y="222787"/>
                  </a:lnTo>
                  <a:lnTo>
                    <a:pt x="499315" y="224057"/>
                  </a:lnTo>
                  <a:lnTo>
                    <a:pt x="498368" y="225539"/>
                  </a:lnTo>
                  <a:lnTo>
                    <a:pt x="496771" y="227082"/>
                  </a:lnTo>
                  <a:lnTo>
                    <a:pt x="495765" y="227808"/>
                  </a:lnTo>
                  <a:lnTo>
                    <a:pt x="494729" y="228836"/>
                  </a:lnTo>
                  <a:lnTo>
                    <a:pt x="493842" y="230167"/>
                  </a:lnTo>
                  <a:lnTo>
                    <a:pt x="493013" y="230984"/>
                  </a:lnTo>
                  <a:lnTo>
                    <a:pt x="491682" y="232315"/>
                  </a:lnTo>
                  <a:lnTo>
                    <a:pt x="490647" y="233223"/>
                  </a:lnTo>
                  <a:lnTo>
                    <a:pt x="489404" y="234251"/>
                  </a:lnTo>
                  <a:lnTo>
                    <a:pt x="488250" y="235522"/>
                  </a:lnTo>
                  <a:lnTo>
                    <a:pt x="486564" y="237034"/>
                  </a:lnTo>
                  <a:lnTo>
                    <a:pt x="485351" y="238758"/>
                  </a:lnTo>
                  <a:lnTo>
                    <a:pt x="484996" y="239938"/>
                  </a:lnTo>
                  <a:lnTo>
                    <a:pt x="484493" y="241541"/>
                  </a:lnTo>
                  <a:lnTo>
                    <a:pt x="484138" y="243235"/>
                  </a:lnTo>
                  <a:lnTo>
                    <a:pt x="484079" y="245443"/>
                  </a:lnTo>
                  <a:lnTo>
                    <a:pt x="484670" y="246805"/>
                  </a:lnTo>
                  <a:lnTo>
                    <a:pt x="486771" y="248438"/>
                  </a:lnTo>
                  <a:lnTo>
                    <a:pt x="490321" y="250767"/>
                  </a:lnTo>
                  <a:lnTo>
                    <a:pt x="492303" y="252824"/>
                  </a:lnTo>
                  <a:lnTo>
                    <a:pt x="493487" y="255244"/>
                  </a:lnTo>
                  <a:lnTo>
                    <a:pt x="495706" y="257271"/>
                  </a:lnTo>
                  <a:lnTo>
                    <a:pt x="497244" y="259146"/>
                  </a:lnTo>
                  <a:lnTo>
                    <a:pt x="498487" y="261990"/>
                  </a:lnTo>
                  <a:lnTo>
                    <a:pt x="498812" y="263381"/>
                  </a:lnTo>
                  <a:lnTo>
                    <a:pt x="499286" y="265196"/>
                  </a:lnTo>
                  <a:lnTo>
                    <a:pt x="499167" y="266799"/>
                  </a:lnTo>
                  <a:lnTo>
                    <a:pt x="498901" y="268554"/>
                  </a:lnTo>
                  <a:lnTo>
                    <a:pt x="498546" y="270429"/>
                  </a:lnTo>
                  <a:lnTo>
                    <a:pt x="498723" y="271276"/>
                  </a:lnTo>
                  <a:lnTo>
                    <a:pt x="498753" y="272759"/>
                  </a:lnTo>
                  <a:lnTo>
                    <a:pt x="498161" y="274332"/>
                  </a:lnTo>
                  <a:lnTo>
                    <a:pt x="497895" y="276389"/>
                  </a:lnTo>
                  <a:lnTo>
                    <a:pt x="497954" y="278083"/>
                  </a:lnTo>
                  <a:lnTo>
                    <a:pt x="498871" y="280805"/>
                  </a:lnTo>
                  <a:lnTo>
                    <a:pt x="500114" y="283255"/>
                  </a:lnTo>
                  <a:lnTo>
                    <a:pt x="500351" y="284858"/>
                  </a:lnTo>
                  <a:lnTo>
                    <a:pt x="501090" y="286643"/>
                  </a:lnTo>
                  <a:lnTo>
                    <a:pt x="502481" y="288851"/>
                  </a:lnTo>
                  <a:lnTo>
                    <a:pt x="504049" y="292391"/>
                  </a:lnTo>
                  <a:lnTo>
                    <a:pt x="504522" y="294024"/>
                  </a:lnTo>
                  <a:lnTo>
                    <a:pt x="504641" y="295627"/>
                  </a:lnTo>
                  <a:lnTo>
                    <a:pt x="506238" y="299136"/>
                  </a:lnTo>
                  <a:lnTo>
                    <a:pt x="507214" y="301193"/>
                  </a:lnTo>
                  <a:lnTo>
                    <a:pt x="508723" y="303190"/>
                  </a:lnTo>
                  <a:lnTo>
                    <a:pt x="509640" y="304702"/>
                  </a:lnTo>
                  <a:lnTo>
                    <a:pt x="510913" y="306819"/>
                  </a:lnTo>
                  <a:lnTo>
                    <a:pt x="511268" y="308332"/>
                  </a:lnTo>
                  <a:lnTo>
                    <a:pt x="512007" y="310298"/>
                  </a:lnTo>
                  <a:lnTo>
                    <a:pt x="512924" y="312234"/>
                  </a:lnTo>
                  <a:lnTo>
                    <a:pt x="513723" y="313656"/>
                  </a:lnTo>
                  <a:lnTo>
                    <a:pt x="514256" y="314503"/>
                  </a:lnTo>
                  <a:lnTo>
                    <a:pt x="515084" y="314805"/>
                  </a:lnTo>
                  <a:lnTo>
                    <a:pt x="515498" y="315834"/>
                  </a:lnTo>
                  <a:lnTo>
                    <a:pt x="515262" y="316681"/>
                  </a:lnTo>
                  <a:lnTo>
                    <a:pt x="514700" y="317921"/>
                  </a:lnTo>
                  <a:lnTo>
                    <a:pt x="513990" y="318798"/>
                  </a:lnTo>
                  <a:lnTo>
                    <a:pt x="513132" y="319494"/>
                  </a:lnTo>
                  <a:lnTo>
                    <a:pt x="512806" y="321097"/>
                  </a:lnTo>
                  <a:lnTo>
                    <a:pt x="512865" y="322368"/>
                  </a:lnTo>
                  <a:lnTo>
                    <a:pt x="513191" y="323729"/>
                  </a:lnTo>
                  <a:lnTo>
                    <a:pt x="513339" y="324999"/>
                  </a:lnTo>
                  <a:lnTo>
                    <a:pt x="513960" y="326512"/>
                  </a:lnTo>
                  <a:lnTo>
                    <a:pt x="514640" y="327631"/>
                  </a:lnTo>
                  <a:lnTo>
                    <a:pt x="514877" y="328599"/>
                  </a:lnTo>
                  <a:lnTo>
                    <a:pt x="514936" y="329960"/>
                  </a:lnTo>
                  <a:lnTo>
                    <a:pt x="514936" y="330898"/>
                  </a:lnTo>
                  <a:lnTo>
                    <a:pt x="514552" y="332169"/>
                  </a:lnTo>
                  <a:lnTo>
                    <a:pt x="514374" y="333046"/>
                  </a:lnTo>
                  <a:lnTo>
                    <a:pt x="514049" y="334074"/>
                  </a:lnTo>
                  <a:lnTo>
                    <a:pt x="513664" y="334800"/>
                  </a:lnTo>
                  <a:lnTo>
                    <a:pt x="513575" y="335677"/>
                  </a:lnTo>
                  <a:lnTo>
                    <a:pt x="512777" y="337795"/>
                  </a:lnTo>
                  <a:lnTo>
                    <a:pt x="512688" y="338672"/>
                  </a:lnTo>
                  <a:lnTo>
                    <a:pt x="512658" y="339882"/>
                  </a:lnTo>
                  <a:lnTo>
                    <a:pt x="512747" y="340759"/>
                  </a:lnTo>
                  <a:lnTo>
                    <a:pt x="512954" y="342574"/>
                  </a:lnTo>
                  <a:lnTo>
                    <a:pt x="512954" y="343210"/>
                  </a:lnTo>
                  <a:lnTo>
                    <a:pt x="512954" y="344178"/>
                  </a:lnTo>
                  <a:lnTo>
                    <a:pt x="512629" y="346386"/>
                  </a:lnTo>
                  <a:lnTo>
                    <a:pt x="512629" y="347021"/>
                  </a:lnTo>
                  <a:lnTo>
                    <a:pt x="512688" y="349017"/>
                  </a:lnTo>
                  <a:lnTo>
                    <a:pt x="512688" y="349804"/>
                  </a:lnTo>
                  <a:lnTo>
                    <a:pt x="512895" y="350863"/>
                  </a:lnTo>
                  <a:lnTo>
                    <a:pt x="513309" y="351498"/>
                  </a:lnTo>
                  <a:lnTo>
                    <a:pt x="514078" y="352436"/>
                  </a:lnTo>
                  <a:lnTo>
                    <a:pt x="514700" y="353888"/>
                  </a:lnTo>
                  <a:lnTo>
                    <a:pt x="515321" y="355067"/>
                  </a:lnTo>
                  <a:lnTo>
                    <a:pt x="515321" y="356519"/>
                  </a:lnTo>
                  <a:lnTo>
                    <a:pt x="515232" y="358334"/>
                  </a:lnTo>
                  <a:lnTo>
                    <a:pt x="515291" y="360573"/>
                  </a:lnTo>
                  <a:lnTo>
                    <a:pt x="515203" y="362236"/>
                  </a:lnTo>
                  <a:lnTo>
                    <a:pt x="514700" y="364293"/>
                  </a:lnTo>
                  <a:lnTo>
                    <a:pt x="514137" y="365957"/>
                  </a:lnTo>
                  <a:lnTo>
                    <a:pt x="513339" y="368831"/>
                  </a:lnTo>
                  <a:lnTo>
                    <a:pt x="513072" y="370464"/>
                  </a:lnTo>
                  <a:lnTo>
                    <a:pt x="512362" y="372673"/>
                  </a:lnTo>
                  <a:lnTo>
                    <a:pt x="512096" y="374427"/>
                  </a:lnTo>
                  <a:lnTo>
                    <a:pt x="511475" y="376000"/>
                  </a:lnTo>
                  <a:lnTo>
                    <a:pt x="511061" y="377512"/>
                  </a:lnTo>
                  <a:lnTo>
                    <a:pt x="511061" y="378722"/>
                  </a:lnTo>
                  <a:lnTo>
                    <a:pt x="511031" y="379811"/>
                  </a:lnTo>
                  <a:lnTo>
                    <a:pt x="511031" y="381324"/>
                  </a:lnTo>
                  <a:lnTo>
                    <a:pt x="511179" y="382776"/>
                  </a:lnTo>
                  <a:lnTo>
                    <a:pt x="511179" y="383956"/>
                  </a:lnTo>
                  <a:lnTo>
                    <a:pt x="510617" y="385771"/>
                  </a:lnTo>
                  <a:lnTo>
                    <a:pt x="509729" y="387374"/>
                  </a:lnTo>
                  <a:lnTo>
                    <a:pt x="509493" y="388311"/>
                  </a:lnTo>
                  <a:lnTo>
                    <a:pt x="508753" y="389824"/>
                  </a:lnTo>
                  <a:lnTo>
                    <a:pt x="507895" y="390852"/>
                  </a:lnTo>
                  <a:lnTo>
                    <a:pt x="506948" y="391609"/>
                  </a:lnTo>
                  <a:lnTo>
                    <a:pt x="506149" y="392062"/>
                  </a:lnTo>
                  <a:lnTo>
                    <a:pt x="504877" y="393182"/>
                  </a:lnTo>
                  <a:lnTo>
                    <a:pt x="504463" y="393968"/>
                  </a:lnTo>
                  <a:lnTo>
                    <a:pt x="504463" y="394845"/>
                  </a:lnTo>
                  <a:lnTo>
                    <a:pt x="504286" y="396116"/>
                  </a:lnTo>
                  <a:lnTo>
                    <a:pt x="503901" y="396993"/>
                  </a:lnTo>
                  <a:lnTo>
                    <a:pt x="503428" y="398082"/>
                  </a:lnTo>
                  <a:lnTo>
                    <a:pt x="502777" y="398899"/>
                  </a:lnTo>
                  <a:lnTo>
                    <a:pt x="501978" y="399988"/>
                  </a:lnTo>
                  <a:lnTo>
                    <a:pt x="501179" y="400774"/>
                  </a:lnTo>
                  <a:lnTo>
                    <a:pt x="499848" y="401893"/>
                  </a:lnTo>
                  <a:lnTo>
                    <a:pt x="499345" y="402771"/>
                  </a:lnTo>
                  <a:lnTo>
                    <a:pt x="498161" y="403950"/>
                  </a:lnTo>
                  <a:lnTo>
                    <a:pt x="497215" y="405130"/>
                  </a:lnTo>
                  <a:lnTo>
                    <a:pt x="496179" y="406885"/>
                  </a:lnTo>
                  <a:lnTo>
                    <a:pt x="495528" y="408216"/>
                  </a:lnTo>
                  <a:lnTo>
                    <a:pt x="494493" y="409395"/>
                  </a:lnTo>
                  <a:lnTo>
                    <a:pt x="493783" y="410424"/>
                  </a:lnTo>
                  <a:lnTo>
                    <a:pt x="492422" y="412088"/>
                  </a:lnTo>
                  <a:lnTo>
                    <a:pt x="491712" y="413116"/>
                  </a:lnTo>
                  <a:lnTo>
                    <a:pt x="490587" y="414144"/>
                  </a:lnTo>
                  <a:lnTo>
                    <a:pt x="489641" y="414931"/>
                  </a:lnTo>
                  <a:lnTo>
                    <a:pt x="488605" y="415657"/>
                  </a:lnTo>
                  <a:lnTo>
                    <a:pt x="487333" y="415959"/>
                  </a:lnTo>
                  <a:lnTo>
                    <a:pt x="484818" y="417684"/>
                  </a:lnTo>
                  <a:lnTo>
                    <a:pt x="483161" y="418077"/>
                  </a:lnTo>
                  <a:lnTo>
                    <a:pt x="481416" y="418621"/>
                  </a:lnTo>
                  <a:lnTo>
                    <a:pt x="479907" y="419226"/>
                  </a:lnTo>
                  <a:lnTo>
                    <a:pt x="478546" y="419710"/>
                  </a:lnTo>
                  <a:lnTo>
                    <a:pt x="477363" y="420255"/>
                  </a:lnTo>
                  <a:lnTo>
                    <a:pt x="475558" y="420648"/>
                  </a:lnTo>
                  <a:lnTo>
                    <a:pt x="473576" y="420497"/>
                  </a:lnTo>
                  <a:lnTo>
                    <a:pt x="472777" y="420588"/>
                  </a:lnTo>
                  <a:lnTo>
                    <a:pt x="470499" y="420709"/>
                  </a:lnTo>
                  <a:lnTo>
                    <a:pt x="467659" y="421586"/>
                  </a:lnTo>
                  <a:lnTo>
                    <a:pt x="466002" y="422372"/>
                  </a:lnTo>
                  <a:lnTo>
                    <a:pt x="464020" y="423522"/>
                  </a:lnTo>
                  <a:lnTo>
                    <a:pt x="463132" y="424248"/>
                  </a:lnTo>
                  <a:lnTo>
                    <a:pt x="461150" y="424581"/>
                  </a:lnTo>
                  <a:lnTo>
                    <a:pt x="459197" y="425760"/>
                  </a:lnTo>
                  <a:lnTo>
                    <a:pt x="457304" y="428936"/>
                  </a:lnTo>
                  <a:lnTo>
                    <a:pt x="457008" y="430570"/>
                  </a:lnTo>
                  <a:lnTo>
                    <a:pt x="457718" y="432566"/>
                  </a:lnTo>
                  <a:lnTo>
                    <a:pt x="459552" y="434018"/>
                  </a:lnTo>
                  <a:lnTo>
                    <a:pt x="460854" y="436227"/>
                  </a:lnTo>
                  <a:lnTo>
                    <a:pt x="461061" y="437588"/>
                  </a:lnTo>
                  <a:lnTo>
                    <a:pt x="461386" y="438949"/>
                  </a:lnTo>
                  <a:lnTo>
                    <a:pt x="462215" y="441187"/>
                  </a:lnTo>
                  <a:lnTo>
                    <a:pt x="463546" y="442609"/>
                  </a:lnTo>
                  <a:lnTo>
                    <a:pt x="465055" y="443668"/>
                  </a:lnTo>
                  <a:lnTo>
                    <a:pt x="465913" y="444394"/>
                  </a:lnTo>
                  <a:lnTo>
                    <a:pt x="467570" y="445816"/>
                  </a:lnTo>
                  <a:lnTo>
                    <a:pt x="468664" y="447177"/>
                  </a:lnTo>
                  <a:lnTo>
                    <a:pt x="469434" y="448992"/>
                  </a:lnTo>
                  <a:lnTo>
                    <a:pt x="469818" y="449930"/>
                  </a:lnTo>
                  <a:lnTo>
                    <a:pt x="470351" y="451230"/>
                  </a:lnTo>
                  <a:lnTo>
                    <a:pt x="471150" y="453378"/>
                  </a:lnTo>
                  <a:lnTo>
                    <a:pt x="471593" y="454558"/>
                  </a:lnTo>
                  <a:lnTo>
                    <a:pt x="472067" y="455677"/>
                  </a:lnTo>
                  <a:lnTo>
                    <a:pt x="472777" y="456554"/>
                  </a:lnTo>
                  <a:lnTo>
                    <a:pt x="473724" y="457371"/>
                  </a:lnTo>
                  <a:lnTo>
                    <a:pt x="474404" y="458641"/>
                  </a:lnTo>
                  <a:lnTo>
                    <a:pt x="474730" y="459912"/>
                  </a:lnTo>
                  <a:lnTo>
                    <a:pt x="476120" y="462302"/>
                  </a:lnTo>
                  <a:lnTo>
                    <a:pt x="476505" y="463270"/>
                  </a:lnTo>
                  <a:lnTo>
                    <a:pt x="477126" y="464298"/>
                  </a:lnTo>
                  <a:lnTo>
                    <a:pt x="477599" y="465357"/>
                  </a:lnTo>
                  <a:lnTo>
                    <a:pt x="477836" y="466536"/>
                  </a:lnTo>
                  <a:lnTo>
                    <a:pt x="478457" y="467898"/>
                  </a:lnTo>
                  <a:lnTo>
                    <a:pt x="479138" y="469561"/>
                  </a:lnTo>
                  <a:lnTo>
                    <a:pt x="479848" y="471255"/>
                  </a:lnTo>
                  <a:lnTo>
                    <a:pt x="480321" y="472677"/>
                  </a:lnTo>
                  <a:lnTo>
                    <a:pt x="480854" y="474129"/>
                  </a:lnTo>
                  <a:lnTo>
                    <a:pt x="480913" y="475793"/>
                  </a:lnTo>
                  <a:lnTo>
                    <a:pt x="481238" y="477063"/>
                  </a:lnTo>
                  <a:lnTo>
                    <a:pt x="481120" y="478969"/>
                  </a:lnTo>
                  <a:lnTo>
                    <a:pt x="481268" y="480209"/>
                  </a:lnTo>
                  <a:lnTo>
                    <a:pt x="481682" y="480693"/>
                  </a:lnTo>
                  <a:lnTo>
                    <a:pt x="481978" y="481812"/>
                  </a:lnTo>
                  <a:lnTo>
                    <a:pt x="482451" y="482508"/>
                  </a:lnTo>
                  <a:lnTo>
                    <a:pt x="483457" y="484202"/>
                  </a:lnTo>
                  <a:lnTo>
                    <a:pt x="484641" y="485957"/>
                  </a:lnTo>
                  <a:lnTo>
                    <a:pt x="485410" y="487711"/>
                  </a:lnTo>
                  <a:lnTo>
                    <a:pt x="486653" y="490010"/>
                  </a:lnTo>
                  <a:lnTo>
                    <a:pt x="488132" y="492491"/>
                  </a:lnTo>
                  <a:lnTo>
                    <a:pt x="489167" y="494003"/>
                  </a:lnTo>
                  <a:lnTo>
                    <a:pt x="489848" y="495213"/>
                  </a:lnTo>
                  <a:lnTo>
                    <a:pt x="490794" y="496483"/>
                  </a:lnTo>
                  <a:lnTo>
                    <a:pt x="491741" y="497845"/>
                  </a:lnTo>
                  <a:lnTo>
                    <a:pt x="492037" y="498903"/>
                  </a:lnTo>
                  <a:lnTo>
                    <a:pt x="492570" y="500174"/>
                  </a:lnTo>
                  <a:lnTo>
                    <a:pt x="492718" y="501444"/>
                  </a:lnTo>
                  <a:lnTo>
                    <a:pt x="492954" y="502624"/>
                  </a:lnTo>
                  <a:lnTo>
                    <a:pt x="492954" y="503834"/>
                  </a:lnTo>
                  <a:lnTo>
                    <a:pt x="492954" y="504711"/>
                  </a:lnTo>
                  <a:lnTo>
                    <a:pt x="492629" y="506677"/>
                  </a:lnTo>
                  <a:lnTo>
                    <a:pt x="492007" y="508492"/>
                  </a:lnTo>
                  <a:lnTo>
                    <a:pt x="492185" y="509279"/>
                  </a:lnTo>
                  <a:lnTo>
                    <a:pt x="489434" y="513937"/>
                  </a:lnTo>
                  <a:lnTo>
                    <a:pt x="484641" y="522074"/>
                  </a:lnTo>
                  <a:lnTo>
                    <a:pt x="484286" y="522710"/>
                  </a:lnTo>
                  <a:lnTo>
                    <a:pt x="478931" y="532329"/>
                  </a:lnTo>
                  <a:lnTo>
                    <a:pt x="475085" y="539528"/>
                  </a:lnTo>
                  <a:lnTo>
                    <a:pt x="471682" y="544641"/>
                  </a:lnTo>
                  <a:lnTo>
                    <a:pt x="467096" y="547000"/>
                  </a:lnTo>
                  <a:lnTo>
                    <a:pt x="462747" y="548936"/>
                  </a:lnTo>
                  <a:lnTo>
                    <a:pt x="459641" y="552747"/>
                  </a:lnTo>
                  <a:lnTo>
                    <a:pt x="458073" y="558283"/>
                  </a:lnTo>
                  <a:lnTo>
                    <a:pt x="454966" y="562457"/>
                  </a:lnTo>
                  <a:lnTo>
                    <a:pt x="452185" y="564787"/>
                  </a:lnTo>
                  <a:lnTo>
                    <a:pt x="441209" y="570958"/>
                  </a:lnTo>
                  <a:lnTo>
                    <a:pt x="437600" y="574345"/>
                  </a:lnTo>
                  <a:lnTo>
                    <a:pt x="434730" y="578217"/>
                  </a:lnTo>
                  <a:lnTo>
                    <a:pt x="432629" y="580516"/>
                  </a:lnTo>
                  <a:lnTo>
                    <a:pt x="431180" y="582846"/>
                  </a:lnTo>
                  <a:lnTo>
                    <a:pt x="429582" y="587897"/>
                  </a:lnTo>
                  <a:lnTo>
                    <a:pt x="428339" y="590771"/>
                  </a:lnTo>
                  <a:lnTo>
                    <a:pt x="426860" y="594976"/>
                  </a:lnTo>
                  <a:lnTo>
                    <a:pt x="426239" y="598394"/>
                  </a:lnTo>
                  <a:lnTo>
                    <a:pt x="426830" y="603506"/>
                  </a:lnTo>
                  <a:lnTo>
                    <a:pt x="428428" y="607711"/>
                  </a:lnTo>
                  <a:lnTo>
                    <a:pt x="428842" y="611462"/>
                  </a:lnTo>
                  <a:lnTo>
                    <a:pt x="428901" y="615273"/>
                  </a:lnTo>
                  <a:lnTo>
                    <a:pt x="428251" y="622442"/>
                  </a:lnTo>
                  <a:lnTo>
                    <a:pt x="427984" y="625467"/>
                  </a:lnTo>
                  <a:lnTo>
                    <a:pt x="426712" y="629762"/>
                  </a:lnTo>
                  <a:lnTo>
                    <a:pt x="423961" y="635207"/>
                  </a:lnTo>
                  <a:lnTo>
                    <a:pt x="422156" y="639412"/>
                  </a:lnTo>
                  <a:lnTo>
                    <a:pt x="419523" y="645492"/>
                  </a:lnTo>
                  <a:lnTo>
                    <a:pt x="416416" y="647519"/>
                  </a:lnTo>
                  <a:lnTo>
                    <a:pt x="413339" y="648638"/>
                  </a:lnTo>
                  <a:lnTo>
                    <a:pt x="410263" y="650332"/>
                  </a:lnTo>
                  <a:lnTo>
                    <a:pt x="407570" y="652329"/>
                  </a:lnTo>
                  <a:lnTo>
                    <a:pt x="405144" y="652933"/>
                  </a:lnTo>
                  <a:lnTo>
                    <a:pt x="402363" y="653750"/>
                  </a:lnTo>
                  <a:lnTo>
                    <a:pt x="398576" y="654295"/>
                  </a:lnTo>
                  <a:lnTo>
                    <a:pt x="398014" y="654506"/>
                  </a:lnTo>
                  <a:lnTo>
                    <a:pt x="398014" y="654325"/>
                  </a:lnTo>
                  <a:lnTo>
                    <a:pt x="396624" y="655021"/>
                  </a:lnTo>
                  <a:lnTo>
                    <a:pt x="393340" y="656684"/>
                  </a:lnTo>
                  <a:lnTo>
                    <a:pt x="393044" y="656775"/>
                  </a:lnTo>
                  <a:lnTo>
                    <a:pt x="387393" y="658832"/>
                  </a:lnTo>
                  <a:lnTo>
                    <a:pt x="386298" y="658862"/>
                  </a:lnTo>
                  <a:lnTo>
                    <a:pt x="384434" y="658923"/>
                  </a:lnTo>
                  <a:lnTo>
                    <a:pt x="380263" y="660708"/>
                  </a:lnTo>
                  <a:lnTo>
                    <a:pt x="376890" y="662644"/>
                  </a:lnTo>
                  <a:lnTo>
                    <a:pt x="375440" y="663158"/>
                  </a:lnTo>
                  <a:lnTo>
                    <a:pt x="372955" y="664035"/>
                  </a:lnTo>
                  <a:lnTo>
                    <a:pt x="371003" y="666183"/>
                  </a:lnTo>
                  <a:lnTo>
                    <a:pt x="370795" y="669692"/>
                  </a:lnTo>
                  <a:lnTo>
                    <a:pt x="369908" y="673654"/>
                  </a:lnTo>
                  <a:lnTo>
                    <a:pt x="366713" y="677466"/>
                  </a:lnTo>
                  <a:lnTo>
                    <a:pt x="361417" y="680097"/>
                  </a:lnTo>
                  <a:lnTo>
                    <a:pt x="356358" y="682941"/>
                  </a:lnTo>
                  <a:lnTo>
                    <a:pt x="350796" y="686329"/>
                  </a:lnTo>
                  <a:lnTo>
                    <a:pt x="344849" y="691018"/>
                  </a:lnTo>
                  <a:lnTo>
                    <a:pt x="336299" y="693649"/>
                  </a:lnTo>
                  <a:lnTo>
                    <a:pt x="315382" y="699185"/>
                  </a:lnTo>
                  <a:lnTo>
                    <a:pt x="310323" y="699276"/>
                  </a:lnTo>
                  <a:lnTo>
                    <a:pt x="304701" y="701877"/>
                  </a:lnTo>
                  <a:lnTo>
                    <a:pt x="301269" y="703995"/>
                  </a:lnTo>
                  <a:lnTo>
                    <a:pt x="295204" y="710831"/>
                  </a:lnTo>
                  <a:lnTo>
                    <a:pt x="289376" y="718182"/>
                  </a:lnTo>
                  <a:lnTo>
                    <a:pt x="288281" y="719029"/>
                  </a:lnTo>
                  <a:lnTo>
                    <a:pt x="282542" y="723566"/>
                  </a:lnTo>
                  <a:lnTo>
                    <a:pt x="278488" y="724927"/>
                  </a:lnTo>
                  <a:lnTo>
                    <a:pt x="275826" y="725774"/>
                  </a:lnTo>
                  <a:lnTo>
                    <a:pt x="272039" y="726409"/>
                  </a:lnTo>
                  <a:lnTo>
                    <a:pt x="270678" y="726621"/>
                  </a:lnTo>
                  <a:lnTo>
                    <a:pt x="268873" y="728648"/>
                  </a:lnTo>
                  <a:lnTo>
                    <a:pt x="265944" y="735968"/>
                  </a:lnTo>
                  <a:lnTo>
                    <a:pt x="262601" y="743440"/>
                  </a:lnTo>
                  <a:lnTo>
                    <a:pt x="258400" y="747342"/>
                  </a:lnTo>
                  <a:lnTo>
                    <a:pt x="252453" y="749913"/>
                  </a:lnTo>
                  <a:lnTo>
                    <a:pt x="246270" y="750669"/>
                  </a:lnTo>
                  <a:lnTo>
                    <a:pt x="245382" y="750760"/>
                  </a:lnTo>
                  <a:lnTo>
                    <a:pt x="237128" y="749732"/>
                  </a:lnTo>
                  <a:lnTo>
                    <a:pt x="233785" y="748915"/>
                  </a:lnTo>
                  <a:lnTo>
                    <a:pt x="233578" y="748854"/>
                  </a:lnTo>
                  <a:lnTo>
                    <a:pt x="233282" y="749066"/>
                  </a:lnTo>
                  <a:lnTo>
                    <a:pt x="232660" y="748975"/>
                  </a:lnTo>
                  <a:lnTo>
                    <a:pt x="232128" y="748764"/>
                  </a:lnTo>
                  <a:lnTo>
                    <a:pt x="230678" y="748431"/>
                  </a:lnTo>
                  <a:lnTo>
                    <a:pt x="229761" y="747917"/>
                  </a:lnTo>
                  <a:lnTo>
                    <a:pt x="226240" y="747372"/>
                  </a:lnTo>
                  <a:lnTo>
                    <a:pt x="224436" y="748703"/>
                  </a:lnTo>
                  <a:lnTo>
                    <a:pt x="223430" y="748461"/>
                  </a:lnTo>
                  <a:lnTo>
                    <a:pt x="222010" y="748612"/>
                  </a:lnTo>
                  <a:lnTo>
                    <a:pt x="220412" y="747100"/>
                  </a:lnTo>
                  <a:lnTo>
                    <a:pt x="219436" y="745981"/>
                  </a:lnTo>
                  <a:lnTo>
                    <a:pt x="218311" y="746616"/>
                  </a:lnTo>
                  <a:lnTo>
                    <a:pt x="217453" y="747100"/>
                  </a:lnTo>
                  <a:lnTo>
                    <a:pt x="216477" y="747644"/>
                  </a:lnTo>
                  <a:lnTo>
                    <a:pt x="214436" y="748038"/>
                  </a:lnTo>
                  <a:lnTo>
                    <a:pt x="212927" y="744287"/>
                  </a:lnTo>
                  <a:lnTo>
                    <a:pt x="211655" y="745104"/>
                  </a:lnTo>
                  <a:lnTo>
                    <a:pt x="209495" y="746555"/>
                  </a:lnTo>
                  <a:lnTo>
                    <a:pt x="207956" y="746949"/>
                  </a:lnTo>
                  <a:lnTo>
                    <a:pt x="207246" y="745497"/>
                  </a:lnTo>
                  <a:lnTo>
                    <a:pt x="203696" y="744408"/>
                  </a:lnTo>
                  <a:lnTo>
                    <a:pt x="201270" y="743924"/>
                  </a:lnTo>
                  <a:lnTo>
                    <a:pt x="200886" y="743077"/>
                  </a:lnTo>
                  <a:lnTo>
                    <a:pt x="199495" y="742774"/>
                  </a:lnTo>
                  <a:lnTo>
                    <a:pt x="198933" y="742865"/>
                  </a:lnTo>
                  <a:lnTo>
                    <a:pt x="198637" y="742442"/>
                  </a:lnTo>
                  <a:lnTo>
                    <a:pt x="197927" y="742895"/>
                  </a:lnTo>
                  <a:lnTo>
                    <a:pt x="197957" y="743621"/>
                  </a:lnTo>
                  <a:lnTo>
                    <a:pt x="197335" y="743954"/>
                  </a:lnTo>
                  <a:lnTo>
                    <a:pt x="196773" y="745376"/>
                  </a:lnTo>
                  <a:lnTo>
                    <a:pt x="196270" y="745678"/>
                  </a:lnTo>
                  <a:lnTo>
                    <a:pt x="195738" y="746646"/>
                  </a:lnTo>
                  <a:lnTo>
                    <a:pt x="194939" y="745346"/>
                  </a:lnTo>
                  <a:lnTo>
                    <a:pt x="194170" y="744257"/>
                  </a:lnTo>
                  <a:lnTo>
                    <a:pt x="193548" y="743410"/>
                  </a:lnTo>
                  <a:lnTo>
                    <a:pt x="191980" y="744529"/>
                  </a:lnTo>
                  <a:lnTo>
                    <a:pt x="191566" y="743833"/>
                  </a:lnTo>
                  <a:lnTo>
                    <a:pt x="190974" y="743863"/>
                  </a:lnTo>
                  <a:lnTo>
                    <a:pt x="190590" y="743561"/>
                  </a:lnTo>
                  <a:lnTo>
                    <a:pt x="189258" y="743652"/>
                  </a:lnTo>
                  <a:lnTo>
                    <a:pt x="188667" y="743440"/>
                  </a:lnTo>
                  <a:lnTo>
                    <a:pt x="188312" y="743470"/>
                  </a:lnTo>
                  <a:lnTo>
                    <a:pt x="188164" y="742290"/>
                  </a:lnTo>
                  <a:lnTo>
                    <a:pt x="178874" y="743168"/>
                  </a:lnTo>
                  <a:lnTo>
                    <a:pt x="178430" y="743228"/>
                  </a:lnTo>
                  <a:lnTo>
                    <a:pt x="175619" y="743500"/>
                  </a:lnTo>
                  <a:lnTo>
                    <a:pt x="175501" y="743742"/>
                  </a:lnTo>
                  <a:lnTo>
                    <a:pt x="175353" y="743954"/>
                  </a:lnTo>
                  <a:lnTo>
                    <a:pt x="175146" y="744166"/>
                  </a:lnTo>
                  <a:lnTo>
                    <a:pt x="174258" y="745043"/>
                  </a:lnTo>
                  <a:lnTo>
                    <a:pt x="173874" y="745376"/>
                  </a:lnTo>
                  <a:lnTo>
                    <a:pt x="173608" y="746011"/>
                  </a:lnTo>
                  <a:lnTo>
                    <a:pt x="173401" y="746918"/>
                  </a:lnTo>
                  <a:lnTo>
                    <a:pt x="173341" y="747251"/>
                  </a:lnTo>
                  <a:lnTo>
                    <a:pt x="173282" y="747826"/>
                  </a:lnTo>
                  <a:lnTo>
                    <a:pt x="172898" y="748522"/>
                  </a:lnTo>
                  <a:lnTo>
                    <a:pt x="172661" y="748764"/>
                  </a:lnTo>
                  <a:lnTo>
                    <a:pt x="169466" y="749369"/>
                  </a:lnTo>
                  <a:lnTo>
                    <a:pt x="168282" y="750881"/>
                  </a:lnTo>
                  <a:lnTo>
                    <a:pt x="162040" y="751789"/>
                  </a:lnTo>
                  <a:lnTo>
                    <a:pt x="161507" y="751426"/>
                  </a:lnTo>
                  <a:lnTo>
                    <a:pt x="161004" y="750972"/>
                  </a:lnTo>
                  <a:lnTo>
                    <a:pt x="160412" y="750155"/>
                  </a:lnTo>
                  <a:lnTo>
                    <a:pt x="160205" y="749399"/>
                  </a:lnTo>
                  <a:lnTo>
                    <a:pt x="160028" y="749096"/>
                  </a:lnTo>
                  <a:lnTo>
                    <a:pt x="159643" y="748733"/>
                  </a:lnTo>
                  <a:lnTo>
                    <a:pt x="159288" y="748401"/>
                  </a:lnTo>
                  <a:lnTo>
                    <a:pt x="158549" y="748007"/>
                  </a:lnTo>
                  <a:lnTo>
                    <a:pt x="158282" y="747856"/>
                  </a:lnTo>
                  <a:lnTo>
                    <a:pt x="158016" y="747644"/>
                  </a:lnTo>
                  <a:lnTo>
                    <a:pt x="157661" y="747191"/>
                  </a:lnTo>
                  <a:lnTo>
                    <a:pt x="157158" y="746949"/>
                  </a:lnTo>
                  <a:lnTo>
                    <a:pt x="156566" y="746707"/>
                  </a:lnTo>
                  <a:lnTo>
                    <a:pt x="155649" y="746797"/>
                  </a:lnTo>
                  <a:lnTo>
                    <a:pt x="154673" y="746918"/>
                  </a:lnTo>
                  <a:lnTo>
                    <a:pt x="154022" y="746888"/>
                  </a:lnTo>
                  <a:lnTo>
                    <a:pt x="153637" y="746979"/>
                  </a:lnTo>
                  <a:lnTo>
                    <a:pt x="153430" y="747039"/>
                  </a:lnTo>
                  <a:lnTo>
                    <a:pt x="152986" y="747130"/>
                  </a:lnTo>
                  <a:lnTo>
                    <a:pt x="152809" y="747130"/>
                  </a:lnTo>
                  <a:lnTo>
                    <a:pt x="152957" y="746707"/>
                  </a:lnTo>
                  <a:lnTo>
                    <a:pt x="153046" y="746525"/>
                  </a:lnTo>
                  <a:lnTo>
                    <a:pt x="153253" y="746011"/>
                  </a:lnTo>
                  <a:lnTo>
                    <a:pt x="153401" y="745588"/>
                  </a:lnTo>
                  <a:lnTo>
                    <a:pt x="154259" y="743440"/>
                  </a:lnTo>
                  <a:lnTo>
                    <a:pt x="154436" y="743016"/>
                  </a:lnTo>
                  <a:lnTo>
                    <a:pt x="175590" y="690201"/>
                  </a:lnTo>
                  <a:lnTo>
                    <a:pt x="176507" y="688719"/>
                  </a:lnTo>
                  <a:lnTo>
                    <a:pt x="174111" y="686268"/>
                  </a:lnTo>
                  <a:lnTo>
                    <a:pt x="164377" y="676468"/>
                  </a:lnTo>
                  <a:lnTo>
                    <a:pt x="138105" y="649969"/>
                  </a:lnTo>
                  <a:lnTo>
                    <a:pt x="132632" y="644343"/>
                  </a:lnTo>
                  <a:lnTo>
                    <a:pt x="124052" y="635782"/>
                  </a:lnTo>
                  <a:lnTo>
                    <a:pt x="121330" y="632939"/>
                  </a:lnTo>
                  <a:lnTo>
                    <a:pt x="119939" y="631214"/>
                  </a:lnTo>
                  <a:lnTo>
                    <a:pt x="37248" y="655384"/>
                  </a:lnTo>
                  <a:lnTo>
                    <a:pt x="36834" y="654597"/>
                  </a:lnTo>
                  <a:lnTo>
                    <a:pt x="36242" y="653780"/>
                  </a:lnTo>
                  <a:lnTo>
                    <a:pt x="35561" y="653538"/>
                  </a:lnTo>
                  <a:lnTo>
                    <a:pt x="35413" y="653478"/>
                  </a:lnTo>
                  <a:lnTo>
                    <a:pt x="34733" y="652994"/>
                  </a:lnTo>
                  <a:lnTo>
                    <a:pt x="34526" y="652268"/>
                  </a:lnTo>
                  <a:lnTo>
                    <a:pt x="33757" y="651330"/>
                  </a:lnTo>
                  <a:lnTo>
                    <a:pt x="32839" y="650665"/>
                  </a:lnTo>
                  <a:lnTo>
                    <a:pt x="32218" y="650181"/>
                  </a:lnTo>
                  <a:lnTo>
                    <a:pt x="31301" y="649848"/>
                  </a:lnTo>
                  <a:lnTo>
                    <a:pt x="30413" y="648971"/>
                  </a:lnTo>
                  <a:lnTo>
                    <a:pt x="28786" y="646823"/>
                  </a:lnTo>
                  <a:lnTo>
                    <a:pt x="28431" y="646037"/>
                  </a:lnTo>
                  <a:lnTo>
                    <a:pt x="27455" y="645099"/>
                  </a:lnTo>
                  <a:lnTo>
                    <a:pt x="26567" y="645190"/>
                  </a:lnTo>
                  <a:lnTo>
                    <a:pt x="26183" y="645583"/>
                  </a:lnTo>
                  <a:lnTo>
                    <a:pt x="25887" y="645613"/>
                  </a:lnTo>
                  <a:lnTo>
                    <a:pt x="25680" y="645674"/>
                  </a:lnTo>
                  <a:lnTo>
                    <a:pt x="25236" y="645432"/>
                  </a:lnTo>
                  <a:lnTo>
                    <a:pt x="24999" y="645280"/>
                  </a:lnTo>
                  <a:lnTo>
                    <a:pt x="24733" y="644827"/>
                  </a:lnTo>
                  <a:lnTo>
                    <a:pt x="24585" y="644191"/>
                  </a:lnTo>
                  <a:lnTo>
                    <a:pt x="24319" y="643738"/>
                  </a:lnTo>
                  <a:lnTo>
                    <a:pt x="24112" y="643435"/>
                  </a:lnTo>
                  <a:lnTo>
                    <a:pt x="23845" y="643102"/>
                  </a:lnTo>
                  <a:lnTo>
                    <a:pt x="22987" y="642346"/>
                  </a:lnTo>
                  <a:lnTo>
                    <a:pt x="21863" y="641560"/>
                  </a:lnTo>
                  <a:lnTo>
                    <a:pt x="21301" y="641076"/>
                  </a:lnTo>
                  <a:lnTo>
                    <a:pt x="20532" y="640410"/>
                  </a:lnTo>
                  <a:lnTo>
                    <a:pt x="19703" y="640168"/>
                  </a:lnTo>
                  <a:lnTo>
                    <a:pt x="18816" y="639956"/>
                  </a:lnTo>
                  <a:lnTo>
                    <a:pt x="18106" y="639956"/>
                  </a:lnTo>
                  <a:lnTo>
                    <a:pt x="17011" y="640047"/>
                  </a:lnTo>
                  <a:lnTo>
                    <a:pt x="16419" y="640138"/>
                  </a:lnTo>
                  <a:lnTo>
                    <a:pt x="15887" y="640168"/>
                  </a:lnTo>
                  <a:lnTo>
                    <a:pt x="15236" y="640471"/>
                  </a:lnTo>
                  <a:lnTo>
                    <a:pt x="14999" y="640713"/>
                  </a:lnTo>
                  <a:lnTo>
                    <a:pt x="14615" y="640682"/>
                  </a:lnTo>
                  <a:lnTo>
                    <a:pt x="14378" y="640561"/>
                  </a:lnTo>
                  <a:lnTo>
                    <a:pt x="14171" y="640229"/>
                  </a:lnTo>
                  <a:lnTo>
                    <a:pt x="13964" y="640047"/>
                  </a:lnTo>
                  <a:lnTo>
                    <a:pt x="13609" y="640138"/>
                  </a:lnTo>
                  <a:lnTo>
                    <a:pt x="13313" y="640319"/>
                  </a:lnTo>
                  <a:lnTo>
                    <a:pt x="12721" y="640319"/>
                  </a:lnTo>
                  <a:lnTo>
                    <a:pt x="12396" y="640350"/>
                  </a:lnTo>
                  <a:lnTo>
                    <a:pt x="12218" y="640440"/>
                  </a:lnTo>
                  <a:lnTo>
                    <a:pt x="11893" y="640410"/>
                  </a:lnTo>
                  <a:lnTo>
                    <a:pt x="11715" y="640289"/>
                  </a:lnTo>
                  <a:lnTo>
                    <a:pt x="11656" y="639987"/>
                  </a:lnTo>
                  <a:lnTo>
                    <a:pt x="11479" y="639926"/>
                  </a:lnTo>
                  <a:lnTo>
                    <a:pt x="11360" y="639714"/>
                  </a:lnTo>
                  <a:lnTo>
                    <a:pt x="11331" y="639382"/>
                  </a:lnTo>
                  <a:lnTo>
                    <a:pt x="11212" y="639200"/>
                  </a:lnTo>
                  <a:lnTo>
                    <a:pt x="10828" y="639170"/>
                  </a:lnTo>
                  <a:lnTo>
                    <a:pt x="10295" y="639200"/>
                  </a:lnTo>
                  <a:lnTo>
                    <a:pt x="9851" y="639019"/>
                  </a:lnTo>
                  <a:lnTo>
                    <a:pt x="9615" y="639049"/>
                  </a:lnTo>
                  <a:lnTo>
                    <a:pt x="9437" y="639200"/>
                  </a:lnTo>
                  <a:lnTo>
                    <a:pt x="9260" y="639503"/>
                  </a:lnTo>
                  <a:lnTo>
                    <a:pt x="9201" y="639805"/>
                  </a:lnTo>
                  <a:lnTo>
                    <a:pt x="8875" y="640017"/>
                  </a:lnTo>
                  <a:lnTo>
                    <a:pt x="8579" y="639987"/>
                  </a:lnTo>
                  <a:lnTo>
                    <a:pt x="8165" y="640138"/>
                  </a:lnTo>
                  <a:lnTo>
                    <a:pt x="7988" y="640471"/>
                  </a:lnTo>
                  <a:lnTo>
                    <a:pt x="7307" y="640773"/>
                  </a:lnTo>
                  <a:lnTo>
                    <a:pt x="7041" y="640773"/>
                  </a:lnTo>
                  <a:lnTo>
                    <a:pt x="6745" y="640803"/>
                  </a:lnTo>
                  <a:lnTo>
                    <a:pt x="6331" y="641015"/>
                  </a:lnTo>
                  <a:lnTo>
                    <a:pt x="5443" y="640894"/>
                  </a:lnTo>
                  <a:lnTo>
                    <a:pt x="5236" y="640834"/>
                  </a:lnTo>
                  <a:lnTo>
                    <a:pt x="4999" y="640773"/>
                  </a:lnTo>
                  <a:lnTo>
                    <a:pt x="4408" y="640682"/>
                  </a:lnTo>
                  <a:lnTo>
                    <a:pt x="3934" y="640047"/>
                  </a:lnTo>
                  <a:lnTo>
                    <a:pt x="3283" y="639382"/>
                  </a:lnTo>
                  <a:lnTo>
                    <a:pt x="3136" y="639110"/>
                  </a:lnTo>
                  <a:lnTo>
                    <a:pt x="2810" y="639049"/>
                  </a:lnTo>
                  <a:lnTo>
                    <a:pt x="2514" y="638928"/>
                  </a:lnTo>
                  <a:lnTo>
                    <a:pt x="2307" y="638868"/>
                  </a:lnTo>
                  <a:lnTo>
                    <a:pt x="2159" y="638747"/>
                  </a:lnTo>
                  <a:lnTo>
                    <a:pt x="1952" y="638414"/>
                  </a:lnTo>
                  <a:lnTo>
                    <a:pt x="1656" y="637688"/>
                  </a:lnTo>
                  <a:lnTo>
                    <a:pt x="1508" y="637234"/>
                  </a:lnTo>
                  <a:lnTo>
                    <a:pt x="1479" y="637053"/>
                  </a:lnTo>
                  <a:lnTo>
                    <a:pt x="1449" y="636690"/>
                  </a:lnTo>
                  <a:lnTo>
                    <a:pt x="1449" y="636357"/>
                  </a:lnTo>
                  <a:lnTo>
                    <a:pt x="1538" y="635964"/>
                  </a:lnTo>
                  <a:lnTo>
                    <a:pt x="1656" y="635691"/>
                  </a:lnTo>
                  <a:lnTo>
                    <a:pt x="2100" y="634996"/>
                  </a:lnTo>
                  <a:lnTo>
                    <a:pt x="2485" y="634542"/>
                  </a:lnTo>
                  <a:lnTo>
                    <a:pt x="2781" y="634360"/>
                  </a:lnTo>
                  <a:lnTo>
                    <a:pt x="3106" y="634239"/>
                  </a:lnTo>
                  <a:lnTo>
                    <a:pt x="3283" y="634179"/>
                  </a:lnTo>
                  <a:lnTo>
                    <a:pt x="3639" y="634239"/>
                  </a:lnTo>
                  <a:lnTo>
                    <a:pt x="3905" y="634391"/>
                  </a:lnTo>
                  <a:lnTo>
                    <a:pt x="4201" y="634421"/>
                  </a:lnTo>
                  <a:lnTo>
                    <a:pt x="4349" y="634118"/>
                  </a:lnTo>
                  <a:lnTo>
                    <a:pt x="4733" y="634270"/>
                  </a:lnTo>
                  <a:lnTo>
                    <a:pt x="4881" y="634300"/>
                  </a:lnTo>
                  <a:lnTo>
                    <a:pt x="5088" y="634300"/>
                  </a:lnTo>
                  <a:lnTo>
                    <a:pt x="5295" y="634149"/>
                  </a:lnTo>
                  <a:lnTo>
                    <a:pt x="5443" y="634330"/>
                  </a:lnTo>
                  <a:lnTo>
                    <a:pt x="5680" y="634572"/>
                  </a:lnTo>
                  <a:lnTo>
                    <a:pt x="5857" y="634542"/>
                  </a:lnTo>
                  <a:lnTo>
                    <a:pt x="6035" y="634421"/>
                  </a:lnTo>
                  <a:lnTo>
                    <a:pt x="6272" y="634360"/>
                  </a:lnTo>
                  <a:lnTo>
                    <a:pt x="6686" y="634270"/>
                  </a:lnTo>
                  <a:lnTo>
                    <a:pt x="7130" y="634149"/>
                  </a:lnTo>
                  <a:lnTo>
                    <a:pt x="7189" y="633907"/>
                  </a:lnTo>
                  <a:lnTo>
                    <a:pt x="7662" y="633604"/>
                  </a:lnTo>
                  <a:lnTo>
                    <a:pt x="8136" y="633483"/>
                  </a:lnTo>
                  <a:lnTo>
                    <a:pt x="8372" y="633302"/>
                  </a:lnTo>
                  <a:lnTo>
                    <a:pt x="8254" y="633090"/>
                  </a:lnTo>
                  <a:lnTo>
                    <a:pt x="7485" y="632697"/>
                  </a:lnTo>
                  <a:lnTo>
                    <a:pt x="7278" y="632515"/>
                  </a:lnTo>
                  <a:lnTo>
                    <a:pt x="6597" y="632061"/>
                  </a:lnTo>
                  <a:lnTo>
                    <a:pt x="6390" y="631759"/>
                  </a:lnTo>
                  <a:lnTo>
                    <a:pt x="6508" y="631547"/>
                  </a:lnTo>
                  <a:lnTo>
                    <a:pt x="6804" y="631396"/>
                  </a:lnTo>
                  <a:lnTo>
                    <a:pt x="7100" y="631305"/>
                  </a:lnTo>
                  <a:lnTo>
                    <a:pt x="7396" y="631214"/>
                  </a:lnTo>
                  <a:lnTo>
                    <a:pt x="7810" y="631214"/>
                  </a:lnTo>
                  <a:lnTo>
                    <a:pt x="8047" y="631214"/>
                  </a:lnTo>
                  <a:lnTo>
                    <a:pt x="8195" y="631124"/>
                  </a:lnTo>
                  <a:lnTo>
                    <a:pt x="8195" y="630912"/>
                  </a:lnTo>
                  <a:lnTo>
                    <a:pt x="8136" y="630640"/>
                  </a:lnTo>
                  <a:lnTo>
                    <a:pt x="8017" y="630367"/>
                  </a:lnTo>
                  <a:lnTo>
                    <a:pt x="8017" y="630065"/>
                  </a:lnTo>
                  <a:lnTo>
                    <a:pt x="8076" y="629702"/>
                  </a:lnTo>
                  <a:lnTo>
                    <a:pt x="8343" y="629460"/>
                  </a:lnTo>
                  <a:lnTo>
                    <a:pt x="8668" y="629611"/>
                  </a:lnTo>
                  <a:lnTo>
                    <a:pt x="8816" y="629883"/>
                  </a:lnTo>
                  <a:lnTo>
                    <a:pt x="9556" y="630337"/>
                  </a:lnTo>
                  <a:lnTo>
                    <a:pt x="9940" y="630307"/>
                  </a:lnTo>
                  <a:lnTo>
                    <a:pt x="10147" y="630156"/>
                  </a:lnTo>
                  <a:lnTo>
                    <a:pt x="10414" y="629793"/>
                  </a:lnTo>
                  <a:lnTo>
                    <a:pt x="10709" y="629399"/>
                  </a:lnTo>
                  <a:lnTo>
                    <a:pt x="10709" y="629097"/>
                  </a:lnTo>
                  <a:lnTo>
                    <a:pt x="10769" y="628673"/>
                  </a:lnTo>
                  <a:lnTo>
                    <a:pt x="10532" y="627675"/>
                  </a:lnTo>
                  <a:lnTo>
                    <a:pt x="10236" y="626768"/>
                  </a:lnTo>
                  <a:lnTo>
                    <a:pt x="9881" y="626405"/>
                  </a:lnTo>
                  <a:lnTo>
                    <a:pt x="9704" y="625981"/>
                  </a:lnTo>
                  <a:lnTo>
                    <a:pt x="9437" y="625649"/>
                  </a:lnTo>
                  <a:lnTo>
                    <a:pt x="9201" y="624832"/>
                  </a:lnTo>
                  <a:lnTo>
                    <a:pt x="9260" y="624439"/>
                  </a:lnTo>
                  <a:lnTo>
                    <a:pt x="9171" y="624106"/>
                  </a:lnTo>
                  <a:lnTo>
                    <a:pt x="8994" y="623803"/>
                  </a:lnTo>
                  <a:lnTo>
                    <a:pt x="8934" y="623289"/>
                  </a:lnTo>
                  <a:lnTo>
                    <a:pt x="9260" y="621565"/>
                  </a:lnTo>
                  <a:lnTo>
                    <a:pt x="9467" y="620536"/>
                  </a:lnTo>
                  <a:lnTo>
                    <a:pt x="9082" y="620809"/>
                  </a:lnTo>
                  <a:lnTo>
                    <a:pt x="9141" y="620294"/>
                  </a:lnTo>
                  <a:lnTo>
                    <a:pt x="9201" y="620143"/>
                  </a:lnTo>
                  <a:lnTo>
                    <a:pt x="9378" y="619901"/>
                  </a:lnTo>
                  <a:lnTo>
                    <a:pt x="9467" y="619296"/>
                  </a:lnTo>
                  <a:lnTo>
                    <a:pt x="9437" y="618873"/>
                  </a:lnTo>
                  <a:lnTo>
                    <a:pt x="9378" y="618479"/>
                  </a:lnTo>
                  <a:lnTo>
                    <a:pt x="9171" y="617632"/>
                  </a:lnTo>
                  <a:lnTo>
                    <a:pt x="8994" y="616816"/>
                  </a:lnTo>
                  <a:lnTo>
                    <a:pt x="8698" y="615757"/>
                  </a:lnTo>
                  <a:lnTo>
                    <a:pt x="8520" y="615333"/>
                  </a:lnTo>
                  <a:lnTo>
                    <a:pt x="8313" y="614849"/>
                  </a:lnTo>
                  <a:lnTo>
                    <a:pt x="8372" y="614517"/>
                  </a:lnTo>
                  <a:lnTo>
                    <a:pt x="8136" y="614305"/>
                  </a:lnTo>
                  <a:lnTo>
                    <a:pt x="7751" y="614275"/>
                  </a:lnTo>
                  <a:lnTo>
                    <a:pt x="7396" y="614305"/>
                  </a:lnTo>
                  <a:lnTo>
                    <a:pt x="7248" y="614305"/>
                  </a:lnTo>
                  <a:lnTo>
                    <a:pt x="7041" y="614275"/>
                  </a:lnTo>
                  <a:lnTo>
                    <a:pt x="6804" y="614063"/>
                  </a:lnTo>
                  <a:lnTo>
                    <a:pt x="6834" y="613912"/>
                  </a:lnTo>
                  <a:lnTo>
                    <a:pt x="7070" y="613730"/>
                  </a:lnTo>
                  <a:lnTo>
                    <a:pt x="6538" y="613549"/>
                  </a:lnTo>
                  <a:lnTo>
                    <a:pt x="6331" y="613458"/>
                  </a:lnTo>
                  <a:lnTo>
                    <a:pt x="5917" y="613276"/>
                  </a:lnTo>
                  <a:lnTo>
                    <a:pt x="5562" y="613095"/>
                  </a:lnTo>
                  <a:lnTo>
                    <a:pt x="5088" y="612853"/>
                  </a:lnTo>
                  <a:lnTo>
                    <a:pt x="4881" y="612732"/>
                  </a:lnTo>
                  <a:lnTo>
                    <a:pt x="4201" y="612490"/>
                  </a:lnTo>
                  <a:lnTo>
                    <a:pt x="3964" y="612309"/>
                  </a:lnTo>
                  <a:lnTo>
                    <a:pt x="3520" y="612218"/>
                  </a:lnTo>
                  <a:lnTo>
                    <a:pt x="3372" y="612006"/>
                  </a:lnTo>
                  <a:lnTo>
                    <a:pt x="3195" y="611734"/>
                  </a:lnTo>
                  <a:lnTo>
                    <a:pt x="3017" y="611522"/>
                  </a:lnTo>
                  <a:lnTo>
                    <a:pt x="2751" y="611220"/>
                  </a:lnTo>
                  <a:lnTo>
                    <a:pt x="2514" y="611159"/>
                  </a:lnTo>
                  <a:lnTo>
                    <a:pt x="2603" y="610705"/>
                  </a:lnTo>
                  <a:lnTo>
                    <a:pt x="2603" y="610494"/>
                  </a:lnTo>
                  <a:lnTo>
                    <a:pt x="2396" y="610312"/>
                  </a:lnTo>
                  <a:lnTo>
                    <a:pt x="2278" y="610131"/>
                  </a:lnTo>
                  <a:lnTo>
                    <a:pt x="2189" y="609949"/>
                  </a:lnTo>
                  <a:lnTo>
                    <a:pt x="2130" y="609647"/>
                  </a:lnTo>
                  <a:lnTo>
                    <a:pt x="2248" y="609193"/>
                  </a:lnTo>
                  <a:lnTo>
                    <a:pt x="2189" y="608951"/>
                  </a:lnTo>
                  <a:lnTo>
                    <a:pt x="2218" y="608679"/>
                  </a:lnTo>
                  <a:lnTo>
                    <a:pt x="2041" y="608406"/>
                  </a:lnTo>
                  <a:lnTo>
                    <a:pt x="1923" y="608255"/>
                  </a:lnTo>
                  <a:lnTo>
                    <a:pt x="1982" y="607862"/>
                  </a:lnTo>
                  <a:lnTo>
                    <a:pt x="2011" y="607438"/>
                  </a:lnTo>
                  <a:lnTo>
                    <a:pt x="2011" y="607106"/>
                  </a:lnTo>
                  <a:lnTo>
                    <a:pt x="1804" y="606833"/>
                  </a:lnTo>
                  <a:lnTo>
                    <a:pt x="1627" y="606924"/>
                  </a:lnTo>
                  <a:lnTo>
                    <a:pt x="1360" y="606985"/>
                  </a:lnTo>
                  <a:lnTo>
                    <a:pt x="710" y="606743"/>
                  </a:lnTo>
                  <a:lnTo>
                    <a:pt x="236" y="606168"/>
                  </a:lnTo>
                  <a:lnTo>
                    <a:pt x="0" y="605714"/>
                  </a:lnTo>
                  <a:lnTo>
                    <a:pt x="29" y="605321"/>
                  </a:lnTo>
                  <a:lnTo>
                    <a:pt x="207" y="605049"/>
                  </a:lnTo>
                  <a:lnTo>
                    <a:pt x="355" y="604776"/>
                  </a:lnTo>
                  <a:lnTo>
                    <a:pt x="562" y="604716"/>
                  </a:lnTo>
                  <a:lnTo>
                    <a:pt x="798" y="604504"/>
                  </a:lnTo>
                  <a:lnTo>
                    <a:pt x="828" y="604353"/>
                  </a:lnTo>
                  <a:lnTo>
                    <a:pt x="857" y="604171"/>
                  </a:lnTo>
                  <a:lnTo>
                    <a:pt x="1005" y="604081"/>
                  </a:lnTo>
                  <a:lnTo>
                    <a:pt x="1301" y="603990"/>
                  </a:lnTo>
                  <a:lnTo>
                    <a:pt x="1656" y="604081"/>
                  </a:lnTo>
                  <a:lnTo>
                    <a:pt x="1952" y="604171"/>
                  </a:lnTo>
                  <a:lnTo>
                    <a:pt x="2218" y="603687"/>
                  </a:lnTo>
                  <a:lnTo>
                    <a:pt x="2130" y="603506"/>
                  </a:lnTo>
                  <a:lnTo>
                    <a:pt x="2248" y="603234"/>
                  </a:lnTo>
                  <a:lnTo>
                    <a:pt x="2455" y="603203"/>
                  </a:lnTo>
                  <a:lnTo>
                    <a:pt x="2781" y="603355"/>
                  </a:lnTo>
                  <a:lnTo>
                    <a:pt x="2928" y="603355"/>
                  </a:lnTo>
                  <a:lnTo>
                    <a:pt x="3224" y="603657"/>
                  </a:lnTo>
                  <a:lnTo>
                    <a:pt x="3372" y="603597"/>
                  </a:lnTo>
                  <a:lnTo>
                    <a:pt x="3727" y="603415"/>
                  </a:lnTo>
                  <a:lnTo>
                    <a:pt x="3816" y="603052"/>
                  </a:lnTo>
                  <a:lnTo>
                    <a:pt x="4082" y="602992"/>
                  </a:lnTo>
                  <a:lnTo>
                    <a:pt x="4319" y="602810"/>
                  </a:lnTo>
                  <a:lnTo>
                    <a:pt x="4497" y="602356"/>
                  </a:lnTo>
                  <a:lnTo>
                    <a:pt x="4526" y="602145"/>
                  </a:lnTo>
                  <a:lnTo>
                    <a:pt x="4852" y="601721"/>
                  </a:lnTo>
                  <a:lnTo>
                    <a:pt x="5177" y="601691"/>
                  </a:lnTo>
                  <a:lnTo>
                    <a:pt x="5354" y="601751"/>
                  </a:lnTo>
                  <a:lnTo>
                    <a:pt x="5650" y="601842"/>
                  </a:lnTo>
                  <a:lnTo>
                    <a:pt x="5798" y="601812"/>
                  </a:lnTo>
                  <a:lnTo>
                    <a:pt x="5857" y="601600"/>
                  </a:lnTo>
                  <a:lnTo>
                    <a:pt x="5828" y="601237"/>
                  </a:lnTo>
                  <a:lnTo>
                    <a:pt x="5650" y="600662"/>
                  </a:lnTo>
                  <a:lnTo>
                    <a:pt x="5562" y="600239"/>
                  </a:lnTo>
                  <a:lnTo>
                    <a:pt x="5384" y="599543"/>
                  </a:lnTo>
                  <a:lnTo>
                    <a:pt x="5266" y="599090"/>
                  </a:lnTo>
                  <a:lnTo>
                    <a:pt x="5029" y="598817"/>
                  </a:lnTo>
                  <a:lnTo>
                    <a:pt x="4556" y="598454"/>
                  </a:lnTo>
                  <a:lnTo>
                    <a:pt x="4112" y="598757"/>
                  </a:lnTo>
                  <a:lnTo>
                    <a:pt x="2721" y="598757"/>
                  </a:lnTo>
                  <a:lnTo>
                    <a:pt x="1952" y="598122"/>
                  </a:lnTo>
                  <a:lnTo>
                    <a:pt x="1804" y="597880"/>
                  </a:lnTo>
                  <a:lnTo>
                    <a:pt x="1745" y="597607"/>
                  </a:lnTo>
                  <a:lnTo>
                    <a:pt x="1715" y="596639"/>
                  </a:lnTo>
                  <a:lnTo>
                    <a:pt x="1479" y="596639"/>
                  </a:lnTo>
                  <a:lnTo>
                    <a:pt x="1153" y="596609"/>
                  </a:lnTo>
                  <a:lnTo>
                    <a:pt x="1094" y="596428"/>
                  </a:lnTo>
                  <a:lnTo>
                    <a:pt x="1035" y="596034"/>
                  </a:lnTo>
                  <a:lnTo>
                    <a:pt x="1035" y="595611"/>
                  </a:lnTo>
                  <a:lnTo>
                    <a:pt x="1745" y="594582"/>
                  </a:lnTo>
                  <a:lnTo>
                    <a:pt x="1982" y="594492"/>
                  </a:lnTo>
                  <a:lnTo>
                    <a:pt x="2455" y="594552"/>
                  </a:lnTo>
                  <a:lnTo>
                    <a:pt x="2573" y="594734"/>
                  </a:lnTo>
                  <a:lnTo>
                    <a:pt x="2751" y="595006"/>
                  </a:lnTo>
                  <a:lnTo>
                    <a:pt x="2899" y="594945"/>
                  </a:lnTo>
                  <a:lnTo>
                    <a:pt x="2958" y="594734"/>
                  </a:lnTo>
                  <a:lnTo>
                    <a:pt x="2928" y="594401"/>
                  </a:lnTo>
                  <a:lnTo>
                    <a:pt x="2840" y="594129"/>
                  </a:lnTo>
                  <a:lnTo>
                    <a:pt x="2721" y="593947"/>
                  </a:lnTo>
                  <a:lnTo>
                    <a:pt x="2573" y="593766"/>
                  </a:lnTo>
                  <a:lnTo>
                    <a:pt x="1952" y="593100"/>
                  </a:lnTo>
                  <a:lnTo>
                    <a:pt x="1834" y="592949"/>
                  </a:lnTo>
                  <a:lnTo>
                    <a:pt x="1656" y="592616"/>
                  </a:lnTo>
                  <a:lnTo>
                    <a:pt x="1597" y="592223"/>
                  </a:lnTo>
                  <a:lnTo>
                    <a:pt x="1656" y="592072"/>
                  </a:lnTo>
                  <a:lnTo>
                    <a:pt x="1982" y="591951"/>
                  </a:lnTo>
                  <a:lnTo>
                    <a:pt x="2248" y="592041"/>
                  </a:lnTo>
                  <a:lnTo>
                    <a:pt x="2514" y="592283"/>
                  </a:lnTo>
                  <a:lnTo>
                    <a:pt x="2662" y="592404"/>
                  </a:lnTo>
                  <a:lnTo>
                    <a:pt x="2810" y="592495"/>
                  </a:lnTo>
                  <a:lnTo>
                    <a:pt x="2958" y="592616"/>
                  </a:lnTo>
                  <a:lnTo>
                    <a:pt x="3254" y="592858"/>
                  </a:lnTo>
                  <a:lnTo>
                    <a:pt x="3431" y="592858"/>
                  </a:lnTo>
                  <a:lnTo>
                    <a:pt x="3639" y="593009"/>
                  </a:lnTo>
                  <a:lnTo>
                    <a:pt x="3875" y="593251"/>
                  </a:lnTo>
                  <a:lnTo>
                    <a:pt x="4141" y="593221"/>
                  </a:lnTo>
                  <a:lnTo>
                    <a:pt x="4230" y="593009"/>
                  </a:lnTo>
                  <a:lnTo>
                    <a:pt x="4378" y="592677"/>
                  </a:lnTo>
                  <a:lnTo>
                    <a:pt x="4467" y="592828"/>
                  </a:lnTo>
                  <a:lnTo>
                    <a:pt x="4615" y="592737"/>
                  </a:lnTo>
                  <a:lnTo>
                    <a:pt x="4792" y="592465"/>
                  </a:lnTo>
                  <a:lnTo>
                    <a:pt x="4970" y="592495"/>
                  </a:lnTo>
                  <a:lnTo>
                    <a:pt x="5147" y="592737"/>
                  </a:lnTo>
                  <a:lnTo>
                    <a:pt x="5354" y="592737"/>
                  </a:lnTo>
                  <a:lnTo>
                    <a:pt x="5502" y="592707"/>
                  </a:lnTo>
                  <a:lnTo>
                    <a:pt x="5650" y="592616"/>
                  </a:lnTo>
                  <a:lnTo>
                    <a:pt x="6005" y="592556"/>
                  </a:lnTo>
                  <a:lnTo>
                    <a:pt x="6242" y="592707"/>
                  </a:lnTo>
                  <a:lnTo>
                    <a:pt x="6212" y="592919"/>
                  </a:lnTo>
                  <a:lnTo>
                    <a:pt x="6360" y="592979"/>
                  </a:lnTo>
                  <a:lnTo>
                    <a:pt x="6508" y="593009"/>
                  </a:lnTo>
                  <a:lnTo>
                    <a:pt x="6745" y="593191"/>
                  </a:lnTo>
                  <a:lnTo>
                    <a:pt x="6775" y="593372"/>
                  </a:lnTo>
                  <a:lnTo>
                    <a:pt x="6834" y="593524"/>
                  </a:lnTo>
                  <a:lnTo>
                    <a:pt x="7011" y="593614"/>
                  </a:lnTo>
                  <a:lnTo>
                    <a:pt x="7633" y="593554"/>
                  </a:lnTo>
                  <a:lnTo>
                    <a:pt x="7781" y="593524"/>
                  </a:lnTo>
                  <a:lnTo>
                    <a:pt x="8106" y="593282"/>
                  </a:lnTo>
                  <a:lnTo>
                    <a:pt x="8076" y="592707"/>
                  </a:lnTo>
                  <a:lnTo>
                    <a:pt x="8254" y="592616"/>
                  </a:lnTo>
                  <a:lnTo>
                    <a:pt x="8757" y="592374"/>
                  </a:lnTo>
                  <a:lnTo>
                    <a:pt x="8964" y="592616"/>
                  </a:lnTo>
                  <a:lnTo>
                    <a:pt x="9141" y="592677"/>
                  </a:lnTo>
                  <a:lnTo>
                    <a:pt x="9349" y="592707"/>
                  </a:lnTo>
                  <a:lnTo>
                    <a:pt x="9556" y="592798"/>
                  </a:lnTo>
                  <a:lnTo>
                    <a:pt x="9733" y="592858"/>
                  </a:lnTo>
                  <a:lnTo>
                    <a:pt x="10236" y="592556"/>
                  </a:lnTo>
                  <a:lnTo>
                    <a:pt x="10591" y="592677"/>
                  </a:lnTo>
                  <a:lnTo>
                    <a:pt x="10739" y="592646"/>
                  </a:lnTo>
                  <a:lnTo>
                    <a:pt x="10917" y="592525"/>
                  </a:lnTo>
                  <a:lnTo>
                    <a:pt x="11183" y="592374"/>
                  </a:lnTo>
                  <a:lnTo>
                    <a:pt x="11390" y="592314"/>
                  </a:lnTo>
                  <a:lnTo>
                    <a:pt x="11656" y="591648"/>
                  </a:lnTo>
                  <a:lnTo>
                    <a:pt x="11745" y="591497"/>
                  </a:lnTo>
                  <a:lnTo>
                    <a:pt x="11804" y="591315"/>
                  </a:lnTo>
                  <a:lnTo>
                    <a:pt x="11922" y="591164"/>
                  </a:lnTo>
                  <a:lnTo>
                    <a:pt x="12070" y="591073"/>
                  </a:lnTo>
                  <a:lnTo>
                    <a:pt x="12485" y="591073"/>
                  </a:lnTo>
                  <a:lnTo>
                    <a:pt x="12455" y="590559"/>
                  </a:lnTo>
                  <a:lnTo>
                    <a:pt x="12485" y="590378"/>
                  </a:lnTo>
                  <a:lnTo>
                    <a:pt x="12544" y="590166"/>
                  </a:lnTo>
                  <a:lnTo>
                    <a:pt x="12721" y="589954"/>
                  </a:lnTo>
                  <a:lnTo>
                    <a:pt x="12869" y="589833"/>
                  </a:lnTo>
                  <a:lnTo>
                    <a:pt x="12692" y="589470"/>
                  </a:lnTo>
                  <a:lnTo>
                    <a:pt x="12751" y="589319"/>
                  </a:lnTo>
                  <a:lnTo>
                    <a:pt x="12928" y="589198"/>
                  </a:lnTo>
                  <a:lnTo>
                    <a:pt x="13224" y="589137"/>
                  </a:lnTo>
                  <a:lnTo>
                    <a:pt x="13461" y="589016"/>
                  </a:lnTo>
                  <a:lnTo>
                    <a:pt x="13461" y="588865"/>
                  </a:lnTo>
                  <a:lnTo>
                    <a:pt x="13461" y="588593"/>
                  </a:lnTo>
                  <a:lnTo>
                    <a:pt x="13609" y="588563"/>
                  </a:lnTo>
                  <a:lnTo>
                    <a:pt x="13905" y="588744"/>
                  </a:lnTo>
                  <a:lnTo>
                    <a:pt x="14082" y="588623"/>
                  </a:lnTo>
                  <a:lnTo>
                    <a:pt x="13993" y="588472"/>
                  </a:lnTo>
                  <a:lnTo>
                    <a:pt x="14141" y="588442"/>
                  </a:lnTo>
                  <a:lnTo>
                    <a:pt x="14408" y="588502"/>
                  </a:lnTo>
                  <a:lnTo>
                    <a:pt x="14644" y="588714"/>
                  </a:lnTo>
                  <a:lnTo>
                    <a:pt x="14851" y="589107"/>
                  </a:lnTo>
                  <a:lnTo>
                    <a:pt x="15206" y="589289"/>
                  </a:lnTo>
                  <a:lnTo>
                    <a:pt x="15473" y="589410"/>
                  </a:lnTo>
                  <a:lnTo>
                    <a:pt x="15650" y="589531"/>
                  </a:lnTo>
                  <a:lnTo>
                    <a:pt x="15946" y="589531"/>
                  </a:lnTo>
                  <a:lnTo>
                    <a:pt x="16272" y="589531"/>
                  </a:lnTo>
                  <a:lnTo>
                    <a:pt x="16479" y="589591"/>
                  </a:lnTo>
                  <a:lnTo>
                    <a:pt x="16745" y="589773"/>
                  </a:lnTo>
                  <a:lnTo>
                    <a:pt x="16893" y="590105"/>
                  </a:lnTo>
                  <a:lnTo>
                    <a:pt x="17011" y="590257"/>
                  </a:lnTo>
                  <a:lnTo>
                    <a:pt x="17218" y="590378"/>
                  </a:lnTo>
                  <a:lnTo>
                    <a:pt x="17366" y="590438"/>
                  </a:lnTo>
                  <a:lnTo>
                    <a:pt x="17632" y="590801"/>
                  </a:lnTo>
                  <a:lnTo>
                    <a:pt x="17899" y="591164"/>
                  </a:lnTo>
                  <a:lnTo>
                    <a:pt x="18757" y="591315"/>
                  </a:lnTo>
                  <a:lnTo>
                    <a:pt x="18875" y="591043"/>
                  </a:lnTo>
                  <a:lnTo>
                    <a:pt x="19082" y="590983"/>
                  </a:lnTo>
                  <a:lnTo>
                    <a:pt x="19467" y="591285"/>
                  </a:lnTo>
                  <a:lnTo>
                    <a:pt x="20236" y="591376"/>
                  </a:lnTo>
                  <a:lnTo>
                    <a:pt x="20976" y="591436"/>
                  </a:lnTo>
                  <a:lnTo>
                    <a:pt x="21064" y="591255"/>
                  </a:lnTo>
                  <a:lnTo>
                    <a:pt x="21419" y="591194"/>
                  </a:lnTo>
                  <a:lnTo>
                    <a:pt x="21597" y="591436"/>
                  </a:lnTo>
                  <a:lnTo>
                    <a:pt x="21774" y="591588"/>
                  </a:lnTo>
                  <a:lnTo>
                    <a:pt x="22041" y="591346"/>
                  </a:lnTo>
                  <a:lnTo>
                    <a:pt x="22366" y="591436"/>
                  </a:lnTo>
                  <a:lnTo>
                    <a:pt x="22632" y="591678"/>
                  </a:lnTo>
                  <a:lnTo>
                    <a:pt x="22987" y="591769"/>
                  </a:lnTo>
                  <a:lnTo>
                    <a:pt x="23254" y="591890"/>
                  </a:lnTo>
                  <a:lnTo>
                    <a:pt x="23402" y="591981"/>
                  </a:lnTo>
                  <a:lnTo>
                    <a:pt x="23520" y="592344"/>
                  </a:lnTo>
                  <a:lnTo>
                    <a:pt x="23254" y="593040"/>
                  </a:lnTo>
                  <a:lnTo>
                    <a:pt x="22958" y="593554"/>
                  </a:lnTo>
                  <a:lnTo>
                    <a:pt x="22899" y="593705"/>
                  </a:lnTo>
                  <a:lnTo>
                    <a:pt x="22958" y="594008"/>
                  </a:lnTo>
                  <a:lnTo>
                    <a:pt x="22899" y="594340"/>
                  </a:lnTo>
                  <a:lnTo>
                    <a:pt x="22721" y="594703"/>
                  </a:lnTo>
                  <a:lnTo>
                    <a:pt x="22632" y="595006"/>
                  </a:lnTo>
                  <a:lnTo>
                    <a:pt x="22662" y="595218"/>
                  </a:lnTo>
                  <a:lnTo>
                    <a:pt x="22721" y="595460"/>
                  </a:lnTo>
                  <a:lnTo>
                    <a:pt x="22840" y="595671"/>
                  </a:lnTo>
                  <a:lnTo>
                    <a:pt x="23372" y="595823"/>
                  </a:lnTo>
                  <a:lnTo>
                    <a:pt x="23224" y="595883"/>
                  </a:lnTo>
                  <a:lnTo>
                    <a:pt x="23017" y="595974"/>
                  </a:lnTo>
                  <a:lnTo>
                    <a:pt x="23195" y="596307"/>
                  </a:lnTo>
                  <a:lnTo>
                    <a:pt x="23698" y="597002"/>
                  </a:lnTo>
                  <a:lnTo>
                    <a:pt x="23816" y="597335"/>
                  </a:lnTo>
                  <a:lnTo>
                    <a:pt x="23757" y="597486"/>
                  </a:lnTo>
                  <a:lnTo>
                    <a:pt x="23668" y="597728"/>
                  </a:lnTo>
                  <a:lnTo>
                    <a:pt x="23431" y="598182"/>
                  </a:lnTo>
                  <a:lnTo>
                    <a:pt x="23431" y="598606"/>
                  </a:lnTo>
                  <a:lnTo>
                    <a:pt x="23490" y="598817"/>
                  </a:lnTo>
                  <a:lnTo>
                    <a:pt x="23638" y="599120"/>
                  </a:lnTo>
                  <a:lnTo>
                    <a:pt x="23905" y="599573"/>
                  </a:lnTo>
                  <a:lnTo>
                    <a:pt x="24556" y="600269"/>
                  </a:lnTo>
                  <a:lnTo>
                    <a:pt x="24911" y="600511"/>
                  </a:lnTo>
                  <a:lnTo>
                    <a:pt x="25177" y="600481"/>
                  </a:lnTo>
                  <a:lnTo>
                    <a:pt x="25473" y="600330"/>
                  </a:lnTo>
                  <a:lnTo>
                    <a:pt x="25887" y="600178"/>
                  </a:lnTo>
                  <a:lnTo>
                    <a:pt x="26183" y="600178"/>
                  </a:lnTo>
                  <a:lnTo>
                    <a:pt x="26390" y="600178"/>
                  </a:lnTo>
                  <a:lnTo>
                    <a:pt x="26656" y="600118"/>
                  </a:lnTo>
                  <a:lnTo>
                    <a:pt x="26922" y="600057"/>
                  </a:lnTo>
                  <a:lnTo>
                    <a:pt x="27129" y="600027"/>
                  </a:lnTo>
                  <a:lnTo>
                    <a:pt x="27396" y="600088"/>
                  </a:lnTo>
                  <a:lnTo>
                    <a:pt x="27662" y="600118"/>
                  </a:lnTo>
                  <a:lnTo>
                    <a:pt x="28638" y="599846"/>
                  </a:lnTo>
                  <a:lnTo>
                    <a:pt x="28905" y="599785"/>
                  </a:lnTo>
                  <a:lnTo>
                    <a:pt x="29141" y="599755"/>
                  </a:lnTo>
                  <a:lnTo>
                    <a:pt x="29467" y="599573"/>
                  </a:lnTo>
                  <a:lnTo>
                    <a:pt x="29792" y="599331"/>
                  </a:lnTo>
                  <a:lnTo>
                    <a:pt x="29970" y="599422"/>
                  </a:lnTo>
                  <a:lnTo>
                    <a:pt x="30118" y="599604"/>
                  </a:lnTo>
                  <a:lnTo>
                    <a:pt x="30236" y="600057"/>
                  </a:lnTo>
                  <a:lnTo>
                    <a:pt x="30177" y="600360"/>
                  </a:lnTo>
                  <a:lnTo>
                    <a:pt x="29763" y="600904"/>
                  </a:lnTo>
                  <a:lnTo>
                    <a:pt x="29555" y="601388"/>
                  </a:lnTo>
                  <a:lnTo>
                    <a:pt x="29644" y="601963"/>
                  </a:lnTo>
                  <a:lnTo>
                    <a:pt x="29911" y="602417"/>
                  </a:lnTo>
                  <a:lnTo>
                    <a:pt x="30118" y="602629"/>
                  </a:lnTo>
                  <a:lnTo>
                    <a:pt x="30621" y="603173"/>
                  </a:lnTo>
                  <a:lnTo>
                    <a:pt x="30709" y="603385"/>
                  </a:lnTo>
                  <a:lnTo>
                    <a:pt x="30739" y="603778"/>
                  </a:lnTo>
                  <a:lnTo>
                    <a:pt x="30887" y="604111"/>
                  </a:lnTo>
                  <a:lnTo>
                    <a:pt x="31124" y="604444"/>
                  </a:lnTo>
                  <a:lnTo>
                    <a:pt x="31242" y="604625"/>
                  </a:lnTo>
                  <a:lnTo>
                    <a:pt x="31419" y="604928"/>
                  </a:lnTo>
                  <a:lnTo>
                    <a:pt x="31538" y="605230"/>
                  </a:lnTo>
                  <a:lnTo>
                    <a:pt x="31538" y="605412"/>
                  </a:lnTo>
                  <a:lnTo>
                    <a:pt x="31626" y="605684"/>
                  </a:lnTo>
                  <a:lnTo>
                    <a:pt x="31686" y="605865"/>
                  </a:lnTo>
                  <a:lnTo>
                    <a:pt x="31745" y="606228"/>
                  </a:lnTo>
                  <a:lnTo>
                    <a:pt x="31834" y="606561"/>
                  </a:lnTo>
                  <a:lnTo>
                    <a:pt x="32129" y="606803"/>
                  </a:lnTo>
                  <a:lnTo>
                    <a:pt x="32396" y="606833"/>
                  </a:lnTo>
                  <a:lnTo>
                    <a:pt x="32721" y="606833"/>
                  </a:lnTo>
                  <a:lnTo>
                    <a:pt x="32958" y="606743"/>
                  </a:lnTo>
                  <a:lnTo>
                    <a:pt x="33224" y="606410"/>
                  </a:lnTo>
                  <a:lnTo>
                    <a:pt x="33461" y="606168"/>
                  </a:lnTo>
                  <a:lnTo>
                    <a:pt x="33757" y="605956"/>
                  </a:lnTo>
                  <a:lnTo>
                    <a:pt x="34052" y="605865"/>
                  </a:lnTo>
                  <a:lnTo>
                    <a:pt x="34319" y="606017"/>
                  </a:lnTo>
                  <a:lnTo>
                    <a:pt x="34437" y="606168"/>
                  </a:lnTo>
                  <a:lnTo>
                    <a:pt x="34585" y="606501"/>
                  </a:lnTo>
                  <a:lnTo>
                    <a:pt x="34733" y="607106"/>
                  </a:lnTo>
                  <a:lnTo>
                    <a:pt x="34733" y="607348"/>
                  </a:lnTo>
                  <a:lnTo>
                    <a:pt x="34763" y="607529"/>
                  </a:lnTo>
                  <a:lnTo>
                    <a:pt x="34703" y="608134"/>
                  </a:lnTo>
                  <a:lnTo>
                    <a:pt x="34703" y="608437"/>
                  </a:lnTo>
                  <a:lnTo>
                    <a:pt x="34644" y="608739"/>
                  </a:lnTo>
                  <a:lnTo>
                    <a:pt x="34644" y="608890"/>
                  </a:lnTo>
                  <a:lnTo>
                    <a:pt x="34644" y="609102"/>
                  </a:lnTo>
                  <a:lnTo>
                    <a:pt x="35177" y="609737"/>
                  </a:lnTo>
                  <a:lnTo>
                    <a:pt x="35768" y="610040"/>
                  </a:lnTo>
                  <a:lnTo>
                    <a:pt x="36597" y="610221"/>
                  </a:lnTo>
                  <a:lnTo>
                    <a:pt x="37455" y="610070"/>
                  </a:lnTo>
                  <a:lnTo>
                    <a:pt x="38609" y="610131"/>
                  </a:lnTo>
                  <a:lnTo>
                    <a:pt x="40384" y="610373"/>
                  </a:lnTo>
                  <a:lnTo>
                    <a:pt x="41508" y="610675"/>
                  </a:lnTo>
                  <a:lnTo>
                    <a:pt x="42455" y="610766"/>
                  </a:lnTo>
                  <a:lnTo>
                    <a:pt x="42396" y="610433"/>
                  </a:lnTo>
                  <a:lnTo>
                    <a:pt x="42336" y="610070"/>
                  </a:lnTo>
                  <a:lnTo>
                    <a:pt x="42189" y="609102"/>
                  </a:lnTo>
                  <a:lnTo>
                    <a:pt x="42159" y="608890"/>
                  </a:lnTo>
                  <a:lnTo>
                    <a:pt x="42336" y="608830"/>
                  </a:lnTo>
                  <a:lnTo>
                    <a:pt x="42277" y="608285"/>
                  </a:lnTo>
                  <a:lnTo>
                    <a:pt x="44171" y="607953"/>
                  </a:lnTo>
                  <a:lnTo>
                    <a:pt x="44171" y="608285"/>
                  </a:lnTo>
                  <a:lnTo>
                    <a:pt x="42514" y="608406"/>
                  </a:lnTo>
                  <a:lnTo>
                    <a:pt x="42751" y="610554"/>
                  </a:lnTo>
                  <a:lnTo>
                    <a:pt x="43461" y="610524"/>
                  </a:lnTo>
                  <a:lnTo>
                    <a:pt x="43638" y="610494"/>
                  </a:lnTo>
                  <a:lnTo>
                    <a:pt x="43816" y="610494"/>
                  </a:lnTo>
                  <a:lnTo>
                    <a:pt x="44112" y="610524"/>
                  </a:lnTo>
                  <a:lnTo>
                    <a:pt x="44437" y="610524"/>
                  </a:lnTo>
                  <a:lnTo>
                    <a:pt x="44762" y="610524"/>
                  </a:lnTo>
                  <a:lnTo>
                    <a:pt x="45029" y="610524"/>
                  </a:lnTo>
                  <a:lnTo>
                    <a:pt x="45354" y="610554"/>
                  </a:lnTo>
                  <a:lnTo>
                    <a:pt x="45857" y="610252"/>
                  </a:lnTo>
                  <a:lnTo>
                    <a:pt x="45739" y="609858"/>
                  </a:lnTo>
                  <a:lnTo>
                    <a:pt x="45887" y="610040"/>
                  </a:lnTo>
                  <a:lnTo>
                    <a:pt x="46064" y="609979"/>
                  </a:lnTo>
                  <a:lnTo>
                    <a:pt x="46390" y="609828"/>
                  </a:lnTo>
                  <a:lnTo>
                    <a:pt x="46567" y="609616"/>
                  </a:lnTo>
                  <a:lnTo>
                    <a:pt x="46330" y="608951"/>
                  </a:lnTo>
                  <a:lnTo>
                    <a:pt x="46863" y="609314"/>
                  </a:lnTo>
                  <a:lnTo>
                    <a:pt x="46656" y="609042"/>
                  </a:lnTo>
                  <a:lnTo>
                    <a:pt x="46538" y="608558"/>
                  </a:lnTo>
                  <a:lnTo>
                    <a:pt x="46804" y="608769"/>
                  </a:lnTo>
                  <a:lnTo>
                    <a:pt x="46774" y="608437"/>
                  </a:lnTo>
                  <a:lnTo>
                    <a:pt x="47011" y="608860"/>
                  </a:lnTo>
                  <a:lnTo>
                    <a:pt x="46863" y="608981"/>
                  </a:lnTo>
                  <a:lnTo>
                    <a:pt x="47100" y="609223"/>
                  </a:lnTo>
                  <a:lnTo>
                    <a:pt x="47484" y="609132"/>
                  </a:lnTo>
                  <a:lnTo>
                    <a:pt x="47721" y="609042"/>
                  </a:lnTo>
                  <a:lnTo>
                    <a:pt x="47839" y="608800"/>
                  </a:lnTo>
                  <a:lnTo>
                    <a:pt x="47751" y="608497"/>
                  </a:lnTo>
                  <a:lnTo>
                    <a:pt x="47958" y="608830"/>
                  </a:lnTo>
                  <a:lnTo>
                    <a:pt x="48106" y="608709"/>
                  </a:lnTo>
                  <a:lnTo>
                    <a:pt x="48254" y="608558"/>
                  </a:lnTo>
                  <a:lnTo>
                    <a:pt x="48638" y="608134"/>
                  </a:lnTo>
                  <a:lnTo>
                    <a:pt x="48697" y="607983"/>
                  </a:lnTo>
                  <a:lnTo>
                    <a:pt x="48727" y="607771"/>
                  </a:lnTo>
                  <a:lnTo>
                    <a:pt x="48757" y="607590"/>
                  </a:lnTo>
                  <a:lnTo>
                    <a:pt x="49141" y="607469"/>
                  </a:lnTo>
                  <a:lnTo>
                    <a:pt x="49407" y="607469"/>
                  </a:lnTo>
                  <a:lnTo>
                    <a:pt x="49733" y="607469"/>
                  </a:lnTo>
                  <a:lnTo>
                    <a:pt x="49881" y="607499"/>
                  </a:lnTo>
                  <a:lnTo>
                    <a:pt x="50088" y="607711"/>
                  </a:lnTo>
                  <a:lnTo>
                    <a:pt x="49910" y="607741"/>
                  </a:lnTo>
                  <a:lnTo>
                    <a:pt x="49674" y="607771"/>
                  </a:lnTo>
                  <a:lnTo>
                    <a:pt x="49289" y="607832"/>
                  </a:lnTo>
                  <a:lnTo>
                    <a:pt x="49141" y="607832"/>
                  </a:lnTo>
                  <a:lnTo>
                    <a:pt x="48993" y="607801"/>
                  </a:lnTo>
                  <a:lnTo>
                    <a:pt x="49437" y="608830"/>
                  </a:lnTo>
                  <a:lnTo>
                    <a:pt x="49585" y="608769"/>
                  </a:lnTo>
                  <a:lnTo>
                    <a:pt x="49703" y="608527"/>
                  </a:lnTo>
                  <a:lnTo>
                    <a:pt x="49703" y="608709"/>
                  </a:lnTo>
                  <a:lnTo>
                    <a:pt x="50029" y="608618"/>
                  </a:lnTo>
                  <a:lnTo>
                    <a:pt x="50354" y="608618"/>
                  </a:lnTo>
                  <a:lnTo>
                    <a:pt x="50325" y="608921"/>
                  </a:lnTo>
                  <a:lnTo>
                    <a:pt x="50709" y="608921"/>
                  </a:lnTo>
                  <a:lnTo>
                    <a:pt x="50709" y="609072"/>
                  </a:lnTo>
                  <a:lnTo>
                    <a:pt x="50236" y="609042"/>
                  </a:lnTo>
                  <a:lnTo>
                    <a:pt x="50206" y="609677"/>
                  </a:lnTo>
                  <a:lnTo>
                    <a:pt x="50206" y="610070"/>
                  </a:lnTo>
                  <a:lnTo>
                    <a:pt x="50946" y="610040"/>
                  </a:lnTo>
                  <a:lnTo>
                    <a:pt x="50946" y="610252"/>
                  </a:lnTo>
                  <a:lnTo>
                    <a:pt x="50325" y="610312"/>
                  </a:lnTo>
                  <a:lnTo>
                    <a:pt x="50147" y="610463"/>
                  </a:lnTo>
                  <a:lnTo>
                    <a:pt x="50443" y="610524"/>
                  </a:lnTo>
                  <a:lnTo>
                    <a:pt x="50472" y="610675"/>
                  </a:lnTo>
                  <a:lnTo>
                    <a:pt x="50088" y="610554"/>
                  </a:lnTo>
                  <a:lnTo>
                    <a:pt x="50088" y="610796"/>
                  </a:lnTo>
                  <a:lnTo>
                    <a:pt x="50502" y="610947"/>
                  </a:lnTo>
                  <a:lnTo>
                    <a:pt x="50472" y="611099"/>
                  </a:lnTo>
                  <a:lnTo>
                    <a:pt x="49940" y="611008"/>
                  </a:lnTo>
                  <a:lnTo>
                    <a:pt x="50354" y="611250"/>
                  </a:lnTo>
                  <a:lnTo>
                    <a:pt x="50325" y="611401"/>
                  </a:lnTo>
                  <a:lnTo>
                    <a:pt x="49910" y="611159"/>
                  </a:lnTo>
                  <a:lnTo>
                    <a:pt x="49792" y="611492"/>
                  </a:lnTo>
                  <a:lnTo>
                    <a:pt x="50177" y="611794"/>
                  </a:lnTo>
                  <a:lnTo>
                    <a:pt x="49999" y="611855"/>
                  </a:lnTo>
                  <a:lnTo>
                    <a:pt x="50088" y="612067"/>
                  </a:lnTo>
                  <a:lnTo>
                    <a:pt x="50029" y="612369"/>
                  </a:lnTo>
                  <a:lnTo>
                    <a:pt x="50236" y="612430"/>
                  </a:lnTo>
                  <a:lnTo>
                    <a:pt x="50591" y="611885"/>
                  </a:lnTo>
                  <a:lnTo>
                    <a:pt x="51035" y="611431"/>
                  </a:lnTo>
                  <a:lnTo>
                    <a:pt x="51153" y="611643"/>
                  </a:lnTo>
                  <a:lnTo>
                    <a:pt x="50472" y="612430"/>
                  </a:lnTo>
                  <a:lnTo>
                    <a:pt x="50561" y="612792"/>
                  </a:lnTo>
                  <a:lnTo>
                    <a:pt x="50650" y="613065"/>
                  </a:lnTo>
                  <a:lnTo>
                    <a:pt x="50887" y="613186"/>
                  </a:lnTo>
                  <a:lnTo>
                    <a:pt x="51183" y="612974"/>
                  </a:lnTo>
                  <a:lnTo>
                    <a:pt x="51123" y="612762"/>
                  </a:lnTo>
                  <a:lnTo>
                    <a:pt x="51242" y="612339"/>
                  </a:lnTo>
                  <a:lnTo>
                    <a:pt x="51390" y="612460"/>
                  </a:lnTo>
                  <a:lnTo>
                    <a:pt x="51301" y="612944"/>
                  </a:lnTo>
                  <a:lnTo>
                    <a:pt x="51478" y="613034"/>
                  </a:lnTo>
                  <a:lnTo>
                    <a:pt x="51597" y="612823"/>
                  </a:lnTo>
                  <a:lnTo>
                    <a:pt x="51922" y="612853"/>
                  </a:lnTo>
                  <a:lnTo>
                    <a:pt x="52307" y="612399"/>
                  </a:lnTo>
                  <a:lnTo>
                    <a:pt x="52248" y="612671"/>
                  </a:lnTo>
                  <a:lnTo>
                    <a:pt x="52573" y="612944"/>
                  </a:lnTo>
                  <a:lnTo>
                    <a:pt x="52396" y="613155"/>
                  </a:lnTo>
                  <a:lnTo>
                    <a:pt x="52159" y="613125"/>
                  </a:lnTo>
                  <a:lnTo>
                    <a:pt x="52129" y="613307"/>
                  </a:lnTo>
                  <a:lnTo>
                    <a:pt x="52011" y="613518"/>
                  </a:lnTo>
                  <a:lnTo>
                    <a:pt x="51863" y="613760"/>
                  </a:lnTo>
                  <a:lnTo>
                    <a:pt x="51863" y="614638"/>
                  </a:lnTo>
                  <a:lnTo>
                    <a:pt x="52100" y="614910"/>
                  </a:lnTo>
                  <a:lnTo>
                    <a:pt x="52336" y="615001"/>
                  </a:lnTo>
                  <a:lnTo>
                    <a:pt x="52632" y="615122"/>
                  </a:lnTo>
                  <a:lnTo>
                    <a:pt x="53165" y="615212"/>
                  </a:lnTo>
                  <a:lnTo>
                    <a:pt x="53342" y="615243"/>
                  </a:lnTo>
                  <a:lnTo>
                    <a:pt x="53727" y="615273"/>
                  </a:lnTo>
                  <a:lnTo>
                    <a:pt x="53964" y="615273"/>
                  </a:lnTo>
                  <a:lnTo>
                    <a:pt x="54141" y="615273"/>
                  </a:lnTo>
                  <a:lnTo>
                    <a:pt x="54526" y="615273"/>
                  </a:lnTo>
                  <a:lnTo>
                    <a:pt x="54644" y="615031"/>
                  </a:lnTo>
                  <a:lnTo>
                    <a:pt x="54733" y="614819"/>
                  </a:lnTo>
                  <a:lnTo>
                    <a:pt x="54733" y="614577"/>
                  </a:lnTo>
                  <a:lnTo>
                    <a:pt x="54792" y="614396"/>
                  </a:lnTo>
                  <a:lnTo>
                    <a:pt x="54555" y="614335"/>
                  </a:lnTo>
                  <a:lnTo>
                    <a:pt x="54259" y="614214"/>
                  </a:lnTo>
                  <a:lnTo>
                    <a:pt x="54052" y="614123"/>
                  </a:lnTo>
                  <a:lnTo>
                    <a:pt x="54082" y="613881"/>
                  </a:lnTo>
                  <a:lnTo>
                    <a:pt x="54319" y="613337"/>
                  </a:lnTo>
                  <a:lnTo>
                    <a:pt x="54141" y="613155"/>
                  </a:lnTo>
                  <a:lnTo>
                    <a:pt x="54230" y="612883"/>
                  </a:lnTo>
                  <a:lnTo>
                    <a:pt x="54348" y="612641"/>
                  </a:lnTo>
                  <a:lnTo>
                    <a:pt x="54940" y="612792"/>
                  </a:lnTo>
                  <a:lnTo>
                    <a:pt x="54969" y="614093"/>
                  </a:lnTo>
                  <a:lnTo>
                    <a:pt x="55117" y="614154"/>
                  </a:lnTo>
                  <a:lnTo>
                    <a:pt x="55354" y="614002"/>
                  </a:lnTo>
                  <a:lnTo>
                    <a:pt x="55295" y="613700"/>
                  </a:lnTo>
                  <a:lnTo>
                    <a:pt x="55384" y="613276"/>
                  </a:lnTo>
                  <a:lnTo>
                    <a:pt x="55384" y="612974"/>
                  </a:lnTo>
                  <a:lnTo>
                    <a:pt x="55532" y="612490"/>
                  </a:lnTo>
                  <a:lnTo>
                    <a:pt x="55768" y="612520"/>
                  </a:lnTo>
                  <a:lnTo>
                    <a:pt x="55887" y="612671"/>
                  </a:lnTo>
                  <a:lnTo>
                    <a:pt x="55916" y="612883"/>
                  </a:lnTo>
                  <a:lnTo>
                    <a:pt x="55975" y="613307"/>
                  </a:lnTo>
                  <a:lnTo>
                    <a:pt x="55916" y="613609"/>
                  </a:lnTo>
                  <a:lnTo>
                    <a:pt x="55827" y="614365"/>
                  </a:lnTo>
                  <a:lnTo>
                    <a:pt x="55975" y="613791"/>
                  </a:lnTo>
                  <a:lnTo>
                    <a:pt x="56123" y="613791"/>
                  </a:lnTo>
                  <a:lnTo>
                    <a:pt x="55975" y="614547"/>
                  </a:lnTo>
                  <a:lnTo>
                    <a:pt x="56005" y="614759"/>
                  </a:lnTo>
                  <a:lnTo>
                    <a:pt x="56508" y="615364"/>
                  </a:lnTo>
                  <a:lnTo>
                    <a:pt x="56745" y="615364"/>
                  </a:lnTo>
                  <a:lnTo>
                    <a:pt x="57040" y="615364"/>
                  </a:lnTo>
                  <a:lnTo>
                    <a:pt x="57484" y="615212"/>
                  </a:lnTo>
                  <a:lnTo>
                    <a:pt x="57898" y="615061"/>
                  </a:lnTo>
                  <a:lnTo>
                    <a:pt x="58727" y="614668"/>
                  </a:lnTo>
                  <a:lnTo>
                    <a:pt x="59141" y="614305"/>
                  </a:lnTo>
                  <a:lnTo>
                    <a:pt x="59733" y="614002"/>
                  </a:lnTo>
                  <a:lnTo>
                    <a:pt x="60058" y="613791"/>
                  </a:lnTo>
                  <a:lnTo>
                    <a:pt x="60324" y="613670"/>
                  </a:lnTo>
                  <a:lnTo>
                    <a:pt x="60532" y="613579"/>
                  </a:lnTo>
                  <a:lnTo>
                    <a:pt x="60088" y="612671"/>
                  </a:lnTo>
                  <a:lnTo>
                    <a:pt x="59910" y="612430"/>
                  </a:lnTo>
                  <a:lnTo>
                    <a:pt x="59496" y="612248"/>
                  </a:lnTo>
                  <a:lnTo>
                    <a:pt x="59348" y="611915"/>
                  </a:lnTo>
                  <a:lnTo>
                    <a:pt x="59614" y="611220"/>
                  </a:lnTo>
                  <a:lnTo>
                    <a:pt x="59851" y="611310"/>
                  </a:lnTo>
                  <a:lnTo>
                    <a:pt x="60058" y="611310"/>
                  </a:lnTo>
                  <a:lnTo>
                    <a:pt x="60265" y="611431"/>
                  </a:lnTo>
                  <a:lnTo>
                    <a:pt x="60384" y="611704"/>
                  </a:lnTo>
                  <a:lnTo>
                    <a:pt x="60591" y="612278"/>
                  </a:lnTo>
                  <a:lnTo>
                    <a:pt x="60177" y="612430"/>
                  </a:lnTo>
                  <a:lnTo>
                    <a:pt x="60768" y="613458"/>
                  </a:lnTo>
                  <a:lnTo>
                    <a:pt x="61212" y="613125"/>
                  </a:lnTo>
                  <a:lnTo>
                    <a:pt x="61685" y="612762"/>
                  </a:lnTo>
                  <a:lnTo>
                    <a:pt x="61893" y="612611"/>
                  </a:lnTo>
                  <a:lnTo>
                    <a:pt x="62129" y="612369"/>
                  </a:lnTo>
                  <a:lnTo>
                    <a:pt x="62662" y="611976"/>
                  </a:lnTo>
                  <a:lnTo>
                    <a:pt x="63579" y="611250"/>
                  </a:lnTo>
                  <a:lnTo>
                    <a:pt x="63963" y="610796"/>
                  </a:lnTo>
                  <a:lnTo>
                    <a:pt x="64437" y="610252"/>
                  </a:lnTo>
                  <a:lnTo>
                    <a:pt x="65058" y="609768"/>
                  </a:lnTo>
                  <a:lnTo>
                    <a:pt x="65384" y="609405"/>
                  </a:lnTo>
                  <a:lnTo>
                    <a:pt x="65827" y="608981"/>
                  </a:lnTo>
                  <a:lnTo>
                    <a:pt x="66034" y="608648"/>
                  </a:lnTo>
                  <a:lnTo>
                    <a:pt x="66034" y="608285"/>
                  </a:lnTo>
                  <a:lnTo>
                    <a:pt x="66064" y="608134"/>
                  </a:lnTo>
                  <a:lnTo>
                    <a:pt x="65887" y="607801"/>
                  </a:lnTo>
                  <a:lnTo>
                    <a:pt x="65798" y="607620"/>
                  </a:lnTo>
                  <a:lnTo>
                    <a:pt x="65650" y="607529"/>
                  </a:lnTo>
                  <a:lnTo>
                    <a:pt x="65354" y="607166"/>
                  </a:lnTo>
                  <a:lnTo>
                    <a:pt x="65206" y="607075"/>
                  </a:lnTo>
                  <a:lnTo>
                    <a:pt x="64910" y="606924"/>
                  </a:lnTo>
                  <a:lnTo>
                    <a:pt x="64674" y="606531"/>
                  </a:lnTo>
                  <a:lnTo>
                    <a:pt x="64555" y="606289"/>
                  </a:lnTo>
                  <a:lnTo>
                    <a:pt x="64082" y="606319"/>
                  </a:lnTo>
                  <a:lnTo>
                    <a:pt x="63845" y="605744"/>
                  </a:lnTo>
                  <a:lnTo>
                    <a:pt x="64200" y="605200"/>
                  </a:lnTo>
                  <a:lnTo>
                    <a:pt x="65620" y="604625"/>
                  </a:lnTo>
                  <a:lnTo>
                    <a:pt x="66685" y="605684"/>
                  </a:lnTo>
                  <a:lnTo>
                    <a:pt x="67011" y="605805"/>
                  </a:lnTo>
                  <a:lnTo>
                    <a:pt x="67366" y="605896"/>
                  </a:lnTo>
                  <a:lnTo>
                    <a:pt x="67721" y="606138"/>
                  </a:lnTo>
                  <a:lnTo>
                    <a:pt x="67869" y="606228"/>
                  </a:lnTo>
                  <a:lnTo>
                    <a:pt x="68165" y="606319"/>
                  </a:lnTo>
                  <a:lnTo>
                    <a:pt x="68342" y="606107"/>
                  </a:lnTo>
                  <a:lnTo>
                    <a:pt x="68579" y="605835"/>
                  </a:lnTo>
                  <a:lnTo>
                    <a:pt x="68727" y="605654"/>
                  </a:lnTo>
                  <a:lnTo>
                    <a:pt x="69141" y="605170"/>
                  </a:lnTo>
                  <a:lnTo>
                    <a:pt x="69496" y="604746"/>
                  </a:lnTo>
                  <a:lnTo>
                    <a:pt x="69703" y="604504"/>
                  </a:lnTo>
                  <a:lnTo>
                    <a:pt x="69999" y="604141"/>
                  </a:lnTo>
                  <a:lnTo>
                    <a:pt x="70236" y="603869"/>
                  </a:lnTo>
                  <a:lnTo>
                    <a:pt x="70561" y="603445"/>
                  </a:lnTo>
                  <a:lnTo>
                    <a:pt x="70295" y="603143"/>
                  </a:lnTo>
                  <a:lnTo>
                    <a:pt x="70147" y="602992"/>
                  </a:lnTo>
                  <a:lnTo>
                    <a:pt x="69881" y="602719"/>
                  </a:lnTo>
                  <a:lnTo>
                    <a:pt x="69614" y="602417"/>
                  </a:lnTo>
                  <a:lnTo>
                    <a:pt x="69496" y="602266"/>
                  </a:lnTo>
                  <a:lnTo>
                    <a:pt x="69171" y="601963"/>
                  </a:lnTo>
                  <a:lnTo>
                    <a:pt x="68461" y="601872"/>
                  </a:lnTo>
                  <a:lnTo>
                    <a:pt x="68461" y="601661"/>
                  </a:lnTo>
                  <a:lnTo>
                    <a:pt x="69348" y="601842"/>
                  </a:lnTo>
                  <a:lnTo>
                    <a:pt x="69851" y="602387"/>
                  </a:lnTo>
                  <a:lnTo>
                    <a:pt x="70354" y="602931"/>
                  </a:lnTo>
                  <a:lnTo>
                    <a:pt x="70887" y="602387"/>
                  </a:lnTo>
                  <a:lnTo>
                    <a:pt x="71123" y="602145"/>
                  </a:lnTo>
                  <a:lnTo>
                    <a:pt x="71922" y="601146"/>
                  </a:lnTo>
                  <a:lnTo>
                    <a:pt x="71952" y="600783"/>
                  </a:lnTo>
                  <a:lnTo>
                    <a:pt x="72159" y="600330"/>
                  </a:lnTo>
                  <a:lnTo>
                    <a:pt x="72780" y="599725"/>
                  </a:lnTo>
                  <a:lnTo>
                    <a:pt x="73105" y="599452"/>
                  </a:lnTo>
                  <a:lnTo>
                    <a:pt x="73401" y="598727"/>
                  </a:lnTo>
                  <a:lnTo>
                    <a:pt x="73520" y="598091"/>
                  </a:lnTo>
                  <a:lnTo>
                    <a:pt x="73608" y="597940"/>
                  </a:lnTo>
                  <a:lnTo>
                    <a:pt x="74407" y="596549"/>
                  </a:lnTo>
                  <a:lnTo>
                    <a:pt x="75265" y="594613"/>
                  </a:lnTo>
                  <a:lnTo>
                    <a:pt x="75354" y="594008"/>
                  </a:lnTo>
                  <a:lnTo>
                    <a:pt x="75561" y="593796"/>
                  </a:lnTo>
                  <a:lnTo>
                    <a:pt x="75709" y="593221"/>
                  </a:lnTo>
                  <a:lnTo>
                    <a:pt x="76212" y="591709"/>
                  </a:lnTo>
                  <a:lnTo>
                    <a:pt x="76626" y="590529"/>
                  </a:lnTo>
                  <a:lnTo>
                    <a:pt x="76597" y="590136"/>
                  </a:lnTo>
                  <a:lnTo>
                    <a:pt x="74940" y="589652"/>
                  </a:lnTo>
                  <a:lnTo>
                    <a:pt x="75088" y="589289"/>
                  </a:lnTo>
                  <a:lnTo>
                    <a:pt x="75946" y="589531"/>
                  </a:lnTo>
                  <a:lnTo>
                    <a:pt x="76981" y="589863"/>
                  </a:lnTo>
                  <a:lnTo>
                    <a:pt x="77277" y="589954"/>
                  </a:lnTo>
                  <a:lnTo>
                    <a:pt x="77484" y="589773"/>
                  </a:lnTo>
                  <a:lnTo>
                    <a:pt x="77514" y="589500"/>
                  </a:lnTo>
                  <a:lnTo>
                    <a:pt x="77602" y="589349"/>
                  </a:lnTo>
                  <a:lnTo>
                    <a:pt x="77987" y="589016"/>
                  </a:lnTo>
                  <a:lnTo>
                    <a:pt x="78135" y="588744"/>
                  </a:lnTo>
                  <a:lnTo>
                    <a:pt x="78312" y="588381"/>
                  </a:lnTo>
                  <a:lnTo>
                    <a:pt x="78401" y="588018"/>
                  </a:lnTo>
                  <a:lnTo>
                    <a:pt x="78549" y="587685"/>
                  </a:lnTo>
                  <a:lnTo>
                    <a:pt x="78875" y="587050"/>
                  </a:lnTo>
                  <a:lnTo>
                    <a:pt x="79259" y="586294"/>
                  </a:lnTo>
                  <a:lnTo>
                    <a:pt x="80265" y="584570"/>
                  </a:lnTo>
                  <a:lnTo>
                    <a:pt x="80650" y="583693"/>
                  </a:lnTo>
                  <a:lnTo>
                    <a:pt x="81064" y="582392"/>
                  </a:lnTo>
                  <a:lnTo>
                    <a:pt x="81271" y="581938"/>
                  </a:lnTo>
                  <a:lnTo>
                    <a:pt x="81449" y="581484"/>
                  </a:lnTo>
                  <a:lnTo>
                    <a:pt x="81478" y="581031"/>
                  </a:lnTo>
                  <a:lnTo>
                    <a:pt x="81596" y="580758"/>
                  </a:lnTo>
                  <a:lnTo>
                    <a:pt x="81656" y="580577"/>
                  </a:lnTo>
                  <a:lnTo>
                    <a:pt x="81744" y="580305"/>
                  </a:lnTo>
                  <a:lnTo>
                    <a:pt x="81715" y="579639"/>
                  </a:lnTo>
                  <a:lnTo>
                    <a:pt x="81892" y="579064"/>
                  </a:lnTo>
                  <a:lnTo>
                    <a:pt x="81952" y="578429"/>
                  </a:lnTo>
                  <a:lnTo>
                    <a:pt x="81922" y="578248"/>
                  </a:lnTo>
                  <a:lnTo>
                    <a:pt x="82099" y="578066"/>
                  </a:lnTo>
                  <a:lnTo>
                    <a:pt x="82011" y="577219"/>
                  </a:lnTo>
                  <a:lnTo>
                    <a:pt x="81952" y="575858"/>
                  </a:lnTo>
                  <a:lnTo>
                    <a:pt x="81863" y="575041"/>
                  </a:lnTo>
                  <a:lnTo>
                    <a:pt x="81626" y="573922"/>
                  </a:lnTo>
                  <a:lnTo>
                    <a:pt x="81596" y="573589"/>
                  </a:lnTo>
                  <a:lnTo>
                    <a:pt x="81537" y="573014"/>
                  </a:lnTo>
                  <a:lnTo>
                    <a:pt x="81478" y="572107"/>
                  </a:lnTo>
                  <a:lnTo>
                    <a:pt x="81389" y="571653"/>
                  </a:lnTo>
                  <a:lnTo>
                    <a:pt x="81389" y="571321"/>
                  </a:lnTo>
                  <a:lnTo>
                    <a:pt x="81301" y="570837"/>
                  </a:lnTo>
                  <a:lnTo>
                    <a:pt x="81271" y="570080"/>
                  </a:lnTo>
                  <a:lnTo>
                    <a:pt x="81064" y="568961"/>
                  </a:lnTo>
                  <a:lnTo>
                    <a:pt x="80946" y="568356"/>
                  </a:lnTo>
                  <a:lnTo>
                    <a:pt x="80886" y="567660"/>
                  </a:lnTo>
                  <a:lnTo>
                    <a:pt x="80472" y="566027"/>
                  </a:lnTo>
                  <a:lnTo>
                    <a:pt x="80383" y="565452"/>
                  </a:lnTo>
                  <a:lnTo>
                    <a:pt x="80265" y="563637"/>
                  </a:lnTo>
                  <a:lnTo>
                    <a:pt x="80236" y="561731"/>
                  </a:lnTo>
                  <a:lnTo>
                    <a:pt x="80206" y="560854"/>
                  </a:lnTo>
                  <a:lnTo>
                    <a:pt x="80176" y="560279"/>
                  </a:lnTo>
                  <a:lnTo>
                    <a:pt x="80206" y="559674"/>
                  </a:lnTo>
                  <a:lnTo>
                    <a:pt x="80236" y="559493"/>
                  </a:lnTo>
                  <a:lnTo>
                    <a:pt x="80265" y="558465"/>
                  </a:lnTo>
                  <a:lnTo>
                    <a:pt x="80354" y="557708"/>
                  </a:lnTo>
                  <a:lnTo>
                    <a:pt x="80620" y="556892"/>
                  </a:lnTo>
                  <a:lnTo>
                    <a:pt x="80857" y="556226"/>
                  </a:lnTo>
                  <a:lnTo>
                    <a:pt x="80975" y="555682"/>
                  </a:lnTo>
                  <a:lnTo>
                    <a:pt x="80886" y="555440"/>
                  </a:lnTo>
                  <a:lnTo>
                    <a:pt x="80472" y="555258"/>
                  </a:lnTo>
                  <a:lnTo>
                    <a:pt x="80502" y="555077"/>
                  </a:lnTo>
                  <a:lnTo>
                    <a:pt x="80916" y="554865"/>
                  </a:lnTo>
                  <a:lnTo>
                    <a:pt x="81064" y="554562"/>
                  </a:lnTo>
                  <a:lnTo>
                    <a:pt x="81301" y="554048"/>
                  </a:lnTo>
                  <a:lnTo>
                    <a:pt x="81212" y="553625"/>
                  </a:lnTo>
                  <a:lnTo>
                    <a:pt x="80946" y="553534"/>
                  </a:lnTo>
                  <a:lnTo>
                    <a:pt x="80650" y="553231"/>
                  </a:lnTo>
                  <a:lnTo>
                    <a:pt x="80975" y="552989"/>
                  </a:lnTo>
                  <a:lnTo>
                    <a:pt x="81123" y="552778"/>
                  </a:lnTo>
                  <a:lnTo>
                    <a:pt x="80916" y="552384"/>
                  </a:lnTo>
                  <a:lnTo>
                    <a:pt x="80620" y="552052"/>
                  </a:lnTo>
                  <a:lnTo>
                    <a:pt x="80650" y="551537"/>
                  </a:lnTo>
                  <a:lnTo>
                    <a:pt x="81005" y="551386"/>
                  </a:lnTo>
                  <a:lnTo>
                    <a:pt x="81123" y="550993"/>
                  </a:lnTo>
                  <a:lnTo>
                    <a:pt x="81212" y="550085"/>
                  </a:lnTo>
                  <a:lnTo>
                    <a:pt x="81094" y="549480"/>
                  </a:lnTo>
                  <a:lnTo>
                    <a:pt x="80857" y="549359"/>
                  </a:lnTo>
                  <a:lnTo>
                    <a:pt x="80650" y="549359"/>
                  </a:lnTo>
                  <a:lnTo>
                    <a:pt x="80176" y="549238"/>
                  </a:lnTo>
                  <a:lnTo>
                    <a:pt x="80206" y="548996"/>
                  </a:lnTo>
                  <a:lnTo>
                    <a:pt x="80354" y="548664"/>
                  </a:lnTo>
                  <a:lnTo>
                    <a:pt x="80472" y="547665"/>
                  </a:lnTo>
                  <a:lnTo>
                    <a:pt x="80679" y="546849"/>
                  </a:lnTo>
                  <a:lnTo>
                    <a:pt x="81064" y="545851"/>
                  </a:lnTo>
                  <a:lnTo>
                    <a:pt x="81301" y="545185"/>
                  </a:lnTo>
                  <a:lnTo>
                    <a:pt x="81863" y="544399"/>
                  </a:lnTo>
                  <a:lnTo>
                    <a:pt x="81892" y="543249"/>
                  </a:lnTo>
                  <a:lnTo>
                    <a:pt x="81892" y="543007"/>
                  </a:lnTo>
                  <a:lnTo>
                    <a:pt x="82099" y="542190"/>
                  </a:lnTo>
                  <a:lnTo>
                    <a:pt x="82159" y="542009"/>
                  </a:lnTo>
                  <a:lnTo>
                    <a:pt x="82277" y="541525"/>
                  </a:lnTo>
                  <a:lnTo>
                    <a:pt x="82247" y="541071"/>
                  </a:lnTo>
                  <a:lnTo>
                    <a:pt x="82425" y="540557"/>
                  </a:lnTo>
                  <a:lnTo>
                    <a:pt x="82573" y="540224"/>
                  </a:lnTo>
                  <a:lnTo>
                    <a:pt x="82750" y="539831"/>
                  </a:lnTo>
                  <a:lnTo>
                    <a:pt x="82869" y="539498"/>
                  </a:lnTo>
                  <a:lnTo>
                    <a:pt x="83105" y="538984"/>
                  </a:lnTo>
                  <a:lnTo>
                    <a:pt x="83372" y="538651"/>
                  </a:lnTo>
                  <a:lnTo>
                    <a:pt x="83460" y="538349"/>
                  </a:lnTo>
                  <a:lnTo>
                    <a:pt x="83490" y="538197"/>
                  </a:lnTo>
                  <a:lnTo>
                    <a:pt x="83727" y="538137"/>
                  </a:lnTo>
                  <a:lnTo>
                    <a:pt x="83904" y="537955"/>
                  </a:lnTo>
                  <a:lnTo>
                    <a:pt x="83963" y="537804"/>
                  </a:lnTo>
                  <a:lnTo>
                    <a:pt x="83963" y="537441"/>
                  </a:lnTo>
                  <a:lnTo>
                    <a:pt x="84170" y="537381"/>
                  </a:lnTo>
                  <a:lnTo>
                    <a:pt x="84378" y="537350"/>
                  </a:lnTo>
                  <a:lnTo>
                    <a:pt x="84644" y="537078"/>
                  </a:lnTo>
                  <a:lnTo>
                    <a:pt x="85088" y="536685"/>
                  </a:lnTo>
                  <a:lnTo>
                    <a:pt x="85413" y="536503"/>
                  </a:lnTo>
                  <a:lnTo>
                    <a:pt x="85827" y="535898"/>
                  </a:lnTo>
                  <a:lnTo>
                    <a:pt x="86182" y="535051"/>
                  </a:lnTo>
                  <a:lnTo>
                    <a:pt x="86567" y="534144"/>
                  </a:lnTo>
                  <a:lnTo>
                    <a:pt x="86685" y="533327"/>
                  </a:lnTo>
                  <a:lnTo>
                    <a:pt x="86833" y="532148"/>
                  </a:lnTo>
                  <a:lnTo>
                    <a:pt x="86833" y="531906"/>
                  </a:lnTo>
                  <a:lnTo>
                    <a:pt x="86774" y="531422"/>
                  </a:lnTo>
                  <a:lnTo>
                    <a:pt x="86685" y="530968"/>
                  </a:lnTo>
                  <a:lnTo>
                    <a:pt x="86567" y="530544"/>
                  </a:lnTo>
                  <a:lnTo>
                    <a:pt x="86241" y="530302"/>
                  </a:lnTo>
                  <a:lnTo>
                    <a:pt x="85561" y="530242"/>
                  </a:lnTo>
                  <a:lnTo>
                    <a:pt x="85176" y="530212"/>
                  </a:lnTo>
                  <a:lnTo>
                    <a:pt x="84555" y="530121"/>
                  </a:lnTo>
                  <a:lnTo>
                    <a:pt x="84407" y="530151"/>
                  </a:lnTo>
                  <a:lnTo>
                    <a:pt x="83786" y="530272"/>
                  </a:lnTo>
                  <a:lnTo>
                    <a:pt x="82957" y="530151"/>
                  </a:lnTo>
                  <a:lnTo>
                    <a:pt x="82721" y="529909"/>
                  </a:lnTo>
                  <a:lnTo>
                    <a:pt x="82810" y="529637"/>
                  </a:lnTo>
                  <a:lnTo>
                    <a:pt x="83017" y="529486"/>
                  </a:lnTo>
                  <a:lnTo>
                    <a:pt x="83372" y="529425"/>
                  </a:lnTo>
                  <a:lnTo>
                    <a:pt x="83579" y="529425"/>
                  </a:lnTo>
                  <a:lnTo>
                    <a:pt x="83845" y="529425"/>
                  </a:lnTo>
                  <a:lnTo>
                    <a:pt x="84111" y="529546"/>
                  </a:lnTo>
                  <a:lnTo>
                    <a:pt x="84792" y="529667"/>
                  </a:lnTo>
                  <a:lnTo>
                    <a:pt x="85827" y="529728"/>
                  </a:lnTo>
                  <a:lnTo>
                    <a:pt x="86449" y="529637"/>
                  </a:lnTo>
                  <a:lnTo>
                    <a:pt x="86537" y="529486"/>
                  </a:lnTo>
                  <a:lnTo>
                    <a:pt x="86951" y="528699"/>
                  </a:lnTo>
                  <a:lnTo>
                    <a:pt x="87129" y="528155"/>
                  </a:lnTo>
                  <a:lnTo>
                    <a:pt x="87218" y="527731"/>
                  </a:lnTo>
                  <a:lnTo>
                    <a:pt x="87573" y="525251"/>
                  </a:lnTo>
                  <a:lnTo>
                    <a:pt x="87484" y="522256"/>
                  </a:lnTo>
                  <a:lnTo>
                    <a:pt x="87218" y="521046"/>
                  </a:lnTo>
                  <a:lnTo>
                    <a:pt x="87040" y="520713"/>
                  </a:lnTo>
                  <a:lnTo>
                    <a:pt x="86804" y="519292"/>
                  </a:lnTo>
                  <a:lnTo>
                    <a:pt x="86626" y="517537"/>
                  </a:lnTo>
                  <a:lnTo>
                    <a:pt x="86537" y="515873"/>
                  </a:lnTo>
                  <a:lnTo>
                    <a:pt x="86449" y="513695"/>
                  </a:lnTo>
                  <a:lnTo>
                    <a:pt x="87011" y="512213"/>
                  </a:lnTo>
                  <a:lnTo>
                    <a:pt x="87780" y="508160"/>
                  </a:lnTo>
                  <a:lnTo>
                    <a:pt x="88283" y="506496"/>
                  </a:lnTo>
                  <a:lnTo>
                    <a:pt x="88224" y="506133"/>
                  </a:lnTo>
                  <a:lnTo>
                    <a:pt x="87869" y="504016"/>
                  </a:lnTo>
                  <a:lnTo>
                    <a:pt x="87514" y="501505"/>
                  </a:lnTo>
                  <a:lnTo>
                    <a:pt x="86241" y="496907"/>
                  </a:lnTo>
                  <a:lnTo>
                    <a:pt x="85975" y="496151"/>
                  </a:lnTo>
                  <a:lnTo>
                    <a:pt x="85324" y="495001"/>
                  </a:lnTo>
                  <a:lnTo>
                    <a:pt x="85176" y="494759"/>
                  </a:lnTo>
                  <a:lnTo>
                    <a:pt x="84821" y="493731"/>
                  </a:lnTo>
                  <a:lnTo>
                    <a:pt x="84437" y="492370"/>
                  </a:lnTo>
                  <a:lnTo>
                    <a:pt x="83431" y="490131"/>
                  </a:lnTo>
                  <a:lnTo>
                    <a:pt x="82898" y="489042"/>
                  </a:lnTo>
                  <a:lnTo>
                    <a:pt x="82484" y="488104"/>
                  </a:lnTo>
                  <a:lnTo>
                    <a:pt x="82218" y="487469"/>
                  </a:lnTo>
                  <a:lnTo>
                    <a:pt x="82040" y="486894"/>
                  </a:lnTo>
                  <a:lnTo>
                    <a:pt x="81567" y="486471"/>
                  </a:lnTo>
                  <a:lnTo>
                    <a:pt x="81360" y="485745"/>
                  </a:lnTo>
                  <a:lnTo>
                    <a:pt x="81360" y="485019"/>
                  </a:lnTo>
                  <a:lnTo>
                    <a:pt x="80620" y="483627"/>
                  </a:lnTo>
                  <a:lnTo>
                    <a:pt x="79348" y="481207"/>
                  </a:lnTo>
                  <a:lnTo>
                    <a:pt x="78253" y="478848"/>
                  </a:lnTo>
                  <a:lnTo>
                    <a:pt x="77129" y="476610"/>
                  </a:lnTo>
                  <a:lnTo>
                    <a:pt x="76478" y="475611"/>
                  </a:lnTo>
                  <a:lnTo>
                    <a:pt x="75975" y="474704"/>
                  </a:lnTo>
                  <a:lnTo>
                    <a:pt x="75029" y="473312"/>
                  </a:lnTo>
                  <a:lnTo>
                    <a:pt x="73963" y="472163"/>
                  </a:lnTo>
                  <a:lnTo>
                    <a:pt x="73993" y="472012"/>
                  </a:lnTo>
                  <a:lnTo>
                    <a:pt x="73579" y="471346"/>
                  </a:lnTo>
                  <a:lnTo>
                    <a:pt x="72869" y="470741"/>
                  </a:lnTo>
                  <a:lnTo>
                    <a:pt x="72425" y="469713"/>
                  </a:lnTo>
                  <a:lnTo>
                    <a:pt x="72366" y="469561"/>
                  </a:lnTo>
                  <a:lnTo>
                    <a:pt x="71892" y="468533"/>
                  </a:lnTo>
                  <a:lnTo>
                    <a:pt x="71330" y="467928"/>
                  </a:lnTo>
                  <a:lnTo>
                    <a:pt x="70354" y="467353"/>
                  </a:lnTo>
                  <a:lnTo>
                    <a:pt x="70029" y="467051"/>
                  </a:lnTo>
                  <a:lnTo>
                    <a:pt x="69821" y="466778"/>
                  </a:lnTo>
                  <a:lnTo>
                    <a:pt x="69614" y="466627"/>
                  </a:lnTo>
                  <a:lnTo>
                    <a:pt x="69437" y="466446"/>
                  </a:lnTo>
                  <a:lnTo>
                    <a:pt x="69082" y="465992"/>
                  </a:lnTo>
                  <a:lnTo>
                    <a:pt x="68904" y="465599"/>
                  </a:lnTo>
                  <a:lnTo>
                    <a:pt x="68549" y="464994"/>
                  </a:lnTo>
                  <a:lnTo>
                    <a:pt x="68194" y="464510"/>
                  </a:lnTo>
                  <a:lnTo>
                    <a:pt x="67662" y="463784"/>
                  </a:lnTo>
                  <a:lnTo>
                    <a:pt x="66863" y="463360"/>
                  </a:lnTo>
                  <a:lnTo>
                    <a:pt x="66508" y="463179"/>
                  </a:lnTo>
                  <a:lnTo>
                    <a:pt x="66064" y="462937"/>
                  </a:lnTo>
                  <a:lnTo>
                    <a:pt x="65887" y="462846"/>
                  </a:lnTo>
                  <a:lnTo>
                    <a:pt x="64792" y="462029"/>
                  </a:lnTo>
                  <a:lnTo>
                    <a:pt x="64407" y="461666"/>
                  </a:lnTo>
                  <a:lnTo>
                    <a:pt x="64023" y="461182"/>
                  </a:lnTo>
                  <a:lnTo>
                    <a:pt x="63786" y="460729"/>
                  </a:lnTo>
                  <a:lnTo>
                    <a:pt x="63727" y="460396"/>
                  </a:lnTo>
                  <a:lnTo>
                    <a:pt x="63727" y="459821"/>
                  </a:lnTo>
                  <a:lnTo>
                    <a:pt x="63845" y="459125"/>
                  </a:lnTo>
                  <a:lnTo>
                    <a:pt x="63697" y="458641"/>
                  </a:lnTo>
                  <a:lnTo>
                    <a:pt x="63608" y="458067"/>
                  </a:lnTo>
                  <a:lnTo>
                    <a:pt x="63461" y="457704"/>
                  </a:lnTo>
                  <a:lnTo>
                    <a:pt x="63313" y="457341"/>
                  </a:lnTo>
                  <a:lnTo>
                    <a:pt x="63076" y="457068"/>
                  </a:lnTo>
                  <a:lnTo>
                    <a:pt x="62750" y="456947"/>
                  </a:lnTo>
                  <a:lnTo>
                    <a:pt x="62484" y="457008"/>
                  </a:lnTo>
                  <a:lnTo>
                    <a:pt x="62188" y="457159"/>
                  </a:lnTo>
                  <a:lnTo>
                    <a:pt x="61833" y="457129"/>
                  </a:lnTo>
                  <a:lnTo>
                    <a:pt x="61656" y="456857"/>
                  </a:lnTo>
                  <a:lnTo>
                    <a:pt x="61419" y="456796"/>
                  </a:lnTo>
                  <a:lnTo>
                    <a:pt x="61182" y="456705"/>
                  </a:lnTo>
                  <a:lnTo>
                    <a:pt x="61005" y="456524"/>
                  </a:lnTo>
                  <a:lnTo>
                    <a:pt x="60709" y="456282"/>
                  </a:lnTo>
                  <a:lnTo>
                    <a:pt x="60443" y="456070"/>
                  </a:lnTo>
                  <a:lnTo>
                    <a:pt x="60117" y="456010"/>
                  </a:lnTo>
                  <a:lnTo>
                    <a:pt x="59881" y="456040"/>
                  </a:lnTo>
                  <a:lnTo>
                    <a:pt x="59555" y="456010"/>
                  </a:lnTo>
                  <a:lnTo>
                    <a:pt x="59348" y="455889"/>
                  </a:lnTo>
                  <a:lnTo>
                    <a:pt x="59259" y="455586"/>
                  </a:lnTo>
                  <a:lnTo>
                    <a:pt x="59822" y="455223"/>
                  </a:lnTo>
                  <a:lnTo>
                    <a:pt x="60709" y="455011"/>
                  </a:lnTo>
                  <a:lnTo>
                    <a:pt x="61123" y="454860"/>
                  </a:lnTo>
                  <a:lnTo>
                    <a:pt x="61153" y="454527"/>
                  </a:lnTo>
                  <a:lnTo>
                    <a:pt x="61064" y="453438"/>
                  </a:lnTo>
                  <a:lnTo>
                    <a:pt x="61005" y="453075"/>
                  </a:lnTo>
                  <a:lnTo>
                    <a:pt x="60887" y="452894"/>
                  </a:lnTo>
                  <a:lnTo>
                    <a:pt x="60739" y="452652"/>
                  </a:lnTo>
                  <a:lnTo>
                    <a:pt x="60679" y="452319"/>
                  </a:lnTo>
                  <a:lnTo>
                    <a:pt x="60620" y="451956"/>
                  </a:lnTo>
                  <a:lnTo>
                    <a:pt x="60443" y="451714"/>
                  </a:lnTo>
                  <a:lnTo>
                    <a:pt x="60236" y="451533"/>
                  </a:lnTo>
                  <a:lnTo>
                    <a:pt x="60058" y="451321"/>
                  </a:lnTo>
                  <a:lnTo>
                    <a:pt x="59792" y="450625"/>
                  </a:lnTo>
                  <a:lnTo>
                    <a:pt x="59614" y="450323"/>
                  </a:lnTo>
                  <a:lnTo>
                    <a:pt x="59437" y="450141"/>
                  </a:lnTo>
                  <a:lnTo>
                    <a:pt x="59289" y="449839"/>
                  </a:lnTo>
                  <a:lnTo>
                    <a:pt x="59289" y="449597"/>
                  </a:lnTo>
                  <a:lnTo>
                    <a:pt x="59319" y="449325"/>
                  </a:lnTo>
                  <a:lnTo>
                    <a:pt x="59230" y="449113"/>
                  </a:lnTo>
                  <a:lnTo>
                    <a:pt x="58875" y="448871"/>
                  </a:lnTo>
                  <a:lnTo>
                    <a:pt x="58520" y="448447"/>
                  </a:lnTo>
                  <a:lnTo>
                    <a:pt x="58283" y="447933"/>
                  </a:lnTo>
                  <a:lnTo>
                    <a:pt x="58106" y="447570"/>
                  </a:lnTo>
                  <a:lnTo>
                    <a:pt x="58017" y="447116"/>
                  </a:lnTo>
                  <a:lnTo>
                    <a:pt x="57751" y="446965"/>
                  </a:lnTo>
                  <a:lnTo>
                    <a:pt x="57632" y="446814"/>
                  </a:lnTo>
                  <a:lnTo>
                    <a:pt x="57396" y="446511"/>
                  </a:lnTo>
                  <a:lnTo>
                    <a:pt x="57307" y="446300"/>
                  </a:lnTo>
                  <a:lnTo>
                    <a:pt x="57129" y="446148"/>
                  </a:lnTo>
                  <a:lnTo>
                    <a:pt x="56952" y="446118"/>
                  </a:lnTo>
                  <a:lnTo>
                    <a:pt x="56597" y="446088"/>
                  </a:lnTo>
                  <a:lnTo>
                    <a:pt x="56449" y="446058"/>
                  </a:lnTo>
                  <a:lnTo>
                    <a:pt x="56182" y="445967"/>
                  </a:lnTo>
                  <a:lnTo>
                    <a:pt x="55798" y="445755"/>
                  </a:lnTo>
                  <a:lnTo>
                    <a:pt x="55591" y="445634"/>
                  </a:lnTo>
                  <a:lnTo>
                    <a:pt x="55413" y="445574"/>
                  </a:lnTo>
                  <a:lnTo>
                    <a:pt x="55088" y="445422"/>
                  </a:lnTo>
                  <a:lnTo>
                    <a:pt x="54614" y="444999"/>
                  </a:lnTo>
                  <a:lnTo>
                    <a:pt x="54496" y="444757"/>
                  </a:lnTo>
                  <a:lnTo>
                    <a:pt x="54289" y="444485"/>
                  </a:lnTo>
                  <a:lnTo>
                    <a:pt x="54230" y="444182"/>
                  </a:lnTo>
                  <a:lnTo>
                    <a:pt x="54289" y="443638"/>
                  </a:lnTo>
                  <a:lnTo>
                    <a:pt x="54289" y="443426"/>
                  </a:lnTo>
                  <a:lnTo>
                    <a:pt x="54259" y="443154"/>
                  </a:lnTo>
                  <a:lnTo>
                    <a:pt x="54319" y="442791"/>
                  </a:lnTo>
                  <a:lnTo>
                    <a:pt x="54348" y="442609"/>
                  </a:lnTo>
                  <a:lnTo>
                    <a:pt x="54348" y="442397"/>
                  </a:lnTo>
                  <a:lnTo>
                    <a:pt x="54378" y="442004"/>
                  </a:lnTo>
                  <a:lnTo>
                    <a:pt x="54526" y="441460"/>
                  </a:lnTo>
                  <a:lnTo>
                    <a:pt x="54555" y="441248"/>
                  </a:lnTo>
                  <a:lnTo>
                    <a:pt x="54467" y="441066"/>
                  </a:lnTo>
                  <a:lnTo>
                    <a:pt x="54407" y="440885"/>
                  </a:lnTo>
                  <a:lnTo>
                    <a:pt x="54023" y="440371"/>
                  </a:lnTo>
                  <a:lnTo>
                    <a:pt x="53816" y="440008"/>
                  </a:lnTo>
                  <a:lnTo>
                    <a:pt x="53638" y="439826"/>
                  </a:lnTo>
                  <a:lnTo>
                    <a:pt x="53549" y="439614"/>
                  </a:lnTo>
                  <a:lnTo>
                    <a:pt x="53549" y="439403"/>
                  </a:lnTo>
                  <a:lnTo>
                    <a:pt x="53254" y="438828"/>
                  </a:lnTo>
                  <a:lnTo>
                    <a:pt x="53106" y="438798"/>
                  </a:lnTo>
                  <a:lnTo>
                    <a:pt x="53017" y="438647"/>
                  </a:lnTo>
                  <a:lnTo>
                    <a:pt x="52987" y="438495"/>
                  </a:lnTo>
                  <a:lnTo>
                    <a:pt x="52898" y="438253"/>
                  </a:lnTo>
                  <a:lnTo>
                    <a:pt x="52691" y="438193"/>
                  </a:lnTo>
                  <a:lnTo>
                    <a:pt x="52514" y="438042"/>
                  </a:lnTo>
                  <a:lnTo>
                    <a:pt x="52455" y="437890"/>
                  </a:lnTo>
                  <a:lnTo>
                    <a:pt x="52396" y="437679"/>
                  </a:lnTo>
                  <a:lnTo>
                    <a:pt x="52425" y="437437"/>
                  </a:lnTo>
                  <a:lnTo>
                    <a:pt x="52573" y="437104"/>
                  </a:lnTo>
                  <a:lnTo>
                    <a:pt x="52484" y="436801"/>
                  </a:lnTo>
                  <a:lnTo>
                    <a:pt x="52307" y="436650"/>
                  </a:lnTo>
                  <a:lnTo>
                    <a:pt x="52100" y="436590"/>
                  </a:lnTo>
                  <a:lnTo>
                    <a:pt x="51893" y="436378"/>
                  </a:lnTo>
                  <a:lnTo>
                    <a:pt x="51685" y="436136"/>
                  </a:lnTo>
                  <a:lnTo>
                    <a:pt x="51538" y="435954"/>
                  </a:lnTo>
                  <a:lnTo>
                    <a:pt x="51242" y="435803"/>
                  </a:lnTo>
                  <a:lnTo>
                    <a:pt x="50946" y="435924"/>
                  </a:lnTo>
                  <a:lnTo>
                    <a:pt x="50620" y="435591"/>
                  </a:lnTo>
                  <a:lnTo>
                    <a:pt x="50591" y="435440"/>
                  </a:lnTo>
                  <a:lnTo>
                    <a:pt x="50472" y="435259"/>
                  </a:lnTo>
                  <a:lnTo>
                    <a:pt x="50265" y="435168"/>
                  </a:lnTo>
                  <a:lnTo>
                    <a:pt x="50147" y="434986"/>
                  </a:lnTo>
                  <a:lnTo>
                    <a:pt x="50058" y="434805"/>
                  </a:lnTo>
                  <a:lnTo>
                    <a:pt x="49940" y="434654"/>
                  </a:lnTo>
                  <a:lnTo>
                    <a:pt x="49792" y="434623"/>
                  </a:lnTo>
                  <a:lnTo>
                    <a:pt x="49555" y="434533"/>
                  </a:lnTo>
                  <a:lnTo>
                    <a:pt x="49378" y="434472"/>
                  </a:lnTo>
                  <a:lnTo>
                    <a:pt x="49171" y="434381"/>
                  </a:lnTo>
                  <a:lnTo>
                    <a:pt x="48993" y="434291"/>
                  </a:lnTo>
                  <a:lnTo>
                    <a:pt x="48845" y="434291"/>
                  </a:lnTo>
                  <a:lnTo>
                    <a:pt x="48638" y="434260"/>
                  </a:lnTo>
                  <a:lnTo>
                    <a:pt x="48431" y="434200"/>
                  </a:lnTo>
                  <a:lnTo>
                    <a:pt x="48224" y="434139"/>
                  </a:lnTo>
                  <a:lnTo>
                    <a:pt x="47987" y="434018"/>
                  </a:lnTo>
                  <a:lnTo>
                    <a:pt x="47780" y="433776"/>
                  </a:lnTo>
                  <a:lnTo>
                    <a:pt x="47662" y="433595"/>
                  </a:lnTo>
                  <a:lnTo>
                    <a:pt x="47514" y="433202"/>
                  </a:lnTo>
                  <a:lnTo>
                    <a:pt x="47396" y="433050"/>
                  </a:lnTo>
                  <a:lnTo>
                    <a:pt x="47218" y="432869"/>
                  </a:lnTo>
                  <a:lnTo>
                    <a:pt x="46804" y="432445"/>
                  </a:lnTo>
                  <a:lnTo>
                    <a:pt x="46686" y="432234"/>
                  </a:lnTo>
                  <a:lnTo>
                    <a:pt x="46538" y="431992"/>
                  </a:lnTo>
                  <a:lnTo>
                    <a:pt x="46390" y="431780"/>
                  </a:lnTo>
                  <a:lnTo>
                    <a:pt x="46242" y="431598"/>
                  </a:lnTo>
                  <a:lnTo>
                    <a:pt x="46212" y="431356"/>
                  </a:lnTo>
                  <a:lnTo>
                    <a:pt x="46183" y="431205"/>
                  </a:lnTo>
                  <a:lnTo>
                    <a:pt x="46212" y="431024"/>
                  </a:lnTo>
                  <a:lnTo>
                    <a:pt x="46419" y="430782"/>
                  </a:lnTo>
                  <a:lnTo>
                    <a:pt x="46656" y="430630"/>
                  </a:lnTo>
                  <a:lnTo>
                    <a:pt x="46715" y="430358"/>
                  </a:lnTo>
                  <a:lnTo>
                    <a:pt x="46567" y="430086"/>
                  </a:lnTo>
                  <a:lnTo>
                    <a:pt x="46478" y="429844"/>
                  </a:lnTo>
                  <a:lnTo>
                    <a:pt x="46508" y="429693"/>
                  </a:lnTo>
                  <a:lnTo>
                    <a:pt x="46478" y="429541"/>
                  </a:lnTo>
                  <a:lnTo>
                    <a:pt x="46035" y="429118"/>
                  </a:lnTo>
                  <a:lnTo>
                    <a:pt x="45857" y="429088"/>
                  </a:lnTo>
                  <a:lnTo>
                    <a:pt x="45591" y="428906"/>
                  </a:lnTo>
                  <a:lnTo>
                    <a:pt x="45413" y="428815"/>
                  </a:lnTo>
                  <a:lnTo>
                    <a:pt x="45384" y="428664"/>
                  </a:lnTo>
                  <a:lnTo>
                    <a:pt x="45473" y="428483"/>
                  </a:lnTo>
                  <a:lnTo>
                    <a:pt x="45709" y="428271"/>
                  </a:lnTo>
                  <a:lnTo>
                    <a:pt x="45354" y="427666"/>
                  </a:lnTo>
                  <a:lnTo>
                    <a:pt x="45354" y="427363"/>
                  </a:lnTo>
                  <a:lnTo>
                    <a:pt x="45325" y="427121"/>
                  </a:lnTo>
                  <a:lnTo>
                    <a:pt x="45236" y="426910"/>
                  </a:lnTo>
                  <a:lnTo>
                    <a:pt x="45117" y="426728"/>
                  </a:lnTo>
                  <a:lnTo>
                    <a:pt x="44792" y="426486"/>
                  </a:lnTo>
                  <a:lnTo>
                    <a:pt x="44555" y="426395"/>
                  </a:lnTo>
                  <a:lnTo>
                    <a:pt x="44378" y="426365"/>
                  </a:lnTo>
                  <a:lnTo>
                    <a:pt x="44112" y="426244"/>
                  </a:lnTo>
                  <a:lnTo>
                    <a:pt x="43993" y="425972"/>
                  </a:lnTo>
                  <a:lnTo>
                    <a:pt x="44052" y="425700"/>
                  </a:lnTo>
                  <a:lnTo>
                    <a:pt x="44260" y="425488"/>
                  </a:lnTo>
                  <a:lnTo>
                    <a:pt x="44348" y="425307"/>
                  </a:lnTo>
                  <a:lnTo>
                    <a:pt x="44437" y="425125"/>
                  </a:lnTo>
                  <a:lnTo>
                    <a:pt x="44319" y="424883"/>
                  </a:lnTo>
                  <a:lnTo>
                    <a:pt x="44171" y="424641"/>
                  </a:lnTo>
                  <a:lnTo>
                    <a:pt x="44023" y="424490"/>
                  </a:lnTo>
                  <a:lnTo>
                    <a:pt x="43816" y="424248"/>
                  </a:lnTo>
                  <a:lnTo>
                    <a:pt x="43668" y="423945"/>
                  </a:lnTo>
                  <a:lnTo>
                    <a:pt x="43402" y="423189"/>
                  </a:lnTo>
                  <a:lnTo>
                    <a:pt x="43313" y="423038"/>
                  </a:lnTo>
                  <a:lnTo>
                    <a:pt x="42751" y="422282"/>
                  </a:lnTo>
                  <a:lnTo>
                    <a:pt x="42455" y="421646"/>
                  </a:lnTo>
                  <a:lnTo>
                    <a:pt x="42100" y="421162"/>
                  </a:lnTo>
                  <a:lnTo>
                    <a:pt x="41745" y="421011"/>
                  </a:lnTo>
                  <a:lnTo>
                    <a:pt x="41449" y="420678"/>
                  </a:lnTo>
                  <a:lnTo>
                    <a:pt x="41390" y="420467"/>
                  </a:lnTo>
                  <a:lnTo>
                    <a:pt x="41183" y="420104"/>
                  </a:lnTo>
                  <a:lnTo>
                    <a:pt x="41035" y="419801"/>
                  </a:lnTo>
                  <a:lnTo>
                    <a:pt x="40828" y="419499"/>
                  </a:lnTo>
                  <a:lnTo>
                    <a:pt x="40591" y="419287"/>
                  </a:lnTo>
                  <a:lnTo>
                    <a:pt x="40384" y="419226"/>
                  </a:lnTo>
                  <a:lnTo>
                    <a:pt x="40236" y="419075"/>
                  </a:lnTo>
                  <a:lnTo>
                    <a:pt x="40058" y="418863"/>
                  </a:lnTo>
                  <a:lnTo>
                    <a:pt x="39851" y="418591"/>
                  </a:lnTo>
                  <a:lnTo>
                    <a:pt x="39674" y="418470"/>
                  </a:lnTo>
                  <a:lnTo>
                    <a:pt x="39555" y="418319"/>
                  </a:lnTo>
                  <a:lnTo>
                    <a:pt x="39378" y="418168"/>
                  </a:lnTo>
                  <a:lnTo>
                    <a:pt x="39023" y="417926"/>
                  </a:lnTo>
                  <a:lnTo>
                    <a:pt x="38609" y="417684"/>
                  </a:lnTo>
                  <a:lnTo>
                    <a:pt x="38402" y="417381"/>
                  </a:lnTo>
                  <a:lnTo>
                    <a:pt x="38194" y="417139"/>
                  </a:lnTo>
                  <a:lnTo>
                    <a:pt x="38047" y="416927"/>
                  </a:lnTo>
                  <a:lnTo>
                    <a:pt x="37928" y="416685"/>
                  </a:lnTo>
                  <a:lnTo>
                    <a:pt x="37573" y="416322"/>
                  </a:lnTo>
                  <a:lnTo>
                    <a:pt x="37307" y="416141"/>
                  </a:lnTo>
                  <a:lnTo>
                    <a:pt x="37100" y="416020"/>
                  </a:lnTo>
                  <a:lnTo>
                    <a:pt x="36834" y="415869"/>
                  </a:lnTo>
                  <a:lnTo>
                    <a:pt x="36715" y="415717"/>
                  </a:lnTo>
                  <a:lnTo>
                    <a:pt x="36567" y="415596"/>
                  </a:lnTo>
                  <a:lnTo>
                    <a:pt x="36242" y="415143"/>
                  </a:lnTo>
                  <a:lnTo>
                    <a:pt x="36094" y="414961"/>
                  </a:lnTo>
                  <a:lnTo>
                    <a:pt x="35916" y="414840"/>
                  </a:lnTo>
                  <a:lnTo>
                    <a:pt x="35768" y="414568"/>
                  </a:lnTo>
                  <a:lnTo>
                    <a:pt x="35680" y="414235"/>
                  </a:lnTo>
                  <a:lnTo>
                    <a:pt x="35561" y="413872"/>
                  </a:lnTo>
                  <a:lnTo>
                    <a:pt x="35591" y="413600"/>
                  </a:lnTo>
                  <a:lnTo>
                    <a:pt x="35502" y="412541"/>
                  </a:lnTo>
                  <a:lnTo>
                    <a:pt x="35532" y="412390"/>
                  </a:lnTo>
                  <a:lnTo>
                    <a:pt x="35532" y="412178"/>
                  </a:lnTo>
                  <a:lnTo>
                    <a:pt x="35265" y="411967"/>
                  </a:lnTo>
                  <a:lnTo>
                    <a:pt x="35088" y="411846"/>
                  </a:lnTo>
                  <a:lnTo>
                    <a:pt x="34910" y="411815"/>
                  </a:lnTo>
                  <a:lnTo>
                    <a:pt x="34378" y="411513"/>
                  </a:lnTo>
                  <a:lnTo>
                    <a:pt x="34378" y="411362"/>
                  </a:lnTo>
                  <a:lnTo>
                    <a:pt x="34437" y="411180"/>
                  </a:lnTo>
                  <a:lnTo>
                    <a:pt x="34348" y="410908"/>
                  </a:lnTo>
                  <a:lnTo>
                    <a:pt x="33668" y="410333"/>
                  </a:lnTo>
                  <a:lnTo>
                    <a:pt x="33372" y="410000"/>
                  </a:lnTo>
                  <a:lnTo>
                    <a:pt x="33195" y="409758"/>
                  </a:lnTo>
                  <a:lnTo>
                    <a:pt x="33017" y="409486"/>
                  </a:lnTo>
                  <a:lnTo>
                    <a:pt x="32869" y="409184"/>
                  </a:lnTo>
                  <a:lnTo>
                    <a:pt x="32780" y="409002"/>
                  </a:lnTo>
                  <a:lnTo>
                    <a:pt x="32751" y="408851"/>
                  </a:lnTo>
                  <a:lnTo>
                    <a:pt x="32573" y="408639"/>
                  </a:lnTo>
                  <a:lnTo>
                    <a:pt x="32544" y="408427"/>
                  </a:lnTo>
                  <a:lnTo>
                    <a:pt x="32514" y="408095"/>
                  </a:lnTo>
                  <a:lnTo>
                    <a:pt x="32396" y="407520"/>
                  </a:lnTo>
                  <a:lnTo>
                    <a:pt x="32248" y="407157"/>
                  </a:lnTo>
                  <a:lnTo>
                    <a:pt x="32100" y="406854"/>
                  </a:lnTo>
                  <a:lnTo>
                    <a:pt x="32011" y="406703"/>
                  </a:lnTo>
                  <a:lnTo>
                    <a:pt x="31804" y="406552"/>
                  </a:lnTo>
                  <a:lnTo>
                    <a:pt x="31656" y="406431"/>
                  </a:lnTo>
                  <a:lnTo>
                    <a:pt x="31390" y="406310"/>
                  </a:lnTo>
                  <a:lnTo>
                    <a:pt x="30798" y="405917"/>
                  </a:lnTo>
                  <a:lnTo>
                    <a:pt x="30561" y="405705"/>
                  </a:lnTo>
                  <a:lnTo>
                    <a:pt x="30354" y="405554"/>
                  </a:lnTo>
                  <a:lnTo>
                    <a:pt x="30147" y="405372"/>
                  </a:lnTo>
                  <a:lnTo>
                    <a:pt x="29970" y="405191"/>
                  </a:lnTo>
                  <a:lnTo>
                    <a:pt x="29792" y="405009"/>
                  </a:lnTo>
                  <a:lnTo>
                    <a:pt x="29585" y="404767"/>
                  </a:lnTo>
                  <a:lnTo>
                    <a:pt x="29496" y="404586"/>
                  </a:lnTo>
                  <a:lnTo>
                    <a:pt x="29230" y="404132"/>
                  </a:lnTo>
                  <a:lnTo>
                    <a:pt x="29112" y="403950"/>
                  </a:lnTo>
                  <a:lnTo>
                    <a:pt x="28993" y="403708"/>
                  </a:lnTo>
                  <a:lnTo>
                    <a:pt x="28727" y="403013"/>
                  </a:lnTo>
                  <a:lnTo>
                    <a:pt x="28520" y="402196"/>
                  </a:lnTo>
                  <a:lnTo>
                    <a:pt x="28313" y="401198"/>
                  </a:lnTo>
                  <a:lnTo>
                    <a:pt x="28106" y="400804"/>
                  </a:lnTo>
                  <a:lnTo>
                    <a:pt x="27840" y="400532"/>
                  </a:lnTo>
                  <a:lnTo>
                    <a:pt x="27662" y="400351"/>
                  </a:lnTo>
                  <a:lnTo>
                    <a:pt x="26893" y="399564"/>
                  </a:lnTo>
                  <a:lnTo>
                    <a:pt x="26567" y="399020"/>
                  </a:lnTo>
                  <a:lnTo>
                    <a:pt x="26212" y="398596"/>
                  </a:lnTo>
                  <a:lnTo>
                    <a:pt x="25709" y="398203"/>
                  </a:lnTo>
                  <a:lnTo>
                    <a:pt x="25325" y="397931"/>
                  </a:lnTo>
                  <a:lnTo>
                    <a:pt x="24792" y="397749"/>
                  </a:lnTo>
                  <a:lnTo>
                    <a:pt x="24141" y="397417"/>
                  </a:lnTo>
                  <a:lnTo>
                    <a:pt x="23668" y="397054"/>
                  </a:lnTo>
                  <a:lnTo>
                    <a:pt x="23224" y="396600"/>
                  </a:lnTo>
                  <a:lnTo>
                    <a:pt x="22899" y="396086"/>
                  </a:lnTo>
                  <a:lnTo>
                    <a:pt x="22514" y="395239"/>
                  </a:lnTo>
                  <a:lnTo>
                    <a:pt x="22366" y="394543"/>
                  </a:lnTo>
                  <a:lnTo>
                    <a:pt x="22011" y="394059"/>
                  </a:lnTo>
                  <a:lnTo>
                    <a:pt x="21064" y="393091"/>
                  </a:lnTo>
                  <a:lnTo>
                    <a:pt x="20414" y="392456"/>
                  </a:lnTo>
                  <a:lnTo>
                    <a:pt x="19999" y="392062"/>
                  </a:lnTo>
                  <a:lnTo>
                    <a:pt x="18993" y="391185"/>
                  </a:lnTo>
                  <a:lnTo>
                    <a:pt x="18520" y="390550"/>
                  </a:lnTo>
                  <a:lnTo>
                    <a:pt x="18047" y="390399"/>
                  </a:lnTo>
                  <a:lnTo>
                    <a:pt x="17573" y="390066"/>
                  </a:lnTo>
                  <a:lnTo>
                    <a:pt x="17337" y="389854"/>
                  </a:lnTo>
                  <a:lnTo>
                    <a:pt x="16775" y="389642"/>
                  </a:lnTo>
                  <a:lnTo>
                    <a:pt x="16212" y="389249"/>
                  </a:lnTo>
                  <a:lnTo>
                    <a:pt x="15739" y="388977"/>
                  </a:lnTo>
                  <a:lnTo>
                    <a:pt x="15206" y="388705"/>
                  </a:lnTo>
                  <a:lnTo>
                    <a:pt x="15059" y="388493"/>
                  </a:lnTo>
                  <a:lnTo>
                    <a:pt x="14970" y="388160"/>
                  </a:lnTo>
                  <a:lnTo>
                    <a:pt x="14733" y="387888"/>
                  </a:lnTo>
                  <a:lnTo>
                    <a:pt x="14585" y="387737"/>
                  </a:lnTo>
                  <a:lnTo>
                    <a:pt x="14437" y="387525"/>
                  </a:lnTo>
                  <a:lnTo>
                    <a:pt x="14230" y="387374"/>
                  </a:lnTo>
                  <a:lnTo>
                    <a:pt x="14023" y="387132"/>
                  </a:lnTo>
                  <a:lnTo>
                    <a:pt x="13786" y="386859"/>
                  </a:lnTo>
                  <a:lnTo>
                    <a:pt x="13579" y="386466"/>
                  </a:lnTo>
                  <a:lnTo>
                    <a:pt x="13402" y="386194"/>
                  </a:lnTo>
                  <a:lnTo>
                    <a:pt x="13254" y="385952"/>
                  </a:lnTo>
                  <a:lnTo>
                    <a:pt x="12899" y="385619"/>
                  </a:lnTo>
                  <a:lnTo>
                    <a:pt x="12662" y="385529"/>
                  </a:lnTo>
                  <a:lnTo>
                    <a:pt x="12514" y="385438"/>
                  </a:lnTo>
                  <a:lnTo>
                    <a:pt x="12189" y="385135"/>
                  </a:lnTo>
                  <a:lnTo>
                    <a:pt x="12011" y="385105"/>
                  </a:lnTo>
                  <a:lnTo>
                    <a:pt x="11834" y="385135"/>
                  </a:lnTo>
                  <a:lnTo>
                    <a:pt x="11420" y="385377"/>
                  </a:lnTo>
                  <a:lnTo>
                    <a:pt x="11272" y="385498"/>
                  </a:lnTo>
                  <a:lnTo>
                    <a:pt x="11153" y="384591"/>
                  </a:lnTo>
                  <a:lnTo>
                    <a:pt x="11567" y="384258"/>
                  </a:lnTo>
                  <a:lnTo>
                    <a:pt x="11627" y="384077"/>
                  </a:lnTo>
                  <a:lnTo>
                    <a:pt x="11686" y="383895"/>
                  </a:lnTo>
                  <a:lnTo>
                    <a:pt x="11715" y="383683"/>
                  </a:lnTo>
                  <a:lnTo>
                    <a:pt x="11686" y="383502"/>
                  </a:lnTo>
                  <a:lnTo>
                    <a:pt x="11686" y="383230"/>
                  </a:lnTo>
                  <a:lnTo>
                    <a:pt x="11597" y="383018"/>
                  </a:lnTo>
                  <a:lnTo>
                    <a:pt x="11538" y="382746"/>
                  </a:lnTo>
                  <a:lnTo>
                    <a:pt x="11508" y="382473"/>
                  </a:lnTo>
                  <a:lnTo>
                    <a:pt x="11420" y="382171"/>
                  </a:lnTo>
                  <a:lnTo>
                    <a:pt x="11272" y="382020"/>
                  </a:lnTo>
                  <a:lnTo>
                    <a:pt x="11094" y="381929"/>
                  </a:lnTo>
                  <a:lnTo>
                    <a:pt x="10946" y="381838"/>
                  </a:lnTo>
                  <a:lnTo>
                    <a:pt x="10680" y="381596"/>
                  </a:lnTo>
                  <a:lnTo>
                    <a:pt x="10917" y="381415"/>
                  </a:lnTo>
                  <a:lnTo>
                    <a:pt x="11153" y="381173"/>
                  </a:lnTo>
                  <a:lnTo>
                    <a:pt x="11390" y="380840"/>
                  </a:lnTo>
                  <a:lnTo>
                    <a:pt x="11242" y="380749"/>
                  </a:lnTo>
                  <a:lnTo>
                    <a:pt x="11035" y="380598"/>
                  </a:lnTo>
                  <a:lnTo>
                    <a:pt x="10798" y="380356"/>
                  </a:lnTo>
                  <a:lnTo>
                    <a:pt x="10562" y="380174"/>
                  </a:lnTo>
                  <a:lnTo>
                    <a:pt x="10384" y="380114"/>
                  </a:lnTo>
                  <a:lnTo>
                    <a:pt x="10236" y="380084"/>
                  </a:lnTo>
                  <a:lnTo>
                    <a:pt x="10029" y="379630"/>
                  </a:lnTo>
                  <a:lnTo>
                    <a:pt x="12307" y="379690"/>
                  </a:lnTo>
                  <a:lnTo>
                    <a:pt x="13934" y="379448"/>
                  </a:lnTo>
                  <a:lnTo>
                    <a:pt x="16005" y="378722"/>
                  </a:lnTo>
                  <a:lnTo>
                    <a:pt x="18668" y="377270"/>
                  </a:lnTo>
                  <a:lnTo>
                    <a:pt x="21567" y="375334"/>
                  </a:lnTo>
                  <a:lnTo>
                    <a:pt x="24348" y="373126"/>
                  </a:lnTo>
                  <a:lnTo>
                    <a:pt x="26834" y="371009"/>
                  </a:lnTo>
                  <a:lnTo>
                    <a:pt x="28875" y="368740"/>
                  </a:lnTo>
                  <a:lnTo>
                    <a:pt x="31242" y="365957"/>
                  </a:lnTo>
                  <a:lnTo>
                    <a:pt x="33845" y="362751"/>
                  </a:lnTo>
                  <a:lnTo>
                    <a:pt x="35739" y="359695"/>
                  </a:lnTo>
                  <a:lnTo>
                    <a:pt x="37159" y="356731"/>
                  </a:lnTo>
                  <a:lnTo>
                    <a:pt x="38431" y="353706"/>
                  </a:lnTo>
                  <a:lnTo>
                    <a:pt x="39644" y="350590"/>
                  </a:lnTo>
                  <a:lnTo>
                    <a:pt x="41153" y="346809"/>
                  </a:lnTo>
                  <a:lnTo>
                    <a:pt x="42396" y="345025"/>
                  </a:lnTo>
                  <a:lnTo>
                    <a:pt x="43638" y="344087"/>
                  </a:lnTo>
                  <a:lnTo>
                    <a:pt x="44703" y="343452"/>
                  </a:lnTo>
                  <a:lnTo>
                    <a:pt x="46123" y="343119"/>
                  </a:lnTo>
                  <a:lnTo>
                    <a:pt x="47603" y="343210"/>
                  </a:lnTo>
                  <a:lnTo>
                    <a:pt x="49644" y="343633"/>
                  </a:lnTo>
                  <a:lnTo>
                    <a:pt x="52336" y="344601"/>
                  </a:lnTo>
                  <a:lnTo>
                    <a:pt x="58520" y="346930"/>
                  </a:lnTo>
                  <a:lnTo>
                    <a:pt x="63756" y="349290"/>
                  </a:lnTo>
                  <a:lnTo>
                    <a:pt x="65620" y="350137"/>
                  </a:lnTo>
                  <a:lnTo>
                    <a:pt x="67129" y="350953"/>
                  </a:lnTo>
                  <a:lnTo>
                    <a:pt x="68490" y="351952"/>
                  </a:lnTo>
                  <a:lnTo>
                    <a:pt x="69910" y="353101"/>
                  </a:lnTo>
                  <a:lnTo>
                    <a:pt x="80176" y="361299"/>
                  </a:lnTo>
                  <a:lnTo>
                    <a:pt x="84318" y="364656"/>
                  </a:lnTo>
                  <a:lnTo>
                    <a:pt x="99437" y="377361"/>
                  </a:lnTo>
                  <a:lnTo>
                    <a:pt x="101360" y="379055"/>
                  </a:lnTo>
                  <a:lnTo>
                    <a:pt x="103076" y="380870"/>
                  </a:lnTo>
                  <a:lnTo>
                    <a:pt x="105028" y="382867"/>
                  </a:lnTo>
                  <a:lnTo>
                    <a:pt x="106981" y="385045"/>
                  </a:lnTo>
                  <a:lnTo>
                    <a:pt x="109407" y="387041"/>
                  </a:lnTo>
                  <a:lnTo>
                    <a:pt x="111508" y="388644"/>
                  </a:lnTo>
                  <a:lnTo>
                    <a:pt x="113638" y="390005"/>
                  </a:lnTo>
                  <a:lnTo>
                    <a:pt x="116123" y="391367"/>
                  </a:lnTo>
                  <a:lnTo>
                    <a:pt x="118874" y="392425"/>
                  </a:lnTo>
                  <a:lnTo>
                    <a:pt x="121507" y="393151"/>
                  </a:lnTo>
                  <a:lnTo>
                    <a:pt x="123164" y="393545"/>
                  </a:lnTo>
                  <a:lnTo>
                    <a:pt x="125058" y="393756"/>
                  </a:lnTo>
                  <a:lnTo>
                    <a:pt x="127010" y="393666"/>
                  </a:lnTo>
                  <a:lnTo>
                    <a:pt x="128578" y="393272"/>
                  </a:lnTo>
                  <a:lnTo>
                    <a:pt x="129880" y="392698"/>
                  </a:lnTo>
                  <a:lnTo>
                    <a:pt x="130649" y="392002"/>
                  </a:lnTo>
                  <a:lnTo>
                    <a:pt x="131211" y="391094"/>
                  </a:lnTo>
                  <a:lnTo>
                    <a:pt x="131478" y="390036"/>
                  </a:lnTo>
                  <a:lnTo>
                    <a:pt x="131537" y="388674"/>
                  </a:lnTo>
                  <a:lnTo>
                    <a:pt x="131300" y="387374"/>
                  </a:lnTo>
                  <a:lnTo>
                    <a:pt x="130768" y="385710"/>
                  </a:lnTo>
                  <a:lnTo>
                    <a:pt x="129939" y="384107"/>
                  </a:lnTo>
                  <a:lnTo>
                    <a:pt x="128697" y="382322"/>
                  </a:lnTo>
                  <a:lnTo>
                    <a:pt x="127217" y="380447"/>
                  </a:lnTo>
                  <a:lnTo>
                    <a:pt x="125472" y="378601"/>
                  </a:lnTo>
                  <a:lnTo>
                    <a:pt x="124673" y="377089"/>
                  </a:lnTo>
                  <a:lnTo>
                    <a:pt x="124229" y="375244"/>
                  </a:lnTo>
                  <a:lnTo>
                    <a:pt x="124407" y="373429"/>
                  </a:lnTo>
                  <a:lnTo>
                    <a:pt x="125324" y="371674"/>
                  </a:lnTo>
                  <a:lnTo>
                    <a:pt x="126803" y="370192"/>
                  </a:lnTo>
                  <a:lnTo>
                    <a:pt x="127425" y="368801"/>
                  </a:lnTo>
                  <a:lnTo>
                    <a:pt x="128194" y="366744"/>
                  </a:lnTo>
                  <a:lnTo>
                    <a:pt x="128460" y="364989"/>
                  </a:lnTo>
                  <a:lnTo>
                    <a:pt x="128519" y="358516"/>
                  </a:lnTo>
                  <a:lnTo>
                    <a:pt x="128963" y="353071"/>
                  </a:lnTo>
                  <a:lnTo>
                    <a:pt x="129407" y="348231"/>
                  </a:lnTo>
                  <a:lnTo>
                    <a:pt x="130235" y="343996"/>
                  </a:lnTo>
                  <a:lnTo>
                    <a:pt x="130117" y="341909"/>
                  </a:lnTo>
                  <a:lnTo>
                    <a:pt x="129466" y="339549"/>
                  </a:lnTo>
                  <a:lnTo>
                    <a:pt x="127484" y="336918"/>
                  </a:lnTo>
                  <a:lnTo>
                    <a:pt x="124880" y="334044"/>
                  </a:lnTo>
                  <a:lnTo>
                    <a:pt x="120886" y="332017"/>
                  </a:lnTo>
                  <a:lnTo>
                    <a:pt x="119673" y="331080"/>
                  </a:lnTo>
                  <a:lnTo>
                    <a:pt x="119584" y="329476"/>
                  </a:lnTo>
                  <a:lnTo>
                    <a:pt x="120472" y="328145"/>
                  </a:lnTo>
                  <a:lnTo>
                    <a:pt x="122365" y="325816"/>
                  </a:lnTo>
                  <a:lnTo>
                    <a:pt x="123490" y="323729"/>
                  </a:lnTo>
                  <a:lnTo>
                    <a:pt x="124496" y="321400"/>
                  </a:lnTo>
                  <a:lnTo>
                    <a:pt x="125383" y="319464"/>
                  </a:lnTo>
                  <a:lnTo>
                    <a:pt x="127543" y="316711"/>
                  </a:lnTo>
                  <a:lnTo>
                    <a:pt x="129939" y="313626"/>
                  </a:lnTo>
                  <a:lnTo>
                    <a:pt x="132365" y="310419"/>
                  </a:lnTo>
                  <a:lnTo>
                    <a:pt x="134407" y="308029"/>
                  </a:lnTo>
                  <a:lnTo>
                    <a:pt x="135117" y="305640"/>
                  </a:lnTo>
                  <a:lnTo>
                    <a:pt x="135324" y="302343"/>
                  </a:lnTo>
                  <a:lnTo>
                    <a:pt x="136064" y="300134"/>
                  </a:lnTo>
                  <a:lnTo>
                    <a:pt x="136596" y="298531"/>
                  </a:lnTo>
                  <a:lnTo>
                    <a:pt x="138016" y="296837"/>
                  </a:lnTo>
                  <a:lnTo>
                    <a:pt x="139259" y="295536"/>
                  </a:lnTo>
                  <a:lnTo>
                    <a:pt x="141300" y="293752"/>
                  </a:lnTo>
                  <a:lnTo>
                    <a:pt x="144318" y="291816"/>
                  </a:lnTo>
                  <a:lnTo>
                    <a:pt x="147809" y="289366"/>
                  </a:lnTo>
                  <a:lnTo>
                    <a:pt x="151004" y="286704"/>
                  </a:lnTo>
                  <a:lnTo>
                    <a:pt x="153223" y="284405"/>
                  </a:lnTo>
                  <a:lnTo>
                    <a:pt x="157927" y="282832"/>
                  </a:lnTo>
                  <a:lnTo>
                    <a:pt x="160412" y="281712"/>
                  </a:lnTo>
                  <a:lnTo>
                    <a:pt x="163312" y="280291"/>
                  </a:lnTo>
                  <a:lnTo>
                    <a:pt x="165442" y="279172"/>
                  </a:lnTo>
                  <a:lnTo>
                    <a:pt x="168726" y="277659"/>
                  </a:lnTo>
                  <a:lnTo>
                    <a:pt x="171034" y="276903"/>
                  </a:lnTo>
                  <a:lnTo>
                    <a:pt x="172188" y="275995"/>
                  </a:lnTo>
                  <a:lnTo>
                    <a:pt x="173785" y="275300"/>
                  </a:lnTo>
                  <a:lnTo>
                    <a:pt x="175028" y="273938"/>
                  </a:lnTo>
                  <a:lnTo>
                    <a:pt x="176122" y="273182"/>
                  </a:lnTo>
                  <a:lnTo>
                    <a:pt x="178460" y="270702"/>
                  </a:lnTo>
                  <a:lnTo>
                    <a:pt x="180412" y="268342"/>
                  </a:lnTo>
                  <a:lnTo>
                    <a:pt x="181477" y="267556"/>
                  </a:lnTo>
                  <a:lnTo>
                    <a:pt x="183667" y="266497"/>
                  </a:lnTo>
                  <a:lnTo>
                    <a:pt x="185323" y="265257"/>
                  </a:lnTo>
                  <a:lnTo>
                    <a:pt x="188430" y="262958"/>
                  </a:lnTo>
                  <a:lnTo>
                    <a:pt x="191507" y="260054"/>
                  </a:lnTo>
                  <a:lnTo>
                    <a:pt x="198341" y="256636"/>
                  </a:lnTo>
                  <a:lnTo>
                    <a:pt x="200649" y="256454"/>
                  </a:lnTo>
                  <a:lnTo>
                    <a:pt x="204465" y="256515"/>
                  </a:lnTo>
                  <a:lnTo>
                    <a:pt x="207868" y="257634"/>
                  </a:lnTo>
                  <a:lnTo>
                    <a:pt x="210175" y="259207"/>
                  </a:lnTo>
                  <a:lnTo>
                    <a:pt x="212897" y="262444"/>
                  </a:lnTo>
                  <a:lnTo>
                    <a:pt x="215708" y="264470"/>
                  </a:lnTo>
                  <a:lnTo>
                    <a:pt x="217335" y="264259"/>
                  </a:lnTo>
                  <a:lnTo>
                    <a:pt x="218755" y="263714"/>
                  </a:lnTo>
                  <a:lnTo>
                    <a:pt x="220234" y="262655"/>
                  </a:lnTo>
                  <a:lnTo>
                    <a:pt x="221862" y="261385"/>
                  </a:lnTo>
                  <a:lnTo>
                    <a:pt x="224140" y="259751"/>
                  </a:lnTo>
                  <a:lnTo>
                    <a:pt x="225589" y="258269"/>
                  </a:lnTo>
                  <a:lnTo>
                    <a:pt x="226773" y="256938"/>
                  </a:lnTo>
                  <a:lnTo>
                    <a:pt x="227039" y="256061"/>
                  </a:lnTo>
                  <a:lnTo>
                    <a:pt x="227010" y="255002"/>
                  </a:lnTo>
                  <a:lnTo>
                    <a:pt x="226802" y="253580"/>
                  </a:lnTo>
                  <a:lnTo>
                    <a:pt x="225974" y="250949"/>
                  </a:lnTo>
                  <a:lnTo>
                    <a:pt x="224554" y="248529"/>
                  </a:lnTo>
                  <a:lnTo>
                    <a:pt x="214850" y="238153"/>
                  </a:lnTo>
                  <a:lnTo>
                    <a:pt x="207868" y="232618"/>
                  </a:lnTo>
                  <a:lnTo>
                    <a:pt x="202868" y="229895"/>
                  </a:lnTo>
                  <a:lnTo>
                    <a:pt x="201033" y="228171"/>
                  </a:lnTo>
                  <a:lnTo>
                    <a:pt x="200028" y="226386"/>
                  </a:lnTo>
                  <a:lnTo>
                    <a:pt x="199317" y="224511"/>
                  </a:lnTo>
                  <a:lnTo>
                    <a:pt x="199140" y="222454"/>
                  </a:lnTo>
                  <a:lnTo>
                    <a:pt x="198933" y="221032"/>
                  </a:lnTo>
                  <a:lnTo>
                    <a:pt x="198844" y="219580"/>
                  </a:lnTo>
                  <a:lnTo>
                    <a:pt x="199199" y="217856"/>
                  </a:lnTo>
                  <a:lnTo>
                    <a:pt x="200028" y="215829"/>
                  </a:lnTo>
                  <a:lnTo>
                    <a:pt x="200383" y="213651"/>
                  </a:lnTo>
                  <a:lnTo>
                    <a:pt x="200856" y="210959"/>
                  </a:lnTo>
                  <a:lnTo>
                    <a:pt x="200767" y="208418"/>
                  </a:lnTo>
                  <a:lnTo>
                    <a:pt x="200678" y="206482"/>
                  </a:lnTo>
                  <a:lnTo>
                    <a:pt x="199613" y="203881"/>
                  </a:lnTo>
                  <a:lnTo>
                    <a:pt x="198430" y="202368"/>
                  </a:lnTo>
                  <a:lnTo>
                    <a:pt x="196891" y="201582"/>
                  </a:lnTo>
                  <a:lnTo>
                    <a:pt x="191684" y="201340"/>
                  </a:lnTo>
                  <a:lnTo>
                    <a:pt x="187454" y="201309"/>
                  </a:lnTo>
                  <a:lnTo>
                    <a:pt x="183430" y="199071"/>
                  </a:lnTo>
                  <a:lnTo>
                    <a:pt x="182039" y="196833"/>
                  </a:lnTo>
                  <a:lnTo>
                    <a:pt x="181329" y="193112"/>
                  </a:lnTo>
                  <a:lnTo>
                    <a:pt x="181714" y="189300"/>
                  </a:lnTo>
                  <a:lnTo>
                    <a:pt x="183548" y="186487"/>
                  </a:lnTo>
                  <a:lnTo>
                    <a:pt x="185176" y="182646"/>
                  </a:lnTo>
                  <a:lnTo>
                    <a:pt x="190264" y="171786"/>
                  </a:lnTo>
                  <a:lnTo>
                    <a:pt x="194998" y="166039"/>
                  </a:lnTo>
                  <a:lnTo>
                    <a:pt x="200945" y="162499"/>
                  </a:lnTo>
                  <a:lnTo>
                    <a:pt x="207069" y="160352"/>
                  </a:lnTo>
                  <a:lnTo>
                    <a:pt x="215412" y="163770"/>
                  </a:lnTo>
                  <a:lnTo>
                    <a:pt x="219317" y="165645"/>
                  </a:lnTo>
                  <a:lnTo>
                    <a:pt x="225175" y="169275"/>
                  </a:lnTo>
                  <a:lnTo>
                    <a:pt x="228903" y="172482"/>
                  </a:lnTo>
                  <a:lnTo>
                    <a:pt x="237128" y="174357"/>
                  </a:lnTo>
                  <a:lnTo>
                    <a:pt x="244820" y="173994"/>
                  </a:lnTo>
                  <a:lnTo>
                    <a:pt x="253844" y="171605"/>
                  </a:lnTo>
                  <a:lnTo>
                    <a:pt x="263577" y="167672"/>
                  </a:lnTo>
                  <a:lnTo>
                    <a:pt x="269524" y="163346"/>
                  </a:lnTo>
                  <a:lnTo>
                    <a:pt x="273696" y="159958"/>
                  </a:lnTo>
                  <a:lnTo>
                    <a:pt x="274465" y="158930"/>
                  </a:lnTo>
                  <a:lnTo>
                    <a:pt x="274790" y="157629"/>
                  </a:lnTo>
                  <a:lnTo>
                    <a:pt x="274672" y="155361"/>
                  </a:lnTo>
                  <a:lnTo>
                    <a:pt x="274435" y="153515"/>
                  </a:lnTo>
                  <a:lnTo>
                    <a:pt x="273844" y="151489"/>
                  </a:lnTo>
                  <a:lnTo>
                    <a:pt x="273163" y="148948"/>
                  </a:lnTo>
                  <a:lnTo>
                    <a:pt x="272838" y="146407"/>
                  </a:lnTo>
                  <a:lnTo>
                    <a:pt x="273163" y="143775"/>
                  </a:lnTo>
                  <a:lnTo>
                    <a:pt x="274761" y="142323"/>
                  </a:lnTo>
                  <a:lnTo>
                    <a:pt x="277423" y="141355"/>
                  </a:lnTo>
                  <a:lnTo>
                    <a:pt x="283636" y="140054"/>
                  </a:lnTo>
                  <a:lnTo>
                    <a:pt x="284849" y="137060"/>
                  </a:lnTo>
                  <a:lnTo>
                    <a:pt x="287897" y="132855"/>
                  </a:lnTo>
                  <a:lnTo>
                    <a:pt x="291802" y="127894"/>
                  </a:lnTo>
                  <a:lnTo>
                    <a:pt x="296447" y="123478"/>
                  </a:lnTo>
                  <a:lnTo>
                    <a:pt x="299908" y="122449"/>
                  </a:lnTo>
                  <a:lnTo>
                    <a:pt x="302068" y="122721"/>
                  </a:lnTo>
                  <a:lnTo>
                    <a:pt x="303459" y="122358"/>
                  </a:lnTo>
                  <a:lnTo>
                    <a:pt x="304494" y="121663"/>
                  </a:lnTo>
                  <a:lnTo>
                    <a:pt x="304938" y="120967"/>
                  </a:lnTo>
                  <a:lnTo>
                    <a:pt x="305914" y="119031"/>
                  </a:lnTo>
                  <a:lnTo>
                    <a:pt x="306772" y="117035"/>
                  </a:lnTo>
                  <a:lnTo>
                    <a:pt x="307571" y="115552"/>
                  </a:lnTo>
                  <a:lnTo>
                    <a:pt x="308784" y="114615"/>
                  </a:lnTo>
                  <a:lnTo>
                    <a:pt x="310352" y="113223"/>
                  </a:lnTo>
                  <a:lnTo>
                    <a:pt x="313843" y="111408"/>
                  </a:lnTo>
                  <a:lnTo>
                    <a:pt x="314997" y="110289"/>
                  </a:lnTo>
                  <a:lnTo>
                    <a:pt x="316121" y="108807"/>
                  </a:lnTo>
                  <a:lnTo>
                    <a:pt x="317068" y="107808"/>
                  </a:lnTo>
                  <a:lnTo>
                    <a:pt x="317956" y="106901"/>
                  </a:lnTo>
                  <a:lnTo>
                    <a:pt x="319524" y="106387"/>
                  </a:lnTo>
                  <a:lnTo>
                    <a:pt x="326565" y="105116"/>
                  </a:lnTo>
                  <a:lnTo>
                    <a:pt x="328074" y="104723"/>
                  </a:lnTo>
                  <a:lnTo>
                    <a:pt x="330086" y="103332"/>
                  </a:lnTo>
                  <a:lnTo>
                    <a:pt x="331476" y="102152"/>
                  </a:lnTo>
                  <a:lnTo>
                    <a:pt x="332512" y="100397"/>
                  </a:lnTo>
                  <a:lnTo>
                    <a:pt x="334316" y="98159"/>
                  </a:lnTo>
                  <a:lnTo>
                    <a:pt x="334938" y="96979"/>
                  </a:lnTo>
                  <a:lnTo>
                    <a:pt x="335204" y="95315"/>
                  </a:lnTo>
                  <a:lnTo>
                    <a:pt x="335145" y="93047"/>
                  </a:lnTo>
                  <a:lnTo>
                    <a:pt x="334908" y="89296"/>
                  </a:lnTo>
                  <a:lnTo>
                    <a:pt x="334524" y="87693"/>
                  </a:lnTo>
                  <a:lnTo>
                    <a:pt x="334849" y="86150"/>
                  </a:lnTo>
                  <a:lnTo>
                    <a:pt x="335470" y="83004"/>
                  </a:lnTo>
                  <a:lnTo>
                    <a:pt x="337186" y="77045"/>
                  </a:lnTo>
                  <a:lnTo>
                    <a:pt x="337600" y="72265"/>
                  </a:lnTo>
                  <a:lnTo>
                    <a:pt x="338547" y="69029"/>
                  </a:lnTo>
                  <a:lnTo>
                    <a:pt x="341387" y="65006"/>
                  </a:lnTo>
                  <a:lnTo>
                    <a:pt x="343873" y="62041"/>
                  </a:lnTo>
                  <a:lnTo>
                    <a:pt x="345944" y="59984"/>
                  </a:lnTo>
                  <a:lnTo>
                    <a:pt x="348665" y="56899"/>
                  </a:lnTo>
                  <a:lnTo>
                    <a:pt x="349760" y="50758"/>
                  </a:lnTo>
                  <a:lnTo>
                    <a:pt x="350026" y="48913"/>
                  </a:lnTo>
                  <a:lnTo>
                    <a:pt x="350914" y="46916"/>
                  </a:lnTo>
                  <a:lnTo>
                    <a:pt x="352748" y="44829"/>
                  </a:lnTo>
                  <a:lnTo>
                    <a:pt x="354405" y="42833"/>
                  </a:lnTo>
                  <a:lnTo>
                    <a:pt x="355293" y="40655"/>
                  </a:lnTo>
                  <a:lnTo>
                    <a:pt x="355559" y="38810"/>
                  </a:lnTo>
                  <a:lnTo>
                    <a:pt x="355233" y="35149"/>
                  </a:lnTo>
                  <a:lnTo>
                    <a:pt x="355174" y="32699"/>
                  </a:lnTo>
                  <a:lnTo>
                    <a:pt x="356062" y="30249"/>
                  </a:lnTo>
                  <a:lnTo>
                    <a:pt x="357541" y="27889"/>
                  </a:lnTo>
                  <a:lnTo>
                    <a:pt x="358162" y="25621"/>
                  </a:lnTo>
                  <a:lnTo>
                    <a:pt x="357867" y="24048"/>
                  </a:lnTo>
                  <a:lnTo>
                    <a:pt x="357156" y="22142"/>
                  </a:lnTo>
                  <a:lnTo>
                    <a:pt x="357097" y="18210"/>
                  </a:lnTo>
                  <a:lnTo>
                    <a:pt x="357867" y="14519"/>
                  </a:lnTo>
                  <a:lnTo>
                    <a:pt x="357985" y="14156"/>
                  </a:lnTo>
                  <a:lnTo>
                    <a:pt x="358340" y="13219"/>
                  </a:lnTo>
                  <a:lnTo>
                    <a:pt x="359405" y="12614"/>
                  </a:lnTo>
                  <a:lnTo>
                    <a:pt x="363044" y="11948"/>
                  </a:lnTo>
                  <a:lnTo>
                    <a:pt x="366091" y="10557"/>
                  </a:lnTo>
                  <a:lnTo>
                    <a:pt x="368103" y="9377"/>
                  </a:lnTo>
                  <a:lnTo>
                    <a:pt x="371298" y="8530"/>
                  </a:lnTo>
                  <a:lnTo>
                    <a:pt x="373044" y="8651"/>
                  </a:lnTo>
                  <a:lnTo>
                    <a:pt x="375647" y="8802"/>
                  </a:lnTo>
                  <a:lnTo>
                    <a:pt x="378636" y="8318"/>
                  </a:lnTo>
                  <a:lnTo>
                    <a:pt x="379789" y="7955"/>
                  </a:lnTo>
                  <a:lnTo>
                    <a:pt x="381062" y="6987"/>
                  </a:lnTo>
                  <a:lnTo>
                    <a:pt x="382511" y="5233"/>
                  </a:lnTo>
                  <a:lnTo>
                    <a:pt x="384257" y="2752"/>
                  </a:lnTo>
                  <a:lnTo>
                    <a:pt x="385647" y="1451"/>
                  </a:lnTo>
                  <a:lnTo>
                    <a:pt x="387304" y="574"/>
                  </a:lnTo>
                  <a:lnTo>
                    <a:pt x="3895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1380181" y="3144602"/>
              <a:ext cx="636770" cy="280502"/>
            </a:xfrm>
            <a:custGeom>
              <a:avLst/>
              <a:pathLst>
                <a:path w="636770" h="280502">
                  <a:moveTo>
                    <a:pt x="477126" y="4023"/>
                  </a:moveTo>
                  <a:lnTo>
                    <a:pt x="481534" y="10950"/>
                  </a:lnTo>
                  <a:lnTo>
                    <a:pt x="482274" y="12009"/>
                  </a:lnTo>
                  <a:lnTo>
                    <a:pt x="483487" y="12069"/>
                  </a:lnTo>
                  <a:lnTo>
                    <a:pt x="486682" y="10284"/>
                  </a:lnTo>
                  <a:lnTo>
                    <a:pt x="490203" y="8711"/>
                  </a:lnTo>
                  <a:lnTo>
                    <a:pt x="491327" y="8984"/>
                  </a:lnTo>
                  <a:lnTo>
                    <a:pt x="491564" y="8953"/>
                  </a:lnTo>
                  <a:lnTo>
                    <a:pt x="492451" y="10587"/>
                  </a:lnTo>
                  <a:lnTo>
                    <a:pt x="493546" y="11283"/>
                  </a:lnTo>
                  <a:lnTo>
                    <a:pt x="500794" y="13733"/>
                  </a:lnTo>
                  <a:lnTo>
                    <a:pt x="503871" y="14791"/>
                  </a:lnTo>
                  <a:lnTo>
                    <a:pt x="504433" y="14973"/>
                  </a:lnTo>
                  <a:lnTo>
                    <a:pt x="508723" y="16758"/>
                  </a:lnTo>
                  <a:lnTo>
                    <a:pt x="516297" y="19571"/>
                  </a:lnTo>
                  <a:lnTo>
                    <a:pt x="518930" y="21235"/>
                  </a:lnTo>
                  <a:lnTo>
                    <a:pt x="521356" y="23231"/>
                  </a:lnTo>
                  <a:lnTo>
                    <a:pt x="522984" y="24986"/>
                  </a:lnTo>
                  <a:lnTo>
                    <a:pt x="524581" y="25984"/>
                  </a:lnTo>
                  <a:lnTo>
                    <a:pt x="527569" y="26710"/>
                  </a:lnTo>
                  <a:lnTo>
                    <a:pt x="529552" y="26831"/>
                  </a:lnTo>
                  <a:lnTo>
                    <a:pt x="536120" y="27315"/>
                  </a:lnTo>
                  <a:lnTo>
                    <a:pt x="542569" y="29523"/>
                  </a:lnTo>
                  <a:lnTo>
                    <a:pt x="546563" y="30491"/>
                  </a:lnTo>
                  <a:lnTo>
                    <a:pt x="551119" y="29825"/>
                  </a:lnTo>
                  <a:lnTo>
                    <a:pt x="555321" y="27073"/>
                  </a:lnTo>
                  <a:lnTo>
                    <a:pt x="560173" y="23655"/>
                  </a:lnTo>
                  <a:lnTo>
                    <a:pt x="566445" y="20236"/>
                  </a:lnTo>
                  <a:lnTo>
                    <a:pt x="570794" y="18663"/>
                  </a:lnTo>
                  <a:lnTo>
                    <a:pt x="575883" y="19510"/>
                  </a:lnTo>
                  <a:lnTo>
                    <a:pt x="576178" y="19571"/>
                  </a:lnTo>
                  <a:lnTo>
                    <a:pt x="580172" y="23776"/>
                  </a:lnTo>
                  <a:lnTo>
                    <a:pt x="583752" y="27526"/>
                  </a:lnTo>
                  <a:lnTo>
                    <a:pt x="589817" y="32487"/>
                  </a:lnTo>
                  <a:lnTo>
                    <a:pt x="593811" y="32397"/>
                  </a:lnTo>
                  <a:lnTo>
                    <a:pt x="598456" y="32397"/>
                  </a:lnTo>
                  <a:lnTo>
                    <a:pt x="601800" y="32578"/>
                  </a:lnTo>
                  <a:lnTo>
                    <a:pt x="603959" y="32699"/>
                  </a:lnTo>
                  <a:lnTo>
                    <a:pt x="610231" y="33818"/>
                  </a:lnTo>
                  <a:lnTo>
                    <a:pt x="614137" y="33818"/>
                  </a:lnTo>
                  <a:lnTo>
                    <a:pt x="617805" y="35270"/>
                  </a:lnTo>
                  <a:lnTo>
                    <a:pt x="621681" y="37811"/>
                  </a:lnTo>
                  <a:lnTo>
                    <a:pt x="625912" y="41229"/>
                  </a:lnTo>
                  <a:lnTo>
                    <a:pt x="629373" y="45101"/>
                  </a:lnTo>
                  <a:lnTo>
                    <a:pt x="631740" y="51272"/>
                  </a:lnTo>
                  <a:lnTo>
                    <a:pt x="632509" y="57141"/>
                  </a:lnTo>
                  <a:lnTo>
                    <a:pt x="632598" y="60559"/>
                  </a:lnTo>
                  <a:lnTo>
                    <a:pt x="633693" y="68756"/>
                  </a:lnTo>
                  <a:lnTo>
                    <a:pt x="633900" y="78467"/>
                  </a:lnTo>
                  <a:lnTo>
                    <a:pt x="635527" y="82550"/>
                  </a:lnTo>
                  <a:lnTo>
                    <a:pt x="636711" y="87753"/>
                  </a:lnTo>
                  <a:lnTo>
                    <a:pt x="636770" y="93621"/>
                  </a:lnTo>
                  <a:lnTo>
                    <a:pt x="631030" y="98794"/>
                  </a:lnTo>
                  <a:lnTo>
                    <a:pt x="625734" y="102243"/>
                  </a:lnTo>
                  <a:lnTo>
                    <a:pt x="620231" y="103906"/>
                  </a:lnTo>
                  <a:lnTo>
                    <a:pt x="614728" y="105540"/>
                  </a:lnTo>
                  <a:lnTo>
                    <a:pt x="608575" y="107869"/>
                  </a:lnTo>
                  <a:lnTo>
                    <a:pt x="602510" y="113072"/>
                  </a:lnTo>
                  <a:lnTo>
                    <a:pt x="600379" y="114766"/>
                  </a:lnTo>
                  <a:lnTo>
                    <a:pt x="595054" y="119031"/>
                  </a:lnTo>
                  <a:lnTo>
                    <a:pt x="588989" y="123689"/>
                  </a:lnTo>
                  <a:lnTo>
                    <a:pt x="580883" y="129649"/>
                  </a:lnTo>
                  <a:lnTo>
                    <a:pt x="576445" y="133278"/>
                  </a:lnTo>
                  <a:lnTo>
                    <a:pt x="570409" y="138481"/>
                  </a:lnTo>
                  <a:lnTo>
                    <a:pt x="564344" y="141476"/>
                  </a:lnTo>
                  <a:lnTo>
                    <a:pt x="556889" y="145893"/>
                  </a:lnTo>
                  <a:lnTo>
                    <a:pt x="551149" y="149250"/>
                  </a:lnTo>
                  <a:lnTo>
                    <a:pt x="547155" y="150430"/>
                  </a:lnTo>
                  <a:lnTo>
                    <a:pt x="542510" y="152971"/>
                  </a:lnTo>
                  <a:lnTo>
                    <a:pt x="538960" y="156843"/>
                  </a:lnTo>
                  <a:lnTo>
                    <a:pt x="534729" y="159263"/>
                  </a:lnTo>
                  <a:lnTo>
                    <a:pt x="528901" y="159263"/>
                  </a:lnTo>
                  <a:lnTo>
                    <a:pt x="523812" y="160473"/>
                  </a:lnTo>
                  <a:lnTo>
                    <a:pt x="518516" y="164889"/>
                  </a:lnTo>
                  <a:lnTo>
                    <a:pt x="513102" y="167007"/>
                  </a:lnTo>
                  <a:lnTo>
                    <a:pt x="507925" y="165131"/>
                  </a:lnTo>
                  <a:lnTo>
                    <a:pt x="502629" y="162923"/>
                  </a:lnTo>
                  <a:lnTo>
                    <a:pt x="496238" y="157932"/>
                  </a:lnTo>
                  <a:lnTo>
                    <a:pt x="491505" y="151640"/>
                  </a:lnTo>
                  <a:lnTo>
                    <a:pt x="486741" y="147223"/>
                  </a:lnTo>
                  <a:lnTo>
                    <a:pt x="479818" y="144683"/>
                  </a:lnTo>
                  <a:lnTo>
                    <a:pt x="467392" y="143140"/>
                  </a:lnTo>
                  <a:lnTo>
                    <a:pt x="461653" y="142898"/>
                  </a:lnTo>
                  <a:lnTo>
                    <a:pt x="456239" y="141143"/>
                  </a:lnTo>
                  <a:lnTo>
                    <a:pt x="452688" y="140811"/>
                  </a:lnTo>
                  <a:lnTo>
                    <a:pt x="442304" y="139268"/>
                  </a:lnTo>
                  <a:lnTo>
                    <a:pt x="432481" y="137271"/>
                  </a:lnTo>
                  <a:lnTo>
                    <a:pt x="375470" y="169185"/>
                  </a:lnTo>
                  <a:lnTo>
                    <a:pt x="322364" y="202852"/>
                  </a:lnTo>
                  <a:lnTo>
                    <a:pt x="314169" y="201491"/>
                  </a:lnTo>
                  <a:lnTo>
                    <a:pt x="300944" y="201461"/>
                  </a:lnTo>
                  <a:lnTo>
                    <a:pt x="297601" y="202398"/>
                  </a:lnTo>
                  <a:lnTo>
                    <a:pt x="296832" y="202247"/>
                  </a:lnTo>
                  <a:lnTo>
                    <a:pt x="295974" y="202247"/>
                  </a:lnTo>
                  <a:lnTo>
                    <a:pt x="294938" y="202398"/>
                  </a:lnTo>
                  <a:lnTo>
                    <a:pt x="293962" y="202519"/>
                  </a:lnTo>
                  <a:lnTo>
                    <a:pt x="292808" y="202852"/>
                  </a:lnTo>
                  <a:lnTo>
                    <a:pt x="291329" y="203366"/>
                  </a:lnTo>
                  <a:lnTo>
                    <a:pt x="290175" y="203911"/>
                  </a:lnTo>
                  <a:lnTo>
                    <a:pt x="289376" y="204425"/>
                  </a:lnTo>
                  <a:lnTo>
                    <a:pt x="288281" y="204849"/>
                  </a:lnTo>
                  <a:lnTo>
                    <a:pt x="287867" y="205000"/>
                  </a:lnTo>
                  <a:lnTo>
                    <a:pt x="286920" y="205756"/>
                  </a:lnTo>
                  <a:lnTo>
                    <a:pt x="285737" y="206391"/>
                  </a:lnTo>
                  <a:lnTo>
                    <a:pt x="284968" y="206482"/>
                  </a:lnTo>
                  <a:lnTo>
                    <a:pt x="283843" y="206028"/>
                  </a:lnTo>
                  <a:lnTo>
                    <a:pt x="283666" y="205968"/>
                  </a:lnTo>
                  <a:lnTo>
                    <a:pt x="282719" y="205363"/>
                  </a:lnTo>
                  <a:lnTo>
                    <a:pt x="281920" y="205091"/>
                  </a:lnTo>
                  <a:lnTo>
                    <a:pt x="281329" y="204455"/>
                  </a:lnTo>
                  <a:lnTo>
                    <a:pt x="280796" y="203578"/>
                  </a:lnTo>
                  <a:lnTo>
                    <a:pt x="279701" y="203064"/>
                  </a:lnTo>
                  <a:lnTo>
                    <a:pt x="277512" y="202913"/>
                  </a:lnTo>
                  <a:lnTo>
                    <a:pt x="276062" y="203427"/>
                  </a:lnTo>
                  <a:lnTo>
                    <a:pt x="274583" y="203669"/>
                  </a:lnTo>
                  <a:lnTo>
                    <a:pt x="273696" y="203760"/>
                  </a:lnTo>
                  <a:lnTo>
                    <a:pt x="272749" y="203850"/>
                  </a:lnTo>
                  <a:lnTo>
                    <a:pt x="271033" y="203457"/>
                  </a:lnTo>
                  <a:lnTo>
                    <a:pt x="270086" y="203366"/>
                  </a:lnTo>
                  <a:lnTo>
                    <a:pt x="268962" y="203669"/>
                  </a:lnTo>
                  <a:lnTo>
                    <a:pt x="266625" y="203397"/>
                  </a:lnTo>
                  <a:lnTo>
                    <a:pt x="264583" y="203366"/>
                  </a:lnTo>
                  <a:lnTo>
                    <a:pt x="263725" y="203518"/>
                  </a:lnTo>
                  <a:lnTo>
                    <a:pt x="262128" y="204092"/>
                  </a:lnTo>
                  <a:lnTo>
                    <a:pt x="260885" y="204546"/>
                  </a:lnTo>
                  <a:lnTo>
                    <a:pt x="259642" y="204425"/>
                  </a:lnTo>
                  <a:lnTo>
                    <a:pt x="257424" y="204365"/>
                  </a:lnTo>
                  <a:lnTo>
                    <a:pt x="256861" y="204274"/>
                  </a:lnTo>
                  <a:lnTo>
                    <a:pt x="255441" y="204123"/>
                  </a:lnTo>
                  <a:lnTo>
                    <a:pt x="254080" y="203639"/>
                  </a:lnTo>
                  <a:lnTo>
                    <a:pt x="253074" y="203699"/>
                  </a:lnTo>
                  <a:lnTo>
                    <a:pt x="251950" y="203699"/>
                  </a:lnTo>
                  <a:lnTo>
                    <a:pt x="250885" y="203669"/>
                  </a:lnTo>
                  <a:lnTo>
                    <a:pt x="249554" y="203669"/>
                  </a:lnTo>
                  <a:lnTo>
                    <a:pt x="248370" y="203850"/>
                  </a:lnTo>
                  <a:lnTo>
                    <a:pt x="246418" y="204607"/>
                  </a:lnTo>
                  <a:lnTo>
                    <a:pt x="243193" y="205091"/>
                  </a:lnTo>
                  <a:lnTo>
                    <a:pt x="242276" y="205877"/>
                  </a:lnTo>
                  <a:lnTo>
                    <a:pt x="241654" y="206724"/>
                  </a:lnTo>
                  <a:lnTo>
                    <a:pt x="240412" y="207511"/>
                  </a:lnTo>
                  <a:lnTo>
                    <a:pt x="239347" y="208176"/>
                  </a:lnTo>
                  <a:lnTo>
                    <a:pt x="238459" y="209084"/>
                  </a:lnTo>
                  <a:lnTo>
                    <a:pt x="237039" y="210112"/>
                  </a:lnTo>
                  <a:lnTo>
                    <a:pt x="235944" y="210838"/>
                  </a:lnTo>
                  <a:lnTo>
                    <a:pt x="234850" y="212230"/>
                  </a:lnTo>
                  <a:lnTo>
                    <a:pt x="234583" y="213258"/>
                  </a:lnTo>
                  <a:lnTo>
                    <a:pt x="234376" y="214165"/>
                  </a:lnTo>
                  <a:lnTo>
                    <a:pt x="233992" y="215375"/>
                  </a:lnTo>
                  <a:lnTo>
                    <a:pt x="232779" y="217100"/>
                  </a:lnTo>
                  <a:lnTo>
                    <a:pt x="231862" y="217977"/>
                  </a:lnTo>
                  <a:lnTo>
                    <a:pt x="229702" y="219278"/>
                  </a:lnTo>
                  <a:lnTo>
                    <a:pt x="228962" y="219883"/>
                  </a:lnTo>
                  <a:lnTo>
                    <a:pt x="228489" y="221304"/>
                  </a:lnTo>
                  <a:lnTo>
                    <a:pt x="227927" y="222787"/>
                  </a:lnTo>
                  <a:lnTo>
                    <a:pt x="227305" y="223422"/>
                  </a:lnTo>
                  <a:lnTo>
                    <a:pt x="226595" y="223271"/>
                  </a:lnTo>
                  <a:lnTo>
                    <a:pt x="225501" y="223180"/>
                  </a:lnTo>
                  <a:lnTo>
                    <a:pt x="222660" y="222998"/>
                  </a:lnTo>
                  <a:lnTo>
                    <a:pt x="220027" y="222454"/>
                  </a:lnTo>
                  <a:lnTo>
                    <a:pt x="218607" y="221577"/>
                  </a:lnTo>
                  <a:lnTo>
                    <a:pt x="217838" y="220941"/>
                  </a:lnTo>
                  <a:lnTo>
                    <a:pt x="215767" y="220851"/>
                  </a:lnTo>
                  <a:lnTo>
                    <a:pt x="212749" y="221728"/>
                  </a:lnTo>
                  <a:lnTo>
                    <a:pt x="211625" y="221456"/>
                  </a:lnTo>
                  <a:lnTo>
                    <a:pt x="210649" y="221214"/>
                  </a:lnTo>
                  <a:lnTo>
                    <a:pt x="208933" y="220760"/>
                  </a:lnTo>
                  <a:lnTo>
                    <a:pt x="205560" y="218552"/>
                  </a:lnTo>
                  <a:lnTo>
                    <a:pt x="204672" y="217916"/>
                  </a:lnTo>
                  <a:lnTo>
                    <a:pt x="203252" y="216888"/>
                  </a:lnTo>
                  <a:lnTo>
                    <a:pt x="198874" y="214710"/>
                  </a:lnTo>
                  <a:lnTo>
                    <a:pt x="194673" y="214438"/>
                  </a:lnTo>
                  <a:lnTo>
                    <a:pt x="191329" y="215315"/>
                  </a:lnTo>
                  <a:lnTo>
                    <a:pt x="189377" y="216555"/>
                  </a:lnTo>
                  <a:lnTo>
                    <a:pt x="188755" y="216495"/>
                  </a:lnTo>
                  <a:lnTo>
                    <a:pt x="188312" y="216404"/>
                  </a:lnTo>
                  <a:lnTo>
                    <a:pt x="187572" y="216374"/>
                  </a:lnTo>
                  <a:lnTo>
                    <a:pt x="186714" y="216646"/>
                  </a:lnTo>
                  <a:lnTo>
                    <a:pt x="186063" y="216918"/>
                  </a:lnTo>
                  <a:lnTo>
                    <a:pt x="185590" y="217009"/>
                  </a:lnTo>
                  <a:lnTo>
                    <a:pt x="185235" y="216797"/>
                  </a:lnTo>
                  <a:lnTo>
                    <a:pt x="184821" y="216827"/>
                  </a:lnTo>
                  <a:lnTo>
                    <a:pt x="184051" y="216948"/>
                  </a:lnTo>
                  <a:lnTo>
                    <a:pt x="183844" y="216948"/>
                  </a:lnTo>
                  <a:lnTo>
                    <a:pt x="183341" y="216918"/>
                  </a:lnTo>
                  <a:lnTo>
                    <a:pt x="182542" y="217160"/>
                  </a:lnTo>
                  <a:lnTo>
                    <a:pt x="173578" y="219701"/>
                  </a:lnTo>
                  <a:lnTo>
                    <a:pt x="171625" y="218824"/>
                  </a:lnTo>
                  <a:lnTo>
                    <a:pt x="171477" y="218370"/>
                  </a:lnTo>
                  <a:lnTo>
                    <a:pt x="171182" y="217311"/>
                  </a:lnTo>
                  <a:lnTo>
                    <a:pt x="169022" y="213470"/>
                  </a:lnTo>
                  <a:lnTo>
                    <a:pt x="168756" y="212956"/>
                  </a:lnTo>
                  <a:lnTo>
                    <a:pt x="168105" y="211685"/>
                  </a:lnTo>
                  <a:lnTo>
                    <a:pt x="167898" y="211322"/>
                  </a:lnTo>
                  <a:lnTo>
                    <a:pt x="166655" y="209174"/>
                  </a:lnTo>
                  <a:lnTo>
                    <a:pt x="165442" y="207027"/>
                  </a:lnTo>
                  <a:lnTo>
                    <a:pt x="165176" y="206603"/>
                  </a:lnTo>
                  <a:lnTo>
                    <a:pt x="163075" y="202973"/>
                  </a:lnTo>
                  <a:lnTo>
                    <a:pt x="162838" y="202580"/>
                  </a:lnTo>
                  <a:lnTo>
                    <a:pt x="162543" y="202035"/>
                  </a:lnTo>
                  <a:lnTo>
                    <a:pt x="160620" y="198738"/>
                  </a:lnTo>
                  <a:lnTo>
                    <a:pt x="160176" y="197982"/>
                  </a:lnTo>
                  <a:lnTo>
                    <a:pt x="159850" y="197438"/>
                  </a:lnTo>
                  <a:lnTo>
                    <a:pt x="159732" y="197226"/>
                  </a:lnTo>
                  <a:lnTo>
                    <a:pt x="158401" y="195139"/>
                  </a:lnTo>
                  <a:lnTo>
                    <a:pt x="153016" y="197982"/>
                  </a:lnTo>
                  <a:lnTo>
                    <a:pt x="149436" y="199857"/>
                  </a:lnTo>
                  <a:lnTo>
                    <a:pt x="147010" y="201158"/>
                  </a:lnTo>
                  <a:lnTo>
                    <a:pt x="146448" y="201430"/>
                  </a:lnTo>
                  <a:lnTo>
                    <a:pt x="142809" y="203366"/>
                  </a:lnTo>
                  <a:lnTo>
                    <a:pt x="140827" y="204395"/>
                  </a:lnTo>
                  <a:lnTo>
                    <a:pt x="140561" y="204546"/>
                  </a:lnTo>
                  <a:lnTo>
                    <a:pt x="138430" y="205484"/>
                  </a:lnTo>
                  <a:lnTo>
                    <a:pt x="137336" y="205998"/>
                  </a:lnTo>
                  <a:lnTo>
                    <a:pt x="135590" y="206785"/>
                  </a:lnTo>
                  <a:lnTo>
                    <a:pt x="134200" y="207390"/>
                  </a:lnTo>
                  <a:lnTo>
                    <a:pt x="132572" y="208116"/>
                  </a:lnTo>
                  <a:lnTo>
                    <a:pt x="130738" y="208963"/>
                  </a:lnTo>
                  <a:lnTo>
                    <a:pt x="127454" y="209326"/>
                  </a:lnTo>
                  <a:lnTo>
                    <a:pt x="122543" y="209840"/>
                  </a:lnTo>
                  <a:lnTo>
                    <a:pt x="121833" y="209931"/>
                  </a:lnTo>
                  <a:lnTo>
                    <a:pt x="116862" y="210475"/>
                  </a:lnTo>
                  <a:lnTo>
                    <a:pt x="116271" y="210687"/>
                  </a:lnTo>
                  <a:lnTo>
                    <a:pt x="115472" y="210959"/>
                  </a:lnTo>
                  <a:lnTo>
                    <a:pt x="113963" y="211504"/>
                  </a:lnTo>
                  <a:lnTo>
                    <a:pt x="110087" y="212895"/>
                  </a:lnTo>
                  <a:lnTo>
                    <a:pt x="108934" y="213409"/>
                  </a:lnTo>
                  <a:lnTo>
                    <a:pt x="101271" y="216737"/>
                  </a:lnTo>
                  <a:lnTo>
                    <a:pt x="100383" y="217130"/>
                  </a:lnTo>
                  <a:lnTo>
                    <a:pt x="100176" y="217221"/>
                  </a:lnTo>
                  <a:lnTo>
                    <a:pt x="97957" y="218098"/>
                  </a:lnTo>
                  <a:lnTo>
                    <a:pt x="96330" y="218733"/>
                  </a:lnTo>
                  <a:lnTo>
                    <a:pt x="91123" y="220760"/>
                  </a:lnTo>
                  <a:lnTo>
                    <a:pt x="89407" y="221425"/>
                  </a:lnTo>
                  <a:lnTo>
                    <a:pt x="88549" y="222091"/>
                  </a:lnTo>
                  <a:lnTo>
                    <a:pt x="84969" y="224934"/>
                  </a:lnTo>
                  <a:lnTo>
                    <a:pt x="83253" y="225872"/>
                  </a:lnTo>
                  <a:lnTo>
                    <a:pt x="82159" y="226356"/>
                  </a:lnTo>
                  <a:lnTo>
                    <a:pt x="81153" y="226205"/>
                  </a:lnTo>
                  <a:lnTo>
                    <a:pt x="80443" y="226054"/>
                  </a:lnTo>
                  <a:lnTo>
                    <a:pt x="79496" y="225751"/>
                  </a:lnTo>
                  <a:lnTo>
                    <a:pt x="78579" y="225570"/>
                  </a:lnTo>
                  <a:lnTo>
                    <a:pt x="77810" y="228564"/>
                  </a:lnTo>
                  <a:lnTo>
                    <a:pt x="76833" y="231498"/>
                  </a:lnTo>
                  <a:lnTo>
                    <a:pt x="75975" y="233555"/>
                  </a:lnTo>
                  <a:lnTo>
                    <a:pt x="75768" y="234100"/>
                  </a:lnTo>
                  <a:lnTo>
                    <a:pt x="74910" y="236127"/>
                  </a:lnTo>
                  <a:lnTo>
                    <a:pt x="73135" y="240482"/>
                  </a:lnTo>
                  <a:lnTo>
                    <a:pt x="72366" y="242297"/>
                  </a:lnTo>
                  <a:lnTo>
                    <a:pt x="71833" y="243598"/>
                  </a:lnTo>
                  <a:lnTo>
                    <a:pt x="71064" y="245504"/>
                  </a:lnTo>
                  <a:lnTo>
                    <a:pt x="69200" y="250072"/>
                  </a:lnTo>
                  <a:lnTo>
                    <a:pt x="68963" y="250707"/>
                  </a:lnTo>
                  <a:lnTo>
                    <a:pt x="67839" y="253429"/>
                  </a:lnTo>
                  <a:lnTo>
                    <a:pt x="67425" y="254488"/>
                  </a:lnTo>
                  <a:lnTo>
                    <a:pt x="65620" y="258814"/>
                  </a:lnTo>
                  <a:lnTo>
                    <a:pt x="65147" y="259903"/>
                  </a:lnTo>
                  <a:lnTo>
                    <a:pt x="65088" y="260114"/>
                  </a:lnTo>
                  <a:lnTo>
                    <a:pt x="64733" y="260750"/>
                  </a:lnTo>
                  <a:lnTo>
                    <a:pt x="64052" y="261869"/>
                  </a:lnTo>
                  <a:lnTo>
                    <a:pt x="63490" y="262807"/>
                  </a:lnTo>
                  <a:lnTo>
                    <a:pt x="62810" y="263926"/>
                  </a:lnTo>
                  <a:lnTo>
                    <a:pt x="61952" y="265106"/>
                  </a:lnTo>
                  <a:lnTo>
                    <a:pt x="61064" y="266195"/>
                  </a:lnTo>
                  <a:lnTo>
                    <a:pt x="60295" y="267041"/>
                  </a:lnTo>
                  <a:lnTo>
                    <a:pt x="59733" y="267677"/>
                  </a:lnTo>
                  <a:lnTo>
                    <a:pt x="59289" y="268100"/>
                  </a:lnTo>
                  <a:lnTo>
                    <a:pt x="58076" y="269280"/>
                  </a:lnTo>
                  <a:lnTo>
                    <a:pt x="56745" y="270550"/>
                  </a:lnTo>
                  <a:lnTo>
                    <a:pt x="56597" y="270671"/>
                  </a:lnTo>
                  <a:lnTo>
                    <a:pt x="56005" y="271216"/>
                  </a:lnTo>
                  <a:lnTo>
                    <a:pt x="55058" y="272154"/>
                  </a:lnTo>
                  <a:lnTo>
                    <a:pt x="54910" y="272305"/>
                  </a:lnTo>
                  <a:lnTo>
                    <a:pt x="54437" y="272759"/>
                  </a:lnTo>
                  <a:lnTo>
                    <a:pt x="53254" y="273878"/>
                  </a:lnTo>
                  <a:lnTo>
                    <a:pt x="52129" y="274997"/>
                  </a:lnTo>
                  <a:lnTo>
                    <a:pt x="51893" y="275239"/>
                  </a:lnTo>
                  <a:lnTo>
                    <a:pt x="51212" y="275905"/>
                  </a:lnTo>
                  <a:lnTo>
                    <a:pt x="50946" y="276177"/>
                  </a:lnTo>
                  <a:lnTo>
                    <a:pt x="50058" y="277054"/>
                  </a:lnTo>
                  <a:lnTo>
                    <a:pt x="49762" y="277296"/>
                  </a:lnTo>
                  <a:lnTo>
                    <a:pt x="49230" y="277841"/>
                  </a:lnTo>
                  <a:lnTo>
                    <a:pt x="48224" y="278930"/>
                  </a:lnTo>
                  <a:lnTo>
                    <a:pt x="47810" y="279414"/>
                  </a:lnTo>
                  <a:lnTo>
                    <a:pt x="47514" y="279867"/>
                  </a:lnTo>
                  <a:lnTo>
                    <a:pt x="47425" y="280049"/>
                  </a:lnTo>
                  <a:lnTo>
                    <a:pt x="47307" y="280260"/>
                  </a:lnTo>
                  <a:lnTo>
                    <a:pt x="47248" y="280412"/>
                  </a:lnTo>
                  <a:lnTo>
                    <a:pt x="45354" y="280472"/>
                  </a:lnTo>
                  <a:lnTo>
                    <a:pt x="41686" y="280502"/>
                  </a:lnTo>
                  <a:lnTo>
                    <a:pt x="41419" y="278869"/>
                  </a:lnTo>
                  <a:lnTo>
                    <a:pt x="41153" y="277599"/>
                  </a:lnTo>
                  <a:lnTo>
                    <a:pt x="41005" y="277115"/>
                  </a:lnTo>
                  <a:lnTo>
                    <a:pt x="40768" y="276691"/>
                  </a:lnTo>
                  <a:lnTo>
                    <a:pt x="40236" y="275935"/>
                  </a:lnTo>
                  <a:lnTo>
                    <a:pt x="38964" y="274271"/>
                  </a:lnTo>
                  <a:lnTo>
                    <a:pt x="37958" y="272940"/>
                  </a:lnTo>
                  <a:lnTo>
                    <a:pt x="37336" y="272154"/>
                  </a:lnTo>
                  <a:lnTo>
                    <a:pt x="37100" y="271851"/>
                  </a:lnTo>
                  <a:lnTo>
                    <a:pt x="35147" y="269340"/>
                  </a:lnTo>
                  <a:lnTo>
                    <a:pt x="34496" y="268463"/>
                  </a:lnTo>
                  <a:lnTo>
                    <a:pt x="32484" y="265832"/>
                  </a:lnTo>
                  <a:lnTo>
                    <a:pt x="32218" y="265499"/>
                  </a:lnTo>
                  <a:lnTo>
                    <a:pt x="31922" y="265075"/>
                  </a:lnTo>
                  <a:lnTo>
                    <a:pt x="24615" y="255456"/>
                  </a:lnTo>
                  <a:lnTo>
                    <a:pt x="21419" y="251312"/>
                  </a:lnTo>
                  <a:lnTo>
                    <a:pt x="20976" y="250283"/>
                  </a:lnTo>
                  <a:lnTo>
                    <a:pt x="21419" y="249830"/>
                  </a:lnTo>
                  <a:lnTo>
                    <a:pt x="21035" y="249285"/>
                  </a:lnTo>
                  <a:lnTo>
                    <a:pt x="20916" y="248862"/>
                  </a:lnTo>
                  <a:lnTo>
                    <a:pt x="20887" y="248589"/>
                  </a:lnTo>
                  <a:lnTo>
                    <a:pt x="21005" y="247833"/>
                  </a:lnTo>
                  <a:lnTo>
                    <a:pt x="21094" y="247531"/>
                  </a:lnTo>
                  <a:lnTo>
                    <a:pt x="21272" y="247137"/>
                  </a:lnTo>
                  <a:lnTo>
                    <a:pt x="21508" y="246805"/>
                  </a:lnTo>
                  <a:lnTo>
                    <a:pt x="21774" y="246563"/>
                  </a:lnTo>
                  <a:lnTo>
                    <a:pt x="22159" y="246411"/>
                  </a:lnTo>
                  <a:lnTo>
                    <a:pt x="22869" y="246200"/>
                  </a:lnTo>
                  <a:lnTo>
                    <a:pt x="24053" y="246048"/>
                  </a:lnTo>
                  <a:lnTo>
                    <a:pt x="25206" y="245927"/>
                  </a:lnTo>
                  <a:lnTo>
                    <a:pt x="25650" y="245927"/>
                  </a:lnTo>
                  <a:lnTo>
                    <a:pt x="26863" y="245988"/>
                  </a:lnTo>
                  <a:lnTo>
                    <a:pt x="27011" y="245988"/>
                  </a:lnTo>
                  <a:lnTo>
                    <a:pt x="28727" y="246048"/>
                  </a:lnTo>
                  <a:lnTo>
                    <a:pt x="30118" y="246079"/>
                  </a:lnTo>
                  <a:lnTo>
                    <a:pt x="30295" y="246079"/>
                  </a:lnTo>
                  <a:lnTo>
                    <a:pt x="30768" y="245897"/>
                  </a:lnTo>
                  <a:lnTo>
                    <a:pt x="30502" y="245716"/>
                  </a:lnTo>
                  <a:lnTo>
                    <a:pt x="29970" y="245322"/>
                  </a:lnTo>
                  <a:lnTo>
                    <a:pt x="29851" y="245141"/>
                  </a:lnTo>
                  <a:lnTo>
                    <a:pt x="29319" y="244536"/>
                  </a:lnTo>
                  <a:lnTo>
                    <a:pt x="28609" y="243144"/>
                  </a:lnTo>
                  <a:lnTo>
                    <a:pt x="27987" y="241450"/>
                  </a:lnTo>
                  <a:lnTo>
                    <a:pt x="27337" y="239787"/>
                  </a:lnTo>
                  <a:lnTo>
                    <a:pt x="27159" y="239273"/>
                  </a:lnTo>
                  <a:lnTo>
                    <a:pt x="27159" y="238758"/>
                  </a:lnTo>
                  <a:lnTo>
                    <a:pt x="27189" y="238214"/>
                  </a:lnTo>
                  <a:lnTo>
                    <a:pt x="27277" y="237851"/>
                  </a:lnTo>
                  <a:lnTo>
                    <a:pt x="27573" y="236490"/>
                  </a:lnTo>
                  <a:lnTo>
                    <a:pt x="27632" y="236248"/>
                  </a:lnTo>
                  <a:lnTo>
                    <a:pt x="28283" y="233495"/>
                  </a:lnTo>
                  <a:lnTo>
                    <a:pt x="28934" y="230772"/>
                  </a:lnTo>
                  <a:lnTo>
                    <a:pt x="29230" y="229441"/>
                  </a:lnTo>
                  <a:lnTo>
                    <a:pt x="29289" y="229230"/>
                  </a:lnTo>
                  <a:lnTo>
                    <a:pt x="29911" y="226598"/>
                  </a:lnTo>
                  <a:lnTo>
                    <a:pt x="30828" y="222696"/>
                  </a:lnTo>
                  <a:lnTo>
                    <a:pt x="32159" y="217100"/>
                  </a:lnTo>
                  <a:lnTo>
                    <a:pt x="31626" y="217160"/>
                  </a:lnTo>
                  <a:lnTo>
                    <a:pt x="31449" y="217190"/>
                  </a:lnTo>
                  <a:lnTo>
                    <a:pt x="30413" y="217342"/>
                  </a:lnTo>
                  <a:lnTo>
                    <a:pt x="29082" y="217463"/>
                  </a:lnTo>
                  <a:lnTo>
                    <a:pt x="28638" y="217463"/>
                  </a:lnTo>
                  <a:lnTo>
                    <a:pt x="25561" y="217584"/>
                  </a:lnTo>
                  <a:lnTo>
                    <a:pt x="22277" y="217735"/>
                  </a:lnTo>
                  <a:lnTo>
                    <a:pt x="20916" y="217705"/>
                  </a:lnTo>
                  <a:lnTo>
                    <a:pt x="17899" y="217372"/>
                  </a:lnTo>
                  <a:lnTo>
                    <a:pt x="11952" y="216767"/>
                  </a:lnTo>
                  <a:lnTo>
                    <a:pt x="10739" y="216646"/>
                  </a:lnTo>
                  <a:lnTo>
                    <a:pt x="4704" y="216222"/>
                  </a:lnTo>
                  <a:lnTo>
                    <a:pt x="3136" y="216192"/>
                  </a:lnTo>
                  <a:lnTo>
                    <a:pt x="2899" y="216162"/>
                  </a:lnTo>
                  <a:lnTo>
                    <a:pt x="2721" y="216162"/>
                  </a:lnTo>
                  <a:lnTo>
                    <a:pt x="1065" y="215980"/>
                  </a:lnTo>
                  <a:lnTo>
                    <a:pt x="0" y="215769"/>
                  </a:lnTo>
                  <a:lnTo>
                    <a:pt x="207" y="213651"/>
                  </a:lnTo>
                  <a:lnTo>
                    <a:pt x="236" y="213470"/>
                  </a:lnTo>
                  <a:lnTo>
                    <a:pt x="355" y="212230"/>
                  </a:lnTo>
                  <a:lnTo>
                    <a:pt x="562" y="210173"/>
                  </a:lnTo>
                  <a:lnTo>
                    <a:pt x="739" y="208569"/>
                  </a:lnTo>
                  <a:lnTo>
                    <a:pt x="828" y="207511"/>
                  </a:lnTo>
                  <a:lnTo>
                    <a:pt x="857" y="207299"/>
                  </a:lnTo>
                  <a:lnTo>
                    <a:pt x="1242" y="207390"/>
                  </a:lnTo>
                  <a:lnTo>
                    <a:pt x="1686" y="207450"/>
                  </a:lnTo>
                  <a:lnTo>
                    <a:pt x="2337" y="207238"/>
                  </a:lnTo>
                  <a:lnTo>
                    <a:pt x="2514" y="206906"/>
                  </a:lnTo>
                  <a:lnTo>
                    <a:pt x="2514" y="206452"/>
                  </a:lnTo>
                  <a:lnTo>
                    <a:pt x="2544" y="206180"/>
                  </a:lnTo>
                  <a:lnTo>
                    <a:pt x="2633" y="205907"/>
                  </a:lnTo>
                  <a:lnTo>
                    <a:pt x="2810" y="205544"/>
                  </a:lnTo>
                  <a:lnTo>
                    <a:pt x="3047" y="205030"/>
                  </a:lnTo>
                  <a:lnTo>
                    <a:pt x="3165" y="204849"/>
                  </a:lnTo>
                  <a:lnTo>
                    <a:pt x="3431" y="204334"/>
                  </a:lnTo>
                  <a:lnTo>
                    <a:pt x="3846" y="203820"/>
                  </a:lnTo>
                  <a:lnTo>
                    <a:pt x="4526" y="203124"/>
                  </a:lnTo>
                  <a:lnTo>
                    <a:pt x="4792" y="202852"/>
                  </a:lnTo>
                  <a:lnTo>
                    <a:pt x="5414" y="202277"/>
                  </a:lnTo>
                  <a:lnTo>
                    <a:pt x="6094" y="201854"/>
                  </a:lnTo>
                  <a:lnTo>
                    <a:pt x="6656" y="201793"/>
                  </a:lnTo>
                  <a:lnTo>
                    <a:pt x="7011" y="201733"/>
                  </a:lnTo>
                  <a:lnTo>
                    <a:pt x="7928" y="201491"/>
                  </a:lnTo>
                  <a:lnTo>
                    <a:pt x="8727" y="200916"/>
                  </a:lnTo>
                  <a:lnTo>
                    <a:pt x="8846" y="200493"/>
                  </a:lnTo>
                  <a:lnTo>
                    <a:pt x="8934" y="200039"/>
                  </a:lnTo>
                  <a:lnTo>
                    <a:pt x="8994" y="199888"/>
                  </a:lnTo>
                  <a:lnTo>
                    <a:pt x="9053" y="199706"/>
                  </a:lnTo>
                  <a:lnTo>
                    <a:pt x="9201" y="199313"/>
                  </a:lnTo>
                  <a:lnTo>
                    <a:pt x="9319" y="199132"/>
                  </a:lnTo>
                  <a:lnTo>
                    <a:pt x="9496" y="198738"/>
                  </a:lnTo>
                  <a:lnTo>
                    <a:pt x="9585" y="198406"/>
                  </a:lnTo>
                  <a:lnTo>
                    <a:pt x="9704" y="198103"/>
                  </a:lnTo>
                  <a:lnTo>
                    <a:pt x="9881" y="197861"/>
                  </a:lnTo>
                  <a:lnTo>
                    <a:pt x="10059" y="197710"/>
                  </a:lnTo>
                  <a:lnTo>
                    <a:pt x="10384" y="197589"/>
                  </a:lnTo>
                  <a:lnTo>
                    <a:pt x="10769" y="197498"/>
                  </a:lnTo>
                  <a:lnTo>
                    <a:pt x="11035" y="197256"/>
                  </a:lnTo>
                  <a:lnTo>
                    <a:pt x="11922" y="195774"/>
                  </a:lnTo>
                  <a:lnTo>
                    <a:pt x="12130" y="195653"/>
                  </a:lnTo>
                  <a:lnTo>
                    <a:pt x="13579" y="194624"/>
                  </a:lnTo>
                  <a:lnTo>
                    <a:pt x="16272" y="194231"/>
                  </a:lnTo>
                  <a:lnTo>
                    <a:pt x="19792" y="194776"/>
                  </a:lnTo>
                  <a:lnTo>
                    <a:pt x="23106" y="196923"/>
                  </a:lnTo>
                  <a:lnTo>
                    <a:pt x="27307" y="200977"/>
                  </a:lnTo>
                  <a:lnTo>
                    <a:pt x="30325" y="202640"/>
                  </a:lnTo>
                  <a:lnTo>
                    <a:pt x="32573" y="203518"/>
                  </a:lnTo>
                  <a:lnTo>
                    <a:pt x="35621" y="203911"/>
                  </a:lnTo>
                  <a:lnTo>
                    <a:pt x="39555" y="203911"/>
                  </a:lnTo>
                  <a:lnTo>
                    <a:pt x="43461" y="204123"/>
                  </a:lnTo>
                  <a:lnTo>
                    <a:pt x="45088" y="204486"/>
                  </a:lnTo>
                  <a:lnTo>
                    <a:pt x="45828" y="204909"/>
                  </a:lnTo>
                  <a:lnTo>
                    <a:pt x="46005" y="205091"/>
                  </a:lnTo>
                  <a:lnTo>
                    <a:pt x="46419" y="205212"/>
                  </a:lnTo>
                  <a:lnTo>
                    <a:pt x="46567" y="205454"/>
                  </a:lnTo>
                  <a:lnTo>
                    <a:pt x="46686" y="206180"/>
                  </a:lnTo>
                  <a:lnTo>
                    <a:pt x="46449" y="206270"/>
                  </a:lnTo>
                  <a:lnTo>
                    <a:pt x="46153" y="206391"/>
                  </a:lnTo>
                  <a:lnTo>
                    <a:pt x="46330" y="207087"/>
                  </a:lnTo>
                  <a:lnTo>
                    <a:pt x="46449" y="207480"/>
                  </a:lnTo>
                  <a:lnTo>
                    <a:pt x="46390" y="207662"/>
                  </a:lnTo>
                  <a:lnTo>
                    <a:pt x="46360" y="207904"/>
                  </a:lnTo>
                  <a:lnTo>
                    <a:pt x="46390" y="208176"/>
                  </a:lnTo>
                  <a:lnTo>
                    <a:pt x="46419" y="208509"/>
                  </a:lnTo>
                  <a:lnTo>
                    <a:pt x="46390" y="209053"/>
                  </a:lnTo>
                  <a:lnTo>
                    <a:pt x="46301" y="209235"/>
                  </a:lnTo>
                  <a:lnTo>
                    <a:pt x="46094" y="209598"/>
                  </a:lnTo>
                  <a:lnTo>
                    <a:pt x="46064" y="209961"/>
                  </a:lnTo>
                  <a:lnTo>
                    <a:pt x="46005" y="210173"/>
                  </a:lnTo>
                  <a:lnTo>
                    <a:pt x="45946" y="210415"/>
                  </a:lnTo>
                  <a:lnTo>
                    <a:pt x="45916" y="210717"/>
                  </a:lnTo>
                  <a:lnTo>
                    <a:pt x="45946" y="210959"/>
                  </a:lnTo>
                  <a:lnTo>
                    <a:pt x="45975" y="211231"/>
                  </a:lnTo>
                  <a:lnTo>
                    <a:pt x="45916" y="211625"/>
                  </a:lnTo>
                  <a:lnTo>
                    <a:pt x="46153" y="211957"/>
                  </a:lnTo>
                  <a:lnTo>
                    <a:pt x="46360" y="212109"/>
                  </a:lnTo>
                  <a:lnTo>
                    <a:pt x="46449" y="212260"/>
                  </a:lnTo>
                  <a:lnTo>
                    <a:pt x="46745" y="212532"/>
                  </a:lnTo>
                  <a:lnTo>
                    <a:pt x="46981" y="212744"/>
                  </a:lnTo>
                  <a:lnTo>
                    <a:pt x="47218" y="212986"/>
                  </a:lnTo>
                  <a:lnTo>
                    <a:pt x="47751" y="213288"/>
                  </a:lnTo>
                  <a:lnTo>
                    <a:pt x="47869" y="213470"/>
                  </a:lnTo>
                  <a:lnTo>
                    <a:pt x="48046" y="213712"/>
                  </a:lnTo>
                  <a:lnTo>
                    <a:pt x="48106" y="213863"/>
                  </a:lnTo>
                  <a:lnTo>
                    <a:pt x="48431" y="213712"/>
                  </a:lnTo>
                  <a:lnTo>
                    <a:pt x="49112" y="213288"/>
                  </a:lnTo>
                  <a:lnTo>
                    <a:pt x="49407" y="213107"/>
                  </a:lnTo>
                  <a:lnTo>
                    <a:pt x="53372" y="210294"/>
                  </a:lnTo>
                  <a:lnTo>
                    <a:pt x="58372" y="206875"/>
                  </a:lnTo>
                  <a:lnTo>
                    <a:pt x="65857" y="203548"/>
                  </a:lnTo>
                  <a:lnTo>
                    <a:pt x="73253" y="200069"/>
                  </a:lnTo>
                  <a:lnTo>
                    <a:pt x="76508" y="198708"/>
                  </a:lnTo>
                  <a:lnTo>
                    <a:pt x="79170" y="197528"/>
                  </a:lnTo>
                  <a:lnTo>
                    <a:pt x="79910" y="197165"/>
                  </a:lnTo>
                  <a:lnTo>
                    <a:pt x="80768" y="196802"/>
                  </a:lnTo>
                  <a:lnTo>
                    <a:pt x="86064" y="194443"/>
                  </a:lnTo>
                  <a:lnTo>
                    <a:pt x="86596" y="194201"/>
                  </a:lnTo>
                  <a:lnTo>
                    <a:pt x="88312" y="193414"/>
                  </a:lnTo>
                  <a:lnTo>
                    <a:pt x="88520" y="193324"/>
                  </a:lnTo>
                  <a:lnTo>
                    <a:pt x="90383" y="192507"/>
                  </a:lnTo>
                  <a:lnTo>
                    <a:pt x="98579" y="188937"/>
                  </a:lnTo>
                  <a:lnTo>
                    <a:pt x="98727" y="188877"/>
                  </a:lnTo>
                  <a:lnTo>
                    <a:pt x="104525" y="186366"/>
                  </a:lnTo>
                  <a:lnTo>
                    <a:pt x="105502" y="185943"/>
                  </a:lnTo>
                  <a:lnTo>
                    <a:pt x="106596" y="185489"/>
                  </a:lnTo>
                  <a:lnTo>
                    <a:pt x="109318" y="184279"/>
                  </a:lnTo>
                  <a:lnTo>
                    <a:pt x="109703" y="184128"/>
                  </a:lnTo>
                  <a:lnTo>
                    <a:pt x="118342" y="180347"/>
                  </a:lnTo>
                  <a:lnTo>
                    <a:pt x="121152" y="179137"/>
                  </a:lnTo>
                  <a:lnTo>
                    <a:pt x="123874" y="177927"/>
                  </a:lnTo>
                  <a:lnTo>
                    <a:pt x="124407" y="177715"/>
                  </a:lnTo>
                  <a:lnTo>
                    <a:pt x="125472" y="177261"/>
                  </a:lnTo>
                  <a:lnTo>
                    <a:pt x="135442" y="173177"/>
                  </a:lnTo>
                  <a:lnTo>
                    <a:pt x="137010" y="172512"/>
                  </a:lnTo>
                  <a:lnTo>
                    <a:pt x="146182" y="168791"/>
                  </a:lnTo>
                  <a:lnTo>
                    <a:pt x="158578" y="163709"/>
                  </a:lnTo>
                  <a:lnTo>
                    <a:pt x="162957" y="161925"/>
                  </a:lnTo>
                  <a:lnTo>
                    <a:pt x="163933" y="161531"/>
                  </a:lnTo>
                  <a:lnTo>
                    <a:pt x="167188" y="160200"/>
                  </a:lnTo>
                  <a:lnTo>
                    <a:pt x="170560" y="158809"/>
                  </a:lnTo>
                  <a:lnTo>
                    <a:pt x="171537" y="158416"/>
                  </a:lnTo>
                  <a:lnTo>
                    <a:pt x="173105" y="157781"/>
                  </a:lnTo>
                  <a:lnTo>
                    <a:pt x="177631" y="155935"/>
                  </a:lnTo>
                  <a:lnTo>
                    <a:pt x="178282" y="155663"/>
                  </a:lnTo>
                  <a:lnTo>
                    <a:pt x="173578" y="143926"/>
                  </a:lnTo>
                  <a:lnTo>
                    <a:pt x="173341" y="144078"/>
                  </a:lnTo>
                  <a:lnTo>
                    <a:pt x="173193" y="144168"/>
                  </a:lnTo>
                  <a:lnTo>
                    <a:pt x="171744" y="140145"/>
                  </a:lnTo>
                  <a:lnTo>
                    <a:pt x="170560" y="137211"/>
                  </a:lnTo>
                  <a:lnTo>
                    <a:pt x="169791" y="135245"/>
                  </a:lnTo>
                  <a:lnTo>
                    <a:pt x="168253" y="131645"/>
                  </a:lnTo>
                  <a:lnTo>
                    <a:pt x="167483" y="129800"/>
                  </a:lnTo>
                  <a:lnTo>
                    <a:pt x="166300" y="127077"/>
                  </a:lnTo>
                  <a:lnTo>
                    <a:pt x="165620" y="125656"/>
                  </a:lnTo>
                  <a:lnTo>
                    <a:pt x="165028" y="124839"/>
                  </a:lnTo>
                  <a:lnTo>
                    <a:pt x="164436" y="123629"/>
                  </a:lnTo>
                  <a:lnTo>
                    <a:pt x="163371" y="120483"/>
                  </a:lnTo>
                  <a:lnTo>
                    <a:pt x="162691" y="117488"/>
                  </a:lnTo>
                  <a:lnTo>
                    <a:pt x="162513" y="116732"/>
                  </a:lnTo>
                  <a:lnTo>
                    <a:pt x="163608" y="116430"/>
                  </a:lnTo>
                  <a:lnTo>
                    <a:pt x="164318" y="116218"/>
                  </a:lnTo>
                  <a:lnTo>
                    <a:pt x="163785" y="114161"/>
                  </a:lnTo>
                  <a:lnTo>
                    <a:pt x="163549" y="113253"/>
                  </a:lnTo>
                  <a:lnTo>
                    <a:pt x="163460" y="112074"/>
                  </a:lnTo>
                  <a:lnTo>
                    <a:pt x="163401" y="111680"/>
                  </a:lnTo>
                  <a:lnTo>
                    <a:pt x="163401" y="111257"/>
                  </a:lnTo>
                  <a:lnTo>
                    <a:pt x="163460" y="108716"/>
                  </a:lnTo>
                  <a:lnTo>
                    <a:pt x="161389" y="108292"/>
                  </a:lnTo>
                  <a:lnTo>
                    <a:pt x="161211" y="108262"/>
                  </a:lnTo>
                  <a:lnTo>
                    <a:pt x="160797" y="108141"/>
                  </a:lnTo>
                  <a:lnTo>
                    <a:pt x="160590" y="107869"/>
                  </a:lnTo>
                  <a:lnTo>
                    <a:pt x="160235" y="106840"/>
                  </a:lnTo>
                  <a:lnTo>
                    <a:pt x="159998" y="106750"/>
                  </a:lnTo>
                  <a:lnTo>
                    <a:pt x="156300" y="107294"/>
                  </a:lnTo>
                  <a:lnTo>
                    <a:pt x="151182" y="108050"/>
                  </a:lnTo>
                  <a:lnTo>
                    <a:pt x="148282" y="108504"/>
                  </a:lnTo>
                  <a:lnTo>
                    <a:pt x="147513" y="108655"/>
                  </a:lnTo>
                  <a:lnTo>
                    <a:pt x="147188" y="108716"/>
                  </a:lnTo>
                  <a:lnTo>
                    <a:pt x="143342" y="109442"/>
                  </a:lnTo>
                  <a:lnTo>
                    <a:pt x="140620" y="109926"/>
                  </a:lnTo>
                  <a:lnTo>
                    <a:pt x="140620" y="109775"/>
                  </a:lnTo>
                  <a:lnTo>
                    <a:pt x="140265" y="109835"/>
                  </a:lnTo>
                  <a:lnTo>
                    <a:pt x="126478" y="112074"/>
                  </a:lnTo>
                  <a:lnTo>
                    <a:pt x="126567" y="111892"/>
                  </a:lnTo>
                  <a:lnTo>
                    <a:pt x="126774" y="111378"/>
                  </a:lnTo>
                  <a:lnTo>
                    <a:pt x="126981" y="110954"/>
                  </a:lnTo>
                  <a:lnTo>
                    <a:pt x="127217" y="110531"/>
                  </a:lnTo>
                  <a:lnTo>
                    <a:pt x="127484" y="110047"/>
                  </a:lnTo>
                  <a:lnTo>
                    <a:pt x="127661" y="109775"/>
                  </a:lnTo>
                  <a:lnTo>
                    <a:pt x="127927" y="109200"/>
                  </a:lnTo>
                  <a:lnTo>
                    <a:pt x="128578" y="108262"/>
                  </a:lnTo>
                  <a:lnTo>
                    <a:pt x="128756" y="108050"/>
                  </a:lnTo>
                  <a:lnTo>
                    <a:pt x="129496" y="107143"/>
                  </a:lnTo>
                  <a:lnTo>
                    <a:pt x="129703" y="106992"/>
                  </a:lnTo>
                  <a:lnTo>
                    <a:pt x="129910" y="106750"/>
                  </a:lnTo>
                  <a:lnTo>
                    <a:pt x="130146" y="106478"/>
                  </a:lnTo>
                  <a:lnTo>
                    <a:pt x="130294" y="106296"/>
                  </a:lnTo>
                  <a:lnTo>
                    <a:pt x="130442" y="106024"/>
                  </a:lnTo>
                  <a:lnTo>
                    <a:pt x="131064" y="104844"/>
                  </a:lnTo>
                  <a:lnTo>
                    <a:pt x="131537" y="104602"/>
                  </a:lnTo>
                  <a:lnTo>
                    <a:pt x="131862" y="104451"/>
                  </a:lnTo>
                  <a:lnTo>
                    <a:pt x="132425" y="103725"/>
                  </a:lnTo>
                  <a:lnTo>
                    <a:pt x="132809" y="103301"/>
                  </a:lnTo>
                  <a:lnTo>
                    <a:pt x="133105" y="102091"/>
                  </a:lnTo>
                  <a:lnTo>
                    <a:pt x="133223" y="101819"/>
                  </a:lnTo>
                  <a:lnTo>
                    <a:pt x="133490" y="101214"/>
                  </a:lnTo>
                  <a:lnTo>
                    <a:pt x="133756" y="101002"/>
                  </a:lnTo>
                  <a:lnTo>
                    <a:pt x="134052" y="100791"/>
                  </a:lnTo>
                  <a:lnTo>
                    <a:pt x="134140" y="100458"/>
                  </a:lnTo>
                  <a:lnTo>
                    <a:pt x="134170" y="100246"/>
                  </a:lnTo>
                  <a:lnTo>
                    <a:pt x="134140" y="100034"/>
                  </a:lnTo>
                  <a:lnTo>
                    <a:pt x="133993" y="99762"/>
                  </a:lnTo>
                  <a:lnTo>
                    <a:pt x="133874" y="99308"/>
                  </a:lnTo>
                  <a:lnTo>
                    <a:pt x="134229" y="99006"/>
                  </a:lnTo>
                  <a:lnTo>
                    <a:pt x="134466" y="98794"/>
                  </a:lnTo>
                  <a:lnTo>
                    <a:pt x="134732" y="98582"/>
                  </a:lnTo>
                  <a:lnTo>
                    <a:pt x="134880" y="98371"/>
                  </a:lnTo>
                  <a:lnTo>
                    <a:pt x="135117" y="98280"/>
                  </a:lnTo>
                  <a:lnTo>
                    <a:pt x="135324" y="98189"/>
                  </a:lnTo>
                  <a:lnTo>
                    <a:pt x="135590" y="98098"/>
                  </a:lnTo>
                  <a:lnTo>
                    <a:pt x="136034" y="98008"/>
                  </a:lnTo>
                  <a:lnTo>
                    <a:pt x="136211" y="98038"/>
                  </a:lnTo>
                  <a:lnTo>
                    <a:pt x="136448" y="98038"/>
                  </a:lnTo>
                  <a:lnTo>
                    <a:pt x="136774" y="98038"/>
                  </a:lnTo>
                  <a:lnTo>
                    <a:pt x="136981" y="98008"/>
                  </a:lnTo>
                  <a:lnTo>
                    <a:pt x="137306" y="97887"/>
                  </a:lnTo>
                  <a:lnTo>
                    <a:pt x="137513" y="97342"/>
                  </a:lnTo>
                  <a:lnTo>
                    <a:pt x="138608" y="97161"/>
                  </a:lnTo>
                  <a:lnTo>
                    <a:pt x="139081" y="97040"/>
                  </a:lnTo>
                  <a:lnTo>
                    <a:pt x="140176" y="96737"/>
                  </a:lnTo>
                  <a:lnTo>
                    <a:pt x="141063" y="96707"/>
                  </a:lnTo>
                  <a:lnTo>
                    <a:pt x="141419" y="96888"/>
                  </a:lnTo>
                  <a:lnTo>
                    <a:pt x="141833" y="97161"/>
                  </a:lnTo>
                  <a:lnTo>
                    <a:pt x="142543" y="97282"/>
                  </a:lnTo>
                  <a:lnTo>
                    <a:pt x="143164" y="96949"/>
                  </a:lnTo>
                  <a:lnTo>
                    <a:pt x="143845" y="96646"/>
                  </a:lnTo>
                  <a:lnTo>
                    <a:pt x="144318" y="96888"/>
                  </a:lnTo>
                  <a:lnTo>
                    <a:pt x="144525" y="97100"/>
                  </a:lnTo>
                  <a:lnTo>
                    <a:pt x="144998" y="97070"/>
                  </a:lnTo>
                  <a:lnTo>
                    <a:pt x="145560" y="97040"/>
                  </a:lnTo>
                  <a:lnTo>
                    <a:pt x="146093" y="96858"/>
                  </a:lnTo>
                  <a:lnTo>
                    <a:pt x="146803" y="96767"/>
                  </a:lnTo>
                  <a:lnTo>
                    <a:pt x="147484" y="96253"/>
                  </a:lnTo>
                  <a:lnTo>
                    <a:pt x="148371" y="96011"/>
                  </a:lnTo>
                  <a:lnTo>
                    <a:pt x="149140" y="96011"/>
                  </a:lnTo>
                  <a:lnTo>
                    <a:pt x="150205" y="96102"/>
                  </a:lnTo>
                  <a:lnTo>
                    <a:pt x="150797" y="95920"/>
                  </a:lnTo>
                  <a:lnTo>
                    <a:pt x="151478" y="95376"/>
                  </a:lnTo>
                  <a:lnTo>
                    <a:pt x="151773" y="95194"/>
                  </a:lnTo>
                  <a:lnTo>
                    <a:pt x="151981" y="95104"/>
                  </a:lnTo>
                  <a:lnTo>
                    <a:pt x="152365" y="94922"/>
                  </a:lnTo>
                  <a:lnTo>
                    <a:pt x="152809" y="94559"/>
                  </a:lnTo>
                  <a:lnTo>
                    <a:pt x="153075" y="94378"/>
                  </a:lnTo>
                  <a:lnTo>
                    <a:pt x="153371" y="94226"/>
                  </a:lnTo>
                  <a:lnTo>
                    <a:pt x="153637" y="94105"/>
                  </a:lnTo>
                  <a:lnTo>
                    <a:pt x="153844" y="94105"/>
                  </a:lnTo>
                  <a:lnTo>
                    <a:pt x="154140" y="94045"/>
                  </a:lnTo>
                  <a:lnTo>
                    <a:pt x="154318" y="93984"/>
                  </a:lnTo>
                  <a:lnTo>
                    <a:pt x="154555" y="93894"/>
                  </a:lnTo>
                  <a:lnTo>
                    <a:pt x="154762" y="93863"/>
                  </a:lnTo>
                  <a:lnTo>
                    <a:pt x="155265" y="93742"/>
                  </a:lnTo>
                  <a:lnTo>
                    <a:pt x="155590" y="93682"/>
                  </a:lnTo>
                  <a:lnTo>
                    <a:pt x="155856" y="93652"/>
                  </a:lnTo>
                  <a:lnTo>
                    <a:pt x="156034" y="93591"/>
                  </a:lnTo>
                  <a:lnTo>
                    <a:pt x="156418" y="93561"/>
                  </a:lnTo>
                  <a:lnTo>
                    <a:pt x="156833" y="93500"/>
                  </a:lnTo>
                  <a:lnTo>
                    <a:pt x="157336" y="93500"/>
                  </a:lnTo>
                  <a:lnTo>
                    <a:pt x="158075" y="93470"/>
                  </a:lnTo>
                  <a:lnTo>
                    <a:pt x="159762" y="92986"/>
                  </a:lnTo>
                  <a:lnTo>
                    <a:pt x="160294" y="92744"/>
                  </a:lnTo>
                  <a:lnTo>
                    <a:pt x="160856" y="92563"/>
                  </a:lnTo>
                  <a:lnTo>
                    <a:pt x="161034" y="92563"/>
                  </a:lnTo>
                  <a:lnTo>
                    <a:pt x="161330" y="92533"/>
                  </a:lnTo>
                  <a:lnTo>
                    <a:pt x="161921" y="92412"/>
                  </a:lnTo>
                  <a:lnTo>
                    <a:pt x="162483" y="92381"/>
                  </a:lnTo>
                  <a:lnTo>
                    <a:pt x="162927" y="92502"/>
                  </a:lnTo>
                  <a:lnTo>
                    <a:pt x="163489" y="92593"/>
                  </a:lnTo>
                  <a:lnTo>
                    <a:pt x="163726" y="92593"/>
                  </a:lnTo>
                  <a:lnTo>
                    <a:pt x="164111" y="92563"/>
                  </a:lnTo>
                  <a:lnTo>
                    <a:pt x="164495" y="92412"/>
                  </a:lnTo>
                  <a:lnTo>
                    <a:pt x="164850" y="92260"/>
                  </a:lnTo>
                  <a:lnTo>
                    <a:pt x="165028" y="92139"/>
                  </a:lnTo>
                  <a:lnTo>
                    <a:pt x="165324" y="91988"/>
                  </a:lnTo>
                  <a:lnTo>
                    <a:pt x="165797" y="91897"/>
                  </a:lnTo>
                  <a:lnTo>
                    <a:pt x="167631" y="91807"/>
                  </a:lnTo>
                  <a:lnTo>
                    <a:pt x="167957" y="91867"/>
                  </a:lnTo>
                  <a:lnTo>
                    <a:pt x="168578" y="92109"/>
                  </a:lnTo>
                  <a:lnTo>
                    <a:pt x="168904" y="92200"/>
                  </a:lnTo>
                  <a:lnTo>
                    <a:pt x="169081" y="92230"/>
                  </a:lnTo>
                  <a:lnTo>
                    <a:pt x="169347" y="92230"/>
                  </a:lnTo>
                  <a:lnTo>
                    <a:pt x="169880" y="92139"/>
                  </a:lnTo>
                  <a:lnTo>
                    <a:pt x="170235" y="91958"/>
                  </a:lnTo>
                  <a:lnTo>
                    <a:pt x="170797" y="91716"/>
                  </a:lnTo>
                  <a:lnTo>
                    <a:pt x="171034" y="91716"/>
                  </a:lnTo>
                  <a:lnTo>
                    <a:pt x="171300" y="91837"/>
                  </a:lnTo>
                  <a:lnTo>
                    <a:pt x="171625" y="92018"/>
                  </a:lnTo>
                  <a:lnTo>
                    <a:pt x="171862" y="92170"/>
                  </a:lnTo>
                  <a:lnTo>
                    <a:pt x="172188" y="92200"/>
                  </a:lnTo>
                  <a:lnTo>
                    <a:pt x="172454" y="92200"/>
                  </a:lnTo>
                  <a:lnTo>
                    <a:pt x="172868" y="92018"/>
                  </a:lnTo>
                  <a:lnTo>
                    <a:pt x="173016" y="91928"/>
                  </a:lnTo>
                  <a:lnTo>
                    <a:pt x="173401" y="91655"/>
                  </a:lnTo>
                  <a:lnTo>
                    <a:pt x="174170" y="91565"/>
                  </a:lnTo>
                  <a:lnTo>
                    <a:pt x="175116" y="91716"/>
                  </a:lnTo>
                  <a:lnTo>
                    <a:pt x="175560" y="91625"/>
                  </a:lnTo>
                  <a:lnTo>
                    <a:pt x="176093" y="91534"/>
                  </a:lnTo>
                  <a:lnTo>
                    <a:pt x="176507" y="91534"/>
                  </a:lnTo>
                  <a:lnTo>
                    <a:pt x="176862" y="91625"/>
                  </a:lnTo>
                  <a:lnTo>
                    <a:pt x="177424" y="91716"/>
                  </a:lnTo>
                  <a:lnTo>
                    <a:pt x="177720" y="91807"/>
                  </a:lnTo>
                  <a:lnTo>
                    <a:pt x="178164" y="91867"/>
                  </a:lnTo>
                  <a:lnTo>
                    <a:pt x="178637" y="91837"/>
                  </a:lnTo>
                  <a:lnTo>
                    <a:pt x="179199" y="91837"/>
                  </a:lnTo>
                  <a:lnTo>
                    <a:pt x="179436" y="91867"/>
                  </a:lnTo>
                  <a:lnTo>
                    <a:pt x="179761" y="91897"/>
                  </a:lnTo>
                  <a:lnTo>
                    <a:pt x="179939" y="91897"/>
                  </a:lnTo>
                  <a:lnTo>
                    <a:pt x="180116" y="91867"/>
                  </a:lnTo>
                  <a:lnTo>
                    <a:pt x="180442" y="91837"/>
                  </a:lnTo>
                  <a:lnTo>
                    <a:pt x="181359" y="91867"/>
                  </a:lnTo>
                  <a:lnTo>
                    <a:pt x="181684" y="91867"/>
                  </a:lnTo>
                  <a:lnTo>
                    <a:pt x="181921" y="91897"/>
                  </a:lnTo>
                  <a:lnTo>
                    <a:pt x="182099" y="91988"/>
                  </a:lnTo>
                  <a:lnTo>
                    <a:pt x="182247" y="92079"/>
                  </a:lnTo>
                  <a:lnTo>
                    <a:pt x="182395" y="92170"/>
                  </a:lnTo>
                  <a:lnTo>
                    <a:pt x="182631" y="92200"/>
                  </a:lnTo>
                  <a:lnTo>
                    <a:pt x="183223" y="92200"/>
                  </a:lnTo>
                  <a:lnTo>
                    <a:pt x="183608" y="92200"/>
                  </a:lnTo>
                  <a:lnTo>
                    <a:pt x="183963" y="92109"/>
                  </a:lnTo>
                  <a:lnTo>
                    <a:pt x="184436" y="91837"/>
                  </a:lnTo>
                  <a:lnTo>
                    <a:pt x="184643" y="91655"/>
                  </a:lnTo>
                  <a:lnTo>
                    <a:pt x="184821" y="91595"/>
                  </a:lnTo>
                  <a:lnTo>
                    <a:pt x="185619" y="91141"/>
                  </a:lnTo>
                  <a:lnTo>
                    <a:pt x="186832" y="90899"/>
                  </a:lnTo>
                  <a:lnTo>
                    <a:pt x="187394" y="90929"/>
                  </a:lnTo>
                  <a:lnTo>
                    <a:pt x="192039" y="91716"/>
                  </a:lnTo>
                  <a:lnTo>
                    <a:pt x="196359" y="91474"/>
                  </a:lnTo>
                  <a:lnTo>
                    <a:pt x="200442" y="91444"/>
                  </a:lnTo>
                  <a:lnTo>
                    <a:pt x="202986" y="91474"/>
                  </a:lnTo>
                  <a:lnTo>
                    <a:pt x="205087" y="91444"/>
                  </a:lnTo>
                  <a:lnTo>
                    <a:pt x="209702" y="92956"/>
                  </a:lnTo>
                  <a:lnTo>
                    <a:pt x="213607" y="92805"/>
                  </a:lnTo>
                  <a:lnTo>
                    <a:pt x="216803" y="91746"/>
                  </a:lnTo>
                  <a:lnTo>
                    <a:pt x="218104" y="91655"/>
                  </a:lnTo>
                  <a:lnTo>
                    <a:pt x="221803" y="91292"/>
                  </a:lnTo>
                  <a:lnTo>
                    <a:pt x="221980" y="91323"/>
                  </a:lnTo>
                  <a:lnTo>
                    <a:pt x="223785" y="91444"/>
                  </a:lnTo>
                  <a:lnTo>
                    <a:pt x="225767" y="91534"/>
                  </a:lnTo>
                  <a:lnTo>
                    <a:pt x="227631" y="91474"/>
                  </a:lnTo>
                  <a:lnTo>
                    <a:pt x="230057" y="90899"/>
                  </a:lnTo>
                  <a:lnTo>
                    <a:pt x="231122" y="90506"/>
                  </a:lnTo>
                  <a:lnTo>
                    <a:pt x="234702" y="89084"/>
                  </a:lnTo>
                  <a:lnTo>
                    <a:pt x="236536" y="88782"/>
                  </a:lnTo>
                  <a:lnTo>
                    <a:pt x="238015" y="88751"/>
                  </a:lnTo>
                  <a:lnTo>
                    <a:pt x="241950" y="88056"/>
                  </a:lnTo>
                  <a:lnTo>
                    <a:pt x="244820" y="87178"/>
                  </a:lnTo>
                  <a:lnTo>
                    <a:pt x="247601" y="86150"/>
                  </a:lnTo>
                  <a:lnTo>
                    <a:pt x="250471" y="85726"/>
                  </a:lnTo>
                  <a:lnTo>
                    <a:pt x="251447" y="85605"/>
                  </a:lnTo>
                  <a:lnTo>
                    <a:pt x="252956" y="84879"/>
                  </a:lnTo>
                  <a:lnTo>
                    <a:pt x="254850" y="84305"/>
                  </a:lnTo>
                  <a:lnTo>
                    <a:pt x="255264" y="84032"/>
                  </a:lnTo>
                  <a:lnTo>
                    <a:pt x="255974" y="83034"/>
                  </a:lnTo>
                  <a:lnTo>
                    <a:pt x="257986" y="81582"/>
                  </a:lnTo>
                  <a:lnTo>
                    <a:pt x="259583" y="80886"/>
                  </a:lnTo>
                  <a:lnTo>
                    <a:pt x="261388" y="80312"/>
                  </a:lnTo>
                  <a:lnTo>
                    <a:pt x="264761" y="79707"/>
                  </a:lnTo>
                  <a:lnTo>
                    <a:pt x="266625" y="79162"/>
                  </a:lnTo>
                  <a:lnTo>
                    <a:pt x="273991" y="76440"/>
                  </a:lnTo>
                  <a:lnTo>
                    <a:pt x="278015" y="73808"/>
                  </a:lnTo>
                  <a:lnTo>
                    <a:pt x="282068" y="70753"/>
                  </a:lnTo>
                  <a:lnTo>
                    <a:pt x="283903" y="69664"/>
                  </a:lnTo>
                  <a:lnTo>
                    <a:pt x="287867" y="67516"/>
                  </a:lnTo>
                  <a:lnTo>
                    <a:pt x="290885" y="65853"/>
                  </a:lnTo>
                  <a:lnTo>
                    <a:pt x="292127" y="65641"/>
                  </a:lnTo>
                  <a:lnTo>
                    <a:pt x="293518" y="64915"/>
                  </a:lnTo>
                  <a:lnTo>
                    <a:pt x="294346" y="64764"/>
                  </a:lnTo>
                  <a:lnTo>
                    <a:pt x="294761" y="64461"/>
                  </a:lnTo>
                  <a:lnTo>
                    <a:pt x="295559" y="64098"/>
                  </a:lnTo>
                  <a:lnTo>
                    <a:pt x="295826" y="64007"/>
                  </a:lnTo>
                  <a:lnTo>
                    <a:pt x="298015" y="63009"/>
                  </a:lnTo>
                  <a:lnTo>
                    <a:pt x="298281" y="62979"/>
                  </a:lnTo>
                  <a:lnTo>
                    <a:pt x="298607" y="62949"/>
                  </a:lnTo>
                  <a:lnTo>
                    <a:pt x="299465" y="63070"/>
                  </a:lnTo>
                  <a:lnTo>
                    <a:pt x="301210" y="62797"/>
                  </a:lnTo>
                  <a:lnTo>
                    <a:pt x="303044" y="62616"/>
                  </a:lnTo>
                  <a:lnTo>
                    <a:pt x="304198" y="62495"/>
                  </a:lnTo>
                  <a:lnTo>
                    <a:pt x="305293" y="62525"/>
                  </a:lnTo>
                  <a:lnTo>
                    <a:pt x="306565" y="62707"/>
                  </a:lnTo>
                  <a:lnTo>
                    <a:pt x="309612" y="62707"/>
                  </a:lnTo>
                  <a:lnTo>
                    <a:pt x="311121" y="62374"/>
                  </a:lnTo>
                  <a:lnTo>
                    <a:pt x="312601" y="62525"/>
                  </a:lnTo>
                  <a:lnTo>
                    <a:pt x="313695" y="62434"/>
                  </a:lnTo>
                  <a:lnTo>
                    <a:pt x="314997" y="62313"/>
                  </a:lnTo>
                  <a:lnTo>
                    <a:pt x="315766" y="62313"/>
                  </a:lnTo>
                  <a:lnTo>
                    <a:pt x="321506" y="60952"/>
                  </a:lnTo>
                  <a:lnTo>
                    <a:pt x="331713" y="57473"/>
                  </a:lnTo>
                  <a:lnTo>
                    <a:pt x="339583" y="55537"/>
                  </a:lnTo>
                  <a:lnTo>
                    <a:pt x="352571" y="52301"/>
                  </a:lnTo>
                  <a:lnTo>
                    <a:pt x="356713" y="51272"/>
                  </a:lnTo>
                  <a:lnTo>
                    <a:pt x="359227" y="50788"/>
                  </a:lnTo>
                  <a:lnTo>
                    <a:pt x="363369" y="50032"/>
                  </a:lnTo>
                  <a:lnTo>
                    <a:pt x="366003" y="49790"/>
                  </a:lnTo>
                  <a:lnTo>
                    <a:pt x="379109" y="47673"/>
                  </a:lnTo>
                  <a:lnTo>
                    <a:pt x="387896" y="44950"/>
                  </a:lnTo>
                  <a:lnTo>
                    <a:pt x="396919" y="43407"/>
                  </a:lnTo>
                  <a:lnTo>
                    <a:pt x="398458" y="43347"/>
                  </a:lnTo>
                  <a:lnTo>
                    <a:pt x="403606" y="43135"/>
                  </a:lnTo>
                  <a:lnTo>
                    <a:pt x="405470" y="42954"/>
                  </a:lnTo>
                  <a:lnTo>
                    <a:pt x="407038" y="42802"/>
                  </a:lnTo>
                  <a:lnTo>
                    <a:pt x="407274" y="42772"/>
                  </a:lnTo>
                  <a:lnTo>
                    <a:pt x="408487" y="42621"/>
                  </a:lnTo>
                  <a:lnTo>
                    <a:pt x="413517" y="42076"/>
                  </a:lnTo>
                  <a:lnTo>
                    <a:pt x="417422" y="41411"/>
                  </a:lnTo>
                  <a:lnTo>
                    <a:pt x="419641" y="41018"/>
                  </a:lnTo>
                  <a:lnTo>
                    <a:pt x="422215" y="40564"/>
                  </a:lnTo>
                  <a:lnTo>
                    <a:pt x="424109" y="40231"/>
                  </a:lnTo>
                  <a:lnTo>
                    <a:pt x="426120" y="39899"/>
                  </a:lnTo>
                  <a:lnTo>
                    <a:pt x="433221" y="39778"/>
                  </a:lnTo>
                  <a:lnTo>
                    <a:pt x="436594" y="39233"/>
                  </a:lnTo>
                  <a:lnTo>
                    <a:pt x="439375" y="38749"/>
                  </a:lnTo>
                  <a:lnTo>
                    <a:pt x="442895" y="37116"/>
                  </a:lnTo>
                  <a:lnTo>
                    <a:pt x="444759" y="36269"/>
                  </a:lnTo>
                  <a:lnTo>
                    <a:pt x="444996" y="36148"/>
                  </a:lnTo>
                  <a:lnTo>
                    <a:pt x="449996" y="34393"/>
                  </a:lnTo>
                  <a:lnTo>
                    <a:pt x="454878" y="31913"/>
                  </a:lnTo>
                  <a:lnTo>
                    <a:pt x="455736" y="31459"/>
                  </a:lnTo>
                  <a:lnTo>
                    <a:pt x="457067" y="30430"/>
                  </a:lnTo>
                  <a:lnTo>
                    <a:pt x="460114" y="28041"/>
                  </a:lnTo>
                  <a:lnTo>
                    <a:pt x="461594" y="24804"/>
                  </a:lnTo>
                  <a:lnTo>
                    <a:pt x="463990" y="21870"/>
                  </a:lnTo>
                  <a:lnTo>
                    <a:pt x="465972" y="19389"/>
                  </a:lnTo>
                  <a:lnTo>
                    <a:pt x="466061" y="16153"/>
                  </a:lnTo>
                  <a:lnTo>
                    <a:pt x="466682" y="13551"/>
                  </a:lnTo>
                  <a:lnTo>
                    <a:pt x="467481" y="11978"/>
                  </a:lnTo>
                  <a:lnTo>
                    <a:pt x="467836" y="11252"/>
                  </a:lnTo>
                  <a:lnTo>
                    <a:pt x="468694" y="8227"/>
                  </a:lnTo>
                  <a:lnTo>
                    <a:pt x="469937" y="5898"/>
                  </a:lnTo>
                  <a:lnTo>
                    <a:pt x="470025" y="5717"/>
                  </a:lnTo>
                  <a:lnTo>
                    <a:pt x="472244" y="3418"/>
                  </a:lnTo>
                  <a:lnTo>
                    <a:pt x="473250" y="2389"/>
                  </a:lnTo>
                  <a:lnTo>
                    <a:pt x="473842" y="1754"/>
                  </a:lnTo>
                  <a:lnTo>
                    <a:pt x="474522" y="1088"/>
                  </a:lnTo>
                  <a:lnTo>
                    <a:pt x="474966" y="604"/>
                  </a:lnTo>
                  <a:lnTo>
                    <a:pt x="4755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288111" y="3562740"/>
              <a:ext cx="49526" cy="81128"/>
            </a:xfrm>
            <a:custGeom>
              <a:avLst/>
              <a:pathLst>
                <a:path w="49526" h="81128">
                  <a:moveTo>
                    <a:pt x="28786" y="241"/>
                  </a:moveTo>
                  <a:lnTo>
                    <a:pt x="29230" y="1149"/>
                  </a:lnTo>
                  <a:lnTo>
                    <a:pt x="29289" y="1300"/>
                  </a:lnTo>
                  <a:lnTo>
                    <a:pt x="29703" y="2087"/>
                  </a:lnTo>
                  <a:lnTo>
                    <a:pt x="30266" y="2087"/>
                  </a:lnTo>
                  <a:lnTo>
                    <a:pt x="30768" y="2087"/>
                  </a:lnTo>
                  <a:lnTo>
                    <a:pt x="31834" y="2056"/>
                  </a:lnTo>
                  <a:lnTo>
                    <a:pt x="33165" y="2117"/>
                  </a:lnTo>
                  <a:lnTo>
                    <a:pt x="33165" y="2329"/>
                  </a:lnTo>
                  <a:lnTo>
                    <a:pt x="33195" y="3599"/>
                  </a:lnTo>
                  <a:lnTo>
                    <a:pt x="33224" y="4567"/>
                  </a:lnTo>
                  <a:lnTo>
                    <a:pt x="33254" y="4779"/>
                  </a:lnTo>
                  <a:lnTo>
                    <a:pt x="33254" y="5323"/>
                  </a:lnTo>
                  <a:lnTo>
                    <a:pt x="33283" y="6715"/>
                  </a:lnTo>
                  <a:lnTo>
                    <a:pt x="33283" y="6896"/>
                  </a:lnTo>
                  <a:lnTo>
                    <a:pt x="33313" y="7501"/>
                  </a:lnTo>
                  <a:lnTo>
                    <a:pt x="33342" y="8046"/>
                  </a:lnTo>
                  <a:lnTo>
                    <a:pt x="33342" y="9256"/>
                  </a:lnTo>
                  <a:lnTo>
                    <a:pt x="33372" y="9800"/>
                  </a:lnTo>
                  <a:lnTo>
                    <a:pt x="33402" y="10496"/>
                  </a:lnTo>
                  <a:lnTo>
                    <a:pt x="33402" y="11101"/>
                  </a:lnTo>
                  <a:lnTo>
                    <a:pt x="33431" y="11706"/>
                  </a:lnTo>
                  <a:lnTo>
                    <a:pt x="33431" y="12069"/>
                  </a:lnTo>
                  <a:lnTo>
                    <a:pt x="33461" y="12583"/>
                  </a:lnTo>
                  <a:lnTo>
                    <a:pt x="33461" y="12735"/>
                  </a:lnTo>
                  <a:lnTo>
                    <a:pt x="33461" y="13430"/>
                  </a:lnTo>
                  <a:lnTo>
                    <a:pt x="33490" y="14489"/>
                  </a:lnTo>
                  <a:lnTo>
                    <a:pt x="33520" y="15457"/>
                  </a:lnTo>
                  <a:lnTo>
                    <a:pt x="33550" y="15699"/>
                  </a:lnTo>
                  <a:lnTo>
                    <a:pt x="34260" y="16364"/>
                  </a:lnTo>
                  <a:lnTo>
                    <a:pt x="34437" y="16516"/>
                  </a:lnTo>
                  <a:lnTo>
                    <a:pt x="35029" y="17030"/>
                  </a:lnTo>
                  <a:lnTo>
                    <a:pt x="35768" y="17665"/>
                  </a:lnTo>
                  <a:lnTo>
                    <a:pt x="36419" y="18210"/>
                  </a:lnTo>
                  <a:lnTo>
                    <a:pt x="37336" y="18996"/>
                  </a:lnTo>
                  <a:lnTo>
                    <a:pt x="37544" y="19178"/>
                  </a:lnTo>
                  <a:lnTo>
                    <a:pt x="38727" y="20236"/>
                  </a:lnTo>
                  <a:lnTo>
                    <a:pt x="38875" y="20388"/>
                  </a:lnTo>
                  <a:lnTo>
                    <a:pt x="39082" y="20539"/>
                  </a:lnTo>
                  <a:lnTo>
                    <a:pt x="39407" y="20841"/>
                  </a:lnTo>
                  <a:lnTo>
                    <a:pt x="40147" y="21507"/>
                  </a:lnTo>
                  <a:lnTo>
                    <a:pt x="40502" y="21840"/>
                  </a:lnTo>
                  <a:lnTo>
                    <a:pt x="41449" y="22656"/>
                  </a:lnTo>
                  <a:lnTo>
                    <a:pt x="42159" y="23292"/>
                  </a:lnTo>
                  <a:lnTo>
                    <a:pt x="42721" y="23806"/>
                  </a:lnTo>
                  <a:lnTo>
                    <a:pt x="43194" y="24229"/>
                  </a:lnTo>
                  <a:lnTo>
                    <a:pt x="43904" y="24804"/>
                  </a:lnTo>
                  <a:lnTo>
                    <a:pt x="45620" y="26286"/>
                  </a:lnTo>
                  <a:lnTo>
                    <a:pt x="46567" y="27224"/>
                  </a:lnTo>
                  <a:lnTo>
                    <a:pt x="47129" y="27738"/>
                  </a:lnTo>
                  <a:lnTo>
                    <a:pt x="47544" y="28101"/>
                  </a:lnTo>
                  <a:lnTo>
                    <a:pt x="49526" y="29977"/>
                  </a:lnTo>
                  <a:lnTo>
                    <a:pt x="49141" y="30461"/>
                  </a:lnTo>
                  <a:lnTo>
                    <a:pt x="49023" y="30733"/>
                  </a:lnTo>
                  <a:lnTo>
                    <a:pt x="48875" y="31005"/>
                  </a:lnTo>
                  <a:lnTo>
                    <a:pt x="48727" y="31338"/>
                  </a:lnTo>
                  <a:lnTo>
                    <a:pt x="47780" y="33213"/>
                  </a:lnTo>
                  <a:lnTo>
                    <a:pt x="46745" y="35240"/>
                  </a:lnTo>
                  <a:lnTo>
                    <a:pt x="45887" y="37025"/>
                  </a:lnTo>
                  <a:lnTo>
                    <a:pt x="45236" y="38235"/>
                  </a:lnTo>
                  <a:lnTo>
                    <a:pt x="44940" y="38568"/>
                  </a:lnTo>
                  <a:lnTo>
                    <a:pt x="44171" y="39384"/>
                  </a:lnTo>
                  <a:lnTo>
                    <a:pt x="43786" y="39778"/>
                  </a:lnTo>
                  <a:lnTo>
                    <a:pt x="44467" y="40322"/>
                  </a:lnTo>
                  <a:lnTo>
                    <a:pt x="45206" y="40987"/>
                  </a:lnTo>
                  <a:lnTo>
                    <a:pt x="45117" y="41139"/>
                  </a:lnTo>
                  <a:lnTo>
                    <a:pt x="44881" y="41441"/>
                  </a:lnTo>
                  <a:lnTo>
                    <a:pt x="43668" y="43135"/>
                  </a:lnTo>
                  <a:lnTo>
                    <a:pt x="42632" y="44678"/>
                  </a:lnTo>
                  <a:lnTo>
                    <a:pt x="41863" y="45767"/>
                  </a:lnTo>
                  <a:lnTo>
                    <a:pt x="41686" y="45979"/>
                  </a:lnTo>
                  <a:lnTo>
                    <a:pt x="41331" y="46493"/>
                  </a:lnTo>
                  <a:lnTo>
                    <a:pt x="40768" y="47249"/>
                  </a:lnTo>
                  <a:lnTo>
                    <a:pt x="40561" y="47552"/>
                  </a:lnTo>
                  <a:lnTo>
                    <a:pt x="40354" y="47854"/>
                  </a:lnTo>
                  <a:lnTo>
                    <a:pt x="40058" y="48278"/>
                  </a:lnTo>
                  <a:lnTo>
                    <a:pt x="41331" y="49972"/>
                  </a:lnTo>
                  <a:lnTo>
                    <a:pt x="39851" y="49972"/>
                  </a:lnTo>
                  <a:lnTo>
                    <a:pt x="39733" y="50395"/>
                  </a:lnTo>
                  <a:lnTo>
                    <a:pt x="39644" y="50546"/>
                  </a:lnTo>
                  <a:lnTo>
                    <a:pt x="39496" y="50728"/>
                  </a:lnTo>
                  <a:lnTo>
                    <a:pt x="39200" y="50970"/>
                  </a:lnTo>
                  <a:lnTo>
                    <a:pt x="39052" y="51242"/>
                  </a:lnTo>
                  <a:lnTo>
                    <a:pt x="38964" y="51484"/>
                  </a:lnTo>
                  <a:lnTo>
                    <a:pt x="38786" y="51847"/>
                  </a:lnTo>
                  <a:lnTo>
                    <a:pt x="38076" y="53480"/>
                  </a:lnTo>
                  <a:lnTo>
                    <a:pt x="37780" y="54085"/>
                  </a:lnTo>
                  <a:lnTo>
                    <a:pt x="37484" y="54751"/>
                  </a:lnTo>
                  <a:lnTo>
                    <a:pt x="36804" y="56354"/>
                  </a:lnTo>
                  <a:lnTo>
                    <a:pt x="36094" y="57927"/>
                  </a:lnTo>
                  <a:lnTo>
                    <a:pt x="35621" y="59077"/>
                  </a:lnTo>
                  <a:lnTo>
                    <a:pt x="34260" y="62071"/>
                  </a:lnTo>
                  <a:lnTo>
                    <a:pt x="33165" y="64491"/>
                  </a:lnTo>
                  <a:lnTo>
                    <a:pt x="32129" y="66820"/>
                  </a:lnTo>
                  <a:lnTo>
                    <a:pt x="32573" y="67093"/>
                  </a:lnTo>
                  <a:lnTo>
                    <a:pt x="32839" y="67274"/>
                  </a:lnTo>
                  <a:lnTo>
                    <a:pt x="33165" y="67486"/>
                  </a:lnTo>
                  <a:lnTo>
                    <a:pt x="33431" y="67667"/>
                  </a:lnTo>
                  <a:lnTo>
                    <a:pt x="33845" y="67909"/>
                  </a:lnTo>
                  <a:lnTo>
                    <a:pt x="34052" y="68061"/>
                  </a:lnTo>
                  <a:lnTo>
                    <a:pt x="34260" y="68212"/>
                  </a:lnTo>
                  <a:lnTo>
                    <a:pt x="35798" y="69361"/>
                  </a:lnTo>
                  <a:lnTo>
                    <a:pt x="36597" y="70057"/>
                  </a:lnTo>
                  <a:lnTo>
                    <a:pt x="36804" y="70208"/>
                  </a:lnTo>
                  <a:lnTo>
                    <a:pt x="37396" y="70692"/>
                  </a:lnTo>
                  <a:lnTo>
                    <a:pt x="37899" y="71116"/>
                  </a:lnTo>
                  <a:lnTo>
                    <a:pt x="38194" y="71388"/>
                  </a:lnTo>
                  <a:lnTo>
                    <a:pt x="38490" y="71630"/>
                  </a:lnTo>
                  <a:lnTo>
                    <a:pt x="39171" y="72205"/>
                  </a:lnTo>
                  <a:lnTo>
                    <a:pt x="39467" y="72538"/>
                  </a:lnTo>
                  <a:lnTo>
                    <a:pt x="39999" y="73022"/>
                  </a:lnTo>
                  <a:lnTo>
                    <a:pt x="40206" y="73203"/>
                  </a:lnTo>
                  <a:lnTo>
                    <a:pt x="40029" y="73415"/>
                  </a:lnTo>
                  <a:lnTo>
                    <a:pt x="39822" y="73657"/>
                  </a:lnTo>
                  <a:lnTo>
                    <a:pt x="39615" y="74020"/>
                  </a:lnTo>
                  <a:lnTo>
                    <a:pt x="39437" y="74353"/>
                  </a:lnTo>
                  <a:lnTo>
                    <a:pt x="39200" y="75048"/>
                  </a:lnTo>
                  <a:lnTo>
                    <a:pt x="38934" y="75895"/>
                  </a:lnTo>
                  <a:lnTo>
                    <a:pt x="36922" y="74746"/>
                  </a:lnTo>
                  <a:lnTo>
                    <a:pt x="36745" y="74655"/>
                  </a:lnTo>
                  <a:lnTo>
                    <a:pt x="36567" y="74534"/>
                  </a:lnTo>
                  <a:lnTo>
                    <a:pt x="36419" y="74474"/>
                  </a:lnTo>
                  <a:lnTo>
                    <a:pt x="35591" y="73990"/>
                  </a:lnTo>
                  <a:lnTo>
                    <a:pt x="35236" y="73808"/>
                  </a:lnTo>
                  <a:lnTo>
                    <a:pt x="34496" y="73415"/>
                  </a:lnTo>
                  <a:lnTo>
                    <a:pt x="34319" y="73294"/>
                  </a:lnTo>
                  <a:lnTo>
                    <a:pt x="33757" y="72991"/>
                  </a:lnTo>
                  <a:lnTo>
                    <a:pt x="32958" y="72538"/>
                  </a:lnTo>
                  <a:lnTo>
                    <a:pt x="32603" y="72356"/>
                  </a:lnTo>
                  <a:lnTo>
                    <a:pt x="31863" y="71933"/>
                  </a:lnTo>
                  <a:lnTo>
                    <a:pt x="30916" y="71418"/>
                  </a:lnTo>
                  <a:lnTo>
                    <a:pt x="30295" y="71086"/>
                  </a:lnTo>
                  <a:lnTo>
                    <a:pt x="29585" y="70692"/>
                  </a:lnTo>
                  <a:lnTo>
                    <a:pt x="29408" y="70602"/>
                  </a:lnTo>
                  <a:lnTo>
                    <a:pt x="29141" y="70541"/>
                  </a:lnTo>
                  <a:lnTo>
                    <a:pt x="28786" y="70753"/>
                  </a:lnTo>
                  <a:lnTo>
                    <a:pt x="28461" y="70995"/>
                  </a:lnTo>
                  <a:lnTo>
                    <a:pt x="28490" y="71297"/>
                  </a:lnTo>
                  <a:lnTo>
                    <a:pt x="28727" y="72477"/>
                  </a:lnTo>
                  <a:lnTo>
                    <a:pt x="28816" y="72991"/>
                  </a:lnTo>
                  <a:lnTo>
                    <a:pt x="28638" y="73052"/>
                  </a:lnTo>
                  <a:lnTo>
                    <a:pt x="26893" y="73869"/>
                  </a:lnTo>
                  <a:lnTo>
                    <a:pt x="26212" y="74171"/>
                  </a:lnTo>
                  <a:lnTo>
                    <a:pt x="24881" y="74806"/>
                  </a:lnTo>
                  <a:lnTo>
                    <a:pt x="23993" y="75200"/>
                  </a:lnTo>
                  <a:lnTo>
                    <a:pt x="21449" y="76379"/>
                  </a:lnTo>
                  <a:lnTo>
                    <a:pt x="18786" y="77620"/>
                  </a:lnTo>
                  <a:lnTo>
                    <a:pt x="18520" y="77710"/>
                  </a:lnTo>
                  <a:lnTo>
                    <a:pt x="17751" y="78043"/>
                  </a:lnTo>
                  <a:lnTo>
                    <a:pt x="15384" y="79041"/>
                  </a:lnTo>
                  <a:lnTo>
                    <a:pt x="13993" y="79586"/>
                  </a:lnTo>
                  <a:lnTo>
                    <a:pt x="12159" y="79616"/>
                  </a:lnTo>
                  <a:lnTo>
                    <a:pt x="12130" y="79344"/>
                  </a:lnTo>
                  <a:lnTo>
                    <a:pt x="10236" y="79798"/>
                  </a:lnTo>
                  <a:lnTo>
                    <a:pt x="10295" y="80372"/>
                  </a:lnTo>
                  <a:lnTo>
                    <a:pt x="8579" y="81007"/>
                  </a:lnTo>
                  <a:lnTo>
                    <a:pt x="7721" y="81128"/>
                  </a:lnTo>
                  <a:lnTo>
                    <a:pt x="7633" y="80796"/>
                  </a:lnTo>
                  <a:lnTo>
                    <a:pt x="7633" y="80644"/>
                  </a:lnTo>
                  <a:lnTo>
                    <a:pt x="7633" y="80160"/>
                  </a:lnTo>
                  <a:lnTo>
                    <a:pt x="7633" y="79979"/>
                  </a:lnTo>
                  <a:lnTo>
                    <a:pt x="7603" y="79737"/>
                  </a:lnTo>
                  <a:lnTo>
                    <a:pt x="7662" y="79465"/>
                  </a:lnTo>
                  <a:lnTo>
                    <a:pt x="7544" y="79253"/>
                  </a:lnTo>
                  <a:lnTo>
                    <a:pt x="7455" y="79102"/>
                  </a:lnTo>
                  <a:lnTo>
                    <a:pt x="7425" y="78951"/>
                  </a:lnTo>
                  <a:lnTo>
                    <a:pt x="7425" y="78709"/>
                  </a:lnTo>
                  <a:lnTo>
                    <a:pt x="7455" y="78527"/>
                  </a:lnTo>
                  <a:lnTo>
                    <a:pt x="7485" y="78285"/>
                  </a:lnTo>
                  <a:lnTo>
                    <a:pt x="7455" y="77922"/>
                  </a:lnTo>
                  <a:lnTo>
                    <a:pt x="7455" y="77650"/>
                  </a:lnTo>
                  <a:lnTo>
                    <a:pt x="7396" y="77408"/>
                  </a:lnTo>
                  <a:lnTo>
                    <a:pt x="7366" y="77196"/>
                  </a:lnTo>
                  <a:lnTo>
                    <a:pt x="7337" y="77045"/>
                  </a:lnTo>
                  <a:lnTo>
                    <a:pt x="7011" y="76137"/>
                  </a:lnTo>
                  <a:lnTo>
                    <a:pt x="5414" y="76349"/>
                  </a:lnTo>
                  <a:lnTo>
                    <a:pt x="2366" y="71993"/>
                  </a:lnTo>
                  <a:lnTo>
                    <a:pt x="1686" y="70390"/>
                  </a:lnTo>
                  <a:lnTo>
                    <a:pt x="1804" y="70118"/>
                  </a:lnTo>
                  <a:lnTo>
                    <a:pt x="2544" y="69785"/>
                  </a:lnTo>
                  <a:lnTo>
                    <a:pt x="2721" y="70390"/>
                  </a:lnTo>
                  <a:lnTo>
                    <a:pt x="2485" y="70541"/>
                  </a:lnTo>
                  <a:lnTo>
                    <a:pt x="2721" y="71449"/>
                  </a:lnTo>
                  <a:lnTo>
                    <a:pt x="5532" y="75502"/>
                  </a:lnTo>
                  <a:lnTo>
                    <a:pt x="5680" y="75835"/>
                  </a:lnTo>
                  <a:lnTo>
                    <a:pt x="9378" y="75290"/>
                  </a:lnTo>
                  <a:lnTo>
                    <a:pt x="9437" y="75079"/>
                  </a:lnTo>
                  <a:lnTo>
                    <a:pt x="10147" y="74958"/>
                  </a:lnTo>
                  <a:lnTo>
                    <a:pt x="9792" y="72084"/>
                  </a:lnTo>
                  <a:lnTo>
                    <a:pt x="9792" y="71933"/>
                  </a:lnTo>
                  <a:lnTo>
                    <a:pt x="4615" y="72568"/>
                  </a:lnTo>
                  <a:lnTo>
                    <a:pt x="4556" y="72386"/>
                  </a:lnTo>
                  <a:lnTo>
                    <a:pt x="10177" y="71751"/>
                  </a:lnTo>
                  <a:lnTo>
                    <a:pt x="10236" y="71600"/>
                  </a:lnTo>
                  <a:lnTo>
                    <a:pt x="10414" y="71297"/>
                  </a:lnTo>
                  <a:lnTo>
                    <a:pt x="10650" y="71086"/>
                  </a:lnTo>
                  <a:lnTo>
                    <a:pt x="10769" y="70874"/>
                  </a:lnTo>
                  <a:lnTo>
                    <a:pt x="10798" y="70662"/>
                  </a:lnTo>
                  <a:lnTo>
                    <a:pt x="10887" y="70511"/>
                  </a:lnTo>
                  <a:lnTo>
                    <a:pt x="11005" y="70239"/>
                  </a:lnTo>
                  <a:lnTo>
                    <a:pt x="11005" y="70087"/>
                  </a:lnTo>
                  <a:lnTo>
                    <a:pt x="11035" y="69906"/>
                  </a:lnTo>
                  <a:lnTo>
                    <a:pt x="11124" y="69664"/>
                  </a:lnTo>
                  <a:lnTo>
                    <a:pt x="11153" y="69392"/>
                  </a:lnTo>
                  <a:lnTo>
                    <a:pt x="11212" y="69180"/>
                  </a:lnTo>
                  <a:lnTo>
                    <a:pt x="11449" y="68847"/>
                  </a:lnTo>
                  <a:lnTo>
                    <a:pt x="11479" y="68666"/>
                  </a:lnTo>
                  <a:lnTo>
                    <a:pt x="11420" y="68303"/>
                  </a:lnTo>
                  <a:lnTo>
                    <a:pt x="11567" y="68061"/>
                  </a:lnTo>
                  <a:lnTo>
                    <a:pt x="11597" y="67909"/>
                  </a:lnTo>
                  <a:lnTo>
                    <a:pt x="11479" y="67456"/>
                  </a:lnTo>
                  <a:lnTo>
                    <a:pt x="11597" y="67304"/>
                  </a:lnTo>
                  <a:lnTo>
                    <a:pt x="11686" y="67123"/>
                  </a:lnTo>
                  <a:lnTo>
                    <a:pt x="11775" y="66669"/>
                  </a:lnTo>
                  <a:lnTo>
                    <a:pt x="11715" y="66488"/>
                  </a:lnTo>
                  <a:lnTo>
                    <a:pt x="11479" y="66216"/>
                  </a:lnTo>
                  <a:lnTo>
                    <a:pt x="11627" y="66034"/>
                  </a:lnTo>
                  <a:lnTo>
                    <a:pt x="11567" y="65580"/>
                  </a:lnTo>
                  <a:lnTo>
                    <a:pt x="11479" y="65248"/>
                  </a:lnTo>
                  <a:lnTo>
                    <a:pt x="11538" y="65096"/>
                  </a:lnTo>
                  <a:lnTo>
                    <a:pt x="11479" y="64703"/>
                  </a:lnTo>
                  <a:lnTo>
                    <a:pt x="10798" y="64854"/>
                  </a:lnTo>
                  <a:lnTo>
                    <a:pt x="10739" y="64643"/>
                  </a:lnTo>
                  <a:lnTo>
                    <a:pt x="11745" y="64431"/>
                  </a:lnTo>
                  <a:lnTo>
                    <a:pt x="12011" y="64370"/>
                  </a:lnTo>
                  <a:lnTo>
                    <a:pt x="12278" y="64310"/>
                  </a:lnTo>
                  <a:lnTo>
                    <a:pt x="12514" y="64249"/>
                  </a:lnTo>
                  <a:lnTo>
                    <a:pt x="12928" y="63856"/>
                  </a:lnTo>
                  <a:lnTo>
                    <a:pt x="12928" y="63644"/>
                  </a:lnTo>
                  <a:lnTo>
                    <a:pt x="12958" y="63463"/>
                  </a:lnTo>
                  <a:lnTo>
                    <a:pt x="12988" y="63191"/>
                  </a:lnTo>
                  <a:lnTo>
                    <a:pt x="13047" y="62767"/>
                  </a:lnTo>
                  <a:lnTo>
                    <a:pt x="13076" y="62555"/>
                  </a:lnTo>
                  <a:lnTo>
                    <a:pt x="13135" y="62223"/>
                  </a:lnTo>
                  <a:lnTo>
                    <a:pt x="13195" y="61890"/>
                  </a:lnTo>
                  <a:lnTo>
                    <a:pt x="13106" y="61587"/>
                  </a:lnTo>
                  <a:lnTo>
                    <a:pt x="13135" y="61255"/>
                  </a:lnTo>
                  <a:lnTo>
                    <a:pt x="13195" y="61103"/>
                  </a:lnTo>
                  <a:lnTo>
                    <a:pt x="13135" y="60861"/>
                  </a:lnTo>
                  <a:lnTo>
                    <a:pt x="13076" y="60529"/>
                  </a:lnTo>
                  <a:lnTo>
                    <a:pt x="13076" y="60377"/>
                  </a:lnTo>
                  <a:lnTo>
                    <a:pt x="13106" y="60105"/>
                  </a:lnTo>
                  <a:lnTo>
                    <a:pt x="13135" y="59863"/>
                  </a:lnTo>
                  <a:lnTo>
                    <a:pt x="13106" y="59651"/>
                  </a:lnTo>
                  <a:lnTo>
                    <a:pt x="13076" y="59379"/>
                  </a:lnTo>
                  <a:lnTo>
                    <a:pt x="13047" y="59077"/>
                  </a:lnTo>
                  <a:lnTo>
                    <a:pt x="12988" y="58865"/>
                  </a:lnTo>
                  <a:lnTo>
                    <a:pt x="12899" y="58411"/>
                  </a:lnTo>
                  <a:lnTo>
                    <a:pt x="12988" y="58260"/>
                  </a:lnTo>
                  <a:lnTo>
                    <a:pt x="13076" y="57867"/>
                  </a:lnTo>
                  <a:lnTo>
                    <a:pt x="13047" y="57292"/>
                  </a:lnTo>
                  <a:lnTo>
                    <a:pt x="13076" y="56838"/>
                  </a:lnTo>
                  <a:lnTo>
                    <a:pt x="13047" y="56626"/>
                  </a:lnTo>
                  <a:lnTo>
                    <a:pt x="12988" y="56233"/>
                  </a:lnTo>
                  <a:lnTo>
                    <a:pt x="12958" y="55840"/>
                  </a:lnTo>
                  <a:lnTo>
                    <a:pt x="12899" y="55356"/>
                  </a:lnTo>
                  <a:lnTo>
                    <a:pt x="12780" y="54872"/>
                  </a:lnTo>
                  <a:lnTo>
                    <a:pt x="12603" y="54327"/>
                  </a:lnTo>
                  <a:lnTo>
                    <a:pt x="12366" y="54116"/>
                  </a:lnTo>
                  <a:lnTo>
                    <a:pt x="12544" y="54025"/>
                  </a:lnTo>
                  <a:lnTo>
                    <a:pt x="12721" y="53783"/>
                  </a:lnTo>
                  <a:lnTo>
                    <a:pt x="12721" y="53541"/>
                  </a:lnTo>
                  <a:lnTo>
                    <a:pt x="12633" y="53299"/>
                  </a:lnTo>
                  <a:lnTo>
                    <a:pt x="12544" y="52966"/>
                  </a:lnTo>
                  <a:lnTo>
                    <a:pt x="12485" y="52634"/>
                  </a:lnTo>
                  <a:lnTo>
                    <a:pt x="12337" y="52301"/>
                  </a:lnTo>
                  <a:lnTo>
                    <a:pt x="12189" y="51908"/>
                  </a:lnTo>
                  <a:lnTo>
                    <a:pt x="12070" y="51575"/>
                  </a:lnTo>
                  <a:lnTo>
                    <a:pt x="11952" y="51151"/>
                  </a:lnTo>
                  <a:lnTo>
                    <a:pt x="11775" y="50577"/>
                  </a:lnTo>
                  <a:lnTo>
                    <a:pt x="11627" y="50274"/>
                  </a:lnTo>
                  <a:lnTo>
                    <a:pt x="11508" y="49941"/>
                  </a:lnTo>
                  <a:lnTo>
                    <a:pt x="11390" y="49699"/>
                  </a:lnTo>
                  <a:lnTo>
                    <a:pt x="11301" y="49488"/>
                  </a:lnTo>
                  <a:lnTo>
                    <a:pt x="11124" y="49004"/>
                  </a:lnTo>
                  <a:lnTo>
                    <a:pt x="10828" y="48580"/>
                  </a:lnTo>
                  <a:lnTo>
                    <a:pt x="10680" y="48247"/>
                  </a:lnTo>
                  <a:lnTo>
                    <a:pt x="10414" y="47824"/>
                  </a:lnTo>
                  <a:lnTo>
                    <a:pt x="10088" y="47219"/>
                  </a:lnTo>
                  <a:lnTo>
                    <a:pt x="9940" y="46856"/>
                  </a:lnTo>
                  <a:lnTo>
                    <a:pt x="9763" y="46705"/>
                  </a:lnTo>
                  <a:lnTo>
                    <a:pt x="9526" y="46463"/>
                  </a:lnTo>
                  <a:lnTo>
                    <a:pt x="9319" y="46069"/>
                  </a:lnTo>
                  <a:lnTo>
                    <a:pt x="9171" y="45858"/>
                  </a:lnTo>
                  <a:lnTo>
                    <a:pt x="9023" y="45706"/>
                  </a:lnTo>
                  <a:lnTo>
                    <a:pt x="8727" y="45434"/>
                  </a:lnTo>
                  <a:lnTo>
                    <a:pt x="7100" y="46160"/>
                  </a:lnTo>
                  <a:lnTo>
                    <a:pt x="6952" y="45797"/>
                  </a:lnTo>
                  <a:lnTo>
                    <a:pt x="10059" y="44466"/>
                  </a:lnTo>
                  <a:lnTo>
                    <a:pt x="10088" y="44315"/>
                  </a:lnTo>
                  <a:lnTo>
                    <a:pt x="10059" y="44103"/>
                  </a:lnTo>
                  <a:lnTo>
                    <a:pt x="10029" y="43861"/>
                  </a:lnTo>
                  <a:lnTo>
                    <a:pt x="9970" y="43498"/>
                  </a:lnTo>
                  <a:lnTo>
                    <a:pt x="9940" y="43286"/>
                  </a:lnTo>
                  <a:lnTo>
                    <a:pt x="9911" y="43105"/>
                  </a:lnTo>
                  <a:lnTo>
                    <a:pt x="9881" y="42833"/>
                  </a:lnTo>
                  <a:lnTo>
                    <a:pt x="9792" y="42621"/>
                  </a:lnTo>
                  <a:lnTo>
                    <a:pt x="9674" y="42439"/>
                  </a:lnTo>
                  <a:lnTo>
                    <a:pt x="9556" y="42197"/>
                  </a:lnTo>
                  <a:lnTo>
                    <a:pt x="9349" y="41925"/>
                  </a:lnTo>
                  <a:lnTo>
                    <a:pt x="9171" y="41623"/>
                  </a:lnTo>
                  <a:lnTo>
                    <a:pt x="9082" y="41411"/>
                  </a:lnTo>
                  <a:lnTo>
                    <a:pt x="8964" y="41108"/>
                  </a:lnTo>
                  <a:lnTo>
                    <a:pt x="8816" y="40927"/>
                  </a:lnTo>
                  <a:lnTo>
                    <a:pt x="8698" y="40745"/>
                  </a:lnTo>
                  <a:lnTo>
                    <a:pt x="8638" y="40594"/>
                  </a:lnTo>
                  <a:lnTo>
                    <a:pt x="8550" y="40382"/>
                  </a:lnTo>
                  <a:lnTo>
                    <a:pt x="8343" y="40050"/>
                  </a:lnTo>
                  <a:lnTo>
                    <a:pt x="8106" y="39687"/>
                  </a:lnTo>
                  <a:lnTo>
                    <a:pt x="7840" y="39324"/>
                  </a:lnTo>
                  <a:lnTo>
                    <a:pt x="7514" y="38779"/>
                  </a:lnTo>
                  <a:lnTo>
                    <a:pt x="6952" y="37811"/>
                  </a:lnTo>
                  <a:lnTo>
                    <a:pt x="6567" y="37448"/>
                  </a:lnTo>
                  <a:lnTo>
                    <a:pt x="5946" y="36541"/>
                  </a:lnTo>
                  <a:lnTo>
                    <a:pt x="5798" y="36450"/>
                  </a:lnTo>
                  <a:lnTo>
                    <a:pt x="5680" y="36299"/>
                  </a:lnTo>
                  <a:lnTo>
                    <a:pt x="5414" y="35966"/>
                  </a:lnTo>
                  <a:lnTo>
                    <a:pt x="5295" y="35815"/>
                  </a:lnTo>
                  <a:lnTo>
                    <a:pt x="4940" y="35361"/>
                  </a:lnTo>
                  <a:lnTo>
                    <a:pt x="4556" y="34968"/>
                  </a:lnTo>
                  <a:lnTo>
                    <a:pt x="4260" y="34635"/>
                  </a:lnTo>
                  <a:lnTo>
                    <a:pt x="4230" y="34484"/>
                  </a:lnTo>
                  <a:lnTo>
                    <a:pt x="4112" y="34333"/>
                  </a:lnTo>
                  <a:lnTo>
                    <a:pt x="3964" y="34181"/>
                  </a:lnTo>
                  <a:lnTo>
                    <a:pt x="3905" y="34030"/>
                  </a:lnTo>
                  <a:lnTo>
                    <a:pt x="3727" y="33909"/>
                  </a:lnTo>
                  <a:lnTo>
                    <a:pt x="3639" y="33697"/>
                  </a:lnTo>
                  <a:lnTo>
                    <a:pt x="3550" y="33546"/>
                  </a:lnTo>
                  <a:lnTo>
                    <a:pt x="3461" y="33395"/>
                  </a:lnTo>
                  <a:lnTo>
                    <a:pt x="3313" y="33274"/>
                  </a:lnTo>
                  <a:lnTo>
                    <a:pt x="3224" y="33092"/>
                  </a:lnTo>
                  <a:lnTo>
                    <a:pt x="2721" y="32548"/>
                  </a:lnTo>
                  <a:lnTo>
                    <a:pt x="2514" y="32215"/>
                  </a:lnTo>
                  <a:lnTo>
                    <a:pt x="2426" y="32064"/>
                  </a:lnTo>
                  <a:lnTo>
                    <a:pt x="2337" y="31913"/>
                  </a:lnTo>
                  <a:lnTo>
                    <a:pt x="2218" y="31761"/>
                  </a:lnTo>
                  <a:lnTo>
                    <a:pt x="2070" y="31701"/>
                  </a:lnTo>
                  <a:lnTo>
                    <a:pt x="1952" y="31519"/>
                  </a:lnTo>
                  <a:lnTo>
                    <a:pt x="1863" y="31368"/>
                  </a:lnTo>
                  <a:lnTo>
                    <a:pt x="1775" y="31156"/>
                  </a:lnTo>
                  <a:lnTo>
                    <a:pt x="1568" y="31005"/>
                  </a:lnTo>
                  <a:lnTo>
                    <a:pt x="1420" y="30763"/>
                  </a:lnTo>
                  <a:lnTo>
                    <a:pt x="1301" y="30521"/>
                  </a:lnTo>
                  <a:lnTo>
                    <a:pt x="1183" y="30370"/>
                  </a:lnTo>
                  <a:lnTo>
                    <a:pt x="1153" y="30158"/>
                  </a:lnTo>
                  <a:lnTo>
                    <a:pt x="1005" y="29916"/>
                  </a:lnTo>
                  <a:lnTo>
                    <a:pt x="917" y="29735"/>
                  </a:lnTo>
                  <a:lnTo>
                    <a:pt x="887" y="29583"/>
                  </a:lnTo>
                  <a:lnTo>
                    <a:pt x="710" y="29402"/>
                  </a:lnTo>
                  <a:lnTo>
                    <a:pt x="562" y="29160"/>
                  </a:lnTo>
                  <a:lnTo>
                    <a:pt x="384" y="28948"/>
                  </a:lnTo>
                  <a:lnTo>
                    <a:pt x="207" y="28797"/>
                  </a:lnTo>
                  <a:lnTo>
                    <a:pt x="0" y="28736"/>
                  </a:lnTo>
                  <a:lnTo>
                    <a:pt x="946" y="28313"/>
                  </a:lnTo>
                  <a:lnTo>
                    <a:pt x="2248" y="27768"/>
                  </a:lnTo>
                  <a:lnTo>
                    <a:pt x="2810" y="27436"/>
                  </a:lnTo>
                  <a:lnTo>
                    <a:pt x="3017" y="27284"/>
                  </a:lnTo>
                  <a:lnTo>
                    <a:pt x="3283" y="27133"/>
                  </a:lnTo>
                  <a:lnTo>
                    <a:pt x="3786" y="26831"/>
                  </a:lnTo>
                  <a:lnTo>
                    <a:pt x="3905" y="26589"/>
                  </a:lnTo>
                  <a:lnTo>
                    <a:pt x="4289" y="26014"/>
                  </a:lnTo>
                  <a:lnTo>
                    <a:pt x="4704" y="25500"/>
                  </a:lnTo>
                  <a:lnTo>
                    <a:pt x="4881" y="25288"/>
                  </a:lnTo>
                  <a:lnTo>
                    <a:pt x="5147" y="25046"/>
                  </a:lnTo>
                  <a:lnTo>
                    <a:pt x="5384" y="24804"/>
                  </a:lnTo>
                  <a:lnTo>
                    <a:pt x="5621" y="24562"/>
                  </a:lnTo>
                  <a:lnTo>
                    <a:pt x="5887" y="24350"/>
                  </a:lnTo>
                  <a:lnTo>
                    <a:pt x="6242" y="24018"/>
                  </a:lnTo>
                  <a:lnTo>
                    <a:pt x="6715" y="23443"/>
                  </a:lnTo>
                  <a:lnTo>
                    <a:pt x="6893" y="23261"/>
                  </a:lnTo>
                  <a:lnTo>
                    <a:pt x="7278" y="22566"/>
                  </a:lnTo>
                  <a:lnTo>
                    <a:pt x="7958" y="21356"/>
                  </a:lnTo>
                  <a:lnTo>
                    <a:pt x="8550" y="20327"/>
                  </a:lnTo>
                  <a:lnTo>
                    <a:pt x="9260" y="18966"/>
                  </a:lnTo>
                  <a:lnTo>
                    <a:pt x="9704" y="18421"/>
                  </a:lnTo>
                  <a:lnTo>
                    <a:pt x="9881" y="18210"/>
                  </a:lnTo>
                  <a:lnTo>
                    <a:pt x="10295" y="17816"/>
                  </a:lnTo>
                  <a:lnTo>
                    <a:pt x="10680" y="17423"/>
                  </a:lnTo>
                  <a:lnTo>
                    <a:pt x="11153" y="17151"/>
                  </a:lnTo>
                  <a:lnTo>
                    <a:pt x="11686" y="16879"/>
                  </a:lnTo>
                  <a:lnTo>
                    <a:pt x="12041" y="16697"/>
                  </a:lnTo>
                  <a:lnTo>
                    <a:pt x="12485" y="16546"/>
                  </a:lnTo>
                  <a:lnTo>
                    <a:pt x="12840" y="16455"/>
                  </a:lnTo>
                  <a:lnTo>
                    <a:pt x="13372" y="16334"/>
                  </a:lnTo>
                  <a:lnTo>
                    <a:pt x="13964" y="16183"/>
                  </a:lnTo>
                  <a:lnTo>
                    <a:pt x="14615" y="16001"/>
                  </a:lnTo>
                  <a:lnTo>
                    <a:pt x="15917" y="15396"/>
                  </a:lnTo>
                  <a:lnTo>
                    <a:pt x="16538" y="15094"/>
                  </a:lnTo>
                  <a:lnTo>
                    <a:pt x="17780" y="14338"/>
                  </a:lnTo>
                  <a:lnTo>
                    <a:pt x="18283" y="14065"/>
                  </a:lnTo>
                  <a:lnTo>
                    <a:pt x="18076" y="13460"/>
                  </a:lnTo>
                  <a:lnTo>
                    <a:pt x="18135" y="13279"/>
                  </a:lnTo>
                  <a:lnTo>
                    <a:pt x="18993" y="12977"/>
                  </a:lnTo>
                  <a:lnTo>
                    <a:pt x="19378" y="12825"/>
                  </a:lnTo>
                  <a:lnTo>
                    <a:pt x="19940" y="12583"/>
                  </a:lnTo>
                  <a:lnTo>
                    <a:pt x="20414" y="12281"/>
                  </a:lnTo>
                  <a:lnTo>
                    <a:pt x="21272" y="11615"/>
                  </a:lnTo>
                  <a:lnTo>
                    <a:pt x="22011" y="10889"/>
                  </a:lnTo>
                  <a:lnTo>
                    <a:pt x="22307" y="10587"/>
                  </a:lnTo>
                  <a:lnTo>
                    <a:pt x="22692" y="10012"/>
                  </a:lnTo>
                  <a:lnTo>
                    <a:pt x="23372" y="8984"/>
                  </a:lnTo>
                  <a:lnTo>
                    <a:pt x="23934" y="8046"/>
                  </a:lnTo>
                  <a:lnTo>
                    <a:pt x="24230" y="7562"/>
                  </a:lnTo>
                  <a:lnTo>
                    <a:pt x="24733" y="6685"/>
                  </a:lnTo>
                  <a:lnTo>
                    <a:pt x="24911" y="6412"/>
                  </a:lnTo>
                  <a:lnTo>
                    <a:pt x="25206" y="5868"/>
                  </a:lnTo>
                  <a:lnTo>
                    <a:pt x="25857" y="4749"/>
                  </a:lnTo>
                  <a:lnTo>
                    <a:pt x="26153" y="4234"/>
                  </a:lnTo>
                  <a:lnTo>
                    <a:pt x="26627" y="3418"/>
                  </a:lnTo>
                  <a:lnTo>
                    <a:pt x="26922" y="2964"/>
                  </a:lnTo>
                  <a:lnTo>
                    <a:pt x="27958" y="1149"/>
                  </a:lnTo>
                  <a:lnTo>
                    <a:pt x="28402" y="423"/>
                  </a:lnTo>
                  <a:lnTo>
                    <a:pt x="286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193407" y="3316419"/>
              <a:ext cx="57958" cy="63796"/>
            </a:xfrm>
            <a:custGeom>
              <a:avLst/>
              <a:pathLst>
                <a:path w="57958" h="63796">
                  <a:moveTo>
                    <a:pt x="23372" y="241"/>
                  </a:moveTo>
                  <a:lnTo>
                    <a:pt x="26124" y="756"/>
                  </a:lnTo>
                  <a:lnTo>
                    <a:pt x="31774" y="1845"/>
                  </a:lnTo>
                  <a:lnTo>
                    <a:pt x="35473" y="2571"/>
                  </a:lnTo>
                  <a:lnTo>
                    <a:pt x="35946" y="2661"/>
                  </a:lnTo>
                  <a:lnTo>
                    <a:pt x="36774" y="2813"/>
                  </a:lnTo>
                  <a:lnTo>
                    <a:pt x="39052" y="3297"/>
                  </a:lnTo>
                  <a:lnTo>
                    <a:pt x="41035" y="3690"/>
                  </a:lnTo>
                  <a:lnTo>
                    <a:pt x="41419" y="3781"/>
                  </a:lnTo>
                  <a:lnTo>
                    <a:pt x="41893" y="3871"/>
                  </a:lnTo>
                  <a:lnTo>
                    <a:pt x="42573" y="3992"/>
                  </a:lnTo>
                  <a:lnTo>
                    <a:pt x="45798" y="4597"/>
                  </a:lnTo>
                  <a:lnTo>
                    <a:pt x="46952" y="4718"/>
                  </a:lnTo>
                  <a:lnTo>
                    <a:pt x="47455" y="4749"/>
                  </a:lnTo>
                  <a:lnTo>
                    <a:pt x="48727" y="4839"/>
                  </a:lnTo>
                  <a:lnTo>
                    <a:pt x="50472" y="4960"/>
                  </a:lnTo>
                  <a:lnTo>
                    <a:pt x="52277" y="5081"/>
                  </a:lnTo>
                  <a:lnTo>
                    <a:pt x="53135" y="5172"/>
                  </a:lnTo>
                  <a:lnTo>
                    <a:pt x="55768" y="5354"/>
                  </a:lnTo>
                  <a:lnTo>
                    <a:pt x="56064" y="9165"/>
                  </a:lnTo>
                  <a:lnTo>
                    <a:pt x="56153" y="10073"/>
                  </a:lnTo>
                  <a:lnTo>
                    <a:pt x="56390" y="13098"/>
                  </a:lnTo>
                  <a:lnTo>
                    <a:pt x="56656" y="16243"/>
                  </a:lnTo>
                  <a:lnTo>
                    <a:pt x="56685" y="16667"/>
                  </a:lnTo>
                  <a:lnTo>
                    <a:pt x="56922" y="18996"/>
                  </a:lnTo>
                  <a:lnTo>
                    <a:pt x="57159" y="21537"/>
                  </a:lnTo>
                  <a:lnTo>
                    <a:pt x="57396" y="24411"/>
                  </a:lnTo>
                  <a:lnTo>
                    <a:pt x="57603" y="27103"/>
                  </a:lnTo>
                  <a:lnTo>
                    <a:pt x="57958" y="32185"/>
                  </a:lnTo>
                  <a:lnTo>
                    <a:pt x="57780" y="32215"/>
                  </a:lnTo>
                  <a:lnTo>
                    <a:pt x="57603" y="32276"/>
                  </a:lnTo>
                  <a:lnTo>
                    <a:pt x="57455" y="32336"/>
                  </a:lnTo>
                  <a:lnTo>
                    <a:pt x="57277" y="32427"/>
                  </a:lnTo>
                  <a:lnTo>
                    <a:pt x="56893" y="32790"/>
                  </a:lnTo>
                  <a:lnTo>
                    <a:pt x="56804" y="32971"/>
                  </a:lnTo>
                  <a:lnTo>
                    <a:pt x="56715" y="33123"/>
                  </a:lnTo>
                  <a:lnTo>
                    <a:pt x="56656" y="33304"/>
                  </a:lnTo>
                  <a:lnTo>
                    <a:pt x="56626" y="33455"/>
                  </a:lnTo>
                  <a:lnTo>
                    <a:pt x="56597" y="33637"/>
                  </a:lnTo>
                  <a:lnTo>
                    <a:pt x="56597" y="33818"/>
                  </a:lnTo>
                  <a:lnTo>
                    <a:pt x="56626" y="34000"/>
                  </a:lnTo>
                  <a:lnTo>
                    <a:pt x="56685" y="34181"/>
                  </a:lnTo>
                  <a:lnTo>
                    <a:pt x="56745" y="34363"/>
                  </a:lnTo>
                  <a:lnTo>
                    <a:pt x="56833" y="34514"/>
                  </a:lnTo>
                  <a:lnTo>
                    <a:pt x="56922" y="34665"/>
                  </a:lnTo>
                  <a:lnTo>
                    <a:pt x="57159" y="34907"/>
                  </a:lnTo>
                  <a:lnTo>
                    <a:pt x="56449" y="35875"/>
                  </a:lnTo>
                  <a:lnTo>
                    <a:pt x="56094" y="36359"/>
                  </a:lnTo>
                  <a:lnTo>
                    <a:pt x="55946" y="36541"/>
                  </a:lnTo>
                  <a:lnTo>
                    <a:pt x="54851" y="37872"/>
                  </a:lnTo>
                  <a:lnTo>
                    <a:pt x="53993" y="38931"/>
                  </a:lnTo>
                  <a:lnTo>
                    <a:pt x="53520" y="39566"/>
                  </a:lnTo>
                  <a:lnTo>
                    <a:pt x="53372" y="39778"/>
                  </a:lnTo>
                  <a:lnTo>
                    <a:pt x="53135" y="40050"/>
                  </a:lnTo>
                  <a:lnTo>
                    <a:pt x="52780" y="40503"/>
                  </a:lnTo>
                  <a:lnTo>
                    <a:pt x="51952" y="41502"/>
                  </a:lnTo>
                  <a:lnTo>
                    <a:pt x="51153" y="42500"/>
                  </a:lnTo>
                  <a:lnTo>
                    <a:pt x="50206" y="43680"/>
                  </a:lnTo>
                  <a:lnTo>
                    <a:pt x="47248" y="47340"/>
                  </a:lnTo>
                  <a:lnTo>
                    <a:pt x="46005" y="48852"/>
                  </a:lnTo>
                  <a:lnTo>
                    <a:pt x="43727" y="51817"/>
                  </a:lnTo>
                  <a:lnTo>
                    <a:pt x="41242" y="54842"/>
                  </a:lnTo>
                  <a:lnTo>
                    <a:pt x="38786" y="57897"/>
                  </a:lnTo>
                  <a:lnTo>
                    <a:pt x="36449" y="60740"/>
                  </a:lnTo>
                  <a:lnTo>
                    <a:pt x="36331" y="60892"/>
                  </a:lnTo>
                  <a:lnTo>
                    <a:pt x="33964" y="63796"/>
                  </a:lnTo>
                  <a:lnTo>
                    <a:pt x="33076" y="63039"/>
                  </a:lnTo>
                  <a:lnTo>
                    <a:pt x="30828" y="61164"/>
                  </a:lnTo>
                  <a:lnTo>
                    <a:pt x="27100" y="58078"/>
                  </a:lnTo>
                  <a:lnTo>
                    <a:pt x="26390" y="57443"/>
                  </a:lnTo>
                  <a:lnTo>
                    <a:pt x="25887" y="57050"/>
                  </a:lnTo>
                  <a:lnTo>
                    <a:pt x="25206" y="56475"/>
                  </a:lnTo>
                  <a:lnTo>
                    <a:pt x="24792" y="56112"/>
                  </a:lnTo>
                  <a:lnTo>
                    <a:pt x="24526" y="55900"/>
                  </a:lnTo>
                  <a:lnTo>
                    <a:pt x="24200" y="55628"/>
                  </a:lnTo>
                  <a:lnTo>
                    <a:pt x="21301" y="53208"/>
                  </a:lnTo>
                  <a:lnTo>
                    <a:pt x="20354" y="52845"/>
                  </a:lnTo>
                  <a:lnTo>
                    <a:pt x="18017" y="53148"/>
                  </a:lnTo>
                  <a:lnTo>
                    <a:pt x="14467" y="53632"/>
                  </a:lnTo>
                  <a:lnTo>
                    <a:pt x="12751" y="53874"/>
                  </a:lnTo>
                  <a:lnTo>
                    <a:pt x="12485" y="53904"/>
                  </a:lnTo>
                  <a:lnTo>
                    <a:pt x="10295" y="54206"/>
                  </a:lnTo>
                  <a:lnTo>
                    <a:pt x="9082" y="54358"/>
                  </a:lnTo>
                  <a:lnTo>
                    <a:pt x="7692" y="54539"/>
                  </a:lnTo>
                  <a:lnTo>
                    <a:pt x="6124" y="54902"/>
                  </a:lnTo>
                  <a:lnTo>
                    <a:pt x="5621" y="54842"/>
                  </a:lnTo>
                  <a:lnTo>
                    <a:pt x="3520" y="55114"/>
                  </a:lnTo>
                  <a:lnTo>
                    <a:pt x="3343" y="55144"/>
                  </a:lnTo>
                  <a:lnTo>
                    <a:pt x="2840" y="55205"/>
                  </a:lnTo>
                  <a:lnTo>
                    <a:pt x="2573" y="55265"/>
                  </a:lnTo>
                  <a:lnTo>
                    <a:pt x="147" y="55749"/>
                  </a:lnTo>
                  <a:lnTo>
                    <a:pt x="0" y="55749"/>
                  </a:lnTo>
                  <a:lnTo>
                    <a:pt x="769" y="53329"/>
                  </a:lnTo>
                  <a:lnTo>
                    <a:pt x="2426" y="48489"/>
                  </a:lnTo>
                  <a:lnTo>
                    <a:pt x="2869" y="47189"/>
                  </a:lnTo>
                  <a:lnTo>
                    <a:pt x="3816" y="44436"/>
                  </a:lnTo>
                  <a:lnTo>
                    <a:pt x="4053" y="43770"/>
                  </a:lnTo>
                  <a:lnTo>
                    <a:pt x="5680" y="38961"/>
                  </a:lnTo>
                  <a:lnTo>
                    <a:pt x="6331" y="36874"/>
                  </a:lnTo>
                  <a:lnTo>
                    <a:pt x="6567" y="36117"/>
                  </a:lnTo>
                  <a:lnTo>
                    <a:pt x="7011" y="34605"/>
                  </a:lnTo>
                  <a:lnTo>
                    <a:pt x="7662" y="32034"/>
                  </a:lnTo>
                  <a:lnTo>
                    <a:pt x="7928" y="30007"/>
                  </a:lnTo>
                  <a:lnTo>
                    <a:pt x="8017" y="29523"/>
                  </a:lnTo>
                  <a:lnTo>
                    <a:pt x="8136" y="29039"/>
                  </a:lnTo>
                  <a:lnTo>
                    <a:pt x="8313" y="28464"/>
                  </a:lnTo>
                  <a:lnTo>
                    <a:pt x="8638" y="27587"/>
                  </a:lnTo>
                  <a:lnTo>
                    <a:pt x="9023" y="26468"/>
                  </a:lnTo>
                  <a:lnTo>
                    <a:pt x="9556" y="24471"/>
                  </a:lnTo>
                  <a:lnTo>
                    <a:pt x="9881" y="23171"/>
                  </a:lnTo>
                  <a:lnTo>
                    <a:pt x="10266" y="21356"/>
                  </a:lnTo>
                  <a:lnTo>
                    <a:pt x="10414" y="20660"/>
                  </a:lnTo>
                  <a:lnTo>
                    <a:pt x="10591" y="20055"/>
                  </a:lnTo>
                  <a:lnTo>
                    <a:pt x="10857" y="19480"/>
                  </a:lnTo>
                  <a:lnTo>
                    <a:pt x="11183" y="18875"/>
                  </a:lnTo>
                  <a:lnTo>
                    <a:pt x="11834" y="17907"/>
                  </a:lnTo>
                  <a:lnTo>
                    <a:pt x="11952" y="17695"/>
                  </a:lnTo>
                  <a:lnTo>
                    <a:pt x="12603" y="16788"/>
                  </a:lnTo>
                  <a:lnTo>
                    <a:pt x="14260" y="14489"/>
                  </a:lnTo>
                  <a:lnTo>
                    <a:pt x="15621" y="12674"/>
                  </a:lnTo>
                  <a:lnTo>
                    <a:pt x="17248" y="10526"/>
                  </a:lnTo>
                  <a:lnTo>
                    <a:pt x="19053" y="6866"/>
                  </a:lnTo>
                  <a:lnTo>
                    <a:pt x="19230" y="6291"/>
                  </a:lnTo>
                  <a:lnTo>
                    <a:pt x="19408" y="5656"/>
                  </a:lnTo>
                  <a:lnTo>
                    <a:pt x="19496" y="5414"/>
                  </a:lnTo>
                  <a:lnTo>
                    <a:pt x="20088" y="4174"/>
                  </a:lnTo>
                  <a:lnTo>
                    <a:pt x="21005" y="2329"/>
                  </a:lnTo>
                  <a:lnTo>
                    <a:pt x="220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098260" y="2346895"/>
              <a:ext cx="854194" cy="548996"/>
            </a:xfrm>
            <a:custGeom>
              <a:avLst/>
              <a:pathLst>
                <a:path w="854194" h="548996">
                  <a:moveTo>
                    <a:pt x="571593" y="3024"/>
                  </a:moveTo>
                  <a:lnTo>
                    <a:pt x="574107" y="4204"/>
                  </a:lnTo>
                  <a:lnTo>
                    <a:pt x="578190" y="5142"/>
                  </a:lnTo>
                  <a:lnTo>
                    <a:pt x="580054" y="4870"/>
                  </a:lnTo>
                  <a:lnTo>
                    <a:pt x="581652" y="4113"/>
                  </a:lnTo>
                  <a:lnTo>
                    <a:pt x="583604" y="3478"/>
                  </a:lnTo>
                  <a:lnTo>
                    <a:pt x="585143" y="3448"/>
                  </a:lnTo>
                  <a:lnTo>
                    <a:pt x="587865" y="4113"/>
                  </a:lnTo>
                  <a:lnTo>
                    <a:pt x="590675" y="5051"/>
                  </a:lnTo>
                  <a:lnTo>
                    <a:pt x="592303" y="7622"/>
                  </a:lnTo>
                  <a:lnTo>
                    <a:pt x="593959" y="9316"/>
                  </a:lnTo>
                  <a:lnTo>
                    <a:pt x="595942" y="10375"/>
                  </a:lnTo>
                  <a:lnTo>
                    <a:pt x="599196" y="12160"/>
                  </a:lnTo>
                  <a:lnTo>
                    <a:pt x="601385" y="13793"/>
                  </a:lnTo>
                  <a:lnTo>
                    <a:pt x="606030" y="15759"/>
                  </a:lnTo>
                  <a:lnTo>
                    <a:pt x="608072" y="16758"/>
                  </a:lnTo>
                  <a:lnTo>
                    <a:pt x="610143" y="18028"/>
                  </a:lnTo>
                  <a:lnTo>
                    <a:pt x="612214" y="19359"/>
                  </a:lnTo>
                  <a:lnTo>
                    <a:pt x="615409" y="19934"/>
                  </a:lnTo>
                  <a:lnTo>
                    <a:pt x="618811" y="18633"/>
                  </a:lnTo>
                  <a:lnTo>
                    <a:pt x="620143" y="17544"/>
                  </a:lnTo>
                  <a:lnTo>
                    <a:pt x="622125" y="15336"/>
                  </a:lnTo>
                  <a:lnTo>
                    <a:pt x="623427" y="13733"/>
                  </a:lnTo>
                  <a:lnTo>
                    <a:pt x="624935" y="12674"/>
                  </a:lnTo>
                  <a:lnTo>
                    <a:pt x="625971" y="12281"/>
                  </a:lnTo>
                  <a:lnTo>
                    <a:pt x="626711" y="11797"/>
                  </a:lnTo>
                  <a:lnTo>
                    <a:pt x="627421" y="11283"/>
                  </a:lnTo>
                  <a:lnTo>
                    <a:pt x="628663" y="10829"/>
                  </a:lnTo>
                  <a:lnTo>
                    <a:pt x="629403" y="10799"/>
                  </a:lnTo>
                  <a:lnTo>
                    <a:pt x="629847" y="11283"/>
                  </a:lnTo>
                  <a:lnTo>
                    <a:pt x="630438" y="14701"/>
                  </a:lnTo>
                  <a:lnTo>
                    <a:pt x="631267" y="16304"/>
                  </a:lnTo>
                  <a:lnTo>
                    <a:pt x="631947" y="17332"/>
                  </a:lnTo>
                  <a:lnTo>
                    <a:pt x="632569" y="18875"/>
                  </a:lnTo>
                  <a:lnTo>
                    <a:pt x="633456" y="20418"/>
                  </a:lnTo>
                  <a:lnTo>
                    <a:pt x="633308" y="22868"/>
                  </a:lnTo>
                  <a:lnTo>
                    <a:pt x="633574" y="25107"/>
                  </a:lnTo>
                  <a:lnTo>
                    <a:pt x="634699" y="27345"/>
                  </a:lnTo>
                  <a:lnTo>
                    <a:pt x="635853" y="29160"/>
                  </a:lnTo>
                  <a:lnTo>
                    <a:pt x="637509" y="32215"/>
                  </a:lnTo>
                  <a:lnTo>
                    <a:pt x="639048" y="34877"/>
                  </a:lnTo>
                  <a:lnTo>
                    <a:pt x="640113" y="38991"/>
                  </a:lnTo>
                  <a:lnTo>
                    <a:pt x="641296" y="41653"/>
                  </a:lnTo>
                  <a:lnTo>
                    <a:pt x="643219" y="44073"/>
                  </a:lnTo>
                  <a:lnTo>
                    <a:pt x="645113" y="44859"/>
                  </a:lnTo>
                  <a:lnTo>
                    <a:pt x="646503" y="45434"/>
                  </a:lnTo>
                  <a:lnTo>
                    <a:pt x="648160" y="45616"/>
                  </a:lnTo>
                  <a:lnTo>
                    <a:pt x="649846" y="45585"/>
                  </a:lnTo>
                  <a:lnTo>
                    <a:pt x="651770" y="45313"/>
                  </a:lnTo>
                  <a:lnTo>
                    <a:pt x="655083" y="45222"/>
                  </a:lnTo>
                  <a:lnTo>
                    <a:pt x="657006" y="45555"/>
                  </a:lnTo>
                  <a:lnTo>
                    <a:pt x="658988" y="46493"/>
                  </a:lnTo>
                  <a:lnTo>
                    <a:pt x="661207" y="47763"/>
                  </a:lnTo>
                  <a:lnTo>
                    <a:pt x="662568" y="48762"/>
                  </a:lnTo>
                  <a:lnTo>
                    <a:pt x="663130" y="51333"/>
                  </a:lnTo>
                  <a:lnTo>
                    <a:pt x="663663" y="53420"/>
                  </a:lnTo>
                  <a:lnTo>
                    <a:pt x="664521" y="54811"/>
                  </a:lnTo>
                  <a:lnTo>
                    <a:pt x="666474" y="56445"/>
                  </a:lnTo>
                  <a:lnTo>
                    <a:pt x="668752" y="57352"/>
                  </a:lnTo>
                  <a:lnTo>
                    <a:pt x="671030" y="57776"/>
                  </a:lnTo>
                  <a:lnTo>
                    <a:pt x="673574" y="58230"/>
                  </a:lnTo>
                  <a:lnTo>
                    <a:pt x="676030" y="58502"/>
                  </a:lnTo>
                  <a:lnTo>
                    <a:pt x="679343" y="58835"/>
                  </a:lnTo>
                  <a:lnTo>
                    <a:pt x="681976" y="59621"/>
                  </a:lnTo>
                  <a:lnTo>
                    <a:pt x="684136" y="59924"/>
                  </a:lnTo>
                  <a:lnTo>
                    <a:pt x="685527" y="60105"/>
                  </a:lnTo>
                  <a:lnTo>
                    <a:pt x="687479" y="60498"/>
                  </a:lnTo>
                  <a:lnTo>
                    <a:pt x="689077" y="60498"/>
                  </a:lnTo>
                  <a:lnTo>
                    <a:pt x="691592" y="59984"/>
                  </a:lnTo>
                  <a:lnTo>
                    <a:pt x="694077" y="58956"/>
                  </a:lnTo>
                  <a:lnTo>
                    <a:pt x="695586" y="58109"/>
                  </a:lnTo>
                  <a:lnTo>
                    <a:pt x="696651" y="57685"/>
                  </a:lnTo>
                  <a:lnTo>
                    <a:pt x="698101" y="57957"/>
                  </a:lnTo>
                  <a:lnTo>
                    <a:pt x="700083" y="58411"/>
                  </a:lnTo>
                  <a:lnTo>
                    <a:pt x="702657" y="59319"/>
                  </a:lnTo>
                  <a:lnTo>
                    <a:pt x="705319" y="60045"/>
                  </a:lnTo>
                  <a:lnTo>
                    <a:pt x="709166" y="60377"/>
                  </a:lnTo>
                  <a:lnTo>
                    <a:pt x="714047" y="59470"/>
                  </a:lnTo>
                  <a:lnTo>
                    <a:pt x="716325" y="58381"/>
                  </a:lnTo>
                  <a:lnTo>
                    <a:pt x="718781" y="57473"/>
                  </a:lnTo>
                  <a:lnTo>
                    <a:pt x="721769" y="55719"/>
                  </a:lnTo>
                  <a:lnTo>
                    <a:pt x="724580" y="53904"/>
                  </a:lnTo>
                  <a:lnTo>
                    <a:pt x="726739" y="52936"/>
                  </a:lnTo>
                  <a:lnTo>
                    <a:pt x="728633" y="52271"/>
                  </a:lnTo>
                  <a:lnTo>
                    <a:pt x="731384" y="52361"/>
                  </a:lnTo>
                  <a:lnTo>
                    <a:pt x="734609" y="53722"/>
                  </a:lnTo>
                  <a:lnTo>
                    <a:pt x="737686" y="54630"/>
                  </a:lnTo>
                  <a:lnTo>
                    <a:pt x="740763" y="55114"/>
                  </a:lnTo>
                  <a:lnTo>
                    <a:pt x="743514" y="55386"/>
                  </a:lnTo>
                  <a:lnTo>
                    <a:pt x="746059" y="55931"/>
                  </a:lnTo>
                  <a:lnTo>
                    <a:pt x="748396" y="55900"/>
                  </a:lnTo>
                  <a:lnTo>
                    <a:pt x="750556" y="55900"/>
                  </a:lnTo>
                  <a:lnTo>
                    <a:pt x="751887" y="55537"/>
                  </a:lnTo>
                  <a:lnTo>
                    <a:pt x="753159" y="54630"/>
                  </a:lnTo>
                  <a:lnTo>
                    <a:pt x="754905" y="53571"/>
                  </a:lnTo>
                  <a:lnTo>
                    <a:pt x="758218" y="53057"/>
                  </a:lnTo>
                  <a:lnTo>
                    <a:pt x="760852" y="52029"/>
                  </a:lnTo>
                  <a:lnTo>
                    <a:pt x="762508" y="49820"/>
                  </a:lnTo>
                  <a:lnTo>
                    <a:pt x="765201" y="47068"/>
                  </a:lnTo>
                  <a:lnTo>
                    <a:pt x="766443" y="46251"/>
                  </a:lnTo>
                  <a:lnTo>
                    <a:pt x="767922" y="45888"/>
                  </a:lnTo>
                  <a:lnTo>
                    <a:pt x="769846" y="46674"/>
                  </a:lnTo>
                  <a:lnTo>
                    <a:pt x="772005" y="48399"/>
                  </a:lnTo>
                  <a:lnTo>
                    <a:pt x="774165" y="49457"/>
                  </a:lnTo>
                  <a:lnTo>
                    <a:pt x="776650" y="50607"/>
                  </a:lnTo>
                  <a:lnTo>
                    <a:pt x="778840" y="51696"/>
                  </a:lnTo>
                  <a:lnTo>
                    <a:pt x="781591" y="53269"/>
                  </a:lnTo>
                  <a:lnTo>
                    <a:pt x="783041" y="55326"/>
                  </a:lnTo>
                  <a:lnTo>
                    <a:pt x="784964" y="56324"/>
                  </a:lnTo>
                  <a:lnTo>
                    <a:pt x="787242" y="56959"/>
                  </a:lnTo>
                  <a:lnTo>
                    <a:pt x="789165" y="57322"/>
                  </a:lnTo>
                  <a:lnTo>
                    <a:pt x="790822" y="56929"/>
                  </a:lnTo>
                  <a:lnTo>
                    <a:pt x="791976" y="55961"/>
                  </a:lnTo>
                  <a:lnTo>
                    <a:pt x="793484" y="55568"/>
                  </a:lnTo>
                  <a:lnTo>
                    <a:pt x="795496" y="55568"/>
                  </a:lnTo>
                  <a:lnTo>
                    <a:pt x="797538" y="55507"/>
                  </a:lnTo>
                  <a:lnTo>
                    <a:pt x="799668" y="55537"/>
                  </a:lnTo>
                  <a:lnTo>
                    <a:pt x="801768" y="56142"/>
                  </a:lnTo>
                  <a:lnTo>
                    <a:pt x="803839" y="56989"/>
                  </a:lnTo>
                  <a:lnTo>
                    <a:pt x="805644" y="57504"/>
                  </a:lnTo>
                  <a:lnTo>
                    <a:pt x="808455" y="58230"/>
                  </a:lnTo>
                  <a:lnTo>
                    <a:pt x="809816" y="58139"/>
                  </a:lnTo>
                  <a:lnTo>
                    <a:pt x="811887" y="57867"/>
                  </a:lnTo>
                  <a:lnTo>
                    <a:pt x="814875" y="58472"/>
                  </a:lnTo>
                  <a:lnTo>
                    <a:pt x="817656" y="60014"/>
                  </a:lnTo>
                  <a:lnTo>
                    <a:pt x="820023" y="61799"/>
                  </a:lnTo>
                  <a:lnTo>
                    <a:pt x="823100" y="62646"/>
                  </a:lnTo>
                  <a:lnTo>
                    <a:pt x="825437" y="63402"/>
                  </a:lnTo>
                  <a:lnTo>
                    <a:pt x="828011" y="64612"/>
                  </a:lnTo>
                  <a:lnTo>
                    <a:pt x="830141" y="65127"/>
                  </a:lnTo>
                  <a:lnTo>
                    <a:pt x="832449" y="65550"/>
                  </a:lnTo>
                  <a:lnTo>
                    <a:pt x="833750" y="65883"/>
                  </a:lnTo>
                  <a:lnTo>
                    <a:pt x="834431" y="66427"/>
                  </a:lnTo>
                  <a:lnTo>
                    <a:pt x="835969" y="68393"/>
                  </a:lnTo>
                  <a:lnTo>
                    <a:pt x="837449" y="70420"/>
                  </a:lnTo>
                  <a:lnTo>
                    <a:pt x="839815" y="73052"/>
                  </a:lnTo>
                  <a:lnTo>
                    <a:pt x="841295" y="73627"/>
                  </a:lnTo>
                  <a:lnTo>
                    <a:pt x="843484" y="73959"/>
                  </a:lnTo>
                  <a:lnTo>
                    <a:pt x="847271" y="73929"/>
                  </a:lnTo>
                  <a:lnTo>
                    <a:pt x="848306" y="74564"/>
                  </a:lnTo>
                  <a:lnTo>
                    <a:pt x="849875" y="77559"/>
                  </a:lnTo>
                  <a:lnTo>
                    <a:pt x="852448" y="80402"/>
                  </a:lnTo>
                  <a:lnTo>
                    <a:pt x="854194" y="82036"/>
                  </a:lnTo>
                  <a:lnTo>
                    <a:pt x="847774" y="88630"/>
                  </a:lnTo>
                  <a:lnTo>
                    <a:pt x="832567" y="105056"/>
                  </a:lnTo>
                  <a:lnTo>
                    <a:pt x="828395" y="108686"/>
                  </a:lnTo>
                  <a:lnTo>
                    <a:pt x="826502" y="112951"/>
                  </a:lnTo>
                  <a:lnTo>
                    <a:pt x="821709" y="119818"/>
                  </a:lnTo>
                  <a:lnTo>
                    <a:pt x="817537" y="122540"/>
                  </a:lnTo>
                  <a:lnTo>
                    <a:pt x="811709" y="128287"/>
                  </a:lnTo>
                  <a:lnTo>
                    <a:pt x="803307" y="138058"/>
                  </a:lnTo>
                  <a:lnTo>
                    <a:pt x="792419" y="147344"/>
                  </a:lnTo>
                  <a:lnTo>
                    <a:pt x="785053" y="148615"/>
                  </a:lnTo>
                  <a:lnTo>
                    <a:pt x="779579" y="149311"/>
                  </a:lnTo>
                  <a:lnTo>
                    <a:pt x="771828" y="150279"/>
                  </a:lnTo>
                  <a:lnTo>
                    <a:pt x="765585" y="151942"/>
                  </a:lnTo>
                  <a:lnTo>
                    <a:pt x="759964" y="156813"/>
                  </a:lnTo>
                  <a:lnTo>
                    <a:pt x="758218" y="158325"/>
                  </a:lnTo>
                  <a:lnTo>
                    <a:pt x="753100" y="163558"/>
                  </a:lnTo>
                  <a:lnTo>
                    <a:pt x="752479" y="163982"/>
                  </a:lnTo>
                  <a:lnTo>
                    <a:pt x="745615" y="168549"/>
                  </a:lnTo>
                  <a:lnTo>
                    <a:pt x="739875" y="172754"/>
                  </a:lnTo>
                  <a:lnTo>
                    <a:pt x="737006" y="177745"/>
                  </a:lnTo>
                  <a:lnTo>
                    <a:pt x="734343" y="185005"/>
                  </a:lnTo>
                  <a:lnTo>
                    <a:pt x="734254" y="185277"/>
                  </a:lnTo>
                  <a:lnTo>
                    <a:pt x="734136" y="185429"/>
                  </a:lnTo>
                  <a:lnTo>
                    <a:pt x="728515" y="194443"/>
                  </a:lnTo>
                  <a:lnTo>
                    <a:pt x="723012" y="202368"/>
                  </a:lnTo>
                  <a:lnTo>
                    <a:pt x="720526" y="205665"/>
                  </a:lnTo>
                  <a:lnTo>
                    <a:pt x="719402" y="207208"/>
                  </a:lnTo>
                  <a:lnTo>
                    <a:pt x="716384" y="210415"/>
                  </a:lnTo>
                  <a:lnTo>
                    <a:pt x="707657" y="213742"/>
                  </a:lnTo>
                  <a:lnTo>
                    <a:pt x="701148" y="213863"/>
                  </a:lnTo>
                  <a:lnTo>
                    <a:pt x="694166" y="212441"/>
                  </a:lnTo>
                  <a:lnTo>
                    <a:pt x="685911" y="212593"/>
                  </a:lnTo>
                  <a:lnTo>
                    <a:pt x="679195" y="211171"/>
                  </a:lnTo>
                  <a:lnTo>
                    <a:pt x="671681" y="208509"/>
                  </a:lnTo>
                  <a:lnTo>
                    <a:pt x="671030" y="208358"/>
                  </a:lnTo>
                  <a:lnTo>
                    <a:pt x="659077" y="205938"/>
                  </a:lnTo>
                  <a:lnTo>
                    <a:pt x="650083" y="203639"/>
                  </a:lnTo>
                  <a:lnTo>
                    <a:pt x="638722" y="199676"/>
                  </a:lnTo>
                  <a:lnTo>
                    <a:pt x="632361" y="199192"/>
                  </a:lnTo>
                  <a:lnTo>
                    <a:pt x="631119" y="199192"/>
                  </a:lnTo>
                  <a:lnTo>
                    <a:pt x="625734" y="199313"/>
                  </a:lnTo>
                  <a:lnTo>
                    <a:pt x="622125" y="201733"/>
                  </a:lnTo>
                  <a:lnTo>
                    <a:pt x="618131" y="202640"/>
                  </a:lnTo>
                  <a:lnTo>
                    <a:pt x="617273" y="202398"/>
                  </a:lnTo>
                  <a:lnTo>
                    <a:pt x="609758" y="200462"/>
                  </a:lnTo>
                  <a:lnTo>
                    <a:pt x="601770" y="198799"/>
                  </a:lnTo>
                  <a:lnTo>
                    <a:pt x="599078" y="198345"/>
                  </a:lnTo>
                  <a:lnTo>
                    <a:pt x="590172" y="196893"/>
                  </a:lnTo>
                  <a:lnTo>
                    <a:pt x="582510" y="195502"/>
                  </a:lnTo>
                  <a:lnTo>
                    <a:pt x="576178" y="195350"/>
                  </a:lnTo>
                  <a:lnTo>
                    <a:pt x="570320" y="195986"/>
                  </a:lnTo>
                  <a:lnTo>
                    <a:pt x="563575" y="197770"/>
                  </a:lnTo>
                  <a:lnTo>
                    <a:pt x="558871" y="200432"/>
                  </a:lnTo>
                  <a:lnTo>
                    <a:pt x="555084" y="201975"/>
                  </a:lnTo>
                  <a:lnTo>
                    <a:pt x="552569" y="204274"/>
                  </a:lnTo>
                  <a:lnTo>
                    <a:pt x="550321" y="209144"/>
                  </a:lnTo>
                  <a:lnTo>
                    <a:pt x="549463" y="213742"/>
                  </a:lnTo>
                  <a:lnTo>
                    <a:pt x="549818" y="220881"/>
                  </a:lnTo>
                  <a:lnTo>
                    <a:pt x="549818" y="226114"/>
                  </a:lnTo>
                  <a:lnTo>
                    <a:pt x="550705" y="231226"/>
                  </a:lnTo>
                  <a:lnTo>
                    <a:pt x="551563" y="240936"/>
                  </a:lnTo>
                  <a:lnTo>
                    <a:pt x="552569" y="249346"/>
                  </a:lnTo>
                  <a:lnTo>
                    <a:pt x="552687" y="257634"/>
                  </a:lnTo>
                  <a:lnTo>
                    <a:pt x="554699" y="266981"/>
                  </a:lnTo>
                  <a:lnTo>
                    <a:pt x="556948" y="273091"/>
                  </a:lnTo>
                  <a:lnTo>
                    <a:pt x="559581" y="278960"/>
                  </a:lnTo>
                  <a:lnTo>
                    <a:pt x="562451" y="284707"/>
                  </a:lnTo>
                  <a:lnTo>
                    <a:pt x="561119" y="287188"/>
                  </a:lnTo>
                  <a:lnTo>
                    <a:pt x="560824" y="287762"/>
                  </a:lnTo>
                  <a:lnTo>
                    <a:pt x="554818" y="293389"/>
                  </a:lnTo>
                  <a:lnTo>
                    <a:pt x="547569" y="297563"/>
                  </a:lnTo>
                  <a:lnTo>
                    <a:pt x="541593" y="300528"/>
                  </a:lnTo>
                  <a:lnTo>
                    <a:pt x="533220" y="303613"/>
                  </a:lnTo>
                  <a:lnTo>
                    <a:pt x="527362" y="308574"/>
                  </a:lnTo>
                  <a:lnTo>
                    <a:pt x="523575" y="310873"/>
                  </a:lnTo>
                  <a:lnTo>
                    <a:pt x="520232" y="311145"/>
                  </a:lnTo>
                  <a:lnTo>
                    <a:pt x="514877" y="310238"/>
                  </a:lnTo>
                  <a:lnTo>
                    <a:pt x="507007" y="311024"/>
                  </a:lnTo>
                  <a:lnTo>
                    <a:pt x="500942" y="313263"/>
                  </a:lnTo>
                  <a:lnTo>
                    <a:pt x="495262" y="315592"/>
                  </a:lnTo>
                  <a:lnTo>
                    <a:pt x="487777" y="316741"/>
                  </a:lnTo>
                  <a:lnTo>
                    <a:pt x="481771" y="317649"/>
                  </a:lnTo>
                  <a:lnTo>
                    <a:pt x="475676" y="316499"/>
                  </a:lnTo>
                  <a:lnTo>
                    <a:pt x="470055" y="315864"/>
                  </a:lnTo>
                  <a:lnTo>
                    <a:pt x="468931" y="316530"/>
                  </a:lnTo>
                  <a:lnTo>
                    <a:pt x="466682" y="317891"/>
                  </a:lnTo>
                  <a:lnTo>
                    <a:pt x="467806" y="322489"/>
                  </a:lnTo>
                  <a:lnTo>
                    <a:pt x="470558" y="327873"/>
                  </a:lnTo>
                  <a:lnTo>
                    <a:pt x="471031" y="333106"/>
                  </a:lnTo>
                  <a:lnTo>
                    <a:pt x="471031" y="340124"/>
                  </a:lnTo>
                  <a:lnTo>
                    <a:pt x="470913" y="351105"/>
                  </a:lnTo>
                  <a:lnTo>
                    <a:pt x="469049" y="356701"/>
                  </a:lnTo>
                  <a:lnTo>
                    <a:pt x="467037" y="361299"/>
                  </a:lnTo>
                  <a:lnTo>
                    <a:pt x="459582" y="374881"/>
                  </a:lnTo>
                  <a:lnTo>
                    <a:pt x="458043" y="377664"/>
                  </a:lnTo>
                  <a:lnTo>
                    <a:pt x="454789" y="382201"/>
                  </a:lnTo>
                  <a:lnTo>
                    <a:pt x="453310" y="384288"/>
                  </a:lnTo>
                  <a:lnTo>
                    <a:pt x="449582" y="388614"/>
                  </a:lnTo>
                  <a:lnTo>
                    <a:pt x="447807" y="394755"/>
                  </a:lnTo>
                  <a:lnTo>
                    <a:pt x="447037" y="400139"/>
                  </a:lnTo>
                  <a:lnTo>
                    <a:pt x="443339" y="402166"/>
                  </a:lnTo>
                  <a:lnTo>
                    <a:pt x="436032" y="403194"/>
                  </a:lnTo>
                  <a:lnTo>
                    <a:pt x="432038" y="403890"/>
                  </a:lnTo>
                  <a:lnTo>
                    <a:pt x="429257" y="406038"/>
                  </a:lnTo>
                  <a:lnTo>
                    <a:pt x="423842" y="409637"/>
                  </a:lnTo>
                  <a:lnTo>
                    <a:pt x="416298" y="414114"/>
                  </a:lnTo>
                  <a:lnTo>
                    <a:pt x="412600" y="417623"/>
                  </a:lnTo>
                  <a:lnTo>
                    <a:pt x="408487" y="422312"/>
                  </a:lnTo>
                  <a:lnTo>
                    <a:pt x="405144" y="427968"/>
                  </a:lnTo>
                  <a:lnTo>
                    <a:pt x="402925" y="429057"/>
                  </a:lnTo>
                  <a:lnTo>
                    <a:pt x="402570" y="429239"/>
                  </a:lnTo>
                  <a:lnTo>
                    <a:pt x="397422" y="430993"/>
                  </a:lnTo>
                  <a:lnTo>
                    <a:pt x="392748" y="433232"/>
                  </a:lnTo>
                  <a:lnTo>
                    <a:pt x="388369" y="436529"/>
                  </a:lnTo>
                  <a:lnTo>
                    <a:pt x="385233" y="439856"/>
                  </a:lnTo>
                  <a:lnTo>
                    <a:pt x="381683" y="444515"/>
                  </a:lnTo>
                  <a:lnTo>
                    <a:pt x="378251" y="448417"/>
                  </a:lnTo>
                  <a:lnTo>
                    <a:pt x="376239" y="450777"/>
                  </a:lnTo>
                  <a:lnTo>
                    <a:pt x="372748" y="454860"/>
                  </a:lnTo>
                  <a:lnTo>
                    <a:pt x="369494" y="460698"/>
                  </a:lnTo>
                  <a:lnTo>
                    <a:pt x="365588" y="467716"/>
                  </a:lnTo>
                  <a:lnTo>
                    <a:pt x="363665" y="470741"/>
                  </a:lnTo>
                  <a:lnTo>
                    <a:pt x="359967" y="475037"/>
                  </a:lnTo>
                  <a:lnTo>
                    <a:pt x="355559" y="481086"/>
                  </a:lnTo>
                  <a:lnTo>
                    <a:pt x="351269" y="487136"/>
                  </a:lnTo>
                  <a:lnTo>
                    <a:pt x="345381" y="492097"/>
                  </a:lnTo>
                  <a:lnTo>
                    <a:pt x="337452" y="495122"/>
                  </a:lnTo>
                  <a:lnTo>
                    <a:pt x="329642" y="497663"/>
                  </a:lnTo>
                  <a:lnTo>
                    <a:pt x="323547" y="501444"/>
                  </a:lnTo>
                  <a:lnTo>
                    <a:pt x="318015" y="504590"/>
                  </a:lnTo>
                  <a:lnTo>
                    <a:pt x="316388" y="505982"/>
                  </a:lnTo>
                  <a:lnTo>
                    <a:pt x="311920" y="509884"/>
                  </a:lnTo>
                  <a:lnTo>
                    <a:pt x="306181" y="516569"/>
                  </a:lnTo>
                  <a:lnTo>
                    <a:pt x="304317" y="518898"/>
                  </a:lnTo>
                  <a:lnTo>
                    <a:pt x="299435" y="520653"/>
                  </a:lnTo>
                  <a:lnTo>
                    <a:pt x="297305" y="520622"/>
                  </a:lnTo>
                  <a:lnTo>
                    <a:pt x="293548" y="519503"/>
                  </a:lnTo>
                  <a:lnTo>
                    <a:pt x="290441" y="518082"/>
                  </a:lnTo>
                  <a:lnTo>
                    <a:pt x="290175" y="517961"/>
                  </a:lnTo>
                  <a:lnTo>
                    <a:pt x="287837" y="517023"/>
                  </a:lnTo>
                  <a:lnTo>
                    <a:pt x="285145" y="517144"/>
                  </a:lnTo>
                  <a:lnTo>
                    <a:pt x="282926" y="517477"/>
                  </a:lnTo>
                  <a:lnTo>
                    <a:pt x="281269" y="517719"/>
                  </a:lnTo>
                  <a:lnTo>
                    <a:pt x="277157" y="517900"/>
                  </a:lnTo>
                  <a:lnTo>
                    <a:pt x="275323" y="518172"/>
                  </a:lnTo>
                  <a:lnTo>
                    <a:pt x="272246" y="520683"/>
                  </a:lnTo>
                  <a:lnTo>
                    <a:pt x="270678" y="521832"/>
                  </a:lnTo>
                  <a:lnTo>
                    <a:pt x="267483" y="524797"/>
                  </a:lnTo>
                  <a:lnTo>
                    <a:pt x="262276" y="528971"/>
                  </a:lnTo>
                  <a:lnTo>
                    <a:pt x="258666" y="530212"/>
                  </a:lnTo>
                  <a:lnTo>
                    <a:pt x="255293" y="530242"/>
                  </a:lnTo>
                  <a:lnTo>
                    <a:pt x="249554" y="530363"/>
                  </a:lnTo>
                  <a:lnTo>
                    <a:pt x="244021" y="530181"/>
                  </a:lnTo>
                  <a:lnTo>
                    <a:pt x="240471" y="529879"/>
                  </a:lnTo>
                  <a:lnTo>
                    <a:pt x="237069" y="528760"/>
                  </a:lnTo>
                  <a:lnTo>
                    <a:pt x="234081" y="528276"/>
                  </a:lnTo>
                  <a:lnTo>
                    <a:pt x="232601" y="528941"/>
                  </a:lnTo>
                  <a:lnTo>
                    <a:pt x="228726" y="530998"/>
                  </a:lnTo>
                  <a:lnTo>
                    <a:pt x="225708" y="532148"/>
                  </a:lnTo>
                  <a:lnTo>
                    <a:pt x="221063" y="533025"/>
                  </a:lnTo>
                  <a:lnTo>
                    <a:pt x="218134" y="533932"/>
                  </a:lnTo>
                  <a:lnTo>
                    <a:pt x="213430" y="536776"/>
                  </a:lnTo>
                  <a:lnTo>
                    <a:pt x="211507" y="538954"/>
                  </a:lnTo>
                  <a:lnTo>
                    <a:pt x="210501" y="539982"/>
                  </a:lnTo>
                  <a:lnTo>
                    <a:pt x="208844" y="541706"/>
                  </a:lnTo>
                  <a:lnTo>
                    <a:pt x="206329" y="543461"/>
                  </a:lnTo>
                  <a:lnTo>
                    <a:pt x="204140" y="545125"/>
                  </a:lnTo>
                  <a:lnTo>
                    <a:pt x="200886" y="546576"/>
                  </a:lnTo>
                  <a:lnTo>
                    <a:pt x="198252" y="547030"/>
                  </a:lnTo>
                  <a:lnTo>
                    <a:pt x="195590" y="546970"/>
                  </a:lnTo>
                  <a:lnTo>
                    <a:pt x="193578" y="547242"/>
                  </a:lnTo>
                  <a:lnTo>
                    <a:pt x="192128" y="547847"/>
                  </a:lnTo>
                  <a:lnTo>
                    <a:pt x="190412" y="548633"/>
                  </a:lnTo>
                  <a:lnTo>
                    <a:pt x="188726" y="548936"/>
                  </a:lnTo>
                  <a:lnTo>
                    <a:pt x="188460" y="548996"/>
                  </a:lnTo>
                  <a:lnTo>
                    <a:pt x="185856" y="548724"/>
                  </a:lnTo>
                  <a:lnTo>
                    <a:pt x="185708" y="548664"/>
                  </a:lnTo>
                  <a:lnTo>
                    <a:pt x="185205" y="547877"/>
                  </a:lnTo>
                  <a:lnTo>
                    <a:pt x="184761" y="547091"/>
                  </a:lnTo>
                  <a:lnTo>
                    <a:pt x="184525" y="546697"/>
                  </a:lnTo>
                  <a:lnTo>
                    <a:pt x="184495" y="546516"/>
                  </a:lnTo>
                  <a:lnTo>
                    <a:pt x="184199" y="545911"/>
                  </a:lnTo>
                  <a:lnTo>
                    <a:pt x="183903" y="545669"/>
                  </a:lnTo>
                  <a:lnTo>
                    <a:pt x="183400" y="545548"/>
                  </a:lnTo>
                  <a:lnTo>
                    <a:pt x="183223" y="545427"/>
                  </a:lnTo>
                  <a:lnTo>
                    <a:pt x="182631" y="545548"/>
                  </a:lnTo>
                  <a:lnTo>
                    <a:pt x="182483" y="545215"/>
                  </a:lnTo>
                  <a:lnTo>
                    <a:pt x="182217" y="544883"/>
                  </a:lnTo>
                  <a:lnTo>
                    <a:pt x="182010" y="544671"/>
                  </a:lnTo>
                  <a:lnTo>
                    <a:pt x="181803" y="544580"/>
                  </a:lnTo>
                  <a:lnTo>
                    <a:pt x="181566" y="544489"/>
                  </a:lnTo>
                  <a:lnTo>
                    <a:pt x="181596" y="544217"/>
                  </a:lnTo>
                  <a:lnTo>
                    <a:pt x="181507" y="543884"/>
                  </a:lnTo>
                  <a:lnTo>
                    <a:pt x="181507" y="543491"/>
                  </a:lnTo>
                  <a:lnTo>
                    <a:pt x="181566" y="543158"/>
                  </a:lnTo>
                  <a:lnTo>
                    <a:pt x="181714" y="542826"/>
                  </a:lnTo>
                  <a:lnTo>
                    <a:pt x="182010" y="542614"/>
                  </a:lnTo>
                  <a:lnTo>
                    <a:pt x="182424" y="542402"/>
                  </a:lnTo>
                  <a:lnTo>
                    <a:pt x="182690" y="542251"/>
                  </a:lnTo>
                  <a:lnTo>
                    <a:pt x="182690" y="542069"/>
                  </a:lnTo>
                  <a:lnTo>
                    <a:pt x="182483" y="541827"/>
                  </a:lnTo>
                  <a:lnTo>
                    <a:pt x="182513" y="541585"/>
                  </a:lnTo>
                  <a:lnTo>
                    <a:pt x="181921" y="541041"/>
                  </a:lnTo>
                  <a:lnTo>
                    <a:pt x="181389" y="541374"/>
                  </a:lnTo>
                  <a:lnTo>
                    <a:pt x="180442" y="540466"/>
                  </a:lnTo>
                  <a:lnTo>
                    <a:pt x="180116" y="540890"/>
                  </a:lnTo>
                  <a:lnTo>
                    <a:pt x="179554" y="541464"/>
                  </a:lnTo>
                  <a:lnTo>
                    <a:pt x="178578" y="542221"/>
                  </a:lnTo>
                  <a:lnTo>
                    <a:pt x="177602" y="542765"/>
                  </a:lnTo>
                  <a:lnTo>
                    <a:pt x="176803" y="541101"/>
                  </a:lnTo>
                  <a:lnTo>
                    <a:pt x="177454" y="540738"/>
                  </a:lnTo>
                  <a:lnTo>
                    <a:pt x="163046" y="518445"/>
                  </a:lnTo>
                  <a:lnTo>
                    <a:pt x="162661" y="517688"/>
                  </a:lnTo>
                  <a:lnTo>
                    <a:pt x="162572" y="517416"/>
                  </a:lnTo>
                  <a:lnTo>
                    <a:pt x="162691" y="517083"/>
                  </a:lnTo>
                  <a:lnTo>
                    <a:pt x="162483" y="516932"/>
                  </a:lnTo>
                  <a:lnTo>
                    <a:pt x="161625" y="516478"/>
                  </a:lnTo>
                  <a:lnTo>
                    <a:pt x="161004" y="516115"/>
                  </a:lnTo>
                  <a:lnTo>
                    <a:pt x="162188" y="513574"/>
                  </a:lnTo>
                  <a:lnTo>
                    <a:pt x="161892" y="513423"/>
                  </a:lnTo>
                  <a:lnTo>
                    <a:pt x="161359" y="513121"/>
                  </a:lnTo>
                  <a:lnTo>
                    <a:pt x="159998" y="512213"/>
                  </a:lnTo>
                  <a:lnTo>
                    <a:pt x="155915" y="504469"/>
                  </a:lnTo>
                  <a:lnTo>
                    <a:pt x="151981" y="502140"/>
                  </a:lnTo>
                  <a:lnTo>
                    <a:pt x="151478" y="501807"/>
                  </a:lnTo>
                  <a:lnTo>
                    <a:pt x="151152" y="502140"/>
                  </a:lnTo>
                  <a:lnTo>
                    <a:pt x="150117" y="503169"/>
                  </a:lnTo>
                  <a:lnTo>
                    <a:pt x="149525" y="504046"/>
                  </a:lnTo>
                  <a:lnTo>
                    <a:pt x="149140" y="504651"/>
                  </a:lnTo>
                  <a:lnTo>
                    <a:pt x="148874" y="505074"/>
                  </a:lnTo>
                  <a:lnTo>
                    <a:pt x="148401" y="505891"/>
                  </a:lnTo>
                  <a:lnTo>
                    <a:pt x="147957" y="507736"/>
                  </a:lnTo>
                  <a:lnTo>
                    <a:pt x="147543" y="509975"/>
                  </a:lnTo>
                  <a:lnTo>
                    <a:pt x="144850" y="508613"/>
                  </a:lnTo>
                  <a:lnTo>
                    <a:pt x="144377" y="509491"/>
                  </a:lnTo>
                  <a:lnTo>
                    <a:pt x="144140" y="509793"/>
                  </a:lnTo>
                  <a:lnTo>
                    <a:pt x="142957" y="509249"/>
                  </a:lnTo>
                  <a:lnTo>
                    <a:pt x="142158" y="510640"/>
                  </a:lnTo>
                  <a:lnTo>
                    <a:pt x="141359" y="512032"/>
                  </a:lnTo>
                  <a:lnTo>
                    <a:pt x="138904" y="510731"/>
                  </a:lnTo>
                  <a:lnTo>
                    <a:pt x="133785" y="507887"/>
                  </a:lnTo>
                  <a:lnTo>
                    <a:pt x="133430" y="507676"/>
                  </a:lnTo>
                  <a:lnTo>
                    <a:pt x="136507" y="502140"/>
                  </a:lnTo>
                  <a:lnTo>
                    <a:pt x="138016" y="499357"/>
                  </a:lnTo>
                  <a:lnTo>
                    <a:pt x="137069" y="497996"/>
                  </a:lnTo>
                  <a:lnTo>
                    <a:pt x="133874" y="493307"/>
                  </a:lnTo>
                  <a:lnTo>
                    <a:pt x="133697" y="493035"/>
                  </a:lnTo>
                  <a:lnTo>
                    <a:pt x="132365" y="491341"/>
                  </a:lnTo>
                  <a:lnTo>
                    <a:pt x="131714" y="490464"/>
                  </a:lnTo>
                  <a:lnTo>
                    <a:pt x="131507" y="490252"/>
                  </a:lnTo>
                  <a:lnTo>
                    <a:pt x="131300" y="490010"/>
                  </a:lnTo>
                  <a:lnTo>
                    <a:pt x="131152" y="489829"/>
                  </a:lnTo>
                  <a:lnTo>
                    <a:pt x="129732" y="488044"/>
                  </a:lnTo>
                  <a:lnTo>
                    <a:pt x="129436" y="487711"/>
                  </a:lnTo>
                  <a:lnTo>
                    <a:pt x="129141" y="487348"/>
                  </a:lnTo>
                  <a:lnTo>
                    <a:pt x="128874" y="486925"/>
                  </a:lnTo>
                  <a:lnTo>
                    <a:pt x="128697" y="486562"/>
                  </a:lnTo>
                  <a:lnTo>
                    <a:pt x="128638" y="486229"/>
                  </a:lnTo>
                  <a:lnTo>
                    <a:pt x="128342" y="485775"/>
                  </a:lnTo>
                  <a:lnTo>
                    <a:pt x="128194" y="485533"/>
                  </a:lnTo>
                  <a:lnTo>
                    <a:pt x="127780" y="485110"/>
                  </a:lnTo>
                  <a:lnTo>
                    <a:pt x="126951" y="484232"/>
                  </a:lnTo>
                  <a:lnTo>
                    <a:pt x="125886" y="483416"/>
                  </a:lnTo>
                  <a:lnTo>
                    <a:pt x="124377" y="482992"/>
                  </a:lnTo>
                  <a:lnTo>
                    <a:pt x="121862" y="481540"/>
                  </a:lnTo>
                  <a:lnTo>
                    <a:pt x="120857" y="481933"/>
                  </a:lnTo>
                  <a:lnTo>
                    <a:pt x="119348" y="484081"/>
                  </a:lnTo>
                  <a:lnTo>
                    <a:pt x="117750" y="485775"/>
                  </a:lnTo>
                  <a:lnTo>
                    <a:pt x="116330" y="487772"/>
                  </a:lnTo>
                  <a:lnTo>
                    <a:pt x="115324" y="487046"/>
                  </a:lnTo>
                  <a:lnTo>
                    <a:pt x="114999" y="484837"/>
                  </a:lnTo>
                  <a:lnTo>
                    <a:pt x="114259" y="481449"/>
                  </a:lnTo>
                  <a:lnTo>
                    <a:pt x="114673" y="480602"/>
                  </a:lnTo>
                  <a:lnTo>
                    <a:pt x="114703" y="479332"/>
                  </a:lnTo>
                  <a:lnTo>
                    <a:pt x="113549" y="478213"/>
                  </a:lnTo>
                  <a:lnTo>
                    <a:pt x="111182" y="476428"/>
                  </a:lnTo>
                  <a:lnTo>
                    <a:pt x="107928" y="473978"/>
                  </a:lnTo>
                  <a:lnTo>
                    <a:pt x="111182" y="468684"/>
                  </a:lnTo>
                  <a:lnTo>
                    <a:pt x="112928" y="465841"/>
                  </a:lnTo>
                  <a:lnTo>
                    <a:pt x="113164" y="465569"/>
                  </a:lnTo>
                  <a:lnTo>
                    <a:pt x="113460" y="465599"/>
                  </a:lnTo>
                  <a:lnTo>
                    <a:pt x="115265" y="463905"/>
                  </a:lnTo>
                  <a:lnTo>
                    <a:pt x="122365" y="457462"/>
                  </a:lnTo>
                  <a:lnTo>
                    <a:pt x="120649" y="455798"/>
                  </a:lnTo>
                  <a:lnTo>
                    <a:pt x="121212" y="454588"/>
                  </a:lnTo>
                  <a:lnTo>
                    <a:pt x="121655" y="453680"/>
                  </a:lnTo>
                  <a:lnTo>
                    <a:pt x="122277" y="452350"/>
                  </a:lnTo>
                  <a:lnTo>
                    <a:pt x="122010" y="451775"/>
                  </a:lnTo>
                  <a:lnTo>
                    <a:pt x="121951" y="451321"/>
                  </a:lnTo>
                  <a:lnTo>
                    <a:pt x="122010" y="450656"/>
                  </a:lnTo>
                  <a:lnTo>
                    <a:pt x="122188" y="449415"/>
                  </a:lnTo>
                  <a:lnTo>
                    <a:pt x="121833" y="447933"/>
                  </a:lnTo>
                  <a:lnTo>
                    <a:pt x="121833" y="447691"/>
                  </a:lnTo>
                  <a:lnTo>
                    <a:pt x="121862" y="447449"/>
                  </a:lnTo>
                  <a:lnTo>
                    <a:pt x="121892" y="447026"/>
                  </a:lnTo>
                  <a:lnTo>
                    <a:pt x="122217" y="446209"/>
                  </a:lnTo>
                  <a:lnTo>
                    <a:pt x="122898" y="445513"/>
                  </a:lnTo>
                  <a:lnTo>
                    <a:pt x="122987" y="445150"/>
                  </a:lnTo>
                  <a:lnTo>
                    <a:pt x="123105" y="444666"/>
                  </a:lnTo>
                  <a:lnTo>
                    <a:pt x="123490" y="443970"/>
                  </a:lnTo>
                  <a:lnTo>
                    <a:pt x="124229" y="443365"/>
                  </a:lnTo>
                  <a:lnTo>
                    <a:pt x="124436" y="442881"/>
                  </a:lnTo>
                  <a:lnTo>
                    <a:pt x="124318" y="442125"/>
                  </a:lnTo>
                  <a:lnTo>
                    <a:pt x="124229" y="441732"/>
                  </a:lnTo>
                  <a:lnTo>
                    <a:pt x="124288" y="441308"/>
                  </a:lnTo>
                  <a:lnTo>
                    <a:pt x="124377" y="441066"/>
                  </a:lnTo>
                  <a:lnTo>
                    <a:pt x="117661" y="440613"/>
                  </a:lnTo>
                  <a:lnTo>
                    <a:pt x="116300" y="442397"/>
                  </a:lnTo>
                  <a:lnTo>
                    <a:pt x="108312" y="438858"/>
                  </a:lnTo>
                  <a:lnTo>
                    <a:pt x="107573" y="438586"/>
                  </a:lnTo>
                  <a:lnTo>
                    <a:pt x="107602" y="437074"/>
                  </a:lnTo>
                  <a:lnTo>
                    <a:pt x="106863" y="436559"/>
                  </a:lnTo>
                  <a:lnTo>
                    <a:pt x="106774" y="436166"/>
                  </a:lnTo>
                  <a:lnTo>
                    <a:pt x="106360" y="435470"/>
                  </a:lnTo>
                  <a:lnTo>
                    <a:pt x="106005" y="434986"/>
                  </a:lnTo>
                  <a:lnTo>
                    <a:pt x="104200" y="434381"/>
                  </a:lnTo>
                  <a:lnTo>
                    <a:pt x="103490" y="433928"/>
                  </a:lnTo>
                  <a:lnTo>
                    <a:pt x="102809" y="433050"/>
                  </a:lnTo>
                  <a:lnTo>
                    <a:pt x="101981" y="432173"/>
                  </a:lnTo>
                  <a:lnTo>
                    <a:pt x="101389" y="430146"/>
                  </a:lnTo>
                  <a:lnTo>
                    <a:pt x="101300" y="429481"/>
                  </a:lnTo>
                  <a:lnTo>
                    <a:pt x="100679" y="429299"/>
                  </a:lnTo>
                  <a:lnTo>
                    <a:pt x="99821" y="428120"/>
                  </a:lnTo>
                  <a:lnTo>
                    <a:pt x="99289" y="427061"/>
                  </a:lnTo>
                  <a:lnTo>
                    <a:pt x="99348" y="425246"/>
                  </a:lnTo>
                  <a:lnTo>
                    <a:pt x="100354" y="423794"/>
                  </a:lnTo>
                  <a:lnTo>
                    <a:pt x="101330" y="422917"/>
                  </a:lnTo>
                  <a:lnTo>
                    <a:pt x="101922" y="421858"/>
                  </a:lnTo>
                  <a:lnTo>
                    <a:pt x="102158" y="420981"/>
                  </a:lnTo>
                  <a:lnTo>
                    <a:pt x="101833" y="419650"/>
                  </a:lnTo>
                  <a:lnTo>
                    <a:pt x="101448" y="418107"/>
                  </a:lnTo>
                  <a:lnTo>
                    <a:pt x="102750" y="415959"/>
                  </a:lnTo>
                  <a:lnTo>
                    <a:pt x="104022" y="413328"/>
                  </a:lnTo>
                  <a:lnTo>
                    <a:pt x="104022" y="406280"/>
                  </a:lnTo>
                  <a:lnTo>
                    <a:pt x="103016" y="404495"/>
                  </a:lnTo>
                  <a:lnTo>
                    <a:pt x="102809" y="398143"/>
                  </a:lnTo>
                  <a:lnTo>
                    <a:pt x="99437" y="396116"/>
                  </a:lnTo>
                  <a:lnTo>
                    <a:pt x="99525" y="395965"/>
                  </a:lnTo>
                  <a:lnTo>
                    <a:pt x="101863" y="391639"/>
                  </a:lnTo>
                  <a:lnTo>
                    <a:pt x="101448" y="391336"/>
                  </a:lnTo>
                  <a:lnTo>
                    <a:pt x="101389" y="390762"/>
                  </a:lnTo>
                  <a:lnTo>
                    <a:pt x="101389" y="390368"/>
                  </a:lnTo>
                  <a:lnTo>
                    <a:pt x="99377" y="389310"/>
                  </a:lnTo>
                  <a:lnTo>
                    <a:pt x="98697" y="391155"/>
                  </a:lnTo>
                  <a:lnTo>
                    <a:pt x="96241" y="389400"/>
                  </a:lnTo>
                  <a:lnTo>
                    <a:pt x="94496" y="390580"/>
                  </a:lnTo>
                  <a:lnTo>
                    <a:pt x="90591" y="386345"/>
                  </a:lnTo>
                  <a:lnTo>
                    <a:pt x="89910" y="386950"/>
                  </a:lnTo>
                  <a:lnTo>
                    <a:pt x="88135" y="385892"/>
                  </a:lnTo>
                  <a:lnTo>
                    <a:pt x="85798" y="386103"/>
                  </a:lnTo>
                  <a:lnTo>
                    <a:pt x="84999" y="385710"/>
                  </a:lnTo>
                  <a:lnTo>
                    <a:pt x="80324" y="382383"/>
                  </a:lnTo>
                  <a:lnTo>
                    <a:pt x="79999" y="381112"/>
                  </a:lnTo>
                  <a:lnTo>
                    <a:pt x="77750" y="379297"/>
                  </a:lnTo>
                  <a:lnTo>
                    <a:pt x="76892" y="378632"/>
                  </a:lnTo>
                  <a:lnTo>
                    <a:pt x="69289" y="372340"/>
                  </a:lnTo>
                  <a:lnTo>
                    <a:pt x="61804" y="366350"/>
                  </a:lnTo>
                  <a:lnTo>
                    <a:pt x="61567" y="366048"/>
                  </a:lnTo>
                  <a:lnTo>
                    <a:pt x="60739" y="364808"/>
                  </a:lnTo>
                  <a:lnTo>
                    <a:pt x="59378" y="363356"/>
                  </a:lnTo>
                  <a:lnTo>
                    <a:pt x="57958" y="362297"/>
                  </a:lnTo>
                  <a:lnTo>
                    <a:pt x="56745" y="361510"/>
                  </a:lnTo>
                  <a:lnTo>
                    <a:pt x="55236" y="360784"/>
                  </a:lnTo>
                  <a:lnTo>
                    <a:pt x="53875" y="360512"/>
                  </a:lnTo>
                  <a:lnTo>
                    <a:pt x="52396" y="359514"/>
                  </a:lnTo>
                  <a:lnTo>
                    <a:pt x="50177" y="356913"/>
                  </a:lnTo>
                  <a:lnTo>
                    <a:pt x="48727" y="355128"/>
                  </a:lnTo>
                  <a:lnTo>
                    <a:pt x="46745" y="352163"/>
                  </a:lnTo>
                  <a:lnTo>
                    <a:pt x="41449" y="352163"/>
                  </a:lnTo>
                  <a:lnTo>
                    <a:pt x="39910" y="352073"/>
                  </a:lnTo>
                  <a:lnTo>
                    <a:pt x="38490" y="351891"/>
                  </a:lnTo>
                  <a:lnTo>
                    <a:pt x="38106" y="350984"/>
                  </a:lnTo>
                  <a:lnTo>
                    <a:pt x="35916" y="348140"/>
                  </a:lnTo>
                  <a:lnTo>
                    <a:pt x="33372" y="345811"/>
                  </a:lnTo>
                  <a:lnTo>
                    <a:pt x="33135" y="344238"/>
                  </a:lnTo>
                  <a:lnTo>
                    <a:pt x="33076" y="343905"/>
                  </a:lnTo>
                  <a:lnTo>
                    <a:pt x="32899" y="342786"/>
                  </a:lnTo>
                  <a:lnTo>
                    <a:pt x="31863" y="340941"/>
                  </a:lnTo>
                  <a:lnTo>
                    <a:pt x="31567" y="339791"/>
                  </a:lnTo>
                  <a:lnTo>
                    <a:pt x="30798" y="339307"/>
                  </a:lnTo>
                  <a:lnTo>
                    <a:pt x="30532" y="339156"/>
                  </a:lnTo>
                  <a:lnTo>
                    <a:pt x="29437" y="338884"/>
                  </a:lnTo>
                  <a:lnTo>
                    <a:pt x="28905" y="338007"/>
                  </a:lnTo>
                  <a:lnTo>
                    <a:pt x="28076" y="337220"/>
                  </a:lnTo>
                  <a:lnTo>
                    <a:pt x="27899" y="336192"/>
                  </a:lnTo>
                  <a:lnTo>
                    <a:pt x="25591" y="335042"/>
                  </a:lnTo>
                  <a:lnTo>
                    <a:pt x="24348" y="333772"/>
                  </a:lnTo>
                  <a:lnTo>
                    <a:pt x="23520" y="331049"/>
                  </a:lnTo>
                  <a:lnTo>
                    <a:pt x="22603" y="329325"/>
                  </a:lnTo>
                  <a:lnTo>
                    <a:pt x="22189" y="326875"/>
                  </a:lnTo>
                  <a:lnTo>
                    <a:pt x="21804" y="324818"/>
                  </a:lnTo>
                  <a:lnTo>
                    <a:pt x="21124" y="323850"/>
                  </a:lnTo>
                  <a:lnTo>
                    <a:pt x="19141" y="322670"/>
                  </a:lnTo>
                  <a:lnTo>
                    <a:pt x="16893" y="319917"/>
                  </a:lnTo>
                  <a:lnTo>
                    <a:pt x="14704" y="315168"/>
                  </a:lnTo>
                  <a:lnTo>
                    <a:pt x="11775" y="307303"/>
                  </a:lnTo>
                  <a:lnTo>
                    <a:pt x="12958" y="304097"/>
                  </a:lnTo>
                  <a:lnTo>
                    <a:pt x="17100" y="296716"/>
                  </a:lnTo>
                  <a:lnTo>
                    <a:pt x="17396" y="293873"/>
                  </a:lnTo>
                  <a:lnTo>
                    <a:pt x="18816" y="292058"/>
                  </a:lnTo>
                  <a:lnTo>
                    <a:pt x="20828" y="287490"/>
                  </a:lnTo>
                  <a:lnTo>
                    <a:pt x="21479" y="283860"/>
                  </a:lnTo>
                  <a:lnTo>
                    <a:pt x="21863" y="279776"/>
                  </a:lnTo>
                  <a:lnTo>
                    <a:pt x="20976" y="279141"/>
                  </a:lnTo>
                  <a:lnTo>
                    <a:pt x="16656" y="276147"/>
                  </a:lnTo>
                  <a:lnTo>
                    <a:pt x="12958" y="275844"/>
                  </a:lnTo>
                  <a:lnTo>
                    <a:pt x="11449" y="274483"/>
                  </a:lnTo>
                  <a:lnTo>
                    <a:pt x="9999" y="274029"/>
                  </a:lnTo>
                  <a:lnTo>
                    <a:pt x="10207" y="271004"/>
                  </a:lnTo>
                  <a:lnTo>
                    <a:pt x="11153" y="267556"/>
                  </a:lnTo>
                  <a:lnTo>
                    <a:pt x="11153" y="263593"/>
                  </a:lnTo>
                  <a:lnTo>
                    <a:pt x="7425" y="257755"/>
                  </a:lnTo>
                  <a:lnTo>
                    <a:pt x="7603" y="255153"/>
                  </a:lnTo>
                  <a:lnTo>
                    <a:pt x="5236" y="251796"/>
                  </a:lnTo>
                  <a:lnTo>
                    <a:pt x="3786" y="249406"/>
                  </a:lnTo>
                  <a:lnTo>
                    <a:pt x="0" y="243780"/>
                  </a:lnTo>
                  <a:lnTo>
                    <a:pt x="887" y="240513"/>
                  </a:lnTo>
                  <a:lnTo>
                    <a:pt x="917" y="236762"/>
                  </a:lnTo>
                  <a:lnTo>
                    <a:pt x="3461" y="226810"/>
                  </a:lnTo>
                  <a:lnTo>
                    <a:pt x="24378" y="221274"/>
                  </a:lnTo>
                  <a:lnTo>
                    <a:pt x="32928" y="218642"/>
                  </a:lnTo>
                  <a:lnTo>
                    <a:pt x="38875" y="213954"/>
                  </a:lnTo>
                  <a:lnTo>
                    <a:pt x="44437" y="210566"/>
                  </a:lnTo>
                  <a:lnTo>
                    <a:pt x="49496" y="207722"/>
                  </a:lnTo>
                  <a:lnTo>
                    <a:pt x="54792" y="205091"/>
                  </a:lnTo>
                  <a:lnTo>
                    <a:pt x="57987" y="201279"/>
                  </a:lnTo>
                  <a:lnTo>
                    <a:pt x="58875" y="197317"/>
                  </a:lnTo>
                  <a:lnTo>
                    <a:pt x="59082" y="193808"/>
                  </a:lnTo>
                  <a:lnTo>
                    <a:pt x="61035" y="191660"/>
                  </a:lnTo>
                  <a:lnTo>
                    <a:pt x="63520" y="190783"/>
                  </a:lnTo>
                  <a:lnTo>
                    <a:pt x="64969" y="190268"/>
                  </a:lnTo>
                  <a:lnTo>
                    <a:pt x="68342" y="188332"/>
                  </a:lnTo>
                  <a:lnTo>
                    <a:pt x="72514" y="186548"/>
                  </a:lnTo>
                  <a:lnTo>
                    <a:pt x="74378" y="186487"/>
                  </a:lnTo>
                  <a:lnTo>
                    <a:pt x="75472" y="186457"/>
                  </a:lnTo>
                  <a:lnTo>
                    <a:pt x="81123" y="184400"/>
                  </a:lnTo>
                  <a:lnTo>
                    <a:pt x="81419" y="184309"/>
                  </a:lnTo>
                  <a:lnTo>
                    <a:pt x="84703" y="182646"/>
                  </a:lnTo>
                  <a:lnTo>
                    <a:pt x="86094" y="181950"/>
                  </a:lnTo>
                  <a:lnTo>
                    <a:pt x="86094" y="182131"/>
                  </a:lnTo>
                  <a:lnTo>
                    <a:pt x="86656" y="181920"/>
                  </a:lnTo>
                  <a:lnTo>
                    <a:pt x="90443" y="181375"/>
                  </a:lnTo>
                  <a:lnTo>
                    <a:pt x="93224" y="180558"/>
                  </a:lnTo>
                  <a:lnTo>
                    <a:pt x="95650" y="179953"/>
                  </a:lnTo>
                  <a:lnTo>
                    <a:pt x="98342" y="177957"/>
                  </a:lnTo>
                  <a:lnTo>
                    <a:pt x="101419" y="176263"/>
                  </a:lnTo>
                  <a:lnTo>
                    <a:pt x="104496" y="175144"/>
                  </a:lnTo>
                  <a:lnTo>
                    <a:pt x="107602" y="173117"/>
                  </a:lnTo>
                  <a:lnTo>
                    <a:pt x="110235" y="167037"/>
                  </a:lnTo>
                  <a:lnTo>
                    <a:pt x="112040" y="162832"/>
                  </a:lnTo>
                  <a:lnTo>
                    <a:pt x="114792" y="157387"/>
                  </a:lnTo>
                  <a:lnTo>
                    <a:pt x="116064" y="153092"/>
                  </a:lnTo>
                  <a:lnTo>
                    <a:pt x="116330" y="150067"/>
                  </a:lnTo>
                  <a:lnTo>
                    <a:pt x="116981" y="142898"/>
                  </a:lnTo>
                  <a:lnTo>
                    <a:pt x="116922" y="139086"/>
                  </a:lnTo>
                  <a:lnTo>
                    <a:pt x="116507" y="135335"/>
                  </a:lnTo>
                  <a:lnTo>
                    <a:pt x="114910" y="131131"/>
                  </a:lnTo>
                  <a:lnTo>
                    <a:pt x="114318" y="126019"/>
                  </a:lnTo>
                  <a:lnTo>
                    <a:pt x="114939" y="122600"/>
                  </a:lnTo>
                  <a:lnTo>
                    <a:pt x="116419" y="118396"/>
                  </a:lnTo>
                  <a:lnTo>
                    <a:pt x="117661" y="115522"/>
                  </a:lnTo>
                  <a:lnTo>
                    <a:pt x="119259" y="110470"/>
                  </a:lnTo>
                  <a:lnTo>
                    <a:pt x="120709" y="108141"/>
                  </a:lnTo>
                  <a:lnTo>
                    <a:pt x="122809" y="105842"/>
                  </a:lnTo>
                  <a:lnTo>
                    <a:pt x="125679" y="101970"/>
                  </a:lnTo>
                  <a:lnTo>
                    <a:pt x="129288" y="98582"/>
                  </a:lnTo>
                  <a:lnTo>
                    <a:pt x="140265" y="92412"/>
                  </a:lnTo>
                  <a:lnTo>
                    <a:pt x="143046" y="90082"/>
                  </a:lnTo>
                  <a:lnTo>
                    <a:pt x="146152" y="85908"/>
                  </a:lnTo>
                  <a:lnTo>
                    <a:pt x="147720" y="80372"/>
                  </a:lnTo>
                  <a:lnTo>
                    <a:pt x="150827" y="76561"/>
                  </a:lnTo>
                  <a:lnTo>
                    <a:pt x="155176" y="74625"/>
                  </a:lnTo>
                  <a:lnTo>
                    <a:pt x="159762" y="72265"/>
                  </a:lnTo>
                  <a:lnTo>
                    <a:pt x="163164" y="67153"/>
                  </a:lnTo>
                  <a:lnTo>
                    <a:pt x="167010" y="59954"/>
                  </a:lnTo>
                  <a:lnTo>
                    <a:pt x="172365" y="50335"/>
                  </a:lnTo>
                  <a:lnTo>
                    <a:pt x="172720" y="49699"/>
                  </a:lnTo>
                  <a:lnTo>
                    <a:pt x="177513" y="41562"/>
                  </a:lnTo>
                  <a:lnTo>
                    <a:pt x="180264" y="36904"/>
                  </a:lnTo>
                  <a:lnTo>
                    <a:pt x="180797" y="37327"/>
                  </a:lnTo>
                  <a:lnTo>
                    <a:pt x="182158" y="37781"/>
                  </a:lnTo>
                  <a:lnTo>
                    <a:pt x="183667" y="37781"/>
                  </a:lnTo>
                  <a:lnTo>
                    <a:pt x="185235" y="37872"/>
                  </a:lnTo>
                  <a:lnTo>
                    <a:pt x="187542" y="38295"/>
                  </a:lnTo>
                  <a:lnTo>
                    <a:pt x="189022" y="38386"/>
                  </a:lnTo>
                  <a:lnTo>
                    <a:pt x="191803" y="38840"/>
                  </a:lnTo>
                  <a:lnTo>
                    <a:pt x="192424" y="38779"/>
                  </a:lnTo>
                  <a:lnTo>
                    <a:pt x="193696" y="39415"/>
                  </a:lnTo>
                  <a:lnTo>
                    <a:pt x="193903" y="39808"/>
                  </a:lnTo>
                  <a:lnTo>
                    <a:pt x="195235" y="41108"/>
                  </a:lnTo>
                  <a:lnTo>
                    <a:pt x="195797" y="41260"/>
                  </a:lnTo>
                  <a:lnTo>
                    <a:pt x="197838" y="41683"/>
                  </a:lnTo>
                  <a:lnTo>
                    <a:pt x="199732" y="41774"/>
                  </a:lnTo>
                  <a:lnTo>
                    <a:pt x="201093" y="42107"/>
                  </a:lnTo>
                  <a:lnTo>
                    <a:pt x="202661" y="42107"/>
                  </a:lnTo>
                  <a:lnTo>
                    <a:pt x="203104" y="42530"/>
                  </a:lnTo>
                  <a:lnTo>
                    <a:pt x="203489" y="42833"/>
                  </a:lnTo>
                  <a:lnTo>
                    <a:pt x="204761" y="44617"/>
                  </a:lnTo>
                  <a:lnTo>
                    <a:pt x="206152" y="45646"/>
                  </a:lnTo>
                  <a:lnTo>
                    <a:pt x="206832" y="46947"/>
                  </a:lnTo>
                  <a:lnTo>
                    <a:pt x="207601" y="47733"/>
                  </a:lnTo>
                  <a:lnTo>
                    <a:pt x="208962" y="49941"/>
                  </a:lnTo>
                  <a:lnTo>
                    <a:pt x="210146" y="51514"/>
                  </a:lnTo>
                  <a:lnTo>
                    <a:pt x="211122" y="52543"/>
                  </a:lnTo>
                  <a:lnTo>
                    <a:pt x="212986" y="54539"/>
                  </a:lnTo>
                  <a:lnTo>
                    <a:pt x="214258" y="56021"/>
                  </a:lnTo>
                  <a:lnTo>
                    <a:pt x="215442" y="57231"/>
                  </a:lnTo>
                  <a:lnTo>
                    <a:pt x="216595" y="58139"/>
                  </a:lnTo>
                  <a:lnTo>
                    <a:pt x="218193" y="58835"/>
                  </a:lnTo>
                  <a:lnTo>
                    <a:pt x="219643" y="59651"/>
                  </a:lnTo>
                  <a:lnTo>
                    <a:pt x="222513" y="61466"/>
                  </a:lnTo>
                  <a:lnTo>
                    <a:pt x="224672" y="62676"/>
                  </a:lnTo>
                  <a:lnTo>
                    <a:pt x="226240" y="63191"/>
                  </a:lnTo>
                  <a:lnTo>
                    <a:pt x="227424" y="63191"/>
                  </a:lnTo>
                  <a:lnTo>
                    <a:pt x="230382" y="63796"/>
                  </a:lnTo>
                  <a:lnTo>
                    <a:pt x="234998" y="64643"/>
                  </a:lnTo>
                  <a:lnTo>
                    <a:pt x="238933" y="66246"/>
                  </a:lnTo>
                  <a:lnTo>
                    <a:pt x="241714" y="67456"/>
                  </a:lnTo>
                  <a:lnTo>
                    <a:pt x="244169" y="67788"/>
                  </a:lnTo>
                  <a:lnTo>
                    <a:pt x="245441" y="67788"/>
                  </a:lnTo>
                  <a:lnTo>
                    <a:pt x="247808" y="68091"/>
                  </a:lnTo>
                  <a:lnTo>
                    <a:pt x="250175" y="68121"/>
                  </a:lnTo>
                  <a:lnTo>
                    <a:pt x="251566" y="67940"/>
                  </a:lnTo>
                  <a:lnTo>
                    <a:pt x="253252" y="67456"/>
                  </a:lnTo>
                  <a:lnTo>
                    <a:pt x="255412" y="66972"/>
                  </a:lnTo>
                  <a:lnTo>
                    <a:pt x="256713" y="66579"/>
                  </a:lnTo>
                  <a:lnTo>
                    <a:pt x="259287" y="65611"/>
                  </a:lnTo>
                  <a:lnTo>
                    <a:pt x="260855" y="65611"/>
                  </a:lnTo>
                  <a:lnTo>
                    <a:pt x="264997" y="66427"/>
                  </a:lnTo>
                  <a:lnTo>
                    <a:pt x="266063" y="67032"/>
                  </a:lnTo>
                  <a:lnTo>
                    <a:pt x="267956" y="68151"/>
                  </a:lnTo>
                  <a:lnTo>
                    <a:pt x="269021" y="68847"/>
                  </a:lnTo>
                  <a:lnTo>
                    <a:pt x="269997" y="69059"/>
                  </a:lnTo>
                  <a:lnTo>
                    <a:pt x="270885" y="69271"/>
                  </a:lnTo>
                  <a:lnTo>
                    <a:pt x="272956" y="69664"/>
                  </a:lnTo>
                  <a:lnTo>
                    <a:pt x="274346" y="69694"/>
                  </a:lnTo>
                  <a:lnTo>
                    <a:pt x="275619" y="69694"/>
                  </a:lnTo>
                  <a:lnTo>
                    <a:pt x="276802" y="69392"/>
                  </a:lnTo>
                  <a:lnTo>
                    <a:pt x="278577" y="69603"/>
                  </a:lnTo>
                  <a:lnTo>
                    <a:pt x="279879" y="69936"/>
                  </a:lnTo>
                  <a:lnTo>
                    <a:pt x="281654" y="70541"/>
                  </a:lnTo>
                  <a:lnTo>
                    <a:pt x="283607" y="71055"/>
                  </a:lnTo>
                  <a:lnTo>
                    <a:pt x="285175" y="71539"/>
                  </a:lnTo>
                  <a:lnTo>
                    <a:pt x="286477" y="71570"/>
                  </a:lnTo>
                  <a:lnTo>
                    <a:pt x="287660" y="71479"/>
                  </a:lnTo>
                  <a:lnTo>
                    <a:pt x="289435" y="70783"/>
                  </a:lnTo>
                  <a:lnTo>
                    <a:pt x="290530" y="69694"/>
                  </a:lnTo>
                  <a:lnTo>
                    <a:pt x="290914" y="69301"/>
                  </a:lnTo>
                  <a:lnTo>
                    <a:pt x="291920" y="68514"/>
                  </a:lnTo>
                  <a:lnTo>
                    <a:pt x="292808" y="68030"/>
                  </a:lnTo>
                  <a:lnTo>
                    <a:pt x="293400" y="68030"/>
                  </a:lnTo>
                  <a:lnTo>
                    <a:pt x="294494" y="68242"/>
                  </a:lnTo>
                  <a:lnTo>
                    <a:pt x="295086" y="68635"/>
                  </a:lnTo>
                  <a:lnTo>
                    <a:pt x="296062" y="68756"/>
                  </a:lnTo>
                  <a:lnTo>
                    <a:pt x="297334" y="68272"/>
                  </a:lnTo>
                  <a:lnTo>
                    <a:pt x="298252" y="67183"/>
                  </a:lnTo>
                  <a:lnTo>
                    <a:pt x="298843" y="66367"/>
                  </a:lnTo>
                  <a:lnTo>
                    <a:pt x="299642" y="65792"/>
                  </a:lnTo>
                  <a:lnTo>
                    <a:pt x="300707" y="64915"/>
                  </a:lnTo>
                  <a:lnTo>
                    <a:pt x="301624" y="64310"/>
                  </a:lnTo>
                  <a:lnTo>
                    <a:pt x="303399" y="63433"/>
                  </a:lnTo>
                  <a:lnTo>
                    <a:pt x="305263" y="62858"/>
                  </a:lnTo>
                  <a:lnTo>
                    <a:pt x="306358" y="62162"/>
                  </a:lnTo>
                  <a:lnTo>
                    <a:pt x="308459" y="61073"/>
                  </a:lnTo>
                  <a:lnTo>
                    <a:pt x="310707" y="60317"/>
                  </a:lnTo>
                  <a:lnTo>
                    <a:pt x="312305" y="59228"/>
                  </a:lnTo>
                  <a:lnTo>
                    <a:pt x="314376" y="57655"/>
                  </a:lnTo>
                  <a:lnTo>
                    <a:pt x="315589" y="56868"/>
                  </a:lnTo>
                  <a:lnTo>
                    <a:pt x="317157" y="55477"/>
                  </a:lnTo>
                  <a:lnTo>
                    <a:pt x="318843" y="54448"/>
                  </a:lnTo>
                  <a:lnTo>
                    <a:pt x="320618" y="53753"/>
                  </a:lnTo>
                  <a:lnTo>
                    <a:pt x="322009" y="53480"/>
                  </a:lnTo>
                  <a:lnTo>
                    <a:pt x="323695" y="53178"/>
                  </a:lnTo>
                  <a:lnTo>
                    <a:pt x="325677" y="52815"/>
                  </a:lnTo>
                  <a:lnTo>
                    <a:pt x="327245" y="52422"/>
                  </a:lnTo>
                  <a:lnTo>
                    <a:pt x="330411" y="52452"/>
                  </a:lnTo>
                  <a:lnTo>
                    <a:pt x="332867" y="52452"/>
                  </a:lnTo>
                  <a:lnTo>
                    <a:pt x="334938" y="52876"/>
                  </a:lnTo>
                  <a:lnTo>
                    <a:pt x="335825" y="53087"/>
                  </a:lnTo>
                  <a:lnTo>
                    <a:pt x="337896" y="53995"/>
                  </a:lnTo>
                  <a:lnTo>
                    <a:pt x="339464" y="54479"/>
                  </a:lnTo>
                  <a:lnTo>
                    <a:pt x="341299" y="55295"/>
                  </a:lnTo>
                  <a:lnTo>
                    <a:pt x="342393" y="56082"/>
                  </a:lnTo>
                  <a:lnTo>
                    <a:pt x="343192" y="56536"/>
                  </a:lnTo>
                  <a:lnTo>
                    <a:pt x="344346" y="57383"/>
                  </a:lnTo>
                  <a:lnTo>
                    <a:pt x="344967" y="57806"/>
                  </a:lnTo>
                  <a:lnTo>
                    <a:pt x="345559" y="58199"/>
                  </a:lnTo>
                  <a:lnTo>
                    <a:pt x="354168" y="58653"/>
                  </a:lnTo>
                  <a:lnTo>
                    <a:pt x="354198" y="56808"/>
                  </a:lnTo>
                  <a:lnTo>
                    <a:pt x="353340" y="52815"/>
                  </a:lnTo>
                  <a:lnTo>
                    <a:pt x="353340" y="51817"/>
                  </a:lnTo>
                  <a:lnTo>
                    <a:pt x="353577" y="50637"/>
                  </a:lnTo>
                  <a:lnTo>
                    <a:pt x="353074" y="45192"/>
                  </a:lnTo>
                  <a:lnTo>
                    <a:pt x="352748" y="43770"/>
                  </a:lnTo>
                  <a:lnTo>
                    <a:pt x="351979" y="41502"/>
                  </a:lnTo>
                  <a:lnTo>
                    <a:pt x="351772" y="40352"/>
                  </a:lnTo>
                  <a:lnTo>
                    <a:pt x="352009" y="38931"/>
                  </a:lnTo>
                  <a:lnTo>
                    <a:pt x="352630" y="37388"/>
                  </a:lnTo>
                  <a:lnTo>
                    <a:pt x="352955" y="35966"/>
                  </a:lnTo>
                  <a:lnTo>
                    <a:pt x="353014" y="34121"/>
                  </a:lnTo>
                  <a:lnTo>
                    <a:pt x="352837" y="32850"/>
                  </a:lnTo>
                  <a:lnTo>
                    <a:pt x="352541" y="32064"/>
                  </a:lnTo>
                  <a:lnTo>
                    <a:pt x="352512" y="31277"/>
                  </a:lnTo>
                  <a:lnTo>
                    <a:pt x="352837" y="29553"/>
                  </a:lnTo>
                  <a:lnTo>
                    <a:pt x="353074" y="26468"/>
                  </a:lnTo>
                  <a:lnTo>
                    <a:pt x="353517" y="24381"/>
                  </a:lnTo>
                  <a:lnTo>
                    <a:pt x="353991" y="23231"/>
                  </a:lnTo>
                  <a:lnTo>
                    <a:pt x="354346" y="22687"/>
                  </a:lnTo>
                  <a:lnTo>
                    <a:pt x="364790" y="22626"/>
                  </a:lnTo>
                  <a:lnTo>
                    <a:pt x="366506" y="22203"/>
                  </a:lnTo>
                  <a:lnTo>
                    <a:pt x="368192" y="21870"/>
                  </a:lnTo>
                  <a:lnTo>
                    <a:pt x="369997" y="21356"/>
                  </a:lnTo>
                  <a:lnTo>
                    <a:pt x="372008" y="20690"/>
                  </a:lnTo>
                  <a:lnTo>
                    <a:pt x="374109" y="19873"/>
                  </a:lnTo>
                  <a:lnTo>
                    <a:pt x="376624" y="18270"/>
                  </a:lnTo>
                  <a:lnTo>
                    <a:pt x="378576" y="18149"/>
                  </a:lnTo>
                  <a:lnTo>
                    <a:pt x="380352" y="18028"/>
                  </a:lnTo>
                  <a:lnTo>
                    <a:pt x="383783" y="18089"/>
                  </a:lnTo>
                  <a:lnTo>
                    <a:pt x="386683" y="17272"/>
                  </a:lnTo>
                  <a:lnTo>
                    <a:pt x="389198" y="16818"/>
                  </a:lnTo>
                  <a:lnTo>
                    <a:pt x="390677" y="16606"/>
                  </a:lnTo>
                  <a:lnTo>
                    <a:pt x="392748" y="16667"/>
                  </a:lnTo>
                  <a:lnTo>
                    <a:pt x="393931" y="17060"/>
                  </a:lnTo>
                  <a:lnTo>
                    <a:pt x="395056" y="17847"/>
                  </a:lnTo>
                  <a:lnTo>
                    <a:pt x="395825" y="19268"/>
                  </a:lnTo>
                  <a:lnTo>
                    <a:pt x="397393" y="21235"/>
                  </a:lnTo>
                  <a:lnTo>
                    <a:pt x="399493" y="22142"/>
                  </a:lnTo>
                  <a:lnTo>
                    <a:pt x="402896" y="22324"/>
                  </a:lnTo>
                  <a:lnTo>
                    <a:pt x="405854" y="22808"/>
                  </a:lnTo>
                  <a:lnTo>
                    <a:pt x="407659" y="23624"/>
                  </a:lnTo>
                  <a:lnTo>
                    <a:pt x="408961" y="24290"/>
                  </a:lnTo>
                  <a:lnTo>
                    <a:pt x="409375" y="25349"/>
                  </a:lnTo>
                  <a:lnTo>
                    <a:pt x="410055" y="28162"/>
                  </a:lnTo>
                  <a:lnTo>
                    <a:pt x="410618" y="30854"/>
                  </a:lnTo>
                  <a:lnTo>
                    <a:pt x="410233" y="33849"/>
                  </a:lnTo>
                  <a:lnTo>
                    <a:pt x="410529" y="35966"/>
                  </a:lnTo>
                  <a:lnTo>
                    <a:pt x="411150" y="37539"/>
                  </a:lnTo>
                  <a:lnTo>
                    <a:pt x="412334" y="38900"/>
                  </a:lnTo>
                  <a:lnTo>
                    <a:pt x="413162" y="39929"/>
                  </a:lnTo>
                  <a:lnTo>
                    <a:pt x="414050" y="41139"/>
                  </a:lnTo>
                  <a:lnTo>
                    <a:pt x="414730" y="42651"/>
                  </a:lnTo>
                  <a:lnTo>
                    <a:pt x="415144" y="43528"/>
                  </a:lnTo>
                  <a:lnTo>
                    <a:pt x="415499" y="44557"/>
                  </a:lnTo>
                  <a:lnTo>
                    <a:pt x="415410" y="45464"/>
                  </a:lnTo>
                  <a:lnTo>
                    <a:pt x="415529" y="46251"/>
                  </a:lnTo>
                  <a:lnTo>
                    <a:pt x="416209" y="47279"/>
                  </a:lnTo>
                  <a:lnTo>
                    <a:pt x="417304" y="48822"/>
                  </a:lnTo>
                  <a:lnTo>
                    <a:pt x="418399" y="50274"/>
                  </a:lnTo>
                  <a:lnTo>
                    <a:pt x="419257" y="51303"/>
                  </a:lnTo>
                  <a:lnTo>
                    <a:pt x="420115" y="52815"/>
                  </a:lnTo>
                  <a:lnTo>
                    <a:pt x="420647" y="53874"/>
                  </a:lnTo>
                  <a:lnTo>
                    <a:pt x="420943" y="54660"/>
                  </a:lnTo>
                  <a:lnTo>
                    <a:pt x="421742" y="55779"/>
                  </a:lnTo>
                  <a:lnTo>
                    <a:pt x="422481" y="56717"/>
                  </a:lnTo>
                  <a:lnTo>
                    <a:pt x="424257" y="57443"/>
                  </a:lnTo>
                  <a:lnTo>
                    <a:pt x="428162" y="58078"/>
                  </a:lnTo>
                  <a:lnTo>
                    <a:pt x="430913" y="59742"/>
                  </a:lnTo>
                  <a:lnTo>
                    <a:pt x="432452" y="61648"/>
                  </a:lnTo>
                  <a:lnTo>
                    <a:pt x="434079" y="63917"/>
                  </a:lnTo>
                  <a:lnTo>
                    <a:pt x="435617" y="65853"/>
                  </a:lnTo>
                  <a:lnTo>
                    <a:pt x="436771" y="66609"/>
                  </a:lnTo>
                  <a:lnTo>
                    <a:pt x="438073" y="66669"/>
                  </a:lnTo>
                  <a:lnTo>
                    <a:pt x="439907" y="66941"/>
                  </a:lnTo>
                  <a:lnTo>
                    <a:pt x="443339" y="66064"/>
                  </a:lnTo>
                  <a:lnTo>
                    <a:pt x="445055" y="65641"/>
                  </a:lnTo>
                  <a:lnTo>
                    <a:pt x="447363" y="65550"/>
                  </a:lnTo>
                  <a:lnTo>
                    <a:pt x="450854" y="65732"/>
                  </a:lnTo>
                  <a:lnTo>
                    <a:pt x="453398" y="67093"/>
                  </a:lnTo>
                  <a:lnTo>
                    <a:pt x="455824" y="68242"/>
                  </a:lnTo>
                  <a:lnTo>
                    <a:pt x="458457" y="69240"/>
                  </a:lnTo>
                  <a:lnTo>
                    <a:pt x="461179" y="70420"/>
                  </a:lnTo>
                  <a:lnTo>
                    <a:pt x="463221" y="72023"/>
                  </a:lnTo>
                  <a:lnTo>
                    <a:pt x="464463" y="73536"/>
                  </a:lnTo>
                  <a:lnTo>
                    <a:pt x="466031" y="76561"/>
                  </a:lnTo>
                  <a:lnTo>
                    <a:pt x="468724" y="79586"/>
                  </a:lnTo>
                  <a:lnTo>
                    <a:pt x="470173" y="80796"/>
                  </a:lnTo>
                  <a:lnTo>
                    <a:pt x="471505" y="81945"/>
                  </a:lnTo>
                  <a:lnTo>
                    <a:pt x="472244" y="82762"/>
                  </a:lnTo>
                  <a:lnTo>
                    <a:pt x="472747" y="83639"/>
                  </a:lnTo>
                  <a:lnTo>
                    <a:pt x="473635" y="84093"/>
                  </a:lnTo>
                  <a:lnTo>
                    <a:pt x="474256" y="83911"/>
                  </a:lnTo>
                  <a:lnTo>
                    <a:pt x="474996" y="82490"/>
                  </a:lnTo>
                  <a:lnTo>
                    <a:pt x="476298" y="80523"/>
                  </a:lnTo>
                  <a:lnTo>
                    <a:pt x="477333" y="79616"/>
                  </a:lnTo>
                  <a:lnTo>
                    <a:pt x="478605" y="78043"/>
                  </a:lnTo>
                  <a:lnTo>
                    <a:pt x="481298" y="76712"/>
                  </a:lnTo>
                  <a:lnTo>
                    <a:pt x="484463" y="75290"/>
                  </a:lnTo>
                  <a:lnTo>
                    <a:pt x="487126" y="73959"/>
                  </a:lnTo>
                  <a:lnTo>
                    <a:pt x="488960" y="73294"/>
                  </a:lnTo>
                  <a:lnTo>
                    <a:pt x="491120" y="72749"/>
                  </a:lnTo>
                  <a:lnTo>
                    <a:pt x="492925" y="72447"/>
                  </a:lnTo>
                  <a:lnTo>
                    <a:pt x="494729" y="72144"/>
                  </a:lnTo>
                  <a:lnTo>
                    <a:pt x="497303" y="71691"/>
                  </a:lnTo>
                  <a:lnTo>
                    <a:pt x="501889" y="70027"/>
                  </a:lnTo>
                  <a:lnTo>
                    <a:pt x="504049" y="68030"/>
                  </a:lnTo>
                  <a:lnTo>
                    <a:pt x="506356" y="66820"/>
                  </a:lnTo>
                  <a:lnTo>
                    <a:pt x="509493" y="65853"/>
                  </a:lnTo>
                  <a:lnTo>
                    <a:pt x="510913" y="64703"/>
                  </a:lnTo>
                  <a:lnTo>
                    <a:pt x="512658" y="63463"/>
                  </a:lnTo>
                  <a:lnTo>
                    <a:pt x="513871" y="62192"/>
                  </a:lnTo>
                  <a:lnTo>
                    <a:pt x="514759" y="59349"/>
                  </a:lnTo>
                  <a:lnTo>
                    <a:pt x="516475" y="56536"/>
                  </a:lnTo>
                  <a:lnTo>
                    <a:pt x="518191" y="55114"/>
                  </a:lnTo>
                  <a:lnTo>
                    <a:pt x="521149" y="53087"/>
                  </a:lnTo>
                  <a:lnTo>
                    <a:pt x="522274" y="51666"/>
                  </a:lnTo>
                  <a:lnTo>
                    <a:pt x="523191" y="50698"/>
                  </a:lnTo>
                  <a:lnTo>
                    <a:pt x="524847" y="50214"/>
                  </a:lnTo>
                  <a:lnTo>
                    <a:pt x="525498" y="49941"/>
                  </a:lnTo>
                  <a:lnTo>
                    <a:pt x="525942" y="49064"/>
                  </a:lnTo>
                  <a:lnTo>
                    <a:pt x="526060" y="46856"/>
                  </a:lnTo>
                  <a:lnTo>
                    <a:pt x="525321" y="45132"/>
                  </a:lnTo>
                  <a:lnTo>
                    <a:pt x="525498" y="43377"/>
                  </a:lnTo>
                  <a:lnTo>
                    <a:pt x="526859" y="41139"/>
                  </a:lnTo>
                  <a:lnTo>
                    <a:pt x="527984" y="38900"/>
                  </a:lnTo>
                  <a:lnTo>
                    <a:pt x="529404" y="37116"/>
                  </a:lnTo>
                  <a:lnTo>
                    <a:pt x="529907" y="35694"/>
                  </a:lnTo>
                  <a:lnTo>
                    <a:pt x="529433" y="34212"/>
                  </a:lnTo>
                  <a:lnTo>
                    <a:pt x="527895" y="32487"/>
                  </a:lnTo>
                  <a:lnTo>
                    <a:pt x="527481" y="29856"/>
                  </a:lnTo>
                  <a:lnTo>
                    <a:pt x="527688" y="25107"/>
                  </a:lnTo>
                  <a:lnTo>
                    <a:pt x="528486" y="22021"/>
                  </a:lnTo>
                  <a:lnTo>
                    <a:pt x="528072" y="18542"/>
                  </a:lnTo>
                  <a:lnTo>
                    <a:pt x="527984" y="15427"/>
                  </a:lnTo>
                  <a:lnTo>
                    <a:pt x="528043" y="13249"/>
                  </a:lnTo>
                  <a:lnTo>
                    <a:pt x="528930" y="11525"/>
                  </a:lnTo>
                  <a:lnTo>
                    <a:pt x="529847" y="10768"/>
                  </a:lnTo>
                  <a:lnTo>
                    <a:pt x="534522" y="9135"/>
                  </a:lnTo>
                  <a:lnTo>
                    <a:pt x="536475" y="8318"/>
                  </a:lnTo>
                  <a:lnTo>
                    <a:pt x="539433" y="7622"/>
                  </a:lnTo>
                  <a:lnTo>
                    <a:pt x="541682" y="7411"/>
                  </a:lnTo>
                  <a:lnTo>
                    <a:pt x="545173" y="7169"/>
                  </a:lnTo>
                  <a:lnTo>
                    <a:pt x="547510" y="6412"/>
                  </a:lnTo>
                  <a:lnTo>
                    <a:pt x="549847" y="5323"/>
                  </a:lnTo>
                  <a:lnTo>
                    <a:pt x="552037" y="3629"/>
                  </a:lnTo>
                  <a:lnTo>
                    <a:pt x="554403" y="3055"/>
                  </a:lnTo>
                  <a:lnTo>
                    <a:pt x="558398" y="3720"/>
                  </a:lnTo>
                  <a:lnTo>
                    <a:pt x="560232" y="3569"/>
                  </a:lnTo>
                  <a:lnTo>
                    <a:pt x="561297" y="2994"/>
                  </a:lnTo>
                  <a:lnTo>
                    <a:pt x="561770" y="2329"/>
                  </a:lnTo>
                  <a:lnTo>
                    <a:pt x="561889" y="786"/>
                  </a:lnTo>
                  <a:lnTo>
                    <a:pt x="562184" y="120"/>
                  </a:lnTo>
                  <a:lnTo>
                    <a:pt x="563072" y="0"/>
                  </a:lnTo>
                  <a:lnTo>
                    <a:pt x="565380" y="816"/>
                  </a:lnTo>
                  <a:lnTo>
                    <a:pt x="566800" y="1512"/>
                  </a:lnTo>
                  <a:lnTo>
                    <a:pt x="568723" y="20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1855739" y="3051585"/>
              <a:ext cx="362600" cy="186638"/>
            </a:xfrm>
            <a:custGeom>
              <a:avLst/>
              <a:pathLst>
                <a:path w="362600" h="186638">
                  <a:moveTo>
                    <a:pt x="314967" y="907"/>
                  </a:moveTo>
                  <a:lnTo>
                    <a:pt x="315678" y="1966"/>
                  </a:lnTo>
                  <a:lnTo>
                    <a:pt x="316891" y="4446"/>
                  </a:lnTo>
                  <a:lnTo>
                    <a:pt x="320027" y="8197"/>
                  </a:lnTo>
                  <a:lnTo>
                    <a:pt x="323251" y="13793"/>
                  </a:lnTo>
                  <a:lnTo>
                    <a:pt x="328458" y="20660"/>
                  </a:lnTo>
                  <a:lnTo>
                    <a:pt x="331950" y="25258"/>
                  </a:lnTo>
                  <a:lnTo>
                    <a:pt x="335944" y="32608"/>
                  </a:lnTo>
                  <a:lnTo>
                    <a:pt x="337926" y="38205"/>
                  </a:lnTo>
                  <a:lnTo>
                    <a:pt x="337423" y="46614"/>
                  </a:lnTo>
                  <a:lnTo>
                    <a:pt x="340411" y="55265"/>
                  </a:lnTo>
                  <a:lnTo>
                    <a:pt x="343281" y="65671"/>
                  </a:lnTo>
                  <a:lnTo>
                    <a:pt x="343636" y="66972"/>
                  </a:lnTo>
                  <a:lnTo>
                    <a:pt x="344139" y="68151"/>
                  </a:lnTo>
                  <a:lnTo>
                    <a:pt x="345381" y="71297"/>
                  </a:lnTo>
                  <a:lnTo>
                    <a:pt x="349109" y="75351"/>
                  </a:lnTo>
                  <a:lnTo>
                    <a:pt x="356594" y="80705"/>
                  </a:lnTo>
                  <a:lnTo>
                    <a:pt x="361298" y="86029"/>
                  </a:lnTo>
                  <a:lnTo>
                    <a:pt x="362600" y="93198"/>
                  </a:lnTo>
                  <a:lnTo>
                    <a:pt x="357571" y="94166"/>
                  </a:lnTo>
                  <a:lnTo>
                    <a:pt x="354109" y="95436"/>
                  </a:lnTo>
                  <a:lnTo>
                    <a:pt x="351594" y="101305"/>
                  </a:lnTo>
                  <a:lnTo>
                    <a:pt x="346121" y="110440"/>
                  </a:lnTo>
                  <a:lnTo>
                    <a:pt x="340263" y="115068"/>
                  </a:lnTo>
                  <a:lnTo>
                    <a:pt x="335234" y="115008"/>
                  </a:lnTo>
                  <a:lnTo>
                    <a:pt x="329553" y="116127"/>
                  </a:lnTo>
                  <a:lnTo>
                    <a:pt x="319139" y="114584"/>
                  </a:lnTo>
                  <a:lnTo>
                    <a:pt x="309967" y="116218"/>
                  </a:lnTo>
                  <a:lnTo>
                    <a:pt x="306328" y="116218"/>
                  </a:lnTo>
                  <a:lnTo>
                    <a:pt x="303755" y="117125"/>
                  </a:lnTo>
                  <a:lnTo>
                    <a:pt x="302808" y="117458"/>
                  </a:lnTo>
                  <a:lnTo>
                    <a:pt x="299524" y="119576"/>
                  </a:lnTo>
                  <a:lnTo>
                    <a:pt x="296832" y="121269"/>
                  </a:lnTo>
                  <a:lnTo>
                    <a:pt x="294110" y="122963"/>
                  </a:lnTo>
                  <a:lnTo>
                    <a:pt x="287601" y="124415"/>
                  </a:lnTo>
                  <a:lnTo>
                    <a:pt x="282394" y="125172"/>
                  </a:lnTo>
                  <a:lnTo>
                    <a:pt x="279997" y="126745"/>
                  </a:lnTo>
                  <a:lnTo>
                    <a:pt x="278281" y="127864"/>
                  </a:lnTo>
                  <a:lnTo>
                    <a:pt x="272690" y="131675"/>
                  </a:lnTo>
                  <a:lnTo>
                    <a:pt x="267749" y="135850"/>
                  </a:lnTo>
                  <a:lnTo>
                    <a:pt x="261980" y="146618"/>
                  </a:lnTo>
                  <a:lnTo>
                    <a:pt x="259820" y="151973"/>
                  </a:lnTo>
                  <a:lnTo>
                    <a:pt x="257779" y="158265"/>
                  </a:lnTo>
                  <a:lnTo>
                    <a:pt x="254613" y="162348"/>
                  </a:lnTo>
                  <a:lnTo>
                    <a:pt x="249850" y="165797"/>
                  </a:lnTo>
                  <a:lnTo>
                    <a:pt x="246595" y="167249"/>
                  </a:lnTo>
                  <a:lnTo>
                    <a:pt x="243696" y="168549"/>
                  </a:lnTo>
                  <a:lnTo>
                    <a:pt x="235915" y="169457"/>
                  </a:lnTo>
                  <a:lnTo>
                    <a:pt x="227394" y="172179"/>
                  </a:lnTo>
                  <a:lnTo>
                    <a:pt x="226536" y="172331"/>
                  </a:lnTo>
                  <a:lnTo>
                    <a:pt x="222335" y="173026"/>
                  </a:lnTo>
                  <a:lnTo>
                    <a:pt x="211625" y="176838"/>
                  </a:lnTo>
                  <a:lnTo>
                    <a:pt x="202217" y="178743"/>
                  </a:lnTo>
                  <a:lnTo>
                    <a:pt x="185057" y="180649"/>
                  </a:lnTo>
                  <a:lnTo>
                    <a:pt x="182039" y="181224"/>
                  </a:lnTo>
                  <a:lnTo>
                    <a:pt x="177957" y="181980"/>
                  </a:lnTo>
                  <a:lnTo>
                    <a:pt x="177335" y="182131"/>
                  </a:lnTo>
                  <a:lnTo>
                    <a:pt x="170146" y="183795"/>
                  </a:lnTo>
                  <a:lnTo>
                    <a:pt x="161211" y="186638"/>
                  </a:lnTo>
                  <a:lnTo>
                    <a:pt x="161152" y="180770"/>
                  </a:lnTo>
                  <a:lnTo>
                    <a:pt x="159969" y="175567"/>
                  </a:lnTo>
                  <a:lnTo>
                    <a:pt x="158341" y="171484"/>
                  </a:lnTo>
                  <a:lnTo>
                    <a:pt x="158134" y="161773"/>
                  </a:lnTo>
                  <a:lnTo>
                    <a:pt x="157040" y="153576"/>
                  </a:lnTo>
                  <a:lnTo>
                    <a:pt x="156951" y="150158"/>
                  </a:lnTo>
                  <a:lnTo>
                    <a:pt x="156182" y="144289"/>
                  </a:lnTo>
                  <a:lnTo>
                    <a:pt x="153815" y="138118"/>
                  </a:lnTo>
                  <a:lnTo>
                    <a:pt x="150353" y="134246"/>
                  </a:lnTo>
                  <a:lnTo>
                    <a:pt x="146123" y="130828"/>
                  </a:lnTo>
                  <a:lnTo>
                    <a:pt x="142247" y="128287"/>
                  </a:lnTo>
                  <a:lnTo>
                    <a:pt x="138578" y="126835"/>
                  </a:lnTo>
                  <a:lnTo>
                    <a:pt x="134673" y="126835"/>
                  </a:lnTo>
                  <a:lnTo>
                    <a:pt x="128401" y="125716"/>
                  </a:lnTo>
                  <a:lnTo>
                    <a:pt x="126241" y="125595"/>
                  </a:lnTo>
                  <a:lnTo>
                    <a:pt x="122898" y="125414"/>
                  </a:lnTo>
                  <a:lnTo>
                    <a:pt x="118253" y="125414"/>
                  </a:lnTo>
                  <a:lnTo>
                    <a:pt x="114259" y="125504"/>
                  </a:lnTo>
                  <a:lnTo>
                    <a:pt x="108194" y="120543"/>
                  </a:lnTo>
                  <a:lnTo>
                    <a:pt x="104614" y="116793"/>
                  </a:lnTo>
                  <a:lnTo>
                    <a:pt x="100620" y="112588"/>
                  </a:lnTo>
                  <a:lnTo>
                    <a:pt x="100324" y="112527"/>
                  </a:lnTo>
                  <a:lnTo>
                    <a:pt x="95235" y="111680"/>
                  </a:lnTo>
                  <a:lnTo>
                    <a:pt x="90886" y="113253"/>
                  </a:lnTo>
                  <a:lnTo>
                    <a:pt x="84614" y="116672"/>
                  </a:lnTo>
                  <a:lnTo>
                    <a:pt x="79762" y="120090"/>
                  </a:lnTo>
                  <a:lnTo>
                    <a:pt x="75561" y="122842"/>
                  </a:lnTo>
                  <a:lnTo>
                    <a:pt x="71005" y="123508"/>
                  </a:lnTo>
                  <a:lnTo>
                    <a:pt x="67011" y="122540"/>
                  </a:lnTo>
                  <a:lnTo>
                    <a:pt x="60561" y="120332"/>
                  </a:lnTo>
                  <a:lnTo>
                    <a:pt x="53993" y="119848"/>
                  </a:lnTo>
                  <a:lnTo>
                    <a:pt x="52011" y="119727"/>
                  </a:lnTo>
                  <a:lnTo>
                    <a:pt x="49023" y="119001"/>
                  </a:lnTo>
                  <a:lnTo>
                    <a:pt x="47425" y="118003"/>
                  </a:lnTo>
                  <a:lnTo>
                    <a:pt x="45798" y="116248"/>
                  </a:lnTo>
                  <a:lnTo>
                    <a:pt x="43372" y="114252"/>
                  </a:lnTo>
                  <a:lnTo>
                    <a:pt x="40739" y="112588"/>
                  </a:lnTo>
                  <a:lnTo>
                    <a:pt x="33165" y="109775"/>
                  </a:lnTo>
                  <a:lnTo>
                    <a:pt x="28875" y="107990"/>
                  </a:lnTo>
                  <a:lnTo>
                    <a:pt x="28313" y="107808"/>
                  </a:lnTo>
                  <a:lnTo>
                    <a:pt x="25236" y="106750"/>
                  </a:lnTo>
                  <a:lnTo>
                    <a:pt x="17988" y="104300"/>
                  </a:lnTo>
                  <a:lnTo>
                    <a:pt x="16893" y="103604"/>
                  </a:lnTo>
                  <a:lnTo>
                    <a:pt x="16005" y="101970"/>
                  </a:lnTo>
                  <a:lnTo>
                    <a:pt x="15769" y="102001"/>
                  </a:lnTo>
                  <a:lnTo>
                    <a:pt x="14556" y="101698"/>
                  </a:lnTo>
                  <a:lnTo>
                    <a:pt x="11124" y="103301"/>
                  </a:lnTo>
                  <a:lnTo>
                    <a:pt x="7928" y="105086"/>
                  </a:lnTo>
                  <a:lnTo>
                    <a:pt x="6715" y="105026"/>
                  </a:lnTo>
                  <a:lnTo>
                    <a:pt x="5976" y="103967"/>
                  </a:lnTo>
                  <a:lnTo>
                    <a:pt x="1568" y="97040"/>
                  </a:lnTo>
                  <a:lnTo>
                    <a:pt x="0" y="93017"/>
                  </a:lnTo>
                  <a:lnTo>
                    <a:pt x="1508" y="92260"/>
                  </a:lnTo>
                  <a:lnTo>
                    <a:pt x="2307" y="91867"/>
                  </a:lnTo>
                  <a:lnTo>
                    <a:pt x="6065" y="91050"/>
                  </a:lnTo>
                  <a:lnTo>
                    <a:pt x="6272" y="91020"/>
                  </a:lnTo>
                  <a:lnTo>
                    <a:pt x="9082" y="90536"/>
                  </a:lnTo>
                  <a:lnTo>
                    <a:pt x="12218" y="88540"/>
                  </a:lnTo>
                  <a:lnTo>
                    <a:pt x="14615" y="87511"/>
                  </a:lnTo>
                  <a:lnTo>
                    <a:pt x="18283" y="86664"/>
                  </a:lnTo>
                  <a:lnTo>
                    <a:pt x="19822" y="86271"/>
                  </a:lnTo>
                  <a:lnTo>
                    <a:pt x="21390" y="85847"/>
                  </a:lnTo>
                  <a:lnTo>
                    <a:pt x="24644" y="84395"/>
                  </a:lnTo>
                  <a:lnTo>
                    <a:pt x="27248" y="82701"/>
                  </a:lnTo>
                  <a:lnTo>
                    <a:pt x="27810" y="81885"/>
                  </a:lnTo>
                  <a:lnTo>
                    <a:pt x="28402" y="80856"/>
                  </a:lnTo>
                  <a:lnTo>
                    <a:pt x="29408" y="79798"/>
                  </a:lnTo>
                  <a:lnTo>
                    <a:pt x="30413" y="79737"/>
                  </a:lnTo>
                  <a:lnTo>
                    <a:pt x="31774" y="80009"/>
                  </a:lnTo>
                  <a:lnTo>
                    <a:pt x="32573" y="79495"/>
                  </a:lnTo>
                  <a:lnTo>
                    <a:pt x="33668" y="78527"/>
                  </a:lnTo>
                  <a:lnTo>
                    <a:pt x="34496" y="78285"/>
                  </a:lnTo>
                  <a:lnTo>
                    <a:pt x="36064" y="78406"/>
                  </a:lnTo>
                  <a:lnTo>
                    <a:pt x="36922" y="78588"/>
                  </a:lnTo>
                  <a:lnTo>
                    <a:pt x="38194" y="78285"/>
                  </a:lnTo>
                  <a:lnTo>
                    <a:pt x="39851" y="77347"/>
                  </a:lnTo>
                  <a:lnTo>
                    <a:pt x="41212" y="76591"/>
                  </a:lnTo>
                  <a:lnTo>
                    <a:pt x="42810" y="76561"/>
                  </a:lnTo>
                  <a:lnTo>
                    <a:pt x="43875" y="76470"/>
                  </a:lnTo>
                  <a:lnTo>
                    <a:pt x="45147" y="76107"/>
                  </a:lnTo>
                  <a:lnTo>
                    <a:pt x="46538" y="75805"/>
                  </a:lnTo>
                  <a:lnTo>
                    <a:pt x="47780" y="75381"/>
                  </a:lnTo>
                  <a:lnTo>
                    <a:pt x="48017" y="75351"/>
                  </a:lnTo>
                  <a:lnTo>
                    <a:pt x="49052" y="74564"/>
                  </a:lnTo>
                  <a:lnTo>
                    <a:pt x="49851" y="73536"/>
                  </a:lnTo>
                  <a:lnTo>
                    <a:pt x="50768" y="72659"/>
                  </a:lnTo>
                  <a:lnTo>
                    <a:pt x="51449" y="72175"/>
                  </a:lnTo>
                  <a:lnTo>
                    <a:pt x="52691" y="71751"/>
                  </a:lnTo>
                  <a:lnTo>
                    <a:pt x="54082" y="71630"/>
                  </a:lnTo>
                  <a:lnTo>
                    <a:pt x="55413" y="71479"/>
                  </a:lnTo>
                  <a:lnTo>
                    <a:pt x="57248" y="70874"/>
                  </a:lnTo>
                  <a:lnTo>
                    <a:pt x="59082" y="70057"/>
                  </a:lnTo>
                  <a:lnTo>
                    <a:pt x="60709" y="69392"/>
                  </a:lnTo>
                  <a:lnTo>
                    <a:pt x="62366" y="68696"/>
                  </a:lnTo>
                  <a:lnTo>
                    <a:pt x="63934" y="67909"/>
                  </a:lnTo>
                  <a:lnTo>
                    <a:pt x="65177" y="67425"/>
                  </a:lnTo>
                  <a:lnTo>
                    <a:pt x="66833" y="66881"/>
                  </a:lnTo>
                  <a:lnTo>
                    <a:pt x="68845" y="66246"/>
                  </a:lnTo>
                  <a:lnTo>
                    <a:pt x="70857" y="66246"/>
                  </a:lnTo>
                  <a:lnTo>
                    <a:pt x="72602" y="66064"/>
                  </a:lnTo>
                  <a:lnTo>
                    <a:pt x="73934" y="66609"/>
                  </a:lnTo>
                  <a:lnTo>
                    <a:pt x="75531" y="66548"/>
                  </a:lnTo>
                  <a:lnTo>
                    <a:pt x="77159" y="66004"/>
                  </a:lnTo>
                  <a:lnTo>
                    <a:pt x="78756" y="65974"/>
                  </a:lnTo>
                  <a:lnTo>
                    <a:pt x="80354" y="66064"/>
                  </a:lnTo>
                  <a:lnTo>
                    <a:pt x="82129" y="66609"/>
                  </a:lnTo>
                  <a:lnTo>
                    <a:pt x="83312" y="66609"/>
                  </a:lnTo>
                  <a:lnTo>
                    <a:pt x="84496" y="66639"/>
                  </a:lnTo>
                  <a:lnTo>
                    <a:pt x="85176" y="66911"/>
                  </a:lnTo>
                  <a:lnTo>
                    <a:pt x="86685" y="66790"/>
                  </a:lnTo>
                  <a:lnTo>
                    <a:pt x="88224" y="66458"/>
                  </a:lnTo>
                  <a:lnTo>
                    <a:pt x="89348" y="65974"/>
                  </a:lnTo>
                  <a:lnTo>
                    <a:pt x="91271" y="65732"/>
                  </a:lnTo>
                  <a:lnTo>
                    <a:pt x="93017" y="65580"/>
                  </a:lnTo>
                  <a:lnTo>
                    <a:pt x="94259" y="65459"/>
                  </a:lnTo>
                  <a:lnTo>
                    <a:pt x="95265" y="64975"/>
                  </a:lnTo>
                  <a:lnTo>
                    <a:pt x="96537" y="64461"/>
                  </a:lnTo>
                  <a:lnTo>
                    <a:pt x="98135" y="63977"/>
                  </a:lnTo>
                  <a:lnTo>
                    <a:pt x="99496" y="63554"/>
                  </a:lnTo>
                  <a:lnTo>
                    <a:pt x="101064" y="63160"/>
                  </a:lnTo>
                  <a:lnTo>
                    <a:pt x="102306" y="62949"/>
                  </a:lnTo>
                  <a:lnTo>
                    <a:pt x="103874" y="61950"/>
                  </a:lnTo>
                  <a:lnTo>
                    <a:pt x="104969" y="61527"/>
                  </a:lnTo>
                  <a:lnTo>
                    <a:pt x="106537" y="61376"/>
                  </a:lnTo>
                  <a:lnTo>
                    <a:pt x="107661" y="61073"/>
                  </a:lnTo>
                  <a:lnTo>
                    <a:pt x="109259" y="60498"/>
                  </a:lnTo>
                  <a:lnTo>
                    <a:pt x="110472" y="59863"/>
                  </a:lnTo>
                  <a:lnTo>
                    <a:pt x="111537" y="59349"/>
                  </a:lnTo>
                  <a:lnTo>
                    <a:pt x="112484" y="59016"/>
                  </a:lnTo>
                  <a:lnTo>
                    <a:pt x="113904" y="58532"/>
                  </a:lnTo>
                  <a:lnTo>
                    <a:pt x="115087" y="58018"/>
                  </a:lnTo>
                  <a:lnTo>
                    <a:pt x="116241" y="57897"/>
                  </a:lnTo>
                  <a:lnTo>
                    <a:pt x="117395" y="56899"/>
                  </a:lnTo>
                  <a:lnTo>
                    <a:pt x="118638" y="55961"/>
                  </a:lnTo>
                  <a:lnTo>
                    <a:pt x="119555" y="55749"/>
                  </a:lnTo>
                  <a:lnTo>
                    <a:pt x="120590" y="55689"/>
                  </a:lnTo>
                  <a:lnTo>
                    <a:pt x="121803" y="55356"/>
                  </a:lnTo>
                  <a:lnTo>
                    <a:pt x="122809" y="54660"/>
                  </a:lnTo>
                  <a:lnTo>
                    <a:pt x="123874" y="53874"/>
                  </a:lnTo>
                  <a:lnTo>
                    <a:pt x="124141" y="53632"/>
                  </a:lnTo>
                  <a:lnTo>
                    <a:pt x="124821" y="53057"/>
                  </a:lnTo>
                  <a:lnTo>
                    <a:pt x="125590" y="52361"/>
                  </a:lnTo>
                  <a:lnTo>
                    <a:pt x="126892" y="51938"/>
                  </a:lnTo>
                  <a:lnTo>
                    <a:pt x="128164" y="51938"/>
                  </a:lnTo>
                  <a:lnTo>
                    <a:pt x="129377" y="52119"/>
                  </a:lnTo>
                  <a:lnTo>
                    <a:pt x="130561" y="52240"/>
                  </a:lnTo>
                  <a:lnTo>
                    <a:pt x="131537" y="51847"/>
                  </a:lnTo>
                  <a:lnTo>
                    <a:pt x="132188" y="51484"/>
                  </a:lnTo>
                  <a:lnTo>
                    <a:pt x="133253" y="50970"/>
                  </a:lnTo>
                  <a:lnTo>
                    <a:pt x="134851" y="50456"/>
                  </a:lnTo>
                  <a:lnTo>
                    <a:pt x="136359" y="50335"/>
                  </a:lnTo>
                  <a:lnTo>
                    <a:pt x="137454" y="50183"/>
                  </a:lnTo>
                  <a:lnTo>
                    <a:pt x="138401" y="49336"/>
                  </a:lnTo>
                  <a:lnTo>
                    <a:pt x="139318" y="48610"/>
                  </a:lnTo>
                  <a:lnTo>
                    <a:pt x="140117" y="48338"/>
                  </a:lnTo>
                  <a:lnTo>
                    <a:pt x="141182" y="48338"/>
                  </a:lnTo>
                  <a:lnTo>
                    <a:pt x="142306" y="48641"/>
                  </a:lnTo>
                  <a:lnTo>
                    <a:pt x="142927" y="48610"/>
                  </a:lnTo>
                  <a:lnTo>
                    <a:pt x="143697" y="48520"/>
                  </a:lnTo>
                  <a:lnTo>
                    <a:pt x="144436" y="48278"/>
                  </a:lnTo>
                  <a:lnTo>
                    <a:pt x="145708" y="48429"/>
                  </a:lnTo>
                  <a:lnTo>
                    <a:pt x="146714" y="48278"/>
                  </a:lnTo>
                  <a:lnTo>
                    <a:pt x="147513" y="48338"/>
                  </a:lnTo>
                  <a:lnTo>
                    <a:pt x="148312" y="48338"/>
                  </a:lnTo>
                  <a:lnTo>
                    <a:pt x="149111" y="48157"/>
                  </a:lnTo>
                  <a:lnTo>
                    <a:pt x="149850" y="48096"/>
                  </a:lnTo>
                  <a:lnTo>
                    <a:pt x="151211" y="48247"/>
                  </a:lnTo>
                  <a:lnTo>
                    <a:pt x="152365" y="48278"/>
                  </a:lnTo>
                  <a:lnTo>
                    <a:pt x="153608" y="48278"/>
                  </a:lnTo>
                  <a:lnTo>
                    <a:pt x="154702" y="48278"/>
                  </a:lnTo>
                  <a:lnTo>
                    <a:pt x="156063" y="48187"/>
                  </a:lnTo>
                  <a:lnTo>
                    <a:pt x="157040" y="47733"/>
                  </a:lnTo>
                  <a:lnTo>
                    <a:pt x="158046" y="47552"/>
                  </a:lnTo>
                  <a:lnTo>
                    <a:pt x="159052" y="47219"/>
                  </a:lnTo>
                  <a:lnTo>
                    <a:pt x="159880" y="46584"/>
                  </a:lnTo>
                  <a:lnTo>
                    <a:pt x="160412" y="45525"/>
                  </a:lnTo>
                  <a:lnTo>
                    <a:pt x="161389" y="44859"/>
                  </a:lnTo>
                  <a:lnTo>
                    <a:pt x="162868" y="44587"/>
                  </a:lnTo>
                  <a:lnTo>
                    <a:pt x="164288" y="44648"/>
                  </a:lnTo>
                  <a:lnTo>
                    <a:pt x="165028" y="44103"/>
                  </a:lnTo>
                  <a:lnTo>
                    <a:pt x="166241" y="43438"/>
                  </a:lnTo>
                  <a:lnTo>
                    <a:pt x="167217" y="43347"/>
                  </a:lnTo>
                  <a:lnTo>
                    <a:pt x="168105" y="43619"/>
                  </a:lnTo>
                  <a:lnTo>
                    <a:pt x="169051" y="43710"/>
                  </a:lnTo>
                  <a:lnTo>
                    <a:pt x="169850" y="43438"/>
                  </a:lnTo>
                  <a:lnTo>
                    <a:pt x="170767" y="43014"/>
                  </a:lnTo>
                  <a:lnTo>
                    <a:pt x="171596" y="42802"/>
                  </a:lnTo>
                  <a:lnTo>
                    <a:pt x="172188" y="42016"/>
                  </a:lnTo>
                  <a:lnTo>
                    <a:pt x="173105" y="41350"/>
                  </a:lnTo>
                  <a:lnTo>
                    <a:pt x="173844" y="41381"/>
                  </a:lnTo>
                  <a:lnTo>
                    <a:pt x="175028" y="42016"/>
                  </a:lnTo>
                  <a:lnTo>
                    <a:pt x="176182" y="41774"/>
                  </a:lnTo>
                  <a:lnTo>
                    <a:pt x="177128" y="41350"/>
                  </a:lnTo>
                  <a:lnTo>
                    <a:pt x="178253" y="41350"/>
                  </a:lnTo>
                  <a:lnTo>
                    <a:pt x="180501" y="41350"/>
                  </a:lnTo>
                  <a:lnTo>
                    <a:pt x="181744" y="41350"/>
                  </a:lnTo>
                  <a:lnTo>
                    <a:pt x="182897" y="41048"/>
                  </a:lnTo>
                  <a:lnTo>
                    <a:pt x="183253" y="40806"/>
                  </a:lnTo>
                  <a:lnTo>
                    <a:pt x="183519" y="40564"/>
                  </a:lnTo>
                  <a:lnTo>
                    <a:pt x="183874" y="40352"/>
                  </a:lnTo>
                  <a:lnTo>
                    <a:pt x="184199" y="40110"/>
                  </a:lnTo>
                  <a:lnTo>
                    <a:pt x="184466" y="39959"/>
                  </a:lnTo>
                  <a:lnTo>
                    <a:pt x="184821" y="39657"/>
                  </a:lnTo>
                  <a:lnTo>
                    <a:pt x="185205" y="39384"/>
                  </a:lnTo>
                  <a:lnTo>
                    <a:pt x="185531" y="39203"/>
                  </a:lnTo>
                  <a:lnTo>
                    <a:pt x="185974" y="39052"/>
                  </a:lnTo>
                  <a:lnTo>
                    <a:pt x="186329" y="38931"/>
                  </a:lnTo>
                  <a:lnTo>
                    <a:pt x="186714" y="38749"/>
                  </a:lnTo>
                  <a:lnTo>
                    <a:pt x="187187" y="38568"/>
                  </a:lnTo>
                  <a:lnTo>
                    <a:pt x="187661" y="38386"/>
                  </a:lnTo>
                  <a:lnTo>
                    <a:pt x="187927" y="38356"/>
                  </a:lnTo>
                  <a:lnTo>
                    <a:pt x="188430" y="38326"/>
                  </a:lnTo>
                  <a:lnTo>
                    <a:pt x="188874" y="38235"/>
                  </a:lnTo>
                  <a:lnTo>
                    <a:pt x="189022" y="38235"/>
                  </a:lnTo>
                  <a:lnTo>
                    <a:pt x="189554" y="38205"/>
                  </a:lnTo>
                  <a:lnTo>
                    <a:pt x="190116" y="38326"/>
                  </a:lnTo>
                  <a:lnTo>
                    <a:pt x="190412" y="38326"/>
                  </a:lnTo>
                  <a:lnTo>
                    <a:pt x="190945" y="38295"/>
                  </a:lnTo>
                  <a:lnTo>
                    <a:pt x="191803" y="38477"/>
                  </a:lnTo>
                  <a:lnTo>
                    <a:pt x="192335" y="38568"/>
                  </a:lnTo>
                  <a:lnTo>
                    <a:pt x="192749" y="38658"/>
                  </a:lnTo>
                  <a:lnTo>
                    <a:pt x="193223" y="38689"/>
                  </a:lnTo>
                  <a:lnTo>
                    <a:pt x="193785" y="38749"/>
                  </a:lnTo>
                  <a:lnTo>
                    <a:pt x="194199" y="38779"/>
                  </a:lnTo>
                  <a:lnTo>
                    <a:pt x="194673" y="38779"/>
                  </a:lnTo>
                  <a:lnTo>
                    <a:pt x="195146" y="38779"/>
                  </a:lnTo>
                  <a:lnTo>
                    <a:pt x="195649" y="38779"/>
                  </a:lnTo>
                  <a:lnTo>
                    <a:pt x="196093" y="38779"/>
                  </a:lnTo>
                  <a:lnTo>
                    <a:pt x="196536" y="38658"/>
                  </a:lnTo>
                  <a:lnTo>
                    <a:pt x="197158" y="38477"/>
                  </a:lnTo>
                  <a:lnTo>
                    <a:pt x="197690" y="38356"/>
                  </a:lnTo>
                  <a:lnTo>
                    <a:pt x="198252" y="38265"/>
                  </a:lnTo>
                  <a:lnTo>
                    <a:pt x="198815" y="38205"/>
                  </a:lnTo>
                  <a:lnTo>
                    <a:pt x="199317" y="38144"/>
                  </a:lnTo>
                  <a:lnTo>
                    <a:pt x="199791" y="37963"/>
                  </a:lnTo>
                  <a:lnTo>
                    <a:pt x="200087" y="37811"/>
                  </a:lnTo>
                  <a:lnTo>
                    <a:pt x="200501" y="37448"/>
                  </a:lnTo>
                  <a:lnTo>
                    <a:pt x="200945" y="36964"/>
                  </a:lnTo>
                  <a:lnTo>
                    <a:pt x="201477" y="36511"/>
                  </a:lnTo>
                  <a:lnTo>
                    <a:pt x="202128" y="35996"/>
                  </a:lnTo>
                  <a:lnTo>
                    <a:pt x="202749" y="35603"/>
                  </a:lnTo>
                  <a:lnTo>
                    <a:pt x="203223" y="35331"/>
                  </a:lnTo>
                  <a:lnTo>
                    <a:pt x="203992" y="34938"/>
                  </a:lnTo>
                  <a:lnTo>
                    <a:pt x="204672" y="34635"/>
                  </a:lnTo>
                  <a:lnTo>
                    <a:pt x="205383" y="34363"/>
                  </a:lnTo>
                  <a:lnTo>
                    <a:pt x="206300" y="34242"/>
                  </a:lnTo>
                  <a:lnTo>
                    <a:pt x="207128" y="34060"/>
                  </a:lnTo>
                  <a:lnTo>
                    <a:pt x="207838" y="33818"/>
                  </a:lnTo>
                  <a:lnTo>
                    <a:pt x="208785" y="33607"/>
                  </a:lnTo>
                  <a:lnTo>
                    <a:pt x="209199" y="33728"/>
                  </a:lnTo>
                  <a:lnTo>
                    <a:pt x="209672" y="33758"/>
                  </a:lnTo>
                  <a:lnTo>
                    <a:pt x="210057" y="33637"/>
                  </a:lnTo>
                  <a:lnTo>
                    <a:pt x="210501" y="33576"/>
                  </a:lnTo>
                  <a:lnTo>
                    <a:pt x="211240" y="33395"/>
                  </a:lnTo>
                  <a:lnTo>
                    <a:pt x="211714" y="33304"/>
                  </a:lnTo>
                  <a:lnTo>
                    <a:pt x="212217" y="33153"/>
                  </a:lnTo>
                  <a:lnTo>
                    <a:pt x="212631" y="33062"/>
                  </a:lnTo>
                  <a:lnTo>
                    <a:pt x="213755" y="32669"/>
                  </a:lnTo>
                  <a:lnTo>
                    <a:pt x="214436" y="32397"/>
                  </a:lnTo>
                  <a:lnTo>
                    <a:pt x="215175" y="32094"/>
                  </a:lnTo>
                  <a:lnTo>
                    <a:pt x="215856" y="31731"/>
                  </a:lnTo>
                  <a:lnTo>
                    <a:pt x="216655" y="31429"/>
                  </a:lnTo>
                  <a:lnTo>
                    <a:pt x="217276" y="31217"/>
                  </a:lnTo>
                  <a:lnTo>
                    <a:pt x="217838" y="30854"/>
                  </a:lnTo>
                  <a:lnTo>
                    <a:pt x="218489" y="30309"/>
                  </a:lnTo>
                  <a:lnTo>
                    <a:pt x="219199" y="29765"/>
                  </a:lnTo>
                  <a:lnTo>
                    <a:pt x="219732" y="29462"/>
                  </a:lnTo>
                  <a:lnTo>
                    <a:pt x="220116" y="29402"/>
                  </a:lnTo>
                  <a:lnTo>
                    <a:pt x="220619" y="29372"/>
                  </a:lnTo>
                  <a:lnTo>
                    <a:pt x="221152" y="29251"/>
                  </a:lnTo>
                  <a:lnTo>
                    <a:pt x="221655" y="29130"/>
                  </a:lnTo>
                  <a:lnTo>
                    <a:pt x="222039" y="28948"/>
                  </a:lnTo>
                  <a:lnTo>
                    <a:pt x="222542" y="28827"/>
                  </a:lnTo>
                  <a:lnTo>
                    <a:pt x="223163" y="28827"/>
                  </a:lnTo>
                  <a:lnTo>
                    <a:pt x="223607" y="28797"/>
                  </a:lnTo>
                  <a:lnTo>
                    <a:pt x="224021" y="28797"/>
                  </a:lnTo>
                  <a:lnTo>
                    <a:pt x="224317" y="28827"/>
                  </a:lnTo>
                  <a:lnTo>
                    <a:pt x="224791" y="28676"/>
                  </a:lnTo>
                  <a:lnTo>
                    <a:pt x="225087" y="28676"/>
                  </a:lnTo>
                  <a:lnTo>
                    <a:pt x="225589" y="28555"/>
                  </a:lnTo>
                  <a:lnTo>
                    <a:pt x="226092" y="28525"/>
                  </a:lnTo>
                  <a:lnTo>
                    <a:pt x="226625" y="28434"/>
                  </a:lnTo>
                  <a:lnTo>
                    <a:pt x="227749" y="28434"/>
                  </a:lnTo>
                  <a:lnTo>
                    <a:pt x="228341" y="28404"/>
                  </a:lnTo>
                  <a:lnTo>
                    <a:pt x="228903" y="28283"/>
                  </a:lnTo>
                  <a:lnTo>
                    <a:pt x="229406" y="28343"/>
                  </a:lnTo>
                  <a:lnTo>
                    <a:pt x="230382" y="28494"/>
                  </a:lnTo>
                  <a:lnTo>
                    <a:pt x="231063" y="28585"/>
                  </a:lnTo>
                  <a:lnTo>
                    <a:pt x="232069" y="28706"/>
                  </a:lnTo>
                  <a:lnTo>
                    <a:pt x="232779" y="28585"/>
                  </a:lnTo>
                  <a:lnTo>
                    <a:pt x="233459" y="28525"/>
                  </a:lnTo>
                  <a:lnTo>
                    <a:pt x="234228" y="28404"/>
                  </a:lnTo>
                  <a:lnTo>
                    <a:pt x="234820" y="28404"/>
                  </a:lnTo>
                  <a:lnTo>
                    <a:pt x="235530" y="28434"/>
                  </a:lnTo>
                  <a:lnTo>
                    <a:pt x="236329" y="28555"/>
                  </a:lnTo>
                  <a:lnTo>
                    <a:pt x="236980" y="28676"/>
                  </a:lnTo>
                  <a:lnTo>
                    <a:pt x="237631" y="28706"/>
                  </a:lnTo>
                  <a:lnTo>
                    <a:pt x="238666" y="28797"/>
                  </a:lnTo>
                  <a:lnTo>
                    <a:pt x="239347" y="28767"/>
                  </a:lnTo>
                  <a:lnTo>
                    <a:pt x="240086" y="28585"/>
                  </a:lnTo>
                  <a:lnTo>
                    <a:pt x="240944" y="28404"/>
                  </a:lnTo>
                  <a:lnTo>
                    <a:pt x="241832" y="28101"/>
                  </a:lnTo>
                  <a:lnTo>
                    <a:pt x="242631" y="27738"/>
                  </a:lnTo>
                  <a:lnTo>
                    <a:pt x="243518" y="27345"/>
                  </a:lnTo>
                  <a:lnTo>
                    <a:pt x="244554" y="26740"/>
                  </a:lnTo>
                  <a:lnTo>
                    <a:pt x="245353" y="26468"/>
                  </a:lnTo>
                  <a:lnTo>
                    <a:pt x="246122" y="26165"/>
                  </a:lnTo>
                  <a:lnTo>
                    <a:pt x="246861" y="25893"/>
                  </a:lnTo>
                  <a:lnTo>
                    <a:pt x="247838" y="25651"/>
                  </a:lnTo>
                  <a:lnTo>
                    <a:pt x="248785" y="25379"/>
                  </a:lnTo>
                  <a:lnTo>
                    <a:pt x="249554" y="25046"/>
                  </a:lnTo>
                  <a:lnTo>
                    <a:pt x="250471" y="24623"/>
                  </a:lnTo>
                  <a:lnTo>
                    <a:pt x="251063" y="24290"/>
                  </a:lnTo>
                  <a:lnTo>
                    <a:pt x="251625" y="24018"/>
                  </a:lnTo>
                  <a:lnTo>
                    <a:pt x="252187" y="23655"/>
                  </a:lnTo>
                  <a:lnTo>
                    <a:pt x="252779" y="23292"/>
                  </a:lnTo>
                  <a:lnTo>
                    <a:pt x="253311" y="22989"/>
                  </a:lnTo>
                  <a:lnTo>
                    <a:pt x="253932" y="22566"/>
                  </a:lnTo>
                  <a:lnTo>
                    <a:pt x="254554" y="22203"/>
                  </a:lnTo>
                  <a:lnTo>
                    <a:pt x="255086" y="21900"/>
                  </a:lnTo>
                  <a:lnTo>
                    <a:pt x="255648" y="21749"/>
                  </a:lnTo>
                  <a:lnTo>
                    <a:pt x="256329" y="21598"/>
                  </a:lnTo>
                  <a:lnTo>
                    <a:pt x="256891" y="21598"/>
                  </a:lnTo>
                  <a:lnTo>
                    <a:pt x="257483" y="21567"/>
                  </a:lnTo>
                  <a:lnTo>
                    <a:pt x="258045" y="21567"/>
                  </a:lnTo>
                  <a:lnTo>
                    <a:pt x="258637" y="21507"/>
                  </a:lnTo>
                  <a:lnTo>
                    <a:pt x="259169" y="21477"/>
                  </a:lnTo>
                  <a:lnTo>
                    <a:pt x="259702" y="21265"/>
                  </a:lnTo>
                  <a:lnTo>
                    <a:pt x="260323" y="21023"/>
                  </a:lnTo>
                  <a:lnTo>
                    <a:pt x="260974" y="20630"/>
                  </a:lnTo>
                  <a:lnTo>
                    <a:pt x="261566" y="20146"/>
                  </a:lnTo>
                  <a:lnTo>
                    <a:pt x="262009" y="19662"/>
                  </a:lnTo>
                  <a:lnTo>
                    <a:pt x="262512" y="19208"/>
                  </a:lnTo>
                  <a:lnTo>
                    <a:pt x="262897" y="18905"/>
                  </a:lnTo>
                  <a:lnTo>
                    <a:pt x="263400" y="18754"/>
                  </a:lnTo>
                  <a:lnTo>
                    <a:pt x="263932" y="18573"/>
                  </a:lnTo>
                  <a:lnTo>
                    <a:pt x="264554" y="18573"/>
                  </a:lnTo>
                  <a:lnTo>
                    <a:pt x="265323" y="18573"/>
                  </a:lnTo>
                  <a:lnTo>
                    <a:pt x="265944" y="18573"/>
                  </a:lnTo>
                  <a:lnTo>
                    <a:pt x="266684" y="18542"/>
                  </a:lnTo>
                  <a:lnTo>
                    <a:pt x="267246" y="18573"/>
                  </a:lnTo>
                  <a:lnTo>
                    <a:pt x="267926" y="18633"/>
                  </a:lnTo>
                  <a:lnTo>
                    <a:pt x="268548" y="18724"/>
                  </a:lnTo>
                  <a:lnTo>
                    <a:pt x="269228" y="18724"/>
                  </a:lnTo>
                  <a:lnTo>
                    <a:pt x="269968" y="18663"/>
                  </a:lnTo>
                  <a:lnTo>
                    <a:pt x="270500" y="18663"/>
                  </a:lnTo>
                  <a:lnTo>
                    <a:pt x="271299" y="18512"/>
                  </a:lnTo>
                  <a:lnTo>
                    <a:pt x="271950" y="18331"/>
                  </a:lnTo>
                  <a:lnTo>
                    <a:pt x="272601" y="18210"/>
                  </a:lnTo>
                  <a:lnTo>
                    <a:pt x="273370" y="17998"/>
                  </a:lnTo>
                  <a:lnTo>
                    <a:pt x="273725" y="17968"/>
                  </a:lnTo>
                  <a:lnTo>
                    <a:pt x="273991" y="17968"/>
                  </a:lnTo>
                  <a:lnTo>
                    <a:pt x="274258" y="17968"/>
                  </a:lnTo>
                  <a:lnTo>
                    <a:pt x="274672" y="17847"/>
                  </a:lnTo>
                  <a:lnTo>
                    <a:pt x="274968" y="17726"/>
                  </a:lnTo>
                  <a:lnTo>
                    <a:pt x="275323" y="17514"/>
                  </a:lnTo>
                  <a:lnTo>
                    <a:pt x="275826" y="17272"/>
                  </a:lnTo>
                  <a:lnTo>
                    <a:pt x="276062" y="17060"/>
                  </a:lnTo>
                  <a:lnTo>
                    <a:pt x="276358" y="16667"/>
                  </a:lnTo>
                  <a:lnTo>
                    <a:pt x="276625" y="16304"/>
                  </a:lnTo>
                  <a:lnTo>
                    <a:pt x="276920" y="15820"/>
                  </a:lnTo>
                  <a:lnTo>
                    <a:pt x="277157" y="15487"/>
                  </a:lnTo>
                  <a:lnTo>
                    <a:pt x="277305" y="15094"/>
                  </a:lnTo>
                  <a:lnTo>
                    <a:pt x="277542" y="14640"/>
                  </a:lnTo>
                  <a:lnTo>
                    <a:pt x="277719" y="14065"/>
                  </a:lnTo>
                  <a:lnTo>
                    <a:pt x="277985" y="13672"/>
                  </a:lnTo>
                  <a:lnTo>
                    <a:pt x="278281" y="13279"/>
                  </a:lnTo>
                  <a:lnTo>
                    <a:pt x="278666" y="12977"/>
                  </a:lnTo>
                  <a:lnTo>
                    <a:pt x="279051" y="12704"/>
                  </a:lnTo>
                  <a:lnTo>
                    <a:pt x="279761" y="12493"/>
                  </a:lnTo>
                  <a:lnTo>
                    <a:pt x="280382" y="12341"/>
                  </a:lnTo>
                  <a:lnTo>
                    <a:pt x="280914" y="12160"/>
                  </a:lnTo>
                  <a:lnTo>
                    <a:pt x="281506" y="11948"/>
                  </a:lnTo>
                  <a:lnTo>
                    <a:pt x="282216" y="11706"/>
                  </a:lnTo>
                  <a:lnTo>
                    <a:pt x="282838" y="11615"/>
                  </a:lnTo>
                  <a:lnTo>
                    <a:pt x="283222" y="11373"/>
                  </a:lnTo>
                  <a:lnTo>
                    <a:pt x="283548" y="11222"/>
                  </a:lnTo>
                  <a:lnTo>
                    <a:pt x="283903" y="10980"/>
                  </a:lnTo>
                  <a:lnTo>
                    <a:pt x="284021" y="10829"/>
                  </a:lnTo>
                  <a:lnTo>
                    <a:pt x="284198" y="10587"/>
                  </a:lnTo>
                  <a:lnTo>
                    <a:pt x="284553" y="10315"/>
                  </a:lnTo>
                  <a:lnTo>
                    <a:pt x="284849" y="10224"/>
                  </a:lnTo>
                  <a:lnTo>
                    <a:pt x="285441" y="10224"/>
                  </a:lnTo>
                  <a:lnTo>
                    <a:pt x="285737" y="10224"/>
                  </a:lnTo>
                  <a:lnTo>
                    <a:pt x="286181" y="10254"/>
                  </a:lnTo>
                  <a:lnTo>
                    <a:pt x="286565" y="10254"/>
                  </a:lnTo>
                  <a:lnTo>
                    <a:pt x="287009" y="10224"/>
                  </a:lnTo>
                  <a:lnTo>
                    <a:pt x="287512" y="10163"/>
                  </a:lnTo>
                  <a:lnTo>
                    <a:pt x="287926" y="10103"/>
                  </a:lnTo>
                  <a:lnTo>
                    <a:pt x="288370" y="10042"/>
                  </a:lnTo>
                  <a:lnTo>
                    <a:pt x="288843" y="9831"/>
                  </a:lnTo>
                  <a:lnTo>
                    <a:pt x="289406" y="9649"/>
                  </a:lnTo>
                  <a:lnTo>
                    <a:pt x="290116" y="9256"/>
                  </a:lnTo>
                  <a:lnTo>
                    <a:pt x="290737" y="8863"/>
                  </a:lnTo>
                  <a:lnTo>
                    <a:pt x="291388" y="8560"/>
                  </a:lnTo>
                  <a:lnTo>
                    <a:pt x="291802" y="8197"/>
                  </a:lnTo>
                  <a:lnTo>
                    <a:pt x="292364" y="7925"/>
                  </a:lnTo>
                  <a:lnTo>
                    <a:pt x="293222" y="7471"/>
                  </a:lnTo>
                  <a:lnTo>
                    <a:pt x="293962" y="7078"/>
                  </a:lnTo>
                  <a:lnTo>
                    <a:pt x="294672" y="6412"/>
                  </a:lnTo>
                  <a:lnTo>
                    <a:pt x="295175" y="5928"/>
                  </a:lnTo>
                  <a:lnTo>
                    <a:pt x="295530" y="5626"/>
                  </a:lnTo>
                  <a:lnTo>
                    <a:pt x="295796" y="5414"/>
                  </a:lnTo>
                  <a:lnTo>
                    <a:pt x="296181" y="5263"/>
                  </a:lnTo>
                  <a:lnTo>
                    <a:pt x="296624" y="5021"/>
                  </a:lnTo>
                  <a:lnTo>
                    <a:pt x="296979" y="4809"/>
                  </a:lnTo>
                  <a:lnTo>
                    <a:pt x="297334" y="4567"/>
                  </a:lnTo>
                  <a:lnTo>
                    <a:pt x="297660" y="4416"/>
                  </a:lnTo>
                  <a:lnTo>
                    <a:pt x="298074" y="4174"/>
                  </a:lnTo>
                  <a:lnTo>
                    <a:pt x="298429" y="3902"/>
                  </a:lnTo>
                  <a:lnTo>
                    <a:pt x="298873" y="3508"/>
                  </a:lnTo>
                  <a:lnTo>
                    <a:pt x="299524" y="2964"/>
                  </a:lnTo>
                  <a:lnTo>
                    <a:pt x="301595" y="2298"/>
                  </a:lnTo>
                  <a:lnTo>
                    <a:pt x="305027" y="1300"/>
                  </a:lnTo>
                  <a:lnTo>
                    <a:pt x="305914" y="1149"/>
                  </a:lnTo>
                  <a:lnTo>
                    <a:pt x="308222" y="725"/>
                  </a:lnTo>
                  <a:lnTo>
                    <a:pt x="308873" y="604"/>
                  </a:lnTo>
                  <a:lnTo>
                    <a:pt x="310944" y="181"/>
                  </a:lnTo>
                  <a:lnTo>
                    <a:pt x="311181" y="120"/>
                  </a:lnTo>
                  <a:lnTo>
                    <a:pt x="3139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256661" y="3633221"/>
              <a:ext cx="199584" cy="232678"/>
            </a:xfrm>
            <a:custGeom>
              <a:avLst/>
              <a:pathLst>
                <a:path w="199584" h="232678">
                  <a:moveTo>
                    <a:pt x="60887" y="120"/>
                  </a:moveTo>
                  <a:lnTo>
                    <a:pt x="61035" y="211"/>
                  </a:lnTo>
                  <a:lnTo>
                    <a:pt x="61745" y="604"/>
                  </a:lnTo>
                  <a:lnTo>
                    <a:pt x="62484" y="998"/>
                  </a:lnTo>
                  <a:lnTo>
                    <a:pt x="63431" y="1542"/>
                  </a:lnTo>
                  <a:lnTo>
                    <a:pt x="64052" y="1875"/>
                  </a:lnTo>
                  <a:lnTo>
                    <a:pt x="64526" y="2147"/>
                  </a:lnTo>
                  <a:lnTo>
                    <a:pt x="65206" y="2510"/>
                  </a:lnTo>
                  <a:lnTo>
                    <a:pt x="65768" y="2813"/>
                  </a:lnTo>
                  <a:lnTo>
                    <a:pt x="65946" y="2934"/>
                  </a:lnTo>
                  <a:lnTo>
                    <a:pt x="66685" y="3327"/>
                  </a:lnTo>
                  <a:lnTo>
                    <a:pt x="67040" y="3508"/>
                  </a:lnTo>
                  <a:lnTo>
                    <a:pt x="67869" y="3992"/>
                  </a:lnTo>
                  <a:lnTo>
                    <a:pt x="68046" y="4083"/>
                  </a:lnTo>
                  <a:lnTo>
                    <a:pt x="68194" y="4174"/>
                  </a:lnTo>
                  <a:lnTo>
                    <a:pt x="68372" y="4265"/>
                  </a:lnTo>
                  <a:lnTo>
                    <a:pt x="70384" y="5414"/>
                  </a:lnTo>
                  <a:lnTo>
                    <a:pt x="75679" y="8379"/>
                  </a:lnTo>
                  <a:lnTo>
                    <a:pt x="78904" y="10194"/>
                  </a:lnTo>
                  <a:lnTo>
                    <a:pt x="90502" y="16697"/>
                  </a:lnTo>
                  <a:lnTo>
                    <a:pt x="95650" y="19571"/>
                  </a:lnTo>
                  <a:lnTo>
                    <a:pt x="95827" y="19662"/>
                  </a:lnTo>
                  <a:lnTo>
                    <a:pt x="95561" y="20055"/>
                  </a:lnTo>
                  <a:lnTo>
                    <a:pt x="95502" y="20297"/>
                  </a:lnTo>
                  <a:lnTo>
                    <a:pt x="95324" y="20751"/>
                  </a:lnTo>
                  <a:lnTo>
                    <a:pt x="95176" y="21265"/>
                  </a:lnTo>
                  <a:lnTo>
                    <a:pt x="94969" y="21961"/>
                  </a:lnTo>
                  <a:lnTo>
                    <a:pt x="94762" y="22596"/>
                  </a:lnTo>
                  <a:lnTo>
                    <a:pt x="94703" y="22808"/>
                  </a:lnTo>
                  <a:lnTo>
                    <a:pt x="94555" y="23110"/>
                  </a:lnTo>
                  <a:lnTo>
                    <a:pt x="94289" y="23050"/>
                  </a:lnTo>
                  <a:lnTo>
                    <a:pt x="93460" y="22929"/>
                  </a:lnTo>
                  <a:lnTo>
                    <a:pt x="93253" y="22898"/>
                  </a:lnTo>
                  <a:lnTo>
                    <a:pt x="92040" y="22717"/>
                  </a:lnTo>
                  <a:lnTo>
                    <a:pt x="91182" y="22566"/>
                  </a:lnTo>
                  <a:lnTo>
                    <a:pt x="89230" y="22354"/>
                  </a:lnTo>
                  <a:lnTo>
                    <a:pt x="89022" y="22626"/>
                  </a:lnTo>
                  <a:lnTo>
                    <a:pt x="88224" y="23685"/>
                  </a:lnTo>
                  <a:lnTo>
                    <a:pt x="87602" y="24471"/>
                  </a:lnTo>
                  <a:lnTo>
                    <a:pt x="86596" y="25802"/>
                  </a:lnTo>
                  <a:lnTo>
                    <a:pt x="85561" y="27194"/>
                  </a:lnTo>
                  <a:lnTo>
                    <a:pt x="85028" y="27859"/>
                  </a:lnTo>
                  <a:lnTo>
                    <a:pt x="84851" y="27738"/>
                  </a:lnTo>
                  <a:lnTo>
                    <a:pt x="84141" y="27254"/>
                  </a:lnTo>
                  <a:lnTo>
                    <a:pt x="83165" y="28706"/>
                  </a:lnTo>
                  <a:lnTo>
                    <a:pt x="82632" y="29856"/>
                  </a:lnTo>
                  <a:lnTo>
                    <a:pt x="82573" y="30521"/>
                  </a:lnTo>
                  <a:lnTo>
                    <a:pt x="81774" y="31822"/>
                  </a:lnTo>
                  <a:lnTo>
                    <a:pt x="81360" y="31943"/>
                  </a:lnTo>
                  <a:lnTo>
                    <a:pt x="79526" y="33062"/>
                  </a:lnTo>
                  <a:lnTo>
                    <a:pt x="78934" y="33425"/>
                  </a:lnTo>
                  <a:lnTo>
                    <a:pt x="77691" y="34423"/>
                  </a:lnTo>
                  <a:lnTo>
                    <a:pt x="76626" y="34907"/>
                  </a:lnTo>
                  <a:lnTo>
                    <a:pt x="76626" y="35089"/>
                  </a:lnTo>
                  <a:lnTo>
                    <a:pt x="76567" y="35452"/>
                  </a:lnTo>
                  <a:lnTo>
                    <a:pt x="76389" y="36632"/>
                  </a:lnTo>
                  <a:lnTo>
                    <a:pt x="75916" y="37085"/>
                  </a:lnTo>
                  <a:lnTo>
                    <a:pt x="75739" y="37418"/>
                  </a:lnTo>
                  <a:lnTo>
                    <a:pt x="75531" y="37811"/>
                  </a:lnTo>
                  <a:lnTo>
                    <a:pt x="75531" y="38053"/>
                  </a:lnTo>
                  <a:lnTo>
                    <a:pt x="75768" y="38205"/>
                  </a:lnTo>
                  <a:lnTo>
                    <a:pt x="77070" y="38507"/>
                  </a:lnTo>
                  <a:lnTo>
                    <a:pt x="77957" y="38628"/>
                  </a:lnTo>
                  <a:lnTo>
                    <a:pt x="78549" y="38689"/>
                  </a:lnTo>
                  <a:lnTo>
                    <a:pt x="78756" y="38719"/>
                  </a:lnTo>
                  <a:lnTo>
                    <a:pt x="79644" y="38870"/>
                  </a:lnTo>
                  <a:lnTo>
                    <a:pt x="81537" y="39142"/>
                  </a:lnTo>
                  <a:lnTo>
                    <a:pt x="83017" y="39415"/>
                  </a:lnTo>
                  <a:lnTo>
                    <a:pt x="84318" y="39596"/>
                  </a:lnTo>
                  <a:lnTo>
                    <a:pt x="85117" y="39747"/>
                  </a:lnTo>
                  <a:lnTo>
                    <a:pt x="85413" y="40080"/>
                  </a:lnTo>
                  <a:lnTo>
                    <a:pt x="86153" y="40594"/>
                  </a:lnTo>
                  <a:lnTo>
                    <a:pt x="86951" y="41139"/>
                  </a:lnTo>
                  <a:lnTo>
                    <a:pt x="87307" y="41471"/>
                  </a:lnTo>
                  <a:lnTo>
                    <a:pt x="87987" y="41895"/>
                  </a:lnTo>
                  <a:lnTo>
                    <a:pt x="88638" y="42258"/>
                  </a:lnTo>
                  <a:lnTo>
                    <a:pt x="88845" y="42621"/>
                  </a:lnTo>
                  <a:lnTo>
                    <a:pt x="89230" y="42984"/>
                  </a:lnTo>
                  <a:lnTo>
                    <a:pt x="91508" y="44406"/>
                  </a:lnTo>
                  <a:lnTo>
                    <a:pt x="94732" y="46372"/>
                  </a:lnTo>
                  <a:lnTo>
                    <a:pt x="95472" y="46886"/>
                  </a:lnTo>
                  <a:lnTo>
                    <a:pt x="95709" y="47158"/>
                  </a:lnTo>
                  <a:lnTo>
                    <a:pt x="95472" y="47370"/>
                  </a:lnTo>
                  <a:lnTo>
                    <a:pt x="95679" y="47612"/>
                  </a:lnTo>
                  <a:lnTo>
                    <a:pt x="96330" y="48308"/>
                  </a:lnTo>
                  <a:lnTo>
                    <a:pt x="97011" y="49094"/>
                  </a:lnTo>
                  <a:lnTo>
                    <a:pt x="98105" y="50365"/>
                  </a:lnTo>
                  <a:lnTo>
                    <a:pt x="98490" y="50788"/>
                  </a:lnTo>
                  <a:lnTo>
                    <a:pt x="99496" y="51938"/>
                  </a:lnTo>
                  <a:lnTo>
                    <a:pt x="100206" y="52755"/>
                  </a:lnTo>
                  <a:lnTo>
                    <a:pt x="100620" y="53299"/>
                  </a:lnTo>
                  <a:lnTo>
                    <a:pt x="100975" y="53813"/>
                  </a:lnTo>
                  <a:lnTo>
                    <a:pt x="101419" y="54479"/>
                  </a:lnTo>
                  <a:lnTo>
                    <a:pt x="102454" y="56263"/>
                  </a:lnTo>
                  <a:lnTo>
                    <a:pt x="104348" y="59228"/>
                  </a:lnTo>
                  <a:lnTo>
                    <a:pt x="104525" y="59409"/>
                  </a:lnTo>
                  <a:lnTo>
                    <a:pt x="104940" y="59742"/>
                  </a:lnTo>
                  <a:lnTo>
                    <a:pt x="105295" y="59924"/>
                  </a:lnTo>
                  <a:lnTo>
                    <a:pt x="107218" y="60529"/>
                  </a:lnTo>
                  <a:lnTo>
                    <a:pt x="107928" y="60740"/>
                  </a:lnTo>
                  <a:lnTo>
                    <a:pt x="108283" y="60831"/>
                  </a:lnTo>
                  <a:lnTo>
                    <a:pt x="109318" y="61134"/>
                  </a:lnTo>
                  <a:lnTo>
                    <a:pt x="110827" y="61527"/>
                  </a:lnTo>
                  <a:lnTo>
                    <a:pt x="110916" y="61255"/>
                  </a:lnTo>
                  <a:lnTo>
                    <a:pt x="111715" y="58653"/>
                  </a:lnTo>
                  <a:lnTo>
                    <a:pt x="111655" y="58411"/>
                  </a:lnTo>
                  <a:lnTo>
                    <a:pt x="111744" y="58078"/>
                  </a:lnTo>
                  <a:lnTo>
                    <a:pt x="111892" y="57564"/>
                  </a:lnTo>
                  <a:lnTo>
                    <a:pt x="112010" y="57171"/>
                  </a:lnTo>
                  <a:lnTo>
                    <a:pt x="112129" y="56747"/>
                  </a:lnTo>
                  <a:lnTo>
                    <a:pt x="112277" y="56233"/>
                  </a:lnTo>
                  <a:lnTo>
                    <a:pt x="112513" y="55447"/>
                  </a:lnTo>
                  <a:lnTo>
                    <a:pt x="112750" y="54600"/>
                  </a:lnTo>
                  <a:lnTo>
                    <a:pt x="112987" y="53843"/>
                  </a:lnTo>
                  <a:lnTo>
                    <a:pt x="113016" y="53692"/>
                  </a:lnTo>
                  <a:lnTo>
                    <a:pt x="113105" y="53359"/>
                  </a:lnTo>
                  <a:lnTo>
                    <a:pt x="113904" y="50879"/>
                  </a:lnTo>
                  <a:lnTo>
                    <a:pt x="114851" y="47854"/>
                  </a:lnTo>
                  <a:lnTo>
                    <a:pt x="116685" y="42288"/>
                  </a:lnTo>
                  <a:lnTo>
                    <a:pt x="118253" y="42802"/>
                  </a:lnTo>
                  <a:lnTo>
                    <a:pt x="119584" y="38598"/>
                  </a:lnTo>
                  <a:lnTo>
                    <a:pt x="122573" y="40897"/>
                  </a:lnTo>
                  <a:lnTo>
                    <a:pt x="123164" y="39808"/>
                  </a:lnTo>
                  <a:lnTo>
                    <a:pt x="124732" y="41108"/>
                  </a:lnTo>
                  <a:lnTo>
                    <a:pt x="125413" y="41623"/>
                  </a:lnTo>
                  <a:lnTo>
                    <a:pt x="128993" y="44345"/>
                  </a:lnTo>
                  <a:lnTo>
                    <a:pt x="129643" y="44950"/>
                  </a:lnTo>
                  <a:lnTo>
                    <a:pt x="130294" y="45525"/>
                  </a:lnTo>
                  <a:lnTo>
                    <a:pt x="130531" y="45706"/>
                  </a:lnTo>
                  <a:lnTo>
                    <a:pt x="132069" y="47037"/>
                  </a:lnTo>
                  <a:lnTo>
                    <a:pt x="132720" y="47552"/>
                  </a:lnTo>
                  <a:lnTo>
                    <a:pt x="133105" y="47098"/>
                  </a:lnTo>
                  <a:lnTo>
                    <a:pt x="134643" y="48247"/>
                  </a:lnTo>
                  <a:lnTo>
                    <a:pt x="136507" y="49911"/>
                  </a:lnTo>
                  <a:lnTo>
                    <a:pt x="137040" y="50335"/>
                  </a:lnTo>
                  <a:lnTo>
                    <a:pt x="136803" y="50728"/>
                  </a:lnTo>
                  <a:lnTo>
                    <a:pt x="140501" y="53753"/>
                  </a:lnTo>
                  <a:lnTo>
                    <a:pt x="141093" y="54176"/>
                  </a:lnTo>
                  <a:lnTo>
                    <a:pt x="141685" y="54176"/>
                  </a:lnTo>
                  <a:lnTo>
                    <a:pt x="141714" y="54600"/>
                  </a:lnTo>
                  <a:lnTo>
                    <a:pt x="142720" y="54479"/>
                  </a:lnTo>
                  <a:lnTo>
                    <a:pt x="143075" y="54539"/>
                  </a:lnTo>
                  <a:lnTo>
                    <a:pt x="143075" y="54872"/>
                  </a:lnTo>
                  <a:lnTo>
                    <a:pt x="143105" y="55174"/>
                  </a:lnTo>
                  <a:lnTo>
                    <a:pt x="143845" y="56294"/>
                  </a:lnTo>
                  <a:lnTo>
                    <a:pt x="144170" y="56566"/>
                  </a:lnTo>
                  <a:lnTo>
                    <a:pt x="144880" y="56989"/>
                  </a:lnTo>
                  <a:lnTo>
                    <a:pt x="146330" y="57957"/>
                  </a:lnTo>
                  <a:lnTo>
                    <a:pt x="147247" y="57957"/>
                  </a:lnTo>
                  <a:lnTo>
                    <a:pt x="147513" y="57957"/>
                  </a:lnTo>
                  <a:lnTo>
                    <a:pt x="147987" y="57927"/>
                  </a:lnTo>
                  <a:lnTo>
                    <a:pt x="148401" y="57776"/>
                  </a:lnTo>
                  <a:lnTo>
                    <a:pt x="149140" y="57020"/>
                  </a:lnTo>
                  <a:lnTo>
                    <a:pt x="149998" y="57957"/>
                  </a:lnTo>
                  <a:lnTo>
                    <a:pt x="151596" y="57715"/>
                  </a:lnTo>
                  <a:lnTo>
                    <a:pt x="153282" y="56596"/>
                  </a:lnTo>
                  <a:lnTo>
                    <a:pt x="156034" y="52543"/>
                  </a:lnTo>
                  <a:lnTo>
                    <a:pt x="157099" y="49246"/>
                  </a:lnTo>
                  <a:lnTo>
                    <a:pt x="157217" y="48913"/>
                  </a:lnTo>
                  <a:lnTo>
                    <a:pt x="157365" y="48429"/>
                  </a:lnTo>
                  <a:lnTo>
                    <a:pt x="157424" y="48036"/>
                  </a:lnTo>
                  <a:lnTo>
                    <a:pt x="157720" y="45464"/>
                  </a:lnTo>
                  <a:lnTo>
                    <a:pt x="157809" y="43559"/>
                  </a:lnTo>
                  <a:lnTo>
                    <a:pt x="157839" y="43226"/>
                  </a:lnTo>
                  <a:lnTo>
                    <a:pt x="157898" y="42923"/>
                  </a:lnTo>
                  <a:lnTo>
                    <a:pt x="157986" y="42530"/>
                  </a:lnTo>
                  <a:lnTo>
                    <a:pt x="158105" y="41229"/>
                  </a:lnTo>
                  <a:lnTo>
                    <a:pt x="158578" y="41865"/>
                  </a:lnTo>
                  <a:lnTo>
                    <a:pt x="159288" y="42802"/>
                  </a:lnTo>
                  <a:lnTo>
                    <a:pt x="159939" y="43649"/>
                  </a:lnTo>
                  <a:lnTo>
                    <a:pt x="160856" y="44829"/>
                  </a:lnTo>
                  <a:lnTo>
                    <a:pt x="162898" y="47552"/>
                  </a:lnTo>
                  <a:lnTo>
                    <a:pt x="163933" y="48913"/>
                  </a:lnTo>
                  <a:lnTo>
                    <a:pt x="164199" y="49094"/>
                  </a:lnTo>
                  <a:lnTo>
                    <a:pt x="165294" y="50002"/>
                  </a:lnTo>
                  <a:lnTo>
                    <a:pt x="165856" y="50516"/>
                  </a:lnTo>
                  <a:lnTo>
                    <a:pt x="166714" y="51333"/>
                  </a:lnTo>
                  <a:lnTo>
                    <a:pt x="167395" y="51998"/>
                  </a:lnTo>
                  <a:lnTo>
                    <a:pt x="169673" y="53571"/>
                  </a:lnTo>
                  <a:lnTo>
                    <a:pt x="173608" y="54448"/>
                  </a:lnTo>
                  <a:lnTo>
                    <a:pt x="173903" y="54448"/>
                  </a:lnTo>
                  <a:lnTo>
                    <a:pt x="173963" y="55114"/>
                  </a:lnTo>
                  <a:lnTo>
                    <a:pt x="173963" y="55265"/>
                  </a:lnTo>
                  <a:lnTo>
                    <a:pt x="173903" y="57383"/>
                  </a:lnTo>
                  <a:lnTo>
                    <a:pt x="173874" y="58925"/>
                  </a:lnTo>
                  <a:lnTo>
                    <a:pt x="173815" y="59561"/>
                  </a:lnTo>
                  <a:lnTo>
                    <a:pt x="173756" y="60226"/>
                  </a:lnTo>
                  <a:lnTo>
                    <a:pt x="173637" y="61164"/>
                  </a:lnTo>
                  <a:lnTo>
                    <a:pt x="173519" y="61708"/>
                  </a:lnTo>
                  <a:lnTo>
                    <a:pt x="172750" y="62858"/>
                  </a:lnTo>
                  <a:lnTo>
                    <a:pt x="172543" y="63191"/>
                  </a:lnTo>
                  <a:lnTo>
                    <a:pt x="171714" y="64431"/>
                  </a:lnTo>
                  <a:lnTo>
                    <a:pt x="170472" y="66427"/>
                  </a:lnTo>
                  <a:lnTo>
                    <a:pt x="170264" y="66790"/>
                  </a:lnTo>
                  <a:lnTo>
                    <a:pt x="170146" y="67062"/>
                  </a:lnTo>
                  <a:lnTo>
                    <a:pt x="169702" y="68121"/>
                  </a:lnTo>
                  <a:lnTo>
                    <a:pt x="169643" y="68303"/>
                  </a:lnTo>
                  <a:lnTo>
                    <a:pt x="169259" y="69543"/>
                  </a:lnTo>
                  <a:lnTo>
                    <a:pt x="168933" y="70632"/>
                  </a:lnTo>
                  <a:lnTo>
                    <a:pt x="168341" y="72568"/>
                  </a:lnTo>
                  <a:lnTo>
                    <a:pt x="168282" y="72749"/>
                  </a:lnTo>
                  <a:lnTo>
                    <a:pt x="168193" y="73082"/>
                  </a:lnTo>
                  <a:lnTo>
                    <a:pt x="168105" y="73445"/>
                  </a:lnTo>
                  <a:lnTo>
                    <a:pt x="168016" y="73687"/>
                  </a:lnTo>
                  <a:lnTo>
                    <a:pt x="167543" y="75411"/>
                  </a:lnTo>
                  <a:lnTo>
                    <a:pt x="167424" y="75895"/>
                  </a:lnTo>
                  <a:lnTo>
                    <a:pt x="167335" y="76591"/>
                  </a:lnTo>
                  <a:lnTo>
                    <a:pt x="167306" y="76984"/>
                  </a:lnTo>
                  <a:lnTo>
                    <a:pt x="167306" y="77499"/>
                  </a:lnTo>
                  <a:lnTo>
                    <a:pt x="167335" y="77892"/>
                  </a:lnTo>
                  <a:lnTo>
                    <a:pt x="167543" y="78860"/>
                  </a:lnTo>
                  <a:lnTo>
                    <a:pt x="167631" y="79253"/>
                  </a:lnTo>
                  <a:lnTo>
                    <a:pt x="167838" y="80130"/>
                  </a:lnTo>
                  <a:lnTo>
                    <a:pt x="167957" y="80554"/>
                  </a:lnTo>
                  <a:lnTo>
                    <a:pt x="168756" y="83064"/>
                  </a:lnTo>
                  <a:lnTo>
                    <a:pt x="168963" y="83700"/>
                  </a:lnTo>
                  <a:lnTo>
                    <a:pt x="169377" y="84970"/>
                  </a:lnTo>
                  <a:lnTo>
                    <a:pt x="170235" y="88993"/>
                  </a:lnTo>
                  <a:lnTo>
                    <a:pt x="170264" y="89266"/>
                  </a:lnTo>
                  <a:lnTo>
                    <a:pt x="170619" y="92109"/>
                  </a:lnTo>
                  <a:lnTo>
                    <a:pt x="170797" y="93531"/>
                  </a:lnTo>
                  <a:lnTo>
                    <a:pt x="170827" y="93712"/>
                  </a:lnTo>
                  <a:lnTo>
                    <a:pt x="170915" y="94408"/>
                  </a:lnTo>
                  <a:lnTo>
                    <a:pt x="165264" y="95860"/>
                  </a:lnTo>
                  <a:lnTo>
                    <a:pt x="166270" y="102938"/>
                  </a:lnTo>
                  <a:lnTo>
                    <a:pt x="166477" y="104330"/>
                  </a:lnTo>
                  <a:lnTo>
                    <a:pt x="171655" y="103180"/>
                  </a:lnTo>
                  <a:lnTo>
                    <a:pt x="172128" y="103059"/>
                  </a:lnTo>
                  <a:lnTo>
                    <a:pt x="175353" y="102212"/>
                  </a:lnTo>
                  <a:lnTo>
                    <a:pt x="175649" y="102122"/>
                  </a:lnTo>
                  <a:lnTo>
                    <a:pt x="176122" y="102212"/>
                  </a:lnTo>
                  <a:lnTo>
                    <a:pt x="176477" y="102364"/>
                  </a:lnTo>
                  <a:lnTo>
                    <a:pt x="177069" y="102636"/>
                  </a:lnTo>
                  <a:lnTo>
                    <a:pt x="177217" y="102727"/>
                  </a:lnTo>
                  <a:lnTo>
                    <a:pt x="177542" y="102938"/>
                  </a:lnTo>
                  <a:lnTo>
                    <a:pt x="178134" y="103664"/>
                  </a:lnTo>
                  <a:lnTo>
                    <a:pt x="178519" y="104360"/>
                  </a:lnTo>
                  <a:lnTo>
                    <a:pt x="178578" y="105933"/>
                  </a:lnTo>
                  <a:lnTo>
                    <a:pt x="178637" y="106478"/>
                  </a:lnTo>
                  <a:lnTo>
                    <a:pt x="178785" y="109109"/>
                  </a:lnTo>
                  <a:lnTo>
                    <a:pt x="178874" y="111257"/>
                  </a:lnTo>
                  <a:lnTo>
                    <a:pt x="178933" y="111408"/>
                  </a:lnTo>
                  <a:lnTo>
                    <a:pt x="178992" y="111559"/>
                  </a:lnTo>
                  <a:lnTo>
                    <a:pt x="179406" y="112679"/>
                  </a:lnTo>
                  <a:lnTo>
                    <a:pt x="179584" y="113042"/>
                  </a:lnTo>
                  <a:lnTo>
                    <a:pt x="180383" y="114554"/>
                  </a:lnTo>
                  <a:lnTo>
                    <a:pt x="180826" y="115794"/>
                  </a:lnTo>
                  <a:lnTo>
                    <a:pt x="181004" y="116339"/>
                  </a:lnTo>
                  <a:lnTo>
                    <a:pt x="181596" y="117519"/>
                  </a:lnTo>
                  <a:lnTo>
                    <a:pt x="182039" y="118426"/>
                  </a:lnTo>
                  <a:lnTo>
                    <a:pt x="182424" y="118971"/>
                  </a:lnTo>
                  <a:lnTo>
                    <a:pt x="182720" y="119424"/>
                  </a:lnTo>
                  <a:lnTo>
                    <a:pt x="184436" y="121844"/>
                  </a:lnTo>
                  <a:lnTo>
                    <a:pt x="184584" y="122056"/>
                  </a:lnTo>
                  <a:lnTo>
                    <a:pt x="184821" y="122358"/>
                  </a:lnTo>
                  <a:lnTo>
                    <a:pt x="185767" y="123084"/>
                  </a:lnTo>
                  <a:lnTo>
                    <a:pt x="185974" y="123145"/>
                  </a:lnTo>
                  <a:lnTo>
                    <a:pt x="186477" y="123236"/>
                  </a:lnTo>
                  <a:lnTo>
                    <a:pt x="187483" y="123417"/>
                  </a:lnTo>
                  <a:lnTo>
                    <a:pt x="188696" y="123659"/>
                  </a:lnTo>
                  <a:lnTo>
                    <a:pt x="189909" y="123871"/>
                  </a:lnTo>
                  <a:lnTo>
                    <a:pt x="190146" y="123931"/>
                  </a:lnTo>
                  <a:lnTo>
                    <a:pt x="191566" y="124173"/>
                  </a:lnTo>
                  <a:lnTo>
                    <a:pt x="192957" y="124446"/>
                  </a:lnTo>
                  <a:lnTo>
                    <a:pt x="196566" y="125081"/>
                  </a:lnTo>
                  <a:lnTo>
                    <a:pt x="197868" y="125323"/>
                  </a:lnTo>
                  <a:lnTo>
                    <a:pt x="198104" y="125353"/>
                  </a:lnTo>
                  <a:lnTo>
                    <a:pt x="196655" y="133339"/>
                  </a:lnTo>
                  <a:lnTo>
                    <a:pt x="196507" y="134216"/>
                  </a:lnTo>
                  <a:lnTo>
                    <a:pt x="196359" y="135033"/>
                  </a:lnTo>
                  <a:lnTo>
                    <a:pt x="195146" y="141627"/>
                  </a:lnTo>
                  <a:lnTo>
                    <a:pt x="194732" y="144017"/>
                  </a:lnTo>
                  <a:lnTo>
                    <a:pt x="194170" y="147254"/>
                  </a:lnTo>
                  <a:lnTo>
                    <a:pt x="192454" y="156934"/>
                  </a:lnTo>
                  <a:lnTo>
                    <a:pt x="191329" y="163104"/>
                  </a:lnTo>
                  <a:lnTo>
                    <a:pt x="191270" y="163467"/>
                  </a:lnTo>
                  <a:lnTo>
                    <a:pt x="189613" y="172603"/>
                  </a:lnTo>
                  <a:lnTo>
                    <a:pt x="189465" y="173480"/>
                  </a:lnTo>
                  <a:lnTo>
                    <a:pt x="188903" y="176475"/>
                  </a:lnTo>
                  <a:lnTo>
                    <a:pt x="187572" y="183795"/>
                  </a:lnTo>
                  <a:lnTo>
                    <a:pt x="186181" y="191509"/>
                  </a:lnTo>
                  <a:lnTo>
                    <a:pt x="185915" y="193112"/>
                  </a:lnTo>
                  <a:lnTo>
                    <a:pt x="185886" y="193656"/>
                  </a:lnTo>
                  <a:lnTo>
                    <a:pt x="185856" y="194655"/>
                  </a:lnTo>
                  <a:lnTo>
                    <a:pt x="185886" y="195623"/>
                  </a:lnTo>
                  <a:lnTo>
                    <a:pt x="185945" y="196409"/>
                  </a:lnTo>
                  <a:lnTo>
                    <a:pt x="186093" y="197286"/>
                  </a:lnTo>
                  <a:lnTo>
                    <a:pt x="186329" y="198164"/>
                  </a:lnTo>
                  <a:lnTo>
                    <a:pt x="186537" y="199011"/>
                  </a:lnTo>
                  <a:lnTo>
                    <a:pt x="186773" y="199676"/>
                  </a:lnTo>
                  <a:lnTo>
                    <a:pt x="187158" y="200614"/>
                  </a:lnTo>
                  <a:lnTo>
                    <a:pt x="187483" y="201279"/>
                  </a:lnTo>
                  <a:lnTo>
                    <a:pt x="187838" y="201854"/>
                  </a:lnTo>
                  <a:lnTo>
                    <a:pt x="188252" y="202519"/>
                  </a:lnTo>
                  <a:lnTo>
                    <a:pt x="188903" y="203366"/>
                  </a:lnTo>
                  <a:lnTo>
                    <a:pt x="189761" y="204274"/>
                  </a:lnTo>
                  <a:lnTo>
                    <a:pt x="192868" y="207511"/>
                  </a:lnTo>
                  <a:lnTo>
                    <a:pt x="199584" y="214589"/>
                  </a:lnTo>
                  <a:lnTo>
                    <a:pt x="199465" y="214770"/>
                  </a:lnTo>
                  <a:lnTo>
                    <a:pt x="197868" y="217674"/>
                  </a:lnTo>
                  <a:lnTo>
                    <a:pt x="196241" y="220639"/>
                  </a:lnTo>
                  <a:lnTo>
                    <a:pt x="195116" y="222605"/>
                  </a:lnTo>
                  <a:lnTo>
                    <a:pt x="194022" y="224813"/>
                  </a:lnTo>
                  <a:lnTo>
                    <a:pt x="193755" y="225146"/>
                  </a:lnTo>
                  <a:lnTo>
                    <a:pt x="192306" y="227687"/>
                  </a:lnTo>
                  <a:lnTo>
                    <a:pt x="189850" y="231861"/>
                  </a:lnTo>
                  <a:lnTo>
                    <a:pt x="189170" y="232678"/>
                  </a:lnTo>
                  <a:lnTo>
                    <a:pt x="188223" y="232285"/>
                  </a:lnTo>
                  <a:lnTo>
                    <a:pt x="185323" y="231014"/>
                  </a:lnTo>
                  <a:lnTo>
                    <a:pt x="184998" y="230984"/>
                  </a:lnTo>
                  <a:lnTo>
                    <a:pt x="184761" y="230954"/>
                  </a:lnTo>
                  <a:lnTo>
                    <a:pt x="184170" y="230530"/>
                  </a:lnTo>
                  <a:lnTo>
                    <a:pt x="183667" y="230198"/>
                  </a:lnTo>
                  <a:lnTo>
                    <a:pt x="182690" y="229774"/>
                  </a:lnTo>
                  <a:lnTo>
                    <a:pt x="181892" y="229199"/>
                  </a:lnTo>
                  <a:lnTo>
                    <a:pt x="180442" y="228564"/>
                  </a:lnTo>
                  <a:lnTo>
                    <a:pt x="179643" y="228231"/>
                  </a:lnTo>
                  <a:lnTo>
                    <a:pt x="178312" y="227899"/>
                  </a:lnTo>
                  <a:lnTo>
                    <a:pt x="176537" y="226840"/>
                  </a:lnTo>
                  <a:lnTo>
                    <a:pt x="175649" y="226326"/>
                  </a:lnTo>
                  <a:lnTo>
                    <a:pt x="174229" y="225600"/>
                  </a:lnTo>
                  <a:lnTo>
                    <a:pt x="172927" y="225358"/>
                  </a:lnTo>
                  <a:lnTo>
                    <a:pt x="171921" y="224783"/>
                  </a:lnTo>
                  <a:lnTo>
                    <a:pt x="171152" y="224602"/>
                  </a:lnTo>
                  <a:lnTo>
                    <a:pt x="170679" y="224481"/>
                  </a:lnTo>
                  <a:lnTo>
                    <a:pt x="169406" y="223785"/>
                  </a:lnTo>
                  <a:lnTo>
                    <a:pt x="167572" y="223301"/>
                  </a:lnTo>
                  <a:lnTo>
                    <a:pt x="163844" y="221244"/>
                  </a:lnTo>
                  <a:lnTo>
                    <a:pt x="162395" y="220669"/>
                  </a:lnTo>
                  <a:lnTo>
                    <a:pt x="161300" y="220336"/>
                  </a:lnTo>
                  <a:lnTo>
                    <a:pt x="160531" y="219883"/>
                  </a:lnTo>
                  <a:lnTo>
                    <a:pt x="158371" y="219157"/>
                  </a:lnTo>
                  <a:lnTo>
                    <a:pt x="158016" y="218763"/>
                  </a:lnTo>
                  <a:lnTo>
                    <a:pt x="156537" y="218431"/>
                  </a:lnTo>
                  <a:lnTo>
                    <a:pt x="155768" y="218098"/>
                  </a:lnTo>
                  <a:lnTo>
                    <a:pt x="155383" y="217765"/>
                  </a:lnTo>
                  <a:lnTo>
                    <a:pt x="154732" y="217493"/>
                  </a:lnTo>
                  <a:lnTo>
                    <a:pt x="153992" y="217009"/>
                  </a:lnTo>
                  <a:lnTo>
                    <a:pt x="153549" y="216888"/>
                  </a:lnTo>
                  <a:lnTo>
                    <a:pt x="153371" y="216918"/>
                  </a:lnTo>
                  <a:lnTo>
                    <a:pt x="152868" y="216797"/>
                  </a:lnTo>
                  <a:lnTo>
                    <a:pt x="152691" y="216555"/>
                  </a:lnTo>
                  <a:lnTo>
                    <a:pt x="152395" y="216343"/>
                  </a:lnTo>
                  <a:lnTo>
                    <a:pt x="151389" y="216132"/>
                  </a:lnTo>
                  <a:lnTo>
                    <a:pt x="149969" y="215466"/>
                  </a:lnTo>
                  <a:lnTo>
                    <a:pt x="149407" y="215315"/>
                  </a:lnTo>
                  <a:lnTo>
                    <a:pt x="149081" y="215133"/>
                  </a:lnTo>
                  <a:lnTo>
                    <a:pt x="148815" y="214982"/>
                  </a:lnTo>
                  <a:lnTo>
                    <a:pt x="148637" y="214922"/>
                  </a:lnTo>
                  <a:lnTo>
                    <a:pt x="148489" y="214801"/>
                  </a:lnTo>
                  <a:lnTo>
                    <a:pt x="148016" y="214589"/>
                  </a:lnTo>
                  <a:lnTo>
                    <a:pt x="147572" y="214196"/>
                  </a:lnTo>
                  <a:lnTo>
                    <a:pt x="147158" y="214014"/>
                  </a:lnTo>
                  <a:lnTo>
                    <a:pt x="146774" y="213893"/>
                  </a:lnTo>
                  <a:lnTo>
                    <a:pt x="146566" y="213742"/>
                  </a:lnTo>
                  <a:lnTo>
                    <a:pt x="146330" y="213681"/>
                  </a:lnTo>
                  <a:lnTo>
                    <a:pt x="146034" y="213621"/>
                  </a:lnTo>
                  <a:lnTo>
                    <a:pt x="145649" y="213500"/>
                  </a:lnTo>
                  <a:lnTo>
                    <a:pt x="145353" y="213318"/>
                  </a:lnTo>
                  <a:lnTo>
                    <a:pt x="144643" y="212956"/>
                  </a:lnTo>
                  <a:lnTo>
                    <a:pt x="144140" y="212804"/>
                  </a:lnTo>
                  <a:lnTo>
                    <a:pt x="143992" y="212774"/>
                  </a:lnTo>
                  <a:lnTo>
                    <a:pt x="143519" y="212623"/>
                  </a:lnTo>
                  <a:lnTo>
                    <a:pt x="143312" y="212593"/>
                  </a:lnTo>
                  <a:lnTo>
                    <a:pt x="143134" y="212532"/>
                  </a:lnTo>
                  <a:lnTo>
                    <a:pt x="142839" y="212411"/>
                  </a:lnTo>
                  <a:lnTo>
                    <a:pt x="142632" y="212260"/>
                  </a:lnTo>
                  <a:lnTo>
                    <a:pt x="142424" y="212048"/>
                  </a:lnTo>
                  <a:lnTo>
                    <a:pt x="142276" y="211988"/>
                  </a:lnTo>
                  <a:lnTo>
                    <a:pt x="142129" y="211927"/>
                  </a:lnTo>
                  <a:lnTo>
                    <a:pt x="141774" y="211867"/>
                  </a:lnTo>
                  <a:lnTo>
                    <a:pt x="141596" y="211776"/>
                  </a:lnTo>
                  <a:lnTo>
                    <a:pt x="141330" y="211594"/>
                  </a:lnTo>
                  <a:lnTo>
                    <a:pt x="140945" y="211443"/>
                  </a:lnTo>
                  <a:lnTo>
                    <a:pt x="140649" y="211231"/>
                  </a:lnTo>
                  <a:lnTo>
                    <a:pt x="140353" y="211141"/>
                  </a:lnTo>
                  <a:lnTo>
                    <a:pt x="140087" y="211110"/>
                  </a:lnTo>
                  <a:lnTo>
                    <a:pt x="139673" y="210929"/>
                  </a:lnTo>
                  <a:lnTo>
                    <a:pt x="139525" y="210747"/>
                  </a:lnTo>
                  <a:lnTo>
                    <a:pt x="138223" y="210233"/>
                  </a:lnTo>
                  <a:lnTo>
                    <a:pt x="137720" y="209870"/>
                  </a:lnTo>
                  <a:lnTo>
                    <a:pt x="137129" y="209628"/>
                  </a:lnTo>
                  <a:lnTo>
                    <a:pt x="136714" y="209447"/>
                  </a:lnTo>
                  <a:lnTo>
                    <a:pt x="136330" y="209386"/>
                  </a:lnTo>
                  <a:lnTo>
                    <a:pt x="135827" y="209235"/>
                  </a:lnTo>
                  <a:lnTo>
                    <a:pt x="135472" y="209144"/>
                  </a:lnTo>
                  <a:lnTo>
                    <a:pt x="134555" y="208721"/>
                  </a:lnTo>
                  <a:lnTo>
                    <a:pt x="134140" y="208418"/>
                  </a:lnTo>
                  <a:lnTo>
                    <a:pt x="133608" y="208237"/>
                  </a:lnTo>
                  <a:lnTo>
                    <a:pt x="133371" y="208146"/>
                  </a:lnTo>
                  <a:lnTo>
                    <a:pt x="133223" y="208055"/>
                  </a:lnTo>
                  <a:lnTo>
                    <a:pt x="133046" y="207904"/>
                  </a:lnTo>
                  <a:lnTo>
                    <a:pt x="132868" y="207692"/>
                  </a:lnTo>
                  <a:lnTo>
                    <a:pt x="132691" y="207601"/>
                  </a:lnTo>
                  <a:lnTo>
                    <a:pt x="132395" y="207571"/>
                  </a:lnTo>
                  <a:lnTo>
                    <a:pt x="132217" y="207541"/>
                  </a:lnTo>
                  <a:lnTo>
                    <a:pt x="132040" y="207480"/>
                  </a:lnTo>
                  <a:lnTo>
                    <a:pt x="131892" y="207359"/>
                  </a:lnTo>
                  <a:lnTo>
                    <a:pt x="131744" y="207269"/>
                  </a:lnTo>
                  <a:lnTo>
                    <a:pt x="131507" y="207117"/>
                  </a:lnTo>
                  <a:lnTo>
                    <a:pt x="131271" y="207057"/>
                  </a:lnTo>
                  <a:lnTo>
                    <a:pt x="131093" y="206966"/>
                  </a:lnTo>
                  <a:lnTo>
                    <a:pt x="130945" y="206815"/>
                  </a:lnTo>
                  <a:lnTo>
                    <a:pt x="130709" y="206603"/>
                  </a:lnTo>
                  <a:lnTo>
                    <a:pt x="130442" y="206543"/>
                  </a:lnTo>
                  <a:lnTo>
                    <a:pt x="130206" y="206512"/>
                  </a:lnTo>
                  <a:lnTo>
                    <a:pt x="129969" y="206452"/>
                  </a:lnTo>
                  <a:lnTo>
                    <a:pt x="129703" y="206391"/>
                  </a:lnTo>
                  <a:lnTo>
                    <a:pt x="129436" y="206270"/>
                  </a:lnTo>
                  <a:lnTo>
                    <a:pt x="129229" y="206089"/>
                  </a:lnTo>
                  <a:lnTo>
                    <a:pt x="128904" y="205938"/>
                  </a:lnTo>
                  <a:lnTo>
                    <a:pt x="128726" y="205877"/>
                  </a:lnTo>
                  <a:lnTo>
                    <a:pt x="128549" y="205847"/>
                  </a:lnTo>
                  <a:lnTo>
                    <a:pt x="128164" y="205726"/>
                  </a:lnTo>
                  <a:lnTo>
                    <a:pt x="127957" y="205544"/>
                  </a:lnTo>
                  <a:lnTo>
                    <a:pt x="127780" y="205423"/>
                  </a:lnTo>
                  <a:lnTo>
                    <a:pt x="127543" y="205484"/>
                  </a:lnTo>
                  <a:lnTo>
                    <a:pt x="127306" y="205484"/>
                  </a:lnTo>
                  <a:lnTo>
                    <a:pt x="127129" y="205423"/>
                  </a:lnTo>
                  <a:lnTo>
                    <a:pt x="126862" y="205242"/>
                  </a:lnTo>
                  <a:lnTo>
                    <a:pt x="126537" y="204879"/>
                  </a:lnTo>
                  <a:lnTo>
                    <a:pt x="126389" y="204788"/>
                  </a:lnTo>
                  <a:lnTo>
                    <a:pt x="126093" y="204637"/>
                  </a:lnTo>
                  <a:lnTo>
                    <a:pt x="125857" y="204576"/>
                  </a:lnTo>
                  <a:lnTo>
                    <a:pt x="125561" y="204607"/>
                  </a:lnTo>
                  <a:lnTo>
                    <a:pt x="125324" y="204576"/>
                  </a:lnTo>
                  <a:lnTo>
                    <a:pt x="125028" y="204395"/>
                  </a:lnTo>
                  <a:lnTo>
                    <a:pt x="124821" y="204213"/>
                  </a:lnTo>
                  <a:lnTo>
                    <a:pt x="124525" y="204062"/>
                  </a:lnTo>
                  <a:lnTo>
                    <a:pt x="124348" y="204002"/>
                  </a:lnTo>
                  <a:lnTo>
                    <a:pt x="124052" y="203911"/>
                  </a:lnTo>
                  <a:lnTo>
                    <a:pt x="123845" y="203790"/>
                  </a:lnTo>
                  <a:lnTo>
                    <a:pt x="123608" y="203518"/>
                  </a:lnTo>
                  <a:lnTo>
                    <a:pt x="123430" y="203457"/>
                  </a:lnTo>
                  <a:lnTo>
                    <a:pt x="123223" y="203427"/>
                  </a:lnTo>
                  <a:lnTo>
                    <a:pt x="122750" y="203427"/>
                  </a:lnTo>
                  <a:lnTo>
                    <a:pt x="122513" y="203397"/>
                  </a:lnTo>
                  <a:lnTo>
                    <a:pt x="122277" y="203245"/>
                  </a:lnTo>
                  <a:lnTo>
                    <a:pt x="122099" y="203064"/>
                  </a:lnTo>
                  <a:lnTo>
                    <a:pt x="121862" y="202943"/>
                  </a:lnTo>
                  <a:lnTo>
                    <a:pt x="121655" y="202882"/>
                  </a:lnTo>
                  <a:lnTo>
                    <a:pt x="121419" y="202731"/>
                  </a:lnTo>
                  <a:lnTo>
                    <a:pt x="121212" y="202550"/>
                  </a:lnTo>
                  <a:lnTo>
                    <a:pt x="121034" y="202459"/>
                  </a:lnTo>
                  <a:lnTo>
                    <a:pt x="120857" y="202368"/>
                  </a:lnTo>
                  <a:lnTo>
                    <a:pt x="120679" y="202338"/>
                  </a:lnTo>
                  <a:lnTo>
                    <a:pt x="120383" y="202308"/>
                  </a:lnTo>
                  <a:lnTo>
                    <a:pt x="120117" y="202217"/>
                  </a:lnTo>
                  <a:lnTo>
                    <a:pt x="119880" y="202126"/>
                  </a:lnTo>
                  <a:lnTo>
                    <a:pt x="119732" y="202005"/>
                  </a:lnTo>
                  <a:lnTo>
                    <a:pt x="119555" y="201884"/>
                  </a:lnTo>
                  <a:lnTo>
                    <a:pt x="119318" y="201793"/>
                  </a:lnTo>
                  <a:lnTo>
                    <a:pt x="119111" y="201763"/>
                  </a:lnTo>
                  <a:lnTo>
                    <a:pt x="118874" y="201733"/>
                  </a:lnTo>
                  <a:lnTo>
                    <a:pt x="118667" y="201642"/>
                  </a:lnTo>
                  <a:lnTo>
                    <a:pt x="118460" y="201491"/>
                  </a:lnTo>
                  <a:lnTo>
                    <a:pt x="118164" y="201249"/>
                  </a:lnTo>
                  <a:lnTo>
                    <a:pt x="117957" y="201098"/>
                  </a:lnTo>
                  <a:lnTo>
                    <a:pt x="117750" y="201037"/>
                  </a:lnTo>
                  <a:lnTo>
                    <a:pt x="117543" y="201007"/>
                  </a:lnTo>
                  <a:lnTo>
                    <a:pt x="117306" y="201037"/>
                  </a:lnTo>
                  <a:lnTo>
                    <a:pt x="116892" y="200916"/>
                  </a:lnTo>
                  <a:lnTo>
                    <a:pt x="116685" y="200765"/>
                  </a:lnTo>
                  <a:lnTo>
                    <a:pt x="116537" y="200614"/>
                  </a:lnTo>
                  <a:lnTo>
                    <a:pt x="116389" y="200523"/>
                  </a:lnTo>
                  <a:lnTo>
                    <a:pt x="116182" y="200462"/>
                  </a:lnTo>
                  <a:lnTo>
                    <a:pt x="115886" y="200402"/>
                  </a:lnTo>
                  <a:lnTo>
                    <a:pt x="115502" y="200311"/>
                  </a:lnTo>
                  <a:lnTo>
                    <a:pt x="115294" y="200190"/>
                  </a:lnTo>
                  <a:lnTo>
                    <a:pt x="115147" y="200039"/>
                  </a:lnTo>
                  <a:lnTo>
                    <a:pt x="114969" y="199918"/>
                  </a:lnTo>
                  <a:lnTo>
                    <a:pt x="114732" y="199888"/>
                  </a:lnTo>
                  <a:lnTo>
                    <a:pt x="114466" y="199857"/>
                  </a:lnTo>
                  <a:lnTo>
                    <a:pt x="114229" y="199737"/>
                  </a:lnTo>
                  <a:lnTo>
                    <a:pt x="114022" y="199616"/>
                  </a:lnTo>
                  <a:lnTo>
                    <a:pt x="113874" y="199495"/>
                  </a:lnTo>
                  <a:lnTo>
                    <a:pt x="113549" y="199283"/>
                  </a:lnTo>
                  <a:lnTo>
                    <a:pt x="113253" y="199222"/>
                  </a:lnTo>
                  <a:lnTo>
                    <a:pt x="113046" y="199162"/>
                  </a:lnTo>
                  <a:lnTo>
                    <a:pt x="112809" y="199071"/>
                  </a:lnTo>
                  <a:lnTo>
                    <a:pt x="112573" y="198920"/>
                  </a:lnTo>
                  <a:lnTo>
                    <a:pt x="112336" y="198738"/>
                  </a:lnTo>
                  <a:lnTo>
                    <a:pt x="112129" y="198587"/>
                  </a:lnTo>
                  <a:lnTo>
                    <a:pt x="111892" y="198496"/>
                  </a:lnTo>
                  <a:lnTo>
                    <a:pt x="111685" y="198466"/>
                  </a:lnTo>
                  <a:lnTo>
                    <a:pt x="111537" y="198678"/>
                  </a:lnTo>
                  <a:lnTo>
                    <a:pt x="111152" y="198617"/>
                  </a:lnTo>
                  <a:lnTo>
                    <a:pt x="111005" y="198345"/>
                  </a:lnTo>
                  <a:lnTo>
                    <a:pt x="110797" y="198133"/>
                  </a:lnTo>
                  <a:lnTo>
                    <a:pt x="110590" y="198073"/>
                  </a:lnTo>
                  <a:lnTo>
                    <a:pt x="110324" y="198073"/>
                  </a:lnTo>
                  <a:lnTo>
                    <a:pt x="110117" y="198012"/>
                  </a:lnTo>
                  <a:lnTo>
                    <a:pt x="109939" y="197952"/>
                  </a:lnTo>
                  <a:lnTo>
                    <a:pt x="109732" y="197831"/>
                  </a:lnTo>
                  <a:lnTo>
                    <a:pt x="109525" y="197710"/>
                  </a:lnTo>
                  <a:lnTo>
                    <a:pt x="109318" y="197559"/>
                  </a:lnTo>
                  <a:lnTo>
                    <a:pt x="109111" y="197468"/>
                  </a:lnTo>
                  <a:lnTo>
                    <a:pt x="108963" y="197347"/>
                  </a:lnTo>
                  <a:lnTo>
                    <a:pt x="108726" y="197226"/>
                  </a:lnTo>
                  <a:lnTo>
                    <a:pt x="108224" y="197044"/>
                  </a:lnTo>
                  <a:lnTo>
                    <a:pt x="108076" y="196954"/>
                  </a:lnTo>
                  <a:lnTo>
                    <a:pt x="107898" y="196863"/>
                  </a:lnTo>
                  <a:lnTo>
                    <a:pt x="107661" y="196772"/>
                  </a:lnTo>
                  <a:lnTo>
                    <a:pt x="107247" y="196681"/>
                  </a:lnTo>
                  <a:lnTo>
                    <a:pt x="107070" y="196621"/>
                  </a:lnTo>
                  <a:lnTo>
                    <a:pt x="106922" y="196500"/>
                  </a:lnTo>
                  <a:lnTo>
                    <a:pt x="106715" y="196197"/>
                  </a:lnTo>
                  <a:lnTo>
                    <a:pt x="106567" y="196046"/>
                  </a:lnTo>
                  <a:lnTo>
                    <a:pt x="106212" y="195986"/>
                  </a:lnTo>
                  <a:lnTo>
                    <a:pt x="105975" y="196016"/>
                  </a:lnTo>
                  <a:lnTo>
                    <a:pt x="105768" y="195986"/>
                  </a:lnTo>
                  <a:lnTo>
                    <a:pt x="105590" y="195865"/>
                  </a:lnTo>
                  <a:lnTo>
                    <a:pt x="105413" y="195774"/>
                  </a:lnTo>
                  <a:lnTo>
                    <a:pt x="105235" y="195532"/>
                  </a:lnTo>
                  <a:lnTo>
                    <a:pt x="105087" y="195381"/>
                  </a:lnTo>
                  <a:lnTo>
                    <a:pt x="104940" y="195290"/>
                  </a:lnTo>
                  <a:lnTo>
                    <a:pt x="104703" y="195199"/>
                  </a:lnTo>
                  <a:lnTo>
                    <a:pt x="104318" y="195199"/>
                  </a:lnTo>
                  <a:lnTo>
                    <a:pt x="104082" y="195139"/>
                  </a:lnTo>
                  <a:lnTo>
                    <a:pt x="103845" y="194987"/>
                  </a:lnTo>
                  <a:lnTo>
                    <a:pt x="103638" y="194806"/>
                  </a:lnTo>
                  <a:lnTo>
                    <a:pt x="103401" y="194776"/>
                  </a:lnTo>
                  <a:lnTo>
                    <a:pt x="103224" y="194745"/>
                  </a:lnTo>
                  <a:lnTo>
                    <a:pt x="103046" y="194745"/>
                  </a:lnTo>
                  <a:lnTo>
                    <a:pt x="102898" y="194715"/>
                  </a:lnTo>
                  <a:lnTo>
                    <a:pt x="102721" y="194564"/>
                  </a:lnTo>
                  <a:lnTo>
                    <a:pt x="102513" y="194322"/>
                  </a:lnTo>
                  <a:lnTo>
                    <a:pt x="102336" y="194201"/>
                  </a:lnTo>
                  <a:lnTo>
                    <a:pt x="102070" y="194171"/>
                  </a:lnTo>
                  <a:lnTo>
                    <a:pt x="101803" y="194201"/>
                  </a:lnTo>
                  <a:lnTo>
                    <a:pt x="101596" y="194080"/>
                  </a:lnTo>
                  <a:lnTo>
                    <a:pt x="101448" y="194019"/>
                  </a:lnTo>
                  <a:lnTo>
                    <a:pt x="101300" y="193898"/>
                  </a:lnTo>
                  <a:lnTo>
                    <a:pt x="101034" y="193717"/>
                  </a:lnTo>
                  <a:lnTo>
                    <a:pt x="100798" y="193656"/>
                  </a:lnTo>
                  <a:lnTo>
                    <a:pt x="100502" y="193596"/>
                  </a:lnTo>
                  <a:lnTo>
                    <a:pt x="100235" y="193445"/>
                  </a:lnTo>
                  <a:lnTo>
                    <a:pt x="99999" y="193324"/>
                  </a:lnTo>
                  <a:lnTo>
                    <a:pt x="99792" y="193203"/>
                  </a:lnTo>
                  <a:lnTo>
                    <a:pt x="99437" y="193082"/>
                  </a:lnTo>
                  <a:lnTo>
                    <a:pt x="99200" y="193051"/>
                  </a:lnTo>
                  <a:lnTo>
                    <a:pt x="99022" y="192991"/>
                  </a:lnTo>
                  <a:lnTo>
                    <a:pt x="98815" y="192900"/>
                  </a:lnTo>
                  <a:lnTo>
                    <a:pt x="98667" y="192809"/>
                  </a:lnTo>
                  <a:lnTo>
                    <a:pt x="98490" y="192688"/>
                  </a:lnTo>
                  <a:lnTo>
                    <a:pt x="98283" y="192537"/>
                  </a:lnTo>
                  <a:lnTo>
                    <a:pt x="98076" y="192416"/>
                  </a:lnTo>
                  <a:lnTo>
                    <a:pt x="97839" y="192386"/>
                  </a:lnTo>
                  <a:lnTo>
                    <a:pt x="97602" y="192356"/>
                  </a:lnTo>
                  <a:lnTo>
                    <a:pt x="97306" y="192295"/>
                  </a:lnTo>
                  <a:lnTo>
                    <a:pt x="97070" y="192144"/>
                  </a:lnTo>
                  <a:lnTo>
                    <a:pt x="96892" y="192144"/>
                  </a:lnTo>
                  <a:lnTo>
                    <a:pt x="96715" y="192053"/>
                  </a:lnTo>
                  <a:lnTo>
                    <a:pt x="96567" y="191872"/>
                  </a:lnTo>
                  <a:lnTo>
                    <a:pt x="96419" y="191690"/>
                  </a:lnTo>
                  <a:lnTo>
                    <a:pt x="96271" y="191569"/>
                  </a:lnTo>
                  <a:lnTo>
                    <a:pt x="95916" y="191539"/>
                  </a:lnTo>
                  <a:lnTo>
                    <a:pt x="95650" y="191509"/>
                  </a:lnTo>
                  <a:lnTo>
                    <a:pt x="95443" y="191448"/>
                  </a:lnTo>
                  <a:lnTo>
                    <a:pt x="95295" y="191327"/>
                  </a:lnTo>
                  <a:lnTo>
                    <a:pt x="95058" y="191146"/>
                  </a:lnTo>
                  <a:lnTo>
                    <a:pt x="94821" y="191025"/>
                  </a:lnTo>
                  <a:lnTo>
                    <a:pt x="94318" y="190964"/>
                  </a:lnTo>
                  <a:lnTo>
                    <a:pt x="94170" y="190934"/>
                  </a:lnTo>
                  <a:lnTo>
                    <a:pt x="94022" y="190843"/>
                  </a:lnTo>
                  <a:lnTo>
                    <a:pt x="93815" y="190662"/>
                  </a:lnTo>
                  <a:lnTo>
                    <a:pt x="93638" y="190541"/>
                  </a:lnTo>
                  <a:lnTo>
                    <a:pt x="93490" y="190480"/>
                  </a:lnTo>
                  <a:lnTo>
                    <a:pt x="93283" y="190450"/>
                  </a:lnTo>
                  <a:lnTo>
                    <a:pt x="92928" y="190450"/>
                  </a:lnTo>
                  <a:lnTo>
                    <a:pt x="92661" y="190389"/>
                  </a:lnTo>
                  <a:lnTo>
                    <a:pt x="92454" y="190329"/>
                  </a:lnTo>
                  <a:lnTo>
                    <a:pt x="92247" y="190178"/>
                  </a:lnTo>
                  <a:lnTo>
                    <a:pt x="91892" y="189936"/>
                  </a:lnTo>
                  <a:lnTo>
                    <a:pt x="91685" y="189815"/>
                  </a:lnTo>
                  <a:lnTo>
                    <a:pt x="91360" y="189724"/>
                  </a:lnTo>
                  <a:lnTo>
                    <a:pt x="90975" y="189573"/>
                  </a:lnTo>
                  <a:lnTo>
                    <a:pt x="90798" y="189391"/>
                  </a:lnTo>
                  <a:lnTo>
                    <a:pt x="90650" y="189270"/>
                  </a:lnTo>
                  <a:lnTo>
                    <a:pt x="90443" y="189149"/>
                  </a:lnTo>
                  <a:lnTo>
                    <a:pt x="90117" y="189119"/>
                  </a:lnTo>
                  <a:lnTo>
                    <a:pt x="89673" y="188998"/>
                  </a:lnTo>
                  <a:lnTo>
                    <a:pt x="89496" y="188877"/>
                  </a:lnTo>
                  <a:lnTo>
                    <a:pt x="89348" y="188695"/>
                  </a:lnTo>
                  <a:lnTo>
                    <a:pt x="89082" y="188484"/>
                  </a:lnTo>
                  <a:lnTo>
                    <a:pt x="88875" y="188453"/>
                  </a:lnTo>
                  <a:lnTo>
                    <a:pt x="88579" y="188393"/>
                  </a:lnTo>
                  <a:lnTo>
                    <a:pt x="88401" y="188332"/>
                  </a:lnTo>
                  <a:lnTo>
                    <a:pt x="88224" y="188242"/>
                  </a:lnTo>
                  <a:lnTo>
                    <a:pt x="87957" y="188090"/>
                  </a:lnTo>
                  <a:lnTo>
                    <a:pt x="87750" y="187909"/>
                  </a:lnTo>
                  <a:lnTo>
                    <a:pt x="87514" y="187818"/>
                  </a:lnTo>
                  <a:lnTo>
                    <a:pt x="87188" y="187697"/>
                  </a:lnTo>
                  <a:lnTo>
                    <a:pt x="86951" y="187667"/>
                  </a:lnTo>
                  <a:lnTo>
                    <a:pt x="86744" y="187576"/>
                  </a:lnTo>
                  <a:lnTo>
                    <a:pt x="86389" y="187485"/>
                  </a:lnTo>
                  <a:lnTo>
                    <a:pt x="86153" y="187274"/>
                  </a:lnTo>
                  <a:lnTo>
                    <a:pt x="85975" y="187153"/>
                  </a:lnTo>
                  <a:lnTo>
                    <a:pt x="85798" y="187062"/>
                  </a:lnTo>
                  <a:lnTo>
                    <a:pt x="85620" y="187032"/>
                  </a:lnTo>
                  <a:lnTo>
                    <a:pt x="85383" y="186941"/>
                  </a:lnTo>
                  <a:lnTo>
                    <a:pt x="85206" y="186880"/>
                  </a:lnTo>
                  <a:lnTo>
                    <a:pt x="85028" y="186820"/>
                  </a:lnTo>
                  <a:lnTo>
                    <a:pt x="84792" y="186669"/>
                  </a:lnTo>
                  <a:lnTo>
                    <a:pt x="84525" y="186487"/>
                  </a:lnTo>
                  <a:lnTo>
                    <a:pt x="84170" y="186427"/>
                  </a:lnTo>
                  <a:lnTo>
                    <a:pt x="83934" y="186397"/>
                  </a:lnTo>
                  <a:lnTo>
                    <a:pt x="83638" y="186276"/>
                  </a:lnTo>
                  <a:lnTo>
                    <a:pt x="83460" y="186215"/>
                  </a:lnTo>
                  <a:lnTo>
                    <a:pt x="83283" y="186155"/>
                  </a:lnTo>
                  <a:lnTo>
                    <a:pt x="83105" y="186034"/>
                  </a:lnTo>
                  <a:lnTo>
                    <a:pt x="82869" y="185882"/>
                  </a:lnTo>
                  <a:lnTo>
                    <a:pt x="82721" y="185671"/>
                  </a:lnTo>
                  <a:lnTo>
                    <a:pt x="82454" y="185489"/>
                  </a:lnTo>
                  <a:lnTo>
                    <a:pt x="82188" y="185519"/>
                  </a:lnTo>
                  <a:lnTo>
                    <a:pt x="81744" y="185519"/>
                  </a:lnTo>
                  <a:lnTo>
                    <a:pt x="81596" y="185429"/>
                  </a:lnTo>
                  <a:lnTo>
                    <a:pt x="81389" y="185277"/>
                  </a:lnTo>
                  <a:lnTo>
                    <a:pt x="81182" y="185126"/>
                  </a:lnTo>
                  <a:lnTo>
                    <a:pt x="80798" y="185005"/>
                  </a:lnTo>
                  <a:lnTo>
                    <a:pt x="80472" y="184975"/>
                  </a:lnTo>
                  <a:lnTo>
                    <a:pt x="80088" y="184612"/>
                  </a:lnTo>
                  <a:lnTo>
                    <a:pt x="79762" y="184491"/>
                  </a:lnTo>
                  <a:lnTo>
                    <a:pt x="79496" y="184491"/>
                  </a:lnTo>
                  <a:lnTo>
                    <a:pt x="79289" y="184340"/>
                  </a:lnTo>
                  <a:lnTo>
                    <a:pt x="79111" y="184098"/>
                  </a:lnTo>
                  <a:lnTo>
                    <a:pt x="78963" y="184007"/>
                  </a:lnTo>
                  <a:lnTo>
                    <a:pt x="78697" y="184037"/>
                  </a:lnTo>
                  <a:lnTo>
                    <a:pt x="78431" y="183946"/>
                  </a:lnTo>
                  <a:lnTo>
                    <a:pt x="78165" y="183674"/>
                  </a:lnTo>
                  <a:lnTo>
                    <a:pt x="77987" y="183614"/>
                  </a:lnTo>
                  <a:lnTo>
                    <a:pt x="77780" y="183583"/>
                  </a:lnTo>
                  <a:lnTo>
                    <a:pt x="77543" y="183402"/>
                  </a:lnTo>
                  <a:lnTo>
                    <a:pt x="77247" y="183432"/>
                  </a:lnTo>
                  <a:lnTo>
                    <a:pt x="77099" y="183341"/>
                  </a:lnTo>
                  <a:lnTo>
                    <a:pt x="76952" y="183190"/>
                  </a:lnTo>
                  <a:lnTo>
                    <a:pt x="76419" y="183069"/>
                  </a:lnTo>
                  <a:lnTo>
                    <a:pt x="76123" y="183039"/>
                  </a:lnTo>
                  <a:lnTo>
                    <a:pt x="75827" y="182948"/>
                  </a:lnTo>
                  <a:lnTo>
                    <a:pt x="75650" y="182827"/>
                  </a:lnTo>
                  <a:lnTo>
                    <a:pt x="75384" y="182585"/>
                  </a:lnTo>
                  <a:lnTo>
                    <a:pt x="75206" y="182434"/>
                  </a:lnTo>
                  <a:lnTo>
                    <a:pt x="75058" y="182373"/>
                  </a:lnTo>
                  <a:lnTo>
                    <a:pt x="74585" y="182343"/>
                  </a:lnTo>
                  <a:lnTo>
                    <a:pt x="74348" y="182404"/>
                  </a:lnTo>
                  <a:lnTo>
                    <a:pt x="74023" y="182313"/>
                  </a:lnTo>
                  <a:lnTo>
                    <a:pt x="73727" y="182162"/>
                  </a:lnTo>
                  <a:lnTo>
                    <a:pt x="73283" y="182071"/>
                  </a:lnTo>
                  <a:lnTo>
                    <a:pt x="72958" y="181859"/>
                  </a:lnTo>
                  <a:lnTo>
                    <a:pt x="72750" y="181738"/>
                  </a:lnTo>
                  <a:lnTo>
                    <a:pt x="72543" y="181738"/>
                  </a:lnTo>
                  <a:lnTo>
                    <a:pt x="72336" y="181617"/>
                  </a:lnTo>
                  <a:lnTo>
                    <a:pt x="72159" y="181375"/>
                  </a:lnTo>
                  <a:lnTo>
                    <a:pt x="71804" y="181284"/>
                  </a:lnTo>
                  <a:lnTo>
                    <a:pt x="71567" y="181254"/>
                  </a:lnTo>
                  <a:lnTo>
                    <a:pt x="71419" y="181073"/>
                  </a:lnTo>
                  <a:lnTo>
                    <a:pt x="71271" y="180921"/>
                  </a:lnTo>
                  <a:lnTo>
                    <a:pt x="70946" y="180770"/>
                  </a:lnTo>
                  <a:lnTo>
                    <a:pt x="70650" y="180740"/>
                  </a:lnTo>
                  <a:lnTo>
                    <a:pt x="70324" y="180710"/>
                  </a:lnTo>
                  <a:lnTo>
                    <a:pt x="70147" y="180528"/>
                  </a:lnTo>
                  <a:lnTo>
                    <a:pt x="69851" y="180347"/>
                  </a:lnTo>
                  <a:lnTo>
                    <a:pt x="69585" y="180316"/>
                  </a:lnTo>
                  <a:lnTo>
                    <a:pt x="69289" y="180256"/>
                  </a:lnTo>
                  <a:lnTo>
                    <a:pt x="68904" y="180226"/>
                  </a:lnTo>
                  <a:lnTo>
                    <a:pt x="68579" y="180135"/>
                  </a:lnTo>
                  <a:lnTo>
                    <a:pt x="68224" y="179953"/>
                  </a:lnTo>
                  <a:lnTo>
                    <a:pt x="67898" y="179772"/>
                  </a:lnTo>
                  <a:lnTo>
                    <a:pt x="67603" y="179681"/>
                  </a:lnTo>
                  <a:lnTo>
                    <a:pt x="67366" y="179469"/>
                  </a:lnTo>
                  <a:lnTo>
                    <a:pt x="67188" y="179348"/>
                  </a:lnTo>
                  <a:lnTo>
                    <a:pt x="66892" y="179288"/>
                  </a:lnTo>
                  <a:lnTo>
                    <a:pt x="66626" y="179288"/>
                  </a:lnTo>
                  <a:lnTo>
                    <a:pt x="66478" y="179167"/>
                  </a:lnTo>
                  <a:lnTo>
                    <a:pt x="66094" y="179046"/>
                  </a:lnTo>
                  <a:lnTo>
                    <a:pt x="65709" y="178925"/>
                  </a:lnTo>
                  <a:lnTo>
                    <a:pt x="65413" y="178834"/>
                  </a:lnTo>
                  <a:lnTo>
                    <a:pt x="65117" y="178592"/>
                  </a:lnTo>
                  <a:lnTo>
                    <a:pt x="64851" y="178532"/>
                  </a:lnTo>
                  <a:lnTo>
                    <a:pt x="64496" y="178350"/>
                  </a:lnTo>
                  <a:lnTo>
                    <a:pt x="64289" y="178169"/>
                  </a:lnTo>
                  <a:lnTo>
                    <a:pt x="63963" y="178048"/>
                  </a:lnTo>
                  <a:lnTo>
                    <a:pt x="63816" y="178048"/>
                  </a:lnTo>
                  <a:lnTo>
                    <a:pt x="63579" y="177987"/>
                  </a:lnTo>
                  <a:lnTo>
                    <a:pt x="63313" y="177836"/>
                  </a:lnTo>
                  <a:lnTo>
                    <a:pt x="62958" y="177745"/>
                  </a:lnTo>
                  <a:lnTo>
                    <a:pt x="62603" y="177594"/>
                  </a:lnTo>
                  <a:lnTo>
                    <a:pt x="62100" y="177291"/>
                  </a:lnTo>
                  <a:lnTo>
                    <a:pt x="61774" y="177170"/>
                  </a:lnTo>
                  <a:lnTo>
                    <a:pt x="61508" y="177049"/>
                  </a:lnTo>
                  <a:lnTo>
                    <a:pt x="61123" y="176898"/>
                  </a:lnTo>
                  <a:lnTo>
                    <a:pt x="60975" y="176898"/>
                  </a:lnTo>
                  <a:lnTo>
                    <a:pt x="60650" y="176777"/>
                  </a:lnTo>
                  <a:lnTo>
                    <a:pt x="60443" y="176686"/>
                  </a:lnTo>
                  <a:lnTo>
                    <a:pt x="59940" y="176414"/>
                  </a:lnTo>
                  <a:lnTo>
                    <a:pt x="59614" y="176263"/>
                  </a:lnTo>
                  <a:lnTo>
                    <a:pt x="59230" y="176142"/>
                  </a:lnTo>
                  <a:lnTo>
                    <a:pt x="58934" y="175900"/>
                  </a:lnTo>
                  <a:lnTo>
                    <a:pt x="58609" y="175658"/>
                  </a:lnTo>
                  <a:lnTo>
                    <a:pt x="58046" y="175325"/>
                  </a:lnTo>
                  <a:lnTo>
                    <a:pt x="57396" y="175144"/>
                  </a:lnTo>
                  <a:lnTo>
                    <a:pt x="56833" y="174902"/>
                  </a:lnTo>
                  <a:lnTo>
                    <a:pt x="56449" y="174720"/>
                  </a:lnTo>
                  <a:lnTo>
                    <a:pt x="56064" y="174508"/>
                  </a:lnTo>
                  <a:lnTo>
                    <a:pt x="55325" y="174236"/>
                  </a:lnTo>
                  <a:lnTo>
                    <a:pt x="54881" y="174145"/>
                  </a:lnTo>
                  <a:lnTo>
                    <a:pt x="54437" y="173934"/>
                  </a:lnTo>
                  <a:lnTo>
                    <a:pt x="54052" y="173843"/>
                  </a:lnTo>
                  <a:lnTo>
                    <a:pt x="53786" y="173752"/>
                  </a:lnTo>
                  <a:lnTo>
                    <a:pt x="53549" y="173571"/>
                  </a:lnTo>
                  <a:lnTo>
                    <a:pt x="53342" y="173510"/>
                  </a:lnTo>
                  <a:lnTo>
                    <a:pt x="52869" y="173268"/>
                  </a:lnTo>
                  <a:lnTo>
                    <a:pt x="52425" y="173177"/>
                  </a:lnTo>
                  <a:lnTo>
                    <a:pt x="52100" y="173057"/>
                  </a:lnTo>
                  <a:lnTo>
                    <a:pt x="51685" y="172845"/>
                  </a:lnTo>
                  <a:lnTo>
                    <a:pt x="51271" y="172724"/>
                  </a:lnTo>
                  <a:lnTo>
                    <a:pt x="51005" y="172573"/>
                  </a:lnTo>
                  <a:lnTo>
                    <a:pt x="50650" y="172512"/>
                  </a:lnTo>
                  <a:lnTo>
                    <a:pt x="50177" y="172300"/>
                  </a:lnTo>
                  <a:lnTo>
                    <a:pt x="49822" y="172089"/>
                  </a:lnTo>
                  <a:lnTo>
                    <a:pt x="49319" y="171877"/>
                  </a:lnTo>
                  <a:lnTo>
                    <a:pt x="48668" y="171544"/>
                  </a:lnTo>
                  <a:lnTo>
                    <a:pt x="48254" y="171363"/>
                  </a:lnTo>
                  <a:lnTo>
                    <a:pt x="47780" y="171181"/>
                  </a:lnTo>
                  <a:lnTo>
                    <a:pt x="47366" y="171000"/>
                  </a:lnTo>
                  <a:lnTo>
                    <a:pt x="46833" y="170879"/>
                  </a:lnTo>
                  <a:lnTo>
                    <a:pt x="46360" y="170637"/>
                  </a:lnTo>
                  <a:lnTo>
                    <a:pt x="45946" y="170546"/>
                  </a:lnTo>
                  <a:lnTo>
                    <a:pt x="45502" y="170304"/>
                  </a:lnTo>
                  <a:lnTo>
                    <a:pt x="45029" y="170122"/>
                  </a:lnTo>
                  <a:lnTo>
                    <a:pt x="44644" y="169880"/>
                  </a:lnTo>
                  <a:lnTo>
                    <a:pt x="44260" y="169820"/>
                  </a:lnTo>
                  <a:lnTo>
                    <a:pt x="43845" y="169638"/>
                  </a:lnTo>
                  <a:lnTo>
                    <a:pt x="43549" y="169578"/>
                  </a:lnTo>
                  <a:lnTo>
                    <a:pt x="43194" y="169336"/>
                  </a:lnTo>
                  <a:lnTo>
                    <a:pt x="42869" y="169154"/>
                  </a:lnTo>
                  <a:lnTo>
                    <a:pt x="42573" y="169094"/>
                  </a:lnTo>
                  <a:lnTo>
                    <a:pt x="42366" y="168943"/>
                  </a:lnTo>
                  <a:lnTo>
                    <a:pt x="42189" y="168852"/>
                  </a:lnTo>
                  <a:lnTo>
                    <a:pt x="41893" y="168761"/>
                  </a:lnTo>
                  <a:lnTo>
                    <a:pt x="41331" y="168580"/>
                  </a:lnTo>
                  <a:lnTo>
                    <a:pt x="40857" y="168428"/>
                  </a:lnTo>
                  <a:lnTo>
                    <a:pt x="40354" y="168217"/>
                  </a:lnTo>
                  <a:lnTo>
                    <a:pt x="39822" y="168035"/>
                  </a:lnTo>
                  <a:lnTo>
                    <a:pt x="39378" y="167823"/>
                  </a:lnTo>
                  <a:lnTo>
                    <a:pt x="38905" y="167672"/>
                  </a:lnTo>
                  <a:lnTo>
                    <a:pt x="38313" y="167460"/>
                  </a:lnTo>
                  <a:lnTo>
                    <a:pt x="37928" y="167370"/>
                  </a:lnTo>
                  <a:lnTo>
                    <a:pt x="37544" y="167128"/>
                  </a:lnTo>
                  <a:lnTo>
                    <a:pt x="37129" y="167067"/>
                  </a:lnTo>
                  <a:lnTo>
                    <a:pt x="36804" y="166976"/>
                  </a:lnTo>
                  <a:lnTo>
                    <a:pt x="36567" y="166855"/>
                  </a:lnTo>
                  <a:lnTo>
                    <a:pt x="36064" y="166734"/>
                  </a:lnTo>
                  <a:lnTo>
                    <a:pt x="35650" y="166583"/>
                  </a:lnTo>
                  <a:lnTo>
                    <a:pt x="35177" y="166432"/>
                  </a:lnTo>
                  <a:lnTo>
                    <a:pt x="34792" y="166311"/>
                  </a:lnTo>
                  <a:lnTo>
                    <a:pt x="34496" y="166069"/>
                  </a:lnTo>
                  <a:lnTo>
                    <a:pt x="34141" y="166069"/>
                  </a:lnTo>
                  <a:lnTo>
                    <a:pt x="33697" y="165827"/>
                  </a:lnTo>
                  <a:lnTo>
                    <a:pt x="33461" y="165736"/>
                  </a:lnTo>
                  <a:lnTo>
                    <a:pt x="33224" y="165555"/>
                  </a:lnTo>
                  <a:lnTo>
                    <a:pt x="32958" y="165494"/>
                  </a:lnTo>
                  <a:lnTo>
                    <a:pt x="32514" y="165343"/>
                  </a:lnTo>
                  <a:lnTo>
                    <a:pt x="32189" y="165192"/>
                  </a:lnTo>
                  <a:lnTo>
                    <a:pt x="31893" y="165131"/>
                  </a:lnTo>
                  <a:lnTo>
                    <a:pt x="31479" y="165101"/>
                  </a:lnTo>
                  <a:lnTo>
                    <a:pt x="31094" y="165071"/>
                  </a:lnTo>
                  <a:lnTo>
                    <a:pt x="30798" y="164980"/>
                  </a:lnTo>
                  <a:lnTo>
                    <a:pt x="30443" y="164919"/>
                  </a:lnTo>
                  <a:lnTo>
                    <a:pt x="30206" y="164980"/>
                  </a:lnTo>
                  <a:lnTo>
                    <a:pt x="29792" y="164798"/>
                  </a:lnTo>
                  <a:lnTo>
                    <a:pt x="29555" y="164798"/>
                  </a:lnTo>
                  <a:lnTo>
                    <a:pt x="29260" y="164738"/>
                  </a:lnTo>
                  <a:lnTo>
                    <a:pt x="28905" y="164708"/>
                  </a:lnTo>
                  <a:lnTo>
                    <a:pt x="28342" y="164677"/>
                  </a:lnTo>
                  <a:lnTo>
                    <a:pt x="27662" y="164738"/>
                  </a:lnTo>
                  <a:lnTo>
                    <a:pt x="27159" y="164859"/>
                  </a:lnTo>
                  <a:lnTo>
                    <a:pt x="26627" y="165071"/>
                  </a:lnTo>
                  <a:lnTo>
                    <a:pt x="26242" y="165071"/>
                  </a:lnTo>
                  <a:lnTo>
                    <a:pt x="25946" y="164859"/>
                  </a:lnTo>
                  <a:lnTo>
                    <a:pt x="25591" y="164314"/>
                  </a:lnTo>
                  <a:lnTo>
                    <a:pt x="25354" y="163861"/>
                  </a:lnTo>
                  <a:lnTo>
                    <a:pt x="25266" y="163437"/>
                  </a:lnTo>
                  <a:lnTo>
                    <a:pt x="25058" y="163014"/>
                  </a:lnTo>
                  <a:lnTo>
                    <a:pt x="24851" y="162469"/>
                  </a:lnTo>
                  <a:lnTo>
                    <a:pt x="24556" y="161925"/>
                  </a:lnTo>
                  <a:lnTo>
                    <a:pt x="24171" y="161592"/>
                  </a:lnTo>
                  <a:lnTo>
                    <a:pt x="23668" y="161229"/>
                  </a:lnTo>
                  <a:lnTo>
                    <a:pt x="23224" y="160957"/>
                  </a:lnTo>
                  <a:lnTo>
                    <a:pt x="22958" y="160775"/>
                  </a:lnTo>
                  <a:lnTo>
                    <a:pt x="22603" y="160412"/>
                  </a:lnTo>
                  <a:lnTo>
                    <a:pt x="22248" y="160140"/>
                  </a:lnTo>
                  <a:lnTo>
                    <a:pt x="21715" y="159868"/>
                  </a:lnTo>
                  <a:lnTo>
                    <a:pt x="21301" y="159717"/>
                  </a:lnTo>
                  <a:lnTo>
                    <a:pt x="20769" y="159475"/>
                  </a:lnTo>
                  <a:lnTo>
                    <a:pt x="20384" y="159323"/>
                  </a:lnTo>
                  <a:lnTo>
                    <a:pt x="20059" y="159263"/>
                  </a:lnTo>
                  <a:lnTo>
                    <a:pt x="19703" y="159233"/>
                  </a:lnTo>
                  <a:lnTo>
                    <a:pt x="19289" y="159172"/>
                  </a:lnTo>
                  <a:lnTo>
                    <a:pt x="18993" y="159202"/>
                  </a:lnTo>
                  <a:lnTo>
                    <a:pt x="18786" y="159142"/>
                  </a:lnTo>
                  <a:lnTo>
                    <a:pt x="18343" y="159081"/>
                  </a:lnTo>
                  <a:lnTo>
                    <a:pt x="18076" y="159112"/>
                  </a:lnTo>
                  <a:lnTo>
                    <a:pt x="17869" y="159384"/>
                  </a:lnTo>
                  <a:lnTo>
                    <a:pt x="17751" y="159626"/>
                  </a:lnTo>
                  <a:lnTo>
                    <a:pt x="17632" y="160019"/>
                  </a:lnTo>
                  <a:lnTo>
                    <a:pt x="17425" y="160321"/>
                  </a:lnTo>
                  <a:lnTo>
                    <a:pt x="17366" y="160594"/>
                  </a:lnTo>
                  <a:lnTo>
                    <a:pt x="17337" y="160805"/>
                  </a:lnTo>
                  <a:lnTo>
                    <a:pt x="17070" y="160987"/>
                  </a:lnTo>
                  <a:lnTo>
                    <a:pt x="16893" y="160957"/>
                  </a:lnTo>
                  <a:lnTo>
                    <a:pt x="16952" y="160654"/>
                  </a:lnTo>
                  <a:lnTo>
                    <a:pt x="17070" y="160321"/>
                  </a:lnTo>
                  <a:lnTo>
                    <a:pt x="17189" y="160140"/>
                  </a:lnTo>
                  <a:lnTo>
                    <a:pt x="17248" y="159807"/>
                  </a:lnTo>
                  <a:lnTo>
                    <a:pt x="17041" y="159928"/>
                  </a:lnTo>
                  <a:lnTo>
                    <a:pt x="16893" y="160261"/>
                  </a:lnTo>
                  <a:lnTo>
                    <a:pt x="16656" y="160594"/>
                  </a:lnTo>
                  <a:lnTo>
                    <a:pt x="16419" y="160805"/>
                  </a:lnTo>
                  <a:lnTo>
                    <a:pt x="16360" y="160957"/>
                  </a:lnTo>
                  <a:lnTo>
                    <a:pt x="16360" y="161138"/>
                  </a:lnTo>
                  <a:lnTo>
                    <a:pt x="16242" y="161289"/>
                  </a:lnTo>
                  <a:lnTo>
                    <a:pt x="16005" y="161592"/>
                  </a:lnTo>
                  <a:lnTo>
                    <a:pt x="16035" y="161773"/>
                  </a:lnTo>
                  <a:lnTo>
                    <a:pt x="15828" y="161955"/>
                  </a:lnTo>
                  <a:lnTo>
                    <a:pt x="15502" y="161955"/>
                  </a:lnTo>
                  <a:lnTo>
                    <a:pt x="15206" y="161894"/>
                  </a:lnTo>
                  <a:lnTo>
                    <a:pt x="15206" y="161713"/>
                  </a:lnTo>
                  <a:lnTo>
                    <a:pt x="15443" y="161380"/>
                  </a:lnTo>
                  <a:lnTo>
                    <a:pt x="15502" y="161138"/>
                  </a:lnTo>
                  <a:lnTo>
                    <a:pt x="15680" y="160836"/>
                  </a:lnTo>
                  <a:lnTo>
                    <a:pt x="15680" y="160594"/>
                  </a:lnTo>
                  <a:lnTo>
                    <a:pt x="15473" y="160382"/>
                  </a:lnTo>
                  <a:lnTo>
                    <a:pt x="15325" y="160442"/>
                  </a:lnTo>
                  <a:lnTo>
                    <a:pt x="15236" y="160715"/>
                  </a:lnTo>
                  <a:lnTo>
                    <a:pt x="15059" y="160957"/>
                  </a:lnTo>
                  <a:lnTo>
                    <a:pt x="14851" y="161168"/>
                  </a:lnTo>
                  <a:lnTo>
                    <a:pt x="14585" y="161471"/>
                  </a:lnTo>
                  <a:lnTo>
                    <a:pt x="14349" y="161622"/>
                  </a:lnTo>
                  <a:lnTo>
                    <a:pt x="14082" y="161592"/>
                  </a:lnTo>
                  <a:lnTo>
                    <a:pt x="14112" y="161259"/>
                  </a:lnTo>
                  <a:lnTo>
                    <a:pt x="14171" y="160836"/>
                  </a:lnTo>
                  <a:lnTo>
                    <a:pt x="14408" y="160473"/>
                  </a:lnTo>
                  <a:lnTo>
                    <a:pt x="14585" y="160079"/>
                  </a:lnTo>
                  <a:lnTo>
                    <a:pt x="14911" y="159717"/>
                  </a:lnTo>
                  <a:lnTo>
                    <a:pt x="15236" y="159505"/>
                  </a:lnTo>
                  <a:lnTo>
                    <a:pt x="15473" y="159293"/>
                  </a:lnTo>
                  <a:lnTo>
                    <a:pt x="15295" y="158809"/>
                  </a:lnTo>
                  <a:lnTo>
                    <a:pt x="14733" y="158567"/>
                  </a:lnTo>
                  <a:lnTo>
                    <a:pt x="14467" y="158416"/>
                  </a:lnTo>
                  <a:lnTo>
                    <a:pt x="14260" y="158174"/>
                  </a:lnTo>
                  <a:lnTo>
                    <a:pt x="13964" y="158537"/>
                  </a:lnTo>
                  <a:lnTo>
                    <a:pt x="13579" y="158991"/>
                  </a:lnTo>
                  <a:lnTo>
                    <a:pt x="13254" y="159475"/>
                  </a:lnTo>
                  <a:lnTo>
                    <a:pt x="13076" y="160019"/>
                  </a:lnTo>
                  <a:lnTo>
                    <a:pt x="12751" y="159928"/>
                  </a:lnTo>
                  <a:lnTo>
                    <a:pt x="12633" y="159656"/>
                  </a:lnTo>
                  <a:lnTo>
                    <a:pt x="12928" y="159233"/>
                  </a:lnTo>
                  <a:lnTo>
                    <a:pt x="13017" y="158809"/>
                  </a:lnTo>
                  <a:lnTo>
                    <a:pt x="12810" y="158749"/>
                  </a:lnTo>
                  <a:lnTo>
                    <a:pt x="12810" y="158295"/>
                  </a:lnTo>
                  <a:lnTo>
                    <a:pt x="13047" y="157841"/>
                  </a:lnTo>
                  <a:lnTo>
                    <a:pt x="13372" y="157539"/>
                  </a:lnTo>
                  <a:lnTo>
                    <a:pt x="13283" y="157115"/>
                  </a:lnTo>
                  <a:lnTo>
                    <a:pt x="12988" y="156903"/>
                  </a:lnTo>
                  <a:lnTo>
                    <a:pt x="12721" y="157176"/>
                  </a:lnTo>
                  <a:lnTo>
                    <a:pt x="12337" y="157750"/>
                  </a:lnTo>
                  <a:lnTo>
                    <a:pt x="12159" y="158174"/>
                  </a:lnTo>
                  <a:lnTo>
                    <a:pt x="11982" y="158537"/>
                  </a:lnTo>
                  <a:lnTo>
                    <a:pt x="11597" y="158749"/>
                  </a:lnTo>
                  <a:lnTo>
                    <a:pt x="11212" y="158597"/>
                  </a:lnTo>
                  <a:lnTo>
                    <a:pt x="10532" y="158295"/>
                  </a:lnTo>
                  <a:lnTo>
                    <a:pt x="10177" y="158476"/>
                  </a:lnTo>
                  <a:lnTo>
                    <a:pt x="9467" y="158749"/>
                  </a:lnTo>
                  <a:lnTo>
                    <a:pt x="8964" y="158658"/>
                  </a:lnTo>
                  <a:lnTo>
                    <a:pt x="8491" y="158265"/>
                  </a:lnTo>
                  <a:lnTo>
                    <a:pt x="8224" y="157841"/>
                  </a:lnTo>
                  <a:lnTo>
                    <a:pt x="8224" y="157387"/>
                  </a:lnTo>
                  <a:lnTo>
                    <a:pt x="8136" y="157115"/>
                  </a:lnTo>
                  <a:lnTo>
                    <a:pt x="7958" y="156631"/>
                  </a:lnTo>
                  <a:lnTo>
                    <a:pt x="7781" y="156087"/>
                  </a:lnTo>
                  <a:lnTo>
                    <a:pt x="7278" y="155724"/>
                  </a:lnTo>
                  <a:lnTo>
                    <a:pt x="7130" y="155784"/>
                  </a:lnTo>
                  <a:lnTo>
                    <a:pt x="6804" y="156087"/>
                  </a:lnTo>
                  <a:lnTo>
                    <a:pt x="6301" y="156389"/>
                  </a:lnTo>
                  <a:lnTo>
                    <a:pt x="5887" y="156631"/>
                  </a:lnTo>
                  <a:lnTo>
                    <a:pt x="5680" y="156540"/>
                  </a:lnTo>
                  <a:lnTo>
                    <a:pt x="5710" y="156026"/>
                  </a:lnTo>
                  <a:lnTo>
                    <a:pt x="5887" y="155391"/>
                  </a:lnTo>
                  <a:lnTo>
                    <a:pt x="5857" y="155028"/>
                  </a:lnTo>
                  <a:lnTo>
                    <a:pt x="6065" y="154483"/>
                  </a:lnTo>
                  <a:lnTo>
                    <a:pt x="6301" y="153848"/>
                  </a:lnTo>
                  <a:lnTo>
                    <a:pt x="6775" y="153334"/>
                  </a:lnTo>
                  <a:lnTo>
                    <a:pt x="6952" y="152910"/>
                  </a:lnTo>
                  <a:lnTo>
                    <a:pt x="7278" y="152820"/>
                  </a:lnTo>
                  <a:lnTo>
                    <a:pt x="7337" y="152608"/>
                  </a:lnTo>
                  <a:lnTo>
                    <a:pt x="7130" y="152336"/>
                  </a:lnTo>
                  <a:lnTo>
                    <a:pt x="7041" y="152517"/>
                  </a:lnTo>
                  <a:lnTo>
                    <a:pt x="6508" y="152638"/>
                  </a:lnTo>
                  <a:lnTo>
                    <a:pt x="6301" y="152426"/>
                  </a:lnTo>
                  <a:lnTo>
                    <a:pt x="6153" y="152820"/>
                  </a:lnTo>
                  <a:lnTo>
                    <a:pt x="5887" y="153304"/>
                  </a:lnTo>
                  <a:lnTo>
                    <a:pt x="5650" y="153939"/>
                  </a:lnTo>
                  <a:lnTo>
                    <a:pt x="5414" y="154241"/>
                  </a:lnTo>
                  <a:lnTo>
                    <a:pt x="5177" y="154181"/>
                  </a:lnTo>
                  <a:lnTo>
                    <a:pt x="5266" y="153636"/>
                  </a:lnTo>
                  <a:lnTo>
                    <a:pt x="5384" y="152880"/>
                  </a:lnTo>
                  <a:lnTo>
                    <a:pt x="5769" y="152578"/>
                  </a:lnTo>
                  <a:lnTo>
                    <a:pt x="5857" y="152245"/>
                  </a:lnTo>
                  <a:lnTo>
                    <a:pt x="5857" y="151973"/>
                  </a:lnTo>
                  <a:lnTo>
                    <a:pt x="6212" y="151821"/>
                  </a:lnTo>
                  <a:lnTo>
                    <a:pt x="6449" y="151368"/>
                  </a:lnTo>
                  <a:lnTo>
                    <a:pt x="6863" y="151065"/>
                  </a:lnTo>
                  <a:lnTo>
                    <a:pt x="7278" y="150732"/>
                  </a:lnTo>
                  <a:lnTo>
                    <a:pt x="7514" y="150400"/>
                  </a:lnTo>
                  <a:lnTo>
                    <a:pt x="8165" y="150279"/>
                  </a:lnTo>
                  <a:lnTo>
                    <a:pt x="8461" y="150430"/>
                  </a:lnTo>
                  <a:lnTo>
                    <a:pt x="8609" y="150642"/>
                  </a:lnTo>
                  <a:lnTo>
                    <a:pt x="8934" y="150672"/>
                  </a:lnTo>
                  <a:lnTo>
                    <a:pt x="9023" y="150490"/>
                  </a:lnTo>
                  <a:lnTo>
                    <a:pt x="9112" y="149976"/>
                  </a:lnTo>
                  <a:lnTo>
                    <a:pt x="9260" y="149704"/>
                  </a:lnTo>
                  <a:lnTo>
                    <a:pt x="9349" y="149371"/>
                  </a:lnTo>
                  <a:lnTo>
                    <a:pt x="9467" y="149069"/>
                  </a:lnTo>
                  <a:lnTo>
                    <a:pt x="9792" y="148857"/>
                  </a:lnTo>
                  <a:lnTo>
                    <a:pt x="10147" y="148978"/>
                  </a:lnTo>
                  <a:lnTo>
                    <a:pt x="10473" y="149250"/>
                  </a:lnTo>
                  <a:lnTo>
                    <a:pt x="10680" y="148948"/>
                  </a:lnTo>
                  <a:lnTo>
                    <a:pt x="10562" y="148494"/>
                  </a:lnTo>
                  <a:lnTo>
                    <a:pt x="10295" y="148433"/>
                  </a:lnTo>
                  <a:lnTo>
                    <a:pt x="10059" y="148010"/>
                  </a:lnTo>
                  <a:lnTo>
                    <a:pt x="10059" y="147617"/>
                  </a:lnTo>
                  <a:lnTo>
                    <a:pt x="10295" y="147072"/>
                  </a:lnTo>
                  <a:lnTo>
                    <a:pt x="10769" y="146891"/>
                  </a:lnTo>
                  <a:lnTo>
                    <a:pt x="11153" y="146800"/>
                  </a:lnTo>
                  <a:lnTo>
                    <a:pt x="11834" y="146558"/>
                  </a:lnTo>
                  <a:lnTo>
                    <a:pt x="12307" y="146528"/>
                  </a:lnTo>
                  <a:lnTo>
                    <a:pt x="12810" y="146467"/>
                  </a:lnTo>
                  <a:lnTo>
                    <a:pt x="13165" y="146225"/>
                  </a:lnTo>
                  <a:lnTo>
                    <a:pt x="13757" y="145681"/>
                  </a:lnTo>
                  <a:lnTo>
                    <a:pt x="14230" y="145469"/>
                  </a:lnTo>
                  <a:lnTo>
                    <a:pt x="14792" y="145318"/>
                  </a:lnTo>
                  <a:lnTo>
                    <a:pt x="15325" y="145288"/>
                  </a:lnTo>
                  <a:lnTo>
                    <a:pt x="15532" y="144955"/>
                  </a:lnTo>
                  <a:lnTo>
                    <a:pt x="15443" y="144592"/>
                  </a:lnTo>
                  <a:lnTo>
                    <a:pt x="15591" y="144108"/>
                  </a:lnTo>
                  <a:lnTo>
                    <a:pt x="15680" y="143624"/>
                  </a:lnTo>
                  <a:lnTo>
                    <a:pt x="15917" y="143140"/>
                  </a:lnTo>
                  <a:lnTo>
                    <a:pt x="16153" y="142626"/>
                  </a:lnTo>
                  <a:lnTo>
                    <a:pt x="16272" y="142021"/>
                  </a:lnTo>
                  <a:lnTo>
                    <a:pt x="16331" y="141264"/>
                  </a:lnTo>
                  <a:lnTo>
                    <a:pt x="16360" y="140296"/>
                  </a:lnTo>
                  <a:lnTo>
                    <a:pt x="16331" y="139207"/>
                  </a:lnTo>
                  <a:lnTo>
                    <a:pt x="16064" y="138270"/>
                  </a:lnTo>
                  <a:lnTo>
                    <a:pt x="15828" y="137181"/>
                  </a:lnTo>
                  <a:lnTo>
                    <a:pt x="15621" y="136424"/>
                  </a:lnTo>
                  <a:lnTo>
                    <a:pt x="15414" y="135608"/>
                  </a:lnTo>
                  <a:lnTo>
                    <a:pt x="14999" y="134125"/>
                  </a:lnTo>
                  <a:lnTo>
                    <a:pt x="14556" y="133399"/>
                  </a:lnTo>
                  <a:lnTo>
                    <a:pt x="14289" y="132855"/>
                  </a:lnTo>
                  <a:lnTo>
                    <a:pt x="14171" y="132129"/>
                  </a:lnTo>
                  <a:lnTo>
                    <a:pt x="13816" y="131675"/>
                  </a:lnTo>
                  <a:lnTo>
                    <a:pt x="13727" y="131222"/>
                  </a:lnTo>
                  <a:lnTo>
                    <a:pt x="13431" y="130889"/>
                  </a:lnTo>
                  <a:lnTo>
                    <a:pt x="13313" y="130586"/>
                  </a:lnTo>
                  <a:lnTo>
                    <a:pt x="12869" y="130133"/>
                  </a:lnTo>
                  <a:lnTo>
                    <a:pt x="12278" y="129346"/>
                  </a:lnTo>
                  <a:lnTo>
                    <a:pt x="11686" y="128741"/>
                  </a:lnTo>
                  <a:lnTo>
                    <a:pt x="11124" y="128257"/>
                  </a:lnTo>
                  <a:lnTo>
                    <a:pt x="10473" y="127682"/>
                  </a:lnTo>
                  <a:lnTo>
                    <a:pt x="9881" y="127017"/>
                  </a:lnTo>
                  <a:lnTo>
                    <a:pt x="8964" y="126291"/>
                  </a:lnTo>
                  <a:lnTo>
                    <a:pt x="7544" y="125111"/>
                  </a:lnTo>
                  <a:lnTo>
                    <a:pt x="6597" y="124173"/>
                  </a:lnTo>
                  <a:lnTo>
                    <a:pt x="5650" y="123054"/>
                  </a:lnTo>
                  <a:lnTo>
                    <a:pt x="3964" y="122056"/>
                  </a:lnTo>
                  <a:lnTo>
                    <a:pt x="3136" y="121451"/>
                  </a:lnTo>
                  <a:lnTo>
                    <a:pt x="2662" y="120876"/>
                  </a:lnTo>
                  <a:lnTo>
                    <a:pt x="2248" y="120120"/>
                  </a:lnTo>
                  <a:lnTo>
                    <a:pt x="2130" y="119969"/>
                  </a:lnTo>
                  <a:lnTo>
                    <a:pt x="2100" y="119787"/>
                  </a:lnTo>
                  <a:lnTo>
                    <a:pt x="1863" y="119697"/>
                  </a:lnTo>
                  <a:lnTo>
                    <a:pt x="1656" y="119787"/>
                  </a:lnTo>
                  <a:lnTo>
                    <a:pt x="1508" y="120090"/>
                  </a:lnTo>
                  <a:lnTo>
                    <a:pt x="1390" y="120301"/>
                  </a:lnTo>
                  <a:lnTo>
                    <a:pt x="1094" y="120362"/>
                  </a:lnTo>
                  <a:lnTo>
                    <a:pt x="857" y="120332"/>
                  </a:lnTo>
                  <a:lnTo>
                    <a:pt x="621" y="120241"/>
                  </a:lnTo>
                  <a:lnTo>
                    <a:pt x="384" y="120090"/>
                  </a:lnTo>
                  <a:lnTo>
                    <a:pt x="355" y="119908"/>
                  </a:lnTo>
                  <a:lnTo>
                    <a:pt x="384" y="119697"/>
                  </a:lnTo>
                  <a:lnTo>
                    <a:pt x="532" y="119545"/>
                  </a:lnTo>
                  <a:lnTo>
                    <a:pt x="680" y="119394"/>
                  </a:lnTo>
                  <a:lnTo>
                    <a:pt x="384" y="119303"/>
                  </a:lnTo>
                  <a:lnTo>
                    <a:pt x="147" y="119031"/>
                  </a:lnTo>
                  <a:lnTo>
                    <a:pt x="0" y="118789"/>
                  </a:lnTo>
                  <a:lnTo>
                    <a:pt x="29" y="118577"/>
                  </a:lnTo>
                  <a:lnTo>
                    <a:pt x="118" y="118245"/>
                  </a:lnTo>
                  <a:lnTo>
                    <a:pt x="118" y="117942"/>
                  </a:lnTo>
                  <a:lnTo>
                    <a:pt x="88" y="117609"/>
                  </a:lnTo>
                  <a:lnTo>
                    <a:pt x="207" y="117367"/>
                  </a:lnTo>
                  <a:lnTo>
                    <a:pt x="473" y="117095"/>
                  </a:lnTo>
                  <a:lnTo>
                    <a:pt x="650" y="116793"/>
                  </a:lnTo>
                  <a:lnTo>
                    <a:pt x="946" y="116611"/>
                  </a:lnTo>
                  <a:lnTo>
                    <a:pt x="1183" y="116611"/>
                  </a:lnTo>
                  <a:lnTo>
                    <a:pt x="1360" y="116430"/>
                  </a:lnTo>
                  <a:lnTo>
                    <a:pt x="1301" y="116127"/>
                  </a:lnTo>
                  <a:lnTo>
                    <a:pt x="1301" y="115794"/>
                  </a:lnTo>
                  <a:lnTo>
                    <a:pt x="1360" y="115492"/>
                  </a:lnTo>
                  <a:lnTo>
                    <a:pt x="1508" y="115129"/>
                  </a:lnTo>
                  <a:lnTo>
                    <a:pt x="1627" y="114584"/>
                  </a:lnTo>
                  <a:lnTo>
                    <a:pt x="1775" y="114373"/>
                  </a:lnTo>
                  <a:lnTo>
                    <a:pt x="1952" y="114282"/>
                  </a:lnTo>
                  <a:lnTo>
                    <a:pt x="2011" y="114040"/>
                  </a:lnTo>
                  <a:lnTo>
                    <a:pt x="2070" y="113586"/>
                  </a:lnTo>
                  <a:lnTo>
                    <a:pt x="2278" y="113253"/>
                  </a:lnTo>
                  <a:lnTo>
                    <a:pt x="2426" y="112860"/>
                  </a:lnTo>
                  <a:lnTo>
                    <a:pt x="2633" y="112618"/>
                  </a:lnTo>
                  <a:lnTo>
                    <a:pt x="2958" y="112437"/>
                  </a:lnTo>
                  <a:lnTo>
                    <a:pt x="3343" y="112164"/>
                  </a:lnTo>
                  <a:lnTo>
                    <a:pt x="3491" y="111862"/>
                  </a:lnTo>
                  <a:lnTo>
                    <a:pt x="3579" y="111136"/>
                  </a:lnTo>
                  <a:lnTo>
                    <a:pt x="3579" y="110712"/>
                  </a:lnTo>
                  <a:lnTo>
                    <a:pt x="3668" y="110410"/>
                  </a:lnTo>
                  <a:lnTo>
                    <a:pt x="3964" y="110107"/>
                  </a:lnTo>
                  <a:lnTo>
                    <a:pt x="4082" y="109533"/>
                  </a:lnTo>
                  <a:lnTo>
                    <a:pt x="4082" y="108897"/>
                  </a:lnTo>
                  <a:lnTo>
                    <a:pt x="4023" y="108504"/>
                  </a:lnTo>
                  <a:lnTo>
                    <a:pt x="3934" y="108111"/>
                  </a:lnTo>
                  <a:lnTo>
                    <a:pt x="3757" y="107748"/>
                  </a:lnTo>
                  <a:lnTo>
                    <a:pt x="3579" y="107506"/>
                  </a:lnTo>
                  <a:lnTo>
                    <a:pt x="3283" y="107173"/>
                  </a:lnTo>
                  <a:lnTo>
                    <a:pt x="3165" y="106992"/>
                  </a:lnTo>
                  <a:lnTo>
                    <a:pt x="3136" y="106810"/>
                  </a:lnTo>
                  <a:lnTo>
                    <a:pt x="3106" y="106326"/>
                  </a:lnTo>
                  <a:lnTo>
                    <a:pt x="3017" y="106054"/>
                  </a:lnTo>
                  <a:lnTo>
                    <a:pt x="2721" y="105177"/>
                  </a:lnTo>
                  <a:lnTo>
                    <a:pt x="2662" y="104995"/>
                  </a:lnTo>
                  <a:lnTo>
                    <a:pt x="2455" y="104693"/>
                  </a:lnTo>
                  <a:lnTo>
                    <a:pt x="2130" y="104451"/>
                  </a:lnTo>
                  <a:lnTo>
                    <a:pt x="1627" y="104209"/>
                  </a:lnTo>
                  <a:lnTo>
                    <a:pt x="1331" y="104058"/>
                  </a:lnTo>
                  <a:lnTo>
                    <a:pt x="1213" y="103876"/>
                  </a:lnTo>
                  <a:lnTo>
                    <a:pt x="1124" y="103664"/>
                  </a:lnTo>
                  <a:lnTo>
                    <a:pt x="1124" y="103211"/>
                  </a:lnTo>
                  <a:lnTo>
                    <a:pt x="1094" y="102817"/>
                  </a:lnTo>
                  <a:lnTo>
                    <a:pt x="1005" y="102273"/>
                  </a:lnTo>
                  <a:lnTo>
                    <a:pt x="946" y="101940"/>
                  </a:lnTo>
                  <a:lnTo>
                    <a:pt x="946" y="101456"/>
                  </a:lnTo>
                  <a:lnTo>
                    <a:pt x="1005" y="101214"/>
                  </a:lnTo>
                  <a:lnTo>
                    <a:pt x="1242" y="100881"/>
                  </a:lnTo>
                  <a:lnTo>
                    <a:pt x="1420" y="100700"/>
                  </a:lnTo>
                  <a:lnTo>
                    <a:pt x="1568" y="100488"/>
                  </a:lnTo>
                  <a:lnTo>
                    <a:pt x="1627" y="100186"/>
                  </a:lnTo>
                  <a:lnTo>
                    <a:pt x="1715" y="99974"/>
                  </a:lnTo>
                  <a:lnTo>
                    <a:pt x="1923" y="99702"/>
                  </a:lnTo>
                  <a:lnTo>
                    <a:pt x="2189" y="99490"/>
                  </a:lnTo>
                  <a:lnTo>
                    <a:pt x="2485" y="99339"/>
                  </a:lnTo>
                  <a:lnTo>
                    <a:pt x="2633" y="99187"/>
                  </a:lnTo>
                  <a:lnTo>
                    <a:pt x="2840" y="99006"/>
                  </a:lnTo>
                  <a:lnTo>
                    <a:pt x="3017" y="98794"/>
                  </a:lnTo>
                  <a:lnTo>
                    <a:pt x="3136" y="98492"/>
                  </a:lnTo>
                  <a:lnTo>
                    <a:pt x="3195" y="98189"/>
                  </a:lnTo>
                  <a:lnTo>
                    <a:pt x="3136" y="97705"/>
                  </a:lnTo>
                  <a:lnTo>
                    <a:pt x="3106" y="97493"/>
                  </a:lnTo>
                  <a:lnTo>
                    <a:pt x="2988" y="97191"/>
                  </a:lnTo>
                  <a:lnTo>
                    <a:pt x="2840" y="96919"/>
                  </a:lnTo>
                  <a:lnTo>
                    <a:pt x="2721" y="96646"/>
                  </a:lnTo>
                  <a:lnTo>
                    <a:pt x="2721" y="96435"/>
                  </a:lnTo>
                  <a:lnTo>
                    <a:pt x="2840" y="96193"/>
                  </a:lnTo>
                  <a:lnTo>
                    <a:pt x="3106" y="95951"/>
                  </a:lnTo>
                  <a:lnTo>
                    <a:pt x="3165" y="95739"/>
                  </a:lnTo>
                  <a:lnTo>
                    <a:pt x="3106" y="95225"/>
                  </a:lnTo>
                  <a:lnTo>
                    <a:pt x="3017" y="94680"/>
                  </a:lnTo>
                  <a:lnTo>
                    <a:pt x="2810" y="94015"/>
                  </a:lnTo>
                  <a:lnTo>
                    <a:pt x="2603" y="93349"/>
                  </a:lnTo>
                  <a:lnTo>
                    <a:pt x="2573" y="93077"/>
                  </a:lnTo>
                  <a:lnTo>
                    <a:pt x="2514" y="92623"/>
                  </a:lnTo>
                  <a:lnTo>
                    <a:pt x="2455" y="92291"/>
                  </a:lnTo>
                  <a:lnTo>
                    <a:pt x="2100" y="91776"/>
                  </a:lnTo>
                  <a:lnTo>
                    <a:pt x="2070" y="91232"/>
                  </a:lnTo>
                  <a:lnTo>
                    <a:pt x="1952" y="90566"/>
                  </a:lnTo>
                  <a:lnTo>
                    <a:pt x="1923" y="90294"/>
                  </a:lnTo>
                  <a:lnTo>
                    <a:pt x="1952" y="89871"/>
                  </a:lnTo>
                  <a:lnTo>
                    <a:pt x="1952" y="89356"/>
                  </a:lnTo>
                  <a:lnTo>
                    <a:pt x="1804" y="88691"/>
                  </a:lnTo>
                  <a:lnTo>
                    <a:pt x="1538" y="87935"/>
                  </a:lnTo>
                  <a:lnTo>
                    <a:pt x="1360" y="87451"/>
                  </a:lnTo>
                  <a:lnTo>
                    <a:pt x="1301" y="87088"/>
                  </a:lnTo>
                  <a:lnTo>
                    <a:pt x="1094" y="86392"/>
                  </a:lnTo>
                  <a:lnTo>
                    <a:pt x="887" y="85878"/>
                  </a:lnTo>
                  <a:lnTo>
                    <a:pt x="857" y="85636"/>
                  </a:lnTo>
                  <a:lnTo>
                    <a:pt x="1005" y="85424"/>
                  </a:lnTo>
                  <a:lnTo>
                    <a:pt x="1094" y="85152"/>
                  </a:lnTo>
                  <a:lnTo>
                    <a:pt x="1183" y="84940"/>
                  </a:lnTo>
                  <a:lnTo>
                    <a:pt x="1301" y="84728"/>
                  </a:lnTo>
                  <a:lnTo>
                    <a:pt x="1449" y="84214"/>
                  </a:lnTo>
                  <a:lnTo>
                    <a:pt x="1627" y="83821"/>
                  </a:lnTo>
                  <a:lnTo>
                    <a:pt x="1686" y="83458"/>
                  </a:lnTo>
                  <a:lnTo>
                    <a:pt x="1834" y="83306"/>
                  </a:lnTo>
                  <a:lnTo>
                    <a:pt x="1982" y="83155"/>
                  </a:lnTo>
                  <a:lnTo>
                    <a:pt x="2189" y="82883"/>
                  </a:lnTo>
                  <a:lnTo>
                    <a:pt x="2426" y="82732"/>
                  </a:lnTo>
                  <a:lnTo>
                    <a:pt x="3047" y="82701"/>
                  </a:lnTo>
                  <a:lnTo>
                    <a:pt x="3639" y="82338"/>
                  </a:lnTo>
                  <a:lnTo>
                    <a:pt x="4023" y="82066"/>
                  </a:lnTo>
                  <a:lnTo>
                    <a:pt x="4585" y="81824"/>
                  </a:lnTo>
                  <a:lnTo>
                    <a:pt x="5088" y="81643"/>
                  </a:lnTo>
                  <a:lnTo>
                    <a:pt x="5562" y="81431"/>
                  </a:lnTo>
                  <a:lnTo>
                    <a:pt x="5976" y="81128"/>
                  </a:lnTo>
                  <a:lnTo>
                    <a:pt x="6538" y="80826"/>
                  </a:lnTo>
                  <a:lnTo>
                    <a:pt x="7130" y="80765"/>
                  </a:lnTo>
                  <a:lnTo>
                    <a:pt x="7692" y="80644"/>
                  </a:lnTo>
                  <a:lnTo>
                    <a:pt x="8461" y="80312"/>
                  </a:lnTo>
                  <a:lnTo>
                    <a:pt x="8994" y="80191"/>
                  </a:lnTo>
                  <a:lnTo>
                    <a:pt x="9319" y="80009"/>
                  </a:lnTo>
                  <a:lnTo>
                    <a:pt x="10088" y="79616"/>
                  </a:lnTo>
                  <a:lnTo>
                    <a:pt x="10354" y="79556"/>
                  </a:lnTo>
                  <a:lnTo>
                    <a:pt x="10621" y="79374"/>
                  </a:lnTo>
                  <a:lnTo>
                    <a:pt x="10739" y="79223"/>
                  </a:lnTo>
                  <a:lnTo>
                    <a:pt x="11242" y="78769"/>
                  </a:lnTo>
                  <a:lnTo>
                    <a:pt x="11982" y="78618"/>
                  </a:lnTo>
                  <a:lnTo>
                    <a:pt x="12248" y="78467"/>
                  </a:lnTo>
                  <a:lnTo>
                    <a:pt x="12603" y="78255"/>
                  </a:lnTo>
                  <a:lnTo>
                    <a:pt x="13106" y="77801"/>
                  </a:lnTo>
                  <a:lnTo>
                    <a:pt x="13372" y="77620"/>
                  </a:lnTo>
                  <a:lnTo>
                    <a:pt x="13609" y="77378"/>
                  </a:lnTo>
                  <a:lnTo>
                    <a:pt x="14082" y="76712"/>
                  </a:lnTo>
                  <a:lnTo>
                    <a:pt x="14171" y="76500"/>
                  </a:lnTo>
                  <a:lnTo>
                    <a:pt x="14467" y="76077"/>
                  </a:lnTo>
                  <a:lnTo>
                    <a:pt x="14615" y="75956"/>
                  </a:lnTo>
                  <a:lnTo>
                    <a:pt x="15059" y="75805"/>
                  </a:lnTo>
                  <a:lnTo>
                    <a:pt x="15709" y="75411"/>
                  </a:lnTo>
                  <a:lnTo>
                    <a:pt x="15887" y="75230"/>
                  </a:lnTo>
                  <a:lnTo>
                    <a:pt x="16005" y="75048"/>
                  </a:lnTo>
                  <a:lnTo>
                    <a:pt x="16153" y="74897"/>
                  </a:lnTo>
                  <a:lnTo>
                    <a:pt x="16272" y="74716"/>
                  </a:lnTo>
                  <a:lnTo>
                    <a:pt x="16419" y="74534"/>
                  </a:lnTo>
                  <a:lnTo>
                    <a:pt x="16597" y="74353"/>
                  </a:lnTo>
                  <a:lnTo>
                    <a:pt x="16775" y="74232"/>
                  </a:lnTo>
                  <a:lnTo>
                    <a:pt x="17011" y="74080"/>
                  </a:lnTo>
                  <a:lnTo>
                    <a:pt x="17130" y="73929"/>
                  </a:lnTo>
                  <a:lnTo>
                    <a:pt x="17366" y="73566"/>
                  </a:lnTo>
                  <a:lnTo>
                    <a:pt x="17485" y="73415"/>
                  </a:lnTo>
                  <a:lnTo>
                    <a:pt x="17603" y="73264"/>
                  </a:lnTo>
                  <a:lnTo>
                    <a:pt x="17632" y="73082"/>
                  </a:lnTo>
                  <a:lnTo>
                    <a:pt x="17662" y="72931"/>
                  </a:lnTo>
                  <a:lnTo>
                    <a:pt x="17751" y="72719"/>
                  </a:lnTo>
                  <a:lnTo>
                    <a:pt x="17928" y="72235"/>
                  </a:lnTo>
                  <a:lnTo>
                    <a:pt x="18076" y="72023"/>
                  </a:lnTo>
                  <a:lnTo>
                    <a:pt x="18135" y="71842"/>
                  </a:lnTo>
                  <a:lnTo>
                    <a:pt x="18224" y="71630"/>
                  </a:lnTo>
                  <a:lnTo>
                    <a:pt x="18343" y="71297"/>
                  </a:lnTo>
                  <a:lnTo>
                    <a:pt x="18343" y="70632"/>
                  </a:lnTo>
                  <a:lnTo>
                    <a:pt x="18402" y="70269"/>
                  </a:lnTo>
                  <a:lnTo>
                    <a:pt x="18431" y="70057"/>
                  </a:lnTo>
                  <a:lnTo>
                    <a:pt x="18520" y="69815"/>
                  </a:lnTo>
                  <a:lnTo>
                    <a:pt x="18638" y="69513"/>
                  </a:lnTo>
                  <a:lnTo>
                    <a:pt x="18727" y="69210"/>
                  </a:lnTo>
                  <a:lnTo>
                    <a:pt x="18786" y="69059"/>
                  </a:lnTo>
                  <a:lnTo>
                    <a:pt x="18846" y="68726"/>
                  </a:lnTo>
                  <a:lnTo>
                    <a:pt x="18846" y="68545"/>
                  </a:lnTo>
                  <a:lnTo>
                    <a:pt x="18816" y="68333"/>
                  </a:lnTo>
                  <a:lnTo>
                    <a:pt x="18816" y="68121"/>
                  </a:lnTo>
                  <a:lnTo>
                    <a:pt x="18846" y="67909"/>
                  </a:lnTo>
                  <a:lnTo>
                    <a:pt x="18846" y="67637"/>
                  </a:lnTo>
                  <a:lnTo>
                    <a:pt x="18846" y="67183"/>
                  </a:lnTo>
                  <a:lnTo>
                    <a:pt x="18846" y="66972"/>
                  </a:lnTo>
                  <a:lnTo>
                    <a:pt x="18875" y="66730"/>
                  </a:lnTo>
                  <a:lnTo>
                    <a:pt x="18905" y="66518"/>
                  </a:lnTo>
                  <a:lnTo>
                    <a:pt x="18964" y="66306"/>
                  </a:lnTo>
                  <a:lnTo>
                    <a:pt x="18993" y="66125"/>
                  </a:lnTo>
                  <a:lnTo>
                    <a:pt x="18934" y="65974"/>
                  </a:lnTo>
                  <a:lnTo>
                    <a:pt x="18875" y="65701"/>
                  </a:lnTo>
                  <a:lnTo>
                    <a:pt x="18816" y="65369"/>
                  </a:lnTo>
                  <a:lnTo>
                    <a:pt x="18727" y="65066"/>
                  </a:lnTo>
                  <a:lnTo>
                    <a:pt x="18668" y="64673"/>
                  </a:lnTo>
                  <a:lnTo>
                    <a:pt x="18579" y="64280"/>
                  </a:lnTo>
                  <a:lnTo>
                    <a:pt x="18520" y="63947"/>
                  </a:lnTo>
                  <a:lnTo>
                    <a:pt x="18372" y="63554"/>
                  </a:lnTo>
                  <a:lnTo>
                    <a:pt x="18224" y="63130"/>
                  </a:lnTo>
                  <a:lnTo>
                    <a:pt x="18106" y="62676"/>
                  </a:lnTo>
                  <a:lnTo>
                    <a:pt x="17988" y="62434"/>
                  </a:lnTo>
                  <a:lnTo>
                    <a:pt x="17869" y="62102"/>
                  </a:lnTo>
                  <a:lnTo>
                    <a:pt x="17751" y="61648"/>
                  </a:lnTo>
                  <a:lnTo>
                    <a:pt x="17662" y="61345"/>
                  </a:lnTo>
                  <a:lnTo>
                    <a:pt x="17514" y="60982"/>
                  </a:lnTo>
                  <a:lnTo>
                    <a:pt x="17396" y="60680"/>
                  </a:lnTo>
                  <a:lnTo>
                    <a:pt x="17277" y="60408"/>
                  </a:lnTo>
                  <a:lnTo>
                    <a:pt x="17159" y="60166"/>
                  </a:lnTo>
                  <a:lnTo>
                    <a:pt x="17070" y="59924"/>
                  </a:lnTo>
                  <a:lnTo>
                    <a:pt x="16922" y="59621"/>
                  </a:lnTo>
                  <a:lnTo>
                    <a:pt x="16804" y="59258"/>
                  </a:lnTo>
                  <a:lnTo>
                    <a:pt x="16597" y="58865"/>
                  </a:lnTo>
                  <a:lnTo>
                    <a:pt x="16479" y="58472"/>
                  </a:lnTo>
                  <a:lnTo>
                    <a:pt x="16183" y="57897"/>
                  </a:lnTo>
                  <a:lnTo>
                    <a:pt x="16005" y="57715"/>
                  </a:lnTo>
                  <a:lnTo>
                    <a:pt x="15739" y="57564"/>
                  </a:lnTo>
                  <a:lnTo>
                    <a:pt x="15443" y="57534"/>
                  </a:lnTo>
                  <a:lnTo>
                    <a:pt x="15266" y="57534"/>
                  </a:lnTo>
                  <a:lnTo>
                    <a:pt x="15088" y="57564"/>
                  </a:lnTo>
                  <a:lnTo>
                    <a:pt x="14851" y="57564"/>
                  </a:lnTo>
                  <a:lnTo>
                    <a:pt x="14704" y="57413"/>
                  </a:lnTo>
                  <a:lnTo>
                    <a:pt x="14585" y="57141"/>
                  </a:lnTo>
                  <a:lnTo>
                    <a:pt x="14437" y="56899"/>
                  </a:lnTo>
                  <a:lnTo>
                    <a:pt x="14319" y="56687"/>
                  </a:lnTo>
                  <a:lnTo>
                    <a:pt x="14082" y="56294"/>
                  </a:lnTo>
                  <a:lnTo>
                    <a:pt x="14082" y="56112"/>
                  </a:lnTo>
                  <a:lnTo>
                    <a:pt x="14171" y="55447"/>
                  </a:lnTo>
                  <a:lnTo>
                    <a:pt x="14023" y="55416"/>
                  </a:lnTo>
                  <a:lnTo>
                    <a:pt x="13846" y="55416"/>
                  </a:lnTo>
                  <a:lnTo>
                    <a:pt x="13461" y="55356"/>
                  </a:lnTo>
                  <a:lnTo>
                    <a:pt x="13313" y="55084"/>
                  </a:lnTo>
                  <a:lnTo>
                    <a:pt x="13224" y="54781"/>
                  </a:lnTo>
                  <a:lnTo>
                    <a:pt x="13491" y="54721"/>
                  </a:lnTo>
                  <a:lnTo>
                    <a:pt x="13727" y="54267"/>
                  </a:lnTo>
                  <a:lnTo>
                    <a:pt x="13638" y="54025"/>
                  </a:lnTo>
                  <a:lnTo>
                    <a:pt x="13550" y="53813"/>
                  </a:lnTo>
                  <a:lnTo>
                    <a:pt x="13491" y="53662"/>
                  </a:lnTo>
                  <a:lnTo>
                    <a:pt x="13254" y="53359"/>
                  </a:lnTo>
                  <a:lnTo>
                    <a:pt x="13106" y="53148"/>
                  </a:lnTo>
                  <a:lnTo>
                    <a:pt x="12899" y="52876"/>
                  </a:lnTo>
                  <a:lnTo>
                    <a:pt x="12721" y="52634"/>
                  </a:lnTo>
                  <a:lnTo>
                    <a:pt x="11597" y="51908"/>
                  </a:lnTo>
                  <a:lnTo>
                    <a:pt x="11390" y="51787"/>
                  </a:lnTo>
                  <a:lnTo>
                    <a:pt x="11183" y="51877"/>
                  </a:lnTo>
                  <a:lnTo>
                    <a:pt x="10946" y="52210"/>
                  </a:lnTo>
                  <a:lnTo>
                    <a:pt x="10887" y="52361"/>
                  </a:lnTo>
                  <a:lnTo>
                    <a:pt x="10709" y="52513"/>
                  </a:lnTo>
                  <a:lnTo>
                    <a:pt x="10502" y="52150"/>
                  </a:lnTo>
                  <a:lnTo>
                    <a:pt x="10207" y="52331"/>
                  </a:lnTo>
                  <a:lnTo>
                    <a:pt x="10059" y="52422"/>
                  </a:lnTo>
                  <a:lnTo>
                    <a:pt x="9851" y="52361"/>
                  </a:lnTo>
                  <a:lnTo>
                    <a:pt x="9437" y="51877"/>
                  </a:lnTo>
                  <a:lnTo>
                    <a:pt x="8638" y="50758"/>
                  </a:lnTo>
                  <a:lnTo>
                    <a:pt x="8668" y="50486"/>
                  </a:lnTo>
                  <a:lnTo>
                    <a:pt x="8846" y="50395"/>
                  </a:lnTo>
                  <a:lnTo>
                    <a:pt x="9053" y="50335"/>
                  </a:lnTo>
                  <a:lnTo>
                    <a:pt x="9230" y="50244"/>
                  </a:lnTo>
                  <a:lnTo>
                    <a:pt x="9437" y="50244"/>
                  </a:lnTo>
                  <a:lnTo>
                    <a:pt x="9704" y="50244"/>
                  </a:lnTo>
                  <a:lnTo>
                    <a:pt x="9851" y="50214"/>
                  </a:lnTo>
                  <a:lnTo>
                    <a:pt x="10029" y="50123"/>
                  </a:lnTo>
                  <a:lnTo>
                    <a:pt x="10266" y="50062"/>
                  </a:lnTo>
                  <a:lnTo>
                    <a:pt x="10473" y="50032"/>
                  </a:lnTo>
                  <a:lnTo>
                    <a:pt x="10828" y="49790"/>
                  </a:lnTo>
                  <a:lnTo>
                    <a:pt x="10828" y="49609"/>
                  </a:lnTo>
                  <a:lnTo>
                    <a:pt x="10591" y="49125"/>
                  </a:lnTo>
                  <a:lnTo>
                    <a:pt x="10414" y="49094"/>
                  </a:lnTo>
                  <a:lnTo>
                    <a:pt x="10236" y="48973"/>
                  </a:lnTo>
                  <a:lnTo>
                    <a:pt x="10088" y="48852"/>
                  </a:lnTo>
                  <a:lnTo>
                    <a:pt x="9999" y="48580"/>
                  </a:lnTo>
                  <a:lnTo>
                    <a:pt x="9851" y="48338"/>
                  </a:lnTo>
                  <a:lnTo>
                    <a:pt x="9704" y="48036"/>
                  </a:lnTo>
                  <a:lnTo>
                    <a:pt x="9526" y="47794"/>
                  </a:lnTo>
                  <a:lnTo>
                    <a:pt x="9319" y="47945"/>
                  </a:lnTo>
                  <a:lnTo>
                    <a:pt x="9141" y="48005"/>
                  </a:lnTo>
                  <a:lnTo>
                    <a:pt x="8964" y="47915"/>
                  </a:lnTo>
                  <a:lnTo>
                    <a:pt x="8698" y="47642"/>
                  </a:lnTo>
                  <a:lnTo>
                    <a:pt x="8875" y="47491"/>
                  </a:lnTo>
                  <a:lnTo>
                    <a:pt x="9171" y="47340"/>
                  </a:lnTo>
                  <a:lnTo>
                    <a:pt x="9023" y="47249"/>
                  </a:lnTo>
                  <a:lnTo>
                    <a:pt x="8846" y="47249"/>
                  </a:lnTo>
                  <a:lnTo>
                    <a:pt x="8550" y="47340"/>
                  </a:lnTo>
                  <a:lnTo>
                    <a:pt x="8402" y="47431"/>
                  </a:lnTo>
                  <a:lnTo>
                    <a:pt x="8224" y="47461"/>
                  </a:lnTo>
                  <a:lnTo>
                    <a:pt x="8106" y="47310"/>
                  </a:lnTo>
                  <a:lnTo>
                    <a:pt x="8195" y="47098"/>
                  </a:lnTo>
                  <a:lnTo>
                    <a:pt x="8017" y="47098"/>
                  </a:lnTo>
                  <a:lnTo>
                    <a:pt x="7810" y="47189"/>
                  </a:lnTo>
                  <a:lnTo>
                    <a:pt x="7603" y="47189"/>
                  </a:lnTo>
                  <a:lnTo>
                    <a:pt x="7425" y="47158"/>
                  </a:lnTo>
                  <a:lnTo>
                    <a:pt x="7248" y="47189"/>
                  </a:lnTo>
                  <a:lnTo>
                    <a:pt x="7100" y="47068"/>
                  </a:lnTo>
                  <a:lnTo>
                    <a:pt x="7159" y="46826"/>
                  </a:lnTo>
                  <a:lnTo>
                    <a:pt x="7218" y="46584"/>
                  </a:lnTo>
                  <a:lnTo>
                    <a:pt x="7218" y="46281"/>
                  </a:lnTo>
                  <a:lnTo>
                    <a:pt x="7041" y="46281"/>
                  </a:lnTo>
                  <a:lnTo>
                    <a:pt x="6804" y="46190"/>
                  </a:lnTo>
                  <a:lnTo>
                    <a:pt x="6567" y="46069"/>
                  </a:lnTo>
                  <a:lnTo>
                    <a:pt x="6390" y="45858"/>
                  </a:lnTo>
                  <a:lnTo>
                    <a:pt x="6360" y="45676"/>
                  </a:lnTo>
                  <a:lnTo>
                    <a:pt x="6331" y="45343"/>
                  </a:lnTo>
                  <a:lnTo>
                    <a:pt x="6272" y="45132"/>
                  </a:lnTo>
                  <a:lnTo>
                    <a:pt x="6094" y="45071"/>
                  </a:lnTo>
                  <a:lnTo>
                    <a:pt x="5946" y="45192"/>
                  </a:lnTo>
                  <a:lnTo>
                    <a:pt x="5769" y="45374"/>
                  </a:lnTo>
                  <a:lnTo>
                    <a:pt x="5029" y="45253"/>
                  </a:lnTo>
                  <a:lnTo>
                    <a:pt x="5177" y="45041"/>
                  </a:lnTo>
                  <a:lnTo>
                    <a:pt x="4999" y="45011"/>
                  </a:lnTo>
                  <a:lnTo>
                    <a:pt x="4733" y="45253"/>
                  </a:lnTo>
                  <a:lnTo>
                    <a:pt x="4437" y="45011"/>
                  </a:lnTo>
                  <a:lnTo>
                    <a:pt x="4467" y="44829"/>
                  </a:lnTo>
                  <a:lnTo>
                    <a:pt x="4674" y="44708"/>
                  </a:lnTo>
                  <a:lnTo>
                    <a:pt x="4881" y="44617"/>
                  </a:lnTo>
                  <a:lnTo>
                    <a:pt x="5354" y="44375"/>
                  </a:lnTo>
                  <a:lnTo>
                    <a:pt x="5414" y="44194"/>
                  </a:lnTo>
                  <a:lnTo>
                    <a:pt x="5059" y="44224"/>
                  </a:lnTo>
                  <a:lnTo>
                    <a:pt x="4911" y="44315"/>
                  </a:lnTo>
                  <a:lnTo>
                    <a:pt x="4674" y="44406"/>
                  </a:lnTo>
                  <a:lnTo>
                    <a:pt x="4467" y="44436"/>
                  </a:lnTo>
                  <a:lnTo>
                    <a:pt x="4319" y="44375"/>
                  </a:lnTo>
                  <a:lnTo>
                    <a:pt x="4260" y="44133"/>
                  </a:lnTo>
                  <a:lnTo>
                    <a:pt x="4408" y="43922"/>
                  </a:lnTo>
                  <a:lnTo>
                    <a:pt x="4556" y="43740"/>
                  </a:lnTo>
                  <a:lnTo>
                    <a:pt x="4792" y="43438"/>
                  </a:lnTo>
                  <a:lnTo>
                    <a:pt x="5295" y="43256"/>
                  </a:lnTo>
                  <a:lnTo>
                    <a:pt x="5414" y="43075"/>
                  </a:lnTo>
                  <a:lnTo>
                    <a:pt x="5295" y="42802"/>
                  </a:lnTo>
                  <a:lnTo>
                    <a:pt x="5266" y="42621"/>
                  </a:lnTo>
                  <a:lnTo>
                    <a:pt x="5354" y="42258"/>
                  </a:lnTo>
                  <a:lnTo>
                    <a:pt x="5177" y="41955"/>
                  </a:lnTo>
                  <a:lnTo>
                    <a:pt x="5295" y="41653"/>
                  </a:lnTo>
                  <a:lnTo>
                    <a:pt x="5473" y="41592"/>
                  </a:lnTo>
                  <a:lnTo>
                    <a:pt x="5828" y="41653"/>
                  </a:lnTo>
                  <a:lnTo>
                    <a:pt x="6065" y="41592"/>
                  </a:lnTo>
                  <a:lnTo>
                    <a:pt x="6301" y="41502"/>
                  </a:lnTo>
                  <a:lnTo>
                    <a:pt x="6567" y="41350"/>
                  </a:lnTo>
                  <a:lnTo>
                    <a:pt x="6834" y="41290"/>
                  </a:lnTo>
                  <a:lnTo>
                    <a:pt x="7159" y="41320"/>
                  </a:lnTo>
                  <a:lnTo>
                    <a:pt x="7485" y="41229"/>
                  </a:lnTo>
                  <a:lnTo>
                    <a:pt x="7781" y="41260"/>
                  </a:lnTo>
                  <a:lnTo>
                    <a:pt x="8047" y="41320"/>
                  </a:lnTo>
                  <a:lnTo>
                    <a:pt x="8550" y="41260"/>
                  </a:lnTo>
                  <a:lnTo>
                    <a:pt x="8846" y="41199"/>
                  </a:lnTo>
                  <a:lnTo>
                    <a:pt x="9141" y="41169"/>
                  </a:lnTo>
                  <a:lnTo>
                    <a:pt x="9556" y="41078"/>
                  </a:lnTo>
                  <a:lnTo>
                    <a:pt x="9881" y="40957"/>
                  </a:lnTo>
                  <a:lnTo>
                    <a:pt x="10118" y="40745"/>
                  </a:lnTo>
                  <a:lnTo>
                    <a:pt x="10325" y="40503"/>
                  </a:lnTo>
                  <a:lnTo>
                    <a:pt x="10443" y="40292"/>
                  </a:lnTo>
                  <a:lnTo>
                    <a:pt x="10414" y="40080"/>
                  </a:lnTo>
                  <a:lnTo>
                    <a:pt x="10207" y="39959"/>
                  </a:lnTo>
                  <a:lnTo>
                    <a:pt x="9999" y="39808"/>
                  </a:lnTo>
                  <a:lnTo>
                    <a:pt x="10118" y="39657"/>
                  </a:lnTo>
                  <a:lnTo>
                    <a:pt x="10562" y="39868"/>
                  </a:lnTo>
                  <a:lnTo>
                    <a:pt x="10739" y="39899"/>
                  </a:lnTo>
                  <a:lnTo>
                    <a:pt x="11094" y="39747"/>
                  </a:lnTo>
                  <a:lnTo>
                    <a:pt x="11479" y="39596"/>
                  </a:lnTo>
                  <a:lnTo>
                    <a:pt x="11834" y="39324"/>
                  </a:lnTo>
                  <a:lnTo>
                    <a:pt x="12159" y="39142"/>
                  </a:lnTo>
                  <a:lnTo>
                    <a:pt x="12366" y="39021"/>
                  </a:lnTo>
                  <a:lnTo>
                    <a:pt x="12544" y="38719"/>
                  </a:lnTo>
                  <a:lnTo>
                    <a:pt x="12573" y="38416"/>
                  </a:lnTo>
                  <a:lnTo>
                    <a:pt x="12573" y="38235"/>
                  </a:lnTo>
                  <a:lnTo>
                    <a:pt x="12070" y="38114"/>
                  </a:lnTo>
                  <a:lnTo>
                    <a:pt x="12159" y="37902"/>
                  </a:lnTo>
                  <a:lnTo>
                    <a:pt x="12633" y="37993"/>
                  </a:lnTo>
                  <a:lnTo>
                    <a:pt x="13076" y="37963"/>
                  </a:lnTo>
                  <a:lnTo>
                    <a:pt x="13431" y="37963"/>
                  </a:lnTo>
                  <a:lnTo>
                    <a:pt x="13668" y="37963"/>
                  </a:lnTo>
                  <a:lnTo>
                    <a:pt x="13727" y="37721"/>
                  </a:lnTo>
                  <a:lnTo>
                    <a:pt x="13934" y="37418"/>
                  </a:lnTo>
                  <a:lnTo>
                    <a:pt x="13934" y="37176"/>
                  </a:lnTo>
                  <a:lnTo>
                    <a:pt x="13993" y="36934"/>
                  </a:lnTo>
                  <a:lnTo>
                    <a:pt x="14053" y="36722"/>
                  </a:lnTo>
                  <a:lnTo>
                    <a:pt x="13993" y="36511"/>
                  </a:lnTo>
                  <a:lnTo>
                    <a:pt x="14082" y="36117"/>
                  </a:lnTo>
                  <a:lnTo>
                    <a:pt x="13993" y="35906"/>
                  </a:lnTo>
                  <a:lnTo>
                    <a:pt x="13934" y="35633"/>
                  </a:lnTo>
                  <a:lnTo>
                    <a:pt x="13993" y="35331"/>
                  </a:lnTo>
                  <a:lnTo>
                    <a:pt x="14053" y="35089"/>
                  </a:lnTo>
                  <a:lnTo>
                    <a:pt x="14023" y="34877"/>
                  </a:lnTo>
                  <a:lnTo>
                    <a:pt x="13609" y="34877"/>
                  </a:lnTo>
                  <a:lnTo>
                    <a:pt x="9881" y="34938"/>
                  </a:lnTo>
                  <a:lnTo>
                    <a:pt x="9556" y="34726"/>
                  </a:lnTo>
                  <a:lnTo>
                    <a:pt x="9733" y="34696"/>
                  </a:lnTo>
                  <a:lnTo>
                    <a:pt x="10059" y="34726"/>
                  </a:lnTo>
                  <a:lnTo>
                    <a:pt x="10709" y="34726"/>
                  </a:lnTo>
                  <a:lnTo>
                    <a:pt x="11035" y="34726"/>
                  </a:lnTo>
                  <a:lnTo>
                    <a:pt x="12485" y="34696"/>
                  </a:lnTo>
                  <a:lnTo>
                    <a:pt x="12869" y="34696"/>
                  </a:lnTo>
                  <a:lnTo>
                    <a:pt x="13609" y="34665"/>
                  </a:lnTo>
                  <a:lnTo>
                    <a:pt x="13964" y="34665"/>
                  </a:lnTo>
                  <a:lnTo>
                    <a:pt x="14378" y="34635"/>
                  </a:lnTo>
                  <a:lnTo>
                    <a:pt x="14644" y="34635"/>
                  </a:lnTo>
                  <a:lnTo>
                    <a:pt x="15354" y="34605"/>
                  </a:lnTo>
                  <a:lnTo>
                    <a:pt x="15917" y="34696"/>
                  </a:lnTo>
                  <a:lnTo>
                    <a:pt x="16153" y="34817"/>
                  </a:lnTo>
                  <a:lnTo>
                    <a:pt x="16479" y="34907"/>
                  </a:lnTo>
                  <a:lnTo>
                    <a:pt x="17396" y="35210"/>
                  </a:lnTo>
                  <a:lnTo>
                    <a:pt x="17869" y="35361"/>
                  </a:lnTo>
                  <a:lnTo>
                    <a:pt x="18135" y="35512"/>
                  </a:lnTo>
                  <a:lnTo>
                    <a:pt x="18638" y="35996"/>
                  </a:lnTo>
                  <a:lnTo>
                    <a:pt x="18905" y="35906"/>
                  </a:lnTo>
                  <a:lnTo>
                    <a:pt x="19141" y="35754"/>
                  </a:lnTo>
                  <a:lnTo>
                    <a:pt x="19289" y="35633"/>
                  </a:lnTo>
                  <a:lnTo>
                    <a:pt x="19437" y="35452"/>
                  </a:lnTo>
                  <a:lnTo>
                    <a:pt x="19644" y="35180"/>
                  </a:lnTo>
                  <a:lnTo>
                    <a:pt x="19674" y="35028"/>
                  </a:lnTo>
                  <a:lnTo>
                    <a:pt x="19881" y="34605"/>
                  </a:lnTo>
                  <a:lnTo>
                    <a:pt x="20088" y="34514"/>
                  </a:lnTo>
                  <a:lnTo>
                    <a:pt x="20206" y="34272"/>
                  </a:lnTo>
                  <a:lnTo>
                    <a:pt x="19911" y="34000"/>
                  </a:lnTo>
                  <a:lnTo>
                    <a:pt x="19467" y="33728"/>
                  </a:lnTo>
                  <a:lnTo>
                    <a:pt x="19141" y="33486"/>
                  </a:lnTo>
                  <a:lnTo>
                    <a:pt x="19763" y="33607"/>
                  </a:lnTo>
                  <a:lnTo>
                    <a:pt x="19940" y="33728"/>
                  </a:lnTo>
                  <a:lnTo>
                    <a:pt x="20266" y="34030"/>
                  </a:lnTo>
                  <a:lnTo>
                    <a:pt x="20561" y="34212"/>
                  </a:lnTo>
                  <a:lnTo>
                    <a:pt x="21331" y="34756"/>
                  </a:lnTo>
                  <a:lnTo>
                    <a:pt x="21774" y="34847"/>
                  </a:lnTo>
                  <a:lnTo>
                    <a:pt x="21863" y="34998"/>
                  </a:lnTo>
                  <a:lnTo>
                    <a:pt x="22100" y="35482"/>
                  </a:lnTo>
                  <a:lnTo>
                    <a:pt x="22455" y="36148"/>
                  </a:lnTo>
                  <a:lnTo>
                    <a:pt x="22721" y="36178"/>
                  </a:lnTo>
                  <a:lnTo>
                    <a:pt x="23106" y="35875"/>
                  </a:lnTo>
                  <a:lnTo>
                    <a:pt x="23490" y="35512"/>
                  </a:lnTo>
                  <a:lnTo>
                    <a:pt x="24289" y="34998"/>
                  </a:lnTo>
                  <a:lnTo>
                    <a:pt x="24496" y="34847"/>
                  </a:lnTo>
                  <a:lnTo>
                    <a:pt x="24644" y="34605"/>
                  </a:lnTo>
                  <a:lnTo>
                    <a:pt x="24970" y="34393"/>
                  </a:lnTo>
                  <a:lnTo>
                    <a:pt x="24556" y="33667"/>
                  </a:lnTo>
                  <a:lnTo>
                    <a:pt x="24378" y="33365"/>
                  </a:lnTo>
                  <a:lnTo>
                    <a:pt x="24141" y="33002"/>
                  </a:lnTo>
                  <a:lnTo>
                    <a:pt x="23668" y="32941"/>
                  </a:lnTo>
                  <a:lnTo>
                    <a:pt x="22130" y="32185"/>
                  </a:lnTo>
                  <a:lnTo>
                    <a:pt x="22041" y="31882"/>
                  </a:lnTo>
                  <a:lnTo>
                    <a:pt x="21686" y="31610"/>
                  </a:lnTo>
                  <a:lnTo>
                    <a:pt x="22041" y="31005"/>
                  </a:lnTo>
                  <a:lnTo>
                    <a:pt x="22662" y="31459"/>
                  </a:lnTo>
                  <a:lnTo>
                    <a:pt x="22544" y="31671"/>
                  </a:lnTo>
                  <a:lnTo>
                    <a:pt x="23047" y="31852"/>
                  </a:lnTo>
                  <a:lnTo>
                    <a:pt x="23283" y="32094"/>
                  </a:lnTo>
                  <a:lnTo>
                    <a:pt x="23431" y="32155"/>
                  </a:lnTo>
                  <a:lnTo>
                    <a:pt x="23609" y="32245"/>
                  </a:lnTo>
                  <a:lnTo>
                    <a:pt x="23845" y="32366"/>
                  </a:lnTo>
                  <a:lnTo>
                    <a:pt x="24082" y="32487"/>
                  </a:lnTo>
                  <a:lnTo>
                    <a:pt x="24289" y="32850"/>
                  </a:lnTo>
                  <a:lnTo>
                    <a:pt x="24526" y="33244"/>
                  </a:lnTo>
                  <a:lnTo>
                    <a:pt x="24792" y="33697"/>
                  </a:lnTo>
                  <a:lnTo>
                    <a:pt x="24999" y="34030"/>
                  </a:lnTo>
                  <a:lnTo>
                    <a:pt x="25147" y="34242"/>
                  </a:lnTo>
                  <a:lnTo>
                    <a:pt x="25414" y="34726"/>
                  </a:lnTo>
                  <a:lnTo>
                    <a:pt x="25561" y="34938"/>
                  </a:lnTo>
                  <a:lnTo>
                    <a:pt x="25650" y="35089"/>
                  </a:lnTo>
                  <a:lnTo>
                    <a:pt x="26360" y="34998"/>
                  </a:lnTo>
                  <a:lnTo>
                    <a:pt x="26745" y="35149"/>
                  </a:lnTo>
                  <a:lnTo>
                    <a:pt x="26922" y="35543"/>
                  </a:lnTo>
                  <a:lnTo>
                    <a:pt x="27425" y="35543"/>
                  </a:lnTo>
                  <a:lnTo>
                    <a:pt x="27840" y="35301"/>
                  </a:lnTo>
                  <a:lnTo>
                    <a:pt x="28254" y="35180"/>
                  </a:lnTo>
                  <a:lnTo>
                    <a:pt x="28550" y="34998"/>
                  </a:lnTo>
                  <a:lnTo>
                    <a:pt x="28757" y="34756"/>
                  </a:lnTo>
                  <a:lnTo>
                    <a:pt x="28905" y="34544"/>
                  </a:lnTo>
                  <a:lnTo>
                    <a:pt x="29200" y="34575"/>
                  </a:lnTo>
                  <a:lnTo>
                    <a:pt x="29467" y="34575"/>
                  </a:lnTo>
                  <a:lnTo>
                    <a:pt x="29437" y="33849"/>
                  </a:lnTo>
                  <a:lnTo>
                    <a:pt x="28283" y="31882"/>
                  </a:lnTo>
                  <a:lnTo>
                    <a:pt x="27662" y="31701"/>
                  </a:lnTo>
                  <a:lnTo>
                    <a:pt x="27780" y="31338"/>
                  </a:lnTo>
                  <a:lnTo>
                    <a:pt x="28579" y="31671"/>
                  </a:lnTo>
                  <a:lnTo>
                    <a:pt x="29674" y="33667"/>
                  </a:lnTo>
                  <a:lnTo>
                    <a:pt x="29851" y="34091"/>
                  </a:lnTo>
                  <a:lnTo>
                    <a:pt x="29881" y="34907"/>
                  </a:lnTo>
                  <a:lnTo>
                    <a:pt x="29881" y="35240"/>
                  </a:lnTo>
                  <a:lnTo>
                    <a:pt x="29999" y="35845"/>
                  </a:lnTo>
                  <a:lnTo>
                    <a:pt x="30088" y="36117"/>
                  </a:lnTo>
                  <a:lnTo>
                    <a:pt x="30236" y="36359"/>
                  </a:lnTo>
                  <a:lnTo>
                    <a:pt x="30413" y="36420"/>
                  </a:lnTo>
                  <a:lnTo>
                    <a:pt x="30650" y="36420"/>
                  </a:lnTo>
                  <a:lnTo>
                    <a:pt x="30798" y="36390"/>
                  </a:lnTo>
                  <a:lnTo>
                    <a:pt x="31005" y="36299"/>
                  </a:lnTo>
                  <a:lnTo>
                    <a:pt x="31183" y="36178"/>
                  </a:lnTo>
                  <a:lnTo>
                    <a:pt x="31419" y="36117"/>
                  </a:lnTo>
                  <a:lnTo>
                    <a:pt x="31626" y="36420"/>
                  </a:lnTo>
                  <a:lnTo>
                    <a:pt x="32011" y="36359"/>
                  </a:lnTo>
                  <a:lnTo>
                    <a:pt x="32337" y="36178"/>
                  </a:lnTo>
                  <a:lnTo>
                    <a:pt x="32692" y="36057"/>
                  </a:lnTo>
                  <a:lnTo>
                    <a:pt x="32987" y="35936"/>
                  </a:lnTo>
                  <a:lnTo>
                    <a:pt x="33165" y="35785"/>
                  </a:lnTo>
                  <a:lnTo>
                    <a:pt x="33490" y="35664"/>
                  </a:lnTo>
                  <a:lnTo>
                    <a:pt x="33697" y="35512"/>
                  </a:lnTo>
                  <a:lnTo>
                    <a:pt x="34023" y="35270"/>
                  </a:lnTo>
                  <a:lnTo>
                    <a:pt x="34289" y="35059"/>
                  </a:lnTo>
                  <a:lnTo>
                    <a:pt x="34496" y="34847"/>
                  </a:lnTo>
                  <a:lnTo>
                    <a:pt x="34615" y="34665"/>
                  </a:lnTo>
                  <a:lnTo>
                    <a:pt x="34792" y="34454"/>
                  </a:lnTo>
                  <a:lnTo>
                    <a:pt x="34999" y="34151"/>
                  </a:lnTo>
                  <a:lnTo>
                    <a:pt x="35295" y="33788"/>
                  </a:lnTo>
                  <a:lnTo>
                    <a:pt x="35621" y="33395"/>
                  </a:lnTo>
                  <a:lnTo>
                    <a:pt x="35798" y="33002"/>
                  </a:lnTo>
                  <a:lnTo>
                    <a:pt x="35916" y="32820"/>
                  </a:lnTo>
                  <a:lnTo>
                    <a:pt x="36064" y="32548"/>
                  </a:lnTo>
                  <a:lnTo>
                    <a:pt x="36094" y="32306"/>
                  </a:lnTo>
                  <a:lnTo>
                    <a:pt x="36183" y="32003"/>
                  </a:lnTo>
                  <a:lnTo>
                    <a:pt x="36301" y="31701"/>
                  </a:lnTo>
                  <a:lnTo>
                    <a:pt x="36360" y="31398"/>
                  </a:lnTo>
                  <a:lnTo>
                    <a:pt x="36390" y="31156"/>
                  </a:lnTo>
                  <a:lnTo>
                    <a:pt x="36567" y="30914"/>
                  </a:lnTo>
                  <a:lnTo>
                    <a:pt x="36626" y="30612"/>
                  </a:lnTo>
                  <a:lnTo>
                    <a:pt x="36656" y="30370"/>
                  </a:lnTo>
                  <a:lnTo>
                    <a:pt x="36715" y="30067"/>
                  </a:lnTo>
                  <a:lnTo>
                    <a:pt x="36745" y="29886"/>
                  </a:lnTo>
                  <a:lnTo>
                    <a:pt x="36922" y="29644"/>
                  </a:lnTo>
                  <a:lnTo>
                    <a:pt x="36952" y="29493"/>
                  </a:lnTo>
                  <a:lnTo>
                    <a:pt x="36952" y="29311"/>
                  </a:lnTo>
                  <a:lnTo>
                    <a:pt x="37070" y="29069"/>
                  </a:lnTo>
                  <a:lnTo>
                    <a:pt x="37070" y="28736"/>
                  </a:lnTo>
                  <a:lnTo>
                    <a:pt x="37070" y="28525"/>
                  </a:lnTo>
                  <a:lnTo>
                    <a:pt x="37218" y="28313"/>
                  </a:lnTo>
                  <a:lnTo>
                    <a:pt x="37248" y="27980"/>
                  </a:lnTo>
                  <a:lnTo>
                    <a:pt x="37218" y="27678"/>
                  </a:lnTo>
                  <a:lnTo>
                    <a:pt x="37248" y="27466"/>
                  </a:lnTo>
                  <a:lnTo>
                    <a:pt x="37336" y="27254"/>
                  </a:lnTo>
                  <a:lnTo>
                    <a:pt x="37336" y="27042"/>
                  </a:lnTo>
                  <a:lnTo>
                    <a:pt x="37336" y="26649"/>
                  </a:lnTo>
                  <a:lnTo>
                    <a:pt x="37425" y="26075"/>
                  </a:lnTo>
                  <a:lnTo>
                    <a:pt x="37455" y="25923"/>
                  </a:lnTo>
                  <a:lnTo>
                    <a:pt x="37248" y="22535"/>
                  </a:lnTo>
                  <a:lnTo>
                    <a:pt x="37218" y="22233"/>
                  </a:lnTo>
                  <a:lnTo>
                    <a:pt x="37336" y="21930"/>
                  </a:lnTo>
                  <a:lnTo>
                    <a:pt x="37070" y="21235"/>
                  </a:lnTo>
                  <a:lnTo>
                    <a:pt x="36863" y="20630"/>
                  </a:lnTo>
                  <a:lnTo>
                    <a:pt x="36597" y="18694"/>
                  </a:lnTo>
                  <a:lnTo>
                    <a:pt x="36567" y="18542"/>
                  </a:lnTo>
                  <a:lnTo>
                    <a:pt x="36597" y="18331"/>
                  </a:lnTo>
                  <a:lnTo>
                    <a:pt x="36597" y="17544"/>
                  </a:lnTo>
                  <a:lnTo>
                    <a:pt x="36567" y="16969"/>
                  </a:lnTo>
                  <a:lnTo>
                    <a:pt x="36567" y="16788"/>
                  </a:lnTo>
                  <a:lnTo>
                    <a:pt x="36242" y="16425"/>
                  </a:lnTo>
                  <a:lnTo>
                    <a:pt x="35976" y="16304"/>
                  </a:lnTo>
                  <a:lnTo>
                    <a:pt x="35887" y="16153"/>
                  </a:lnTo>
                  <a:lnTo>
                    <a:pt x="35976" y="15880"/>
                  </a:lnTo>
                  <a:lnTo>
                    <a:pt x="36123" y="15820"/>
                  </a:lnTo>
                  <a:lnTo>
                    <a:pt x="36390" y="15820"/>
                  </a:lnTo>
                  <a:lnTo>
                    <a:pt x="36656" y="15850"/>
                  </a:lnTo>
                  <a:lnTo>
                    <a:pt x="36922" y="15850"/>
                  </a:lnTo>
                  <a:lnTo>
                    <a:pt x="37189" y="15880"/>
                  </a:lnTo>
                  <a:lnTo>
                    <a:pt x="37514" y="15880"/>
                  </a:lnTo>
                  <a:lnTo>
                    <a:pt x="37721" y="15880"/>
                  </a:lnTo>
                  <a:lnTo>
                    <a:pt x="37899" y="15850"/>
                  </a:lnTo>
                  <a:lnTo>
                    <a:pt x="38135" y="15729"/>
                  </a:lnTo>
                  <a:lnTo>
                    <a:pt x="38372" y="15638"/>
                  </a:lnTo>
                  <a:lnTo>
                    <a:pt x="38697" y="15487"/>
                  </a:lnTo>
                  <a:lnTo>
                    <a:pt x="38934" y="15366"/>
                  </a:lnTo>
                  <a:lnTo>
                    <a:pt x="39200" y="14670"/>
                  </a:lnTo>
                  <a:lnTo>
                    <a:pt x="39467" y="14338"/>
                  </a:lnTo>
                  <a:lnTo>
                    <a:pt x="39437" y="14126"/>
                  </a:lnTo>
                  <a:lnTo>
                    <a:pt x="39260" y="13944"/>
                  </a:lnTo>
                  <a:lnTo>
                    <a:pt x="39289" y="13793"/>
                  </a:lnTo>
                  <a:lnTo>
                    <a:pt x="39437" y="13460"/>
                  </a:lnTo>
                  <a:lnTo>
                    <a:pt x="39348" y="13037"/>
                  </a:lnTo>
                  <a:lnTo>
                    <a:pt x="39348" y="12765"/>
                  </a:lnTo>
                  <a:lnTo>
                    <a:pt x="39200" y="11978"/>
                  </a:lnTo>
                  <a:lnTo>
                    <a:pt x="39230" y="11706"/>
                  </a:lnTo>
                  <a:lnTo>
                    <a:pt x="39082" y="11283"/>
                  </a:lnTo>
                  <a:lnTo>
                    <a:pt x="39082" y="10889"/>
                  </a:lnTo>
                  <a:lnTo>
                    <a:pt x="40029" y="10526"/>
                  </a:lnTo>
                  <a:lnTo>
                    <a:pt x="41745" y="9891"/>
                  </a:lnTo>
                  <a:lnTo>
                    <a:pt x="41686" y="9195"/>
                  </a:lnTo>
                  <a:lnTo>
                    <a:pt x="43579" y="8863"/>
                  </a:lnTo>
                  <a:lnTo>
                    <a:pt x="43609" y="9226"/>
                  </a:lnTo>
                  <a:lnTo>
                    <a:pt x="45443" y="9105"/>
                  </a:lnTo>
                  <a:lnTo>
                    <a:pt x="46833" y="8560"/>
                  </a:lnTo>
                  <a:lnTo>
                    <a:pt x="49200" y="7562"/>
                  </a:lnTo>
                  <a:lnTo>
                    <a:pt x="50029" y="7199"/>
                  </a:lnTo>
                  <a:lnTo>
                    <a:pt x="50236" y="7138"/>
                  </a:lnTo>
                  <a:lnTo>
                    <a:pt x="52898" y="5898"/>
                  </a:lnTo>
                  <a:lnTo>
                    <a:pt x="55443" y="4718"/>
                  </a:lnTo>
                  <a:lnTo>
                    <a:pt x="56330" y="4325"/>
                  </a:lnTo>
                  <a:lnTo>
                    <a:pt x="57662" y="3690"/>
                  </a:lnTo>
                  <a:lnTo>
                    <a:pt x="58342" y="3387"/>
                  </a:lnTo>
                  <a:lnTo>
                    <a:pt x="60117" y="2571"/>
                  </a:lnTo>
                  <a:lnTo>
                    <a:pt x="60265" y="2510"/>
                  </a:lnTo>
                  <a:lnTo>
                    <a:pt x="60177" y="1996"/>
                  </a:lnTo>
                  <a:lnTo>
                    <a:pt x="59940" y="816"/>
                  </a:lnTo>
                  <a:lnTo>
                    <a:pt x="59910" y="514"/>
                  </a:lnTo>
                  <a:lnTo>
                    <a:pt x="60236" y="272"/>
                  </a:lnTo>
                  <a:lnTo>
                    <a:pt x="607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702545" y="3166170"/>
              <a:ext cx="638279" cy="443093"/>
            </a:xfrm>
            <a:custGeom>
              <a:avLst/>
              <a:pathLst>
                <a:path w="638279" h="443093">
                  <a:moveTo>
                    <a:pt x="482747" y="1542"/>
                  </a:moveTo>
                  <a:lnTo>
                    <a:pt x="488428" y="423"/>
                  </a:lnTo>
                  <a:lnTo>
                    <a:pt x="493457" y="483"/>
                  </a:lnTo>
                  <a:lnTo>
                    <a:pt x="494611" y="2994"/>
                  </a:lnTo>
                  <a:lnTo>
                    <a:pt x="497096" y="6564"/>
                  </a:lnTo>
                  <a:lnTo>
                    <a:pt x="499581" y="9105"/>
                  </a:lnTo>
                  <a:lnTo>
                    <a:pt x="503309" y="12916"/>
                  </a:lnTo>
                  <a:lnTo>
                    <a:pt x="508753" y="19752"/>
                  </a:lnTo>
                  <a:lnTo>
                    <a:pt x="516208" y="28222"/>
                  </a:lnTo>
                  <a:lnTo>
                    <a:pt x="520528" y="33092"/>
                  </a:lnTo>
                  <a:lnTo>
                    <a:pt x="522895" y="38053"/>
                  </a:lnTo>
                  <a:lnTo>
                    <a:pt x="525439" y="42742"/>
                  </a:lnTo>
                  <a:lnTo>
                    <a:pt x="525883" y="43528"/>
                  </a:lnTo>
                  <a:lnTo>
                    <a:pt x="526179" y="44073"/>
                  </a:lnTo>
                  <a:lnTo>
                    <a:pt x="528368" y="47975"/>
                  </a:lnTo>
                  <a:lnTo>
                    <a:pt x="530350" y="54327"/>
                  </a:lnTo>
                  <a:lnTo>
                    <a:pt x="532096" y="59319"/>
                  </a:lnTo>
                  <a:lnTo>
                    <a:pt x="532096" y="64007"/>
                  </a:lnTo>
                  <a:lnTo>
                    <a:pt x="531859" y="68847"/>
                  </a:lnTo>
                  <a:lnTo>
                    <a:pt x="531475" y="73808"/>
                  </a:lnTo>
                  <a:lnTo>
                    <a:pt x="532481" y="77650"/>
                  </a:lnTo>
                  <a:lnTo>
                    <a:pt x="534966" y="82338"/>
                  </a:lnTo>
                  <a:lnTo>
                    <a:pt x="536563" y="84789"/>
                  </a:lnTo>
                  <a:lnTo>
                    <a:pt x="537540" y="87662"/>
                  </a:lnTo>
                  <a:lnTo>
                    <a:pt x="538605" y="90960"/>
                  </a:lnTo>
                  <a:lnTo>
                    <a:pt x="538191" y="94347"/>
                  </a:lnTo>
                  <a:lnTo>
                    <a:pt x="538250" y="95981"/>
                  </a:lnTo>
                  <a:lnTo>
                    <a:pt x="540114" y="99611"/>
                  </a:lnTo>
                  <a:lnTo>
                    <a:pt x="540262" y="99641"/>
                  </a:lnTo>
                  <a:lnTo>
                    <a:pt x="543457" y="97554"/>
                  </a:lnTo>
                  <a:lnTo>
                    <a:pt x="543693" y="97342"/>
                  </a:lnTo>
                  <a:lnTo>
                    <a:pt x="545883" y="95134"/>
                  </a:lnTo>
                  <a:lnTo>
                    <a:pt x="546830" y="94559"/>
                  </a:lnTo>
                  <a:lnTo>
                    <a:pt x="547540" y="94378"/>
                  </a:lnTo>
                  <a:lnTo>
                    <a:pt x="550409" y="94438"/>
                  </a:lnTo>
                  <a:lnTo>
                    <a:pt x="551741" y="95104"/>
                  </a:lnTo>
                  <a:lnTo>
                    <a:pt x="552717" y="96374"/>
                  </a:lnTo>
                  <a:lnTo>
                    <a:pt x="552983" y="97161"/>
                  </a:lnTo>
                  <a:lnTo>
                    <a:pt x="553309" y="97493"/>
                  </a:lnTo>
                  <a:lnTo>
                    <a:pt x="554492" y="97947"/>
                  </a:lnTo>
                  <a:lnTo>
                    <a:pt x="556356" y="98371"/>
                  </a:lnTo>
                  <a:lnTo>
                    <a:pt x="557362" y="99066"/>
                  </a:lnTo>
                  <a:lnTo>
                    <a:pt x="557895" y="99823"/>
                  </a:lnTo>
                  <a:lnTo>
                    <a:pt x="559433" y="104723"/>
                  </a:lnTo>
                  <a:lnTo>
                    <a:pt x="560025" y="105631"/>
                  </a:lnTo>
                  <a:lnTo>
                    <a:pt x="560942" y="106538"/>
                  </a:lnTo>
                  <a:lnTo>
                    <a:pt x="562214" y="107234"/>
                  </a:lnTo>
                  <a:lnTo>
                    <a:pt x="564403" y="107808"/>
                  </a:lnTo>
                  <a:lnTo>
                    <a:pt x="566415" y="108776"/>
                  </a:lnTo>
                  <a:lnTo>
                    <a:pt x="569137" y="110622"/>
                  </a:lnTo>
                  <a:lnTo>
                    <a:pt x="571090" y="111650"/>
                  </a:lnTo>
                  <a:lnTo>
                    <a:pt x="574048" y="113828"/>
                  </a:lnTo>
                  <a:lnTo>
                    <a:pt x="579522" y="120453"/>
                  </a:lnTo>
                  <a:lnTo>
                    <a:pt x="580971" y="122237"/>
                  </a:lnTo>
                  <a:lnTo>
                    <a:pt x="582924" y="124597"/>
                  </a:lnTo>
                  <a:lnTo>
                    <a:pt x="585232" y="126896"/>
                  </a:lnTo>
                  <a:lnTo>
                    <a:pt x="587894" y="129376"/>
                  </a:lnTo>
                  <a:lnTo>
                    <a:pt x="588989" y="131161"/>
                  </a:lnTo>
                  <a:lnTo>
                    <a:pt x="590261" y="133853"/>
                  </a:lnTo>
                  <a:lnTo>
                    <a:pt x="591326" y="135275"/>
                  </a:lnTo>
                  <a:lnTo>
                    <a:pt x="592155" y="136092"/>
                  </a:lnTo>
                  <a:lnTo>
                    <a:pt x="597510" y="138602"/>
                  </a:lnTo>
                  <a:lnTo>
                    <a:pt x="598516" y="139359"/>
                  </a:lnTo>
                  <a:lnTo>
                    <a:pt x="601119" y="141688"/>
                  </a:lnTo>
                  <a:lnTo>
                    <a:pt x="607805" y="146800"/>
                  </a:lnTo>
                  <a:lnTo>
                    <a:pt x="610646" y="149613"/>
                  </a:lnTo>
                  <a:lnTo>
                    <a:pt x="612273" y="150702"/>
                  </a:lnTo>
                  <a:lnTo>
                    <a:pt x="615291" y="151821"/>
                  </a:lnTo>
                  <a:lnTo>
                    <a:pt x="615823" y="152154"/>
                  </a:lnTo>
                  <a:lnTo>
                    <a:pt x="617598" y="153999"/>
                  </a:lnTo>
                  <a:lnTo>
                    <a:pt x="620291" y="157478"/>
                  </a:lnTo>
                  <a:lnTo>
                    <a:pt x="620557" y="157992"/>
                  </a:lnTo>
                  <a:lnTo>
                    <a:pt x="622805" y="160019"/>
                  </a:lnTo>
                  <a:lnTo>
                    <a:pt x="624403" y="161985"/>
                  </a:lnTo>
                  <a:lnTo>
                    <a:pt x="625764" y="164768"/>
                  </a:lnTo>
                  <a:lnTo>
                    <a:pt x="627391" y="168701"/>
                  </a:lnTo>
                  <a:lnTo>
                    <a:pt x="628989" y="173450"/>
                  </a:lnTo>
                  <a:lnTo>
                    <a:pt x="631208" y="179106"/>
                  </a:lnTo>
                  <a:lnTo>
                    <a:pt x="632480" y="182736"/>
                  </a:lnTo>
                  <a:lnTo>
                    <a:pt x="634610" y="189452"/>
                  </a:lnTo>
                  <a:lnTo>
                    <a:pt x="635409" y="192749"/>
                  </a:lnTo>
                  <a:lnTo>
                    <a:pt x="635616" y="193929"/>
                  </a:lnTo>
                  <a:lnTo>
                    <a:pt x="636000" y="196470"/>
                  </a:lnTo>
                  <a:lnTo>
                    <a:pt x="635853" y="202277"/>
                  </a:lnTo>
                  <a:lnTo>
                    <a:pt x="635497" y="205212"/>
                  </a:lnTo>
                  <a:lnTo>
                    <a:pt x="635231" y="206573"/>
                  </a:lnTo>
                  <a:lnTo>
                    <a:pt x="634551" y="210052"/>
                  </a:lnTo>
                  <a:lnTo>
                    <a:pt x="635290" y="214861"/>
                  </a:lnTo>
                  <a:lnTo>
                    <a:pt x="636770" y="217916"/>
                  </a:lnTo>
                  <a:lnTo>
                    <a:pt x="637568" y="219550"/>
                  </a:lnTo>
                  <a:lnTo>
                    <a:pt x="638279" y="222030"/>
                  </a:lnTo>
                  <a:lnTo>
                    <a:pt x="637924" y="224087"/>
                  </a:lnTo>
                  <a:lnTo>
                    <a:pt x="636444" y="225721"/>
                  </a:lnTo>
                  <a:lnTo>
                    <a:pt x="635142" y="227173"/>
                  </a:lnTo>
                  <a:lnTo>
                    <a:pt x="633071" y="230500"/>
                  </a:lnTo>
                  <a:lnTo>
                    <a:pt x="629669" y="235038"/>
                  </a:lnTo>
                  <a:lnTo>
                    <a:pt x="625764" y="238426"/>
                  </a:lnTo>
                  <a:lnTo>
                    <a:pt x="622717" y="241965"/>
                  </a:lnTo>
                  <a:lnTo>
                    <a:pt x="621326" y="245504"/>
                  </a:lnTo>
                  <a:lnTo>
                    <a:pt x="621001" y="246079"/>
                  </a:lnTo>
                  <a:lnTo>
                    <a:pt x="618308" y="251009"/>
                  </a:lnTo>
                  <a:lnTo>
                    <a:pt x="612835" y="256999"/>
                  </a:lnTo>
                  <a:lnTo>
                    <a:pt x="606622" y="261506"/>
                  </a:lnTo>
                  <a:lnTo>
                    <a:pt x="602658" y="263170"/>
                  </a:lnTo>
                  <a:lnTo>
                    <a:pt x="596533" y="264501"/>
                  </a:lnTo>
                  <a:lnTo>
                    <a:pt x="586267" y="266860"/>
                  </a:lnTo>
                  <a:lnTo>
                    <a:pt x="580084" y="268796"/>
                  </a:lnTo>
                  <a:lnTo>
                    <a:pt x="574758" y="269522"/>
                  </a:lnTo>
                  <a:lnTo>
                    <a:pt x="570113" y="269371"/>
                  </a:lnTo>
                  <a:lnTo>
                    <a:pt x="569551" y="269189"/>
                  </a:lnTo>
                  <a:lnTo>
                    <a:pt x="565676" y="268070"/>
                  </a:lnTo>
                  <a:lnTo>
                    <a:pt x="561179" y="265348"/>
                  </a:lnTo>
                  <a:lnTo>
                    <a:pt x="558279" y="263018"/>
                  </a:lnTo>
                  <a:lnTo>
                    <a:pt x="553723" y="262050"/>
                  </a:lnTo>
                  <a:lnTo>
                    <a:pt x="546770" y="261597"/>
                  </a:lnTo>
                  <a:lnTo>
                    <a:pt x="544196" y="262655"/>
                  </a:lnTo>
                  <a:lnTo>
                    <a:pt x="541978" y="268161"/>
                  </a:lnTo>
                  <a:lnTo>
                    <a:pt x="541445" y="270278"/>
                  </a:lnTo>
                  <a:lnTo>
                    <a:pt x="540528" y="271912"/>
                  </a:lnTo>
                  <a:lnTo>
                    <a:pt x="539729" y="273364"/>
                  </a:lnTo>
                  <a:lnTo>
                    <a:pt x="537125" y="275572"/>
                  </a:lnTo>
                  <a:lnTo>
                    <a:pt x="533664" y="277266"/>
                  </a:lnTo>
                  <a:lnTo>
                    <a:pt x="530646" y="280593"/>
                  </a:lnTo>
                  <a:lnTo>
                    <a:pt x="524197" y="287188"/>
                  </a:lnTo>
                  <a:lnTo>
                    <a:pt x="515646" y="294599"/>
                  </a:lnTo>
                  <a:lnTo>
                    <a:pt x="511741" y="299439"/>
                  </a:lnTo>
                  <a:lnTo>
                    <a:pt x="510380" y="302222"/>
                  </a:lnTo>
                  <a:lnTo>
                    <a:pt x="510439" y="304460"/>
                  </a:lnTo>
                  <a:lnTo>
                    <a:pt x="511090" y="308181"/>
                  </a:lnTo>
                  <a:lnTo>
                    <a:pt x="511711" y="311327"/>
                  </a:lnTo>
                  <a:lnTo>
                    <a:pt x="513250" y="312567"/>
                  </a:lnTo>
                  <a:lnTo>
                    <a:pt x="514966" y="313747"/>
                  </a:lnTo>
                  <a:lnTo>
                    <a:pt x="515084" y="315380"/>
                  </a:lnTo>
                  <a:lnTo>
                    <a:pt x="514995" y="317346"/>
                  </a:lnTo>
                  <a:lnTo>
                    <a:pt x="515646" y="319645"/>
                  </a:lnTo>
                  <a:lnTo>
                    <a:pt x="516386" y="321672"/>
                  </a:lnTo>
                  <a:lnTo>
                    <a:pt x="516948" y="323880"/>
                  </a:lnTo>
                  <a:lnTo>
                    <a:pt x="516652" y="326421"/>
                  </a:lnTo>
                  <a:lnTo>
                    <a:pt x="517037" y="328448"/>
                  </a:lnTo>
                  <a:lnTo>
                    <a:pt x="518220" y="330384"/>
                  </a:lnTo>
                  <a:lnTo>
                    <a:pt x="519315" y="331715"/>
                  </a:lnTo>
                  <a:lnTo>
                    <a:pt x="519818" y="332350"/>
                  </a:lnTo>
                  <a:lnTo>
                    <a:pt x="520646" y="333469"/>
                  </a:lnTo>
                  <a:lnTo>
                    <a:pt x="522629" y="336494"/>
                  </a:lnTo>
                  <a:lnTo>
                    <a:pt x="525055" y="338944"/>
                  </a:lnTo>
                  <a:lnTo>
                    <a:pt x="525291" y="340154"/>
                  </a:lnTo>
                  <a:lnTo>
                    <a:pt x="525883" y="341274"/>
                  </a:lnTo>
                  <a:lnTo>
                    <a:pt x="526090" y="341637"/>
                  </a:lnTo>
                  <a:lnTo>
                    <a:pt x="526593" y="342605"/>
                  </a:lnTo>
                  <a:lnTo>
                    <a:pt x="527362" y="344026"/>
                  </a:lnTo>
                  <a:lnTo>
                    <a:pt x="530055" y="344994"/>
                  </a:lnTo>
                  <a:lnTo>
                    <a:pt x="530913" y="345599"/>
                  </a:lnTo>
                  <a:lnTo>
                    <a:pt x="532303" y="346265"/>
                  </a:lnTo>
                  <a:lnTo>
                    <a:pt x="533457" y="346930"/>
                  </a:lnTo>
                  <a:lnTo>
                    <a:pt x="533989" y="347354"/>
                  </a:lnTo>
                  <a:lnTo>
                    <a:pt x="533605" y="347565"/>
                  </a:lnTo>
                  <a:lnTo>
                    <a:pt x="532924" y="347928"/>
                  </a:lnTo>
                  <a:lnTo>
                    <a:pt x="532185" y="348352"/>
                  </a:lnTo>
                  <a:lnTo>
                    <a:pt x="531918" y="348533"/>
                  </a:lnTo>
                  <a:lnTo>
                    <a:pt x="531563" y="348806"/>
                  </a:lnTo>
                  <a:lnTo>
                    <a:pt x="531149" y="349108"/>
                  </a:lnTo>
                  <a:lnTo>
                    <a:pt x="530617" y="349350"/>
                  </a:lnTo>
                  <a:lnTo>
                    <a:pt x="530350" y="349501"/>
                  </a:lnTo>
                  <a:lnTo>
                    <a:pt x="529936" y="349713"/>
                  </a:lnTo>
                  <a:lnTo>
                    <a:pt x="529374" y="349864"/>
                  </a:lnTo>
                  <a:lnTo>
                    <a:pt x="528989" y="350137"/>
                  </a:lnTo>
                  <a:lnTo>
                    <a:pt x="528753" y="350318"/>
                  </a:lnTo>
                  <a:lnTo>
                    <a:pt x="528368" y="350621"/>
                  </a:lnTo>
                  <a:lnTo>
                    <a:pt x="527806" y="350953"/>
                  </a:lnTo>
                  <a:lnTo>
                    <a:pt x="527569" y="351044"/>
                  </a:lnTo>
                  <a:lnTo>
                    <a:pt x="527126" y="351195"/>
                  </a:lnTo>
                  <a:lnTo>
                    <a:pt x="526830" y="351347"/>
                  </a:lnTo>
                  <a:lnTo>
                    <a:pt x="526475" y="351619"/>
                  </a:lnTo>
                  <a:lnTo>
                    <a:pt x="525913" y="351982"/>
                  </a:lnTo>
                  <a:lnTo>
                    <a:pt x="525380" y="352557"/>
                  </a:lnTo>
                  <a:lnTo>
                    <a:pt x="524818" y="352950"/>
                  </a:lnTo>
                  <a:lnTo>
                    <a:pt x="524315" y="353131"/>
                  </a:lnTo>
                  <a:lnTo>
                    <a:pt x="523694" y="353313"/>
                  </a:lnTo>
                  <a:lnTo>
                    <a:pt x="523072" y="353494"/>
                  </a:lnTo>
                  <a:lnTo>
                    <a:pt x="522421" y="353555"/>
                  </a:lnTo>
                  <a:lnTo>
                    <a:pt x="521889" y="353706"/>
                  </a:lnTo>
                  <a:lnTo>
                    <a:pt x="521445" y="353706"/>
                  </a:lnTo>
                  <a:lnTo>
                    <a:pt x="521061" y="353706"/>
                  </a:lnTo>
                  <a:lnTo>
                    <a:pt x="520439" y="353827"/>
                  </a:lnTo>
                  <a:lnTo>
                    <a:pt x="519848" y="354069"/>
                  </a:lnTo>
                  <a:lnTo>
                    <a:pt x="519197" y="354220"/>
                  </a:lnTo>
                  <a:lnTo>
                    <a:pt x="518664" y="354311"/>
                  </a:lnTo>
                  <a:lnTo>
                    <a:pt x="518279" y="354311"/>
                  </a:lnTo>
                  <a:lnTo>
                    <a:pt x="518072" y="354372"/>
                  </a:lnTo>
                  <a:lnTo>
                    <a:pt x="517747" y="354523"/>
                  </a:lnTo>
                  <a:lnTo>
                    <a:pt x="517333" y="354735"/>
                  </a:lnTo>
                  <a:lnTo>
                    <a:pt x="516445" y="355158"/>
                  </a:lnTo>
                  <a:lnTo>
                    <a:pt x="515972" y="355340"/>
                  </a:lnTo>
                  <a:lnTo>
                    <a:pt x="515617" y="355461"/>
                  </a:lnTo>
                  <a:lnTo>
                    <a:pt x="515173" y="355824"/>
                  </a:lnTo>
                  <a:lnTo>
                    <a:pt x="514788" y="356247"/>
                  </a:lnTo>
                  <a:lnTo>
                    <a:pt x="514404" y="356731"/>
                  </a:lnTo>
                  <a:lnTo>
                    <a:pt x="513782" y="357185"/>
                  </a:lnTo>
                  <a:lnTo>
                    <a:pt x="513309" y="357366"/>
                  </a:lnTo>
                  <a:lnTo>
                    <a:pt x="512836" y="357760"/>
                  </a:lnTo>
                  <a:lnTo>
                    <a:pt x="512481" y="357971"/>
                  </a:lnTo>
                  <a:lnTo>
                    <a:pt x="512185" y="358183"/>
                  </a:lnTo>
                  <a:lnTo>
                    <a:pt x="511948" y="358546"/>
                  </a:lnTo>
                  <a:lnTo>
                    <a:pt x="511711" y="358758"/>
                  </a:lnTo>
                  <a:lnTo>
                    <a:pt x="511416" y="358970"/>
                  </a:lnTo>
                  <a:lnTo>
                    <a:pt x="511120" y="359060"/>
                  </a:lnTo>
                  <a:lnTo>
                    <a:pt x="510853" y="359091"/>
                  </a:lnTo>
                  <a:lnTo>
                    <a:pt x="510469" y="359212"/>
                  </a:lnTo>
                  <a:lnTo>
                    <a:pt x="510025" y="359242"/>
                  </a:lnTo>
                  <a:lnTo>
                    <a:pt x="509640" y="359302"/>
                  </a:lnTo>
                  <a:lnTo>
                    <a:pt x="509315" y="359454"/>
                  </a:lnTo>
                  <a:lnTo>
                    <a:pt x="508930" y="359816"/>
                  </a:lnTo>
                  <a:lnTo>
                    <a:pt x="508723" y="360179"/>
                  </a:lnTo>
                  <a:lnTo>
                    <a:pt x="508427" y="360754"/>
                  </a:lnTo>
                  <a:lnTo>
                    <a:pt x="508250" y="361147"/>
                  </a:lnTo>
                  <a:lnTo>
                    <a:pt x="508043" y="361420"/>
                  </a:lnTo>
                  <a:lnTo>
                    <a:pt x="507865" y="361662"/>
                  </a:lnTo>
                  <a:lnTo>
                    <a:pt x="507717" y="362055"/>
                  </a:lnTo>
                  <a:lnTo>
                    <a:pt x="507599" y="362357"/>
                  </a:lnTo>
                  <a:lnTo>
                    <a:pt x="507510" y="362690"/>
                  </a:lnTo>
                  <a:lnTo>
                    <a:pt x="507481" y="363174"/>
                  </a:lnTo>
                  <a:lnTo>
                    <a:pt x="507540" y="363356"/>
                  </a:lnTo>
                  <a:lnTo>
                    <a:pt x="507925" y="363870"/>
                  </a:lnTo>
                  <a:lnTo>
                    <a:pt x="508132" y="364172"/>
                  </a:lnTo>
                  <a:lnTo>
                    <a:pt x="508368" y="364596"/>
                  </a:lnTo>
                  <a:lnTo>
                    <a:pt x="508605" y="365019"/>
                  </a:lnTo>
                  <a:lnTo>
                    <a:pt x="508664" y="365201"/>
                  </a:lnTo>
                  <a:lnTo>
                    <a:pt x="508723" y="365352"/>
                  </a:lnTo>
                  <a:lnTo>
                    <a:pt x="508871" y="365443"/>
                  </a:lnTo>
                  <a:lnTo>
                    <a:pt x="508990" y="365594"/>
                  </a:lnTo>
                  <a:lnTo>
                    <a:pt x="509138" y="365685"/>
                  </a:lnTo>
                  <a:lnTo>
                    <a:pt x="509374" y="366048"/>
                  </a:lnTo>
                  <a:lnTo>
                    <a:pt x="509463" y="366502"/>
                  </a:lnTo>
                  <a:lnTo>
                    <a:pt x="509433" y="366834"/>
                  </a:lnTo>
                  <a:lnTo>
                    <a:pt x="509256" y="367137"/>
                  </a:lnTo>
                  <a:lnTo>
                    <a:pt x="509108" y="367288"/>
                  </a:lnTo>
                  <a:lnTo>
                    <a:pt x="508901" y="367470"/>
                  </a:lnTo>
                  <a:lnTo>
                    <a:pt x="508753" y="367591"/>
                  </a:lnTo>
                  <a:lnTo>
                    <a:pt x="508635" y="367742"/>
                  </a:lnTo>
                  <a:lnTo>
                    <a:pt x="508516" y="367893"/>
                  </a:lnTo>
                  <a:lnTo>
                    <a:pt x="508309" y="368135"/>
                  </a:lnTo>
                  <a:lnTo>
                    <a:pt x="508102" y="368468"/>
                  </a:lnTo>
                  <a:lnTo>
                    <a:pt x="507865" y="368801"/>
                  </a:lnTo>
                  <a:lnTo>
                    <a:pt x="507422" y="369133"/>
                  </a:lnTo>
                  <a:lnTo>
                    <a:pt x="507155" y="369285"/>
                  </a:lnTo>
                  <a:lnTo>
                    <a:pt x="506682" y="369406"/>
                  </a:lnTo>
                  <a:lnTo>
                    <a:pt x="506534" y="369436"/>
                  </a:lnTo>
                  <a:lnTo>
                    <a:pt x="506149" y="369375"/>
                  </a:lnTo>
                  <a:lnTo>
                    <a:pt x="505883" y="369194"/>
                  </a:lnTo>
                  <a:lnTo>
                    <a:pt x="505676" y="369043"/>
                  </a:lnTo>
                  <a:lnTo>
                    <a:pt x="505439" y="368831"/>
                  </a:lnTo>
                  <a:lnTo>
                    <a:pt x="505291" y="368680"/>
                  </a:lnTo>
                  <a:lnTo>
                    <a:pt x="505025" y="368438"/>
                  </a:lnTo>
                  <a:lnTo>
                    <a:pt x="504670" y="368468"/>
                  </a:lnTo>
                  <a:lnTo>
                    <a:pt x="504404" y="368528"/>
                  </a:lnTo>
                  <a:lnTo>
                    <a:pt x="503901" y="368468"/>
                  </a:lnTo>
                  <a:lnTo>
                    <a:pt x="503546" y="368468"/>
                  </a:lnTo>
                  <a:lnTo>
                    <a:pt x="503220" y="368438"/>
                  </a:lnTo>
                  <a:lnTo>
                    <a:pt x="502422" y="368649"/>
                  </a:lnTo>
                  <a:lnTo>
                    <a:pt x="501475" y="368861"/>
                  </a:lnTo>
                  <a:lnTo>
                    <a:pt x="500794" y="369133"/>
                  </a:lnTo>
                  <a:lnTo>
                    <a:pt x="500380" y="369436"/>
                  </a:lnTo>
                  <a:lnTo>
                    <a:pt x="499996" y="370011"/>
                  </a:lnTo>
                  <a:lnTo>
                    <a:pt x="499788" y="370495"/>
                  </a:lnTo>
                  <a:lnTo>
                    <a:pt x="499404" y="370888"/>
                  </a:lnTo>
                  <a:lnTo>
                    <a:pt x="498575" y="371493"/>
                  </a:lnTo>
                  <a:lnTo>
                    <a:pt x="498191" y="371644"/>
                  </a:lnTo>
                  <a:lnTo>
                    <a:pt x="497658" y="371856"/>
                  </a:lnTo>
                  <a:lnTo>
                    <a:pt x="497185" y="371795"/>
                  </a:lnTo>
                  <a:lnTo>
                    <a:pt x="496504" y="371463"/>
                  </a:lnTo>
                  <a:lnTo>
                    <a:pt x="496238" y="371221"/>
                  </a:lnTo>
                  <a:lnTo>
                    <a:pt x="495883" y="370858"/>
                  </a:lnTo>
                  <a:lnTo>
                    <a:pt x="495351" y="370858"/>
                  </a:lnTo>
                  <a:lnTo>
                    <a:pt x="494700" y="371160"/>
                  </a:lnTo>
                  <a:lnTo>
                    <a:pt x="494315" y="371735"/>
                  </a:lnTo>
                  <a:lnTo>
                    <a:pt x="494108" y="372310"/>
                  </a:lnTo>
                  <a:lnTo>
                    <a:pt x="493931" y="373217"/>
                  </a:lnTo>
                  <a:lnTo>
                    <a:pt x="493457" y="373550"/>
                  </a:lnTo>
                  <a:lnTo>
                    <a:pt x="493102" y="373822"/>
                  </a:lnTo>
                  <a:lnTo>
                    <a:pt x="492688" y="374185"/>
                  </a:lnTo>
                  <a:lnTo>
                    <a:pt x="492481" y="374397"/>
                  </a:lnTo>
                  <a:lnTo>
                    <a:pt x="492303" y="374760"/>
                  </a:lnTo>
                  <a:lnTo>
                    <a:pt x="491652" y="374760"/>
                  </a:lnTo>
                  <a:lnTo>
                    <a:pt x="490587" y="374608"/>
                  </a:lnTo>
                  <a:lnTo>
                    <a:pt x="490055" y="374457"/>
                  </a:lnTo>
                  <a:lnTo>
                    <a:pt x="489138" y="374427"/>
                  </a:lnTo>
                  <a:lnTo>
                    <a:pt x="488280" y="374820"/>
                  </a:lnTo>
                  <a:lnTo>
                    <a:pt x="487688" y="375244"/>
                  </a:lnTo>
                  <a:lnTo>
                    <a:pt x="487215" y="375758"/>
                  </a:lnTo>
                  <a:lnTo>
                    <a:pt x="486238" y="376151"/>
                  </a:lnTo>
                  <a:lnTo>
                    <a:pt x="485173" y="376665"/>
                  </a:lnTo>
                  <a:lnTo>
                    <a:pt x="484729" y="376938"/>
                  </a:lnTo>
                  <a:lnTo>
                    <a:pt x="484049" y="377391"/>
                  </a:lnTo>
                  <a:lnTo>
                    <a:pt x="483398" y="377815"/>
                  </a:lnTo>
                  <a:lnTo>
                    <a:pt x="482747" y="377664"/>
                  </a:lnTo>
                  <a:lnTo>
                    <a:pt x="482451" y="377543"/>
                  </a:lnTo>
                  <a:lnTo>
                    <a:pt x="482274" y="377270"/>
                  </a:lnTo>
                  <a:lnTo>
                    <a:pt x="481948" y="376726"/>
                  </a:lnTo>
                  <a:lnTo>
                    <a:pt x="481682" y="376423"/>
                  </a:lnTo>
                  <a:lnTo>
                    <a:pt x="481150" y="376091"/>
                  </a:lnTo>
                  <a:lnTo>
                    <a:pt x="480676" y="376030"/>
                  </a:lnTo>
                  <a:lnTo>
                    <a:pt x="480173" y="376212"/>
                  </a:lnTo>
                  <a:lnTo>
                    <a:pt x="479818" y="376454"/>
                  </a:lnTo>
                  <a:lnTo>
                    <a:pt x="479374" y="376998"/>
                  </a:lnTo>
                  <a:lnTo>
                    <a:pt x="479138" y="377512"/>
                  </a:lnTo>
                  <a:lnTo>
                    <a:pt x="478635" y="378057"/>
                  </a:lnTo>
                  <a:lnTo>
                    <a:pt x="478191" y="378329"/>
                  </a:lnTo>
                  <a:lnTo>
                    <a:pt x="477747" y="378208"/>
                  </a:lnTo>
                  <a:lnTo>
                    <a:pt x="477451" y="378027"/>
                  </a:lnTo>
                  <a:lnTo>
                    <a:pt x="477156" y="377633"/>
                  </a:lnTo>
                  <a:lnTo>
                    <a:pt x="476801" y="377119"/>
                  </a:lnTo>
                  <a:lnTo>
                    <a:pt x="476445" y="376605"/>
                  </a:lnTo>
                  <a:lnTo>
                    <a:pt x="476002" y="376030"/>
                  </a:lnTo>
                  <a:lnTo>
                    <a:pt x="475706" y="375818"/>
                  </a:lnTo>
                  <a:lnTo>
                    <a:pt x="475469" y="375879"/>
                  </a:lnTo>
                  <a:lnTo>
                    <a:pt x="475292" y="376121"/>
                  </a:lnTo>
                  <a:lnTo>
                    <a:pt x="475144" y="376423"/>
                  </a:lnTo>
                  <a:lnTo>
                    <a:pt x="474700" y="376575"/>
                  </a:lnTo>
                  <a:lnTo>
                    <a:pt x="473931" y="376605"/>
                  </a:lnTo>
                  <a:lnTo>
                    <a:pt x="473487" y="376665"/>
                  </a:lnTo>
                  <a:lnTo>
                    <a:pt x="473221" y="376817"/>
                  </a:lnTo>
                  <a:lnTo>
                    <a:pt x="472836" y="377149"/>
                  </a:lnTo>
                  <a:lnTo>
                    <a:pt x="472540" y="377512"/>
                  </a:lnTo>
                  <a:lnTo>
                    <a:pt x="472363" y="377754"/>
                  </a:lnTo>
                  <a:lnTo>
                    <a:pt x="472008" y="378117"/>
                  </a:lnTo>
                  <a:lnTo>
                    <a:pt x="471534" y="378238"/>
                  </a:lnTo>
                  <a:lnTo>
                    <a:pt x="471061" y="378390"/>
                  </a:lnTo>
                  <a:lnTo>
                    <a:pt x="470617" y="378420"/>
                  </a:lnTo>
                  <a:lnTo>
                    <a:pt x="470351" y="378329"/>
                  </a:lnTo>
                  <a:lnTo>
                    <a:pt x="470085" y="378329"/>
                  </a:lnTo>
                  <a:lnTo>
                    <a:pt x="469670" y="378420"/>
                  </a:lnTo>
                  <a:lnTo>
                    <a:pt x="468724" y="378692"/>
                  </a:lnTo>
                  <a:lnTo>
                    <a:pt x="467836" y="379085"/>
                  </a:lnTo>
                  <a:lnTo>
                    <a:pt x="467333" y="379509"/>
                  </a:lnTo>
                  <a:lnTo>
                    <a:pt x="467126" y="379781"/>
                  </a:lnTo>
                  <a:lnTo>
                    <a:pt x="466534" y="380537"/>
                  </a:lnTo>
                  <a:lnTo>
                    <a:pt x="466031" y="381173"/>
                  </a:lnTo>
                  <a:lnTo>
                    <a:pt x="465795" y="381536"/>
                  </a:lnTo>
                  <a:lnTo>
                    <a:pt x="465292" y="382171"/>
                  </a:lnTo>
                  <a:lnTo>
                    <a:pt x="465114" y="382504"/>
                  </a:lnTo>
                  <a:lnTo>
                    <a:pt x="464227" y="383078"/>
                  </a:lnTo>
                  <a:lnTo>
                    <a:pt x="463842" y="383623"/>
                  </a:lnTo>
                  <a:lnTo>
                    <a:pt x="463487" y="384349"/>
                  </a:lnTo>
                  <a:lnTo>
                    <a:pt x="462718" y="385710"/>
                  </a:lnTo>
                  <a:lnTo>
                    <a:pt x="462244" y="386466"/>
                  </a:lnTo>
                  <a:lnTo>
                    <a:pt x="461594" y="387374"/>
                  </a:lnTo>
                  <a:lnTo>
                    <a:pt x="461150" y="387979"/>
                  </a:lnTo>
                  <a:lnTo>
                    <a:pt x="460617" y="388432"/>
                  </a:lnTo>
                  <a:lnTo>
                    <a:pt x="460381" y="388644"/>
                  </a:lnTo>
                  <a:lnTo>
                    <a:pt x="459670" y="389491"/>
                  </a:lnTo>
                  <a:lnTo>
                    <a:pt x="459197" y="390066"/>
                  </a:lnTo>
                  <a:lnTo>
                    <a:pt x="458665" y="390883"/>
                  </a:lnTo>
                  <a:lnTo>
                    <a:pt x="458280" y="391518"/>
                  </a:lnTo>
                  <a:lnTo>
                    <a:pt x="457747" y="391941"/>
                  </a:lnTo>
                  <a:lnTo>
                    <a:pt x="457481" y="392365"/>
                  </a:lnTo>
                  <a:lnTo>
                    <a:pt x="457185" y="392819"/>
                  </a:lnTo>
                  <a:lnTo>
                    <a:pt x="456416" y="393000"/>
                  </a:lnTo>
                  <a:lnTo>
                    <a:pt x="455765" y="393000"/>
                  </a:lnTo>
                  <a:lnTo>
                    <a:pt x="455173" y="393061"/>
                  </a:lnTo>
                  <a:lnTo>
                    <a:pt x="454434" y="393000"/>
                  </a:lnTo>
                  <a:lnTo>
                    <a:pt x="454020" y="392849"/>
                  </a:lnTo>
                  <a:lnTo>
                    <a:pt x="453517" y="392667"/>
                  </a:lnTo>
                  <a:lnTo>
                    <a:pt x="453280" y="392486"/>
                  </a:lnTo>
                  <a:lnTo>
                    <a:pt x="453132" y="392456"/>
                  </a:lnTo>
                  <a:lnTo>
                    <a:pt x="452688" y="392486"/>
                  </a:lnTo>
                  <a:lnTo>
                    <a:pt x="451889" y="392698"/>
                  </a:lnTo>
                  <a:lnTo>
                    <a:pt x="451061" y="392849"/>
                  </a:lnTo>
                  <a:lnTo>
                    <a:pt x="450381" y="393091"/>
                  </a:lnTo>
                  <a:lnTo>
                    <a:pt x="449818" y="393333"/>
                  </a:lnTo>
                  <a:lnTo>
                    <a:pt x="448842" y="393968"/>
                  </a:lnTo>
                  <a:lnTo>
                    <a:pt x="448310" y="394452"/>
                  </a:lnTo>
                  <a:lnTo>
                    <a:pt x="447452" y="395057"/>
                  </a:lnTo>
                  <a:lnTo>
                    <a:pt x="446771" y="395511"/>
                  </a:lnTo>
                  <a:lnTo>
                    <a:pt x="446298" y="395813"/>
                  </a:lnTo>
                  <a:lnTo>
                    <a:pt x="445558" y="396146"/>
                  </a:lnTo>
                  <a:lnTo>
                    <a:pt x="444848" y="396539"/>
                  </a:lnTo>
                  <a:lnTo>
                    <a:pt x="443872" y="396842"/>
                  </a:lnTo>
                  <a:lnTo>
                    <a:pt x="442126" y="397689"/>
                  </a:lnTo>
                  <a:lnTo>
                    <a:pt x="441416" y="398082"/>
                  </a:lnTo>
                  <a:lnTo>
                    <a:pt x="440854" y="398596"/>
                  </a:lnTo>
                  <a:lnTo>
                    <a:pt x="440322" y="399020"/>
                  </a:lnTo>
                  <a:lnTo>
                    <a:pt x="439671" y="399443"/>
                  </a:lnTo>
                  <a:lnTo>
                    <a:pt x="438872" y="399776"/>
                  </a:lnTo>
                  <a:lnTo>
                    <a:pt x="438369" y="399867"/>
                  </a:lnTo>
                  <a:lnTo>
                    <a:pt x="437511" y="400109"/>
                  </a:lnTo>
                  <a:lnTo>
                    <a:pt x="436564" y="400623"/>
                  </a:lnTo>
                  <a:lnTo>
                    <a:pt x="436002" y="400623"/>
                  </a:lnTo>
                  <a:lnTo>
                    <a:pt x="435529" y="400623"/>
                  </a:lnTo>
                  <a:lnTo>
                    <a:pt x="435174" y="400804"/>
                  </a:lnTo>
                  <a:lnTo>
                    <a:pt x="434493" y="401228"/>
                  </a:lnTo>
                  <a:lnTo>
                    <a:pt x="434138" y="401349"/>
                  </a:lnTo>
                  <a:lnTo>
                    <a:pt x="433428" y="401409"/>
                  </a:lnTo>
                  <a:lnTo>
                    <a:pt x="433043" y="401349"/>
                  </a:lnTo>
                  <a:lnTo>
                    <a:pt x="432688" y="401500"/>
                  </a:lnTo>
                  <a:lnTo>
                    <a:pt x="432393" y="401833"/>
                  </a:lnTo>
                  <a:lnTo>
                    <a:pt x="431801" y="401924"/>
                  </a:lnTo>
                  <a:lnTo>
                    <a:pt x="431298" y="401863"/>
                  </a:lnTo>
                  <a:lnTo>
                    <a:pt x="430558" y="401621"/>
                  </a:lnTo>
                  <a:lnTo>
                    <a:pt x="429967" y="401379"/>
                  </a:lnTo>
                  <a:lnTo>
                    <a:pt x="429227" y="401561"/>
                  </a:lnTo>
                  <a:lnTo>
                    <a:pt x="428754" y="401984"/>
                  </a:lnTo>
                  <a:lnTo>
                    <a:pt x="428546" y="402226"/>
                  </a:lnTo>
                  <a:lnTo>
                    <a:pt x="428458" y="402529"/>
                  </a:lnTo>
                  <a:lnTo>
                    <a:pt x="428191" y="402710"/>
                  </a:lnTo>
                  <a:lnTo>
                    <a:pt x="427955" y="402771"/>
                  </a:lnTo>
                  <a:lnTo>
                    <a:pt x="427452" y="402771"/>
                  </a:lnTo>
                  <a:lnTo>
                    <a:pt x="427245" y="402831"/>
                  </a:lnTo>
                  <a:lnTo>
                    <a:pt x="426801" y="403073"/>
                  </a:lnTo>
                  <a:lnTo>
                    <a:pt x="426505" y="403376"/>
                  </a:lnTo>
                  <a:lnTo>
                    <a:pt x="426002" y="403678"/>
                  </a:lnTo>
                  <a:lnTo>
                    <a:pt x="425647" y="403860"/>
                  </a:lnTo>
                  <a:lnTo>
                    <a:pt x="424937" y="404132"/>
                  </a:lnTo>
                  <a:lnTo>
                    <a:pt x="424464" y="404192"/>
                  </a:lnTo>
                  <a:lnTo>
                    <a:pt x="423754" y="404283"/>
                  </a:lnTo>
                  <a:lnTo>
                    <a:pt x="423103" y="404283"/>
                  </a:lnTo>
                  <a:lnTo>
                    <a:pt x="422748" y="404313"/>
                  </a:lnTo>
                  <a:lnTo>
                    <a:pt x="422511" y="404374"/>
                  </a:lnTo>
                  <a:lnTo>
                    <a:pt x="422156" y="404495"/>
                  </a:lnTo>
                  <a:lnTo>
                    <a:pt x="421742" y="404646"/>
                  </a:lnTo>
                  <a:lnTo>
                    <a:pt x="421387" y="404737"/>
                  </a:lnTo>
                  <a:lnTo>
                    <a:pt x="420884" y="404767"/>
                  </a:lnTo>
                  <a:lnTo>
                    <a:pt x="420736" y="404767"/>
                  </a:lnTo>
                  <a:lnTo>
                    <a:pt x="420588" y="404707"/>
                  </a:lnTo>
                  <a:lnTo>
                    <a:pt x="420262" y="404707"/>
                  </a:lnTo>
                  <a:lnTo>
                    <a:pt x="419996" y="405009"/>
                  </a:lnTo>
                  <a:lnTo>
                    <a:pt x="419907" y="405221"/>
                  </a:lnTo>
                  <a:lnTo>
                    <a:pt x="420055" y="405675"/>
                  </a:lnTo>
                  <a:lnTo>
                    <a:pt x="419848" y="405856"/>
                  </a:lnTo>
                  <a:lnTo>
                    <a:pt x="419641" y="406159"/>
                  </a:lnTo>
                  <a:lnTo>
                    <a:pt x="419730" y="406431"/>
                  </a:lnTo>
                  <a:lnTo>
                    <a:pt x="419671" y="406673"/>
                  </a:lnTo>
                  <a:lnTo>
                    <a:pt x="419286" y="407459"/>
                  </a:lnTo>
                  <a:lnTo>
                    <a:pt x="418842" y="407520"/>
                  </a:lnTo>
                  <a:lnTo>
                    <a:pt x="418547" y="407459"/>
                  </a:lnTo>
                  <a:lnTo>
                    <a:pt x="418310" y="407399"/>
                  </a:lnTo>
                  <a:lnTo>
                    <a:pt x="417718" y="407217"/>
                  </a:lnTo>
                  <a:lnTo>
                    <a:pt x="417067" y="407066"/>
                  </a:lnTo>
                  <a:lnTo>
                    <a:pt x="416831" y="407066"/>
                  </a:lnTo>
                  <a:lnTo>
                    <a:pt x="416564" y="407338"/>
                  </a:lnTo>
                  <a:lnTo>
                    <a:pt x="416298" y="407792"/>
                  </a:lnTo>
                  <a:lnTo>
                    <a:pt x="416061" y="408458"/>
                  </a:lnTo>
                  <a:lnTo>
                    <a:pt x="416032" y="408821"/>
                  </a:lnTo>
                  <a:lnTo>
                    <a:pt x="415943" y="409365"/>
                  </a:lnTo>
                  <a:lnTo>
                    <a:pt x="415706" y="409607"/>
                  </a:lnTo>
                  <a:lnTo>
                    <a:pt x="415381" y="409728"/>
                  </a:lnTo>
                  <a:lnTo>
                    <a:pt x="415026" y="409789"/>
                  </a:lnTo>
                  <a:lnTo>
                    <a:pt x="414641" y="409668"/>
                  </a:lnTo>
                  <a:lnTo>
                    <a:pt x="414168" y="409819"/>
                  </a:lnTo>
                  <a:lnTo>
                    <a:pt x="413990" y="410061"/>
                  </a:lnTo>
                  <a:lnTo>
                    <a:pt x="413724" y="410182"/>
                  </a:lnTo>
                  <a:lnTo>
                    <a:pt x="413310" y="409910"/>
                  </a:lnTo>
                  <a:lnTo>
                    <a:pt x="413014" y="409728"/>
                  </a:lnTo>
                  <a:lnTo>
                    <a:pt x="412777" y="409607"/>
                  </a:lnTo>
                  <a:lnTo>
                    <a:pt x="412452" y="409516"/>
                  </a:lnTo>
                  <a:lnTo>
                    <a:pt x="412097" y="409607"/>
                  </a:lnTo>
                  <a:lnTo>
                    <a:pt x="411860" y="409698"/>
                  </a:lnTo>
                  <a:lnTo>
                    <a:pt x="411624" y="409910"/>
                  </a:lnTo>
                  <a:lnTo>
                    <a:pt x="411476" y="410424"/>
                  </a:lnTo>
                  <a:lnTo>
                    <a:pt x="411298" y="410757"/>
                  </a:lnTo>
                  <a:lnTo>
                    <a:pt x="411091" y="411059"/>
                  </a:lnTo>
                  <a:lnTo>
                    <a:pt x="410706" y="411271"/>
                  </a:lnTo>
                  <a:lnTo>
                    <a:pt x="410203" y="411362"/>
                  </a:lnTo>
                  <a:lnTo>
                    <a:pt x="409700" y="411573"/>
                  </a:lnTo>
                  <a:lnTo>
                    <a:pt x="408902" y="411936"/>
                  </a:lnTo>
                  <a:lnTo>
                    <a:pt x="408044" y="412148"/>
                  </a:lnTo>
                  <a:lnTo>
                    <a:pt x="407126" y="412360"/>
                  </a:lnTo>
                  <a:lnTo>
                    <a:pt x="406505" y="412693"/>
                  </a:lnTo>
                  <a:lnTo>
                    <a:pt x="405736" y="412753"/>
                  </a:lnTo>
                  <a:lnTo>
                    <a:pt x="404878" y="413146"/>
                  </a:lnTo>
                  <a:lnTo>
                    <a:pt x="404168" y="413297"/>
                  </a:lnTo>
                  <a:lnTo>
                    <a:pt x="403695" y="413297"/>
                  </a:lnTo>
                  <a:lnTo>
                    <a:pt x="403340" y="413388"/>
                  </a:lnTo>
                  <a:lnTo>
                    <a:pt x="402748" y="413630"/>
                  </a:lnTo>
                  <a:lnTo>
                    <a:pt x="402363" y="413781"/>
                  </a:lnTo>
                  <a:lnTo>
                    <a:pt x="402038" y="413781"/>
                  </a:lnTo>
                  <a:lnTo>
                    <a:pt x="401742" y="413691"/>
                  </a:lnTo>
                  <a:lnTo>
                    <a:pt x="401150" y="413388"/>
                  </a:lnTo>
                  <a:lnTo>
                    <a:pt x="400914" y="413358"/>
                  </a:lnTo>
                  <a:lnTo>
                    <a:pt x="400736" y="413237"/>
                  </a:lnTo>
                  <a:lnTo>
                    <a:pt x="400470" y="413207"/>
                  </a:lnTo>
                  <a:lnTo>
                    <a:pt x="400056" y="413297"/>
                  </a:lnTo>
                  <a:lnTo>
                    <a:pt x="399848" y="413358"/>
                  </a:lnTo>
                  <a:lnTo>
                    <a:pt x="399257" y="413358"/>
                  </a:lnTo>
                  <a:lnTo>
                    <a:pt x="398783" y="413358"/>
                  </a:lnTo>
                  <a:lnTo>
                    <a:pt x="398192" y="413328"/>
                  </a:lnTo>
                  <a:lnTo>
                    <a:pt x="397541" y="413237"/>
                  </a:lnTo>
                  <a:lnTo>
                    <a:pt x="397156" y="413237"/>
                  </a:lnTo>
                  <a:lnTo>
                    <a:pt x="396890" y="413267"/>
                  </a:lnTo>
                  <a:lnTo>
                    <a:pt x="396417" y="413479"/>
                  </a:lnTo>
                  <a:lnTo>
                    <a:pt x="396091" y="413600"/>
                  </a:lnTo>
                  <a:lnTo>
                    <a:pt x="395440" y="413721"/>
                  </a:lnTo>
                  <a:lnTo>
                    <a:pt x="394848" y="413993"/>
                  </a:lnTo>
                  <a:lnTo>
                    <a:pt x="394109" y="413933"/>
                  </a:lnTo>
                  <a:lnTo>
                    <a:pt x="393695" y="413812"/>
                  </a:lnTo>
                  <a:lnTo>
                    <a:pt x="392955" y="413963"/>
                  </a:lnTo>
                  <a:lnTo>
                    <a:pt x="392245" y="413993"/>
                  </a:lnTo>
                  <a:lnTo>
                    <a:pt x="391564" y="413902"/>
                  </a:lnTo>
                  <a:lnTo>
                    <a:pt x="391239" y="413812"/>
                  </a:lnTo>
                  <a:lnTo>
                    <a:pt x="390884" y="413812"/>
                  </a:lnTo>
                  <a:lnTo>
                    <a:pt x="390411" y="413902"/>
                  </a:lnTo>
                  <a:lnTo>
                    <a:pt x="389789" y="413993"/>
                  </a:lnTo>
                  <a:lnTo>
                    <a:pt x="389405" y="413902"/>
                  </a:lnTo>
                  <a:lnTo>
                    <a:pt x="388961" y="413781"/>
                  </a:lnTo>
                  <a:lnTo>
                    <a:pt x="388606" y="413570"/>
                  </a:lnTo>
                  <a:lnTo>
                    <a:pt x="388251" y="413570"/>
                  </a:lnTo>
                  <a:lnTo>
                    <a:pt x="387807" y="413691"/>
                  </a:lnTo>
                  <a:lnTo>
                    <a:pt x="387600" y="413660"/>
                  </a:lnTo>
                  <a:lnTo>
                    <a:pt x="387127" y="413358"/>
                  </a:lnTo>
                  <a:lnTo>
                    <a:pt x="386949" y="413025"/>
                  </a:lnTo>
                  <a:lnTo>
                    <a:pt x="386653" y="412632"/>
                  </a:lnTo>
                  <a:lnTo>
                    <a:pt x="386269" y="412390"/>
                  </a:lnTo>
                  <a:lnTo>
                    <a:pt x="385707" y="412481"/>
                  </a:lnTo>
                  <a:lnTo>
                    <a:pt x="385263" y="412723"/>
                  </a:lnTo>
                  <a:lnTo>
                    <a:pt x="384937" y="412965"/>
                  </a:lnTo>
                  <a:lnTo>
                    <a:pt x="384405" y="413116"/>
                  </a:lnTo>
                  <a:lnTo>
                    <a:pt x="383813" y="413207"/>
                  </a:lnTo>
                  <a:lnTo>
                    <a:pt x="382896" y="413267"/>
                  </a:lnTo>
                  <a:lnTo>
                    <a:pt x="382275" y="413267"/>
                  </a:lnTo>
                  <a:lnTo>
                    <a:pt x="381890" y="413267"/>
                  </a:lnTo>
                  <a:lnTo>
                    <a:pt x="381298" y="413207"/>
                  </a:lnTo>
                  <a:lnTo>
                    <a:pt x="380825" y="413237"/>
                  </a:lnTo>
                  <a:lnTo>
                    <a:pt x="380440" y="413388"/>
                  </a:lnTo>
                  <a:lnTo>
                    <a:pt x="380056" y="413660"/>
                  </a:lnTo>
                  <a:lnTo>
                    <a:pt x="379198" y="414114"/>
                  </a:lnTo>
                  <a:lnTo>
                    <a:pt x="378192" y="414114"/>
                  </a:lnTo>
                  <a:lnTo>
                    <a:pt x="377630" y="413902"/>
                  </a:lnTo>
                  <a:lnTo>
                    <a:pt x="376949" y="413812"/>
                  </a:lnTo>
                  <a:lnTo>
                    <a:pt x="376328" y="413660"/>
                  </a:lnTo>
                  <a:lnTo>
                    <a:pt x="375470" y="413479"/>
                  </a:lnTo>
                  <a:lnTo>
                    <a:pt x="374908" y="413237"/>
                  </a:lnTo>
                  <a:lnTo>
                    <a:pt x="374494" y="413055"/>
                  </a:lnTo>
                  <a:lnTo>
                    <a:pt x="374198" y="412874"/>
                  </a:lnTo>
                  <a:lnTo>
                    <a:pt x="373754" y="412662"/>
                  </a:lnTo>
                  <a:lnTo>
                    <a:pt x="373399" y="412662"/>
                  </a:lnTo>
                  <a:lnTo>
                    <a:pt x="372778" y="412662"/>
                  </a:lnTo>
                  <a:lnTo>
                    <a:pt x="372186" y="412602"/>
                  </a:lnTo>
                  <a:lnTo>
                    <a:pt x="371653" y="412541"/>
                  </a:lnTo>
                  <a:lnTo>
                    <a:pt x="371091" y="412269"/>
                  </a:lnTo>
                  <a:lnTo>
                    <a:pt x="370529" y="411906"/>
                  </a:lnTo>
                  <a:lnTo>
                    <a:pt x="369908" y="411422"/>
                  </a:lnTo>
                  <a:lnTo>
                    <a:pt x="369346" y="411150"/>
                  </a:lnTo>
                  <a:lnTo>
                    <a:pt x="368636" y="410817"/>
                  </a:lnTo>
                  <a:lnTo>
                    <a:pt x="368458" y="410757"/>
                  </a:lnTo>
                  <a:lnTo>
                    <a:pt x="368192" y="410666"/>
                  </a:lnTo>
                  <a:lnTo>
                    <a:pt x="367778" y="410696"/>
                  </a:lnTo>
                  <a:lnTo>
                    <a:pt x="367600" y="410726"/>
                  </a:lnTo>
                  <a:lnTo>
                    <a:pt x="367068" y="410908"/>
                  </a:lnTo>
                  <a:lnTo>
                    <a:pt x="366683" y="411210"/>
                  </a:lnTo>
                  <a:lnTo>
                    <a:pt x="366298" y="411694"/>
                  </a:lnTo>
                  <a:lnTo>
                    <a:pt x="366003" y="412088"/>
                  </a:lnTo>
                  <a:lnTo>
                    <a:pt x="365677" y="412541"/>
                  </a:lnTo>
                  <a:lnTo>
                    <a:pt x="365470" y="412874"/>
                  </a:lnTo>
                  <a:lnTo>
                    <a:pt x="365085" y="413237"/>
                  </a:lnTo>
                  <a:lnTo>
                    <a:pt x="364819" y="413207"/>
                  </a:lnTo>
                  <a:lnTo>
                    <a:pt x="364435" y="413055"/>
                  </a:lnTo>
                  <a:lnTo>
                    <a:pt x="363754" y="412632"/>
                  </a:lnTo>
                  <a:lnTo>
                    <a:pt x="363547" y="412451"/>
                  </a:lnTo>
                  <a:lnTo>
                    <a:pt x="363192" y="412178"/>
                  </a:lnTo>
                  <a:lnTo>
                    <a:pt x="362866" y="411936"/>
                  </a:lnTo>
                  <a:lnTo>
                    <a:pt x="362571" y="411755"/>
                  </a:lnTo>
                  <a:lnTo>
                    <a:pt x="362038" y="411725"/>
                  </a:lnTo>
                  <a:lnTo>
                    <a:pt x="361624" y="411876"/>
                  </a:lnTo>
                  <a:lnTo>
                    <a:pt x="361269" y="412057"/>
                  </a:lnTo>
                  <a:lnTo>
                    <a:pt x="360825" y="412299"/>
                  </a:lnTo>
                  <a:lnTo>
                    <a:pt x="360352" y="412420"/>
                  </a:lnTo>
                  <a:lnTo>
                    <a:pt x="359730" y="412209"/>
                  </a:lnTo>
                  <a:lnTo>
                    <a:pt x="359464" y="411906"/>
                  </a:lnTo>
                  <a:lnTo>
                    <a:pt x="359227" y="411755"/>
                  </a:lnTo>
                  <a:lnTo>
                    <a:pt x="358813" y="411483"/>
                  </a:lnTo>
                  <a:lnTo>
                    <a:pt x="358636" y="411241"/>
                  </a:lnTo>
                  <a:lnTo>
                    <a:pt x="358369" y="410878"/>
                  </a:lnTo>
                  <a:lnTo>
                    <a:pt x="358074" y="410636"/>
                  </a:lnTo>
                  <a:lnTo>
                    <a:pt x="357600" y="410242"/>
                  </a:lnTo>
                  <a:lnTo>
                    <a:pt x="357156" y="409970"/>
                  </a:lnTo>
                  <a:lnTo>
                    <a:pt x="356624" y="409728"/>
                  </a:lnTo>
                  <a:lnTo>
                    <a:pt x="356003" y="409637"/>
                  </a:lnTo>
                  <a:lnTo>
                    <a:pt x="355648" y="409547"/>
                  </a:lnTo>
                  <a:lnTo>
                    <a:pt x="354849" y="409486"/>
                  </a:lnTo>
                  <a:lnTo>
                    <a:pt x="354198" y="409395"/>
                  </a:lnTo>
                  <a:lnTo>
                    <a:pt x="353665" y="409305"/>
                  </a:lnTo>
                  <a:lnTo>
                    <a:pt x="353044" y="409365"/>
                  </a:lnTo>
                  <a:lnTo>
                    <a:pt x="352689" y="409486"/>
                  </a:lnTo>
                  <a:lnTo>
                    <a:pt x="352304" y="409637"/>
                  </a:lnTo>
                  <a:lnTo>
                    <a:pt x="351979" y="409668"/>
                  </a:lnTo>
                  <a:lnTo>
                    <a:pt x="351565" y="409698"/>
                  </a:lnTo>
                  <a:lnTo>
                    <a:pt x="350944" y="409668"/>
                  </a:lnTo>
                  <a:lnTo>
                    <a:pt x="350411" y="409668"/>
                  </a:lnTo>
                  <a:lnTo>
                    <a:pt x="349967" y="409668"/>
                  </a:lnTo>
                  <a:lnTo>
                    <a:pt x="349523" y="409819"/>
                  </a:lnTo>
                  <a:lnTo>
                    <a:pt x="349109" y="409970"/>
                  </a:lnTo>
                  <a:lnTo>
                    <a:pt x="348429" y="410212"/>
                  </a:lnTo>
                  <a:lnTo>
                    <a:pt x="347837" y="410515"/>
                  </a:lnTo>
                  <a:lnTo>
                    <a:pt x="346654" y="410817"/>
                  </a:lnTo>
                  <a:lnTo>
                    <a:pt x="346269" y="410999"/>
                  </a:lnTo>
                  <a:lnTo>
                    <a:pt x="345973" y="411150"/>
                  </a:lnTo>
                  <a:lnTo>
                    <a:pt x="345707" y="411452"/>
                  </a:lnTo>
                  <a:lnTo>
                    <a:pt x="345411" y="411876"/>
                  </a:lnTo>
                  <a:lnTo>
                    <a:pt x="344878" y="412057"/>
                  </a:lnTo>
                  <a:lnTo>
                    <a:pt x="344494" y="412118"/>
                  </a:lnTo>
                  <a:lnTo>
                    <a:pt x="344109" y="412269"/>
                  </a:lnTo>
                  <a:lnTo>
                    <a:pt x="343813" y="412451"/>
                  </a:lnTo>
                  <a:lnTo>
                    <a:pt x="343547" y="412693"/>
                  </a:lnTo>
                  <a:lnTo>
                    <a:pt x="343074" y="412844"/>
                  </a:lnTo>
                  <a:lnTo>
                    <a:pt x="342719" y="412995"/>
                  </a:lnTo>
                  <a:lnTo>
                    <a:pt x="342334" y="413176"/>
                  </a:lnTo>
                  <a:lnTo>
                    <a:pt x="341772" y="413176"/>
                  </a:lnTo>
                  <a:lnTo>
                    <a:pt x="341328" y="413297"/>
                  </a:lnTo>
                  <a:lnTo>
                    <a:pt x="340736" y="413509"/>
                  </a:lnTo>
                  <a:lnTo>
                    <a:pt x="339997" y="413570"/>
                  </a:lnTo>
                  <a:lnTo>
                    <a:pt x="339257" y="413509"/>
                  </a:lnTo>
                  <a:lnTo>
                    <a:pt x="338103" y="413449"/>
                  </a:lnTo>
                  <a:lnTo>
                    <a:pt x="337216" y="413418"/>
                  </a:lnTo>
                  <a:lnTo>
                    <a:pt x="336742" y="413660"/>
                  </a:lnTo>
                  <a:lnTo>
                    <a:pt x="335944" y="414054"/>
                  </a:lnTo>
                  <a:lnTo>
                    <a:pt x="335086" y="414538"/>
                  </a:lnTo>
                  <a:lnTo>
                    <a:pt x="334583" y="414870"/>
                  </a:lnTo>
                  <a:lnTo>
                    <a:pt x="333340" y="415596"/>
                  </a:lnTo>
                  <a:lnTo>
                    <a:pt x="332719" y="416020"/>
                  </a:lnTo>
                  <a:lnTo>
                    <a:pt x="332571" y="416383"/>
                  </a:lnTo>
                  <a:lnTo>
                    <a:pt x="331950" y="416867"/>
                  </a:lnTo>
                  <a:lnTo>
                    <a:pt x="331417" y="417139"/>
                  </a:lnTo>
                  <a:lnTo>
                    <a:pt x="330796" y="417411"/>
                  </a:lnTo>
                  <a:lnTo>
                    <a:pt x="329671" y="417532"/>
                  </a:lnTo>
                  <a:lnTo>
                    <a:pt x="328754" y="417563"/>
                  </a:lnTo>
                  <a:lnTo>
                    <a:pt x="328103" y="417774"/>
                  </a:lnTo>
                  <a:lnTo>
                    <a:pt x="327482" y="418168"/>
                  </a:lnTo>
                  <a:lnTo>
                    <a:pt x="327127" y="418531"/>
                  </a:lnTo>
                  <a:lnTo>
                    <a:pt x="326890" y="418712"/>
                  </a:lnTo>
                  <a:lnTo>
                    <a:pt x="326565" y="418833"/>
                  </a:lnTo>
                  <a:lnTo>
                    <a:pt x="326003" y="418863"/>
                  </a:lnTo>
                  <a:lnTo>
                    <a:pt x="325441" y="418833"/>
                  </a:lnTo>
                  <a:lnTo>
                    <a:pt x="324257" y="418984"/>
                  </a:lnTo>
                  <a:lnTo>
                    <a:pt x="322601" y="418894"/>
                  </a:lnTo>
                  <a:lnTo>
                    <a:pt x="321654" y="418894"/>
                  </a:lnTo>
                  <a:lnTo>
                    <a:pt x="320944" y="418954"/>
                  </a:lnTo>
                  <a:lnTo>
                    <a:pt x="319849" y="419166"/>
                  </a:lnTo>
                  <a:lnTo>
                    <a:pt x="319080" y="419499"/>
                  </a:lnTo>
                  <a:lnTo>
                    <a:pt x="318547" y="419801"/>
                  </a:lnTo>
                  <a:lnTo>
                    <a:pt x="318133" y="420255"/>
                  </a:lnTo>
                  <a:lnTo>
                    <a:pt x="317867" y="420648"/>
                  </a:lnTo>
                  <a:lnTo>
                    <a:pt x="317512" y="420769"/>
                  </a:lnTo>
                  <a:lnTo>
                    <a:pt x="317157" y="420981"/>
                  </a:lnTo>
                  <a:lnTo>
                    <a:pt x="316535" y="421011"/>
                  </a:lnTo>
                  <a:lnTo>
                    <a:pt x="316210" y="421011"/>
                  </a:lnTo>
                  <a:lnTo>
                    <a:pt x="316033" y="421011"/>
                  </a:lnTo>
                  <a:lnTo>
                    <a:pt x="315796" y="421011"/>
                  </a:lnTo>
                  <a:lnTo>
                    <a:pt x="315618" y="421072"/>
                  </a:lnTo>
                  <a:lnTo>
                    <a:pt x="315234" y="421283"/>
                  </a:lnTo>
                  <a:lnTo>
                    <a:pt x="314701" y="421314"/>
                  </a:lnTo>
                  <a:lnTo>
                    <a:pt x="314317" y="421374"/>
                  </a:lnTo>
                  <a:lnTo>
                    <a:pt x="313666" y="421344"/>
                  </a:lnTo>
                  <a:lnTo>
                    <a:pt x="313251" y="421344"/>
                  </a:lnTo>
                  <a:lnTo>
                    <a:pt x="312985" y="421344"/>
                  </a:lnTo>
                  <a:lnTo>
                    <a:pt x="312364" y="421616"/>
                  </a:lnTo>
                  <a:lnTo>
                    <a:pt x="311743" y="421858"/>
                  </a:lnTo>
                  <a:lnTo>
                    <a:pt x="311328" y="421979"/>
                  </a:lnTo>
                  <a:lnTo>
                    <a:pt x="310737" y="422070"/>
                  </a:lnTo>
                  <a:lnTo>
                    <a:pt x="310323" y="422009"/>
                  </a:lnTo>
                  <a:lnTo>
                    <a:pt x="309908" y="421949"/>
                  </a:lnTo>
                  <a:lnTo>
                    <a:pt x="309228" y="422130"/>
                  </a:lnTo>
                  <a:lnTo>
                    <a:pt x="308754" y="422433"/>
                  </a:lnTo>
                  <a:lnTo>
                    <a:pt x="308607" y="422645"/>
                  </a:lnTo>
                  <a:lnTo>
                    <a:pt x="308488" y="422977"/>
                  </a:lnTo>
                  <a:lnTo>
                    <a:pt x="308370" y="423401"/>
                  </a:lnTo>
                  <a:lnTo>
                    <a:pt x="307985" y="423734"/>
                  </a:lnTo>
                  <a:lnTo>
                    <a:pt x="307778" y="424006"/>
                  </a:lnTo>
                  <a:lnTo>
                    <a:pt x="307482" y="424218"/>
                  </a:lnTo>
                  <a:lnTo>
                    <a:pt x="306861" y="424581"/>
                  </a:lnTo>
                  <a:lnTo>
                    <a:pt x="306299" y="424883"/>
                  </a:lnTo>
                  <a:lnTo>
                    <a:pt x="305944" y="425004"/>
                  </a:lnTo>
                  <a:lnTo>
                    <a:pt x="305293" y="425246"/>
                  </a:lnTo>
                  <a:lnTo>
                    <a:pt x="304968" y="425307"/>
                  </a:lnTo>
                  <a:lnTo>
                    <a:pt x="304376" y="425337"/>
                  </a:lnTo>
                  <a:lnTo>
                    <a:pt x="304080" y="425337"/>
                  </a:lnTo>
                  <a:lnTo>
                    <a:pt x="303607" y="425670"/>
                  </a:lnTo>
                  <a:lnTo>
                    <a:pt x="303370" y="425791"/>
                  </a:lnTo>
                  <a:lnTo>
                    <a:pt x="303074" y="425912"/>
                  </a:lnTo>
                  <a:lnTo>
                    <a:pt x="302512" y="425972"/>
                  </a:lnTo>
                  <a:lnTo>
                    <a:pt x="302157" y="425972"/>
                  </a:lnTo>
                  <a:lnTo>
                    <a:pt x="301506" y="425912"/>
                  </a:lnTo>
                  <a:lnTo>
                    <a:pt x="300885" y="426093"/>
                  </a:lnTo>
                  <a:lnTo>
                    <a:pt x="300323" y="426305"/>
                  </a:lnTo>
                  <a:lnTo>
                    <a:pt x="299760" y="426547"/>
                  </a:lnTo>
                  <a:lnTo>
                    <a:pt x="298873" y="427000"/>
                  </a:lnTo>
                  <a:lnTo>
                    <a:pt x="297867" y="427666"/>
                  </a:lnTo>
                  <a:lnTo>
                    <a:pt x="297394" y="428029"/>
                  </a:lnTo>
                  <a:lnTo>
                    <a:pt x="296802" y="428452"/>
                  </a:lnTo>
                  <a:lnTo>
                    <a:pt x="296506" y="428997"/>
                  </a:lnTo>
                  <a:lnTo>
                    <a:pt x="296033" y="429662"/>
                  </a:lnTo>
                  <a:lnTo>
                    <a:pt x="295589" y="429814"/>
                  </a:lnTo>
                  <a:lnTo>
                    <a:pt x="295027" y="429874"/>
                  </a:lnTo>
                  <a:lnTo>
                    <a:pt x="294258" y="430056"/>
                  </a:lnTo>
                  <a:lnTo>
                    <a:pt x="293577" y="430056"/>
                  </a:lnTo>
                  <a:lnTo>
                    <a:pt x="292926" y="429965"/>
                  </a:lnTo>
                  <a:lnTo>
                    <a:pt x="292453" y="429723"/>
                  </a:lnTo>
                  <a:lnTo>
                    <a:pt x="292068" y="429420"/>
                  </a:lnTo>
                  <a:lnTo>
                    <a:pt x="291684" y="429451"/>
                  </a:lnTo>
                  <a:lnTo>
                    <a:pt x="291329" y="429572"/>
                  </a:lnTo>
                  <a:lnTo>
                    <a:pt x="290826" y="429995"/>
                  </a:lnTo>
                  <a:lnTo>
                    <a:pt x="290589" y="430237"/>
                  </a:lnTo>
                  <a:lnTo>
                    <a:pt x="289435" y="431266"/>
                  </a:lnTo>
                  <a:lnTo>
                    <a:pt x="289317" y="431508"/>
                  </a:lnTo>
                  <a:lnTo>
                    <a:pt x="288991" y="431840"/>
                  </a:lnTo>
                  <a:lnTo>
                    <a:pt x="288666" y="432022"/>
                  </a:lnTo>
                  <a:lnTo>
                    <a:pt x="288311" y="432476"/>
                  </a:lnTo>
                  <a:lnTo>
                    <a:pt x="288045" y="432808"/>
                  </a:lnTo>
                  <a:lnTo>
                    <a:pt x="287778" y="432869"/>
                  </a:lnTo>
                  <a:lnTo>
                    <a:pt x="287482" y="432808"/>
                  </a:lnTo>
                  <a:lnTo>
                    <a:pt x="287335" y="432778"/>
                  </a:lnTo>
                  <a:lnTo>
                    <a:pt x="287187" y="432748"/>
                  </a:lnTo>
                  <a:lnTo>
                    <a:pt x="287039" y="432718"/>
                  </a:lnTo>
                  <a:lnTo>
                    <a:pt x="286891" y="432718"/>
                  </a:lnTo>
                  <a:lnTo>
                    <a:pt x="286743" y="432718"/>
                  </a:lnTo>
                  <a:lnTo>
                    <a:pt x="286595" y="432687"/>
                  </a:lnTo>
                  <a:lnTo>
                    <a:pt x="286329" y="432718"/>
                  </a:lnTo>
                  <a:lnTo>
                    <a:pt x="286181" y="432748"/>
                  </a:lnTo>
                  <a:lnTo>
                    <a:pt x="285796" y="432808"/>
                  </a:lnTo>
                  <a:lnTo>
                    <a:pt x="285648" y="432839"/>
                  </a:lnTo>
                  <a:lnTo>
                    <a:pt x="285500" y="432839"/>
                  </a:lnTo>
                  <a:lnTo>
                    <a:pt x="285234" y="432869"/>
                  </a:lnTo>
                  <a:lnTo>
                    <a:pt x="284820" y="432839"/>
                  </a:lnTo>
                  <a:lnTo>
                    <a:pt x="284553" y="432748"/>
                  </a:lnTo>
                  <a:lnTo>
                    <a:pt x="284346" y="432536"/>
                  </a:lnTo>
                  <a:lnTo>
                    <a:pt x="284080" y="432476"/>
                  </a:lnTo>
                  <a:lnTo>
                    <a:pt x="283932" y="432445"/>
                  </a:lnTo>
                  <a:lnTo>
                    <a:pt x="283193" y="432052"/>
                  </a:lnTo>
                  <a:lnTo>
                    <a:pt x="282660" y="431840"/>
                  </a:lnTo>
                  <a:lnTo>
                    <a:pt x="282246" y="431871"/>
                  </a:lnTo>
                  <a:lnTo>
                    <a:pt x="281950" y="431931"/>
                  </a:lnTo>
                  <a:lnTo>
                    <a:pt x="281565" y="432143"/>
                  </a:lnTo>
                  <a:lnTo>
                    <a:pt x="281417" y="432203"/>
                  </a:lnTo>
                  <a:lnTo>
                    <a:pt x="281122" y="432355"/>
                  </a:lnTo>
                  <a:lnTo>
                    <a:pt x="280589" y="432476"/>
                  </a:lnTo>
                  <a:lnTo>
                    <a:pt x="280027" y="432506"/>
                  </a:lnTo>
                  <a:lnTo>
                    <a:pt x="279524" y="432718"/>
                  </a:lnTo>
                  <a:lnTo>
                    <a:pt x="279021" y="432960"/>
                  </a:lnTo>
                  <a:lnTo>
                    <a:pt x="278725" y="433081"/>
                  </a:lnTo>
                  <a:lnTo>
                    <a:pt x="278518" y="433171"/>
                  </a:lnTo>
                  <a:lnTo>
                    <a:pt x="278163" y="433232"/>
                  </a:lnTo>
                  <a:lnTo>
                    <a:pt x="277867" y="433292"/>
                  </a:lnTo>
                  <a:lnTo>
                    <a:pt x="277630" y="433292"/>
                  </a:lnTo>
                  <a:lnTo>
                    <a:pt x="277423" y="433202"/>
                  </a:lnTo>
                  <a:lnTo>
                    <a:pt x="277157" y="433202"/>
                  </a:lnTo>
                  <a:lnTo>
                    <a:pt x="276772" y="433202"/>
                  </a:lnTo>
                  <a:lnTo>
                    <a:pt x="276447" y="433232"/>
                  </a:lnTo>
                  <a:lnTo>
                    <a:pt x="276270" y="433232"/>
                  </a:lnTo>
                  <a:lnTo>
                    <a:pt x="276092" y="433232"/>
                  </a:lnTo>
                  <a:lnTo>
                    <a:pt x="275855" y="433292"/>
                  </a:lnTo>
                  <a:lnTo>
                    <a:pt x="275559" y="433413"/>
                  </a:lnTo>
                  <a:lnTo>
                    <a:pt x="275412" y="433504"/>
                  </a:lnTo>
                  <a:lnTo>
                    <a:pt x="275234" y="433565"/>
                  </a:lnTo>
                  <a:lnTo>
                    <a:pt x="274938" y="433595"/>
                  </a:lnTo>
                  <a:lnTo>
                    <a:pt x="274642" y="433595"/>
                  </a:lnTo>
                  <a:lnTo>
                    <a:pt x="274346" y="433565"/>
                  </a:lnTo>
                  <a:lnTo>
                    <a:pt x="273991" y="433534"/>
                  </a:lnTo>
                  <a:lnTo>
                    <a:pt x="273784" y="433474"/>
                  </a:lnTo>
                  <a:lnTo>
                    <a:pt x="273252" y="433534"/>
                  </a:lnTo>
                  <a:lnTo>
                    <a:pt x="272690" y="433504"/>
                  </a:lnTo>
                  <a:lnTo>
                    <a:pt x="272542" y="433504"/>
                  </a:lnTo>
                  <a:lnTo>
                    <a:pt x="272216" y="433444"/>
                  </a:lnTo>
                  <a:lnTo>
                    <a:pt x="271920" y="433504"/>
                  </a:lnTo>
                  <a:lnTo>
                    <a:pt x="271595" y="433565"/>
                  </a:lnTo>
                  <a:lnTo>
                    <a:pt x="271062" y="433383"/>
                  </a:lnTo>
                  <a:lnTo>
                    <a:pt x="270530" y="433383"/>
                  </a:lnTo>
                  <a:lnTo>
                    <a:pt x="269702" y="433655"/>
                  </a:lnTo>
                  <a:lnTo>
                    <a:pt x="269406" y="433686"/>
                  </a:lnTo>
                  <a:lnTo>
                    <a:pt x="269169" y="433716"/>
                  </a:lnTo>
                  <a:lnTo>
                    <a:pt x="268844" y="433776"/>
                  </a:lnTo>
                  <a:lnTo>
                    <a:pt x="268636" y="433928"/>
                  </a:lnTo>
                  <a:lnTo>
                    <a:pt x="268370" y="433988"/>
                  </a:lnTo>
                  <a:lnTo>
                    <a:pt x="267926" y="434260"/>
                  </a:lnTo>
                  <a:lnTo>
                    <a:pt x="267542" y="434351"/>
                  </a:lnTo>
                  <a:lnTo>
                    <a:pt x="267394" y="434412"/>
                  </a:lnTo>
                  <a:lnTo>
                    <a:pt x="266891" y="434654"/>
                  </a:lnTo>
                  <a:lnTo>
                    <a:pt x="266358" y="434835"/>
                  </a:lnTo>
                  <a:lnTo>
                    <a:pt x="266210" y="434896"/>
                  </a:lnTo>
                  <a:lnTo>
                    <a:pt x="265855" y="435017"/>
                  </a:lnTo>
                  <a:lnTo>
                    <a:pt x="265471" y="435047"/>
                  </a:lnTo>
                  <a:lnTo>
                    <a:pt x="265323" y="435047"/>
                  </a:lnTo>
                  <a:lnTo>
                    <a:pt x="264968" y="435168"/>
                  </a:lnTo>
                  <a:lnTo>
                    <a:pt x="264524" y="435380"/>
                  </a:lnTo>
                  <a:lnTo>
                    <a:pt x="264317" y="435501"/>
                  </a:lnTo>
                  <a:lnTo>
                    <a:pt x="264139" y="435622"/>
                  </a:lnTo>
                  <a:lnTo>
                    <a:pt x="263962" y="435712"/>
                  </a:lnTo>
                  <a:lnTo>
                    <a:pt x="263844" y="435864"/>
                  </a:lnTo>
                  <a:lnTo>
                    <a:pt x="263577" y="436196"/>
                  </a:lnTo>
                  <a:lnTo>
                    <a:pt x="263459" y="436378"/>
                  </a:lnTo>
                  <a:lnTo>
                    <a:pt x="262571" y="436075"/>
                  </a:lnTo>
                  <a:lnTo>
                    <a:pt x="262276" y="435591"/>
                  </a:lnTo>
                  <a:lnTo>
                    <a:pt x="262098" y="435168"/>
                  </a:lnTo>
                  <a:lnTo>
                    <a:pt x="261713" y="434684"/>
                  </a:lnTo>
                  <a:lnTo>
                    <a:pt x="261477" y="434139"/>
                  </a:lnTo>
                  <a:lnTo>
                    <a:pt x="261299" y="433655"/>
                  </a:lnTo>
                  <a:lnTo>
                    <a:pt x="260471" y="432234"/>
                  </a:lnTo>
                  <a:lnTo>
                    <a:pt x="260027" y="431961"/>
                  </a:lnTo>
                  <a:lnTo>
                    <a:pt x="259435" y="431719"/>
                  </a:lnTo>
                  <a:lnTo>
                    <a:pt x="258518" y="431205"/>
                  </a:lnTo>
                  <a:lnTo>
                    <a:pt x="257512" y="430903"/>
                  </a:lnTo>
                  <a:lnTo>
                    <a:pt x="256950" y="430600"/>
                  </a:lnTo>
                  <a:lnTo>
                    <a:pt x="256595" y="430237"/>
                  </a:lnTo>
                  <a:lnTo>
                    <a:pt x="256033" y="430025"/>
                  </a:lnTo>
                  <a:lnTo>
                    <a:pt x="255471" y="429935"/>
                  </a:lnTo>
                  <a:lnTo>
                    <a:pt x="254938" y="430116"/>
                  </a:lnTo>
                  <a:lnTo>
                    <a:pt x="254642" y="430025"/>
                  </a:lnTo>
                  <a:lnTo>
                    <a:pt x="254406" y="429904"/>
                  </a:lnTo>
                  <a:lnTo>
                    <a:pt x="254110" y="429632"/>
                  </a:lnTo>
                  <a:lnTo>
                    <a:pt x="253873" y="429511"/>
                  </a:lnTo>
                  <a:lnTo>
                    <a:pt x="253429" y="429360"/>
                  </a:lnTo>
                  <a:lnTo>
                    <a:pt x="253045" y="429360"/>
                  </a:lnTo>
                  <a:lnTo>
                    <a:pt x="252571" y="429662"/>
                  </a:lnTo>
                  <a:lnTo>
                    <a:pt x="252157" y="429935"/>
                  </a:lnTo>
                  <a:lnTo>
                    <a:pt x="251625" y="430116"/>
                  </a:lnTo>
                  <a:lnTo>
                    <a:pt x="251270" y="430207"/>
                  </a:lnTo>
                  <a:lnTo>
                    <a:pt x="250885" y="430207"/>
                  </a:lnTo>
                  <a:lnTo>
                    <a:pt x="250323" y="430116"/>
                  </a:lnTo>
                  <a:lnTo>
                    <a:pt x="249702" y="430177"/>
                  </a:lnTo>
                  <a:lnTo>
                    <a:pt x="248755" y="430388"/>
                  </a:lnTo>
                  <a:lnTo>
                    <a:pt x="248163" y="430540"/>
                  </a:lnTo>
                  <a:lnTo>
                    <a:pt x="247157" y="430540"/>
                  </a:lnTo>
                  <a:lnTo>
                    <a:pt x="246240" y="430630"/>
                  </a:lnTo>
                  <a:lnTo>
                    <a:pt x="246003" y="430570"/>
                  </a:lnTo>
                  <a:lnTo>
                    <a:pt x="245796" y="430661"/>
                  </a:lnTo>
                  <a:lnTo>
                    <a:pt x="245560" y="430600"/>
                  </a:lnTo>
                  <a:lnTo>
                    <a:pt x="245293" y="430661"/>
                  </a:lnTo>
                  <a:lnTo>
                    <a:pt x="245146" y="430661"/>
                  </a:lnTo>
                  <a:lnTo>
                    <a:pt x="244909" y="430540"/>
                  </a:lnTo>
                  <a:lnTo>
                    <a:pt x="244524" y="430509"/>
                  </a:lnTo>
                  <a:lnTo>
                    <a:pt x="243341" y="430358"/>
                  </a:lnTo>
                  <a:lnTo>
                    <a:pt x="243045" y="430298"/>
                  </a:lnTo>
                  <a:lnTo>
                    <a:pt x="242838" y="430207"/>
                  </a:lnTo>
                  <a:lnTo>
                    <a:pt x="242572" y="430237"/>
                  </a:lnTo>
                  <a:lnTo>
                    <a:pt x="242424" y="430267"/>
                  </a:lnTo>
                  <a:lnTo>
                    <a:pt x="242276" y="430207"/>
                  </a:lnTo>
                  <a:lnTo>
                    <a:pt x="242098" y="430146"/>
                  </a:lnTo>
                  <a:lnTo>
                    <a:pt x="241921" y="430056"/>
                  </a:lnTo>
                  <a:lnTo>
                    <a:pt x="241684" y="429965"/>
                  </a:lnTo>
                  <a:lnTo>
                    <a:pt x="241329" y="429783"/>
                  </a:lnTo>
                  <a:lnTo>
                    <a:pt x="241063" y="429693"/>
                  </a:lnTo>
                  <a:lnTo>
                    <a:pt x="240915" y="429632"/>
                  </a:lnTo>
                  <a:lnTo>
                    <a:pt x="240649" y="429632"/>
                  </a:lnTo>
                  <a:lnTo>
                    <a:pt x="240382" y="429602"/>
                  </a:lnTo>
                  <a:lnTo>
                    <a:pt x="239968" y="429602"/>
                  </a:lnTo>
                  <a:lnTo>
                    <a:pt x="239820" y="429572"/>
                  </a:lnTo>
                  <a:lnTo>
                    <a:pt x="239672" y="429511"/>
                  </a:lnTo>
                  <a:lnTo>
                    <a:pt x="239406" y="429511"/>
                  </a:lnTo>
                  <a:lnTo>
                    <a:pt x="239140" y="429420"/>
                  </a:lnTo>
                  <a:lnTo>
                    <a:pt x="238992" y="429420"/>
                  </a:lnTo>
                  <a:lnTo>
                    <a:pt x="238725" y="429330"/>
                  </a:lnTo>
                  <a:lnTo>
                    <a:pt x="238459" y="429330"/>
                  </a:lnTo>
                  <a:lnTo>
                    <a:pt x="238193" y="429209"/>
                  </a:lnTo>
                  <a:lnTo>
                    <a:pt x="238045" y="429148"/>
                  </a:lnTo>
                  <a:lnTo>
                    <a:pt x="237779" y="429057"/>
                  </a:lnTo>
                  <a:lnTo>
                    <a:pt x="237512" y="428997"/>
                  </a:lnTo>
                  <a:lnTo>
                    <a:pt x="237246" y="428936"/>
                  </a:lnTo>
                  <a:lnTo>
                    <a:pt x="237098" y="428906"/>
                  </a:lnTo>
                  <a:lnTo>
                    <a:pt x="236832" y="428936"/>
                  </a:lnTo>
                  <a:lnTo>
                    <a:pt x="236566" y="428967"/>
                  </a:lnTo>
                  <a:lnTo>
                    <a:pt x="236418" y="428967"/>
                  </a:lnTo>
                  <a:lnTo>
                    <a:pt x="236270" y="428997"/>
                  </a:lnTo>
                  <a:lnTo>
                    <a:pt x="235885" y="429118"/>
                  </a:lnTo>
                  <a:lnTo>
                    <a:pt x="235619" y="429148"/>
                  </a:lnTo>
                  <a:lnTo>
                    <a:pt x="235471" y="429178"/>
                  </a:lnTo>
                  <a:lnTo>
                    <a:pt x="235234" y="429299"/>
                  </a:lnTo>
                  <a:lnTo>
                    <a:pt x="235086" y="429360"/>
                  </a:lnTo>
                  <a:lnTo>
                    <a:pt x="234820" y="429451"/>
                  </a:lnTo>
                  <a:lnTo>
                    <a:pt x="234554" y="429481"/>
                  </a:lnTo>
                  <a:lnTo>
                    <a:pt x="234228" y="429420"/>
                  </a:lnTo>
                  <a:lnTo>
                    <a:pt x="234081" y="429390"/>
                  </a:lnTo>
                  <a:lnTo>
                    <a:pt x="233814" y="429420"/>
                  </a:lnTo>
                  <a:lnTo>
                    <a:pt x="233518" y="429360"/>
                  </a:lnTo>
                  <a:lnTo>
                    <a:pt x="233370" y="429330"/>
                  </a:lnTo>
                  <a:lnTo>
                    <a:pt x="233104" y="429330"/>
                  </a:lnTo>
                  <a:lnTo>
                    <a:pt x="232838" y="429269"/>
                  </a:lnTo>
                  <a:lnTo>
                    <a:pt x="232690" y="429209"/>
                  </a:lnTo>
                  <a:lnTo>
                    <a:pt x="232483" y="429178"/>
                  </a:lnTo>
                  <a:lnTo>
                    <a:pt x="232010" y="429178"/>
                  </a:lnTo>
                  <a:lnTo>
                    <a:pt x="231862" y="429209"/>
                  </a:lnTo>
                  <a:lnTo>
                    <a:pt x="231595" y="429269"/>
                  </a:lnTo>
                  <a:lnTo>
                    <a:pt x="231329" y="429299"/>
                  </a:lnTo>
                  <a:lnTo>
                    <a:pt x="231181" y="429360"/>
                  </a:lnTo>
                  <a:lnTo>
                    <a:pt x="230915" y="429420"/>
                  </a:lnTo>
                  <a:lnTo>
                    <a:pt x="230767" y="429420"/>
                  </a:lnTo>
                  <a:lnTo>
                    <a:pt x="230501" y="429541"/>
                  </a:lnTo>
                  <a:lnTo>
                    <a:pt x="230234" y="429662"/>
                  </a:lnTo>
                  <a:lnTo>
                    <a:pt x="229998" y="429783"/>
                  </a:lnTo>
                  <a:lnTo>
                    <a:pt x="229702" y="429844"/>
                  </a:lnTo>
                  <a:lnTo>
                    <a:pt x="229436" y="429874"/>
                  </a:lnTo>
                  <a:lnTo>
                    <a:pt x="229051" y="429995"/>
                  </a:lnTo>
                  <a:lnTo>
                    <a:pt x="228903" y="429965"/>
                  </a:lnTo>
                  <a:lnTo>
                    <a:pt x="228755" y="429935"/>
                  </a:lnTo>
                  <a:lnTo>
                    <a:pt x="228489" y="429965"/>
                  </a:lnTo>
                  <a:lnTo>
                    <a:pt x="228341" y="430025"/>
                  </a:lnTo>
                  <a:lnTo>
                    <a:pt x="228075" y="430086"/>
                  </a:lnTo>
                  <a:lnTo>
                    <a:pt x="227808" y="430056"/>
                  </a:lnTo>
                  <a:lnTo>
                    <a:pt x="227424" y="430056"/>
                  </a:lnTo>
                  <a:lnTo>
                    <a:pt x="227187" y="430116"/>
                  </a:lnTo>
                  <a:lnTo>
                    <a:pt x="226625" y="430146"/>
                  </a:lnTo>
                  <a:lnTo>
                    <a:pt x="226004" y="430207"/>
                  </a:lnTo>
                  <a:lnTo>
                    <a:pt x="225678" y="430177"/>
                  </a:lnTo>
                  <a:lnTo>
                    <a:pt x="225146" y="430116"/>
                  </a:lnTo>
                  <a:lnTo>
                    <a:pt x="224939" y="430116"/>
                  </a:lnTo>
                  <a:lnTo>
                    <a:pt x="224524" y="430116"/>
                  </a:lnTo>
                  <a:lnTo>
                    <a:pt x="223903" y="430146"/>
                  </a:lnTo>
                  <a:lnTo>
                    <a:pt x="223578" y="430146"/>
                  </a:lnTo>
                  <a:lnTo>
                    <a:pt x="223430" y="430177"/>
                  </a:lnTo>
                  <a:lnTo>
                    <a:pt x="223282" y="430207"/>
                  </a:lnTo>
                  <a:lnTo>
                    <a:pt x="223045" y="430298"/>
                  </a:lnTo>
                  <a:lnTo>
                    <a:pt x="222779" y="430328"/>
                  </a:lnTo>
                  <a:lnTo>
                    <a:pt x="222217" y="430419"/>
                  </a:lnTo>
                  <a:lnTo>
                    <a:pt x="222039" y="430449"/>
                  </a:lnTo>
                  <a:lnTo>
                    <a:pt x="221684" y="430570"/>
                  </a:lnTo>
                  <a:lnTo>
                    <a:pt x="221329" y="430630"/>
                  </a:lnTo>
                  <a:lnTo>
                    <a:pt x="221122" y="430691"/>
                  </a:lnTo>
                  <a:lnTo>
                    <a:pt x="220708" y="430721"/>
                  </a:lnTo>
                  <a:lnTo>
                    <a:pt x="220353" y="430782"/>
                  </a:lnTo>
                  <a:lnTo>
                    <a:pt x="220175" y="430812"/>
                  </a:lnTo>
                  <a:lnTo>
                    <a:pt x="219850" y="430842"/>
                  </a:lnTo>
                  <a:lnTo>
                    <a:pt x="219672" y="430812"/>
                  </a:lnTo>
                  <a:lnTo>
                    <a:pt x="218519" y="431054"/>
                  </a:lnTo>
                  <a:lnTo>
                    <a:pt x="218045" y="431326"/>
                  </a:lnTo>
                  <a:lnTo>
                    <a:pt x="217513" y="431598"/>
                  </a:lnTo>
                  <a:lnTo>
                    <a:pt x="217365" y="431598"/>
                  </a:lnTo>
                  <a:lnTo>
                    <a:pt x="217069" y="431659"/>
                  </a:lnTo>
                  <a:lnTo>
                    <a:pt x="216507" y="431659"/>
                  </a:lnTo>
                  <a:lnTo>
                    <a:pt x="216181" y="431629"/>
                  </a:lnTo>
                  <a:lnTo>
                    <a:pt x="215619" y="431780"/>
                  </a:lnTo>
                  <a:lnTo>
                    <a:pt x="215442" y="431871"/>
                  </a:lnTo>
                  <a:lnTo>
                    <a:pt x="215235" y="431992"/>
                  </a:lnTo>
                  <a:lnTo>
                    <a:pt x="215087" y="432052"/>
                  </a:lnTo>
                  <a:lnTo>
                    <a:pt x="214909" y="432173"/>
                  </a:lnTo>
                  <a:lnTo>
                    <a:pt x="214643" y="432264"/>
                  </a:lnTo>
                  <a:lnTo>
                    <a:pt x="214288" y="432445"/>
                  </a:lnTo>
                  <a:lnTo>
                    <a:pt x="214081" y="432506"/>
                  </a:lnTo>
                  <a:lnTo>
                    <a:pt x="213519" y="432627"/>
                  </a:lnTo>
                  <a:lnTo>
                    <a:pt x="213134" y="432657"/>
                  </a:lnTo>
                  <a:lnTo>
                    <a:pt x="212572" y="432778"/>
                  </a:lnTo>
                  <a:lnTo>
                    <a:pt x="212246" y="432960"/>
                  </a:lnTo>
                  <a:lnTo>
                    <a:pt x="211980" y="433020"/>
                  </a:lnTo>
                  <a:lnTo>
                    <a:pt x="211773" y="433050"/>
                  </a:lnTo>
                  <a:lnTo>
                    <a:pt x="211418" y="433111"/>
                  </a:lnTo>
                  <a:lnTo>
                    <a:pt x="211270" y="433141"/>
                  </a:lnTo>
                  <a:lnTo>
                    <a:pt x="211004" y="433232"/>
                  </a:lnTo>
                  <a:lnTo>
                    <a:pt x="210826" y="433323"/>
                  </a:lnTo>
                  <a:lnTo>
                    <a:pt x="210323" y="433595"/>
                  </a:lnTo>
                  <a:lnTo>
                    <a:pt x="209761" y="433897"/>
                  </a:lnTo>
                  <a:lnTo>
                    <a:pt x="209524" y="433897"/>
                  </a:lnTo>
                  <a:lnTo>
                    <a:pt x="209022" y="434079"/>
                  </a:lnTo>
                  <a:lnTo>
                    <a:pt x="208489" y="434170"/>
                  </a:lnTo>
                  <a:lnTo>
                    <a:pt x="207897" y="434351"/>
                  </a:lnTo>
                  <a:lnTo>
                    <a:pt x="207542" y="434472"/>
                  </a:lnTo>
                  <a:lnTo>
                    <a:pt x="206951" y="434593"/>
                  </a:lnTo>
                  <a:lnTo>
                    <a:pt x="206448" y="434896"/>
                  </a:lnTo>
                  <a:lnTo>
                    <a:pt x="205649" y="435228"/>
                  </a:lnTo>
                  <a:lnTo>
                    <a:pt x="205235" y="435380"/>
                  </a:lnTo>
                  <a:lnTo>
                    <a:pt x="205027" y="435501"/>
                  </a:lnTo>
                  <a:lnTo>
                    <a:pt x="204643" y="435622"/>
                  </a:lnTo>
                  <a:lnTo>
                    <a:pt x="204110" y="435833"/>
                  </a:lnTo>
                  <a:lnTo>
                    <a:pt x="203814" y="435864"/>
                  </a:lnTo>
                  <a:lnTo>
                    <a:pt x="203371" y="435924"/>
                  </a:lnTo>
                  <a:lnTo>
                    <a:pt x="202986" y="435954"/>
                  </a:lnTo>
                  <a:lnTo>
                    <a:pt x="202394" y="436015"/>
                  </a:lnTo>
                  <a:lnTo>
                    <a:pt x="201862" y="436136"/>
                  </a:lnTo>
                  <a:lnTo>
                    <a:pt x="201004" y="436348"/>
                  </a:lnTo>
                  <a:lnTo>
                    <a:pt x="200826" y="436438"/>
                  </a:lnTo>
                  <a:lnTo>
                    <a:pt x="200028" y="436680"/>
                  </a:lnTo>
                  <a:lnTo>
                    <a:pt x="199377" y="436892"/>
                  </a:lnTo>
                  <a:lnTo>
                    <a:pt x="198992" y="437195"/>
                  </a:lnTo>
                  <a:lnTo>
                    <a:pt x="198519" y="437558"/>
                  </a:lnTo>
                  <a:lnTo>
                    <a:pt x="198282" y="437618"/>
                  </a:lnTo>
                  <a:lnTo>
                    <a:pt x="197957" y="437679"/>
                  </a:lnTo>
                  <a:lnTo>
                    <a:pt x="197661" y="437739"/>
                  </a:lnTo>
                  <a:lnTo>
                    <a:pt x="197513" y="437800"/>
                  </a:lnTo>
                  <a:lnTo>
                    <a:pt x="197365" y="437860"/>
                  </a:lnTo>
                  <a:lnTo>
                    <a:pt x="197217" y="437921"/>
                  </a:lnTo>
                  <a:lnTo>
                    <a:pt x="196980" y="438011"/>
                  </a:lnTo>
                  <a:lnTo>
                    <a:pt x="196744" y="438163"/>
                  </a:lnTo>
                  <a:lnTo>
                    <a:pt x="196359" y="438284"/>
                  </a:lnTo>
                  <a:lnTo>
                    <a:pt x="196033" y="438284"/>
                  </a:lnTo>
                  <a:lnTo>
                    <a:pt x="195560" y="438344"/>
                  </a:lnTo>
                  <a:lnTo>
                    <a:pt x="195353" y="438344"/>
                  </a:lnTo>
                  <a:lnTo>
                    <a:pt x="195057" y="438435"/>
                  </a:lnTo>
                  <a:lnTo>
                    <a:pt x="194584" y="438677"/>
                  </a:lnTo>
                  <a:lnTo>
                    <a:pt x="194170" y="438828"/>
                  </a:lnTo>
                  <a:lnTo>
                    <a:pt x="193874" y="438889"/>
                  </a:lnTo>
                  <a:lnTo>
                    <a:pt x="193548" y="438949"/>
                  </a:lnTo>
                  <a:lnTo>
                    <a:pt x="193016" y="438949"/>
                  </a:lnTo>
                  <a:lnTo>
                    <a:pt x="192661" y="439010"/>
                  </a:lnTo>
                  <a:lnTo>
                    <a:pt x="192128" y="439100"/>
                  </a:lnTo>
                  <a:lnTo>
                    <a:pt x="191596" y="439131"/>
                  </a:lnTo>
                  <a:lnTo>
                    <a:pt x="190797" y="439131"/>
                  </a:lnTo>
                  <a:lnTo>
                    <a:pt x="190264" y="439131"/>
                  </a:lnTo>
                  <a:lnTo>
                    <a:pt x="189702" y="439161"/>
                  </a:lnTo>
                  <a:lnTo>
                    <a:pt x="189377" y="439191"/>
                  </a:lnTo>
                  <a:lnTo>
                    <a:pt x="188755" y="439161"/>
                  </a:lnTo>
                  <a:lnTo>
                    <a:pt x="188489" y="439221"/>
                  </a:lnTo>
                  <a:lnTo>
                    <a:pt x="188045" y="439252"/>
                  </a:lnTo>
                  <a:lnTo>
                    <a:pt x="187602" y="439282"/>
                  </a:lnTo>
                  <a:lnTo>
                    <a:pt x="187394" y="439282"/>
                  </a:lnTo>
                  <a:lnTo>
                    <a:pt x="187069" y="439342"/>
                  </a:lnTo>
                  <a:lnTo>
                    <a:pt x="186862" y="439403"/>
                  </a:lnTo>
                  <a:lnTo>
                    <a:pt x="186537" y="439554"/>
                  </a:lnTo>
                  <a:lnTo>
                    <a:pt x="185619" y="439675"/>
                  </a:lnTo>
                  <a:lnTo>
                    <a:pt x="185087" y="439705"/>
                  </a:lnTo>
                  <a:lnTo>
                    <a:pt x="184761" y="439796"/>
                  </a:lnTo>
                  <a:lnTo>
                    <a:pt x="184584" y="439826"/>
                  </a:lnTo>
                  <a:lnTo>
                    <a:pt x="184229" y="439826"/>
                  </a:lnTo>
                  <a:lnTo>
                    <a:pt x="184022" y="439796"/>
                  </a:lnTo>
                  <a:lnTo>
                    <a:pt x="183815" y="439856"/>
                  </a:lnTo>
                  <a:lnTo>
                    <a:pt x="183578" y="440038"/>
                  </a:lnTo>
                  <a:lnTo>
                    <a:pt x="183253" y="440129"/>
                  </a:lnTo>
                  <a:lnTo>
                    <a:pt x="182957" y="440129"/>
                  </a:lnTo>
                  <a:lnTo>
                    <a:pt x="182661" y="439947"/>
                  </a:lnTo>
                  <a:lnTo>
                    <a:pt x="182395" y="439826"/>
                  </a:lnTo>
                  <a:lnTo>
                    <a:pt x="182069" y="439735"/>
                  </a:lnTo>
                  <a:lnTo>
                    <a:pt x="181714" y="439645"/>
                  </a:lnTo>
                  <a:lnTo>
                    <a:pt x="181537" y="439675"/>
                  </a:lnTo>
                  <a:lnTo>
                    <a:pt x="181329" y="439735"/>
                  </a:lnTo>
                  <a:lnTo>
                    <a:pt x="181152" y="439796"/>
                  </a:lnTo>
                  <a:lnTo>
                    <a:pt x="180856" y="439856"/>
                  </a:lnTo>
                  <a:lnTo>
                    <a:pt x="180679" y="439887"/>
                  </a:lnTo>
                  <a:lnTo>
                    <a:pt x="180442" y="439947"/>
                  </a:lnTo>
                  <a:lnTo>
                    <a:pt x="179998" y="439947"/>
                  </a:lnTo>
                  <a:lnTo>
                    <a:pt x="179791" y="440038"/>
                  </a:lnTo>
                  <a:lnTo>
                    <a:pt x="179613" y="440068"/>
                  </a:lnTo>
                  <a:lnTo>
                    <a:pt x="179347" y="440159"/>
                  </a:lnTo>
                  <a:lnTo>
                    <a:pt x="178992" y="440129"/>
                  </a:lnTo>
                  <a:lnTo>
                    <a:pt x="178756" y="440098"/>
                  </a:lnTo>
                  <a:lnTo>
                    <a:pt x="178578" y="440038"/>
                  </a:lnTo>
                  <a:lnTo>
                    <a:pt x="178400" y="440098"/>
                  </a:lnTo>
                  <a:lnTo>
                    <a:pt x="178134" y="440250"/>
                  </a:lnTo>
                  <a:lnTo>
                    <a:pt x="177809" y="440461"/>
                  </a:lnTo>
                  <a:lnTo>
                    <a:pt x="177631" y="440552"/>
                  </a:lnTo>
                  <a:lnTo>
                    <a:pt x="177454" y="440703"/>
                  </a:lnTo>
                  <a:lnTo>
                    <a:pt x="177247" y="440703"/>
                  </a:lnTo>
                  <a:lnTo>
                    <a:pt x="177069" y="440613"/>
                  </a:lnTo>
                  <a:lnTo>
                    <a:pt x="176862" y="440582"/>
                  </a:lnTo>
                  <a:lnTo>
                    <a:pt x="176685" y="440522"/>
                  </a:lnTo>
                  <a:lnTo>
                    <a:pt x="176329" y="440492"/>
                  </a:lnTo>
                  <a:lnTo>
                    <a:pt x="176152" y="440643"/>
                  </a:lnTo>
                  <a:lnTo>
                    <a:pt x="175945" y="440643"/>
                  </a:lnTo>
                  <a:lnTo>
                    <a:pt x="175679" y="440673"/>
                  </a:lnTo>
                  <a:lnTo>
                    <a:pt x="175442" y="440764"/>
                  </a:lnTo>
                  <a:lnTo>
                    <a:pt x="175205" y="440824"/>
                  </a:lnTo>
                  <a:lnTo>
                    <a:pt x="174969" y="440915"/>
                  </a:lnTo>
                  <a:lnTo>
                    <a:pt x="174821" y="440915"/>
                  </a:lnTo>
                  <a:lnTo>
                    <a:pt x="174584" y="441097"/>
                  </a:lnTo>
                  <a:lnTo>
                    <a:pt x="174377" y="441248"/>
                  </a:lnTo>
                  <a:lnTo>
                    <a:pt x="174051" y="441520"/>
                  </a:lnTo>
                  <a:lnTo>
                    <a:pt x="173844" y="441460"/>
                  </a:lnTo>
                  <a:lnTo>
                    <a:pt x="173667" y="441490"/>
                  </a:lnTo>
                  <a:lnTo>
                    <a:pt x="173460" y="441460"/>
                  </a:lnTo>
                  <a:lnTo>
                    <a:pt x="173253" y="441399"/>
                  </a:lnTo>
                  <a:lnTo>
                    <a:pt x="173016" y="441399"/>
                  </a:lnTo>
                  <a:lnTo>
                    <a:pt x="172779" y="441429"/>
                  </a:lnTo>
                  <a:lnTo>
                    <a:pt x="172483" y="441520"/>
                  </a:lnTo>
                  <a:lnTo>
                    <a:pt x="172217" y="441581"/>
                  </a:lnTo>
                  <a:lnTo>
                    <a:pt x="172010" y="441671"/>
                  </a:lnTo>
                  <a:lnTo>
                    <a:pt x="171832" y="441762"/>
                  </a:lnTo>
                  <a:lnTo>
                    <a:pt x="171537" y="441823"/>
                  </a:lnTo>
                  <a:lnTo>
                    <a:pt x="171093" y="442186"/>
                  </a:lnTo>
                  <a:lnTo>
                    <a:pt x="170945" y="442337"/>
                  </a:lnTo>
                  <a:lnTo>
                    <a:pt x="170738" y="442488"/>
                  </a:lnTo>
                  <a:lnTo>
                    <a:pt x="170501" y="442609"/>
                  </a:lnTo>
                  <a:lnTo>
                    <a:pt x="170057" y="442791"/>
                  </a:lnTo>
                  <a:lnTo>
                    <a:pt x="169584" y="442972"/>
                  </a:lnTo>
                  <a:lnTo>
                    <a:pt x="169199" y="443002"/>
                  </a:lnTo>
                  <a:lnTo>
                    <a:pt x="168756" y="443033"/>
                  </a:lnTo>
                  <a:lnTo>
                    <a:pt x="168193" y="443093"/>
                  </a:lnTo>
                  <a:lnTo>
                    <a:pt x="167661" y="441913"/>
                  </a:lnTo>
                  <a:lnTo>
                    <a:pt x="166152" y="440552"/>
                  </a:lnTo>
                  <a:lnTo>
                    <a:pt x="82129" y="310177"/>
                  </a:lnTo>
                  <a:lnTo>
                    <a:pt x="23047" y="220125"/>
                  </a:lnTo>
                  <a:lnTo>
                    <a:pt x="3402" y="188635"/>
                  </a:lnTo>
                  <a:lnTo>
                    <a:pt x="0" y="181284"/>
                  </a:lnTo>
                  <a:lnTo>
                    <a:pt x="53106" y="147617"/>
                  </a:lnTo>
                  <a:lnTo>
                    <a:pt x="110117" y="115704"/>
                  </a:lnTo>
                  <a:lnTo>
                    <a:pt x="119939" y="117700"/>
                  </a:lnTo>
                  <a:lnTo>
                    <a:pt x="130324" y="119243"/>
                  </a:lnTo>
                  <a:lnTo>
                    <a:pt x="133874" y="119576"/>
                  </a:lnTo>
                  <a:lnTo>
                    <a:pt x="139288" y="121330"/>
                  </a:lnTo>
                  <a:lnTo>
                    <a:pt x="145028" y="121572"/>
                  </a:lnTo>
                  <a:lnTo>
                    <a:pt x="157454" y="123115"/>
                  </a:lnTo>
                  <a:lnTo>
                    <a:pt x="164377" y="125656"/>
                  </a:lnTo>
                  <a:lnTo>
                    <a:pt x="169140" y="130072"/>
                  </a:lnTo>
                  <a:lnTo>
                    <a:pt x="173874" y="136364"/>
                  </a:lnTo>
                  <a:lnTo>
                    <a:pt x="180264" y="141355"/>
                  </a:lnTo>
                  <a:lnTo>
                    <a:pt x="185560" y="143563"/>
                  </a:lnTo>
                  <a:lnTo>
                    <a:pt x="190738" y="145439"/>
                  </a:lnTo>
                  <a:lnTo>
                    <a:pt x="196152" y="143321"/>
                  </a:lnTo>
                  <a:lnTo>
                    <a:pt x="201448" y="138905"/>
                  </a:lnTo>
                  <a:lnTo>
                    <a:pt x="206536" y="137695"/>
                  </a:lnTo>
                  <a:lnTo>
                    <a:pt x="212365" y="137695"/>
                  </a:lnTo>
                  <a:lnTo>
                    <a:pt x="216595" y="135275"/>
                  </a:lnTo>
                  <a:lnTo>
                    <a:pt x="220146" y="131403"/>
                  </a:lnTo>
                  <a:lnTo>
                    <a:pt x="224791" y="128862"/>
                  </a:lnTo>
                  <a:lnTo>
                    <a:pt x="228785" y="127682"/>
                  </a:lnTo>
                  <a:lnTo>
                    <a:pt x="234524" y="124325"/>
                  </a:lnTo>
                  <a:lnTo>
                    <a:pt x="241980" y="119908"/>
                  </a:lnTo>
                  <a:lnTo>
                    <a:pt x="248045" y="116914"/>
                  </a:lnTo>
                  <a:lnTo>
                    <a:pt x="254080" y="111711"/>
                  </a:lnTo>
                  <a:lnTo>
                    <a:pt x="258518" y="108081"/>
                  </a:lnTo>
                  <a:lnTo>
                    <a:pt x="266625" y="102122"/>
                  </a:lnTo>
                  <a:lnTo>
                    <a:pt x="272690" y="97463"/>
                  </a:lnTo>
                  <a:lnTo>
                    <a:pt x="278015" y="93198"/>
                  </a:lnTo>
                  <a:lnTo>
                    <a:pt x="280145" y="91504"/>
                  </a:lnTo>
                  <a:lnTo>
                    <a:pt x="286210" y="86301"/>
                  </a:lnTo>
                  <a:lnTo>
                    <a:pt x="292364" y="83972"/>
                  </a:lnTo>
                  <a:lnTo>
                    <a:pt x="297867" y="82338"/>
                  </a:lnTo>
                  <a:lnTo>
                    <a:pt x="303370" y="80675"/>
                  </a:lnTo>
                  <a:lnTo>
                    <a:pt x="308666" y="77226"/>
                  </a:lnTo>
                  <a:lnTo>
                    <a:pt x="314405" y="72054"/>
                  </a:lnTo>
                  <a:lnTo>
                    <a:pt x="323340" y="69210"/>
                  </a:lnTo>
                  <a:lnTo>
                    <a:pt x="330529" y="67546"/>
                  </a:lnTo>
                  <a:lnTo>
                    <a:pt x="331151" y="67395"/>
                  </a:lnTo>
                  <a:lnTo>
                    <a:pt x="335234" y="66639"/>
                  </a:lnTo>
                  <a:lnTo>
                    <a:pt x="338251" y="66064"/>
                  </a:lnTo>
                  <a:lnTo>
                    <a:pt x="355411" y="64159"/>
                  </a:lnTo>
                  <a:lnTo>
                    <a:pt x="364819" y="62253"/>
                  </a:lnTo>
                  <a:lnTo>
                    <a:pt x="375529" y="58441"/>
                  </a:lnTo>
                  <a:lnTo>
                    <a:pt x="379730" y="57746"/>
                  </a:lnTo>
                  <a:lnTo>
                    <a:pt x="380588" y="57594"/>
                  </a:lnTo>
                  <a:lnTo>
                    <a:pt x="389109" y="54872"/>
                  </a:lnTo>
                  <a:lnTo>
                    <a:pt x="396890" y="53964"/>
                  </a:lnTo>
                  <a:lnTo>
                    <a:pt x="399789" y="52664"/>
                  </a:lnTo>
                  <a:lnTo>
                    <a:pt x="403044" y="51212"/>
                  </a:lnTo>
                  <a:lnTo>
                    <a:pt x="407807" y="47763"/>
                  </a:lnTo>
                  <a:lnTo>
                    <a:pt x="410973" y="43680"/>
                  </a:lnTo>
                  <a:lnTo>
                    <a:pt x="413014" y="37388"/>
                  </a:lnTo>
                  <a:lnTo>
                    <a:pt x="415174" y="32034"/>
                  </a:lnTo>
                  <a:lnTo>
                    <a:pt x="420943" y="21265"/>
                  </a:lnTo>
                  <a:lnTo>
                    <a:pt x="425884" y="17090"/>
                  </a:lnTo>
                  <a:lnTo>
                    <a:pt x="431475" y="13279"/>
                  </a:lnTo>
                  <a:lnTo>
                    <a:pt x="433191" y="12160"/>
                  </a:lnTo>
                  <a:lnTo>
                    <a:pt x="435588" y="10587"/>
                  </a:lnTo>
                  <a:lnTo>
                    <a:pt x="440795" y="9831"/>
                  </a:lnTo>
                  <a:lnTo>
                    <a:pt x="447304" y="8379"/>
                  </a:lnTo>
                  <a:lnTo>
                    <a:pt x="450026" y="6685"/>
                  </a:lnTo>
                  <a:lnTo>
                    <a:pt x="452718" y="4991"/>
                  </a:lnTo>
                  <a:lnTo>
                    <a:pt x="456002" y="2873"/>
                  </a:lnTo>
                  <a:lnTo>
                    <a:pt x="456949" y="2540"/>
                  </a:lnTo>
                  <a:lnTo>
                    <a:pt x="459523" y="1633"/>
                  </a:lnTo>
                  <a:lnTo>
                    <a:pt x="463162" y="1633"/>
                  </a:lnTo>
                  <a:lnTo>
                    <a:pt x="4723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338081" y="3231751"/>
              <a:ext cx="228903" cy="126714"/>
            </a:xfrm>
            <a:custGeom>
              <a:avLst/>
              <a:pathLst>
                <a:path w="228903" h="126714">
                  <a:moveTo>
                    <a:pt x="195087" y="151"/>
                  </a:moveTo>
                  <a:lnTo>
                    <a:pt x="197897" y="332"/>
                  </a:lnTo>
                  <a:lnTo>
                    <a:pt x="201033" y="483"/>
                  </a:lnTo>
                  <a:lnTo>
                    <a:pt x="202690" y="604"/>
                  </a:lnTo>
                  <a:lnTo>
                    <a:pt x="204643" y="1058"/>
                  </a:lnTo>
                  <a:lnTo>
                    <a:pt x="205915" y="1240"/>
                  </a:lnTo>
                  <a:lnTo>
                    <a:pt x="207335" y="1330"/>
                  </a:lnTo>
                  <a:lnTo>
                    <a:pt x="209880" y="1240"/>
                  </a:lnTo>
                  <a:lnTo>
                    <a:pt x="210027" y="1240"/>
                  </a:lnTo>
                  <a:lnTo>
                    <a:pt x="210826" y="1088"/>
                  </a:lnTo>
                  <a:lnTo>
                    <a:pt x="212128" y="1058"/>
                  </a:lnTo>
                  <a:lnTo>
                    <a:pt x="213045" y="998"/>
                  </a:lnTo>
                  <a:lnTo>
                    <a:pt x="214584" y="1088"/>
                  </a:lnTo>
                  <a:lnTo>
                    <a:pt x="214791" y="1088"/>
                  </a:lnTo>
                  <a:lnTo>
                    <a:pt x="215353" y="1209"/>
                  </a:lnTo>
                  <a:lnTo>
                    <a:pt x="216832" y="1209"/>
                  </a:lnTo>
                  <a:lnTo>
                    <a:pt x="219169" y="1935"/>
                  </a:lnTo>
                  <a:lnTo>
                    <a:pt x="221270" y="2510"/>
                  </a:lnTo>
                  <a:lnTo>
                    <a:pt x="221862" y="2601"/>
                  </a:lnTo>
                  <a:lnTo>
                    <a:pt x="222927" y="2782"/>
                  </a:lnTo>
                  <a:lnTo>
                    <a:pt x="223341" y="2782"/>
                  </a:lnTo>
                  <a:lnTo>
                    <a:pt x="227779" y="3539"/>
                  </a:lnTo>
                  <a:lnTo>
                    <a:pt x="228903" y="3750"/>
                  </a:lnTo>
                  <a:lnTo>
                    <a:pt x="227720" y="3992"/>
                  </a:lnTo>
                  <a:lnTo>
                    <a:pt x="226921" y="4446"/>
                  </a:lnTo>
                  <a:lnTo>
                    <a:pt x="226743" y="4507"/>
                  </a:lnTo>
                  <a:lnTo>
                    <a:pt x="226536" y="4688"/>
                  </a:lnTo>
                  <a:lnTo>
                    <a:pt x="226063" y="4960"/>
                  </a:lnTo>
                  <a:lnTo>
                    <a:pt x="225708" y="5051"/>
                  </a:lnTo>
                  <a:lnTo>
                    <a:pt x="225323" y="5051"/>
                  </a:lnTo>
                  <a:lnTo>
                    <a:pt x="224731" y="5051"/>
                  </a:lnTo>
                  <a:lnTo>
                    <a:pt x="224495" y="5021"/>
                  </a:lnTo>
                  <a:lnTo>
                    <a:pt x="224347" y="4930"/>
                  </a:lnTo>
                  <a:lnTo>
                    <a:pt x="224199" y="4839"/>
                  </a:lnTo>
                  <a:lnTo>
                    <a:pt x="224021" y="4749"/>
                  </a:lnTo>
                  <a:lnTo>
                    <a:pt x="223785" y="4718"/>
                  </a:lnTo>
                  <a:lnTo>
                    <a:pt x="223459" y="4718"/>
                  </a:lnTo>
                  <a:lnTo>
                    <a:pt x="222542" y="4688"/>
                  </a:lnTo>
                  <a:lnTo>
                    <a:pt x="222217" y="4718"/>
                  </a:lnTo>
                  <a:lnTo>
                    <a:pt x="222039" y="4749"/>
                  </a:lnTo>
                  <a:lnTo>
                    <a:pt x="221862" y="4749"/>
                  </a:lnTo>
                  <a:lnTo>
                    <a:pt x="221536" y="4718"/>
                  </a:lnTo>
                  <a:lnTo>
                    <a:pt x="221300" y="4688"/>
                  </a:lnTo>
                  <a:lnTo>
                    <a:pt x="220737" y="4688"/>
                  </a:lnTo>
                  <a:lnTo>
                    <a:pt x="220264" y="4718"/>
                  </a:lnTo>
                  <a:lnTo>
                    <a:pt x="219820" y="4658"/>
                  </a:lnTo>
                  <a:lnTo>
                    <a:pt x="219524" y="4567"/>
                  </a:lnTo>
                  <a:lnTo>
                    <a:pt x="218962" y="4476"/>
                  </a:lnTo>
                  <a:lnTo>
                    <a:pt x="218607" y="4386"/>
                  </a:lnTo>
                  <a:lnTo>
                    <a:pt x="218193" y="4386"/>
                  </a:lnTo>
                  <a:lnTo>
                    <a:pt x="217661" y="4476"/>
                  </a:lnTo>
                  <a:lnTo>
                    <a:pt x="217217" y="4567"/>
                  </a:lnTo>
                  <a:lnTo>
                    <a:pt x="216270" y="4416"/>
                  </a:lnTo>
                  <a:lnTo>
                    <a:pt x="215501" y="4507"/>
                  </a:lnTo>
                  <a:lnTo>
                    <a:pt x="215116" y="4779"/>
                  </a:lnTo>
                  <a:lnTo>
                    <a:pt x="214968" y="4870"/>
                  </a:lnTo>
                  <a:lnTo>
                    <a:pt x="214554" y="5051"/>
                  </a:lnTo>
                  <a:lnTo>
                    <a:pt x="214288" y="5051"/>
                  </a:lnTo>
                  <a:lnTo>
                    <a:pt x="213962" y="5021"/>
                  </a:lnTo>
                  <a:lnTo>
                    <a:pt x="213726" y="4870"/>
                  </a:lnTo>
                  <a:lnTo>
                    <a:pt x="213400" y="4688"/>
                  </a:lnTo>
                  <a:lnTo>
                    <a:pt x="213075" y="4567"/>
                  </a:lnTo>
                  <a:lnTo>
                    <a:pt x="212897" y="4597"/>
                  </a:lnTo>
                  <a:lnTo>
                    <a:pt x="212335" y="4809"/>
                  </a:lnTo>
                  <a:lnTo>
                    <a:pt x="211980" y="4991"/>
                  </a:lnTo>
                  <a:lnTo>
                    <a:pt x="211448" y="5081"/>
                  </a:lnTo>
                  <a:lnTo>
                    <a:pt x="211181" y="5081"/>
                  </a:lnTo>
                  <a:lnTo>
                    <a:pt x="211004" y="5051"/>
                  </a:lnTo>
                  <a:lnTo>
                    <a:pt x="210678" y="4960"/>
                  </a:lnTo>
                  <a:lnTo>
                    <a:pt x="210057" y="4718"/>
                  </a:lnTo>
                  <a:lnTo>
                    <a:pt x="209732" y="4658"/>
                  </a:lnTo>
                  <a:lnTo>
                    <a:pt x="207897" y="4749"/>
                  </a:lnTo>
                  <a:lnTo>
                    <a:pt x="207424" y="4839"/>
                  </a:lnTo>
                  <a:lnTo>
                    <a:pt x="207128" y="4991"/>
                  </a:lnTo>
                  <a:lnTo>
                    <a:pt x="206951" y="5112"/>
                  </a:lnTo>
                  <a:lnTo>
                    <a:pt x="206596" y="5263"/>
                  </a:lnTo>
                  <a:lnTo>
                    <a:pt x="206211" y="5414"/>
                  </a:lnTo>
                  <a:lnTo>
                    <a:pt x="205826" y="5444"/>
                  </a:lnTo>
                  <a:lnTo>
                    <a:pt x="205590" y="5444"/>
                  </a:lnTo>
                  <a:lnTo>
                    <a:pt x="205027" y="5354"/>
                  </a:lnTo>
                  <a:lnTo>
                    <a:pt x="204584" y="5233"/>
                  </a:lnTo>
                  <a:lnTo>
                    <a:pt x="204022" y="5263"/>
                  </a:lnTo>
                  <a:lnTo>
                    <a:pt x="203430" y="5384"/>
                  </a:lnTo>
                  <a:lnTo>
                    <a:pt x="203134" y="5414"/>
                  </a:lnTo>
                  <a:lnTo>
                    <a:pt x="202956" y="5414"/>
                  </a:lnTo>
                  <a:lnTo>
                    <a:pt x="202394" y="5596"/>
                  </a:lnTo>
                  <a:lnTo>
                    <a:pt x="201862" y="5838"/>
                  </a:lnTo>
                  <a:lnTo>
                    <a:pt x="200175" y="6322"/>
                  </a:lnTo>
                  <a:lnTo>
                    <a:pt x="199436" y="6352"/>
                  </a:lnTo>
                  <a:lnTo>
                    <a:pt x="198933" y="6352"/>
                  </a:lnTo>
                  <a:lnTo>
                    <a:pt x="198519" y="6412"/>
                  </a:lnTo>
                  <a:lnTo>
                    <a:pt x="198134" y="6443"/>
                  </a:lnTo>
                  <a:lnTo>
                    <a:pt x="197957" y="6503"/>
                  </a:lnTo>
                  <a:lnTo>
                    <a:pt x="197690" y="6533"/>
                  </a:lnTo>
                  <a:lnTo>
                    <a:pt x="197365" y="6594"/>
                  </a:lnTo>
                  <a:lnTo>
                    <a:pt x="196862" y="6715"/>
                  </a:lnTo>
                  <a:lnTo>
                    <a:pt x="196566" y="6775"/>
                  </a:lnTo>
                  <a:lnTo>
                    <a:pt x="196418" y="6836"/>
                  </a:lnTo>
                  <a:lnTo>
                    <a:pt x="196241" y="6896"/>
                  </a:lnTo>
                  <a:lnTo>
                    <a:pt x="195945" y="6957"/>
                  </a:lnTo>
                  <a:lnTo>
                    <a:pt x="195738" y="6957"/>
                  </a:lnTo>
                  <a:lnTo>
                    <a:pt x="195471" y="7078"/>
                  </a:lnTo>
                  <a:lnTo>
                    <a:pt x="195057" y="7290"/>
                  </a:lnTo>
                  <a:lnTo>
                    <a:pt x="194909" y="7411"/>
                  </a:lnTo>
                  <a:lnTo>
                    <a:pt x="194347" y="7834"/>
                  </a:lnTo>
                  <a:lnTo>
                    <a:pt x="194081" y="7955"/>
                  </a:lnTo>
                  <a:lnTo>
                    <a:pt x="193874" y="8046"/>
                  </a:lnTo>
                  <a:lnTo>
                    <a:pt x="193578" y="8227"/>
                  </a:lnTo>
                  <a:lnTo>
                    <a:pt x="192897" y="8772"/>
                  </a:lnTo>
                  <a:lnTo>
                    <a:pt x="192306" y="8953"/>
                  </a:lnTo>
                  <a:lnTo>
                    <a:pt x="191241" y="8863"/>
                  </a:lnTo>
                  <a:lnTo>
                    <a:pt x="190471" y="8863"/>
                  </a:lnTo>
                  <a:lnTo>
                    <a:pt x="189584" y="9105"/>
                  </a:lnTo>
                  <a:lnTo>
                    <a:pt x="188903" y="9619"/>
                  </a:lnTo>
                  <a:lnTo>
                    <a:pt x="188193" y="9710"/>
                  </a:lnTo>
                  <a:lnTo>
                    <a:pt x="187661" y="9891"/>
                  </a:lnTo>
                  <a:lnTo>
                    <a:pt x="187099" y="9921"/>
                  </a:lnTo>
                  <a:lnTo>
                    <a:pt x="186625" y="9952"/>
                  </a:lnTo>
                  <a:lnTo>
                    <a:pt x="186418" y="9740"/>
                  </a:lnTo>
                  <a:lnTo>
                    <a:pt x="185945" y="9498"/>
                  </a:lnTo>
                  <a:lnTo>
                    <a:pt x="185264" y="9800"/>
                  </a:lnTo>
                  <a:lnTo>
                    <a:pt x="184643" y="10133"/>
                  </a:lnTo>
                  <a:lnTo>
                    <a:pt x="183933" y="10012"/>
                  </a:lnTo>
                  <a:lnTo>
                    <a:pt x="183519" y="9740"/>
                  </a:lnTo>
                  <a:lnTo>
                    <a:pt x="183164" y="9558"/>
                  </a:lnTo>
                  <a:lnTo>
                    <a:pt x="182276" y="9589"/>
                  </a:lnTo>
                  <a:lnTo>
                    <a:pt x="181182" y="9891"/>
                  </a:lnTo>
                  <a:lnTo>
                    <a:pt x="180708" y="10012"/>
                  </a:lnTo>
                  <a:lnTo>
                    <a:pt x="179613" y="10194"/>
                  </a:lnTo>
                  <a:lnTo>
                    <a:pt x="179406" y="10738"/>
                  </a:lnTo>
                  <a:lnTo>
                    <a:pt x="179081" y="10859"/>
                  </a:lnTo>
                  <a:lnTo>
                    <a:pt x="178874" y="10889"/>
                  </a:lnTo>
                  <a:lnTo>
                    <a:pt x="178548" y="10889"/>
                  </a:lnTo>
                  <a:lnTo>
                    <a:pt x="178312" y="10889"/>
                  </a:lnTo>
                  <a:lnTo>
                    <a:pt x="178134" y="10859"/>
                  </a:lnTo>
                  <a:lnTo>
                    <a:pt x="177690" y="10950"/>
                  </a:lnTo>
                  <a:lnTo>
                    <a:pt x="177424" y="11041"/>
                  </a:lnTo>
                  <a:lnTo>
                    <a:pt x="177217" y="11131"/>
                  </a:lnTo>
                  <a:lnTo>
                    <a:pt x="176980" y="11222"/>
                  </a:lnTo>
                  <a:lnTo>
                    <a:pt x="176832" y="11434"/>
                  </a:lnTo>
                  <a:lnTo>
                    <a:pt x="176566" y="11646"/>
                  </a:lnTo>
                  <a:lnTo>
                    <a:pt x="176329" y="11857"/>
                  </a:lnTo>
                  <a:lnTo>
                    <a:pt x="175974" y="12160"/>
                  </a:lnTo>
                  <a:lnTo>
                    <a:pt x="176093" y="12614"/>
                  </a:lnTo>
                  <a:lnTo>
                    <a:pt x="176241" y="12886"/>
                  </a:lnTo>
                  <a:lnTo>
                    <a:pt x="176270" y="13098"/>
                  </a:lnTo>
                  <a:lnTo>
                    <a:pt x="176241" y="13309"/>
                  </a:lnTo>
                  <a:lnTo>
                    <a:pt x="176152" y="13642"/>
                  </a:lnTo>
                  <a:lnTo>
                    <a:pt x="175856" y="13854"/>
                  </a:lnTo>
                  <a:lnTo>
                    <a:pt x="175590" y="14065"/>
                  </a:lnTo>
                  <a:lnTo>
                    <a:pt x="175324" y="14670"/>
                  </a:lnTo>
                  <a:lnTo>
                    <a:pt x="175205" y="14943"/>
                  </a:lnTo>
                  <a:lnTo>
                    <a:pt x="174909" y="16153"/>
                  </a:lnTo>
                  <a:lnTo>
                    <a:pt x="174525" y="16576"/>
                  </a:lnTo>
                  <a:lnTo>
                    <a:pt x="173963" y="17302"/>
                  </a:lnTo>
                  <a:lnTo>
                    <a:pt x="173637" y="17453"/>
                  </a:lnTo>
                  <a:lnTo>
                    <a:pt x="173164" y="17695"/>
                  </a:lnTo>
                  <a:lnTo>
                    <a:pt x="172543" y="18875"/>
                  </a:lnTo>
                  <a:lnTo>
                    <a:pt x="172395" y="19147"/>
                  </a:lnTo>
                  <a:lnTo>
                    <a:pt x="172247" y="19329"/>
                  </a:lnTo>
                  <a:lnTo>
                    <a:pt x="172010" y="19601"/>
                  </a:lnTo>
                  <a:lnTo>
                    <a:pt x="171803" y="19843"/>
                  </a:lnTo>
                  <a:lnTo>
                    <a:pt x="171596" y="19994"/>
                  </a:lnTo>
                  <a:lnTo>
                    <a:pt x="170856" y="20902"/>
                  </a:lnTo>
                  <a:lnTo>
                    <a:pt x="170679" y="21114"/>
                  </a:lnTo>
                  <a:lnTo>
                    <a:pt x="170028" y="22051"/>
                  </a:lnTo>
                  <a:lnTo>
                    <a:pt x="169761" y="22626"/>
                  </a:lnTo>
                  <a:lnTo>
                    <a:pt x="169584" y="22898"/>
                  </a:lnTo>
                  <a:lnTo>
                    <a:pt x="169318" y="23382"/>
                  </a:lnTo>
                  <a:lnTo>
                    <a:pt x="169081" y="23806"/>
                  </a:lnTo>
                  <a:lnTo>
                    <a:pt x="168874" y="24229"/>
                  </a:lnTo>
                  <a:lnTo>
                    <a:pt x="168667" y="24744"/>
                  </a:lnTo>
                  <a:lnTo>
                    <a:pt x="168578" y="24955"/>
                  </a:lnTo>
                  <a:lnTo>
                    <a:pt x="168430" y="25228"/>
                  </a:lnTo>
                  <a:lnTo>
                    <a:pt x="166418" y="25560"/>
                  </a:lnTo>
                  <a:lnTo>
                    <a:pt x="157424" y="27012"/>
                  </a:lnTo>
                  <a:lnTo>
                    <a:pt x="155649" y="27284"/>
                  </a:lnTo>
                  <a:lnTo>
                    <a:pt x="151389" y="28404"/>
                  </a:lnTo>
                  <a:lnTo>
                    <a:pt x="151211" y="28464"/>
                  </a:lnTo>
                  <a:lnTo>
                    <a:pt x="148756" y="29462"/>
                  </a:lnTo>
                  <a:lnTo>
                    <a:pt x="146300" y="31005"/>
                  </a:lnTo>
                  <a:lnTo>
                    <a:pt x="145708" y="31368"/>
                  </a:lnTo>
                  <a:lnTo>
                    <a:pt x="145058" y="31822"/>
                  </a:lnTo>
                  <a:lnTo>
                    <a:pt x="144229" y="32397"/>
                  </a:lnTo>
                  <a:lnTo>
                    <a:pt x="143845" y="32669"/>
                  </a:lnTo>
                  <a:lnTo>
                    <a:pt x="143401" y="33002"/>
                  </a:lnTo>
                  <a:lnTo>
                    <a:pt x="142543" y="33637"/>
                  </a:lnTo>
                  <a:lnTo>
                    <a:pt x="141655" y="34272"/>
                  </a:lnTo>
                  <a:lnTo>
                    <a:pt x="140590" y="35089"/>
                  </a:lnTo>
                  <a:lnTo>
                    <a:pt x="140413" y="35240"/>
                  </a:lnTo>
                  <a:lnTo>
                    <a:pt x="139998" y="35603"/>
                  </a:lnTo>
                  <a:lnTo>
                    <a:pt x="138401" y="36995"/>
                  </a:lnTo>
                  <a:lnTo>
                    <a:pt x="137306" y="37872"/>
                  </a:lnTo>
                  <a:lnTo>
                    <a:pt x="132513" y="41623"/>
                  </a:lnTo>
                  <a:lnTo>
                    <a:pt x="130738" y="43044"/>
                  </a:lnTo>
                  <a:lnTo>
                    <a:pt x="130324" y="43347"/>
                  </a:lnTo>
                  <a:lnTo>
                    <a:pt x="129111" y="44285"/>
                  </a:lnTo>
                  <a:lnTo>
                    <a:pt x="123874" y="48399"/>
                  </a:lnTo>
                  <a:lnTo>
                    <a:pt x="121803" y="50032"/>
                  </a:lnTo>
                  <a:lnTo>
                    <a:pt x="120028" y="51424"/>
                  </a:lnTo>
                  <a:lnTo>
                    <a:pt x="118164" y="52876"/>
                  </a:lnTo>
                  <a:lnTo>
                    <a:pt x="116478" y="54206"/>
                  </a:lnTo>
                  <a:lnTo>
                    <a:pt x="115886" y="54660"/>
                  </a:lnTo>
                  <a:lnTo>
                    <a:pt x="114229" y="55719"/>
                  </a:lnTo>
                  <a:lnTo>
                    <a:pt x="113638" y="56112"/>
                  </a:lnTo>
                  <a:lnTo>
                    <a:pt x="112868" y="56566"/>
                  </a:lnTo>
                  <a:lnTo>
                    <a:pt x="112158" y="56929"/>
                  </a:lnTo>
                  <a:lnTo>
                    <a:pt x="110797" y="57473"/>
                  </a:lnTo>
                  <a:lnTo>
                    <a:pt x="110058" y="57746"/>
                  </a:lnTo>
                  <a:lnTo>
                    <a:pt x="109111" y="57988"/>
                  </a:lnTo>
                  <a:lnTo>
                    <a:pt x="107868" y="58230"/>
                  </a:lnTo>
                  <a:lnTo>
                    <a:pt x="106478" y="58351"/>
                  </a:lnTo>
                  <a:lnTo>
                    <a:pt x="105295" y="58351"/>
                  </a:lnTo>
                  <a:lnTo>
                    <a:pt x="104229" y="58381"/>
                  </a:lnTo>
                  <a:lnTo>
                    <a:pt x="102780" y="58351"/>
                  </a:lnTo>
                  <a:lnTo>
                    <a:pt x="98519" y="58381"/>
                  </a:lnTo>
                  <a:lnTo>
                    <a:pt x="92070" y="58230"/>
                  </a:lnTo>
                  <a:lnTo>
                    <a:pt x="91093" y="58169"/>
                  </a:lnTo>
                  <a:lnTo>
                    <a:pt x="90206" y="58048"/>
                  </a:lnTo>
                  <a:lnTo>
                    <a:pt x="90028" y="58018"/>
                  </a:lnTo>
                  <a:lnTo>
                    <a:pt x="89466" y="57927"/>
                  </a:lnTo>
                  <a:lnTo>
                    <a:pt x="87957" y="57685"/>
                  </a:lnTo>
                  <a:lnTo>
                    <a:pt x="86626" y="57352"/>
                  </a:lnTo>
                  <a:lnTo>
                    <a:pt x="85383" y="56929"/>
                  </a:lnTo>
                  <a:lnTo>
                    <a:pt x="84348" y="56505"/>
                  </a:lnTo>
                  <a:lnTo>
                    <a:pt x="84052" y="56384"/>
                  </a:lnTo>
                  <a:lnTo>
                    <a:pt x="82247" y="55356"/>
                  </a:lnTo>
                  <a:lnTo>
                    <a:pt x="80502" y="56626"/>
                  </a:lnTo>
                  <a:lnTo>
                    <a:pt x="80088" y="56929"/>
                  </a:lnTo>
                  <a:lnTo>
                    <a:pt x="78135" y="56566"/>
                  </a:lnTo>
                  <a:lnTo>
                    <a:pt x="76952" y="56354"/>
                  </a:lnTo>
                  <a:lnTo>
                    <a:pt x="75768" y="56203"/>
                  </a:lnTo>
                  <a:lnTo>
                    <a:pt x="73963" y="56021"/>
                  </a:lnTo>
                  <a:lnTo>
                    <a:pt x="72721" y="55870"/>
                  </a:lnTo>
                  <a:lnTo>
                    <a:pt x="72543" y="55840"/>
                  </a:lnTo>
                  <a:lnTo>
                    <a:pt x="71508" y="55779"/>
                  </a:lnTo>
                  <a:lnTo>
                    <a:pt x="72100" y="57443"/>
                  </a:lnTo>
                  <a:lnTo>
                    <a:pt x="72573" y="58441"/>
                  </a:lnTo>
                  <a:lnTo>
                    <a:pt x="72721" y="58804"/>
                  </a:lnTo>
                  <a:lnTo>
                    <a:pt x="73165" y="59591"/>
                  </a:lnTo>
                  <a:lnTo>
                    <a:pt x="74171" y="61466"/>
                  </a:lnTo>
                  <a:lnTo>
                    <a:pt x="75531" y="63372"/>
                  </a:lnTo>
                  <a:lnTo>
                    <a:pt x="76537" y="64733"/>
                  </a:lnTo>
                  <a:lnTo>
                    <a:pt x="76715" y="64975"/>
                  </a:lnTo>
                  <a:lnTo>
                    <a:pt x="77810" y="66034"/>
                  </a:lnTo>
                  <a:lnTo>
                    <a:pt x="78815" y="67032"/>
                  </a:lnTo>
                  <a:lnTo>
                    <a:pt x="79703" y="67909"/>
                  </a:lnTo>
                  <a:lnTo>
                    <a:pt x="80620" y="68787"/>
                  </a:lnTo>
                  <a:lnTo>
                    <a:pt x="81094" y="69240"/>
                  </a:lnTo>
                  <a:lnTo>
                    <a:pt x="81271" y="69392"/>
                  </a:lnTo>
                  <a:lnTo>
                    <a:pt x="81449" y="69543"/>
                  </a:lnTo>
                  <a:lnTo>
                    <a:pt x="81981" y="70057"/>
                  </a:lnTo>
                  <a:lnTo>
                    <a:pt x="81685" y="70662"/>
                  </a:lnTo>
                  <a:lnTo>
                    <a:pt x="81182" y="71660"/>
                  </a:lnTo>
                  <a:lnTo>
                    <a:pt x="81123" y="71812"/>
                  </a:lnTo>
                  <a:lnTo>
                    <a:pt x="80236" y="74141"/>
                  </a:lnTo>
                  <a:lnTo>
                    <a:pt x="80088" y="74474"/>
                  </a:lnTo>
                  <a:lnTo>
                    <a:pt x="80028" y="74685"/>
                  </a:lnTo>
                  <a:lnTo>
                    <a:pt x="79733" y="75472"/>
                  </a:lnTo>
                  <a:lnTo>
                    <a:pt x="79496" y="76047"/>
                  </a:lnTo>
                  <a:lnTo>
                    <a:pt x="78875" y="77589"/>
                  </a:lnTo>
                  <a:lnTo>
                    <a:pt x="78342" y="78769"/>
                  </a:lnTo>
                  <a:lnTo>
                    <a:pt x="78194" y="79102"/>
                  </a:lnTo>
                  <a:lnTo>
                    <a:pt x="78017" y="79465"/>
                  </a:lnTo>
                  <a:lnTo>
                    <a:pt x="77277" y="79586"/>
                  </a:lnTo>
                  <a:lnTo>
                    <a:pt x="76952" y="79586"/>
                  </a:lnTo>
                  <a:lnTo>
                    <a:pt x="76271" y="79677"/>
                  </a:lnTo>
                  <a:lnTo>
                    <a:pt x="76123" y="79767"/>
                  </a:lnTo>
                  <a:lnTo>
                    <a:pt x="75857" y="79798"/>
                  </a:lnTo>
                  <a:lnTo>
                    <a:pt x="75117" y="79707"/>
                  </a:lnTo>
                  <a:lnTo>
                    <a:pt x="74940" y="80070"/>
                  </a:lnTo>
                  <a:lnTo>
                    <a:pt x="74526" y="80493"/>
                  </a:lnTo>
                  <a:lnTo>
                    <a:pt x="74141" y="80977"/>
                  </a:lnTo>
                  <a:lnTo>
                    <a:pt x="73875" y="80977"/>
                  </a:lnTo>
                  <a:lnTo>
                    <a:pt x="73638" y="80977"/>
                  </a:lnTo>
                  <a:lnTo>
                    <a:pt x="72100" y="81431"/>
                  </a:lnTo>
                  <a:lnTo>
                    <a:pt x="69733" y="82157"/>
                  </a:lnTo>
                  <a:lnTo>
                    <a:pt x="68875" y="83548"/>
                  </a:lnTo>
                  <a:lnTo>
                    <a:pt x="66981" y="86301"/>
                  </a:lnTo>
                  <a:lnTo>
                    <a:pt x="66597" y="86785"/>
                  </a:lnTo>
                  <a:lnTo>
                    <a:pt x="65946" y="88449"/>
                  </a:lnTo>
                  <a:lnTo>
                    <a:pt x="65177" y="89992"/>
                  </a:lnTo>
                  <a:lnTo>
                    <a:pt x="64644" y="90748"/>
                  </a:lnTo>
                  <a:lnTo>
                    <a:pt x="63934" y="92139"/>
                  </a:lnTo>
                  <a:lnTo>
                    <a:pt x="63638" y="93047"/>
                  </a:lnTo>
                  <a:lnTo>
                    <a:pt x="63845" y="94045"/>
                  </a:lnTo>
                  <a:lnTo>
                    <a:pt x="64585" y="94952"/>
                  </a:lnTo>
                  <a:lnTo>
                    <a:pt x="65768" y="95648"/>
                  </a:lnTo>
                  <a:lnTo>
                    <a:pt x="66271" y="96162"/>
                  </a:lnTo>
                  <a:lnTo>
                    <a:pt x="66774" y="96949"/>
                  </a:lnTo>
                  <a:lnTo>
                    <a:pt x="68194" y="97887"/>
                  </a:lnTo>
                  <a:lnTo>
                    <a:pt x="68875" y="98734"/>
                  </a:lnTo>
                  <a:lnTo>
                    <a:pt x="69230" y="99550"/>
                  </a:lnTo>
                  <a:lnTo>
                    <a:pt x="69762" y="100428"/>
                  </a:lnTo>
                  <a:lnTo>
                    <a:pt x="71330" y="101396"/>
                  </a:lnTo>
                  <a:lnTo>
                    <a:pt x="72455" y="102031"/>
                  </a:lnTo>
                  <a:lnTo>
                    <a:pt x="72928" y="102636"/>
                  </a:lnTo>
                  <a:lnTo>
                    <a:pt x="73253" y="103634"/>
                  </a:lnTo>
                  <a:lnTo>
                    <a:pt x="74171" y="104209"/>
                  </a:lnTo>
                  <a:lnTo>
                    <a:pt x="75029" y="104723"/>
                  </a:lnTo>
                  <a:lnTo>
                    <a:pt x="75591" y="105540"/>
                  </a:lnTo>
                  <a:lnTo>
                    <a:pt x="76360" y="106054"/>
                  </a:lnTo>
                  <a:lnTo>
                    <a:pt x="77455" y="106387"/>
                  </a:lnTo>
                  <a:lnTo>
                    <a:pt x="80295" y="105721"/>
                  </a:lnTo>
                  <a:lnTo>
                    <a:pt x="83875" y="105782"/>
                  </a:lnTo>
                  <a:lnTo>
                    <a:pt x="86094" y="104965"/>
                  </a:lnTo>
                  <a:lnTo>
                    <a:pt x="87662" y="104179"/>
                  </a:lnTo>
                  <a:lnTo>
                    <a:pt x="88224" y="103483"/>
                  </a:lnTo>
                  <a:lnTo>
                    <a:pt x="93076" y="103180"/>
                  </a:lnTo>
                  <a:lnTo>
                    <a:pt x="101537" y="102666"/>
                  </a:lnTo>
                  <a:lnTo>
                    <a:pt x="107780" y="99883"/>
                  </a:lnTo>
                  <a:lnTo>
                    <a:pt x="109496" y="99127"/>
                  </a:lnTo>
                  <a:lnTo>
                    <a:pt x="111448" y="103785"/>
                  </a:lnTo>
                  <a:lnTo>
                    <a:pt x="113904" y="109502"/>
                  </a:lnTo>
                  <a:lnTo>
                    <a:pt x="114880" y="111801"/>
                  </a:lnTo>
                  <a:lnTo>
                    <a:pt x="115235" y="112679"/>
                  </a:lnTo>
                  <a:lnTo>
                    <a:pt x="115354" y="112921"/>
                  </a:lnTo>
                  <a:lnTo>
                    <a:pt x="107957" y="116399"/>
                  </a:lnTo>
                  <a:lnTo>
                    <a:pt x="100472" y="119727"/>
                  </a:lnTo>
                  <a:lnTo>
                    <a:pt x="95472" y="123145"/>
                  </a:lnTo>
                  <a:lnTo>
                    <a:pt x="91508" y="125958"/>
                  </a:lnTo>
                  <a:lnTo>
                    <a:pt x="91212" y="126140"/>
                  </a:lnTo>
                  <a:lnTo>
                    <a:pt x="90413" y="126624"/>
                  </a:lnTo>
                  <a:lnTo>
                    <a:pt x="90206" y="126714"/>
                  </a:lnTo>
                  <a:lnTo>
                    <a:pt x="90058" y="126472"/>
                  </a:lnTo>
                  <a:lnTo>
                    <a:pt x="89969" y="126321"/>
                  </a:lnTo>
                  <a:lnTo>
                    <a:pt x="89525" y="125988"/>
                  </a:lnTo>
                  <a:lnTo>
                    <a:pt x="89230" y="125716"/>
                  </a:lnTo>
                  <a:lnTo>
                    <a:pt x="89052" y="125565"/>
                  </a:lnTo>
                  <a:lnTo>
                    <a:pt x="88845" y="125383"/>
                  </a:lnTo>
                  <a:lnTo>
                    <a:pt x="88549" y="125111"/>
                  </a:lnTo>
                  <a:lnTo>
                    <a:pt x="88401" y="124899"/>
                  </a:lnTo>
                  <a:lnTo>
                    <a:pt x="87987" y="124627"/>
                  </a:lnTo>
                  <a:lnTo>
                    <a:pt x="88046" y="124234"/>
                  </a:lnTo>
                  <a:lnTo>
                    <a:pt x="88076" y="123962"/>
                  </a:lnTo>
                  <a:lnTo>
                    <a:pt x="88046" y="123780"/>
                  </a:lnTo>
                  <a:lnTo>
                    <a:pt x="88017" y="123568"/>
                  </a:lnTo>
                  <a:lnTo>
                    <a:pt x="88046" y="123266"/>
                  </a:lnTo>
                  <a:lnTo>
                    <a:pt x="88105" y="123024"/>
                  </a:lnTo>
                  <a:lnTo>
                    <a:pt x="88194" y="122691"/>
                  </a:lnTo>
                  <a:lnTo>
                    <a:pt x="88224" y="122328"/>
                  </a:lnTo>
                  <a:lnTo>
                    <a:pt x="88401" y="122086"/>
                  </a:lnTo>
                  <a:lnTo>
                    <a:pt x="88520" y="121814"/>
                  </a:lnTo>
                  <a:lnTo>
                    <a:pt x="88520" y="121360"/>
                  </a:lnTo>
                  <a:lnTo>
                    <a:pt x="88490" y="120997"/>
                  </a:lnTo>
                  <a:lnTo>
                    <a:pt x="88460" y="120755"/>
                  </a:lnTo>
                  <a:lnTo>
                    <a:pt x="88490" y="120513"/>
                  </a:lnTo>
                  <a:lnTo>
                    <a:pt x="88549" y="120332"/>
                  </a:lnTo>
                  <a:lnTo>
                    <a:pt x="88431" y="119938"/>
                  </a:lnTo>
                  <a:lnTo>
                    <a:pt x="88253" y="119243"/>
                  </a:lnTo>
                  <a:lnTo>
                    <a:pt x="88549" y="119122"/>
                  </a:lnTo>
                  <a:lnTo>
                    <a:pt x="88756" y="118880"/>
                  </a:lnTo>
                  <a:lnTo>
                    <a:pt x="88608" y="118214"/>
                  </a:lnTo>
                  <a:lnTo>
                    <a:pt x="88520" y="118063"/>
                  </a:lnTo>
                  <a:lnTo>
                    <a:pt x="88105" y="117942"/>
                  </a:lnTo>
                  <a:lnTo>
                    <a:pt x="87928" y="117761"/>
                  </a:lnTo>
                  <a:lnTo>
                    <a:pt x="87188" y="117337"/>
                  </a:lnTo>
                  <a:lnTo>
                    <a:pt x="85561" y="116974"/>
                  </a:lnTo>
                  <a:lnTo>
                    <a:pt x="81656" y="116762"/>
                  </a:lnTo>
                  <a:lnTo>
                    <a:pt x="77721" y="116762"/>
                  </a:lnTo>
                  <a:lnTo>
                    <a:pt x="74673" y="116369"/>
                  </a:lnTo>
                  <a:lnTo>
                    <a:pt x="72425" y="115492"/>
                  </a:lnTo>
                  <a:lnTo>
                    <a:pt x="69407" y="113828"/>
                  </a:lnTo>
                  <a:lnTo>
                    <a:pt x="65206" y="109775"/>
                  </a:lnTo>
                  <a:lnTo>
                    <a:pt x="61893" y="107627"/>
                  </a:lnTo>
                  <a:lnTo>
                    <a:pt x="58372" y="107082"/>
                  </a:lnTo>
                  <a:lnTo>
                    <a:pt x="55680" y="107476"/>
                  </a:lnTo>
                  <a:lnTo>
                    <a:pt x="54230" y="108504"/>
                  </a:lnTo>
                  <a:lnTo>
                    <a:pt x="54023" y="108625"/>
                  </a:lnTo>
                  <a:lnTo>
                    <a:pt x="53135" y="110107"/>
                  </a:lnTo>
                  <a:lnTo>
                    <a:pt x="52869" y="110349"/>
                  </a:lnTo>
                  <a:lnTo>
                    <a:pt x="52484" y="110440"/>
                  </a:lnTo>
                  <a:lnTo>
                    <a:pt x="52159" y="110561"/>
                  </a:lnTo>
                  <a:lnTo>
                    <a:pt x="51893" y="110803"/>
                  </a:lnTo>
                  <a:lnTo>
                    <a:pt x="51745" y="111015"/>
                  </a:lnTo>
                  <a:lnTo>
                    <a:pt x="51626" y="111378"/>
                  </a:lnTo>
                  <a:lnTo>
                    <a:pt x="51538" y="111771"/>
                  </a:lnTo>
                  <a:lnTo>
                    <a:pt x="51419" y="111983"/>
                  </a:lnTo>
                  <a:lnTo>
                    <a:pt x="51271" y="112285"/>
                  </a:lnTo>
                  <a:lnTo>
                    <a:pt x="51153" y="112558"/>
                  </a:lnTo>
                  <a:lnTo>
                    <a:pt x="51094" y="112739"/>
                  </a:lnTo>
                  <a:lnTo>
                    <a:pt x="51005" y="113011"/>
                  </a:lnTo>
                  <a:lnTo>
                    <a:pt x="50946" y="113344"/>
                  </a:lnTo>
                  <a:lnTo>
                    <a:pt x="50561" y="114131"/>
                  </a:lnTo>
                  <a:lnTo>
                    <a:pt x="49940" y="114373"/>
                  </a:lnTo>
                  <a:lnTo>
                    <a:pt x="49112" y="114584"/>
                  </a:lnTo>
                  <a:lnTo>
                    <a:pt x="48757" y="114645"/>
                  </a:lnTo>
                  <a:lnTo>
                    <a:pt x="48135" y="114766"/>
                  </a:lnTo>
                  <a:lnTo>
                    <a:pt x="47514" y="115129"/>
                  </a:lnTo>
                  <a:lnTo>
                    <a:pt x="46774" y="115825"/>
                  </a:lnTo>
                  <a:lnTo>
                    <a:pt x="46626" y="115976"/>
                  </a:lnTo>
                  <a:lnTo>
                    <a:pt x="45946" y="116672"/>
                  </a:lnTo>
                  <a:lnTo>
                    <a:pt x="45532" y="117186"/>
                  </a:lnTo>
                  <a:lnTo>
                    <a:pt x="45265" y="117700"/>
                  </a:lnTo>
                  <a:lnTo>
                    <a:pt x="45147" y="117882"/>
                  </a:lnTo>
                  <a:lnTo>
                    <a:pt x="44881" y="118426"/>
                  </a:lnTo>
                  <a:lnTo>
                    <a:pt x="44733" y="118759"/>
                  </a:lnTo>
                  <a:lnTo>
                    <a:pt x="44644" y="119031"/>
                  </a:lnTo>
                  <a:lnTo>
                    <a:pt x="44615" y="119576"/>
                  </a:lnTo>
                  <a:lnTo>
                    <a:pt x="44555" y="119938"/>
                  </a:lnTo>
                  <a:lnTo>
                    <a:pt x="44319" y="120211"/>
                  </a:lnTo>
                  <a:lnTo>
                    <a:pt x="43786" y="120301"/>
                  </a:lnTo>
                  <a:lnTo>
                    <a:pt x="43224" y="120211"/>
                  </a:lnTo>
                  <a:lnTo>
                    <a:pt x="42958" y="120180"/>
                  </a:lnTo>
                  <a:lnTo>
                    <a:pt x="42396" y="119878"/>
                  </a:lnTo>
                  <a:lnTo>
                    <a:pt x="41331" y="119334"/>
                  </a:lnTo>
                  <a:lnTo>
                    <a:pt x="41064" y="119243"/>
                  </a:lnTo>
                  <a:lnTo>
                    <a:pt x="40887" y="119213"/>
                  </a:lnTo>
                  <a:lnTo>
                    <a:pt x="40118" y="119182"/>
                  </a:lnTo>
                  <a:lnTo>
                    <a:pt x="39526" y="119152"/>
                  </a:lnTo>
                  <a:lnTo>
                    <a:pt x="39171" y="119182"/>
                  </a:lnTo>
                  <a:lnTo>
                    <a:pt x="38313" y="119273"/>
                  </a:lnTo>
                  <a:lnTo>
                    <a:pt x="37336" y="119364"/>
                  </a:lnTo>
                  <a:lnTo>
                    <a:pt x="36981" y="119394"/>
                  </a:lnTo>
                  <a:lnTo>
                    <a:pt x="36745" y="119485"/>
                  </a:lnTo>
                  <a:lnTo>
                    <a:pt x="36567" y="120755"/>
                  </a:lnTo>
                  <a:lnTo>
                    <a:pt x="36390" y="122116"/>
                  </a:lnTo>
                  <a:lnTo>
                    <a:pt x="34378" y="122600"/>
                  </a:lnTo>
                  <a:lnTo>
                    <a:pt x="33106" y="122903"/>
                  </a:lnTo>
                  <a:lnTo>
                    <a:pt x="32721" y="122903"/>
                  </a:lnTo>
                  <a:lnTo>
                    <a:pt x="31863" y="122842"/>
                  </a:lnTo>
                  <a:lnTo>
                    <a:pt x="31419" y="122752"/>
                  </a:lnTo>
                  <a:lnTo>
                    <a:pt x="31094" y="122691"/>
                  </a:lnTo>
                  <a:lnTo>
                    <a:pt x="30887" y="122661"/>
                  </a:lnTo>
                  <a:lnTo>
                    <a:pt x="30621" y="122540"/>
                  </a:lnTo>
                  <a:lnTo>
                    <a:pt x="30413" y="122328"/>
                  </a:lnTo>
                  <a:lnTo>
                    <a:pt x="30206" y="122147"/>
                  </a:lnTo>
                  <a:lnTo>
                    <a:pt x="29911" y="121814"/>
                  </a:lnTo>
                  <a:lnTo>
                    <a:pt x="29644" y="121511"/>
                  </a:lnTo>
                  <a:lnTo>
                    <a:pt x="28638" y="120967"/>
                  </a:lnTo>
                  <a:lnTo>
                    <a:pt x="28490" y="120876"/>
                  </a:lnTo>
                  <a:lnTo>
                    <a:pt x="28106" y="120664"/>
                  </a:lnTo>
                  <a:lnTo>
                    <a:pt x="27248" y="120241"/>
                  </a:lnTo>
                  <a:lnTo>
                    <a:pt x="27011" y="120120"/>
                  </a:lnTo>
                  <a:lnTo>
                    <a:pt x="26656" y="119938"/>
                  </a:lnTo>
                  <a:lnTo>
                    <a:pt x="26390" y="119848"/>
                  </a:lnTo>
                  <a:lnTo>
                    <a:pt x="26124" y="119727"/>
                  </a:lnTo>
                  <a:lnTo>
                    <a:pt x="25798" y="119576"/>
                  </a:lnTo>
                  <a:lnTo>
                    <a:pt x="24851" y="119364"/>
                  </a:lnTo>
                  <a:lnTo>
                    <a:pt x="24703" y="119364"/>
                  </a:lnTo>
                  <a:lnTo>
                    <a:pt x="24408" y="119364"/>
                  </a:lnTo>
                  <a:lnTo>
                    <a:pt x="24260" y="119364"/>
                  </a:lnTo>
                  <a:lnTo>
                    <a:pt x="24082" y="119394"/>
                  </a:lnTo>
                  <a:lnTo>
                    <a:pt x="23668" y="119424"/>
                  </a:lnTo>
                  <a:lnTo>
                    <a:pt x="23343" y="119455"/>
                  </a:lnTo>
                  <a:lnTo>
                    <a:pt x="22692" y="119424"/>
                  </a:lnTo>
                  <a:lnTo>
                    <a:pt x="22218" y="119334"/>
                  </a:lnTo>
                  <a:lnTo>
                    <a:pt x="22011" y="119303"/>
                  </a:lnTo>
                  <a:lnTo>
                    <a:pt x="21804" y="119303"/>
                  </a:lnTo>
                  <a:lnTo>
                    <a:pt x="21449" y="119303"/>
                  </a:lnTo>
                  <a:lnTo>
                    <a:pt x="21124" y="119303"/>
                  </a:lnTo>
                  <a:lnTo>
                    <a:pt x="20769" y="119334"/>
                  </a:lnTo>
                  <a:lnTo>
                    <a:pt x="20591" y="119394"/>
                  </a:lnTo>
                  <a:lnTo>
                    <a:pt x="19792" y="119545"/>
                  </a:lnTo>
                  <a:lnTo>
                    <a:pt x="19319" y="119666"/>
                  </a:lnTo>
                  <a:lnTo>
                    <a:pt x="19112" y="119666"/>
                  </a:lnTo>
                  <a:lnTo>
                    <a:pt x="18579" y="119636"/>
                  </a:lnTo>
                  <a:lnTo>
                    <a:pt x="18343" y="119485"/>
                  </a:lnTo>
                  <a:lnTo>
                    <a:pt x="18017" y="119243"/>
                  </a:lnTo>
                  <a:lnTo>
                    <a:pt x="17632" y="118971"/>
                  </a:lnTo>
                  <a:lnTo>
                    <a:pt x="17189" y="118608"/>
                  </a:lnTo>
                  <a:lnTo>
                    <a:pt x="16804" y="118245"/>
                  </a:lnTo>
                  <a:lnTo>
                    <a:pt x="16183" y="117640"/>
                  </a:lnTo>
                  <a:lnTo>
                    <a:pt x="15709" y="116369"/>
                  </a:lnTo>
                  <a:lnTo>
                    <a:pt x="14999" y="114554"/>
                  </a:lnTo>
                  <a:lnTo>
                    <a:pt x="14822" y="114070"/>
                  </a:lnTo>
                  <a:lnTo>
                    <a:pt x="14733" y="113828"/>
                  </a:lnTo>
                  <a:lnTo>
                    <a:pt x="14467" y="113405"/>
                  </a:lnTo>
                  <a:lnTo>
                    <a:pt x="13846" y="112739"/>
                  </a:lnTo>
                  <a:lnTo>
                    <a:pt x="12307" y="111348"/>
                  </a:lnTo>
                  <a:lnTo>
                    <a:pt x="11952" y="111106"/>
                  </a:lnTo>
                  <a:lnTo>
                    <a:pt x="11567" y="110864"/>
                  </a:lnTo>
                  <a:lnTo>
                    <a:pt x="11272" y="110682"/>
                  </a:lnTo>
                  <a:lnTo>
                    <a:pt x="10680" y="110289"/>
                  </a:lnTo>
                  <a:lnTo>
                    <a:pt x="8254" y="108262"/>
                  </a:lnTo>
                  <a:lnTo>
                    <a:pt x="7869" y="107869"/>
                  </a:lnTo>
                  <a:lnTo>
                    <a:pt x="5946" y="105933"/>
                  </a:lnTo>
                  <a:lnTo>
                    <a:pt x="5236" y="104965"/>
                  </a:lnTo>
                  <a:lnTo>
                    <a:pt x="3639" y="102727"/>
                  </a:lnTo>
                  <a:lnTo>
                    <a:pt x="2544" y="101214"/>
                  </a:lnTo>
                  <a:lnTo>
                    <a:pt x="2130" y="100609"/>
                  </a:lnTo>
                  <a:lnTo>
                    <a:pt x="1213" y="99581"/>
                  </a:lnTo>
                  <a:lnTo>
                    <a:pt x="917" y="99248"/>
                  </a:lnTo>
                  <a:lnTo>
                    <a:pt x="0" y="98401"/>
                  </a:lnTo>
                  <a:lnTo>
                    <a:pt x="266" y="97100"/>
                  </a:lnTo>
                  <a:lnTo>
                    <a:pt x="414" y="96556"/>
                  </a:lnTo>
                  <a:lnTo>
                    <a:pt x="917" y="94983"/>
                  </a:lnTo>
                  <a:lnTo>
                    <a:pt x="1035" y="94620"/>
                  </a:lnTo>
                  <a:lnTo>
                    <a:pt x="1183" y="94257"/>
                  </a:lnTo>
                  <a:lnTo>
                    <a:pt x="1568" y="93228"/>
                  </a:lnTo>
                  <a:lnTo>
                    <a:pt x="1686" y="92926"/>
                  </a:lnTo>
                  <a:lnTo>
                    <a:pt x="1804" y="92563"/>
                  </a:lnTo>
                  <a:lnTo>
                    <a:pt x="1982" y="92049"/>
                  </a:lnTo>
                  <a:lnTo>
                    <a:pt x="2514" y="90355"/>
                  </a:lnTo>
                  <a:lnTo>
                    <a:pt x="2603" y="90082"/>
                  </a:lnTo>
                  <a:lnTo>
                    <a:pt x="3047" y="88056"/>
                  </a:lnTo>
                  <a:lnTo>
                    <a:pt x="3343" y="86755"/>
                  </a:lnTo>
                  <a:lnTo>
                    <a:pt x="3372" y="86573"/>
                  </a:lnTo>
                  <a:lnTo>
                    <a:pt x="3431" y="86422"/>
                  </a:lnTo>
                  <a:lnTo>
                    <a:pt x="3520" y="85938"/>
                  </a:lnTo>
                  <a:lnTo>
                    <a:pt x="3550" y="85666"/>
                  </a:lnTo>
                  <a:lnTo>
                    <a:pt x="3698" y="83700"/>
                  </a:lnTo>
                  <a:lnTo>
                    <a:pt x="3757" y="83034"/>
                  </a:lnTo>
                  <a:lnTo>
                    <a:pt x="3934" y="80644"/>
                  </a:lnTo>
                  <a:lnTo>
                    <a:pt x="3994" y="79525"/>
                  </a:lnTo>
                  <a:lnTo>
                    <a:pt x="3964" y="79223"/>
                  </a:lnTo>
                  <a:lnTo>
                    <a:pt x="3846" y="78073"/>
                  </a:lnTo>
                  <a:lnTo>
                    <a:pt x="3816" y="77741"/>
                  </a:lnTo>
                  <a:lnTo>
                    <a:pt x="3757" y="77257"/>
                  </a:lnTo>
                  <a:lnTo>
                    <a:pt x="3727" y="76621"/>
                  </a:lnTo>
                  <a:lnTo>
                    <a:pt x="3727" y="76228"/>
                  </a:lnTo>
                  <a:lnTo>
                    <a:pt x="3727" y="75956"/>
                  </a:lnTo>
                  <a:lnTo>
                    <a:pt x="3757" y="74958"/>
                  </a:lnTo>
                  <a:lnTo>
                    <a:pt x="3757" y="74806"/>
                  </a:lnTo>
                  <a:lnTo>
                    <a:pt x="4053" y="74806"/>
                  </a:lnTo>
                  <a:lnTo>
                    <a:pt x="4201" y="73778"/>
                  </a:lnTo>
                  <a:lnTo>
                    <a:pt x="4378" y="72477"/>
                  </a:lnTo>
                  <a:lnTo>
                    <a:pt x="4378" y="72296"/>
                  </a:lnTo>
                  <a:lnTo>
                    <a:pt x="4467" y="71660"/>
                  </a:lnTo>
                  <a:lnTo>
                    <a:pt x="4497" y="71328"/>
                  </a:lnTo>
                  <a:lnTo>
                    <a:pt x="4526" y="71116"/>
                  </a:lnTo>
                  <a:lnTo>
                    <a:pt x="4437" y="70511"/>
                  </a:lnTo>
                  <a:lnTo>
                    <a:pt x="4289" y="69543"/>
                  </a:lnTo>
                  <a:lnTo>
                    <a:pt x="4260" y="69361"/>
                  </a:lnTo>
                  <a:lnTo>
                    <a:pt x="4141" y="68424"/>
                  </a:lnTo>
                  <a:lnTo>
                    <a:pt x="6420" y="67607"/>
                  </a:lnTo>
                  <a:lnTo>
                    <a:pt x="6834" y="67456"/>
                  </a:lnTo>
                  <a:lnTo>
                    <a:pt x="7278" y="67304"/>
                  </a:lnTo>
                  <a:lnTo>
                    <a:pt x="8254" y="66972"/>
                  </a:lnTo>
                  <a:lnTo>
                    <a:pt x="11005" y="66034"/>
                  </a:lnTo>
                  <a:lnTo>
                    <a:pt x="14822" y="64733"/>
                  </a:lnTo>
                  <a:lnTo>
                    <a:pt x="15147" y="65157"/>
                  </a:lnTo>
                  <a:lnTo>
                    <a:pt x="15917" y="65641"/>
                  </a:lnTo>
                  <a:lnTo>
                    <a:pt x="14911" y="68514"/>
                  </a:lnTo>
                  <a:lnTo>
                    <a:pt x="14674" y="69180"/>
                  </a:lnTo>
                  <a:lnTo>
                    <a:pt x="12514" y="74897"/>
                  </a:lnTo>
                  <a:lnTo>
                    <a:pt x="11242" y="76742"/>
                  </a:lnTo>
                  <a:lnTo>
                    <a:pt x="11331" y="76924"/>
                  </a:lnTo>
                  <a:lnTo>
                    <a:pt x="11212" y="77075"/>
                  </a:lnTo>
                  <a:lnTo>
                    <a:pt x="11390" y="77317"/>
                  </a:lnTo>
                  <a:lnTo>
                    <a:pt x="11567" y="77529"/>
                  </a:lnTo>
                  <a:lnTo>
                    <a:pt x="11686" y="77710"/>
                  </a:lnTo>
                  <a:lnTo>
                    <a:pt x="11804" y="77892"/>
                  </a:lnTo>
                  <a:lnTo>
                    <a:pt x="11922" y="78104"/>
                  </a:lnTo>
                  <a:lnTo>
                    <a:pt x="12100" y="78436"/>
                  </a:lnTo>
                  <a:lnTo>
                    <a:pt x="12248" y="78678"/>
                  </a:lnTo>
                  <a:lnTo>
                    <a:pt x="12337" y="78890"/>
                  </a:lnTo>
                  <a:lnTo>
                    <a:pt x="12455" y="79072"/>
                  </a:lnTo>
                  <a:lnTo>
                    <a:pt x="12041" y="79525"/>
                  </a:lnTo>
                  <a:lnTo>
                    <a:pt x="11893" y="79798"/>
                  </a:lnTo>
                  <a:lnTo>
                    <a:pt x="11715" y="80221"/>
                  </a:lnTo>
                  <a:lnTo>
                    <a:pt x="11952" y="80614"/>
                  </a:lnTo>
                  <a:lnTo>
                    <a:pt x="12307" y="81249"/>
                  </a:lnTo>
                  <a:lnTo>
                    <a:pt x="12455" y="81552"/>
                  </a:lnTo>
                  <a:lnTo>
                    <a:pt x="12573" y="81764"/>
                  </a:lnTo>
                  <a:lnTo>
                    <a:pt x="12780" y="82096"/>
                  </a:lnTo>
                  <a:lnTo>
                    <a:pt x="13283" y="82913"/>
                  </a:lnTo>
                  <a:lnTo>
                    <a:pt x="13638" y="83427"/>
                  </a:lnTo>
                  <a:lnTo>
                    <a:pt x="13786" y="83609"/>
                  </a:lnTo>
                  <a:lnTo>
                    <a:pt x="13993" y="83821"/>
                  </a:lnTo>
                  <a:lnTo>
                    <a:pt x="14289" y="84123"/>
                  </a:lnTo>
                  <a:lnTo>
                    <a:pt x="14556" y="84305"/>
                  </a:lnTo>
                  <a:lnTo>
                    <a:pt x="14851" y="84486"/>
                  </a:lnTo>
                  <a:lnTo>
                    <a:pt x="15147" y="84819"/>
                  </a:lnTo>
                  <a:lnTo>
                    <a:pt x="15354" y="85000"/>
                  </a:lnTo>
                  <a:lnTo>
                    <a:pt x="15917" y="85666"/>
                  </a:lnTo>
                  <a:lnTo>
                    <a:pt x="16419" y="86089"/>
                  </a:lnTo>
                  <a:lnTo>
                    <a:pt x="17425" y="85303"/>
                  </a:lnTo>
                  <a:lnTo>
                    <a:pt x="17721" y="85091"/>
                  </a:lnTo>
                  <a:lnTo>
                    <a:pt x="17988" y="84910"/>
                  </a:lnTo>
                  <a:lnTo>
                    <a:pt x="18283" y="84668"/>
                  </a:lnTo>
                  <a:lnTo>
                    <a:pt x="18550" y="84486"/>
                  </a:lnTo>
                  <a:lnTo>
                    <a:pt x="18875" y="84244"/>
                  </a:lnTo>
                  <a:lnTo>
                    <a:pt x="19141" y="84032"/>
                  </a:lnTo>
                  <a:lnTo>
                    <a:pt x="19408" y="83821"/>
                  </a:lnTo>
                  <a:lnTo>
                    <a:pt x="19851" y="83458"/>
                  </a:lnTo>
                  <a:lnTo>
                    <a:pt x="20147" y="83216"/>
                  </a:lnTo>
                  <a:lnTo>
                    <a:pt x="20295" y="83034"/>
                  </a:lnTo>
                  <a:lnTo>
                    <a:pt x="20473" y="82883"/>
                  </a:lnTo>
                  <a:lnTo>
                    <a:pt x="20976" y="82399"/>
                  </a:lnTo>
                  <a:lnTo>
                    <a:pt x="21479" y="81915"/>
                  </a:lnTo>
                  <a:lnTo>
                    <a:pt x="21715" y="81643"/>
                  </a:lnTo>
                  <a:lnTo>
                    <a:pt x="21686" y="81461"/>
                  </a:lnTo>
                  <a:lnTo>
                    <a:pt x="21952" y="81098"/>
                  </a:lnTo>
                  <a:lnTo>
                    <a:pt x="22425" y="80796"/>
                  </a:lnTo>
                  <a:lnTo>
                    <a:pt x="23135" y="80493"/>
                  </a:lnTo>
                  <a:lnTo>
                    <a:pt x="23343" y="80342"/>
                  </a:lnTo>
                  <a:lnTo>
                    <a:pt x="23490" y="80251"/>
                  </a:lnTo>
                  <a:lnTo>
                    <a:pt x="23934" y="79979"/>
                  </a:lnTo>
                  <a:lnTo>
                    <a:pt x="24082" y="79858"/>
                  </a:lnTo>
                  <a:lnTo>
                    <a:pt x="24408" y="79616"/>
                  </a:lnTo>
                  <a:lnTo>
                    <a:pt x="24733" y="79465"/>
                  </a:lnTo>
                  <a:lnTo>
                    <a:pt x="25236" y="79223"/>
                  </a:lnTo>
                  <a:lnTo>
                    <a:pt x="25739" y="79102"/>
                  </a:lnTo>
                  <a:lnTo>
                    <a:pt x="26212" y="78920"/>
                  </a:lnTo>
                  <a:lnTo>
                    <a:pt x="26834" y="78557"/>
                  </a:lnTo>
                  <a:lnTo>
                    <a:pt x="27100" y="78346"/>
                  </a:lnTo>
                  <a:lnTo>
                    <a:pt x="27455" y="78043"/>
                  </a:lnTo>
                  <a:lnTo>
                    <a:pt x="27692" y="77831"/>
                  </a:lnTo>
                  <a:lnTo>
                    <a:pt x="27396" y="76984"/>
                  </a:lnTo>
                  <a:lnTo>
                    <a:pt x="26774" y="75200"/>
                  </a:lnTo>
                  <a:lnTo>
                    <a:pt x="26094" y="73203"/>
                  </a:lnTo>
                  <a:lnTo>
                    <a:pt x="26035" y="73052"/>
                  </a:lnTo>
                  <a:lnTo>
                    <a:pt x="25798" y="72356"/>
                  </a:lnTo>
                  <a:lnTo>
                    <a:pt x="25680" y="72054"/>
                  </a:lnTo>
                  <a:lnTo>
                    <a:pt x="22455" y="62253"/>
                  </a:lnTo>
                  <a:lnTo>
                    <a:pt x="22307" y="62283"/>
                  </a:lnTo>
                  <a:lnTo>
                    <a:pt x="22070" y="61497"/>
                  </a:lnTo>
                  <a:lnTo>
                    <a:pt x="21272" y="58562"/>
                  </a:lnTo>
                  <a:lnTo>
                    <a:pt x="20502" y="55689"/>
                  </a:lnTo>
                  <a:lnTo>
                    <a:pt x="20325" y="55084"/>
                  </a:lnTo>
                  <a:lnTo>
                    <a:pt x="20177" y="54479"/>
                  </a:lnTo>
                  <a:lnTo>
                    <a:pt x="19940" y="53390"/>
                  </a:lnTo>
                  <a:lnTo>
                    <a:pt x="19881" y="53087"/>
                  </a:lnTo>
                  <a:lnTo>
                    <a:pt x="19644" y="51787"/>
                  </a:lnTo>
                  <a:lnTo>
                    <a:pt x="19496" y="51151"/>
                  </a:lnTo>
                  <a:lnTo>
                    <a:pt x="19348" y="50728"/>
                  </a:lnTo>
                  <a:lnTo>
                    <a:pt x="19289" y="50577"/>
                  </a:lnTo>
                  <a:lnTo>
                    <a:pt x="18786" y="49760"/>
                  </a:lnTo>
                  <a:lnTo>
                    <a:pt x="17130" y="47794"/>
                  </a:lnTo>
                  <a:lnTo>
                    <a:pt x="15769" y="46190"/>
                  </a:lnTo>
                  <a:lnTo>
                    <a:pt x="15621" y="46342"/>
                  </a:lnTo>
                  <a:lnTo>
                    <a:pt x="12189" y="42046"/>
                  </a:lnTo>
                  <a:lnTo>
                    <a:pt x="11331" y="41048"/>
                  </a:lnTo>
                  <a:lnTo>
                    <a:pt x="10562" y="40019"/>
                  </a:lnTo>
                  <a:lnTo>
                    <a:pt x="10473" y="39838"/>
                  </a:lnTo>
                  <a:lnTo>
                    <a:pt x="10147" y="39203"/>
                  </a:lnTo>
                  <a:lnTo>
                    <a:pt x="12810" y="37388"/>
                  </a:lnTo>
                  <a:lnTo>
                    <a:pt x="10177" y="33365"/>
                  </a:lnTo>
                  <a:lnTo>
                    <a:pt x="9674" y="32548"/>
                  </a:lnTo>
                  <a:lnTo>
                    <a:pt x="9201" y="31792"/>
                  </a:lnTo>
                  <a:lnTo>
                    <a:pt x="7692" y="29402"/>
                  </a:lnTo>
                  <a:lnTo>
                    <a:pt x="7307" y="28827"/>
                  </a:lnTo>
                  <a:lnTo>
                    <a:pt x="7751" y="28615"/>
                  </a:lnTo>
                  <a:lnTo>
                    <a:pt x="10147" y="27950"/>
                  </a:lnTo>
                  <a:lnTo>
                    <a:pt x="13195" y="27345"/>
                  </a:lnTo>
                  <a:lnTo>
                    <a:pt x="14437" y="26891"/>
                  </a:lnTo>
                  <a:lnTo>
                    <a:pt x="17396" y="26377"/>
                  </a:lnTo>
                  <a:lnTo>
                    <a:pt x="18165" y="26347"/>
                  </a:lnTo>
                  <a:lnTo>
                    <a:pt x="18698" y="26256"/>
                  </a:lnTo>
                  <a:lnTo>
                    <a:pt x="21301" y="25833"/>
                  </a:lnTo>
                  <a:lnTo>
                    <a:pt x="24171" y="25409"/>
                  </a:lnTo>
                  <a:lnTo>
                    <a:pt x="25591" y="24744"/>
                  </a:lnTo>
                  <a:lnTo>
                    <a:pt x="27484" y="23897"/>
                  </a:lnTo>
                  <a:lnTo>
                    <a:pt x="29644" y="22717"/>
                  </a:lnTo>
                  <a:lnTo>
                    <a:pt x="30295" y="22293"/>
                  </a:lnTo>
                  <a:lnTo>
                    <a:pt x="33254" y="21356"/>
                  </a:lnTo>
                  <a:lnTo>
                    <a:pt x="36922" y="20176"/>
                  </a:lnTo>
                  <a:lnTo>
                    <a:pt x="37839" y="20115"/>
                  </a:lnTo>
                  <a:lnTo>
                    <a:pt x="39378" y="20025"/>
                  </a:lnTo>
                  <a:lnTo>
                    <a:pt x="40680" y="19752"/>
                  </a:lnTo>
                  <a:lnTo>
                    <a:pt x="43047" y="18936"/>
                  </a:lnTo>
                  <a:lnTo>
                    <a:pt x="44052" y="18754"/>
                  </a:lnTo>
                  <a:lnTo>
                    <a:pt x="45206" y="18573"/>
                  </a:lnTo>
                  <a:lnTo>
                    <a:pt x="46153" y="18391"/>
                  </a:lnTo>
                  <a:lnTo>
                    <a:pt x="48401" y="17786"/>
                  </a:lnTo>
                  <a:lnTo>
                    <a:pt x="49999" y="17968"/>
                  </a:lnTo>
                  <a:lnTo>
                    <a:pt x="50650" y="17937"/>
                  </a:lnTo>
                  <a:lnTo>
                    <a:pt x="50975" y="17937"/>
                  </a:lnTo>
                  <a:lnTo>
                    <a:pt x="52691" y="18089"/>
                  </a:lnTo>
                  <a:lnTo>
                    <a:pt x="54052" y="18058"/>
                  </a:lnTo>
                  <a:lnTo>
                    <a:pt x="56242" y="17816"/>
                  </a:lnTo>
                  <a:lnTo>
                    <a:pt x="59023" y="17242"/>
                  </a:lnTo>
                  <a:lnTo>
                    <a:pt x="60147" y="17211"/>
                  </a:lnTo>
                  <a:lnTo>
                    <a:pt x="61449" y="17423"/>
                  </a:lnTo>
                  <a:lnTo>
                    <a:pt x="62129" y="17453"/>
                  </a:lnTo>
                  <a:lnTo>
                    <a:pt x="68993" y="17423"/>
                  </a:lnTo>
                  <a:lnTo>
                    <a:pt x="71863" y="16848"/>
                  </a:lnTo>
                  <a:lnTo>
                    <a:pt x="76182" y="16213"/>
                  </a:lnTo>
                  <a:lnTo>
                    <a:pt x="76744" y="15941"/>
                  </a:lnTo>
                  <a:lnTo>
                    <a:pt x="79703" y="15366"/>
                  </a:lnTo>
                  <a:lnTo>
                    <a:pt x="83875" y="15003"/>
                  </a:lnTo>
                  <a:lnTo>
                    <a:pt x="85946" y="14519"/>
                  </a:lnTo>
                  <a:lnTo>
                    <a:pt x="87277" y="14368"/>
                  </a:lnTo>
                  <a:lnTo>
                    <a:pt x="89555" y="13672"/>
                  </a:lnTo>
                  <a:lnTo>
                    <a:pt x="92159" y="13219"/>
                  </a:lnTo>
                  <a:lnTo>
                    <a:pt x="93608" y="13219"/>
                  </a:lnTo>
                  <a:lnTo>
                    <a:pt x="94289" y="13279"/>
                  </a:lnTo>
                  <a:lnTo>
                    <a:pt x="94880" y="13370"/>
                  </a:lnTo>
                  <a:lnTo>
                    <a:pt x="95176" y="13460"/>
                  </a:lnTo>
                  <a:lnTo>
                    <a:pt x="96478" y="13944"/>
                  </a:lnTo>
                  <a:lnTo>
                    <a:pt x="97366" y="14065"/>
                  </a:lnTo>
                  <a:lnTo>
                    <a:pt x="99585" y="14307"/>
                  </a:lnTo>
                  <a:lnTo>
                    <a:pt x="100206" y="14398"/>
                  </a:lnTo>
                  <a:lnTo>
                    <a:pt x="102809" y="14882"/>
                  </a:lnTo>
                  <a:lnTo>
                    <a:pt x="103786" y="15064"/>
                  </a:lnTo>
                  <a:lnTo>
                    <a:pt x="105502" y="15336"/>
                  </a:lnTo>
                  <a:lnTo>
                    <a:pt x="108904" y="15941"/>
                  </a:lnTo>
                  <a:lnTo>
                    <a:pt x="109437" y="15880"/>
                  </a:lnTo>
                  <a:lnTo>
                    <a:pt x="110561" y="15245"/>
                  </a:lnTo>
                  <a:lnTo>
                    <a:pt x="110975" y="15215"/>
                  </a:lnTo>
                  <a:lnTo>
                    <a:pt x="112218" y="15185"/>
                  </a:lnTo>
                  <a:lnTo>
                    <a:pt x="113253" y="15064"/>
                  </a:lnTo>
                  <a:lnTo>
                    <a:pt x="114939" y="15094"/>
                  </a:lnTo>
                  <a:lnTo>
                    <a:pt x="116034" y="15336"/>
                  </a:lnTo>
                  <a:lnTo>
                    <a:pt x="117336" y="16001"/>
                  </a:lnTo>
                  <a:lnTo>
                    <a:pt x="119200" y="15941"/>
                  </a:lnTo>
                  <a:lnTo>
                    <a:pt x="120354" y="15608"/>
                  </a:lnTo>
                  <a:lnTo>
                    <a:pt x="122129" y="15548"/>
                  </a:lnTo>
                  <a:lnTo>
                    <a:pt x="124880" y="16243"/>
                  </a:lnTo>
                  <a:lnTo>
                    <a:pt x="128993" y="16485"/>
                  </a:lnTo>
                  <a:lnTo>
                    <a:pt x="130235" y="16697"/>
                  </a:lnTo>
                  <a:lnTo>
                    <a:pt x="137069" y="15366"/>
                  </a:lnTo>
                  <a:lnTo>
                    <a:pt x="137809" y="15215"/>
                  </a:lnTo>
                  <a:lnTo>
                    <a:pt x="144229" y="12825"/>
                  </a:lnTo>
                  <a:lnTo>
                    <a:pt x="157720" y="8590"/>
                  </a:lnTo>
                  <a:lnTo>
                    <a:pt x="160265" y="7774"/>
                  </a:lnTo>
                  <a:lnTo>
                    <a:pt x="171685" y="3206"/>
                  </a:lnTo>
                  <a:lnTo>
                    <a:pt x="173785" y="2329"/>
                  </a:lnTo>
                  <a:lnTo>
                    <a:pt x="177276" y="937"/>
                  </a:lnTo>
                  <a:lnTo>
                    <a:pt x="189495" y="725"/>
                  </a:lnTo>
                  <a:lnTo>
                    <a:pt x="190531" y="0"/>
                  </a:lnTo>
                  <a:lnTo>
                    <a:pt x="192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179177" y="3048954"/>
              <a:ext cx="114170" cy="172754"/>
            </a:xfrm>
            <a:custGeom>
              <a:avLst/>
              <a:pathLst>
                <a:path w="114170" h="172754">
                  <a:moveTo>
                    <a:pt x="110383" y="5626"/>
                  </a:moveTo>
                  <a:lnTo>
                    <a:pt x="110886" y="10073"/>
                  </a:lnTo>
                  <a:lnTo>
                    <a:pt x="114170" y="16304"/>
                  </a:lnTo>
                  <a:lnTo>
                    <a:pt x="113519" y="17847"/>
                  </a:lnTo>
                  <a:lnTo>
                    <a:pt x="111655" y="21688"/>
                  </a:lnTo>
                  <a:lnTo>
                    <a:pt x="110413" y="22989"/>
                  </a:lnTo>
                  <a:lnTo>
                    <a:pt x="110147" y="23806"/>
                  </a:lnTo>
                  <a:lnTo>
                    <a:pt x="109496" y="25228"/>
                  </a:lnTo>
                  <a:lnTo>
                    <a:pt x="109111" y="26165"/>
                  </a:lnTo>
                  <a:lnTo>
                    <a:pt x="108490" y="27254"/>
                  </a:lnTo>
                  <a:lnTo>
                    <a:pt x="108194" y="30945"/>
                  </a:lnTo>
                  <a:lnTo>
                    <a:pt x="108845" y="32003"/>
                  </a:lnTo>
                  <a:lnTo>
                    <a:pt x="109555" y="32881"/>
                  </a:lnTo>
                  <a:lnTo>
                    <a:pt x="109999" y="33455"/>
                  </a:lnTo>
                  <a:lnTo>
                    <a:pt x="110087" y="34393"/>
                  </a:lnTo>
                  <a:lnTo>
                    <a:pt x="108904" y="36087"/>
                  </a:lnTo>
                  <a:lnTo>
                    <a:pt x="108016" y="37267"/>
                  </a:lnTo>
                  <a:lnTo>
                    <a:pt x="107573" y="38386"/>
                  </a:lnTo>
                  <a:lnTo>
                    <a:pt x="107188" y="40503"/>
                  </a:lnTo>
                  <a:lnTo>
                    <a:pt x="107484" y="44133"/>
                  </a:lnTo>
                  <a:lnTo>
                    <a:pt x="107868" y="45555"/>
                  </a:lnTo>
                  <a:lnTo>
                    <a:pt x="108253" y="46795"/>
                  </a:lnTo>
                  <a:lnTo>
                    <a:pt x="108194" y="48883"/>
                  </a:lnTo>
                  <a:lnTo>
                    <a:pt x="107928" y="51424"/>
                  </a:lnTo>
                  <a:lnTo>
                    <a:pt x="108490" y="52815"/>
                  </a:lnTo>
                  <a:lnTo>
                    <a:pt x="108815" y="53813"/>
                  </a:lnTo>
                  <a:lnTo>
                    <a:pt x="109792" y="54539"/>
                  </a:lnTo>
                  <a:lnTo>
                    <a:pt x="109703" y="56021"/>
                  </a:lnTo>
                  <a:lnTo>
                    <a:pt x="109407" y="57413"/>
                  </a:lnTo>
                  <a:lnTo>
                    <a:pt x="109792" y="58260"/>
                  </a:lnTo>
                  <a:lnTo>
                    <a:pt x="109555" y="58956"/>
                  </a:lnTo>
                  <a:lnTo>
                    <a:pt x="109229" y="60105"/>
                  </a:lnTo>
                  <a:lnTo>
                    <a:pt x="109939" y="61769"/>
                  </a:lnTo>
                  <a:lnTo>
                    <a:pt x="110650" y="63463"/>
                  </a:lnTo>
                  <a:lnTo>
                    <a:pt x="110502" y="64159"/>
                  </a:lnTo>
                  <a:lnTo>
                    <a:pt x="110768" y="65762"/>
                  </a:lnTo>
                  <a:lnTo>
                    <a:pt x="110413" y="66609"/>
                  </a:lnTo>
                  <a:lnTo>
                    <a:pt x="109762" y="68121"/>
                  </a:lnTo>
                  <a:lnTo>
                    <a:pt x="107661" y="70571"/>
                  </a:lnTo>
                  <a:lnTo>
                    <a:pt x="106863" y="71781"/>
                  </a:lnTo>
                  <a:lnTo>
                    <a:pt x="106005" y="73687"/>
                  </a:lnTo>
                  <a:lnTo>
                    <a:pt x="105797" y="74080"/>
                  </a:lnTo>
                  <a:lnTo>
                    <a:pt x="105028" y="75714"/>
                  </a:lnTo>
                  <a:lnTo>
                    <a:pt x="104851" y="77408"/>
                  </a:lnTo>
                  <a:lnTo>
                    <a:pt x="105768" y="79586"/>
                  </a:lnTo>
                  <a:lnTo>
                    <a:pt x="106153" y="80614"/>
                  </a:lnTo>
                  <a:lnTo>
                    <a:pt x="106448" y="81431"/>
                  </a:lnTo>
                  <a:lnTo>
                    <a:pt x="106448" y="81945"/>
                  </a:lnTo>
                  <a:lnTo>
                    <a:pt x="106034" y="83458"/>
                  </a:lnTo>
                  <a:lnTo>
                    <a:pt x="104082" y="88116"/>
                  </a:lnTo>
                  <a:lnTo>
                    <a:pt x="106537" y="95920"/>
                  </a:lnTo>
                  <a:lnTo>
                    <a:pt x="105709" y="99308"/>
                  </a:lnTo>
                  <a:lnTo>
                    <a:pt x="104940" y="102817"/>
                  </a:lnTo>
                  <a:lnTo>
                    <a:pt x="104673" y="108020"/>
                  </a:lnTo>
                  <a:lnTo>
                    <a:pt x="103845" y="109260"/>
                  </a:lnTo>
                  <a:lnTo>
                    <a:pt x="103194" y="110289"/>
                  </a:lnTo>
                  <a:lnTo>
                    <a:pt x="100798" y="115129"/>
                  </a:lnTo>
                  <a:lnTo>
                    <a:pt x="98608" y="118819"/>
                  </a:lnTo>
                  <a:lnTo>
                    <a:pt x="96360" y="121753"/>
                  </a:lnTo>
                  <a:lnTo>
                    <a:pt x="95679" y="122631"/>
                  </a:lnTo>
                  <a:lnTo>
                    <a:pt x="82691" y="132069"/>
                  </a:lnTo>
                  <a:lnTo>
                    <a:pt x="80768" y="133218"/>
                  </a:lnTo>
                  <a:lnTo>
                    <a:pt x="80265" y="134035"/>
                  </a:lnTo>
                  <a:lnTo>
                    <a:pt x="80176" y="135093"/>
                  </a:lnTo>
                  <a:lnTo>
                    <a:pt x="77543" y="137876"/>
                  </a:lnTo>
                  <a:lnTo>
                    <a:pt x="76626" y="138844"/>
                  </a:lnTo>
                  <a:lnTo>
                    <a:pt x="75502" y="139994"/>
                  </a:lnTo>
                  <a:lnTo>
                    <a:pt x="71745" y="143533"/>
                  </a:lnTo>
                  <a:lnTo>
                    <a:pt x="70591" y="146407"/>
                  </a:lnTo>
                  <a:lnTo>
                    <a:pt x="68816" y="148615"/>
                  </a:lnTo>
                  <a:lnTo>
                    <a:pt x="64821" y="150763"/>
                  </a:lnTo>
                  <a:lnTo>
                    <a:pt x="62336" y="154695"/>
                  </a:lnTo>
                  <a:lnTo>
                    <a:pt x="62070" y="158174"/>
                  </a:lnTo>
                  <a:lnTo>
                    <a:pt x="61330" y="160563"/>
                  </a:lnTo>
                  <a:lnTo>
                    <a:pt x="60088" y="162167"/>
                  </a:lnTo>
                  <a:lnTo>
                    <a:pt x="59644" y="163014"/>
                  </a:lnTo>
                  <a:lnTo>
                    <a:pt x="59851" y="163951"/>
                  </a:lnTo>
                  <a:lnTo>
                    <a:pt x="60088" y="164950"/>
                  </a:lnTo>
                  <a:lnTo>
                    <a:pt x="60561" y="165948"/>
                  </a:lnTo>
                  <a:lnTo>
                    <a:pt x="60502" y="167460"/>
                  </a:lnTo>
                  <a:lnTo>
                    <a:pt x="60413" y="168247"/>
                  </a:lnTo>
                  <a:lnTo>
                    <a:pt x="61035" y="169396"/>
                  </a:lnTo>
                  <a:lnTo>
                    <a:pt x="61182" y="170032"/>
                  </a:lnTo>
                  <a:lnTo>
                    <a:pt x="61035" y="170788"/>
                  </a:lnTo>
                  <a:lnTo>
                    <a:pt x="60413" y="171484"/>
                  </a:lnTo>
                  <a:lnTo>
                    <a:pt x="60029" y="171847"/>
                  </a:lnTo>
                  <a:lnTo>
                    <a:pt x="59851" y="172149"/>
                  </a:lnTo>
                  <a:lnTo>
                    <a:pt x="58727" y="172391"/>
                  </a:lnTo>
                  <a:lnTo>
                    <a:pt x="58638" y="172542"/>
                  </a:lnTo>
                  <a:lnTo>
                    <a:pt x="58431" y="172573"/>
                  </a:lnTo>
                  <a:lnTo>
                    <a:pt x="58135" y="172603"/>
                  </a:lnTo>
                  <a:lnTo>
                    <a:pt x="57869" y="172663"/>
                  </a:lnTo>
                  <a:lnTo>
                    <a:pt x="57543" y="172694"/>
                  </a:lnTo>
                  <a:lnTo>
                    <a:pt x="57100" y="172694"/>
                  </a:lnTo>
                  <a:lnTo>
                    <a:pt x="56538" y="172724"/>
                  </a:lnTo>
                  <a:lnTo>
                    <a:pt x="56212" y="172724"/>
                  </a:lnTo>
                  <a:lnTo>
                    <a:pt x="55975" y="172724"/>
                  </a:lnTo>
                  <a:lnTo>
                    <a:pt x="55325" y="172754"/>
                  </a:lnTo>
                  <a:lnTo>
                    <a:pt x="55117" y="172754"/>
                  </a:lnTo>
                  <a:lnTo>
                    <a:pt x="54910" y="172754"/>
                  </a:lnTo>
                  <a:lnTo>
                    <a:pt x="54348" y="172754"/>
                  </a:lnTo>
                  <a:lnTo>
                    <a:pt x="54141" y="172421"/>
                  </a:lnTo>
                  <a:lnTo>
                    <a:pt x="54082" y="172119"/>
                  </a:lnTo>
                  <a:lnTo>
                    <a:pt x="54052" y="171847"/>
                  </a:lnTo>
                  <a:lnTo>
                    <a:pt x="53964" y="171635"/>
                  </a:lnTo>
                  <a:lnTo>
                    <a:pt x="53549" y="170939"/>
                  </a:lnTo>
                  <a:lnTo>
                    <a:pt x="53342" y="170637"/>
                  </a:lnTo>
                  <a:lnTo>
                    <a:pt x="53224" y="170304"/>
                  </a:lnTo>
                  <a:lnTo>
                    <a:pt x="53076" y="169880"/>
                  </a:lnTo>
                  <a:lnTo>
                    <a:pt x="53017" y="169638"/>
                  </a:lnTo>
                  <a:lnTo>
                    <a:pt x="52987" y="169366"/>
                  </a:lnTo>
                  <a:lnTo>
                    <a:pt x="52928" y="168882"/>
                  </a:lnTo>
                  <a:lnTo>
                    <a:pt x="52898" y="168368"/>
                  </a:lnTo>
                  <a:lnTo>
                    <a:pt x="52898" y="167944"/>
                  </a:lnTo>
                  <a:lnTo>
                    <a:pt x="52869" y="167521"/>
                  </a:lnTo>
                  <a:lnTo>
                    <a:pt x="52780" y="167158"/>
                  </a:lnTo>
                  <a:lnTo>
                    <a:pt x="52721" y="166976"/>
                  </a:lnTo>
                  <a:lnTo>
                    <a:pt x="52425" y="166583"/>
                  </a:lnTo>
                  <a:lnTo>
                    <a:pt x="52366" y="166432"/>
                  </a:lnTo>
                  <a:lnTo>
                    <a:pt x="52129" y="165857"/>
                  </a:lnTo>
                  <a:lnTo>
                    <a:pt x="51301" y="164919"/>
                  </a:lnTo>
                  <a:lnTo>
                    <a:pt x="50916" y="164345"/>
                  </a:lnTo>
                  <a:lnTo>
                    <a:pt x="50946" y="164042"/>
                  </a:lnTo>
                  <a:lnTo>
                    <a:pt x="50975" y="163830"/>
                  </a:lnTo>
                  <a:lnTo>
                    <a:pt x="51153" y="163346"/>
                  </a:lnTo>
                  <a:lnTo>
                    <a:pt x="51301" y="162983"/>
                  </a:lnTo>
                  <a:lnTo>
                    <a:pt x="51360" y="162772"/>
                  </a:lnTo>
                  <a:lnTo>
                    <a:pt x="51271" y="162318"/>
                  </a:lnTo>
                  <a:lnTo>
                    <a:pt x="50887" y="162257"/>
                  </a:lnTo>
                  <a:lnTo>
                    <a:pt x="50739" y="162227"/>
                  </a:lnTo>
                  <a:lnTo>
                    <a:pt x="50295" y="160987"/>
                  </a:lnTo>
                  <a:lnTo>
                    <a:pt x="50236" y="160836"/>
                  </a:lnTo>
                  <a:lnTo>
                    <a:pt x="50295" y="160412"/>
                  </a:lnTo>
                  <a:lnTo>
                    <a:pt x="50532" y="159051"/>
                  </a:lnTo>
                  <a:lnTo>
                    <a:pt x="50798" y="157962"/>
                  </a:lnTo>
                  <a:lnTo>
                    <a:pt x="50828" y="157781"/>
                  </a:lnTo>
                  <a:lnTo>
                    <a:pt x="50828" y="157508"/>
                  </a:lnTo>
                  <a:lnTo>
                    <a:pt x="50798" y="157357"/>
                  </a:lnTo>
                  <a:lnTo>
                    <a:pt x="50620" y="157115"/>
                  </a:lnTo>
                  <a:lnTo>
                    <a:pt x="50443" y="157024"/>
                  </a:lnTo>
                  <a:lnTo>
                    <a:pt x="49792" y="156752"/>
                  </a:lnTo>
                  <a:lnTo>
                    <a:pt x="49526" y="156601"/>
                  </a:lnTo>
                  <a:lnTo>
                    <a:pt x="49378" y="156329"/>
                  </a:lnTo>
                  <a:lnTo>
                    <a:pt x="49378" y="155754"/>
                  </a:lnTo>
                  <a:lnTo>
                    <a:pt x="49437" y="155119"/>
                  </a:lnTo>
                  <a:lnTo>
                    <a:pt x="49437" y="154786"/>
                  </a:lnTo>
                  <a:lnTo>
                    <a:pt x="49348" y="154362"/>
                  </a:lnTo>
                  <a:lnTo>
                    <a:pt x="49171" y="153848"/>
                  </a:lnTo>
                  <a:lnTo>
                    <a:pt x="49112" y="153667"/>
                  </a:lnTo>
                  <a:lnTo>
                    <a:pt x="49023" y="153455"/>
                  </a:lnTo>
                  <a:lnTo>
                    <a:pt x="48816" y="152941"/>
                  </a:lnTo>
                  <a:lnTo>
                    <a:pt x="48549" y="152275"/>
                  </a:lnTo>
                  <a:lnTo>
                    <a:pt x="48431" y="152033"/>
                  </a:lnTo>
                  <a:lnTo>
                    <a:pt x="48224" y="151700"/>
                  </a:lnTo>
                  <a:lnTo>
                    <a:pt x="47928" y="151549"/>
                  </a:lnTo>
                  <a:lnTo>
                    <a:pt x="46893" y="151065"/>
                  </a:lnTo>
                  <a:lnTo>
                    <a:pt x="46508" y="150914"/>
                  </a:lnTo>
                  <a:lnTo>
                    <a:pt x="46242" y="150793"/>
                  </a:lnTo>
                  <a:lnTo>
                    <a:pt x="42277" y="151458"/>
                  </a:lnTo>
                  <a:lnTo>
                    <a:pt x="39289" y="152063"/>
                  </a:lnTo>
                  <a:lnTo>
                    <a:pt x="38520" y="152215"/>
                  </a:lnTo>
                  <a:lnTo>
                    <a:pt x="38490" y="152003"/>
                  </a:lnTo>
                  <a:lnTo>
                    <a:pt x="38431" y="151731"/>
                  </a:lnTo>
                  <a:lnTo>
                    <a:pt x="38047" y="150006"/>
                  </a:lnTo>
                  <a:lnTo>
                    <a:pt x="36626" y="143382"/>
                  </a:lnTo>
                  <a:lnTo>
                    <a:pt x="36183" y="141355"/>
                  </a:lnTo>
                  <a:lnTo>
                    <a:pt x="33786" y="141718"/>
                  </a:lnTo>
                  <a:lnTo>
                    <a:pt x="31745" y="141990"/>
                  </a:lnTo>
                  <a:lnTo>
                    <a:pt x="26479" y="142777"/>
                  </a:lnTo>
                  <a:lnTo>
                    <a:pt x="25739" y="142868"/>
                  </a:lnTo>
                  <a:lnTo>
                    <a:pt x="24348" y="143079"/>
                  </a:lnTo>
                  <a:lnTo>
                    <a:pt x="21686" y="143473"/>
                  </a:lnTo>
                  <a:lnTo>
                    <a:pt x="19674" y="143745"/>
                  </a:lnTo>
                  <a:lnTo>
                    <a:pt x="13964" y="144592"/>
                  </a:lnTo>
                  <a:lnTo>
                    <a:pt x="13905" y="144229"/>
                  </a:lnTo>
                  <a:lnTo>
                    <a:pt x="13757" y="143473"/>
                  </a:lnTo>
                  <a:lnTo>
                    <a:pt x="13727" y="143170"/>
                  </a:lnTo>
                  <a:lnTo>
                    <a:pt x="13017" y="138784"/>
                  </a:lnTo>
                  <a:lnTo>
                    <a:pt x="12869" y="137907"/>
                  </a:lnTo>
                  <a:lnTo>
                    <a:pt x="12070" y="132885"/>
                  </a:lnTo>
                  <a:lnTo>
                    <a:pt x="11982" y="132432"/>
                  </a:lnTo>
                  <a:lnTo>
                    <a:pt x="11952" y="132220"/>
                  </a:lnTo>
                  <a:lnTo>
                    <a:pt x="11804" y="131191"/>
                  </a:lnTo>
                  <a:lnTo>
                    <a:pt x="11627" y="129891"/>
                  </a:lnTo>
                  <a:lnTo>
                    <a:pt x="11597" y="129467"/>
                  </a:lnTo>
                  <a:lnTo>
                    <a:pt x="11597" y="128983"/>
                  </a:lnTo>
                  <a:lnTo>
                    <a:pt x="11567" y="128832"/>
                  </a:lnTo>
                  <a:lnTo>
                    <a:pt x="11567" y="128439"/>
                  </a:lnTo>
                  <a:lnTo>
                    <a:pt x="11567" y="128136"/>
                  </a:lnTo>
                  <a:lnTo>
                    <a:pt x="11567" y="127713"/>
                  </a:lnTo>
                  <a:lnTo>
                    <a:pt x="11538" y="127259"/>
                  </a:lnTo>
                  <a:lnTo>
                    <a:pt x="11479" y="126745"/>
                  </a:lnTo>
                  <a:lnTo>
                    <a:pt x="11360" y="125988"/>
                  </a:lnTo>
                  <a:lnTo>
                    <a:pt x="10976" y="123478"/>
                  </a:lnTo>
                  <a:lnTo>
                    <a:pt x="10591" y="120967"/>
                  </a:lnTo>
                  <a:lnTo>
                    <a:pt x="9940" y="116762"/>
                  </a:lnTo>
                  <a:lnTo>
                    <a:pt x="9881" y="116218"/>
                  </a:lnTo>
                  <a:lnTo>
                    <a:pt x="9585" y="114433"/>
                  </a:lnTo>
                  <a:lnTo>
                    <a:pt x="9319" y="112648"/>
                  </a:lnTo>
                  <a:lnTo>
                    <a:pt x="9260" y="112316"/>
                  </a:lnTo>
                  <a:lnTo>
                    <a:pt x="9171" y="111590"/>
                  </a:lnTo>
                  <a:lnTo>
                    <a:pt x="9023" y="110652"/>
                  </a:lnTo>
                  <a:lnTo>
                    <a:pt x="8816" y="109351"/>
                  </a:lnTo>
                  <a:lnTo>
                    <a:pt x="8609" y="108020"/>
                  </a:lnTo>
                  <a:lnTo>
                    <a:pt x="8491" y="107082"/>
                  </a:lnTo>
                  <a:lnTo>
                    <a:pt x="8017" y="103997"/>
                  </a:lnTo>
                  <a:lnTo>
                    <a:pt x="7692" y="101970"/>
                  </a:lnTo>
                  <a:lnTo>
                    <a:pt x="7603" y="101396"/>
                  </a:lnTo>
                  <a:lnTo>
                    <a:pt x="7573" y="101093"/>
                  </a:lnTo>
                  <a:lnTo>
                    <a:pt x="7307" y="99369"/>
                  </a:lnTo>
                  <a:lnTo>
                    <a:pt x="7189" y="98703"/>
                  </a:lnTo>
                  <a:lnTo>
                    <a:pt x="6893" y="96677"/>
                  </a:lnTo>
                  <a:lnTo>
                    <a:pt x="6686" y="95255"/>
                  </a:lnTo>
                  <a:lnTo>
                    <a:pt x="6390" y="93379"/>
                  </a:lnTo>
                  <a:lnTo>
                    <a:pt x="6331" y="92956"/>
                  </a:lnTo>
                  <a:lnTo>
                    <a:pt x="6272" y="92684"/>
                  </a:lnTo>
                  <a:lnTo>
                    <a:pt x="6124" y="91686"/>
                  </a:lnTo>
                  <a:lnTo>
                    <a:pt x="5798" y="89598"/>
                  </a:lnTo>
                  <a:lnTo>
                    <a:pt x="5710" y="89054"/>
                  </a:lnTo>
                  <a:lnTo>
                    <a:pt x="5680" y="88782"/>
                  </a:lnTo>
                  <a:lnTo>
                    <a:pt x="5532" y="87874"/>
                  </a:lnTo>
                  <a:lnTo>
                    <a:pt x="4792" y="83034"/>
                  </a:lnTo>
                  <a:lnTo>
                    <a:pt x="4763" y="82671"/>
                  </a:lnTo>
                  <a:lnTo>
                    <a:pt x="2810" y="69724"/>
                  </a:lnTo>
                  <a:lnTo>
                    <a:pt x="355" y="53359"/>
                  </a:lnTo>
                  <a:lnTo>
                    <a:pt x="266" y="52876"/>
                  </a:lnTo>
                  <a:lnTo>
                    <a:pt x="0" y="50819"/>
                  </a:lnTo>
                  <a:lnTo>
                    <a:pt x="4467" y="50244"/>
                  </a:lnTo>
                  <a:lnTo>
                    <a:pt x="17011" y="48247"/>
                  </a:lnTo>
                  <a:lnTo>
                    <a:pt x="17248" y="48217"/>
                  </a:lnTo>
                  <a:lnTo>
                    <a:pt x="17396" y="48701"/>
                  </a:lnTo>
                  <a:lnTo>
                    <a:pt x="17692" y="48792"/>
                  </a:lnTo>
                  <a:lnTo>
                    <a:pt x="18875" y="49185"/>
                  </a:lnTo>
                  <a:lnTo>
                    <a:pt x="19822" y="49457"/>
                  </a:lnTo>
                  <a:lnTo>
                    <a:pt x="22603" y="48671"/>
                  </a:lnTo>
                  <a:lnTo>
                    <a:pt x="23461" y="48429"/>
                  </a:lnTo>
                  <a:lnTo>
                    <a:pt x="23638" y="48399"/>
                  </a:lnTo>
                  <a:lnTo>
                    <a:pt x="24319" y="48217"/>
                  </a:lnTo>
                  <a:lnTo>
                    <a:pt x="24467" y="48217"/>
                  </a:lnTo>
                  <a:lnTo>
                    <a:pt x="24348" y="47794"/>
                  </a:lnTo>
                  <a:lnTo>
                    <a:pt x="24319" y="47582"/>
                  </a:lnTo>
                  <a:lnTo>
                    <a:pt x="24348" y="47400"/>
                  </a:lnTo>
                  <a:lnTo>
                    <a:pt x="24467" y="47098"/>
                  </a:lnTo>
                  <a:lnTo>
                    <a:pt x="24733" y="46281"/>
                  </a:lnTo>
                  <a:lnTo>
                    <a:pt x="25088" y="45222"/>
                  </a:lnTo>
                  <a:lnTo>
                    <a:pt x="25591" y="43770"/>
                  </a:lnTo>
                  <a:lnTo>
                    <a:pt x="25621" y="43619"/>
                  </a:lnTo>
                  <a:lnTo>
                    <a:pt x="25798" y="43468"/>
                  </a:lnTo>
                  <a:lnTo>
                    <a:pt x="26242" y="43044"/>
                  </a:lnTo>
                  <a:lnTo>
                    <a:pt x="26834" y="43317"/>
                  </a:lnTo>
                  <a:lnTo>
                    <a:pt x="27159" y="43468"/>
                  </a:lnTo>
                  <a:lnTo>
                    <a:pt x="28461" y="43226"/>
                  </a:lnTo>
                  <a:lnTo>
                    <a:pt x="28757" y="42409"/>
                  </a:lnTo>
                  <a:lnTo>
                    <a:pt x="29053" y="42258"/>
                  </a:lnTo>
                  <a:lnTo>
                    <a:pt x="29023" y="41895"/>
                  </a:lnTo>
                  <a:lnTo>
                    <a:pt x="29053" y="41653"/>
                  </a:lnTo>
                  <a:lnTo>
                    <a:pt x="29141" y="41502"/>
                  </a:lnTo>
                  <a:lnTo>
                    <a:pt x="29496" y="41018"/>
                  </a:lnTo>
                  <a:lnTo>
                    <a:pt x="29792" y="40776"/>
                  </a:lnTo>
                  <a:lnTo>
                    <a:pt x="30325" y="40352"/>
                  </a:lnTo>
                  <a:lnTo>
                    <a:pt x="30887" y="39808"/>
                  </a:lnTo>
                  <a:lnTo>
                    <a:pt x="31212" y="39596"/>
                  </a:lnTo>
                  <a:lnTo>
                    <a:pt x="31479" y="39384"/>
                  </a:lnTo>
                  <a:lnTo>
                    <a:pt x="31656" y="38931"/>
                  </a:lnTo>
                  <a:lnTo>
                    <a:pt x="32277" y="38537"/>
                  </a:lnTo>
                  <a:lnTo>
                    <a:pt x="32455" y="38447"/>
                  </a:lnTo>
                  <a:lnTo>
                    <a:pt x="32958" y="38235"/>
                  </a:lnTo>
                  <a:lnTo>
                    <a:pt x="33106" y="38174"/>
                  </a:lnTo>
                  <a:lnTo>
                    <a:pt x="33579" y="38053"/>
                  </a:lnTo>
                  <a:lnTo>
                    <a:pt x="34230" y="37721"/>
                  </a:lnTo>
                  <a:lnTo>
                    <a:pt x="34822" y="37418"/>
                  </a:lnTo>
                  <a:lnTo>
                    <a:pt x="34970" y="37327"/>
                  </a:lnTo>
                  <a:lnTo>
                    <a:pt x="35177" y="37237"/>
                  </a:lnTo>
                  <a:lnTo>
                    <a:pt x="35532" y="37085"/>
                  </a:lnTo>
                  <a:lnTo>
                    <a:pt x="37070" y="36057"/>
                  </a:lnTo>
                  <a:lnTo>
                    <a:pt x="37662" y="35482"/>
                  </a:lnTo>
                  <a:lnTo>
                    <a:pt x="38520" y="34484"/>
                  </a:lnTo>
                  <a:lnTo>
                    <a:pt x="39200" y="33274"/>
                  </a:lnTo>
                  <a:lnTo>
                    <a:pt x="39555" y="32518"/>
                  </a:lnTo>
                  <a:lnTo>
                    <a:pt x="40206" y="32064"/>
                  </a:lnTo>
                  <a:lnTo>
                    <a:pt x="40828" y="31217"/>
                  </a:lnTo>
                  <a:lnTo>
                    <a:pt x="41271" y="29583"/>
                  </a:lnTo>
                  <a:lnTo>
                    <a:pt x="41567" y="27375"/>
                  </a:lnTo>
                  <a:lnTo>
                    <a:pt x="42070" y="26891"/>
                  </a:lnTo>
                  <a:lnTo>
                    <a:pt x="43579" y="26498"/>
                  </a:lnTo>
                  <a:lnTo>
                    <a:pt x="44289" y="26226"/>
                  </a:lnTo>
                  <a:lnTo>
                    <a:pt x="45206" y="25591"/>
                  </a:lnTo>
                  <a:lnTo>
                    <a:pt x="46419" y="25228"/>
                  </a:lnTo>
                  <a:lnTo>
                    <a:pt x="48786" y="23957"/>
                  </a:lnTo>
                  <a:lnTo>
                    <a:pt x="51271" y="22263"/>
                  </a:lnTo>
                  <a:lnTo>
                    <a:pt x="53046" y="20720"/>
                  </a:lnTo>
                  <a:lnTo>
                    <a:pt x="53904" y="19389"/>
                  </a:lnTo>
                  <a:lnTo>
                    <a:pt x="55147" y="17302"/>
                  </a:lnTo>
                  <a:lnTo>
                    <a:pt x="58549" y="15669"/>
                  </a:lnTo>
                  <a:lnTo>
                    <a:pt x="59111" y="15366"/>
                  </a:lnTo>
                  <a:lnTo>
                    <a:pt x="61360" y="15094"/>
                  </a:lnTo>
                  <a:lnTo>
                    <a:pt x="63875" y="14761"/>
                  </a:lnTo>
                  <a:lnTo>
                    <a:pt x="65561" y="14428"/>
                  </a:lnTo>
                  <a:lnTo>
                    <a:pt x="66537" y="14489"/>
                  </a:lnTo>
                  <a:lnTo>
                    <a:pt x="68579" y="13854"/>
                  </a:lnTo>
                  <a:lnTo>
                    <a:pt x="69969" y="13702"/>
                  </a:lnTo>
                  <a:lnTo>
                    <a:pt x="72188" y="13854"/>
                  </a:lnTo>
                  <a:lnTo>
                    <a:pt x="75295" y="14338"/>
                  </a:lnTo>
                  <a:lnTo>
                    <a:pt x="76626" y="13188"/>
                  </a:lnTo>
                  <a:lnTo>
                    <a:pt x="78253" y="12432"/>
                  </a:lnTo>
                  <a:lnTo>
                    <a:pt x="79851" y="11978"/>
                  </a:lnTo>
                  <a:lnTo>
                    <a:pt x="83253" y="11434"/>
                  </a:lnTo>
                  <a:lnTo>
                    <a:pt x="83993" y="10889"/>
                  </a:lnTo>
                  <a:lnTo>
                    <a:pt x="85147" y="10466"/>
                  </a:lnTo>
                  <a:lnTo>
                    <a:pt x="87159" y="10012"/>
                  </a:lnTo>
                  <a:lnTo>
                    <a:pt x="89052" y="8742"/>
                  </a:lnTo>
                  <a:lnTo>
                    <a:pt x="91774" y="7017"/>
                  </a:lnTo>
                  <a:lnTo>
                    <a:pt x="92661" y="6261"/>
                  </a:lnTo>
                  <a:lnTo>
                    <a:pt x="93519" y="5807"/>
                  </a:lnTo>
                  <a:lnTo>
                    <a:pt x="94940" y="4507"/>
                  </a:lnTo>
                  <a:lnTo>
                    <a:pt x="96981" y="4144"/>
                  </a:lnTo>
                  <a:lnTo>
                    <a:pt x="100916" y="4325"/>
                  </a:lnTo>
                  <a:lnTo>
                    <a:pt x="104022" y="4416"/>
                  </a:lnTo>
                  <a:lnTo>
                    <a:pt x="105502" y="4295"/>
                  </a:lnTo>
                  <a:lnTo>
                    <a:pt x="108194" y="604"/>
                  </a:lnTo>
                  <a:lnTo>
                    <a:pt x="1116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187697" y="3362126"/>
              <a:ext cx="79378" cy="87209"/>
            </a:xfrm>
            <a:custGeom>
              <a:avLst/>
              <a:pathLst>
                <a:path w="79378" h="87209">
                  <a:moveTo>
                    <a:pt x="75531" y="786"/>
                  </a:moveTo>
                  <a:lnTo>
                    <a:pt x="74999" y="3871"/>
                  </a:lnTo>
                  <a:lnTo>
                    <a:pt x="74821" y="4839"/>
                  </a:lnTo>
                  <a:lnTo>
                    <a:pt x="74792" y="4991"/>
                  </a:lnTo>
                  <a:lnTo>
                    <a:pt x="74526" y="6775"/>
                  </a:lnTo>
                  <a:lnTo>
                    <a:pt x="73904" y="10526"/>
                  </a:lnTo>
                  <a:lnTo>
                    <a:pt x="74023" y="11343"/>
                  </a:lnTo>
                  <a:lnTo>
                    <a:pt x="74171" y="12220"/>
                  </a:lnTo>
                  <a:lnTo>
                    <a:pt x="74200" y="12432"/>
                  </a:lnTo>
                  <a:lnTo>
                    <a:pt x="74318" y="13158"/>
                  </a:lnTo>
                  <a:lnTo>
                    <a:pt x="74318" y="13309"/>
                  </a:lnTo>
                  <a:lnTo>
                    <a:pt x="74407" y="13763"/>
                  </a:lnTo>
                  <a:lnTo>
                    <a:pt x="75058" y="18058"/>
                  </a:lnTo>
                  <a:lnTo>
                    <a:pt x="75176" y="18845"/>
                  </a:lnTo>
                  <a:lnTo>
                    <a:pt x="75650" y="22142"/>
                  </a:lnTo>
                  <a:lnTo>
                    <a:pt x="76153" y="25379"/>
                  </a:lnTo>
                  <a:lnTo>
                    <a:pt x="76478" y="27466"/>
                  </a:lnTo>
                  <a:lnTo>
                    <a:pt x="76537" y="27920"/>
                  </a:lnTo>
                  <a:lnTo>
                    <a:pt x="76626" y="28434"/>
                  </a:lnTo>
                  <a:lnTo>
                    <a:pt x="76656" y="28706"/>
                  </a:lnTo>
                  <a:lnTo>
                    <a:pt x="76685" y="28918"/>
                  </a:lnTo>
                  <a:lnTo>
                    <a:pt x="76804" y="29735"/>
                  </a:lnTo>
                  <a:lnTo>
                    <a:pt x="76952" y="30733"/>
                  </a:lnTo>
                  <a:lnTo>
                    <a:pt x="77011" y="30975"/>
                  </a:lnTo>
                  <a:lnTo>
                    <a:pt x="77040" y="31277"/>
                  </a:lnTo>
                  <a:lnTo>
                    <a:pt x="77070" y="31519"/>
                  </a:lnTo>
                  <a:lnTo>
                    <a:pt x="77099" y="31731"/>
                  </a:lnTo>
                  <a:lnTo>
                    <a:pt x="77159" y="31973"/>
                  </a:lnTo>
                  <a:lnTo>
                    <a:pt x="77336" y="33304"/>
                  </a:lnTo>
                  <a:lnTo>
                    <a:pt x="77455" y="33939"/>
                  </a:lnTo>
                  <a:lnTo>
                    <a:pt x="77514" y="34302"/>
                  </a:lnTo>
                  <a:lnTo>
                    <a:pt x="77602" y="34938"/>
                  </a:lnTo>
                  <a:lnTo>
                    <a:pt x="77691" y="35664"/>
                  </a:lnTo>
                  <a:lnTo>
                    <a:pt x="78046" y="37993"/>
                  </a:lnTo>
                  <a:lnTo>
                    <a:pt x="78076" y="38144"/>
                  </a:lnTo>
                  <a:lnTo>
                    <a:pt x="78845" y="43589"/>
                  </a:lnTo>
                  <a:lnTo>
                    <a:pt x="79318" y="46856"/>
                  </a:lnTo>
                  <a:lnTo>
                    <a:pt x="79378" y="47310"/>
                  </a:lnTo>
                  <a:lnTo>
                    <a:pt x="79141" y="47370"/>
                  </a:lnTo>
                  <a:lnTo>
                    <a:pt x="78845" y="47400"/>
                  </a:lnTo>
                  <a:lnTo>
                    <a:pt x="75650" y="47884"/>
                  </a:lnTo>
                  <a:lnTo>
                    <a:pt x="75058" y="47975"/>
                  </a:lnTo>
                  <a:lnTo>
                    <a:pt x="73165" y="48247"/>
                  </a:lnTo>
                  <a:lnTo>
                    <a:pt x="72662" y="48338"/>
                  </a:lnTo>
                  <a:lnTo>
                    <a:pt x="69200" y="48852"/>
                  </a:lnTo>
                  <a:lnTo>
                    <a:pt x="67425" y="49094"/>
                  </a:lnTo>
                  <a:lnTo>
                    <a:pt x="64940" y="49427"/>
                  </a:lnTo>
                  <a:lnTo>
                    <a:pt x="63313" y="49609"/>
                  </a:lnTo>
                  <a:lnTo>
                    <a:pt x="63046" y="52906"/>
                  </a:lnTo>
                  <a:lnTo>
                    <a:pt x="62780" y="56536"/>
                  </a:lnTo>
                  <a:lnTo>
                    <a:pt x="58461" y="57201"/>
                  </a:lnTo>
                  <a:lnTo>
                    <a:pt x="57514" y="57322"/>
                  </a:lnTo>
                  <a:lnTo>
                    <a:pt x="54289" y="57141"/>
                  </a:lnTo>
                  <a:lnTo>
                    <a:pt x="51804" y="57050"/>
                  </a:lnTo>
                  <a:lnTo>
                    <a:pt x="51449" y="57020"/>
                  </a:lnTo>
                  <a:lnTo>
                    <a:pt x="49910" y="56959"/>
                  </a:lnTo>
                  <a:lnTo>
                    <a:pt x="49289" y="57534"/>
                  </a:lnTo>
                  <a:lnTo>
                    <a:pt x="47484" y="59107"/>
                  </a:lnTo>
                  <a:lnTo>
                    <a:pt x="45887" y="60529"/>
                  </a:lnTo>
                  <a:lnTo>
                    <a:pt x="44733" y="61557"/>
                  </a:lnTo>
                  <a:lnTo>
                    <a:pt x="43697" y="62495"/>
                  </a:lnTo>
                  <a:lnTo>
                    <a:pt x="42869" y="63221"/>
                  </a:lnTo>
                  <a:lnTo>
                    <a:pt x="42573" y="63523"/>
                  </a:lnTo>
                  <a:lnTo>
                    <a:pt x="42041" y="63977"/>
                  </a:lnTo>
                  <a:lnTo>
                    <a:pt x="40798" y="65399"/>
                  </a:lnTo>
                  <a:lnTo>
                    <a:pt x="40177" y="66155"/>
                  </a:lnTo>
                  <a:lnTo>
                    <a:pt x="40058" y="66306"/>
                  </a:lnTo>
                  <a:lnTo>
                    <a:pt x="39141" y="67788"/>
                  </a:lnTo>
                  <a:lnTo>
                    <a:pt x="38638" y="68787"/>
                  </a:lnTo>
                  <a:lnTo>
                    <a:pt x="37899" y="70208"/>
                  </a:lnTo>
                  <a:lnTo>
                    <a:pt x="37810" y="70360"/>
                  </a:lnTo>
                  <a:lnTo>
                    <a:pt x="37129" y="71721"/>
                  </a:lnTo>
                  <a:lnTo>
                    <a:pt x="35413" y="75079"/>
                  </a:lnTo>
                  <a:lnTo>
                    <a:pt x="34851" y="76198"/>
                  </a:lnTo>
                  <a:lnTo>
                    <a:pt x="32337" y="81249"/>
                  </a:lnTo>
                  <a:lnTo>
                    <a:pt x="31656" y="82671"/>
                  </a:lnTo>
                  <a:lnTo>
                    <a:pt x="29260" y="87209"/>
                  </a:lnTo>
                  <a:lnTo>
                    <a:pt x="27159" y="85787"/>
                  </a:lnTo>
                  <a:lnTo>
                    <a:pt x="25798" y="84849"/>
                  </a:lnTo>
                  <a:lnTo>
                    <a:pt x="25325" y="84516"/>
                  </a:lnTo>
                  <a:lnTo>
                    <a:pt x="25029" y="84305"/>
                  </a:lnTo>
                  <a:lnTo>
                    <a:pt x="24556" y="84002"/>
                  </a:lnTo>
                  <a:lnTo>
                    <a:pt x="24053" y="83639"/>
                  </a:lnTo>
                  <a:lnTo>
                    <a:pt x="23313" y="83155"/>
                  </a:lnTo>
                  <a:lnTo>
                    <a:pt x="22514" y="82580"/>
                  </a:lnTo>
                  <a:lnTo>
                    <a:pt x="21686" y="82036"/>
                  </a:lnTo>
                  <a:lnTo>
                    <a:pt x="20591" y="81249"/>
                  </a:lnTo>
                  <a:lnTo>
                    <a:pt x="20118" y="80947"/>
                  </a:lnTo>
                  <a:lnTo>
                    <a:pt x="19260" y="80372"/>
                  </a:lnTo>
                  <a:lnTo>
                    <a:pt x="18638" y="79949"/>
                  </a:lnTo>
                  <a:lnTo>
                    <a:pt x="17396" y="79102"/>
                  </a:lnTo>
                  <a:lnTo>
                    <a:pt x="16094" y="78194"/>
                  </a:lnTo>
                  <a:lnTo>
                    <a:pt x="15857" y="78073"/>
                  </a:lnTo>
                  <a:lnTo>
                    <a:pt x="13224" y="76258"/>
                  </a:lnTo>
                  <a:lnTo>
                    <a:pt x="8431" y="73082"/>
                  </a:lnTo>
                  <a:lnTo>
                    <a:pt x="4526" y="70541"/>
                  </a:lnTo>
                  <a:lnTo>
                    <a:pt x="0" y="67365"/>
                  </a:lnTo>
                  <a:lnTo>
                    <a:pt x="1183" y="65943"/>
                  </a:lnTo>
                  <a:lnTo>
                    <a:pt x="2514" y="64280"/>
                  </a:lnTo>
                  <a:lnTo>
                    <a:pt x="4644" y="61678"/>
                  </a:lnTo>
                  <a:lnTo>
                    <a:pt x="4911" y="61315"/>
                  </a:lnTo>
                  <a:lnTo>
                    <a:pt x="7425" y="58230"/>
                  </a:lnTo>
                  <a:lnTo>
                    <a:pt x="9585" y="55537"/>
                  </a:lnTo>
                  <a:lnTo>
                    <a:pt x="11952" y="52634"/>
                  </a:lnTo>
                  <a:lnTo>
                    <a:pt x="12248" y="52271"/>
                  </a:lnTo>
                  <a:lnTo>
                    <a:pt x="14171" y="49669"/>
                  </a:lnTo>
                  <a:lnTo>
                    <a:pt x="16360" y="47158"/>
                  </a:lnTo>
                  <a:lnTo>
                    <a:pt x="17988" y="45132"/>
                  </a:lnTo>
                  <a:lnTo>
                    <a:pt x="18224" y="44859"/>
                  </a:lnTo>
                  <a:lnTo>
                    <a:pt x="19378" y="43407"/>
                  </a:lnTo>
                  <a:lnTo>
                    <a:pt x="20591" y="41895"/>
                  </a:lnTo>
                  <a:lnTo>
                    <a:pt x="22987" y="38900"/>
                  </a:lnTo>
                  <a:lnTo>
                    <a:pt x="25384" y="35906"/>
                  </a:lnTo>
                  <a:lnTo>
                    <a:pt x="26627" y="34363"/>
                  </a:lnTo>
                  <a:lnTo>
                    <a:pt x="27632" y="33123"/>
                  </a:lnTo>
                  <a:lnTo>
                    <a:pt x="27780" y="32911"/>
                  </a:lnTo>
                  <a:lnTo>
                    <a:pt x="30147" y="30007"/>
                  </a:lnTo>
                  <a:lnTo>
                    <a:pt x="31360" y="28464"/>
                  </a:lnTo>
                  <a:lnTo>
                    <a:pt x="32514" y="27012"/>
                  </a:lnTo>
                  <a:lnTo>
                    <a:pt x="34940" y="24018"/>
                  </a:lnTo>
                  <a:lnTo>
                    <a:pt x="37366" y="20993"/>
                  </a:lnTo>
                  <a:lnTo>
                    <a:pt x="39674" y="18089"/>
                  </a:lnTo>
                  <a:lnTo>
                    <a:pt x="42041" y="15185"/>
                  </a:lnTo>
                  <a:lnTo>
                    <a:pt x="42159" y="15033"/>
                  </a:lnTo>
                  <a:lnTo>
                    <a:pt x="44496" y="12190"/>
                  </a:lnTo>
                  <a:lnTo>
                    <a:pt x="46952" y="9135"/>
                  </a:lnTo>
                  <a:lnTo>
                    <a:pt x="49437" y="6110"/>
                  </a:lnTo>
                  <a:lnTo>
                    <a:pt x="51715" y="3145"/>
                  </a:lnTo>
                  <a:lnTo>
                    <a:pt x="51922" y="3297"/>
                  </a:lnTo>
                  <a:lnTo>
                    <a:pt x="57455" y="2540"/>
                  </a:lnTo>
                  <a:lnTo>
                    <a:pt x="58017" y="2450"/>
                  </a:lnTo>
                  <a:lnTo>
                    <a:pt x="58461" y="2389"/>
                  </a:lnTo>
                  <a:lnTo>
                    <a:pt x="62632" y="1784"/>
                  </a:lnTo>
                  <a:lnTo>
                    <a:pt x="62810" y="1754"/>
                  </a:lnTo>
                  <a:lnTo>
                    <a:pt x="63046" y="1724"/>
                  </a:lnTo>
                  <a:lnTo>
                    <a:pt x="63816" y="1633"/>
                  </a:lnTo>
                  <a:lnTo>
                    <a:pt x="67277" y="1149"/>
                  </a:lnTo>
                  <a:lnTo>
                    <a:pt x="70324" y="725"/>
                  </a:lnTo>
                  <a:lnTo>
                    <a:pt x="72780" y="393"/>
                  </a:lnTo>
                  <a:lnTo>
                    <a:pt x="73165" y="332"/>
                  </a:lnTo>
                  <a:lnTo>
                    <a:pt x="756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445269" y="3339832"/>
              <a:ext cx="273400" cy="201672"/>
            </a:xfrm>
            <a:custGeom>
              <a:avLst/>
              <a:pathLst>
                <a:path w="273400" h="201672">
                  <a:moveTo>
                    <a:pt x="93490" y="0"/>
                  </a:moveTo>
                  <a:lnTo>
                    <a:pt x="94644" y="1996"/>
                  </a:lnTo>
                  <a:lnTo>
                    <a:pt x="94762" y="2208"/>
                  </a:lnTo>
                  <a:lnTo>
                    <a:pt x="95088" y="2752"/>
                  </a:lnTo>
                  <a:lnTo>
                    <a:pt x="95531" y="3508"/>
                  </a:lnTo>
                  <a:lnTo>
                    <a:pt x="97454" y="6806"/>
                  </a:lnTo>
                  <a:lnTo>
                    <a:pt x="97750" y="7350"/>
                  </a:lnTo>
                  <a:lnTo>
                    <a:pt x="97987" y="7743"/>
                  </a:lnTo>
                  <a:lnTo>
                    <a:pt x="100117" y="11434"/>
                  </a:lnTo>
                  <a:lnTo>
                    <a:pt x="100354" y="11797"/>
                  </a:lnTo>
                  <a:lnTo>
                    <a:pt x="101567" y="13944"/>
                  </a:lnTo>
                  <a:lnTo>
                    <a:pt x="102869" y="16213"/>
                  </a:lnTo>
                  <a:lnTo>
                    <a:pt x="103016" y="16455"/>
                  </a:lnTo>
                  <a:lnTo>
                    <a:pt x="103667" y="17726"/>
                  </a:lnTo>
                  <a:lnTo>
                    <a:pt x="103934" y="18240"/>
                  </a:lnTo>
                  <a:lnTo>
                    <a:pt x="106093" y="22082"/>
                  </a:lnTo>
                  <a:lnTo>
                    <a:pt x="106389" y="23140"/>
                  </a:lnTo>
                  <a:lnTo>
                    <a:pt x="106567" y="23594"/>
                  </a:lnTo>
                  <a:lnTo>
                    <a:pt x="108490" y="24471"/>
                  </a:lnTo>
                  <a:lnTo>
                    <a:pt x="117454" y="21930"/>
                  </a:lnTo>
                  <a:lnTo>
                    <a:pt x="118253" y="21688"/>
                  </a:lnTo>
                  <a:lnTo>
                    <a:pt x="118756" y="21719"/>
                  </a:lnTo>
                  <a:lnTo>
                    <a:pt x="118963" y="21719"/>
                  </a:lnTo>
                  <a:lnTo>
                    <a:pt x="119732" y="21598"/>
                  </a:lnTo>
                  <a:lnTo>
                    <a:pt x="120146" y="21567"/>
                  </a:lnTo>
                  <a:lnTo>
                    <a:pt x="120502" y="21779"/>
                  </a:lnTo>
                  <a:lnTo>
                    <a:pt x="120975" y="21688"/>
                  </a:lnTo>
                  <a:lnTo>
                    <a:pt x="121626" y="21416"/>
                  </a:lnTo>
                  <a:lnTo>
                    <a:pt x="122484" y="21144"/>
                  </a:lnTo>
                  <a:lnTo>
                    <a:pt x="123223" y="21174"/>
                  </a:lnTo>
                  <a:lnTo>
                    <a:pt x="123667" y="21265"/>
                  </a:lnTo>
                  <a:lnTo>
                    <a:pt x="124288" y="21325"/>
                  </a:lnTo>
                  <a:lnTo>
                    <a:pt x="126241" y="20085"/>
                  </a:lnTo>
                  <a:lnTo>
                    <a:pt x="129584" y="19208"/>
                  </a:lnTo>
                  <a:lnTo>
                    <a:pt x="133785" y="19480"/>
                  </a:lnTo>
                  <a:lnTo>
                    <a:pt x="138164" y="21658"/>
                  </a:lnTo>
                  <a:lnTo>
                    <a:pt x="139584" y="22687"/>
                  </a:lnTo>
                  <a:lnTo>
                    <a:pt x="140472" y="23322"/>
                  </a:lnTo>
                  <a:lnTo>
                    <a:pt x="143845" y="25530"/>
                  </a:lnTo>
                  <a:lnTo>
                    <a:pt x="145560" y="25984"/>
                  </a:lnTo>
                  <a:lnTo>
                    <a:pt x="146537" y="26226"/>
                  </a:lnTo>
                  <a:lnTo>
                    <a:pt x="147661" y="26498"/>
                  </a:lnTo>
                  <a:lnTo>
                    <a:pt x="150679" y="25621"/>
                  </a:lnTo>
                  <a:lnTo>
                    <a:pt x="152750" y="25712"/>
                  </a:lnTo>
                  <a:lnTo>
                    <a:pt x="153519" y="26347"/>
                  </a:lnTo>
                  <a:lnTo>
                    <a:pt x="154939" y="27224"/>
                  </a:lnTo>
                  <a:lnTo>
                    <a:pt x="157572" y="27768"/>
                  </a:lnTo>
                  <a:lnTo>
                    <a:pt x="160412" y="27950"/>
                  </a:lnTo>
                  <a:lnTo>
                    <a:pt x="161507" y="28041"/>
                  </a:lnTo>
                  <a:lnTo>
                    <a:pt x="162217" y="28192"/>
                  </a:lnTo>
                  <a:lnTo>
                    <a:pt x="162838" y="27557"/>
                  </a:lnTo>
                  <a:lnTo>
                    <a:pt x="163401" y="26075"/>
                  </a:lnTo>
                  <a:lnTo>
                    <a:pt x="163874" y="24653"/>
                  </a:lnTo>
                  <a:lnTo>
                    <a:pt x="164614" y="24048"/>
                  </a:lnTo>
                  <a:lnTo>
                    <a:pt x="166773" y="22747"/>
                  </a:lnTo>
                  <a:lnTo>
                    <a:pt x="167690" y="21870"/>
                  </a:lnTo>
                  <a:lnTo>
                    <a:pt x="168904" y="20146"/>
                  </a:lnTo>
                  <a:lnTo>
                    <a:pt x="169288" y="18936"/>
                  </a:lnTo>
                  <a:lnTo>
                    <a:pt x="169495" y="18028"/>
                  </a:lnTo>
                  <a:lnTo>
                    <a:pt x="169761" y="17000"/>
                  </a:lnTo>
                  <a:lnTo>
                    <a:pt x="170856" y="15608"/>
                  </a:lnTo>
                  <a:lnTo>
                    <a:pt x="171951" y="14882"/>
                  </a:lnTo>
                  <a:lnTo>
                    <a:pt x="173371" y="13854"/>
                  </a:lnTo>
                  <a:lnTo>
                    <a:pt x="174258" y="12946"/>
                  </a:lnTo>
                  <a:lnTo>
                    <a:pt x="175324" y="12281"/>
                  </a:lnTo>
                  <a:lnTo>
                    <a:pt x="176566" y="11494"/>
                  </a:lnTo>
                  <a:lnTo>
                    <a:pt x="177187" y="10647"/>
                  </a:lnTo>
                  <a:lnTo>
                    <a:pt x="178105" y="9861"/>
                  </a:lnTo>
                  <a:lnTo>
                    <a:pt x="181329" y="9377"/>
                  </a:lnTo>
                  <a:lnTo>
                    <a:pt x="183282" y="8621"/>
                  </a:lnTo>
                  <a:lnTo>
                    <a:pt x="184466" y="8439"/>
                  </a:lnTo>
                  <a:lnTo>
                    <a:pt x="185797" y="8439"/>
                  </a:lnTo>
                  <a:lnTo>
                    <a:pt x="186862" y="8469"/>
                  </a:lnTo>
                  <a:lnTo>
                    <a:pt x="187986" y="8469"/>
                  </a:lnTo>
                  <a:lnTo>
                    <a:pt x="188992" y="8409"/>
                  </a:lnTo>
                  <a:lnTo>
                    <a:pt x="190353" y="8893"/>
                  </a:lnTo>
                  <a:lnTo>
                    <a:pt x="191773" y="9044"/>
                  </a:lnTo>
                  <a:lnTo>
                    <a:pt x="192335" y="9135"/>
                  </a:lnTo>
                  <a:lnTo>
                    <a:pt x="194554" y="9195"/>
                  </a:lnTo>
                  <a:lnTo>
                    <a:pt x="195797" y="9316"/>
                  </a:lnTo>
                  <a:lnTo>
                    <a:pt x="197039" y="8863"/>
                  </a:lnTo>
                  <a:lnTo>
                    <a:pt x="198637" y="8288"/>
                  </a:lnTo>
                  <a:lnTo>
                    <a:pt x="199495" y="8137"/>
                  </a:lnTo>
                  <a:lnTo>
                    <a:pt x="201536" y="8167"/>
                  </a:lnTo>
                  <a:lnTo>
                    <a:pt x="203874" y="8439"/>
                  </a:lnTo>
                  <a:lnTo>
                    <a:pt x="204998" y="8137"/>
                  </a:lnTo>
                  <a:lnTo>
                    <a:pt x="205945" y="8227"/>
                  </a:lnTo>
                  <a:lnTo>
                    <a:pt x="207661" y="8621"/>
                  </a:lnTo>
                  <a:lnTo>
                    <a:pt x="208607" y="8530"/>
                  </a:lnTo>
                  <a:lnTo>
                    <a:pt x="209495" y="8439"/>
                  </a:lnTo>
                  <a:lnTo>
                    <a:pt x="210974" y="8197"/>
                  </a:lnTo>
                  <a:lnTo>
                    <a:pt x="212424" y="7683"/>
                  </a:lnTo>
                  <a:lnTo>
                    <a:pt x="214613" y="7834"/>
                  </a:lnTo>
                  <a:lnTo>
                    <a:pt x="215708" y="8348"/>
                  </a:lnTo>
                  <a:lnTo>
                    <a:pt x="216240" y="9226"/>
                  </a:lnTo>
                  <a:lnTo>
                    <a:pt x="216832" y="9861"/>
                  </a:lnTo>
                  <a:lnTo>
                    <a:pt x="217631" y="10133"/>
                  </a:lnTo>
                  <a:lnTo>
                    <a:pt x="218578" y="10738"/>
                  </a:lnTo>
                  <a:lnTo>
                    <a:pt x="218755" y="10799"/>
                  </a:lnTo>
                  <a:lnTo>
                    <a:pt x="219879" y="11252"/>
                  </a:lnTo>
                  <a:lnTo>
                    <a:pt x="220649" y="11162"/>
                  </a:lnTo>
                  <a:lnTo>
                    <a:pt x="221832" y="10526"/>
                  </a:lnTo>
                  <a:lnTo>
                    <a:pt x="222779" y="9770"/>
                  </a:lnTo>
                  <a:lnTo>
                    <a:pt x="223193" y="9619"/>
                  </a:lnTo>
                  <a:lnTo>
                    <a:pt x="224288" y="9195"/>
                  </a:lnTo>
                  <a:lnTo>
                    <a:pt x="225087" y="8681"/>
                  </a:lnTo>
                  <a:lnTo>
                    <a:pt x="226240" y="8137"/>
                  </a:lnTo>
                  <a:lnTo>
                    <a:pt x="227720" y="7622"/>
                  </a:lnTo>
                  <a:lnTo>
                    <a:pt x="228873" y="7290"/>
                  </a:lnTo>
                  <a:lnTo>
                    <a:pt x="229850" y="7169"/>
                  </a:lnTo>
                  <a:lnTo>
                    <a:pt x="230885" y="7017"/>
                  </a:lnTo>
                  <a:lnTo>
                    <a:pt x="231743" y="7017"/>
                  </a:lnTo>
                  <a:lnTo>
                    <a:pt x="232512" y="7169"/>
                  </a:lnTo>
                  <a:lnTo>
                    <a:pt x="235856" y="6231"/>
                  </a:lnTo>
                  <a:lnTo>
                    <a:pt x="249080" y="6261"/>
                  </a:lnTo>
                  <a:lnTo>
                    <a:pt x="257276" y="7622"/>
                  </a:lnTo>
                  <a:lnTo>
                    <a:pt x="255767" y="14005"/>
                  </a:lnTo>
                  <a:lnTo>
                    <a:pt x="254909" y="18905"/>
                  </a:lnTo>
                  <a:lnTo>
                    <a:pt x="254435" y="20115"/>
                  </a:lnTo>
                  <a:lnTo>
                    <a:pt x="251861" y="26800"/>
                  </a:lnTo>
                  <a:lnTo>
                    <a:pt x="251388" y="31368"/>
                  </a:lnTo>
                  <a:lnTo>
                    <a:pt x="252986" y="38447"/>
                  </a:lnTo>
                  <a:lnTo>
                    <a:pt x="253370" y="42409"/>
                  </a:lnTo>
                  <a:lnTo>
                    <a:pt x="253548" y="44315"/>
                  </a:lnTo>
                  <a:lnTo>
                    <a:pt x="255027" y="53269"/>
                  </a:lnTo>
                  <a:lnTo>
                    <a:pt x="256003" y="56294"/>
                  </a:lnTo>
                  <a:lnTo>
                    <a:pt x="256891" y="60256"/>
                  </a:lnTo>
                  <a:lnTo>
                    <a:pt x="259731" y="60408"/>
                  </a:lnTo>
                  <a:lnTo>
                    <a:pt x="262601" y="60166"/>
                  </a:lnTo>
                  <a:lnTo>
                    <a:pt x="265412" y="58865"/>
                  </a:lnTo>
                  <a:lnTo>
                    <a:pt x="266270" y="58744"/>
                  </a:lnTo>
                  <a:lnTo>
                    <a:pt x="267719" y="59046"/>
                  </a:lnTo>
                  <a:lnTo>
                    <a:pt x="268370" y="62737"/>
                  </a:lnTo>
                  <a:lnTo>
                    <a:pt x="268222" y="70360"/>
                  </a:lnTo>
                  <a:lnTo>
                    <a:pt x="268311" y="80675"/>
                  </a:lnTo>
                  <a:lnTo>
                    <a:pt x="268015" y="83064"/>
                  </a:lnTo>
                  <a:lnTo>
                    <a:pt x="267098" y="84728"/>
                  </a:lnTo>
                  <a:lnTo>
                    <a:pt x="266388" y="85333"/>
                  </a:lnTo>
                  <a:lnTo>
                    <a:pt x="265885" y="85726"/>
                  </a:lnTo>
                  <a:lnTo>
                    <a:pt x="264820" y="86180"/>
                  </a:lnTo>
                  <a:lnTo>
                    <a:pt x="265234" y="86876"/>
                  </a:lnTo>
                  <a:lnTo>
                    <a:pt x="265234" y="87693"/>
                  </a:lnTo>
                  <a:lnTo>
                    <a:pt x="265707" y="88933"/>
                  </a:lnTo>
                  <a:lnTo>
                    <a:pt x="266950" y="90566"/>
                  </a:lnTo>
                  <a:lnTo>
                    <a:pt x="268962" y="92230"/>
                  </a:lnTo>
                  <a:lnTo>
                    <a:pt x="269642" y="93440"/>
                  </a:lnTo>
                  <a:lnTo>
                    <a:pt x="271625" y="94922"/>
                  </a:lnTo>
                  <a:lnTo>
                    <a:pt x="273281" y="97009"/>
                  </a:lnTo>
                  <a:lnTo>
                    <a:pt x="273400" y="98945"/>
                  </a:lnTo>
                  <a:lnTo>
                    <a:pt x="272778" y="99974"/>
                  </a:lnTo>
                  <a:lnTo>
                    <a:pt x="271743" y="101335"/>
                  </a:lnTo>
                  <a:lnTo>
                    <a:pt x="270855" y="102606"/>
                  </a:lnTo>
                  <a:lnTo>
                    <a:pt x="269820" y="103695"/>
                  </a:lnTo>
                  <a:lnTo>
                    <a:pt x="268784" y="105540"/>
                  </a:lnTo>
                  <a:lnTo>
                    <a:pt x="267453" y="106719"/>
                  </a:lnTo>
                  <a:lnTo>
                    <a:pt x="266063" y="106326"/>
                  </a:lnTo>
                  <a:lnTo>
                    <a:pt x="262986" y="106478"/>
                  </a:lnTo>
                  <a:lnTo>
                    <a:pt x="261033" y="107294"/>
                  </a:lnTo>
                  <a:lnTo>
                    <a:pt x="259997" y="108383"/>
                  </a:lnTo>
                  <a:lnTo>
                    <a:pt x="258666" y="108444"/>
                  </a:lnTo>
                  <a:lnTo>
                    <a:pt x="257276" y="108534"/>
                  </a:lnTo>
                  <a:lnTo>
                    <a:pt x="255027" y="108534"/>
                  </a:lnTo>
                  <a:lnTo>
                    <a:pt x="253785" y="109018"/>
                  </a:lnTo>
                  <a:lnTo>
                    <a:pt x="250944" y="108988"/>
                  </a:lnTo>
                  <a:lnTo>
                    <a:pt x="249465" y="110228"/>
                  </a:lnTo>
                  <a:lnTo>
                    <a:pt x="248489" y="110985"/>
                  </a:lnTo>
                  <a:lnTo>
                    <a:pt x="248163" y="112497"/>
                  </a:lnTo>
                  <a:lnTo>
                    <a:pt x="248666" y="114917"/>
                  </a:lnTo>
                  <a:lnTo>
                    <a:pt x="249495" y="116369"/>
                  </a:lnTo>
                  <a:lnTo>
                    <a:pt x="249702" y="117579"/>
                  </a:lnTo>
                  <a:lnTo>
                    <a:pt x="250826" y="118971"/>
                  </a:lnTo>
                  <a:lnTo>
                    <a:pt x="253370" y="124113"/>
                  </a:lnTo>
                  <a:lnTo>
                    <a:pt x="253844" y="126291"/>
                  </a:lnTo>
                  <a:lnTo>
                    <a:pt x="254258" y="129407"/>
                  </a:lnTo>
                  <a:lnTo>
                    <a:pt x="253548" y="132099"/>
                  </a:lnTo>
                  <a:lnTo>
                    <a:pt x="251595" y="135547"/>
                  </a:lnTo>
                  <a:lnTo>
                    <a:pt x="248755" y="139722"/>
                  </a:lnTo>
                  <a:lnTo>
                    <a:pt x="246240" y="142989"/>
                  </a:lnTo>
                  <a:lnTo>
                    <a:pt x="241388" y="148161"/>
                  </a:lnTo>
                  <a:lnTo>
                    <a:pt x="238015" y="155421"/>
                  </a:lnTo>
                  <a:lnTo>
                    <a:pt x="236773" y="161471"/>
                  </a:lnTo>
                  <a:lnTo>
                    <a:pt x="236270" y="166855"/>
                  </a:lnTo>
                  <a:lnTo>
                    <a:pt x="236181" y="167854"/>
                  </a:lnTo>
                  <a:lnTo>
                    <a:pt x="235175" y="168973"/>
                  </a:lnTo>
                  <a:lnTo>
                    <a:pt x="232601" y="171816"/>
                  </a:lnTo>
                  <a:lnTo>
                    <a:pt x="231388" y="172966"/>
                  </a:lnTo>
                  <a:lnTo>
                    <a:pt x="230116" y="173903"/>
                  </a:lnTo>
                  <a:lnTo>
                    <a:pt x="221950" y="171756"/>
                  </a:lnTo>
                  <a:lnTo>
                    <a:pt x="217098" y="170576"/>
                  </a:lnTo>
                  <a:lnTo>
                    <a:pt x="215826" y="170818"/>
                  </a:lnTo>
                  <a:lnTo>
                    <a:pt x="213666" y="173117"/>
                  </a:lnTo>
                  <a:lnTo>
                    <a:pt x="212868" y="173450"/>
                  </a:lnTo>
                  <a:lnTo>
                    <a:pt x="212365" y="174055"/>
                  </a:lnTo>
                  <a:lnTo>
                    <a:pt x="211388" y="175053"/>
                  </a:lnTo>
                  <a:lnTo>
                    <a:pt x="208578" y="176686"/>
                  </a:lnTo>
                  <a:lnTo>
                    <a:pt x="207424" y="177412"/>
                  </a:lnTo>
                  <a:lnTo>
                    <a:pt x="206862" y="177745"/>
                  </a:lnTo>
                  <a:lnTo>
                    <a:pt x="206004" y="179016"/>
                  </a:lnTo>
                  <a:lnTo>
                    <a:pt x="206152" y="180286"/>
                  </a:lnTo>
                  <a:lnTo>
                    <a:pt x="205619" y="182101"/>
                  </a:lnTo>
                  <a:lnTo>
                    <a:pt x="204672" y="184703"/>
                  </a:lnTo>
                  <a:lnTo>
                    <a:pt x="204377" y="185368"/>
                  </a:lnTo>
                  <a:lnTo>
                    <a:pt x="203193" y="188181"/>
                  </a:lnTo>
                  <a:lnTo>
                    <a:pt x="201507" y="188998"/>
                  </a:lnTo>
                  <a:lnTo>
                    <a:pt x="199672" y="190057"/>
                  </a:lnTo>
                  <a:lnTo>
                    <a:pt x="196980" y="191115"/>
                  </a:lnTo>
                  <a:lnTo>
                    <a:pt x="195057" y="192507"/>
                  </a:lnTo>
                  <a:lnTo>
                    <a:pt x="193874" y="196409"/>
                  </a:lnTo>
                  <a:lnTo>
                    <a:pt x="193460" y="197801"/>
                  </a:lnTo>
                  <a:lnTo>
                    <a:pt x="193223" y="198103"/>
                  </a:lnTo>
                  <a:lnTo>
                    <a:pt x="190767" y="196379"/>
                  </a:lnTo>
                  <a:lnTo>
                    <a:pt x="190235" y="196107"/>
                  </a:lnTo>
                  <a:lnTo>
                    <a:pt x="187631" y="194776"/>
                  </a:lnTo>
                  <a:lnTo>
                    <a:pt x="186359" y="194352"/>
                  </a:lnTo>
                  <a:lnTo>
                    <a:pt x="184436" y="194201"/>
                  </a:lnTo>
                  <a:lnTo>
                    <a:pt x="183963" y="194382"/>
                  </a:lnTo>
                  <a:lnTo>
                    <a:pt x="183312" y="194594"/>
                  </a:lnTo>
                  <a:lnTo>
                    <a:pt x="182158" y="194624"/>
                  </a:lnTo>
                  <a:lnTo>
                    <a:pt x="181270" y="194231"/>
                  </a:lnTo>
                  <a:lnTo>
                    <a:pt x="180235" y="192809"/>
                  </a:lnTo>
                  <a:lnTo>
                    <a:pt x="179111" y="191993"/>
                  </a:lnTo>
                  <a:lnTo>
                    <a:pt x="177158" y="191690"/>
                  </a:lnTo>
                  <a:lnTo>
                    <a:pt x="173578" y="188121"/>
                  </a:lnTo>
                  <a:lnTo>
                    <a:pt x="171685" y="187788"/>
                  </a:lnTo>
                  <a:lnTo>
                    <a:pt x="170117" y="188030"/>
                  </a:lnTo>
                  <a:lnTo>
                    <a:pt x="169436" y="188090"/>
                  </a:lnTo>
                  <a:lnTo>
                    <a:pt x="167957" y="188726"/>
                  </a:lnTo>
                  <a:lnTo>
                    <a:pt x="166004" y="188484"/>
                  </a:lnTo>
                  <a:lnTo>
                    <a:pt x="164495" y="188030"/>
                  </a:lnTo>
                  <a:lnTo>
                    <a:pt x="164140" y="187939"/>
                  </a:lnTo>
                  <a:lnTo>
                    <a:pt x="163933" y="188151"/>
                  </a:lnTo>
                  <a:lnTo>
                    <a:pt x="163193" y="188847"/>
                  </a:lnTo>
                  <a:lnTo>
                    <a:pt x="162158" y="190631"/>
                  </a:lnTo>
                  <a:lnTo>
                    <a:pt x="160531" y="191902"/>
                  </a:lnTo>
                  <a:lnTo>
                    <a:pt x="158134" y="192204"/>
                  </a:lnTo>
                  <a:lnTo>
                    <a:pt x="157099" y="192204"/>
                  </a:lnTo>
                  <a:lnTo>
                    <a:pt x="156063" y="192235"/>
                  </a:lnTo>
                  <a:lnTo>
                    <a:pt x="154288" y="192961"/>
                  </a:lnTo>
                  <a:lnTo>
                    <a:pt x="151596" y="193626"/>
                  </a:lnTo>
                  <a:lnTo>
                    <a:pt x="148016" y="195653"/>
                  </a:lnTo>
                  <a:lnTo>
                    <a:pt x="147247" y="196076"/>
                  </a:lnTo>
                  <a:lnTo>
                    <a:pt x="145708" y="196651"/>
                  </a:lnTo>
                  <a:lnTo>
                    <a:pt x="143046" y="196954"/>
                  </a:lnTo>
                  <a:lnTo>
                    <a:pt x="140827" y="197619"/>
                  </a:lnTo>
                  <a:lnTo>
                    <a:pt x="139939" y="198133"/>
                  </a:lnTo>
                  <a:lnTo>
                    <a:pt x="137040" y="199918"/>
                  </a:lnTo>
                  <a:lnTo>
                    <a:pt x="134229" y="200795"/>
                  </a:lnTo>
                  <a:lnTo>
                    <a:pt x="131567" y="200916"/>
                  </a:lnTo>
                  <a:lnTo>
                    <a:pt x="126567" y="200795"/>
                  </a:lnTo>
                  <a:lnTo>
                    <a:pt x="122454" y="201672"/>
                  </a:lnTo>
                  <a:lnTo>
                    <a:pt x="121478" y="201491"/>
                  </a:lnTo>
                  <a:lnTo>
                    <a:pt x="118283" y="199555"/>
                  </a:lnTo>
                  <a:lnTo>
                    <a:pt x="116774" y="199071"/>
                  </a:lnTo>
                  <a:lnTo>
                    <a:pt x="115294" y="199071"/>
                  </a:lnTo>
                  <a:lnTo>
                    <a:pt x="114170" y="198708"/>
                  </a:lnTo>
                  <a:lnTo>
                    <a:pt x="113135" y="198527"/>
                  </a:lnTo>
                  <a:lnTo>
                    <a:pt x="108904" y="197861"/>
                  </a:lnTo>
                  <a:lnTo>
                    <a:pt x="106685" y="197528"/>
                  </a:lnTo>
                  <a:lnTo>
                    <a:pt x="104437" y="197589"/>
                  </a:lnTo>
                  <a:lnTo>
                    <a:pt x="104318" y="196621"/>
                  </a:lnTo>
                  <a:lnTo>
                    <a:pt x="103579" y="195381"/>
                  </a:lnTo>
                  <a:lnTo>
                    <a:pt x="103046" y="194443"/>
                  </a:lnTo>
                  <a:lnTo>
                    <a:pt x="102129" y="193687"/>
                  </a:lnTo>
                  <a:lnTo>
                    <a:pt x="99940" y="193838"/>
                  </a:lnTo>
                  <a:lnTo>
                    <a:pt x="97839" y="192961"/>
                  </a:lnTo>
                  <a:lnTo>
                    <a:pt x="96478" y="192446"/>
                  </a:lnTo>
                  <a:lnTo>
                    <a:pt x="95472" y="191539"/>
                  </a:lnTo>
                  <a:lnTo>
                    <a:pt x="93993" y="189482"/>
                  </a:lnTo>
                  <a:lnTo>
                    <a:pt x="92159" y="188181"/>
                  </a:lnTo>
                  <a:lnTo>
                    <a:pt x="90472" y="187243"/>
                  </a:lnTo>
                  <a:lnTo>
                    <a:pt x="88845" y="187274"/>
                  </a:lnTo>
                  <a:lnTo>
                    <a:pt x="87425" y="187092"/>
                  </a:lnTo>
                  <a:lnTo>
                    <a:pt x="85117" y="185550"/>
                  </a:lnTo>
                  <a:lnTo>
                    <a:pt x="84289" y="184914"/>
                  </a:lnTo>
                  <a:lnTo>
                    <a:pt x="83845" y="183614"/>
                  </a:lnTo>
                  <a:lnTo>
                    <a:pt x="85354" y="181859"/>
                  </a:lnTo>
                  <a:lnTo>
                    <a:pt x="85383" y="181375"/>
                  </a:lnTo>
                  <a:lnTo>
                    <a:pt x="84969" y="180619"/>
                  </a:lnTo>
                  <a:lnTo>
                    <a:pt x="83904" y="178713"/>
                  </a:lnTo>
                  <a:lnTo>
                    <a:pt x="83904" y="177412"/>
                  </a:lnTo>
                  <a:lnTo>
                    <a:pt x="83638" y="176233"/>
                  </a:lnTo>
                  <a:lnTo>
                    <a:pt x="82425" y="174387"/>
                  </a:lnTo>
                  <a:lnTo>
                    <a:pt x="81981" y="171484"/>
                  </a:lnTo>
                  <a:lnTo>
                    <a:pt x="81182" y="169699"/>
                  </a:lnTo>
                  <a:lnTo>
                    <a:pt x="80946" y="167007"/>
                  </a:lnTo>
                  <a:lnTo>
                    <a:pt x="81153" y="163740"/>
                  </a:lnTo>
                  <a:lnTo>
                    <a:pt x="81419" y="160866"/>
                  </a:lnTo>
                  <a:lnTo>
                    <a:pt x="78105" y="158749"/>
                  </a:lnTo>
                  <a:lnTo>
                    <a:pt x="77011" y="156813"/>
                  </a:lnTo>
                  <a:lnTo>
                    <a:pt x="75739" y="154090"/>
                  </a:lnTo>
                  <a:lnTo>
                    <a:pt x="74969" y="150581"/>
                  </a:lnTo>
                  <a:lnTo>
                    <a:pt x="74969" y="148191"/>
                  </a:lnTo>
                  <a:lnTo>
                    <a:pt x="74466" y="146286"/>
                  </a:lnTo>
                  <a:lnTo>
                    <a:pt x="74259" y="143957"/>
                  </a:lnTo>
                  <a:lnTo>
                    <a:pt x="72307" y="143140"/>
                  </a:lnTo>
                  <a:lnTo>
                    <a:pt x="71626" y="142051"/>
                  </a:lnTo>
                  <a:lnTo>
                    <a:pt x="70384" y="140599"/>
                  </a:lnTo>
                  <a:lnTo>
                    <a:pt x="69171" y="138512"/>
                  </a:lnTo>
                  <a:lnTo>
                    <a:pt x="67455" y="136727"/>
                  </a:lnTo>
                  <a:lnTo>
                    <a:pt x="65265" y="133551"/>
                  </a:lnTo>
                  <a:lnTo>
                    <a:pt x="64111" y="132341"/>
                  </a:lnTo>
                  <a:lnTo>
                    <a:pt x="58993" y="128045"/>
                  </a:lnTo>
                  <a:lnTo>
                    <a:pt x="57100" y="126866"/>
                  </a:lnTo>
                  <a:lnTo>
                    <a:pt x="54259" y="122963"/>
                  </a:lnTo>
                  <a:lnTo>
                    <a:pt x="54407" y="120664"/>
                  </a:lnTo>
                  <a:lnTo>
                    <a:pt x="52810" y="117277"/>
                  </a:lnTo>
                  <a:lnTo>
                    <a:pt x="51183" y="114736"/>
                  </a:lnTo>
                  <a:lnTo>
                    <a:pt x="50413" y="113586"/>
                  </a:lnTo>
                  <a:lnTo>
                    <a:pt x="49052" y="111680"/>
                  </a:lnTo>
                  <a:lnTo>
                    <a:pt x="48224" y="110712"/>
                  </a:lnTo>
                  <a:lnTo>
                    <a:pt x="46804" y="109472"/>
                  </a:lnTo>
                  <a:lnTo>
                    <a:pt x="46715" y="109321"/>
                  </a:lnTo>
                  <a:lnTo>
                    <a:pt x="46567" y="109018"/>
                  </a:lnTo>
                  <a:lnTo>
                    <a:pt x="46419" y="108776"/>
                  </a:lnTo>
                  <a:lnTo>
                    <a:pt x="46064" y="108111"/>
                  </a:lnTo>
                  <a:lnTo>
                    <a:pt x="45798" y="107597"/>
                  </a:lnTo>
                  <a:lnTo>
                    <a:pt x="44792" y="105358"/>
                  </a:lnTo>
                  <a:lnTo>
                    <a:pt x="44023" y="102848"/>
                  </a:lnTo>
                  <a:lnTo>
                    <a:pt x="43579" y="99853"/>
                  </a:lnTo>
                  <a:lnTo>
                    <a:pt x="43520" y="96798"/>
                  </a:lnTo>
                  <a:lnTo>
                    <a:pt x="43934" y="94710"/>
                  </a:lnTo>
                  <a:lnTo>
                    <a:pt x="44615" y="91988"/>
                  </a:lnTo>
                  <a:lnTo>
                    <a:pt x="45236" y="90839"/>
                  </a:lnTo>
                  <a:lnTo>
                    <a:pt x="45946" y="89719"/>
                  </a:lnTo>
                  <a:lnTo>
                    <a:pt x="47011" y="87904"/>
                  </a:lnTo>
                  <a:lnTo>
                    <a:pt x="47366" y="86362"/>
                  </a:lnTo>
                  <a:lnTo>
                    <a:pt x="46774" y="82913"/>
                  </a:lnTo>
                  <a:lnTo>
                    <a:pt x="46597" y="81491"/>
                  </a:lnTo>
                  <a:lnTo>
                    <a:pt x="47218" y="81310"/>
                  </a:lnTo>
                  <a:lnTo>
                    <a:pt x="48165" y="79979"/>
                  </a:lnTo>
                  <a:lnTo>
                    <a:pt x="48875" y="78618"/>
                  </a:lnTo>
                  <a:lnTo>
                    <a:pt x="49733" y="77287"/>
                  </a:lnTo>
                  <a:lnTo>
                    <a:pt x="51094" y="74776"/>
                  </a:lnTo>
                  <a:lnTo>
                    <a:pt x="52396" y="72961"/>
                  </a:lnTo>
                  <a:lnTo>
                    <a:pt x="53934" y="71176"/>
                  </a:lnTo>
                  <a:lnTo>
                    <a:pt x="54822" y="70481"/>
                  </a:lnTo>
                  <a:lnTo>
                    <a:pt x="54319" y="69845"/>
                  </a:lnTo>
                  <a:lnTo>
                    <a:pt x="52129" y="68484"/>
                  </a:lnTo>
                  <a:lnTo>
                    <a:pt x="52543" y="67819"/>
                  </a:lnTo>
                  <a:lnTo>
                    <a:pt x="49437" y="65036"/>
                  </a:lnTo>
                  <a:lnTo>
                    <a:pt x="50029" y="64280"/>
                  </a:lnTo>
                  <a:lnTo>
                    <a:pt x="50857" y="63523"/>
                  </a:lnTo>
                  <a:lnTo>
                    <a:pt x="51597" y="62949"/>
                  </a:lnTo>
                  <a:lnTo>
                    <a:pt x="52543" y="62404"/>
                  </a:lnTo>
                  <a:lnTo>
                    <a:pt x="53194" y="62102"/>
                  </a:lnTo>
                  <a:lnTo>
                    <a:pt x="53845" y="61829"/>
                  </a:lnTo>
                  <a:lnTo>
                    <a:pt x="54200" y="61527"/>
                  </a:lnTo>
                  <a:lnTo>
                    <a:pt x="54674" y="60619"/>
                  </a:lnTo>
                  <a:lnTo>
                    <a:pt x="54703" y="59561"/>
                  </a:lnTo>
                  <a:lnTo>
                    <a:pt x="54555" y="59077"/>
                  </a:lnTo>
                  <a:lnTo>
                    <a:pt x="54378" y="58835"/>
                  </a:lnTo>
                  <a:lnTo>
                    <a:pt x="53786" y="58411"/>
                  </a:lnTo>
                  <a:lnTo>
                    <a:pt x="53431" y="58230"/>
                  </a:lnTo>
                  <a:lnTo>
                    <a:pt x="52928" y="57988"/>
                  </a:lnTo>
                  <a:lnTo>
                    <a:pt x="52188" y="57746"/>
                  </a:lnTo>
                  <a:lnTo>
                    <a:pt x="51981" y="57746"/>
                  </a:lnTo>
                  <a:lnTo>
                    <a:pt x="51538" y="57625"/>
                  </a:lnTo>
                  <a:lnTo>
                    <a:pt x="50857" y="57504"/>
                  </a:lnTo>
                  <a:lnTo>
                    <a:pt x="50147" y="57383"/>
                  </a:lnTo>
                  <a:lnTo>
                    <a:pt x="49437" y="57262"/>
                  </a:lnTo>
                  <a:lnTo>
                    <a:pt x="48757" y="57201"/>
                  </a:lnTo>
                  <a:lnTo>
                    <a:pt x="48046" y="57141"/>
                  </a:lnTo>
                  <a:lnTo>
                    <a:pt x="47425" y="57171"/>
                  </a:lnTo>
                  <a:lnTo>
                    <a:pt x="46804" y="57201"/>
                  </a:lnTo>
                  <a:lnTo>
                    <a:pt x="46183" y="57262"/>
                  </a:lnTo>
                  <a:lnTo>
                    <a:pt x="45561" y="57322"/>
                  </a:lnTo>
                  <a:lnTo>
                    <a:pt x="44940" y="57443"/>
                  </a:lnTo>
                  <a:lnTo>
                    <a:pt x="44644" y="57473"/>
                  </a:lnTo>
                  <a:lnTo>
                    <a:pt x="43017" y="57867"/>
                  </a:lnTo>
                  <a:lnTo>
                    <a:pt x="42514" y="58018"/>
                  </a:lnTo>
                  <a:lnTo>
                    <a:pt x="41922" y="58199"/>
                  </a:lnTo>
                  <a:lnTo>
                    <a:pt x="41331" y="58411"/>
                  </a:lnTo>
                  <a:lnTo>
                    <a:pt x="41123" y="58502"/>
                  </a:lnTo>
                  <a:lnTo>
                    <a:pt x="40709" y="58683"/>
                  </a:lnTo>
                  <a:lnTo>
                    <a:pt x="39467" y="59228"/>
                  </a:lnTo>
                  <a:lnTo>
                    <a:pt x="39052" y="59440"/>
                  </a:lnTo>
                  <a:lnTo>
                    <a:pt x="38372" y="59863"/>
                  </a:lnTo>
                  <a:lnTo>
                    <a:pt x="37721" y="60317"/>
                  </a:lnTo>
                  <a:lnTo>
                    <a:pt x="37396" y="60559"/>
                  </a:lnTo>
                  <a:lnTo>
                    <a:pt x="37070" y="60801"/>
                  </a:lnTo>
                  <a:lnTo>
                    <a:pt x="36419" y="61285"/>
                  </a:lnTo>
                  <a:lnTo>
                    <a:pt x="35798" y="61799"/>
                  </a:lnTo>
                  <a:lnTo>
                    <a:pt x="35177" y="62313"/>
                  </a:lnTo>
                  <a:lnTo>
                    <a:pt x="34585" y="62858"/>
                  </a:lnTo>
                  <a:lnTo>
                    <a:pt x="33993" y="63433"/>
                  </a:lnTo>
                  <a:lnTo>
                    <a:pt x="33431" y="64007"/>
                  </a:lnTo>
                  <a:lnTo>
                    <a:pt x="32869" y="64582"/>
                  </a:lnTo>
                  <a:lnTo>
                    <a:pt x="32337" y="65187"/>
                  </a:lnTo>
                  <a:lnTo>
                    <a:pt x="31804" y="65792"/>
                  </a:lnTo>
                  <a:lnTo>
                    <a:pt x="31301" y="66427"/>
                  </a:lnTo>
                  <a:lnTo>
                    <a:pt x="31035" y="66790"/>
                  </a:lnTo>
                  <a:lnTo>
                    <a:pt x="30443" y="67637"/>
                  </a:lnTo>
                  <a:lnTo>
                    <a:pt x="30266" y="67909"/>
                  </a:lnTo>
                  <a:lnTo>
                    <a:pt x="29999" y="68303"/>
                  </a:lnTo>
                  <a:lnTo>
                    <a:pt x="29851" y="68545"/>
                  </a:lnTo>
                  <a:lnTo>
                    <a:pt x="29733" y="68726"/>
                  </a:lnTo>
                  <a:lnTo>
                    <a:pt x="29644" y="68877"/>
                  </a:lnTo>
                  <a:lnTo>
                    <a:pt x="29526" y="69059"/>
                  </a:lnTo>
                  <a:lnTo>
                    <a:pt x="28845" y="70178"/>
                  </a:lnTo>
                  <a:lnTo>
                    <a:pt x="28254" y="71146"/>
                  </a:lnTo>
                  <a:lnTo>
                    <a:pt x="27573" y="72235"/>
                  </a:lnTo>
                  <a:lnTo>
                    <a:pt x="27455" y="72447"/>
                  </a:lnTo>
                  <a:lnTo>
                    <a:pt x="27277" y="72659"/>
                  </a:lnTo>
                  <a:lnTo>
                    <a:pt x="26745" y="73445"/>
                  </a:lnTo>
                  <a:lnTo>
                    <a:pt x="26035" y="74171"/>
                  </a:lnTo>
                  <a:lnTo>
                    <a:pt x="25591" y="74625"/>
                  </a:lnTo>
                  <a:lnTo>
                    <a:pt x="25266" y="74927"/>
                  </a:lnTo>
                  <a:lnTo>
                    <a:pt x="24644" y="75442"/>
                  </a:lnTo>
                  <a:lnTo>
                    <a:pt x="24348" y="75623"/>
                  </a:lnTo>
                  <a:lnTo>
                    <a:pt x="23786" y="76016"/>
                  </a:lnTo>
                  <a:lnTo>
                    <a:pt x="22277" y="77075"/>
                  </a:lnTo>
                  <a:lnTo>
                    <a:pt x="20147" y="78497"/>
                  </a:lnTo>
                  <a:lnTo>
                    <a:pt x="19822" y="78709"/>
                  </a:lnTo>
                  <a:lnTo>
                    <a:pt x="19703" y="79072"/>
                  </a:lnTo>
                  <a:lnTo>
                    <a:pt x="19467" y="79707"/>
                  </a:lnTo>
                  <a:lnTo>
                    <a:pt x="19378" y="79918"/>
                  </a:lnTo>
                  <a:lnTo>
                    <a:pt x="19260" y="80191"/>
                  </a:lnTo>
                  <a:lnTo>
                    <a:pt x="18224" y="81280"/>
                  </a:lnTo>
                  <a:lnTo>
                    <a:pt x="18076" y="81310"/>
                  </a:lnTo>
                  <a:lnTo>
                    <a:pt x="17751" y="81310"/>
                  </a:lnTo>
                  <a:lnTo>
                    <a:pt x="17603" y="81280"/>
                  </a:lnTo>
                  <a:lnTo>
                    <a:pt x="17307" y="81159"/>
                  </a:lnTo>
                  <a:lnTo>
                    <a:pt x="16597" y="80644"/>
                  </a:lnTo>
                  <a:lnTo>
                    <a:pt x="16449" y="80644"/>
                  </a:lnTo>
                  <a:lnTo>
                    <a:pt x="16301" y="80644"/>
                  </a:lnTo>
                  <a:lnTo>
                    <a:pt x="16005" y="80675"/>
                  </a:lnTo>
                  <a:lnTo>
                    <a:pt x="14851" y="80796"/>
                  </a:lnTo>
                  <a:lnTo>
                    <a:pt x="14437" y="80856"/>
                  </a:lnTo>
                  <a:lnTo>
                    <a:pt x="14141" y="80917"/>
                  </a:lnTo>
                  <a:lnTo>
                    <a:pt x="12130" y="81189"/>
                  </a:lnTo>
                  <a:lnTo>
                    <a:pt x="11420" y="81280"/>
                  </a:lnTo>
                  <a:lnTo>
                    <a:pt x="10976" y="81370"/>
                  </a:lnTo>
                  <a:lnTo>
                    <a:pt x="10029" y="81522"/>
                  </a:lnTo>
                  <a:lnTo>
                    <a:pt x="9792" y="81552"/>
                  </a:lnTo>
                  <a:lnTo>
                    <a:pt x="9585" y="81582"/>
                  </a:lnTo>
                  <a:lnTo>
                    <a:pt x="9289" y="81612"/>
                  </a:lnTo>
                  <a:lnTo>
                    <a:pt x="9112" y="80614"/>
                  </a:lnTo>
                  <a:lnTo>
                    <a:pt x="9053" y="80221"/>
                  </a:lnTo>
                  <a:lnTo>
                    <a:pt x="8905" y="79949"/>
                  </a:lnTo>
                  <a:lnTo>
                    <a:pt x="8698" y="79586"/>
                  </a:lnTo>
                  <a:lnTo>
                    <a:pt x="8343" y="79041"/>
                  </a:lnTo>
                  <a:lnTo>
                    <a:pt x="8076" y="78648"/>
                  </a:lnTo>
                  <a:lnTo>
                    <a:pt x="7840" y="78285"/>
                  </a:lnTo>
                  <a:lnTo>
                    <a:pt x="7573" y="77831"/>
                  </a:lnTo>
                  <a:lnTo>
                    <a:pt x="7307" y="77408"/>
                  </a:lnTo>
                  <a:lnTo>
                    <a:pt x="7189" y="77075"/>
                  </a:lnTo>
                  <a:lnTo>
                    <a:pt x="6923" y="76500"/>
                  </a:lnTo>
                  <a:lnTo>
                    <a:pt x="6627" y="75926"/>
                  </a:lnTo>
                  <a:lnTo>
                    <a:pt x="6567" y="75442"/>
                  </a:lnTo>
                  <a:lnTo>
                    <a:pt x="6508" y="74806"/>
                  </a:lnTo>
                  <a:lnTo>
                    <a:pt x="6538" y="73929"/>
                  </a:lnTo>
                  <a:lnTo>
                    <a:pt x="6597" y="72749"/>
                  </a:lnTo>
                  <a:lnTo>
                    <a:pt x="6686" y="70178"/>
                  </a:lnTo>
                  <a:lnTo>
                    <a:pt x="6804" y="68726"/>
                  </a:lnTo>
                  <a:lnTo>
                    <a:pt x="6686" y="67667"/>
                  </a:lnTo>
                  <a:lnTo>
                    <a:pt x="6567" y="67093"/>
                  </a:lnTo>
                  <a:lnTo>
                    <a:pt x="6124" y="65490"/>
                  </a:lnTo>
                  <a:lnTo>
                    <a:pt x="6005" y="64975"/>
                  </a:lnTo>
                  <a:lnTo>
                    <a:pt x="5059" y="62102"/>
                  </a:lnTo>
                  <a:lnTo>
                    <a:pt x="4644" y="62495"/>
                  </a:lnTo>
                  <a:lnTo>
                    <a:pt x="4349" y="62737"/>
                  </a:lnTo>
                  <a:lnTo>
                    <a:pt x="3994" y="63251"/>
                  </a:lnTo>
                  <a:lnTo>
                    <a:pt x="3698" y="64159"/>
                  </a:lnTo>
                  <a:lnTo>
                    <a:pt x="3579" y="64764"/>
                  </a:lnTo>
                  <a:lnTo>
                    <a:pt x="3550" y="65550"/>
                  </a:lnTo>
                  <a:lnTo>
                    <a:pt x="3757" y="66397"/>
                  </a:lnTo>
                  <a:lnTo>
                    <a:pt x="3461" y="66276"/>
                  </a:lnTo>
                  <a:lnTo>
                    <a:pt x="2721" y="66034"/>
                  </a:lnTo>
                  <a:lnTo>
                    <a:pt x="0" y="64885"/>
                  </a:lnTo>
                  <a:lnTo>
                    <a:pt x="59" y="64673"/>
                  </a:lnTo>
                  <a:lnTo>
                    <a:pt x="532" y="63584"/>
                  </a:lnTo>
                  <a:lnTo>
                    <a:pt x="2337" y="59258"/>
                  </a:lnTo>
                  <a:lnTo>
                    <a:pt x="2751" y="58199"/>
                  </a:lnTo>
                  <a:lnTo>
                    <a:pt x="3875" y="55477"/>
                  </a:lnTo>
                  <a:lnTo>
                    <a:pt x="4112" y="54842"/>
                  </a:lnTo>
                  <a:lnTo>
                    <a:pt x="5976" y="50274"/>
                  </a:lnTo>
                  <a:lnTo>
                    <a:pt x="6804" y="48247"/>
                  </a:lnTo>
                  <a:lnTo>
                    <a:pt x="7278" y="47068"/>
                  </a:lnTo>
                  <a:lnTo>
                    <a:pt x="8047" y="45253"/>
                  </a:lnTo>
                  <a:lnTo>
                    <a:pt x="9822" y="40897"/>
                  </a:lnTo>
                  <a:lnTo>
                    <a:pt x="10709" y="38749"/>
                  </a:lnTo>
                  <a:lnTo>
                    <a:pt x="10887" y="38326"/>
                  </a:lnTo>
                  <a:lnTo>
                    <a:pt x="11745" y="36269"/>
                  </a:lnTo>
                  <a:lnTo>
                    <a:pt x="12780" y="33213"/>
                  </a:lnTo>
                  <a:lnTo>
                    <a:pt x="13491" y="30340"/>
                  </a:lnTo>
                  <a:lnTo>
                    <a:pt x="14408" y="30521"/>
                  </a:lnTo>
                  <a:lnTo>
                    <a:pt x="15354" y="30824"/>
                  </a:lnTo>
                  <a:lnTo>
                    <a:pt x="16064" y="30975"/>
                  </a:lnTo>
                  <a:lnTo>
                    <a:pt x="17070" y="31126"/>
                  </a:lnTo>
                  <a:lnTo>
                    <a:pt x="18165" y="30642"/>
                  </a:lnTo>
                  <a:lnTo>
                    <a:pt x="19881" y="29704"/>
                  </a:lnTo>
                  <a:lnTo>
                    <a:pt x="23461" y="26861"/>
                  </a:lnTo>
                  <a:lnTo>
                    <a:pt x="24319" y="26196"/>
                  </a:lnTo>
                  <a:lnTo>
                    <a:pt x="26035" y="25530"/>
                  </a:lnTo>
                  <a:lnTo>
                    <a:pt x="31242" y="23503"/>
                  </a:lnTo>
                  <a:lnTo>
                    <a:pt x="32869" y="22868"/>
                  </a:lnTo>
                  <a:lnTo>
                    <a:pt x="35088" y="21991"/>
                  </a:lnTo>
                  <a:lnTo>
                    <a:pt x="35295" y="21900"/>
                  </a:lnTo>
                  <a:lnTo>
                    <a:pt x="36183" y="21507"/>
                  </a:lnTo>
                  <a:lnTo>
                    <a:pt x="43904" y="18149"/>
                  </a:lnTo>
                  <a:lnTo>
                    <a:pt x="45029" y="17665"/>
                  </a:lnTo>
                  <a:lnTo>
                    <a:pt x="48875" y="16274"/>
                  </a:lnTo>
                  <a:lnTo>
                    <a:pt x="50384" y="15729"/>
                  </a:lnTo>
                  <a:lnTo>
                    <a:pt x="51183" y="15457"/>
                  </a:lnTo>
                  <a:lnTo>
                    <a:pt x="51774" y="15245"/>
                  </a:lnTo>
                  <a:lnTo>
                    <a:pt x="56745" y="14701"/>
                  </a:lnTo>
                  <a:lnTo>
                    <a:pt x="57455" y="14610"/>
                  </a:lnTo>
                  <a:lnTo>
                    <a:pt x="62395" y="14096"/>
                  </a:lnTo>
                  <a:lnTo>
                    <a:pt x="65650" y="13733"/>
                  </a:lnTo>
                  <a:lnTo>
                    <a:pt x="67484" y="12886"/>
                  </a:lnTo>
                  <a:lnTo>
                    <a:pt x="69111" y="12160"/>
                  </a:lnTo>
                  <a:lnTo>
                    <a:pt x="70502" y="11555"/>
                  </a:lnTo>
                  <a:lnTo>
                    <a:pt x="72247" y="10768"/>
                  </a:lnTo>
                  <a:lnTo>
                    <a:pt x="73342" y="10254"/>
                  </a:lnTo>
                  <a:lnTo>
                    <a:pt x="75472" y="9316"/>
                  </a:lnTo>
                  <a:lnTo>
                    <a:pt x="75739" y="9165"/>
                  </a:lnTo>
                  <a:lnTo>
                    <a:pt x="77721" y="8137"/>
                  </a:lnTo>
                  <a:lnTo>
                    <a:pt x="81360" y="6201"/>
                  </a:lnTo>
                  <a:lnTo>
                    <a:pt x="81922" y="5928"/>
                  </a:lnTo>
                  <a:lnTo>
                    <a:pt x="84348" y="4628"/>
                  </a:lnTo>
                  <a:lnTo>
                    <a:pt x="87928" y="27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269856" y="3341768"/>
              <a:ext cx="115620" cy="100821"/>
            </a:xfrm>
            <a:custGeom>
              <a:avLst/>
              <a:pathLst>
                <a:path w="115620" h="100821">
                  <a:moveTo>
                    <a:pt x="53520" y="1361"/>
                  </a:moveTo>
                  <a:lnTo>
                    <a:pt x="53904" y="2480"/>
                  </a:lnTo>
                  <a:lnTo>
                    <a:pt x="55413" y="3992"/>
                  </a:lnTo>
                  <a:lnTo>
                    <a:pt x="55502" y="4234"/>
                  </a:lnTo>
                  <a:lnTo>
                    <a:pt x="55680" y="4658"/>
                  </a:lnTo>
                  <a:lnTo>
                    <a:pt x="56508" y="6715"/>
                  </a:lnTo>
                  <a:lnTo>
                    <a:pt x="57425" y="9044"/>
                  </a:lnTo>
                  <a:lnTo>
                    <a:pt x="58520" y="11797"/>
                  </a:lnTo>
                  <a:lnTo>
                    <a:pt x="60472" y="11525"/>
                  </a:lnTo>
                  <a:lnTo>
                    <a:pt x="60620" y="11494"/>
                  </a:lnTo>
                  <a:lnTo>
                    <a:pt x="63135" y="11162"/>
                  </a:lnTo>
                  <a:lnTo>
                    <a:pt x="63283" y="11131"/>
                  </a:lnTo>
                  <a:lnTo>
                    <a:pt x="66301" y="10708"/>
                  </a:lnTo>
                  <a:lnTo>
                    <a:pt x="68993" y="10375"/>
                  </a:lnTo>
                  <a:lnTo>
                    <a:pt x="71537" y="10042"/>
                  </a:lnTo>
                  <a:lnTo>
                    <a:pt x="74318" y="9679"/>
                  </a:lnTo>
                  <a:lnTo>
                    <a:pt x="76626" y="9377"/>
                  </a:lnTo>
                  <a:lnTo>
                    <a:pt x="79644" y="8953"/>
                  </a:lnTo>
                  <a:lnTo>
                    <a:pt x="82928" y="8530"/>
                  </a:lnTo>
                  <a:lnTo>
                    <a:pt x="83224" y="8500"/>
                  </a:lnTo>
                  <a:lnTo>
                    <a:pt x="83667" y="8893"/>
                  </a:lnTo>
                  <a:lnTo>
                    <a:pt x="84437" y="9558"/>
                  </a:lnTo>
                  <a:lnTo>
                    <a:pt x="85324" y="10194"/>
                  </a:lnTo>
                  <a:lnTo>
                    <a:pt x="85916" y="10587"/>
                  </a:lnTo>
                  <a:lnTo>
                    <a:pt x="86094" y="10678"/>
                  </a:lnTo>
                  <a:lnTo>
                    <a:pt x="86449" y="10859"/>
                  </a:lnTo>
                  <a:lnTo>
                    <a:pt x="87750" y="11404"/>
                  </a:lnTo>
                  <a:lnTo>
                    <a:pt x="88815" y="11888"/>
                  </a:lnTo>
                  <a:lnTo>
                    <a:pt x="89318" y="12281"/>
                  </a:lnTo>
                  <a:lnTo>
                    <a:pt x="91330" y="13763"/>
                  </a:lnTo>
                  <a:lnTo>
                    <a:pt x="92188" y="14186"/>
                  </a:lnTo>
                  <a:lnTo>
                    <a:pt x="93519" y="14731"/>
                  </a:lnTo>
                  <a:lnTo>
                    <a:pt x="93727" y="14822"/>
                  </a:lnTo>
                  <a:lnTo>
                    <a:pt x="94082" y="14973"/>
                  </a:lnTo>
                  <a:lnTo>
                    <a:pt x="95206" y="15427"/>
                  </a:lnTo>
                  <a:lnTo>
                    <a:pt x="96153" y="15850"/>
                  </a:lnTo>
                  <a:lnTo>
                    <a:pt x="96774" y="16092"/>
                  </a:lnTo>
                  <a:lnTo>
                    <a:pt x="97543" y="16364"/>
                  </a:lnTo>
                  <a:lnTo>
                    <a:pt x="99437" y="17151"/>
                  </a:lnTo>
                  <a:lnTo>
                    <a:pt x="100857" y="17514"/>
                  </a:lnTo>
                  <a:lnTo>
                    <a:pt x="101567" y="17635"/>
                  </a:lnTo>
                  <a:lnTo>
                    <a:pt x="102277" y="17726"/>
                  </a:lnTo>
                  <a:lnTo>
                    <a:pt x="102987" y="17816"/>
                  </a:lnTo>
                  <a:lnTo>
                    <a:pt x="103874" y="17998"/>
                  </a:lnTo>
                  <a:lnTo>
                    <a:pt x="104437" y="18089"/>
                  </a:lnTo>
                  <a:lnTo>
                    <a:pt x="104880" y="18179"/>
                  </a:lnTo>
                  <a:lnTo>
                    <a:pt x="104999" y="18391"/>
                  </a:lnTo>
                  <a:lnTo>
                    <a:pt x="106034" y="20176"/>
                  </a:lnTo>
                  <a:lnTo>
                    <a:pt x="106360" y="20630"/>
                  </a:lnTo>
                  <a:lnTo>
                    <a:pt x="107573" y="22233"/>
                  </a:lnTo>
                  <a:lnTo>
                    <a:pt x="109289" y="24471"/>
                  </a:lnTo>
                  <a:lnTo>
                    <a:pt x="111271" y="27103"/>
                  </a:lnTo>
                  <a:lnTo>
                    <a:pt x="112957" y="29281"/>
                  </a:lnTo>
                  <a:lnTo>
                    <a:pt x="115620" y="32760"/>
                  </a:lnTo>
                  <a:lnTo>
                    <a:pt x="111419" y="35210"/>
                  </a:lnTo>
                  <a:lnTo>
                    <a:pt x="111182" y="35361"/>
                  </a:lnTo>
                  <a:lnTo>
                    <a:pt x="109614" y="36269"/>
                  </a:lnTo>
                  <a:lnTo>
                    <a:pt x="105295" y="38810"/>
                  </a:lnTo>
                  <a:lnTo>
                    <a:pt x="103312" y="39929"/>
                  </a:lnTo>
                  <a:lnTo>
                    <a:pt x="96212" y="44073"/>
                  </a:lnTo>
                  <a:lnTo>
                    <a:pt x="95916" y="44254"/>
                  </a:lnTo>
                  <a:lnTo>
                    <a:pt x="95206" y="44678"/>
                  </a:lnTo>
                  <a:lnTo>
                    <a:pt x="94289" y="45192"/>
                  </a:lnTo>
                  <a:lnTo>
                    <a:pt x="93342" y="45767"/>
                  </a:lnTo>
                  <a:lnTo>
                    <a:pt x="92691" y="46130"/>
                  </a:lnTo>
                  <a:lnTo>
                    <a:pt x="92159" y="46463"/>
                  </a:lnTo>
                  <a:lnTo>
                    <a:pt x="91567" y="46795"/>
                  </a:lnTo>
                  <a:lnTo>
                    <a:pt x="89170" y="48187"/>
                  </a:lnTo>
                  <a:lnTo>
                    <a:pt x="88756" y="48429"/>
                  </a:lnTo>
                  <a:lnTo>
                    <a:pt x="88490" y="48580"/>
                  </a:lnTo>
                  <a:lnTo>
                    <a:pt x="88017" y="48883"/>
                  </a:lnTo>
                  <a:lnTo>
                    <a:pt x="87839" y="48973"/>
                  </a:lnTo>
                  <a:lnTo>
                    <a:pt x="85827" y="50153"/>
                  </a:lnTo>
                  <a:lnTo>
                    <a:pt x="83135" y="51726"/>
                  </a:lnTo>
                  <a:lnTo>
                    <a:pt x="81360" y="52785"/>
                  </a:lnTo>
                  <a:lnTo>
                    <a:pt x="80236" y="53571"/>
                  </a:lnTo>
                  <a:lnTo>
                    <a:pt x="78401" y="54842"/>
                  </a:lnTo>
                  <a:lnTo>
                    <a:pt x="76685" y="56294"/>
                  </a:lnTo>
                  <a:lnTo>
                    <a:pt x="76508" y="56415"/>
                  </a:lnTo>
                  <a:lnTo>
                    <a:pt x="76330" y="56657"/>
                  </a:lnTo>
                  <a:lnTo>
                    <a:pt x="76123" y="56899"/>
                  </a:lnTo>
                  <a:lnTo>
                    <a:pt x="75413" y="58078"/>
                  </a:lnTo>
                  <a:lnTo>
                    <a:pt x="75058" y="58562"/>
                  </a:lnTo>
                  <a:lnTo>
                    <a:pt x="74969" y="58714"/>
                  </a:lnTo>
                  <a:lnTo>
                    <a:pt x="74821" y="59107"/>
                  </a:lnTo>
                  <a:lnTo>
                    <a:pt x="74762" y="59379"/>
                  </a:lnTo>
                  <a:lnTo>
                    <a:pt x="74614" y="60256"/>
                  </a:lnTo>
                  <a:lnTo>
                    <a:pt x="74466" y="61103"/>
                  </a:lnTo>
                  <a:lnTo>
                    <a:pt x="74289" y="62041"/>
                  </a:lnTo>
                  <a:lnTo>
                    <a:pt x="74111" y="62465"/>
                  </a:lnTo>
                  <a:lnTo>
                    <a:pt x="74052" y="62767"/>
                  </a:lnTo>
                  <a:lnTo>
                    <a:pt x="74348" y="63433"/>
                  </a:lnTo>
                  <a:lnTo>
                    <a:pt x="74940" y="64703"/>
                  </a:lnTo>
                  <a:lnTo>
                    <a:pt x="75443" y="65429"/>
                  </a:lnTo>
                  <a:lnTo>
                    <a:pt x="76212" y="66216"/>
                  </a:lnTo>
                  <a:lnTo>
                    <a:pt x="76656" y="66699"/>
                  </a:lnTo>
                  <a:lnTo>
                    <a:pt x="77395" y="67244"/>
                  </a:lnTo>
                  <a:lnTo>
                    <a:pt x="77632" y="67365"/>
                  </a:lnTo>
                  <a:lnTo>
                    <a:pt x="78194" y="67698"/>
                  </a:lnTo>
                  <a:lnTo>
                    <a:pt x="79170" y="68121"/>
                  </a:lnTo>
                  <a:lnTo>
                    <a:pt x="79407" y="68212"/>
                  </a:lnTo>
                  <a:lnTo>
                    <a:pt x="81922" y="68908"/>
                  </a:lnTo>
                  <a:lnTo>
                    <a:pt x="82099" y="68968"/>
                  </a:lnTo>
                  <a:lnTo>
                    <a:pt x="82721" y="69150"/>
                  </a:lnTo>
                  <a:lnTo>
                    <a:pt x="83549" y="69361"/>
                  </a:lnTo>
                  <a:lnTo>
                    <a:pt x="83815" y="69422"/>
                  </a:lnTo>
                  <a:lnTo>
                    <a:pt x="84614" y="69634"/>
                  </a:lnTo>
                  <a:lnTo>
                    <a:pt x="84910" y="69694"/>
                  </a:lnTo>
                  <a:lnTo>
                    <a:pt x="85236" y="69845"/>
                  </a:lnTo>
                  <a:lnTo>
                    <a:pt x="86330" y="70299"/>
                  </a:lnTo>
                  <a:lnTo>
                    <a:pt x="86863" y="70541"/>
                  </a:lnTo>
                  <a:lnTo>
                    <a:pt x="87839" y="71146"/>
                  </a:lnTo>
                  <a:lnTo>
                    <a:pt x="89022" y="72084"/>
                  </a:lnTo>
                  <a:lnTo>
                    <a:pt x="89259" y="72265"/>
                  </a:lnTo>
                  <a:lnTo>
                    <a:pt x="89437" y="72538"/>
                  </a:lnTo>
                  <a:lnTo>
                    <a:pt x="90088" y="73294"/>
                  </a:lnTo>
                  <a:lnTo>
                    <a:pt x="90354" y="73627"/>
                  </a:lnTo>
                  <a:lnTo>
                    <a:pt x="90827" y="74504"/>
                  </a:lnTo>
                  <a:lnTo>
                    <a:pt x="91271" y="75260"/>
                  </a:lnTo>
                  <a:lnTo>
                    <a:pt x="91389" y="75442"/>
                  </a:lnTo>
                  <a:lnTo>
                    <a:pt x="91656" y="76137"/>
                  </a:lnTo>
                  <a:lnTo>
                    <a:pt x="91804" y="76500"/>
                  </a:lnTo>
                  <a:lnTo>
                    <a:pt x="91951" y="76984"/>
                  </a:lnTo>
                  <a:lnTo>
                    <a:pt x="92129" y="77741"/>
                  </a:lnTo>
                  <a:lnTo>
                    <a:pt x="92218" y="78194"/>
                  </a:lnTo>
                  <a:lnTo>
                    <a:pt x="92277" y="78467"/>
                  </a:lnTo>
                  <a:lnTo>
                    <a:pt x="92306" y="78618"/>
                  </a:lnTo>
                  <a:lnTo>
                    <a:pt x="92336" y="78799"/>
                  </a:lnTo>
                  <a:lnTo>
                    <a:pt x="92366" y="79072"/>
                  </a:lnTo>
                  <a:lnTo>
                    <a:pt x="92425" y="80160"/>
                  </a:lnTo>
                  <a:lnTo>
                    <a:pt x="92425" y="80312"/>
                  </a:lnTo>
                  <a:lnTo>
                    <a:pt x="92425" y="80463"/>
                  </a:lnTo>
                  <a:lnTo>
                    <a:pt x="87514" y="81219"/>
                  </a:lnTo>
                  <a:lnTo>
                    <a:pt x="87336" y="81249"/>
                  </a:lnTo>
                  <a:lnTo>
                    <a:pt x="82159" y="81945"/>
                  </a:lnTo>
                  <a:lnTo>
                    <a:pt x="80472" y="82217"/>
                  </a:lnTo>
                  <a:lnTo>
                    <a:pt x="78520" y="82490"/>
                  </a:lnTo>
                  <a:lnTo>
                    <a:pt x="74940" y="82974"/>
                  </a:lnTo>
                  <a:lnTo>
                    <a:pt x="75029" y="83972"/>
                  </a:lnTo>
                  <a:lnTo>
                    <a:pt x="75029" y="84728"/>
                  </a:lnTo>
                  <a:lnTo>
                    <a:pt x="74940" y="85666"/>
                  </a:lnTo>
                  <a:lnTo>
                    <a:pt x="74940" y="85817"/>
                  </a:lnTo>
                  <a:lnTo>
                    <a:pt x="74762" y="86755"/>
                  </a:lnTo>
                  <a:lnTo>
                    <a:pt x="74644" y="87693"/>
                  </a:lnTo>
                  <a:lnTo>
                    <a:pt x="74644" y="88207"/>
                  </a:lnTo>
                  <a:lnTo>
                    <a:pt x="74614" y="88479"/>
                  </a:lnTo>
                  <a:lnTo>
                    <a:pt x="74644" y="88842"/>
                  </a:lnTo>
                  <a:lnTo>
                    <a:pt x="74703" y="89356"/>
                  </a:lnTo>
                  <a:lnTo>
                    <a:pt x="74733" y="89659"/>
                  </a:lnTo>
                  <a:lnTo>
                    <a:pt x="74999" y="91534"/>
                  </a:lnTo>
                  <a:lnTo>
                    <a:pt x="75117" y="92472"/>
                  </a:lnTo>
                  <a:lnTo>
                    <a:pt x="75531" y="95285"/>
                  </a:lnTo>
                  <a:lnTo>
                    <a:pt x="71892" y="95799"/>
                  </a:lnTo>
                  <a:lnTo>
                    <a:pt x="67958" y="96404"/>
                  </a:lnTo>
                  <a:lnTo>
                    <a:pt x="64466" y="96949"/>
                  </a:lnTo>
                  <a:lnTo>
                    <a:pt x="63816" y="97040"/>
                  </a:lnTo>
                  <a:lnTo>
                    <a:pt x="62070" y="97312"/>
                  </a:lnTo>
                  <a:lnTo>
                    <a:pt x="61863" y="97342"/>
                  </a:lnTo>
                  <a:lnTo>
                    <a:pt x="57277" y="97977"/>
                  </a:lnTo>
                  <a:lnTo>
                    <a:pt x="48017" y="99248"/>
                  </a:lnTo>
                  <a:lnTo>
                    <a:pt x="37100" y="100821"/>
                  </a:lnTo>
                  <a:lnTo>
                    <a:pt x="36952" y="100125"/>
                  </a:lnTo>
                  <a:lnTo>
                    <a:pt x="36715" y="99429"/>
                  </a:lnTo>
                  <a:lnTo>
                    <a:pt x="36331" y="98613"/>
                  </a:lnTo>
                  <a:lnTo>
                    <a:pt x="35384" y="97130"/>
                  </a:lnTo>
                  <a:lnTo>
                    <a:pt x="34733" y="96041"/>
                  </a:lnTo>
                  <a:lnTo>
                    <a:pt x="33786" y="94468"/>
                  </a:lnTo>
                  <a:lnTo>
                    <a:pt x="33520" y="93984"/>
                  </a:lnTo>
                  <a:lnTo>
                    <a:pt x="33342" y="93682"/>
                  </a:lnTo>
                  <a:lnTo>
                    <a:pt x="32810" y="92714"/>
                  </a:lnTo>
                  <a:lnTo>
                    <a:pt x="32632" y="92381"/>
                  </a:lnTo>
                  <a:lnTo>
                    <a:pt x="32337" y="91625"/>
                  </a:lnTo>
                  <a:lnTo>
                    <a:pt x="32248" y="91444"/>
                  </a:lnTo>
                  <a:lnTo>
                    <a:pt x="31922" y="90566"/>
                  </a:lnTo>
                  <a:lnTo>
                    <a:pt x="31656" y="89931"/>
                  </a:lnTo>
                  <a:lnTo>
                    <a:pt x="31449" y="89417"/>
                  </a:lnTo>
                  <a:lnTo>
                    <a:pt x="31360" y="89175"/>
                  </a:lnTo>
                  <a:lnTo>
                    <a:pt x="29970" y="85636"/>
                  </a:lnTo>
                  <a:lnTo>
                    <a:pt x="29851" y="85273"/>
                  </a:lnTo>
                  <a:lnTo>
                    <a:pt x="29674" y="84789"/>
                  </a:lnTo>
                  <a:lnTo>
                    <a:pt x="28845" y="82732"/>
                  </a:lnTo>
                  <a:lnTo>
                    <a:pt x="27958" y="80463"/>
                  </a:lnTo>
                  <a:lnTo>
                    <a:pt x="27218" y="78557"/>
                  </a:lnTo>
                  <a:lnTo>
                    <a:pt x="26005" y="75411"/>
                  </a:lnTo>
                  <a:lnTo>
                    <a:pt x="24792" y="72296"/>
                  </a:lnTo>
                  <a:lnTo>
                    <a:pt x="23816" y="69845"/>
                  </a:lnTo>
                  <a:lnTo>
                    <a:pt x="23698" y="69513"/>
                  </a:lnTo>
                  <a:lnTo>
                    <a:pt x="23550" y="69119"/>
                  </a:lnTo>
                  <a:lnTo>
                    <a:pt x="22987" y="67698"/>
                  </a:lnTo>
                  <a:lnTo>
                    <a:pt x="22840" y="67304"/>
                  </a:lnTo>
                  <a:lnTo>
                    <a:pt x="22751" y="67093"/>
                  </a:lnTo>
                  <a:lnTo>
                    <a:pt x="21627" y="64219"/>
                  </a:lnTo>
                  <a:lnTo>
                    <a:pt x="21419" y="63705"/>
                  </a:lnTo>
                  <a:lnTo>
                    <a:pt x="20946" y="62586"/>
                  </a:lnTo>
                  <a:lnTo>
                    <a:pt x="19289" y="58653"/>
                  </a:lnTo>
                  <a:lnTo>
                    <a:pt x="19082" y="58169"/>
                  </a:lnTo>
                  <a:lnTo>
                    <a:pt x="17928" y="55658"/>
                  </a:lnTo>
                  <a:lnTo>
                    <a:pt x="17751" y="55265"/>
                  </a:lnTo>
                  <a:lnTo>
                    <a:pt x="16360" y="52119"/>
                  </a:lnTo>
                  <a:lnTo>
                    <a:pt x="15059" y="48792"/>
                  </a:lnTo>
                  <a:lnTo>
                    <a:pt x="13875" y="45827"/>
                  </a:lnTo>
                  <a:lnTo>
                    <a:pt x="11479" y="39173"/>
                  </a:lnTo>
                  <a:lnTo>
                    <a:pt x="10650" y="36541"/>
                  </a:lnTo>
                  <a:lnTo>
                    <a:pt x="10532" y="36178"/>
                  </a:lnTo>
                  <a:lnTo>
                    <a:pt x="9940" y="34665"/>
                  </a:lnTo>
                  <a:lnTo>
                    <a:pt x="9171" y="32639"/>
                  </a:lnTo>
                  <a:lnTo>
                    <a:pt x="7958" y="29190"/>
                  </a:lnTo>
                  <a:lnTo>
                    <a:pt x="5946" y="23655"/>
                  </a:lnTo>
                  <a:lnTo>
                    <a:pt x="5769" y="23140"/>
                  </a:lnTo>
                  <a:lnTo>
                    <a:pt x="2810" y="15033"/>
                  </a:lnTo>
                  <a:lnTo>
                    <a:pt x="1863" y="12402"/>
                  </a:lnTo>
                  <a:lnTo>
                    <a:pt x="1627" y="11948"/>
                  </a:lnTo>
                  <a:lnTo>
                    <a:pt x="1360" y="11585"/>
                  </a:lnTo>
                  <a:lnTo>
                    <a:pt x="1094" y="11252"/>
                  </a:lnTo>
                  <a:lnTo>
                    <a:pt x="887" y="10708"/>
                  </a:lnTo>
                  <a:lnTo>
                    <a:pt x="177" y="8772"/>
                  </a:lnTo>
                  <a:lnTo>
                    <a:pt x="118" y="8227"/>
                  </a:lnTo>
                  <a:lnTo>
                    <a:pt x="88" y="8046"/>
                  </a:lnTo>
                  <a:lnTo>
                    <a:pt x="0" y="7017"/>
                  </a:lnTo>
                  <a:lnTo>
                    <a:pt x="1715" y="6775"/>
                  </a:lnTo>
                  <a:lnTo>
                    <a:pt x="5650" y="6231"/>
                  </a:lnTo>
                  <a:lnTo>
                    <a:pt x="7544" y="5989"/>
                  </a:lnTo>
                  <a:lnTo>
                    <a:pt x="11508" y="5444"/>
                  </a:lnTo>
                  <a:lnTo>
                    <a:pt x="11656" y="5414"/>
                  </a:lnTo>
                  <a:lnTo>
                    <a:pt x="16124" y="4809"/>
                  </a:lnTo>
                  <a:lnTo>
                    <a:pt x="16390" y="4779"/>
                  </a:lnTo>
                  <a:lnTo>
                    <a:pt x="20502" y="4204"/>
                  </a:lnTo>
                  <a:lnTo>
                    <a:pt x="25591" y="3508"/>
                  </a:lnTo>
                  <a:lnTo>
                    <a:pt x="31183" y="2752"/>
                  </a:lnTo>
                  <a:lnTo>
                    <a:pt x="31360" y="2722"/>
                  </a:lnTo>
                  <a:lnTo>
                    <a:pt x="32455" y="2601"/>
                  </a:lnTo>
                  <a:lnTo>
                    <a:pt x="36005" y="2147"/>
                  </a:lnTo>
                  <a:lnTo>
                    <a:pt x="40088" y="1603"/>
                  </a:lnTo>
                  <a:lnTo>
                    <a:pt x="41863" y="1391"/>
                  </a:lnTo>
                  <a:lnTo>
                    <a:pt x="44230" y="1088"/>
                  </a:lnTo>
                  <a:lnTo>
                    <a:pt x="46952" y="725"/>
                  </a:lnTo>
                  <a:lnTo>
                    <a:pt x="49792" y="362"/>
                  </a:lnTo>
                  <a:lnTo>
                    <a:pt x="49940" y="362"/>
                  </a:lnTo>
                  <a:lnTo>
                    <a:pt x="5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112934" y="3260579"/>
              <a:ext cx="256358" cy="148857"/>
            </a:xfrm>
            <a:custGeom>
              <a:avLst/>
              <a:pathLst>
                <a:path w="256358" h="148857">
                  <a:moveTo>
                    <a:pt x="232838" y="574"/>
                  </a:moveTo>
                  <a:lnTo>
                    <a:pt x="234347" y="2964"/>
                  </a:lnTo>
                  <a:lnTo>
                    <a:pt x="234820" y="3720"/>
                  </a:lnTo>
                  <a:lnTo>
                    <a:pt x="235323" y="4537"/>
                  </a:lnTo>
                  <a:lnTo>
                    <a:pt x="237956" y="8560"/>
                  </a:lnTo>
                  <a:lnTo>
                    <a:pt x="235294" y="10375"/>
                  </a:lnTo>
                  <a:lnTo>
                    <a:pt x="235619" y="11010"/>
                  </a:lnTo>
                  <a:lnTo>
                    <a:pt x="235708" y="11192"/>
                  </a:lnTo>
                  <a:lnTo>
                    <a:pt x="236477" y="12220"/>
                  </a:lnTo>
                  <a:lnTo>
                    <a:pt x="237335" y="13219"/>
                  </a:lnTo>
                  <a:lnTo>
                    <a:pt x="240767" y="17514"/>
                  </a:lnTo>
                  <a:lnTo>
                    <a:pt x="240915" y="17363"/>
                  </a:lnTo>
                  <a:lnTo>
                    <a:pt x="242276" y="18966"/>
                  </a:lnTo>
                  <a:lnTo>
                    <a:pt x="243962" y="20993"/>
                  </a:lnTo>
                  <a:lnTo>
                    <a:pt x="244435" y="21749"/>
                  </a:lnTo>
                  <a:lnTo>
                    <a:pt x="244495" y="21900"/>
                  </a:lnTo>
                  <a:lnTo>
                    <a:pt x="244702" y="22445"/>
                  </a:lnTo>
                  <a:lnTo>
                    <a:pt x="244790" y="22959"/>
                  </a:lnTo>
                  <a:lnTo>
                    <a:pt x="245027" y="24260"/>
                  </a:lnTo>
                  <a:lnTo>
                    <a:pt x="245086" y="24623"/>
                  </a:lnTo>
                  <a:lnTo>
                    <a:pt x="245323" y="25651"/>
                  </a:lnTo>
                  <a:lnTo>
                    <a:pt x="245471" y="26256"/>
                  </a:lnTo>
                  <a:lnTo>
                    <a:pt x="245648" y="26861"/>
                  </a:lnTo>
                  <a:lnTo>
                    <a:pt x="246418" y="29735"/>
                  </a:lnTo>
                  <a:lnTo>
                    <a:pt x="247217" y="32669"/>
                  </a:lnTo>
                  <a:lnTo>
                    <a:pt x="247453" y="33455"/>
                  </a:lnTo>
                  <a:lnTo>
                    <a:pt x="247601" y="33425"/>
                  </a:lnTo>
                  <a:lnTo>
                    <a:pt x="250826" y="43226"/>
                  </a:lnTo>
                  <a:lnTo>
                    <a:pt x="250944" y="43528"/>
                  </a:lnTo>
                  <a:lnTo>
                    <a:pt x="251181" y="44224"/>
                  </a:lnTo>
                  <a:lnTo>
                    <a:pt x="251240" y="44375"/>
                  </a:lnTo>
                  <a:lnTo>
                    <a:pt x="251921" y="46372"/>
                  </a:lnTo>
                  <a:lnTo>
                    <a:pt x="252542" y="48157"/>
                  </a:lnTo>
                  <a:lnTo>
                    <a:pt x="252749" y="49094"/>
                  </a:lnTo>
                  <a:lnTo>
                    <a:pt x="252601" y="49215"/>
                  </a:lnTo>
                  <a:lnTo>
                    <a:pt x="252157" y="49578"/>
                  </a:lnTo>
                  <a:lnTo>
                    <a:pt x="251980" y="49730"/>
                  </a:lnTo>
                  <a:lnTo>
                    <a:pt x="251329" y="50093"/>
                  </a:lnTo>
                  <a:lnTo>
                    <a:pt x="250885" y="50274"/>
                  </a:lnTo>
                  <a:lnTo>
                    <a:pt x="250293" y="50425"/>
                  </a:lnTo>
                  <a:lnTo>
                    <a:pt x="249879" y="50637"/>
                  </a:lnTo>
                  <a:lnTo>
                    <a:pt x="249554" y="50788"/>
                  </a:lnTo>
                  <a:lnTo>
                    <a:pt x="249228" y="51030"/>
                  </a:lnTo>
                  <a:lnTo>
                    <a:pt x="249080" y="51151"/>
                  </a:lnTo>
                  <a:lnTo>
                    <a:pt x="248637" y="51424"/>
                  </a:lnTo>
                  <a:lnTo>
                    <a:pt x="248489" y="51514"/>
                  </a:lnTo>
                  <a:lnTo>
                    <a:pt x="248282" y="51666"/>
                  </a:lnTo>
                  <a:lnTo>
                    <a:pt x="247512" y="51998"/>
                  </a:lnTo>
                  <a:lnTo>
                    <a:pt x="246891" y="52482"/>
                  </a:lnTo>
                  <a:lnTo>
                    <a:pt x="246832" y="52634"/>
                  </a:lnTo>
                  <a:lnTo>
                    <a:pt x="246832" y="52876"/>
                  </a:lnTo>
                  <a:lnTo>
                    <a:pt x="246625" y="53087"/>
                  </a:lnTo>
                  <a:lnTo>
                    <a:pt x="246122" y="53571"/>
                  </a:lnTo>
                  <a:lnTo>
                    <a:pt x="245619" y="54055"/>
                  </a:lnTo>
                  <a:lnTo>
                    <a:pt x="245441" y="54206"/>
                  </a:lnTo>
                  <a:lnTo>
                    <a:pt x="245293" y="54388"/>
                  </a:lnTo>
                  <a:lnTo>
                    <a:pt x="244998" y="54630"/>
                  </a:lnTo>
                  <a:lnTo>
                    <a:pt x="244554" y="54993"/>
                  </a:lnTo>
                  <a:lnTo>
                    <a:pt x="244288" y="55205"/>
                  </a:lnTo>
                  <a:lnTo>
                    <a:pt x="244021" y="55416"/>
                  </a:lnTo>
                  <a:lnTo>
                    <a:pt x="243577" y="55749"/>
                  </a:lnTo>
                  <a:lnTo>
                    <a:pt x="243430" y="55840"/>
                  </a:lnTo>
                  <a:lnTo>
                    <a:pt x="243134" y="56082"/>
                  </a:lnTo>
                  <a:lnTo>
                    <a:pt x="242867" y="56263"/>
                  </a:lnTo>
                  <a:lnTo>
                    <a:pt x="242572" y="56475"/>
                  </a:lnTo>
                  <a:lnTo>
                    <a:pt x="241299" y="57141"/>
                  </a:lnTo>
                  <a:lnTo>
                    <a:pt x="240974" y="56747"/>
                  </a:lnTo>
                  <a:lnTo>
                    <a:pt x="240501" y="56173"/>
                  </a:lnTo>
                  <a:lnTo>
                    <a:pt x="240234" y="55931"/>
                  </a:lnTo>
                  <a:lnTo>
                    <a:pt x="239879" y="55568"/>
                  </a:lnTo>
                  <a:lnTo>
                    <a:pt x="239702" y="55477"/>
                  </a:lnTo>
                  <a:lnTo>
                    <a:pt x="239317" y="55205"/>
                  </a:lnTo>
                  <a:lnTo>
                    <a:pt x="239140" y="54993"/>
                  </a:lnTo>
                  <a:lnTo>
                    <a:pt x="238933" y="54781"/>
                  </a:lnTo>
                  <a:lnTo>
                    <a:pt x="238607" y="54388"/>
                  </a:lnTo>
                  <a:lnTo>
                    <a:pt x="238370" y="54025"/>
                  </a:lnTo>
                  <a:lnTo>
                    <a:pt x="237927" y="53269"/>
                  </a:lnTo>
                  <a:lnTo>
                    <a:pt x="237720" y="52936"/>
                  </a:lnTo>
                  <a:lnTo>
                    <a:pt x="237601" y="52724"/>
                  </a:lnTo>
                  <a:lnTo>
                    <a:pt x="237453" y="52422"/>
                  </a:lnTo>
                  <a:lnTo>
                    <a:pt x="237098" y="51787"/>
                  </a:lnTo>
                  <a:lnTo>
                    <a:pt x="236802" y="51333"/>
                  </a:lnTo>
                  <a:lnTo>
                    <a:pt x="237039" y="50970"/>
                  </a:lnTo>
                  <a:lnTo>
                    <a:pt x="237276" y="50577"/>
                  </a:lnTo>
                  <a:lnTo>
                    <a:pt x="237601" y="50244"/>
                  </a:lnTo>
                  <a:lnTo>
                    <a:pt x="237483" y="50062"/>
                  </a:lnTo>
                  <a:lnTo>
                    <a:pt x="237365" y="49790"/>
                  </a:lnTo>
                  <a:lnTo>
                    <a:pt x="237246" y="49609"/>
                  </a:lnTo>
                  <a:lnTo>
                    <a:pt x="237069" y="49276"/>
                  </a:lnTo>
                  <a:lnTo>
                    <a:pt x="236921" y="49034"/>
                  </a:lnTo>
                  <a:lnTo>
                    <a:pt x="236832" y="48883"/>
                  </a:lnTo>
                  <a:lnTo>
                    <a:pt x="236714" y="48701"/>
                  </a:lnTo>
                  <a:lnTo>
                    <a:pt x="236536" y="48489"/>
                  </a:lnTo>
                  <a:lnTo>
                    <a:pt x="236359" y="48247"/>
                  </a:lnTo>
                  <a:lnTo>
                    <a:pt x="236477" y="48096"/>
                  </a:lnTo>
                  <a:lnTo>
                    <a:pt x="236388" y="47915"/>
                  </a:lnTo>
                  <a:lnTo>
                    <a:pt x="237660" y="46069"/>
                  </a:lnTo>
                  <a:lnTo>
                    <a:pt x="239820" y="40352"/>
                  </a:lnTo>
                  <a:lnTo>
                    <a:pt x="240057" y="39687"/>
                  </a:lnTo>
                  <a:lnTo>
                    <a:pt x="241063" y="36813"/>
                  </a:lnTo>
                  <a:lnTo>
                    <a:pt x="240293" y="36329"/>
                  </a:lnTo>
                  <a:lnTo>
                    <a:pt x="239968" y="35906"/>
                  </a:lnTo>
                  <a:lnTo>
                    <a:pt x="236152" y="37206"/>
                  </a:lnTo>
                  <a:lnTo>
                    <a:pt x="233400" y="38144"/>
                  </a:lnTo>
                  <a:lnTo>
                    <a:pt x="232424" y="38477"/>
                  </a:lnTo>
                  <a:lnTo>
                    <a:pt x="231980" y="38628"/>
                  </a:lnTo>
                  <a:lnTo>
                    <a:pt x="231566" y="38779"/>
                  </a:lnTo>
                  <a:lnTo>
                    <a:pt x="229199" y="39626"/>
                  </a:lnTo>
                  <a:lnTo>
                    <a:pt x="229406" y="40534"/>
                  </a:lnTo>
                  <a:lnTo>
                    <a:pt x="229436" y="40715"/>
                  </a:lnTo>
                  <a:lnTo>
                    <a:pt x="229584" y="41683"/>
                  </a:lnTo>
                  <a:lnTo>
                    <a:pt x="229672" y="42288"/>
                  </a:lnTo>
                  <a:lnTo>
                    <a:pt x="229643" y="42500"/>
                  </a:lnTo>
                  <a:lnTo>
                    <a:pt x="229613" y="42833"/>
                  </a:lnTo>
                  <a:lnTo>
                    <a:pt x="229524" y="43468"/>
                  </a:lnTo>
                  <a:lnTo>
                    <a:pt x="229524" y="43649"/>
                  </a:lnTo>
                  <a:lnTo>
                    <a:pt x="229347" y="44950"/>
                  </a:lnTo>
                  <a:lnTo>
                    <a:pt x="229199" y="45979"/>
                  </a:lnTo>
                  <a:lnTo>
                    <a:pt x="228903" y="45979"/>
                  </a:lnTo>
                  <a:lnTo>
                    <a:pt x="228903" y="46130"/>
                  </a:lnTo>
                  <a:lnTo>
                    <a:pt x="228873" y="47128"/>
                  </a:lnTo>
                  <a:lnTo>
                    <a:pt x="228873" y="47400"/>
                  </a:lnTo>
                  <a:lnTo>
                    <a:pt x="228873" y="47794"/>
                  </a:lnTo>
                  <a:lnTo>
                    <a:pt x="228903" y="48429"/>
                  </a:lnTo>
                  <a:lnTo>
                    <a:pt x="228962" y="48913"/>
                  </a:lnTo>
                  <a:lnTo>
                    <a:pt x="228992" y="49246"/>
                  </a:lnTo>
                  <a:lnTo>
                    <a:pt x="229110" y="50425"/>
                  </a:lnTo>
                  <a:lnTo>
                    <a:pt x="229140" y="50758"/>
                  </a:lnTo>
                  <a:lnTo>
                    <a:pt x="229081" y="51817"/>
                  </a:lnTo>
                  <a:lnTo>
                    <a:pt x="228903" y="54206"/>
                  </a:lnTo>
                  <a:lnTo>
                    <a:pt x="228844" y="54993"/>
                  </a:lnTo>
                  <a:lnTo>
                    <a:pt x="228696" y="56838"/>
                  </a:lnTo>
                  <a:lnTo>
                    <a:pt x="228666" y="57110"/>
                  </a:lnTo>
                  <a:lnTo>
                    <a:pt x="228578" y="57594"/>
                  </a:lnTo>
                  <a:lnTo>
                    <a:pt x="228518" y="57746"/>
                  </a:lnTo>
                  <a:lnTo>
                    <a:pt x="228489" y="57927"/>
                  </a:lnTo>
                  <a:lnTo>
                    <a:pt x="228163" y="59349"/>
                  </a:lnTo>
                  <a:lnTo>
                    <a:pt x="227749" y="61255"/>
                  </a:lnTo>
                  <a:lnTo>
                    <a:pt x="227660" y="61527"/>
                  </a:lnTo>
                  <a:lnTo>
                    <a:pt x="227039" y="63433"/>
                  </a:lnTo>
                  <a:lnTo>
                    <a:pt x="226950" y="63735"/>
                  </a:lnTo>
                  <a:lnTo>
                    <a:pt x="226832" y="64098"/>
                  </a:lnTo>
                  <a:lnTo>
                    <a:pt x="226714" y="64401"/>
                  </a:lnTo>
                  <a:lnTo>
                    <a:pt x="226329" y="65429"/>
                  </a:lnTo>
                  <a:lnTo>
                    <a:pt x="226181" y="65792"/>
                  </a:lnTo>
                  <a:lnTo>
                    <a:pt x="226033" y="66185"/>
                  </a:lnTo>
                  <a:lnTo>
                    <a:pt x="225560" y="67728"/>
                  </a:lnTo>
                  <a:lnTo>
                    <a:pt x="225412" y="68272"/>
                  </a:lnTo>
                  <a:lnTo>
                    <a:pt x="225146" y="69573"/>
                  </a:lnTo>
                  <a:lnTo>
                    <a:pt x="226063" y="70420"/>
                  </a:lnTo>
                  <a:lnTo>
                    <a:pt x="226359" y="70753"/>
                  </a:lnTo>
                  <a:lnTo>
                    <a:pt x="227276" y="71781"/>
                  </a:lnTo>
                  <a:lnTo>
                    <a:pt x="227690" y="72386"/>
                  </a:lnTo>
                  <a:lnTo>
                    <a:pt x="228785" y="73899"/>
                  </a:lnTo>
                  <a:lnTo>
                    <a:pt x="230382" y="76137"/>
                  </a:lnTo>
                  <a:lnTo>
                    <a:pt x="231092" y="77105"/>
                  </a:lnTo>
                  <a:lnTo>
                    <a:pt x="233015" y="79041"/>
                  </a:lnTo>
                  <a:lnTo>
                    <a:pt x="233489" y="79525"/>
                  </a:lnTo>
                  <a:lnTo>
                    <a:pt x="235915" y="81522"/>
                  </a:lnTo>
                  <a:lnTo>
                    <a:pt x="236418" y="81854"/>
                  </a:lnTo>
                  <a:lnTo>
                    <a:pt x="236714" y="82036"/>
                  </a:lnTo>
                  <a:lnTo>
                    <a:pt x="237098" y="82278"/>
                  </a:lnTo>
                  <a:lnTo>
                    <a:pt x="237453" y="82520"/>
                  </a:lnTo>
                  <a:lnTo>
                    <a:pt x="238992" y="83911"/>
                  </a:lnTo>
                  <a:lnTo>
                    <a:pt x="239613" y="84577"/>
                  </a:lnTo>
                  <a:lnTo>
                    <a:pt x="239879" y="85000"/>
                  </a:lnTo>
                  <a:lnTo>
                    <a:pt x="239968" y="85242"/>
                  </a:lnTo>
                  <a:lnTo>
                    <a:pt x="240146" y="85726"/>
                  </a:lnTo>
                  <a:lnTo>
                    <a:pt x="240856" y="87541"/>
                  </a:lnTo>
                  <a:lnTo>
                    <a:pt x="241329" y="88812"/>
                  </a:lnTo>
                  <a:lnTo>
                    <a:pt x="241950" y="89417"/>
                  </a:lnTo>
                  <a:lnTo>
                    <a:pt x="242335" y="89780"/>
                  </a:lnTo>
                  <a:lnTo>
                    <a:pt x="242779" y="90143"/>
                  </a:lnTo>
                  <a:lnTo>
                    <a:pt x="243163" y="90415"/>
                  </a:lnTo>
                  <a:lnTo>
                    <a:pt x="243489" y="90657"/>
                  </a:lnTo>
                  <a:lnTo>
                    <a:pt x="243725" y="90839"/>
                  </a:lnTo>
                  <a:lnTo>
                    <a:pt x="244258" y="90839"/>
                  </a:lnTo>
                  <a:lnTo>
                    <a:pt x="244554" y="90808"/>
                  </a:lnTo>
                  <a:lnTo>
                    <a:pt x="244938" y="90718"/>
                  </a:lnTo>
                  <a:lnTo>
                    <a:pt x="245737" y="90566"/>
                  </a:lnTo>
                  <a:lnTo>
                    <a:pt x="245915" y="90506"/>
                  </a:lnTo>
                  <a:lnTo>
                    <a:pt x="246359" y="90476"/>
                  </a:lnTo>
                  <a:lnTo>
                    <a:pt x="246684" y="90476"/>
                  </a:lnTo>
                  <a:lnTo>
                    <a:pt x="246950" y="90476"/>
                  </a:lnTo>
                  <a:lnTo>
                    <a:pt x="247157" y="90476"/>
                  </a:lnTo>
                  <a:lnTo>
                    <a:pt x="247364" y="90506"/>
                  </a:lnTo>
                  <a:lnTo>
                    <a:pt x="247838" y="90597"/>
                  </a:lnTo>
                  <a:lnTo>
                    <a:pt x="248518" y="90627"/>
                  </a:lnTo>
                  <a:lnTo>
                    <a:pt x="248814" y="90597"/>
                  </a:lnTo>
                  <a:lnTo>
                    <a:pt x="249228" y="90566"/>
                  </a:lnTo>
                  <a:lnTo>
                    <a:pt x="249406" y="90536"/>
                  </a:lnTo>
                  <a:lnTo>
                    <a:pt x="249554" y="90536"/>
                  </a:lnTo>
                  <a:lnTo>
                    <a:pt x="249850" y="90536"/>
                  </a:lnTo>
                  <a:lnTo>
                    <a:pt x="250145" y="90536"/>
                  </a:lnTo>
                  <a:lnTo>
                    <a:pt x="250944" y="90748"/>
                  </a:lnTo>
                  <a:lnTo>
                    <a:pt x="251270" y="90899"/>
                  </a:lnTo>
                  <a:lnTo>
                    <a:pt x="251536" y="91020"/>
                  </a:lnTo>
                  <a:lnTo>
                    <a:pt x="251802" y="91111"/>
                  </a:lnTo>
                  <a:lnTo>
                    <a:pt x="252187" y="91292"/>
                  </a:lnTo>
                  <a:lnTo>
                    <a:pt x="252394" y="91413"/>
                  </a:lnTo>
                  <a:lnTo>
                    <a:pt x="253252" y="91837"/>
                  </a:lnTo>
                  <a:lnTo>
                    <a:pt x="253637" y="92049"/>
                  </a:lnTo>
                  <a:lnTo>
                    <a:pt x="253844" y="92170"/>
                  </a:lnTo>
                  <a:lnTo>
                    <a:pt x="254790" y="92684"/>
                  </a:lnTo>
                  <a:lnTo>
                    <a:pt x="255175" y="93107"/>
                  </a:lnTo>
                  <a:lnTo>
                    <a:pt x="255353" y="93319"/>
                  </a:lnTo>
                  <a:lnTo>
                    <a:pt x="255560" y="93500"/>
                  </a:lnTo>
                  <a:lnTo>
                    <a:pt x="255767" y="93712"/>
                  </a:lnTo>
                  <a:lnTo>
                    <a:pt x="256033" y="93833"/>
                  </a:lnTo>
                  <a:lnTo>
                    <a:pt x="256358" y="93894"/>
                  </a:lnTo>
                  <a:lnTo>
                    <a:pt x="256211" y="94408"/>
                  </a:lnTo>
                  <a:lnTo>
                    <a:pt x="255293" y="94196"/>
                  </a:lnTo>
                  <a:lnTo>
                    <a:pt x="253045" y="93561"/>
                  </a:lnTo>
                  <a:lnTo>
                    <a:pt x="252394" y="95769"/>
                  </a:lnTo>
                  <a:lnTo>
                    <a:pt x="252128" y="96616"/>
                  </a:lnTo>
                  <a:lnTo>
                    <a:pt x="251003" y="96162"/>
                  </a:lnTo>
                  <a:lnTo>
                    <a:pt x="250648" y="96011"/>
                  </a:lnTo>
                  <a:lnTo>
                    <a:pt x="250441" y="95920"/>
                  </a:lnTo>
                  <a:lnTo>
                    <a:pt x="249110" y="95376"/>
                  </a:lnTo>
                  <a:lnTo>
                    <a:pt x="248252" y="94952"/>
                  </a:lnTo>
                  <a:lnTo>
                    <a:pt x="246240" y="93470"/>
                  </a:lnTo>
                  <a:lnTo>
                    <a:pt x="245737" y="93077"/>
                  </a:lnTo>
                  <a:lnTo>
                    <a:pt x="244643" y="92593"/>
                  </a:lnTo>
                  <a:lnTo>
                    <a:pt x="243370" y="92049"/>
                  </a:lnTo>
                  <a:lnTo>
                    <a:pt x="243015" y="91867"/>
                  </a:lnTo>
                  <a:lnTo>
                    <a:pt x="242838" y="91776"/>
                  </a:lnTo>
                  <a:lnTo>
                    <a:pt x="242246" y="91383"/>
                  </a:lnTo>
                  <a:lnTo>
                    <a:pt x="241359" y="90748"/>
                  </a:lnTo>
                  <a:lnTo>
                    <a:pt x="240589" y="90082"/>
                  </a:lnTo>
                  <a:lnTo>
                    <a:pt x="240146" y="89689"/>
                  </a:lnTo>
                  <a:lnTo>
                    <a:pt x="239850" y="89719"/>
                  </a:lnTo>
                  <a:lnTo>
                    <a:pt x="236566" y="90143"/>
                  </a:lnTo>
                  <a:lnTo>
                    <a:pt x="233548" y="90566"/>
                  </a:lnTo>
                  <a:lnTo>
                    <a:pt x="231240" y="90869"/>
                  </a:lnTo>
                  <a:lnTo>
                    <a:pt x="228459" y="91232"/>
                  </a:lnTo>
                  <a:lnTo>
                    <a:pt x="225915" y="91565"/>
                  </a:lnTo>
                  <a:lnTo>
                    <a:pt x="223223" y="91897"/>
                  </a:lnTo>
                  <a:lnTo>
                    <a:pt x="220205" y="92321"/>
                  </a:lnTo>
                  <a:lnTo>
                    <a:pt x="220057" y="92351"/>
                  </a:lnTo>
                  <a:lnTo>
                    <a:pt x="217542" y="92684"/>
                  </a:lnTo>
                  <a:lnTo>
                    <a:pt x="217394" y="92714"/>
                  </a:lnTo>
                  <a:lnTo>
                    <a:pt x="215442" y="92986"/>
                  </a:lnTo>
                  <a:lnTo>
                    <a:pt x="214347" y="90234"/>
                  </a:lnTo>
                  <a:lnTo>
                    <a:pt x="213430" y="87904"/>
                  </a:lnTo>
                  <a:lnTo>
                    <a:pt x="212601" y="85847"/>
                  </a:lnTo>
                  <a:lnTo>
                    <a:pt x="212394" y="85333"/>
                  </a:lnTo>
                  <a:lnTo>
                    <a:pt x="212335" y="85182"/>
                  </a:lnTo>
                  <a:lnTo>
                    <a:pt x="210826" y="83669"/>
                  </a:lnTo>
                  <a:lnTo>
                    <a:pt x="210442" y="82550"/>
                  </a:lnTo>
                  <a:lnTo>
                    <a:pt x="209880" y="81219"/>
                  </a:lnTo>
                  <a:lnTo>
                    <a:pt x="206862" y="81552"/>
                  </a:lnTo>
                  <a:lnTo>
                    <a:pt x="206714" y="81552"/>
                  </a:lnTo>
                  <a:lnTo>
                    <a:pt x="203874" y="81915"/>
                  </a:lnTo>
                  <a:lnTo>
                    <a:pt x="201063" y="82278"/>
                  </a:lnTo>
                  <a:lnTo>
                    <a:pt x="198785" y="82580"/>
                  </a:lnTo>
                  <a:lnTo>
                    <a:pt x="197010" y="82792"/>
                  </a:lnTo>
                  <a:lnTo>
                    <a:pt x="192927" y="83337"/>
                  </a:lnTo>
                  <a:lnTo>
                    <a:pt x="189377" y="83790"/>
                  </a:lnTo>
                  <a:lnTo>
                    <a:pt x="188282" y="83911"/>
                  </a:lnTo>
                  <a:lnTo>
                    <a:pt x="188105" y="83942"/>
                  </a:lnTo>
                  <a:lnTo>
                    <a:pt x="182513" y="84698"/>
                  </a:lnTo>
                  <a:lnTo>
                    <a:pt x="177424" y="85394"/>
                  </a:lnTo>
                  <a:lnTo>
                    <a:pt x="173312" y="85968"/>
                  </a:lnTo>
                  <a:lnTo>
                    <a:pt x="173045" y="85999"/>
                  </a:lnTo>
                  <a:lnTo>
                    <a:pt x="168578" y="86604"/>
                  </a:lnTo>
                  <a:lnTo>
                    <a:pt x="168430" y="86634"/>
                  </a:lnTo>
                  <a:lnTo>
                    <a:pt x="164466" y="87178"/>
                  </a:lnTo>
                  <a:lnTo>
                    <a:pt x="162572" y="87420"/>
                  </a:lnTo>
                  <a:lnTo>
                    <a:pt x="158637" y="87965"/>
                  </a:lnTo>
                  <a:lnTo>
                    <a:pt x="156921" y="88207"/>
                  </a:lnTo>
                  <a:lnTo>
                    <a:pt x="157010" y="89235"/>
                  </a:lnTo>
                  <a:lnTo>
                    <a:pt x="157040" y="89417"/>
                  </a:lnTo>
                  <a:lnTo>
                    <a:pt x="157099" y="89961"/>
                  </a:lnTo>
                  <a:lnTo>
                    <a:pt x="157809" y="91897"/>
                  </a:lnTo>
                  <a:lnTo>
                    <a:pt x="158016" y="92442"/>
                  </a:lnTo>
                  <a:lnTo>
                    <a:pt x="158282" y="92775"/>
                  </a:lnTo>
                  <a:lnTo>
                    <a:pt x="158549" y="93138"/>
                  </a:lnTo>
                  <a:lnTo>
                    <a:pt x="158785" y="93591"/>
                  </a:lnTo>
                  <a:lnTo>
                    <a:pt x="159732" y="96223"/>
                  </a:lnTo>
                  <a:lnTo>
                    <a:pt x="162691" y="104330"/>
                  </a:lnTo>
                  <a:lnTo>
                    <a:pt x="162868" y="104844"/>
                  </a:lnTo>
                  <a:lnTo>
                    <a:pt x="164880" y="110380"/>
                  </a:lnTo>
                  <a:lnTo>
                    <a:pt x="166093" y="113828"/>
                  </a:lnTo>
                  <a:lnTo>
                    <a:pt x="166862" y="115855"/>
                  </a:lnTo>
                  <a:lnTo>
                    <a:pt x="167454" y="117367"/>
                  </a:lnTo>
                  <a:lnTo>
                    <a:pt x="167572" y="117730"/>
                  </a:lnTo>
                  <a:lnTo>
                    <a:pt x="168401" y="120362"/>
                  </a:lnTo>
                  <a:lnTo>
                    <a:pt x="170797" y="127017"/>
                  </a:lnTo>
                  <a:lnTo>
                    <a:pt x="171980" y="129981"/>
                  </a:lnTo>
                  <a:lnTo>
                    <a:pt x="173282" y="133309"/>
                  </a:lnTo>
                  <a:lnTo>
                    <a:pt x="174673" y="136455"/>
                  </a:lnTo>
                  <a:lnTo>
                    <a:pt x="174850" y="136848"/>
                  </a:lnTo>
                  <a:lnTo>
                    <a:pt x="176004" y="139359"/>
                  </a:lnTo>
                  <a:lnTo>
                    <a:pt x="176211" y="139843"/>
                  </a:lnTo>
                  <a:lnTo>
                    <a:pt x="177868" y="143775"/>
                  </a:lnTo>
                  <a:lnTo>
                    <a:pt x="178341" y="144894"/>
                  </a:lnTo>
                  <a:lnTo>
                    <a:pt x="178460" y="145409"/>
                  </a:lnTo>
                  <a:lnTo>
                    <a:pt x="177838" y="145499"/>
                  </a:lnTo>
                  <a:lnTo>
                    <a:pt x="176921" y="145651"/>
                  </a:lnTo>
                  <a:lnTo>
                    <a:pt x="176773" y="145651"/>
                  </a:lnTo>
                  <a:lnTo>
                    <a:pt x="173105" y="146195"/>
                  </a:lnTo>
                  <a:lnTo>
                    <a:pt x="172128" y="146316"/>
                  </a:lnTo>
                  <a:lnTo>
                    <a:pt x="169761" y="146649"/>
                  </a:lnTo>
                  <a:lnTo>
                    <a:pt x="169406" y="146709"/>
                  </a:lnTo>
                  <a:lnTo>
                    <a:pt x="168874" y="146770"/>
                  </a:lnTo>
                  <a:lnTo>
                    <a:pt x="167838" y="146921"/>
                  </a:lnTo>
                  <a:lnTo>
                    <a:pt x="167661" y="146951"/>
                  </a:lnTo>
                  <a:lnTo>
                    <a:pt x="166921" y="147072"/>
                  </a:lnTo>
                  <a:lnTo>
                    <a:pt x="166773" y="147072"/>
                  </a:lnTo>
                  <a:lnTo>
                    <a:pt x="166122" y="147163"/>
                  </a:lnTo>
                  <a:lnTo>
                    <a:pt x="165560" y="147254"/>
                  </a:lnTo>
                  <a:lnTo>
                    <a:pt x="164111" y="147465"/>
                  </a:lnTo>
                  <a:lnTo>
                    <a:pt x="163430" y="147556"/>
                  </a:lnTo>
                  <a:lnTo>
                    <a:pt x="163105" y="147586"/>
                  </a:lnTo>
                  <a:lnTo>
                    <a:pt x="161034" y="147889"/>
                  </a:lnTo>
                  <a:lnTo>
                    <a:pt x="160767" y="147919"/>
                  </a:lnTo>
                  <a:lnTo>
                    <a:pt x="157483" y="148403"/>
                  </a:lnTo>
                  <a:lnTo>
                    <a:pt x="154762" y="148766"/>
                  </a:lnTo>
                  <a:lnTo>
                    <a:pt x="154140" y="148857"/>
                  </a:lnTo>
                  <a:lnTo>
                    <a:pt x="154081" y="148403"/>
                  </a:lnTo>
                  <a:lnTo>
                    <a:pt x="153608" y="145136"/>
                  </a:lnTo>
                  <a:lnTo>
                    <a:pt x="152839" y="139691"/>
                  </a:lnTo>
                  <a:lnTo>
                    <a:pt x="152809" y="139540"/>
                  </a:lnTo>
                  <a:lnTo>
                    <a:pt x="152454" y="137211"/>
                  </a:lnTo>
                  <a:lnTo>
                    <a:pt x="152365" y="136485"/>
                  </a:lnTo>
                  <a:lnTo>
                    <a:pt x="152247" y="135819"/>
                  </a:lnTo>
                  <a:lnTo>
                    <a:pt x="152217" y="135487"/>
                  </a:lnTo>
                  <a:lnTo>
                    <a:pt x="152099" y="134851"/>
                  </a:lnTo>
                  <a:lnTo>
                    <a:pt x="151921" y="133520"/>
                  </a:lnTo>
                  <a:lnTo>
                    <a:pt x="151862" y="133218"/>
                  </a:lnTo>
                  <a:lnTo>
                    <a:pt x="151833" y="133067"/>
                  </a:lnTo>
                  <a:lnTo>
                    <a:pt x="151803" y="132825"/>
                  </a:lnTo>
                  <a:lnTo>
                    <a:pt x="151773" y="132522"/>
                  </a:lnTo>
                  <a:lnTo>
                    <a:pt x="151714" y="132280"/>
                  </a:lnTo>
                  <a:lnTo>
                    <a:pt x="151566" y="131282"/>
                  </a:lnTo>
                  <a:lnTo>
                    <a:pt x="151448" y="130465"/>
                  </a:lnTo>
                  <a:lnTo>
                    <a:pt x="151418" y="130254"/>
                  </a:lnTo>
                  <a:lnTo>
                    <a:pt x="151359" y="129891"/>
                  </a:lnTo>
                  <a:lnTo>
                    <a:pt x="151300" y="129467"/>
                  </a:lnTo>
                  <a:lnTo>
                    <a:pt x="151241" y="129013"/>
                  </a:lnTo>
                  <a:lnTo>
                    <a:pt x="150915" y="126926"/>
                  </a:lnTo>
                  <a:lnTo>
                    <a:pt x="150413" y="123689"/>
                  </a:lnTo>
                  <a:lnTo>
                    <a:pt x="149910" y="120271"/>
                  </a:lnTo>
                  <a:lnTo>
                    <a:pt x="149821" y="119606"/>
                  </a:lnTo>
                  <a:lnTo>
                    <a:pt x="149140" y="115220"/>
                  </a:lnTo>
                  <a:lnTo>
                    <a:pt x="149081" y="114857"/>
                  </a:lnTo>
                  <a:lnTo>
                    <a:pt x="149022" y="114433"/>
                  </a:lnTo>
                  <a:lnTo>
                    <a:pt x="148963" y="113979"/>
                  </a:lnTo>
                  <a:lnTo>
                    <a:pt x="148933" y="113768"/>
                  </a:lnTo>
                  <a:lnTo>
                    <a:pt x="148785" y="112769"/>
                  </a:lnTo>
                  <a:lnTo>
                    <a:pt x="148667" y="112043"/>
                  </a:lnTo>
                  <a:lnTo>
                    <a:pt x="149288" y="108323"/>
                  </a:lnTo>
                  <a:lnTo>
                    <a:pt x="149555" y="106538"/>
                  </a:lnTo>
                  <a:lnTo>
                    <a:pt x="149584" y="106387"/>
                  </a:lnTo>
                  <a:lnTo>
                    <a:pt x="149762" y="105419"/>
                  </a:lnTo>
                  <a:lnTo>
                    <a:pt x="150294" y="102333"/>
                  </a:lnTo>
                  <a:lnTo>
                    <a:pt x="150442" y="101547"/>
                  </a:lnTo>
                  <a:lnTo>
                    <a:pt x="147927" y="101880"/>
                  </a:lnTo>
                  <a:lnTo>
                    <a:pt x="147484" y="101940"/>
                  </a:lnTo>
                  <a:lnTo>
                    <a:pt x="145087" y="102273"/>
                  </a:lnTo>
                  <a:lnTo>
                    <a:pt x="142040" y="102696"/>
                  </a:lnTo>
                  <a:lnTo>
                    <a:pt x="138578" y="103180"/>
                  </a:lnTo>
                  <a:lnTo>
                    <a:pt x="137809" y="103271"/>
                  </a:lnTo>
                  <a:lnTo>
                    <a:pt x="137572" y="103301"/>
                  </a:lnTo>
                  <a:lnTo>
                    <a:pt x="137395" y="103332"/>
                  </a:lnTo>
                  <a:lnTo>
                    <a:pt x="133223" y="103937"/>
                  </a:lnTo>
                  <a:lnTo>
                    <a:pt x="132780" y="103997"/>
                  </a:lnTo>
                  <a:lnTo>
                    <a:pt x="132217" y="104088"/>
                  </a:lnTo>
                  <a:lnTo>
                    <a:pt x="126685" y="104844"/>
                  </a:lnTo>
                  <a:lnTo>
                    <a:pt x="126478" y="104693"/>
                  </a:lnTo>
                  <a:lnTo>
                    <a:pt x="127720" y="103180"/>
                  </a:lnTo>
                  <a:lnTo>
                    <a:pt x="130679" y="99520"/>
                  </a:lnTo>
                  <a:lnTo>
                    <a:pt x="131626" y="98340"/>
                  </a:lnTo>
                  <a:lnTo>
                    <a:pt x="132425" y="97342"/>
                  </a:lnTo>
                  <a:lnTo>
                    <a:pt x="133253" y="96314"/>
                  </a:lnTo>
                  <a:lnTo>
                    <a:pt x="133608" y="95890"/>
                  </a:lnTo>
                  <a:lnTo>
                    <a:pt x="133845" y="95618"/>
                  </a:lnTo>
                  <a:lnTo>
                    <a:pt x="133993" y="95406"/>
                  </a:lnTo>
                  <a:lnTo>
                    <a:pt x="134466" y="94771"/>
                  </a:lnTo>
                  <a:lnTo>
                    <a:pt x="135383" y="93652"/>
                  </a:lnTo>
                  <a:lnTo>
                    <a:pt x="136419" y="92381"/>
                  </a:lnTo>
                  <a:lnTo>
                    <a:pt x="136566" y="92200"/>
                  </a:lnTo>
                  <a:lnTo>
                    <a:pt x="136951" y="91655"/>
                  </a:lnTo>
                  <a:lnTo>
                    <a:pt x="137513" y="90657"/>
                  </a:lnTo>
                  <a:lnTo>
                    <a:pt x="137395" y="90506"/>
                  </a:lnTo>
                  <a:lnTo>
                    <a:pt x="137306" y="90355"/>
                  </a:lnTo>
                  <a:lnTo>
                    <a:pt x="137217" y="90203"/>
                  </a:lnTo>
                  <a:lnTo>
                    <a:pt x="137158" y="90022"/>
                  </a:lnTo>
                  <a:lnTo>
                    <a:pt x="137099" y="89840"/>
                  </a:lnTo>
                  <a:lnTo>
                    <a:pt x="137069" y="89659"/>
                  </a:lnTo>
                  <a:lnTo>
                    <a:pt x="137069" y="89477"/>
                  </a:lnTo>
                  <a:lnTo>
                    <a:pt x="137099" y="89296"/>
                  </a:lnTo>
                  <a:lnTo>
                    <a:pt x="137129" y="89145"/>
                  </a:lnTo>
                  <a:lnTo>
                    <a:pt x="137188" y="88963"/>
                  </a:lnTo>
                  <a:lnTo>
                    <a:pt x="137277" y="88812"/>
                  </a:lnTo>
                  <a:lnTo>
                    <a:pt x="137602" y="88388"/>
                  </a:lnTo>
                  <a:lnTo>
                    <a:pt x="137750" y="88267"/>
                  </a:lnTo>
                  <a:lnTo>
                    <a:pt x="137927" y="88177"/>
                  </a:lnTo>
                  <a:lnTo>
                    <a:pt x="138075" y="88116"/>
                  </a:lnTo>
                  <a:lnTo>
                    <a:pt x="138253" y="88056"/>
                  </a:lnTo>
                  <a:lnTo>
                    <a:pt x="138460" y="88025"/>
                  </a:lnTo>
                  <a:lnTo>
                    <a:pt x="138075" y="82943"/>
                  </a:lnTo>
                  <a:lnTo>
                    <a:pt x="137868" y="80251"/>
                  </a:lnTo>
                  <a:lnTo>
                    <a:pt x="137632" y="77378"/>
                  </a:lnTo>
                  <a:lnTo>
                    <a:pt x="137395" y="74837"/>
                  </a:lnTo>
                  <a:lnTo>
                    <a:pt x="137158" y="72507"/>
                  </a:lnTo>
                  <a:lnTo>
                    <a:pt x="137129" y="72084"/>
                  </a:lnTo>
                  <a:lnTo>
                    <a:pt x="136862" y="68938"/>
                  </a:lnTo>
                  <a:lnTo>
                    <a:pt x="136626" y="65913"/>
                  </a:lnTo>
                  <a:lnTo>
                    <a:pt x="136537" y="65006"/>
                  </a:lnTo>
                  <a:lnTo>
                    <a:pt x="136241" y="61194"/>
                  </a:lnTo>
                  <a:lnTo>
                    <a:pt x="133608" y="61013"/>
                  </a:lnTo>
                  <a:lnTo>
                    <a:pt x="132750" y="60922"/>
                  </a:lnTo>
                  <a:lnTo>
                    <a:pt x="130945" y="60801"/>
                  </a:lnTo>
                  <a:lnTo>
                    <a:pt x="129200" y="60680"/>
                  </a:lnTo>
                  <a:lnTo>
                    <a:pt x="127927" y="60589"/>
                  </a:lnTo>
                  <a:lnTo>
                    <a:pt x="127425" y="60559"/>
                  </a:lnTo>
                  <a:lnTo>
                    <a:pt x="126271" y="60438"/>
                  </a:lnTo>
                  <a:lnTo>
                    <a:pt x="123046" y="59833"/>
                  </a:lnTo>
                  <a:lnTo>
                    <a:pt x="122365" y="59712"/>
                  </a:lnTo>
                  <a:lnTo>
                    <a:pt x="121892" y="59621"/>
                  </a:lnTo>
                  <a:lnTo>
                    <a:pt x="121507" y="59530"/>
                  </a:lnTo>
                  <a:lnTo>
                    <a:pt x="119525" y="59137"/>
                  </a:lnTo>
                  <a:lnTo>
                    <a:pt x="117247" y="58653"/>
                  </a:lnTo>
                  <a:lnTo>
                    <a:pt x="116419" y="58502"/>
                  </a:lnTo>
                  <a:lnTo>
                    <a:pt x="115945" y="58411"/>
                  </a:lnTo>
                  <a:lnTo>
                    <a:pt x="112247" y="57685"/>
                  </a:lnTo>
                  <a:lnTo>
                    <a:pt x="106596" y="56596"/>
                  </a:lnTo>
                  <a:lnTo>
                    <a:pt x="103756" y="56052"/>
                  </a:lnTo>
                  <a:lnTo>
                    <a:pt x="102543" y="55840"/>
                  </a:lnTo>
                  <a:lnTo>
                    <a:pt x="101478" y="58169"/>
                  </a:lnTo>
                  <a:lnTo>
                    <a:pt x="100561" y="60014"/>
                  </a:lnTo>
                  <a:lnTo>
                    <a:pt x="99969" y="61255"/>
                  </a:lnTo>
                  <a:lnTo>
                    <a:pt x="99880" y="61497"/>
                  </a:lnTo>
                  <a:lnTo>
                    <a:pt x="99703" y="62132"/>
                  </a:lnTo>
                  <a:lnTo>
                    <a:pt x="99525" y="62707"/>
                  </a:lnTo>
                  <a:lnTo>
                    <a:pt x="97721" y="66367"/>
                  </a:lnTo>
                  <a:lnTo>
                    <a:pt x="96093" y="68514"/>
                  </a:lnTo>
                  <a:lnTo>
                    <a:pt x="94732" y="70329"/>
                  </a:lnTo>
                  <a:lnTo>
                    <a:pt x="92987" y="72749"/>
                  </a:lnTo>
                  <a:lnTo>
                    <a:pt x="92425" y="73536"/>
                  </a:lnTo>
                  <a:lnTo>
                    <a:pt x="92306" y="73748"/>
                  </a:lnTo>
                  <a:lnTo>
                    <a:pt x="91656" y="74716"/>
                  </a:lnTo>
                  <a:lnTo>
                    <a:pt x="91330" y="75321"/>
                  </a:lnTo>
                  <a:lnTo>
                    <a:pt x="91064" y="75895"/>
                  </a:lnTo>
                  <a:lnTo>
                    <a:pt x="90886" y="76500"/>
                  </a:lnTo>
                  <a:lnTo>
                    <a:pt x="90738" y="77196"/>
                  </a:lnTo>
                  <a:lnTo>
                    <a:pt x="90354" y="79011"/>
                  </a:lnTo>
                  <a:lnTo>
                    <a:pt x="90028" y="80312"/>
                  </a:lnTo>
                  <a:lnTo>
                    <a:pt x="89496" y="82308"/>
                  </a:lnTo>
                  <a:lnTo>
                    <a:pt x="89111" y="83427"/>
                  </a:lnTo>
                  <a:lnTo>
                    <a:pt x="88786" y="84305"/>
                  </a:lnTo>
                  <a:lnTo>
                    <a:pt x="88608" y="84879"/>
                  </a:lnTo>
                  <a:lnTo>
                    <a:pt x="88490" y="85363"/>
                  </a:lnTo>
                  <a:lnTo>
                    <a:pt x="88401" y="85847"/>
                  </a:lnTo>
                  <a:lnTo>
                    <a:pt x="88135" y="87874"/>
                  </a:lnTo>
                  <a:lnTo>
                    <a:pt x="87484" y="90445"/>
                  </a:lnTo>
                  <a:lnTo>
                    <a:pt x="87040" y="91958"/>
                  </a:lnTo>
                  <a:lnTo>
                    <a:pt x="86804" y="92714"/>
                  </a:lnTo>
                  <a:lnTo>
                    <a:pt x="86153" y="94801"/>
                  </a:lnTo>
                  <a:lnTo>
                    <a:pt x="84525" y="99611"/>
                  </a:lnTo>
                  <a:lnTo>
                    <a:pt x="84289" y="100276"/>
                  </a:lnTo>
                  <a:lnTo>
                    <a:pt x="83342" y="103029"/>
                  </a:lnTo>
                  <a:lnTo>
                    <a:pt x="82898" y="104330"/>
                  </a:lnTo>
                  <a:lnTo>
                    <a:pt x="81241" y="109170"/>
                  </a:lnTo>
                  <a:lnTo>
                    <a:pt x="80472" y="111590"/>
                  </a:lnTo>
                  <a:lnTo>
                    <a:pt x="79733" y="111620"/>
                  </a:lnTo>
                  <a:lnTo>
                    <a:pt x="78253" y="111650"/>
                  </a:lnTo>
                  <a:lnTo>
                    <a:pt x="77691" y="111680"/>
                  </a:lnTo>
                  <a:lnTo>
                    <a:pt x="69969" y="112013"/>
                  </a:lnTo>
                  <a:lnTo>
                    <a:pt x="69585" y="112043"/>
                  </a:lnTo>
                  <a:lnTo>
                    <a:pt x="67839" y="112043"/>
                  </a:lnTo>
                  <a:lnTo>
                    <a:pt x="67336" y="112074"/>
                  </a:lnTo>
                  <a:lnTo>
                    <a:pt x="67070" y="112074"/>
                  </a:lnTo>
                  <a:lnTo>
                    <a:pt x="65532" y="112104"/>
                  </a:lnTo>
                  <a:lnTo>
                    <a:pt x="61626" y="112225"/>
                  </a:lnTo>
                  <a:lnTo>
                    <a:pt x="57810" y="112316"/>
                  </a:lnTo>
                  <a:lnTo>
                    <a:pt x="56508" y="112346"/>
                  </a:lnTo>
                  <a:lnTo>
                    <a:pt x="55265" y="112376"/>
                  </a:lnTo>
                  <a:lnTo>
                    <a:pt x="53638" y="112406"/>
                  </a:lnTo>
                  <a:lnTo>
                    <a:pt x="52928" y="112437"/>
                  </a:lnTo>
                  <a:lnTo>
                    <a:pt x="49703" y="112527"/>
                  </a:lnTo>
                  <a:lnTo>
                    <a:pt x="47425" y="112588"/>
                  </a:lnTo>
                  <a:lnTo>
                    <a:pt x="45798" y="112618"/>
                  </a:lnTo>
                  <a:lnTo>
                    <a:pt x="43520" y="112679"/>
                  </a:lnTo>
                  <a:lnTo>
                    <a:pt x="42928" y="112709"/>
                  </a:lnTo>
                  <a:lnTo>
                    <a:pt x="39822" y="112769"/>
                  </a:lnTo>
                  <a:lnTo>
                    <a:pt x="38017" y="113132"/>
                  </a:lnTo>
                  <a:lnTo>
                    <a:pt x="37662" y="113223"/>
                  </a:lnTo>
                  <a:lnTo>
                    <a:pt x="37455" y="113253"/>
                  </a:lnTo>
                  <a:lnTo>
                    <a:pt x="37070" y="113374"/>
                  </a:lnTo>
                  <a:lnTo>
                    <a:pt x="36893" y="113435"/>
                  </a:lnTo>
                  <a:lnTo>
                    <a:pt x="34467" y="114040"/>
                  </a:lnTo>
                  <a:lnTo>
                    <a:pt x="33431" y="114282"/>
                  </a:lnTo>
                  <a:lnTo>
                    <a:pt x="32455" y="114463"/>
                  </a:lnTo>
                  <a:lnTo>
                    <a:pt x="32070" y="114524"/>
                  </a:lnTo>
                  <a:lnTo>
                    <a:pt x="31597" y="114463"/>
                  </a:lnTo>
                  <a:lnTo>
                    <a:pt x="31419" y="114433"/>
                  </a:lnTo>
                  <a:lnTo>
                    <a:pt x="31419" y="113556"/>
                  </a:lnTo>
                  <a:lnTo>
                    <a:pt x="31390" y="111680"/>
                  </a:lnTo>
                  <a:lnTo>
                    <a:pt x="31360" y="110985"/>
                  </a:lnTo>
                  <a:lnTo>
                    <a:pt x="31301" y="109896"/>
                  </a:lnTo>
                  <a:lnTo>
                    <a:pt x="31271" y="109291"/>
                  </a:lnTo>
                  <a:lnTo>
                    <a:pt x="31035" y="107355"/>
                  </a:lnTo>
                  <a:lnTo>
                    <a:pt x="30768" y="105419"/>
                  </a:lnTo>
                  <a:lnTo>
                    <a:pt x="30591" y="104269"/>
                  </a:lnTo>
                  <a:lnTo>
                    <a:pt x="30384" y="102938"/>
                  </a:lnTo>
                  <a:lnTo>
                    <a:pt x="30088" y="101577"/>
                  </a:lnTo>
                  <a:lnTo>
                    <a:pt x="30029" y="101365"/>
                  </a:lnTo>
                  <a:lnTo>
                    <a:pt x="29348" y="98522"/>
                  </a:lnTo>
                  <a:lnTo>
                    <a:pt x="28934" y="96616"/>
                  </a:lnTo>
                  <a:lnTo>
                    <a:pt x="28786" y="96102"/>
                  </a:lnTo>
                  <a:lnTo>
                    <a:pt x="28668" y="95467"/>
                  </a:lnTo>
                  <a:lnTo>
                    <a:pt x="28135" y="93138"/>
                  </a:lnTo>
                  <a:lnTo>
                    <a:pt x="27987" y="92472"/>
                  </a:lnTo>
                  <a:lnTo>
                    <a:pt x="27721" y="91171"/>
                  </a:lnTo>
                  <a:lnTo>
                    <a:pt x="27573" y="89780"/>
                  </a:lnTo>
                  <a:lnTo>
                    <a:pt x="27484" y="89447"/>
                  </a:lnTo>
                  <a:lnTo>
                    <a:pt x="20976" y="91111"/>
                  </a:lnTo>
                  <a:lnTo>
                    <a:pt x="20502" y="91232"/>
                  </a:lnTo>
                  <a:lnTo>
                    <a:pt x="19881" y="91353"/>
                  </a:lnTo>
                  <a:lnTo>
                    <a:pt x="18786" y="91595"/>
                  </a:lnTo>
                  <a:lnTo>
                    <a:pt x="16567" y="91928"/>
                  </a:lnTo>
                  <a:lnTo>
                    <a:pt x="15887" y="92018"/>
                  </a:lnTo>
                  <a:lnTo>
                    <a:pt x="13106" y="92321"/>
                  </a:lnTo>
                  <a:lnTo>
                    <a:pt x="11065" y="92502"/>
                  </a:lnTo>
                  <a:lnTo>
                    <a:pt x="10709" y="92472"/>
                  </a:lnTo>
                  <a:lnTo>
                    <a:pt x="10473" y="92502"/>
                  </a:lnTo>
                  <a:lnTo>
                    <a:pt x="9171" y="92684"/>
                  </a:lnTo>
                  <a:lnTo>
                    <a:pt x="7573" y="92926"/>
                  </a:lnTo>
                  <a:lnTo>
                    <a:pt x="6124" y="93138"/>
                  </a:lnTo>
                  <a:lnTo>
                    <a:pt x="5532" y="93228"/>
                  </a:lnTo>
                  <a:lnTo>
                    <a:pt x="3875" y="93349"/>
                  </a:lnTo>
                  <a:lnTo>
                    <a:pt x="3816" y="92926"/>
                  </a:lnTo>
                  <a:lnTo>
                    <a:pt x="2840" y="92775"/>
                  </a:lnTo>
                  <a:lnTo>
                    <a:pt x="1508" y="91897"/>
                  </a:lnTo>
                  <a:lnTo>
                    <a:pt x="857" y="91444"/>
                  </a:lnTo>
                  <a:lnTo>
                    <a:pt x="710" y="91232"/>
                  </a:lnTo>
                  <a:lnTo>
                    <a:pt x="562" y="90536"/>
                  </a:lnTo>
                  <a:lnTo>
                    <a:pt x="443" y="90022"/>
                  </a:lnTo>
                  <a:lnTo>
                    <a:pt x="443" y="89810"/>
                  </a:lnTo>
                  <a:lnTo>
                    <a:pt x="473" y="89114"/>
                  </a:lnTo>
                  <a:lnTo>
                    <a:pt x="710" y="88570"/>
                  </a:lnTo>
                  <a:lnTo>
                    <a:pt x="1005" y="88570"/>
                  </a:lnTo>
                  <a:lnTo>
                    <a:pt x="1568" y="88116"/>
                  </a:lnTo>
                  <a:lnTo>
                    <a:pt x="1420" y="87451"/>
                  </a:lnTo>
                  <a:lnTo>
                    <a:pt x="1863" y="86997"/>
                  </a:lnTo>
                  <a:lnTo>
                    <a:pt x="1390" y="86362"/>
                  </a:lnTo>
                  <a:lnTo>
                    <a:pt x="887" y="86543"/>
                  </a:lnTo>
                  <a:lnTo>
                    <a:pt x="295" y="85757"/>
                  </a:lnTo>
                  <a:lnTo>
                    <a:pt x="207" y="85605"/>
                  </a:lnTo>
                  <a:lnTo>
                    <a:pt x="29" y="85333"/>
                  </a:lnTo>
                  <a:lnTo>
                    <a:pt x="0" y="84849"/>
                  </a:lnTo>
                  <a:lnTo>
                    <a:pt x="29" y="84395"/>
                  </a:lnTo>
                  <a:lnTo>
                    <a:pt x="118" y="83639"/>
                  </a:lnTo>
                  <a:lnTo>
                    <a:pt x="177" y="83246"/>
                  </a:lnTo>
                  <a:lnTo>
                    <a:pt x="236" y="82822"/>
                  </a:lnTo>
                  <a:lnTo>
                    <a:pt x="384" y="81280"/>
                  </a:lnTo>
                  <a:lnTo>
                    <a:pt x="502" y="80070"/>
                  </a:lnTo>
                  <a:lnTo>
                    <a:pt x="828" y="77287"/>
                  </a:lnTo>
                  <a:lnTo>
                    <a:pt x="1124" y="74595"/>
                  </a:lnTo>
                  <a:lnTo>
                    <a:pt x="1153" y="74443"/>
                  </a:lnTo>
                  <a:lnTo>
                    <a:pt x="1301" y="72810"/>
                  </a:lnTo>
                  <a:lnTo>
                    <a:pt x="1597" y="70299"/>
                  </a:lnTo>
                  <a:lnTo>
                    <a:pt x="1775" y="68635"/>
                  </a:lnTo>
                  <a:lnTo>
                    <a:pt x="1952" y="66851"/>
                  </a:lnTo>
                  <a:lnTo>
                    <a:pt x="2189" y="64612"/>
                  </a:lnTo>
                  <a:lnTo>
                    <a:pt x="2218" y="64340"/>
                  </a:lnTo>
                  <a:lnTo>
                    <a:pt x="2248" y="63796"/>
                  </a:lnTo>
                  <a:lnTo>
                    <a:pt x="5266" y="63251"/>
                  </a:lnTo>
                  <a:lnTo>
                    <a:pt x="8609" y="62646"/>
                  </a:lnTo>
                  <a:lnTo>
                    <a:pt x="8964" y="62586"/>
                  </a:lnTo>
                  <a:lnTo>
                    <a:pt x="11567" y="62132"/>
                  </a:lnTo>
                  <a:lnTo>
                    <a:pt x="11952" y="62041"/>
                  </a:lnTo>
                  <a:lnTo>
                    <a:pt x="12780" y="61890"/>
                  </a:lnTo>
                  <a:lnTo>
                    <a:pt x="14319" y="61618"/>
                  </a:lnTo>
                  <a:lnTo>
                    <a:pt x="16538" y="61224"/>
                  </a:lnTo>
                  <a:lnTo>
                    <a:pt x="16715" y="61194"/>
                  </a:lnTo>
                  <a:lnTo>
                    <a:pt x="19437" y="60710"/>
                  </a:lnTo>
                  <a:lnTo>
                    <a:pt x="18490" y="55416"/>
                  </a:lnTo>
                  <a:lnTo>
                    <a:pt x="17988" y="52724"/>
                  </a:lnTo>
                  <a:lnTo>
                    <a:pt x="17573" y="49609"/>
                  </a:lnTo>
                  <a:lnTo>
                    <a:pt x="19615" y="49367"/>
                  </a:lnTo>
                  <a:lnTo>
                    <a:pt x="20147" y="49336"/>
                  </a:lnTo>
                  <a:lnTo>
                    <a:pt x="20118" y="49125"/>
                  </a:lnTo>
                  <a:lnTo>
                    <a:pt x="19911" y="46493"/>
                  </a:lnTo>
                  <a:lnTo>
                    <a:pt x="19674" y="43559"/>
                  </a:lnTo>
                  <a:lnTo>
                    <a:pt x="19644" y="43256"/>
                  </a:lnTo>
                  <a:lnTo>
                    <a:pt x="16863" y="43468"/>
                  </a:lnTo>
                  <a:lnTo>
                    <a:pt x="16745" y="42046"/>
                  </a:lnTo>
                  <a:lnTo>
                    <a:pt x="16449" y="38053"/>
                  </a:lnTo>
                  <a:lnTo>
                    <a:pt x="16301" y="36329"/>
                  </a:lnTo>
                  <a:lnTo>
                    <a:pt x="16212" y="34998"/>
                  </a:lnTo>
                  <a:lnTo>
                    <a:pt x="16183" y="34635"/>
                  </a:lnTo>
                  <a:lnTo>
                    <a:pt x="16035" y="32881"/>
                  </a:lnTo>
                  <a:lnTo>
                    <a:pt x="16005" y="32245"/>
                  </a:lnTo>
                  <a:lnTo>
                    <a:pt x="15798" y="29856"/>
                  </a:lnTo>
                  <a:lnTo>
                    <a:pt x="15562" y="26800"/>
                  </a:lnTo>
                  <a:lnTo>
                    <a:pt x="15502" y="25923"/>
                  </a:lnTo>
                  <a:lnTo>
                    <a:pt x="17011" y="25772"/>
                  </a:lnTo>
                  <a:lnTo>
                    <a:pt x="16952" y="25167"/>
                  </a:lnTo>
                  <a:lnTo>
                    <a:pt x="16922" y="24955"/>
                  </a:lnTo>
                  <a:lnTo>
                    <a:pt x="16834" y="24381"/>
                  </a:lnTo>
                  <a:lnTo>
                    <a:pt x="16627" y="22747"/>
                  </a:lnTo>
                  <a:lnTo>
                    <a:pt x="16567" y="22112"/>
                  </a:lnTo>
                  <a:lnTo>
                    <a:pt x="16449" y="21174"/>
                  </a:lnTo>
                  <a:lnTo>
                    <a:pt x="16390" y="20751"/>
                  </a:lnTo>
                  <a:lnTo>
                    <a:pt x="16153" y="18815"/>
                  </a:lnTo>
                  <a:lnTo>
                    <a:pt x="16124" y="18603"/>
                  </a:lnTo>
                  <a:lnTo>
                    <a:pt x="15946" y="17181"/>
                  </a:lnTo>
                  <a:lnTo>
                    <a:pt x="16272" y="17090"/>
                  </a:lnTo>
                  <a:lnTo>
                    <a:pt x="16863" y="16939"/>
                  </a:lnTo>
                  <a:lnTo>
                    <a:pt x="17810" y="16788"/>
                  </a:lnTo>
                  <a:lnTo>
                    <a:pt x="18934" y="16637"/>
                  </a:lnTo>
                  <a:lnTo>
                    <a:pt x="20059" y="16364"/>
                  </a:lnTo>
                  <a:lnTo>
                    <a:pt x="20414" y="16274"/>
                  </a:lnTo>
                  <a:lnTo>
                    <a:pt x="21479" y="16032"/>
                  </a:lnTo>
                  <a:lnTo>
                    <a:pt x="22189" y="15880"/>
                  </a:lnTo>
                  <a:lnTo>
                    <a:pt x="22662" y="15699"/>
                  </a:lnTo>
                  <a:lnTo>
                    <a:pt x="23934" y="15336"/>
                  </a:lnTo>
                  <a:lnTo>
                    <a:pt x="25473" y="14882"/>
                  </a:lnTo>
                  <a:lnTo>
                    <a:pt x="26124" y="14822"/>
                  </a:lnTo>
                  <a:lnTo>
                    <a:pt x="26390" y="14791"/>
                  </a:lnTo>
                  <a:lnTo>
                    <a:pt x="27189" y="14731"/>
                  </a:lnTo>
                  <a:lnTo>
                    <a:pt x="27514" y="14731"/>
                  </a:lnTo>
                  <a:lnTo>
                    <a:pt x="28520" y="14761"/>
                  </a:lnTo>
                  <a:lnTo>
                    <a:pt x="28757" y="14731"/>
                  </a:lnTo>
                  <a:lnTo>
                    <a:pt x="30088" y="14580"/>
                  </a:lnTo>
                  <a:lnTo>
                    <a:pt x="30650" y="14489"/>
                  </a:lnTo>
                  <a:lnTo>
                    <a:pt x="30976" y="14459"/>
                  </a:lnTo>
                  <a:lnTo>
                    <a:pt x="32011" y="14065"/>
                  </a:lnTo>
                  <a:lnTo>
                    <a:pt x="32277" y="14005"/>
                  </a:lnTo>
                  <a:lnTo>
                    <a:pt x="32632" y="13884"/>
                  </a:lnTo>
                  <a:lnTo>
                    <a:pt x="33135" y="13733"/>
                  </a:lnTo>
                  <a:lnTo>
                    <a:pt x="33313" y="13702"/>
                  </a:lnTo>
                  <a:lnTo>
                    <a:pt x="34585" y="13370"/>
                  </a:lnTo>
                  <a:lnTo>
                    <a:pt x="35473" y="13219"/>
                  </a:lnTo>
                  <a:lnTo>
                    <a:pt x="36390" y="13037"/>
                  </a:lnTo>
                  <a:lnTo>
                    <a:pt x="37011" y="12916"/>
                  </a:lnTo>
                  <a:lnTo>
                    <a:pt x="37189" y="12886"/>
                  </a:lnTo>
                  <a:lnTo>
                    <a:pt x="38254" y="12765"/>
                  </a:lnTo>
                  <a:lnTo>
                    <a:pt x="38786" y="12704"/>
                  </a:lnTo>
                  <a:lnTo>
                    <a:pt x="39348" y="12614"/>
                  </a:lnTo>
                  <a:lnTo>
                    <a:pt x="40325" y="12553"/>
                  </a:lnTo>
                  <a:lnTo>
                    <a:pt x="41478" y="12523"/>
                  </a:lnTo>
                  <a:lnTo>
                    <a:pt x="42011" y="12462"/>
                  </a:lnTo>
                  <a:lnTo>
                    <a:pt x="42248" y="12432"/>
                  </a:lnTo>
                  <a:lnTo>
                    <a:pt x="42544" y="12402"/>
                  </a:lnTo>
                  <a:lnTo>
                    <a:pt x="43135" y="12311"/>
                  </a:lnTo>
                  <a:lnTo>
                    <a:pt x="43786" y="12160"/>
                  </a:lnTo>
                  <a:lnTo>
                    <a:pt x="44703" y="11918"/>
                  </a:lnTo>
                  <a:lnTo>
                    <a:pt x="45088" y="11827"/>
                  </a:lnTo>
                  <a:lnTo>
                    <a:pt x="45709" y="11676"/>
                  </a:lnTo>
                  <a:lnTo>
                    <a:pt x="45946" y="11646"/>
                  </a:lnTo>
                  <a:lnTo>
                    <a:pt x="46419" y="11525"/>
                  </a:lnTo>
                  <a:lnTo>
                    <a:pt x="47218" y="11404"/>
                  </a:lnTo>
                  <a:lnTo>
                    <a:pt x="48046" y="11283"/>
                  </a:lnTo>
                  <a:lnTo>
                    <a:pt x="48816" y="11252"/>
                  </a:lnTo>
                  <a:lnTo>
                    <a:pt x="49585" y="11222"/>
                  </a:lnTo>
                  <a:lnTo>
                    <a:pt x="50472" y="11192"/>
                  </a:lnTo>
                  <a:lnTo>
                    <a:pt x="50857" y="11222"/>
                  </a:lnTo>
                  <a:lnTo>
                    <a:pt x="51301" y="11222"/>
                  </a:lnTo>
                  <a:lnTo>
                    <a:pt x="51804" y="11313"/>
                  </a:lnTo>
                  <a:lnTo>
                    <a:pt x="52129" y="11373"/>
                  </a:lnTo>
                  <a:lnTo>
                    <a:pt x="52484" y="11373"/>
                  </a:lnTo>
                  <a:lnTo>
                    <a:pt x="52869" y="11252"/>
                  </a:lnTo>
                  <a:lnTo>
                    <a:pt x="53372" y="11162"/>
                  </a:lnTo>
                  <a:lnTo>
                    <a:pt x="53816" y="11071"/>
                  </a:lnTo>
                  <a:lnTo>
                    <a:pt x="54289" y="11010"/>
                  </a:lnTo>
                  <a:lnTo>
                    <a:pt x="54881" y="11071"/>
                  </a:lnTo>
                  <a:lnTo>
                    <a:pt x="55443" y="11222"/>
                  </a:lnTo>
                  <a:lnTo>
                    <a:pt x="55916" y="11373"/>
                  </a:lnTo>
                  <a:lnTo>
                    <a:pt x="56478" y="11555"/>
                  </a:lnTo>
                  <a:lnTo>
                    <a:pt x="56922" y="11736"/>
                  </a:lnTo>
                  <a:lnTo>
                    <a:pt x="57307" y="11888"/>
                  </a:lnTo>
                  <a:lnTo>
                    <a:pt x="57780" y="12039"/>
                  </a:lnTo>
                  <a:lnTo>
                    <a:pt x="58283" y="12281"/>
                  </a:lnTo>
                  <a:lnTo>
                    <a:pt x="58756" y="12372"/>
                  </a:lnTo>
                  <a:lnTo>
                    <a:pt x="59289" y="12462"/>
                  </a:lnTo>
                  <a:lnTo>
                    <a:pt x="59969" y="12523"/>
                  </a:lnTo>
                  <a:lnTo>
                    <a:pt x="60502" y="12553"/>
                  </a:lnTo>
                  <a:lnTo>
                    <a:pt x="61035" y="12553"/>
                  </a:lnTo>
                  <a:lnTo>
                    <a:pt x="61685" y="12583"/>
                  </a:lnTo>
                  <a:lnTo>
                    <a:pt x="62248" y="12553"/>
                  </a:lnTo>
                  <a:lnTo>
                    <a:pt x="63017" y="12553"/>
                  </a:lnTo>
                  <a:lnTo>
                    <a:pt x="63668" y="12553"/>
                  </a:lnTo>
                  <a:lnTo>
                    <a:pt x="64200" y="12614"/>
                  </a:lnTo>
                  <a:lnTo>
                    <a:pt x="64378" y="12614"/>
                  </a:lnTo>
                  <a:lnTo>
                    <a:pt x="64999" y="12704"/>
                  </a:lnTo>
                  <a:lnTo>
                    <a:pt x="65620" y="12825"/>
                  </a:lnTo>
                  <a:lnTo>
                    <a:pt x="66715" y="13037"/>
                  </a:lnTo>
                  <a:lnTo>
                    <a:pt x="67632" y="13158"/>
                  </a:lnTo>
                  <a:lnTo>
                    <a:pt x="68046" y="13188"/>
                  </a:lnTo>
                  <a:lnTo>
                    <a:pt x="68372" y="13219"/>
                  </a:lnTo>
                  <a:lnTo>
                    <a:pt x="68638" y="13219"/>
                  </a:lnTo>
                  <a:lnTo>
                    <a:pt x="68963" y="13219"/>
                  </a:lnTo>
                  <a:lnTo>
                    <a:pt x="69348" y="13219"/>
                  </a:lnTo>
                  <a:lnTo>
                    <a:pt x="69496" y="13249"/>
                  </a:lnTo>
                  <a:lnTo>
                    <a:pt x="69733" y="13249"/>
                  </a:lnTo>
                  <a:lnTo>
                    <a:pt x="70029" y="13279"/>
                  </a:lnTo>
                  <a:lnTo>
                    <a:pt x="70206" y="13309"/>
                  </a:lnTo>
                  <a:lnTo>
                    <a:pt x="70354" y="13309"/>
                  </a:lnTo>
                  <a:lnTo>
                    <a:pt x="70709" y="13339"/>
                  </a:lnTo>
                  <a:lnTo>
                    <a:pt x="71242" y="13400"/>
                  </a:lnTo>
                  <a:lnTo>
                    <a:pt x="71892" y="13460"/>
                  </a:lnTo>
                  <a:lnTo>
                    <a:pt x="72484" y="13521"/>
                  </a:lnTo>
                  <a:lnTo>
                    <a:pt x="72632" y="13521"/>
                  </a:lnTo>
                  <a:lnTo>
                    <a:pt x="73046" y="13551"/>
                  </a:lnTo>
                  <a:lnTo>
                    <a:pt x="73342" y="13551"/>
                  </a:lnTo>
                  <a:lnTo>
                    <a:pt x="73697" y="13642"/>
                  </a:lnTo>
                  <a:lnTo>
                    <a:pt x="74052" y="13672"/>
                  </a:lnTo>
                  <a:lnTo>
                    <a:pt x="74348" y="13672"/>
                  </a:lnTo>
                  <a:lnTo>
                    <a:pt x="74733" y="13702"/>
                  </a:lnTo>
                  <a:lnTo>
                    <a:pt x="74940" y="13733"/>
                  </a:lnTo>
                  <a:lnTo>
                    <a:pt x="75324" y="13733"/>
                  </a:lnTo>
                  <a:lnTo>
                    <a:pt x="75531" y="13763"/>
                  </a:lnTo>
                  <a:lnTo>
                    <a:pt x="75857" y="13763"/>
                  </a:lnTo>
                  <a:lnTo>
                    <a:pt x="76123" y="13823"/>
                  </a:lnTo>
                  <a:lnTo>
                    <a:pt x="76271" y="13854"/>
                  </a:lnTo>
                  <a:lnTo>
                    <a:pt x="76537" y="13914"/>
                  </a:lnTo>
                  <a:lnTo>
                    <a:pt x="76804" y="13975"/>
                  </a:lnTo>
                  <a:lnTo>
                    <a:pt x="77040" y="14005"/>
                  </a:lnTo>
                  <a:lnTo>
                    <a:pt x="77218" y="14035"/>
                  </a:lnTo>
                  <a:lnTo>
                    <a:pt x="77484" y="14065"/>
                  </a:lnTo>
                  <a:lnTo>
                    <a:pt x="77691" y="14096"/>
                  </a:lnTo>
                  <a:lnTo>
                    <a:pt x="77869" y="14156"/>
                  </a:lnTo>
                  <a:lnTo>
                    <a:pt x="78165" y="14186"/>
                  </a:lnTo>
                  <a:lnTo>
                    <a:pt x="78312" y="14186"/>
                  </a:lnTo>
                  <a:lnTo>
                    <a:pt x="78549" y="14217"/>
                  </a:lnTo>
                  <a:lnTo>
                    <a:pt x="78727" y="14247"/>
                  </a:lnTo>
                  <a:lnTo>
                    <a:pt x="78993" y="14307"/>
                  </a:lnTo>
                  <a:lnTo>
                    <a:pt x="79289" y="14428"/>
                  </a:lnTo>
                  <a:lnTo>
                    <a:pt x="79437" y="14489"/>
                  </a:lnTo>
                  <a:lnTo>
                    <a:pt x="79585" y="14549"/>
                  </a:lnTo>
                  <a:lnTo>
                    <a:pt x="79881" y="14610"/>
                  </a:lnTo>
                  <a:lnTo>
                    <a:pt x="80117" y="14670"/>
                  </a:lnTo>
                  <a:lnTo>
                    <a:pt x="80472" y="14791"/>
                  </a:lnTo>
                  <a:lnTo>
                    <a:pt x="80798" y="14882"/>
                  </a:lnTo>
                  <a:lnTo>
                    <a:pt x="81005" y="14943"/>
                  </a:lnTo>
                  <a:lnTo>
                    <a:pt x="81241" y="14973"/>
                  </a:lnTo>
                  <a:lnTo>
                    <a:pt x="81419" y="14973"/>
                  </a:lnTo>
                  <a:lnTo>
                    <a:pt x="81685" y="15033"/>
                  </a:lnTo>
                  <a:lnTo>
                    <a:pt x="81892" y="15094"/>
                  </a:lnTo>
                  <a:lnTo>
                    <a:pt x="82070" y="15094"/>
                  </a:lnTo>
                  <a:lnTo>
                    <a:pt x="82218" y="15154"/>
                  </a:lnTo>
                  <a:lnTo>
                    <a:pt x="82425" y="15215"/>
                  </a:lnTo>
                  <a:lnTo>
                    <a:pt x="82602" y="15275"/>
                  </a:lnTo>
                  <a:lnTo>
                    <a:pt x="82869" y="15336"/>
                  </a:lnTo>
                  <a:lnTo>
                    <a:pt x="83105" y="15427"/>
                  </a:lnTo>
                  <a:lnTo>
                    <a:pt x="83342" y="15517"/>
                  </a:lnTo>
                  <a:lnTo>
                    <a:pt x="83549" y="15608"/>
                  </a:lnTo>
                  <a:lnTo>
                    <a:pt x="83727" y="15669"/>
                  </a:lnTo>
                  <a:lnTo>
                    <a:pt x="83993" y="15759"/>
                  </a:lnTo>
                  <a:lnTo>
                    <a:pt x="84259" y="15790"/>
                  </a:lnTo>
                  <a:lnTo>
                    <a:pt x="84525" y="15820"/>
                  </a:lnTo>
                  <a:lnTo>
                    <a:pt x="84673" y="15820"/>
                  </a:lnTo>
                  <a:lnTo>
                    <a:pt x="85028" y="15850"/>
                  </a:lnTo>
                  <a:lnTo>
                    <a:pt x="85176" y="15850"/>
                  </a:lnTo>
                  <a:lnTo>
                    <a:pt x="85383" y="15880"/>
                  </a:lnTo>
                  <a:lnTo>
                    <a:pt x="85561" y="15911"/>
                  </a:lnTo>
                  <a:lnTo>
                    <a:pt x="86034" y="15911"/>
                  </a:lnTo>
                  <a:lnTo>
                    <a:pt x="86212" y="15911"/>
                  </a:lnTo>
                  <a:lnTo>
                    <a:pt x="86419" y="15941"/>
                  </a:lnTo>
                  <a:lnTo>
                    <a:pt x="86626" y="16001"/>
                  </a:lnTo>
                  <a:lnTo>
                    <a:pt x="86804" y="16062"/>
                  </a:lnTo>
                  <a:lnTo>
                    <a:pt x="86981" y="16122"/>
                  </a:lnTo>
                  <a:lnTo>
                    <a:pt x="87188" y="16183"/>
                  </a:lnTo>
                  <a:lnTo>
                    <a:pt x="87395" y="16243"/>
                  </a:lnTo>
                  <a:lnTo>
                    <a:pt x="87839" y="16334"/>
                  </a:lnTo>
                  <a:lnTo>
                    <a:pt x="88046" y="16425"/>
                  </a:lnTo>
                  <a:lnTo>
                    <a:pt x="88253" y="16516"/>
                  </a:lnTo>
                  <a:lnTo>
                    <a:pt x="88431" y="16637"/>
                  </a:lnTo>
                  <a:lnTo>
                    <a:pt x="88579" y="16667"/>
                  </a:lnTo>
                  <a:lnTo>
                    <a:pt x="88756" y="16697"/>
                  </a:lnTo>
                  <a:lnTo>
                    <a:pt x="88934" y="16758"/>
                  </a:lnTo>
                  <a:lnTo>
                    <a:pt x="89111" y="16788"/>
                  </a:lnTo>
                  <a:lnTo>
                    <a:pt x="89289" y="16818"/>
                  </a:lnTo>
                  <a:lnTo>
                    <a:pt x="89585" y="16848"/>
                  </a:lnTo>
                  <a:lnTo>
                    <a:pt x="90591" y="17090"/>
                  </a:lnTo>
                  <a:lnTo>
                    <a:pt x="90738" y="17151"/>
                  </a:lnTo>
                  <a:lnTo>
                    <a:pt x="90946" y="17211"/>
                  </a:lnTo>
                  <a:lnTo>
                    <a:pt x="91241" y="17332"/>
                  </a:lnTo>
                  <a:lnTo>
                    <a:pt x="91626" y="17514"/>
                  </a:lnTo>
                  <a:lnTo>
                    <a:pt x="91774" y="17574"/>
                  </a:lnTo>
                  <a:lnTo>
                    <a:pt x="92869" y="17847"/>
                  </a:lnTo>
                  <a:lnTo>
                    <a:pt x="93017" y="17847"/>
                  </a:lnTo>
                  <a:lnTo>
                    <a:pt x="93194" y="17816"/>
                  </a:lnTo>
                  <a:lnTo>
                    <a:pt x="93667" y="17816"/>
                  </a:lnTo>
                  <a:lnTo>
                    <a:pt x="94022" y="17786"/>
                  </a:lnTo>
                  <a:lnTo>
                    <a:pt x="94170" y="17756"/>
                  </a:lnTo>
                  <a:lnTo>
                    <a:pt x="94437" y="17695"/>
                  </a:lnTo>
                  <a:lnTo>
                    <a:pt x="94732" y="17695"/>
                  </a:lnTo>
                  <a:lnTo>
                    <a:pt x="94940" y="17665"/>
                  </a:lnTo>
                  <a:lnTo>
                    <a:pt x="95176" y="17665"/>
                  </a:lnTo>
                  <a:lnTo>
                    <a:pt x="95561" y="17635"/>
                  </a:lnTo>
                  <a:lnTo>
                    <a:pt x="96064" y="17484"/>
                  </a:lnTo>
                  <a:lnTo>
                    <a:pt x="96301" y="17484"/>
                  </a:lnTo>
                  <a:lnTo>
                    <a:pt x="96448" y="17484"/>
                  </a:lnTo>
                  <a:lnTo>
                    <a:pt x="96744" y="17423"/>
                  </a:lnTo>
                  <a:lnTo>
                    <a:pt x="96922" y="17453"/>
                  </a:lnTo>
                  <a:lnTo>
                    <a:pt x="97070" y="17453"/>
                  </a:lnTo>
                  <a:lnTo>
                    <a:pt x="97218" y="17453"/>
                  </a:lnTo>
                  <a:lnTo>
                    <a:pt x="97543" y="17484"/>
                  </a:lnTo>
                  <a:lnTo>
                    <a:pt x="97691" y="17484"/>
                  </a:lnTo>
                  <a:lnTo>
                    <a:pt x="97839" y="17484"/>
                  </a:lnTo>
                  <a:lnTo>
                    <a:pt x="97987" y="17484"/>
                  </a:lnTo>
                  <a:lnTo>
                    <a:pt x="100295" y="18058"/>
                  </a:lnTo>
                  <a:lnTo>
                    <a:pt x="100531" y="18119"/>
                  </a:lnTo>
                  <a:lnTo>
                    <a:pt x="100798" y="18210"/>
                  </a:lnTo>
                  <a:lnTo>
                    <a:pt x="101389" y="18361"/>
                  </a:lnTo>
                  <a:lnTo>
                    <a:pt x="101744" y="18452"/>
                  </a:lnTo>
                  <a:lnTo>
                    <a:pt x="102602" y="18633"/>
                  </a:lnTo>
                  <a:lnTo>
                    <a:pt x="104141" y="18996"/>
                  </a:lnTo>
                  <a:lnTo>
                    <a:pt x="104289" y="18996"/>
                  </a:lnTo>
                  <a:lnTo>
                    <a:pt x="105620" y="18724"/>
                  </a:lnTo>
                  <a:lnTo>
                    <a:pt x="106951" y="18149"/>
                  </a:lnTo>
                  <a:lnTo>
                    <a:pt x="107129" y="18058"/>
                  </a:lnTo>
                  <a:lnTo>
                    <a:pt x="107306" y="17998"/>
                  </a:lnTo>
                  <a:lnTo>
                    <a:pt x="107454" y="17937"/>
                  </a:lnTo>
                  <a:lnTo>
                    <a:pt x="107721" y="17756"/>
                  </a:lnTo>
                  <a:lnTo>
                    <a:pt x="107868" y="17665"/>
                  </a:lnTo>
                  <a:lnTo>
                    <a:pt x="108016" y="17605"/>
                  </a:lnTo>
                  <a:lnTo>
                    <a:pt x="108164" y="17514"/>
                  </a:lnTo>
                  <a:lnTo>
                    <a:pt x="108312" y="17423"/>
                  </a:lnTo>
                  <a:lnTo>
                    <a:pt x="108490" y="17332"/>
                  </a:lnTo>
                  <a:lnTo>
                    <a:pt x="108697" y="17181"/>
                  </a:lnTo>
                  <a:lnTo>
                    <a:pt x="109200" y="16909"/>
                  </a:lnTo>
                  <a:lnTo>
                    <a:pt x="109377" y="16788"/>
                  </a:lnTo>
                  <a:lnTo>
                    <a:pt x="109555" y="16727"/>
                  </a:lnTo>
                  <a:lnTo>
                    <a:pt x="109732" y="16637"/>
                  </a:lnTo>
                  <a:lnTo>
                    <a:pt x="109910" y="16576"/>
                  </a:lnTo>
                  <a:lnTo>
                    <a:pt x="110087" y="16546"/>
                  </a:lnTo>
                  <a:lnTo>
                    <a:pt x="110235" y="16516"/>
                  </a:lnTo>
                  <a:lnTo>
                    <a:pt x="110413" y="16485"/>
                  </a:lnTo>
                  <a:lnTo>
                    <a:pt x="110679" y="16364"/>
                  </a:lnTo>
                  <a:lnTo>
                    <a:pt x="110857" y="16334"/>
                  </a:lnTo>
                  <a:lnTo>
                    <a:pt x="111034" y="16274"/>
                  </a:lnTo>
                  <a:lnTo>
                    <a:pt x="111212" y="16213"/>
                  </a:lnTo>
                  <a:lnTo>
                    <a:pt x="111508" y="16153"/>
                  </a:lnTo>
                  <a:lnTo>
                    <a:pt x="111685" y="16122"/>
                  </a:lnTo>
                  <a:lnTo>
                    <a:pt x="111863" y="16092"/>
                  </a:lnTo>
                  <a:lnTo>
                    <a:pt x="112070" y="16032"/>
                  </a:lnTo>
                  <a:lnTo>
                    <a:pt x="112277" y="16001"/>
                  </a:lnTo>
                  <a:lnTo>
                    <a:pt x="112425" y="15971"/>
                  </a:lnTo>
                  <a:lnTo>
                    <a:pt x="112602" y="15911"/>
                  </a:lnTo>
                  <a:lnTo>
                    <a:pt x="112839" y="15850"/>
                  </a:lnTo>
                  <a:lnTo>
                    <a:pt x="113076" y="15790"/>
                  </a:lnTo>
                  <a:lnTo>
                    <a:pt x="113283" y="15729"/>
                  </a:lnTo>
                  <a:lnTo>
                    <a:pt x="113490" y="15699"/>
                  </a:lnTo>
                  <a:lnTo>
                    <a:pt x="113697" y="15669"/>
                  </a:lnTo>
                  <a:lnTo>
                    <a:pt x="113993" y="15638"/>
                  </a:lnTo>
                  <a:lnTo>
                    <a:pt x="114141" y="15608"/>
                  </a:lnTo>
                  <a:lnTo>
                    <a:pt x="114377" y="15608"/>
                  </a:lnTo>
                  <a:lnTo>
                    <a:pt x="114673" y="15578"/>
                  </a:lnTo>
                  <a:lnTo>
                    <a:pt x="114880" y="15548"/>
                  </a:lnTo>
                  <a:lnTo>
                    <a:pt x="115176" y="15517"/>
                  </a:lnTo>
                  <a:lnTo>
                    <a:pt x="115383" y="15517"/>
                  </a:lnTo>
                  <a:lnTo>
                    <a:pt x="115620" y="15487"/>
                  </a:lnTo>
                  <a:lnTo>
                    <a:pt x="115857" y="15487"/>
                  </a:lnTo>
                  <a:lnTo>
                    <a:pt x="116005" y="15487"/>
                  </a:lnTo>
                  <a:lnTo>
                    <a:pt x="116241" y="15457"/>
                  </a:lnTo>
                  <a:lnTo>
                    <a:pt x="116507" y="15457"/>
                  </a:lnTo>
                  <a:lnTo>
                    <a:pt x="116685" y="15427"/>
                  </a:lnTo>
                  <a:lnTo>
                    <a:pt x="116862" y="15396"/>
                  </a:lnTo>
                  <a:lnTo>
                    <a:pt x="117129" y="15275"/>
                  </a:lnTo>
                  <a:lnTo>
                    <a:pt x="117425" y="15215"/>
                  </a:lnTo>
                  <a:lnTo>
                    <a:pt x="117750" y="15185"/>
                  </a:lnTo>
                  <a:lnTo>
                    <a:pt x="117957" y="15215"/>
                  </a:lnTo>
                  <a:lnTo>
                    <a:pt x="118135" y="15215"/>
                  </a:lnTo>
                  <a:lnTo>
                    <a:pt x="118312" y="15275"/>
                  </a:lnTo>
                  <a:lnTo>
                    <a:pt x="118519" y="15306"/>
                  </a:lnTo>
                  <a:lnTo>
                    <a:pt x="118667" y="15336"/>
                  </a:lnTo>
                  <a:lnTo>
                    <a:pt x="118845" y="15366"/>
                  </a:lnTo>
                  <a:lnTo>
                    <a:pt x="118993" y="15427"/>
                  </a:lnTo>
                  <a:lnTo>
                    <a:pt x="120087" y="16304"/>
                  </a:lnTo>
                  <a:lnTo>
                    <a:pt x="120413" y="16727"/>
                  </a:lnTo>
                  <a:lnTo>
                    <a:pt x="120590" y="16909"/>
                  </a:lnTo>
                  <a:lnTo>
                    <a:pt x="121182" y="17393"/>
                  </a:lnTo>
                  <a:lnTo>
                    <a:pt x="121655" y="17816"/>
                  </a:lnTo>
                  <a:lnTo>
                    <a:pt x="121892" y="18058"/>
                  </a:lnTo>
                  <a:lnTo>
                    <a:pt x="122129" y="18270"/>
                  </a:lnTo>
                  <a:lnTo>
                    <a:pt x="122513" y="19057"/>
                  </a:lnTo>
                  <a:lnTo>
                    <a:pt x="122632" y="19389"/>
                  </a:lnTo>
                  <a:lnTo>
                    <a:pt x="122691" y="19541"/>
                  </a:lnTo>
                  <a:lnTo>
                    <a:pt x="122928" y="19934"/>
                  </a:lnTo>
                  <a:lnTo>
                    <a:pt x="123075" y="20176"/>
                  </a:lnTo>
                  <a:lnTo>
                    <a:pt x="123460" y="20630"/>
                  </a:lnTo>
                  <a:lnTo>
                    <a:pt x="123697" y="20902"/>
                  </a:lnTo>
                  <a:lnTo>
                    <a:pt x="123904" y="21295"/>
                  </a:lnTo>
                  <a:lnTo>
                    <a:pt x="124229" y="21870"/>
                  </a:lnTo>
                  <a:lnTo>
                    <a:pt x="124436" y="22263"/>
                  </a:lnTo>
                  <a:lnTo>
                    <a:pt x="124732" y="22656"/>
                  </a:lnTo>
                  <a:lnTo>
                    <a:pt x="124880" y="22868"/>
                  </a:lnTo>
                  <a:lnTo>
                    <a:pt x="125028" y="23140"/>
                  </a:lnTo>
                  <a:lnTo>
                    <a:pt x="125146" y="23382"/>
                  </a:lnTo>
                  <a:lnTo>
                    <a:pt x="125561" y="23806"/>
                  </a:lnTo>
                  <a:lnTo>
                    <a:pt x="125916" y="24139"/>
                  </a:lnTo>
                  <a:lnTo>
                    <a:pt x="126744" y="24532"/>
                  </a:lnTo>
                  <a:lnTo>
                    <a:pt x="127217" y="24713"/>
                  </a:lnTo>
                  <a:lnTo>
                    <a:pt x="127750" y="24865"/>
                  </a:lnTo>
                  <a:lnTo>
                    <a:pt x="128105" y="24986"/>
                  </a:lnTo>
                  <a:lnTo>
                    <a:pt x="128283" y="25016"/>
                  </a:lnTo>
                  <a:lnTo>
                    <a:pt x="128667" y="25167"/>
                  </a:lnTo>
                  <a:lnTo>
                    <a:pt x="129496" y="25197"/>
                  </a:lnTo>
                  <a:lnTo>
                    <a:pt x="130442" y="25046"/>
                  </a:lnTo>
                  <a:lnTo>
                    <a:pt x="130975" y="24986"/>
                  </a:lnTo>
                  <a:lnTo>
                    <a:pt x="131567" y="24955"/>
                  </a:lnTo>
                  <a:lnTo>
                    <a:pt x="132780" y="24925"/>
                  </a:lnTo>
                  <a:lnTo>
                    <a:pt x="133105" y="24834"/>
                  </a:lnTo>
                  <a:lnTo>
                    <a:pt x="133282" y="24834"/>
                  </a:lnTo>
                  <a:lnTo>
                    <a:pt x="133460" y="24834"/>
                  </a:lnTo>
                  <a:lnTo>
                    <a:pt x="134170" y="24834"/>
                  </a:lnTo>
                  <a:lnTo>
                    <a:pt x="135501" y="24834"/>
                  </a:lnTo>
                  <a:lnTo>
                    <a:pt x="136803" y="24804"/>
                  </a:lnTo>
                  <a:lnTo>
                    <a:pt x="137010" y="24804"/>
                  </a:lnTo>
                  <a:lnTo>
                    <a:pt x="138549" y="24744"/>
                  </a:lnTo>
                  <a:lnTo>
                    <a:pt x="140087" y="24653"/>
                  </a:lnTo>
                  <a:lnTo>
                    <a:pt x="140916" y="24683"/>
                  </a:lnTo>
                  <a:lnTo>
                    <a:pt x="141507" y="24713"/>
                  </a:lnTo>
                  <a:lnTo>
                    <a:pt x="142069" y="24744"/>
                  </a:lnTo>
                  <a:lnTo>
                    <a:pt x="142395" y="24804"/>
                  </a:lnTo>
                  <a:lnTo>
                    <a:pt x="143608" y="25046"/>
                  </a:lnTo>
                  <a:lnTo>
                    <a:pt x="144466" y="25379"/>
                  </a:lnTo>
                  <a:lnTo>
                    <a:pt x="145472" y="25802"/>
                  </a:lnTo>
                  <a:lnTo>
                    <a:pt x="145856" y="25923"/>
                  </a:lnTo>
                  <a:lnTo>
                    <a:pt x="146152" y="26044"/>
                  </a:lnTo>
                  <a:lnTo>
                    <a:pt x="146448" y="26135"/>
                  </a:lnTo>
                  <a:lnTo>
                    <a:pt x="146862" y="26256"/>
                  </a:lnTo>
                  <a:lnTo>
                    <a:pt x="147543" y="26528"/>
                  </a:lnTo>
                  <a:lnTo>
                    <a:pt x="147720" y="26589"/>
                  </a:lnTo>
                  <a:lnTo>
                    <a:pt x="148016" y="26710"/>
                  </a:lnTo>
                  <a:lnTo>
                    <a:pt x="148756" y="27012"/>
                  </a:lnTo>
                  <a:lnTo>
                    <a:pt x="148992" y="27133"/>
                  </a:lnTo>
                  <a:lnTo>
                    <a:pt x="149614" y="27466"/>
                  </a:lnTo>
                  <a:lnTo>
                    <a:pt x="150413" y="27920"/>
                  </a:lnTo>
                  <a:lnTo>
                    <a:pt x="152099" y="28888"/>
                  </a:lnTo>
                  <a:lnTo>
                    <a:pt x="152602" y="29130"/>
                  </a:lnTo>
                  <a:lnTo>
                    <a:pt x="153844" y="29704"/>
                  </a:lnTo>
                  <a:lnTo>
                    <a:pt x="154821" y="30219"/>
                  </a:lnTo>
                  <a:lnTo>
                    <a:pt x="155087" y="30340"/>
                  </a:lnTo>
                  <a:lnTo>
                    <a:pt x="155975" y="30793"/>
                  </a:lnTo>
                  <a:lnTo>
                    <a:pt x="156773" y="31096"/>
                  </a:lnTo>
                  <a:lnTo>
                    <a:pt x="157306" y="31308"/>
                  </a:lnTo>
                  <a:lnTo>
                    <a:pt x="158341" y="31701"/>
                  </a:lnTo>
                  <a:lnTo>
                    <a:pt x="158874" y="31852"/>
                  </a:lnTo>
                  <a:lnTo>
                    <a:pt x="159791" y="32155"/>
                  </a:lnTo>
                  <a:lnTo>
                    <a:pt x="160827" y="32457"/>
                  </a:lnTo>
                  <a:lnTo>
                    <a:pt x="161270" y="32639"/>
                  </a:lnTo>
                  <a:lnTo>
                    <a:pt x="162247" y="33002"/>
                  </a:lnTo>
                  <a:lnTo>
                    <a:pt x="163489" y="33455"/>
                  </a:lnTo>
                  <a:lnTo>
                    <a:pt x="163992" y="33728"/>
                  </a:lnTo>
                  <a:lnTo>
                    <a:pt x="165738" y="34635"/>
                  </a:lnTo>
                  <a:lnTo>
                    <a:pt x="166714" y="35149"/>
                  </a:lnTo>
                  <a:lnTo>
                    <a:pt x="167217" y="35422"/>
                  </a:lnTo>
                  <a:lnTo>
                    <a:pt x="168164" y="35845"/>
                  </a:lnTo>
                  <a:lnTo>
                    <a:pt x="168371" y="35906"/>
                  </a:lnTo>
                  <a:lnTo>
                    <a:pt x="169850" y="36541"/>
                  </a:lnTo>
                  <a:lnTo>
                    <a:pt x="170412" y="36783"/>
                  </a:lnTo>
                  <a:lnTo>
                    <a:pt x="170945" y="37025"/>
                  </a:lnTo>
                  <a:lnTo>
                    <a:pt x="171241" y="37146"/>
                  </a:lnTo>
                  <a:lnTo>
                    <a:pt x="172543" y="37660"/>
                  </a:lnTo>
                  <a:lnTo>
                    <a:pt x="173016" y="37872"/>
                  </a:lnTo>
                  <a:lnTo>
                    <a:pt x="173637" y="38114"/>
                  </a:lnTo>
                  <a:lnTo>
                    <a:pt x="173785" y="38174"/>
                  </a:lnTo>
                  <a:lnTo>
                    <a:pt x="174466" y="38447"/>
                  </a:lnTo>
                  <a:lnTo>
                    <a:pt x="176359" y="38719"/>
                  </a:lnTo>
                  <a:lnTo>
                    <a:pt x="177661" y="38900"/>
                  </a:lnTo>
                  <a:lnTo>
                    <a:pt x="179258" y="38900"/>
                  </a:lnTo>
                  <a:lnTo>
                    <a:pt x="179584" y="38931"/>
                  </a:lnTo>
                  <a:lnTo>
                    <a:pt x="180826" y="38931"/>
                  </a:lnTo>
                  <a:lnTo>
                    <a:pt x="183489" y="38991"/>
                  </a:lnTo>
                  <a:lnTo>
                    <a:pt x="184199" y="39021"/>
                  </a:lnTo>
                  <a:lnTo>
                    <a:pt x="184998" y="39082"/>
                  </a:lnTo>
                  <a:lnTo>
                    <a:pt x="187986" y="39233"/>
                  </a:lnTo>
                  <a:lnTo>
                    <a:pt x="188193" y="39263"/>
                  </a:lnTo>
                  <a:lnTo>
                    <a:pt x="188903" y="39475"/>
                  </a:lnTo>
                  <a:lnTo>
                    <a:pt x="189436" y="39657"/>
                  </a:lnTo>
                  <a:lnTo>
                    <a:pt x="191596" y="39929"/>
                  </a:lnTo>
                  <a:lnTo>
                    <a:pt x="193164" y="40110"/>
                  </a:lnTo>
                  <a:lnTo>
                    <a:pt x="196596" y="40352"/>
                  </a:lnTo>
                  <a:lnTo>
                    <a:pt x="196921" y="40382"/>
                  </a:lnTo>
                  <a:lnTo>
                    <a:pt x="197631" y="40443"/>
                  </a:lnTo>
                  <a:lnTo>
                    <a:pt x="201152" y="40776"/>
                  </a:lnTo>
                  <a:lnTo>
                    <a:pt x="201951" y="40866"/>
                  </a:lnTo>
                  <a:lnTo>
                    <a:pt x="203459" y="40685"/>
                  </a:lnTo>
                  <a:lnTo>
                    <a:pt x="204525" y="40564"/>
                  </a:lnTo>
                  <a:lnTo>
                    <a:pt x="205649" y="40443"/>
                  </a:lnTo>
                  <a:lnTo>
                    <a:pt x="206980" y="40231"/>
                  </a:lnTo>
                  <a:lnTo>
                    <a:pt x="208134" y="40050"/>
                  </a:lnTo>
                  <a:lnTo>
                    <a:pt x="208430" y="39989"/>
                  </a:lnTo>
                  <a:lnTo>
                    <a:pt x="209051" y="39808"/>
                  </a:lnTo>
                  <a:lnTo>
                    <a:pt x="210530" y="39475"/>
                  </a:lnTo>
                  <a:lnTo>
                    <a:pt x="213193" y="38779"/>
                  </a:lnTo>
                  <a:lnTo>
                    <a:pt x="213519" y="38719"/>
                  </a:lnTo>
                  <a:lnTo>
                    <a:pt x="213666" y="38658"/>
                  </a:lnTo>
                  <a:lnTo>
                    <a:pt x="214051" y="38447"/>
                  </a:lnTo>
                  <a:lnTo>
                    <a:pt x="214495" y="38174"/>
                  </a:lnTo>
                  <a:lnTo>
                    <a:pt x="214791" y="37993"/>
                  </a:lnTo>
                  <a:lnTo>
                    <a:pt x="216181" y="37176"/>
                  </a:lnTo>
                  <a:lnTo>
                    <a:pt x="216300" y="37025"/>
                  </a:lnTo>
                  <a:lnTo>
                    <a:pt x="216891" y="36299"/>
                  </a:lnTo>
                  <a:lnTo>
                    <a:pt x="217986" y="35028"/>
                  </a:lnTo>
                  <a:lnTo>
                    <a:pt x="218311" y="34635"/>
                  </a:lnTo>
                  <a:lnTo>
                    <a:pt x="218637" y="34091"/>
                  </a:lnTo>
                  <a:lnTo>
                    <a:pt x="219820" y="31852"/>
                  </a:lnTo>
                  <a:lnTo>
                    <a:pt x="220501" y="30188"/>
                  </a:lnTo>
                  <a:lnTo>
                    <a:pt x="220589" y="29946"/>
                  </a:lnTo>
                  <a:lnTo>
                    <a:pt x="220737" y="29644"/>
                  </a:lnTo>
                  <a:lnTo>
                    <a:pt x="220826" y="29402"/>
                  </a:lnTo>
                  <a:lnTo>
                    <a:pt x="220974" y="29099"/>
                  </a:lnTo>
                  <a:lnTo>
                    <a:pt x="221684" y="28041"/>
                  </a:lnTo>
                  <a:lnTo>
                    <a:pt x="222039" y="27496"/>
                  </a:lnTo>
                  <a:lnTo>
                    <a:pt x="222217" y="27224"/>
                  </a:lnTo>
                  <a:lnTo>
                    <a:pt x="222335" y="27042"/>
                  </a:lnTo>
                  <a:lnTo>
                    <a:pt x="222572" y="26679"/>
                  </a:lnTo>
                  <a:lnTo>
                    <a:pt x="223016" y="24804"/>
                  </a:lnTo>
                  <a:lnTo>
                    <a:pt x="223075" y="24592"/>
                  </a:lnTo>
                  <a:lnTo>
                    <a:pt x="223252" y="23261"/>
                  </a:lnTo>
                  <a:lnTo>
                    <a:pt x="223341" y="22777"/>
                  </a:lnTo>
                  <a:lnTo>
                    <a:pt x="223489" y="21658"/>
                  </a:lnTo>
                  <a:lnTo>
                    <a:pt x="223489" y="20388"/>
                  </a:lnTo>
                  <a:lnTo>
                    <a:pt x="223548" y="20085"/>
                  </a:lnTo>
                  <a:lnTo>
                    <a:pt x="224524" y="16969"/>
                  </a:lnTo>
                  <a:lnTo>
                    <a:pt x="225116" y="13249"/>
                  </a:lnTo>
                  <a:lnTo>
                    <a:pt x="225382" y="12190"/>
                  </a:lnTo>
                  <a:lnTo>
                    <a:pt x="225530" y="11494"/>
                  </a:lnTo>
                  <a:lnTo>
                    <a:pt x="226181" y="8318"/>
                  </a:lnTo>
                  <a:lnTo>
                    <a:pt x="228844" y="2782"/>
                  </a:lnTo>
                  <a:lnTo>
                    <a:pt x="229643" y="1754"/>
                  </a:lnTo>
                  <a:lnTo>
                    <a:pt x="232276" y="60"/>
                  </a:lnTo>
                  <a:lnTo>
                    <a:pt x="2324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230774" y="3406078"/>
              <a:ext cx="76182" cy="39687"/>
            </a:xfrm>
            <a:custGeom>
              <a:avLst/>
              <a:pathLst>
                <a:path w="76182" h="39687">
                  <a:moveTo>
                    <a:pt x="60768" y="30"/>
                  </a:moveTo>
                  <a:lnTo>
                    <a:pt x="61833" y="2782"/>
                  </a:lnTo>
                  <a:lnTo>
                    <a:pt x="61922" y="2994"/>
                  </a:lnTo>
                  <a:lnTo>
                    <a:pt x="62070" y="3387"/>
                  </a:lnTo>
                  <a:lnTo>
                    <a:pt x="62632" y="4809"/>
                  </a:lnTo>
                  <a:lnTo>
                    <a:pt x="62780" y="5202"/>
                  </a:lnTo>
                  <a:lnTo>
                    <a:pt x="62898" y="5535"/>
                  </a:lnTo>
                  <a:lnTo>
                    <a:pt x="63875" y="7985"/>
                  </a:lnTo>
                  <a:lnTo>
                    <a:pt x="65088" y="11101"/>
                  </a:lnTo>
                  <a:lnTo>
                    <a:pt x="66301" y="14247"/>
                  </a:lnTo>
                  <a:lnTo>
                    <a:pt x="67040" y="16153"/>
                  </a:lnTo>
                  <a:lnTo>
                    <a:pt x="67928" y="18421"/>
                  </a:lnTo>
                  <a:lnTo>
                    <a:pt x="68756" y="20478"/>
                  </a:lnTo>
                  <a:lnTo>
                    <a:pt x="68934" y="20962"/>
                  </a:lnTo>
                  <a:lnTo>
                    <a:pt x="69052" y="21325"/>
                  </a:lnTo>
                  <a:lnTo>
                    <a:pt x="70443" y="24865"/>
                  </a:lnTo>
                  <a:lnTo>
                    <a:pt x="70531" y="25107"/>
                  </a:lnTo>
                  <a:lnTo>
                    <a:pt x="70739" y="25621"/>
                  </a:lnTo>
                  <a:lnTo>
                    <a:pt x="71005" y="26256"/>
                  </a:lnTo>
                  <a:lnTo>
                    <a:pt x="71330" y="27133"/>
                  </a:lnTo>
                  <a:lnTo>
                    <a:pt x="71419" y="27315"/>
                  </a:lnTo>
                  <a:lnTo>
                    <a:pt x="71715" y="28071"/>
                  </a:lnTo>
                  <a:lnTo>
                    <a:pt x="71892" y="28404"/>
                  </a:lnTo>
                  <a:lnTo>
                    <a:pt x="72425" y="29402"/>
                  </a:lnTo>
                  <a:lnTo>
                    <a:pt x="72602" y="29674"/>
                  </a:lnTo>
                  <a:lnTo>
                    <a:pt x="72928" y="30249"/>
                  </a:lnTo>
                  <a:lnTo>
                    <a:pt x="73845" y="31792"/>
                  </a:lnTo>
                  <a:lnTo>
                    <a:pt x="74466" y="32820"/>
                  </a:lnTo>
                  <a:lnTo>
                    <a:pt x="75413" y="34302"/>
                  </a:lnTo>
                  <a:lnTo>
                    <a:pt x="75798" y="35119"/>
                  </a:lnTo>
                  <a:lnTo>
                    <a:pt x="76034" y="35815"/>
                  </a:lnTo>
                  <a:lnTo>
                    <a:pt x="76182" y="36511"/>
                  </a:lnTo>
                  <a:lnTo>
                    <a:pt x="56656" y="39354"/>
                  </a:lnTo>
                  <a:lnTo>
                    <a:pt x="54555" y="39657"/>
                  </a:lnTo>
                  <a:lnTo>
                    <a:pt x="54348" y="39687"/>
                  </a:lnTo>
                  <a:lnTo>
                    <a:pt x="55029" y="37479"/>
                  </a:lnTo>
                  <a:lnTo>
                    <a:pt x="53875" y="37327"/>
                  </a:lnTo>
                  <a:lnTo>
                    <a:pt x="51567" y="37025"/>
                  </a:lnTo>
                  <a:lnTo>
                    <a:pt x="48875" y="36692"/>
                  </a:lnTo>
                  <a:lnTo>
                    <a:pt x="45206" y="36208"/>
                  </a:lnTo>
                  <a:lnTo>
                    <a:pt x="44585" y="36117"/>
                  </a:lnTo>
                  <a:lnTo>
                    <a:pt x="44437" y="36117"/>
                  </a:lnTo>
                  <a:lnTo>
                    <a:pt x="44407" y="35966"/>
                  </a:lnTo>
                  <a:lnTo>
                    <a:pt x="44023" y="33395"/>
                  </a:lnTo>
                  <a:lnTo>
                    <a:pt x="43727" y="31368"/>
                  </a:lnTo>
                  <a:lnTo>
                    <a:pt x="35473" y="32487"/>
                  </a:lnTo>
                  <a:lnTo>
                    <a:pt x="30768" y="33183"/>
                  </a:lnTo>
                  <a:lnTo>
                    <a:pt x="27869" y="33576"/>
                  </a:lnTo>
                  <a:lnTo>
                    <a:pt x="27070" y="33697"/>
                  </a:lnTo>
                  <a:lnTo>
                    <a:pt x="26419" y="33788"/>
                  </a:lnTo>
                  <a:lnTo>
                    <a:pt x="25828" y="33879"/>
                  </a:lnTo>
                  <a:lnTo>
                    <a:pt x="25088" y="34000"/>
                  </a:lnTo>
                  <a:lnTo>
                    <a:pt x="24733" y="34030"/>
                  </a:lnTo>
                  <a:lnTo>
                    <a:pt x="23727" y="34181"/>
                  </a:lnTo>
                  <a:lnTo>
                    <a:pt x="23550" y="34212"/>
                  </a:lnTo>
                  <a:lnTo>
                    <a:pt x="23047" y="34272"/>
                  </a:lnTo>
                  <a:lnTo>
                    <a:pt x="22721" y="34333"/>
                  </a:lnTo>
                  <a:lnTo>
                    <a:pt x="21952" y="34423"/>
                  </a:lnTo>
                  <a:lnTo>
                    <a:pt x="21301" y="34514"/>
                  </a:lnTo>
                  <a:lnTo>
                    <a:pt x="20828" y="34605"/>
                  </a:lnTo>
                  <a:lnTo>
                    <a:pt x="20591" y="34635"/>
                  </a:lnTo>
                  <a:lnTo>
                    <a:pt x="20443" y="34635"/>
                  </a:lnTo>
                  <a:lnTo>
                    <a:pt x="16745" y="35180"/>
                  </a:lnTo>
                  <a:lnTo>
                    <a:pt x="15769" y="35331"/>
                  </a:lnTo>
                  <a:lnTo>
                    <a:pt x="16124" y="37721"/>
                  </a:lnTo>
                  <a:lnTo>
                    <a:pt x="12780" y="38205"/>
                  </a:lnTo>
                  <a:lnTo>
                    <a:pt x="9644" y="38658"/>
                  </a:lnTo>
                  <a:lnTo>
                    <a:pt x="9437" y="38658"/>
                  </a:lnTo>
                  <a:lnTo>
                    <a:pt x="6153" y="39112"/>
                  </a:lnTo>
                  <a:lnTo>
                    <a:pt x="6035" y="38205"/>
                  </a:lnTo>
                  <a:lnTo>
                    <a:pt x="2840" y="38628"/>
                  </a:lnTo>
                  <a:lnTo>
                    <a:pt x="2662" y="38658"/>
                  </a:lnTo>
                  <a:lnTo>
                    <a:pt x="2633" y="38386"/>
                  </a:lnTo>
                  <a:lnTo>
                    <a:pt x="2514" y="37569"/>
                  </a:lnTo>
                  <a:lnTo>
                    <a:pt x="2426" y="36843"/>
                  </a:lnTo>
                  <a:lnTo>
                    <a:pt x="2396" y="36662"/>
                  </a:lnTo>
                  <a:lnTo>
                    <a:pt x="1893" y="32881"/>
                  </a:lnTo>
                  <a:lnTo>
                    <a:pt x="1863" y="32669"/>
                  </a:lnTo>
                  <a:lnTo>
                    <a:pt x="1508" y="30340"/>
                  </a:lnTo>
                  <a:lnTo>
                    <a:pt x="1272" y="28857"/>
                  </a:lnTo>
                  <a:lnTo>
                    <a:pt x="1242" y="28706"/>
                  </a:lnTo>
                  <a:lnTo>
                    <a:pt x="1183" y="28162"/>
                  </a:lnTo>
                  <a:lnTo>
                    <a:pt x="562" y="24260"/>
                  </a:lnTo>
                  <a:lnTo>
                    <a:pt x="473" y="23776"/>
                  </a:lnTo>
                  <a:lnTo>
                    <a:pt x="295" y="22535"/>
                  </a:lnTo>
                  <a:lnTo>
                    <a:pt x="29" y="20660"/>
                  </a:lnTo>
                  <a:lnTo>
                    <a:pt x="0" y="19057"/>
                  </a:lnTo>
                  <a:lnTo>
                    <a:pt x="621" y="18542"/>
                  </a:lnTo>
                  <a:lnTo>
                    <a:pt x="1715" y="17544"/>
                  </a:lnTo>
                  <a:lnTo>
                    <a:pt x="2810" y="16576"/>
                  </a:lnTo>
                  <a:lnTo>
                    <a:pt x="4408" y="15154"/>
                  </a:lnTo>
                  <a:lnTo>
                    <a:pt x="6212" y="13581"/>
                  </a:lnTo>
                  <a:lnTo>
                    <a:pt x="6834" y="13007"/>
                  </a:lnTo>
                  <a:lnTo>
                    <a:pt x="8372" y="13067"/>
                  </a:lnTo>
                  <a:lnTo>
                    <a:pt x="8727" y="13098"/>
                  </a:lnTo>
                  <a:lnTo>
                    <a:pt x="11212" y="13188"/>
                  </a:lnTo>
                  <a:lnTo>
                    <a:pt x="14467" y="13370"/>
                  </a:lnTo>
                  <a:lnTo>
                    <a:pt x="15384" y="13249"/>
                  </a:lnTo>
                  <a:lnTo>
                    <a:pt x="19703" y="12583"/>
                  </a:lnTo>
                  <a:lnTo>
                    <a:pt x="19970" y="8953"/>
                  </a:lnTo>
                  <a:lnTo>
                    <a:pt x="20236" y="5656"/>
                  </a:lnTo>
                  <a:lnTo>
                    <a:pt x="21863" y="5475"/>
                  </a:lnTo>
                  <a:lnTo>
                    <a:pt x="24348" y="5142"/>
                  </a:lnTo>
                  <a:lnTo>
                    <a:pt x="26124" y="4900"/>
                  </a:lnTo>
                  <a:lnTo>
                    <a:pt x="29703" y="4355"/>
                  </a:lnTo>
                  <a:lnTo>
                    <a:pt x="30088" y="4295"/>
                  </a:lnTo>
                  <a:lnTo>
                    <a:pt x="31981" y="4023"/>
                  </a:lnTo>
                  <a:lnTo>
                    <a:pt x="32573" y="3932"/>
                  </a:lnTo>
                  <a:lnTo>
                    <a:pt x="35768" y="3448"/>
                  </a:lnTo>
                  <a:lnTo>
                    <a:pt x="36064" y="3418"/>
                  </a:lnTo>
                  <a:lnTo>
                    <a:pt x="36301" y="3357"/>
                  </a:lnTo>
                  <a:lnTo>
                    <a:pt x="36922" y="3266"/>
                  </a:lnTo>
                  <a:lnTo>
                    <a:pt x="39851" y="2873"/>
                  </a:lnTo>
                  <a:lnTo>
                    <a:pt x="42928" y="2419"/>
                  </a:lnTo>
                  <a:lnTo>
                    <a:pt x="43194" y="2389"/>
                  </a:lnTo>
                  <a:lnTo>
                    <a:pt x="45265" y="2087"/>
                  </a:lnTo>
                  <a:lnTo>
                    <a:pt x="45591" y="2056"/>
                  </a:lnTo>
                  <a:lnTo>
                    <a:pt x="46271" y="1966"/>
                  </a:lnTo>
                  <a:lnTo>
                    <a:pt x="47721" y="1754"/>
                  </a:lnTo>
                  <a:lnTo>
                    <a:pt x="48283" y="1663"/>
                  </a:lnTo>
                  <a:lnTo>
                    <a:pt x="48934" y="1572"/>
                  </a:lnTo>
                  <a:lnTo>
                    <a:pt x="49082" y="1572"/>
                  </a:lnTo>
                  <a:lnTo>
                    <a:pt x="49822" y="1451"/>
                  </a:lnTo>
                  <a:lnTo>
                    <a:pt x="49999" y="1421"/>
                  </a:lnTo>
                  <a:lnTo>
                    <a:pt x="51035" y="1270"/>
                  </a:lnTo>
                  <a:lnTo>
                    <a:pt x="51597" y="1209"/>
                  </a:lnTo>
                  <a:lnTo>
                    <a:pt x="51922" y="1149"/>
                  </a:lnTo>
                  <a:lnTo>
                    <a:pt x="54289" y="816"/>
                  </a:lnTo>
                  <a:lnTo>
                    <a:pt x="55384" y="665"/>
                  </a:lnTo>
                  <a:lnTo>
                    <a:pt x="58934" y="151"/>
                  </a:lnTo>
                  <a:lnTo>
                    <a:pt x="59200" y="120"/>
                  </a:lnTo>
                  <a:lnTo>
                    <a:pt x="599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114325" y="2919032"/>
              <a:ext cx="82099" cy="287218"/>
            </a:xfrm>
            <a:custGeom>
              <a:avLst/>
              <a:pathLst>
                <a:path w="82099" h="287218">
                  <a:moveTo>
                    <a:pt x="42307" y="0"/>
                  </a:moveTo>
                  <a:lnTo>
                    <a:pt x="42366" y="272"/>
                  </a:lnTo>
                  <a:lnTo>
                    <a:pt x="42366" y="423"/>
                  </a:lnTo>
                  <a:lnTo>
                    <a:pt x="42396" y="574"/>
                  </a:lnTo>
                  <a:lnTo>
                    <a:pt x="42396" y="756"/>
                  </a:lnTo>
                  <a:lnTo>
                    <a:pt x="42425" y="937"/>
                  </a:lnTo>
                  <a:lnTo>
                    <a:pt x="43194" y="8439"/>
                  </a:lnTo>
                  <a:lnTo>
                    <a:pt x="43283" y="9316"/>
                  </a:lnTo>
                  <a:lnTo>
                    <a:pt x="43579" y="12583"/>
                  </a:lnTo>
                  <a:lnTo>
                    <a:pt x="43786" y="14519"/>
                  </a:lnTo>
                  <a:lnTo>
                    <a:pt x="43816" y="15154"/>
                  </a:lnTo>
                  <a:lnTo>
                    <a:pt x="43964" y="16727"/>
                  </a:lnTo>
                  <a:lnTo>
                    <a:pt x="44141" y="18573"/>
                  </a:lnTo>
                  <a:lnTo>
                    <a:pt x="44171" y="18875"/>
                  </a:lnTo>
                  <a:lnTo>
                    <a:pt x="44171" y="19147"/>
                  </a:lnTo>
                  <a:lnTo>
                    <a:pt x="44200" y="19450"/>
                  </a:lnTo>
                  <a:lnTo>
                    <a:pt x="44230" y="19601"/>
                  </a:lnTo>
                  <a:lnTo>
                    <a:pt x="44230" y="19752"/>
                  </a:lnTo>
                  <a:lnTo>
                    <a:pt x="44260" y="19994"/>
                  </a:lnTo>
                  <a:lnTo>
                    <a:pt x="44289" y="20509"/>
                  </a:lnTo>
                  <a:lnTo>
                    <a:pt x="44348" y="21053"/>
                  </a:lnTo>
                  <a:lnTo>
                    <a:pt x="44378" y="21507"/>
                  </a:lnTo>
                  <a:lnTo>
                    <a:pt x="44407" y="21900"/>
                  </a:lnTo>
                  <a:lnTo>
                    <a:pt x="44437" y="22384"/>
                  </a:lnTo>
                  <a:lnTo>
                    <a:pt x="44496" y="22868"/>
                  </a:lnTo>
                  <a:lnTo>
                    <a:pt x="44555" y="23382"/>
                  </a:lnTo>
                  <a:lnTo>
                    <a:pt x="44851" y="26347"/>
                  </a:lnTo>
                  <a:lnTo>
                    <a:pt x="45295" y="31035"/>
                  </a:lnTo>
                  <a:lnTo>
                    <a:pt x="45325" y="31459"/>
                  </a:lnTo>
                  <a:lnTo>
                    <a:pt x="45887" y="37902"/>
                  </a:lnTo>
                  <a:lnTo>
                    <a:pt x="45946" y="38689"/>
                  </a:lnTo>
                  <a:lnTo>
                    <a:pt x="46538" y="44829"/>
                  </a:lnTo>
                  <a:lnTo>
                    <a:pt x="46567" y="45162"/>
                  </a:lnTo>
                  <a:lnTo>
                    <a:pt x="46597" y="45434"/>
                  </a:lnTo>
                  <a:lnTo>
                    <a:pt x="46626" y="45767"/>
                  </a:lnTo>
                  <a:lnTo>
                    <a:pt x="47041" y="50244"/>
                  </a:lnTo>
                  <a:lnTo>
                    <a:pt x="47307" y="53208"/>
                  </a:lnTo>
                  <a:lnTo>
                    <a:pt x="47484" y="55235"/>
                  </a:lnTo>
                  <a:lnTo>
                    <a:pt x="47721" y="57655"/>
                  </a:lnTo>
                  <a:lnTo>
                    <a:pt x="47928" y="59682"/>
                  </a:lnTo>
                  <a:lnTo>
                    <a:pt x="47928" y="60105"/>
                  </a:lnTo>
                  <a:lnTo>
                    <a:pt x="47928" y="60287"/>
                  </a:lnTo>
                  <a:lnTo>
                    <a:pt x="48076" y="62283"/>
                  </a:lnTo>
                  <a:lnTo>
                    <a:pt x="48283" y="64764"/>
                  </a:lnTo>
                  <a:lnTo>
                    <a:pt x="48964" y="72054"/>
                  </a:lnTo>
                  <a:lnTo>
                    <a:pt x="49082" y="73445"/>
                  </a:lnTo>
                  <a:lnTo>
                    <a:pt x="49289" y="75532"/>
                  </a:lnTo>
                  <a:lnTo>
                    <a:pt x="49378" y="76410"/>
                  </a:lnTo>
                  <a:lnTo>
                    <a:pt x="49526" y="77952"/>
                  </a:lnTo>
                  <a:lnTo>
                    <a:pt x="49614" y="79162"/>
                  </a:lnTo>
                  <a:lnTo>
                    <a:pt x="49792" y="81189"/>
                  </a:lnTo>
                  <a:lnTo>
                    <a:pt x="49999" y="83034"/>
                  </a:lnTo>
                  <a:lnTo>
                    <a:pt x="50058" y="83881"/>
                  </a:lnTo>
                  <a:lnTo>
                    <a:pt x="50088" y="84305"/>
                  </a:lnTo>
                  <a:lnTo>
                    <a:pt x="50088" y="84607"/>
                  </a:lnTo>
                  <a:lnTo>
                    <a:pt x="50472" y="87451"/>
                  </a:lnTo>
                  <a:lnTo>
                    <a:pt x="50502" y="87632"/>
                  </a:lnTo>
                  <a:lnTo>
                    <a:pt x="50887" y="90143"/>
                  </a:lnTo>
                  <a:lnTo>
                    <a:pt x="51035" y="91081"/>
                  </a:lnTo>
                  <a:lnTo>
                    <a:pt x="51212" y="92230"/>
                  </a:lnTo>
                  <a:lnTo>
                    <a:pt x="51330" y="93047"/>
                  </a:lnTo>
                  <a:lnTo>
                    <a:pt x="51922" y="96858"/>
                  </a:lnTo>
                  <a:lnTo>
                    <a:pt x="51952" y="97009"/>
                  </a:lnTo>
                  <a:lnTo>
                    <a:pt x="52129" y="98189"/>
                  </a:lnTo>
                  <a:lnTo>
                    <a:pt x="52484" y="100458"/>
                  </a:lnTo>
                  <a:lnTo>
                    <a:pt x="52810" y="102636"/>
                  </a:lnTo>
                  <a:lnTo>
                    <a:pt x="52987" y="103695"/>
                  </a:lnTo>
                  <a:lnTo>
                    <a:pt x="53490" y="107113"/>
                  </a:lnTo>
                  <a:lnTo>
                    <a:pt x="61094" y="105994"/>
                  </a:lnTo>
                  <a:lnTo>
                    <a:pt x="64052" y="105510"/>
                  </a:lnTo>
                  <a:lnTo>
                    <a:pt x="67336" y="105026"/>
                  </a:lnTo>
                  <a:lnTo>
                    <a:pt x="67898" y="108262"/>
                  </a:lnTo>
                  <a:lnTo>
                    <a:pt x="69200" y="115008"/>
                  </a:lnTo>
                  <a:lnTo>
                    <a:pt x="69230" y="115401"/>
                  </a:lnTo>
                  <a:lnTo>
                    <a:pt x="69230" y="115613"/>
                  </a:lnTo>
                  <a:lnTo>
                    <a:pt x="69259" y="116006"/>
                  </a:lnTo>
                  <a:lnTo>
                    <a:pt x="69289" y="116883"/>
                  </a:lnTo>
                  <a:lnTo>
                    <a:pt x="71804" y="129316"/>
                  </a:lnTo>
                  <a:lnTo>
                    <a:pt x="72395" y="132159"/>
                  </a:lnTo>
                  <a:lnTo>
                    <a:pt x="72366" y="133127"/>
                  </a:lnTo>
                  <a:lnTo>
                    <a:pt x="72395" y="133339"/>
                  </a:lnTo>
                  <a:lnTo>
                    <a:pt x="72514" y="134156"/>
                  </a:lnTo>
                  <a:lnTo>
                    <a:pt x="74200" y="142535"/>
                  </a:lnTo>
                  <a:lnTo>
                    <a:pt x="74318" y="143019"/>
                  </a:lnTo>
                  <a:lnTo>
                    <a:pt x="75354" y="147465"/>
                  </a:lnTo>
                  <a:lnTo>
                    <a:pt x="77425" y="156389"/>
                  </a:lnTo>
                  <a:lnTo>
                    <a:pt x="78786" y="162651"/>
                  </a:lnTo>
                  <a:lnTo>
                    <a:pt x="79762" y="167067"/>
                  </a:lnTo>
                  <a:lnTo>
                    <a:pt x="80028" y="168307"/>
                  </a:lnTo>
                  <a:lnTo>
                    <a:pt x="80088" y="168610"/>
                  </a:lnTo>
                  <a:lnTo>
                    <a:pt x="80354" y="169759"/>
                  </a:lnTo>
                  <a:lnTo>
                    <a:pt x="80857" y="172028"/>
                  </a:lnTo>
                  <a:lnTo>
                    <a:pt x="81034" y="172784"/>
                  </a:lnTo>
                  <a:lnTo>
                    <a:pt x="81626" y="175749"/>
                  </a:lnTo>
                  <a:lnTo>
                    <a:pt x="81774" y="176354"/>
                  </a:lnTo>
                  <a:lnTo>
                    <a:pt x="82011" y="177564"/>
                  </a:lnTo>
                  <a:lnTo>
                    <a:pt x="82099" y="178138"/>
                  </a:lnTo>
                  <a:lnTo>
                    <a:pt x="81863" y="178169"/>
                  </a:lnTo>
                  <a:lnTo>
                    <a:pt x="69318" y="180165"/>
                  </a:lnTo>
                  <a:lnTo>
                    <a:pt x="64851" y="180740"/>
                  </a:lnTo>
                  <a:lnTo>
                    <a:pt x="65147" y="182827"/>
                  </a:lnTo>
                  <a:lnTo>
                    <a:pt x="65206" y="183281"/>
                  </a:lnTo>
                  <a:lnTo>
                    <a:pt x="67662" y="199646"/>
                  </a:lnTo>
                  <a:lnTo>
                    <a:pt x="69614" y="212593"/>
                  </a:lnTo>
                  <a:lnTo>
                    <a:pt x="69644" y="212956"/>
                  </a:lnTo>
                  <a:lnTo>
                    <a:pt x="70384" y="217795"/>
                  </a:lnTo>
                  <a:lnTo>
                    <a:pt x="70531" y="218763"/>
                  </a:lnTo>
                  <a:lnTo>
                    <a:pt x="70561" y="218975"/>
                  </a:lnTo>
                  <a:lnTo>
                    <a:pt x="70650" y="219520"/>
                  </a:lnTo>
                  <a:lnTo>
                    <a:pt x="70975" y="221607"/>
                  </a:lnTo>
                  <a:lnTo>
                    <a:pt x="71123" y="222605"/>
                  </a:lnTo>
                  <a:lnTo>
                    <a:pt x="71182" y="222968"/>
                  </a:lnTo>
                  <a:lnTo>
                    <a:pt x="71242" y="223301"/>
                  </a:lnTo>
                  <a:lnTo>
                    <a:pt x="71537" y="225176"/>
                  </a:lnTo>
                  <a:lnTo>
                    <a:pt x="71745" y="226598"/>
                  </a:lnTo>
                  <a:lnTo>
                    <a:pt x="72040" y="228625"/>
                  </a:lnTo>
                  <a:lnTo>
                    <a:pt x="72159" y="229290"/>
                  </a:lnTo>
                  <a:lnTo>
                    <a:pt x="72425" y="231014"/>
                  </a:lnTo>
                  <a:lnTo>
                    <a:pt x="72455" y="231317"/>
                  </a:lnTo>
                  <a:lnTo>
                    <a:pt x="72543" y="231892"/>
                  </a:lnTo>
                  <a:lnTo>
                    <a:pt x="72869" y="233918"/>
                  </a:lnTo>
                  <a:lnTo>
                    <a:pt x="73342" y="237004"/>
                  </a:lnTo>
                  <a:lnTo>
                    <a:pt x="73460" y="237942"/>
                  </a:lnTo>
                  <a:lnTo>
                    <a:pt x="73668" y="239273"/>
                  </a:lnTo>
                  <a:lnTo>
                    <a:pt x="73875" y="240573"/>
                  </a:lnTo>
                  <a:lnTo>
                    <a:pt x="74023" y="241511"/>
                  </a:lnTo>
                  <a:lnTo>
                    <a:pt x="74111" y="242237"/>
                  </a:lnTo>
                  <a:lnTo>
                    <a:pt x="74171" y="242570"/>
                  </a:lnTo>
                  <a:lnTo>
                    <a:pt x="74437" y="244354"/>
                  </a:lnTo>
                  <a:lnTo>
                    <a:pt x="74733" y="246139"/>
                  </a:lnTo>
                  <a:lnTo>
                    <a:pt x="74792" y="246684"/>
                  </a:lnTo>
                  <a:lnTo>
                    <a:pt x="75443" y="250888"/>
                  </a:lnTo>
                  <a:lnTo>
                    <a:pt x="75827" y="253399"/>
                  </a:lnTo>
                  <a:lnTo>
                    <a:pt x="76212" y="255910"/>
                  </a:lnTo>
                  <a:lnTo>
                    <a:pt x="76330" y="256666"/>
                  </a:lnTo>
                  <a:lnTo>
                    <a:pt x="76389" y="257180"/>
                  </a:lnTo>
                  <a:lnTo>
                    <a:pt x="76419" y="257634"/>
                  </a:lnTo>
                  <a:lnTo>
                    <a:pt x="76419" y="258057"/>
                  </a:lnTo>
                  <a:lnTo>
                    <a:pt x="76419" y="258420"/>
                  </a:lnTo>
                  <a:lnTo>
                    <a:pt x="76419" y="258753"/>
                  </a:lnTo>
                  <a:lnTo>
                    <a:pt x="76449" y="258904"/>
                  </a:lnTo>
                  <a:lnTo>
                    <a:pt x="76449" y="259388"/>
                  </a:lnTo>
                  <a:lnTo>
                    <a:pt x="76478" y="259812"/>
                  </a:lnTo>
                  <a:lnTo>
                    <a:pt x="76656" y="261113"/>
                  </a:lnTo>
                  <a:lnTo>
                    <a:pt x="76804" y="262141"/>
                  </a:lnTo>
                  <a:lnTo>
                    <a:pt x="76833" y="262353"/>
                  </a:lnTo>
                  <a:lnTo>
                    <a:pt x="76922" y="262807"/>
                  </a:lnTo>
                  <a:lnTo>
                    <a:pt x="77721" y="267828"/>
                  </a:lnTo>
                  <a:lnTo>
                    <a:pt x="77869" y="268705"/>
                  </a:lnTo>
                  <a:lnTo>
                    <a:pt x="78579" y="273091"/>
                  </a:lnTo>
                  <a:lnTo>
                    <a:pt x="78638" y="273485"/>
                  </a:lnTo>
                  <a:lnTo>
                    <a:pt x="78756" y="274150"/>
                  </a:lnTo>
                  <a:lnTo>
                    <a:pt x="78815" y="274513"/>
                  </a:lnTo>
                  <a:lnTo>
                    <a:pt x="77780" y="274695"/>
                  </a:lnTo>
                  <a:lnTo>
                    <a:pt x="75709" y="274997"/>
                  </a:lnTo>
                  <a:lnTo>
                    <a:pt x="74703" y="275148"/>
                  </a:lnTo>
                  <a:lnTo>
                    <a:pt x="71478" y="275602"/>
                  </a:lnTo>
                  <a:lnTo>
                    <a:pt x="70975" y="275693"/>
                  </a:lnTo>
                  <a:lnTo>
                    <a:pt x="70236" y="275814"/>
                  </a:lnTo>
                  <a:lnTo>
                    <a:pt x="69200" y="276026"/>
                  </a:lnTo>
                  <a:lnTo>
                    <a:pt x="68165" y="276328"/>
                  </a:lnTo>
                  <a:lnTo>
                    <a:pt x="66745" y="276782"/>
                  </a:lnTo>
                  <a:lnTo>
                    <a:pt x="65946" y="277054"/>
                  </a:lnTo>
                  <a:lnTo>
                    <a:pt x="63253" y="277962"/>
                  </a:lnTo>
                  <a:lnTo>
                    <a:pt x="62869" y="278113"/>
                  </a:lnTo>
                  <a:lnTo>
                    <a:pt x="57958" y="279776"/>
                  </a:lnTo>
                  <a:lnTo>
                    <a:pt x="56833" y="280170"/>
                  </a:lnTo>
                  <a:lnTo>
                    <a:pt x="56626" y="280230"/>
                  </a:lnTo>
                  <a:lnTo>
                    <a:pt x="53431" y="281380"/>
                  </a:lnTo>
                  <a:lnTo>
                    <a:pt x="51952" y="281864"/>
                  </a:lnTo>
                  <a:lnTo>
                    <a:pt x="51656" y="281985"/>
                  </a:lnTo>
                  <a:lnTo>
                    <a:pt x="50472" y="282378"/>
                  </a:lnTo>
                  <a:lnTo>
                    <a:pt x="49171" y="282771"/>
                  </a:lnTo>
                  <a:lnTo>
                    <a:pt x="48490" y="282953"/>
                  </a:lnTo>
                  <a:lnTo>
                    <a:pt x="47899" y="283074"/>
                  </a:lnTo>
                  <a:lnTo>
                    <a:pt x="47248" y="283225"/>
                  </a:lnTo>
                  <a:lnTo>
                    <a:pt x="46893" y="283285"/>
                  </a:lnTo>
                  <a:lnTo>
                    <a:pt x="46183" y="283406"/>
                  </a:lnTo>
                  <a:lnTo>
                    <a:pt x="44881" y="283648"/>
                  </a:lnTo>
                  <a:lnTo>
                    <a:pt x="44496" y="283709"/>
                  </a:lnTo>
                  <a:lnTo>
                    <a:pt x="44052" y="283800"/>
                  </a:lnTo>
                  <a:lnTo>
                    <a:pt x="39792" y="284526"/>
                  </a:lnTo>
                  <a:lnTo>
                    <a:pt x="38875" y="284677"/>
                  </a:lnTo>
                  <a:lnTo>
                    <a:pt x="36005" y="285161"/>
                  </a:lnTo>
                  <a:lnTo>
                    <a:pt x="35561" y="285252"/>
                  </a:lnTo>
                  <a:lnTo>
                    <a:pt x="34674" y="285403"/>
                  </a:lnTo>
                  <a:lnTo>
                    <a:pt x="30029" y="286129"/>
                  </a:lnTo>
                  <a:lnTo>
                    <a:pt x="28934" y="286310"/>
                  </a:lnTo>
                  <a:lnTo>
                    <a:pt x="28727" y="286371"/>
                  </a:lnTo>
                  <a:lnTo>
                    <a:pt x="25916" y="286885"/>
                  </a:lnTo>
                  <a:lnTo>
                    <a:pt x="25236" y="287006"/>
                  </a:lnTo>
                  <a:lnTo>
                    <a:pt x="24023" y="287218"/>
                  </a:lnTo>
                  <a:lnTo>
                    <a:pt x="23579" y="286310"/>
                  </a:lnTo>
                  <a:lnTo>
                    <a:pt x="22928" y="284949"/>
                  </a:lnTo>
                  <a:lnTo>
                    <a:pt x="22840" y="284677"/>
                  </a:lnTo>
                  <a:lnTo>
                    <a:pt x="22751" y="284526"/>
                  </a:lnTo>
                  <a:lnTo>
                    <a:pt x="22455" y="283890"/>
                  </a:lnTo>
                  <a:lnTo>
                    <a:pt x="22366" y="283709"/>
                  </a:lnTo>
                  <a:lnTo>
                    <a:pt x="21863" y="282711"/>
                  </a:lnTo>
                  <a:lnTo>
                    <a:pt x="21567" y="282075"/>
                  </a:lnTo>
                  <a:lnTo>
                    <a:pt x="20916" y="280744"/>
                  </a:lnTo>
                  <a:lnTo>
                    <a:pt x="20532" y="279988"/>
                  </a:lnTo>
                  <a:lnTo>
                    <a:pt x="20266" y="279474"/>
                  </a:lnTo>
                  <a:lnTo>
                    <a:pt x="19822" y="278567"/>
                  </a:lnTo>
                  <a:lnTo>
                    <a:pt x="19615" y="278173"/>
                  </a:lnTo>
                  <a:lnTo>
                    <a:pt x="19319" y="277538"/>
                  </a:lnTo>
                  <a:lnTo>
                    <a:pt x="19201" y="277296"/>
                  </a:lnTo>
                  <a:lnTo>
                    <a:pt x="18786" y="276449"/>
                  </a:lnTo>
                  <a:lnTo>
                    <a:pt x="18461" y="275602"/>
                  </a:lnTo>
                  <a:lnTo>
                    <a:pt x="18372" y="275360"/>
                  </a:lnTo>
                  <a:lnTo>
                    <a:pt x="18254" y="275118"/>
                  </a:lnTo>
                  <a:lnTo>
                    <a:pt x="18195" y="274967"/>
                  </a:lnTo>
                  <a:lnTo>
                    <a:pt x="17899" y="274301"/>
                  </a:lnTo>
                  <a:lnTo>
                    <a:pt x="17721" y="273666"/>
                  </a:lnTo>
                  <a:lnTo>
                    <a:pt x="17366" y="272275"/>
                  </a:lnTo>
                  <a:lnTo>
                    <a:pt x="17041" y="271186"/>
                  </a:lnTo>
                  <a:lnTo>
                    <a:pt x="16982" y="270974"/>
                  </a:lnTo>
                  <a:lnTo>
                    <a:pt x="16922" y="270732"/>
                  </a:lnTo>
                  <a:lnTo>
                    <a:pt x="16449" y="269068"/>
                  </a:lnTo>
                  <a:lnTo>
                    <a:pt x="16390" y="268735"/>
                  </a:lnTo>
                  <a:lnTo>
                    <a:pt x="16272" y="268130"/>
                  </a:lnTo>
                  <a:lnTo>
                    <a:pt x="16035" y="267102"/>
                  </a:lnTo>
                  <a:lnTo>
                    <a:pt x="15591" y="265166"/>
                  </a:lnTo>
                  <a:lnTo>
                    <a:pt x="15414" y="264440"/>
                  </a:lnTo>
                  <a:lnTo>
                    <a:pt x="15325" y="264107"/>
                  </a:lnTo>
                  <a:lnTo>
                    <a:pt x="14881" y="262050"/>
                  </a:lnTo>
                  <a:lnTo>
                    <a:pt x="14704" y="261294"/>
                  </a:lnTo>
                  <a:lnTo>
                    <a:pt x="14615" y="260810"/>
                  </a:lnTo>
                  <a:lnTo>
                    <a:pt x="14556" y="260568"/>
                  </a:lnTo>
                  <a:lnTo>
                    <a:pt x="14408" y="259872"/>
                  </a:lnTo>
                  <a:lnTo>
                    <a:pt x="14260" y="259267"/>
                  </a:lnTo>
                  <a:lnTo>
                    <a:pt x="14171" y="258874"/>
                  </a:lnTo>
                  <a:lnTo>
                    <a:pt x="13757" y="256999"/>
                  </a:lnTo>
                  <a:lnTo>
                    <a:pt x="13698" y="256787"/>
                  </a:lnTo>
                  <a:lnTo>
                    <a:pt x="13668" y="256605"/>
                  </a:lnTo>
                  <a:lnTo>
                    <a:pt x="13579" y="256182"/>
                  </a:lnTo>
                  <a:lnTo>
                    <a:pt x="13135" y="254185"/>
                  </a:lnTo>
                  <a:lnTo>
                    <a:pt x="13076" y="253943"/>
                  </a:lnTo>
                  <a:lnTo>
                    <a:pt x="12780" y="252613"/>
                  </a:lnTo>
                  <a:lnTo>
                    <a:pt x="12721" y="252401"/>
                  </a:lnTo>
                  <a:lnTo>
                    <a:pt x="12573" y="251766"/>
                  </a:lnTo>
                  <a:lnTo>
                    <a:pt x="12425" y="251100"/>
                  </a:lnTo>
                  <a:lnTo>
                    <a:pt x="12130" y="249920"/>
                  </a:lnTo>
                  <a:lnTo>
                    <a:pt x="11982" y="249346"/>
                  </a:lnTo>
                  <a:lnTo>
                    <a:pt x="11893" y="248983"/>
                  </a:lnTo>
                  <a:lnTo>
                    <a:pt x="11715" y="248317"/>
                  </a:lnTo>
                  <a:lnTo>
                    <a:pt x="11479" y="247319"/>
                  </a:lnTo>
                  <a:lnTo>
                    <a:pt x="11183" y="246139"/>
                  </a:lnTo>
                  <a:lnTo>
                    <a:pt x="11005" y="245443"/>
                  </a:lnTo>
                  <a:lnTo>
                    <a:pt x="10857" y="244748"/>
                  </a:lnTo>
                  <a:lnTo>
                    <a:pt x="10680" y="244112"/>
                  </a:lnTo>
                  <a:lnTo>
                    <a:pt x="10591" y="243749"/>
                  </a:lnTo>
                  <a:lnTo>
                    <a:pt x="10325" y="242388"/>
                  </a:lnTo>
                  <a:lnTo>
                    <a:pt x="10295" y="242146"/>
                  </a:lnTo>
                  <a:lnTo>
                    <a:pt x="10236" y="241934"/>
                  </a:lnTo>
                  <a:lnTo>
                    <a:pt x="9733" y="239333"/>
                  </a:lnTo>
                  <a:lnTo>
                    <a:pt x="9615" y="238849"/>
                  </a:lnTo>
                  <a:lnTo>
                    <a:pt x="9644" y="237942"/>
                  </a:lnTo>
                  <a:lnTo>
                    <a:pt x="9822" y="237125"/>
                  </a:lnTo>
                  <a:lnTo>
                    <a:pt x="9911" y="236822"/>
                  </a:lnTo>
                  <a:lnTo>
                    <a:pt x="10769" y="234705"/>
                  </a:lnTo>
                  <a:lnTo>
                    <a:pt x="10857" y="234463"/>
                  </a:lnTo>
                  <a:lnTo>
                    <a:pt x="11212" y="233646"/>
                  </a:lnTo>
                  <a:lnTo>
                    <a:pt x="11420" y="233223"/>
                  </a:lnTo>
                  <a:lnTo>
                    <a:pt x="11627" y="232769"/>
                  </a:lnTo>
                  <a:lnTo>
                    <a:pt x="11804" y="232315"/>
                  </a:lnTo>
                  <a:lnTo>
                    <a:pt x="12011" y="231861"/>
                  </a:lnTo>
                  <a:lnTo>
                    <a:pt x="12278" y="231347"/>
                  </a:lnTo>
                  <a:lnTo>
                    <a:pt x="12603" y="230621"/>
                  </a:lnTo>
                  <a:lnTo>
                    <a:pt x="12928" y="229895"/>
                  </a:lnTo>
                  <a:lnTo>
                    <a:pt x="13135" y="229441"/>
                  </a:lnTo>
                  <a:lnTo>
                    <a:pt x="13846" y="227778"/>
                  </a:lnTo>
                  <a:lnTo>
                    <a:pt x="16124" y="223210"/>
                  </a:lnTo>
                  <a:lnTo>
                    <a:pt x="16479" y="222545"/>
                  </a:lnTo>
                  <a:lnTo>
                    <a:pt x="16567" y="222363"/>
                  </a:lnTo>
                  <a:lnTo>
                    <a:pt x="18047" y="219550"/>
                  </a:lnTo>
                  <a:lnTo>
                    <a:pt x="18402" y="218824"/>
                  </a:lnTo>
                  <a:lnTo>
                    <a:pt x="18727" y="218189"/>
                  </a:lnTo>
                  <a:lnTo>
                    <a:pt x="20650" y="214256"/>
                  </a:lnTo>
                  <a:lnTo>
                    <a:pt x="22159" y="211352"/>
                  </a:lnTo>
                  <a:lnTo>
                    <a:pt x="22485" y="210778"/>
                  </a:lnTo>
                  <a:lnTo>
                    <a:pt x="23076" y="209598"/>
                  </a:lnTo>
                  <a:lnTo>
                    <a:pt x="24289" y="207359"/>
                  </a:lnTo>
                  <a:lnTo>
                    <a:pt x="24408" y="207178"/>
                  </a:lnTo>
                  <a:lnTo>
                    <a:pt x="25591" y="205121"/>
                  </a:lnTo>
                  <a:lnTo>
                    <a:pt x="25709" y="204939"/>
                  </a:lnTo>
                  <a:lnTo>
                    <a:pt x="26479" y="203548"/>
                  </a:lnTo>
                  <a:lnTo>
                    <a:pt x="26893" y="202701"/>
                  </a:lnTo>
                  <a:lnTo>
                    <a:pt x="26982" y="202550"/>
                  </a:lnTo>
                  <a:lnTo>
                    <a:pt x="27159" y="202126"/>
                  </a:lnTo>
                  <a:lnTo>
                    <a:pt x="27277" y="201824"/>
                  </a:lnTo>
                  <a:lnTo>
                    <a:pt x="27425" y="201430"/>
                  </a:lnTo>
                  <a:lnTo>
                    <a:pt x="27603" y="200795"/>
                  </a:lnTo>
                  <a:lnTo>
                    <a:pt x="27780" y="200099"/>
                  </a:lnTo>
                  <a:lnTo>
                    <a:pt x="28165" y="198103"/>
                  </a:lnTo>
                  <a:lnTo>
                    <a:pt x="23816" y="197649"/>
                  </a:lnTo>
                  <a:lnTo>
                    <a:pt x="21686" y="197438"/>
                  </a:lnTo>
                  <a:lnTo>
                    <a:pt x="21390" y="197407"/>
                  </a:lnTo>
                  <a:lnTo>
                    <a:pt x="20266" y="197286"/>
                  </a:lnTo>
                  <a:lnTo>
                    <a:pt x="19940" y="197256"/>
                  </a:lnTo>
                  <a:lnTo>
                    <a:pt x="18431" y="197105"/>
                  </a:lnTo>
                  <a:lnTo>
                    <a:pt x="15532" y="196802"/>
                  </a:lnTo>
                  <a:lnTo>
                    <a:pt x="13224" y="196591"/>
                  </a:lnTo>
                  <a:lnTo>
                    <a:pt x="9644" y="196258"/>
                  </a:lnTo>
                  <a:lnTo>
                    <a:pt x="6360" y="195955"/>
                  </a:lnTo>
                  <a:lnTo>
                    <a:pt x="6124" y="195744"/>
                  </a:lnTo>
                  <a:lnTo>
                    <a:pt x="7692" y="192235"/>
                  </a:lnTo>
                  <a:lnTo>
                    <a:pt x="8668" y="190117"/>
                  </a:lnTo>
                  <a:lnTo>
                    <a:pt x="8727" y="189936"/>
                  </a:lnTo>
                  <a:lnTo>
                    <a:pt x="9260" y="188756"/>
                  </a:lnTo>
                  <a:lnTo>
                    <a:pt x="11065" y="184521"/>
                  </a:lnTo>
                  <a:lnTo>
                    <a:pt x="11390" y="183825"/>
                  </a:lnTo>
                  <a:lnTo>
                    <a:pt x="11597" y="183281"/>
                  </a:lnTo>
                  <a:lnTo>
                    <a:pt x="13431" y="179016"/>
                  </a:lnTo>
                  <a:lnTo>
                    <a:pt x="13579" y="178743"/>
                  </a:lnTo>
                  <a:lnTo>
                    <a:pt x="13698" y="178441"/>
                  </a:lnTo>
                  <a:lnTo>
                    <a:pt x="13816" y="178138"/>
                  </a:lnTo>
                  <a:lnTo>
                    <a:pt x="13313" y="177957"/>
                  </a:lnTo>
                  <a:lnTo>
                    <a:pt x="12780" y="177836"/>
                  </a:lnTo>
                  <a:lnTo>
                    <a:pt x="12041" y="177654"/>
                  </a:lnTo>
                  <a:lnTo>
                    <a:pt x="11834" y="177594"/>
                  </a:lnTo>
                  <a:lnTo>
                    <a:pt x="11449" y="177503"/>
                  </a:lnTo>
                  <a:lnTo>
                    <a:pt x="10621" y="177291"/>
                  </a:lnTo>
                  <a:lnTo>
                    <a:pt x="9999" y="177140"/>
                  </a:lnTo>
                  <a:lnTo>
                    <a:pt x="9496" y="176989"/>
                  </a:lnTo>
                  <a:lnTo>
                    <a:pt x="8994" y="176807"/>
                  </a:lnTo>
                  <a:lnTo>
                    <a:pt x="8786" y="176717"/>
                  </a:lnTo>
                  <a:lnTo>
                    <a:pt x="8461" y="176596"/>
                  </a:lnTo>
                  <a:lnTo>
                    <a:pt x="7869" y="176323"/>
                  </a:lnTo>
                  <a:lnTo>
                    <a:pt x="7662" y="176233"/>
                  </a:lnTo>
                  <a:lnTo>
                    <a:pt x="7485" y="176142"/>
                  </a:lnTo>
                  <a:lnTo>
                    <a:pt x="7278" y="176021"/>
                  </a:lnTo>
                  <a:lnTo>
                    <a:pt x="7070" y="175900"/>
                  </a:lnTo>
                  <a:lnTo>
                    <a:pt x="6715" y="175688"/>
                  </a:lnTo>
                  <a:lnTo>
                    <a:pt x="6360" y="175476"/>
                  </a:lnTo>
                  <a:lnTo>
                    <a:pt x="6094" y="175295"/>
                  </a:lnTo>
                  <a:lnTo>
                    <a:pt x="5769" y="175053"/>
                  </a:lnTo>
                  <a:lnTo>
                    <a:pt x="5532" y="174871"/>
                  </a:lnTo>
                  <a:lnTo>
                    <a:pt x="5236" y="174599"/>
                  </a:lnTo>
                  <a:lnTo>
                    <a:pt x="4852" y="174266"/>
                  </a:lnTo>
                  <a:lnTo>
                    <a:pt x="4171" y="173661"/>
                  </a:lnTo>
                  <a:lnTo>
                    <a:pt x="3846" y="173359"/>
                  </a:lnTo>
                  <a:lnTo>
                    <a:pt x="3461" y="172996"/>
                  </a:lnTo>
                  <a:lnTo>
                    <a:pt x="2988" y="172482"/>
                  </a:lnTo>
                  <a:lnTo>
                    <a:pt x="2751" y="172240"/>
                  </a:lnTo>
                  <a:lnTo>
                    <a:pt x="2485" y="171937"/>
                  </a:lnTo>
                  <a:lnTo>
                    <a:pt x="1153" y="170727"/>
                  </a:lnTo>
                  <a:lnTo>
                    <a:pt x="917" y="170516"/>
                  </a:lnTo>
                  <a:lnTo>
                    <a:pt x="414" y="170032"/>
                  </a:lnTo>
                  <a:lnTo>
                    <a:pt x="207" y="169669"/>
                  </a:lnTo>
                  <a:lnTo>
                    <a:pt x="0" y="169275"/>
                  </a:lnTo>
                  <a:lnTo>
                    <a:pt x="976" y="168701"/>
                  </a:lnTo>
                  <a:lnTo>
                    <a:pt x="1597" y="168307"/>
                  </a:lnTo>
                  <a:lnTo>
                    <a:pt x="2307" y="167914"/>
                  </a:lnTo>
                  <a:lnTo>
                    <a:pt x="3698" y="166523"/>
                  </a:lnTo>
                  <a:lnTo>
                    <a:pt x="4940" y="165101"/>
                  </a:lnTo>
                  <a:lnTo>
                    <a:pt x="7899" y="161320"/>
                  </a:lnTo>
                  <a:lnTo>
                    <a:pt x="8047" y="161078"/>
                  </a:lnTo>
                  <a:lnTo>
                    <a:pt x="8195" y="160715"/>
                  </a:lnTo>
                  <a:lnTo>
                    <a:pt x="9437" y="158628"/>
                  </a:lnTo>
                  <a:lnTo>
                    <a:pt x="10443" y="156631"/>
                  </a:lnTo>
                  <a:lnTo>
                    <a:pt x="11124" y="155300"/>
                  </a:lnTo>
                  <a:lnTo>
                    <a:pt x="11982" y="153425"/>
                  </a:lnTo>
                  <a:lnTo>
                    <a:pt x="12218" y="152850"/>
                  </a:lnTo>
                  <a:lnTo>
                    <a:pt x="12278" y="152668"/>
                  </a:lnTo>
                  <a:lnTo>
                    <a:pt x="12721" y="150037"/>
                  </a:lnTo>
                  <a:lnTo>
                    <a:pt x="12810" y="149220"/>
                  </a:lnTo>
                  <a:lnTo>
                    <a:pt x="12988" y="147496"/>
                  </a:lnTo>
                  <a:lnTo>
                    <a:pt x="13165" y="145862"/>
                  </a:lnTo>
                  <a:lnTo>
                    <a:pt x="12425" y="145862"/>
                  </a:lnTo>
                  <a:lnTo>
                    <a:pt x="12337" y="145046"/>
                  </a:lnTo>
                  <a:lnTo>
                    <a:pt x="12337" y="144804"/>
                  </a:lnTo>
                  <a:lnTo>
                    <a:pt x="12337" y="144622"/>
                  </a:lnTo>
                  <a:lnTo>
                    <a:pt x="12662" y="144259"/>
                  </a:lnTo>
                  <a:lnTo>
                    <a:pt x="13017" y="143624"/>
                  </a:lnTo>
                  <a:lnTo>
                    <a:pt x="13047" y="142868"/>
                  </a:lnTo>
                  <a:lnTo>
                    <a:pt x="12899" y="141567"/>
                  </a:lnTo>
                  <a:lnTo>
                    <a:pt x="12869" y="141416"/>
                  </a:lnTo>
                  <a:lnTo>
                    <a:pt x="12662" y="139964"/>
                  </a:lnTo>
                  <a:lnTo>
                    <a:pt x="12455" y="138602"/>
                  </a:lnTo>
                  <a:lnTo>
                    <a:pt x="11863" y="134821"/>
                  </a:lnTo>
                  <a:lnTo>
                    <a:pt x="11686" y="133672"/>
                  </a:lnTo>
                  <a:lnTo>
                    <a:pt x="11301" y="131070"/>
                  </a:lnTo>
                  <a:lnTo>
                    <a:pt x="10591" y="126049"/>
                  </a:lnTo>
                  <a:lnTo>
                    <a:pt x="10177" y="123205"/>
                  </a:lnTo>
                  <a:lnTo>
                    <a:pt x="9881" y="121118"/>
                  </a:lnTo>
                  <a:lnTo>
                    <a:pt x="9674" y="119666"/>
                  </a:lnTo>
                  <a:lnTo>
                    <a:pt x="8668" y="112679"/>
                  </a:lnTo>
                  <a:lnTo>
                    <a:pt x="8343" y="109865"/>
                  </a:lnTo>
                  <a:lnTo>
                    <a:pt x="8195" y="109260"/>
                  </a:lnTo>
                  <a:lnTo>
                    <a:pt x="8106" y="108928"/>
                  </a:lnTo>
                  <a:lnTo>
                    <a:pt x="8017" y="108534"/>
                  </a:lnTo>
                  <a:lnTo>
                    <a:pt x="7573" y="105419"/>
                  </a:lnTo>
                  <a:lnTo>
                    <a:pt x="7366" y="103997"/>
                  </a:lnTo>
                  <a:lnTo>
                    <a:pt x="6715" y="99520"/>
                  </a:lnTo>
                  <a:lnTo>
                    <a:pt x="6420" y="97403"/>
                  </a:lnTo>
                  <a:lnTo>
                    <a:pt x="6094" y="94892"/>
                  </a:lnTo>
                  <a:lnTo>
                    <a:pt x="5562" y="90929"/>
                  </a:lnTo>
                  <a:lnTo>
                    <a:pt x="5502" y="89780"/>
                  </a:lnTo>
                  <a:lnTo>
                    <a:pt x="5562" y="89598"/>
                  </a:lnTo>
                  <a:lnTo>
                    <a:pt x="5769" y="88993"/>
                  </a:lnTo>
                  <a:lnTo>
                    <a:pt x="6124" y="87935"/>
                  </a:lnTo>
                  <a:lnTo>
                    <a:pt x="6567" y="86573"/>
                  </a:lnTo>
                  <a:lnTo>
                    <a:pt x="7692" y="83276"/>
                  </a:lnTo>
                  <a:lnTo>
                    <a:pt x="8195" y="81854"/>
                  </a:lnTo>
                  <a:lnTo>
                    <a:pt x="8431" y="81159"/>
                  </a:lnTo>
                  <a:lnTo>
                    <a:pt x="8846" y="79918"/>
                  </a:lnTo>
                  <a:lnTo>
                    <a:pt x="9141" y="79072"/>
                  </a:lnTo>
                  <a:lnTo>
                    <a:pt x="9556" y="77831"/>
                  </a:lnTo>
                  <a:lnTo>
                    <a:pt x="9733" y="77317"/>
                  </a:lnTo>
                  <a:lnTo>
                    <a:pt x="9940" y="76742"/>
                  </a:lnTo>
                  <a:lnTo>
                    <a:pt x="10443" y="75139"/>
                  </a:lnTo>
                  <a:lnTo>
                    <a:pt x="10473" y="74988"/>
                  </a:lnTo>
                  <a:lnTo>
                    <a:pt x="10621" y="74564"/>
                  </a:lnTo>
                  <a:lnTo>
                    <a:pt x="11331" y="72205"/>
                  </a:lnTo>
                  <a:lnTo>
                    <a:pt x="11656" y="71146"/>
                  </a:lnTo>
                  <a:lnTo>
                    <a:pt x="11982" y="70118"/>
                  </a:lnTo>
                  <a:lnTo>
                    <a:pt x="12218" y="69271"/>
                  </a:lnTo>
                  <a:lnTo>
                    <a:pt x="12159" y="68666"/>
                  </a:lnTo>
                  <a:lnTo>
                    <a:pt x="12159" y="68393"/>
                  </a:lnTo>
                  <a:lnTo>
                    <a:pt x="12070" y="67002"/>
                  </a:lnTo>
                  <a:lnTo>
                    <a:pt x="12070" y="66669"/>
                  </a:lnTo>
                  <a:lnTo>
                    <a:pt x="11982" y="64733"/>
                  </a:lnTo>
                  <a:lnTo>
                    <a:pt x="11686" y="59319"/>
                  </a:lnTo>
                  <a:lnTo>
                    <a:pt x="11597" y="57957"/>
                  </a:lnTo>
                  <a:lnTo>
                    <a:pt x="11715" y="57504"/>
                  </a:lnTo>
                  <a:lnTo>
                    <a:pt x="12396" y="56929"/>
                  </a:lnTo>
                  <a:lnTo>
                    <a:pt x="13106" y="56384"/>
                  </a:lnTo>
                  <a:lnTo>
                    <a:pt x="13402" y="56142"/>
                  </a:lnTo>
                  <a:lnTo>
                    <a:pt x="13638" y="55931"/>
                  </a:lnTo>
                  <a:lnTo>
                    <a:pt x="14260" y="55386"/>
                  </a:lnTo>
                  <a:lnTo>
                    <a:pt x="14704" y="55084"/>
                  </a:lnTo>
                  <a:lnTo>
                    <a:pt x="15147" y="54267"/>
                  </a:lnTo>
                  <a:lnTo>
                    <a:pt x="15621" y="53148"/>
                  </a:lnTo>
                  <a:lnTo>
                    <a:pt x="15828" y="52634"/>
                  </a:lnTo>
                  <a:lnTo>
                    <a:pt x="16094" y="52180"/>
                  </a:lnTo>
                  <a:lnTo>
                    <a:pt x="16360" y="51363"/>
                  </a:lnTo>
                  <a:lnTo>
                    <a:pt x="16597" y="50879"/>
                  </a:lnTo>
                  <a:lnTo>
                    <a:pt x="16715" y="50244"/>
                  </a:lnTo>
                  <a:lnTo>
                    <a:pt x="17632" y="48368"/>
                  </a:lnTo>
                  <a:lnTo>
                    <a:pt x="18490" y="46493"/>
                  </a:lnTo>
                  <a:lnTo>
                    <a:pt x="18727" y="45404"/>
                  </a:lnTo>
                  <a:lnTo>
                    <a:pt x="19230" y="43952"/>
                  </a:lnTo>
                  <a:lnTo>
                    <a:pt x="19733" y="42954"/>
                  </a:lnTo>
                  <a:lnTo>
                    <a:pt x="20147" y="42228"/>
                  </a:lnTo>
                  <a:lnTo>
                    <a:pt x="21479" y="41199"/>
                  </a:lnTo>
                  <a:lnTo>
                    <a:pt x="22396" y="40655"/>
                  </a:lnTo>
                  <a:lnTo>
                    <a:pt x="22810" y="40382"/>
                  </a:lnTo>
                  <a:lnTo>
                    <a:pt x="23372" y="39989"/>
                  </a:lnTo>
                  <a:lnTo>
                    <a:pt x="24585" y="39021"/>
                  </a:lnTo>
                  <a:lnTo>
                    <a:pt x="25769" y="38023"/>
                  </a:lnTo>
                  <a:lnTo>
                    <a:pt x="27692" y="36541"/>
                  </a:lnTo>
                  <a:lnTo>
                    <a:pt x="29763" y="34665"/>
                  </a:lnTo>
                  <a:lnTo>
                    <a:pt x="30680" y="33032"/>
                  </a:lnTo>
                  <a:lnTo>
                    <a:pt x="31479" y="30793"/>
                  </a:lnTo>
                  <a:lnTo>
                    <a:pt x="31804" y="29099"/>
                  </a:lnTo>
                  <a:lnTo>
                    <a:pt x="31952" y="27073"/>
                  </a:lnTo>
                  <a:lnTo>
                    <a:pt x="32070" y="24804"/>
                  </a:lnTo>
                  <a:lnTo>
                    <a:pt x="32455" y="22384"/>
                  </a:lnTo>
                  <a:lnTo>
                    <a:pt x="32484" y="21325"/>
                  </a:lnTo>
                  <a:lnTo>
                    <a:pt x="32277" y="19480"/>
                  </a:lnTo>
                  <a:lnTo>
                    <a:pt x="32366" y="18270"/>
                  </a:lnTo>
                  <a:lnTo>
                    <a:pt x="32603" y="17786"/>
                  </a:lnTo>
                  <a:lnTo>
                    <a:pt x="33047" y="16939"/>
                  </a:lnTo>
                  <a:lnTo>
                    <a:pt x="34408" y="14307"/>
                  </a:lnTo>
                  <a:lnTo>
                    <a:pt x="35561" y="12009"/>
                  </a:lnTo>
                  <a:lnTo>
                    <a:pt x="36893" y="9528"/>
                  </a:lnTo>
                  <a:lnTo>
                    <a:pt x="38224" y="7108"/>
                  </a:lnTo>
                  <a:lnTo>
                    <a:pt x="39348" y="4295"/>
                  </a:lnTo>
                  <a:lnTo>
                    <a:pt x="39910" y="2934"/>
                  </a:lnTo>
                  <a:lnTo>
                    <a:pt x="40147" y="2298"/>
                  </a:lnTo>
                  <a:lnTo>
                    <a:pt x="40680" y="1693"/>
                  </a:lnTo>
                  <a:lnTo>
                    <a:pt x="41271" y="1028"/>
                  </a:lnTo>
                  <a:lnTo>
                    <a:pt x="42070" y="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1463997" y="2788385"/>
              <a:ext cx="955850" cy="449173"/>
            </a:xfrm>
            <a:custGeom>
              <a:avLst/>
              <a:pathLst>
                <a:path w="955850" h="449173">
                  <a:moveTo>
                    <a:pt x="718810" y="3508"/>
                  </a:moveTo>
                  <a:lnTo>
                    <a:pt x="720171" y="7743"/>
                  </a:lnTo>
                  <a:lnTo>
                    <a:pt x="722094" y="11010"/>
                  </a:lnTo>
                  <a:lnTo>
                    <a:pt x="724491" y="13551"/>
                  </a:lnTo>
                  <a:lnTo>
                    <a:pt x="724787" y="13854"/>
                  </a:lnTo>
                  <a:lnTo>
                    <a:pt x="727864" y="16546"/>
                  </a:lnTo>
                  <a:lnTo>
                    <a:pt x="731532" y="19299"/>
                  </a:lnTo>
                  <a:lnTo>
                    <a:pt x="734225" y="23836"/>
                  </a:lnTo>
                  <a:lnTo>
                    <a:pt x="736917" y="27345"/>
                  </a:lnTo>
                  <a:lnTo>
                    <a:pt x="740704" y="31882"/>
                  </a:lnTo>
                  <a:lnTo>
                    <a:pt x="742923" y="35603"/>
                  </a:lnTo>
                  <a:lnTo>
                    <a:pt x="744136" y="38053"/>
                  </a:lnTo>
                  <a:lnTo>
                    <a:pt x="745437" y="39475"/>
                  </a:lnTo>
                  <a:lnTo>
                    <a:pt x="748455" y="39808"/>
                  </a:lnTo>
                  <a:lnTo>
                    <a:pt x="755171" y="41955"/>
                  </a:lnTo>
                  <a:lnTo>
                    <a:pt x="758159" y="43135"/>
                  </a:lnTo>
                  <a:lnTo>
                    <a:pt x="761502" y="45676"/>
                  </a:lnTo>
                  <a:lnTo>
                    <a:pt x="763130" y="49094"/>
                  </a:lnTo>
                  <a:lnTo>
                    <a:pt x="764520" y="51575"/>
                  </a:lnTo>
                  <a:lnTo>
                    <a:pt x="765822" y="53269"/>
                  </a:lnTo>
                  <a:lnTo>
                    <a:pt x="769609" y="54055"/>
                  </a:lnTo>
                  <a:lnTo>
                    <a:pt x="774668" y="54055"/>
                  </a:lnTo>
                  <a:lnTo>
                    <a:pt x="779668" y="52966"/>
                  </a:lnTo>
                  <a:lnTo>
                    <a:pt x="786206" y="50940"/>
                  </a:lnTo>
                  <a:lnTo>
                    <a:pt x="787952" y="51272"/>
                  </a:lnTo>
                  <a:lnTo>
                    <a:pt x="795615" y="54781"/>
                  </a:lnTo>
                  <a:lnTo>
                    <a:pt x="797656" y="55598"/>
                  </a:lnTo>
                  <a:lnTo>
                    <a:pt x="802567" y="57534"/>
                  </a:lnTo>
                  <a:lnTo>
                    <a:pt x="809609" y="61587"/>
                  </a:lnTo>
                  <a:lnTo>
                    <a:pt x="815437" y="66609"/>
                  </a:lnTo>
                  <a:lnTo>
                    <a:pt x="816798" y="71388"/>
                  </a:lnTo>
                  <a:lnTo>
                    <a:pt x="817804" y="78255"/>
                  </a:lnTo>
                  <a:lnTo>
                    <a:pt x="819253" y="82732"/>
                  </a:lnTo>
                  <a:lnTo>
                    <a:pt x="822478" y="85847"/>
                  </a:lnTo>
                  <a:lnTo>
                    <a:pt x="826679" y="90566"/>
                  </a:lnTo>
                  <a:lnTo>
                    <a:pt x="829460" y="94317"/>
                  </a:lnTo>
                  <a:lnTo>
                    <a:pt x="833188" y="97917"/>
                  </a:lnTo>
                  <a:lnTo>
                    <a:pt x="836798" y="100337"/>
                  </a:lnTo>
                  <a:lnTo>
                    <a:pt x="838395" y="101244"/>
                  </a:lnTo>
                  <a:lnTo>
                    <a:pt x="841650" y="103150"/>
                  </a:lnTo>
                  <a:lnTo>
                    <a:pt x="846946" y="107445"/>
                  </a:lnTo>
                  <a:lnTo>
                    <a:pt x="850555" y="110501"/>
                  </a:lnTo>
                  <a:lnTo>
                    <a:pt x="851679" y="112890"/>
                  </a:lnTo>
                  <a:lnTo>
                    <a:pt x="851857" y="113284"/>
                  </a:lnTo>
                  <a:lnTo>
                    <a:pt x="852271" y="115341"/>
                  </a:lnTo>
                  <a:lnTo>
                    <a:pt x="853040" y="118033"/>
                  </a:lnTo>
                  <a:lnTo>
                    <a:pt x="853336" y="119092"/>
                  </a:lnTo>
                  <a:lnTo>
                    <a:pt x="853632" y="119938"/>
                  </a:lnTo>
                  <a:lnTo>
                    <a:pt x="854194" y="122389"/>
                  </a:lnTo>
                  <a:lnTo>
                    <a:pt x="854815" y="123478"/>
                  </a:lnTo>
                  <a:lnTo>
                    <a:pt x="856502" y="124385"/>
                  </a:lnTo>
                  <a:lnTo>
                    <a:pt x="860348" y="125958"/>
                  </a:lnTo>
                  <a:lnTo>
                    <a:pt x="863809" y="127350"/>
                  </a:lnTo>
                  <a:lnTo>
                    <a:pt x="865496" y="127864"/>
                  </a:lnTo>
                  <a:lnTo>
                    <a:pt x="866768" y="127864"/>
                  </a:lnTo>
                  <a:lnTo>
                    <a:pt x="867774" y="127743"/>
                  </a:lnTo>
                  <a:lnTo>
                    <a:pt x="868839" y="127924"/>
                  </a:lnTo>
                  <a:lnTo>
                    <a:pt x="869371" y="128499"/>
                  </a:lnTo>
                  <a:lnTo>
                    <a:pt x="869697" y="128711"/>
                  </a:lnTo>
                  <a:lnTo>
                    <a:pt x="870289" y="129497"/>
                  </a:lnTo>
                  <a:lnTo>
                    <a:pt x="870496" y="129891"/>
                  </a:lnTo>
                  <a:lnTo>
                    <a:pt x="871176" y="131101"/>
                  </a:lnTo>
                  <a:lnTo>
                    <a:pt x="872182" y="132159"/>
                  </a:lnTo>
                  <a:lnTo>
                    <a:pt x="872863" y="132885"/>
                  </a:lnTo>
                  <a:lnTo>
                    <a:pt x="875910" y="136092"/>
                  </a:lnTo>
                  <a:lnTo>
                    <a:pt x="877212" y="137665"/>
                  </a:lnTo>
                  <a:lnTo>
                    <a:pt x="878454" y="138360"/>
                  </a:lnTo>
                  <a:lnTo>
                    <a:pt x="878898" y="138935"/>
                  </a:lnTo>
                  <a:lnTo>
                    <a:pt x="878987" y="139207"/>
                  </a:lnTo>
                  <a:lnTo>
                    <a:pt x="879549" y="139661"/>
                  </a:lnTo>
                  <a:lnTo>
                    <a:pt x="880614" y="139933"/>
                  </a:lnTo>
                  <a:lnTo>
                    <a:pt x="880880" y="139994"/>
                  </a:lnTo>
                  <a:lnTo>
                    <a:pt x="882241" y="140236"/>
                  </a:lnTo>
                  <a:lnTo>
                    <a:pt x="883750" y="140327"/>
                  </a:lnTo>
                  <a:lnTo>
                    <a:pt x="885762" y="140508"/>
                  </a:lnTo>
                  <a:lnTo>
                    <a:pt x="887892" y="140901"/>
                  </a:lnTo>
                  <a:lnTo>
                    <a:pt x="888513" y="141113"/>
                  </a:lnTo>
                  <a:lnTo>
                    <a:pt x="888720" y="141567"/>
                  </a:lnTo>
                  <a:lnTo>
                    <a:pt x="889046" y="142595"/>
                  </a:lnTo>
                  <a:lnTo>
                    <a:pt x="889401" y="145288"/>
                  </a:lnTo>
                  <a:lnTo>
                    <a:pt x="889785" y="147284"/>
                  </a:lnTo>
                  <a:lnTo>
                    <a:pt x="890496" y="148252"/>
                  </a:lnTo>
                  <a:lnTo>
                    <a:pt x="887567" y="152124"/>
                  </a:lnTo>
                  <a:lnTo>
                    <a:pt x="886975" y="153999"/>
                  </a:lnTo>
                  <a:lnTo>
                    <a:pt x="885584" y="156026"/>
                  </a:lnTo>
                  <a:lnTo>
                    <a:pt x="884342" y="159202"/>
                  </a:lnTo>
                  <a:lnTo>
                    <a:pt x="883158" y="161289"/>
                  </a:lnTo>
                  <a:lnTo>
                    <a:pt x="881768" y="164556"/>
                  </a:lnTo>
                  <a:lnTo>
                    <a:pt x="882922" y="167612"/>
                  </a:lnTo>
                  <a:lnTo>
                    <a:pt x="884904" y="170939"/>
                  </a:lnTo>
                  <a:lnTo>
                    <a:pt x="889135" y="175749"/>
                  </a:lnTo>
                  <a:lnTo>
                    <a:pt x="896856" y="178804"/>
                  </a:lnTo>
                  <a:lnTo>
                    <a:pt x="901590" y="182131"/>
                  </a:lnTo>
                  <a:lnTo>
                    <a:pt x="909282" y="187727"/>
                  </a:lnTo>
                  <a:lnTo>
                    <a:pt x="912773" y="191781"/>
                  </a:lnTo>
                  <a:lnTo>
                    <a:pt x="919253" y="198406"/>
                  </a:lnTo>
                  <a:lnTo>
                    <a:pt x="931679" y="210112"/>
                  </a:lnTo>
                  <a:lnTo>
                    <a:pt x="937655" y="216979"/>
                  </a:lnTo>
                  <a:lnTo>
                    <a:pt x="942122" y="222817"/>
                  </a:lnTo>
                  <a:lnTo>
                    <a:pt x="949844" y="229925"/>
                  </a:lnTo>
                  <a:lnTo>
                    <a:pt x="954104" y="235098"/>
                  </a:lnTo>
                  <a:lnTo>
                    <a:pt x="955022" y="236974"/>
                  </a:lnTo>
                  <a:lnTo>
                    <a:pt x="955110" y="241118"/>
                  </a:lnTo>
                  <a:lnTo>
                    <a:pt x="955850" y="246139"/>
                  </a:lnTo>
                  <a:lnTo>
                    <a:pt x="955850" y="251584"/>
                  </a:lnTo>
                  <a:lnTo>
                    <a:pt x="955317" y="259963"/>
                  </a:lnTo>
                  <a:lnTo>
                    <a:pt x="952832" y="264773"/>
                  </a:lnTo>
                  <a:lnTo>
                    <a:pt x="950584" y="272154"/>
                  </a:lnTo>
                  <a:lnTo>
                    <a:pt x="950465" y="277145"/>
                  </a:lnTo>
                  <a:lnTo>
                    <a:pt x="950968" y="280805"/>
                  </a:lnTo>
                  <a:lnTo>
                    <a:pt x="945377" y="286159"/>
                  </a:lnTo>
                  <a:lnTo>
                    <a:pt x="939400" y="290485"/>
                  </a:lnTo>
                  <a:lnTo>
                    <a:pt x="934430" y="291755"/>
                  </a:lnTo>
                  <a:lnTo>
                    <a:pt x="932182" y="294296"/>
                  </a:lnTo>
                  <a:lnTo>
                    <a:pt x="930939" y="299620"/>
                  </a:lnTo>
                  <a:lnTo>
                    <a:pt x="927211" y="304460"/>
                  </a:lnTo>
                  <a:lnTo>
                    <a:pt x="922211" y="307787"/>
                  </a:lnTo>
                  <a:lnTo>
                    <a:pt x="917004" y="310812"/>
                  </a:lnTo>
                  <a:lnTo>
                    <a:pt x="912270" y="316167"/>
                  </a:lnTo>
                  <a:lnTo>
                    <a:pt x="906058" y="316681"/>
                  </a:lnTo>
                  <a:lnTo>
                    <a:pt x="901324" y="316681"/>
                  </a:lnTo>
                  <a:lnTo>
                    <a:pt x="893129" y="320492"/>
                  </a:lnTo>
                  <a:lnTo>
                    <a:pt x="888632" y="321763"/>
                  </a:lnTo>
                  <a:lnTo>
                    <a:pt x="884401" y="320250"/>
                  </a:lnTo>
                  <a:lnTo>
                    <a:pt x="879933" y="319464"/>
                  </a:lnTo>
                  <a:lnTo>
                    <a:pt x="876472" y="319555"/>
                  </a:lnTo>
                  <a:lnTo>
                    <a:pt x="872715" y="323033"/>
                  </a:lnTo>
                  <a:lnTo>
                    <a:pt x="867241" y="330172"/>
                  </a:lnTo>
                  <a:lnTo>
                    <a:pt x="863513" y="334982"/>
                  </a:lnTo>
                  <a:lnTo>
                    <a:pt x="858543" y="338551"/>
                  </a:lnTo>
                  <a:lnTo>
                    <a:pt x="854312" y="343391"/>
                  </a:lnTo>
                  <a:lnTo>
                    <a:pt x="844608" y="347444"/>
                  </a:lnTo>
                  <a:lnTo>
                    <a:pt x="839875" y="347717"/>
                  </a:lnTo>
                  <a:lnTo>
                    <a:pt x="836088" y="346446"/>
                  </a:lnTo>
                  <a:lnTo>
                    <a:pt x="830171" y="343119"/>
                  </a:lnTo>
                  <a:lnTo>
                    <a:pt x="825703" y="339822"/>
                  </a:lnTo>
                  <a:lnTo>
                    <a:pt x="821088" y="339549"/>
                  </a:lnTo>
                  <a:lnTo>
                    <a:pt x="817833" y="338642"/>
                  </a:lnTo>
                  <a:lnTo>
                    <a:pt x="815141" y="339065"/>
                  </a:lnTo>
                  <a:lnTo>
                    <a:pt x="810259" y="338975"/>
                  </a:lnTo>
                  <a:lnTo>
                    <a:pt x="804816" y="338158"/>
                  </a:lnTo>
                  <a:lnTo>
                    <a:pt x="801473" y="337039"/>
                  </a:lnTo>
                  <a:lnTo>
                    <a:pt x="798070" y="336766"/>
                  </a:lnTo>
                  <a:lnTo>
                    <a:pt x="793603" y="339580"/>
                  </a:lnTo>
                  <a:lnTo>
                    <a:pt x="786887" y="345176"/>
                  </a:lnTo>
                  <a:lnTo>
                    <a:pt x="778928" y="351770"/>
                  </a:lnTo>
                  <a:lnTo>
                    <a:pt x="772952" y="356368"/>
                  </a:lnTo>
                  <a:lnTo>
                    <a:pt x="768485" y="358153"/>
                  </a:lnTo>
                  <a:lnTo>
                    <a:pt x="761266" y="357881"/>
                  </a:lnTo>
                  <a:lnTo>
                    <a:pt x="754343" y="356398"/>
                  </a:lnTo>
                  <a:lnTo>
                    <a:pt x="753041" y="349229"/>
                  </a:lnTo>
                  <a:lnTo>
                    <a:pt x="748337" y="343905"/>
                  </a:lnTo>
                  <a:lnTo>
                    <a:pt x="740852" y="338551"/>
                  </a:lnTo>
                  <a:lnTo>
                    <a:pt x="737124" y="334498"/>
                  </a:lnTo>
                  <a:lnTo>
                    <a:pt x="735881" y="331352"/>
                  </a:lnTo>
                  <a:lnTo>
                    <a:pt x="735378" y="330172"/>
                  </a:lnTo>
                  <a:lnTo>
                    <a:pt x="735023" y="328871"/>
                  </a:lnTo>
                  <a:lnTo>
                    <a:pt x="732154" y="318466"/>
                  </a:lnTo>
                  <a:lnTo>
                    <a:pt x="729165" y="309814"/>
                  </a:lnTo>
                  <a:lnTo>
                    <a:pt x="729668" y="301405"/>
                  </a:lnTo>
                  <a:lnTo>
                    <a:pt x="727686" y="295809"/>
                  </a:lnTo>
                  <a:lnTo>
                    <a:pt x="723692" y="288458"/>
                  </a:lnTo>
                  <a:lnTo>
                    <a:pt x="720201" y="283860"/>
                  </a:lnTo>
                  <a:lnTo>
                    <a:pt x="714994" y="276994"/>
                  </a:lnTo>
                  <a:lnTo>
                    <a:pt x="711769" y="271397"/>
                  </a:lnTo>
                  <a:lnTo>
                    <a:pt x="708633" y="267646"/>
                  </a:lnTo>
                  <a:lnTo>
                    <a:pt x="707420" y="265166"/>
                  </a:lnTo>
                  <a:lnTo>
                    <a:pt x="706710" y="264107"/>
                  </a:lnTo>
                  <a:lnTo>
                    <a:pt x="705645" y="263200"/>
                  </a:lnTo>
                  <a:lnTo>
                    <a:pt x="702923" y="263321"/>
                  </a:lnTo>
                  <a:lnTo>
                    <a:pt x="702686" y="263381"/>
                  </a:lnTo>
                  <a:lnTo>
                    <a:pt x="700615" y="263805"/>
                  </a:lnTo>
                  <a:lnTo>
                    <a:pt x="699964" y="263926"/>
                  </a:lnTo>
                  <a:lnTo>
                    <a:pt x="697657" y="264349"/>
                  </a:lnTo>
                  <a:lnTo>
                    <a:pt x="696769" y="264501"/>
                  </a:lnTo>
                  <a:lnTo>
                    <a:pt x="693337" y="265499"/>
                  </a:lnTo>
                  <a:lnTo>
                    <a:pt x="691148" y="266225"/>
                  </a:lnTo>
                  <a:lnTo>
                    <a:pt x="690615" y="266709"/>
                  </a:lnTo>
                  <a:lnTo>
                    <a:pt x="690172" y="267102"/>
                  </a:lnTo>
                  <a:lnTo>
                    <a:pt x="689757" y="267404"/>
                  </a:lnTo>
                  <a:lnTo>
                    <a:pt x="689402" y="267616"/>
                  </a:lnTo>
                  <a:lnTo>
                    <a:pt x="689077" y="267767"/>
                  </a:lnTo>
                  <a:lnTo>
                    <a:pt x="688722" y="268009"/>
                  </a:lnTo>
                  <a:lnTo>
                    <a:pt x="688367" y="268221"/>
                  </a:lnTo>
                  <a:lnTo>
                    <a:pt x="687923" y="268463"/>
                  </a:lnTo>
                  <a:lnTo>
                    <a:pt x="687539" y="268614"/>
                  </a:lnTo>
                  <a:lnTo>
                    <a:pt x="687272" y="268826"/>
                  </a:lnTo>
                  <a:lnTo>
                    <a:pt x="686917" y="269129"/>
                  </a:lnTo>
                  <a:lnTo>
                    <a:pt x="686414" y="269613"/>
                  </a:lnTo>
                  <a:lnTo>
                    <a:pt x="685704" y="270278"/>
                  </a:lnTo>
                  <a:lnTo>
                    <a:pt x="684965" y="270671"/>
                  </a:lnTo>
                  <a:lnTo>
                    <a:pt x="684107" y="271125"/>
                  </a:lnTo>
                  <a:lnTo>
                    <a:pt x="683544" y="271397"/>
                  </a:lnTo>
                  <a:lnTo>
                    <a:pt x="683130" y="271760"/>
                  </a:lnTo>
                  <a:lnTo>
                    <a:pt x="682479" y="272063"/>
                  </a:lnTo>
                  <a:lnTo>
                    <a:pt x="681858" y="272456"/>
                  </a:lnTo>
                  <a:lnTo>
                    <a:pt x="681148" y="272849"/>
                  </a:lnTo>
                  <a:lnTo>
                    <a:pt x="680586" y="273031"/>
                  </a:lnTo>
                  <a:lnTo>
                    <a:pt x="680113" y="273243"/>
                  </a:lnTo>
                  <a:lnTo>
                    <a:pt x="679669" y="273303"/>
                  </a:lnTo>
                  <a:lnTo>
                    <a:pt x="679255" y="273364"/>
                  </a:lnTo>
                  <a:lnTo>
                    <a:pt x="678752" y="273424"/>
                  </a:lnTo>
                  <a:lnTo>
                    <a:pt x="678308" y="273454"/>
                  </a:lnTo>
                  <a:lnTo>
                    <a:pt x="677923" y="273454"/>
                  </a:lnTo>
                  <a:lnTo>
                    <a:pt x="677479" y="273424"/>
                  </a:lnTo>
                  <a:lnTo>
                    <a:pt x="677184" y="273424"/>
                  </a:lnTo>
                  <a:lnTo>
                    <a:pt x="676592" y="273424"/>
                  </a:lnTo>
                  <a:lnTo>
                    <a:pt x="676296" y="273515"/>
                  </a:lnTo>
                  <a:lnTo>
                    <a:pt x="675941" y="273787"/>
                  </a:lnTo>
                  <a:lnTo>
                    <a:pt x="675763" y="274029"/>
                  </a:lnTo>
                  <a:lnTo>
                    <a:pt x="675645" y="274180"/>
                  </a:lnTo>
                  <a:lnTo>
                    <a:pt x="675290" y="274422"/>
                  </a:lnTo>
                  <a:lnTo>
                    <a:pt x="674965" y="274574"/>
                  </a:lnTo>
                  <a:lnTo>
                    <a:pt x="674580" y="274816"/>
                  </a:lnTo>
                  <a:lnTo>
                    <a:pt x="673959" y="274906"/>
                  </a:lnTo>
                  <a:lnTo>
                    <a:pt x="673249" y="275148"/>
                  </a:lnTo>
                  <a:lnTo>
                    <a:pt x="672657" y="275360"/>
                  </a:lnTo>
                  <a:lnTo>
                    <a:pt x="672124" y="275542"/>
                  </a:lnTo>
                  <a:lnTo>
                    <a:pt x="671503" y="275693"/>
                  </a:lnTo>
                  <a:lnTo>
                    <a:pt x="670793" y="275905"/>
                  </a:lnTo>
                  <a:lnTo>
                    <a:pt x="670408" y="276177"/>
                  </a:lnTo>
                  <a:lnTo>
                    <a:pt x="670024" y="276479"/>
                  </a:lnTo>
                  <a:lnTo>
                    <a:pt x="669728" y="276873"/>
                  </a:lnTo>
                  <a:lnTo>
                    <a:pt x="669462" y="277266"/>
                  </a:lnTo>
                  <a:lnTo>
                    <a:pt x="669284" y="277841"/>
                  </a:lnTo>
                  <a:lnTo>
                    <a:pt x="669048" y="278294"/>
                  </a:lnTo>
                  <a:lnTo>
                    <a:pt x="668900" y="278688"/>
                  </a:lnTo>
                  <a:lnTo>
                    <a:pt x="668663" y="279020"/>
                  </a:lnTo>
                  <a:lnTo>
                    <a:pt x="668367" y="279504"/>
                  </a:lnTo>
                  <a:lnTo>
                    <a:pt x="668101" y="279867"/>
                  </a:lnTo>
                  <a:lnTo>
                    <a:pt x="667805" y="280260"/>
                  </a:lnTo>
                  <a:lnTo>
                    <a:pt x="667568" y="280472"/>
                  </a:lnTo>
                  <a:lnTo>
                    <a:pt x="667065" y="280714"/>
                  </a:lnTo>
                  <a:lnTo>
                    <a:pt x="666710" y="280926"/>
                  </a:lnTo>
                  <a:lnTo>
                    <a:pt x="666414" y="281047"/>
                  </a:lnTo>
                  <a:lnTo>
                    <a:pt x="666000" y="281168"/>
                  </a:lnTo>
                  <a:lnTo>
                    <a:pt x="665734" y="281168"/>
                  </a:lnTo>
                  <a:lnTo>
                    <a:pt x="665468" y="281168"/>
                  </a:lnTo>
                  <a:lnTo>
                    <a:pt x="665113" y="281198"/>
                  </a:lnTo>
                  <a:lnTo>
                    <a:pt x="664343" y="281410"/>
                  </a:lnTo>
                  <a:lnTo>
                    <a:pt x="663693" y="281531"/>
                  </a:lnTo>
                  <a:lnTo>
                    <a:pt x="663042" y="281712"/>
                  </a:lnTo>
                  <a:lnTo>
                    <a:pt x="662243" y="281864"/>
                  </a:lnTo>
                  <a:lnTo>
                    <a:pt x="661710" y="281864"/>
                  </a:lnTo>
                  <a:lnTo>
                    <a:pt x="660971" y="281924"/>
                  </a:lnTo>
                  <a:lnTo>
                    <a:pt x="660290" y="281924"/>
                  </a:lnTo>
                  <a:lnTo>
                    <a:pt x="659669" y="281833"/>
                  </a:lnTo>
                  <a:lnTo>
                    <a:pt x="658988" y="281773"/>
                  </a:lnTo>
                  <a:lnTo>
                    <a:pt x="658426" y="281743"/>
                  </a:lnTo>
                  <a:lnTo>
                    <a:pt x="657687" y="281773"/>
                  </a:lnTo>
                  <a:lnTo>
                    <a:pt x="657065" y="281773"/>
                  </a:lnTo>
                  <a:lnTo>
                    <a:pt x="656296" y="281773"/>
                  </a:lnTo>
                  <a:lnTo>
                    <a:pt x="655675" y="281773"/>
                  </a:lnTo>
                  <a:lnTo>
                    <a:pt x="655142" y="281954"/>
                  </a:lnTo>
                  <a:lnTo>
                    <a:pt x="654639" y="282106"/>
                  </a:lnTo>
                  <a:lnTo>
                    <a:pt x="654255" y="282408"/>
                  </a:lnTo>
                  <a:lnTo>
                    <a:pt x="653752" y="282862"/>
                  </a:lnTo>
                  <a:lnTo>
                    <a:pt x="653308" y="283346"/>
                  </a:lnTo>
                  <a:lnTo>
                    <a:pt x="652716" y="283830"/>
                  </a:lnTo>
                  <a:lnTo>
                    <a:pt x="652065" y="284223"/>
                  </a:lnTo>
                  <a:lnTo>
                    <a:pt x="651444" y="284465"/>
                  </a:lnTo>
                  <a:lnTo>
                    <a:pt x="650912" y="284677"/>
                  </a:lnTo>
                  <a:lnTo>
                    <a:pt x="650379" y="284707"/>
                  </a:lnTo>
                  <a:lnTo>
                    <a:pt x="649787" y="284768"/>
                  </a:lnTo>
                  <a:lnTo>
                    <a:pt x="649225" y="284768"/>
                  </a:lnTo>
                  <a:lnTo>
                    <a:pt x="648633" y="284798"/>
                  </a:lnTo>
                  <a:lnTo>
                    <a:pt x="648071" y="284798"/>
                  </a:lnTo>
                  <a:lnTo>
                    <a:pt x="647391" y="284949"/>
                  </a:lnTo>
                  <a:lnTo>
                    <a:pt x="646829" y="285100"/>
                  </a:lnTo>
                  <a:lnTo>
                    <a:pt x="646296" y="285403"/>
                  </a:lnTo>
                  <a:lnTo>
                    <a:pt x="645675" y="285766"/>
                  </a:lnTo>
                  <a:lnTo>
                    <a:pt x="645054" y="286189"/>
                  </a:lnTo>
                  <a:lnTo>
                    <a:pt x="644521" y="286492"/>
                  </a:lnTo>
                  <a:lnTo>
                    <a:pt x="643929" y="286855"/>
                  </a:lnTo>
                  <a:lnTo>
                    <a:pt x="643367" y="287218"/>
                  </a:lnTo>
                  <a:lnTo>
                    <a:pt x="642805" y="287490"/>
                  </a:lnTo>
                  <a:lnTo>
                    <a:pt x="642213" y="287823"/>
                  </a:lnTo>
                  <a:lnTo>
                    <a:pt x="641296" y="288246"/>
                  </a:lnTo>
                  <a:lnTo>
                    <a:pt x="640527" y="288579"/>
                  </a:lnTo>
                  <a:lnTo>
                    <a:pt x="639580" y="288851"/>
                  </a:lnTo>
                  <a:lnTo>
                    <a:pt x="638604" y="289093"/>
                  </a:lnTo>
                  <a:lnTo>
                    <a:pt x="637864" y="289366"/>
                  </a:lnTo>
                  <a:lnTo>
                    <a:pt x="637095" y="289668"/>
                  </a:lnTo>
                  <a:lnTo>
                    <a:pt x="636296" y="289940"/>
                  </a:lnTo>
                  <a:lnTo>
                    <a:pt x="635261" y="290545"/>
                  </a:lnTo>
                  <a:lnTo>
                    <a:pt x="634373" y="290939"/>
                  </a:lnTo>
                  <a:lnTo>
                    <a:pt x="633574" y="291302"/>
                  </a:lnTo>
                  <a:lnTo>
                    <a:pt x="632687" y="291604"/>
                  </a:lnTo>
                  <a:lnTo>
                    <a:pt x="631829" y="291786"/>
                  </a:lnTo>
                  <a:lnTo>
                    <a:pt x="631089" y="291967"/>
                  </a:lnTo>
                  <a:lnTo>
                    <a:pt x="630409" y="291997"/>
                  </a:lnTo>
                  <a:lnTo>
                    <a:pt x="629373" y="291907"/>
                  </a:lnTo>
                  <a:lnTo>
                    <a:pt x="628722" y="291876"/>
                  </a:lnTo>
                  <a:lnTo>
                    <a:pt x="628072" y="291755"/>
                  </a:lnTo>
                  <a:lnTo>
                    <a:pt x="627273" y="291634"/>
                  </a:lnTo>
                  <a:lnTo>
                    <a:pt x="626563" y="291604"/>
                  </a:lnTo>
                  <a:lnTo>
                    <a:pt x="625971" y="291604"/>
                  </a:lnTo>
                  <a:lnTo>
                    <a:pt x="625202" y="291725"/>
                  </a:lnTo>
                  <a:lnTo>
                    <a:pt x="624521" y="291786"/>
                  </a:lnTo>
                  <a:lnTo>
                    <a:pt x="623811" y="291907"/>
                  </a:lnTo>
                  <a:lnTo>
                    <a:pt x="622805" y="291786"/>
                  </a:lnTo>
                  <a:lnTo>
                    <a:pt x="622125" y="291695"/>
                  </a:lnTo>
                  <a:lnTo>
                    <a:pt x="621148" y="291544"/>
                  </a:lnTo>
                  <a:lnTo>
                    <a:pt x="620646" y="291483"/>
                  </a:lnTo>
                  <a:lnTo>
                    <a:pt x="620083" y="291604"/>
                  </a:lnTo>
                  <a:lnTo>
                    <a:pt x="619492" y="291634"/>
                  </a:lnTo>
                  <a:lnTo>
                    <a:pt x="618367" y="291634"/>
                  </a:lnTo>
                  <a:lnTo>
                    <a:pt x="617835" y="291725"/>
                  </a:lnTo>
                  <a:lnTo>
                    <a:pt x="617332" y="291755"/>
                  </a:lnTo>
                  <a:lnTo>
                    <a:pt x="616829" y="291876"/>
                  </a:lnTo>
                  <a:lnTo>
                    <a:pt x="616504" y="291876"/>
                  </a:lnTo>
                  <a:lnTo>
                    <a:pt x="616060" y="292028"/>
                  </a:lnTo>
                  <a:lnTo>
                    <a:pt x="615705" y="291997"/>
                  </a:lnTo>
                  <a:lnTo>
                    <a:pt x="615350" y="291997"/>
                  </a:lnTo>
                  <a:lnTo>
                    <a:pt x="614906" y="292028"/>
                  </a:lnTo>
                  <a:lnTo>
                    <a:pt x="614285" y="292028"/>
                  </a:lnTo>
                  <a:lnTo>
                    <a:pt x="613782" y="292149"/>
                  </a:lnTo>
                  <a:lnTo>
                    <a:pt x="613397" y="292330"/>
                  </a:lnTo>
                  <a:lnTo>
                    <a:pt x="612894" y="292451"/>
                  </a:lnTo>
                  <a:lnTo>
                    <a:pt x="612362" y="292572"/>
                  </a:lnTo>
                  <a:lnTo>
                    <a:pt x="611859" y="292602"/>
                  </a:lnTo>
                  <a:lnTo>
                    <a:pt x="611474" y="292663"/>
                  </a:lnTo>
                  <a:lnTo>
                    <a:pt x="610941" y="292965"/>
                  </a:lnTo>
                  <a:lnTo>
                    <a:pt x="610231" y="293510"/>
                  </a:lnTo>
                  <a:lnTo>
                    <a:pt x="609581" y="294054"/>
                  </a:lnTo>
                  <a:lnTo>
                    <a:pt x="609018" y="294417"/>
                  </a:lnTo>
                  <a:lnTo>
                    <a:pt x="608397" y="294629"/>
                  </a:lnTo>
                  <a:lnTo>
                    <a:pt x="607598" y="294931"/>
                  </a:lnTo>
                  <a:lnTo>
                    <a:pt x="606859" y="295294"/>
                  </a:lnTo>
                  <a:lnTo>
                    <a:pt x="606178" y="295597"/>
                  </a:lnTo>
                  <a:lnTo>
                    <a:pt x="605498" y="295869"/>
                  </a:lnTo>
                  <a:lnTo>
                    <a:pt x="604373" y="296262"/>
                  </a:lnTo>
                  <a:lnTo>
                    <a:pt x="603959" y="296353"/>
                  </a:lnTo>
                  <a:lnTo>
                    <a:pt x="603456" y="296504"/>
                  </a:lnTo>
                  <a:lnTo>
                    <a:pt x="602983" y="296595"/>
                  </a:lnTo>
                  <a:lnTo>
                    <a:pt x="602243" y="296777"/>
                  </a:lnTo>
                  <a:lnTo>
                    <a:pt x="601800" y="296837"/>
                  </a:lnTo>
                  <a:lnTo>
                    <a:pt x="601415" y="296958"/>
                  </a:lnTo>
                  <a:lnTo>
                    <a:pt x="600942" y="296928"/>
                  </a:lnTo>
                  <a:lnTo>
                    <a:pt x="600527" y="296807"/>
                  </a:lnTo>
                  <a:lnTo>
                    <a:pt x="599581" y="297019"/>
                  </a:lnTo>
                  <a:lnTo>
                    <a:pt x="598871" y="297261"/>
                  </a:lnTo>
                  <a:lnTo>
                    <a:pt x="598042" y="297442"/>
                  </a:lnTo>
                  <a:lnTo>
                    <a:pt x="597125" y="297563"/>
                  </a:lnTo>
                  <a:lnTo>
                    <a:pt x="596415" y="297835"/>
                  </a:lnTo>
                  <a:lnTo>
                    <a:pt x="595734" y="298138"/>
                  </a:lnTo>
                  <a:lnTo>
                    <a:pt x="594965" y="298531"/>
                  </a:lnTo>
                  <a:lnTo>
                    <a:pt x="594492" y="298803"/>
                  </a:lnTo>
                  <a:lnTo>
                    <a:pt x="593871" y="299197"/>
                  </a:lnTo>
                  <a:lnTo>
                    <a:pt x="593220" y="299711"/>
                  </a:lnTo>
                  <a:lnTo>
                    <a:pt x="592687" y="300165"/>
                  </a:lnTo>
                  <a:lnTo>
                    <a:pt x="592243" y="300649"/>
                  </a:lnTo>
                  <a:lnTo>
                    <a:pt x="591829" y="301012"/>
                  </a:lnTo>
                  <a:lnTo>
                    <a:pt x="591533" y="301163"/>
                  </a:lnTo>
                  <a:lnTo>
                    <a:pt x="591060" y="301344"/>
                  </a:lnTo>
                  <a:lnTo>
                    <a:pt x="590557" y="301405"/>
                  </a:lnTo>
                  <a:lnTo>
                    <a:pt x="589995" y="301465"/>
                  </a:lnTo>
                  <a:lnTo>
                    <a:pt x="589433" y="301556"/>
                  </a:lnTo>
                  <a:lnTo>
                    <a:pt x="588900" y="301677"/>
                  </a:lnTo>
                  <a:lnTo>
                    <a:pt x="588279" y="301859"/>
                  </a:lnTo>
                  <a:lnTo>
                    <a:pt x="587835" y="301980"/>
                  </a:lnTo>
                  <a:lnTo>
                    <a:pt x="587391" y="301980"/>
                  </a:lnTo>
                  <a:lnTo>
                    <a:pt x="586888" y="301980"/>
                  </a:lnTo>
                  <a:lnTo>
                    <a:pt x="586415" y="301980"/>
                  </a:lnTo>
                  <a:lnTo>
                    <a:pt x="585942" y="301980"/>
                  </a:lnTo>
                  <a:lnTo>
                    <a:pt x="585527" y="301949"/>
                  </a:lnTo>
                  <a:lnTo>
                    <a:pt x="584965" y="301889"/>
                  </a:lnTo>
                  <a:lnTo>
                    <a:pt x="584492" y="301859"/>
                  </a:lnTo>
                  <a:lnTo>
                    <a:pt x="584078" y="301768"/>
                  </a:lnTo>
                  <a:lnTo>
                    <a:pt x="583545" y="301677"/>
                  </a:lnTo>
                  <a:lnTo>
                    <a:pt x="582687" y="301496"/>
                  </a:lnTo>
                  <a:lnTo>
                    <a:pt x="582155" y="301526"/>
                  </a:lnTo>
                  <a:lnTo>
                    <a:pt x="581859" y="301526"/>
                  </a:lnTo>
                  <a:lnTo>
                    <a:pt x="581297" y="301405"/>
                  </a:lnTo>
                  <a:lnTo>
                    <a:pt x="580764" y="301435"/>
                  </a:lnTo>
                  <a:lnTo>
                    <a:pt x="580616" y="301435"/>
                  </a:lnTo>
                  <a:lnTo>
                    <a:pt x="580054" y="301496"/>
                  </a:lnTo>
                  <a:lnTo>
                    <a:pt x="579670" y="301556"/>
                  </a:lnTo>
                  <a:lnTo>
                    <a:pt x="579403" y="301586"/>
                  </a:lnTo>
                  <a:lnTo>
                    <a:pt x="578930" y="301768"/>
                  </a:lnTo>
                  <a:lnTo>
                    <a:pt x="578457" y="301949"/>
                  </a:lnTo>
                  <a:lnTo>
                    <a:pt x="578072" y="302131"/>
                  </a:lnTo>
                  <a:lnTo>
                    <a:pt x="577658" y="302252"/>
                  </a:lnTo>
                  <a:lnTo>
                    <a:pt x="577273" y="302403"/>
                  </a:lnTo>
                  <a:lnTo>
                    <a:pt x="576948" y="302585"/>
                  </a:lnTo>
                  <a:lnTo>
                    <a:pt x="576563" y="302857"/>
                  </a:lnTo>
                  <a:lnTo>
                    <a:pt x="576208" y="303159"/>
                  </a:lnTo>
                  <a:lnTo>
                    <a:pt x="575942" y="303311"/>
                  </a:lnTo>
                  <a:lnTo>
                    <a:pt x="575616" y="303553"/>
                  </a:lnTo>
                  <a:lnTo>
                    <a:pt x="575261" y="303764"/>
                  </a:lnTo>
                  <a:lnTo>
                    <a:pt x="574995" y="304006"/>
                  </a:lnTo>
                  <a:lnTo>
                    <a:pt x="574640" y="304248"/>
                  </a:lnTo>
                  <a:lnTo>
                    <a:pt x="573486" y="304551"/>
                  </a:lnTo>
                  <a:lnTo>
                    <a:pt x="572244" y="304551"/>
                  </a:lnTo>
                  <a:lnTo>
                    <a:pt x="569995" y="304551"/>
                  </a:lnTo>
                  <a:lnTo>
                    <a:pt x="568871" y="304551"/>
                  </a:lnTo>
                  <a:lnTo>
                    <a:pt x="567924" y="304974"/>
                  </a:lnTo>
                  <a:lnTo>
                    <a:pt x="566770" y="305216"/>
                  </a:lnTo>
                  <a:lnTo>
                    <a:pt x="565587" y="304581"/>
                  </a:lnTo>
                  <a:lnTo>
                    <a:pt x="564847" y="304551"/>
                  </a:lnTo>
                  <a:lnTo>
                    <a:pt x="563930" y="305216"/>
                  </a:lnTo>
                  <a:lnTo>
                    <a:pt x="563338" y="306003"/>
                  </a:lnTo>
                  <a:lnTo>
                    <a:pt x="562510" y="306215"/>
                  </a:lnTo>
                  <a:lnTo>
                    <a:pt x="561593" y="306638"/>
                  </a:lnTo>
                  <a:lnTo>
                    <a:pt x="560794" y="306910"/>
                  </a:lnTo>
                  <a:lnTo>
                    <a:pt x="559847" y="306819"/>
                  </a:lnTo>
                  <a:lnTo>
                    <a:pt x="558960" y="306547"/>
                  </a:lnTo>
                  <a:lnTo>
                    <a:pt x="557983" y="306638"/>
                  </a:lnTo>
                  <a:lnTo>
                    <a:pt x="556770" y="307303"/>
                  </a:lnTo>
                  <a:lnTo>
                    <a:pt x="556031" y="307848"/>
                  </a:lnTo>
                  <a:lnTo>
                    <a:pt x="554611" y="307787"/>
                  </a:lnTo>
                  <a:lnTo>
                    <a:pt x="553131" y="308060"/>
                  </a:lnTo>
                  <a:lnTo>
                    <a:pt x="552155" y="308725"/>
                  </a:lnTo>
                  <a:lnTo>
                    <a:pt x="551622" y="309784"/>
                  </a:lnTo>
                  <a:lnTo>
                    <a:pt x="550794" y="310419"/>
                  </a:lnTo>
                  <a:lnTo>
                    <a:pt x="549788" y="310752"/>
                  </a:lnTo>
                  <a:lnTo>
                    <a:pt x="548782" y="310933"/>
                  </a:lnTo>
                  <a:lnTo>
                    <a:pt x="547806" y="311387"/>
                  </a:lnTo>
                  <a:lnTo>
                    <a:pt x="546445" y="311478"/>
                  </a:lnTo>
                  <a:lnTo>
                    <a:pt x="545350" y="311478"/>
                  </a:lnTo>
                  <a:lnTo>
                    <a:pt x="544108" y="311478"/>
                  </a:lnTo>
                  <a:lnTo>
                    <a:pt x="542954" y="311448"/>
                  </a:lnTo>
                  <a:lnTo>
                    <a:pt x="541593" y="311296"/>
                  </a:lnTo>
                  <a:lnTo>
                    <a:pt x="540853" y="311357"/>
                  </a:lnTo>
                  <a:lnTo>
                    <a:pt x="540054" y="311538"/>
                  </a:lnTo>
                  <a:lnTo>
                    <a:pt x="539256" y="311538"/>
                  </a:lnTo>
                  <a:lnTo>
                    <a:pt x="538457" y="311478"/>
                  </a:lnTo>
                  <a:lnTo>
                    <a:pt x="537451" y="311629"/>
                  </a:lnTo>
                  <a:lnTo>
                    <a:pt x="536179" y="311478"/>
                  </a:lnTo>
                  <a:lnTo>
                    <a:pt x="535439" y="311720"/>
                  </a:lnTo>
                  <a:lnTo>
                    <a:pt x="534670" y="311811"/>
                  </a:lnTo>
                  <a:lnTo>
                    <a:pt x="534049" y="311841"/>
                  </a:lnTo>
                  <a:lnTo>
                    <a:pt x="532924" y="311538"/>
                  </a:lnTo>
                  <a:lnTo>
                    <a:pt x="531859" y="311538"/>
                  </a:lnTo>
                  <a:lnTo>
                    <a:pt x="531060" y="311811"/>
                  </a:lnTo>
                  <a:lnTo>
                    <a:pt x="530143" y="312537"/>
                  </a:lnTo>
                  <a:lnTo>
                    <a:pt x="529197" y="313384"/>
                  </a:lnTo>
                  <a:lnTo>
                    <a:pt x="528102" y="313535"/>
                  </a:lnTo>
                  <a:lnTo>
                    <a:pt x="526593" y="313656"/>
                  </a:lnTo>
                  <a:lnTo>
                    <a:pt x="524995" y="314170"/>
                  </a:lnTo>
                  <a:lnTo>
                    <a:pt x="523930" y="314684"/>
                  </a:lnTo>
                  <a:lnTo>
                    <a:pt x="523279" y="315047"/>
                  </a:lnTo>
                  <a:lnTo>
                    <a:pt x="522303" y="315441"/>
                  </a:lnTo>
                  <a:lnTo>
                    <a:pt x="521120" y="315320"/>
                  </a:lnTo>
                  <a:lnTo>
                    <a:pt x="519907" y="315138"/>
                  </a:lnTo>
                  <a:lnTo>
                    <a:pt x="518635" y="315138"/>
                  </a:lnTo>
                  <a:lnTo>
                    <a:pt x="517333" y="315562"/>
                  </a:lnTo>
                  <a:lnTo>
                    <a:pt x="516564" y="316257"/>
                  </a:lnTo>
                  <a:lnTo>
                    <a:pt x="515883" y="316832"/>
                  </a:lnTo>
                  <a:lnTo>
                    <a:pt x="515617" y="317074"/>
                  </a:lnTo>
                  <a:lnTo>
                    <a:pt x="514552" y="317861"/>
                  </a:lnTo>
                  <a:lnTo>
                    <a:pt x="513546" y="318556"/>
                  </a:lnTo>
                  <a:lnTo>
                    <a:pt x="512333" y="318889"/>
                  </a:lnTo>
                  <a:lnTo>
                    <a:pt x="511297" y="318950"/>
                  </a:lnTo>
                  <a:lnTo>
                    <a:pt x="510380" y="319161"/>
                  </a:lnTo>
                  <a:lnTo>
                    <a:pt x="509138" y="320099"/>
                  </a:lnTo>
                  <a:lnTo>
                    <a:pt x="507984" y="321097"/>
                  </a:lnTo>
                  <a:lnTo>
                    <a:pt x="506830" y="321218"/>
                  </a:lnTo>
                  <a:lnTo>
                    <a:pt x="505646" y="321732"/>
                  </a:lnTo>
                  <a:lnTo>
                    <a:pt x="504226" y="322216"/>
                  </a:lnTo>
                  <a:lnTo>
                    <a:pt x="503280" y="322549"/>
                  </a:lnTo>
                  <a:lnTo>
                    <a:pt x="502215" y="323063"/>
                  </a:lnTo>
                  <a:lnTo>
                    <a:pt x="501002" y="323699"/>
                  </a:lnTo>
                  <a:lnTo>
                    <a:pt x="499404" y="324273"/>
                  </a:lnTo>
                  <a:lnTo>
                    <a:pt x="498280" y="324576"/>
                  </a:lnTo>
                  <a:lnTo>
                    <a:pt x="496712" y="324727"/>
                  </a:lnTo>
                  <a:lnTo>
                    <a:pt x="495617" y="325151"/>
                  </a:lnTo>
                  <a:lnTo>
                    <a:pt x="494049" y="326149"/>
                  </a:lnTo>
                  <a:lnTo>
                    <a:pt x="492806" y="326361"/>
                  </a:lnTo>
                  <a:lnTo>
                    <a:pt x="491238" y="326754"/>
                  </a:lnTo>
                  <a:lnTo>
                    <a:pt x="489877" y="327177"/>
                  </a:lnTo>
                  <a:lnTo>
                    <a:pt x="488280" y="327661"/>
                  </a:lnTo>
                  <a:lnTo>
                    <a:pt x="487008" y="328176"/>
                  </a:lnTo>
                  <a:lnTo>
                    <a:pt x="486002" y="328660"/>
                  </a:lnTo>
                  <a:lnTo>
                    <a:pt x="484759" y="328781"/>
                  </a:lnTo>
                  <a:lnTo>
                    <a:pt x="483013" y="328932"/>
                  </a:lnTo>
                  <a:lnTo>
                    <a:pt x="481090" y="329174"/>
                  </a:lnTo>
                  <a:lnTo>
                    <a:pt x="479966" y="329658"/>
                  </a:lnTo>
                  <a:lnTo>
                    <a:pt x="478428" y="329991"/>
                  </a:lnTo>
                  <a:lnTo>
                    <a:pt x="476919" y="330112"/>
                  </a:lnTo>
                  <a:lnTo>
                    <a:pt x="476238" y="329839"/>
                  </a:lnTo>
                  <a:lnTo>
                    <a:pt x="475055" y="329809"/>
                  </a:lnTo>
                  <a:lnTo>
                    <a:pt x="473872" y="329809"/>
                  </a:lnTo>
                  <a:lnTo>
                    <a:pt x="472096" y="329265"/>
                  </a:lnTo>
                  <a:lnTo>
                    <a:pt x="470499" y="329174"/>
                  </a:lnTo>
                  <a:lnTo>
                    <a:pt x="468901" y="329204"/>
                  </a:lnTo>
                  <a:lnTo>
                    <a:pt x="467274" y="329749"/>
                  </a:lnTo>
                  <a:lnTo>
                    <a:pt x="465676" y="329809"/>
                  </a:lnTo>
                  <a:lnTo>
                    <a:pt x="464345" y="329265"/>
                  </a:lnTo>
                  <a:lnTo>
                    <a:pt x="462599" y="329446"/>
                  </a:lnTo>
                  <a:lnTo>
                    <a:pt x="460588" y="329446"/>
                  </a:lnTo>
                  <a:lnTo>
                    <a:pt x="458576" y="330081"/>
                  </a:lnTo>
                  <a:lnTo>
                    <a:pt x="456919" y="330626"/>
                  </a:lnTo>
                  <a:lnTo>
                    <a:pt x="455676" y="331110"/>
                  </a:lnTo>
                  <a:lnTo>
                    <a:pt x="454108" y="331896"/>
                  </a:lnTo>
                  <a:lnTo>
                    <a:pt x="452452" y="332592"/>
                  </a:lnTo>
                  <a:lnTo>
                    <a:pt x="450824" y="333257"/>
                  </a:lnTo>
                  <a:lnTo>
                    <a:pt x="448990" y="334074"/>
                  </a:lnTo>
                  <a:lnTo>
                    <a:pt x="447156" y="334679"/>
                  </a:lnTo>
                  <a:lnTo>
                    <a:pt x="445824" y="334830"/>
                  </a:lnTo>
                  <a:lnTo>
                    <a:pt x="444434" y="334951"/>
                  </a:lnTo>
                  <a:lnTo>
                    <a:pt x="443191" y="335375"/>
                  </a:lnTo>
                  <a:lnTo>
                    <a:pt x="442511" y="335859"/>
                  </a:lnTo>
                  <a:lnTo>
                    <a:pt x="441594" y="336736"/>
                  </a:lnTo>
                  <a:lnTo>
                    <a:pt x="440795" y="337765"/>
                  </a:lnTo>
                  <a:lnTo>
                    <a:pt x="439759" y="338551"/>
                  </a:lnTo>
                  <a:lnTo>
                    <a:pt x="439523" y="338581"/>
                  </a:lnTo>
                  <a:lnTo>
                    <a:pt x="438280" y="339005"/>
                  </a:lnTo>
                  <a:lnTo>
                    <a:pt x="436890" y="339307"/>
                  </a:lnTo>
                  <a:lnTo>
                    <a:pt x="435617" y="339670"/>
                  </a:lnTo>
                  <a:lnTo>
                    <a:pt x="434552" y="339761"/>
                  </a:lnTo>
                  <a:lnTo>
                    <a:pt x="432955" y="339791"/>
                  </a:lnTo>
                  <a:lnTo>
                    <a:pt x="431594" y="340548"/>
                  </a:lnTo>
                  <a:lnTo>
                    <a:pt x="429937" y="341485"/>
                  </a:lnTo>
                  <a:lnTo>
                    <a:pt x="428665" y="341788"/>
                  </a:lnTo>
                  <a:lnTo>
                    <a:pt x="427807" y="341606"/>
                  </a:lnTo>
                  <a:lnTo>
                    <a:pt x="426239" y="341485"/>
                  </a:lnTo>
                  <a:lnTo>
                    <a:pt x="425410" y="341727"/>
                  </a:lnTo>
                  <a:lnTo>
                    <a:pt x="424316" y="342695"/>
                  </a:lnTo>
                  <a:lnTo>
                    <a:pt x="423517" y="343210"/>
                  </a:lnTo>
                  <a:lnTo>
                    <a:pt x="422156" y="342937"/>
                  </a:lnTo>
                  <a:lnTo>
                    <a:pt x="421150" y="342998"/>
                  </a:lnTo>
                  <a:lnTo>
                    <a:pt x="420144" y="344057"/>
                  </a:lnTo>
                  <a:lnTo>
                    <a:pt x="419552" y="345085"/>
                  </a:lnTo>
                  <a:lnTo>
                    <a:pt x="418990" y="345902"/>
                  </a:lnTo>
                  <a:lnTo>
                    <a:pt x="416387" y="347596"/>
                  </a:lnTo>
                  <a:lnTo>
                    <a:pt x="413132" y="349048"/>
                  </a:lnTo>
                  <a:lnTo>
                    <a:pt x="411564" y="349471"/>
                  </a:lnTo>
                  <a:lnTo>
                    <a:pt x="410026" y="349864"/>
                  </a:lnTo>
                  <a:lnTo>
                    <a:pt x="406357" y="350711"/>
                  </a:lnTo>
                  <a:lnTo>
                    <a:pt x="403961" y="351740"/>
                  </a:lnTo>
                  <a:lnTo>
                    <a:pt x="400825" y="353736"/>
                  </a:lnTo>
                  <a:lnTo>
                    <a:pt x="398014" y="354220"/>
                  </a:lnTo>
                  <a:lnTo>
                    <a:pt x="397807" y="354251"/>
                  </a:lnTo>
                  <a:lnTo>
                    <a:pt x="394050" y="355067"/>
                  </a:lnTo>
                  <a:lnTo>
                    <a:pt x="393251" y="355461"/>
                  </a:lnTo>
                  <a:lnTo>
                    <a:pt x="391742" y="356217"/>
                  </a:lnTo>
                  <a:lnTo>
                    <a:pt x="391150" y="356822"/>
                  </a:lnTo>
                  <a:lnTo>
                    <a:pt x="390707" y="357306"/>
                  </a:lnTo>
                  <a:lnTo>
                    <a:pt x="390026" y="357971"/>
                  </a:lnTo>
                  <a:lnTo>
                    <a:pt x="389434" y="358607"/>
                  </a:lnTo>
                  <a:lnTo>
                    <a:pt x="388428" y="359635"/>
                  </a:lnTo>
                  <a:lnTo>
                    <a:pt x="386210" y="361934"/>
                  </a:lnTo>
                  <a:lnTo>
                    <a:pt x="386121" y="362115"/>
                  </a:lnTo>
                  <a:lnTo>
                    <a:pt x="384878" y="364445"/>
                  </a:lnTo>
                  <a:lnTo>
                    <a:pt x="384020" y="367470"/>
                  </a:lnTo>
                  <a:lnTo>
                    <a:pt x="383636" y="368286"/>
                  </a:lnTo>
                  <a:lnTo>
                    <a:pt x="382866" y="369769"/>
                  </a:lnTo>
                  <a:lnTo>
                    <a:pt x="382245" y="372370"/>
                  </a:lnTo>
                  <a:lnTo>
                    <a:pt x="382156" y="375607"/>
                  </a:lnTo>
                  <a:lnTo>
                    <a:pt x="380174" y="378087"/>
                  </a:lnTo>
                  <a:lnTo>
                    <a:pt x="377778" y="381021"/>
                  </a:lnTo>
                  <a:lnTo>
                    <a:pt x="376298" y="384258"/>
                  </a:lnTo>
                  <a:lnTo>
                    <a:pt x="373251" y="386648"/>
                  </a:lnTo>
                  <a:lnTo>
                    <a:pt x="371920" y="387676"/>
                  </a:lnTo>
                  <a:lnTo>
                    <a:pt x="371062" y="388130"/>
                  </a:lnTo>
                  <a:lnTo>
                    <a:pt x="366180" y="390610"/>
                  </a:lnTo>
                  <a:lnTo>
                    <a:pt x="361180" y="392365"/>
                  </a:lnTo>
                  <a:lnTo>
                    <a:pt x="360943" y="392486"/>
                  </a:lnTo>
                  <a:lnTo>
                    <a:pt x="359080" y="393333"/>
                  </a:lnTo>
                  <a:lnTo>
                    <a:pt x="355559" y="394966"/>
                  </a:lnTo>
                  <a:lnTo>
                    <a:pt x="352778" y="395450"/>
                  </a:lnTo>
                  <a:lnTo>
                    <a:pt x="349405" y="395995"/>
                  </a:lnTo>
                  <a:lnTo>
                    <a:pt x="342305" y="396116"/>
                  </a:lnTo>
                  <a:lnTo>
                    <a:pt x="340293" y="396449"/>
                  </a:lnTo>
                  <a:lnTo>
                    <a:pt x="338399" y="396781"/>
                  </a:lnTo>
                  <a:lnTo>
                    <a:pt x="335825" y="397235"/>
                  </a:lnTo>
                  <a:lnTo>
                    <a:pt x="333606" y="397628"/>
                  </a:lnTo>
                  <a:lnTo>
                    <a:pt x="329701" y="398294"/>
                  </a:lnTo>
                  <a:lnTo>
                    <a:pt x="324672" y="398838"/>
                  </a:lnTo>
                  <a:lnTo>
                    <a:pt x="323459" y="398990"/>
                  </a:lnTo>
                  <a:lnTo>
                    <a:pt x="323222" y="399020"/>
                  </a:lnTo>
                  <a:lnTo>
                    <a:pt x="321654" y="399171"/>
                  </a:lnTo>
                  <a:lnTo>
                    <a:pt x="319790" y="399353"/>
                  </a:lnTo>
                  <a:lnTo>
                    <a:pt x="314642" y="399564"/>
                  </a:lnTo>
                  <a:lnTo>
                    <a:pt x="313104" y="399625"/>
                  </a:lnTo>
                  <a:lnTo>
                    <a:pt x="304080" y="401167"/>
                  </a:lnTo>
                  <a:lnTo>
                    <a:pt x="295293" y="403890"/>
                  </a:lnTo>
                  <a:lnTo>
                    <a:pt x="282187" y="406007"/>
                  </a:lnTo>
                  <a:lnTo>
                    <a:pt x="279554" y="406249"/>
                  </a:lnTo>
                  <a:lnTo>
                    <a:pt x="275412" y="407006"/>
                  </a:lnTo>
                  <a:lnTo>
                    <a:pt x="272897" y="407490"/>
                  </a:lnTo>
                  <a:lnTo>
                    <a:pt x="268755" y="408518"/>
                  </a:lnTo>
                  <a:lnTo>
                    <a:pt x="255767" y="411755"/>
                  </a:lnTo>
                  <a:lnTo>
                    <a:pt x="247897" y="413691"/>
                  </a:lnTo>
                  <a:lnTo>
                    <a:pt x="237690" y="417169"/>
                  </a:lnTo>
                  <a:lnTo>
                    <a:pt x="231950" y="418531"/>
                  </a:lnTo>
                  <a:lnTo>
                    <a:pt x="231181" y="418531"/>
                  </a:lnTo>
                  <a:lnTo>
                    <a:pt x="229879" y="418652"/>
                  </a:lnTo>
                  <a:lnTo>
                    <a:pt x="228785" y="418742"/>
                  </a:lnTo>
                  <a:lnTo>
                    <a:pt x="227305" y="418591"/>
                  </a:lnTo>
                  <a:lnTo>
                    <a:pt x="225797" y="418924"/>
                  </a:lnTo>
                  <a:lnTo>
                    <a:pt x="222749" y="418924"/>
                  </a:lnTo>
                  <a:lnTo>
                    <a:pt x="221477" y="418742"/>
                  </a:lnTo>
                  <a:lnTo>
                    <a:pt x="220382" y="418712"/>
                  </a:lnTo>
                  <a:lnTo>
                    <a:pt x="219229" y="418833"/>
                  </a:lnTo>
                  <a:lnTo>
                    <a:pt x="217394" y="419015"/>
                  </a:lnTo>
                  <a:lnTo>
                    <a:pt x="215649" y="419287"/>
                  </a:lnTo>
                  <a:lnTo>
                    <a:pt x="214791" y="419166"/>
                  </a:lnTo>
                  <a:lnTo>
                    <a:pt x="214465" y="419196"/>
                  </a:lnTo>
                  <a:lnTo>
                    <a:pt x="214199" y="419226"/>
                  </a:lnTo>
                  <a:lnTo>
                    <a:pt x="212010" y="420225"/>
                  </a:lnTo>
                  <a:lnTo>
                    <a:pt x="211743" y="420315"/>
                  </a:lnTo>
                  <a:lnTo>
                    <a:pt x="210945" y="420678"/>
                  </a:lnTo>
                  <a:lnTo>
                    <a:pt x="210530" y="420981"/>
                  </a:lnTo>
                  <a:lnTo>
                    <a:pt x="209702" y="421132"/>
                  </a:lnTo>
                  <a:lnTo>
                    <a:pt x="208311" y="421858"/>
                  </a:lnTo>
                  <a:lnTo>
                    <a:pt x="207069" y="422070"/>
                  </a:lnTo>
                  <a:lnTo>
                    <a:pt x="204051" y="423734"/>
                  </a:lnTo>
                  <a:lnTo>
                    <a:pt x="200087" y="425881"/>
                  </a:lnTo>
                  <a:lnTo>
                    <a:pt x="198252" y="426970"/>
                  </a:lnTo>
                  <a:lnTo>
                    <a:pt x="194199" y="430025"/>
                  </a:lnTo>
                  <a:lnTo>
                    <a:pt x="190176" y="432657"/>
                  </a:lnTo>
                  <a:lnTo>
                    <a:pt x="182809" y="435380"/>
                  </a:lnTo>
                  <a:lnTo>
                    <a:pt x="180945" y="435924"/>
                  </a:lnTo>
                  <a:lnTo>
                    <a:pt x="177572" y="436529"/>
                  </a:lnTo>
                  <a:lnTo>
                    <a:pt x="175767" y="437104"/>
                  </a:lnTo>
                  <a:lnTo>
                    <a:pt x="174170" y="437800"/>
                  </a:lnTo>
                  <a:lnTo>
                    <a:pt x="172158" y="439252"/>
                  </a:lnTo>
                  <a:lnTo>
                    <a:pt x="171359" y="440310"/>
                  </a:lnTo>
                  <a:lnTo>
                    <a:pt x="171034" y="440522"/>
                  </a:lnTo>
                  <a:lnTo>
                    <a:pt x="169140" y="441097"/>
                  </a:lnTo>
                  <a:lnTo>
                    <a:pt x="167631" y="441823"/>
                  </a:lnTo>
                  <a:lnTo>
                    <a:pt x="166655" y="441944"/>
                  </a:lnTo>
                  <a:lnTo>
                    <a:pt x="163785" y="442367"/>
                  </a:lnTo>
                  <a:lnTo>
                    <a:pt x="161004" y="443396"/>
                  </a:lnTo>
                  <a:lnTo>
                    <a:pt x="158134" y="444273"/>
                  </a:lnTo>
                  <a:lnTo>
                    <a:pt x="154199" y="444969"/>
                  </a:lnTo>
                  <a:lnTo>
                    <a:pt x="152720" y="444999"/>
                  </a:lnTo>
                  <a:lnTo>
                    <a:pt x="150886" y="445301"/>
                  </a:lnTo>
                  <a:lnTo>
                    <a:pt x="147306" y="446723"/>
                  </a:lnTo>
                  <a:lnTo>
                    <a:pt x="146241" y="447116"/>
                  </a:lnTo>
                  <a:lnTo>
                    <a:pt x="143815" y="447691"/>
                  </a:lnTo>
                  <a:lnTo>
                    <a:pt x="141951" y="447752"/>
                  </a:lnTo>
                  <a:lnTo>
                    <a:pt x="139969" y="447661"/>
                  </a:lnTo>
                  <a:lnTo>
                    <a:pt x="138164" y="447540"/>
                  </a:lnTo>
                  <a:lnTo>
                    <a:pt x="137987" y="447510"/>
                  </a:lnTo>
                  <a:lnTo>
                    <a:pt x="134288" y="447873"/>
                  </a:lnTo>
                  <a:lnTo>
                    <a:pt x="132987" y="447963"/>
                  </a:lnTo>
                  <a:lnTo>
                    <a:pt x="129791" y="449022"/>
                  </a:lnTo>
                  <a:lnTo>
                    <a:pt x="125886" y="449173"/>
                  </a:lnTo>
                  <a:lnTo>
                    <a:pt x="121271" y="447661"/>
                  </a:lnTo>
                  <a:lnTo>
                    <a:pt x="119170" y="447691"/>
                  </a:lnTo>
                  <a:lnTo>
                    <a:pt x="116626" y="447661"/>
                  </a:lnTo>
                  <a:lnTo>
                    <a:pt x="112543" y="447691"/>
                  </a:lnTo>
                  <a:lnTo>
                    <a:pt x="108224" y="447933"/>
                  </a:lnTo>
                  <a:lnTo>
                    <a:pt x="103579" y="447147"/>
                  </a:lnTo>
                  <a:lnTo>
                    <a:pt x="102957" y="447086"/>
                  </a:lnTo>
                  <a:lnTo>
                    <a:pt x="101863" y="446905"/>
                  </a:lnTo>
                  <a:lnTo>
                    <a:pt x="97425" y="446148"/>
                  </a:lnTo>
                  <a:lnTo>
                    <a:pt x="97011" y="446148"/>
                  </a:lnTo>
                  <a:lnTo>
                    <a:pt x="95945" y="445967"/>
                  </a:lnTo>
                  <a:lnTo>
                    <a:pt x="95354" y="445876"/>
                  </a:lnTo>
                  <a:lnTo>
                    <a:pt x="93253" y="445301"/>
                  </a:lnTo>
                  <a:lnTo>
                    <a:pt x="90916" y="444575"/>
                  </a:lnTo>
                  <a:lnTo>
                    <a:pt x="89378" y="444575"/>
                  </a:lnTo>
                  <a:lnTo>
                    <a:pt x="88875" y="444454"/>
                  </a:lnTo>
                  <a:lnTo>
                    <a:pt x="88667" y="444454"/>
                  </a:lnTo>
                  <a:lnTo>
                    <a:pt x="87129" y="444364"/>
                  </a:lnTo>
                  <a:lnTo>
                    <a:pt x="86212" y="444424"/>
                  </a:lnTo>
                  <a:lnTo>
                    <a:pt x="84910" y="444454"/>
                  </a:lnTo>
                  <a:lnTo>
                    <a:pt x="84111" y="444606"/>
                  </a:lnTo>
                  <a:lnTo>
                    <a:pt x="83963" y="444606"/>
                  </a:lnTo>
                  <a:lnTo>
                    <a:pt x="81419" y="444696"/>
                  </a:lnTo>
                  <a:lnTo>
                    <a:pt x="79999" y="444606"/>
                  </a:lnTo>
                  <a:lnTo>
                    <a:pt x="78727" y="444424"/>
                  </a:lnTo>
                  <a:lnTo>
                    <a:pt x="76774" y="443970"/>
                  </a:lnTo>
                  <a:lnTo>
                    <a:pt x="75117" y="443849"/>
                  </a:lnTo>
                  <a:lnTo>
                    <a:pt x="71981" y="443698"/>
                  </a:lnTo>
                  <a:lnTo>
                    <a:pt x="69171" y="443517"/>
                  </a:lnTo>
                  <a:lnTo>
                    <a:pt x="66449" y="443365"/>
                  </a:lnTo>
                  <a:lnTo>
                    <a:pt x="64614" y="443365"/>
                  </a:lnTo>
                  <a:lnTo>
                    <a:pt x="63579" y="444091"/>
                  </a:lnTo>
                  <a:lnTo>
                    <a:pt x="51360" y="444303"/>
                  </a:lnTo>
                  <a:lnTo>
                    <a:pt x="50709" y="442488"/>
                  </a:lnTo>
                  <a:lnTo>
                    <a:pt x="51626" y="440250"/>
                  </a:lnTo>
                  <a:lnTo>
                    <a:pt x="52307" y="437316"/>
                  </a:lnTo>
                  <a:lnTo>
                    <a:pt x="52396" y="435954"/>
                  </a:lnTo>
                  <a:lnTo>
                    <a:pt x="52159" y="435743"/>
                  </a:lnTo>
                  <a:lnTo>
                    <a:pt x="51981" y="434744"/>
                  </a:lnTo>
                  <a:lnTo>
                    <a:pt x="51804" y="433776"/>
                  </a:lnTo>
                  <a:lnTo>
                    <a:pt x="51833" y="433171"/>
                  </a:lnTo>
                  <a:lnTo>
                    <a:pt x="51952" y="431629"/>
                  </a:lnTo>
                  <a:lnTo>
                    <a:pt x="51094" y="431689"/>
                  </a:lnTo>
                  <a:lnTo>
                    <a:pt x="50177" y="431417"/>
                  </a:lnTo>
                  <a:lnTo>
                    <a:pt x="49999" y="430963"/>
                  </a:lnTo>
                  <a:lnTo>
                    <a:pt x="49792" y="430388"/>
                  </a:lnTo>
                  <a:lnTo>
                    <a:pt x="48401" y="426940"/>
                  </a:lnTo>
                  <a:lnTo>
                    <a:pt x="47869" y="426819"/>
                  </a:lnTo>
                  <a:lnTo>
                    <a:pt x="47070" y="426758"/>
                  </a:lnTo>
                  <a:lnTo>
                    <a:pt x="46212" y="426274"/>
                  </a:lnTo>
                  <a:lnTo>
                    <a:pt x="45591" y="425791"/>
                  </a:lnTo>
                  <a:lnTo>
                    <a:pt x="45147" y="424702"/>
                  </a:lnTo>
                  <a:lnTo>
                    <a:pt x="45325" y="423734"/>
                  </a:lnTo>
                  <a:lnTo>
                    <a:pt x="45709" y="422887"/>
                  </a:lnTo>
                  <a:lnTo>
                    <a:pt x="45680" y="422191"/>
                  </a:lnTo>
                  <a:lnTo>
                    <a:pt x="46212" y="421888"/>
                  </a:lnTo>
                  <a:lnTo>
                    <a:pt x="47188" y="420346"/>
                  </a:lnTo>
                  <a:lnTo>
                    <a:pt x="46567" y="418198"/>
                  </a:lnTo>
                  <a:lnTo>
                    <a:pt x="44999" y="416353"/>
                  </a:lnTo>
                  <a:lnTo>
                    <a:pt x="43313" y="415324"/>
                  </a:lnTo>
                  <a:lnTo>
                    <a:pt x="42751" y="414326"/>
                  </a:lnTo>
                  <a:lnTo>
                    <a:pt x="42189" y="413055"/>
                  </a:lnTo>
                  <a:lnTo>
                    <a:pt x="41715" y="411725"/>
                  </a:lnTo>
                  <a:lnTo>
                    <a:pt x="41035" y="410363"/>
                  </a:lnTo>
                  <a:lnTo>
                    <a:pt x="39940" y="409184"/>
                  </a:lnTo>
                  <a:lnTo>
                    <a:pt x="38283" y="408760"/>
                  </a:lnTo>
                  <a:lnTo>
                    <a:pt x="36745" y="408064"/>
                  </a:lnTo>
                  <a:lnTo>
                    <a:pt x="35709" y="407580"/>
                  </a:lnTo>
                  <a:lnTo>
                    <a:pt x="34378" y="407308"/>
                  </a:lnTo>
                  <a:lnTo>
                    <a:pt x="33313" y="406703"/>
                  </a:lnTo>
                  <a:lnTo>
                    <a:pt x="32662" y="405705"/>
                  </a:lnTo>
                  <a:lnTo>
                    <a:pt x="32100" y="403981"/>
                  </a:lnTo>
                  <a:lnTo>
                    <a:pt x="30621" y="403285"/>
                  </a:lnTo>
                  <a:lnTo>
                    <a:pt x="30029" y="402317"/>
                  </a:lnTo>
                  <a:lnTo>
                    <a:pt x="29644" y="401046"/>
                  </a:lnTo>
                  <a:lnTo>
                    <a:pt x="28638" y="399474"/>
                  </a:lnTo>
                  <a:lnTo>
                    <a:pt x="27129" y="399474"/>
                  </a:lnTo>
                  <a:lnTo>
                    <a:pt x="25650" y="399474"/>
                  </a:lnTo>
                  <a:lnTo>
                    <a:pt x="24260" y="398596"/>
                  </a:lnTo>
                  <a:lnTo>
                    <a:pt x="23786" y="398506"/>
                  </a:lnTo>
                  <a:lnTo>
                    <a:pt x="19141" y="397598"/>
                  </a:lnTo>
                  <a:lnTo>
                    <a:pt x="14023" y="395239"/>
                  </a:lnTo>
                  <a:lnTo>
                    <a:pt x="10414" y="394150"/>
                  </a:lnTo>
                  <a:lnTo>
                    <a:pt x="6952" y="392456"/>
                  </a:lnTo>
                  <a:lnTo>
                    <a:pt x="1745" y="381082"/>
                  </a:lnTo>
                  <a:lnTo>
                    <a:pt x="325" y="376998"/>
                  </a:lnTo>
                  <a:lnTo>
                    <a:pt x="384" y="375213"/>
                  </a:lnTo>
                  <a:lnTo>
                    <a:pt x="295" y="373610"/>
                  </a:lnTo>
                  <a:lnTo>
                    <a:pt x="0" y="369103"/>
                  </a:lnTo>
                  <a:lnTo>
                    <a:pt x="1065" y="364172"/>
                  </a:lnTo>
                  <a:lnTo>
                    <a:pt x="4585" y="360089"/>
                  </a:lnTo>
                  <a:lnTo>
                    <a:pt x="8224" y="356913"/>
                  </a:lnTo>
                  <a:lnTo>
                    <a:pt x="9733" y="353283"/>
                  </a:lnTo>
                  <a:lnTo>
                    <a:pt x="11272" y="351226"/>
                  </a:lnTo>
                  <a:lnTo>
                    <a:pt x="13076" y="346416"/>
                  </a:lnTo>
                  <a:lnTo>
                    <a:pt x="17573" y="342574"/>
                  </a:lnTo>
                  <a:lnTo>
                    <a:pt x="18076" y="340820"/>
                  </a:lnTo>
                  <a:lnTo>
                    <a:pt x="17751" y="338007"/>
                  </a:lnTo>
                  <a:lnTo>
                    <a:pt x="19408" y="336343"/>
                  </a:lnTo>
                  <a:lnTo>
                    <a:pt x="20088" y="334044"/>
                  </a:lnTo>
                  <a:lnTo>
                    <a:pt x="21834" y="330505"/>
                  </a:lnTo>
                  <a:lnTo>
                    <a:pt x="25887" y="324304"/>
                  </a:lnTo>
                  <a:lnTo>
                    <a:pt x="31301" y="316106"/>
                  </a:lnTo>
                  <a:lnTo>
                    <a:pt x="35029" y="308060"/>
                  </a:lnTo>
                  <a:lnTo>
                    <a:pt x="35591" y="306850"/>
                  </a:lnTo>
                  <a:lnTo>
                    <a:pt x="38047" y="302736"/>
                  </a:lnTo>
                  <a:lnTo>
                    <a:pt x="44467" y="294054"/>
                  </a:lnTo>
                  <a:lnTo>
                    <a:pt x="45561" y="291967"/>
                  </a:lnTo>
                  <a:lnTo>
                    <a:pt x="48106" y="287067"/>
                  </a:lnTo>
                  <a:lnTo>
                    <a:pt x="55975" y="266255"/>
                  </a:lnTo>
                  <a:lnTo>
                    <a:pt x="56804" y="260659"/>
                  </a:lnTo>
                  <a:lnTo>
                    <a:pt x="57662" y="252129"/>
                  </a:lnTo>
                  <a:lnTo>
                    <a:pt x="58342" y="244929"/>
                  </a:lnTo>
                  <a:lnTo>
                    <a:pt x="57958" y="239605"/>
                  </a:lnTo>
                  <a:lnTo>
                    <a:pt x="59259" y="238002"/>
                  </a:lnTo>
                  <a:lnTo>
                    <a:pt x="60798" y="236096"/>
                  </a:lnTo>
                  <a:lnTo>
                    <a:pt x="64023" y="234675"/>
                  </a:lnTo>
                  <a:lnTo>
                    <a:pt x="69674" y="235703"/>
                  </a:lnTo>
                  <a:lnTo>
                    <a:pt x="74348" y="237669"/>
                  </a:lnTo>
                  <a:lnTo>
                    <a:pt x="80176" y="236792"/>
                  </a:lnTo>
                  <a:lnTo>
                    <a:pt x="85383" y="235068"/>
                  </a:lnTo>
                  <a:lnTo>
                    <a:pt x="88815" y="232164"/>
                  </a:lnTo>
                  <a:lnTo>
                    <a:pt x="91271" y="228352"/>
                  </a:lnTo>
                  <a:lnTo>
                    <a:pt x="92514" y="225781"/>
                  </a:lnTo>
                  <a:lnTo>
                    <a:pt x="93490" y="223815"/>
                  </a:lnTo>
                  <a:lnTo>
                    <a:pt x="93786" y="223180"/>
                  </a:lnTo>
                  <a:lnTo>
                    <a:pt x="96537" y="220972"/>
                  </a:lnTo>
                  <a:lnTo>
                    <a:pt x="101064" y="218461"/>
                  </a:lnTo>
                  <a:lnTo>
                    <a:pt x="103046" y="217584"/>
                  </a:lnTo>
                  <a:lnTo>
                    <a:pt x="107129" y="215738"/>
                  </a:lnTo>
                  <a:lnTo>
                    <a:pt x="110561" y="212199"/>
                  </a:lnTo>
                  <a:lnTo>
                    <a:pt x="111626" y="207995"/>
                  </a:lnTo>
                  <a:lnTo>
                    <a:pt x="113578" y="204576"/>
                  </a:lnTo>
                  <a:lnTo>
                    <a:pt x="120146" y="206482"/>
                  </a:lnTo>
                  <a:lnTo>
                    <a:pt x="124288" y="208781"/>
                  </a:lnTo>
                  <a:lnTo>
                    <a:pt x="130146" y="213379"/>
                  </a:lnTo>
                  <a:lnTo>
                    <a:pt x="136892" y="220094"/>
                  </a:lnTo>
                  <a:lnTo>
                    <a:pt x="140501" y="228383"/>
                  </a:lnTo>
                  <a:lnTo>
                    <a:pt x="145353" y="239666"/>
                  </a:lnTo>
                  <a:lnTo>
                    <a:pt x="146211" y="248136"/>
                  </a:lnTo>
                  <a:lnTo>
                    <a:pt x="146537" y="251856"/>
                  </a:lnTo>
                  <a:lnTo>
                    <a:pt x="148608" y="255728"/>
                  </a:lnTo>
                  <a:lnTo>
                    <a:pt x="152306" y="258632"/>
                  </a:lnTo>
                  <a:lnTo>
                    <a:pt x="157424" y="258027"/>
                  </a:lnTo>
                  <a:lnTo>
                    <a:pt x="162069" y="252915"/>
                  </a:lnTo>
                  <a:lnTo>
                    <a:pt x="166389" y="249013"/>
                  </a:lnTo>
                  <a:lnTo>
                    <a:pt x="170353" y="245322"/>
                  </a:lnTo>
                  <a:lnTo>
                    <a:pt x="175531" y="242146"/>
                  </a:lnTo>
                  <a:lnTo>
                    <a:pt x="178963" y="241481"/>
                  </a:lnTo>
                  <a:lnTo>
                    <a:pt x="182779" y="240724"/>
                  </a:lnTo>
                  <a:lnTo>
                    <a:pt x="189170" y="242328"/>
                  </a:lnTo>
                  <a:lnTo>
                    <a:pt x="199170" y="243205"/>
                  </a:lnTo>
                  <a:lnTo>
                    <a:pt x="206773" y="244778"/>
                  </a:lnTo>
                  <a:lnTo>
                    <a:pt x="218163" y="247258"/>
                  </a:lnTo>
                  <a:lnTo>
                    <a:pt x="224879" y="247077"/>
                  </a:lnTo>
                  <a:lnTo>
                    <a:pt x="234376" y="243023"/>
                  </a:lnTo>
                  <a:lnTo>
                    <a:pt x="246625" y="235249"/>
                  </a:lnTo>
                  <a:lnTo>
                    <a:pt x="255619" y="232799"/>
                  </a:lnTo>
                  <a:lnTo>
                    <a:pt x="259968" y="231680"/>
                  </a:lnTo>
                  <a:lnTo>
                    <a:pt x="266092" y="231529"/>
                  </a:lnTo>
                  <a:lnTo>
                    <a:pt x="270352" y="231105"/>
                  </a:lnTo>
                  <a:lnTo>
                    <a:pt x="275382" y="227596"/>
                  </a:lnTo>
                  <a:lnTo>
                    <a:pt x="283074" y="223664"/>
                  </a:lnTo>
                  <a:lnTo>
                    <a:pt x="297423" y="220367"/>
                  </a:lnTo>
                  <a:lnTo>
                    <a:pt x="307305" y="217221"/>
                  </a:lnTo>
                  <a:lnTo>
                    <a:pt x="314405" y="213318"/>
                  </a:lnTo>
                  <a:lnTo>
                    <a:pt x="320470" y="209416"/>
                  </a:lnTo>
                  <a:lnTo>
                    <a:pt x="326121" y="205877"/>
                  </a:lnTo>
                  <a:lnTo>
                    <a:pt x="332600" y="200311"/>
                  </a:lnTo>
                  <a:lnTo>
                    <a:pt x="337245" y="194534"/>
                  </a:lnTo>
                  <a:lnTo>
                    <a:pt x="340470" y="189573"/>
                  </a:lnTo>
                  <a:lnTo>
                    <a:pt x="346949" y="185429"/>
                  </a:lnTo>
                  <a:lnTo>
                    <a:pt x="353370" y="183372"/>
                  </a:lnTo>
                  <a:lnTo>
                    <a:pt x="357216" y="183130"/>
                  </a:lnTo>
                  <a:lnTo>
                    <a:pt x="357778" y="183099"/>
                  </a:lnTo>
                  <a:lnTo>
                    <a:pt x="363784" y="183462"/>
                  </a:lnTo>
                  <a:lnTo>
                    <a:pt x="367630" y="185247"/>
                  </a:lnTo>
                  <a:lnTo>
                    <a:pt x="370263" y="188030"/>
                  </a:lnTo>
                  <a:lnTo>
                    <a:pt x="371801" y="189996"/>
                  </a:lnTo>
                  <a:lnTo>
                    <a:pt x="375381" y="194594"/>
                  </a:lnTo>
                  <a:lnTo>
                    <a:pt x="384523" y="202217"/>
                  </a:lnTo>
                  <a:lnTo>
                    <a:pt x="387097" y="203790"/>
                  </a:lnTo>
                  <a:lnTo>
                    <a:pt x="392748" y="207117"/>
                  </a:lnTo>
                  <a:lnTo>
                    <a:pt x="397718" y="209931"/>
                  </a:lnTo>
                  <a:lnTo>
                    <a:pt x="403576" y="211897"/>
                  </a:lnTo>
                  <a:lnTo>
                    <a:pt x="407570" y="213621"/>
                  </a:lnTo>
                  <a:lnTo>
                    <a:pt x="412215" y="213651"/>
                  </a:lnTo>
                  <a:lnTo>
                    <a:pt x="415529" y="213107"/>
                  </a:lnTo>
                  <a:lnTo>
                    <a:pt x="418221" y="211262"/>
                  </a:lnTo>
                  <a:lnTo>
                    <a:pt x="420203" y="209598"/>
                  </a:lnTo>
                  <a:lnTo>
                    <a:pt x="420943" y="209023"/>
                  </a:lnTo>
                  <a:lnTo>
                    <a:pt x="422393" y="207420"/>
                  </a:lnTo>
                  <a:lnTo>
                    <a:pt x="423931" y="205091"/>
                  </a:lnTo>
                  <a:lnTo>
                    <a:pt x="425617" y="201128"/>
                  </a:lnTo>
                  <a:lnTo>
                    <a:pt x="425588" y="193142"/>
                  </a:lnTo>
                  <a:lnTo>
                    <a:pt x="425233" y="187667"/>
                  </a:lnTo>
                  <a:lnTo>
                    <a:pt x="426002" y="185308"/>
                  </a:lnTo>
                  <a:lnTo>
                    <a:pt x="427452" y="180800"/>
                  </a:lnTo>
                  <a:lnTo>
                    <a:pt x="434464" y="173752"/>
                  </a:lnTo>
                  <a:lnTo>
                    <a:pt x="442540" y="164617"/>
                  </a:lnTo>
                  <a:lnTo>
                    <a:pt x="448517" y="160926"/>
                  </a:lnTo>
                  <a:lnTo>
                    <a:pt x="448842" y="160775"/>
                  </a:lnTo>
                  <a:lnTo>
                    <a:pt x="451179" y="159656"/>
                  </a:lnTo>
                  <a:lnTo>
                    <a:pt x="453813" y="158144"/>
                  </a:lnTo>
                  <a:lnTo>
                    <a:pt x="456653" y="157690"/>
                  </a:lnTo>
                  <a:lnTo>
                    <a:pt x="458665" y="157902"/>
                  </a:lnTo>
                  <a:lnTo>
                    <a:pt x="458960" y="157932"/>
                  </a:lnTo>
                  <a:lnTo>
                    <a:pt x="460676" y="158930"/>
                  </a:lnTo>
                  <a:lnTo>
                    <a:pt x="463191" y="160382"/>
                  </a:lnTo>
                  <a:lnTo>
                    <a:pt x="466238" y="161804"/>
                  </a:lnTo>
                  <a:lnTo>
                    <a:pt x="469996" y="162288"/>
                  </a:lnTo>
                  <a:lnTo>
                    <a:pt x="474315" y="161501"/>
                  </a:lnTo>
                  <a:lnTo>
                    <a:pt x="479848" y="160805"/>
                  </a:lnTo>
                  <a:lnTo>
                    <a:pt x="485173" y="161410"/>
                  </a:lnTo>
                  <a:lnTo>
                    <a:pt x="489463" y="162076"/>
                  </a:lnTo>
                  <a:lnTo>
                    <a:pt x="493901" y="162772"/>
                  </a:lnTo>
                  <a:lnTo>
                    <a:pt x="495499" y="162681"/>
                  </a:lnTo>
                  <a:lnTo>
                    <a:pt x="499404" y="163286"/>
                  </a:lnTo>
                  <a:lnTo>
                    <a:pt x="500883" y="163921"/>
                  </a:lnTo>
                  <a:lnTo>
                    <a:pt x="501830" y="164345"/>
                  </a:lnTo>
                  <a:lnTo>
                    <a:pt x="502096" y="164405"/>
                  </a:lnTo>
                  <a:lnTo>
                    <a:pt x="504788" y="165101"/>
                  </a:lnTo>
                  <a:lnTo>
                    <a:pt x="508132" y="165827"/>
                  </a:lnTo>
                  <a:lnTo>
                    <a:pt x="514315" y="165101"/>
                  </a:lnTo>
                  <a:lnTo>
                    <a:pt x="516475" y="164708"/>
                  </a:lnTo>
                  <a:lnTo>
                    <a:pt x="521475" y="162378"/>
                  </a:lnTo>
                  <a:lnTo>
                    <a:pt x="524759" y="161017"/>
                  </a:lnTo>
                  <a:lnTo>
                    <a:pt x="526859" y="160533"/>
                  </a:lnTo>
                  <a:lnTo>
                    <a:pt x="529433" y="157508"/>
                  </a:lnTo>
                  <a:lnTo>
                    <a:pt x="531918" y="154725"/>
                  </a:lnTo>
                  <a:lnTo>
                    <a:pt x="532599" y="153969"/>
                  </a:lnTo>
                  <a:lnTo>
                    <a:pt x="534847" y="148796"/>
                  </a:lnTo>
                  <a:lnTo>
                    <a:pt x="536741" y="145197"/>
                  </a:lnTo>
                  <a:lnTo>
                    <a:pt x="541149" y="140629"/>
                  </a:lnTo>
                  <a:lnTo>
                    <a:pt x="546060" y="135910"/>
                  </a:lnTo>
                  <a:lnTo>
                    <a:pt x="546800" y="135154"/>
                  </a:lnTo>
                  <a:lnTo>
                    <a:pt x="551563" y="132220"/>
                  </a:lnTo>
                  <a:lnTo>
                    <a:pt x="555350" y="128923"/>
                  </a:lnTo>
                  <a:lnTo>
                    <a:pt x="560853" y="124778"/>
                  </a:lnTo>
                  <a:lnTo>
                    <a:pt x="562687" y="123810"/>
                  </a:lnTo>
                  <a:lnTo>
                    <a:pt x="564995" y="123115"/>
                  </a:lnTo>
                  <a:lnTo>
                    <a:pt x="567007" y="123659"/>
                  </a:lnTo>
                  <a:lnTo>
                    <a:pt x="568457" y="124597"/>
                  </a:lnTo>
                  <a:lnTo>
                    <a:pt x="570409" y="124476"/>
                  </a:lnTo>
                  <a:lnTo>
                    <a:pt x="574965" y="121330"/>
                  </a:lnTo>
                  <a:lnTo>
                    <a:pt x="582776" y="116914"/>
                  </a:lnTo>
                  <a:lnTo>
                    <a:pt x="588811" y="110319"/>
                  </a:lnTo>
                  <a:lnTo>
                    <a:pt x="594196" y="105812"/>
                  </a:lnTo>
                  <a:lnTo>
                    <a:pt x="596474" y="104511"/>
                  </a:lnTo>
                  <a:lnTo>
                    <a:pt x="602510" y="100337"/>
                  </a:lnTo>
                  <a:lnTo>
                    <a:pt x="608220" y="96193"/>
                  </a:lnTo>
                  <a:lnTo>
                    <a:pt x="612095" y="93652"/>
                  </a:lnTo>
                  <a:lnTo>
                    <a:pt x="618101" y="91323"/>
                  </a:lnTo>
                  <a:lnTo>
                    <a:pt x="620764" y="89992"/>
                  </a:lnTo>
                  <a:lnTo>
                    <a:pt x="624462" y="88328"/>
                  </a:lnTo>
                  <a:lnTo>
                    <a:pt x="629285" y="85787"/>
                  </a:lnTo>
                  <a:lnTo>
                    <a:pt x="631858" y="82671"/>
                  </a:lnTo>
                  <a:lnTo>
                    <a:pt x="635941" y="78073"/>
                  </a:lnTo>
                  <a:lnTo>
                    <a:pt x="638545" y="73748"/>
                  </a:lnTo>
                  <a:lnTo>
                    <a:pt x="641681" y="71479"/>
                  </a:lnTo>
                  <a:lnTo>
                    <a:pt x="643870" y="70299"/>
                  </a:lnTo>
                  <a:lnTo>
                    <a:pt x="647332" y="67244"/>
                  </a:lnTo>
                  <a:lnTo>
                    <a:pt x="651385" y="62828"/>
                  </a:lnTo>
                  <a:lnTo>
                    <a:pt x="654166" y="61376"/>
                  </a:lnTo>
                  <a:lnTo>
                    <a:pt x="655645" y="60619"/>
                  </a:lnTo>
                  <a:lnTo>
                    <a:pt x="659018" y="60045"/>
                  </a:lnTo>
                  <a:lnTo>
                    <a:pt x="661414" y="60498"/>
                  </a:lnTo>
                  <a:lnTo>
                    <a:pt x="664462" y="61073"/>
                  </a:lnTo>
                  <a:lnTo>
                    <a:pt x="667835" y="61406"/>
                  </a:lnTo>
                  <a:lnTo>
                    <a:pt x="672154" y="61829"/>
                  </a:lnTo>
                  <a:lnTo>
                    <a:pt x="674758" y="61890"/>
                  </a:lnTo>
                  <a:lnTo>
                    <a:pt x="675971" y="61194"/>
                  </a:lnTo>
                  <a:lnTo>
                    <a:pt x="677361" y="60408"/>
                  </a:lnTo>
                  <a:lnTo>
                    <a:pt x="679047" y="59137"/>
                  </a:lnTo>
                  <a:lnTo>
                    <a:pt x="680911" y="58260"/>
                  </a:lnTo>
                  <a:lnTo>
                    <a:pt x="683101" y="56808"/>
                  </a:lnTo>
                  <a:lnTo>
                    <a:pt x="685053" y="54055"/>
                  </a:lnTo>
                  <a:lnTo>
                    <a:pt x="686533" y="51908"/>
                  </a:lnTo>
                  <a:lnTo>
                    <a:pt x="690438" y="47521"/>
                  </a:lnTo>
                  <a:lnTo>
                    <a:pt x="694402" y="41562"/>
                  </a:lnTo>
                  <a:lnTo>
                    <a:pt x="696651" y="38749"/>
                  </a:lnTo>
                  <a:lnTo>
                    <a:pt x="699314" y="35815"/>
                  </a:lnTo>
                  <a:lnTo>
                    <a:pt x="699905" y="34393"/>
                  </a:lnTo>
                  <a:lnTo>
                    <a:pt x="702420" y="29099"/>
                  </a:lnTo>
                  <a:lnTo>
                    <a:pt x="705172" y="24592"/>
                  </a:lnTo>
                  <a:lnTo>
                    <a:pt x="705704" y="22989"/>
                  </a:lnTo>
                  <a:lnTo>
                    <a:pt x="706385" y="21598"/>
                  </a:lnTo>
                  <a:lnTo>
                    <a:pt x="706473" y="21416"/>
                  </a:lnTo>
                  <a:lnTo>
                    <a:pt x="706680" y="20720"/>
                  </a:lnTo>
                  <a:lnTo>
                    <a:pt x="707302" y="14156"/>
                  </a:lnTo>
                  <a:lnTo>
                    <a:pt x="708396" y="12130"/>
                  </a:lnTo>
                  <a:lnTo>
                    <a:pt x="710260" y="9619"/>
                  </a:lnTo>
                  <a:lnTo>
                    <a:pt x="712154" y="7562"/>
                  </a:lnTo>
                  <a:lnTo>
                    <a:pt x="715438" y="3539"/>
                  </a:lnTo>
                  <a:lnTo>
                    <a:pt x="715645" y="3357"/>
                  </a:lnTo>
                  <a:lnTo>
                    <a:pt x="717568" y="1482"/>
                  </a:lnTo>
                  <a:lnTo>
                    <a:pt x="718189" y="786"/>
                  </a:lnTo>
                  <a:lnTo>
                    <a:pt x="7191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551333" y="3665225"/>
              <a:ext cx="823100" cy="445543"/>
            </a:xfrm>
            <a:custGeom>
              <a:avLst/>
              <a:pathLst>
                <a:path w="823100" h="445543">
                  <a:moveTo>
                    <a:pt x="614581" y="272"/>
                  </a:moveTo>
                  <a:lnTo>
                    <a:pt x="619048" y="1482"/>
                  </a:lnTo>
                  <a:lnTo>
                    <a:pt x="625646" y="2571"/>
                  </a:lnTo>
                  <a:lnTo>
                    <a:pt x="626622" y="2752"/>
                  </a:lnTo>
                  <a:lnTo>
                    <a:pt x="629403" y="3327"/>
                  </a:lnTo>
                  <a:lnTo>
                    <a:pt x="631178" y="3690"/>
                  </a:lnTo>
                  <a:lnTo>
                    <a:pt x="636533" y="5656"/>
                  </a:lnTo>
                  <a:lnTo>
                    <a:pt x="642716" y="7683"/>
                  </a:lnTo>
                  <a:lnTo>
                    <a:pt x="643308" y="7864"/>
                  </a:lnTo>
                  <a:lnTo>
                    <a:pt x="644847" y="8409"/>
                  </a:lnTo>
                  <a:lnTo>
                    <a:pt x="650882" y="10496"/>
                  </a:lnTo>
                  <a:lnTo>
                    <a:pt x="655468" y="11585"/>
                  </a:lnTo>
                  <a:lnTo>
                    <a:pt x="662568" y="12372"/>
                  </a:lnTo>
                  <a:lnTo>
                    <a:pt x="670586" y="13581"/>
                  </a:lnTo>
                  <a:lnTo>
                    <a:pt x="677834" y="16153"/>
                  </a:lnTo>
                  <a:lnTo>
                    <a:pt x="678426" y="16485"/>
                  </a:lnTo>
                  <a:lnTo>
                    <a:pt x="682953" y="19238"/>
                  </a:lnTo>
                  <a:lnTo>
                    <a:pt x="687686" y="26226"/>
                  </a:lnTo>
                  <a:lnTo>
                    <a:pt x="691621" y="32941"/>
                  </a:lnTo>
                  <a:lnTo>
                    <a:pt x="694521" y="37237"/>
                  </a:lnTo>
                  <a:lnTo>
                    <a:pt x="698071" y="40594"/>
                  </a:lnTo>
                  <a:lnTo>
                    <a:pt x="701503" y="41411"/>
                  </a:lnTo>
                  <a:lnTo>
                    <a:pt x="702183" y="41592"/>
                  </a:lnTo>
                  <a:lnTo>
                    <a:pt x="703722" y="41955"/>
                  </a:lnTo>
                  <a:lnTo>
                    <a:pt x="708574" y="42046"/>
                  </a:lnTo>
                  <a:lnTo>
                    <a:pt x="710290" y="42076"/>
                  </a:lnTo>
                  <a:lnTo>
                    <a:pt x="714373" y="43559"/>
                  </a:lnTo>
                  <a:lnTo>
                    <a:pt x="717450" y="44557"/>
                  </a:lnTo>
                  <a:lnTo>
                    <a:pt x="722390" y="46130"/>
                  </a:lnTo>
                  <a:lnTo>
                    <a:pt x="728574" y="47189"/>
                  </a:lnTo>
                  <a:lnTo>
                    <a:pt x="735793" y="50546"/>
                  </a:lnTo>
                  <a:lnTo>
                    <a:pt x="739609" y="52573"/>
                  </a:lnTo>
                  <a:lnTo>
                    <a:pt x="744077" y="50819"/>
                  </a:lnTo>
                  <a:lnTo>
                    <a:pt x="749875" y="45585"/>
                  </a:lnTo>
                  <a:lnTo>
                    <a:pt x="756828" y="39112"/>
                  </a:lnTo>
                  <a:lnTo>
                    <a:pt x="764343" y="36027"/>
                  </a:lnTo>
                  <a:lnTo>
                    <a:pt x="770792" y="34968"/>
                  </a:lnTo>
                  <a:lnTo>
                    <a:pt x="775704" y="34181"/>
                  </a:lnTo>
                  <a:lnTo>
                    <a:pt x="778396" y="33758"/>
                  </a:lnTo>
                  <a:lnTo>
                    <a:pt x="784195" y="34817"/>
                  </a:lnTo>
                  <a:lnTo>
                    <a:pt x="785082" y="35391"/>
                  </a:lnTo>
                  <a:lnTo>
                    <a:pt x="788277" y="37388"/>
                  </a:lnTo>
                  <a:lnTo>
                    <a:pt x="794342" y="40534"/>
                  </a:lnTo>
                  <a:lnTo>
                    <a:pt x="800762" y="45041"/>
                  </a:lnTo>
                  <a:lnTo>
                    <a:pt x="807626" y="47007"/>
                  </a:lnTo>
                  <a:lnTo>
                    <a:pt x="811620" y="47582"/>
                  </a:lnTo>
                  <a:lnTo>
                    <a:pt x="815969" y="44194"/>
                  </a:lnTo>
                  <a:lnTo>
                    <a:pt x="819579" y="41471"/>
                  </a:lnTo>
                  <a:lnTo>
                    <a:pt x="823100" y="40987"/>
                  </a:lnTo>
                  <a:lnTo>
                    <a:pt x="821029" y="45979"/>
                  </a:lnTo>
                  <a:lnTo>
                    <a:pt x="817922" y="55840"/>
                  </a:lnTo>
                  <a:lnTo>
                    <a:pt x="816147" y="60075"/>
                  </a:lnTo>
                  <a:lnTo>
                    <a:pt x="815733" y="61043"/>
                  </a:lnTo>
                  <a:lnTo>
                    <a:pt x="815141" y="61981"/>
                  </a:lnTo>
                  <a:lnTo>
                    <a:pt x="814017" y="63070"/>
                  </a:lnTo>
                  <a:lnTo>
                    <a:pt x="811532" y="64703"/>
                  </a:lnTo>
                  <a:lnTo>
                    <a:pt x="807123" y="66458"/>
                  </a:lnTo>
                  <a:lnTo>
                    <a:pt x="805023" y="67667"/>
                  </a:lnTo>
                  <a:lnTo>
                    <a:pt x="802419" y="68393"/>
                  </a:lnTo>
                  <a:lnTo>
                    <a:pt x="800082" y="69694"/>
                  </a:lnTo>
                  <a:lnTo>
                    <a:pt x="797449" y="70753"/>
                  </a:lnTo>
                  <a:lnTo>
                    <a:pt x="794964" y="72659"/>
                  </a:lnTo>
                  <a:lnTo>
                    <a:pt x="792094" y="73233"/>
                  </a:lnTo>
                  <a:lnTo>
                    <a:pt x="790851" y="73748"/>
                  </a:lnTo>
                  <a:lnTo>
                    <a:pt x="788751" y="75411"/>
                  </a:lnTo>
                  <a:lnTo>
                    <a:pt x="788041" y="76531"/>
                  </a:lnTo>
                  <a:lnTo>
                    <a:pt x="787390" y="77952"/>
                  </a:lnTo>
                  <a:lnTo>
                    <a:pt x="786650" y="78648"/>
                  </a:lnTo>
                  <a:lnTo>
                    <a:pt x="784254" y="79737"/>
                  </a:lnTo>
                  <a:lnTo>
                    <a:pt x="781058" y="80221"/>
                  </a:lnTo>
                  <a:lnTo>
                    <a:pt x="779905" y="80765"/>
                  </a:lnTo>
                  <a:lnTo>
                    <a:pt x="778899" y="81764"/>
                  </a:lnTo>
                  <a:lnTo>
                    <a:pt x="777064" y="84184"/>
                  </a:lnTo>
                  <a:lnTo>
                    <a:pt x="773366" y="86906"/>
                  </a:lnTo>
                  <a:lnTo>
                    <a:pt x="772745" y="87481"/>
                  </a:lnTo>
                  <a:lnTo>
                    <a:pt x="771621" y="88903"/>
                  </a:lnTo>
                  <a:lnTo>
                    <a:pt x="771118" y="89326"/>
                  </a:lnTo>
                  <a:lnTo>
                    <a:pt x="770378" y="89508"/>
                  </a:lnTo>
                  <a:lnTo>
                    <a:pt x="768869" y="89447"/>
                  </a:lnTo>
                  <a:lnTo>
                    <a:pt x="765674" y="88842"/>
                  </a:lnTo>
                  <a:lnTo>
                    <a:pt x="764520" y="88751"/>
                  </a:lnTo>
                  <a:lnTo>
                    <a:pt x="763573" y="88933"/>
                  </a:lnTo>
                  <a:lnTo>
                    <a:pt x="762715" y="89538"/>
                  </a:lnTo>
                  <a:lnTo>
                    <a:pt x="762301" y="90143"/>
                  </a:lnTo>
                  <a:lnTo>
                    <a:pt x="761473" y="91897"/>
                  </a:lnTo>
                  <a:lnTo>
                    <a:pt x="760378" y="93561"/>
                  </a:lnTo>
                  <a:lnTo>
                    <a:pt x="759254" y="95981"/>
                  </a:lnTo>
                  <a:lnTo>
                    <a:pt x="759047" y="97463"/>
                  </a:lnTo>
                  <a:lnTo>
                    <a:pt x="759343" y="100609"/>
                  </a:lnTo>
                  <a:lnTo>
                    <a:pt x="759165" y="101154"/>
                  </a:lnTo>
                  <a:lnTo>
                    <a:pt x="758633" y="101910"/>
                  </a:lnTo>
                  <a:lnTo>
                    <a:pt x="757627" y="102817"/>
                  </a:lnTo>
                  <a:lnTo>
                    <a:pt x="756295" y="104451"/>
                  </a:lnTo>
                  <a:lnTo>
                    <a:pt x="755526" y="105086"/>
                  </a:lnTo>
                  <a:lnTo>
                    <a:pt x="754609" y="105600"/>
                  </a:lnTo>
                  <a:lnTo>
                    <a:pt x="752863" y="106266"/>
                  </a:lnTo>
                  <a:lnTo>
                    <a:pt x="751473" y="107264"/>
                  </a:lnTo>
                  <a:lnTo>
                    <a:pt x="749964" y="108534"/>
                  </a:lnTo>
                  <a:lnTo>
                    <a:pt x="746769" y="110985"/>
                  </a:lnTo>
                  <a:lnTo>
                    <a:pt x="746000" y="111438"/>
                  </a:lnTo>
                  <a:lnTo>
                    <a:pt x="742775" y="112769"/>
                  </a:lnTo>
                  <a:lnTo>
                    <a:pt x="739994" y="114766"/>
                  </a:lnTo>
                  <a:lnTo>
                    <a:pt x="739491" y="115310"/>
                  </a:lnTo>
                  <a:lnTo>
                    <a:pt x="738751" y="116490"/>
                  </a:lnTo>
                  <a:lnTo>
                    <a:pt x="738159" y="119001"/>
                  </a:lnTo>
                  <a:lnTo>
                    <a:pt x="737509" y="119969"/>
                  </a:lnTo>
                  <a:lnTo>
                    <a:pt x="737124" y="120332"/>
                  </a:lnTo>
                  <a:lnTo>
                    <a:pt x="736118" y="120906"/>
                  </a:lnTo>
                  <a:lnTo>
                    <a:pt x="734432" y="121421"/>
                  </a:lnTo>
                  <a:lnTo>
                    <a:pt x="733603" y="121905"/>
                  </a:lnTo>
                  <a:lnTo>
                    <a:pt x="732834" y="122933"/>
                  </a:lnTo>
                  <a:lnTo>
                    <a:pt x="732154" y="125141"/>
                  </a:lnTo>
                  <a:lnTo>
                    <a:pt x="731473" y="126442"/>
                  </a:lnTo>
                  <a:lnTo>
                    <a:pt x="729698" y="128439"/>
                  </a:lnTo>
                  <a:lnTo>
                    <a:pt x="726710" y="130677"/>
                  </a:lnTo>
                  <a:lnTo>
                    <a:pt x="725645" y="131857"/>
                  </a:lnTo>
                  <a:lnTo>
                    <a:pt x="724875" y="133611"/>
                  </a:lnTo>
                  <a:lnTo>
                    <a:pt x="724757" y="134337"/>
                  </a:lnTo>
                  <a:lnTo>
                    <a:pt x="724846" y="134972"/>
                  </a:lnTo>
                  <a:lnTo>
                    <a:pt x="725408" y="135729"/>
                  </a:lnTo>
                  <a:lnTo>
                    <a:pt x="727331" y="136999"/>
                  </a:lnTo>
                  <a:lnTo>
                    <a:pt x="727982" y="137725"/>
                  </a:lnTo>
                  <a:lnTo>
                    <a:pt x="728307" y="138360"/>
                  </a:lnTo>
                  <a:lnTo>
                    <a:pt x="728248" y="139238"/>
                  </a:lnTo>
                  <a:lnTo>
                    <a:pt x="727745" y="139964"/>
                  </a:lnTo>
                  <a:lnTo>
                    <a:pt x="724846" y="142989"/>
                  </a:lnTo>
                  <a:lnTo>
                    <a:pt x="724313" y="143805"/>
                  </a:lnTo>
                  <a:lnTo>
                    <a:pt x="721739" y="147798"/>
                  </a:lnTo>
                  <a:lnTo>
                    <a:pt x="721118" y="149220"/>
                  </a:lnTo>
                  <a:lnTo>
                    <a:pt x="720911" y="150551"/>
                  </a:lnTo>
                  <a:lnTo>
                    <a:pt x="720852" y="152184"/>
                  </a:lnTo>
                  <a:lnTo>
                    <a:pt x="720231" y="154514"/>
                  </a:lnTo>
                  <a:lnTo>
                    <a:pt x="719432" y="156238"/>
                  </a:lnTo>
                  <a:lnTo>
                    <a:pt x="718160" y="158053"/>
                  </a:lnTo>
                  <a:lnTo>
                    <a:pt x="717538" y="159505"/>
                  </a:lnTo>
                  <a:lnTo>
                    <a:pt x="717035" y="160079"/>
                  </a:lnTo>
                  <a:lnTo>
                    <a:pt x="716473" y="160412"/>
                  </a:lnTo>
                  <a:lnTo>
                    <a:pt x="716029" y="160503"/>
                  </a:lnTo>
                  <a:lnTo>
                    <a:pt x="714521" y="160049"/>
                  </a:lnTo>
                  <a:lnTo>
                    <a:pt x="713988" y="160110"/>
                  </a:lnTo>
                  <a:lnTo>
                    <a:pt x="713663" y="160412"/>
                  </a:lnTo>
                  <a:lnTo>
                    <a:pt x="712893" y="161683"/>
                  </a:lnTo>
                  <a:lnTo>
                    <a:pt x="712361" y="162197"/>
                  </a:lnTo>
                  <a:lnTo>
                    <a:pt x="710970" y="163014"/>
                  </a:lnTo>
                  <a:lnTo>
                    <a:pt x="709639" y="163286"/>
                  </a:lnTo>
                  <a:lnTo>
                    <a:pt x="709077" y="163558"/>
                  </a:lnTo>
                  <a:lnTo>
                    <a:pt x="705882" y="166069"/>
                  </a:lnTo>
                  <a:lnTo>
                    <a:pt x="703456" y="167128"/>
                  </a:lnTo>
                  <a:lnTo>
                    <a:pt x="699136" y="167551"/>
                  </a:lnTo>
                  <a:lnTo>
                    <a:pt x="697953" y="167884"/>
                  </a:lnTo>
                  <a:lnTo>
                    <a:pt x="695024" y="169578"/>
                  </a:lnTo>
                  <a:lnTo>
                    <a:pt x="693929" y="170637"/>
                  </a:lnTo>
                  <a:lnTo>
                    <a:pt x="692479" y="173117"/>
                  </a:lnTo>
                  <a:lnTo>
                    <a:pt x="690704" y="175355"/>
                  </a:lnTo>
                  <a:lnTo>
                    <a:pt x="689639" y="176202"/>
                  </a:lnTo>
                  <a:lnTo>
                    <a:pt x="687953" y="177110"/>
                  </a:lnTo>
                  <a:lnTo>
                    <a:pt x="684580" y="178017"/>
                  </a:lnTo>
                  <a:lnTo>
                    <a:pt x="684195" y="178078"/>
                  </a:lnTo>
                  <a:lnTo>
                    <a:pt x="681976" y="178411"/>
                  </a:lnTo>
                  <a:lnTo>
                    <a:pt x="677124" y="178471"/>
                  </a:lnTo>
                  <a:lnTo>
                    <a:pt x="674550" y="178834"/>
                  </a:lnTo>
                  <a:lnTo>
                    <a:pt x="672598" y="179258"/>
                  </a:lnTo>
                  <a:lnTo>
                    <a:pt x="670971" y="179832"/>
                  </a:lnTo>
                  <a:lnTo>
                    <a:pt x="667805" y="182646"/>
                  </a:lnTo>
                  <a:lnTo>
                    <a:pt x="666178" y="184793"/>
                  </a:lnTo>
                  <a:lnTo>
                    <a:pt x="665349" y="186880"/>
                  </a:lnTo>
                  <a:lnTo>
                    <a:pt x="664225" y="188605"/>
                  </a:lnTo>
                  <a:lnTo>
                    <a:pt x="662894" y="189936"/>
                  </a:lnTo>
                  <a:lnTo>
                    <a:pt x="661474" y="191115"/>
                  </a:lnTo>
                  <a:lnTo>
                    <a:pt x="659551" y="192416"/>
                  </a:lnTo>
                  <a:lnTo>
                    <a:pt x="656710" y="195502"/>
                  </a:lnTo>
                  <a:lnTo>
                    <a:pt x="655941" y="196893"/>
                  </a:lnTo>
                  <a:lnTo>
                    <a:pt x="654994" y="199343"/>
                  </a:lnTo>
                  <a:lnTo>
                    <a:pt x="651060" y="206180"/>
                  </a:lnTo>
                  <a:lnTo>
                    <a:pt x="650202" y="208448"/>
                  </a:lnTo>
                  <a:lnTo>
                    <a:pt x="647953" y="213470"/>
                  </a:lnTo>
                  <a:lnTo>
                    <a:pt x="647480" y="214831"/>
                  </a:lnTo>
                  <a:lnTo>
                    <a:pt x="647391" y="216132"/>
                  </a:lnTo>
                  <a:lnTo>
                    <a:pt x="648486" y="222212"/>
                  </a:lnTo>
                  <a:lnTo>
                    <a:pt x="649521" y="226205"/>
                  </a:lnTo>
                  <a:lnTo>
                    <a:pt x="649639" y="227475"/>
                  </a:lnTo>
                  <a:lnTo>
                    <a:pt x="649728" y="230500"/>
                  </a:lnTo>
                  <a:lnTo>
                    <a:pt x="649521" y="231529"/>
                  </a:lnTo>
                  <a:lnTo>
                    <a:pt x="649166" y="232406"/>
                  </a:lnTo>
                  <a:lnTo>
                    <a:pt x="648367" y="233707"/>
                  </a:lnTo>
                  <a:lnTo>
                    <a:pt x="646888" y="235582"/>
                  </a:lnTo>
                  <a:lnTo>
                    <a:pt x="645557" y="236580"/>
                  </a:lnTo>
                  <a:lnTo>
                    <a:pt x="642243" y="240543"/>
                  </a:lnTo>
                  <a:lnTo>
                    <a:pt x="636829" y="241783"/>
                  </a:lnTo>
                  <a:lnTo>
                    <a:pt x="629196" y="242902"/>
                  </a:lnTo>
                  <a:lnTo>
                    <a:pt x="626592" y="244022"/>
                  </a:lnTo>
                  <a:lnTo>
                    <a:pt x="625438" y="244536"/>
                  </a:lnTo>
                  <a:lnTo>
                    <a:pt x="622243" y="245655"/>
                  </a:lnTo>
                  <a:lnTo>
                    <a:pt x="619403" y="247258"/>
                  </a:lnTo>
                  <a:lnTo>
                    <a:pt x="618456" y="248166"/>
                  </a:lnTo>
                  <a:lnTo>
                    <a:pt x="615823" y="251191"/>
                  </a:lnTo>
                  <a:lnTo>
                    <a:pt x="613989" y="252976"/>
                  </a:lnTo>
                  <a:lnTo>
                    <a:pt x="612865" y="254972"/>
                  </a:lnTo>
                  <a:lnTo>
                    <a:pt x="612391" y="256242"/>
                  </a:lnTo>
                  <a:lnTo>
                    <a:pt x="611711" y="257513"/>
                  </a:lnTo>
                  <a:lnTo>
                    <a:pt x="611563" y="258541"/>
                  </a:lnTo>
                  <a:lnTo>
                    <a:pt x="610586" y="259056"/>
                  </a:lnTo>
                  <a:lnTo>
                    <a:pt x="609462" y="260296"/>
                  </a:lnTo>
                  <a:lnTo>
                    <a:pt x="608634" y="261687"/>
                  </a:lnTo>
                  <a:lnTo>
                    <a:pt x="607776" y="263502"/>
                  </a:lnTo>
                  <a:lnTo>
                    <a:pt x="607243" y="264259"/>
                  </a:lnTo>
                  <a:lnTo>
                    <a:pt x="605231" y="265590"/>
                  </a:lnTo>
                  <a:lnTo>
                    <a:pt x="602924" y="266588"/>
                  </a:lnTo>
                  <a:lnTo>
                    <a:pt x="599906" y="267041"/>
                  </a:lnTo>
                  <a:lnTo>
                    <a:pt x="597746" y="267646"/>
                  </a:lnTo>
                  <a:lnTo>
                    <a:pt x="592214" y="269915"/>
                  </a:lnTo>
                  <a:lnTo>
                    <a:pt x="590232" y="270097"/>
                  </a:lnTo>
                  <a:lnTo>
                    <a:pt x="587835" y="269855"/>
                  </a:lnTo>
                  <a:lnTo>
                    <a:pt x="584522" y="269219"/>
                  </a:lnTo>
                  <a:lnTo>
                    <a:pt x="577687" y="269068"/>
                  </a:lnTo>
                  <a:lnTo>
                    <a:pt x="570350" y="269219"/>
                  </a:lnTo>
                  <a:lnTo>
                    <a:pt x="568368" y="269008"/>
                  </a:lnTo>
                  <a:lnTo>
                    <a:pt x="566356" y="268342"/>
                  </a:lnTo>
                  <a:lnTo>
                    <a:pt x="562895" y="266678"/>
                  </a:lnTo>
                  <a:lnTo>
                    <a:pt x="558309" y="264743"/>
                  </a:lnTo>
                  <a:lnTo>
                    <a:pt x="556652" y="264319"/>
                  </a:lnTo>
                  <a:lnTo>
                    <a:pt x="555261" y="264380"/>
                  </a:lnTo>
                  <a:lnTo>
                    <a:pt x="553960" y="264773"/>
                  </a:lnTo>
                  <a:lnTo>
                    <a:pt x="551948" y="265983"/>
                  </a:lnTo>
                  <a:lnTo>
                    <a:pt x="549995" y="266467"/>
                  </a:lnTo>
                  <a:lnTo>
                    <a:pt x="548043" y="267525"/>
                  </a:lnTo>
                  <a:lnTo>
                    <a:pt x="547096" y="267858"/>
                  </a:lnTo>
                  <a:lnTo>
                    <a:pt x="545114" y="268040"/>
                  </a:lnTo>
                  <a:lnTo>
                    <a:pt x="542510" y="267888"/>
                  </a:lnTo>
                  <a:lnTo>
                    <a:pt x="541297" y="267283"/>
                  </a:lnTo>
                  <a:lnTo>
                    <a:pt x="540587" y="266406"/>
                  </a:lnTo>
                  <a:lnTo>
                    <a:pt x="539877" y="264985"/>
                  </a:lnTo>
                  <a:lnTo>
                    <a:pt x="538812" y="261687"/>
                  </a:lnTo>
                  <a:lnTo>
                    <a:pt x="537924" y="260084"/>
                  </a:lnTo>
                  <a:lnTo>
                    <a:pt x="537451" y="259782"/>
                  </a:lnTo>
                  <a:lnTo>
                    <a:pt x="536475" y="259419"/>
                  </a:lnTo>
                  <a:lnTo>
                    <a:pt x="535765" y="259328"/>
                  </a:lnTo>
                  <a:lnTo>
                    <a:pt x="535202" y="259388"/>
                  </a:lnTo>
                  <a:lnTo>
                    <a:pt x="534167" y="260024"/>
                  </a:lnTo>
                  <a:lnTo>
                    <a:pt x="532185" y="261808"/>
                  </a:lnTo>
                  <a:lnTo>
                    <a:pt x="531001" y="262474"/>
                  </a:lnTo>
                  <a:lnTo>
                    <a:pt x="526771" y="264259"/>
                  </a:lnTo>
                  <a:lnTo>
                    <a:pt x="523250" y="265408"/>
                  </a:lnTo>
                  <a:lnTo>
                    <a:pt x="522244" y="266316"/>
                  </a:lnTo>
                  <a:lnTo>
                    <a:pt x="521534" y="267525"/>
                  </a:lnTo>
                  <a:lnTo>
                    <a:pt x="520203" y="270429"/>
                  </a:lnTo>
                  <a:lnTo>
                    <a:pt x="518013" y="273424"/>
                  </a:lnTo>
                  <a:lnTo>
                    <a:pt x="516682" y="276086"/>
                  </a:lnTo>
                  <a:lnTo>
                    <a:pt x="516179" y="277629"/>
                  </a:lnTo>
                  <a:lnTo>
                    <a:pt x="514818" y="279958"/>
                  </a:lnTo>
                  <a:lnTo>
                    <a:pt x="514404" y="281228"/>
                  </a:lnTo>
                  <a:lnTo>
                    <a:pt x="514404" y="282832"/>
                  </a:lnTo>
                  <a:lnTo>
                    <a:pt x="514315" y="284072"/>
                  </a:lnTo>
                  <a:lnTo>
                    <a:pt x="513901" y="285766"/>
                  </a:lnTo>
                  <a:lnTo>
                    <a:pt x="513546" y="286583"/>
                  </a:lnTo>
                  <a:lnTo>
                    <a:pt x="512362" y="288398"/>
                  </a:lnTo>
                  <a:lnTo>
                    <a:pt x="510351" y="290545"/>
                  </a:lnTo>
                  <a:lnTo>
                    <a:pt x="509404" y="291120"/>
                  </a:lnTo>
                  <a:lnTo>
                    <a:pt x="506149" y="291786"/>
                  </a:lnTo>
                  <a:lnTo>
                    <a:pt x="502215" y="291725"/>
                  </a:lnTo>
                  <a:lnTo>
                    <a:pt x="500469" y="291937"/>
                  </a:lnTo>
                  <a:lnTo>
                    <a:pt x="499463" y="292421"/>
                  </a:lnTo>
                  <a:lnTo>
                    <a:pt x="498043" y="293147"/>
                  </a:lnTo>
                  <a:lnTo>
                    <a:pt x="494552" y="295809"/>
                  </a:lnTo>
                  <a:lnTo>
                    <a:pt x="492540" y="296474"/>
                  </a:lnTo>
                  <a:lnTo>
                    <a:pt x="491031" y="296686"/>
                  </a:lnTo>
                  <a:lnTo>
                    <a:pt x="487510" y="296656"/>
                  </a:lnTo>
                  <a:lnTo>
                    <a:pt x="483457" y="296383"/>
                  </a:lnTo>
                  <a:lnTo>
                    <a:pt x="482126" y="296504"/>
                  </a:lnTo>
                  <a:lnTo>
                    <a:pt x="476801" y="299348"/>
                  </a:lnTo>
                  <a:lnTo>
                    <a:pt x="474315" y="301102"/>
                  </a:lnTo>
                  <a:lnTo>
                    <a:pt x="473073" y="301526"/>
                  </a:lnTo>
                  <a:lnTo>
                    <a:pt x="470617" y="301738"/>
                  </a:lnTo>
                  <a:lnTo>
                    <a:pt x="469079" y="301526"/>
                  </a:lnTo>
                  <a:lnTo>
                    <a:pt x="464256" y="301284"/>
                  </a:lnTo>
                  <a:lnTo>
                    <a:pt x="460440" y="300346"/>
                  </a:lnTo>
                  <a:lnTo>
                    <a:pt x="456949" y="299953"/>
                  </a:lnTo>
                  <a:lnTo>
                    <a:pt x="454493" y="299106"/>
                  </a:lnTo>
                  <a:lnTo>
                    <a:pt x="452274" y="299106"/>
                  </a:lnTo>
                  <a:lnTo>
                    <a:pt x="451031" y="299590"/>
                  </a:lnTo>
                  <a:lnTo>
                    <a:pt x="449108" y="301163"/>
                  </a:lnTo>
                  <a:lnTo>
                    <a:pt x="447245" y="302403"/>
                  </a:lnTo>
                  <a:lnTo>
                    <a:pt x="446357" y="302494"/>
                  </a:lnTo>
                  <a:lnTo>
                    <a:pt x="444404" y="302343"/>
                  </a:lnTo>
                  <a:lnTo>
                    <a:pt x="443398" y="302524"/>
                  </a:lnTo>
                  <a:lnTo>
                    <a:pt x="442511" y="302857"/>
                  </a:lnTo>
                  <a:lnTo>
                    <a:pt x="438606" y="304853"/>
                  </a:lnTo>
                  <a:lnTo>
                    <a:pt x="437304" y="305821"/>
                  </a:lnTo>
                  <a:lnTo>
                    <a:pt x="433458" y="309542"/>
                  </a:lnTo>
                  <a:lnTo>
                    <a:pt x="431002" y="311387"/>
                  </a:lnTo>
                  <a:lnTo>
                    <a:pt x="427807" y="313444"/>
                  </a:lnTo>
                  <a:lnTo>
                    <a:pt x="426830" y="314533"/>
                  </a:lnTo>
                  <a:lnTo>
                    <a:pt x="426002" y="316136"/>
                  </a:lnTo>
                  <a:lnTo>
                    <a:pt x="423221" y="318526"/>
                  </a:lnTo>
                  <a:lnTo>
                    <a:pt x="422689" y="319282"/>
                  </a:lnTo>
                  <a:lnTo>
                    <a:pt x="422038" y="320704"/>
                  </a:lnTo>
                  <a:lnTo>
                    <a:pt x="420706" y="322791"/>
                  </a:lnTo>
                  <a:lnTo>
                    <a:pt x="418162" y="326088"/>
                  </a:lnTo>
                  <a:lnTo>
                    <a:pt x="416949" y="327964"/>
                  </a:lnTo>
                  <a:lnTo>
                    <a:pt x="412541" y="332441"/>
                  </a:lnTo>
                  <a:lnTo>
                    <a:pt x="399464" y="341818"/>
                  </a:lnTo>
                  <a:lnTo>
                    <a:pt x="390470" y="346991"/>
                  </a:lnTo>
                  <a:lnTo>
                    <a:pt x="371890" y="354099"/>
                  </a:lnTo>
                  <a:lnTo>
                    <a:pt x="367719" y="355067"/>
                  </a:lnTo>
                  <a:lnTo>
                    <a:pt x="359938" y="357185"/>
                  </a:lnTo>
                  <a:lnTo>
                    <a:pt x="357985" y="358274"/>
                  </a:lnTo>
                  <a:lnTo>
                    <a:pt x="357807" y="358637"/>
                  </a:lnTo>
                  <a:lnTo>
                    <a:pt x="356654" y="361117"/>
                  </a:lnTo>
                  <a:lnTo>
                    <a:pt x="354790" y="364596"/>
                  </a:lnTo>
                  <a:lnTo>
                    <a:pt x="350263" y="368952"/>
                  </a:lnTo>
                  <a:lnTo>
                    <a:pt x="344139" y="375849"/>
                  </a:lnTo>
                  <a:lnTo>
                    <a:pt x="332245" y="385892"/>
                  </a:lnTo>
                  <a:lnTo>
                    <a:pt x="327985" y="391790"/>
                  </a:lnTo>
                  <a:lnTo>
                    <a:pt x="308843" y="418621"/>
                  </a:lnTo>
                  <a:lnTo>
                    <a:pt x="299672" y="431447"/>
                  </a:lnTo>
                  <a:lnTo>
                    <a:pt x="298962" y="433565"/>
                  </a:lnTo>
                  <a:lnTo>
                    <a:pt x="290441" y="442186"/>
                  </a:lnTo>
                  <a:lnTo>
                    <a:pt x="287394" y="445543"/>
                  </a:lnTo>
                  <a:lnTo>
                    <a:pt x="287157" y="444787"/>
                  </a:lnTo>
                  <a:lnTo>
                    <a:pt x="286891" y="443638"/>
                  </a:lnTo>
                  <a:lnTo>
                    <a:pt x="286388" y="442639"/>
                  </a:lnTo>
                  <a:lnTo>
                    <a:pt x="286299" y="442458"/>
                  </a:lnTo>
                  <a:lnTo>
                    <a:pt x="285471" y="441278"/>
                  </a:lnTo>
                  <a:lnTo>
                    <a:pt x="284613" y="440492"/>
                  </a:lnTo>
                  <a:lnTo>
                    <a:pt x="284051" y="440038"/>
                  </a:lnTo>
                  <a:lnTo>
                    <a:pt x="283577" y="439675"/>
                  </a:lnTo>
                  <a:lnTo>
                    <a:pt x="283074" y="438556"/>
                  </a:lnTo>
                  <a:lnTo>
                    <a:pt x="282009" y="437679"/>
                  </a:lnTo>
                  <a:lnTo>
                    <a:pt x="281772" y="437164"/>
                  </a:lnTo>
                  <a:lnTo>
                    <a:pt x="280737" y="436136"/>
                  </a:lnTo>
                  <a:lnTo>
                    <a:pt x="279701" y="435198"/>
                  </a:lnTo>
                  <a:lnTo>
                    <a:pt x="278636" y="433988"/>
                  </a:lnTo>
                  <a:lnTo>
                    <a:pt x="277838" y="433171"/>
                  </a:lnTo>
                  <a:lnTo>
                    <a:pt x="277335" y="432627"/>
                  </a:lnTo>
                  <a:lnTo>
                    <a:pt x="275648" y="431175"/>
                  </a:lnTo>
                  <a:lnTo>
                    <a:pt x="275145" y="430993"/>
                  </a:lnTo>
                  <a:lnTo>
                    <a:pt x="273163" y="429360"/>
                  </a:lnTo>
                  <a:lnTo>
                    <a:pt x="272690" y="429178"/>
                  </a:lnTo>
                  <a:lnTo>
                    <a:pt x="272305" y="428967"/>
                  </a:lnTo>
                  <a:lnTo>
                    <a:pt x="272157" y="428846"/>
                  </a:lnTo>
                  <a:lnTo>
                    <a:pt x="271773" y="428543"/>
                  </a:lnTo>
                  <a:lnTo>
                    <a:pt x="271506" y="428362"/>
                  </a:lnTo>
                  <a:lnTo>
                    <a:pt x="271210" y="428241"/>
                  </a:lnTo>
                  <a:lnTo>
                    <a:pt x="270915" y="428150"/>
                  </a:lnTo>
                  <a:lnTo>
                    <a:pt x="270678" y="428120"/>
                  </a:lnTo>
                  <a:lnTo>
                    <a:pt x="270412" y="428120"/>
                  </a:lnTo>
                  <a:lnTo>
                    <a:pt x="270086" y="428089"/>
                  </a:lnTo>
                  <a:lnTo>
                    <a:pt x="269761" y="427999"/>
                  </a:lnTo>
                  <a:lnTo>
                    <a:pt x="269583" y="427817"/>
                  </a:lnTo>
                  <a:lnTo>
                    <a:pt x="269406" y="427515"/>
                  </a:lnTo>
                  <a:lnTo>
                    <a:pt x="269139" y="427091"/>
                  </a:lnTo>
                  <a:lnTo>
                    <a:pt x="268784" y="426758"/>
                  </a:lnTo>
                  <a:lnTo>
                    <a:pt x="268548" y="426456"/>
                  </a:lnTo>
                  <a:lnTo>
                    <a:pt x="268518" y="426244"/>
                  </a:lnTo>
                  <a:lnTo>
                    <a:pt x="268459" y="425791"/>
                  </a:lnTo>
                  <a:lnTo>
                    <a:pt x="268252" y="425155"/>
                  </a:lnTo>
                  <a:lnTo>
                    <a:pt x="267986" y="424792"/>
                  </a:lnTo>
                  <a:lnTo>
                    <a:pt x="267512" y="424218"/>
                  </a:lnTo>
                  <a:lnTo>
                    <a:pt x="266151" y="423008"/>
                  </a:lnTo>
                  <a:lnTo>
                    <a:pt x="265944" y="422796"/>
                  </a:lnTo>
                  <a:lnTo>
                    <a:pt x="264347" y="421586"/>
                  </a:lnTo>
                  <a:lnTo>
                    <a:pt x="263429" y="420860"/>
                  </a:lnTo>
                  <a:lnTo>
                    <a:pt x="262098" y="419892"/>
                  </a:lnTo>
                  <a:lnTo>
                    <a:pt x="260678" y="418924"/>
                  </a:lnTo>
                  <a:lnTo>
                    <a:pt x="259051" y="418016"/>
                  </a:lnTo>
                  <a:lnTo>
                    <a:pt x="257276" y="416746"/>
                  </a:lnTo>
                  <a:lnTo>
                    <a:pt x="255678" y="415022"/>
                  </a:lnTo>
                  <a:lnTo>
                    <a:pt x="254524" y="413388"/>
                  </a:lnTo>
                  <a:lnTo>
                    <a:pt x="252897" y="411876"/>
                  </a:lnTo>
                  <a:lnTo>
                    <a:pt x="251329" y="410726"/>
                  </a:lnTo>
                  <a:lnTo>
                    <a:pt x="249850" y="410363"/>
                  </a:lnTo>
                  <a:lnTo>
                    <a:pt x="248725" y="409426"/>
                  </a:lnTo>
                  <a:lnTo>
                    <a:pt x="246861" y="408609"/>
                  </a:lnTo>
                  <a:lnTo>
                    <a:pt x="244761" y="407399"/>
                  </a:lnTo>
                  <a:lnTo>
                    <a:pt x="243518" y="406189"/>
                  </a:lnTo>
                  <a:lnTo>
                    <a:pt x="241921" y="405039"/>
                  </a:lnTo>
                  <a:lnTo>
                    <a:pt x="239465" y="403194"/>
                  </a:lnTo>
                  <a:lnTo>
                    <a:pt x="237808" y="402256"/>
                  </a:lnTo>
                  <a:lnTo>
                    <a:pt x="235027" y="400804"/>
                  </a:lnTo>
                  <a:lnTo>
                    <a:pt x="232927" y="398536"/>
                  </a:lnTo>
                  <a:lnTo>
                    <a:pt x="231654" y="397749"/>
                  </a:lnTo>
                  <a:lnTo>
                    <a:pt x="229347" y="397477"/>
                  </a:lnTo>
                  <a:lnTo>
                    <a:pt x="224702" y="395662"/>
                  </a:lnTo>
                  <a:lnTo>
                    <a:pt x="221566" y="394180"/>
                  </a:lnTo>
                  <a:lnTo>
                    <a:pt x="219879" y="393424"/>
                  </a:lnTo>
                  <a:lnTo>
                    <a:pt x="218637" y="392758"/>
                  </a:lnTo>
                  <a:lnTo>
                    <a:pt x="218045" y="392456"/>
                  </a:lnTo>
                  <a:lnTo>
                    <a:pt x="216773" y="391881"/>
                  </a:lnTo>
                  <a:lnTo>
                    <a:pt x="215146" y="391125"/>
                  </a:lnTo>
                  <a:lnTo>
                    <a:pt x="213933" y="390610"/>
                  </a:lnTo>
                  <a:lnTo>
                    <a:pt x="212868" y="390096"/>
                  </a:lnTo>
                  <a:lnTo>
                    <a:pt x="212424" y="389703"/>
                  </a:lnTo>
                  <a:lnTo>
                    <a:pt x="211714" y="389521"/>
                  </a:lnTo>
                  <a:lnTo>
                    <a:pt x="211477" y="389249"/>
                  </a:lnTo>
                  <a:lnTo>
                    <a:pt x="210826" y="389128"/>
                  </a:lnTo>
                  <a:lnTo>
                    <a:pt x="210116" y="388735"/>
                  </a:lnTo>
                  <a:lnTo>
                    <a:pt x="209820" y="388614"/>
                  </a:lnTo>
                  <a:lnTo>
                    <a:pt x="209258" y="388069"/>
                  </a:lnTo>
                  <a:lnTo>
                    <a:pt x="208430" y="387495"/>
                  </a:lnTo>
                  <a:lnTo>
                    <a:pt x="207631" y="387071"/>
                  </a:lnTo>
                  <a:lnTo>
                    <a:pt x="206448" y="386829"/>
                  </a:lnTo>
                  <a:lnTo>
                    <a:pt x="204791" y="386436"/>
                  </a:lnTo>
                  <a:lnTo>
                    <a:pt x="204229" y="386315"/>
                  </a:lnTo>
                  <a:lnTo>
                    <a:pt x="202749" y="385831"/>
                  </a:lnTo>
                  <a:lnTo>
                    <a:pt x="201832" y="385317"/>
                  </a:lnTo>
                  <a:lnTo>
                    <a:pt x="200738" y="384954"/>
                  </a:lnTo>
                  <a:lnTo>
                    <a:pt x="199820" y="384682"/>
                  </a:lnTo>
                  <a:lnTo>
                    <a:pt x="198992" y="384379"/>
                  </a:lnTo>
                  <a:lnTo>
                    <a:pt x="198726" y="384046"/>
                  </a:lnTo>
                  <a:lnTo>
                    <a:pt x="198371" y="383804"/>
                  </a:lnTo>
                  <a:lnTo>
                    <a:pt x="197809" y="383774"/>
                  </a:lnTo>
                  <a:lnTo>
                    <a:pt x="197424" y="383381"/>
                  </a:lnTo>
                  <a:lnTo>
                    <a:pt x="196951" y="383411"/>
                  </a:lnTo>
                  <a:lnTo>
                    <a:pt x="196448" y="383078"/>
                  </a:lnTo>
                  <a:lnTo>
                    <a:pt x="196093" y="382867"/>
                  </a:lnTo>
                  <a:lnTo>
                    <a:pt x="195708" y="382836"/>
                  </a:lnTo>
                  <a:lnTo>
                    <a:pt x="195383" y="382715"/>
                  </a:lnTo>
                  <a:lnTo>
                    <a:pt x="195146" y="382383"/>
                  </a:lnTo>
                  <a:lnTo>
                    <a:pt x="194673" y="382292"/>
                  </a:lnTo>
                  <a:lnTo>
                    <a:pt x="194081" y="381868"/>
                  </a:lnTo>
                  <a:lnTo>
                    <a:pt x="193607" y="381808"/>
                  </a:lnTo>
                  <a:lnTo>
                    <a:pt x="193164" y="381596"/>
                  </a:lnTo>
                  <a:lnTo>
                    <a:pt x="192927" y="381294"/>
                  </a:lnTo>
                  <a:lnTo>
                    <a:pt x="192542" y="381173"/>
                  </a:lnTo>
                  <a:lnTo>
                    <a:pt x="192158" y="381112"/>
                  </a:lnTo>
                  <a:lnTo>
                    <a:pt x="191921" y="380931"/>
                  </a:lnTo>
                  <a:lnTo>
                    <a:pt x="191300" y="380749"/>
                  </a:lnTo>
                  <a:lnTo>
                    <a:pt x="190560" y="380235"/>
                  </a:lnTo>
                  <a:lnTo>
                    <a:pt x="190294" y="380174"/>
                  </a:lnTo>
                  <a:lnTo>
                    <a:pt x="189909" y="379842"/>
                  </a:lnTo>
                  <a:lnTo>
                    <a:pt x="189673" y="379842"/>
                  </a:lnTo>
                  <a:lnTo>
                    <a:pt x="189170" y="379751"/>
                  </a:lnTo>
                  <a:lnTo>
                    <a:pt x="188815" y="379539"/>
                  </a:lnTo>
                  <a:lnTo>
                    <a:pt x="188460" y="379509"/>
                  </a:lnTo>
                  <a:lnTo>
                    <a:pt x="188134" y="379267"/>
                  </a:lnTo>
                  <a:lnTo>
                    <a:pt x="187897" y="379025"/>
                  </a:lnTo>
                  <a:lnTo>
                    <a:pt x="187306" y="378904"/>
                  </a:lnTo>
                  <a:lnTo>
                    <a:pt x="187039" y="378722"/>
                  </a:lnTo>
                  <a:lnTo>
                    <a:pt x="186951" y="378571"/>
                  </a:lnTo>
                  <a:lnTo>
                    <a:pt x="186744" y="378480"/>
                  </a:lnTo>
                  <a:lnTo>
                    <a:pt x="186477" y="378511"/>
                  </a:lnTo>
                  <a:lnTo>
                    <a:pt x="185945" y="378117"/>
                  </a:lnTo>
                  <a:lnTo>
                    <a:pt x="185560" y="378027"/>
                  </a:lnTo>
                  <a:lnTo>
                    <a:pt x="185235" y="377996"/>
                  </a:lnTo>
                  <a:lnTo>
                    <a:pt x="184968" y="377875"/>
                  </a:lnTo>
                  <a:lnTo>
                    <a:pt x="184880" y="377633"/>
                  </a:lnTo>
                  <a:lnTo>
                    <a:pt x="184525" y="377482"/>
                  </a:lnTo>
                  <a:lnTo>
                    <a:pt x="183874" y="377422"/>
                  </a:lnTo>
                  <a:lnTo>
                    <a:pt x="183341" y="376938"/>
                  </a:lnTo>
                  <a:lnTo>
                    <a:pt x="182957" y="376847"/>
                  </a:lnTo>
                  <a:lnTo>
                    <a:pt x="182542" y="376847"/>
                  </a:lnTo>
                  <a:lnTo>
                    <a:pt x="182217" y="376756"/>
                  </a:lnTo>
                  <a:lnTo>
                    <a:pt x="181862" y="376333"/>
                  </a:lnTo>
                  <a:lnTo>
                    <a:pt x="181211" y="376242"/>
                  </a:lnTo>
                  <a:lnTo>
                    <a:pt x="180767" y="375879"/>
                  </a:lnTo>
                  <a:lnTo>
                    <a:pt x="180442" y="375607"/>
                  </a:lnTo>
                  <a:lnTo>
                    <a:pt x="180087" y="375546"/>
                  </a:lnTo>
                  <a:lnTo>
                    <a:pt x="179791" y="375365"/>
                  </a:lnTo>
                  <a:lnTo>
                    <a:pt x="179347" y="374941"/>
                  </a:lnTo>
                  <a:lnTo>
                    <a:pt x="179111" y="374850"/>
                  </a:lnTo>
                  <a:lnTo>
                    <a:pt x="178460" y="374850"/>
                  </a:lnTo>
                  <a:lnTo>
                    <a:pt x="178105" y="374578"/>
                  </a:lnTo>
                  <a:lnTo>
                    <a:pt x="177809" y="374397"/>
                  </a:lnTo>
                  <a:lnTo>
                    <a:pt x="177217" y="374215"/>
                  </a:lnTo>
                  <a:lnTo>
                    <a:pt x="176773" y="373731"/>
                  </a:lnTo>
                  <a:lnTo>
                    <a:pt x="176448" y="373701"/>
                  </a:lnTo>
                  <a:lnTo>
                    <a:pt x="176004" y="373308"/>
                  </a:lnTo>
                  <a:lnTo>
                    <a:pt x="175294" y="373217"/>
                  </a:lnTo>
                  <a:lnTo>
                    <a:pt x="174969" y="373096"/>
                  </a:lnTo>
                  <a:lnTo>
                    <a:pt x="174791" y="372884"/>
                  </a:lnTo>
                  <a:lnTo>
                    <a:pt x="174288" y="372884"/>
                  </a:lnTo>
                  <a:lnTo>
                    <a:pt x="173874" y="372491"/>
                  </a:lnTo>
                  <a:lnTo>
                    <a:pt x="173371" y="372461"/>
                  </a:lnTo>
                  <a:lnTo>
                    <a:pt x="173045" y="372279"/>
                  </a:lnTo>
                  <a:lnTo>
                    <a:pt x="172838" y="372007"/>
                  </a:lnTo>
                  <a:lnTo>
                    <a:pt x="172572" y="371826"/>
                  </a:lnTo>
                  <a:lnTo>
                    <a:pt x="171892" y="371674"/>
                  </a:lnTo>
                  <a:lnTo>
                    <a:pt x="171566" y="371493"/>
                  </a:lnTo>
                  <a:lnTo>
                    <a:pt x="171418" y="371281"/>
                  </a:lnTo>
                  <a:lnTo>
                    <a:pt x="171122" y="371221"/>
                  </a:lnTo>
                  <a:lnTo>
                    <a:pt x="170945" y="371281"/>
                  </a:lnTo>
                  <a:lnTo>
                    <a:pt x="170649" y="371190"/>
                  </a:lnTo>
                  <a:lnTo>
                    <a:pt x="170176" y="370858"/>
                  </a:lnTo>
                  <a:lnTo>
                    <a:pt x="169761" y="370676"/>
                  </a:lnTo>
                  <a:lnTo>
                    <a:pt x="169466" y="370646"/>
                  </a:lnTo>
                  <a:lnTo>
                    <a:pt x="168963" y="370525"/>
                  </a:lnTo>
                  <a:lnTo>
                    <a:pt x="168726" y="370343"/>
                  </a:lnTo>
                  <a:lnTo>
                    <a:pt x="168519" y="369980"/>
                  </a:lnTo>
                  <a:lnTo>
                    <a:pt x="168075" y="369890"/>
                  </a:lnTo>
                  <a:lnTo>
                    <a:pt x="167809" y="369859"/>
                  </a:lnTo>
                  <a:lnTo>
                    <a:pt x="167395" y="369587"/>
                  </a:lnTo>
                  <a:lnTo>
                    <a:pt x="166418" y="369466"/>
                  </a:lnTo>
                  <a:lnTo>
                    <a:pt x="166122" y="369133"/>
                  </a:lnTo>
                  <a:lnTo>
                    <a:pt x="165827" y="368831"/>
                  </a:lnTo>
                  <a:lnTo>
                    <a:pt x="165442" y="368801"/>
                  </a:lnTo>
                  <a:lnTo>
                    <a:pt x="165353" y="368619"/>
                  </a:lnTo>
                  <a:lnTo>
                    <a:pt x="164554" y="368286"/>
                  </a:lnTo>
                  <a:lnTo>
                    <a:pt x="164051" y="368347"/>
                  </a:lnTo>
                  <a:lnTo>
                    <a:pt x="163637" y="367984"/>
                  </a:lnTo>
                  <a:lnTo>
                    <a:pt x="163430" y="367984"/>
                  </a:lnTo>
                  <a:lnTo>
                    <a:pt x="162986" y="367802"/>
                  </a:lnTo>
                  <a:lnTo>
                    <a:pt x="162631" y="367833"/>
                  </a:lnTo>
                  <a:lnTo>
                    <a:pt x="161833" y="367470"/>
                  </a:lnTo>
                  <a:lnTo>
                    <a:pt x="161182" y="367379"/>
                  </a:lnTo>
                  <a:lnTo>
                    <a:pt x="160590" y="367016"/>
                  </a:lnTo>
                  <a:lnTo>
                    <a:pt x="160057" y="366986"/>
                  </a:lnTo>
                  <a:lnTo>
                    <a:pt x="159702" y="366895"/>
                  </a:lnTo>
                  <a:lnTo>
                    <a:pt x="159288" y="366532"/>
                  </a:lnTo>
                  <a:lnTo>
                    <a:pt x="158992" y="366532"/>
                  </a:lnTo>
                  <a:lnTo>
                    <a:pt x="158549" y="366320"/>
                  </a:lnTo>
                  <a:lnTo>
                    <a:pt x="158046" y="366260"/>
                  </a:lnTo>
                  <a:lnTo>
                    <a:pt x="157661" y="366048"/>
                  </a:lnTo>
                  <a:lnTo>
                    <a:pt x="157395" y="365987"/>
                  </a:lnTo>
                  <a:lnTo>
                    <a:pt x="156833" y="365685"/>
                  </a:lnTo>
                  <a:lnTo>
                    <a:pt x="156270" y="365443"/>
                  </a:lnTo>
                  <a:lnTo>
                    <a:pt x="155827" y="365322"/>
                  </a:lnTo>
                  <a:lnTo>
                    <a:pt x="155531" y="365443"/>
                  </a:lnTo>
                  <a:lnTo>
                    <a:pt x="155235" y="365413"/>
                  </a:lnTo>
                  <a:lnTo>
                    <a:pt x="155028" y="365171"/>
                  </a:lnTo>
                  <a:lnTo>
                    <a:pt x="154762" y="365050"/>
                  </a:lnTo>
                  <a:lnTo>
                    <a:pt x="154259" y="365019"/>
                  </a:lnTo>
                  <a:lnTo>
                    <a:pt x="154052" y="364808"/>
                  </a:lnTo>
                  <a:lnTo>
                    <a:pt x="153963" y="364566"/>
                  </a:lnTo>
                  <a:lnTo>
                    <a:pt x="153578" y="364445"/>
                  </a:lnTo>
                  <a:lnTo>
                    <a:pt x="153341" y="364384"/>
                  </a:lnTo>
                  <a:lnTo>
                    <a:pt x="153134" y="364445"/>
                  </a:lnTo>
                  <a:lnTo>
                    <a:pt x="152750" y="364445"/>
                  </a:lnTo>
                  <a:lnTo>
                    <a:pt x="152276" y="363991"/>
                  </a:lnTo>
                  <a:lnTo>
                    <a:pt x="151744" y="363870"/>
                  </a:lnTo>
                  <a:lnTo>
                    <a:pt x="151478" y="363567"/>
                  </a:lnTo>
                  <a:lnTo>
                    <a:pt x="151152" y="363446"/>
                  </a:lnTo>
                  <a:lnTo>
                    <a:pt x="150856" y="363265"/>
                  </a:lnTo>
                  <a:lnTo>
                    <a:pt x="150649" y="363053"/>
                  </a:lnTo>
                  <a:lnTo>
                    <a:pt x="150442" y="362932"/>
                  </a:lnTo>
                  <a:lnTo>
                    <a:pt x="150176" y="362993"/>
                  </a:lnTo>
                  <a:lnTo>
                    <a:pt x="149791" y="362811"/>
                  </a:lnTo>
                  <a:lnTo>
                    <a:pt x="148460" y="362146"/>
                  </a:lnTo>
                  <a:lnTo>
                    <a:pt x="147454" y="361631"/>
                  </a:lnTo>
                  <a:lnTo>
                    <a:pt x="145294" y="360300"/>
                  </a:lnTo>
                  <a:lnTo>
                    <a:pt x="144850" y="359998"/>
                  </a:lnTo>
                  <a:lnTo>
                    <a:pt x="144407" y="359635"/>
                  </a:lnTo>
                  <a:lnTo>
                    <a:pt x="143697" y="359302"/>
                  </a:lnTo>
                  <a:lnTo>
                    <a:pt x="143164" y="358879"/>
                  </a:lnTo>
                  <a:lnTo>
                    <a:pt x="142365" y="358334"/>
                  </a:lnTo>
                  <a:lnTo>
                    <a:pt x="141862" y="358002"/>
                  </a:lnTo>
                  <a:lnTo>
                    <a:pt x="140945" y="357094"/>
                  </a:lnTo>
                  <a:lnTo>
                    <a:pt x="140649" y="357003"/>
                  </a:lnTo>
                  <a:lnTo>
                    <a:pt x="140146" y="356610"/>
                  </a:lnTo>
                  <a:lnTo>
                    <a:pt x="139584" y="356247"/>
                  </a:lnTo>
                  <a:lnTo>
                    <a:pt x="139111" y="356035"/>
                  </a:lnTo>
                  <a:lnTo>
                    <a:pt x="138904" y="355763"/>
                  </a:lnTo>
                  <a:lnTo>
                    <a:pt x="138401" y="355461"/>
                  </a:lnTo>
                  <a:lnTo>
                    <a:pt x="138016" y="355128"/>
                  </a:lnTo>
                  <a:lnTo>
                    <a:pt x="137750" y="354916"/>
                  </a:lnTo>
                  <a:lnTo>
                    <a:pt x="137336" y="354704"/>
                  </a:lnTo>
                  <a:lnTo>
                    <a:pt x="136744" y="354251"/>
                  </a:lnTo>
                  <a:lnTo>
                    <a:pt x="136211" y="353918"/>
                  </a:lnTo>
                  <a:lnTo>
                    <a:pt x="135945" y="353797"/>
                  </a:lnTo>
                  <a:lnTo>
                    <a:pt x="135353" y="353373"/>
                  </a:lnTo>
                  <a:lnTo>
                    <a:pt x="135117" y="353283"/>
                  </a:lnTo>
                  <a:lnTo>
                    <a:pt x="135058" y="353041"/>
                  </a:lnTo>
                  <a:lnTo>
                    <a:pt x="134614" y="352768"/>
                  </a:lnTo>
                  <a:lnTo>
                    <a:pt x="133815" y="352315"/>
                  </a:lnTo>
                  <a:lnTo>
                    <a:pt x="133490" y="352133"/>
                  </a:lnTo>
                  <a:lnTo>
                    <a:pt x="133016" y="351770"/>
                  </a:lnTo>
                  <a:lnTo>
                    <a:pt x="132720" y="351589"/>
                  </a:lnTo>
                  <a:lnTo>
                    <a:pt x="132543" y="351347"/>
                  </a:lnTo>
                  <a:lnTo>
                    <a:pt x="132336" y="351135"/>
                  </a:lnTo>
                  <a:lnTo>
                    <a:pt x="132099" y="350893"/>
                  </a:lnTo>
                  <a:lnTo>
                    <a:pt x="131803" y="350530"/>
                  </a:lnTo>
                  <a:lnTo>
                    <a:pt x="131626" y="350227"/>
                  </a:lnTo>
                  <a:lnTo>
                    <a:pt x="131300" y="349864"/>
                  </a:lnTo>
                  <a:lnTo>
                    <a:pt x="131182" y="349683"/>
                  </a:lnTo>
                  <a:lnTo>
                    <a:pt x="130590" y="349290"/>
                  </a:lnTo>
                  <a:lnTo>
                    <a:pt x="130176" y="348927"/>
                  </a:lnTo>
                  <a:lnTo>
                    <a:pt x="129525" y="348261"/>
                  </a:lnTo>
                  <a:lnTo>
                    <a:pt x="129052" y="347868"/>
                  </a:lnTo>
                  <a:lnTo>
                    <a:pt x="128578" y="347323"/>
                  </a:lnTo>
                  <a:lnTo>
                    <a:pt x="128164" y="346900"/>
                  </a:lnTo>
                  <a:lnTo>
                    <a:pt x="127987" y="346718"/>
                  </a:lnTo>
                  <a:lnTo>
                    <a:pt x="126448" y="346144"/>
                  </a:lnTo>
                  <a:lnTo>
                    <a:pt x="125294" y="344752"/>
                  </a:lnTo>
                  <a:lnTo>
                    <a:pt x="124762" y="344329"/>
                  </a:lnTo>
                  <a:lnTo>
                    <a:pt x="124141" y="343573"/>
                  </a:lnTo>
                  <a:lnTo>
                    <a:pt x="123371" y="342635"/>
                  </a:lnTo>
                  <a:lnTo>
                    <a:pt x="122513" y="341969"/>
                  </a:lnTo>
                  <a:lnTo>
                    <a:pt x="121655" y="340759"/>
                  </a:lnTo>
                  <a:lnTo>
                    <a:pt x="121330" y="340094"/>
                  </a:lnTo>
                  <a:lnTo>
                    <a:pt x="120442" y="339186"/>
                  </a:lnTo>
                  <a:lnTo>
                    <a:pt x="119851" y="338763"/>
                  </a:lnTo>
                  <a:lnTo>
                    <a:pt x="119022" y="338007"/>
                  </a:lnTo>
                  <a:lnTo>
                    <a:pt x="118135" y="337432"/>
                  </a:lnTo>
                  <a:lnTo>
                    <a:pt x="117720" y="336978"/>
                  </a:lnTo>
                  <a:lnTo>
                    <a:pt x="117188" y="336736"/>
                  </a:lnTo>
                  <a:lnTo>
                    <a:pt x="116005" y="335647"/>
                  </a:lnTo>
                  <a:lnTo>
                    <a:pt x="114910" y="334921"/>
                  </a:lnTo>
                  <a:lnTo>
                    <a:pt x="113460" y="333741"/>
                  </a:lnTo>
                  <a:lnTo>
                    <a:pt x="112336" y="333257"/>
                  </a:lnTo>
                  <a:lnTo>
                    <a:pt x="112010" y="332653"/>
                  </a:lnTo>
                  <a:lnTo>
                    <a:pt x="111951" y="331775"/>
                  </a:lnTo>
                  <a:lnTo>
                    <a:pt x="111448" y="331231"/>
                  </a:lnTo>
                  <a:lnTo>
                    <a:pt x="111064" y="330354"/>
                  </a:lnTo>
                  <a:lnTo>
                    <a:pt x="110294" y="330233"/>
                  </a:lnTo>
                  <a:lnTo>
                    <a:pt x="109792" y="330142"/>
                  </a:lnTo>
                  <a:lnTo>
                    <a:pt x="109111" y="329567"/>
                  </a:lnTo>
                  <a:lnTo>
                    <a:pt x="108224" y="329174"/>
                  </a:lnTo>
                  <a:lnTo>
                    <a:pt x="107632" y="329053"/>
                  </a:lnTo>
                  <a:lnTo>
                    <a:pt x="107277" y="328811"/>
                  </a:lnTo>
                  <a:lnTo>
                    <a:pt x="106626" y="328115"/>
                  </a:lnTo>
                  <a:lnTo>
                    <a:pt x="105827" y="327268"/>
                  </a:lnTo>
                  <a:lnTo>
                    <a:pt x="104851" y="326814"/>
                  </a:lnTo>
                  <a:lnTo>
                    <a:pt x="104170" y="325998"/>
                  </a:lnTo>
                  <a:lnTo>
                    <a:pt x="102898" y="325332"/>
                  </a:lnTo>
                  <a:lnTo>
                    <a:pt x="101863" y="325120"/>
                  </a:lnTo>
                  <a:lnTo>
                    <a:pt x="101093" y="324394"/>
                  </a:lnTo>
                  <a:lnTo>
                    <a:pt x="100028" y="323094"/>
                  </a:lnTo>
                  <a:lnTo>
                    <a:pt x="99496" y="322549"/>
                  </a:lnTo>
                  <a:lnTo>
                    <a:pt x="98460" y="321853"/>
                  </a:lnTo>
                  <a:lnTo>
                    <a:pt x="97839" y="321309"/>
                  </a:lnTo>
                  <a:lnTo>
                    <a:pt x="97099" y="321127"/>
                  </a:lnTo>
                  <a:lnTo>
                    <a:pt x="96389" y="320764"/>
                  </a:lnTo>
                  <a:lnTo>
                    <a:pt x="95531" y="320250"/>
                  </a:lnTo>
                  <a:lnTo>
                    <a:pt x="94940" y="319434"/>
                  </a:lnTo>
                  <a:lnTo>
                    <a:pt x="94348" y="319040"/>
                  </a:lnTo>
                  <a:lnTo>
                    <a:pt x="93046" y="317951"/>
                  </a:lnTo>
                  <a:lnTo>
                    <a:pt x="92040" y="317558"/>
                  </a:lnTo>
                  <a:lnTo>
                    <a:pt x="91241" y="316772"/>
                  </a:lnTo>
                  <a:lnTo>
                    <a:pt x="90561" y="316318"/>
                  </a:lnTo>
                  <a:lnTo>
                    <a:pt x="90117" y="316167"/>
                  </a:lnTo>
                  <a:lnTo>
                    <a:pt x="89496" y="315955"/>
                  </a:lnTo>
                  <a:lnTo>
                    <a:pt x="88845" y="315562"/>
                  </a:lnTo>
                  <a:lnTo>
                    <a:pt x="88460" y="315017"/>
                  </a:lnTo>
                  <a:lnTo>
                    <a:pt x="88135" y="314896"/>
                  </a:lnTo>
                  <a:lnTo>
                    <a:pt x="87750" y="314533"/>
                  </a:lnTo>
                  <a:lnTo>
                    <a:pt x="87277" y="314321"/>
                  </a:lnTo>
                  <a:lnTo>
                    <a:pt x="86922" y="314200"/>
                  </a:lnTo>
                  <a:lnTo>
                    <a:pt x="86389" y="313777"/>
                  </a:lnTo>
                  <a:lnTo>
                    <a:pt x="86005" y="313686"/>
                  </a:lnTo>
                  <a:lnTo>
                    <a:pt x="85443" y="313142"/>
                  </a:lnTo>
                  <a:lnTo>
                    <a:pt x="84466" y="312446"/>
                  </a:lnTo>
                  <a:lnTo>
                    <a:pt x="83875" y="311811"/>
                  </a:lnTo>
                  <a:lnTo>
                    <a:pt x="83135" y="311054"/>
                  </a:lnTo>
                  <a:lnTo>
                    <a:pt x="82454" y="310540"/>
                  </a:lnTo>
                  <a:lnTo>
                    <a:pt x="81981" y="310328"/>
                  </a:lnTo>
                  <a:lnTo>
                    <a:pt x="81389" y="310026"/>
                  </a:lnTo>
                  <a:lnTo>
                    <a:pt x="80827" y="309572"/>
                  </a:lnTo>
                  <a:lnTo>
                    <a:pt x="80147" y="309028"/>
                  </a:lnTo>
                  <a:lnTo>
                    <a:pt x="79555" y="308362"/>
                  </a:lnTo>
                  <a:lnTo>
                    <a:pt x="79052" y="308060"/>
                  </a:lnTo>
                  <a:lnTo>
                    <a:pt x="78401" y="307848"/>
                  </a:lnTo>
                  <a:lnTo>
                    <a:pt x="77602" y="307364"/>
                  </a:lnTo>
                  <a:lnTo>
                    <a:pt x="77129" y="307061"/>
                  </a:lnTo>
                  <a:lnTo>
                    <a:pt x="76360" y="306577"/>
                  </a:lnTo>
                  <a:lnTo>
                    <a:pt x="75768" y="306245"/>
                  </a:lnTo>
                  <a:lnTo>
                    <a:pt x="74881" y="305549"/>
                  </a:lnTo>
                  <a:lnTo>
                    <a:pt x="74318" y="305065"/>
                  </a:lnTo>
                  <a:lnTo>
                    <a:pt x="73638" y="304611"/>
                  </a:lnTo>
                  <a:lnTo>
                    <a:pt x="72750" y="304460"/>
                  </a:lnTo>
                  <a:lnTo>
                    <a:pt x="72159" y="303795"/>
                  </a:lnTo>
                  <a:lnTo>
                    <a:pt x="71567" y="303099"/>
                  </a:lnTo>
                  <a:lnTo>
                    <a:pt x="70413" y="302585"/>
                  </a:lnTo>
                  <a:lnTo>
                    <a:pt x="69674" y="302010"/>
                  </a:lnTo>
                  <a:lnTo>
                    <a:pt x="69230" y="301344"/>
                  </a:lnTo>
                  <a:lnTo>
                    <a:pt x="68401" y="300649"/>
                  </a:lnTo>
                  <a:lnTo>
                    <a:pt x="67869" y="300044"/>
                  </a:lnTo>
                  <a:lnTo>
                    <a:pt x="67218" y="299408"/>
                  </a:lnTo>
                  <a:lnTo>
                    <a:pt x="66449" y="298924"/>
                  </a:lnTo>
                  <a:lnTo>
                    <a:pt x="65679" y="298531"/>
                  </a:lnTo>
                  <a:lnTo>
                    <a:pt x="64437" y="298108"/>
                  </a:lnTo>
                  <a:lnTo>
                    <a:pt x="63816" y="297533"/>
                  </a:lnTo>
                  <a:lnTo>
                    <a:pt x="63520" y="296777"/>
                  </a:lnTo>
                  <a:lnTo>
                    <a:pt x="62869" y="296232"/>
                  </a:lnTo>
                  <a:lnTo>
                    <a:pt x="61774" y="295446"/>
                  </a:lnTo>
                  <a:lnTo>
                    <a:pt x="61301" y="294931"/>
                  </a:lnTo>
                  <a:lnTo>
                    <a:pt x="60739" y="294236"/>
                  </a:lnTo>
                  <a:lnTo>
                    <a:pt x="60206" y="293661"/>
                  </a:lnTo>
                  <a:lnTo>
                    <a:pt x="59881" y="293479"/>
                  </a:lnTo>
                  <a:lnTo>
                    <a:pt x="59259" y="293147"/>
                  </a:lnTo>
                  <a:lnTo>
                    <a:pt x="58756" y="292875"/>
                  </a:lnTo>
                  <a:lnTo>
                    <a:pt x="58135" y="292360"/>
                  </a:lnTo>
                  <a:lnTo>
                    <a:pt x="56656" y="291786"/>
                  </a:lnTo>
                  <a:lnTo>
                    <a:pt x="55591" y="290999"/>
                  </a:lnTo>
                  <a:lnTo>
                    <a:pt x="54881" y="290485"/>
                  </a:lnTo>
                  <a:lnTo>
                    <a:pt x="54289" y="289910"/>
                  </a:lnTo>
                  <a:lnTo>
                    <a:pt x="53224" y="289305"/>
                  </a:lnTo>
                  <a:lnTo>
                    <a:pt x="52277" y="288609"/>
                  </a:lnTo>
                  <a:lnTo>
                    <a:pt x="51478" y="288035"/>
                  </a:lnTo>
                  <a:lnTo>
                    <a:pt x="50620" y="287309"/>
                  </a:lnTo>
                  <a:lnTo>
                    <a:pt x="49762" y="286704"/>
                  </a:lnTo>
                  <a:lnTo>
                    <a:pt x="49171" y="286522"/>
                  </a:lnTo>
                  <a:lnTo>
                    <a:pt x="48313" y="285917"/>
                  </a:lnTo>
                  <a:lnTo>
                    <a:pt x="47455" y="284919"/>
                  </a:lnTo>
                  <a:lnTo>
                    <a:pt x="46626" y="284677"/>
                  </a:lnTo>
                  <a:lnTo>
                    <a:pt x="45591" y="284163"/>
                  </a:lnTo>
                  <a:lnTo>
                    <a:pt x="44733" y="283769"/>
                  </a:lnTo>
                  <a:lnTo>
                    <a:pt x="43964" y="282771"/>
                  </a:lnTo>
                  <a:lnTo>
                    <a:pt x="42484" y="281864"/>
                  </a:lnTo>
                  <a:lnTo>
                    <a:pt x="40857" y="280593"/>
                  </a:lnTo>
                  <a:lnTo>
                    <a:pt x="40265" y="279897"/>
                  </a:lnTo>
                  <a:lnTo>
                    <a:pt x="39585" y="279414"/>
                  </a:lnTo>
                  <a:lnTo>
                    <a:pt x="38875" y="278899"/>
                  </a:lnTo>
                  <a:lnTo>
                    <a:pt x="38194" y="278294"/>
                  </a:lnTo>
                  <a:lnTo>
                    <a:pt x="37159" y="277326"/>
                  </a:lnTo>
                  <a:lnTo>
                    <a:pt x="36212" y="276994"/>
                  </a:lnTo>
                  <a:lnTo>
                    <a:pt x="35591" y="276237"/>
                  </a:lnTo>
                  <a:lnTo>
                    <a:pt x="34467" y="275602"/>
                  </a:lnTo>
                  <a:lnTo>
                    <a:pt x="33372" y="274937"/>
                  </a:lnTo>
                  <a:lnTo>
                    <a:pt x="32514" y="274150"/>
                  </a:lnTo>
                  <a:lnTo>
                    <a:pt x="31893" y="273757"/>
                  </a:lnTo>
                  <a:lnTo>
                    <a:pt x="31064" y="273666"/>
                  </a:lnTo>
                  <a:lnTo>
                    <a:pt x="30473" y="273122"/>
                  </a:lnTo>
                  <a:lnTo>
                    <a:pt x="29112" y="272244"/>
                  </a:lnTo>
                  <a:lnTo>
                    <a:pt x="28727" y="271791"/>
                  </a:lnTo>
                  <a:lnTo>
                    <a:pt x="27840" y="271397"/>
                  </a:lnTo>
                  <a:lnTo>
                    <a:pt x="27159" y="270944"/>
                  </a:lnTo>
                  <a:lnTo>
                    <a:pt x="26094" y="270248"/>
                  </a:lnTo>
                  <a:lnTo>
                    <a:pt x="25029" y="269552"/>
                  </a:lnTo>
                  <a:lnTo>
                    <a:pt x="24319" y="268796"/>
                  </a:lnTo>
                  <a:lnTo>
                    <a:pt x="23283" y="268161"/>
                  </a:lnTo>
                  <a:lnTo>
                    <a:pt x="22337" y="267677"/>
                  </a:lnTo>
                  <a:lnTo>
                    <a:pt x="21893" y="267404"/>
                  </a:lnTo>
                  <a:lnTo>
                    <a:pt x="21124" y="267011"/>
                  </a:lnTo>
                  <a:lnTo>
                    <a:pt x="20177" y="266527"/>
                  </a:lnTo>
                  <a:lnTo>
                    <a:pt x="19911" y="265922"/>
                  </a:lnTo>
                  <a:lnTo>
                    <a:pt x="19319" y="265711"/>
                  </a:lnTo>
                  <a:lnTo>
                    <a:pt x="18757" y="265136"/>
                  </a:lnTo>
                  <a:lnTo>
                    <a:pt x="17011" y="264440"/>
                  </a:lnTo>
                  <a:lnTo>
                    <a:pt x="15443" y="262928"/>
                  </a:lnTo>
                  <a:lnTo>
                    <a:pt x="14053" y="262232"/>
                  </a:lnTo>
                  <a:lnTo>
                    <a:pt x="13402" y="261718"/>
                  </a:lnTo>
                  <a:lnTo>
                    <a:pt x="12721" y="261234"/>
                  </a:lnTo>
                  <a:lnTo>
                    <a:pt x="12514" y="261082"/>
                  </a:lnTo>
                  <a:lnTo>
                    <a:pt x="12218" y="260961"/>
                  </a:lnTo>
                  <a:lnTo>
                    <a:pt x="11627" y="260568"/>
                  </a:lnTo>
                  <a:lnTo>
                    <a:pt x="10857" y="260145"/>
                  </a:lnTo>
                  <a:lnTo>
                    <a:pt x="9911" y="259570"/>
                  </a:lnTo>
                  <a:lnTo>
                    <a:pt x="8905" y="258995"/>
                  </a:lnTo>
                  <a:lnTo>
                    <a:pt x="8076" y="258481"/>
                  </a:lnTo>
                  <a:lnTo>
                    <a:pt x="7011" y="257604"/>
                  </a:lnTo>
                  <a:lnTo>
                    <a:pt x="6242" y="257392"/>
                  </a:lnTo>
                  <a:lnTo>
                    <a:pt x="5710" y="256757"/>
                  </a:lnTo>
                  <a:lnTo>
                    <a:pt x="4497" y="256061"/>
                  </a:lnTo>
                  <a:lnTo>
                    <a:pt x="3786" y="255789"/>
                  </a:lnTo>
                  <a:lnTo>
                    <a:pt x="3431" y="255395"/>
                  </a:lnTo>
                  <a:lnTo>
                    <a:pt x="2366" y="254579"/>
                  </a:lnTo>
                  <a:lnTo>
                    <a:pt x="857" y="254125"/>
                  </a:lnTo>
                  <a:lnTo>
                    <a:pt x="0" y="253701"/>
                  </a:lnTo>
                  <a:lnTo>
                    <a:pt x="6005" y="244929"/>
                  </a:lnTo>
                  <a:lnTo>
                    <a:pt x="13757" y="249134"/>
                  </a:lnTo>
                  <a:lnTo>
                    <a:pt x="15147" y="249951"/>
                  </a:lnTo>
                  <a:lnTo>
                    <a:pt x="15976" y="250435"/>
                  </a:lnTo>
                  <a:lnTo>
                    <a:pt x="16567" y="250858"/>
                  </a:lnTo>
                  <a:lnTo>
                    <a:pt x="17455" y="251433"/>
                  </a:lnTo>
                  <a:lnTo>
                    <a:pt x="19171" y="252703"/>
                  </a:lnTo>
                  <a:lnTo>
                    <a:pt x="20147" y="253490"/>
                  </a:lnTo>
                  <a:lnTo>
                    <a:pt x="20443" y="253701"/>
                  </a:lnTo>
                  <a:lnTo>
                    <a:pt x="20739" y="253913"/>
                  </a:lnTo>
                  <a:lnTo>
                    <a:pt x="21212" y="254306"/>
                  </a:lnTo>
                  <a:lnTo>
                    <a:pt x="21656" y="254669"/>
                  </a:lnTo>
                  <a:lnTo>
                    <a:pt x="21804" y="254760"/>
                  </a:lnTo>
                  <a:lnTo>
                    <a:pt x="25769" y="257876"/>
                  </a:lnTo>
                  <a:lnTo>
                    <a:pt x="30768" y="261748"/>
                  </a:lnTo>
                  <a:lnTo>
                    <a:pt x="34200" y="264470"/>
                  </a:lnTo>
                  <a:lnTo>
                    <a:pt x="35857" y="265771"/>
                  </a:lnTo>
                  <a:lnTo>
                    <a:pt x="37366" y="266890"/>
                  </a:lnTo>
                  <a:lnTo>
                    <a:pt x="37632" y="267041"/>
                  </a:lnTo>
                  <a:lnTo>
                    <a:pt x="37869" y="266316"/>
                  </a:lnTo>
                  <a:lnTo>
                    <a:pt x="37987" y="265953"/>
                  </a:lnTo>
                  <a:lnTo>
                    <a:pt x="38283" y="265499"/>
                  </a:lnTo>
                  <a:lnTo>
                    <a:pt x="38461" y="265136"/>
                  </a:lnTo>
                  <a:lnTo>
                    <a:pt x="38816" y="264531"/>
                  </a:lnTo>
                  <a:lnTo>
                    <a:pt x="39023" y="264228"/>
                  </a:lnTo>
                  <a:lnTo>
                    <a:pt x="39348" y="263986"/>
                  </a:lnTo>
                  <a:lnTo>
                    <a:pt x="39615" y="263714"/>
                  </a:lnTo>
                  <a:lnTo>
                    <a:pt x="39940" y="263351"/>
                  </a:lnTo>
                  <a:lnTo>
                    <a:pt x="40147" y="263018"/>
                  </a:lnTo>
                  <a:lnTo>
                    <a:pt x="39822" y="262746"/>
                  </a:lnTo>
                  <a:lnTo>
                    <a:pt x="39319" y="262292"/>
                  </a:lnTo>
                  <a:lnTo>
                    <a:pt x="38905" y="261929"/>
                  </a:lnTo>
                  <a:lnTo>
                    <a:pt x="37958" y="260326"/>
                  </a:lnTo>
                  <a:lnTo>
                    <a:pt x="37721" y="259903"/>
                  </a:lnTo>
                  <a:lnTo>
                    <a:pt x="37869" y="259116"/>
                  </a:lnTo>
                  <a:lnTo>
                    <a:pt x="38017" y="257876"/>
                  </a:lnTo>
                  <a:lnTo>
                    <a:pt x="38047" y="257694"/>
                  </a:lnTo>
                  <a:lnTo>
                    <a:pt x="38342" y="256242"/>
                  </a:lnTo>
                  <a:lnTo>
                    <a:pt x="38549" y="255153"/>
                  </a:lnTo>
                  <a:lnTo>
                    <a:pt x="38579" y="254216"/>
                  </a:lnTo>
                  <a:lnTo>
                    <a:pt x="38549" y="252915"/>
                  </a:lnTo>
                  <a:lnTo>
                    <a:pt x="38579" y="252038"/>
                  </a:lnTo>
                  <a:lnTo>
                    <a:pt x="38520" y="250374"/>
                  </a:lnTo>
                  <a:lnTo>
                    <a:pt x="39733" y="250374"/>
                  </a:lnTo>
                  <a:lnTo>
                    <a:pt x="40680" y="250344"/>
                  </a:lnTo>
                  <a:lnTo>
                    <a:pt x="41390" y="250283"/>
                  </a:lnTo>
                  <a:lnTo>
                    <a:pt x="42070" y="250193"/>
                  </a:lnTo>
                  <a:lnTo>
                    <a:pt x="42248" y="250193"/>
                  </a:lnTo>
                  <a:lnTo>
                    <a:pt x="42810" y="250223"/>
                  </a:lnTo>
                  <a:lnTo>
                    <a:pt x="43254" y="250314"/>
                  </a:lnTo>
                  <a:lnTo>
                    <a:pt x="44733" y="250586"/>
                  </a:lnTo>
                  <a:lnTo>
                    <a:pt x="45354" y="250707"/>
                  </a:lnTo>
                  <a:lnTo>
                    <a:pt x="46153" y="250828"/>
                  </a:lnTo>
                  <a:lnTo>
                    <a:pt x="47366" y="250979"/>
                  </a:lnTo>
                  <a:lnTo>
                    <a:pt x="48135" y="251070"/>
                  </a:lnTo>
                  <a:lnTo>
                    <a:pt x="50117" y="251312"/>
                  </a:lnTo>
                  <a:lnTo>
                    <a:pt x="51922" y="251554"/>
                  </a:lnTo>
                  <a:lnTo>
                    <a:pt x="53549" y="251766"/>
                  </a:lnTo>
                  <a:lnTo>
                    <a:pt x="55502" y="252008"/>
                  </a:lnTo>
                  <a:lnTo>
                    <a:pt x="57603" y="252280"/>
                  </a:lnTo>
                  <a:lnTo>
                    <a:pt x="60088" y="252643"/>
                  </a:lnTo>
                  <a:lnTo>
                    <a:pt x="62898" y="253006"/>
                  </a:lnTo>
                  <a:lnTo>
                    <a:pt x="63194" y="253036"/>
                  </a:lnTo>
                  <a:lnTo>
                    <a:pt x="65147" y="253278"/>
                  </a:lnTo>
                  <a:lnTo>
                    <a:pt x="65117" y="253792"/>
                  </a:lnTo>
                  <a:lnTo>
                    <a:pt x="64792" y="257725"/>
                  </a:lnTo>
                  <a:lnTo>
                    <a:pt x="65029" y="257785"/>
                  </a:lnTo>
                  <a:lnTo>
                    <a:pt x="67810" y="258239"/>
                  </a:lnTo>
                  <a:lnTo>
                    <a:pt x="67810" y="259237"/>
                  </a:lnTo>
                  <a:lnTo>
                    <a:pt x="68342" y="259298"/>
                  </a:lnTo>
                  <a:lnTo>
                    <a:pt x="71478" y="258057"/>
                  </a:lnTo>
                  <a:lnTo>
                    <a:pt x="73076" y="257422"/>
                  </a:lnTo>
                  <a:lnTo>
                    <a:pt x="75029" y="255728"/>
                  </a:lnTo>
                  <a:lnTo>
                    <a:pt x="75620" y="253611"/>
                  </a:lnTo>
                  <a:lnTo>
                    <a:pt x="75088" y="250767"/>
                  </a:lnTo>
                  <a:lnTo>
                    <a:pt x="74348" y="248226"/>
                  </a:lnTo>
                  <a:lnTo>
                    <a:pt x="74821" y="244899"/>
                  </a:lnTo>
                  <a:lnTo>
                    <a:pt x="77810" y="240543"/>
                  </a:lnTo>
                  <a:lnTo>
                    <a:pt x="81212" y="237548"/>
                  </a:lnTo>
                  <a:lnTo>
                    <a:pt x="84348" y="234947"/>
                  </a:lnTo>
                  <a:lnTo>
                    <a:pt x="85591" y="233495"/>
                  </a:lnTo>
                  <a:lnTo>
                    <a:pt x="85946" y="233102"/>
                  </a:lnTo>
                  <a:lnTo>
                    <a:pt x="85650" y="232618"/>
                  </a:lnTo>
                  <a:lnTo>
                    <a:pt x="85147" y="231861"/>
                  </a:lnTo>
                  <a:lnTo>
                    <a:pt x="84525" y="230712"/>
                  </a:lnTo>
                  <a:lnTo>
                    <a:pt x="84378" y="230470"/>
                  </a:lnTo>
                  <a:lnTo>
                    <a:pt x="83431" y="229078"/>
                  </a:lnTo>
                  <a:lnTo>
                    <a:pt x="82632" y="228110"/>
                  </a:lnTo>
                  <a:lnTo>
                    <a:pt x="82277" y="226689"/>
                  </a:lnTo>
                  <a:lnTo>
                    <a:pt x="81952" y="225176"/>
                  </a:lnTo>
                  <a:lnTo>
                    <a:pt x="81863" y="224571"/>
                  </a:lnTo>
                  <a:lnTo>
                    <a:pt x="81804" y="224087"/>
                  </a:lnTo>
                  <a:lnTo>
                    <a:pt x="81744" y="223724"/>
                  </a:lnTo>
                  <a:lnTo>
                    <a:pt x="81744" y="223331"/>
                  </a:lnTo>
                  <a:lnTo>
                    <a:pt x="81774" y="222575"/>
                  </a:lnTo>
                  <a:lnTo>
                    <a:pt x="81774" y="222363"/>
                  </a:lnTo>
                  <a:lnTo>
                    <a:pt x="81863" y="221546"/>
                  </a:lnTo>
                  <a:lnTo>
                    <a:pt x="82011" y="220851"/>
                  </a:lnTo>
                  <a:lnTo>
                    <a:pt x="82218" y="220064"/>
                  </a:lnTo>
                  <a:lnTo>
                    <a:pt x="82395" y="219520"/>
                  </a:lnTo>
                  <a:lnTo>
                    <a:pt x="82632" y="218915"/>
                  </a:lnTo>
                  <a:lnTo>
                    <a:pt x="82839" y="218400"/>
                  </a:lnTo>
                  <a:lnTo>
                    <a:pt x="83253" y="217311"/>
                  </a:lnTo>
                  <a:lnTo>
                    <a:pt x="83431" y="216797"/>
                  </a:lnTo>
                  <a:lnTo>
                    <a:pt x="86005" y="210112"/>
                  </a:lnTo>
                  <a:lnTo>
                    <a:pt x="86212" y="209598"/>
                  </a:lnTo>
                  <a:lnTo>
                    <a:pt x="86301" y="209326"/>
                  </a:lnTo>
                  <a:lnTo>
                    <a:pt x="86508" y="208811"/>
                  </a:lnTo>
                  <a:lnTo>
                    <a:pt x="94466" y="211897"/>
                  </a:lnTo>
                  <a:lnTo>
                    <a:pt x="95354" y="211957"/>
                  </a:lnTo>
                  <a:lnTo>
                    <a:pt x="95709" y="211867"/>
                  </a:lnTo>
                  <a:lnTo>
                    <a:pt x="96508" y="211473"/>
                  </a:lnTo>
                  <a:lnTo>
                    <a:pt x="98105" y="210505"/>
                  </a:lnTo>
                  <a:lnTo>
                    <a:pt x="103727" y="202822"/>
                  </a:lnTo>
                  <a:lnTo>
                    <a:pt x="112928" y="189996"/>
                  </a:lnTo>
                  <a:lnTo>
                    <a:pt x="114466" y="185943"/>
                  </a:lnTo>
                  <a:lnTo>
                    <a:pt x="116892" y="180952"/>
                  </a:lnTo>
                  <a:lnTo>
                    <a:pt x="119762" y="176233"/>
                  </a:lnTo>
                  <a:lnTo>
                    <a:pt x="124081" y="170697"/>
                  </a:lnTo>
                  <a:lnTo>
                    <a:pt x="129111" y="164587"/>
                  </a:lnTo>
                  <a:lnTo>
                    <a:pt x="132395" y="162167"/>
                  </a:lnTo>
                  <a:lnTo>
                    <a:pt x="150531" y="151519"/>
                  </a:lnTo>
                  <a:lnTo>
                    <a:pt x="150768" y="150460"/>
                  </a:lnTo>
                  <a:lnTo>
                    <a:pt x="150176" y="147163"/>
                  </a:lnTo>
                  <a:lnTo>
                    <a:pt x="148726" y="142384"/>
                  </a:lnTo>
                  <a:lnTo>
                    <a:pt x="147306" y="137513"/>
                  </a:lnTo>
                  <a:lnTo>
                    <a:pt x="145827" y="131131"/>
                  </a:lnTo>
                  <a:lnTo>
                    <a:pt x="147188" y="132613"/>
                  </a:lnTo>
                  <a:lnTo>
                    <a:pt x="149259" y="134730"/>
                  </a:lnTo>
                  <a:lnTo>
                    <a:pt x="151211" y="136182"/>
                  </a:lnTo>
                  <a:lnTo>
                    <a:pt x="153371" y="136787"/>
                  </a:lnTo>
                  <a:lnTo>
                    <a:pt x="156270" y="138239"/>
                  </a:lnTo>
                  <a:lnTo>
                    <a:pt x="159407" y="138875"/>
                  </a:lnTo>
                  <a:lnTo>
                    <a:pt x="162454" y="138875"/>
                  </a:lnTo>
                  <a:lnTo>
                    <a:pt x="164939" y="139117"/>
                  </a:lnTo>
                  <a:lnTo>
                    <a:pt x="166152" y="139540"/>
                  </a:lnTo>
                  <a:lnTo>
                    <a:pt x="167572" y="140629"/>
                  </a:lnTo>
                  <a:lnTo>
                    <a:pt x="168756" y="142777"/>
                  </a:lnTo>
                  <a:lnTo>
                    <a:pt x="170708" y="144925"/>
                  </a:lnTo>
                  <a:lnTo>
                    <a:pt x="172247" y="146709"/>
                  </a:lnTo>
                  <a:lnTo>
                    <a:pt x="173489" y="148827"/>
                  </a:lnTo>
                  <a:lnTo>
                    <a:pt x="177335" y="151398"/>
                  </a:lnTo>
                  <a:lnTo>
                    <a:pt x="179051" y="152820"/>
                  </a:lnTo>
                  <a:lnTo>
                    <a:pt x="180324" y="153909"/>
                  </a:lnTo>
                  <a:lnTo>
                    <a:pt x="181418" y="155421"/>
                  </a:lnTo>
                  <a:lnTo>
                    <a:pt x="181684" y="155663"/>
                  </a:lnTo>
                  <a:lnTo>
                    <a:pt x="184318" y="157992"/>
                  </a:lnTo>
                  <a:lnTo>
                    <a:pt x="185915" y="160442"/>
                  </a:lnTo>
                  <a:lnTo>
                    <a:pt x="187335" y="161199"/>
                  </a:lnTo>
                  <a:lnTo>
                    <a:pt x="190708" y="163558"/>
                  </a:lnTo>
                  <a:lnTo>
                    <a:pt x="192187" y="164314"/>
                  </a:lnTo>
                  <a:lnTo>
                    <a:pt x="192542" y="164556"/>
                  </a:lnTo>
                  <a:lnTo>
                    <a:pt x="193667" y="165282"/>
                  </a:lnTo>
                  <a:lnTo>
                    <a:pt x="195649" y="166795"/>
                  </a:lnTo>
                  <a:lnTo>
                    <a:pt x="196507" y="166976"/>
                  </a:lnTo>
                  <a:lnTo>
                    <a:pt x="199081" y="167128"/>
                  </a:lnTo>
                  <a:lnTo>
                    <a:pt x="199880" y="167309"/>
                  </a:lnTo>
                  <a:lnTo>
                    <a:pt x="201152" y="168096"/>
                  </a:lnTo>
                  <a:lnTo>
                    <a:pt x="203430" y="169457"/>
                  </a:lnTo>
                  <a:lnTo>
                    <a:pt x="204939" y="169911"/>
                  </a:lnTo>
                  <a:lnTo>
                    <a:pt x="205412" y="170092"/>
                  </a:lnTo>
                  <a:lnTo>
                    <a:pt x="204880" y="170576"/>
                  </a:lnTo>
                  <a:lnTo>
                    <a:pt x="204406" y="171000"/>
                  </a:lnTo>
                  <a:lnTo>
                    <a:pt x="204199" y="171393"/>
                  </a:lnTo>
                  <a:lnTo>
                    <a:pt x="204377" y="171907"/>
                  </a:lnTo>
                  <a:lnTo>
                    <a:pt x="204258" y="173692"/>
                  </a:lnTo>
                  <a:lnTo>
                    <a:pt x="203548" y="175204"/>
                  </a:lnTo>
                  <a:lnTo>
                    <a:pt x="201211" y="179227"/>
                  </a:lnTo>
                  <a:lnTo>
                    <a:pt x="200383" y="181163"/>
                  </a:lnTo>
                  <a:lnTo>
                    <a:pt x="199968" y="183493"/>
                  </a:lnTo>
                  <a:lnTo>
                    <a:pt x="200826" y="184945"/>
                  </a:lnTo>
                  <a:lnTo>
                    <a:pt x="202690" y="187395"/>
                  </a:lnTo>
                  <a:lnTo>
                    <a:pt x="204732" y="189603"/>
                  </a:lnTo>
                  <a:lnTo>
                    <a:pt x="205353" y="190692"/>
                  </a:lnTo>
                  <a:lnTo>
                    <a:pt x="206270" y="191902"/>
                  </a:lnTo>
                  <a:lnTo>
                    <a:pt x="212631" y="196923"/>
                  </a:lnTo>
                  <a:lnTo>
                    <a:pt x="213519" y="197680"/>
                  </a:lnTo>
                  <a:lnTo>
                    <a:pt x="215146" y="200946"/>
                  </a:lnTo>
                  <a:lnTo>
                    <a:pt x="217631" y="205726"/>
                  </a:lnTo>
                  <a:lnTo>
                    <a:pt x="217631" y="206391"/>
                  </a:lnTo>
                  <a:lnTo>
                    <a:pt x="217039" y="207843"/>
                  </a:lnTo>
                  <a:lnTo>
                    <a:pt x="217158" y="209174"/>
                  </a:lnTo>
                  <a:lnTo>
                    <a:pt x="218223" y="210808"/>
                  </a:lnTo>
                  <a:lnTo>
                    <a:pt x="221359" y="212986"/>
                  </a:lnTo>
                  <a:lnTo>
                    <a:pt x="220116" y="216313"/>
                  </a:lnTo>
                  <a:lnTo>
                    <a:pt x="217956" y="221667"/>
                  </a:lnTo>
                  <a:lnTo>
                    <a:pt x="217661" y="222424"/>
                  </a:lnTo>
                  <a:lnTo>
                    <a:pt x="216684" y="224783"/>
                  </a:lnTo>
                  <a:lnTo>
                    <a:pt x="217246" y="224965"/>
                  </a:lnTo>
                  <a:lnTo>
                    <a:pt x="219820" y="225993"/>
                  </a:lnTo>
                  <a:lnTo>
                    <a:pt x="220234" y="226175"/>
                  </a:lnTo>
                  <a:lnTo>
                    <a:pt x="220382" y="226235"/>
                  </a:lnTo>
                  <a:lnTo>
                    <a:pt x="220649" y="226205"/>
                  </a:lnTo>
                  <a:lnTo>
                    <a:pt x="221655" y="223573"/>
                  </a:lnTo>
                  <a:lnTo>
                    <a:pt x="221773" y="223150"/>
                  </a:lnTo>
                  <a:lnTo>
                    <a:pt x="222098" y="222756"/>
                  </a:lnTo>
                  <a:lnTo>
                    <a:pt x="222424" y="222363"/>
                  </a:lnTo>
                  <a:lnTo>
                    <a:pt x="223785" y="220669"/>
                  </a:lnTo>
                  <a:lnTo>
                    <a:pt x="224229" y="220185"/>
                  </a:lnTo>
                  <a:lnTo>
                    <a:pt x="226181" y="217826"/>
                  </a:lnTo>
                  <a:lnTo>
                    <a:pt x="228134" y="215829"/>
                  </a:lnTo>
                  <a:lnTo>
                    <a:pt x="228311" y="215980"/>
                  </a:lnTo>
                  <a:lnTo>
                    <a:pt x="228696" y="216313"/>
                  </a:lnTo>
                  <a:lnTo>
                    <a:pt x="229524" y="217009"/>
                  </a:lnTo>
                  <a:lnTo>
                    <a:pt x="229820" y="217251"/>
                  </a:lnTo>
                  <a:lnTo>
                    <a:pt x="230086" y="217463"/>
                  </a:lnTo>
                  <a:lnTo>
                    <a:pt x="230234" y="217584"/>
                  </a:lnTo>
                  <a:lnTo>
                    <a:pt x="230471" y="217765"/>
                  </a:lnTo>
                  <a:lnTo>
                    <a:pt x="230708" y="217886"/>
                  </a:lnTo>
                  <a:lnTo>
                    <a:pt x="231092" y="217977"/>
                  </a:lnTo>
                  <a:lnTo>
                    <a:pt x="231507" y="218068"/>
                  </a:lnTo>
                  <a:lnTo>
                    <a:pt x="231743" y="218098"/>
                  </a:lnTo>
                  <a:lnTo>
                    <a:pt x="232157" y="218128"/>
                  </a:lnTo>
                  <a:lnTo>
                    <a:pt x="232365" y="218249"/>
                  </a:lnTo>
                  <a:lnTo>
                    <a:pt x="232956" y="218763"/>
                  </a:lnTo>
                  <a:lnTo>
                    <a:pt x="232956" y="218945"/>
                  </a:lnTo>
                  <a:lnTo>
                    <a:pt x="232927" y="219822"/>
                  </a:lnTo>
                  <a:lnTo>
                    <a:pt x="232808" y="220246"/>
                  </a:lnTo>
                  <a:lnTo>
                    <a:pt x="232779" y="220397"/>
                  </a:lnTo>
                  <a:lnTo>
                    <a:pt x="232838" y="220730"/>
                  </a:lnTo>
                  <a:lnTo>
                    <a:pt x="232927" y="220941"/>
                  </a:lnTo>
                  <a:lnTo>
                    <a:pt x="233518" y="221637"/>
                  </a:lnTo>
                  <a:lnTo>
                    <a:pt x="234081" y="221970"/>
                  </a:lnTo>
                  <a:lnTo>
                    <a:pt x="234228" y="221970"/>
                  </a:lnTo>
                  <a:lnTo>
                    <a:pt x="234376" y="221970"/>
                  </a:lnTo>
                  <a:lnTo>
                    <a:pt x="234643" y="222121"/>
                  </a:lnTo>
                  <a:lnTo>
                    <a:pt x="234968" y="222272"/>
                  </a:lnTo>
                  <a:lnTo>
                    <a:pt x="235086" y="222424"/>
                  </a:lnTo>
                  <a:lnTo>
                    <a:pt x="235205" y="222756"/>
                  </a:lnTo>
                  <a:lnTo>
                    <a:pt x="235323" y="223180"/>
                  </a:lnTo>
                  <a:lnTo>
                    <a:pt x="235412" y="223392"/>
                  </a:lnTo>
                  <a:lnTo>
                    <a:pt x="235649" y="223573"/>
                  </a:lnTo>
                  <a:lnTo>
                    <a:pt x="236240" y="224299"/>
                  </a:lnTo>
                  <a:lnTo>
                    <a:pt x="236536" y="224450"/>
                  </a:lnTo>
                  <a:lnTo>
                    <a:pt x="237069" y="224541"/>
                  </a:lnTo>
                  <a:lnTo>
                    <a:pt x="237246" y="224602"/>
                  </a:lnTo>
                  <a:lnTo>
                    <a:pt x="237394" y="224602"/>
                  </a:lnTo>
                  <a:lnTo>
                    <a:pt x="237808" y="224723"/>
                  </a:lnTo>
                  <a:lnTo>
                    <a:pt x="238045" y="224813"/>
                  </a:lnTo>
                  <a:lnTo>
                    <a:pt x="238430" y="225176"/>
                  </a:lnTo>
                  <a:lnTo>
                    <a:pt x="239554" y="222545"/>
                  </a:lnTo>
                  <a:lnTo>
                    <a:pt x="240382" y="220306"/>
                  </a:lnTo>
                  <a:lnTo>
                    <a:pt x="240649" y="218975"/>
                  </a:lnTo>
                  <a:lnTo>
                    <a:pt x="241773" y="217735"/>
                  </a:lnTo>
                  <a:lnTo>
                    <a:pt x="242572" y="216888"/>
                  </a:lnTo>
                  <a:lnTo>
                    <a:pt x="243844" y="215527"/>
                  </a:lnTo>
                  <a:lnTo>
                    <a:pt x="245441" y="214256"/>
                  </a:lnTo>
                  <a:lnTo>
                    <a:pt x="246359" y="213530"/>
                  </a:lnTo>
                  <a:lnTo>
                    <a:pt x="247394" y="212230"/>
                  </a:lnTo>
                  <a:lnTo>
                    <a:pt x="248607" y="209568"/>
                  </a:lnTo>
                  <a:lnTo>
                    <a:pt x="249998" y="208418"/>
                  </a:lnTo>
                  <a:lnTo>
                    <a:pt x="251743" y="207753"/>
                  </a:lnTo>
                  <a:lnTo>
                    <a:pt x="252483" y="207964"/>
                  </a:lnTo>
                  <a:lnTo>
                    <a:pt x="253311" y="209114"/>
                  </a:lnTo>
                  <a:lnTo>
                    <a:pt x="254228" y="210142"/>
                  </a:lnTo>
                  <a:lnTo>
                    <a:pt x="255323" y="211231"/>
                  </a:lnTo>
                  <a:lnTo>
                    <a:pt x="256270" y="212139"/>
                  </a:lnTo>
                  <a:lnTo>
                    <a:pt x="256447" y="212199"/>
                  </a:lnTo>
                  <a:lnTo>
                    <a:pt x="257009" y="212381"/>
                  </a:lnTo>
                  <a:lnTo>
                    <a:pt x="257571" y="212532"/>
                  </a:lnTo>
                  <a:lnTo>
                    <a:pt x="258725" y="212502"/>
                  </a:lnTo>
                  <a:lnTo>
                    <a:pt x="259435" y="213016"/>
                  </a:lnTo>
                  <a:lnTo>
                    <a:pt x="260145" y="213954"/>
                  </a:lnTo>
                  <a:lnTo>
                    <a:pt x="261684" y="217221"/>
                  </a:lnTo>
                  <a:lnTo>
                    <a:pt x="262571" y="219217"/>
                  </a:lnTo>
                  <a:lnTo>
                    <a:pt x="262986" y="220851"/>
                  </a:lnTo>
                  <a:lnTo>
                    <a:pt x="263281" y="222363"/>
                  </a:lnTo>
                  <a:lnTo>
                    <a:pt x="263607" y="223422"/>
                  </a:lnTo>
                  <a:lnTo>
                    <a:pt x="265205" y="224965"/>
                  </a:lnTo>
                  <a:lnTo>
                    <a:pt x="266625" y="226205"/>
                  </a:lnTo>
                  <a:lnTo>
                    <a:pt x="267690" y="227203"/>
                  </a:lnTo>
                  <a:lnTo>
                    <a:pt x="269228" y="227142"/>
                  </a:lnTo>
                  <a:lnTo>
                    <a:pt x="273932" y="224360"/>
                  </a:lnTo>
                  <a:lnTo>
                    <a:pt x="278133" y="221909"/>
                  </a:lnTo>
                  <a:lnTo>
                    <a:pt x="286861" y="217523"/>
                  </a:lnTo>
                  <a:lnTo>
                    <a:pt x="287778" y="216283"/>
                  </a:lnTo>
                  <a:lnTo>
                    <a:pt x="286980" y="212290"/>
                  </a:lnTo>
                  <a:lnTo>
                    <a:pt x="285411" y="208055"/>
                  </a:lnTo>
                  <a:lnTo>
                    <a:pt x="285471" y="207783"/>
                  </a:lnTo>
                  <a:lnTo>
                    <a:pt x="286003" y="205665"/>
                  </a:lnTo>
                  <a:lnTo>
                    <a:pt x="285914" y="205242"/>
                  </a:lnTo>
                  <a:lnTo>
                    <a:pt x="285619" y="203760"/>
                  </a:lnTo>
                  <a:lnTo>
                    <a:pt x="283548" y="201733"/>
                  </a:lnTo>
                  <a:lnTo>
                    <a:pt x="283577" y="200977"/>
                  </a:lnTo>
                  <a:lnTo>
                    <a:pt x="283607" y="199616"/>
                  </a:lnTo>
                  <a:lnTo>
                    <a:pt x="285648" y="198073"/>
                  </a:lnTo>
                  <a:lnTo>
                    <a:pt x="286832" y="196742"/>
                  </a:lnTo>
                  <a:lnTo>
                    <a:pt x="287187" y="194806"/>
                  </a:lnTo>
                  <a:lnTo>
                    <a:pt x="287305" y="193777"/>
                  </a:lnTo>
                  <a:lnTo>
                    <a:pt x="287364" y="193203"/>
                  </a:lnTo>
                  <a:lnTo>
                    <a:pt x="287246" y="192174"/>
                  </a:lnTo>
                  <a:lnTo>
                    <a:pt x="286713" y="191751"/>
                  </a:lnTo>
                  <a:lnTo>
                    <a:pt x="285885" y="191297"/>
                  </a:lnTo>
                  <a:lnTo>
                    <a:pt x="285382" y="190722"/>
                  </a:lnTo>
                  <a:lnTo>
                    <a:pt x="285293" y="189966"/>
                  </a:lnTo>
                  <a:lnTo>
                    <a:pt x="285116" y="188453"/>
                  </a:lnTo>
                  <a:lnTo>
                    <a:pt x="285116" y="185822"/>
                  </a:lnTo>
                  <a:lnTo>
                    <a:pt x="283015" y="182464"/>
                  </a:lnTo>
                  <a:lnTo>
                    <a:pt x="282127" y="180649"/>
                  </a:lnTo>
                  <a:lnTo>
                    <a:pt x="282009" y="179984"/>
                  </a:lnTo>
                  <a:lnTo>
                    <a:pt x="282690" y="179560"/>
                  </a:lnTo>
                  <a:lnTo>
                    <a:pt x="283045" y="179318"/>
                  </a:lnTo>
                  <a:lnTo>
                    <a:pt x="284494" y="178290"/>
                  </a:lnTo>
                  <a:lnTo>
                    <a:pt x="283991" y="176898"/>
                  </a:lnTo>
                  <a:lnTo>
                    <a:pt x="282364" y="173601"/>
                  </a:lnTo>
                  <a:lnTo>
                    <a:pt x="282039" y="172996"/>
                  </a:lnTo>
                  <a:lnTo>
                    <a:pt x="281417" y="171574"/>
                  </a:lnTo>
                  <a:lnTo>
                    <a:pt x="281151" y="171030"/>
                  </a:lnTo>
                  <a:lnTo>
                    <a:pt x="280855" y="170485"/>
                  </a:lnTo>
                  <a:lnTo>
                    <a:pt x="280471" y="170364"/>
                  </a:lnTo>
                  <a:lnTo>
                    <a:pt x="280204" y="170395"/>
                  </a:lnTo>
                  <a:lnTo>
                    <a:pt x="280056" y="170334"/>
                  </a:lnTo>
                  <a:lnTo>
                    <a:pt x="280264" y="169971"/>
                  </a:lnTo>
                  <a:lnTo>
                    <a:pt x="281151" y="168640"/>
                  </a:lnTo>
                  <a:lnTo>
                    <a:pt x="281772" y="167642"/>
                  </a:lnTo>
                  <a:lnTo>
                    <a:pt x="282778" y="166855"/>
                  </a:lnTo>
                  <a:lnTo>
                    <a:pt x="283903" y="166734"/>
                  </a:lnTo>
                  <a:lnTo>
                    <a:pt x="284761" y="165706"/>
                  </a:lnTo>
                  <a:lnTo>
                    <a:pt x="285293" y="165252"/>
                  </a:lnTo>
                  <a:lnTo>
                    <a:pt x="285530" y="164980"/>
                  </a:lnTo>
                  <a:lnTo>
                    <a:pt x="285766" y="164738"/>
                  </a:lnTo>
                  <a:lnTo>
                    <a:pt x="285885" y="164405"/>
                  </a:lnTo>
                  <a:lnTo>
                    <a:pt x="286033" y="164133"/>
                  </a:lnTo>
                  <a:lnTo>
                    <a:pt x="286151" y="163861"/>
                  </a:lnTo>
                  <a:lnTo>
                    <a:pt x="286299" y="163558"/>
                  </a:lnTo>
                  <a:lnTo>
                    <a:pt x="286506" y="163316"/>
                  </a:lnTo>
                  <a:lnTo>
                    <a:pt x="286772" y="163074"/>
                  </a:lnTo>
                  <a:lnTo>
                    <a:pt x="287039" y="162862"/>
                  </a:lnTo>
                  <a:lnTo>
                    <a:pt x="287275" y="162681"/>
                  </a:lnTo>
                  <a:lnTo>
                    <a:pt x="287542" y="162530"/>
                  </a:lnTo>
                  <a:lnTo>
                    <a:pt x="287808" y="162348"/>
                  </a:lnTo>
                  <a:lnTo>
                    <a:pt x="288074" y="162167"/>
                  </a:lnTo>
                  <a:lnTo>
                    <a:pt x="288340" y="162015"/>
                  </a:lnTo>
                  <a:lnTo>
                    <a:pt x="288666" y="161864"/>
                  </a:lnTo>
                  <a:lnTo>
                    <a:pt x="288962" y="161683"/>
                  </a:lnTo>
                  <a:lnTo>
                    <a:pt x="289258" y="161531"/>
                  </a:lnTo>
                  <a:lnTo>
                    <a:pt x="289524" y="161350"/>
                  </a:lnTo>
                  <a:lnTo>
                    <a:pt x="289790" y="161138"/>
                  </a:lnTo>
                  <a:lnTo>
                    <a:pt x="290056" y="160957"/>
                  </a:lnTo>
                  <a:lnTo>
                    <a:pt x="290323" y="160805"/>
                  </a:lnTo>
                  <a:lnTo>
                    <a:pt x="290589" y="160654"/>
                  </a:lnTo>
                  <a:lnTo>
                    <a:pt x="290855" y="160503"/>
                  </a:lnTo>
                  <a:lnTo>
                    <a:pt x="291151" y="160321"/>
                  </a:lnTo>
                  <a:lnTo>
                    <a:pt x="291447" y="160110"/>
                  </a:lnTo>
                  <a:lnTo>
                    <a:pt x="291684" y="159868"/>
                  </a:lnTo>
                  <a:lnTo>
                    <a:pt x="291950" y="159717"/>
                  </a:lnTo>
                  <a:lnTo>
                    <a:pt x="292216" y="159565"/>
                  </a:lnTo>
                  <a:lnTo>
                    <a:pt x="292512" y="159323"/>
                  </a:lnTo>
                  <a:lnTo>
                    <a:pt x="292926" y="159142"/>
                  </a:lnTo>
                  <a:lnTo>
                    <a:pt x="293281" y="158991"/>
                  </a:lnTo>
                  <a:lnTo>
                    <a:pt x="293548" y="158870"/>
                  </a:lnTo>
                  <a:lnTo>
                    <a:pt x="293814" y="158749"/>
                  </a:lnTo>
                  <a:lnTo>
                    <a:pt x="294110" y="158628"/>
                  </a:lnTo>
                  <a:lnTo>
                    <a:pt x="294376" y="158507"/>
                  </a:lnTo>
                  <a:lnTo>
                    <a:pt x="294672" y="158416"/>
                  </a:lnTo>
                  <a:lnTo>
                    <a:pt x="294938" y="158386"/>
                  </a:lnTo>
                  <a:lnTo>
                    <a:pt x="295234" y="158355"/>
                  </a:lnTo>
                  <a:lnTo>
                    <a:pt x="295559" y="158295"/>
                  </a:lnTo>
                  <a:lnTo>
                    <a:pt x="295885" y="158234"/>
                  </a:lnTo>
                  <a:lnTo>
                    <a:pt x="296210" y="158174"/>
                  </a:lnTo>
                  <a:lnTo>
                    <a:pt x="296536" y="158083"/>
                  </a:lnTo>
                  <a:lnTo>
                    <a:pt x="296861" y="157992"/>
                  </a:lnTo>
                  <a:lnTo>
                    <a:pt x="297216" y="157932"/>
                  </a:lnTo>
                  <a:lnTo>
                    <a:pt x="297512" y="157902"/>
                  </a:lnTo>
                  <a:lnTo>
                    <a:pt x="297808" y="157811"/>
                  </a:lnTo>
                  <a:lnTo>
                    <a:pt x="298222" y="157720"/>
                  </a:lnTo>
                  <a:lnTo>
                    <a:pt x="298547" y="157599"/>
                  </a:lnTo>
                  <a:lnTo>
                    <a:pt x="298843" y="157448"/>
                  </a:lnTo>
                  <a:lnTo>
                    <a:pt x="299110" y="157297"/>
                  </a:lnTo>
                  <a:lnTo>
                    <a:pt x="299435" y="157145"/>
                  </a:lnTo>
                  <a:lnTo>
                    <a:pt x="299820" y="156964"/>
                  </a:lnTo>
                  <a:lnTo>
                    <a:pt x="300056" y="156782"/>
                  </a:lnTo>
                  <a:lnTo>
                    <a:pt x="300323" y="156631"/>
                  </a:lnTo>
                  <a:lnTo>
                    <a:pt x="300559" y="156480"/>
                  </a:lnTo>
                  <a:lnTo>
                    <a:pt x="300855" y="156298"/>
                  </a:lnTo>
                  <a:lnTo>
                    <a:pt x="301151" y="156117"/>
                  </a:lnTo>
                  <a:lnTo>
                    <a:pt x="301447" y="155875"/>
                  </a:lnTo>
                  <a:lnTo>
                    <a:pt x="301743" y="155663"/>
                  </a:lnTo>
                  <a:lnTo>
                    <a:pt x="302039" y="155451"/>
                  </a:lnTo>
                  <a:lnTo>
                    <a:pt x="302305" y="155361"/>
                  </a:lnTo>
                  <a:lnTo>
                    <a:pt x="302689" y="155209"/>
                  </a:lnTo>
                  <a:lnTo>
                    <a:pt x="303074" y="155119"/>
                  </a:lnTo>
                  <a:lnTo>
                    <a:pt x="303429" y="155058"/>
                  </a:lnTo>
                  <a:lnTo>
                    <a:pt x="303755" y="155028"/>
                  </a:lnTo>
                  <a:lnTo>
                    <a:pt x="304080" y="155028"/>
                  </a:lnTo>
                  <a:lnTo>
                    <a:pt x="304376" y="155028"/>
                  </a:lnTo>
                  <a:lnTo>
                    <a:pt x="304701" y="154998"/>
                  </a:lnTo>
                  <a:lnTo>
                    <a:pt x="305027" y="154998"/>
                  </a:lnTo>
                  <a:lnTo>
                    <a:pt x="305352" y="154998"/>
                  </a:lnTo>
                  <a:lnTo>
                    <a:pt x="305678" y="154998"/>
                  </a:lnTo>
                  <a:lnTo>
                    <a:pt x="305973" y="155058"/>
                  </a:lnTo>
                  <a:lnTo>
                    <a:pt x="306269" y="155058"/>
                  </a:lnTo>
                  <a:lnTo>
                    <a:pt x="306565" y="155058"/>
                  </a:lnTo>
                  <a:lnTo>
                    <a:pt x="306831" y="155149"/>
                  </a:lnTo>
                  <a:lnTo>
                    <a:pt x="307127" y="155179"/>
                  </a:lnTo>
                  <a:lnTo>
                    <a:pt x="307423" y="155209"/>
                  </a:lnTo>
                  <a:lnTo>
                    <a:pt x="307719" y="155240"/>
                  </a:lnTo>
                  <a:lnTo>
                    <a:pt x="308074" y="155270"/>
                  </a:lnTo>
                  <a:lnTo>
                    <a:pt x="308370" y="155300"/>
                  </a:lnTo>
                  <a:lnTo>
                    <a:pt x="308695" y="155300"/>
                  </a:lnTo>
                  <a:lnTo>
                    <a:pt x="309021" y="155330"/>
                  </a:lnTo>
                  <a:lnTo>
                    <a:pt x="309317" y="155361"/>
                  </a:lnTo>
                  <a:lnTo>
                    <a:pt x="309612" y="155361"/>
                  </a:lnTo>
                  <a:lnTo>
                    <a:pt x="309879" y="155361"/>
                  </a:lnTo>
                  <a:lnTo>
                    <a:pt x="310175" y="155391"/>
                  </a:lnTo>
                  <a:lnTo>
                    <a:pt x="310678" y="155421"/>
                  </a:lnTo>
                  <a:lnTo>
                    <a:pt x="311003" y="155391"/>
                  </a:lnTo>
                  <a:lnTo>
                    <a:pt x="311358" y="155361"/>
                  </a:lnTo>
                  <a:lnTo>
                    <a:pt x="311654" y="155270"/>
                  </a:lnTo>
                  <a:lnTo>
                    <a:pt x="312009" y="155330"/>
                  </a:lnTo>
                  <a:lnTo>
                    <a:pt x="312275" y="155361"/>
                  </a:lnTo>
                  <a:lnTo>
                    <a:pt x="312601" y="155391"/>
                  </a:lnTo>
                  <a:lnTo>
                    <a:pt x="312926" y="155421"/>
                  </a:lnTo>
                  <a:lnTo>
                    <a:pt x="313281" y="155482"/>
                  </a:lnTo>
                  <a:lnTo>
                    <a:pt x="313607" y="155542"/>
                  </a:lnTo>
                  <a:lnTo>
                    <a:pt x="313932" y="155603"/>
                  </a:lnTo>
                  <a:lnTo>
                    <a:pt x="314287" y="155663"/>
                  </a:lnTo>
                  <a:lnTo>
                    <a:pt x="314612" y="155633"/>
                  </a:lnTo>
                  <a:lnTo>
                    <a:pt x="314908" y="155572"/>
                  </a:lnTo>
                  <a:lnTo>
                    <a:pt x="315234" y="155542"/>
                  </a:lnTo>
                  <a:lnTo>
                    <a:pt x="315559" y="155572"/>
                  </a:lnTo>
                  <a:lnTo>
                    <a:pt x="315914" y="155542"/>
                  </a:lnTo>
                  <a:lnTo>
                    <a:pt x="316299" y="155482"/>
                  </a:lnTo>
                  <a:lnTo>
                    <a:pt x="316683" y="155451"/>
                  </a:lnTo>
                  <a:lnTo>
                    <a:pt x="317038" y="155421"/>
                  </a:lnTo>
                  <a:lnTo>
                    <a:pt x="317423" y="155391"/>
                  </a:lnTo>
                  <a:lnTo>
                    <a:pt x="317837" y="155391"/>
                  </a:lnTo>
                  <a:lnTo>
                    <a:pt x="318251" y="155330"/>
                  </a:lnTo>
                  <a:lnTo>
                    <a:pt x="318636" y="155270"/>
                  </a:lnTo>
                  <a:lnTo>
                    <a:pt x="319021" y="155270"/>
                  </a:lnTo>
                  <a:lnTo>
                    <a:pt x="319405" y="155240"/>
                  </a:lnTo>
                  <a:lnTo>
                    <a:pt x="319760" y="155240"/>
                  </a:lnTo>
                  <a:lnTo>
                    <a:pt x="320115" y="155209"/>
                  </a:lnTo>
                  <a:lnTo>
                    <a:pt x="320470" y="155179"/>
                  </a:lnTo>
                  <a:lnTo>
                    <a:pt x="320825" y="155149"/>
                  </a:lnTo>
                  <a:lnTo>
                    <a:pt x="321121" y="155088"/>
                  </a:lnTo>
                  <a:lnTo>
                    <a:pt x="321417" y="155058"/>
                  </a:lnTo>
                  <a:lnTo>
                    <a:pt x="321713" y="154967"/>
                  </a:lnTo>
                  <a:lnTo>
                    <a:pt x="322068" y="154877"/>
                  </a:lnTo>
                  <a:lnTo>
                    <a:pt x="322453" y="154816"/>
                  </a:lnTo>
                  <a:lnTo>
                    <a:pt x="322808" y="154695"/>
                  </a:lnTo>
                  <a:lnTo>
                    <a:pt x="323163" y="154604"/>
                  </a:lnTo>
                  <a:lnTo>
                    <a:pt x="323488" y="154423"/>
                  </a:lnTo>
                  <a:lnTo>
                    <a:pt x="323873" y="154302"/>
                  </a:lnTo>
                  <a:lnTo>
                    <a:pt x="324228" y="154181"/>
                  </a:lnTo>
                  <a:lnTo>
                    <a:pt x="324583" y="154030"/>
                  </a:lnTo>
                  <a:lnTo>
                    <a:pt x="324938" y="153909"/>
                  </a:lnTo>
                  <a:lnTo>
                    <a:pt x="325322" y="153788"/>
                  </a:lnTo>
                  <a:lnTo>
                    <a:pt x="325648" y="153697"/>
                  </a:lnTo>
                  <a:lnTo>
                    <a:pt x="325944" y="153576"/>
                  </a:lnTo>
                  <a:lnTo>
                    <a:pt x="326269" y="153485"/>
                  </a:lnTo>
                  <a:lnTo>
                    <a:pt x="326595" y="153334"/>
                  </a:lnTo>
                  <a:lnTo>
                    <a:pt x="326890" y="153213"/>
                  </a:lnTo>
                  <a:lnTo>
                    <a:pt x="327216" y="153062"/>
                  </a:lnTo>
                  <a:lnTo>
                    <a:pt x="327541" y="152971"/>
                  </a:lnTo>
                  <a:lnTo>
                    <a:pt x="327837" y="152880"/>
                  </a:lnTo>
                  <a:lnTo>
                    <a:pt x="328103" y="152789"/>
                  </a:lnTo>
                  <a:lnTo>
                    <a:pt x="328340" y="152759"/>
                  </a:lnTo>
                  <a:lnTo>
                    <a:pt x="328666" y="152638"/>
                  </a:lnTo>
                  <a:lnTo>
                    <a:pt x="328961" y="152517"/>
                  </a:lnTo>
                  <a:lnTo>
                    <a:pt x="329287" y="152517"/>
                  </a:lnTo>
                  <a:lnTo>
                    <a:pt x="329612" y="152517"/>
                  </a:lnTo>
                  <a:lnTo>
                    <a:pt x="329908" y="152457"/>
                  </a:lnTo>
                  <a:lnTo>
                    <a:pt x="330174" y="152336"/>
                  </a:lnTo>
                  <a:lnTo>
                    <a:pt x="330441" y="152215"/>
                  </a:lnTo>
                  <a:lnTo>
                    <a:pt x="330737" y="152063"/>
                  </a:lnTo>
                  <a:lnTo>
                    <a:pt x="331003" y="151942"/>
                  </a:lnTo>
                  <a:lnTo>
                    <a:pt x="331299" y="151821"/>
                  </a:lnTo>
                  <a:lnTo>
                    <a:pt x="331595" y="151640"/>
                  </a:lnTo>
                  <a:lnTo>
                    <a:pt x="331861" y="151428"/>
                  </a:lnTo>
                  <a:lnTo>
                    <a:pt x="332157" y="151216"/>
                  </a:lnTo>
                  <a:lnTo>
                    <a:pt x="332423" y="150974"/>
                  </a:lnTo>
                  <a:lnTo>
                    <a:pt x="332689" y="150702"/>
                  </a:lnTo>
                  <a:lnTo>
                    <a:pt x="332926" y="150430"/>
                  </a:lnTo>
                  <a:lnTo>
                    <a:pt x="333222" y="150218"/>
                  </a:lnTo>
                  <a:lnTo>
                    <a:pt x="333547" y="150037"/>
                  </a:lnTo>
                  <a:lnTo>
                    <a:pt x="333843" y="149885"/>
                  </a:lnTo>
                  <a:lnTo>
                    <a:pt x="334139" y="149704"/>
                  </a:lnTo>
                  <a:lnTo>
                    <a:pt x="334435" y="149492"/>
                  </a:lnTo>
                  <a:lnTo>
                    <a:pt x="334731" y="149341"/>
                  </a:lnTo>
                  <a:lnTo>
                    <a:pt x="334997" y="149129"/>
                  </a:lnTo>
                  <a:lnTo>
                    <a:pt x="335293" y="148887"/>
                  </a:lnTo>
                  <a:lnTo>
                    <a:pt x="335559" y="148615"/>
                  </a:lnTo>
                  <a:lnTo>
                    <a:pt x="335855" y="148343"/>
                  </a:lnTo>
                  <a:lnTo>
                    <a:pt x="336121" y="148070"/>
                  </a:lnTo>
                  <a:lnTo>
                    <a:pt x="336447" y="147828"/>
                  </a:lnTo>
                  <a:lnTo>
                    <a:pt x="336802" y="147586"/>
                  </a:lnTo>
                  <a:lnTo>
                    <a:pt x="337127" y="147314"/>
                  </a:lnTo>
                  <a:lnTo>
                    <a:pt x="337423" y="147042"/>
                  </a:lnTo>
                  <a:lnTo>
                    <a:pt x="337748" y="146739"/>
                  </a:lnTo>
                  <a:lnTo>
                    <a:pt x="338074" y="146437"/>
                  </a:lnTo>
                  <a:lnTo>
                    <a:pt x="338370" y="146165"/>
                  </a:lnTo>
                  <a:lnTo>
                    <a:pt x="338725" y="145862"/>
                  </a:lnTo>
                  <a:lnTo>
                    <a:pt x="339021" y="145620"/>
                  </a:lnTo>
                  <a:lnTo>
                    <a:pt x="339346" y="145348"/>
                  </a:lnTo>
                  <a:lnTo>
                    <a:pt x="339642" y="145106"/>
                  </a:lnTo>
                  <a:lnTo>
                    <a:pt x="339908" y="144925"/>
                  </a:lnTo>
                  <a:lnTo>
                    <a:pt x="340204" y="144713"/>
                  </a:lnTo>
                  <a:lnTo>
                    <a:pt x="340529" y="144471"/>
                  </a:lnTo>
                  <a:lnTo>
                    <a:pt x="340855" y="144199"/>
                  </a:lnTo>
                  <a:lnTo>
                    <a:pt x="341121" y="143957"/>
                  </a:lnTo>
                  <a:lnTo>
                    <a:pt x="341742" y="143473"/>
                  </a:lnTo>
                  <a:lnTo>
                    <a:pt x="342778" y="142565"/>
                  </a:lnTo>
                  <a:lnTo>
                    <a:pt x="343370" y="142021"/>
                  </a:lnTo>
                  <a:lnTo>
                    <a:pt x="343932" y="141325"/>
                  </a:lnTo>
                  <a:lnTo>
                    <a:pt x="344346" y="140780"/>
                  </a:lnTo>
                  <a:lnTo>
                    <a:pt x="344701" y="140206"/>
                  </a:lnTo>
                  <a:lnTo>
                    <a:pt x="345086" y="139661"/>
                  </a:lnTo>
                  <a:lnTo>
                    <a:pt x="346180" y="138512"/>
                  </a:lnTo>
                  <a:lnTo>
                    <a:pt x="351269" y="132734"/>
                  </a:lnTo>
                  <a:lnTo>
                    <a:pt x="352571" y="131070"/>
                  </a:lnTo>
                  <a:lnTo>
                    <a:pt x="353636" y="129921"/>
                  </a:lnTo>
                  <a:lnTo>
                    <a:pt x="354523" y="129044"/>
                  </a:lnTo>
                  <a:lnTo>
                    <a:pt x="355825" y="127834"/>
                  </a:lnTo>
                  <a:lnTo>
                    <a:pt x="358044" y="125898"/>
                  </a:lnTo>
                  <a:lnTo>
                    <a:pt x="359168" y="124688"/>
                  </a:lnTo>
                  <a:lnTo>
                    <a:pt x="360174" y="123538"/>
                  </a:lnTo>
                  <a:lnTo>
                    <a:pt x="360736" y="122600"/>
                  </a:lnTo>
                  <a:lnTo>
                    <a:pt x="361180" y="121632"/>
                  </a:lnTo>
                  <a:lnTo>
                    <a:pt x="361446" y="120513"/>
                  </a:lnTo>
                  <a:lnTo>
                    <a:pt x="361683" y="119394"/>
                  </a:lnTo>
                  <a:lnTo>
                    <a:pt x="361890" y="117942"/>
                  </a:lnTo>
                  <a:lnTo>
                    <a:pt x="362068" y="116732"/>
                  </a:lnTo>
                  <a:lnTo>
                    <a:pt x="362156" y="116309"/>
                  </a:lnTo>
                  <a:lnTo>
                    <a:pt x="362275" y="115915"/>
                  </a:lnTo>
                  <a:lnTo>
                    <a:pt x="362452" y="115522"/>
                  </a:lnTo>
                  <a:lnTo>
                    <a:pt x="363103" y="114403"/>
                  </a:lnTo>
                  <a:lnTo>
                    <a:pt x="364819" y="111378"/>
                  </a:lnTo>
                  <a:lnTo>
                    <a:pt x="365943" y="109200"/>
                  </a:lnTo>
                  <a:lnTo>
                    <a:pt x="366239" y="108595"/>
                  </a:lnTo>
                  <a:lnTo>
                    <a:pt x="366565" y="108141"/>
                  </a:lnTo>
                  <a:lnTo>
                    <a:pt x="366979" y="107687"/>
                  </a:lnTo>
                  <a:lnTo>
                    <a:pt x="367778" y="106992"/>
                  </a:lnTo>
                  <a:lnTo>
                    <a:pt x="368547" y="106387"/>
                  </a:lnTo>
                  <a:lnTo>
                    <a:pt x="369257" y="105721"/>
                  </a:lnTo>
                  <a:lnTo>
                    <a:pt x="369849" y="105086"/>
                  </a:lnTo>
                  <a:lnTo>
                    <a:pt x="370204" y="104784"/>
                  </a:lnTo>
                  <a:lnTo>
                    <a:pt x="370677" y="104542"/>
                  </a:lnTo>
                  <a:lnTo>
                    <a:pt x="371239" y="104300"/>
                  </a:lnTo>
                  <a:lnTo>
                    <a:pt x="371742" y="104148"/>
                  </a:lnTo>
                  <a:lnTo>
                    <a:pt x="372304" y="103846"/>
                  </a:lnTo>
                  <a:lnTo>
                    <a:pt x="372837" y="103634"/>
                  </a:lnTo>
                  <a:lnTo>
                    <a:pt x="373192" y="103543"/>
                  </a:lnTo>
                  <a:lnTo>
                    <a:pt x="373547" y="103513"/>
                  </a:lnTo>
                  <a:lnTo>
                    <a:pt x="374109" y="103543"/>
                  </a:lnTo>
                  <a:lnTo>
                    <a:pt x="374997" y="103604"/>
                  </a:lnTo>
                  <a:lnTo>
                    <a:pt x="375766" y="103634"/>
                  </a:lnTo>
                  <a:lnTo>
                    <a:pt x="376653" y="103695"/>
                  </a:lnTo>
                  <a:lnTo>
                    <a:pt x="378310" y="103755"/>
                  </a:lnTo>
                  <a:lnTo>
                    <a:pt x="380115" y="103876"/>
                  </a:lnTo>
                  <a:lnTo>
                    <a:pt x="381357" y="103906"/>
                  </a:lnTo>
                  <a:lnTo>
                    <a:pt x="382482" y="103937"/>
                  </a:lnTo>
                  <a:lnTo>
                    <a:pt x="383665" y="103906"/>
                  </a:lnTo>
                  <a:lnTo>
                    <a:pt x="384464" y="103846"/>
                  </a:lnTo>
                  <a:lnTo>
                    <a:pt x="385144" y="103664"/>
                  </a:lnTo>
                  <a:lnTo>
                    <a:pt x="385766" y="103513"/>
                  </a:lnTo>
                  <a:lnTo>
                    <a:pt x="386002" y="103362"/>
                  </a:lnTo>
                  <a:lnTo>
                    <a:pt x="386180" y="103150"/>
                  </a:lnTo>
                  <a:lnTo>
                    <a:pt x="386476" y="102878"/>
                  </a:lnTo>
                  <a:lnTo>
                    <a:pt x="386890" y="102545"/>
                  </a:lnTo>
                  <a:lnTo>
                    <a:pt x="387541" y="102152"/>
                  </a:lnTo>
                  <a:lnTo>
                    <a:pt x="387925" y="101910"/>
                  </a:lnTo>
                  <a:lnTo>
                    <a:pt x="388310" y="101698"/>
                  </a:lnTo>
                  <a:lnTo>
                    <a:pt x="388665" y="101456"/>
                  </a:lnTo>
                  <a:lnTo>
                    <a:pt x="388931" y="101396"/>
                  </a:lnTo>
                  <a:lnTo>
                    <a:pt x="389079" y="101396"/>
                  </a:lnTo>
                  <a:lnTo>
                    <a:pt x="389316" y="101365"/>
                  </a:lnTo>
                  <a:lnTo>
                    <a:pt x="389671" y="101365"/>
                  </a:lnTo>
                  <a:lnTo>
                    <a:pt x="390174" y="101396"/>
                  </a:lnTo>
                  <a:lnTo>
                    <a:pt x="390440" y="101426"/>
                  </a:lnTo>
                  <a:lnTo>
                    <a:pt x="390914" y="101577"/>
                  </a:lnTo>
                  <a:lnTo>
                    <a:pt x="391239" y="101638"/>
                  </a:lnTo>
                  <a:lnTo>
                    <a:pt x="391683" y="101607"/>
                  </a:lnTo>
                  <a:lnTo>
                    <a:pt x="392718" y="101607"/>
                  </a:lnTo>
                  <a:lnTo>
                    <a:pt x="393547" y="101607"/>
                  </a:lnTo>
                  <a:lnTo>
                    <a:pt x="394109" y="101638"/>
                  </a:lnTo>
                  <a:lnTo>
                    <a:pt x="394523" y="101698"/>
                  </a:lnTo>
                  <a:lnTo>
                    <a:pt x="394908" y="101759"/>
                  </a:lnTo>
                  <a:lnTo>
                    <a:pt x="395529" y="101728"/>
                  </a:lnTo>
                  <a:lnTo>
                    <a:pt x="396032" y="101728"/>
                  </a:lnTo>
                  <a:lnTo>
                    <a:pt x="396476" y="101849"/>
                  </a:lnTo>
                  <a:lnTo>
                    <a:pt x="396742" y="102001"/>
                  </a:lnTo>
                  <a:lnTo>
                    <a:pt x="396949" y="102243"/>
                  </a:lnTo>
                  <a:lnTo>
                    <a:pt x="397304" y="102424"/>
                  </a:lnTo>
                  <a:lnTo>
                    <a:pt x="397541" y="102515"/>
                  </a:lnTo>
                  <a:lnTo>
                    <a:pt x="397866" y="102485"/>
                  </a:lnTo>
                  <a:lnTo>
                    <a:pt x="398221" y="102424"/>
                  </a:lnTo>
                  <a:lnTo>
                    <a:pt x="398547" y="102394"/>
                  </a:lnTo>
                  <a:lnTo>
                    <a:pt x="398961" y="102454"/>
                  </a:lnTo>
                  <a:lnTo>
                    <a:pt x="399464" y="102515"/>
                  </a:lnTo>
                  <a:lnTo>
                    <a:pt x="399671" y="102545"/>
                  </a:lnTo>
                  <a:lnTo>
                    <a:pt x="400026" y="102243"/>
                  </a:lnTo>
                  <a:lnTo>
                    <a:pt x="405411" y="102031"/>
                  </a:lnTo>
                  <a:lnTo>
                    <a:pt x="416061" y="103664"/>
                  </a:lnTo>
                  <a:lnTo>
                    <a:pt x="424612" y="104330"/>
                  </a:lnTo>
                  <a:lnTo>
                    <a:pt x="429345" y="106598"/>
                  </a:lnTo>
                  <a:lnTo>
                    <a:pt x="433014" y="110894"/>
                  </a:lnTo>
                  <a:lnTo>
                    <a:pt x="434404" y="112406"/>
                  </a:lnTo>
                  <a:lnTo>
                    <a:pt x="435588" y="113707"/>
                  </a:lnTo>
                  <a:lnTo>
                    <a:pt x="436830" y="115068"/>
                  </a:lnTo>
                  <a:lnTo>
                    <a:pt x="441446" y="116944"/>
                  </a:lnTo>
                  <a:lnTo>
                    <a:pt x="446860" y="116460"/>
                  </a:lnTo>
                  <a:lnTo>
                    <a:pt x="447037" y="116339"/>
                  </a:lnTo>
                  <a:lnTo>
                    <a:pt x="451534" y="112739"/>
                  </a:lnTo>
                  <a:lnTo>
                    <a:pt x="454108" y="109593"/>
                  </a:lnTo>
                  <a:lnTo>
                    <a:pt x="462984" y="103785"/>
                  </a:lnTo>
                  <a:lnTo>
                    <a:pt x="469848" y="99339"/>
                  </a:lnTo>
                  <a:lnTo>
                    <a:pt x="474434" y="94499"/>
                  </a:lnTo>
                  <a:lnTo>
                    <a:pt x="480085" y="89266"/>
                  </a:lnTo>
                  <a:lnTo>
                    <a:pt x="485735" y="82278"/>
                  </a:lnTo>
                  <a:lnTo>
                    <a:pt x="491800" y="79465"/>
                  </a:lnTo>
                  <a:lnTo>
                    <a:pt x="493398" y="78739"/>
                  </a:lnTo>
                  <a:lnTo>
                    <a:pt x="496268" y="77438"/>
                  </a:lnTo>
                  <a:lnTo>
                    <a:pt x="500587" y="74897"/>
                  </a:lnTo>
                  <a:lnTo>
                    <a:pt x="503220" y="70995"/>
                  </a:lnTo>
                  <a:lnTo>
                    <a:pt x="505735" y="65732"/>
                  </a:lnTo>
                  <a:lnTo>
                    <a:pt x="509670" y="63463"/>
                  </a:lnTo>
                  <a:lnTo>
                    <a:pt x="517688" y="61285"/>
                  </a:lnTo>
                  <a:lnTo>
                    <a:pt x="528220" y="59954"/>
                  </a:lnTo>
                  <a:lnTo>
                    <a:pt x="529522" y="60256"/>
                  </a:lnTo>
                  <a:lnTo>
                    <a:pt x="534374" y="61315"/>
                  </a:lnTo>
                  <a:lnTo>
                    <a:pt x="537392" y="62071"/>
                  </a:lnTo>
                  <a:lnTo>
                    <a:pt x="538072" y="62253"/>
                  </a:lnTo>
                  <a:lnTo>
                    <a:pt x="542273" y="61043"/>
                  </a:lnTo>
                  <a:lnTo>
                    <a:pt x="550439" y="53904"/>
                  </a:lnTo>
                  <a:lnTo>
                    <a:pt x="558723" y="43952"/>
                  </a:lnTo>
                  <a:lnTo>
                    <a:pt x="560676" y="40473"/>
                  </a:lnTo>
                  <a:lnTo>
                    <a:pt x="564640" y="38991"/>
                  </a:lnTo>
                  <a:lnTo>
                    <a:pt x="568309" y="39384"/>
                  </a:lnTo>
                  <a:lnTo>
                    <a:pt x="574522" y="39475"/>
                  </a:lnTo>
                  <a:lnTo>
                    <a:pt x="578634" y="35724"/>
                  </a:lnTo>
                  <a:lnTo>
                    <a:pt x="583309" y="30128"/>
                  </a:lnTo>
                  <a:lnTo>
                    <a:pt x="586711" y="22203"/>
                  </a:lnTo>
                  <a:lnTo>
                    <a:pt x="589078" y="14126"/>
                  </a:lnTo>
                  <a:lnTo>
                    <a:pt x="593161" y="11162"/>
                  </a:lnTo>
                  <a:lnTo>
                    <a:pt x="599078" y="8621"/>
                  </a:lnTo>
                  <a:lnTo>
                    <a:pt x="604581" y="4567"/>
                  </a:lnTo>
                  <a:lnTo>
                    <a:pt x="6102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142372" y="3420689"/>
              <a:ext cx="69378" cy="73233"/>
            </a:xfrm>
            <a:custGeom>
              <a:avLst/>
              <a:pathLst>
                <a:path w="69378" h="73233">
                  <a:moveTo>
                    <a:pt x="18846" y="0"/>
                  </a:moveTo>
                  <a:lnTo>
                    <a:pt x="19763" y="362"/>
                  </a:lnTo>
                  <a:lnTo>
                    <a:pt x="21449" y="998"/>
                  </a:lnTo>
                  <a:lnTo>
                    <a:pt x="21863" y="1149"/>
                  </a:lnTo>
                  <a:lnTo>
                    <a:pt x="22100" y="1240"/>
                  </a:lnTo>
                  <a:lnTo>
                    <a:pt x="25058" y="2298"/>
                  </a:lnTo>
                  <a:lnTo>
                    <a:pt x="25266" y="2389"/>
                  </a:lnTo>
                  <a:lnTo>
                    <a:pt x="28047" y="3387"/>
                  </a:lnTo>
                  <a:lnTo>
                    <a:pt x="28283" y="3478"/>
                  </a:lnTo>
                  <a:lnTo>
                    <a:pt x="31064" y="4476"/>
                  </a:lnTo>
                  <a:lnTo>
                    <a:pt x="34023" y="5565"/>
                  </a:lnTo>
                  <a:lnTo>
                    <a:pt x="37011" y="6654"/>
                  </a:lnTo>
                  <a:lnTo>
                    <a:pt x="38668" y="7259"/>
                  </a:lnTo>
                  <a:lnTo>
                    <a:pt x="39940" y="7713"/>
                  </a:lnTo>
                  <a:lnTo>
                    <a:pt x="40295" y="7834"/>
                  </a:lnTo>
                  <a:lnTo>
                    <a:pt x="41626" y="8318"/>
                  </a:lnTo>
                  <a:lnTo>
                    <a:pt x="43165" y="8893"/>
                  </a:lnTo>
                  <a:lnTo>
                    <a:pt x="44792" y="9498"/>
                  </a:lnTo>
                  <a:lnTo>
                    <a:pt x="45117" y="9105"/>
                  </a:lnTo>
                  <a:lnTo>
                    <a:pt x="45443" y="8893"/>
                  </a:lnTo>
                  <a:lnTo>
                    <a:pt x="49851" y="11978"/>
                  </a:lnTo>
                  <a:lnTo>
                    <a:pt x="53756" y="14519"/>
                  </a:lnTo>
                  <a:lnTo>
                    <a:pt x="58549" y="17695"/>
                  </a:lnTo>
                  <a:lnTo>
                    <a:pt x="61182" y="19510"/>
                  </a:lnTo>
                  <a:lnTo>
                    <a:pt x="61449" y="19662"/>
                  </a:lnTo>
                  <a:lnTo>
                    <a:pt x="62721" y="20539"/>
                  </a:lnTo>
                  <a:lnTo>
                    <a:pt x="63963" y="21386"/>
                  </a:lnTo>
                  <a:lnTo>
                    <a:pt x="64585" y="21809"/>
                  </a:lnTo>
                  <a:lnTo>
                    <a:pt x="65561" y="22475"/>
                  </a:lnTo>
                  <a:lnTo>
                    <a:pt x="65916" y="22687"/>
                  </a:lnTo>
                  <a:lnTo>
                    <a:pt x="67011" y="23473"/>
                  </a:lnTo>
                  <a:lnTo>
                    <a:pt x="67839" y="24018"/>
                  </a:lnTo>
                  <a:lnTo>
                    <a:pt x="68638" y="24592"/>
                  </a:lnTo>
                  <a:lnTo>
                    <a:pt x="69378" y="25076"/>
                  </a:lnTo>
                  <a:lnTo>
                    <a:pt x="69200" y="25439"/>
                  </a:lnTo>
                  <a:lnTo>
                    <a:pt x="67159" y="29583"/>
                  </a:lnTo>
                  <a:lnTo>
                    <a:pt x="62336" y="27163"/>
                  </a:lnTo>
                  <a:lnTo>
                    <a:pt x="62129" y="27678"/>
                  </a:lnTo>
                  <a:lnTo>
                    <a:pt x="61035" y="30672"/>
                  </a:lnTo>
                  <a:lnTo>
                    <a:pt x="60177" y="32941"/>
                  </a:lnTo>
                  <a:lnTo>
                    <a:pt x="59644" y="34363"/>
                  </a:lnTo>
                  <a:lnTo>
                    <a:pt x="59466" y="34877"/>
                  </a:lnTo>
                  <a:lnTo>
                    <a:pt x="59111" y="35754"/>
                  </a:lnTo>
                  <a:lnTo>
                    <a:pt x="57958" y="38810"/>
                  </a:lnTo>
                  <a:lnTo>
                    <a:pt x="59230" y="39687"/>
                  </a:lnTo>
                  <a:lnTo>
                    <a:pt x="58668" y="40897"/>
                  </a:lnTo>
                  <a:lnTo>
                    <a:pt x="58579" y="41320"/>
                  </a:lnTo>
                  <a:lnTo>
                    <a:pt x="58431" y="41623"/>
                  </a:lnTo>
                  <a:lnTo>
                    <a:pt x="57188" y="44164"/>
                  </a:lnTo>
                  <a:lnTo>
                    <a:pt x="56774" y="45041"/>
                  </a:lnTo>
                  <a:lnTo>
                    <a:pt x="56656" y="45222"/>
                  </a:lnTo>
                  <a:lnTo>
                    <a:pt x="56508" y="45525"/>
                  </a:lnTo>
                  <a:lnTo>
                    <a:pt x="56182" y="46705"/>
                  </a:lnTo>
                  <a:lnTo>
                    <a:pt x="55680" y="47794"/>
                  </a:lnTo>
                  <a:lnTo>
                    <a:pt x="55029" y="49215"/>
                  </a:lnTo>
                  <a:lnTo>
                    <a:pt x="54703" y="49790"/>
                  </a:lnTo>
                  <a:lnTo>
                    <a:pt x="54289" y="49578"/>
                  </a:lnTo>
                  <a:lnTo>
                    <a:pt x="54023" y="49427"/>
                  </a:lnTo>
                  <a:lnTo>
                    <a:pt x="53875" y="49367"/>
                  </a:lnTo>
                  <a:lnTo>
                    <a:pt x="53372" y="50304"/>
                  </a:lnTo>
                  <a:lnTo>
                    <a:pt x="52159" y="52634"/>
                  </a:lnTo>
                  <a:lnTo>
                    <a:pt x="52780" y="52876"/>
                  </a:lnTo>
                  <a:lnTo>
                    <a:pt x="52632" y="53329"/>
                  </a:lnTo>
                  <a:lnTo>
                    <a:pt x="52751" y="53662"/>
                  </a:lnTo>
                  <a:lnTo>
                    <a:pt x="52455" y="54872"/>
                  </a:lnTo>
                  <a:lnTo>
                    <a:pt x="52307" y="56112"/>
                  </a:lnTo>
                  <a:lnTo>
                    <a:pt x="52662" y="57625"/>
                  </a:lnTo>
                  <a:lnTo>
                    <a:pt x="53076" y="58865"/>
                  </a:lnTo>
                  <a:lnTo>
                    <a:pt x="52721" y="60135"/>
                  </a:lnTo>
                  <a:lnTo>
                    <a:pt x="52632" y="60680"/>
                  </a:lnTo>
                  <a:lnTo>
                    <a:pt x="52632" y="60922"/>
                  </a:lnTo>
                  <a:lnTo>
                    <a:pt x="52691" y="61406"/>
                  </a:lnTo>
                  <a:lnTo>
                    <a:pt x="52810" y="61739"/>
                  </a:lnTo>
                  <a:lnTo>
                    <a:pt x="53135" y="62434"/>
                  </a:lnTo>
                  <a:lnTo>
                    <a:pt x="53401" y="63221"/>
                  </a:lnTo>
                  <a:lnTo>
                    <a:pt x="53579" y="63765"/>
                  </a:lnTo>
                  <a:lnTo>
                    <a:pt x="53638" y="64128"/>
                  </a:lnTo>
                  <a:lnTo>
                    <a:pt x="53727" y="65338"/>
                  </a:lnTo>
                  <a:lnTo>
                    <a:pt x="53490" y="68303"/>
                  </a:lnTo>
                  <a:lnTo>
                    <a:pt x="53254" y="70904"/>
                  </a:lnTo>
                  <a:lnTo>
                    <a:pt x="52396" y="73233"/>
                  </a:lnTo>
                  <a:lnTo>
                    <a:pt x="51981" y="73022"/>
                  </a:lnTo>
                  <a:lnTo>
                    <a:pt x="51804" y="72901"/>
                  </a:lnTo>
                  <a:lnTo>
                    <a:pt x="51301" y="72477"/>
                  </a:lnTo>
                  <a:lnTo>
                    <a:pt x="51005" y="72296"/>
                  </a:lnTo>
                  <a:lnTo>
                    <a:pt x="50739" y="72144"/>
                  </a:lnTo>
                  <a:lnTo>
                    <a:pt x="50532" y="72054"/>
                  </a:lnTo>
                  <a:lnTo>
                    <a:pt x="50325" y="71902"/>
                  </a:lnTo>
                  <a:lnTo>
                    <a:pt x="50206" y="71721"/>
                  </a:lnTo>
                  <a:lnTo>
                    <a:pt x="50088" y="71570"/>
                  </a:lnTo>
                  <a:lnTo>
                    <a:pt x="50029" y="71358"/>
                  </a:lnTo>
                  <a:lnTo>
                    <a:pt x="49970" y="71207"/>
                  </a:lnTo>
                  <a:lnTo>
                    <a:pt x="49881" y="71055"/>
                  </a:lnTo>
                  <a:lnTo>
                    <a:pt x="49348" y="70420"/>
                  </a:lnTo>
                  <a:lnTo>
                    <a:pt x="49200" y="70360"/>
                  </a:lnTo>
                  <a:lnTo>
                    <a:pt x="49023" y="70178"/>
                  </a:lnTo>
                  <a:lnTo>
                    <a:pt x="48757" y="69906"/>
                  </a:lnTo>
                  <a:lnTo>
                    <a:pt x="48520" y="69664"/>
                  </a:lnTo>
                  <a:lnTo>
                    <a:pt x="48254" y="69513"/>
                  </a:lnTo>
                  <a:lnTo>
                    <a:pt x="47958" y="69331"/>
                  </a:lnTo>
                  <a:lnTo>
                    <a:pt x="47751" y="69271"/>
                  </a:lnTo>
                  <a:lnTo>
                    <a:pt x="47544" y="69119"/>
                  </a:lnTo>
                  <a:lnTo>
                    <a:pt x="47396" y="68998"/>
                  </a:lnTo>
                  <a:lnTo>
                    <a:pt x="47248" y="68877"/>
                  </a:lnTo>
                  <a:lnTo>
                    <a:pt x="46597" y="68545"/>
                  </a:lnTo>
                  <a:lnTo>
                    <a:pt x="46183" y="68182"/>
                  </a:lnTo>
                  <a:lnTo>
                    <a:pt x="45650" y="67819"/>
                  </a:lnTo>
                  <a:lnTo>
                    <a:pt x="45236" y="67546"/>
                  </a:lnTo>
                  <a:lnTo>
                    <a:pt x="44851" y="67304"/>
                  </a:lnTo>
                  <a:lnTo>
                    <a:pt x="44200" y="66790"/>
                  </a:lnTo>
                  <a:lnTo>
                    <a:pt x="43549" y="66306"/>
                  </a:lnTo>
                  <a:lnTo>
                    <a:pt x="43076" y="66004"/>
                  </a:lnTo>
                  <a:lnTo>
                    <a:pt x="42839" y="65853"/>
                  </a:lnTo>
                  <a:lnTo>
                    <a:pt x="42662" y="65732"/>
                  </a:lnTo>
                  <a:lnTo>
                    <a:pt x="42425" y="65611"/>
                  </a:lnTo>
                  <a:lnTo>
                    <a:pt x="42248" y="65459"/>
                  </a:lnTo>
                  <a:lnTo>
                    <a:pt x="42159" y="65278"/>
                  </a:lnTo>
                  <a:lnTo>
                    <a:pt x="41952" y="65066"/>
                  </a:lnTo>
                  <a:lnTo>
                    <a:pt x="41745" y="65006"/>
                  </a:lnTo>
                  <a:lnTo>
                    <a:pt x="41567" y="64915"/>
                  </a:lnTo>
                  <a:lnTo>
                    <a:pt x="41331" y="64764"/>
                  </a:lnTo>
                  <a:lnTo>
                    <a:pt x="41183" y="64582"/>
                  </a:lnTo>
                  <a:lnTo>
                    <a:pt x="40857" y="64310"/>
                  </a:lnTo>
                  <a:lnTo>
                    <a:pt x="40709" y="64189"/>
                  </a:lnTo>
                  <a:lnTo>
                    <a:pt x="40532" y="64038"/>
                  </a:lnTo>
                  <a:lnTo>
                    <a:pt x="40354" y="63886"/>
                  </a:lnTo>
                  <a:lnTo>
                    <a:pt x="39910" y="63554"/>
                  </a:lnTo>
                  <a:lnTo>
                    <a:pt x="39733" y="63463"/>
                  </a:lnTo>
                  <a:lnTo>
                    <a:pt x="39585" y="63251"/>
                  </a:lnTo>
                  <a:lnTo>
                    <a:pt x="39378" y="63039"/>
                  </a:lnTo>
                  <a:lnTo>
                    <a:pt x="39171" y="62949"/>
                  </a:lnTo>
                  <a:lnTo>
                    <a:pt x="38993" y="62797"/>
                  </a:lnTo>
                  <a:lnTo>
                    <a:pt x="38845" y="62646"/>
                  </a:lnTo>
                  <a:lnTo>
                    <a:pt x="38668" y="62586"/>
                  </a:lnTo>
                  <a:lnTo>
                    <a:pt x="38490" y="62525"/>
                  </a:lnTo>
                  <a:lnTo>
                    <a:pt x="38076" y="62192"/>
                  </a:lnTo>
                  <a:lnTo>
                    <a:pt x="37751" y="61920"/>
                  </a:lnTo>
                  <a:lnTo>
                    <a:pt x="37248" y="61587"/>
                  </a:lnTo>
                  <a:lnTo>
                    <a:pt x="36567" y="61164"/>
                  </a:lnTo>
                  <a:lnTo>
                    <a:pt x="35768" y="60680"/>
                  </a:lnTo>
                  <a:lnTo>
                    <a:pt x="35295" y="60408"/>
                  </a:lnTo>
                  <a:lnTo>
                    <a:pt x="35058" y="60166"/>
                  </a:lnTo>
                  <a:lnTo>
                    <a:pt x="34467" y="59803"/>
                  </a:lnTo>
                  <a:lnTo>
                    <a:pt x="34200" y="59651"/>
                  </a:lnTo>
                  <a:lnTo>
                    <a:pt x="33845" y="59470"/>
                  </a:lnTo>
                  <a:lnTo>
                    <a:pt x="33609" y="59349"/>
                  </a:lnTo>
                  <a:lnTo>
                    <a:pt x="33372" y="59198"/>
                  </a:lnTo>
                  <a:lnTo>
                    <a:pt x="32899" y="58925"/>
                  </a:lnTo>
                  <a:lnTo>
                    <a:pt x="32692" y="58714"/>
                  </a:lnTo>
                  <a:lnTo>
                    <a:pt x="32277" y="58472"/>
                  </a:lnTo>
                  <a:lnTo>
                    <a:pt x="32070" y="58441"/>
                  </a:lnTo>
                  <a:lnTo>
                    <a:pt x="31922" y="58381"/>
                  </a:lnTo>
                  <a:lnTo>
                    <a:pt x="31745" y="58260"/>
                  </a:lnTo>
                  <a:lnTo>
                    <a:pt x="31479" y="58109"/>
                  </a:lnTo>
                  <a:lnTo>
                    <a:pt x="31212" y="57957"/>
                  </a:lnTo>
                  <a:lnTo>
                    <a:pt x="30591" y="57655"/>
                  </a:lnTo>
                  <a:lnTo>
                    <a:pt x="30413" y="57473"/>
                  </a:lnTo>
                  <a:lnTo>
                    <a:pt x="30088" y="57292"/>
                  </a:lnTo>
                  <a:lnTo>
                    <a:pt x="29733" y="57110"/>
                  </a:lnTo>
                  <a:lnTo>
                    <a:pt x="28342" y="56445"/>
                  </a:lnTo>
                  <a:lnTo>
                    <a:pt x="27544" y="56082"/>
                  </a:lnTo>
                  <a:lnTo>
                    <a:pt x="27337" y="56021"/>
                  </a:lnTo>
                  <a:lnTo>
                    <a:pt x="27129" y="56021"/>
                  </a:lnTo>
                  <a:lnTo>
                    <a:pt x="26745" y="55689"/>
                  </a:lnTo>
                  <a:lnTo>
                    <a:pt x="26479" y="55568"/>
                  </a:lnTo>
                  <a:lnTo>
                    <a:pt x="26005" y="55356"/>
                  </a:lnTo>
                  <a:lnTo>
                    <a:pt x="25561" y="55144"/>
                  </a:lnTo>
                  <a:lnTo>
                    <a:pt x="25147" y="54993"/>
                  </a:lnTo>
                  <a:lnTo>
                    <a:pt x="24763" y="54781"/>
                  </a:lnTo>
                  <a:lnTo>
                    <a:pt x="24260" y="54479"/>
                  </a:lnTo>
                  <a:lnTo>
                    <a:pt x="23845" y="54297"/>
                  </a:lnTo>
                  <a:lnTo>
                    <a:pt x="23106" y="53783"/>
                  </a:lnTo>
                  <a:lnTo>
                    <a:pt x="22425" y="53450"/>
                  </a:lnTo>
                  <a:lnTo>
                    <a:pt x="21834" y="53178"/>
                  </a:lnTo>
                  <a:lnTo>
                    <a:pt x="21242" y="52755"/>
                  </a:lnTo>
                  <a:lnTo>
                    <a:pt x="20029" y="52180"/>
                  </a:lnTo>
                  <a:lnTo>
                    <a:pt x="19023" y="51484"/>
                  </a:lnTo>
                  <a:lnTo>
                    <a:pt x="17840" y="50970"/>
                  </a:lnTo>
                  <a:lnTo>
                    <a:pt x="16863" y="50153"/>
                  </a:lnTo>
                  <a:lnTo>
                    <a:pt x="15946" y="49609"/>
                  </a:lnTo>
                  <a:lnTo>
                    <a:pt x="15088" y="49306"/>
                  </a:lnTo>
                  <a:lnTo>
                    <a:pt x="14496" y="49034"/>
                  </a:lnTo>
                  <a:lnTo>
                    <a:pt x="13698" y="48852"/>
                  </a:lnTo>
                  <a:lnTo>
                    <a:pt x="13047" y="48580"/>
                  </a:lnTo>
                  <a:lnTo>
                    <a:pt x="12662" y="48368"/>
                  </a:lnTo>
                  <a:lnTo>
                    <a:pt x="12159" y="48005"/>
                  </a:lnTo>
                  <a:lnTo>
                    <a:pt x="11656" y="47794"/>
                  </a:lnTo>
                  <a:lnTo>
                    <a:pt x="11094" y="47582"/>
                  </a:lnTo>
                  <a:lnTo>
                    <a:pt x="10828" y="47552"/>
                  </a:lnTo>
                  <a:lnTo>
                    <a:pt x="10680" y="47370"/>
                  </a:lnTo>
                  <a:lnTo>
                    <a:pt x="10414" y="47279"/>
                  </a:lnTo>
                  <a:lnTo>
                    <a:pt x="10147" y="47189"/>
                  </a:lnTo>
                  <a:lnTo>
                    <a:pt x="9970" y="47007"/>
                  </a:lnTo>
                  <a:lnTo>
                    <a:pt x="9496" y="46826"/>
                  </a:lnTo>
                  <a:lnTo>
                    <a:pt x="9112" y="46584"/>
                  </a:lnTo>
                  <a:lnTo>
                    <a:pt x="8698" y="46311"/>
                  </a:lnTo>
                  <a:lnTo>
                    <a:pt x="8313" y="46009"/>
                  </a:lnTo>
                  <a:lnTo>
                    <a:pt x="8047" y="45918"/>
                  </a:lnTo>
                  <a:lnTo>
                    <a:pt x="7633" y="45767"/>
                  </a:lnTo>
                  <a:lnTo>
                    <a:pt x="7218" y="45464"/>
                  </a:lnTo>
                  <a:lnTo>
                    <a:pt x="6804" y="45222"/>
                  </a:lnTo>
                  <a:lnTo>
                    <a:pt x="6360" y="45011"/>
                  </a:lnTo>
                  <a:lnTo>
                    <a:pt x="5917" y="44678"/>
                  </a:lnTo>
                  <a:lnTo>
                    <a:pt x="5354" y="44527"/>
                  </a:lnTo>
                  <a:lnTo>
                    <a:pt x="4852" y="44194"/>
                  </a:lnTo>
                  <a:lnTo>
                    <a:pt x="4408" y="43952"/>
                  </a:lnTo>
                  <a:lnTo>
                    <a:pt x="3905" y="43710"/>
                  </a:lnTo>
                  <a:lnTo>
                    <a:pt x="3491" y="43468"/>
                  </a:lnTo>
                  <a:lnTo>
                    <a:pt x="3106" y="43317"/>
                  </a:lnTo>
                  <a:lnTo>
                    <a:pt x="2721" y="43105"/>
                  </a:lnTo>
                  <a:lnTo>
                    <a:pt x="1538" y="42409"/>
                  </a:lnTo>
                  <a:lnTo>
                    <a:pt x="621" y="41895"/>
                  </a:lnTo>
                  <a:lnTo>
                    <a:pt x="147" y="41713"/>
                  </a:lnTo>
                  <a:lnTo>
                    <a:pt x="0" y="41260"/>
                  </a:lnTo>
                  <a:lnTo>
                    <a:pt x="650" y="39778"/>
                  </a:lnTo>
                  <a:lnTo>
                    <a:pt x="2041" y="36964"/>
                  </a:lnTo>
                  <a:lnTo>
                    <a:pt x="2159" y="36692"/>
                  </a:lnTo>
                  <a:lnTo>
                    <a:pt x="2337" y="36329"/>
                  </a:lnTo>
                  <a:lnTo>
                    <a:pt x="2396" y="36148"/>
                  </a:lnTo>
                  <a:lnTo>
                    <a:pt x="2840" y="34635"/>
                  </a:lnTo>
                  <a:lnTo>
                    <a:pt x="3106" y="33970"/>
                  </a:lnTo>
                  <a:lnTo>
                    <a:pt x="3283" y="33425"/>
                  </a:lnTo>
                  <a:lnTo>
                    <a:pt x="3757" y="32124"/>
                  </a:lnTo>
                  <a:lnTo>
                    <a:pt x="4171" y="31005"/>
                  </a:lnTo>
                  <a:lnTo>
                    <a:pt x="4289" y="30612"/>
                  </a:lnTo>
                  <a:lnTo>
                    <a:pt x="4467" y="30188"/>
                  </a:lnTo>
                  <a:lnTo>
                    <a:pt x="5562" y="27103"/>
                  </a:lnTo>
                  <a:lnTo>
                    <a:pt x="6597" y="24290"/>
                  </a:lnTo>
                  <a:lnTo>
                    <a:pt x="6656" y="24139"/>
                  </a:lnTo>
                  <a:lnTo>
                    <a:pt x="7751" y="21023"/>
                  </a:lnTo>
                  <a:lnTo>
                    <a:pt x="8195" y="19813"/>
                  </a:lnTo>
                  <a:lnTo>
                    <a:pt x="8816" y="18028"/>
                  </a:lnTo>
                  <a:lnTo>
                    <a:pt x="8964" y="17635"/>
                  </a:lnTo>
                  <a:lnTo>
                    <a:pt x="9171" y="17030"/>
                  </a:lnTo>
                  <a:lnTo>
                    <a:pt x="9822" y="15215"/>
                  </a:lnTo>
                  <a:lnTo>
                    <a:pt x="12810" y="16213"/>
                  </a:lnTo>
                  <a:lnTo>
                    <a:pt x="13816" y="13219"/>
                  </a:lnTo>
                  <a:lnTo>
                    <a:pt x="13283" y="13007"/>
                  </a:lnTo>
                  <a:lnTo>
                    <a:pt x="12899" y="12856"/>
                  </a:lnTo>
                  <a:lnTo>
                    <a:pt x="11715" y="12372"/>
                  </a:lnTo>
                  <a:lnTo>
                    <a:pt x="11538" y="12311"/>
                  </a:lnTo>
                  <a:lnTo>
                    <a:pt x="10532" y="11888"/>
                  </a:lnTo>
                  <a:lnTo>
                    <a:pt x="11065" y="10799"/>
                  </a:lnTo>
                  <a:lnTo>
                    <a:pt x="11775" y="9407"/>
                  </a:lnTo>
                  <a:lnTo>
                    <a:pt x="11952" y="9044"/>
                  </a:lnTo>
                  <a:lnTo>
                    <a:pt x="12337" y="8258"/>
                  </a:lnTo>
                  <a:lnTo>
                    <a:pt x="12988" y="6957"/>
                  </a:lnTo>
                  <a:lnTo>
                    <a:pt x="13343" y="6382"/>
                  </a:lnTo>
                  <a:lnTo>
                    <a:pt x="14408" y="6806"/>
                  </a:lnTo>
                  <a:lnTo>
                    <a:pt x="16508" y="3357"/>
                  </a:lnTo>
                  <a:lnTo>
                    <a:pt x="16834" y="2843"/>
                  </a:lnTo>
                  <a:lnTo>
                    <a:pt x="17011" y="2510"/>
                  </a:lnTo>
                  <a:lnTo>
                    <a:pt x="17751" y="1300"/>
                  </a:lnTo>
                  <a:lnTo>
                    <a:pt x="18224" y="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208437" y="3479010"/>
              <a:ext cx="161803" cy="112800"/>
            </a:xfrm>
            <a:custGeom>
              <a:avLst/>
              <a:pathLst>
                <a:path w="161803" h="112800">
                  <a:moveTo>
                    <a:pt x="85058" y="1300"/>
                  </a:moveTo>
                  <a:lnTo>
                    <a:pt x="84999" y="3024"/>
                  </a:lnTo>
                  <a:lnTo>
                    <a:pt x="85028" y="5142"/>
                  </a:lnTo>
                  <a:lnTo>
                    <a:pt x="85028" y="7017"/>
                  </a:lnTo>
                  <a:lnTo>
                    <a:pt x="85058" y="7864"/>
                  </a:lnTo>
                  <a:lnTo>
                    <a:pt x="85147" y="8651"/>
                  </a:lnTo>
                  <a:lnTo>
                    <a:pt x="85236" y="9226"/>
                  </a:lnTo>
                  <a:lnTo>
                    <a:pt x="85265" y="9407"/>
                  </a:lnTo>
                  <a:lnTo>
                    <a:pt x="85324" y="9740"/>
                  </a:lnTo>
                  <a:lnTo>
                    <a:pt x="85472" y="10224"/>
                  </a:lnTo>
                  <a:lnTo>
                    <a:pt x="85709" y="10859"/>
                  </a:lnTo>
                  <a:lnTo>
                    <a:pt x="86123" y="12009"/>
                  </a:lnTo>
                  <a:lnTo>
                    <a:pt x="86271" y="12462"/>
                  </a:lnTo>
                  <a:lnTo>
                    <a:pt x="87307" y="14912"/>
                  </a:lnTo>
                  <a:lnTo>
                    <a:pt x="87602" y="15790"/>
                  </a:lnTo>
                  <a:lnTo>
                    <a:pt x="87780" y="16697"/>
                  </a:lnTo>
                  <a:lnTo>
                    <a:pt x="87928" y="17453"/>
                  </a:lnTo>
                  <a:lnTo>
                    <a:pt x="88164" y="19510"/>
                  </a:lnTo>
                  <a:lnTo>
                    <a:pt x="88520" y="22687"/>
                  </a:lnTo>
                  <a:lnTo>
                    <a:pt x="88579" y="23261"/>
                  </a:lnTo>
                  <a:lnTo>
                    <a:pt x="88638" y="24229"/>
                  </a:lnTo>
                  <a:lnTo>
                    <a:pt x="88815" y="25681"/>
                  </a:lnTo>
                  <a:lnTo>
                    <a:pt x="89052" y="28706"/>
                  </a:lnTo>
                  <a:lnTo>
                    <a:pt x="89082" y="28948"/>
                  </a:lnTo>
                  <a:lnTo>
                    <a:pt x="89111" y="29674"/>
                  </a:lnTo>
                  <a:lnTo>
                    <a:pt x="89141" y="30733"/>
                  </a:lnTo>
                  <a:lnTo>
                    <a:pt x="89141" y="31459"/>
                  </a:lnTo>
                  <a:lnTo>
                    <a:pt x="89170" y="32245"/>
                  </a:lnTo>
                  <a:lnTo>
                    <a:pt x="89170" y="32881"/>
                  </a:lnTo>
                  <a:lnTo>
                    <a:pt x="89141" y="33637"/>
                  </a:lnTo>
                  <a:lnTo>
                    <a:pt x="89082" y="34786"/>
                  </a:lnTo>
                  <a:lnTo>
                    <a:pt x="89022" y="35966"/>
                  </a:lnTo>
                  <a:lnTo>
                    <a:pt x="88756" y="39536"/>
                  </a:lnTo>
                  <a:lnTo>
                    <a:pt x="88638" y="41078"/>
                  </a:lnTo>
                  <a:lnTo>
                    <a:pt x="88579" y="41834"/>
                  </a:lnTo>
                  <a:lnTo>
                    <a:pt x="88490" y="42833"/>
                  </a:lnTo>
                  <a:lnTo>
                    <a:pt x="88520" y="43559"/>
                  </a:lnTo>
                  <a:lnTo>
                    <a:pt x="88549" y="44285"/>
                  </a:lnTo>
                  <a:lnTo>
                    <a:pt x="88608" y="45101"/>
                  </a:lnTo>
                  <a:lnTo>
                    <a:pt x="88756" y="45979"/>
                  </a:lnTo>
                  <a:lnTo>
                    <a:pt x="88904" y="46735"/>
                  </a:lnTo>
                  <a:lnTo>
                    <a:pt x="88963" y="47098"/>
                  </a:lnTo>
                  <a:lnTo>
                    <a:pt x="89082" y="47612"/>
                  </a:lnTo>
                  <a:lnTo>
                    <a:pt x="89289" y="48943"/>
                  </a:lnTo>
                  <a:lnTo>
                    <a:pt x="89407" y="49336"/>
                  </a:lnTo>
                  <a:lnTo>
                    <a:pt x="90028" y="49336"/>
                  </a:lnTo>
                  <a:lnTo>
                    <a:pt x="90206" y="49336"/>
                  </a:lnTo>
                  <a:lnTo>
                    <a:pt x="90679" y="49367"/>
                  </a:lnTo>
                  <a:lnTo>
                    <a:pt x="91064" y="49367"/>
                  </a:lnTo>
                  <a:lnTo>
                    <a:pt x="91567" y="49397"/>
                  </a:lnTo>
                  <a:lnTo>
                    <a:pt x="91951" y="49518"/>
                  </a:lnTo>
                  <a:lnTo>
                    <a:pt x="92425" y="49699"/>
                  </a:lnTo>
                  <a:lnTo>
                    <a:pt x="93046" y="50153"/>
                  </a:lnTo>
                  <a:lnTo>
                    <a:pt x="93904" y="50758"/>
                  </a:lnTo>
                  <a:lnTo>
                    <a:pt x="94407" y="51121"/>
                  </a:lnTo>
                  <a:lnTo>
                    <a:pt x="94673" y="51303"/>
                  </a:lnTo>
                  <a:lnTo>
                    <a:pt x="96863" y="51121"/>
                  </a:lnTo>
                  <a:lnTo>
                    <a:pt x="100028" y="50909"/>
                  </a:lnTo>
                  <a:lnTo>
                    <a:pt x="103046" y="50698"/>
                  </a:lnTo>
                  <a:lnTo>
                    <a:pt x="103371" y="50667"/>
                  </a:lnTo>
                  <a:lnTo>
                    <a:pt x="109200" y="50335"/>
                  </a:lnTo>
                  <a:lnTo>
                    <a:pt x="109555" y="50304"/>
                  </a:lnTo>
                  <a:lnTo>
                    <a:pt x="111744" y="50153"/>
                  </a:lnTo>
                  <a:lnTo>
                    <a:pt x="112099" y="50123"/>
                  </a:lnTo>
                  <a:lnTo>
                    <a:pt x="112099" y="53571"/>
                  </a:lnTo>
                  <a:lnTo>
                    <a:pt x="112543" y="53571"/>
                  </a:lnTo>
                  <a:lnTo>
                    <a:pt x="113697" y="53541"/>
                  </a:lnTo>
                  <a:lnTo>
                    <a:pt x="114969" y="53541"/>
                  </a:lnTo>
                  <a:lnTo>
                    <a:pt x="114880" y="49941"/>
                  </a:lnTo>
                  <a:lnTo>
                    <a:pt x="118726" y="49851"/>
                  </a:lnTo>
                  <a:lnTo>
                    <a:pt x="122543" y="49760"/>
                  </a:lnTo>
                  <a:lnTo>
                    <a:pt x="122750" y="49760"/>
                  </a:lnTo>
                  <a:lnTo>
                    <a:pt x="125206" y="49730"/>
                  </a:lnTo>
                  <a:lnTo>
                    <a:pt x="125146" y="48126"/>
                  </a:lnTo>
                  <a:lnTo>
                    <a:pt x="127010" y="48036"/>
                  </a:lnTo>
                  <a:lnTo>
                    <a:pt x="126981" y="46916"/>
                  </a:lnTo>
                  <a:lnTo>
                    <a:pt x="126981" y="46644"/>
                  </a:lnTo>
                  <a:lnTo>
                    <a:pt x="126981" y="45858"/>
                  </a:lnTo>
                  <a:lnTo>
                    <a:pt x="127010" y="45313"/>
                  </a:lnTo>
                  <a:lnTo>
                    <a:pt x="127099" y="44799"/>
                  </a:lnTo>
                  <a:lnTo>
                    <a:pt x="127543" y="44406"/>
                  </a:lnTo>
                  <a:lnTo>
                    <a:pt x="127780" y="44254"/>
                  </a:lnTo>
                  <a:lnTo>
                    <a:pt x="128016" y="44103"/>
                  </a:lnTo>
                  <a:lnTo>
                    <a:pt x="128933" y="43468"/>
                  </a:lnTo>
                  <a:lnTo>
                    <a:pt x="130916" y="42167"/>
                  </a:lnTo>
                  <a:lnTo>
                    <a:pt x="131123" y="42046"/>
                  </a:lnTo>
                  <a:lnTo>
                    <a:pt x="131922" y="41532"/>
                  </a:lnTo>
                  <a:lnTo>
                    <a:pt x="132336" y="41260"/>
                  </a:lnTo>
                  <a:lnTo>
                    <a:pt x="132543" y="41108"/>
                  </a:lnTo>
                  <a:lnTo>
                    <a:pt x="133401" y="40564"/>
                  </a:lnTo>
                  <a:lnTo>
                    <a:pt x="134022" y="40140"/>
                  </a:lnTo>
                  <a:lnTo>
                    <a:pt x="135442" y="39203"/>
                  </a:lnTo>
                  <a:lnTo>
                    <a:pt x="135738" y="39021"/>
                  </a:lnTo>
                  <a:lnTo>
                    <a:pt x="136004" y="38840"/>
                  </a:lnTo>
                  <a:lnTo>
                    <a:pt x="136211" y="38689"/>
                  </a:lnTo>
                  <a:lnTo>
                    <a:pt x="136419" y="38991"/>
                  </a:lnTo>
                  <a:lnTo>
                    <a:pt x="137277" y="40352"/>
                  </a:lnTo>
                  <a:lnTo>
                    <a:pt x="137809" y="41199"/>
                  </a:lnTo>
                  <a:lnTo>
                    <a:pt x="138253" y="41895"/>
                  </a:lnTo>
                  <a:lnTo>
                    <a:pt x="138933" y="42954"/>
                  </a:lnTo>
                  <a:lnTo>
                    <a:pt x="139081" y="43196"/>
                  </a:lnTo>
                  <a:lnTo>
                    <a:pt x="139200" y="43377"/>
                  </a:lnTo>
                  <a:lnTo>
                    <a:pt x="139555" y="43891"/>
                  </a:lnTo>
                  <a:lnTo>
                    <a:pt x="140353" y="45071"/>
                  </a:lnTo>
                  <a:lnTo>
                    <a:pt x="140738" y="45676"/>
                  </a:lnTo>
                  <a:lnTo>
                    <a:pt x="141626" y="47007"/>
                  </a:lnTo>
                  <a:lnTo>
                    <a:pt x="142927" y="48943"/>
                  </a:lnTo>
                  <a:lnTo>
                    <a:pt x="143046" y="49125"/>
                  </a:lnTo>
                  <a:lnTo>
                    <a:pt x="143194" y="49306"/>
                  </a:lnTo>
                  <a:lnTo>
                    <a:pt x="144022" y="50546"/>
                  </a:lnTo>
                  <a:lnTo>
                    <a:pt x="144259" y="50909"/>
                  </a:lnTo>
                  <a:lnTo>
                    <a:pt x="145353" y="52543"/>
                  </a:lnTo>
                  <a:lnTo>
                    <a:pt x="145560" y="52876"/>
                  </a:lnTo>
                  <a:lnTo>
                    <a:pt x="147129" y="55205"/>
                  </a:lnTo>
                  <a:lnTo>
                    <a:pt x="147839" y="56263"/>
                  </a:lnTo>
                  <a:lnTo>
                    <a:pt x="149170" y="58260"/>
                  </a:lnTo>
                  <a:lnTo>
                    <a:pt x="149288" y="58411"/>
                  </a:lnTo>
                  <a:lnTo>
                    <a:pt x="149791" y="59198"/>
                  </a:lnTo>
                  <a:lnTo>
                    <a:pt x="151330" y="61557"/>
                  </a:lnTo>
                  <a:lnTo>
                    <a:pt x="152247" y="63009"/>
                  </a:lnTo>
                  <a:lnTo>
                    <a:pt x="155590" y="68061"/>
                  </a:lnTo>
                  <a:lnTo>
                    <a:pt x="156596" y="69603"/>
                  </a:lnTo>
                  <a:lnTo>
                    <a:pt x="156921" y="70118"/>
                  </a:lnTo>
                  <a:lnTo>
                    <a:pt x="157454" y="70904"/>
                  </a:lnTo>
                  <a:lnTo>
                    <a:pt x="157720" y="71328"/>
                  </a:lnTo>
                  <a:lnTo>
                    <a:pt x="159288" y="73566"/>
                  </a:lnTo>
                  <a:lnTo>
                    <a:pt x="160057" y="74655"/>
                  </a:lnTo>
                  <a:lnTo>
                    <a:pt x="160915" y="75865"/>
                  </a:lnTo>
                  <a:lnTo>
                    <a:pt x="161123" y="76168"/>
                  </a:lnTo>
                  <a:lnTo>
                    <a:pt x="161448" y="76712"/>
                  </a:lnTo>
                  <a:lnTo>
                    <a:pt x="161803" y="77257"/>
                  </a:lnTo>
                  <a:lnTo>
                    <a:pt x="161803" y="77559"/>
                  </a:lnTo>
                  <a:lnTo>
                    <a:pt x="161596" y="77831"/>
                  </a:lnTo>
                  <a:lnTo>
                    <a:pt x="161507" y="78013"/>
                  </a:lnTo>
                  <a:lnTo>
                    <a:pt x="161448" y="78164"/>
                  </a:lnTo>
                  <a:lnTo>
                    <a:pt x="161418" y="78346"/>
                  </a:lnTo>
                  <a:lnTo>
                    <a:pt x="161389" y="78497"/>
                  </a:lnTo>
                  <a:lnTo>
                    <a:pt x="161270" y="78678"/>
                  </a:lnTo>
                  <a:lnTo>
                    <a:pt x="160945" y="78648"/>
                  </a:lnTo>
                  <a:lnTo>
                    <a:pt x="159939" y="78497"/>
                  </a:lnTo>
                  <a:lnTo>
                    <a:pt x="159525" y="78436"/>
                  </a:lnTo>
                  <a:lnTo>
                    <a:pt x="158756" y="78315"/>
                  </a:lnTo>
                  <a:lnTo>
                    <a:pt x="158223" y="78225"/>
                  </a:lnTo>
                  <a:lnTo>
                    <a:pt x="157010" y="78073"/>
                  </a:lnTo>
                  <a:lnTo>
                    <a:pt x="156744" y="78013"/>
                  </a:lnTo>
                  <a:lnTo>
                    <a:pt x="156478" y="77983"/>
                  </a:lnTo>
                  <a:lnTo>
                    <a:pt x="155945" y="77862"/>
                  </a:lnTo>
                  <a:lnTo>
                    <a:pt x="155649" y="77831"/>
                  </a:lnTo>
                  <a:lnTo>
                    <a:pt x="155324" y="77771"/>
                  </a:lnTo>
                  <a:lnTo>
                    <a:pt x="155028" y="77710"/>
                  </a:lnTo>
                  <a:lnTo>
                    <a:pt x="154880" y="77680"/>
                  </a:lnTo>
                  <a:lnTo>
                    <a:pt x="154495" y="77620"/>
                  </a:lnTo>
                  <a:lnTo>
                    <a:pt x="154318" y="77589"/>
                  </a:lnTo>
                  <a:lnTo>
                    <a:pt x="153489" y="77468"/>
                  </a:lnTo>
                  <a:lnTo>
                    <a:pt x="152484" y="77287"/>
                  </a:lnTo>
                  <a:lnTo>
                    <a:pt x="152158" y="77226"/>
                  </a:lnTo>
                  <a:lnTo>
                    <a:pt x="151655" y="77136"/>
                  </a:lnTo>
                  <a:lnTo>
                    <a:pt x="151359" y="77105"/>
                  </a:lnTo>
                  <a:lnTo>
                    <a:pt x="150768" y="77015"/>
                  </a:lnTo>
                  <a:lnTo>
                    <a:pt x="150383" y="76954"/>
                  </a:lnTo>
                  <a:lnTo>
                    <a:pt x="149288" y="76773"/>
                  </a:lnTo>
                  <a:lnTo>
                    <a:pt x="149081" y="76742"/>
                  </a:lnTo>
                  <a:lnTo>
                    <a:pt x="148075" y="76591"/>
                  </a:lnTo>
                  <a:lnTo>
                    <a:pt x="147395" y="76470"/>
                  </a:lnTo>
                  <a:lnTo>
                    <a:pt x="146507" y="76319"/>
                  </a:lnTo>
                  <a:lnTo>
                    <a:pt x="145975" y="76258"/>
                  </a:lnTo>
                  <a:lnTo>
                    <a:pt x="144850" y="76077"/>
                  </a:lnTo>
                  <a:lnTo>
                    <a:pt x="144229" y="75986"/>
                  </a:lnTo>
                  <a:lnTo>
                    <a:pt x="143756" y="75895"/>
                  </a:lnTo>
                  <a:lnTo>
                    <a:pt x="143342" y="75835"/>
                  </a:lnTo>
                  <a:lnTo>
                    <a:pt x="143105" y="75805"/>
                  </a:lnTo>
                  <a:lnTo>
                    <a:pt x="142454" y="75714"/>
                  </a:lnTo>
                  <a:lnTo>
                    <a:pt x="139880" y="75290"/>
                  </a:lnTo>
                  <a:lnTo>
                    <a:pt x="139525" y="75230"/>
                  </a:lnTo>
                  <a:lnTo>
                    <a:pt x="139052" y="75169"/>
                  </a:lnTo>
                  <a:lnTo>
                    <a:pt x="138874" y="75139"/>
                  </a:lnTo>
                  <a:lnTo>
                    <a:pt x="138194" y="75048"/>
                  </a:lnTo>
                  <a:lnTo>
                    <a:pt x="137779" y="74988"/>
                  </a:lnTo>
                  <a:lnTo>
                    <a:pt x="137602" y="76319"/>
                  </a:lnTo>
                  <a:lnTo>
                    <a:pt x="137602" y="76621"/>
                  </a:lnTo>
                  <a:lnTo>
                    <a:pt x="137779" y="78406"/>
                  </a:lnTo>
                  <a:lnTo>
                    <a:pt x="137839" y="79223"/>
                  </a:lnTo>
                  <a:lnTo>
                    <a:pt x="137927" y="80070"/>
                  </a:lnTo>
                  <a:lnTo>
                    <a:pt x="138046" y="81854"/>
                  </a:lnTo>
                  <a:lnTo>
                    <a:pt x="137454" y="81945"/>
                  </a:lnTo>
                  <a:lnTo>
                    <a:pt x="135708" y="82096"/>
                  </a:lnTo>
                  <a:lnTo>
                    <a:pt x="135324" y="82127"/>
                  </a:lnTo>
                  <a:lnTo>
                    <a:pt x="135087" y="82157"/>
                  </a:lnTo>
                  <a:lnTo>
                    <a:pt x="134910" y="82157"/>
                  </a:lnTo>
                  <a:lnTo>
                    <a:pt x="134614" y="82187"/>
                  </a:lnTo>
                  <a:lnTo>
                    <a:pt x="133460" y="82308"/>
                  </a:lnTo>
                  <a:lnTo>
                    <a:pt x="132632" y="82369"/>
                  </a:lnTo>
                  <a:lnTo>
                    <a:pt x="131271" y="82127"/>
                  </a:lnTo>
                  <a:lnTo>
                    <a:pt x="131093" y="83034"/>
                  </a:lnTo>
                  <a:lnTo>
                    <a:pt x="130975" y="83609"/>
                  </a:lnTo>
                  <a:lnTo>
                    <a:pt x="130827" y="83579"/>
                  </a:lnTo>
                  <a:lnTo>
                    <a:pt x="130472" y="83518"/>
                  </a:lnTo>
                  <a:lnTo>
                    <a:pt x="130087" y="83427"/>
                  </a:lnTo>
                  <a:lnTo>
                    <a:pt x="129229" y="83216"/>
                  </a:lnTo>
                  <a:lnTo>
                    <a:pt x="129081" y="83821"/>
                  </a:lnTo>
                  <a:lnTo>
                    <a:pt x="129022" y="84093"/>
                  </a:lnTo>
                  <a:lnTo>
                    <a:pt x="128993" y="84244"/>
                  </a:lnTo>
                  <a:lnTo>
                    <a:pt x="128904" y="84577"/>
                  </a:lnTo>
                  <a:lnTo>
                    <a:pt x="128490" y="85031"/>
                  </a:lnTo>
                  <a:lnTo>
                    <a:pt x="128371" y="85182"/>
                  </a:lnTo>
                  <a:lnTo>
                    <a:pt x="127898" y="85666"/>
                  </a:lnTo>
                  <a:lnTo>
                    <a:pt x="127632" y="85878"/>
                  </a:lnTo>
                  <a:lnTo>
                    <a:pt x="127395" y="85394"/>
                  </a:lnTo>
                  <a:lnTo>
                    <a:pt x="127247" y="85091"/>
                  </a:lnTo>
                  <a:lnTo>
                    <a:pt x="127188" y="84940"/>
                  </a:lnTo>
                  <a:lnTo>
                    <a:pt x="127099" y="84789"/>
                  </a:lnTo>
                  <a:lnTo>
                    <a:pt x="127277" y="83700"/>
                  </a:lnTo>
                  <a:lnTo>
                    <a:pt x="127395" y="83155"/>
                  </a:lnTo>
                  <a:lnTo>
                    <a:pt x="127454" y="82641"/>
                  </a:lnTo>
                  <a:lnTo>
                    <a:pt x="127395" y="82248"/>
                  </a:lnTo>
                  <a:lnTo>
                    <a:pt x="127336" y="81643"/>
                  </a:lnTo>
                  <a:lnTo>
                    <a:pt x="127158" y="81703"/>
                  </a:lnTo>
                  <a:lnTo>
                    <a:pt x="126862" y="81794"/>
                  </a:lnTo>
                  <a:lnTo>
                    <a:pt x="126507" y="81885"/>
                  </a:lnTo>
                  <a:lnTo>
                    <a:pt x="126123" y="81854"/>
                  </a:lnTo>
                  <a:lnTo>
                    <a:pt x="125916" y="81340"/>
                  </a:lnTo>
                  <a:lnTo>
                    <a:pt x="125442" y="80342"/>
                  </a:lnTo>
                  <a:lnTo>
                    <a:pt x="125294" y="80402"/>
                  </a:lnTo>
                  <a:lnTo>
                    <a:pt x="124673" y="80554"/>
                  </a:lnTo>
                  <a:lnTo>
                    <a:pt x="124525" y="80614"/>
                  </a:lnTo>
                  <a:lnTo>
                    <a:pt x="123578" y="80826"/>
                  </a:lnTo>
                  <a:lnTo>
                    <a:pt x="122661" y="80886"/>
                  </a:lnTo>
                  <a:lnTo>
                    <a:pt x="122484" y="80886"/>
                  </a:lnTo>
                  <a:lnTo>
                    <a:pt x="121359" y="80856"/>
                  </a:lnTo>
                  <a:lnTo>
                    <a:pt x="121152" y="80856"/>
                  </a:lnTo>
                  <a:lnTo>
                    <a:pt x="120945" y="80826"/>
                  </a:lnTo>
                  <a:lnTo>
                    <a:pt x="120590" y="80796"/>
                  </a:lnTo>
                  <a:lnTo>
                    <a:pt x="120265" y="80765"/>
                  </a:lnTo>
                  <a:lnTo>
                    <a:pt x="119939" y="80917"/>
                  </a:lnTo>
                  <a:lnTo>
                    <a:pt x="119614" y="82066"/>
                  </a:lnTo>
                  <a:lnTo>
                    <a:pt x="119111" y="82732"/>
                  </a:lnTo>
                  <a:lnTo>
                    <a:pt x="118786" y="82429"/>
                  </a:lnTo>
                  <a:lnTo>
                    <a:pt x="118253" y="82036"/>
                  </a:lnTo>
                  <a:lnTo>
                    <a:pt x="117484" y="83760"/>
                  </a:lnTo>
                  <a:lnTo>
                    <a:pt x="117277" y="83579"/>
                  </a:lnTo>
                  <a:lnTo>
                    <a:pt x="116715" y="83095"/>
                  </a:lnTo>
                  <a:lnTo>
                    <a:pt x="116537" y="82943"/>
                  </a:lnTo>
                  <a:lnTo>
                    <a:pt x="115827" y="82278"/>
                  </a:lnTo>
                  <a:lnTo>
                    <a:pt x="115354" y="81854"/>
                  </a:lnTo>
                  <a:lnTo>
                    <a:pt x="114792" y="82550"/>
                  </a:lnTo>
                  <a:lnTo>
                    <a:pt x="114792" y="82943"/>
                  </a:lnTo>
                  <a:lnTo>
                    <a:pt x="114762" y="83367"/>
                  </a:lnTo>
                  <a:lnTo>
                    <a:pt x="113608" y="83397"/>
                  </a:lnTo>
                  <a:lnTo>
                    <a:pt x="113194" y="83397"/>
                  </a:lnTo>
                  <a:lnTo>
                    <a:pt x="112780" y="83397"/>
                  </a:lnTo>
                  <a:lnTo>
                    <a:pt x="112780" y="83579"/>
                  </a:lnTo>
                  <a:lnTo>
                    <a:pt x="112780" y="83942"/>
                  </a:lnTo>
                  <a:lnTo>
                    <a:pt x="112809" y="84426"/>
                  </a:lnTo>
                  <a:lnTo>
                    <a:pt x="112809" y="84970"/>
                  </a:lnTo>
                  <a:lnTo>
                    <a:pt x="112839" y="85757"/>
                  </a:lnTo>
                  <a:lnTo>
                    <a:pt x="111508" y="85787"/>
                  </a:lnTo>
                  <a:lnTo>
                    <a:pt x="110442" y="85817"/>
                  </a:lnTo>
                  <a:lnTo>
                    <a:pt x="109939" y="85817"/>
                  </a:lnTo>
                  <a:lnTo>
                    <a:pt x="109377" y="85817"/>
                  </a:lnTo>
                  <a:lnTo>
                    <a:pt x="108963" y="85031"/>
                  </a:lnTo>
                  <a:lnTo>
                    <a:pt x="108904" y="84879"/>
                  </a:lnTo>
                  <a:lnTo>
                    <a:pt x="108460" y="83972"/>
                  </a:lnTo>
                  <a:lnTo>
                    <a:pt x="108312" y="83730"/>
                  </a:lnTo>
                  <a:lnTo>
                    <a:pt x="108076" y="84153"/>
                  </a:lnTo>
                  <a:lnTo>
                    <a:pt x="107632" y="84879"/>
                  </a:lnTo>
                  <a:lnTo>
                    <a:pt x="106596" y="86694"/>
                  </a:lnTo>
                  <a:lnTo>
                    <a:pt x="106271" y="87239"/>
                  </a:lnTo>
                  <a:lnTo>
                    <a:pt x="105827" y="87965"/>
                  </a:lnTo>
                  <a:lnTo>
                    <a:pt x="105531" y="88479"/>
                  </a:lnTo>
                  <a:lnTo>
                    <a:pt x="104821" y="89719"/>
                  </a:lnTo>
                  <a:lnTo>
                    <a:pt x="104584" y="90143"/>
                  </a:lnTo>
                  <a:lnTo>
                    <a:pt x="104407" y="90415"/>
                  </a:lnTo>
                  <a:lnTo>
                    <a:pt x="103904" y="91292"/>
                  </a:lnTo>
                  <a:lnTo>
                    <a:pt x="103164" y="92533"/>
                  </a:lnTo>
                  <a:lnTo>
                    <a:pt x="103046" y="92714"/>
                  </a:lnTo>
                  <a:lnTo>
                    <a:pt x="102366" y="93742"/>
                  </a:lnTo>
                  <a:lnTo>
                    <a:pt x="101892" y="94438"/>
                  </a:lnTo>
                  <a:lnTo>
                    <a:pt x="101626" y="94680"/>
                  </a:lnTo>
                  <a:lnTo>
                    <a:pt x="100709" y="95618"/>
                  </a:lnTo>
                  <a:lnTo>
                    <a:pt x="100058" y="96041"/>
                  </a:lnTo>
                  <a:lnTo>
                    <a:pt x="99496" y="96374"/>
                  </a:lnTo>
                  <a:lnTo>
                    <a:pt x="98934" y="96586"/>
                  </a:lnTo>
                  <a:lnTo>
                    <a:pt x="98667" y="96707"/>
                  </a:lnTo>
                  <a:lnTo>
                    <a:pt x="97691" y="97040"/>
                  </a:lnTo>
                  <a:lnTo>
                    <a:pt x="97750" y="97191"/>
                  </a:lnTo>
                  <a:lnTo>
                    <a:pt x="97957" y="97796"/>
                  </a:lnTo>
                  <a:lnTo>
                    <a:pt x="97454" y="98068"/>
                  </a:lnTo>
                  <a:lnTo>
                    <a:pt x="96212" y="98824"/>
                  </a:lnTo>
                  <a:lnTo>
                    <a:pt x="95472" y="99187"/>
                  </a:lnTo>
                  <a:lnTo>
                    <a:pt x="94289" y="99732"/>
                  </a:lnTo>
                  <a:lnTo>
                    <a:pt x="93638" y="99913"/>
                  </a:lnTo>
                  <a:lnTo>
                    <a:pt x="93046" y="100065"/>
                  </a:lnTo>
                  <a:lnTo>
                    <a:pt x="92514" y="100186"/>
                  </a:lnTo>
                  <a:lnTo>
                    <a:pt x="92159" y="100276"/>
                  </a:lnTo>
                  <a:lnTo>
                    <a:pt x="91715" y="100428"/>
                  </a:lnTo>
                  <a:lnTo>
                    <a:pt x="91301" y="100639"/>
                  </a:lnTo>
                  <a:lnTo>
                    <a:pt x="90591" y="101002"/>
                  </a:lnTo>
                  <a:lnTo>
                    <a:pt x="90354" y="101154"/>
                  </a:lnTo>
                  <a:lnTo>
                    <a:pt x="89969" y="101547"/>
                  </a:lnTo>
                  <a:lnTo>
                    <a:pt x="89525" y="101970"/>
                  </a:lnTo>
                  <a:lnTo>
                    <a:pt x="89378" y="102152"/>
                  </a:lnTo>
                  <a:lnTo>
                    <a:pt x="88904" y="102787"/>
                  </a:lnTo>
                  <a:lnTo>
                    <a:pt x="88164" y="104118"/>
                  </a:lnTo>
                  <a:lnTo>
                    <a:pt x="87632" y="105086"/>
                  </a:lnTo>
                  <a:lnTo>
                    <a:pt x="86922" y="106326"/>
                  </a:lnTo>
                  <a:lnTo>
                    <a:pt x="86567" y="106992"/>
                  </a:lnTo>
                  <a:lnTo>
                    <a:pt x="86389" y="107173"/>
                  </a:lnTo>
                  <a:lnTo>
                    <a:pt x="85916" y="107748"/>
                  </a:lnTo>
                  <a:lnTo>
                    <a:pt x="85561" y="108081"/>
                  </a:lnTo>
                  <a:lnTo>
                    <a:pt x="85295" y="108292"/>
                  </a:lnTo>
                  <a:lnTo>
                    <a:pt x="84999" y="108595"/>
                  </a:lnTo>
                  <a:lnTo>
                    <a:pt x="84821" y="108776"/>
                  </a:lnTo>
                  <a:lnTo>
                    <a:pt x="84555" y="109018"/>
                  </a:lnTo>
                  <a:lnTo>
                    <a:pt x="84378" y="109230"/>
                  </a:lnTo>
                  <a:lnTo>
                    <a:pt x="83963" y="109744"/>
                  </a:lnTo>
                  <a:lnTo>
                    <a:pt x="83579" y="110319"/>
                  </a:lnTo>
                  <a:lnTo>
                    <a:pt x="83431" y="110622"/>
                  </a:lnTo>
                  <a:lnTo>
                    <a:pt x="82957" y="110864"/>
                  </a:lnTo>
                  <a:lnTo>
                    <a:pt x="82691" y="111015"/>
                  </a:lnTo>
                  <a:lnTo>
                    <a:pt x="82366" y="111257"/>
                  </a:lnTo>
                  <a:lnTo>
                    <a:pt x="81892" y="111499"/>
                  </a:lnTo>
                  <a:lnTo>
                    <a:pt x="80620" y="112043"/>
                  </a:lnTo>
                  <a:lnTo>
                    <a:pt x="79644" y="112467"/>
                  </a:lnTo>
                  <a:lnTo>
                    <a:pt x="78875" y="112800"/>
                  </a:lnTo>
                  <a:lnTo>
                    <a:pt x="78668" y="112769"/>
                  </a:lnTo>
                  <a:lnTo>
                    <a:pt x="79614" y="112346"/>
                  </a:lnTo>
                  <a:lnTo>
                    <a:pt x="81567" y="111499"/>
                  </a:lnTo>
                  <a:lnTo>
                    <a:pt x="82011" y="111227"/>
                  </a:lnTo>
                  <a:lnTo>
                    <a:pt x="81952" y="110833"/>
                  </a:lnTo>
                  <a:lnTo>
                    <a:pt x="81833" y="109835"/>
                  </a:lnTo>
                  <a:lnTo>
                    <a:pt x="81804" y="109412"/>
                  </a:lnTo>
                  <a:lnTo>
                    <a:pt x="81596" y="109139"/>
                  </a:lnTo>
                  <a:lnTo>
                    <a:pt x="81419" y="108746"/>
                  </a:lnTo>
                  <a:lnTo>
                    <a:pt x="81271" y="108534"/>
                  </a:lnTo>
                  <a:lnTo>
                    <a:pt x="81123" y="108262"/>
                  </a:lnTo>
                  <a:lnTo>
                    <a:pt x="81005" y="108020"/>
                  </a:lnTo>
                  <a:lnTo>
                    <a:pt x="81005" y="107687"/>
                  </a:lnTo>
                  <a:lnTo>
                    <a:pt x="80857" y="107627"/>
                  </a:lnTo>
                  <a:lnTo>
                    <a:pt x="80709" y="107355"/>
                  </a:lnTo>
                  <a:lnTo>
                    <a:pt x="80620" y="107173"/>
                  </a:lnTo>
                  <a:lnTo>
                    <a:pt x="80531" y="106871"/>
                  </a:lnTo>
                  <a:lnTo>
                    <a:pt x="80443" y="106689"/>
                  </a:lnTo>
                  <a:lnTo>
                    <a:pt x="80383" y="106478"/>
                  </a:lnTo>
                  <a:lnTo>
                    <a:pt x="80324" y="106266"/>
                  </a:lnTo>
                  <a:lnTo>
                    <a:pt x="80265" y="106054"/>
                  </a:lnTo>
                  <a:lnTo>
                    <a:pt x="80206" y="105812"/>
                  </a:lnTo>
                  <a:lnTo>
                    <a:pt x="80088" y="105570"/>
                  </a:lnTo>
                  <a:lnTo>
                    <a:pt x="79910" y="105298"/>
                  </a:lnTo>
                  <a:lnTo>
                    <a:pt x="79673" y="105268"/>
                  </a:lnTo>
                  <a:lnTo>
                    <a:pt x="79111" y="105328"/>
                  </a:lnTo>
                  <a:lnTo>
                    <a:pt x="79111" y="105086"/>
                  </a:lnTo>
                  <a:lnTo>
                    <a:pt x="80561" y="104360"/>
                  </a:lnTo>
                  <a:lnTo>
                    <a:pt x="80472" y="104209"/>
                  </a:lnTo>
                  <a:lnTo>
                    <a:pt x="80443" y="104058"/>
                  </a:lnTo>
                  <a:lnTo>
                    <a:pt x="80236" y="103453"/>
                  </a:lnTo>
                  <a:lnTo>
                    <a:pt x="80117" y="103271"/>
                  </a:lnTo>
                  <a:lnTo>
                    <a:pt x="80117" y="103029"/>
                  </a:lnTo>
                  <a:lnTo>
                    <a:pt x="80058" y="102787"/>
                  </a:lnTo>
                  <a:lnTo>
                    <a:pt x="79881" y="102575"/>
                  </a:lnTo>
                  <a:lnTo>
                    <a:pt x="79792" y="102424"/>
                  </a:lnTo>
                  <a:lnTo>
                    <a:pt x="79762" y="101970"/>
                  </a:lnTo>
                  <a:lnTo>
                    <a:pt x="79644" y="101638"/>
                  </a:lnTo>
                  <a:lnTo>
                    <a:pt x="79466" y="101426"/>
                  </a:lnTo>
                  <a:lnTo>
                    <a:pt x="79348" y="101184"/>
                  </a:lnTo>
                  <a:lnTo>
                    <a:pt x="79200" y="101033"/>
                  </a:lnTo>
                  <a:lnTo>
                    <a:pt x="78993" y="100730"/>
                  </a:lnTo>
                  <a:lnTo>
                    <a:pt x="78845" y="100518"/>
                  </a:lnTo>
                  <a:lnTo>
                    <a:pt x="78875" y="100246"/>
                  </a:lnTo>
                  <a:lnTo>
                    <a:pt x="78756" y="99944"/>
                  </a:lnTo>
                  <a:lnTo>
                    <a:pt x="78549" y="99581"/>
                  </a:lnTo>
                  <a:lnTo>
                    <a:pt x="78342" y="99218"/>
                  </a:lnTo>
                  <a:lnTo>
                    <a:pt x="78046" y="98764"/>
                  </a:lnTo>
                  <a:lnTo>
                    <a:pt x="77780" y="98159"/>
                  </a:lnTo>
                  <a:lnTo>
                    <a:pt x="77750" y="97917"/>
                  </a:lnTo>
                  <a:lnTo>
                    <a:pt x="77455" y="97584"/>
                  </a:lnTo>
                  <a:lnTo>
                    <a:pt x="77277" y="97251"/>
                  </a:lnTo>
                  <a:lnTo>
                    <a:pt x="76922" y="96888"/>
                  </a:lnTo>
                  <a:lnTo>
                    <a:pt x="76715" y="96404"/>
                  </a:lnTo>
                  <a:lnTo>
                    <a:pt x="76478" y="96011"/>
                  </a:lnTo>
                  <a:lnTo>
                    <a:pt x="76034" y="95376"/>
                  </a:lnTo>
                  <a:lnTo>
                    <a:pt x="75857" y="95043"/>
                  </a:lnTo>
                  <a:lnTo>
                    <a:pt x="75561" y="94529"/>
                  </a:lnTo>
                  <a:lnTo>
                    <a:pt x="75206" y="94136"/>
                  </a:lnTo>
                  <a:lnTo>
                    <a:pt x="75088" y="93924"/>
                  </a:lnTo>
                  <a:lnTo>
                    <a:pt x="74792" y="93591"/>
                  </a:lnTo>
                  <a:lnTo>
                    <a:pt x="74555" y="93440"/>
                  </a:lnTo>
                  <a:lnTo>
                    <a:pt x="74378" y="93410"/>
                  </a:lnTo>
                  <a:lnTo>
                    <a:pt x="74111" y="93561"/>
                  </a:lnTo>
                  <a:lnTo>
                    <a:pt x="73638" y="93894"/>
                  </a:lnTo>
                  <a:lnTo>
                    <a:pt x="73520" y="93742"/>
                  </a:lnTo>
                  <a:lnTo>
                    <a:pt x="73934" y="93440"/>
                  </a:lnTo>
                  <a:lnTo>
                    <a:pt x="74082" y="93228"/>
                  </a:lnTo>
                  <a:lnTo>
                    <a:pt x="74023" y="93017"/>
                  </a:lnTo>
                  <a:lnTo>
                    <a:pt x="73904" y="92775"/>
                  </a:lnTo>
                  <a:lnTo>
                    <a:pt x="73786" y="92623"/>
                  </a:lnTo>
                  <a:lnTo>
                    <a:pt x="73520" y="92442"/>
                  </a:lnTo>
                  <a:lnTo>
                    <a:pt x="73372" y="92291"/>
                  </a:lnTo>
                  <a:lnTo>
                    <a:pt x="73194" y="92079"/>
                  </a:lnTo>
                  <a:lnTo>
                    <a:pt x="73017" y="91928"/>
                  </a:lnTo>
                  <a:lnTo>
                    <a:pt x="72780" y="91746"/>
                  </a:lnTo>
                  <a:lnTo>
                    <a:pt x="72514" y="91504"/>
                  </a:lnTo>
                  <a:lnTo>
                    <a:pt x="72100" y="91141"/>
                  </a:lnTo>
                  <a:lnTo>
                    <a:pt x="71537" y="90718"/>
                  </a:lnTo>
                  <a:lnTo>
                    <a:pt x="71123" y="90324"/>
                  </a:lnTo>
                  <a:lnTo>
                    <a:pt x="70768" y="90113"/>
                  </a:lnTo>
                  <a:lnTo>
                    <a:pt x="70443" y="89840"/>
                  </a:lnTo>
                  <a:lnTo>
                    <a:pt x="70147" y="89750"/>
                  </a:lnTo>
                  <a:lnTo>
                    <a:pt x="69792" y="89387"/>
                  </a:lnTo>
                  <a:lnTo>
                    <a:pt x="69348" y="89145"/>
                  </a:lnTo>
                  <a:lnTo>
                    <a:pt x="68934" y="88812"/>
                  </a:lnTo>
                  <a:lnTo>
                    <a:pt x="68697" y="88600"/>
                  </a:lnTo>
                  <a:lnTo>
                    <a:pt x="68490" y="88509"/>
                  </a:lnTo>
                  <a:lnTo>
                    <a:pt x="68165" y="88267"/>
                  </a:lnTo>
                  <a:lnTo>
                    <a:pt x="67869" y="88086"/>
                  </a:lnTo>
                  <a:lnTo>
                    <a:pt x="67484" y="87723"/>
                  </a:lnTo>
                  <a:lnTo>
                    <a:pt x="67247" y="87632"/>
                  </a:lnTo>
                  <a:lnTo>
                    <a:pt x="67040" y="87390"/>
                  </a:lnTo>
                  <a:lnTo>
                    <a:pt x="66597" y="87178"/>
                  </a:lnTo>
                  <a:lnTo>
                    <a:pt x="66123" y="86936"/>
                  </a:lnTo>
                  <a:lnTo>
                    <a:pt x="65679" y="86664"/>
                  </a:lnTo>
                  <a:lnTo>
                    <a:pt x="65324" y="86452"/>
                  </a:lnTo>
                  <a:lnTo>
                    <a:pt x="64703" y="85999"/>
                  </a:lnTo>
                  <a:lnTo>
                    <a:pt x="64319" y="85787"/>
                  </a:lnTo>
                  <a:lnTo>
                    <a:pt x="63963" y="85575"/>
                  </a:lnTo>
                  <a:lnTo>
                    <a:pt x="63638" y="85333"/>
                  </a:lnTo>
                  <a:lnTo>
                    <a:pt x="63224" y="85121"/>
                  </a:lnTo>
                  <a:lnTo>
                    <a:pt x="62869" y="84910"/>
                  </a:lnTo>
                  <a:lnTo>
                    <a:pt x="62691" y="84849"/>
                  </a:lnTo>
                  <a:lnTo>
                    <a:pt x="62277" y="84637"/>
                  </a:lnTo>
                  <a:lnTo>
                    <a:pt x="61922" y="84516"/>
                  </a:lnTo>
                  <a:lnTo>
                    <a:pt x="61567" y="84335"/>
                  </a:lnTo>
                  <a:lnTo>
                    <a:pt x="61360" y="84244"/>
                  </a:lnTo>
                  <a:lnTo>
                    <a:pt x="61094" y="84123"/>
                  </a:lnTo>
                  <a:lnTo>
                    <a:pt x="60798" y="84153"/>
                  </a:lnTo>
                  <a:lnTo>
                    <a:pt x="60532" y="84547"/>
                  </a:lnTo>
                  <a:lnTo>
                    <a:pt x="60206" y="85031"/>
                  </a:lnTo>
                  <a:lnTo>
                    <a:pt x="59999" y="85333"/>
                  </a:lnTo>
                  <a:lnTo>
                    <a:pt x="56538" y="90445"/>
                  </a:lnTo>
                  <a:lnTo>
                    <a:pt x="56271" y="90264"/>
                  </a:lnTo>
                  <a:lnTo>
                    <a:pt x="58283" y="87148"/>
                  </a:lnTo>
                  <a:lnTo>
                    <a:pt x="58904" y="86180"/>
                  </a:lnTo>
                  <a:lnTo>
                    <a:pt x="58904" y="86029"/>
                  </a:lnTo>
                  <a:lnTo>
                    <a:pt x="58756" y="86059"/>
                  </a:lnTo>
                  <a:lnTo>
                    <a:pt x="58609" y="85968"/>
                  </a:lnTo>
                  <a:lnTo>
                    <a:pt x="58638" y="85817"/>
                  </a:lnTo>
                  <a:lnTo>
                    <a:pt x="58372" y="85636"/>
                  </a:lnTo>
                  <a:lnTo>
                    <a:pt x="58490" y="85454"/>
                  </a:lnTo>
                  <a:lnTo>
                    <a:pt x="58283" y="85363"/>
                  </a:lnTo>
                  <a:lnTo>
                    <a:pt x="58490" y="85061"/>
                  </a:lnTo>
                  <a:lnTo>
                    <a:pt x="58609" y="85212"/>
                  </a:lnTo>
                  <a:lnTo>
                    <a:pt x="58786" y="85121"/>
                  </a:lnTo>
                  <a:lnTo>
                    <a:pt x="58993" y="85212"/>
                  </a:lnTo>
                  <a:lnTo>
                    <a:pt x="59082" y="85484"/>
                  </a:lnTo>
                  <a:lnTo>
                    <a:pt x="59466" y="85636"/>
                  </a:lnTo>
                  <a:lnTo>
                    <a:pt x="60946" y="83458"/>
                  </a:lnTo>
                  <a:lnTo>
                    <a:pt x="60975" y="83276"/>
                  </a:lnTo>
                  <a:lnTo>
                    <a:pt x="60916" y="83064"/>
                  </a:lnTo>
                  <a:lnTo>
                    <a:pt x="60768" y="82822"/>
                  </a:lnTo>
                  <a:lnTo>
                    <a:pt x="60591" y="82671"/>
                  </a:lnTo>
                  <a:lnTo>
                    <a:pt x="60236" y="82248"/>
                  </a:lnTo>
                  <a:lnTo>
                    <a:pt x="60029" y="81975"/>
                  </a:lnTo>
                  <a:lnTo>
                    <a:pt x="59822" y="81764"/>
                  </a:lnTo>
                  <a:lnTo>
                    <a:pt x="59496" y="81491"/>
                  </a:lnTo>
                  <a:lnTo>
                    <a:pt x="59319" y="81219"/>
                  </a:lnTo>
                  <a:lnTo>
                    <a:pt x="59082" y="80917"/>
                  </a:lnTo>
                  <a:lnTo>
                    <a:pt x="58727" y="80554"/>
                  </a:lnTo>
                  <a:lnTo>
                    <a:pt x="58253" y="80070"/>
                  </a:lnTo>
                  <a:lnTo>
                    <a:pt x="57958" y="79798"/>
                  </a:lnTo>
                  <a:lnTo>
                    <a:pt x="57662" y="79525"/>
                  </a:lnTo>
                  <a:lnTo>
                    <a:pt x="57248" y="79193"/>
                  </a:lnTo>
                  <a:lnTo>
                    <a:pt x="56833" y="78890"/>
                  </a:lnTo>
                  <a:lnTo>
                    <a:pt x="56597" y="78648"/>
                  </a:lnTo>
                  <a:lnTo>
                    <a:pt x="56390" y="78436"/>
                  </a:lnTo>
                  <a:lnTo>
                    <a:pt x="56212" y="78346"/>
                  </a:lnTo>
                  <a:lnTo>
                    <a:pt x="56035" y="78406"/>
                  </a:lnTo>
                  <a:lnTo>
                    <a:pt x="55887" y="78436"/>
                  </a:lnTo>
                  <a:lnTo>
                    <a:pt x="55709" y="78255"/>
                  </a:lnTo>
                  <a:lnTo>
                    <a:pt x="55857" y="78164"/>
                  </a:lnTo>
                  <a:lnTo>
                    <a:pt x="56064" y="78073"/>
                  </a:lnTo>
                  <a:lnTo>
                    <a:pt x="56330" y="77892"/>
                  </a:lnTo>
                  <a:lnTo>
                    <a:pt x="56330" y="77741"/>
                  </a:lnTo>
                  <a:lnTo>
                    <a:pt x="56212" y="77529"/>
                  </a:lnTo>
                  <a:lnTo>
                    <a:pt x="56123" y="77257"/>
                  </a:lnTo>
                  <a:lnTo>
                    <a:pt x="55916" y="77105"/>
                  </a:lnTo>
                  <a:lnTo>
                    <a:pt x="55709" y="76863"/>
                  </a:lnTo>
                  <a:lnTo>
                    <a:pt x="55532" y="76652"/>
                  </a:lnTo>
                  <a:lnTo>
                    <a:pt x="55413" y="76410"/>
                  </a:lnTo>
                  <a:lnTo>
                    <a:pt x="55265" y="76198"/>
                  </a:lnTo>
                  <a:lnTo>
                    <a:pt x="55058" y="76016"/>
                  </a:lnTo>
                  <a:lnTo>
                    <a:pt x="54822" y="75714"/>
                  </a:lnTo>
                  <a:lnTo>
                    <a:pt x="54644" y="75351"/>
                  </a:lnTo>
                  <a:lnTo>
                    <a:pt x="54378" y="75048"/>
                  </a:lnTo>
                  <a:lnTo>
                    <a:pt x="54289" y="74867"/>
                  </a:lnTo>
                  <a:lnTo>
                    <a:pt x="54112" y="74746"/>
                  </a:lnTo>
                  <a:lnTo>
                    <a:pt x="53875" y="74413"/>
                  </a:lnTo>
                  <a:lnTo>
                    <a:pt x="53697" y="74141"/>
                  </a:lnTo>
                  <a:lnTo>
                    <a:pt x="53431" y="73717"/>
                  </a:lnTo>
                  <a:lnTo>
                    <a:pt x="53046" y="73385"/>
                  </a:lnTo>
                  <a:lnTo>
                    <a:pt x="52543" y="73052"/>
                  </a:lnTo>
                  <a:lnTo>
                    <a:pt x="52011" y="72870"/>
                  </a:lnTo>
                  <a:lnTo>
                    <a:pt x="49999" y="75018"/>
                  </a:lnTo>
                  <a:lnTo>
                    <a:pt x="49674" y="74685"/>
                  </a:lnTo>
                  <a:lnTo>
                    <a:pt x="51922" y="72326"/>
                  </a:lnTo>
                  <a:lnTo>
                    <a:pt x="52041" y="72084"/>
                  </a:lnTo>
                  <a:lnTo>
                    <a:pt x="52159" y="71872"/>
                  </a:lnTo>
                  <a:lnTo>
                    <a:pt x="52159" y="71570"/>
                  </a:lnTo>
                  <a:lnTo>
                    <a:pt x="51833" y="70995"/>
                  </a:lnTo>
                  <a:lnTo>
                    <a:pt x="51449" y="70481"/>
                  </a:lnTo>
                  <a:lnTo>
                    <a:pt x="50857" y="69876"/>
                  </a:lnTo>
                  <a:lnTo>
                    <a:pt x="50443" y="69392"/>
                  </a:lnTo>
                  <a:lnTo>
                    <a:pt x="49940" y="68908"/>
                  </a:lnTo>
                  <a:lnTo>
                    <a:pt x="49467" y="68393"/>
                  </a:lnTo>
                  <a:lnTo>
                    <a:pt x="48993" y="67879"/>
                  </a:lnTo>
                  <a:lnTo>
                    <a:pt x="48786" y="67698"/>
                  </a:lnTo>
                  <a:lnTo>
                    <a:pt x="48431" y="67335"/>
                  </a:lnTo>
                  <a:lnTo>
                    <a:pt x="48076" y="67002"/>
                  </a:lnTo>
                  <a:lnTo>
                    <a:pt x="47544" y="66699"/>
                  </a:lnTo>
                  <a:lnTo>
                    <a:pt x="46804" y="66095"/>
                  </a:lnTo>
                  <a:lnTo>
                    <a:pt x="46271" y="65671"/>
                  </a:lnTo>
                  <a:lnTo>
                    <a:pt x="46005" y="65459"/>
                  </a:lnTo>
                  <a:lnTo>
                    <a:pt x="45384" y="65308"/>
                  </a:lnTo>
                  <a:lnTo>
                    <a:pt x="44585" y="65036"/>
                  </a:lnTo>
                  <a:lnTo>
                    <a:pt x="44378" y="64945"/>
                  </a:lnTo>
                  <a:lnTo>
                    <a:pt x="44171" y="64673"/>
                  </a:lnTo>
                  <a:lnTo>
                    <a:pt x="43786" y="64582"/>
                  </a:lnTo>
                  <a:lnTo>
                    <a:pt x="43579" y="64612"/>
                  </a:lnTo>
                  <a:lnTo>
                    <a:pt x="43194" y="65036"/>
                  </a:lnTo>
                  <a:lnTo>
                    <a:pt x="43017" y="65217"/>
                  </a:lnTo>
                  <a:lnTo>
                    <a:pt x="42780" y="64975"/>
                  </a:lnTo>
                  <a:lnTo>
                    <a:pt x="43194" y="64431"/>
                  </a:lnTo>
                  <a:lnTo>
                    <a:pt x="42869" y="63886"/>
                  </a:lnTo>
                  <a:lnTo>
                    <a:pt x="42455" y="63463"/>
                  </a:lnTo>
                  <a:lnTo>
                    <a:pt x="41745" y="62888"/>
                  </a:lnTo>
                  <a:lnTo>
                    <a:pt x="41301" y="62616"/>
                  </a:lnTo>
                  <a:lnTo>
                    <a:pt x="40828" y="62344"/>
                  </a:lnTo>
                  <a:lnTo>
                    <a:pt x="40443" y="62283"/>
                  </a:lnTo>
                  <a:lnTo>
                    <a:pt x="40295" y="62162"/>
                  </a:lnTo>
                  <a:lnTo>
                    <a:pt x="40058" y="62041"/>
                  </a:lnTo>
                  <a:lnTo>
                    <a:pt x="39615" y="61829"/>
                  </a:lnTo>
                  <a:lnTo>
                    <a:pt x="39348" y="61708"/>
                  </a:lnTo>
                  <a:lnTo>
                    <a:pt x="38816" y="61527"/>
                  </a:lnTo>
                  <a:lnTo>
                    <a:pt x="38135" y="61315"/>
                  </a:lnTo>
                  <a:lnTo>
                    <a:pt x="37810" y="61164"/>
                  </a:lnTo>
                  <a:lnTo>
                    <a:pt x="37336" y="60831"/>
                  </a:lnTo>
                  <a:lnTo>
                    <a:pt x="37189" y="60771"/>
                  </a:lnTo>
                  <a:lnTo>
                    <a:pt x="37011" y="60710"/>
                  </a:lnTo>
                  <a:lnTo>
                    <a:pt x="36834" y="60619"/>
                  </a:lnTo>
                  <a:lnTo>
                    <a:pt x="36686" y="60498"/>
                  </a:lnTo>
                  <a:lnTo>
                    <a:pt x="36538" y="60408"/>
                  </a:lnTo>
                  <a:lnTo>
                    <a:pt x="36390" y="60317"/>
                  </a:lnTo>
                  <a:lnTo>
                    <a:pt x="35532" y="59712"/>
                  </a:lnTo>
                  <a:lnTo>
                    <a:pt x="34644" y="59046"/>
                  </a:lnTo>
                  <a:lnTo>
                    <a:pt x="34496" y="58865"/>
                  </a:lnTo>
                  <a:lnTo>
                    <a:pt x="34319" y="58744"/>
                  </a:lnTo>
                  <a:lnTo>
                    <a:pt x="34200" y="58593"/>
                  </a:lnTo>
                  <a:lnTo>
                    <a:pt x="34052" y="58472"/>
                  </a:lnTo>
                  <a:lnTo>
                    <a:pt x="33845" y="58351"/>
                  </a:lnTo>
                  <a:lnTo>
                    <a:pt x="33195" y="57867"/>
                  </a:lnTo>
                  <a:lnTo>
                    <a:pt x="32721" y="57443"/>
                  </a:lnTo>
                  <a:lnTo>
                    <a:pt x="32425" y="57231"/>
                  </a:lnTo>
                  <a:lnTo>
                    <a:pt x="32277" y="57110"/>
                  </a:lnTo>
                  <a:lnTo>
                    <a:pt x="31922" y="56838"/>
                  </a:lnTo>
                  <a:lnTo>
                    <a:pt x="31745" y="56717"/>
                  </a:lnTo>
                  <a:lnTo>
                    <a:pt x="31597" y="56657"/>
                  </a:lnTo>
                  <a:lnTo>
                    <a:pt x="31449" y="56566"/>
                  </a:lnTo>
                  <a:lnTo>
                    <a:pt x="31153" y="56445"/>
                  </a:lnTo>
                  <a:lnTo>
                    <a:pt x="31005" y="56354"/>
                  </a:lnTo>
                  <a:lnTo>
                    <a:pt x="30739" y="56324"/>
                  </a:lnTo>
                  <a:lnTo>
                    <a:pt x="30354" y="56294"/>
                  </a:lnTo>
                  <a:lnTo>
                    <a:pt x="30206" y="56294"/>
                  </a:lnTo>
                  <a:lnTo>
                    <a:pt x="28609" y="57897"/>
                  </a:lnTo>
                  <a:lnTo>
                    <a:pt x="28431" y="57685"/>
                  </a:lnTo>
                  <a:lnTo>
                    <a:pt x="29703" y="56324"/>
                  </a:lnTo>
                  <a:lnTo>
                    <a:pt x="29970" y="56052"/>
                  </a:lnTo>
                  <a:lnTo>
                    <a:pt x="30058" y="55840"/>
                  </a:lnTo>
                  <a:lnTo>
                    <a:pt x="30118" y="55628"/>
                  </a:lnTo>
                  <a:lnTo>
                    <a:pt x="30147" y="55447"/>
                  </a:lnTo>
                  <a:lnTo>
                    <a:pt x="30177" y="55265"/>
                  </a:lnTo>
                  <a:lnTo>
                    <a:pt x="30147" y="55114"/>
                  </a:lnTo>
                  <a:lnTo>
                    <a:pt x="30058" y="54932"/>
                  </a:lnTo>
                  <a:lnTo>
                    <a:pt x="29970" y="54660"/>
                  </a:lnTo>
                  <a:lnTo>
                    <a:pt x="29881" y="54418"/>
                  </a:lnTo>
                  <a:lnTo>
                    <a:pt x="29733" y="54146"/>
                  </a:lnTo>
                  <a:lnTo>
                    <a:pt x="29585" y="53722"/>
                  </a:lnTo>
                  <a:lnTo>
                    <a:pt x="29437" y="53480"/>
                  </a:lnTo>
                  <a:lnTo>
                    <a:pt x="29200" y="53239"/>
                  </a:lnTo>
                  <a:lnTo>
                    <a:pt x="28993" y="53087"/>
                  </a:lnTo>
                  <a:lnTo>
                    <a:pt x="28786" y="52876"/>
                  </a:lnTo>
                  <a:lnTo>
                    <a:pt x="28609" y="52694"/>
                  </a:lnTo>
                  <a:lnTo>
                    <a:pt x="28431" y="52573"/>
                  </a:lnTo>
                  <a:lnTo>
                    <a:pt x="28224" y="52422"/>
                  </a:lnTo>
                  <a:lnTo>
                    <a:pt x="28017" y="52361"/>
                  </a:lnTo>
                  <a:lnTo>
                    <a:pt x="27840" y="52392"/>
                  </a:lnTo>
                  <a:lnTo>
                    <a:pt x="27721" y="52543"/>
                  </a:lnTo>
                  <a:lnTo>
                    <a:pt x="27455" y="52634"/>
                  </a:lnTo>
                  <a:lnTo>
                    <a:pt x="27366" y="52422"/>
                  </a:lnTo>
                  <a:lnTo>
                    <a:pt x="27603" y="52301"/>
                  </a:lnTo>
                  <a:lnTo>
                    <a:pt x="28017" y="52089"/>
                  </a:lnTo>
                  <a:lnTo>
                    <a:pt x="28342" y="51908"/>
                  </a:lnTo>
                  <a:lnTo>
                    <a:pt x="28698" y="51696"/>
                  </a:lnTo>
                  <a:lnTo>
                    <a:pt x="28934" y="51545"/>
                  </a:lnTo>
                  <a:lnTo>
                    <a:pt x="29171" y="51424"/>
                  </a:lnTo>
                  <a:lnTo>
                    <a:pt x="29467" y="51212"/>
                  </a:lnTo>
                  <a:lnTo>
                    <a:pt x="29408" y="50909"/>
                  </a:lnTo>
                  <a:lnTo>
                    <a:pt x="29348" y="50698"/>
                  </a:lnTo>
                  <a:lnTo>
                    <a:pt x="29289" y="50516"/>
                  </a:lnTo>
                  <a:lnTo>
                    <a:pt x="29200" y="50214"/>
                  </a:lnTo>
                  <a:lnTo>
                    <a:pt x="29053" y="49881"/>
                  </a:lnTo>
                  <a:lnTo>
                    <a:pt x="28845" y="49639"/>
                  </a:lnTo>
                  <a:lnTo>
                    <a:pt x="28698" y="49488"/>
                  </a:lnTo>
                  <a:lnTo>
                    <a:pt x="28579" y="49336"/>
                  </a:lnTo>
                  <a:lnTo>
                    <a:pt x="28313" y="49185"/>
                  </a:lnTo>
                  <a:lnTo>
                    <a:pt x="27869" y="48792"/>
                  </a:lnTo>
                  <a:lnTo>
                    <a:pt x="27632" y="48429"/>
                  </a:lnTo>
                  <a:lnTo>
                    <a:pt x="27484" y="48247"/>
                  </a:lnTo>
                  <a:lnTo>
                    <a:pt x="27307" y="48096"/>
                  </a:lnTo>
                  <a:lnTo>
                    <a:pt x="27129" y="47945"/>
                  </a:lnTo>
                  <a:lnTo>
                    <a:pt x="26982" y="47854"/>
                  </a:lnTo>
                  <a:lnTo>
                    <a:pt x="26834" y="47733"/>
                  </a:lnTo>
                  <a:lnTo>
                    <a:pt x="26656" y="47673"/>
                  </a:lnTo>
                  <a:lnTo>
                    <a:pt x="26508" y="47582"/>
                  </a:lnTo>
                  <a:lnTo>
                    <a:pt x="26212" y="47370"/>
                  </a:lnTo>
                  <a:lnTo>
                    <a:pt x="25621" y="47340"/>
                  </a:lnTo>
                  <a:lnTo>
                    <a:pt x="25177" y="46674"/>
                  </a:lnTo>
                  <a:lnTo>
                    <a:pt x="24999" y="46584"/>
                  </a:lnTo>
                  <a:lnTo>
                    <a:pt x="24822" y="46493"/>
                  </a:lnTo>
                  <a:lnTo>
                    <a:pt x="24526" y="46342"/>
                  </a:lnTo>
                  <a:lnTo>
                    <a:pt x="24289" y="46221"/>
                  </a:lnTo>
                  <a:lnTo>
                    <a:pt x="23993" y="46130"/>
                  </a:lnTo>
                  <a:lnTo>
                    <a:pt x="23668" y="45948"/>
                  </a:lnTo>
                  <a:lnTo>
                    <a:pt x="23402" y="45888"/>
                  </a:lnTo>
                  <a:lnTo>
                    <a:pt x="23254" y="45797"/>
                  </a:lnTo>
                  <a:lnTo>
                    <a:pt x="23076" y="45706"/>
                  </a:lnTo>
                  <a:lnTo>
                    <a:pt x="22899" y="45616"/>
                  </a:lnTo>
                  <a:lnTo>
                    <a:pt x="22692" y="45555"/>
                  </a:lnTo>
                  <a:lnTo>
                    <a:pt x="22455" y="45464"/>
                  </a:lnTo>
                  <a:lnTo>
                    <a:pt x="22159" y="45283"/>
                  </a:lnTo>
                  <a:lnTo>
                    <a:pt x="22011" y="45222"/>
                  </a:lnTo>
                  <a:lnTo>
                    <a:pt x="21863" y="45132"/>
                  </a:lnTo>
                  <a:lnTo>
                    <a:pt x="21656" y="45041"/>
                  </a:lnTo>
                  <a:lnTo>
                    <a:pt x="21449" y="44920"/>
                  </a:lnTo>
                  <a:lnTo>
                    <a:pt x="20798" y="44557"/>
                  </a:lnTo>
                  <a:lnTo>
                    <a:pt x="20295" y="44194"/>
                  </a:lnTo>
                  <a:lnTo>
                    <a:pt x="19940" y="43861"/>
                  </a:lnTo>
                  <a:lnTo>
                    <a:pt x="19526" y="43438"/>
                  </a:lnTo>
                  <a:lnTo>
                    <a:pt x="19053" y="43105"/>
                  </a:lnTo>
                  <a:lnTo>
                    <a:pt x="18668" y="42802"/>
                  </a:lnTo>
                  <a:lnTo>
                    <a:pt x="18195" y="42439"/>
                  </a:lnTo>
                  <a:lnTo>
                    <a:pt x="17751" y="42016"/>
                  </a:lnTo>
                  <a:lnTo>
                    <a:pt x="17366" y="41834"/>
                  </a:lnTo>
                  <a:lnTo>
                    <a:pt x="17159" y="41834"/>
                  </a:lnTo>
                  <a:lnTo>
                    <a:pt x="14704" y="44315"/>
                  </a:lnTo>
                  <a:lnTo>
                    <a:pt x="14408" y="44043"/>
                  </a:lnTo>
                  <a:lnTo>
                    <a:pt x="15739" y="42742"/>
                  </a:lnTo>
                  <a:lnTo>
                    <a:pt x="15887" y="42560"/>
                  </a:lnTo>
                  <a:lnTo>
                    <a:pt x="17100" y="41350"/>
                  </a:lnTo>
                  <a:lnTo>
                    <a:pt x="17100" y="40776"/>
                  </a:lnTo>
                  <a:lnTo>
                    <a:pt x="16893" y="40231"/>
                  </a:lnTo>
                  <a:lnTo>
                    <a:pt x="16508" y="39475"/>
                  </a:lnTo>
                  <a:lnTo>
                    <a:pt x="16005" y="38568"/>
                  </a:lnTo>
                  <a:lnTo>
                    <a:pt x="15443" y="37690"/>
                  </a:lnTo>
                  <a:lnTo>
                    <a:pt x="14467" y="36571"/>
                  </a:lnTo>
                  <a:lnTo>
                    <a:pt x="13372" y="35301"/>
                  </a:lnTo>
                  <a:lnTo>
                    <a:pt x="12662" y="34212"/>
                  </a:lnTo>
                  <a:lnTo>
                    <a:pt x="11745" y="33395"/>
                  </a:lnTo>
                  <a:lnTo>
                    <a:pt x="11094" y="32820"/>
                  </a:lnTo>
                  <a:lnTo>
                    <a:pt x="10354" y="32124"/>
                  </a:lnTo>
                  <a:lnTo>
                    <a:pt x="9408" y="31398"/>
                  </a:lnTo>
                  <a:lnTo>
                    <a:pt x="8668" y="30672"/>
                  </a:lnTo>
                  <a:lnTo>
                    <a:pt x="7633" y="30037"/>
                  </a:lnTo>
                  <a:lnTo>
                    <a:pt x="6212" y="29069"/>
                  </a:lnTo>
                  <a:lnTo>
                    <a:pt x="5147" y="28373"/>
                  </a:lnTo>
                  <a:lnTo>
                    <a:pt x="4940" y="28222"/>
                  </a:lnTo>
                  <a:lnTo>
                    <a:pt x="3254" y="27375"/>
                  </a:lnTo>
                  <a:lnTo>
                    <a:pt x="2278" y="26800"/>
                  </a:lnTo>
                  <a:lnTo>
                    <a:pt x="1538" y="26105"/>
                  </a:lnTo>
                  <a:lnTo>
                    <a:pt x="739" y="25591"/>
                  </a:lnTo>
                  <a:lnTo>
                    <a:pt x="147" y="25167"/>
                  </a:lnTo>
                  <a:lnTo>
                    <a:pt x="0" y="25046"/>
                  </a:lnTo>
                  <a:lnTo>
                    <a:pt x="502" y="24713"/>
                  </a:lnTo>
                  <a:lnTo>
                    <a:pt x="917" y="24623"/>
                  </a:lnTo>
                  <a:lnTo>
                    <a:pt x="1153" y="24562"/>
                  </a:lnTo>
                  <a:lnTo>
                    <a:pt x="1331" y="24471"/>
                  </a:lnTo>
                  <a:lnTo>
                    <a:pt x="1627" y="24320"/>
                  </a:lnTo>
                  <a:lnTo>
                    <a:pt x="2130" y="24078"/>
                  </a:lnTo>
                  <a:lnTo>
                    <a:pt x="2337" y="23987"/>
                  </a:lnTo>
                  <a:lnTo>
                    <a:pt x="2899" y="23715"/>
                  </a:lnTo>
                  <a:lnTo>
                    <a:pt x="3165" y="23503"/>
                  </a:lnTo>
                  <a:lnTo>
                    <a:pt x="3343" y="23352"/>
                  </a:lnTo>
                  <a:lnTo>
                    <a:pt x="3431" y="23201"/>
                  </a:lnTo>
                  <a:lnTo>
                    <a:pt x="3550" y="22989"/>
                  </a:lnTo>
                  <a:lnTo>
                    <a:pt x="3491" y="22717"/>
                  </a:lnTo>
                  <a:lnTo>
                    <a:pt x="3461" y="22505"/>
                  </a:lnTo>
                  <a:lnTo>
                    <a:pt x="3431" y="22293"/>
                  </a:lnTo>
                  <a:lnTo>
                    <a:pt x="3491" y="22082"/>
                  </a:lnTo>
                  <a:lnTo>
                    <a:pt x="3579" y="21930"/>
                  </a:lnTo>
                  <a:lnTo>
                    <a:pt x="3786" y="21749"/>
                  </a:lnTo>
                  <a:lnTo>
                    <a:pt x="3994" y="21658"/>
                  </a:lnTo>
                  <a:lnTo>
                    <a:pt x="4141" y="21567"/>
                  </a:lnTo>
                  <a:lnTo>
                    <a:pt x="4349" y="21446"/>
                  </a:lnTo>
                  <a:lnTo>
                    <a:pt x="4497" y="21325"/>
                  </a:lnTo>
                  <a:lnTo>
                    <a:pt x="4704" y="21144"/>
                  </a:lnTo>
                  <a:lnTo>
                    <a:pt x="4940" y="20932"/>
                  </a:lnTo>
                  <a:lnTo>
                    <a:pt x="5088" y="20841"/>
                  </a:lnTo>
                  <a:lnTo>
                    <a:pt x="5473" y="20720"/>
                  </a:lnTo>
                  <a:lnTo>
                    <a:pt x="6035" y="20720"/>
                  </a:lnTo>
                  <a:lnTo>
                    <a:pt x="6686" y="20690"/>
                  </a:lnTo>
                  <a:lnTo>
                    <a:pt x="7100" y="20690"/>
                  </a:lnTo>
                  <a:lnTo>
                    <a:pt x="7633" y="20539"/>
                  </a:lnTo>
                  <a:lnTo>
                    <a:pt x="7781" y="20448"/>
                  </a:lnTo>
                  <a:lnTo>
                    <a:pt x="8017" y="20236"/>
                  </a:lnTo>
                  <a:lnTo>
                    <a:pt x="8283" y="19964"/>
                  </a:lnTo>
                  <a:lnTo>
                    <a:pt x="8372" y="19813"/>
                  </a:lnTo>
                  <a:lnTo>
                    <a:pt x="8491" y="19480"/>
                  </a:lnTo>
                  <a:lnTo>
                    <a:pt x="8698" y="18482"/>
                  </a:lnTo>
                  <a:lnTo>
                    <a:pt x="8727" y="18179"/>
                  </a:lnTo>
                  <a:lnTo>
                    <a:pt x="8875" y="16969"/>
                  </a:lnTo>
                  <a:lnTo>
                    <a:pt x="9112" y="17211"/>
                  </a:lnTo>
                  <a:lnTo>
                    <a:pt x="9349" y="17514"/>
                  </a:lnTo>
                  <a:lnTo>
                    <a:pt x="9615" y="17816"/>
                  </a:lnTo>
                  <a:lnTo>
                    <a:pt x="10029" y="18270"/>
                  </a:lnTo>
                  <a:lnTo>
                    <a:pt x="10147" y="18421"/>
                  </a:lnTo>
                  <a:lnTo>
                    <a:pt x="10532" y="18845"/>
                  </a:lnTo>
                  <a:lnTo>
                    <a:pt x="10828" y="19147"/>
                  </a:lnTo>
                  <a:lnTo>
                    <a:pt x="11183" y="19601"/>
                  </a:lnTo>
                  <a:lnTo>
                    <a:pt x="11656" y="20115"/>
                  </a:lnTo>
                  <a:lnTo>
                    <a:pt x="11804" y="20297"/>
                  </a:lnTo>
                  <a:lnTo>
                    <a:pt x="12011" y="20509"/>
                  </a:lnTo>
                  <a:lnTo>
                    <a:pt x="12337" y="20872"/>
                  </a:lnTo>
                  <a:lnTo>
                    <a:pt x="12662" y="21204"/>
                  </a:lnTo>
                  <a:lnTo>
                    <a:pt x="12899" y="21507"/>
                  </a:lnTo>
                  <a:lnTo>
                    <a:pt x="13135" y="21749"/>
                  </a:lnTo>
                  <a:lnTo>
                    <a:pt x="13372" y="21991"/>
                  </a:lnTo>
                  <a:lnTo>
                    <a:pt x="13520" y="22142"/>
                  </a:lnTo>
                  <a:lnTo>
                    <a:pt x="13668" y="22293"/>
                  </a:lnTo>
                  <a:lnTo>
                    <a:pt x="13905" y="22566"/>
                  </a:lnTo>
                  <a:lnTo>
                    <a:pt x="14349" y="22142"/>
                  </a:lnTo>
                  <a:lnTo>
                    <a:pt x="14733" y="21779"/>
                  </a:lnTo>
                  <a:lnTo>
                    <a:pt x="15177" y="21356"/>
                  </a:lnTo>
                  <a:lnTo>
                    <a:pt x="20177" y="16516"/>
                  </a:lnTo>
                  <a:lnTo>
                    <a:pt x="21242" y="17635"/>
                  </a:lnTo>
                  <a:lnTo>
                    <a:pt x="21715" y="18119"/>
                  </a:lnTo>
                  <a:lnTo>
                    <a:pt x="21863" y="18270"/>
                  </a:lnTo>
                  <a:lnTo>
                    <a:pt x="22277" y="18663"/>
                  </a:lnTo>
                  <a:lnTo>
                    <a:pt x="22425" y="18845"/>
                  </a:lnTo>
                  <a:lnTo>
                    <a:pt x="22928" y="19359"/>
                  </a:lnTo>
                  <a:lnTo>
                    <a:pt x="23224" y="19662"/>
                  </a:lnTo>
                  <a:lnTo>
                    <a:pt x="24408" y="20841"/>
                  </a:lnTo>
                  <a:lnTo>
                    <a:pt x="26094" y="22566"/>
                  </a:lnTo>
                  <a:lnTo>
                    <a:pt x="26508" y="22989"/>
                  </a:lnTo>
                  <a:lnTo>
                    <a:pt x="27041" y="23534"/>
                  </a:lnTo>
                  <a:lnTo>
                    <a:pt x="27958" y="24471"/>
                  </a:lnTo>
                  <a:lnTo>
                    <a:pt x="29289" y="23201"/>
                  </a:lnTo>
                  <a:lnTo>
                    <a:pt x="34496" y="23050"/>
                  </a:lnTo>
                  <a:lnTo>
                    <a:pt x="34822" y="23019"/>
                  </a:lnTo>
                  <a:lnTo>
                    <a:pt x="35147" y="23050"/>
                  </a:lnTo>
                  <a:lnTo>
                    <a:pt x="35473" y="23050"/>
                  </a:lnTo>
                  <a:lnTo>
                    <a:pt x="35798" y="23110"/>
                  </a:lnTo>
                  <a:lnTo>
                    <a:pt x="36094" y="23171"/>
                  </a:lnTo>
                  <a:lnTo>
                    <a:pt x="36419" y="23261"/>
                  </a:lnTo>
                  <a:lnTo>
                    <a:pt x="36715" y="23352"/>
                  </a:lnTo>
                  <a:lnTo>
                    <a:pt x="37041" y="23473"/>
                  </a:lnTo>
                  <a:lnTo>
                    <a:pt x="37336" y="23594"/>
                  </a:lnTo>
                  <a:lnTo>
                    <a:pt x="37632" y="23745"/>
                  </a:lnTo>
                  <a:lnTo>
                    <a:pt x="37899" y="23927"/>
                  </a:lnTo>
                  <a:lnTo>
                    <a:pt x="38165" y="24108"/>
                  </a:lnTo>
                  <a:lnTo>
                    <a:pt x="38431" y="24320"/>
                  </a:lnTo>
                  <a:lnTo>
                    <a:pt x="41153" y="21688"/>
                  </a:lnTo>
                  <a:lnTo>
                    <a:pt x="41597" y="21235"/>
                  </a:lnTo>
                  <a:lnTo>
                    <a:pt x="43697" y="19208"/>
                  </a:lnTo>
                  <a:lnTo>
                    <a:pt x="45502" y="17484"/>
                  </a:lnTo>
                  <a:lnTo>
                    <a:pt x="46330" y="16667"/>
                  </a:lnTo>
                  <a:lnTo>
                    <a:pt x="46715" y="17060"/>
                  </a:lnTo>
                  <a:lnTo>
                    <a:pt x="48372" y="18784"/>
                  </a:lnTo>
                  <a:lnTo>
                    <a:pt x="49289" y="19752"/>
                  </a:lnTo>
                  <a:lnTo>
                    <a:pt x="50591" y="20872"/>
                  </a:lnTo>
                  <a:lnTo>
                    <a:pt x="51508" y="19964"/>
                  </a:lnTo>
                  <a:lnTo>
                    <a:pt x="52928" y="18542"/>
                  </a:lnTo>
                  <a:lnTo>
                    <a:pt x="53786" y="19420"/>
                  </a:lnTo>
                  <a:lnTo>
                    <a:pt x="54614" y="20267"/>
                  </a:lnTo>
                  <a:lnTo>
                    <a:pt x="55147" y="20781"/>
                  </a:lnTo>
                  <a:lnTo>
                    <a:pt x="55768" y="21446"/>
                  </a:lnTo>
                  <a:lnTo>
                    <a:pt x="56212" y="21688"/>
                  </a:lnTo>
                  <a:lnTo>
                    <a:pt x="56478" y="21507"/>
                  </a:lnTo>
                  <a:lnTo>
                    <a:pt x="56626" y="21446"/>
                  </a:lnTo>
                  <a:lnTo>
                    <a:pt x="56774" y="21416"/>
                  </a:lnTo>
                  <a:lnTo>
                    <a:pt x="56922" y="21416"/>
                  </a:lnTo>
                  <a:lnTo>
                    <a:pt x="57100" y="21416"/>
                  </a:lnTo>
                  <a:lnTo>
                    <a:pt x="57248" y="21477"/>
                  </a:lnTo>
                  <a:lnTo>
                    <a:pt x="57632" y="21688"/>
                  </a:lnTo>
                  <a:lnTo>
                    <a:pt x="59052" y="19843"/>
                  </a:lnTo>
                  <a:lnTo>
                    <a:pt x="60798" y="17544"/>
                  </a:lnTo>
                  <a:lnTo>
                    <a:pt x="62455" y="15396"/>
                  </a:lnTo>
                  <a:lnTo>
                    <a:pt x="64733" y="12402"/>
                  </a:lnTo>
                  <a:lnTo>
                    <a:pt x="64881" y="12251"/>
                  </a:lnTo>
                  <a:lnTo>
                    <a:pt x="69881" y="5717"/>
                  </a:lnTo>
                  <a:lnTo>
                    <a:pt x="72662" y="2087"/>
                  </a:lnTo>
                  <a:lnTo>
                    <a:pt x="73017" y="2026"/>
                  </a:lnTo>
                  <a:lnTo>
                    <a:pt x="73253" y="1966"/>
                  </a:lnTo>
                  <a:lnTo>
                    <a:pt x="73401" y="1935"/>
                  </a:lnTo>
                  <a:lnTo>
                    <a:pt x="74023" y="1814"/>
                  </a:lnTo>
                  <a:lnTo>
                    <a:pt x="75117" y="1633"/>
                  </a:lnTo>
                  <a:lnTo>
                    <a:pt x="75946" y="1512"/>
                  </a:lnTo>
                  <a:lnTo>
                    <a:pt x="77159" y="1330"/>
                  </a:lnTo>
                  <a:lnTo>
                    <a:pt x="77484" y="1300"/>
                  </a:lnTo>
                  <a:lnTo>
                    <a:pt x="78312" y="1179"/>
                  </a:lnTo>
                  <a:lnTo>
                    <a:pt x="78697" y="1088"/>
                  </a:lnTo>
                  <a:lnTo>
                    <a:pt x="78934" y="1058"/>
                  </a:lnTo>
                  <a:lnTo>
                    <a:pt x="79259" y="998"/>
                  </a:lnTo>
                  <a:lnTo>
                    <a:pt x="80472" y="816"/>
                  </a:lnTo>
                  <a:lnTo>
                    <a:pt x="85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1633167" y="3347455"/>
              <a:ext cx="746266" cy="544973"/>
            </a:xfrm>
            <a:custGeom>
              <a:avLst/>
              <a:pathLst>
                <a:path w="746266" h="544973">
                  <a:moveTo>
                    <a:pt x="72780" y="7350"/>
                  </a:moveTo>
                  <a:lnTo>
                    <a:pt x="92425" y="38840"/>
                  </a:lnTo>
                  <a:lnTo>
                    <a:pt x="151507" y="128892"/>
                  </a:lnTo>
                  <a:lnTo>
                    <a:pt x="235530" y="259267"/>
                  </a:lnTo>
                  <a:lnTo>
                    <a:pt x="237039" y="260629"/>
                  </a:lnTo>
                  <a:lnTo>
                    <a:pt x="237572" y="261808"/>
                  </a:lnTo>
                  <a:lnTo>
                    <a:pt x="238134" y="261748"/>
                  </a:lnTo>
                  <a:lnTo>
                    <a:pt x="238578" y="261718"/>
                  </a:lnTo>
                  <a:lnTo>
                    <a:pt x="238962" y="261687"/>
                  </a:lnTo>
                  <a:lnTo>
                    <a:pt x="239436" y="261506"/>
                  </a:lnTo>
                  <a:lnTo>
                    <a:pt x="239909" y="261294"/>
                  </a:lnTo>
                  <a:lnTo>
                    <a:pt x="240116" y="261203"/>
                  </a:lnTo>
                  <a:lnTo>
                    <a:pt x="240323" y="261052"/>
                  </a:lnTo>
                  <a:lnTo>
                    <a:pt x="240708" y="260659"/>
                  </a:lnTo>
                  <a:lnTo>
                    <a:pt x="240915" y="260538"/>
                  </a:lnTo>
                  <a:lnTo>
                    <a:pt x="241211" y="260477"/>
                  </a:lnTo>
                  <a:lnTo>
                    <a:pt x="241388" y="260387"/>
                  </a:lnTo>
                  <a:lnTo>
                    <a:pt x="241595" y="260296"/>
                  </a:lnTo>
                  <a:lnTo>
                    <a:pt x="241862" y="260235"/>
                  </a:lnTo>
                  <a:lnTo>
                    <a:pt x="242157" y="260145"/>
                  </a:lnTo>
                  <a:lnTo>
                    <a:pt x="242394" y="260114"/>
                  </a:lnTo>
                  <a:lnTo>
                    <a:pt x="242631" y="260114"/>
                  </a:lnTo>
                  <a:lnTo>
                    <a:pt x="242838" y="260175"/>
                  </a:lnTo>
                  <a:lnTo>
                    <a:pt x="243045" y="260205"/>
                  </a:lnTo>
                  <a:lnTo>
                    <a:pt x="243222" y="260175"/>
                  </a:lnTo>
                  <a:lnTo>
                    <a:pt x="243637" y="260205"/>
                  </a:lnTo>
                  <a:lnTo>
                    <a:pt x="243755" y="259963"/>
                  </a:lnTo>
                  <a:lnTo>
                    <a:pt x="243962" y="259812"/>
                  </a:lnTo>
                  <a:lnTo>
                    <a:pt x="244199" y="259630"/>
                  </a:lnTo>
                  <a:lnTo>
                    <a:pt x="244347" y="259630"/>
                  </a:lnTo>
                  <a:lnTo>
                    <a:pt x="244583" y="259540"/>
                  </a:lnTo>
                  <a:lnTo>
                    <a:pt x="244820" y="259479"/>
                  </a:lnTo>
                  <a:lnTo>
                    <a:pt x="245057" y="259388"/>
                  </a:lnTo>
                  <a:lnTo>
                    <a:pt x="245323" y="259358"/>
                  </a:lnTo>
                  <a:lnTo>
                    <a:pt x="245530" y="259358"/>
                  </a:lnTo>
                  <a:lnTo>
                    <a:pt x="245826" y="259237"/>
                  </a:lnTo>
                  <a:lnTo>
                    <a:pt x="246063" y="259237"/>
                  </a:lnTo>
                  <a:lnTo>
                    <a:pt x="246240" y="259298"/>
                  </a:lnTo>
                  <a:lnTo>
                    <a:pt x="246447" y="259328"/>
                  </a:lnTo>
                  <a:lnTo>
                    <a:pt x="246625" y="259419"/>
                  </a:lnTo>
                  <a:lnTo>
                    <a:pt x="246832" y="259419"/>
                  </a:lnTo>
                  <a:lnTo>
                    <a:pt x="247009" y="259267"/>
                  </a:lnTo>
                  <a:lnTo>
                    <a:pt x="247187" y="259177"/>
                  </a:lnTo>
                  <a:lnTo>
                    <a:pt x="247512" y="258965"/>
                  </a:lnTo>
                  <a:lnTo>
                    <a:pt x="247779" y="258814"/>
                  </a:lnTo>
                  <a:lnTo>
                    <a:pt x="247956" y="258753"/>
                  </a:lnTo>
                  <a:lnTo>
                    <a:pt x="248134" y="258814"/>
                  </a:lnTo>
                  <a:lnTo>
                    <a:pt x="248370" y="258844"/>
                  </a:lnTo>
                  <a:lnTo>
                    <a:pt x="248725" y="258874"/>
                  </a:lnTo>
                  <a:lnTo>
                    <a:pt x="248992" y="258783"/>
                  </a:lnTo>
                  <a:lnTo>
                    <a:pt x="249169" y="258753"/>
                  </a:lnTo>
                  <a:lnTo>
                    <a:pt x="249376" y="258662"/>
                  </a:lnTo>
                  <a:lnTo>
                    <a:pt x="249820" y="258662"/>
                  </a:lnTo>
                  <a:lnTo>
                    <a:pt x="250057" y="258602"/>
                  </a:lnTo>
                  <a:lnTo>
                    <a:pt x="250234" y="258572"/>
                  </a:lnTo>
                  <a:lnTo>
                    <a:pt x="250530" y="258511"/>
                  </a:lnTo>
                  <a:lnTo>
                    <a:pt x="250708" y="258451"/>
                  </a:lnTo>
                  <a:lnTo>
                    <a:pt x="250915" y="258390"/>
                  </a:lnTo>
                  <a:lnTo>
                    <a:pt x="251092" y="258360"/>
                  </a:lnTo>
                  <a:lnTo>
                    <a:pt x="251447" y="258451"/>
                  </a:lnTo>
                  <a:lnTo>
                    <a:pt x="251773" y="258541"/>
                  </a:lnTo>
                  <a:lnTo>
                    <a:pt x="252157" y="258723"/>
                  </a:lnTo>
                  <a:lnTo>
                    <a:pt x="252335" y="258844"/>
                  </a:lnTo>
                  <a:lnTo>
                    <a:pt x="252631" y="258844"/>
                  </a:lnTo>
                  <a:lnTo>
                    <a:pt x="252956" y="258753"/>
                  </a:lnTo>
                  <a:lnTo>
                    <a:pt x="253193" y="258572"/>
                  </a:lnTo>
                  <a:lnTo>
                    <a:pt x="253400" y="258511"/>
                  </a:lnTo>
                  <a:lnTo>
                    <a:pt x="253607" y="258541"/>
                  </a:lnTo>
                  <a:lnTo>
                    <a:pt x="253962" y="258541"/>
                  </a:lnTo>
                  <a:lnTo>
                    <a:pt x="254140" y="258511"/>
                  </a:lnTo>
                  <a:lnTo>
                    <a:pt x="254465" y="258420"/>
                  </a:lnTo>
                  <a:lnTo>
                    <a:pt x="254998" y="258390"/>
                  </a:lnTo>
                  <a:lnTo>
                    <a:pt x="255915" y="258269"/>
                  </a:lnTo>
                  <a:lnTo>
                    <a:pt x="256240" y="258118"/>
                  </a:lnTo>
                  <a:lnTo>
                    <a:pt x="256447" y="258057"/>
                  </a:lnTo>
                  <a:lnTo>
                    <a:pt x="256773" y="257997"/>
                  </a:lnTo>
                  <a:lnTo>
                    <a:pt x="256980" y="257997"/>
                  </a:lnTo>
                  <a:lnTo>
                    <a:pt x="257424" y="257967"/>
                  </a:lnTo>
                  <a:lnTo>
                    <a:pt x="257867" y="257936"/>
                  </a:lnTo>
                  <a:lnTo>
                    <a:pt x="258134" y="257876"/>
                  </a:lnTo>
                  <a:lnTo>
                    <a:pt x="258755" y="257906"/>
                  </a:lnTo>
                  <a:lnTo>
                    <a:pt x="259199" y="257876"/>
                  </a:lnTo>
                  <a:lnTo>
                    <a:pt x="259642" y="257846"/>
                  </a:lnTo>
                  <a:lnTo>
                    <a:pt x="260175" y="257846"/>
                  </a:lnTo>
                  <a:lnTo>
                    <a:pt x="260974" y="257846"/>
                  </a:lnTo>
                  <a:lnTo>
                    <a:pt x="261506" y="257815"/>
                  </a:lnTo>
                  <a:lnTo>
                    <a:pt x="262039" y="257725"/>
                  </a:lnTo>
                  <a:lnTo>
                    <a:pt x="262394" y="257664"/>
                  </a:lnTo>
                  <a:lnTo>
                    <a:pt x="262926" y="257664"/>
                  </a:lnTo>
                  <a:lnTo>
                    <a:pt x="263252" y="257604"/>
                  </a:lnTo>
                  <a:lnTo>
                    <a:pt x="263548" y="257543"/>
                  </a:lnTo>
                  <a:lnTo>
                    <a:pt x="263962" y="257392"/>
                  </a:lnTo>
                  <a:lnTo>
                    <a:pt x="264435" y="257150"/>
                  </a:lnTo>
                  <a:lnTo>
                    <a:pt x="264731" y="257059"/>
                  </a:lnTo>
                  <a:lnTo>
                    <a:pt x="264938" y="257059"/>
                  </a:lnTo>
                  <a:lnTo>
                    <a:pt x="265530" y="256968"/>
                  </a:lnTo>
                  <a:lnTo>
                    <a:pt x="265855" y="256968"/>
                  </a:lnTo>
                  <a:lnTo>
                    <a:pt x="266122" y="256878"/>
                  </a:lnTo>
                  <a:lnTo>
                    <a:pt x="266358" y="256726"/>
                  </a:lnTo>
                  <a:lnTo>
                    <a:pt x="266595" y="256636"/>
                  </a:lnTo>
                  <a:lnTo>
                    <a:pt x="266743" y="256575"/>
                  </a:lnTo>
                  <a:lnTo>
                    <a:pt x="266891" y="256515"/>
                  </a:lnTo>
                  <a:lnTo>
                    <a:pt x="267039" y="256454"/>
                  </a:lnTo>
                  <a:lnTo>
                    <a:pt x="267335" y="256394"/>
                  </a:lnTo>
                  <a:lnTo>
                    <a:pt x="267660" y="256333"/>
                  </a:lnTo>
                  <a:lnTo>
                    <a:pt x="268252" y="256061"/>
                  </a:lnTo>
                  <a:lnTo>
                    <a:pt x="268459" y="255849"/>
                  </a:lnTo>
                  <a:lnTo>
                    <a:pt x="268755" y="255607"/>
                  </a:lnTo>
                  <a:lnTo>
                    <a:pt x="269406" y="255395"/>
                  </a:lnTo>
                  <a:lnTo>
                    <a:pt x="270204" y="255153"/>
                  </a:lnTo>
                  <a:lnTo>
                    <a:pt x="270382" y="255063"/>
                  </a:lnTo>
                  <a:lnTo>
                    <a:pt x="271240" y="254851"/>
                  </a:lnTo>
                  <a:lnTo>
                    <a:pt x="271773" y="254730"/>
                  </a:lnTo>
                  <a:lnTo>
                    <a:pt x="272364" y="254669"/>
                  </a:lnTo>
                  <a:lnTo>
                    <a:pt x="272749" y="254639"/>
                  </a:lnTo>
                  <a:lnTo>
                    <a:pt x="273193" y="254579"/>
                  </a:lnTo>
                  <a:lnTo>
                    <a:pt x="273488" y="254548"/>
                  </a:lnTo>
                  <a:lnTo>
                    <a:pt x="274021" y="254337"/>
                  </a:lnTo>
                  <a:lnTo>
                    <a:pt x="274406" y="254216"/>
                  </a:lnTo>
                  <a:lnTo>
                    <a:pt x="274613" y="254095"/>
                  </a:lnTo>
                  <a:lnTo>
                    <a:pt x="275027" y="253943"/>
                  </a:lnTo>
                  <a:lnTo>
                    <a:pt x="275826" y="253611"/>
                  </a:lnTo>
                  <a:lnTo>
                    <a:pt x="276329" y="253308"/>
                  </a:lnTo>
                  <a:lnTo>
                    <a:pt x="276920" y="253187"/>
                  </a:lnTo>
                  <a:lnTo>
                    <a:pt x="277275" y="253066"/>
                  </a:lnTo>
                  <a:lnTo>
                    <a:pt x="277867" y="252885"/>
                  </a:lnTo>
                  <a:lnTo>
                    <a:pt x="278400" y="252794"/>
                  </a:lnTo>
                  <a:lnTo>
                    <a:pt x="278903" y="252613"/>
                  </a:lnTo>
                  <a:lnTo>
                    <a:pt x="279554" y="252431"/>
                  </a:lnTo>
                  <a:lnTo>
                    <a:pt x="279849" y="252189"/>
                  </a:lnTo>
                  <a:lnTo>
                    <a:pt x="280204" y="252038"/>
                  </a:lnTo>
                  <a:lnTo>
                    <a:pt x="280471" y="251887"/>
                  </a:lnTo>
                  <a:lnTo>
                    <a:pt x="280648" y="251856"/>
                  </a:lnTo>
                  <a:lnTo>
                    <a:pt x="280914" y="251796"/>
                  </a:lnTo>
                  <a:lnTo>
                    <a:pt x="281151" y="251766"/>
                  </a:lnTo>
                  <a:lnTo>
                    <a:pt x="281447" y="251705"/>
                  </a:lnTo>
                  <a:lnTo>
                    <a:pt x="281802" y="251584"/>
                  </a:lnTo>
                  <a:lnTo>
                    <a:pt x="282098" y="251403"/>
                  </a:lnTo>
                  <a:lnTo>
                    <a:pt x="282512" y="251372"/>
                  </a:lnTo>
                  <a:lnTo>
                    <a:pt x="283074" y="251312"/>
                  </a:lnTo>
                  <a:lnTo>
                    <a:pt x="283459" y="251221"/>
                  </a:lnTo>
                  <a:lnTo>
                    <a:pt x="283666" y="251161"/>
                  </a:lnTo>
                  <a:lnTo>
                    <a:pt x="284139" y="250979"/>
                  </a:lnTo>
                  <a:lnTo>
                    <a:pt x="284287" y="250888"/>
                  </a:lnTo>
                  <a:lnTo>
                    <a:pt x="284465" y="250767"/>
                  </a:lnTo>
                  <a:lnTo>
                    <a:pt x="284613" y="250707"/>
                  </a:lnTo>
                  <a:lnTo>
                    <a:pt x="284820" y="250586"/>
                  </a:lnTo>
                  <a:lnTo>
                    <a:pt x="285411" y="250374"/>
                  </a:lnTo>
                  <a:lnTo>
                    <a:pt x="285678" y="250344"/>
                  </a:lnTo>
                  <a:lnTo>
                    <a:pt x="285974" y="250404"/>
                  </a:lnTo>
                  <a:lnTo>
                    <a:pt x="286565" y="250374"/>
                  </a:lnTo>
                  <a:lnTo>
                    <a:pt x="286743" y="250314"/>
                  </a:lnTo>
                  <a:lnTo>
                    <a:pt x="287187" y="250223"/>
                  </a:lnTo>
                  <a:lnTo>
                    <a:pt x="287571" y="249951"/>
                  </a:lnTo>
                  <a:lnTo>
                    <a:pt x="288755" y="249467"/>
                  </a:lnTo>
                  <a:lnTo>
                    <a:pt x="289050" y="249527"/>
                  </a:lnTo>
                  <a:lnTo>
                    <a:pt x="289317" y="249557"/>
                  </a:lnTo>
                  <a:lnTo>
                    <a:pt x="289553" y="249527"/>
                  </a:lnTo>
                  <a:lnTo>
                    <a:pt x="289731" y="249497"/>
                  </a:lnTo>
                  <a:lnTo>
                    <a:pt x="290086" y="249436"/>
                  </a:lnTo>
                  <a:lnTo>
                    <a:pt x="290500" y="249406"/>
                  </a:lnTo>
                  <a:lnTo>
                    <a:pt x="290737" y="249346"/>
                  </a:lnTo>
                  <a:lnTo>
                    <a:pt x="291181" y="249255"/>
                  </a:lnTo>
                  <a:lnTo>
                    <a:pt x="291417" y="249164"/>
                  </a:lnTo>
                  <a:lnTo>
                    <a:pt x="291713" y="249104"/>
                  </a:lnTo>
                  <a:lnTo>
                    <a:pt x="292275" y="249013"/>
                  </a:lnTo>
                  <a:lnTo>
                    <a:pt x="292423" y="249013"/>
                  </a:lnTo>
                  <a:lnTo>
                    <a:pt x="292660" y="248922"/>
                  </a:lnTo>
                  <a:lnTo>
                    <a:pt x="292808" y="248892"/>
                  </a:lnTo>
                  <a:lnTo>
                    <a:pt x="293074" y="248831"/>
                  </a:lnTo>
                  <a:lnTo>
                    <a:pt x="293281" y="248862"/>
                  </a:lnTo>
                  <a:lnTo>
                    <a:pt x="293903" y="248831"/>
                  </a:lnTo>
                  <a:lnTo>
                    <a:pt x="294317" y="248831"/>
                  </a:lnTo>
                  <a:lnTo>
                    <a:pt x="294849" y="248831"/>
                  </a:lnTo>
                  <a:lnTo>
                    <a:pt x="295234" y="248922"/>
                  </a:lnTo>
                  <a:lnTo>
                    <a:pt x="295471" y="248922"/>
                  </a:lnTo>
                  <a:lnTo>
                    <a:pt x="296003" y="248862"/>
                  </a:lnTo>
                  <a:lnTo>
                    <a:pt x="296654" y="248801"/>
                  </a:lnTo>
                  <a:lnTo>
                    <a:pt x="297039" y="248771"/>
                  </a:lnTo>
                  <a:lnTo>
                    <a:pt x="297305" y="248801"/>
                  </a:lnTo>
                  <a:lnTo>
                    <a:pt x="297571" y="248771"/>
                  </a:lnTo>
                  <a:lnTo>
                    <a:pt x="297719" y="248741"/>
                  </a:lnTo>
                  <a:lnTo>
                    <a:pt x="297985" y="248680"/>
                  </a:lnTo>
                  <a:lnTo>
                    <a:pt x="298133" y="248650"/>
                  </a:lnTo>
                  <a:lnTo>
                    <a:pt x="298281" y="248680"/>
                  </a:lnTo>
                  <a:lnTo>
                    <a:pt x="298666" y="248620"/>
                  </a:lnTo>
                  <a:lnTo>
                    <a:pt x="298932" y="248589"/>
                  </a:lnTo>
                  <a:lnTo>
                    <a:pt x="299198" y="248529"/>
                  </a:lnTo>
                  <a:lnTo>
                    <a:pt x="299465" y="248468"/>
                  </a:lnTo>
                  <a:lnTo>
                    <a:pt x="299731" y="248317"/>
                  </a:lnTo>
                  <a:lnTo>
                    <a:pt x="299997" y="248196"/>
                  </a:lnTo>
                  <a:lnTo>
                    <a:pt x="300145" y="248136"/>
                  </a:lnTo>
                  <a:lnTo>
                    <a:pt x="300411" y="248105"/>
                  </a:lnTo>
                  <a:lnTo>
                    <a:pt x="300559" y="248075"/>
                  </a:lnTo>
                  <a:lnTo>
                    <a:pt x="300826" y="248015"/>
                  </a:lnTo>
                  <a:lnTo>
                    <a:pt x="301092" y="247954"/>
                  </a:lnTo>
                  <a:lnTo>
                    <a:pt x="301240" y="247924"/>
                  </a:lnTo>
                  <a:lnTo>
                    <a:pt x="301388" y="247863"/>
                  </a:lnTo>
                  <a:lnTo>
                    <a:pt x="301861" y="247894"/>
                  </a:lnTo>
                  <a:lnTo>
                    <a:pt x="302068" y="247924"/>
                  </a:lnTo>
                  <a:lnTo>
                    <a:pt x="302334" y="248015"/>
                  </a:lnTo>
                  <a:lnTo>
                    <a:pt x="302601" y="248045"/>
                  </a:lnTo>
                  <a:lnTo>
                    <a:pt x="302749" y="248045"/>
                  </a:lnTo>
                  <a:lnTo>
                    <a:pt x="303015" y="248136"/>
                  </a:lnTo>
                  <a:lnTo>
                    <a:pt x="303311" y="248136"/>
                  </a:lnTo>
                  <a:lnTo>
                    <a:pt x="303459" y="248105"/>
                  </a:lnTo>
                  <a:lnTo>
                    <a:pt x="303725" y="248166"/>
                  </a:lnTo>
                  <a:lnTo>
                    <a:pt x="304050" y="248196"/>
                  </a:lnTo>
                  <a:lnTo>
                    <a:pt x="304317" y="248136"/>
                  </a:lnTo>
                  <a:lnTo>
                    <a:pt x="304465" y="248075"/>
                  </a:lnTo>
                  <a:lnTo>
                    <a:pt x="304701" y="247954"/>
                  </a:lnTo>
                  <a:lnTo>
                    <a:pt x="304849" y="247894"/>
                  </a:lnTo>
                  <a:lnTo>
                    <a:pt x="305115" y="247833"/>
                  </a:lnTo>
                  <a:lnTo>
                    <a:pt x="305500" y="247773"/>
                  </a:lnTo>
                  <a:lnTo>
                    <a:pt x="305648" y="247712"/>
                  </a:lnTo>
                  <a:lnTo>
                    <a:pt x="305796" y="247682"/>
                  </a:lnTo>
                  <a:lnTo>
                    <a:pt x="306062" y="247682"/>
                  </a:lnTo>
                  <a:lnTo>
                    <a:pt x="306328" y="247652"/>
                  </a:lnTo>
                  <a:lnTo>
                    <a:pt x="306476" y="247621"/>
                  </a:lnTo>
                  <a:lnTo>
                    <a:pt x="306743" y="247682"/>
                  </a:lnTo>
                  <a:lnTo>
                    <a:pt x="307009" y="247742"/>
                  </a:lnTo>
                  <a:lnTo>
                    <a:pt x="307275" y="247803"/>
                  </a:lnTo>
                  <a:lnTo>
                    <a:pt x="307423" y="247863"/>
                  </a:lnTo>
                  <a:lnTo>
                    <a:pt x="307689" y="247954"/>
                  </a:lnTo>
                  <a:lnTo>
                    <a:pt x="307956" y="248015"/>
                  </a:lnTo>
                  <a:lnTo>
                    <a:pt x="308222" y="248105"/>
                  </a:lnTo>
                  <a:lnTo>
                    <a:pt x="308370" y="248136"/>
                  </a:lnTo>
                  <a:lnTo>
                    <a:pt x="308636" y="248166"/>
                  </a:lnTo>
                  <a:lnTo>
                    <a:pt x="308902" y="248226"/>
                  </a:lnTo>
                  <a:lnTo>
                    <a:pt x="309050" y="248226"/>
                  </a:lnTo>
                  <a:lnTo>
                    <a:pt x="309198" y="248287"/>
                  </a:lnTo>
                  <a:lnTo>
                    <a:pt x="309583" y="248347"/>
                  </a:lnTo>
                  <a:lnTo>
                    <a:pt x="309879" y="248347"/>
                  </a:lnTo>
                  <a:lnTo>
                    <a:pt x="310145" y="248347"/>
                  </a:lnTo>
                  <a:lnTo>
                    <a:pt x="310293" y="248347"/>
                  </a:lnTo>
                  <a:lnTo>
                    <a:pt x="310559" y="248438"/>
                  </a:lnTo>
                  <a:lnTo>
                    <a:pt x="310914" y="248620"/>
                  </a:lnTo>
                  <a:lnTo>
                    <a:pt x="311151" y="248741"/>
                  </a:lnTo>
                  <a:lnTo>
                    <a:pt x="311299" y="248771"/>
                  </a:lnTo>
                  <a:lnTo>
                    <a:pt x="311476" y="248862"/>
                  </a:lnTo>
                  <a:lnTo>
                    <a:pt x="311654" y="248922"/>
                  </a:lnTo>
                  <a:lnTo>
                    <a:pt x="311802" y="248983"/>
                  </a:lnTo>
                  <a:lnTo>
                    <a:pt x="311950" y="248952"/>
                  </a:lnTo>
                  <a:lnTo>
                    <a:pt x="312216" y="248922"/>
                  </a:lnTo>
                  <a:lnTo>
                    <a:pt x="312541" y="249013"/>
                  </a:lnTo>
                  <a:lnTo>
                    <a:pt x="313459" y="249073"/>
                  </a:lnTo>
                  <a:lnTo>
                    <a:pt x="313902" y="249225"/>
                  </a:lnTo>
                  <a:lnTo>
                    <a:pt x="314346" y="249285"/>
                  </a:lnTo>
                  <a:lnTo>
                    <a:pt x="314524" y="249376"/>
                  </a:lnTo>
                  <a:lnTo>
                    <a:pt x="314672" y="249376"/>
                  </a:lnTo>
                  <a:lnTo>
                    <a:pt x="314938" y="249315"/>
                  </a:lnTo>
                  <a:lnTo>
                    <a:pt x="315175" y="249376"/>
                  </a:lnTo>
                  <a:lnTo>
                    <a:pt x="315382" y="249285"/>
                  </a:lnTo>
                  <a:lnTo>
                    <a:pt x="315618" y="249346"/>
                  </a:lnTo>
                  <a:lnTo>
                    <a:pt x="316535" y="249255"/>
                  </a:lnTo>
                  <a:lnTo>
                    <a:pt x="317541" y="249255"/>
                  </a:lnTo>
                  <a:lnTo>
                    <a:pt x="318133" y="249104"/>
                  </a:lnTo>
                  <a:lnTo>
                    <a:pt x="319080" y="248892"/>
                  </a:lnTo>
                  <a:lnTo>
                    <a:pt x="319701" y="248831"/>
                  </a:lnTo>
                  <a:lnTo>
                    <a:pt x="320263" y="248922"/>
                  </a:lnTo>
                  <a:lnTo>
                    <a:pt x="320648" y="248922"/>
                  </a:lnTo>
                  <a:lnTo>
                    <a:pt x="321003" y="248831"/>
                  </a:lnTo>
                  <a:lnTo>
                    <a:pt x="321535" y="248650"/>
                  </a:lnTo>
                  <a:lnTo>
                    <a:pt x="321950" y="248378"/>
                  </a:lnTo>
                  <a:lnTo>
                    <a:pt x="322423" y="248075"/>
                  </a:lnTo>
                  <a:lnTo>
                    <a:pt x="322808" y="248075"/>
                  </a:lnTo>
                  <a:lnTo>
                    <a:pt x="323251" y="248226"/>
                  </a:lnTo>
                  <a:lnTo>
                    <a:pt x="323488" y="248347"/>
                  </a:lnTo>
                  <a:lnTo>
                    <a:pt x="323784" y="248620"/>
                  </a:lnTo>
                  <a:lnTo>
                    <a:pt x="324021" y="248741"/>
                  </a:lnTo>
                  <a:lnTo>
                    <a:pt x="324316" y="248831"/>
                  </a:lnTo>
                  <a:lnTo>
                    <a:pt x="324849" y="248650"/>
                  </a:lnTo>
                  <a:lnTo>
                    <a:pt x="325411" y="248741"/>
                  </a:lnTo>
                  <a:lnTo>
                    <a:pt x="325973" y="248952"/>
                  </a:lnTo>
                  <a:lnTo>
                    <a:pt x="326328" y="249315"/>
                  </a:lnTo>
                  <a:lnTo>
                    <a:pt x="326890" y="249618"/>
                  </a:lnTo>
                  <a:lnTo>
                    <a:pt x="327896" y="249920"/>
                  </a:lnTo>
                  <a:lnTo>
                    <a:pt x="328814" y="250435"/>
                  </a:lnTo>
                  <a:lnTo>
                    <a:pt x="329405" y="250677"/>
                  </a:lnTo>
                  <a:lnTo>
                    <a:pt x="329849" y="250949"/>
                  </a:lnTo>
                  <a:lnTo>
                    <a:pt x="330677" y="252371"/>
                  </a:lnTo>
                  <a:lnTo>
                    <a:pt x="330855" y="252855"/>
                  </a:lnTo>
                  <a:lnTo>
                    <a:pt x="331151" y="253459"/>
                  </a:lnTo>
                  <a:lnTo>
                    <a:pt x="331476" y="253883"/>
                  </a:lnTo>
                  <a:lnTo>
                    <a:pt x="331654" y="254306"/>
                  </a:lnTo>
                  <a:lnTo>
                    <a:pt x="332305" y="255214"/>
                  </a:lnTo>
                  <a:lnTo>
                    <a:pt x="332837" y="255093"/>
                  </a:lnTo>
                  <a:lnTo>
                    <a:pt x="332955" y="254911"/>
                  </a:lnTo>
                  <a:lnTo>
                    <a:pt x="333222" y="254579"/>
                  </a:lnTo>
                  <a:lnTo>
                    <a:pt x="333340" y="254427"/>
                  </a:lnTo>
                  <a:lnTo>
                    <a:pt x="333518" y="254337"/>
                  </a:lnTo>
                  <a:lnTo>
                    <a:pt x="333695" y="254216"/>
                  </a:lnTo>
                  <a:lnTo>
                    <a:pt x="333991" y="254034"/>
                  </a:lnTo>
                  <a:lnTo>
                    <a:pt x="334346" y="253883"/>
                  </a:lnTo>
                  <a:lnTo>
                    <a:pt x="334701" y="253762"/>
                  </a:lnTo>
                  <a:lnTo>
                    <a:pt x="334849" y="253762"/>
                  </a:lnTo>
                  <a:lnTo>
                    <a:pt x="335234" y="253732"/>
                  </a:lnTo>
                  <a:lnTo>
                    <a:pt x="335589" y="253611"/>
                  </a:lnTo>
                  <a:lnTo>
                    <a:pt x="335737" y="253550"/>
                  </a:lnTo>
                  <a:lnTo>
                    <a:pt x="336269" y="253369"/>
                  </a:lnTo>
                  <a:lnTo>
                    <a:pt x="336772" y="253127"/>
                  </a:lnTo>
                  <a:lnTo>
                    <a:pt x="336920" y="253066"/>
                  </a:lnTo>
                  <a:lnTo>
                    <a:pt x="337305" y="252976"/>
                  </a:lnTo>
                  <a:lnTo>
                    <a:pt x="337748" y="252703"/>
                  </a:lnTo>
                  <a:lnTo>
                    <a:pt x="338015" y="252643"/>
                  </a:lnTo>
                  <a:lnTo>
                    <a:pt x="338222" y="252492"/>
                  </a:lnTo>
                  <a:lnTo>
                    <a:pt x="338547" y="252431"/>
                  </a:lnTo>
                  <a:lnTo>
                    <a:pt x="338902" y="252371"/>
                  </a:lnTo>
                  <a:lnTo>
                    <a:pt x="339168" y="252371"/>
                  </a:lnTo>
                  <a:lnTo>
                    <a:pt x="339908" y="252098"/>
                  </a:lnTo>
                  <a:lnTo>
                    <a:pt x="340441" y="252098"/>
                  </a:lnTo>
                  <a:lnTo>
                    <a:pt x="341062" y="252250"/>
                  </a:lnTo>
                  <a:lnTo>
                    <a:pt x="341299" y="252219"/>
                  </a:lnTo>
                  <a:lnTo>
                    <a:pt x="341594" y="252159"/>
                  </a:lnTo>
                  <a:lnTo>
                    <a:pt x="341920" y="252219"/>
                  </a:lnTo>
                  <a:lnTo>
                    <a:pt x="342068" y="252219"/>
                  </a:lnTo>
                  <a:lnTo>
                    <a:pt x="342630" y="252250"/>
                  </a:lnTo>
                  <a:lnTo>
                    <a:pt x="343222" y="252219"/>
                  </a:lnTo>
                  <a:lnTo>
                    <a:pt x="343370" y="252250"/>
                  </a:lnTo>
                  <a:lnTo>
                    <a:pt x="343725" y="252280"/>
                  </a:lnTo>
                  <a:lnTo>
                    <a:pt x="344020" y="252310"/>
                  </a:lnTo>
                  <a:lnTo>
                    <a:pt x="344316" y="252310"/>
                  </a:lnTo>
                  <a:lnTo>
                    <a:pt x="344612" y="252280"/>
                  </a:lnTo>
                  <a:lnTo>
                    <a:pt x="344790" y="252219"/>
                  </a:lnTo>
                  <a:lnTo>
                    <a:pt x="345086" y="252038"/>
                  </a:lnTo>
                  <a:lnTo>
                    <a:pt x="345233" y="252008"/>
                  </a:lnTo>
                  <a:lnTo>
                    <a:pt x="345470" y="251947"/>
                  </a:lnTo>
                  <a:lnTo>
                    <a:pt x="345648" y="251947"/>
                  </a:lnTo>
                  <a:lnTo>
                    <a:pt x="345825" y="251947"/>
                  </a:lnTo>
                  <a:lnTo>
                    <a:pt x="346239" y="251917"/>
                  </a:lnTo>
                  <a:lnTo>
                    <a:pt x="346654" y="251917"/>
                  </a:lnTo>
                  <a:lnTo>
                    <a:pt x="346802" y="251917"/>
                  </a:lnTo>
                  <a:lnTo>
                    <a:pt x="347097" y="252008"/>
                  </a:lnTo>
                  <a:lnTo>
                    <a:pt x="347364" y="251977"/>
                  </a:lnTo>
                  <a:lnTo>
                    <a:pt x="347541" y="251947"/>
                  </a:lnTo>
                  <a:lnTo>
                    <a:pt x="347896" y="251887"/>
                  </a:lnTo>
                  <a:lnTo>
                    <a:pt x="348103" y="251796"/>
                  </a:lnTo>
                  <a:lnTo>
                    <a:pt x="348399" y="251675"/>
                  </a:lnTo>
                  <a:lnTo>
                    <a:pt x="348902" y="251433"/>
                  </a:lnTo>
                  <a:lnTo>
                    <a:pt x="349405" y="251221"/>
                  </a:lnTo>
                  <a:lnTo>
                    <a:pt x="349967" y="251191"/>
                  </a:lnTo>
                  <a:lnTo>
                    <a:pt x="350500" y="251070"/>
                  </a:lnTo>
                  <a:lnTo>
                    <a:pt x="350796" y="250919"/>
                  </a:lnTo>
                  <a:lnTo>
                    <a:pt x="351180" y="250707"/>
                  </a:lnTo>
                  <a:lnTo>
                    <a:pt x="351476" y="250586"/>
                  </a:lnTo>
                  <a:lnTo>
                    <a:pt x="351890" y="250556"/>
                  </a:lnTo>
                  <a:lnTo>
                    <a:pt x="352423" y="250677"/>
                  </a:lnTo>
                  <a:lnTo>
                    <a:pt x="353162" y="251100"/>
                  </a:lnTo>
                  <a:lnTo>
                    <a:pt x="353310" y="251161"/>
                  </a:lnTo>
                  <a:lnTo>
                    <a:pt x="353577" y="251221"/>
                  </a:lnTo>
                  <a:lnTo>
                    <a:pt x="353754" y="251342"/>
                  </a:lnTo>
                  <a:lnTo>
                    <a:pt x="353932" y="251463"/>
                  </a:lnTo>
                  <a:lnTo>
                    <a:pt x="354435" y="251584"/>
                  </a:lnTo>
                  <a:lnTo>
                    <a:pt x="354730" y="251554"/>
                  </a:lnTo>
                  <a:lnTo>
                    <a:pt x="354878" y="251554"/>
                  </a:lnTo>
                  <a:lnTo>
                    <a:pt x="355026" y="251554"/>
                  </a:lnTo>
                  <a:lnTo>
                    <a:pt x="355411" y="251463"/>
                  </a:lnTo>
                  <a:lnTo>
                    <a:pt x="355559" y="251463"/>
                  </a:lnTo>
                  <a:lnTo>
                    <a:pt x="355825" y="251433"/>
                  </a:lnTo>
                  <a:lnTo>
                    <a:pt x="355973" y="251403"/>
                  </a:lnTo>
                  <a:lnTo>
                    <a:pt x="356121" y="251433"/>
                  </a:lnTo>
                  <a:lnTo>
                    <a:pt x="356269" y="251433"/>
                  </a:lnTo>
                  <a:lnTo>
                    <a:pt x="356417" y="251433"/>
                  </a:lnTo>
                  <a:lnTo>
                    <a:pt x="356565" y="251463"/>
                  </a:lnTo>
                  <a:lnTo>
                    <a:pt x="356713" y="251493"/>
                  </a:lnTo>
                  <a:lnTo>
                    <a:pt x="356979" y="251554"/>
                  </a:lnTo>
                  <a:lnTo>
                    <a:pt x="357275" y="251554"/>
                  </a:lnTo>
                  <a:lnTo>
                    <a:pt x="357600" y="251342"/>
                  </a:lnTo>
                  <a:lnTo>
                    <a:pt x="357926" y="250888"/>
                  </a:lnTo>
                  <a:lnTo>
                    <a:pt x="358074" y="250707"/>
                  </a:lnTo>
                  <a:lnTo>
                    <a:pt x="358606" y="250374"/>
                  </a:lnTo>
                  <a:lnTo>
                    <a:pt x="358725" y="250132"/>
                  </a:lnTo>
                  <a:lnTo>
                    <a:pt x="359612" y="249225"/>
                  </a:lnTo>
                  <a:lnTo>
                    <a:pt x="359967" y="248952"/>
                  </a:lnTo>
                  <a:lnTo>
                    <a:pt x="360204" y="248710"/>
                  </a:lnTo>
                  <a:lnTo>
                    <a:pt x="360707" y="248287"/>
                  </a:lnTo>
                  <a:lnTo>
                    <a:pt x="361062" y="248166"/>
                  </a:lnTo>
                  <a:lnTo>
                    <a:pt x="361446" y="248136"/>
                  </a:lnTo>
                  <a:lnTo>
                    <a:pt x="361831" y="248438"/>
                  </a:lnTo>
                  <a:lnTo>
                    <a:pt x="362304" y="248680"/>
                  </a:lnTo>
                  <a:lnTo>
                    <a:pt x="362955" y="248771"/>
                  </a:lnTo>
                  <a:lnTo>
                    <a:pt x="363636" y="248771"/>
                  </a:lnTo>
                  <a:lnTo>
                    <a:pt x="364405" y="248589"/>
                  </a:lnTo>
                  <a:lnTo>
                    <a:pt x="364967" y="248529"/>
                  </a:lnTo>
                  <a:lnTo>
                    <a:pt x="365411" y="248378"/>
                  </a:lnTo>
                  <a:lnTo>
                    <a:pt x="365884" y="247712"/>
                  </a:lnTo>
                  <a:lnTo>
                    <a:pt x="366180" y="247168"/>
                  </a:lnTo>
                  <a:lnTo>
                    <a:pt x="366772" y="246744"/>
                  </a:lnTo>
                  <a:lnTo>
                    <a:pt x="367245" y="246381"/>
                  </a:lnTo>
                  <a:lnTo>
                    <a:pt x="368251" y="245716"/>
                  </a:lnTo>
                  <a:lnTo>
                    <a:pt x="369139" y="245262"/>
                  </a:lnTo>
                  <a:lnTo>
                    <a:pt x="369701" y="245020"/>
                  </a:lnTo>
                  <a:lnTo>
                    <a:pt x="370263" y="244808"/>
                  </a:lnTo>
                  <a:lnTo>
                    <a:pt x="370884" y="244627"/>
                  </a:lnTo>
                  <a:lnTo>
                    <a:pt x="371535" y="244687"/>
                  </a:lnTo>
                  <a:lnTo>
                    <a:pt x="371890" y="244687"/>
                  </a:lnTo>
                  <a:lnTo>
                    <a:pt x="372452" y="244627"/>
                  </a:lnTo>
                  <a:lnTo>
                    <a:pt x="372748" y="244506"/>
                  </a:lnTo>
                  <a:lnTo>
                    <a:pt x="372985" y="244385"/>
                  </a:lnTo>
                  <a:lnTo>
                    <a:pt x="373458" y="244052"/>
                  </a:lnTo>
                  <a:lnTo>
                    <a:pt x="373754" y="244052"/>
                  </a:lnTo>
                  <a:lnTo>
                    <a:pt x="374346" y="244022"/>
                  </a:lnTo>
                  <a:lnTo>
                    <a:pt x="374671" y="243961"/>
                  </a:lnTo>
                  <a:lnTo>
                    <a:pt x="375322" y="243719"/>
                  </a:lnTo>
                  <a:lnTo>
                    <a:pt x="375677" y="243598"/>
                  </a:lnTo>
                  <a:lnTo>
                    <a:pt x="376239" y="243296"/>
                  </a:lnTo>
                  <a:lnTo>
                    <a:pt x="376860" y="242933"/>
                  </a:lnTo>
                  <a:lnTo>
                    <a:pt x="377156" y="242721"/>
                  </a:lnTo>
                  <a:lnTo>
                    <a:pt x="377363" y="242449"/>
                  </a:lnTo>
                  <a:lnTo>
                    <a:pt x="377748" y="242116"/>
                  </a:lnTo>
                  <a:lnTo>
                    <a:pt x="377866" y="241692"/>
                  </a:lnTo>
                  <a:lnTo>
                    <a:pt x="377985" y="241360"/>
                  </a:lnTo>
                  <a:lnTo>
                    <a:pt x="378133" y="241148"/>
                  </a:lnTo>
                  <a:lnTo>
                    <a:pt x="378606" y="240845"/>
                  </a:lnTo>
                  <a:lnTo>
                    <a:pt x="379286" y="240664"/>
                  </a:lnTo>
                  <a:lnTo>
                    <a:pt x="379701" y="240724"/>
                  </a:lnTo>
                  <a:lnTo>
                    <a:pt x="380115" y="240785"/>
                  </a:lnTo>
                  <a:lnTo>
                    <a:pt x="380707" y="240694"/>
                  </a:lnTo>
                  <a:lnTo>
                    <a:pt x="381121" y="240573"/>
                  </a:lnTo>
                  <a:lnTo>
                    <a:pt x="381742" y="240331"/>
                  </a:lnTo>
                  <a:lnTo>
                    <a:pt x="382363" y="240029"/>
                  </a:lnTo>
                  <a:lnTo>
                    <a:pt x="382630" y="240059"/>
                  </a:lnTo>
                  <a:lnTo>
                    <a:pt x="383044" y="240059"/>
                  </a:lnTo>
                  <a:lnTo>
                    <a:pt x="383695" y="240089"/>
                  </a:lnTo>
                  <a:lnTo>
                    <a:pt x="384079" y="240029"/>
                  </a:lnTo>
                  <a:lnTo>
                    <a:pt x="384612" y="239998"/>
                  </a:lnTo>
                  <a:lnTo>
                    <a:pt x="384996" y="239787"/>
                  </a:lnTo>
                  <a:lnTo>
                    <a:pt x="385174" y="239726"/>
                  </a:lnTo>
                  <a:lnTo>
                    <a:pt x="385411" y="239726"/>
                  </a:lnTo>
                  <a:lnTo>
                    <a:pt x="385588" y="239726"/>
                  </a:lnTo>
                  <a:lnTo>
                    <a:pt x="385914" y="239726"/>
                  </a:lnTo>
                  <a:lnTo>
                    <a:pt x="386535" y="239696"/>
                  </a:lnTo>
                  <a:lnTo>
                    <a:pt x="386890" y="239484"/>
                  </a:lnTo>
                  <a:lnTo>
                    <a:pt x="387245" y="239363"/>
                  </a:lnTo>
                  <a:lnTo>
                    <a:pt x="387511" y="238970"/>
                  </a:lnTo>
                  <a:lnTo>
                    <a:pt x="387925" y="238516"/>
                  </a:lnTo>
                  <a:lnTo>
                    <a:pt x="388458" y="238214"/>
                  </a:lnTo>
                  <a:lnTo>
                    <a:pt x="389227" y="237881"/>
                  </a:lnTo>
                  <a:lnTo>
                    <a:pt x="390322" y="237669"/>
                  </a:lnTo>
                  <a:lnTo>
                    <a:pt x="391032" y="237609"/>
                  </a:lnTo>
                  <a:lnTo>
                    <a:pt x="391979" y="237609"/>
                  </a:lnTo>
                  <a:lnTo>
                    <a:pt x="393635" y="237700"/>
                  </a:lnTo>
                  <a:lnTo>
                    <a:pt x="394819" y="237548"/>
                  </a:lnTo>
                  <a:lnTo>
                    <a:pt x="395381" y="237579"/>
                  </a:lnTo>
                  <a:lnTo>
                    <a:pt x="395943" y="237548"/>
                  </a:lnTo>
                  <a:lnTo>
                    <a:pt x="396269" y="237427"/>
                  </a:lnTo>
                  <a:lnTo>
                    <a:pt x="396505" y="237246"/>
                  </a:lnTo>
                  <a:lnTo>
                    <a:pt x="396860" y="236883"/>
                  </a:lnTo>
                  <a:lnTo>
                    <a:pt x="397482" y="236490"/>
                  </a:lnTo>
                  <a:lnTo>
                    <a:pt x="398132" y="236278"/>
                  </a:lnTo>
                  <a:lnTo>
                    <a:pt x="399050" y="236248"/>
                  </a:lnTo>
                  <a:lnTo>
                    <a:pt x="400174" y="236127"/>
                  </a:lnTo>
                  <a:lnTo>
                    <a:pt x="400795" y="235854"/>
                  </a:lnTo>
                  <a:lnTo>
                    <a:pt x="401328" y="235582"/>
                  </a:lnTo>
                  <a:lnTo>
                    <a:pt x="401949" y="235098"/>
                  </a:lnTo>
                  <a:lnTo>
                    <a:pt x="402127" y="234705"/>
                  </a:lnTo>
                  <a:lnTo>
                    <a:pt x="402718" y="234312"/>
                  </a:lnTo>
                  <a:lnTo>
                    <a:pt x="403961" y="233586"/>
                  </a:lnTo>
                  <a:lnTo>
                    <a:pt x="404464" y="233253"/>
                  </a:lnTo>
                  <a:lnTo>
                    <a:pt x="405322" y="232769"/>
                  </a:lnTo>
                  <a:lnTo>
                    <a:pt x="406121" y="232376"/>
                  </a:lnTo>
                  <a:lnTo>
                    <a:pt x="406594" y="232134"/>
                  </a:lnTo>
                  <a:lnTo>
                    <a:pt x="407482" y="232164"/>
                  </a:lnTo>
                  <a:lnTo>
                    <a:pt x="408635" y="232224"/>
                  </a:lnTo>
                  <a:lnTo>
                    <a:pt x="409375" y="232285"/>
                  </a:lnTo>
                  <a:lnTo>
                    <a:pt x="410115" y="232224"/>
                  </a:lnTo>
                  <a:lnTo>
                    <a:pt x="410706" y="232013"/>
                  </a:lnTo>
                  <a:lnTo>
                    <a:pt x="411150" y="231892"/>
                  </a:lnTo>
                  <a:lnTo>
                    <a:pt x="411712" y="231892"/>
                  </a:lnTo>
                  <a:lnTo>
                    <a:pt x="412097" y="231710"/>
                  </a:lnTo>
                  <a:lnTo>
                    <a:pt x="412452" y="231559"/>
                  </a:lnTo>
                  <a:lnTo>
                    <a:pt x="412925" y="231408"/>
                  </a:lnTo>
                  <a:lnTo>
                    <a:pt x="413192" y="231166"/>
                  </a:lnTo>
                  <a:lnTo>
                    <a:pt x="413487" y="230984"/>
                  </a:lnTo>
                  <a:lnTo>
                    <a:pt x="413872" y="230833"/>
                  </a:lnTo>
                  <a:lnTo>
                    <a:pt x="414257" y="230772"/>
                  </a:lnTo>
                  <a:lnTo>
                    <a:pt x="414789" y="230591"/>
                  </a:lnTo>
                  <a:lnTo>
                    <a:pt x="415085" y="230167"/>
                  </a:lnTo>
                  <a:lnTo>
                    <a:pt x="415351" y="229865"/>
                  </a:lnTo>
                  <a:lnTo>
                    <a:pt x="415647" y="229714"/>
                  </a:lnTo>
                  <a:lnTo>
                    <a:pt x="416032" y="229532"/>
                  </a:lnTo>
                  <a:lnTo>
                    <a:pt x="417215" y="229230"/>
                  </a:lnTo>
                  <a:lnTo>
                    <a:pt x="417807" y="228927"/>
                  </a:lnTo>
                  <a:lnTo>
                    <a:pt x="418487" y="228685"/>
                  </a:lnTo>
                  <a:lnTo>
                    <a:pt x="418902" y="228534"/>
                  </a:lnTo>
                  <a:lnTo>
                    <a:pt x="419345" y="228383"/>
                  </a:lnTo>
                  <a:lnTo>
                    <a:pt x="419789" y="228383"/>
                  </a:lnTo>
                  <a:lnTo>
                    <a:pt x="420322" y="228383"/>
                  </a:lnTo>
                  <a:lnTo>
                    <a:pt x="420943" y="228413"/>
                  </a:lnTo>
                  <a:lnTo>
                    <a:pt x="421357" y="228383"/>
                  </a:lnTo>
                  <a:lnTo>
                    <a:pt x="421683" y="228352"/>
                  </a:lnTo>
                  <a:lnTo>
                    <a:pt x="422067" y="228201"/>
                  </a:lnTo>
                  <a:lnTo>
                    <a:pt x="422422" y="228080"/>
                  </a:lnTo>
                  <a:lnTo>
                    <a:pt x="423044" y="228020"/>
                  </a:lnTo>
                  <a:lnTo>
                    <a:pt x="423576" y="228110"/>
                  </a:lnTo>
                  <a:lnTo>
                    <a:pt x="424227" y="228201"/>
                  </a:lnTo>
                  <a:lnTo>
                    <a:pt x="425026" y="228262"/>
                  </a:lnTo>
                  <a:lnTo>
                    <a:pt x="425381" y="228352"/>
                  </a:lnTo>
                  <a:lnTo>
                    <a:pt x="426002" y="228443"/>
                  </a:lnTo>
                  <a:lnTo>
                    <a:pt x="426535" y="228685"/>
                  </a:lnTo>
                  <a:lnTo>
                    <a:pt x="426978" y="228957"/>
                  </a:lnTo>
                  <a:lnTo>
                    <a:pt x="427452" y="229351"/>
                  </a:lnTo>
                  <a:lnTo>
                    <a:pt x="427748" y="229593"/>
                  </a:lnTo>
                  <a:lnTo>
                    <a:pt x="428014" y="229956"/>
                  </a:lnTo>
                  <a:lnTo>
                    <a:pt x="428191" y="230198"/>
                  </a:lnTo>
                  <a:lnTo>
                    <a:pt x="428606" y="230470"/>
                  </a:lnTo>
                  <a:lnTo>
                    <a:pt x="428842" y="230621"/>
                  </a:lnTo>
                  <a:lnTo>
                    <a:pt x="429109" y="230924"/>
                  </a:lnTo>
                  <a:lnTo>
                    <a:pt x="429730" y="231135"/>
                  </a:lnTo>
                  <a:lnTo>
                    <a:pt x="430203" y="231014"/>
                  </a:lnTo>
                  <a:lnTo>
                    <a:pt x="430647" y="230772"/>
                  </a:lnTo>
                  <a:lnTo>
                    <a:pt x="431002" y="230591"/>
                  </a:lnTo>
                  <a:lnTo>
                    <a:pt x="431416" y="230440"/>
                  </a:lnTo>
                  <a:lnTo>
                    <a:pt x="431949" y="230470"/>
                  </a:lnTo>
                  <a:lnTo>
                    <a:pt x="432245" y="230651"/>
                  </a:lnTo>
                  <a:lnTo>
                    <a:pt x="432570" y="230893"/>
                  </a:lnTo>
                  <a:lnTo>
                    <a:pt x="432925" y="231166"/>
                  </a:lnTo>
                  <a:lnTo>
                    <a:pt x="433132" y="231347"/>
                  </a:lnTo>
                  <a:lnTo>
                    <a:pt x="433813" y="231771"/>
                  </a:lnTo>
                  <a:lnTo>
                    <a:pt x="434197" y="231922"/>
                  </a:lnTo>
                  <a:lnTo>
                    <a:pt x="434464" y="231952"/>
                  </a:lnTo>
                  <a:lnTo>
                    <a:pt x="434848" y="231589"/>
                  </a:lnTo>
                  <a:lnTo>
                    <a:pt x="435055" y="231256"/>
                  </a:lnTo>
                  <a:lnTo>
                    <a:pt x="435381" y="230803"/>
                  </a:lnTo>
                  <a:lnTo>
                    <a:pt x="435677" y="230409"/>
                  </a:lnTo>
                  <a:lnTo>
                    <a:pt x="436061" y="229925"/>
                  </a:lnTo>
                  <a:lnTo>
                    <a:pt x="436446" y="229623"/>
                  </a:lnTo>
                  <a:lnTo>
                    <a:pt x="436978" y="229441"/>
                  </a:lnTo>
                  <a:lnTo>
                    <a:pt x="437156" y="229411"/>
                  </a:lnTo>
                  <a:lnTo>
                    <a:pt x="437570" y="229381"/>
                  </a:lnTo>
                  <a:lnTo>
                    <a:pt x="437836" y="229472"/>
                  </a:lnTo>
                  <a:lnTo>
                    <a:pt x="438014" y="229532"/>
                  </a:lnTo>
                  <a:lnTo>
                    <a:pt x="438724" y="229865"/>
                  </a:lnTo>
                  <a:lnTo>
                    <a:pt x="439286" y="230137"/>
                  </a:lnTo>
                  <a:lnTo>
                    <a:pt x="439907" y="230621"/>
                  </a:lnTo>
                  <a:lnTo>
                    <a:pt x="440469" y="230984"/>
                  </a:lnTo>
                  <a:lnTo>
                    <a:pt x="441032" y="231256"/>
                  </a:lnTo>
                  <a:lnTo>
                    <a:pt x="441564" y="231317"/>
                  </a:lnTo>
                  <a:lnTo>
                    <a:pt x="442156" y="231377"/>
                  </a:lnTo>
                  <a:lnTo>
                    <a:pt x="442777" y="231377"/>
                  </a:lnTo>
                  <a:lnTo>
                    <a:pt x="443132" y="231377"/>
                  </a:lnTo>
                  <a:lnTo>
                    <a:pt x="443576" y="231589"/>
                  </a:lnTo>
                  <a:lnTo>
                    <a:pt x="443872" y="231771"/>
                  </a:lnTo>
                  <a:lnTo>
                    <a:pt x="444286" y="231952"/>
                  </a:lnTo>
                  <a:lnTo>
                    <a:pt x="444848" y="232194"/>
                  </a:lnTo>
                  <a:lnTo>
                    <a:pt x="445706" y="232376"/>
                  </a:lnTo>
                  <a:lnTo>
                    <a:pt x="446327" y="232527"/>
                  </a:lnTo>
                  <a:lnTo>
                    <a:pt x="447008" y="232618"/>
                  </a:lnTo>
                  <a:lnTo>
                    <a:pt x="447570" y="232829"/>
                  </a:lnTo>
                  <a:lnTo>
                    <a:pt x="448576" y="232829"/>
                  </a:lnTo>
                  <a:lnTo>
                    <a:pt x="449434" y="232376"/>
                  </a:lnTo>
                  <a:lnTo>
                    <a:pt x="449818" y="232103"/>
                  </a:lnTo>
                  <a:lnTo>
                    <a:pt x="450203" y="231952"/>
                  </a:lnTo>
                  <a:lnTo>
                    <a:pt x="450676" y="231922"/>
                  </a:lnTo>
                  <a:lnTo>
                    <a:pt x="451268" y="231982"/>
                  </a:lnTo>
                  <a:lnTo>
                    <a:pt x="451653" y="231982"/>
                  </a:lnTo>
                  <a:lnTo>
                    <a:pt x="452274" y="231982"/>
                  </a:lnTo>
                  <a:lnTo>
                    <a:pt x="453191" y="231922"/>
                  </a:lnTo>
                  <a:lnTo>
                    <a:pt x="453783" y="231831"/>
                  </a:lnTo>
                  <a:lnTo>
                    <a:pt x="454315" y="231680"/>
                  </a:lnTo>
                  <a:lnTo>
                    <a:pt x="454641" y="231438"/>
                  </a:lnTo>
                  <a:lnTo>
                    <a:pt x="455085" y="231196"/>
                  </a:lnTo>
                  <a:lnTo>
                    <a:pt x="455706" y="231105"/>
                  </a:lnTo>
                  <a:lnTo>
                    <a:pt x="456031" y="231347"/>
                  </a:lnTo>
                  <a:lnTo>
                    <a:pt x="456327" y="231740"/>
                  </a:lnTo>
                  <a:lnTo>
                    <a:pt x="456505" y="232073"/>
                  </a:lnTo>
                  <a:lnTo>
                    <a:pt x="456978" y="232376"/>
                  </a:lnTo>
                  <a:lnTo>
                    <a:pt x="457185" y="232406"/>
                  </a:lnTo>
                  <a:lnTo>
                    <a:pt x="457629" y="232285"/>
                  </a:lnTo>
                  <a:lnTo>
                    <a:pt x="457984" y="232285"/>
                  </a:lnTo>
                  <a:lnTo>
                    <a:pt x="458339" y="232497"/>
                  </a:lnTo>
                  <a:lnTo>
                    <a:pt x="458783" y="232618"/>
                  </a:lnTo>
                  <a:lnTo>
                    <a:pt x="459168" y="232708"/>
                  </a:lnTo>
                  <a:lnTo>
                    <a:pt x="459789" y="232618"/>
                  </a:lnTo>
                  <a:lnTo>
                    <a:pt x="460262" y="232527"/>
                  </a:lnTo>
                  <a:lnTo>
                    <a:pt x="460617" y="232527"/>
                  </a:lnTo>
                  <a:lnTo>
                    <a:pt x="460943" y="232618"/>
                  </a:lnTo>
                  <a:lnTo>
                    <a:pt x="461623" y="232708"/>
                  </a:lnTo>
                  <a:lnTo>
                    <a:pt x="462333" y="232678"/>
                  </a:lnTo>
                  <a:lnTo>
                    <a:pt x="463073" y="232527"/>
                  </a:lnTo>
                  <a:lnTo>
                    <a:pt x="463576" y="232769"/>
                  </a:lnTo>
                  <a:lnTo>
                    <a:pt x="464227" y="232708"/>
                  </a:lnTo>
                  <a:lnTo>
                    <a:pt x="464818" y="232436"/>
                  </a:lnTo>
                  <a:lnTo>
                    <a:pt x="465469" y="232315"/>
                  </a:lnTo>
                  <a:lnTo>
                    <a:pt x="465795" y="232194"/>
                  </a:lnTo>
                  <a:lnTo>
                    <a:pt x="466268" y="231982"/>
                  </a:lnTo>
                  <a:lnTo>
                    <a:pt x="466534" y="231952"/>
                  </a:lnTo>
                  <a:lnTo>
                    <a:pt x="466919" y="231952"/>
                  </a:lnTo>
                  <a:lnTo>
                    <a:pt x="467570" y="232043"/>
                  </a:lnTo>
                  <a:lnTo>
                    <a:pt x="468162" y="232073"/>
                  </a:lnTo>
                  <a:lnTo>
                    <a:pt x="468635" y="232073"/>
                  </a:lnTo>
                  <a:lnTo>
                    <a:pt x="469227" y="232073"/>
                  </a:lnTo>
                  <a:lnTo>
                    <a:pt x="469434" y="232013"/>
                  </a:lnTo>
                  <a:lnTo>
                    <a:pt x="469848" y="231922"/>
                  </a:lnTo>
                  <a:lnTo>
                    <a:pt x="470114" y="231952"/>
                  </a:lnTo>
                  <a:lnTo>
                    <a:pt x="470292" y="232073"/>
                  </a:lnTo>
                  <a:lnTo>
                    <a:pt x="470647" y="232194"/>
                  </a:lnTo>
                  <a:lnTo>
                    <a:pt x="471120" y="232406"/>
                  </a:lnTo>
                  <a:lnTo>
                    <a:pt x="471416" y="232497"/>
                  </a:lnTo>
                  <a:lnTo>
                    <a:pt x="471741" y="232497"/>
                  </a:lnTo>
                  <a:lnTo>
                    <a:pt x="472126" y="232345"/>
                  </a:lnTo>
                  <a:lnTo>
                    <a:pt x="472718" y="232103"/>
                  </a:lnTo>
                  <a:lnTo>
                    <a:pt x="473073" y="232013"/>
                  </a:lnTo>
                  <a:lnTo>
                    <a:pt x="473546" y="232013"/>
                  </a:lnTo>
                  <a:lnTo>
                    <a:pt x="474256" y="231861"/>
                  </a:lnTo>
                  <a:lnTo>
                    <a:pt x="475114" y="231468"/>
                  </a:lnTo>
                  <a:lnTo>
                    <a:pt x="475883" y="231408"/>
                  </a:lnTo>
                  <a:lnTo>
                    <a:pt x="476505" y="231075"/>
                  </a:lnTo>
                  <a:lnTo>
                    <a:pt x="477422" y="230863"/>
                  </a:lnTo>
                  <a:lnTo>
                    <a:pt x="478280" y="230651"/>
                  </a:lnTo>
                  <a:lnTo>
                    <a:pt x="479079" y="230288"/>
                  </a:lnTo>
                  <a:lnTo>
                    <a:pt x="479582" y="230077"/>
                  </a:lnTo>
                  <a:lnTo>
                    <a:pt x="480085" y="229986"/>
                  </a:lnTo>
                  <a:lnTo>
                    <a:pt x="480469" y="229774"/>
                  </a:lnTo>
                  <a:lnTo>
                    <a:pt x="480676" y="229472"/>
                  </a:lnTo>
                  <a:lnTo>
                    <a:pt x="480854" y="229139"/>
                  </a:lnTo>
                  <a:lnTo>
                    <a:pt x="481002" y="228625"/>
                  </a:lnTo>
                  <a:lnTo>
                    <a:pt x="481238" y="228413"/>
                  </a:lnTo>
                  <a:lnTo>
                    <a:pt x="481475" y="228322"/>
                  </a:lnTo>
                  <a:lnTo>
                    <a:pt x="481830" y="228231"/>
                  </a:lnTo>
                  <a:lnTo>
                    <a:pt x="482155" y="228322"/>
                  </a:lnTo>
                  <a:lnTo>
                    <a:pt x="482392" y="228443"/>
                  </a:lnTo>
                  <a:lnTo>
                    <a:pt x="482688" y="228625"/>
                  </a:lnTo>
                  <a:lnTo>
                    <a:pt x="483102" y="228897"/>
                  </a:lnTo>
                  <a:lnTo>
                    <a:pt x="483369" y="228776"/>
                  </a:lnTo>
                  <a:lnTo>
                    <a:pt x="483664" y="228413"/>
                  </a:lnTo>
                  <a:lnTo>
                    <a:pt x="484138" y="228443"/>
                  </a:lnTo>
                  <a:lnTo>
                    <a:pt x="484404" y="228504"/>
                  </a:lnTo>
                  <a:lnTo>
                    <a:pt x="484759" y="228443"/>
                  </a:lnTo>
                  <a:lnTo>
                    <a:pt x="485084" y="228322"/>
                  </a:lnTo>
                  <a:lnTo>
                    <a:pt x="485321" y="228080"/>
                  </a:lnTo>
                  <a:lnTo>
                    <a:pt x="485410" y="227536"/>
                  </a:lnTo>
                  <a:lnTo>
                    <a:pt x="485439" y="227173"/>
                  </a:lnTo>
                  <a:lnTo>
                    <a:pt x="485676" y="226507"/>
                  </a:lnTo>
                  <a:lnTo>
                    <a:pt x="485942" y="226054"/>
                  </a:lnTo>
                  <a:lnTo>
                    <a:pt x="486209" y="225781"/>
                  </a:lnTo>
                  <a:lnTo>
                    <a:pt x="486445" y="225781"/>
                  </a:lnTo>
                  <a:lnTo>
                    <a:pt x="487096" y="225933"/>
                  </a:lnTo>
                  <a:lnTo>
                    <a:pt x="487688" y="226114"/>
                  </a:lnTo>
                  <a:lnTo>
                    <a:pt x="487925" y="226175"/>
                  </a:lnTo>
                  <a:lnTo>
                    <a:pt x="488221" y="226235"/>
                  </a:lnTo>
                  <a:lnTo>
                    <a:pt x="488664" y="226175"/>
                  </a:lnTo>
                  <a:lnTo>
                    <a:pt x="489049" y="225388"/>
                  </a:lnTo>
                  <a:lnTo>
                    <a:pt x="489108" y="225146"/>
                  </a:lnTo>
                  <a:lnTo>
                    <a:pt x="489019" y="224874"/>
                  </a:lnTo>
                  <a:lnTo>
                    <a:pt x="489226" y="224571"/>
                  </a:lnTo>
                  <a:lnTo>
                    <a:pt x="489434" y="224390"/>
                  </a:lnTo>
                  <a:lnTo>
                    <a:pt x="489286" y="223936"/>
                  </a:lnTo>
                  <a:lnTo>
                    <a:pt x="489374" y="223724"/>
                  </a:lnTo>
                  <a:lnTo>
                    <a:pt x="489641" y="223422"/>
                  </a:lnTo>
                  <a:lnTo>
                    <a:pt x="489966" y="223422"/>
                  </a:lnTo>
                  <a:lnTo>
                    <a:pt x="490114" y="223482"/>
                  </a:lnTo>
                  <a:lnTo>
                    <a:pt x="490262" y="223482"/>
                  </a:lnTo>
                  <a:lnTo>
                    <a:pt x="490765" y="223452"/>
                  </a:lnTo>
                  <a:lnTo>
                    <a:pt x="491120" y="223361"/>
                  </a:lnTo>
                  <a:lnTo>
                    <a:pt x="491534" y="223210"/>
                  </a:lnTo>
                  <a:lnTo>
                    <a:pt x="491889" y="223089"/>
                  </a:lnTo>
                  <a:lnTo>
                    <a:pt x="492126" y="223029"/>
                  </a:lnTo>
                  <a:lnTo>
                    <a:pt x="492481" y="222998"/>
                  </a:lnTo>
                  <a:lnTo>
                    <a:pt x="493132" y="222998"/>
                  </a:lnTo>
                  <a:lnTo>
                    <a:pt x="493842" y="222908"/>
                  </a:lnTo>
                  <a:lnTo>
                    <a:pt x="494315" y="222847"/>
                  </a:lnTo>
                  <a:lnTo>
                    <a:pt x="495025" y="222575"/>
                  </a:lnTo>
                  <a:lnTo>
                    <a:pt x="495380" y="222393"/>
                  </a:lnTo>
                  <a:lnTo>
                    <a:pt x="495883" y="222091"/>
                  </a:lnTo>
                  <a:lnTo>
                    <a:pt x="496179" y="221788"/>
                  </a:lnTo>
                  <a:lnTo>
                    <a:pt x="496623" y="221546"/>
                  </a:lnTo>
                  <a:lnTo>
                    <a:pt x="496830" y="221486"/>
                  </a:lnTo>
                  <a:lnTo>
                    <a:pt x="497333" y="221486"/>
                  </a:lnTo>
                  <a:lnTo>
                    <a:pt x="497570" y="221425"/>
                  </a:lnTo>
                  <a:lnTo>
                    <a:pt x="497836" y="221244"/>
                  </a:lnTo>
                  <a:lnTo>
                    <a:pt x="497925" y="220941"/>
                  </a:lnTo>
                  <a:lnTo>
                    <a:pt x="498132" y="220699"/>
                  </a:lnTo>
                  <a:lnTo>
                    <a:pt x="498605" y="220276"/>
                  </a:lnTo>
                  <a:lnTo>
                    <a:pt x="499345" y="220094"/>
                  </a:lnTo>
                  <a:lnTo>
                    <a:pt x="499936" y="220336"/>
                  </a:lnTo>
                  <a:lnTo>
                    <a:pt x="500676" y="220578"/>
                  </a:lnTo>
                  <a:lnTo>
                    <a:pt x="501179" y="220639"/>
                  </a:lnTo>
                  <a:lnTo>
                    <a:pt x="501771" y="220548"/>
                  </a:lnTo>
                  <a:lnTo>
                    <a:pt x="502067" y="220215"/>
                  </a:lnTo>
                  <a:lnTo>
                    <a:pt x="502422" y="220064"/>
                  </a:lnTo>
                  <a:lnTo>
                    <a:pt x="502806" y="220125"/>
                  </a:lnTo>
                  <a:lnTo>
                    <a:pt x="503516" y="220064"/>
                  </a:lnTo>
                  <a:lnTo>
                    <a:pt x="503871" y="219943"/>
                  </a:lnTo>
                  <a:lnTo>
                    <a:pt x="504552" y="219520"/>
                  </a:lnTo>
                  <a:lnTo>
                    <a:pt x="504907" y="219338"/>
                  </a:lnTo>
                  <a:lnTo>
                    <a:pt x="505380" y="219338"/>
                  </a:lnTo>
                  <a:lnTo>
                    <a:pt x="505942" y="219338"/>
                  </a:lnTo>
                  <a:lnTo>
                    <a:pt x="506889" y="218824"/>
                  </a:lnTo>
                  <a:lnTo>
                    <a:pt x="507747" y="218582"/>
                  </a:lnTo>
                  <a:lnTo>
                    <a:pt x="508250" y="218491"/>
                  </a:lnTo>
                  <a:lnTo>
                    <a:pt x="509049" y="218158"/>
                  </a:lnTo>
                  <a:lnTo>
                    <a:pt x="509700" y="217735"/>
                  </a:lnTo>
                  <a:lnTo>
                    <a:pt x="510232" y="217311"/>
                  </a:lnTo>
                  <a:lnTo>
                    <a:pt x="510794" y="216797"/>
                  </a:lnTo>
                  <a:lnTo>
                    <a:pt x="511504" y="216404"/>
                  </a:lnTo>
                  <a:lnTo>
                    <a:pt x="513250" y="215557"/>
                  </a:lnTo>
                  <a:lnTo>
                    <a:pt x="514226" y="215254"/>
                  </a:lnTo>
                  <a:lnTo>
                    <a:pt x="514936" y="214861"/>
                  </a:lnTo>
                  <a:lnTo>
                    <a:pt x="515676" y="214528"/>
                  </a:lnTo>
                  <a:lnTo>
                    <a:pt x="516149" y="214226"/>
                  </a:lnTo>
                  <a:lnTo>
                    <a:pt x="516830" y="213772"/>
                  </a:lnTo>
                  <a:lnTo>
                    <a:pt x="517688" y="213167"/>
                  </a:lnTo>
                  <a:lnTo>
                    <a:pt x="518220" y="212683"/>
                  </a:lnTo>
                  <a:lnTo>
                    <a:pt x="519197" y="212048"/>
                  </a:lnTo>
                  <a:lnTo>
                    <a:pt x="519759" y="211806"/>
                  </a:lnTo>
                  <a:lnTo>
                    <a:pt x="520439" y="211564"/>
                  </a:lnTo>
                  <a:lnTo>
                    <a:pt x="521268" y="211413"/>
                  </a:lnTo>
                  <a:lnTo>
                    <a:pt x="522066" y="211201"/>
                  </a:lnTo>
                  <a:lnTo>
                    <a:pt x="522510" y="211171"/>
                  </a:lnTo>
                  <a:lnTo>
                    <a:pt x="522658" y="211201"/>
                  </a:lnTo>
                  <a:lnTo>
                    <a:pt x="522895" y="211383"/>
                  </a:lnTo>
                  <a:lnTo>
                    <a:pt x="523398" y="211564"/>
                  </a:lnTo>
                  <a:lnTo>
                    <a:pt x="523812" y="211715"/>
                  </a:lnTo>
                  <a:lnTo>
                    <a:pt x="524552" y="211776"/>
                  </a:lnTo>
                  <a:lnTo>
                    <a:pt x="525143" y="211715"/>
                  </a:lnTo>
                  <a:lnTo>
                    <a:pt x="525794" y="211715"/>
                  </a:lnTo>
                  <a:lnTo>
                    <a:pt x="526563" y="211534"/>
                  </a:lnTo>
                  <a:lnTo>
                    <a:pt x="526859" y="211080"/>
                  </a:lnTo>
                  <a:lnTo>
                    <a:pt x="527126" y="210657"/>
                  </a:lnTo>
                  <a:lnTo>
                    <a:pt x="527658" y="210233"/>
                  </a:lnTo>
                  <a:lnTo>
                    <a:pt x="528043" y="209598"/>
                  </a:lnTo>
                  <a:lnTo>
                    <a:pt x="528575" y="208781"/>
                  </a:lnTo>
                  <a:lnTo>
                    <a:pt x="529049" y="208206"/>
                  </a:lnTo>
                  <a:lnTo>
                    <a:pt x="529759" y="207359"/>
                  </a:lnTo>
                  <a:lnTo>
                    <a:pt x="529995" y="207148"/>
                  </a:lnTo>
                  <a:lnTo>
                    <a:pt x="530528" y="206694"/>
                  </a:lnTo>
                  <a:lnTo>
                    <a:pt x="530972" y="206089"/>
                  </a:lnTo>
                  <a:lnTo>
                    <a:pt x="531623" y="205181"/>
                  </a:lnTo>
                  <a:lnTo>
                    <a:pt x="532096" y="204425"/>
                  </a:lnTo>
                  <a:lnTo>
                    <a:pt x="532865" y="203064"/>
                  </a:lnTo>
                  <a:lnTo>
                    <a:pt x="533220" y="202338"/>
                  </a:lnTo>
                  <a:lnTo>
                    <a:pt x="533605" y="201793"/>
                  </a:lnTo>
                  <a:lnTo>
                    <a:pt x="534492" y="201219"/>
                  </a:lnTo>
                  <a:lnTo>
                    <a:pt x="534670" y="200886"/>
                  </a:lnTo>
                  <a:lnTo>
                    <a:pt x="535173" y="200251"/>
                  </a:lnTo>
                  <a:lnTo>
                    <a:pt x="535410" y="199888"/>
                  </a:lnTo>
                  <a:lnTo>
                    <a:pt x="535912" y="199253"/>
                  </a:lnTo>
                  <a:lnTo>
                    <a:pt x="536504" y="198496"/>
                  </a:lnTo>
                  <a:lnTo>
                    <a:pt x="536711" y="198224"/>
                  </a:lnTo>
                  <a:lnTo>
                    <a:pt x="537214" y="197801"/>
                  </a:lnTo>
                  <a:lnTo>
                    <a:pt x="538102" y="197407"/>
                  </a:lnTo>
                  <a:lnTo>
                    <a:pt x="539049" y="197135"/>
                  </a:lnTo>
                  <a:lnTo>
                    <a:pt x="539463" y="197044"/>
                  </a:lnTo>
                  <a:lnTo>
                    <a:pt x="539729" y="197044"/>
                  </a:lnTo>
                  <a:lnTo>
                    <a:pt x="539995" y="197135"/>
                  </a:lnTo>
                  <a:lnTo>
                    <a:pt x="540439" y="197105"/>
                  </a:lnTo>
                  <a:lnTo>
                    <a:pt x="540912" y="196954"/>
                  </a:lnTo>
                  <a:lnTo>
                    <a:pt x="541386" y="196833"/>
                  </a:lnTo>
                  <a:lnTo>
                    <a:pt x="541741" y="196470"/>
                  </a:lnTo>
                  <a:lnTo>
                    <a:pt x="541918" y="196228"/>
                  </a:lnTo>
                  <a:lnTo>
                    <a:pt x="542214" y="195865"/>
                  </a:lnTo>
                  <a:lnTo>
                    <a:pt x="542599" y="195532"/>
                  </a:lnTo>
                  <a:lnTo>
                    <a:pt x="542865" y="195381"/>
                  </a:lnTo>
                  <a:lnTo>
                    <a:pt x="543309" y="195320"/>
                  </a:lnTo>
                  <a:lnTo>
                    <a:pt x="544078" y="195290"/>
                  </a:lnTo>
                  <a:lnTo>
                    <a:pt x="544522" y="195139"/>
                  </a:lnTo>
                  <a:lnTo>
                    <a:pt x="544670" y="194836"/>
                  </a:lnTo>
                  <a:lnTo>
                    <a:pt x="544847" y="194594"/>
                  </a:lnTo>
                  <a:lnTo>
                    <a:pt x="545084" y="194534"/>
                  </a:lnTo>
                  <a:lnTo>
                    <a:pt x="545380" y="194745"/>
                  </a:lnTo>
                  <a:lnTo>
                    <a:pt x="545824" y="195320"/>
                  </a:lnTo>
                  <a:lnTo>
                    <a:pt x="546179" y="195834"/>
                  </a:lnTo>
                  <a:lnTo>
                    <a:pt x="546534" y="196349"/>
                  </a:lnTo>
                  <a:lnTo>
                    <a:pt x="546830" y="196742"/>
                  </a:lnTo>
                  <a:lnTo>
                    <a:pt x="547125" y="196923"/>
                  </a:lnTo>
                  <a:lnTo>
                    <a:pt x="547569" y="197044"/>
                  </a:lnTo>
                  <a:lnTo>
                    <a:pt x="548013" y="196772"/>
                  </a:lnTo>
                  <a:lnTo>
                    <a:pt x="548516" y="196228"/>
                  </a:lnTo>
                  <a:lnTo>
                    <a:pt x="548753" y="195713"/>
                  </a:lnTo>
                  <a:lnTo>
                    <a:pt x="549196" y="195169"/>
                  </a:lnTo>
                  <a:lnTo>
                    <a:pt x="549551" y="194927"/>
                  </a:lnTo>
                  <a:lnTo>
                    <a:pt x="550054" y="194745"/>
                  </a:lnTo>
                  <a:lnTo>
                    <a:pt x="550528" y="194806"/>
                  </a:lnTo>
                  <a:lnTo>
                    <a:pt x="551060" y="195139"/>
                  </a:lnTo>
                  <a:lnTo>
                    <a:pt x="551327" y="195441"/>
                  </a:lnTo>
                  <a:lnTo>
                    <a:pt x="551652" y="195986"/>
                  </a:lnTo>
                  <a:lnTo>
                    <a:pt x="551830" y="196258"/>
                  </a:lnTo>
                  <a:lnTo>
                    <a:pt x="552125" y="196379"/>
                  </a:lnTo>
                  <a:lnTo>
                    <a:pt x="552776" y="196530"/>
                  </a:lnTo>
                  <a:lnTo>
                    <a:pt x="553427" y="196107"/>
                  </a:lnTo>
                  <a:lnTo>
                    <a:pt x="554108" y="195653"/>
                  </a:lnTo>
                  <a:lnTo>
                    <a:pt x="554551" y="195381"/>
                  </a:lnTo>
                  <a:lnTo>
                    <a:pt x="555616" y="194866"/>
                  </a:lnTo>
                  <a:lnTo>
                    <a:pt x="556593" y="194473"/>
                  </a:lnTo>
                  <a:lnTo>
                    <a:pt x="557066" y="193959"/>
                  </a:lnTo>
                  <a:lnTo>
                    <a:pt x="557658" y="193535"/>
                  </a:lnTo>
                  <a:lnTo>
                    <a:pt x="558516" y="193142"/>
                  </a:lnTo>
                  <a:lnTo>
                    <a:pt x="559433" y="193172"/>
                  </a:lnTo>
                  <a:lnTo>
                    <a:pt x="559966" y="193324"/>
                  </a:lnTo>
                  <a:lnTo>
                    <a:pt x="561031" y="193475"/>
                  </a:lnTo>
                  <a:lnTo>
                    <a:pt x="561682" y="193475"/>
                  </a:lnTo>
                  <a:lnTo>
                    <a:pt x="561859" y="193112"/>
                  </a:lnTo>
                  <a:lnTo>
                    <a:pt x="562066" y="192900"/>
                  </a:lnTo>
                  <a:lnTo>
                    <a:pt x="562480" y="192537"/>
                  </a:lnTo>
                  <a:lnTo>
                    <a:pt x="562835" y="192265"/>
                  </a:lnTo>
                  <a:lnTo>
                    <a:pt x="563309" y="191932"/>
                  </a:lnTo>
                  <a:lnTo>
                    <a:pt x="563486" y="191025"/>
                  </a:lnTo>
                  <a:lnTo>
                    <a:pt x="563693" y="190450"/>
                  </a:lnTo>
                  <a:lnTo>
                    <a:pt x="564078" y="189875"/>
                  </a:lnTo>
                  <a:lnTo>
                    <a:pt x="564729" y="189573"/>
                  </a:lnTo>
                  <a:lnTo>
                    <a:pt x="565261" y="189573"/>
                  </a:lnTo>
                  <a:lnTo>
                    <a:pt x="565616" y="189936"/>
                  </a:lnTo>
                  <a:lnTo>
                    <a:pt x="565883" y="190178"/>
                  </a:lnTo>
                  <a:lnTo>
                    <a:pt x="566563" y="190510"/>
                  </a:lnTo>
                  <a:lnTo>
                    <a:pt x="567036" y="190571"/>
                  </a:lnTo>
                  <a:lnTo>
                    <a:pt x="567569" y="190359"/>
                  </a:lnTo>
                  <a:lnTo>
                    <a:pt x="567954" y="190208"/>
                  </a:lnTo>
                  <a:lnTo>
                    <a:pt x="568782" y="189603"/>
                  </a:lnTo>
                  <a:lnTo>
                    <a:pt x="569167" y="189210"/>
                  </a:lnTo>
                  <a:lnTo>
                    <a:pt x="569374" y="188726"/>
                  </a:lnTo>
                  <a:lnTo>
                    <a:pt x="569758" y="188151"/>
                  </a:lnTo>
                  <a:lnTo>
                    <a:pt x="570173" y="187848"/>
                  </a:lnTo>
                  <a:lnTo>
                    <a:pt x="570853" y="187576"/>
                  </a:lnTo>
                  <a:lnTo>
                    <a:pt x="571800" y="187364"/>
                  </a:lnTo>
                  <a:lnTo>
                    <a:pt x="572599" y="187153"/>
                  </a:lnTo>
                  <a:lnTo>
                    <a:pt x="572924" y="187183"/>
                  </a:lnTo>
                  <a:lnTo>
                    <a:pt x="573397" y="187213"/>
                  </a:lnTo>
                  <a:lnTo>
                    <a:pt x="573841" y="187213"/>
                  </a:lnTo>
                  <a:lnTo>
                    <a:pt x="574048" y="187183"/>
                  </a:lnTo>
                  <a:lnTo>
                    <a:pt x="574403" y="187153"/>
                  </a:lnTo>
                  <a:lnTo>
                    <a:pt x="574670" y="187395"/>
                  </a:lnTo>
                  <a:lnTo>
                    <a:pt x="574817" y="187546"/>
                  </a:lnTo>
                  <a:lnTo>
                    <a:pt x="575054" y="187758"/>
                  </a:lnTo>
                  <a:lnTo>
                    <a:pt x="575261" y="187909"/>
                  </a:lnTo>
                  <a:lnTo>
                    <a:pt x="575528" y="188090"/>
                  </a:lnTo>
                  <a:lnTo>
                    <a:pt x="575912" y="188151"/>
                  </a:lnTo>
                  <a:lnTo>
                    <a:pt x="576060" y="188121"/>
                  </a:lnTo>
                  <a:lnTo>
                    <a:pt x="576533" y="188000"/>
                  </a:lnTo>
                  <a:lnTo>
                    <a:pt x="576800" y="187848"/>
                  </a:lnTo>
                  <a:lnTo>
                    <a:pt x="577244" y="187516"/>
                  </a:lnTo>
                  <a:lnTo>
                    <a:pt x="577480" y="187183"/>
                  </a:lnTo>
                  <a:lnTo>
                    <a:pt x="577687" y="186850"/>
                  </a:lnTo>
                  <a:lnTo>
                    <a:pt x="577894" y="186608"/>
                  </a:lnTo>
                  <a:lnTo>
                    <a:pt x="578013" y="186457"/>
                  </a:lnTo>
                  <a:lnTo>
                    <a:pt x="578131" y="186306"/>
                  </a:lnTo>
                  <a:lnTo>
                    <a:pt x="578279" y="186185"/>
                  </a:lnTo>
                  <a:lnTo>
                    <a:pt x="578486" y="186003"/>
                  </a:lnTo>
                  <a:lnTo>
                    <a:pt x="578634" y="185852"/>
                  </a:lnTo>
                  <a:lnTo>
                    <a:pt x="578812" y="185550"/>
                  </a:lnTo>
                  <a:lnTo>
                    <a:pt x="578871" y="185156"/>
                  </a:lnTo>
                  <a:lnTo>
                    <a:pt x="578723" y="184703"/>
                  </a:lnTo>
                  <a:lnTo>
                    <a:pt x="578516" y="184400"/>
                  </a:lnTo>
                  <a:lnTo>
                    <a:pt x="578368" y="184309"/>
                  </a:lnTo>
                  <a:lnTo>
                    <a:pt x="578249" y="184158"/>
                  </a:lnTo>
                  <a:lnTo>
                    <a:pt x="578101" y="184067"/>
                  </a:lnTo>
                  <a:lnTo>
                    <a:pt x="578042" y="183916"/>
                  </a:lnTo>
                  <a:lnTo>
                    <a:pt x="577983" y="183735"/>
                  </a:lnTo>
                  <a:lnTo>
                    <a:pt x="577746" y="183311"/>
                  </a:lnTo>
                  <a:lnTo>
                    <a:pt x="577421" y="182827"/>
                  </a:lnTo>
                  <a:lnTo>
                    <a:pt x="577303" y="182585"/>
                  </a:lnTo>
                  <a:lnTo>
                    <a:pt x="576918" y="182071"/>
                  </a:lnTo>
                  <a:lnTo>
                    <a:pt x="576859" y="181889"/>
                  </a:lnTo>
                  <a:lnTo>
                    <a:pt x="576888" y="181405"/>
                  </a:lnTo>
                  <a:lnTo>
                    <a:pt x="576977" y="181073"/>
                  </a:lnTo>
                  <a:lnTo>
                    <a:pt x="577096" y="180770"/>
                  </a:lnTo>
                  <a:lnTo>
                    <a:pt x="577244" y="180377"/>
                  </a:lnTo>
                  <a:lnTo>
                    <a:pt x="577421" y="180135"/>
                  </a:lnTo>
                  <a:lnTo>
                    <a:pt x="577628" y="179863"/>
                  </a:lnTo>
                  <a:lnTo>
                    <a:pt x="577806" y="179469"/>
                  </a:lnTo>
                  <a:lnTo>
                    <a:pt x="578101" y="178895"/>
                  </a:lnTo>
                  <a:lnTo>
                    <a:pt x="578309" y="178532"/>
                  </a:lnTo>
                  <a:lnTo>
                    <a:pt x="578693" y="178169"/>
                  </a:lnTo>
                  <a:lnTo>
                    <a:pt x="579019" y="178017"/>
                  </a:lnTo>
                  <a:lnTo>
                    <a:pt x="579403" y="177957"/>
                  </a:lnTo>
                  <a:lnTo>
                    <a:pt x="579847" y="177927"/>
                  </a:lnTo>
                  <a:lnTo>
                    <a:pt x="580232" y="177806"/>
                  </a:lnTo>
                  <a:lnTo>
                    <a:pt x="580498" y="177775"/>
                  </a:lnTo>
                  <a:lnTo>
                    <a:pt x="580794" y="177685"/>
                  </a:lnTo>
                  <a:lnTo>
                    <a:pt x="581090" y="177473"/>
                  </a:lnTo>
                  <a:lnTo>
                    <a:pt x="581326" y="177261"/>
                  </a:lnTo>
                  <a:lnTo>
                    <a:pt x="581563" y="176898"/>
                  </a:lnTo>
                  <a:lnTo>
                    <a:pt x="581859" y="176686"/>
                  </a:lnTo>
                  <a:lnTo>
                    <a:pt x="582214" y="176475"/>
                  </a:lnTo>
                  <a:lnTo>
                    <a:pt x="582687" y="176081"/>
                  </a:lnTo>
                  <a:lnTo>
                    <a:pt x="583161" y="175900"/>
                  </a:lnTo>
                  <a:lnTo>
                    <a:pt x="583782" y="175446"/>
                  </a:lnTo>
                  <a:lnTo>
                    <a:pt x="584167" y="174962"/>
                  </a:lnTo>
                  <a:lnTo>
                    <a:pt x="584551" y="174539"/>
                  </a:lnTo>
                  <a:lnTo>
                    <a:pt x="584995" y="174176"/>
                  </a:lnTo>
                  <a:lnTo>
                    <a:pt x="585350" y="174055"/>
                  </a:lnTo>
                  <a:lnTo>
                    <a:pt x="585823" y="173873"/>
                  </a:lnTo>
                  <a:lnTo>
                    <a:pt x="586711" y="173450"/>
                  </a:lnTo>
                  <a:lnTo>
                    <a:pt x="587125" y="173238"/>
                  </a:lnTo>
                  <a:lnTo>
                    <a:pt x="587451" y="173087"/>
                  </a:lnTo>
                  <a:lnTo>
                    <a:pt x="587658" y="173026"/>
                  </a:lnTo>
                  <a:lnTo>
                    <a:pt x="588042" y="173026"/>
                  </a:lnTo>
                  <a:lnTo>
                    <a:pt x="588575" y="172936"/>
                  </a:lnTo>
                  <a:lnTo>
                    <a:pt x="589226" y="172784"/>
                  </a:lnTo>
                  <a:lnTo>
                    <a:pt x="589817" y="172542"/>
                  </a:lnTo>
                  <a:lnTo>
                    <a:pt x="590439" y="172421"/>
                  </a:lnTo>
                  <a:lnTo>
                    <a:pt x="590823" y="172421"/>
                  </a:lnTo>
                  <a:lnTo>
                    <a:pt x="591267" y="172421"/>
                  </a:lnTo>
                  <a:lnTo>
                    <a:pt x="591800" y="172270"/>
                  </a:lnTo>
                  <a:lnTo>
                    <a:pt x="592450" y="172210"/>
                  </a:lnTo>
                  <a:lnTo>
                    <a:pt x="593072" y="172028"/>
                  </a:lnTo>
                  <a:lnTo>
                    <a:pt x="593693" y="171847"/>
                  </a:lnTo>
                  <a:lnTo>
                    <a:pt x="594196" y="171665"/>
                  </a:lnTo>
                  <a:lnTo>
                    <a:pt x="594758" y="171272"/>
                  </a:lnTo>
                  <a:lnTo>
                    <a:pt x="595291" y="170697"/>
                  </a:lnTo>
                  <a:lnTo>
                    <a:pt x="595853" y="170334"/>
                  </a:lnTo>
                  <a:lnTo>
                    <a:pt x="596208" y="170062"/>
                  </a:lnTo>
                  <a:lnTo>
                    <a:pt x="596504" y="169911"/>
                  </a:lnTo>
                  <a:lnTo>
                    <a:pt x="596948" y="169759"/>
                  </a:lnTo>
                  <a:lnTo>
                    <a:pt x="597184" y="169669"/>
                  </a:lnTo>
                  <a:lnTo>
                    <a:pt x="597746" y="169336"/>
                  </a:lnTo>
                  <a:lnTo>
                    <a:pt x="598131" y="169033"/>
                  </a:lnTo>
                  <a:lnTo>
                    <a:pt x="598456" y="168731"/>
                  </a:lnTo>
                  <a:lnTo>
                    <a:pt x="598752" y="168580"/>
                  </a:lnTo>
                  <a:lnTo>
                    <a:pt x="599314" y="168428"/>
                  </a:lnTo>
                  <a:lnTo>
                    <a:pt x="599729" y="168217"/>
                  </a:lnTo>
                  <a:lnTo>
                    <a:pt x="599995" y="168065"/>
                  </a:lnTo>
                  <a:lnTo>
                    <a:pt x="600527" y="167823"/>
                  </a:lnTo>
                  <a:lnTo>
                    <a:pt x="600942" y="167521"/>
                  </a:lnTo>
                  <a:lnTo>
                    <a:pt x="601297" y="167249"/>
                  </a:lnTo>
                  <a:lnTo>
                    <a:pt x="601563" y="167067"/>
                  </a:lnTo>
                  <a:lnTo>
                    <a:pt x="602302" y="166644"/>
                  </a:lnTo>
                  <a:lnTo>
                    <a:pt x="602983" y="166281"/>
                  </a:lnTo>
                  <a:lnTo>
                    <a:pt x="603368" y="166069"/>
                  </a:lnTo>
                  <a:lnTo>
                    <a:pt x="603871" y="166039"/>
                  </a:lnTo>
                  <a:lnTo>
                    <a:pt x="604373" y="165978"/>
                  </a:lnTo>
                  <a:lnTo>
                    <a:pt x="604876" y="165827"/>
                  </a:lnTo>
                  <a:lnTo>
                    <a:pt x="605379" y="165676"/>
                  </a:lnTo>
                  <a:lnTo>
                    <a:pt x="605705" y="165524"/>
                  </a:lnTo>
                  <a:lnTo>
                    <a:pt x="606030" y="165555"/>
                  </a:lnTo>
                  <a:lnTo>
                    <a:pt x="606533" y="165585"/>
                  </a:lnTo>
                  <a:lnTo>
                    <a:pt x="606918" y="165585"/>
                  </a:lnTo>
                  <a:lnTo>
                    <a:pt x="607184" y="165585"/>
                  </a:lnTo>
                  <a:lnTo>
                    <a:pt x="607450" y="165797"/>
                  </a:lnTo>
                  <a:lnTo>
                    <a:pt x="607805" y="165615"/>
                  </a:lnTo>
                  <a:lnTo>
                    <a:pt x="608131" y="165403"/>
                  </a:lnTo>
                  <a:lnTo>
                    <a:pt x="608841" y="165222"/>
                  </a:lnTo>
                  <a:lnTo>
                    <a:pt x="609373" y="165101"/>
                  </a:lnTo>
                  <a:lnTo>
                    <a:pt x="610971" y="163982"/>
                  </a:lnTo>
                  <a:lnTo>
                    <a:pt x="612391" y="163377"/>
                  </a:lnTo>
                  <a:lnTo>
                    <a:pt x="613220" y="163165"/>
                  </a:lnTo>
                  <a:lnTo>
                    <a:pt x="613900" y="163256"/>
                  </a:lnTo>
                  <a:lnTo>
                    <a:pt x="614314" y="163588"/>
                  </a:lnTo>
                  <a:lnTo>
                    <a:pt x="614669" y="163861"/>
                  </a:lnTo>
                  <a:lnTo>
                    <a:pt x="614640" y="164314"/>
                  </a:lnTo>
                  <a:lnTo>
                    <a:pt x="614521" y="164708"/>
                  </a:lnTo>
                  <a:lnTo>
                    <a:pt x="614581" y="164980"/>
                  </a:lnTo>
                  <a:lnTo>
                    <a:pt x="614758" y="165071"/>
                  </a:lnTo>
                  <a:lnTo>
                    <a:pt x="615853" y="165313"/>
                  </a:lnTo>
                  <a:lnTo>
                    <a:pt x="616267" y="165222"/>
                  </a:lnTo>
                  <a:lnTo>
                    <a:pt x="617657" y="165373"/>
                  </a:lnTo>
                  <a:lnTo>
                    <a:pt x="619255" y="166160"/>
                  </a:lnTo>
                  <a:lnTo>
                    <a:pt x="620823" y="167097"/>
                  </a:lnTo>
                  <a:lnTo>
                    <a:pt x="622243" y="167702"/>
                  </a:lnTo>
                  <a:lnTo>
                    <a:pt x="624669" y="167551"/>
                  </a:lnTo>
                  <a:lnTo>
                    <a:pt x="626267" y="168005"/>
                  </a:lnTo>
                  <a:lnTo>
                    <a:pt x="627332" y="168822"/>
                  </a:lnTo>
                  <a:lnTo>
                    <a:pt x="628752" y="169064"/>
                  </a:lnTo>
                  <a:lnTo>
                    <a:pt x="630468" y="168277"/>
                  </a:lnTo>
                  <a:lnTo>
                    <a:pt x="631060" y="168761"/>
                  </a:lnTo>
                  <a:lnTo>
                    <a:pt x="632184" y="168761"/>
                  </a:lnTo>
                  <a:lnTo>
                    <a:pt x="634137" y="168791"/>
                  </a:lnTo>
                  <a:lnTo>
                    <a:pt x="635586" y="168882"/>
                  </a:lnTo>
                  <a:lnTo>
                    <a:pt x="640231" y="173117"/>
                  </a:lnTo>
                  <a:lnTo>
                    <a:pt x="642953" y="175597"/>
                  </a:lnTo>
                  <a:lnTo>
                    <a:pt x="644284" y="176777"/>
                  </a:lnTo>
                  <a:lnTo>
                    <a:pt x="647480" y="179711"/>
                  </a:lnTo>
                  <a:lnTo>
                    <a:pt x="650586" y="185913"/>
                  </a:lnTo>
                  <a:lnTo>
                    <a:pt x="654876" y="192114"/>
                  </a:lnTo>
                  <a:lnTo>
                    <a:pt x="657006" y="197710"/>
                  </a:lnTo>
                  <a:lnTo>
                    <a:pt x="662243" y="201037"/>
                  </a:lnTo>
                  <a:lnTo>
                    <a:pt x="670201" y="204274"/>
                  </a:lnTo>
                  <a:lnTo>
                    <a:pt x="672627" y="205514"/>
                  </a:lnTo>
                  <a:lnTo>
                    <a:pt x="676621" y="207541"/>
                  </a:lnTo>
                  <a:lnTo>
                    <a:pt x="683515" y="211927"/>
                  </a:lnTo>
                  <a:lnTo>
                    <a:pt x="684905" y="212895"/>
                  </a:lnTo>
                  <a:lnTo>
                    <a:pt x="690172" y="216616"/>
                  </a:lnTo>
                  <a:lnTo>
                    <a:pt x="689521" y="217493"/>
                  </a:lnTo>
                  <a:lnTo>
                    <a:pt x="687686" y="219308"/>
                  </a:lnTo>
                  <a:lnTo>
                    <a:pt x="685172" y="220851"/>
                  </a:lnTo>
                  <a:lnTo>
                    <a:pt x="683071" y="222091"/>
                  </a:lnTo>
                  <a:lnTo>
                    <a:pt x="679343" y="224934"/>
                  </a:lnTo>
                  <a:lnTo>
                    <a:pt x="677095" y="226658"/>
                  </a:lnTo>
                  <a:lnTo>
                    <a:pt x="672332" y="230228"/>
                  </a:lnTo>
                  <a:lnTo>
                    <a:pt x="668781" y="234735"/>
                  </a:lnTo>
                  <a:lnTo>
                    <a:pt x="666148" y="236853"/>
                  </a:lnTo>
                  <a:lnTo>
                    <a:pt x="662095" y="240331"/>
                  </a:lnTo>
                  <a:lnTo>
                    <a:pt x="657539" y="243326"/>
                  </a:lnTo>
                  <a:lnTo>
                    <a:pt x="653900" y="248045"/>
                  </a:lnTo>
                  <a:lnTo>
                    <a:pt x="653900" y="251100"/>
                  </a:lnTo>
                  <a:lnTo>
                    <a:pt x="655172" y="253792"/>
                  </a:lnTo>
                  <a:lnTo>
                    <a:pt x="656237" y="256242"/>
                  </a:lnTo>
                  <a:lnTo>
                    <a:pt x="657953" y="258814"/>
                  </a:lnTo>
                  <a:lnTo>
                    <a:pt x="659225" y="260387"/>
                  </a:lnTo>
                  <a:lnTo>
                    <a:pt x="661030" y="262655"/>
                  </a:lnTo>
                  <a:lnTo>
                    <a:pt x="663012" y="270581"/>
                  </a:lnTo>
                  <a:lnTo>
                    <a:pt x="663426" y="275602"/>
                  </a:lnTo>
                  <a:lnTo>
                    <a:pt x="664758" y="279837"/>
                  </a:lnTo>
                  <a:lnTo>
                    <a:pt x="665971" y="281531"/>
                  </a:lnTo>
                  <a:lnTo>
                    <a:pt x="667006" y="282983"/>
                  </a:lnTo>
                  <a:lnTo>
                    <a:pt x="668929" y="284828"/>
                  </a:lnTo>
                  <a:lnTo>
                    <a:pt x="669906" y="286038"/>
                  </a:lnTo>
                  <a:lnTo>
                    <a:pt x="671414" y="288972"/>
                  </a:lnTo>
                  <a:lnTo>
                    <a:pt x="672065" y="290273"/>
                  </a:lnTo>
                  <a:lnTo>
                    <a:pt x="672834" y="291332"/>
                  </a:lnTo>
                  <a:lnTo>
                    <a:pt x="674846" y="294084"/>
                  </a:lnTo>
                  <a:lnTo>
                    <a:pt x="676059" y="296444"/>
                  </a:lnTo>
                  <a:lnTo>
                    <a:pt x="677391" y="298289"/>
                  </a:lnTo>
                  <a:lnTo>
                    <a:pt x="678189" y="300649"/>
                  </a:lnTo>
                  <a:lnTo>
                    <a:pt x="679580" y="303583"/>
                  </a:lnTo>
                  <a:lnTo>
                    <a:pt x="680763" y="305065"/>
                  </a:lnTo>
                  <a:lnTo>
                    <a:pt x="684077" y="307969"/>
                  </a:lnTo>
                  <a:lnTo>
                    <a:pt x="686385" y="311115"/>
                  </a:lnTo>
                  <a:lnTo>
                    <a:pt x="689047" y="314321"/>
                  </a:lnTo>
                  <a:lnTo>
                    <a:pt x="690231" y="316681"/>
                  </a:lnTo>
                  <a:lnTo>
                    <a:pt x="690793" y="317256"/>
                  </a:lnTo>
                  <a:lnTo>
                    <a:pt x="691237" y="317498"/>
                  </a:lnTo>
                  <a:lnTo>
                    <a:pt x="692331" y="317528"/>
                  </a:lnTo>
                  <a:lnTo>
                    <a:pt x="693899" y="316923"/>
                  </a:lnTo>
                  <a:lnTo>
                    <a:pt x="694491" y="316983"/>
                  </a:lnTo>
                  <a:lnTo>
                    <a:pt x="695172" y="317256"/>
                  </a:lnTo>
                  <a:lnTo>
                    <a:pt x="697006" y="318496"/>
                  </a:lnTo>
                  <a:lnTo>
                    <a:pt x="700586" y="321158"/>
                  </a:lnTo>
                  <a:lnTo>
                    <a:pt x="703663" y="325241"/>
                  </a:lnTo>
                  <a:lnTo>
                    <a:pt x="704550" y="325967"/>
                  </a:lnTo>
                  <a:lnTo>
                    <a:pt x="705260" y="326209"/>
                  </a:lnTo>
                  <a:lnTo>
                    <a:pt x="706029" y="326209"/>
                  </a:lnTo>
                  <a:lnTo>
                    <a:pt x="705911" y="329960"/>
                  </a:lnTo>
                  <a:lnTo>
                    <a:pt x="706059" y="331806"/>
                  </a:lnTo>
                  <a:lnTo>
                    <a:pt x="708278" y="334770"/>
                  </a:lnTo>
                  <a:lnTo>
                    <a:pt x="712006" y="341334"/>
                  </a:lnTo>
                  <a:lnTo>
                    <a:pt x="712538" y="341848"/>
                  </a:lnTo>
                  <a:lnTo>
                    <a:pt x="713367" y="342090"/>
                  </a:lnTo>
                  <a:lnTo>
                    <a:pt x="714816" y="342211"/>
                  </a:lnTo>
                  <a:lnTo>
                    <a:pt x="718515" y="342030"/>
                  </a:lnTo>
                  <a:lnTo>
                    <a:pt x="719136" y="342211"/>
                  </a:lnTo>
                  <a:lnTo>
                    <a:pt x="719728" y="342605"/>
                  </a:lnTo>
                  <a:lnTo>
                    <a:pt x="721325" y="343512"/>
                  </a:lnTo>
                  <a:lnTo>
                    <a:pt x="723515" y="343966"/>
                  </a:lnTo>
                  <a:lnTo>
                    <a:pt x="724875" y="344238"/>
                  </a:lnTo>
                  <a:lnTo>
                    <a:pt x="728367" y="343663"/>
                  </a:lnTo>
                  <a:lnTo>
                    <a:pt x="731917" y="343573"/>
                  </a:lnTo>
                  <a:lnTo>
                    <a:pt x="735674" y="343875"/>
                  </a:lnTo>
                  <a:lnTo>
                    <a:pt x="740230" y="344299"/>
                  </a:lnTo>
                  <a:lnTo>
                    <a:pt x="744284" y="344299"/>
                  </a:lnTo>
                  <a:lnTo>
                    <a:pt x="746266" y="345146"/>
                  </a:lnTo>
                  <a:lnTo>
                    <a:pt x="745881" y="349320"/>
                  </a:lnTo>
                  <a:lnTo>
                    <a:pt x="745852" y="349683"/>
                  </a:lnTo>
                  <a:lnTo>
                    <a:pt x="744077" y="354402"/>
                  </a:lnTo>
                  <a:lnTo>
                    <a:pt x="741266" y="358758"/>
                  </a:lnTo>
                  <a:lnTo>
                    <a:pt x="737745" y="359242"/>
                  </a:lnTo>
                  <a:lnTo>
                    <a:pt x="734136" y="361964"/>
                  </a:lnTo>
                  <a:lnTo>
                    <a:pt x="729787" y="365352"/>
                  </a:lnTo>
                  <a:lnTo>
                    <a:pt x="725793" y="364777"/>
                  </a:lnTo>
                  <a:lnTo>
                    <a:pt x="718929" y="362811"/>
                  </a:lnTo>
                  <a:lnTo>
                    <a:pt x="712509" y="358304"/>
                  </a:lnTo>
                  <a:lnTo>
                    <a:pt x="706444" y="355158"/>
                  </a:lnTo>
                  <a:lnTo>
                    <a:pt x="703248" y="353162"/>
                  </a:lnTo>
                  <a:lnTo>
                    <a:pt x="702361" y="352587"/>
                  </a:lnTo>
                  <a:lnTo>
                    <a:pt x="696562" y="351528"/>
                  </a:lnTo>
                  <a:lnTo>
                    <a:pt x="693870" y="351952"/>
                  </a:lnTo>
                  <a:lnTo>
                    <a:pt x="688959" y="352738"/>
                  </a:lnTo>
                  <a:lnTo>
                    <a:pt x="682509" y="353797"/>
                  </a:lnTo>
                  <a:lnTo>
                    <a:pt x="674994" y="356882"/>
                  </a:lnTo>
                  <a:lnTo>
                    <a:pt x="668042" y="363356"/>
                  </a:lnTo>
                  <a:lnTo>
                    <a:pt x="662243" y="368589"/>
                  </a:lnTo>
                  <a:lnTo>
                    <a:pt x="657775" y="370343"/>
                  </a:lnTo>
                  <a:lnTo>
                    <a:pt x="653959" y="368317"/>
                  </a:lnTo>
                  <a:lnTo>
                    <a:pt x="646740" y="364959"/>
                  </a:lnTo>
                  <a:lnTo>
                    <a:pt x="640557" y="363900"/>
                  </a:lnTo>
                  <a:lnTo>
                    <a:pt x="635616" y="362327"/>
                  </a:lnTo>
                  <a:lnTo>
                    <a:pt x="632539" y="361329"/>
                  </a:lnTo>
                  <a:lnTo>
                    <a:pt x="628456" y="359847"/>
                  </a:lnTo>
                  <a:lnTo>
                    <a:pt x="626740" y="359816"/>
                  </a:lnTo>
                  <a:lnTo>
                    <a:pt x="621888" y="359726"/>
                  </a:lnTo>
                  <a:lnTo>
                    <a:pt x="620350" y="359363"/>
                  </a:lnTo>
                  <a:lnTo>
                    <a:pt x="619669" y="359181"/>
                  </a:lnTo>
                  <a:lnTo>
                    <a:pt x="616237" y="358365"/>
                  </a:lnTo>
                  <a:lnTo>
                    <a:pt x="612687" y="355007"/>
                  </a:lnTo>
                  <a:lnTo>
                    <a:pt x="609788" y="350711"/>
                  </a:lnTo>
                  <a:lnTo>
                    <a:pt x="605853" y="343996"/>
                  </a:lnTo>
                  <a:lnTo>
                    <a:pt x="601119" y="337008"/>
                  </a:lnTo>
                  <a:lnTo>
                    <a:pt x="596592" y="334256"/>
                  </a:lnTo>
                  <a:lnTo>
                    <a:pt x="596001" y="333923"/>
                  </a:lnTo>
                  <a:lnTo>
                    <a:pt x="588752" y="331352"/>
                  </a:lnTo>
                  <a:lnTo>
                    <a:pt x="580735" y="330142"/>
                  </a:lnTo>
                  <a:lnTo>
                    <a:pt x="573634" y="329355"/>
                  </a:lnTo>
                  <a:lnTo>
                    <a:pt x="569048" y="328266"/>
                  </a:lnTo>
                  <a:lnTo>
                    <a:pt x="563013" y="326179"/>
                  </a:lnTo>
                  <a:lnTo>
                    <a:pt x="561474" y="325635"/>
                  </a:lnTo>
                  <a:lnTo>
                    <a:pt x="560883" y="325453"/>
                  </a:lnTo>
                  <a:lnTo>
                    <a:pt x="554699" y="323426"/>
                  </a:lnTo>
                  <a:lnTo>
                    <a:pt x="549344" y="321460"/>
                  </a:lnTo>
                  <a:lnTo>
                    <a:pt x="547569" y="321097"/>
                  </a:lnTo>
                  <a:lnTo>
                    <a:pt x="544788" y="320522"/>
                  </a:lnTo>
                  <a:lnTo>
                    <a:pt x="543812" y="320341"/>
                  </a:lnTo>
                  <a:lnTo>
                    <a:pt x="537214" y="319252"/>
                  </a:lnTo>
                  <a:lnTo>
                    <a:pt x="532747" y="318042"/>
                  </a:lnTo>
                  <a:lnTo>
                    <a:pt x="528398" y="317770"/>
                  </a:lnTo>
                  <a:lnTo>
                    <a:pt x="522747" y="322337"/>
                  </a:lnTo>
                  <a:lnTo>
                    <a:pt x="517244" y="326391"/>
                  </a:lnTo>
                  <a:lnTo>
                    <a:pt x="511327" y="328932"/>
                  </a:lnTo>
                  <a:lnTo>
                    <a:pt x="507244" y="331896"/>
                  </a:lnTo>
                  <a:lnTo>
                    <a:pt x="504877" y="339973"/>
                  </a:lnTo>
                  <a:lnTo>
                    <a:pt x="501475" y="347898"/>
                  </a:lnTo>
                  <a:lnTo>
                    <a:pt x="496800" y="353494"/>
                  </a:lnTo>
                  <a:lnTo>
                    <a:pt x="492688" y="357245"/>
                  </a:lnTo>
                  <a:lnTo>
                    <a:pt x="486475" y="357155"/>
                  </a:lnTo>
                  <a:lnTo>
                    <a:pt x="482806" y="356761"/>
                  </a:lnTo>
                  <a:lnTo>
                    <a:pt x="478842" y="358244"/>
                  </a:lnTo>
                  <a:lnTo>
                    <a:pt x="476889" y="361722"/>
                  </a:lnTo>
                  <a:lnTo>
                    <a:pt x="468605" y="371674"/>
                  </a:lnTo>
                  <a:lnTo>
                    <a:pt x="460440" y="378813"/>
                  </a:lnTo>
                  <a:lnTo>
                    <a:pt x="456239" y="380023"/>
                  </a:lnTo>
                  <a:lnTo>
                    <a:pt x="455558" y="379842"/>
                  </a:lnTo>
                  <a:lnTo>
                    <a:pt x="452540" y="379085"/>
                  </a:lnTo>
                  <a:lnTo>
                    <a:pt x="447688" y="378027"/>
                  </a:lnTo>
                  <a:lnTo>
                    <a:pt x="446387" y="377724"/>
                  </a:lnTo>
                  <a:lnTo>
                    <a:pt x="435736" y="379085"/>
                  </a:lnTo>
                  <a:lnTo>
                    <a:pt x="427836" y="381233"/>
                  </a:lnTo>
                  <a:lnTo>
                    <a:pt x="423902" y="383502"/>
                  </a:lnTo>
                  <a:lnTo>
                    <a:pt x="421387" y="388765"/>
                  </a:lnTo>
                  <a:lnTo>
                    <a:pt x="418754" y="392667"/>
                  </a:lnTo>
                  <a:lnTo>
                    <a:pt x="414434" y="395208"/>
                  </a:lnTo>
                  <a:lnTo>
                    <a:pt x="411564" y="396509"/>
                  </a:lnTo>
                  <a:lnTo>
                    <a:pt x="409967" y="397235"/>
                  </a:lnTo>
                  <a:lnTo>
                    <a:pt x="403902" y="400048"/>
                  </a:lnTo>
                  <a:lnTo>
                    <a:pt x="398251" y="407036"/>
                  </a:lnTo>
                  <a:lnTo>
                    <a:pt x="392600" y="412269"/>
                  </a:lnTo>
                  <a:lnTo>
                    <a:pt x="388014" y="417109"/>
                  </a:lnTo>
                  <a:lnTo>
                    <a:pt x="381150" y="421556"/>
                  </a:lnTo>
                  <a:lnTo>
                    <a:pt x="372275" y="427363"/>
                  </a:lnTo>
                  <a:lnTo>
                    <a:pt x="369701" y="430509"/>
                  </a:lnTo>
                  <a:lnTo>
                    <a:pt x="365204" y="434109"/>
                  </a:lnTo>
                  <a:lnTo>
                    <a:pt x="365026" y="434230"/>
                  </a:lnTo>
                  <a:lnTo>
                    <a:pt x="359612" y="434714"/>
                  </a:lnTo>
                  <a:lnTo>
                    <a:pt x="354997" y="432839"/>
                  </a:lnTo>
                  <a:lnTo>
                    <a:pt x="353754" y="431477"/>
                  </a:lnTo>
                  <a:lnTo>
                    <a:pt x="352571" y="430177"/>
                  </a:lnTo>
                  <a:lnTo>
                    <a:pt x="351180" y="428664"/>
                  </a:lnTo>
                  <a:lnTo>
                    <a:pt x="347512" y="424369"/>
                  </a:lnTo>
                  <a:lnTo>
                    <a:pt x="342778" y="422100"/>
                  </a:lnTo>
                  <a:lnTo>
                    <a:pt x="334228" y="421435"/>
                  </a:lnTo>
                  <a:lnTo>
                    <a:pt x="323577" y="419801"/>
                  </a:lnTo>
                  <a:lnTo>
                    <a:pt x="318192" y="420013"/>
                  </a:lnTo>
                  <a:lnTo>
                    <a:pt x="317778" y="420346"/>
                  </a:lnTo>
                  <a:lnTo>
                    <a:pt x="317630" y="420285"/>
                  </a:lnTo>
                  <a:lnTo>
                    <a:pt x="317127" y="420225"/>
                  </a:lnTo>
                  <a:lnTo>
                    <a:pt x="316713" y="420164"/>
                  </a:lnTo>
                  <a:lnTo>
                    <a:pt x="316388" y="420194"/>
                  </a:lnTo>
                  <a:lnTo>
                    <a:pt x="316033" y="420255"/>
                  </a:lnTo>
                  <a:lnTo>
                    <a:pt x="315707" y="420285"/>
                  </a:lnTo>
                  <a:lnTo>
                    <a:pt x="315470" y="420194"/>
                  </a:lnTo>
                  <a:lnTo>
                    <a:pt x="315115" y="420013"/>
                  </a:lnTo>
                  <a:lnTo>
                    <a:pt x="314908" y="419771"/>
                  </a:lnTo>
                  <a:lnTo>
                    <a:pt x="314642" y="419620"/>
                  </a:lnTo>
                  <a:lnTo>
                    <a:pt x="314198" y="419499"/>
                  </a:lnTo>
                  <a:lnTo>
                    <a:pt x="313695" y="419499"/>
                  </a:lnTo>
                  <a:lnTo>
                    <a:pt x="313074" y="419529"/>
                  </a:lnTo>
                  <a:lnTo>
                    <a:pt x="312689" y="419468"/>
                  </a:lnTo>
                  <a:lnTo>
                    <a:pt x="312275" y="419408"/>
                  </a:lnTo>
                  <a:lnTo>
                    <a:pt x="311713" y="419378"/>
                  </a:lnTo>
                  <a:lnTo>
                    <a:pt x="310885" y="419378"/>
                  </a:lnTo>
                  <a:lnTo>
                    <a:pt x="309849" y="419378"/>
                  </a:lnTo>
                  <a:lnTo>
                    <a:pt x="309405" y="419408"/>
                  </a:lnTo>
                  <a:lnTo>
                    <a:pt x="309080" y="419347"/>
                  </a:lnTo>
                  <a:lnTo>
                    <a:pt x="308607" y="419196"/>
                  </a:lnTo>
                  <a:lnTo>
                    <a:pt x="308340" y="419166"/>
                  </a:lnTo>
                  <a:lnTo>
                    <a:pt x="307837" y="419136"/>
                  </a:lnTo>
                  <a:lnTo>
                    <a:pt x="307482" y="419136"/>
                  </a:lnTo>
                  <a:lnTo>
                    <a:pt x="307246" y="419166"/>
                  </a:lnTo>
                  <a:lnTo>
                    <a:pt x="307098" y="419166"/>
                  </a:lnTo>
                  <a:lnTo>
                    <a:pt x="306831" y="419226"/>
                  </a:lnTo>
                  <a:lnTo>
                    <a:pt x="306476" y="419468"/>
                  </a:lnTo>
                  <a:lnTo>
                    <a:pt x="306092" y="419680"/>
                  </a:lnTo>
                  <a:lnTo>
                    <a:pt x="305707" y="419922"/>
                  </a:lnTo>
                  <a:lnTo>
                    <a:pt x="305056" y="420315"/>
                  </a:lnTo>
                  <a:lnTo>
                    <a:pt x="304642" y="420648"/>
                  </a:lnTo>
                  <a:lnTo>
                    <a:pt x="304346" y="420920"/>
                  </a:lnTo>
                  <a:lnTo>
                    <a:pt x="304169" y="421132"/>
                  </a:lnTo>
                  <a:lnTo>
                    <a:pt x="303932" y="421283"/>
                  </a:lnTo>
                  <a:lnTo>
                    <a:pt x="303311" y="421435"/>
                  </a:lnTo>
                  <a:lnTo>
                    <a:pt x="302630" y="421616"/>
                  </a:lnTo>
                  <a:lnTo>
                    <a:pt x="301831" y="421677"/>
                  </a:lnTo>
                  <a:lnTo>
                    <a:pt x="300648" y="421707"/>
                  </a:lnTo>
                  <a:lnTo>
                    <a:pt x="299524" y="421677"/>
                  </a:lnTo>
                  <a:lnTo>
                    <a:pt x="298281" y="421646"/>
                  </a:lnTo>
                  <a:lnTo>
                    <a:pt x="296476" y="421525"/>
                  </a:lnTo>
                  <a:lnTo>
                    <a:pt x="294820" y="421465"/>
                  </a:lnTo>
                  <a:lnTo>
                    <a:pt x="293932" y="421404"/>
                  </a:lnTo>
                  <a:lnTo>
                    <a:pt x="293163" y="421374"/>
                  </a:lnTo>
                  <a:lnTo>
                    <a:pt x="292275" y="421314"/>
                  </a:lnTo>
                  <a:lnTo>
                    <a:pt x="291713" y="421283"/>
                  </a:lnTo>
                  <a:lnTo>
                    <a:pt x="291358" y="421314"/>
                  </a:lnTo>
                  <a:lnTo>
                    <a:pt x="291003" y="421404"/>
                  </a:lnTo>
                  <a:lnTo>
                    <a:pt x="290471" y="421616"/>
                  </a:lnTo>
                  <a:lnTo>
                    <a:pt x="289908" y="421919"/>
                  </a:lnTo>
                  <a:lnTo>
                    <a:pt x="289406" y="422070"/>
                  </a:lnTo>
                  <a:lnTo>
                    <a:pt x="288843" y="422312"/>
                  </a:lnTo>
                  <a:lnTo>
                    <a:pt x="288370" y="422554"/>
                  </a:lnTo>
                  <a:lnTo>
                    <a:pt x="288015" y="422856"/>
                  </a:lnTo>
                  <a:lnTo>
                    <a:pt x="287423" y="423492"/>
                  </a:lnTo>
                  <a:lnTo>
                    <a:pt x="286713" y="424157"/>
                  </a:lnTo>
                  <a:lnTo>
                    <a:pt x="285944" y="424762"/>
                  </a:lnTo>
                  <a:lnTo>
                    <a:pt x="285145" y="425458"/>
                  </a:lnTo>
                  <a:lnTo>
                    <a:pt x="284731" y="425912"/>
                  </a:lnTo>
                  <a:lnTo>
                    <a:pt x="284406" y="426365"/>
                  </a:lnTo>
                  <a:lnTo>
                    <a:pt x="284110" y="426970"/>
                  </a:lnTo>
                  <a:lnTo>
                    <a:pt x="282985" y="429148"/>
                  </a:lnTo>
                  <a:lnTo>
                    <a:pt x="281269" y="432173"/>
                  </a:lnTo>
                  <a:lnTo>
                    <a:pt x="280619" y="433292"/>
                  </a:lnTo>
                  <a:lnTo>
                    <a:pt x="280441" y="433686"/>
                  </a:lnTo>
                  <a:lnTo>
                    <a:pt x="280323" y="434079"/>
                  </a:lnTo>
                  <a:lnTo>
                    <a:pt x="280234" y="434502"/>
                  </a:lnTo>
                  <a:lnTo>
                    <a:pt x="280056" y="435712"/>
                  </a:lnTo>
                  <a:lnTo>
                    <a:pt x="279849" y="437164"/>
                  </a:lnTo>
                  <a:lnTo>
                    <a:pt x="279613" y="438284"/>
                  </a:lnTo>
                  <a:lnTo>
                    <a:pt x="279346" y="439403"/>
                  </a:lnTo>
                  <a:lnTo>
                    <a:pt x="278903" y="440371"/>
                  </a:lnTo>
                  <a:lnTo>
                    <a:pt x="278341" y="441308"/>
                  </a:lnTo>
                  <a:lnTo>
                    <a:pt x="277335" y="442458"/>
                  </a:lnTo>
                  <a:lnTo>
                    <a:pt x="276210" y="443668"/>
                  </a:lnTo>
                  <a:lnTo>
                    <a:pt x="273991" y="445604"/>
                  </a:lnTo>
                  <a:lnTo>
                    <a:pt x="272690" y="446814"/>
                  </a:lnTo>
                  <a:lnTo>
                    <a:pt x="271802" y="447691"/>
                  </a:lnTo>
                  <a:lnTo>
                    <a:pt x="270737" y="448841"/>
                  </a:lnTo>
                  <a:lnTo>
                    <a:pt x="269435" y="450504"/>
                  </a:lnTo>
                  <a:lnTo>
                    <a:pt x="264347" y="456282"/>
                  </a:lnTo>
                  <a:lnTo>
                    <a:pt x="263252" y="457431"/>
                  </a:lnTo>
                  <a:lnTo>
                    <a:pt x="262867" y="457976"/>
                  </a:lnTo>
                  <a:lnTo>
                    <a:pt x="262512" y="458551"/>
                  </a:lnTo>
                  <a:lnTo>
                    <a:pt x="262098" y="459095"/>
                  </a:lnTo>
                  <a:lnTo>
                    <a:pt x="261536" y="459791"/>
                  </a:lnTo>
                  <a:lnTo>
                    <a:pt x="260944" y="460335"/>
                  </a:lnTo>
                  <a:lnTo>
                    <a:pt x="259909" y="461243"/>
                  </a:lnTo>
                  <a:lnTo>
                    <a:pt x="259287" y="461727"/>
                  </a:lnTo>
                  <a:lnTo>
                    <a:pt x="259021" y="461969"/>
                  </a:lnTo>
                  <a:lnTo>
                    <a:pt x="258696" y="462241"/>
                  </a:lnTo>
                  <a:lnTo>
                    <a:pt x="258370" y="462483"/>
                  </a:lnTo>
                  <a:lnTo>
                    <a:pt x="258074" y="462695"/>
                  </a:lnTo>
                  <a:lnTo>
                    <a:pt x="257808" y="462876"/>
                  </a:lnTo>
                  <a:lnTo>
                    <a:pt x="257512" y="463118"/>
                  </a:lnTo>
                  <a:lnTo>
                    <a:pt x="257187" y="463391"/>
                  </a:lnTo>
                  <a:lnTo>
                    <a:pt x="256891" y="463633"/>
                  </a:lnTo>
                  <a:lnTo>
                    <a:pt x="256536" y="463935"/>
                  </a:lnTo>
                  <a:lnTo>
                    <a:pt x="256240" y="464207"/>
                  </a:lnTo>
                  <a:lnTo>
                    <a:pt x="255915" y="464510"/>
                  </a:lnTo>
                  <a:lnTo>
                    <a:pt x="255589" y="464812"/>
                  </a:lnTo>
                  <a:lnTo>
                    <a:pt x="255293" y="465085"/>
                  </a:lnTo>
                  <a:lnTo>
                    <a:pt x="254968" y="465357"/>
                  </a:lnTo>
                  <a:lnTo>
                    <a:pt x="254613" y="465599"/>
                  </a:lnTo>
                  <a:lnTo>
                    <a:pt x="254287" y="465841"/>
                  </a:lnTo>
                  <a:lnTo>
                    <a:pt x="254021" y="466113"/>
                  </a:lnTo>
                  <a:lnTo>
                    <a:pt x="253725" y="466385"/>
                  </a:lnTo>
                  <a:lnTo>
                    <a:pt x="253459" y="466657"/>
                  </a:lnTo>
                  <a:lnTo>
                    <a:pt x="253163" y="466899"/>
                  </a:lnTo>
                  <a:lnTo>
                    <a:pt x="252897" y="467111"/>
                  </a:lnTo>
                  <a:lnTo>
                    <a:pt x="252601" y="467262"/>
                  </a:lnTo>
                  <a:lnTo>
                    <a:pt x="252305" y="467474"/>
                  </a:lnTo>
                  <a:lnTo>
                    <a:pt x="252009" y="467656"/>
                  </a:lnTo>
                  <a:lnTo>
                    <a:pt x="251714" y="467807"/>
                  </a:lnTo>
                  <a:lnTo>
                    <a:pt x="251388" y="467988"/>
                  </a:lnTo>
                  <a:lnTo>
                    <a:pt x="251092" y="468200"/>
                  </a:lnTo>
                  <a:lnTo>
                    <a:pt x="250856" y="468472"/>
                  </a:lnTo>
                  <a:lnTo>
                    <a:pt x="250589" y="468745"/>
                  </a:lnTo>
                  <a:lnTo>
                    <a:pt x="250323" y="468987"/>
                  </a:lnTo>
                  <a:lnTo>
                    <a:pt x="250027" y="469198"/>
                  </a:lnTo>
                  <a:lnTo>
                    <a:pt x="249761" y="469410"/>
                  </a:lnTo>
                  <a:lnTo>
                    <a:pt x="249465" y="469592"/>
                  </a:lnTo>
                  <a:lnTo>
                    <a:pt x="249169" y="469713"/>
                  </a:lnTo>
                  <a:lnTo>
                    <a:pt x="248903" y="469834"/>
                  </a:lnTo>
                  <a:lnTo>
                    <a:pt x="248607" y="469985"/>
                  </a:lnTo>
                  <a:lnTo>
                    <a:pt x="248341" y="470106"/>
                  </a:lnTo>
                  <a:lnTo>
                    <a:pt x="248074" y="470227"/>
                  </a:lnTo>
                  <a:lnTo>
                    <a:pt x="247779" y="470287"/>
                  </a:lnTo>
                  <a:lnTo>
                    <a:pt x="247453" y="470287"/>
                  </a:lnTo>
                  <a:lnTo>
                    <a:pt x="247128" y="470287"/>
                  </a:lnTo>
                  <a:lnTo>
                    <a:pt x="246832" y="470408"/>
                  </a:lnTo>
                  <a:lnTo>
                    <a:pt x="246506" y="470529"/>
                  </a:lnTo>
                  <a:lnTo>
                    <a:pt x="246270" y="470560"/>
                  </a:lnTo>
                  <a:lnTo>
                    <a:pt x="246003" y="470650"/>
                  </a:lnTo>
                  <a:lnTo>
                    <a:pt x="245708" y="470741"/>
                  </a:lnTo>
                  <a:lnTo>
                    <a:pt x="245382" y="470832"/>
                  </a:lnTo>
                  <a:lnTo>
                    <a:pt x="245057" y="470983"/>
                  </a:lnTo>
                  <a:lnTo>
                    <a:pt x="244761" y="471104"/>
                  </a:lnTo>
                  <a:lnTo>
                    <a:pt x="244435" y="471255"/>
                  </a:lnTo>
                  <a:lnTo>
                    <a:pt x="244110" y="471346"/>
                  </a:lnTo>
                  <a:lnTo>
                    <a:pt x="243814" y="471467"/>
                  </a:lnTo>
                  <a:lnTo>
                    <a:pt x="243489" y="471558"/>
                  </a:lnTo>
                  <a:lnTo>
                    <a:pt x="243104" y="471679"/>
                  </a:lnTo>
                  <a:lnTo>
                    <a:pt x="242749" y="471800"/>
                  </a:lnTo>
                  <a:lnTo>
                    <a:pt x="242394" y="471951"/>
                  </a:lnTo>
                  <a:lnTo>
                    <a:pt x="242039" y="472072"/>
                  </a:lnTo>
                  <a:lnTo>
                    <a:pt x="241654" y="472193"/>
                  </a:lnTo>
                  <a:lnTo>
                    <a:pt x="241329" y="472375"/>
                  </a:lnTo>
                  <a:lnTo>
                    <a:pt x="240974" y="472465"/>
                  </a:lnTo>
                  <a:lnTo>
                    <a:pt x="240619" y="472586"/>
                  </a:lnTo>
                  <a:lnTo>
                    <a:pt x="240234" y="472647"/>
                  </a:lnTo>
                  <a:lnTo>
                    <a:pt x="239879" y="472738"/>
                  </a:lnTo>
                  <a:lnTo>
                    <a:pt x="239583" y="472828"/>
                  </a:lnTo>
                  <a:lnTo>
                    <a:pt x="239288" y="472859"/>
                  </a:lnTo>
                  <a:lnTo>
                    <a:pt x="238992" y="472919"/>
                  </a:lnTo>
                  <a:lnTo>
                    <a:pt x="238637" y="472949"/>
                  </a:lnTo>
                  <a:lnTo>
                    <a:pt x="238282" y="472980"/>
                  </a:lnTo>
                  <a:lnTo>
                    <a:pt x="237927" y="473010"/>
                  </a:lnTo>
                  <a:lnTo>
                    <a:pt x="237572" y="473010"/>
                  </a:lnTo>
                  <a:lnTo>
                    <a:pt x="237187" y="473040"/>
                  </a:lnTo>
                  <a:lnTo>
                    <a:pt x="236802" y="473040"/>
                  </a:lnTo>
                  <a:lnTo>
                    <a:pt x="236418" y="473101"/>
                  </a:lnTo>
                  <a:lnTo>
                    <a:pt x="236004" y="473161"/>
                  </a:lnTo>
                  <a:lnTo>
                    <a:pt x="235589" y="473161"/>
                  </a:lnTo>
                  <a:lnTo>
                    <a:pt x="235205" y="473191"/>
                  </a:lnTo>
                  <a:lnTo>
                    <a:pt x="234850" y="473222"/>
                  </a:lnTo>
                  <a:lnTo>
                    <a:pt x="234465" y="473252"/>
                  </a:lnTo>
                  <a:lnTo>
                    <a:pt x="234081" y="473312"/>
                  </a:lnTo>
                  <a:lnTo>
                    <a:pt x="233725" y="473343"/>
                  </a:lnTo>
                  <a:lnTo>
                    <a:pt x="233400" y="473312"/>
                  </a:lnTo>
                  <a:lnTo>
                    <a:pt x="233075" y="473343"/>
                  </a:lnTo>
                  <a:lnTo>
                    <a:pt x="232779" y="473403"/>
                  </a:lnTo>
                  <a:lnTo>
                    <a:pt x="232453" y="473433"/>
                  </a:lnTo>
                  <a:lnTo>
                    <a:pt x="232098" y="473373"/>
                  </a:lnTo>
                  <a:lnTo>
                    <a:pt x="231773" y="473312"/>
                  </a:lnTo>
                  <a:lnTo>
                    <a:pt x="231447" y="473252"/>
                  </a:lnTo>
                  <a:lnTo>
                    <a:pt x="231092" y="473191"/>
                  </a:lnTo>
                  <a:lnTo>
                    <a:pt x="230767" y="473161"/>
                  </a:lnTo>
                  <a:lnTo>
                    <a:pt x="230441" y="473131"/>
                  </a:lnTo>
                  <a:lnTo>
                    <a:pt x="230175" y="473101"/>
                  </a:lnTo>
                  <a:lnTo>
                    <a:pt x="229820" y="473040"/>
                  </a:lnTo>
                  <a:lnTo>
                    <a:pt x="229524" y="473131"/>
                  </a:lnTo>
                  <a:lnTo>
                    <a:pt x="229169" y="473161"/>
                  </a:lnTo>
                  <a:lnTo>
                    <a:pt x="228844" y="473191"/>
                  </a:lnTo>
                  <a:lnTo>
                    <a:pt x="228341" y="473161"/>
                  </a:lnTo>
                  <a:lnTo>
                    <a:pt x="228045" y="473131"/>
                  </a:lnTo>
                  <a:lnTo>
                    <a:pt x="227779" y="473131"/>
                  </a:lnTo>
                  <a:lnTo>
                    <a:pt x="227483" y="473131"/>
                  </a:lnTo>
                  <a:lnTo>
                    <a:pt x="227187" y="473101"/>
                  </a:lnTo>
                  <a:lnTo>
                    <a:pt x="226862" y="473070"/>
                  </a:lnTo>
                  <a:lnTo>
                    <a:pt x="226536" y="473070"/>
                  </a:lnTo>
                  <a:lnTo>
                    <a:pt x="226240" y="473040"/>
                  </a:lnTo>
                  <a:lnTo>
                    <a:pt x="225885" y="473010"/>
                  </a:lnTo>
                  <a:lnTo>
                    <a:pt x="225589" y="472980"/>
                  </a:lnTo>
                  <a:lnTo>
                    <a:pt x="225294" y="472949"/>
                  </a:lnTo>
                  <a:lnTo>
                    <a:pt x="224998" y="472919"/>
                  </a:lnTo>
                  <a:lnTo>
                    <a:pt x="224731" y="472828"/>
                  </a:lnTo>
                  <a:lnTo>
                    <a:pt x="224436" y="472828"/>
                  </a:lnTo>
                  <a:lnTo>
                    <a:pt x="224140" y="472828"/>
                  </a:lnTo>
                  <a:lnTo>
                    <a:pt x="223844" y="472768"/>
                  </a:lnTo>
                  <a:lnTo>
                    <a:pt x="223518" y="472768"/>
                  </a:lnTo>
                  <a:lnTo>
                    <a:pt x="223193" y="472768"/>
                  </a:lnTo>
                  <a:lnTo>
                    <a:pt x="222868" y="472768"/>
                  </a:lnTo>
                  <a:lnTo>
                    <a:pt x="222542" y="472798"/>
                  </a:lnTo>
                  <a:lnTo>
                    <a:pt x="222246" y="472798"/>
                  </a:lnTo>
                  <a:lnTo>
                    <a:pt x="221921" y="472798"/>
                  </a:lnTo>
                  <a:lnTo>
                    <a:pt x="221595" y="472828"/>
                  </a:lnTo>
                  <a:lnTo>
                    <a:pt x="221240" y="472889"/>
                  </a:lnTo>
                  <a:lnTo>
                    <a:pt x="220856" y="472980"/>
                  </a:lnTo>
                  <a:lnTo>
                    <a:pt x="220471" y="473131"/>
                  </a:lnTo>
                  <a:lnTo>
                    <a:pt x="220205" y="473222"/>
                  </a:lnTo>
                  <a:lnTo>
                    <a:pt x="219909" y="473433"/>
                  </a:lnTo>
                  <a:lnTo>
                    <a:pt x="219613" y="473645"/>
                  </a:lnTo>
                  <a:lnTo>
                    <a:pt x="219317" y="473887"/>
                  </a:lnTo>
                  <a:lnTo>
                    <a:pt x="219021" y="474069"/>
                  </a:lnTo>
                  <a:lnTo>
                    <a:pt x="218726" y="474250"/>
                  </a:lnTo>
                  <a:lnTo>
                    <a:pt x="218489" y="474401"/>
                  </a:lnTo>
                  <a:lnTo>
                    <a:pt x="218223" y="474553"/>
                  </a:lnTo>
                  <a:lnTo>
                    <a:pt x="217986" y="474734"/>
                  </a:lnTo>
                  <a:lnTo>
                    <a:pt x="217601" y="474916"/>
                  </a:lnTo>
                  <a:lnTo>
                    <a:pt x="217276" y="475067"/>
                  </a:lnTo>
                  <a:lnTo>
                    <a:pt x="217010" y="475218"/>
                  </a:lnTo>
                  <a:lnTo>
                    <a:pt x="216714" y="475369"/>
                  </a:lnTo>
                  <a:lnTo>
                    <a:pt x="216388" y="475490"/>
                  </a:lnTo>
                  <a:lnTo>
                    <a:pt x="215974" y="475581"/>
                  </a:lnTo>
                  <a:lnTo>
                    <a:pt x="215678" y="475672"/>
                  </a:lnTo>
                  <a:lnTo>
                    <a:pt x="215382" y="475702"/>
                  </a:lnTo>
                  <a:lnTo>
                    <a:pt x="215027" y="475763"/>
                  </a:lnTo>
                  <a:lnTo>
                    <a:pt x="214702" y="475853"/>
                  </a:lnTo>
                  <a:lnTo>
                    <a:pt x="214377" y="475944"/>
                  </a:lnTo>
                  <a:lnTo>
                    <a:pt x="214051" y="476005"/>
                  </a:lnTo>
                  <a:lnTo>
                    <a:pt x="213726" y="476065"/>
                  </a:lnTo>
                  <a:lnTo>
                    <a:pt x="213400" y="476126"/>
                  </a:lnTo>
                  <a:lnTo>
                    <a:pt x="213104" y="476156"/>
                  </a:lnTo>
                  <a:lnTo>
                    <a:pt x="212838" y="476186"/>
                  </a:lnTo>
                  <a:lnTo>
                    <a:pt x="212542" y="476277"/>
                  </a:lnTo>
                  <a:lnTo>
                    <a:pt x="212276" y="476398"/>
                  </a:lnTo>
                  <a:lnTo>
                    <a:pt x="211980" y="476519"/>
                  </a:lnTo>
                  <a:lnTo>
                    <a:pt x="211714" y="476640"/>
                  </a:lnTo>
                  <a:lnTo>
                    <a:pt x="211448" y="476761"/>
                  </a:lnTo>
                  <a:lnTo>
                    <a:pt x="211093" y="476912"/>
                  </a:lnTo>
                  <a:lnTo>
                    <a:pt x="210678" y="477094"/>
                  </a:lnTo>
                  <a:lnTo>
                    <a:pt x="210382" y="477336"/>
                  </a:lnTo>
                  <a:lnTo>
                    <a:pt x="210116" y="477487"/>
                  </a:lnTo>
                  <a:lnTo>
                    <a:pt x="209850" y="477638"/>
                  </a:lnTo>
                  <a:lnTo>
                    <a:pt x="209613" y="477880"/>
                  </a:lnTo>
                  <a:lnTo>
                    <a:pt x="209317" y="478092"/>
                  </a:lnTo>
                  <a:lnTo>
                    <a:pt x="209022" y="478273"/>
                  </a:lnTo>
                  <a:lnTo>
                    <a:pt x="208755" y="478425"/>
                  </a:lnTo>
                  <a:lnTo>
                    <a:pt x="208489" y="478576"/>
                  </a:lnTo>
                  <a:lnTo>
                    <a:pt x="208223" y="478727"/>
                  </a:lnTo>
                  <a:lnTo>
                    <a:pt x="207956" y="478909"/>
                  </a:lnTo>
                  <a:lnTo>
                    <a:pt x="207690" y="479120"/>
                  </a:lnTo>
                  <a:lnTo>
                    <a:pt x="207424" y="479302"/>
                  </a:lnTo>
                  <a:lnTo>
                    <a:pt x="207128" y="479453"/>
                  </a:lnTo>
                  <a:lnTo>
                    <a:pt x="206832" y="479634"/>
                  </a:lnTo>
                  <a:lnTo>
                    <a:pt x="206507" y="479786"/>
                  </a:lnTo>
                  <a:lnTo>
                    <a:pt x="206240" y="479937"/>
                  </a:lnTo>
                  <a:lnTo>
                    <a:pt x="205974" y="480118"/>
                  </a:lnTo>
                  <a:lnTo>
                    <a:pt x="205708" y="480300"/>
                  </a:lnTo>
                  <a:lnTo>
                    <a:pt x="205442" y="480451"/>
                  </a:lnTo>
                  <a:lnTo>
                    <a:pt x="205205" y="480633"/>
                  </a:lnTo>
                  <a:lnTo>
                    <a:pt x="204939" y="480844"/>
                  </a:lnTo>
                  <a:lnTo>
                    <a:pt x="204672" y="481086"/>
                  </a:lnTo>
                  <a:lnTo>
                    <a:pt x="204465" y="481328"/>
                  </a:lnTo>
                  <a:lnTo>
                    <a:pt x="204317" y="481631"/>
                  </a:lnTo>
                  <a:lnTo>
                    <a:pt x="204199" y="481903"/>
                  </a:lnTo>
                  <a:lnTo>
                    <a:pt x="204051" y="482175"/>
                  </a:lnTo>
                  <a:lnTo>
                    <a:pt x="203933" y="482508"/>
                  </a:lnTo>
                  <a:lnTo>
                    <a:pt x="203696" y="482750"/>
                  </a:lnTo>
                  <a:lnTo>
                    <a:pt x="203459" y="483022"/>
                  </a:lnTo>
                  <a:lnTo>
                    <a:pt x="202927" y="483476"/>
                  </a:lnTo>
                  <a:lnTo>
                    <a:pt x="202069" y="484505"/>
                  </a:lnTo>
                  <a:lnTo>
                    <a:pt x="200945" y="484626"/>
                  </a:lnTo>
                  <a:lnTo>
                    <a:pt x="199939" y="485412"/>
                  </a:lnTo>
                  <a:lnTo>
                    <a:pt x="199317" y="486410"/>
                  </a:lnTo>
                  <a:lnTo>
                    <a:pt x="198430" y="487741"/>
                  </a:lnTo>
                  <a:lnTo>
                    <a:pt x="198223" y="488104"/>
                  </a:lnTo>
                  <a:lnTo>
                    <a:pt x="198371" y="488165"/>
                  </a:lnTo>
                  <a:lnTo>
                    <a:pt x="198637" y="488135"/>
                  </a:lnTo>
                  <a:lnTo>
                    <a:pt x="199081" y="488316"/>
                  </a:lnTo>
                  <a:lnTo>
                    <a:pt x="199317" y="488800"/>
                  </a:lnTo>
                  <a:lnTo>
                    <a:pt x="199584" y="489345"/>
                  </a:lnTo>
                  <a:lnTo>
                    <a:pt x="200205" y="490766"/>
                  </a:lnTo>
                  <a:lnTo>
                    <a:pt x="200530" y="491371"/>
                  </a:lnTo>
                  <a:lnTo>
                    <a:pt x="202158" y="494668"/>
                  </a:lnTo>
                  <a:lnTo>
                    <a:pt x="202661" y="496060"/>
                  </a:lnTo>
                  <a:lnTo>
                    <a:pt x="201211" y="497088"/>
                  </a:lnTo>
                  <a:lnTo>
                    <a:pt x="200856" y="497330"/>
                  </a:lnTo>
                  <a:lnTo>
                    <a:pt x="200175" y="497754"/>
                  </a:lnTo>
                  <a:lnTo>
                    <a:pt x="200294" y="498419"/>
                  </a:lnTo>
                  <a:lnTo>
                    <a:pt x="201181" y="500234"/>
                  </a:lnTo>
                  <a:lnTo>
                    <a:pt x="203282" y="503592"/>
                  </a:lnTo>
                  <a:lnTo>
                    <a:pt x="203282" y="506224"/>
                  </a:lnTo>
                  <a:lnTo>
                    <a:pt x="203459" y="507736"/>
                  </a:lnTo>
                  <a:lnTo>
                    <a:pt x="203548" y="508492"/>
                  </a:lnTo>
                  <a:lnTo>
                    <a:pt x="204051" y="509067"/>
                  </a:lnTo>
                  <a:lnTo>
                    <a:pt x="204880" y="509521"/>
                  </a:lnTo>
                  <a:lnTo>
                    <a:pt x="205412" y="509944"/>
                  </a:lnTo>
                  <a:lnTo>
                    <a:pt x="205530" y="510973"/>
                  </a:lnTo>
                  <a:lnTo>
                    <a:pt x="205471" y="511548"/>
                  </a:lnTo>
                  <a:lnTo>
                    <a:pt x="205353" y="512576"/>
                  </a:lnTo>
                  <a:lnTo>
                    <a:pt x="204998" y="514512"/>
                  </a:lnTo>
                  <a:lnTo>
                    <a:pt x="203814" y="515843"/>
                  </a:lnTo>
                  <a:lnTo>
                    <a:pt x="201773" y="517386"/>
                  </a:lnTo>
                  <a:lnTo>
                    <a:pt x="201743" y="518747"/>
                  </a:lnTo>
                  <a:lnTo>
                    <a:pt x="201714" y="519503"/>
                  </a:lnTo>
                  <a:lnTo>
                    <a:pt x="203785" y="521530"/>
                  </a:lnTo>
                  <a:lnTo>
                    <a:pt x="204081" y="523012"/>
                  </a:lnTo>
                  <a:lnTo>
                    <a:pt x="204170" y="523436"/>
                  </a:lnTo>
                  <a:lnTo>
                    <a:pt x="203637" y="525553"/>
                  </a:lnTo>
                  <a:lnTo>
                    <a:pt x="203578" y="525825"/>
                  </a:lnTo>
                  <a:lnTo>
                    <a:pt x="205146" y="530060"/>
                  </a:lnTo>
                  <a:lnTo>
                    <a:pt x="205945" y="534053"/>
                  </a:lnTo>
                  <a:lnTo>
                    <a:pt x="205027" y="535293"/>
                  </a:lnTo>
                  <a:lnTo>
                    <a:pt x="196300" y="539680"/>
                  </a:lnTo>
                  <a:lnTo>
                    <a:pt x="192099" y="542130"/>
                  </a:lnTo>
                  <a:lnTo>
                    <a:pt x="187394" y="544913"/>
                  </a:lnTo>
                  <a:lnTo>
                    <a:pt x="185856" y="544973"/>
                  </a:lnTo>
                  <a:lnTo>
                    <a:pt x="184791" y="543975"/>
                  </a:lnTo>
                  <a:lnTo>
                    <a:pt x="183371" y="542735"/>
                  </a:lnTo>
                  <a:lnTo>
                    <a:pt x="181773" y="541192"/>
                  </a:lnTo>
                  <a:lnTo>
                    <a:pt x="181448" y="540133"/>
                  </a:lnTo>
                  <a:lnTo>
                    <a:pt x="181152" y="538621"/>
                  </a:lnTo>
                  <a:lnTo>
                    <a:pt x="180738" y="536987"/>
                  </a:lnTo>
                  <a:lnTo>
                    <a:pt x="179850" y="534991"/>
                  </a:lnTo>
                  <a:lnTo>
                    <a:pt x="178312" y="531724"/>
                  </a:lnTo>
                  <a:lnTo>
                    <a:pt x="177602" y="530786"/>
                  </a:lnTo>
                  <a:lnTo>
                    <a:pt x="176892" y="530272"/>
                  </a:lnTo>
                  <a:lnTo>
                    <a:pt x="175738" y="530302"/>
                  </a:lnTo>
                  <a:lnTo>
                    <a:pt x="175176" y="530151"/>
                  </a:lnTo>
                  <a:lnTo>
                    <a:pt x="174614" y="529970"/>
                  </a:lnTo>
                  <a:lnTo>
                    <a:pt x="174436" y="529909"/>
                  </a:lnTo>
                  <a:lnTo>
                    <a:pt x="173489" y="529002"/>
                  </a:lnTo>
                  <a:lnTo>
                    <a:pt x="172395" y="527913"/>
                  </a:lnTo>
                  <a:lnTo>
                    <a:pt x="171477" y="526884"/>
                  </a:lnTo>
                  <a:lnTo>
                    <a:pt x="170649" y="525735"/>
                  </a:lnTo>
                  <a:lnTo>
                    <a:pt x="169909" y="525523"/>
                  </a:lnTo>
                  <a:lnTo>
                    <a:pt x="168164" y="526188"/>
                  </a:lnTo>
                  <a:lnTo>
                    <a:pt x="166773" y="527338"/>
                  </a:lnTo>
                  <a:lnTo>
                    <a:pt x="165560" y="530000"/>
                  </a:lnTo>
                  <a:lnTo>
                    <a:pt x="164525" y="531301"/>
                  </a:lnTo>
                  <a:lnTo>
                    <a:pt x="163608" y="532027"/>
                  </a:lnTo>
                  <a:lnTo>
                    <a:pt x="162010" y="533297"/>
                  </a:lnTo>
                  <a:lnTo>
                    <a:pt x="160738" y="534658"/>
                  </a:lnTo>
                  <a:lnTo>
                    <a:pt x="159939" y="535505"/>
                  </a:lnTo>
                  <a:lnTo>
                    <a:pt x="158815" y="536745"/>
                  </a:lnTo>
                  <a:lnTo>
                    <a:pt x="158549" y="538076"/>
                  </a:lnTo>
                  <a:lnTo>
                    <a:pt x="157720" y="540315"/>
                  </a:lnTo>
                  <a:lnTo>
                    <a:pt x="156359" y="542674"/>
                  </a:lnTo>
                  <a:lnTo>
                    <a:pt x="156211" y="542584"/>
                  </a:lnTo>
                  <a:lnTo>
                    <a:pt x="155708" y="542372"/>
                  </a:lnTo>
                  <a:lnTo>
                    <a:pt x="155560" y="542372"/>
                  </a:lnTo>
                  <a:lnTo>
                    <a:pt x="155412" y="542372"/>
                  </a:lnTo>
                  <a:lnTo>
                    <a:pt x="155205" y="542311"/>
                  </a:lnTo>
                  <a:lnTo>
                    <a:pt x="154584" y="542221"/>
                  </a:lnTo>
                  <a:lnTo>
                    <a:pt x="154229" y="541797"/>
                  </a:lnTo>
                  <a:lnTo>
                    <a:pt x="153815" y="541343"/>
                  </a:lnTo>
                  <a:lnTo>
                    <a:pt x="153578" y="541162"/>
                  </a:lnTo>
                  <a:lnTo>
                    <a:pt x="153430" y="540708"/>
                  </a:lnTo>
                  <a:lnTo>
                    <a:pt x="153312" y="540345"/>
                  </a:lnTo>
                  <a:lnTo>
                    <a:pt x="153253" y="540194"/>
                  </a:lnTo>
                  <a:lnTo>
                    <a:pt x="152957" y="539982"/>
                  </a:lnTo>
                  <a:lnTo>
                    <a:pt x="152691" y="539801"/>
                  </a:lnTo>
                  <a:lnTo>
                    <a:pt x="152543" y="539740"/>
                  </a:lnTo>
                  <a:lnTo>
                    <a:pt x="152395" y="539740"/>
                  </a:lnTo>
                  <a:lnTo>
                    <a:pt x="151921" y="539649"/>
                  </a:lnTo>
                  <a:lnTo>
                    <a:pt x="151685" y="539407"/>
                  </a:lnTo>
                  <a:lnTo>
                    <a:pt x="151063" y="538681"/>
                  </a:lnTo>
                  <a:lnTo>
                    <a:pt x="150975" y="538379"/>
                  </a:lnTo>
                  <a:lnTo>
                    <a:pt x="150945" y="538167"/>
                  </a:lnTo>
                  <a:lnTo>
                    <a:pt x="151004" y="537834"/>
                  </a:lnTo>
                  <a:lnTo>
                    <a:pt x="151093" y="537592"/>
                  </a:lnTo>
                  <a:lnTo>
                    <a:pt x="151123" y="536715"/>
                  </a:lnTo>
                  <a:lnTo>
                    <a:pt x="151063" y="536382"/>
                  </a:lnTo>
                  <a:lnTo>
                    <a:pt x="150531" y="536019"/>
                  </a:lnTo>
                  <a:lnTo>
                    <a:pt x="150324" y="535898"/>
                  </a:lnTo>
                  <a:lnTo>
                    <a:pt x="149880" y="535838"/>
                  </a:lnTo>
                  <a:lnTo>
                    <a:pt x="149673" y="535838"/>
                  </a:lnTo>
                  <a:lnTo>
                    <a:pt x="149229" y="535747"/>
                  </a:lnTo>
                  <a:lnTo>
                    <a:pt x="148874" y="535656"/>
                  </a:lnTo>
                  <a:lnTo>
                    <a:pt x="148637" y="535535"/>
                  </a:lnTo>
                  <a:lnTo>
                    <a:pt x="148401" y="535354"/>
                  </a:lnTo>
                  <a:lnTo>
                    <a:pt x="148253" y="535233"/>
                  </a:lnTo>
                  <a:lnTo>
                    <a:pt x="147987" y="535021"/>
                  </a:lnTo>
                  <a:lnTo>
                    <a:pt x="147691" y="534779"/>
                  </a:lnTo>
                  <a:lnTo>
                    <a:pt x="146862" y="534083"/>
                  </a:lnTo>
                  <a:lnTo>
                    <a:pt x="146478" y="533751"/>
                  </a:lnTo>
                  <a:lnTo>
                    <a:pt x="146152" y="533418"/>
                  </a:lnTo>
                  <a:lnTo>
                    <a:pt x="144347" y="535596"/>
                  </a:lnTo>
                  <a:lnTo>
                    <a:pt x="142395" y="537955"/>
                  </a:lnTo>
                  <a:lnTo>
                    <a:pt x="141951" y="538439"/>
                  </a:lnTo>
                  <a:lnTo>
                    <a:pt x="140590" y="540133"/>
                  </a:lnTo>
                  <a:lnTo>
                    <a:pt x="140265" y="540527"/>
                  </a:lnTo>
                  <a:lnTo>
                    <a:pt x="139939" y="540920"/>
                  </a:lnTo>
                  <a:lnTo>
                    <a:pt x="139821" y="541343"/>
                  </a:lnTo>
                  <a:lnTo>
                    <a:pt x="138785" y="544096"/>
                  </a:lnTo>
                  <a:lnTo>
                    <a:pt x="138549" y="544005"/>
                  </a:lnTo>
                  <a:lnTo>
                    <a:pt x="138401" y="543945"/>
                  </a:lnTo>
                  <a:lnTo>
                    <a:pt x="137987" y="543763"/>
                  </a:lnTo>
                  <a:lnTo>
                    <a:pt x="135413" y="542735"/>
                  </a:lnTo>
                  <a:lnTo>
                    <a:pt x="134851" y="542553"/>
                  </a:lnTo>
                  <a:lnTo>
                    <a:pt x="135827" y="540194"/>
                  </a:lnTo>
                  <a:lnTo>
                    <a:pt x="136152" y="539377"/>
                  </a:lnTo>
                  <a:lnTo>
                    <a:pt x="138282" y="534083"/>
                  </a:lnTo>
                  <a:lnTo>
                    <a:pt x="139525" y="530756"/>
                  </a:lnTo>
                  <a:lnTo>
                    <a:pt x="136389" y="528578"/>
                  </a:lnTo>
                  <a:lnTo>
                    <a:pt x="135324" y="526945"/>
                  </a:lnTo>
                  <a:lnTo>
                    <a:pt x="135206" y="525614"/>
                  </a:lnTo>
                  <a:lnTo>
                    <a:pt x="135797" y="524162"/>
                  </a:lnTo>
                  <a:lnTo>
                    <a:pt x="135797" y="523496"/>
                  </a:lnTo>
                  <a:lnTo>
                    <a:pt x="133312" y="518717"/>
                  </a:lnTo>
                  <a:lnTo>
                    <a:pt x="131685" y="515450"/>
                  </a:lnTo>
                  <a:lnTo>
                    <a:pt x="130797" y="514694"/>
                  </a:lnTo>
                  <a:lnTo>
                    <a:pt x="124436" y="509672"/>
                  </a:lnTo>
                  <a:lnTo>
                    <a:pt x="123519" y="508462"/>
                  </a:lnTo>
                  <a:lnTo>
                    <a:pt x="122898" y="507373"/>
                  </a:lnTo>
                  <a:lnTo>
                    <a:pt x="120857" y="505165"/>
                  </a:lnTo>
                  <a:lnTo>
                    <a:pt x="118993" y="502715"/>
                  </a:lnTo>
                  <a:lnTo>
                    <a:pt x="118135" y="501263"/>
                  </a:lnTo>
                  <a:lnTo>
                    <a:pt x="118549" y="498934"/>
                  </a:lnTo>
                  <a:lnTo>
                    <a:pt x="119407" y="496998"/>
                  </a:lnTo>
                  <a:lnTo>
                    <a:pt x="121715" y="492974"/>
                  </a:lnTo>
                  <a:lnTo>
                    <a:pt x="122425" y="491462"/>
                  </a:lnTo>
                  <a:lnTo>
                    <a:pt x="122543" y="489677"/>
                  </a:lnTo>
                  <a:lnTo>
                    <a:pt x="122365" y="489163"/>
                  </a:lnTo>
                  <a:lnTo>
                    <a:pt x="122573" y="488770"/>
                  </a:lnTo>
                  <a:lnTo>
                    <a:pt x="123046" y="488346"/>
                  </a:lnTo>
                  <a:lnTo>
                    <a:pt x="123578" y="487862"/>
                  </a:lnTo>
                  <a:lnTo>
                    <a:pt x="123105" y="487681"/>
                  </a:lnTo>
                  <a:lnTo>
                    <a:pt x="121596" y="487227"/>
                  </a:lnTo>
                  <a:lnTo>
                    <a:pt x="119318" y="485866"/>
                  </a:lnTo>
                  <a:lnTo>
                    <a:pt x="118046" y="485079"/>
                  </a:lnTo>
                  <a:lnTo>
                    <a:pt x="117247" y="484898"/>
                  </a:lnTo>
                  <a:lnTo>
                    <a:pt x="114673" y="484747"/>
                  </a:lnTo>
                  <a:lnTo>
                    <a:pt x="113815" y="484565"/>
                  </a:lnTo>
                  <a:lnTo>
                    <a:pt x="111833" y="483053"/>
                  </a:lnTo>
                  <a:lnTo>
                    <a:pt x="110709" y="482327"/>
                  </a:lnTo>
                  <a:lnTo>
                    <a:pt x="110354" y="482085"/>
                  </a:lnTo>
                  <a:lnTo>
                    <a:pt x="108874" y="481328"/>
                  </a:lnTo>
                  <a:lnTo>
                    <a:pt x="105502" y="478969"/>
                  </a:lnTo>
                  <a:lnTo>
                    <a:pt x="104082" y="478213"/>
                  </a:lnTo>
                  <a:lnTo>
                    <a:pt x="102484" y="475763"/>
                  </a:lnTo>
                  <a:lnTo>
                    <a:pt x="99851" y="473433"/>
                  </a:lnTo>
                  <a:lnTo>
                    <a:pt x="99585" y="473191"/>
                  </a:lnTo>
                  <a:lnTo>
                    <a:pt x="98490" y="471679"/>
                  </a:lnTo>
                  <a:lnTo>
                    <a:pt x="97218" y="470590"/>
                  </a:lnTo>
                  <a:lnTo>
                    <a:pt x="95502" y="469168"/>
                  </a:lnTo>
                  <a:lnTo>
                    <a:pt x="91656" y="466597"/>
                  </a:lnTo>
                  <a:lnTo>
                    <a:pt x="90413" y="464480"/>
                  </a:lnTo>
                  <a:lnTo>
                    <a:pt x="88875" y="462695"/>
                  </a:lnTo>
                  <a:lnTo>
                    <a:pt x="86922" y="460547"/>
                  </a:lnTo>
                  <a:lnTo>
                    <a:pt x="85738" y="458399"/>
                  </a:lnTo>
                  <a:lnTo>
                    <a:pt x="84318" y="457310"/>
                  </a:lnTo>
                  <a:lnTo>
                    <a:pt x="83105" y="456887"/>
                  </a:lnTo>
                  <a:lnTo>
                    <a:pt x="80620" y="456645"/>
                  </a:lnTo>
                  <a:lnTo>
                    <a:pt x="77573" y="456645"/>
                  </a:lnTo>
                  <a:lnTo>
                    <a:pt x="74437" y="456010"/>
                  </a:lnTo>
                  <a:lnTo>
                    <a:pt x="71537" y="454558"/>
                  </a:lnTo>
                  <a:lnTo>
                    <a:pt x="69378" y="453953"/>
                  </a:lnTo>
                  <a:lnTo>
                    <a:pt x="67425" y="452501"/>
                  </a:lnTo>
                  <a:lnTo>
                    <a:pt x="65354" y="450383"/>
                  </a:lnTo>
                  <a:lnTo>
                    <a:pt x="63993" y="448901"/>
                  </a:lnTo>
                  <a:lnTo>
                    <a:pt x="63461" y="447510"/>
                  </a:lnTo>
                  <a:lnTo>
                    <a:pt x="63461" y="445059"/>
                  </a:lnTo>
                  <a:lnTo>
                    <a:pt x="63756" y="444333"/>
                  </a:lnTo>
                  <a:lnTo>
                    <a:pt x="64407" y="442942"/>
                  </a:lnTo>
                  <a:lnTo>
                    <a:pt x="65147" y="441127"/>
                  </a:lnTo>
                  <a:lnTo>
                    <a:pt x="65384" y="439131"/>
                  </a:lnTo>
                  <a:lnTo>
                    <a:pt x="65739" y="436499"/>
                  </a:lnTo>
                  <a:lnTo>
                    <a:pt x="65532" y="434412"/>
                  </a:lnTo>
                  <a:lnTo>
                    <a:pt x="65147" y="431568"/>
                  </a:lnTo>
                  <a:lnTo>
                    <a:pt x="64230" y="429723"/>
                  </a:lnTo>
                  <a:lnTo>
                    <a:pt x="63549" y="428392"/>
                  </a:lnTo>
                  <a:lnTo>
                    <a:pt x="61301" y="425428"/>
                  </a:lnTo>
                  <a:lnTo>
                    <a:pt x="60798" y="423401"/>
                  </a:lnTo>
                  <a:lnTo>
                    <a:pt x="61242" y="421707"/>
                  </a:lnTo>
                  <a:lnTo>
                    <a:pt x="63224" y="418742"/>
                  </a:lnTo>
                  <a:lnTo>
                    <a:pt x="65177" y="415294"/>
                  </a:lnTo>
                  <a:lnTo>
                    <a:pt x="67159" y="412239"/>
                  </a:lnTo>
                  <a:lnTo>
                    <a:pt x="69585" y="409184"/>
                  </a:lnTo>
                  <a:lnTo>
                    <a:pt x="71153" y="403829"/>
                  </a:lnTo>
                  <a:lnTo>
                    <a:pt x="73490" y="395027"/>
                  </a:lnTo>
                  <a:lnTo>
                    <a:pt x="74821" y="390429"/>
                  </a:lnTo>
                  <a:lnTo>
                    <a:pt x="75798" y="389279"/>
                  </a:lnTo>
                  <a:lnTo>
                    <a:pt x="77957" y="388281"/>
                  </a:lnTo>
                  <a:lnTo>
                    <a:pt x="78372" y="388100"/>
                  </a:lnTo>
                  <a:lnTo>
                    <a:pt x="79082" y="387767"/>
                  </a:lnTo>
                  <a:lnTo>
                    <a:pt x="80088" y="386950"/>
                  </a:lnTo>
                  <a:lnTo>
                    <a:pt x="80591" y="385347"/>
                  </a:lnTo>
                  <a:lnTo>
                    <a:pt x="80946" y="382927"/>
                  </a:lnTo>
                  <a:lnTo>
                    <a:pt x="81449" y="380779"/>
                  </a:lnTo>
                  <a:lnTo>
                    <a:pt x="81892" y="378964"/>
                  </a:lnTo>
                  <a:lnTo>
                    <a:pt x="82307" y="376544"/>
                  </a:lnTo>
                  <a:lnTo>
                    <a:pt x="83165" y="373459"/>
                  </a:lnTo>
                  <a:lnTo>
                    <a:pt x="84052" y="370434"/>
                  </a:lnTo>
                  <a:lnTo>
                    <a:pt x="85531" y="367742"/>
                  </a:lnTo>
                  <a:lnTo>
                    <a:pt x="86301" y="366381"/>
                  </a:lnTo>
                  <a:lnTo>
                    <a:pt x="87218" y="363416"/>
                  </a:lnTo>
                  <a:lnTo>
                    <a:pt x="87129" y="360119"/>
                  </a:lnTo>
                  <a:lnTo>
                    <a:pt x="86863" y="358213"/>
                  </a:lnTo>
                  <a:lnTo>
                    <a:pt x="86123" y="355612"/>
                  </a:lnTo>
                  <a:lnTo>
                    <a:pt x="84378" y="351952"/>
                  </a:lnTo>
                  <a:lnTo>
                    <a:pt x="82632" y="349411"/>
                  </a:lnTo>
                  <a:lnTo>
                    <a:pt x="82395" y="346960"/>
                  </a:lnTo>
                  <a:lnTo>
                    <a:pt x="82336" y="346416"/>
                  </a:lnTo>
                  <a:lnTo>
                    <a:pt x="82484" y="345902"/>
                  </a:lnTo>
                  <a:lnTo>
                    <a:pt x="82928" y="344359"/>
                  </a:lnTo>
                  <a:lnTo>
                    <a:pt x="83875" y="342665"/>
                  </a:lnTo>
                  <a:lnTo>
                    <a:pt x="84910" y="341727"/>
                  </a:lnTo>
                  <a:lnTo>
                    <a:pt x="87218" y="338612"/>
                  </a:lnTo>
                  <a:lnTo>
                    <a:pt x="90502" y="332078"/>
                  </a:lnTo>
                  <a:lnTo>
                    <a:pt x="92721" y="328206"/>
                  </a:lnTo>
                  <a:lnTo>
                    <a:pt x="92928" y="324969"/>
                  </a:lnTo>
                  <a:lnTo>
                    <a:pt x="93194" y="322095"/>
                  </a:lnTo>
                  <a:lnTo>
                    <a:pt x="92721" y="318375"/>
                  </a:lnTo>
                  <a:lnTo>
                    <a:pt x="92011" y="316620"/>
                  </a:lnTo>
                  <a:lnTo>
                    <a:pt x="91567" y="316046"/>
                  </a:lnTo>
                  <a:lnTo>
                    <a:pt x="90591" y="313989"/>
                  </a:lnTo>
                  <a:lnTo>
                    <a:pt x="88963" y="308786"/>
                  </a:lnTo>
                  <a:lnTo>
                    <a:pt x="88372" y="306608"/>
                  </a:lnTo>
                  <a:lnTo>
                    <a:pt x="87307" y="303069"/>
                  </a:lnTo>
                  <a:lnTo>
                    <a:pt x="86241" y="296898"/>
                  </a:lnTo>
                  <a:lnTo>
                    <a:pt x="86567" y="292754"/>
                  </a:lnTo>
                  <a:lnTo>
                    <a:pt x="86241" y="289789"/>
                  </a:lnTo>
                  <a:lnTo>
                    <a:pt x="85295" y="287914"/>
                  </a:lnTo>
                  <a:lnTo>
                    <a:pt x="83993" y="287127"/>
                  </a:lnTo>
                  <a:lnTo>
                    <a:pt x="81508" y="286280"/>
                  </a:lnTo>
                  <a:lnTo>
                    <a:pt x="80591" y="285978"/>
                  </a:lnTo>
                  <a:lnTo>
                    <a:pt x="76182" y="284858"/>
                  </a:lnTo>
                  <a:lnTo>
                    <a:pt x="71330" y="282983"/>
                  </a:lnTo>
                  <a:lnTo>
                    <a:pt x="67277" y="282075"/>
                  </a:lnTo>
                  <a:lnTo>
                    <a:pt x="61893" y="278960"/>
                  </a:lnTo>
                  <a:lnTo>
                    <a:pt x="56360" y="274967"/>
                  </a:lnTo>
                  <a:lnTo>
                    <a:pt x="52514" y="270369"/>
                  </a:lnTo>
                  <a:lnTo>
                    <a:pt x="50443" y="266134"/>
                  </a:lnTo>
                  <a:lnTo>
                    <a:pt x="49822" y="263593"/>
                  </a:lnTo>
                  <a:lnTo>
                    <a:pt x="48875" y="259388"/>
                  </a:lnTo>
                  <a:lnTo>
                    <a:pt x="48934" y="256696"/>
                  </a:lnTo>
                  <a:lnTo>
                    <a:pt x="48875" y="256545"/>
                  </a:lnTo>
                  <a:lnTo>
                    <a:pt x="48106" y="252250"/>
                  </a:lnTo>
                  <a:lnTo>
                    <a:pt x="48046" y="250404"/>
                  </a:lnTo>
                  <a:lnTo>
                    <a:pt x="47691" y="248801"/>
                  </a:lnTo>
                  <a:lnTo>
                    <a:pt x="46212" y="246926"/>
                  </a:lnTo>
                  <a:lnTo>
                    <a:pt x="42751" y="244264"/>
                  </a:lnTo>
                  <a:lnTo>
                    <a:pt x="41508" y="242933"/>
                  </a:lnTo>
                  <a:lnTo>
                    <a:pt x="40828" y="242025"/>
                  </a:lnTo>
                  <a:lnTo>
                    <a:pt x="39940" y="240331"/>
                  </a:lnTo>
                  <a:lnTo>
                    <a:pt x="38964" y="237942"/>
                  </a:lnTo>
                  <a:lnTo>
                    <a:pt x="38194" y="236490"/>
                  </a:lnTo>
                  <a:lnTo>
                    <a:pt x="36508" y="234251"/>
                  </a:lnTo>
                  <a:lnTo>
                    <a:pt x="35354" y="232224"/>
                  </a:lnTo>
                  <a:lnTo>
                    <a:pt x="35295" y="231982"/>
                  </a:lnTo>
                  <a:lnTo>
                    <a:pt x="35147" y="231347"/>
                  </a:lnTo>
                  <a:lnTo>
                    <a:pt x="34910" y="228836"/>
                  </a:lnTo>
                  <a:lnTo>
                    <a:pt x="34703" y="227959"/>
                  </a:lnTo>
                  <a:lnTo>
                    <a:pt x="32455" y="225297"/>
                  </a:lnTo>
                  <a:lnTo>
                    <a:pt x="29023" y="222514"/>
                  </a:lnTo>
                  <a:lnTo>
                    <a:pt x="28135" y="222000"/>
                  </a:lnTo>
                  <a:lnTo>
                    <a:pt x="27899" y="221365"/>
                  </a:lnTo>
                  <a:lnTo>
                    <a:pt x="27514" y="220548"/>
                  </a:lnTo>
                  <a:lnTo>
                    <a:pt x="26567" y="219459"/>
                  </a:lnTo>
                  <a:lnTo>
                    <a:pt x="25650" y="218824"/>
                  </a:lnTo>
                  <a:lnTo>
                    <a:pt x="24733" y="218582"/>
                  </a:lnTo>
                  <a:lnTo>
                    <a:pt x="23964" y="218521"/>
                  </a:lnTo>
                  <a:lnTo>
                    <a:pt x="22189" y="218400"/>
                  </a:lnTo>
                  <a:lnTo>
                    <a:pt x="20976" y="218340"/>
                  </a:lnTo>
                  <a:lnTo>
                    <a:pt x="19763" y="218340"/>
                  </a:lnTo>
                  <a:lnTo>
                    <a:pt x="14023" y="216858"/>
                  </a:lnTo>
                  <a:lnTo>
                    <a:pt x="13491" y="216706"/>
                  </a:lnTo>
                  <a:lnTo>
                    <a:pt x="11834" y="216132"/>
                  </a:lnTo>
                  <a:lnTo>
                    <a:pt x="11124" y="215708"/>
                  </a:lnTo>
                  <a:lnTo>
                    <a:pt x="10532" y="214891"/>
                  </a:lnTo>
                  <a:lnTo>
                    <a:pt x="9881" y="213893"/>
                  </a:lnTo>
                  <a:lnTo>
                    <a:pt x="9171" y="212744"/>
                  </a:lnTo>
                  <a:lnTo>
                    <a:pt x="8224" y="212169"/>
                  </a:lnTo>
                  <a:lnTo>
                    <a:pt x="5680" y="210687"/>
                  </a:lnTo>
                  <a:lnTo>
                    <a:pt x="3402" y="209779"/>
                  </a:lnTo>
                  <a:lnTo>
                    <a:pt x="2633" y="208539"/>
                  </a:lnTo>
                  <a:lnTo>
                    <a:pt x="1242" y="207238"/>
                  </a:lnTo>
                  <a:lnTo>
                    <a:pt x="976" y="206996"/>
                  </a:lnTo>
                  <a:lnTo>
                    <a:pt x="502" y="206422"/>
                  </a:lnTo>
                  <a:lnTo>
                    <a:pt x="0" y="203760"/>
                  </a:lnTo>
                  <a:lnTo>
                    <a:pt x="473" y="200039"/>
                  </a:lnTo>
                  <a:lnTo>
                    <a:pt x="1863" y="196742"/>
                  </a:lnTo>
                  <a:lnTo>
                    <a:pt x="5325" y="190480"/>
                  </a:lnTo>
                  <a:lnTo>
                    <a:pt x="5562" y="190178"/>
                  </a:lnTo>
                  <a:lnTo>
                    <a:pt x="5976" y="188786"/>
                  </a:lnTo>
                  <a:lnTo>
                    <a:pt x="7159" y="184884"/>
                  </a:lnTo>
                  <a:lnTo>
                    <a:pt x="9082" y="183493"/>
                  </a:lnTo>
                  <a:lnTo>
                    <a:pt x="11775" y="182434"/>
                  </a:lnTo>
                  <a:lnTo>
                    <a:pt x="13609" y="181375"/>
                  </a:lnTo>
                  <a:lnTo>
                    <a:pt x="15295" y="180558"/>
                  </a:lnTo>
                  <a:lnTo>
                    <a:pt x="16479" y="177745"/>
                  </a:lnTo>
                  <a:lnTo>
                    <a:pt x="16775" y="177080"/>
                  </a:lnTo>
                  <a:lnTo>
                    <a:pt x="17721" y="174478"/>
                  </a:lnTo>
                  <a:lnTo>
                    <a:pt x="18254" y="172663"/>
                  </a:lnTo>
                  <a:lnTo>
                    <a:pt x="18106" y="171393"/>
                  </a:lnTo>
                  <a:lnTo>
                    <a:pt x="18964" y="170122"/>
                  </a:lnTo>
                  <a:lnTo>
                    <a:pt x="19526" y="169790"/>
                  </a:lnTo>
                  <a:lnTo>
                    <a:pt x="20680" y="169064"/>
                  </a:lnTo>
                  <a:lnTo>
                    <a:pt x="23579" y="167309"/>
                  </a:lnTo>
                  <a:lnTo>
                    <a:pt x="24467" y="166432"/>
                  </a:lnTo>
                  <a:lnTo>
                    <a:pt x="24970" y="165827"/>
                  </a:lnTo>
                  <a:lnTo>
                    <a:pt x="25769" y="165494"/>
                  </a:lnTo>
                  <a:lnTo>
                    <a:pt x="27928" y="163195"/>
                  </a:lnTo>
                  <a:lnTo>
                    <a:pt x="29200" y="162953"/>
                  </a:lnTo>
                  <a:lnTo>
                    <a:pt x="34052" y="164133"/>
                  </a:lnTo>
                  <a:lnTo>
                    <a:pt x="42218" y="166281"/>
                  </a:lnTo>
                  <a:lnTo>
                    <a:pt x="43490" y="165343"/>
                  </a:lnTo>
                  <a:lnTo>
                    <a:pt x="44703" y="164193"/>
                  </a:lnTo>
                  <a:lnTo>
                    <a:pt x="47277" y="161350"/>
                  </a:lnTo>
                  <a:lnTo>
                    <a:pt x="48283" y="160231"/>
                  </a:lnTo>
                  <a:lnTo>
                    <a:pt x="48372" y="159233"/>
                  </a:lnTo>
                  <a:lnTo>
                    <a:pt x="48875" y="153848"/>
                  </a:lnTo>
                  <a:lnTo>
                    <a:pt x="50117" y="147798"/>
                  </a:lnTo>
                  <a:lnTo>
                    <a:pt x="53490" y="140538"/>
                  </a:lnTo>
                  <a:lnTo>
                    <a:pt x="58342" y="135366"/>
                  </a:lnTo>
                  <a:lnTo>
                    <a:pt x="60857" y="132099"/>
                  </a:lnTo>
                  <a:lnTo>
                    <a:pt x="63697" y="127924"/>
                  </a:lnTo>
                  <a:lnTo>
                    <a:pt x="65650" y="124476"/>
                  </a:lnTo>
                  <a:lnTo>
                    <a:pt x="66360" y="121784"/>
                  </a:lnTo>
                  <a:lnTo>
                    <a:pt x="65946" y="118668"/>
                  </a:lnTo>
                  <a:lnTo>
                    <a:pt x="65472" y="116490"/>
                  </a:lnTo>
                  <a:lnTo>
                    <a:pt x="62928" y="111348"/>
                  </a:lnTo>
                  <a:lnTo>
                    <a:pt x="61804" y="109956"/>
                  </a:lnTo>
                  <a:lnTo>
                    <a:pt x="61597" y="108746"/>
                  </a:lnTo>
                  <a:lnTo>
                    <a:pt x="60768" y="107294"/>
                  </a:lnTo>
                  <a:lnTo>
                    <a:pt x="60265" y="104874"/>
                  </a:lnTo>
                  <a:lnTo>
                    <a:pt x="60591" y="103362"/>
                  </a:lnTo>
                  <a:lnTo>
                    <a:pt x="61567" y="102606"/>
                  </a:lnTo>
                  <a:lnTo>
                    <a:pt x="63046" y="101365"/>
                  </a:lnTo>
                  <a:lnTo>
                    <a:pt x="65887" y="101396"/>
                  </a:lnTo>
                  <a:lnTo>
                    <a:pt x="67129" y="100912"/>
                  </a:lnTo>
                  <a:lnTo>
                    <a:pt x="69378" y="100912"/>
                  </a:lnTo>
                  <a:lnTo>
                    <a:pt x="70768" y="100821"/>
                  </a:lnTo>
                  <a:lnTo>
                    <a:pt x="72100" y="100760"/>
                  </a:lnTo>
                  <a:lnTo>
                    <a:pt x="73135" y="99671"/>
                  </a:lnTo>
                  <a:lnTo>
                    <a:pt x="75088" y="98855"/>
                  </a:lnTo>
                  <a:lnTo>
                    <a:pt x="78165" y="98703"/>
                  </a:lnTo>
                  <a:lnTo>
                    <a:pt x="79555" y="99097"/>
                  </a:lnTo>
                  <a:lnTo>
                    <a:pt x="80886" y="97917"/>
                  </a:lnTo>
                  <a:lnTo>
                    <a:pt x="81922" y="96072"/>
                  </a:lnTo>
                  <a:lnTo>
                    <a:pt x="82957" y="94983"/>
                  </a:lnTo>
                  <a:lnTo>
                    <a:pt x="83845" y="93712"/>
                  </a:lnTo>
                  <a:lnTo>
                    <a:pt x="84880" y="92351"/>
                  </a:lnTo>
                  <a:lnTo>
                    <a:pt x="85502" y="91323"/>
                  </a:lnTo>
                  <a:lnTo>
                    <a:pt x="85383" y="89387"/>
                  </a:lnTo>
                  <a:lnTo>
                    <a:pt x="83727" y="87299"/>
                  </a:lnTo>
                  <a:lnTo>
                    <a:pt x="81744" y="85817"/>
                  </a:lnTo>
                  <a:lnTo>
                    <a:pt x="81064" y="84607"/>
                  </a:lnTo>
                  <a:lnTo>
                    <a:pt x="79052" y="82943"/>
                  </a:lnTo>
                  <a:lnTo>
                    <a:pt x="77810" y="81310"/>
                  </a:lnTo>
                  <a:lnTo>
                    <a:pt x="77336" y="80070"/>
                  </a:lnTo>
                  <a:lnTo>
                    <a:pt x="77336" y="79253"/>
                  </a:lnTo>
                  <a:lnTo>
                    <a:pt x="76922" y="78557"/>
                  </a:lnTo>
                  <a:lnTo>
                    <a:pt x="77987" y="78104"/>
                  </a:lnTo>
                  <a:lnTo>
                    <a:pt x="78490" y="77710"/>
                  </a:lnTo>
                  <a:lnTo>
                    <a:pt x="79200" y="77105"/>
                  </a:lnTo>
                  <a:lnTo>
                    <a:pt x="80117" y="75442"/>
                  </a:lnTo>
                  <a:lnTo>
                    <a:pt x="80413" y="73052"/>
                  </a:lnTo>
                  <a:lnTo>
                    <a:pt x="80324" y="62737"/>
                  </a:lnTo>
                  <a:lnTo>
                    <a:pt x="80472" y="55114"/>
                  </a:lnTo>
                  <a:lnTo>
                    <a:pt x="79821" y="51424"/>
                  </a:lnTo>
                  <a:lnTo>
                    <a:pt x="78372" y="51121"/>
                  </a:lnTo>
                  <a:lnTo>
                    <a:pt x="77514" y="51242"/>
                  </a:lnTo>
                  <a:lnTo>
                    <a:pt x="74703" y="52543"/>
                  </a:lnTo>
                  <a:lnTo>
                    <a:pt x="71833" y="52785"/>
                  </a:lnTo>
                  <a:lnTo>
                    <a:pt x="68993" y="52634"/>
                  </a:lnTo>
                  <a:lnTo>
                    <a:pt x="68105" y="48671"/>
                  </a:lnTo>
                  <a:lnTo>
                    <a:pt x="67129" y="45646"/>
                  </a:lnTo>
                  <a:lnTo>
                    <a:pt x="65650" y="36692"/>
                  </a:lnTo>
                  <a:lnTo>
                    <a:pt x="65472" y="34786"/>
                  </a:lnTo>
                  <a:lnTo>
                    <a:pt x="65088" y="30824"/>
                  </a:lnTo>
                  <a:lnTo>
                    <a:pt x="63490" y="23745"/>
                  </a:lnTo>
                  <a:lnTo>
                    <a:pt x="63963" y="19178"/>
                  </a:lnTo>
                  <a:lnTo>
                    <a:pt x="66537" y="12493"/>
                  </a:lnTo>
                  <a:lnTo>
                    <a:pt x="67011" y="11283"/>
                  </a:lnTo>
                  <a:lnTo>
                    <a:pt x="67869" y="6382"/>
                  </a:lnTo>
                  <a:lnTo>
                    <a:pt x="693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1958549" y="4594004"/>
              <a:ext cx="15562" cy="23715"/>
            </a:xfrm>
            <a:custGeom>
              <a:avLst/>
              <a:pathLst>
                <a:path w="15562" h="23715">
                  <a:moveTo>
                    <a:pt x="9940" y="90"/>
                  </a:moveTo>
                  <a:lnTo>
                    <a:pt x="10207" y="332"/>
                  </a:lnTo>
                  <a:lnTo>
                    <a:pt x="10384" y="786"/>
                  </a:lnTo>
                  <a:lnTo>
                    <a:pt x="10443" y="998"/>
                  </a:lnTo>
                  <a:lnTo>
                    <a:pt x="10473" y="1270"/>
                  </a:lnTo>
                  <a:lnTo>
                    <a:pt x="10147" y="2056"/>
                  </a:lnTo>
                  <a:lnTo>
                    <a:pt x="9704" y="3085"/>
                  </a:lnTo>
                  <a:lnTo>
                    <a:pt x="9260" y="3932"/>
                  </a:lnTo>
                  <a:lnTo>
                    <a:pt x="9171" y="4083"/>
                  </a:lnTo>
                  <a:lnTo>
                    <a:pt x="9053" y="4386"/>
                  </a:lnTo>
                  <a:lnTo>
                    <a:pt x="9141" y="4658"/>
                  </a:lnTo>
                  <a:lnTo>
                    <a:pt x="9408" y="4960"/>
                  </a:lnTo>
                  <a:lnTo>
                    <a:pt x="9881" y="5112"/>
                  </a:lnTo>
                  <a:lnTo>
                    <a:pt x="10207" y="5202"/>
                  </a:lnTo>
                  <a:lnTo>
                    <a:pt x="10650" y="5263"/>
                  </a:lnTo>
                  <a:lnTo>
                    <a:pt x="11035" y="5293"/>
                  </a:lnTo>
                  <a:lnTo>
                    <a:pt x="11360" y="5293"/>
                  </a:lnTo>
                  <a:lnTo>
                    <a:pt x="11627" y="5233"/>
                  </a:lnTo>
                  <a:lnTo>
                    <a:pt x="11834" y="5263"/>
                  </a:lnTo>
                  <a:lnTo>
                    <a:pt x="12070" y="5293"/>
                  </a:lnTo>
                  <a:lnTo>
                    <a:pt x="12248" y="5293"/>
                  </a:lnTo>
                  <a:lnTo>
                    <a:pt x="12573" y="5112"/>
                  </a:lnTo>
                  <a:lnTo>
                    <a:pt x="12899" y="4991"/>
                  </a:lnTo>
                  <a:lnTo>
                    <a:pt x="12928" y="5293"/>
                  </a:lnTo>
                  <a:lnTo>
                    <a:pt x="12928" y="5777"/>
                  </a:lnTo>
                  <a:lnTo>
                    <a:pt x="12869" y="6201"/>
                  </a:lnTo>
                  <a:lnTo>
                    <a:pt x="12751" y="6533"/>
                  </a:lnTo>
                  <a:lnTo>
                    <a:pt x="12544" y="6927"/>
                  </a:lnTo>
                  <a:lnTo>
                    <a:pt x="12692" y="7017"/>
                  </a:lnTo>
                  <a:lnTo>
                    <a:pt x="12988" y="6775"/>
                  </a:lnTo>
                  <a:lnTo>
                    <a:pt x="13343" y="7017"/>
                  </a:lnTo>
                  <a:lnTo>
                    <a:pt x="13283" y="7320"/>
                  </a:lnTo>
                  <a:lnTo>
                    <a:pt x="13491" y="7713"/>
                  </a:lnTo>
                  <a:lnTo>
                    <a:pt x="13638" y="8137"/>
                  </a:lnTo>
                  <a:lnTo>
                    <a:pt x="13343" y="7955"/>
                  </a:lnTo>
                  <a:lnTo>
                    <a:pt x="12958" y="8348"/>
                  </a:lnTo>
                  <a:lnTo>
                    <a:pt x="12633" y="8711"/>
                  </a:lnTo>
                  <a:lnTo>
                    <a:pt x="12573" y="8984"/>
                  </a:lnTo>
                  <a:lnTo>
                    <a:pt x="12485" y="9377"/>
                  </a:lnTo>
                  <a:lnTo>
                    <a:pt x="12100" y="9831"/>
                  </a:lnTo>
                  <a:lnTo>
                    <a:pt x="12070" y="10073"/>
                  </a:lnTo>
                  <a:lnTo>
                    <a:pt x="12070" y="10436"/>
                  </a:lnTo>
                  <a:lnTo>
                    <a:pt x="12011" y="10587"/>
                  </a:lnTo>
                  <a:lnTo>
                    <a:pt x="12041" y="10980"/>
                  </a:lnTo>
                  <a:lnTo>
                    <a:pt x="12573" y="11101"/>
                  </a:lnTo>
                  <a:lnTo>
                    <a:pt x="12633" y="11283"/>
                  </a:lnTo>
                  <a:lnTo>
                    <a:pt x="12840" y="11222"/>
                  </a:lnTo>
                  <a:lnTo>
                    <a:pt x="12869" y="11373"/>
                  </a:lnTo>
                  <a:lnTo>
                    <a:pt x="12662" y="11494"/>
                  </a:lnTo>
                  <a:lnTo>
                    <a:pt x="12692" y="11797"/>
                  </a:lnTo>
                  <a:lnTo>
                    <a:pt x="12721" y="11948"/>
                  </a:lnTo>
                  <a:lnTo>
                    <a:pt x="12840" y="12251"/>
                  </a:lnTo>
                  <a:lnTo>
                    <a:pt x="13076" y="12523"/>
                  </a:lnTo>
                  <a:lnTo>
                    <a:pt x="13431" y="12916"/>
                  </a:lnTo>
                  <a:lnTo>
                    <a:pt x="13698" y="12735"/>
                  </a:lnTo>
                  <a:lnTo>
                    <a:pt x="13816" y="12916"/>
                  </a:lnTo>
                  <a:lnTo>
                    <a:pt x="13550" y="13128"/>
                  </a:lnTo>
                  <a:lnTo>
                    <a:pt x="13786" y="13521"/>
                  </a:lnTo>
                  <a:lnTo>
                    <a:pt x="14289" y="13581"/>
                  </a:lnTo>
                  <a:lnTo>
                    <a:pt x="14467" y="13521"/>
                  </a:lnTo>
                  <a:lnTo>
                    <a:pt x="14556" y="12795"/>
                  </a:lnTo>
                  <a:lnTo>
                    <a:pt x="14763" y="12795"/>
                  </a:lnTo>
                  <a:lnTo>
                    <a:pt x="15443" y="12795"/>
                  </a:lnTo>
                  <a:lnTo>
                    <a:pt x="15502" y="13642"/>
                  </a:lnTo>
                  <a:lnTo>
                    <a:pt x="15562" y="13854"/>
                  </a:lnTo>
                  <a:lnTo>
                    <a:pt x="15414" y="14277"/>
                  </a:lnTo>
                  <a:lnTo>
                    <a:pt x="14970" y="14519"/>
                  </a:lnTo>
                  <a:lnTo>
                    <a:pt x="14940" y="14912"/>
                  </a:lnTo>
                  <a:lnTo>
                    <a:pt x="14763" y="15003"/>
                  </a:lnTo>
                  <a:lnTo>
                    <a:pt x="14201" y="14761"/>
                  </a:lnTo>
                  <a:lnTo>
                    <a:pt x="13727" y="15064"/>
                  </a:lnTo>
                  <a:lnTo>
                    <a:pt x="13846" y="15275"/>
                  </a:lnTo>
                  <a:lnTo>
                    <a:pt x="13993" y="15608"/>
                  </a:lnTo>
                  <a:lnTo>
                    <a:pt x="14112" y="15790"/>
                  </a:lnTo>
                  <a:lnTo>
                    <a:pt x="13698" y="16092"/>
                  </a:lnTo>
                  <a:lnTo>
                    <a:pt x="13461" y="15759"/>
                  </a:lnTo>
                  <a:lnTo>
                    <a:pt x="13135" y="16001"/>
                  </a:lnTo>
                  <a:lnTo>
                    <a:pt x="12899" y="16153"/>
                  </a:lnTo>
                  <a:lnTo>
                    <a:pt x="13135" y="16606"/>
                  </a:lnTo>
                  <a:lnTo>
                    <a:pt x="12988" y="16818"/>
                  </a:lnTo>
                  <a:lnTo>
                    <a:pt x="13165" y="17151"/>
                  </a:lnTo>
                  <a:lnTo>
                    <a:pt x="12692" y="17302"/>
                  </a:lnTo>
                  <a:lnTo>
                    <a:pt x="12485" y="17242"/>
                  </a:lnTo>
                  <a:lnTo>
                    <a:pt x="11922" y="17453"/>
                  </a:lnTo>
                  <a:lnTo>
                    <a:pt x="11656" y="17302"/>
                  </a:lnTo>
                  <a:lnTo>
                    <a:pt x="11094" y="17605"/>
                  </a:lnTo>
                  <a:lnTo>
                    <a:pt x="10857" y="17877"/>
                  </a:lnTo>
                  <a:lnTo>
                    <a:pt x="10739" y="18210"/>
                  </a:lnTo>
                  <a:lnTo>
                    <a:pt x="11153" y="18421"/>
                  </a:lnTo>
                  <a:lnTo>
                    <a:pt x="11686" y="18936"/>
                  </a:lnTo>
                  <a:lnTo>
                    <a:pt x="11804" y="19087"/>
                  </a:lnTo>
                  <a:lnTo>
                    <a:pt x="12041" y="19087"/>
                  </a:lnTo>
                  <a:lnTo>
                    <a:pt x="12248" y="19238"/>
                  </a:lnTo>
                  <a:lnTo>
                    <a:pt x="12485" y="19117"/>
                  </a:lnTo>
                  <a:lnTo>
                    <a:pt x="12366" y="19359"/>
                  </a:lnTo>
                  <a:lnTo>
                    <a:pt x="12544" y="19510"/>
                  </a:lnTo>
                  <a:lnTo>
                    <a:pt x="12751" y="19389"/>
                  </a:lnTo>
                  <a:lnTo>
                    <a:pt x="12899" y="19480"/>
                  </a:lnTo>
                  <a:lnTo>
                    <a:pt x="12988" y="19631"/>
                  </a:lnTo>
                  <a:lnTo>
                    <a:pt x="12662" y="19843"/>
                  </a:lnTo>
                  <a:lnTo>
                    <a:pt x="12514" y="20236"/>
                  </a:lnTo>
                  <a:lnTo>
                    <a:pt x="12041" y="20085"/>
                  </a:lnTo>
                  <a:lnTo>
                    <a:pt x="11893" y="20115"/>
                  </a:lnTo>
                  <a:lnTo>
                    <a:pt x="11745" y="20388"/>
                  </a:lnTo>
                  <a:lnTo>
                    <a:pt x="11567" y="20569"/>
                  </a:lnTo>
                  <a:lnTo>
                    <a:pt x="11538" y="20720"/>
                  </a:lnTo>
                  <a:lnTo>
                    <a:pt x="11449" y="20902"/>
                  </a:lnTo>
                  <a:lnTo>
                    <a:pt x="11272" y="20962"/>
                  </a:lnTo>
                  <a:lnTo>
                    <a:pt x="11242" y="20811"/>
                  </a:lnTo>
                  <a:lnTo>
                    <a:pt x="11301" y="20630"/>
                  </a:lnTo>
                  <a:lnTo>
                    <a:pt x="11390" y="20388"/>
                  </a:lnTo>
                  <a:lnTo>
                    <a:pt x="11479" y="20206"/>
                  </a:lnTo>
                  <a:lnTo>
                    <a:pt x="11479" y="20025"/>
                  </a:lnTo>
                  <a:lnTo>
                    <a:pt x="11272" y="20176"/>
                  </a:lnTo>
                  <a:lnTo>
                    <a:pt x="11035" y="19964"/>
                  </a:lnTo>
                  <a:lnTo>
                    <a:pt x="11005" y="19662"/>
                  </a:lnTo>
                  <a:lnTo>
                    <a:pt x="11005" y="19510"/>
                  </a:lnTo>
                  <a:lnTo>
                    <a:pt x="10769" y="19299"/>
                  </a:lnTo>
                  <a:lnTo>
                    <a:pt x="10473" y="19299"/>
                  </a:lnTo>
                  <a:lnTo>
                    <a:pt x="9851" y="19510"/>
                  </a:lnTo>
                  <a:lnTo>
                    <a:pt x="9496" y="19692"/>
                  </a:lnTo>
                  <a:lnTo>
                    <a:pt x="8550" y="20509"/>
                  </a:lnTo>
                  <a:lnTo>
                    <a:pt x="8372" y="20690"/>
                  </a:lnTo>
                  <a:lnTo>
                    <a:pt x="8372" y="20902"/>
                  </a:lnTo>
                  <a:lnTo>
                    <a:pt x="8224" y="21204"/>
                  </a:lnTo>
                  <a:lnTo>
                    <a:pt x="7988" y="21719"/>
                  </a:lnTo>
                  <a:lnTo>
                    <a:pt x="8343" y="21900"/>
                  </a:lnTo>
                  <a:lnTo>
                    <a:pt x="8491" y="21870"/>
                  </a:lnTo>
                  <a:lnTo>
                    <a:pt x="8668" y="21991"/>
                  </a:lnTo>
                  <a:lnTo>
                    <a:pt x="8846" y="22082"/>
                  </a:lnTo>
                  <a:lnTo>
                    <a:pt x="9082" y="22324"/>
                  </a:lnTo>
                  <a:lnTo>
                    <a:pt x="9141" y="22505"/>
                  </a:lnTo>
                  <a:lnTo>
                    <a:pt x="9230" y="22687"/>
                  </a:lnTo>
                  <a:lnTo>
                    <a:pt x="9112" y="22989"/>
                  </a:lnTo>
                  <a:lnTo>
                    <a:pt x="8846" y="23140"/>
                  </a:lnTo>
                  <a:lnTo>
                    <a:pt x="8609" y="23261"/>
                  </a:lnTo>
                  <a:lnTo>
                    <a:pt x="8431" y="23715"/>
                  </a:lnTo>
                  <a:lnTo>
                    <a:pt x="7899" y="23715"/>
                  </a:lnTo>
                  <a:lnTo>
                    <a:pt x="7159" y="23624"/>
                  </a:lnTo>
                  <a:lnTo>
                    <a:pt x="6893" y="23261"/>
                  </a:lnTo>
                  <a:lnTo>
                    <a:pt x="6893" y="22687"/>
                  </a:lnTo>
                  <a:lnTo>
                    <a:pt x="6923" y="22203"/>
                  </a:lnTo>
                  <a:lnTo>
                    <a:pt x="6686" y="22051"/>
                  </a:lnTo>
                  <a:lnTo>
                    <a:pt x="6656" y="21840"/>
                  </a:lnTo>
                  <a:lnTo>
                    <a:pt x="6715" y="21477"/>
                  </a:lnTo>
                  <a:lnTo>
                    <a:pt x="5857" y="21477"/>
                  </a:lnTo>
                  <a:lnTo>
                    <a:pt x="5502" y="21144"/>
                  </a:lnTo>
                  <a:lnTo>
                    <a:pt x="5266" y="21174"/>
                  </a:lnTo>
                  <a:lnTo>
                    <a:pt x="4940" y="21295"/>
                  </a:lnTo>
                  <a:lnTo>
                    <a:pt x="4467" y="21416"/>
                  </a:lnTo>
                  <a:lnTo>
                    <a:pt x="3964" y="21416"/>
                  </a:lnTo>
                  <a:lnTo>
                    <a:pt x="3609" y="21114"/>
                  </a:lnTo>
                  <a:lnTo>
                    <a:pt x="3431" y="20720"/>
                  </a:lnTo>
                  <a:lnTo>
                    <a:pt x="3520" y="19631"/>
                  </a:lnTo>
                  <a:lnTo>
                    <a:pt x="3520" y="19359"/>
                  </a:lnTo>
                  <a:lnTo>
                    <a:pt x="3520" y="19087"/>
                  </a:lnTo>
                  <a:lnTo>
                    <a:pt x="3491" y="18603"/>
                  </a:lnTo>
                  <a:lnTo>
                    <a:pt x="3491" y="18149"/>
                  </a:lnTo>
                  <a:lnTo>
                    <a:pt x="3461" y="17937"/>
                  </a:lnTo>
                  <a:lnTo>
                    <a:pt x="3550" y="17635"/>
                  </a:lnTo>
                  <a:lnTo>
                    <a:pt x="3698" y="17544"/>
                  </a:lnTo>
                  <a:lnTo>
                    <a:pt x="3698" y="17363"/>
                  </a:lnTo>
                  <a:lnTo>
                    <a:pt x="3579" y="17090"/>
                  </a:lnTo>
                  <a:lnTo>
                    <a:pt x="3579" y="16939"/>
                  </a:lnTo>
                  <a:lnTo>
                    <a:pt x="3431" y="16939"/>
                  </a:lnTo>
                  <a:lnTo>
                    <a:pt x="3224" y="17030"/>
                  </a:lnTo>
                  <a:lnTo>
                    <a:pt x="3106" y="17272"/>
                  </a:lnTo>
                  <a:lnTo>
                    <a:pt x="3106" y="17423"/>
                  </a:lnTo>
                  <a:lnTo>
                    <a:pt x="2928" y="17816"/>
                  </a:lnTo>
                  <a:lnTo>
                    <a:pt x="2751" y="17726"/>
                  </a:lnTo>
                  <a:lnTo>
                    <a:pt x="2544" y="17665"/>
                  </a:lnTo>
                  <a:lnTo>
                    <a:pt x="2307" y="17514"/>
                  </a:lnTo>
                  <a:lnTo>
                    <a:pt x="1863" y="17060"/>
                  </a:lnTo>
                  <a:lnTo>
                    <a:pt x="1508" y="16697"/>
                  </a:lnTo>
                  <a:lnTo>
                    <a:pt x="1183" y="16455"/>
                  </a:lnTo>
                  <a:lnTo>
                    <a:pt x="1124" y="16153"/>
                  </a:lnTo>
                  <a:lnTo>
                    <a:pt x="1065" y="15911"/>
                  </a:lnTo>
                  <a:lnTo>
                    <a:pt x="1094" y="15638"/>
                  </a:lnTo>
                  <a:lnTo>
                    <a:pt x="1153" y="15336"/>
                  </a:lnTo>
                  <a:lnTo>
                    <a:pt x="1272" y="15033"/>
                  </a:lnTo>
                  <a:lnTo>
                    <a:pt x="1360" y="14852"/>
                  </a:lnTo>
                  <a:lnTo>
                    <a:pt x="1449" y="14580"/>
                  </a:lnTo>
                  <a:lnTo>
                    <a:pt x="1508" y="14247"/>
                  </a:lnTo>
                  <a:lnTo>
                    <a:pt x="1449" y="13944"/>
                  </a:lnTo>
                  <a:lnTo>
                    <a:pt x="1390" y="13702"/>
                  </a:lnTo>
                  <a:lnTo>
                    <a:pt x="1242" y="13460"/>
                  </a:lnTo>
                  <a:lnTo>
                    <a:pt x="1065" y="13370"/>
                  </a:lnTo>
                  <a:lnTo>
                    <a:pt x="798" y="13370"/>
                  </a:lnTo>
                  <a:lnTo>
                    <a:pt x="562" y="13400"/>
                  </a:lnTo>
                  <a:lnTo>
                    <a:pt x="207" y="13249"/>
                  </a:lnTo>
                  <a:lnTo>
                    <a:pt x="29" y="13098"/>
                  </a:lnTo>
                  <a:lnTo>
                    <a:pt x="0" y="12916"/>
                  </a:lnTo>
                  <a:lnTo>
                    <a:pt x="118" y="12704"/>
                  </a:lnTo>
                  <a:lnTo>
                    <a:pt x="207" y="12523"/>
                  </a:lnTo>
                  <a:lnTo>
                    <a:pt x="266" y="12251"/>
                  </a:lnTo>
                  <a:lnTo>
                    <a:pt x="236" y="11978"/>
                  </a:lnTo>
                  <a:lnTo>
                    <a:pt x="266" y="11676"/>
                  </a:lnTo>
                  <a:lnTo>
                    <a:pt x="414" y="11494"/>
                  </a:lnTo>
                  <a:lnTo>
                    <a:pt x="650" y="11071"/>
                  </a:lnTo>
                  <a:lnTo>
                    <a:pt x="769" y="10587"/>
                  </a:lnTo>
                  <a:lnTo>
                    <a:pt x="828" y="10133"/>
                  </a:lnTo>
                  <a:lnTo>
                    <a:pt x="828" y="9921"/>
                  </a:lnTo>
                  <a:lnTo>
                    <a:pt x="1035" y="9649"/>
                  </a:lnTo>
                  <a:lnTo>
                    <a:pt x="1242" y="9528"/>
                  </a:lnTo>
                  <a:lnTo>
                    <a:pt x="1272" y="9105"/>
                  </a:lnTo>
                  <a:lnTo>
                    <a:pt x="1183" y="8621"/>
                  </a:lnTo>
                  <a:lnTo>
                    <a:pt x="1183" y="8167"/>
                  </a:lnTo>
                  <a:lnTo>
                    <a:pt x="1242" y="7743"/>
                  </a:lnTo>
                  <a:lnTo>
                    <a:pt x="1183" y="7350"/>
                  </a:lnTo>
                  <a:lnTo>
                    <a:pt x="887" y="7380"/>
                  </a:lnTo>
                  <a:lnTo>
                    <a:pt x="650" y="7622"/>
                  </a:lnTo>
                  <a:lnTo>
                    <a:pt x="177" y="7532"/>
                  </a:lnTo>
                  <a:lnTo>
                    <a:pt x="177" y="7290"/>
                  </a:lnTo>
                  <a:lnTo>
                    <a:pt x="295" y="6987"/>
                  </a:lnTo>
                  <a:lnTo>
                    <a:pt x="562" y="6594"/>
                  </a:lnTo>
                  <a:lnTo>
                    <a:pt x="828" y="6322"/>
                  </a:lnTo>
                  <a:lnTo>
                    <a:pt x="1094" y="5928"/>
                  </a:lnTo>
                  <a:lnTo>
                    <a:pt x="1183" y="5626"/>
                  </a:lnTo>
                  <a:lnTo>
                    <a:pt x="1479" y="4960"/>
                  </a:lnTo>
                  <a:lnTo>
                    <a:pt x="1597" y="4416"/>
                  </a:lnTo>
                  <a:lnTo>
                    <a:pt x="1775" y="4053"/>
                  </a:lnTo>
                  <a:lnTo>
                    <a:pt x="2248" y="3599"/>
                  </a:lnTo>
                  <a:lnTo>
                    <a:pt x="2573" y="3478"/>
                  </a:lnTo>
                  <a:lnTo>
                    <a:pt x="2751" y="3811"/>
                  </a:lnTo>
                  <a:lnTo>
                    <a:pt x="2899" y="4053"/>
                  </a:lnTo>
                  <a:lnTo>
                    <a:pt x="3136" y="4023"/>
                  </a:lnTo>
                  <a:lnTo>
                    <a:pt x="3609" y="3781"/>
                  </a:lnTo>
                  <a:lnTo>
                    <a:pt x="4141" y="3599"/>
                  </a:lnTo>
                  <a:lnTo>
                    <a:pt x="4408" y="3508"/>
                  </a:lnTo>
                  <a:lnTo>
                    <a:pt x="4674" y="3387"/>
                  </a:lnTo>
                  <a:lnTo>
                    <a:pt x="5088" y="3115"/>
                  </a:lnTo>
                  <a:lnTo>
                    <a:pt x="5236" y="2843"/>
                  </a:lnTo>
                  <a:lnTo>
                    <a:pt x="5384" y="2631"/>
                  </a:lnTo>
                  <a:lnTo>
                    <a:pt x="5443" y="2268"/>
                  </a:lnTo>
                  <a:lnTo>
                    <a:pt x="5562" y="1966"/>
                  </a:lnTo>
                  <a:lnTo>
                    <a:pt x="5798" y="1693"/>
                  </a:lnTo>
                  <a:lnTo>
                    <a:pt x="6005" y="1603"/>
                  </a:lnTo>
                  <a:lnTo>
                    <a:pt x="6301" y="1633"/>
                  </a:lnTo>
                  <a:lnTo>
                    <a:pt x="6449" y="1996"/>
                  </a:lnTo>
                  <a:lnTo>
                    <a:pt x="6656" y="1724"/>
                  </a:lnTo>
                  <a:lnTo>
                    <a:pt x="6834" y="1300"/>
                  </a:lnTo>
                  <a:lnTo>
                    <a:pt x="7070" y="937"/>
                  </a:lnTo>
                  <a:lnTo>
                    <a:pt x="7396" y="665"/>
                  </a:lnTo>
                  <a:lnTo>
                    <a:pt x="7958" y="302"/>
                  </a:lnTo>
                  <a:lnTo>
                    <a:pt x="8402" y="90"/>
                  </a:lnTo>
                  <a:lnTo>
                    <a:pt x="9023" y="30"/>
                  </a:lnTo>
                  <a:lnTo>
                    <a:pt x="96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133704" y="3369507"/>
              <a:ext cx="93667" cy="60680"/>
            </a:xfrm>
            <a:custGeom>
              <a:avLst/>
              <a:pathLst>
                <a:path w="93667" h="60680">
                  <a:moveTo>
                    <a:pt x="80857" y="0"/>
                  </a:moveTo>
                  <a:lnTo>
                    <a:pt x="81005" y="120"/>
                  </a:lnTo>
                  <a:lnTo>
                    <a:pt x="83993" y="2631"/>
                  </a:lnTo>
                  <a:lnTo>
                    <a:pt x="84230" y="2813"/>
                  </a:lnTo>
                  <a:lnTo>
                    <a:pt x="84496" y="3024"/>
                  </a:lnTo>
                  <a:lnTo>
                    <a:pt x="84910" y="3387"/>
                  </a:lnTo>
                  <a:lnTo>
                    <a:pt x="85591" y="3962"/>
                  </a:lnTo>
                  <a:lnTo>
                    <a:pt x="86094" y="4355"/>
                  </a:lnTo>
                  <a:lnTo>
                    <a:pt x="86804" y="4991"/>
                  </a:lnTo>
                  <a:lnTo>
                    <a:pt x="90531" y="8076"/>
                  </a:lnTo>
                  <a:lnTo>
                    <a:pt x="92780" y="9952"/>
                  </a:lnTo>
                  <a:lnTo>
                    <a:pt x="93667" y="10708"/>
                  </a:lnTo>
                  <a:lnTo>
                    <a:pt x="91301" y="13702"/>
                  </a:lnTo>
                  <a:lnTo>
                    <a:pt x="88904" y="16667"/>
                  </a:lnTo>
                  <a:lnTo>
                    <a:pt x="86478" y="19692"/>
                  </a:lnTo>
                  <a:lnTo>
                    <a:pt x="85354" y="21083"/>
                  </a:lnTo>
                  <a:lnTo>
                    <a:pt x="84111" y="22626"/>
                  </a:lnTo>
                  <a:lnTo>
                    <a:pt x="81774" y="25530"/>
                  </a:lnTo>
                  <a:lnTo>
                    <a:pt x="81626" y="25742"/>
                  </a:lnTo>
                  <a:lnTo>
                    <a:pt x="80620" y="26982"/>
                  </a:lnTo>
                  <a:lnTo>
                    <a:pt x="79378" y="28525"/>
                  </a:lnTo>
                  <a:lnTo>
                    <a:pt x="76952" y="31550"/>
                  </a:lnTo>
                  <a:lnTo>
                    <a:pt x="74585" y="34514"/>
                  </a:lnTo>
                  <a:lnTo>
                    <a:pt x="73372" y="36027"/>
                  </a:lnTo>
                  <a:lnTo>
                    <a:pt x="72218" y="37479"/>
                  </a:lnTo>
                  <a:lnTo>
                    <a:pt x="71981" y="37751"/>
                  </a:lnTo>
                  <a:lnTo>
                    <a:pt x="70295" y="39868"/>
                  </a:lnTo>
                  <a:lnTo>
                    <a:pt x="68165" y="42288"/>
                  </a:lnTo>
                  <a:lnTo>
                    <a:pt x="66242" y="44890"/>
                  </a:lnTo>
                  <a:lnTo>
                    <a:pt x="65946" y="45253"/>
                  </a:lnTo>
                  <a:lnTo>
                    <a:pt x="63549" y="48217"/>
                  </a:lnTo>
                  <a:lnTo>
                    <a:pt x="61360" y="50909"/>
                  </a:lnTo>
                  <a:lnTo>
                    <a:pt x="58904" y="53934"/>
                  </a:lnTo>
                  <a:lnTo>
                    <a:pt x="58638" y="54297"/>
                  </a:lnTo>
                  <a:lnTo>
                    <a:pt x="56508" y="56899"/>
                  </a:lnTo>
                  <a:lnTo>
                    <a:pt x="55177" y="58562"/>
                  </a:lnTo>
                  <a:lnTo>
                    <a:pt x="53993" y="59984"/>
                  </a:lnTo>
                  <a:lnTo>
                    <a:pt x="53786" y="60287"/>
                  </a:lnTo>
                  <a:lnTo>
                    <a:pt x="53461" y="60680"/>
                  </a:lnTo>
                  <a:lnTo>
                    <a:pt x="51833" y="60075"/>
                  </a:lnTo>
                  <a:lnTo>
                    <a:pt x="50236" y="59470"/>
                  </a:lnTo>
                  <a:lnTo>
                    <a:pt x="48964" y="59016"/>
                  </a:lnTo>
                  <a:lnTo>
                    <a:pt x="48609" y="58895"/>
                  </a:lnTo>
                  <a:lnTo>
                    <a:pt x="47336" y="58441"/>
                  </a:lnTo>
                  <a:lnTo>
                    <a:pt x="45620" y="57806"/>
                  </a:lnTo>
                  <a:lnTo>
                    <a:pt x="42662" y="56717"/>
                  </a:lnTo>
                  <a:lnTo>
                    <a:pt x="39733" y="55658"/>
                  </a:lnTo>
                  <a:lnTo>
                    <a:pt x="36952" y="54660"/>
                  </a:lnTo>
                  <a:lnTo>
                    <a:pt x="36686" y="54569"/>
                  </a:lnTo>
                  <a:lnTo>
                    <a:pt x="33934" y="53571"/>
                  </a:lnTo>
                  <a:lnTo>
                    <a:pt x="33727" y="53480"/>
                  </a:lnTo>
                  <a:lnTo>
                    <a:pt x="30768" y="52422"/>
                  </a:lnTo>
                  <a:lnTo>
                    <a:pt x="30532" y="52331"/>
                  </a:lnTo>
                  <a:lnTo>
                    <a:pt x="30118" y="52180"/>
                  </a:lnTo>
                  <a:lnTo>
                    <a:pt x="28431" y="51545"/>
                  </a:lnTo>
                  <a:lnTo>
                    <a:pt x="27425" y="51121"/>
                  </a:lnTo>
                  <a:lnTo>
                    <a:pt x="27721" y="50244"/>
                  </a:lnTo>
                  <a:lnTo>
                    <a:pt x="27958" y="49488"/>
                  </a:lnTo>
                  <a:lnTo>
                    <a:pt x="28402" y="48157"/>
                  </a:lnTo>
                  <a:lnTo>
                    <a:pt x="28638" y="47461"/>
                  </a:lnTo>
                  <a:lnTo>
                    <a:pt x="28934" y="46553"/>
                  </a:lnTo>
                  <a:lnTo>
                    <a:pt x="29437" y="45071"/>
                  </a:lnTo>
                  <a:lnTo>
                    <a:pt x="27277" y="44285"/>
                  </a:lnTo>
                  <a:lnTo>
                    <a:pt x="25621" y="43649"/>
                  </a:lnTo>
                  <a:lnTo>
                    <a:pt x="25354" y="43559"/>
                  </a:lnTo>
                  <a:lnTo>
                    <a:pt x="24792" y="43347"/>
                  </a:lnTo>
                  <a:lnTo>
                    <a:pt x="23993" y="43075"/>
                  </a:lnTo>
                  <a:lnTo>
                    <a:pt x="22070" y="42349"/>
                  </a:lnTo>
                  <a:lnTo>
                    <a:pt x="21567" y="42167"/>
                  </a:lnTo>
                  <a:lnTo>
                    <a:pt x="19970" y="41592"/>
                  </a:lnTo>
                  <a:lnTo>
                    <a:pt x="18550" y="41048"/>
                  </a:lnTo>
                  <a:lnTo>
                    <a:pt x="17603" y="40715"/>
                  </a:lnTo>
                  <a:lnTo>
                    <a:pt x="16775" y="40413"/>
                  </a:lnTo>
                  <a:lnTo>
                    <a:pt x="16597" y="40322"/>
                  </a:lnTo>
                  <a:lnTo>
                    <a:pt x="15946" y="40080"/>
                  </a:lnTo>
                  <a:lnTo>
                    <a:pt x="15384" y="39899"/>
                  </a:lnTo>
                  <a:lnTo>
                    <a:pt x="14082" y="39415"/>
                  </a:lnTo>
                  <a:lnTo>
                    <a:pt x="12573" y="38840"/>
                  </a:lnTo>
                  <a:lnTo>
                    <a:pt x="11331" y="38386"/>
                  </a:lnTo>
                  <a:lnTo>
                    <a:pt x="10295" y="37993"/>
                  </a:lnTo>
                  <a:lnTo>
                    <a:pt x="7573" y="36995"/>
                  </a:lnTo>
                  <a:lnTo>
                    <a:pt x="6331" y="36601"/>
                  </a:lnTo>
                  <a:lnTo>
                    <a:pt x="5325" y="36238"/>
                  </a:lnTo>
                  <a:lnTo>
                    <a:pt x="4201" y="35875"/>
                  </a:lnTo>
                  <a:lnTo>
                    <a:pt x="3846" y="35785"/>
                  </a:lnTo>
                  <a:lnTo>
                    <a:pt x="2189" y="35422"/>
                  </a:lnTo>
                  <a:lnTo>
                    <a:pt x="1094" y="35240"/>
                  </a:lnTo>
                  <a:lnTo>
                    <a:pt x="0" y="35089"/>
                  </a:lnTo>
                  <a:lnTo>
                    <a:pt x="266" y="34393"/>
                  </a:lnTo>
                  <a:lnTo>
                    <a:pt x="562" y="33455"/>
                  </a:lnTo>
                  <a:lnTo>
                    <a:pt x="1272" y="31640"/>
                  </a:lnTo>
                  <a:lnTo>
                    <a:pt x="2100" y="29674"/>
                  </a:lnTo>
                  <a:lnTo>
                    <a:pt x="2426" y="28948"/>
                  </a:lnTo>
                  <a:lnTo>
                    <a:pt x="2810" y="28222"/>
                  </a:lnTo>
                  <a:lnTo>
                    <a:pt x="3698" y="26498"/>
                  </a:lnTo>
                  <a:lnTo>
                    <a:pt x="4881" y="24895"/>
                  </a:lnTo>
                  <a:lnTo>
                    <a:pt x="5059" y="24653"/>
                  </a:lnTo>
                  <a:lnTo>
                    <a:pt x="5946" y="23685"/>
                  </a:lnTo>
                  <a:lnTo>
                    <a:pt x="6715" y="22777"/>
                  </a:lnTo>
                  <a:lnTo>
                    <a:pt x="6893" y="22535"/>
                  </a:lnTo>
                  <a:lnTo>
                    <a:pt x="7514" y="21719"/>
                  </a:lnTo>
                  <a:lnTo>
                    <a:pt x="7721" y="21446"/>
                  </a:lnTo>
                  <a:lnTo>
                    <a:pt x="8254" y="20509"/>
                  </a:lnTo>
                  <a:lnTo>
                    <a:pt x="8638" y="19389"/>
                  </a:lnTo>
                  <a:lnTo>
                    <a:pt x="8846" y="18512"/>
                  </a:lnTo>
                  <a:lnTo>
                    <a:pt x="8934" y="17574"/>
                  </a:lnTo>
                  <a:lnTo>
                    <a:pt x="9053" y="15790"/>
                  </a:lnTo>
                  <a:lnTo>
                    <a:pt x="9171" y="15094"/>
                  </a:lnTo>
                  <a:lnTo>
                    <a:pt x="9201" y="14731"/>
                  </a:lnTo>
                  <a:lnTo>
                    <a:pt x="10059" y="11404"/>
                  </a:lnTo>
                  <a:lnTo>
                    <a:pt x="10207" y="10859"/>
                  </a:lnTo>
                  <a:lnTo>
                    <a:pt x="10650" y="5505"/>
                  </a:lnTo>
                  <a:lnTo>
                    <a:pt x="11065" y="5565"/>
                  </a:lnTo>
                  <a:lnTo>
                    <a:pt x="11301" y="5596"/>
                  </a:lnTo>
                  <a:lnTo>
                    <a:pt x="11686" y="5535"/>
                  </a:lnTo>
                  <a:lnTo>
                    <a:pt x="12662" y="5354"/>
                  </a:lnTo>
                  <a:lnTo>
                    <a:pt x="13698" y="5112"/>
                  </a:lnTo>
                  <a:lnTo>
                    <a:pt x="16124" y="4507"/>
                  </a:lnTo>
                  <a:lnTo>
                    <a:pt x="16301" y="4446"/>
                  </a:lnTo>
                  <a:lnTo>
                    <a:pt x="16686" y="4325"/>
                  </a:lnTo>
                  <a:lnTo>
                    <a:pt x="16893" y="4295"/>
                  </a:lnTo>
                  <a:lnTo>
                    <a:pt x="17248" y="4204"/>
                  </a:lnTo>
                  <a:lnTo>
                    <a:pt x="19053" y="3841"/>
                  </a:lnTo>
                  <a:lnTo>
                    <a:pt x="22159" y="3781"/>
                  </a:lnTo>
                  <a:lnTo>
                    <a:pt x="22751" y="3750"/>
                  </a:lnTo>
                  <a:lnTo>
                    <a:pt x="25029" y="3690"/>
                  </a:lnTo>
                  <a:lnTo>
                    <a:pt x="26656" y="3660"/>
                  </a:lnTo>
                  <a:lnTo>
                    <a:pt x="28934" y="3599"/>
                  </a:lnTo>
                  <a:lnTo>
                    <a:pt x="32159" y="3508"/>
                  </a:lnTo>
                  <a:lnTo>
                    <a:pt x="32869" y="3478"/>
                  </a:lnTo>
                  <a:lnTo>
                    <a:pt x="34496" y="3448"/>
                  </a:lnTo>
                  <a:lnTo>
                    <a:pt x="35739" y="3418"/>
                  </a:lnTo>
                  <a:lnTo>
                    <a:pt x="37041" y="3387"/>
                  </a:lnTo>
                  <a:lnTo>
                    <a:pt x="40857" y="3297"/>
                  </a:lnTo>
                  <a:lnTo>
                    <a:pt x="44762" y="3176"/>
                  </a:lnTo>
                  <a:lnTo>
                    <a:pt x="46301" y="3145"/>
                  </a:lnTo>
                  <a:lnTo>
                    <a:pt x="46567" y="3145"/>
                  </a:lnTo>
                  <a:lnTo>
                    <a:pt x="47070" y="3115"/>
                  </a:lnTo>
                  <a:lnTo>
                    <a:pt x="48816" y="3115"/>
                  </a:lnTo>
                  <a:lnTo>
                    <a:pt x="49200" y="3085"/>
                  </a:lnTo>
                  <a:lnTo>
                    <a:pt x="56922" y="2752"/>
                  </a:lnTo>
                  <a:lnTo>
                    <a:pt x="57484" y="2722"/>
                  </a:lnTo>
                  <a:lnTo>
                    <a:pt x="58964" y="2692"/>
                  </a:lnTo>
                  <a:lnTo>
                    <a:pt x="59703" y="2661"/>
                  </a:lnTo>
                  <a:lnTo>
                    <a:pt x="59851" y="2661"/>
                  </a:lnTo>
                  <a:lnTo>
                    <a:pt x="62277" y="2177"/>
                  </a:lnTo>
                  <a:lnTo>
                    <a:pt x="62543" y="2117"/>
                  </a:lnTo>
                  <a:lnTo>
                    <a:pt x="63046" y="2056"/>
                  </a:lnTo>
                  <a:lnTo>
                    <a:pt x="63224" y="2026"/>
                  </a:lnTo>
                  <a:lnTo>
                    <a:pt x="65324" y="1754"/>
                  </a:lnTo>
                  <a:lnTo>
                    <a:pt x="65827" y="1814"/>
                  </a:lnTo>
                  <a:lnTo>
                    <a:pt x="67395" y="1451"/>
                  </a:lnTo>
                  <a:lnTo>
                    <a:pt x="68786" y="1270"/>
                  </a:lnTo>
                  <a:lnTo>
                    <a:pt x="69999" y="1119"/>
                  </a:lnTo>
                  <a:lnTo>
                    <a:pt x="72188" y="816"/>
                  </a:lnTo>
                  <a:lnTo>
                    <a:pt x="72455" y="786"/>
                  </a:lnTo>
                  <a:lnTo>
                    <a:pt x="74171" y="544"/>
                  </a:lnTo>
                  <a:lnTo>
                    <a:pt x="77721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000776" y="2573705"/>
              <a:ext cx="221921" cy="441762"/>
            </a:xfrm>
            <a:custGeom>
              <a:avLst/>
              <a:pathLst>
                <a:path w="221921" h="441762">
                  <a:moveTo>
                    <a:pt x="98401" y="9952"/>
                  </a:moveTo>
                  <a:lnTo>
                    <a:pt x="98372" y="13702"/>
                  </a:lnTo>
                  <a:lnTo>
                    <a:pt x="97484" y="16969"/>
                  </a:lnTo>
                  <a:lnTo>
                    <a:pt x="101271" y="22596"/>
                  </a:lnTo>
                  <a:lnTo>
                    <a:pt x="102721" y="24986"/>
                  </a:lnTo>
                  <a:lnTo>
                    <a:pt x="105087" y="28343"/>
                  </a:lnTo>
                  <a:lnTo>
                    <a:pt x="104910" y="30945"/>
                  </a:lnTo>
                  <a:lnTo>
                    <a:pt x="108638" y="36783"/>
                  </a:lnTo>
                  <a:lnTo>
                    <a:pt x="108638" y="40745"/>
                  </a:lnTo>
                  <a:lnTo>
                    <a:pt x="107691" y="44194"/>
                  </a:lnTo>
                  <a:lnTo>
                    <a:pt x="107484" y="47219"/>
                  </a:lnTo>
                  <a:lnTo>
                    <a:pt x="108934" y="47673"/>
                  </a:lnTo>
                  <a:lnTo>
                    <a:pt x="110442" y="49034"/>
                  </a:lnTo>
                  <a:lnTo>
                    <a:pt x="114141" y="49336"/>
                  </a:lnTo>
                  <a:lnTo>
                    <a:pt x="118460" y="52331"/>
                  </a:lnTo>
                  <a:lnTo>
                    <a:pt x="119348" y="52966"/>
                  </a:lnTo>
                  <a:lnTo>
                    <a:pt x="118963" y="57050"/>
                  </a:lnTo>
                  <a:lnTo>
                    <a:pt x="118312" y="60680"/>
                  </a:lnTo>
                  <a:lnTo>
                    <a:pt x="116300" y="65248"/>
                  </a:lnTo>
                  <a:lnTo>
                    <a:pt x="114880" y="67062"/>
                  </a:lnTo>
                  <a:lnTo>
                    <a:pt x="114584" y="69906"/>
                  </a:lnTo>
                  <a:lnTo>
                    <a:pt x="110442" y="77287"/>
                  </a:lnTo>
                  <a:lnTo>
                    <a:pt x="109259" y="80493"/>
                  </a:lnTo>
                  <a:lnTo>
                    <a:pt x="112188" y="88358"/>
                  </a:lnTo>
                  <a:lnTo>
                    <a:pt x="114377" y="93107"/>
                  </a:lnTo>
                  <a:lnTo>
                    <a:pt x="116626" y="95860"/>
                  </a:lnTo>
                  <a:lnTo>
                    <a:pt x="118608" y="97040"/>
                  </a:lnTo>
                  <a:lnTo>
                    <a:pt x="119289" y="98008"/>
                  </a:lnTo>
                  <a:lnTo>
                    <a:pt x="119673" y="100065"/>
                  </a:lnTo>
                  <a:lnTo>
                    <a:pt x="120087" y="102515"/>
                  </a:lnTo>
                  <a:lnTo>
                    <a:pt x="121004" y="104239"/>
                  </a:lnTo>
                  <a:lnTo>
                    <a:pt x="121833" y="106961"/>
                  </a:lnTo>
                  <a:lnTo>
                    <a:pt x="123075" y="108232"/>
                  </a:lnTo>
                  <a:lnTo>
                    <a:pt x="125383" y="109381"/>
                  </a:lnTo>
                  <a:lnTo>
                    <a:pt x="125561" y="110410"/>
                  </a:lnTo>
                  <a:lnTo>
                    <a:pt x="126389" y="111196"/>
                  </a:lnTo>
                  <a:lnTo>
                    <a:pt x="126922" y="112074"/>
                  </a:lnTo>
                  <a:lnTo>
                    <a:pt x="128016" y="112346"/>
                  </a:lnTo>
                  <a:lnTo>
                    <a:pt x="128283" y="112497"/>
                  </a:lnTo>
                  <a:lnTo>
                    <a:pt x="129052" y="112981"/>
                  </a:lnTo>
                  <a:lnTo>
                    <a:pt x="129348" y="114131"/>
                  </a:lnTo>
                  <a:lnTo>
                    <a:pt x="130383" y="115976"/>
                  </a:lnTo>
                  <a:lnTo>
                    <a:pt x="130561" y="117095"/>
                  </a:lnTo>
                  <a:lnTo>
                    <a:pt x="130620" y="117428"/>
                  </a:lnTo>
                  <a:lnTo>
                    <a:pt x="130856" y="119001"/>
                  </a:lnTo>
                  <a:lnTo>
                    <a:pt x="133401" y="121330"/>
                  </a:lnTo>
                  <a:lnTo>
                    <a:pt x="135590" y="124173"/>
                  </a:lnTo>
                  <a:lnTo>
                    <a:pt x="135975" y="125081"/>
                  </a:lnTo>
                  <a:lnTo>
                    <a:pt x="137395" y="125262"/>
                  </a:lnTo>
                  <a:lnTo>
                    <a:pt x="138933" y="125353"/>
                  </a:lnTo>
                  <a:lnTo>
                    <a:pt x="144229" y="125353"/>
                  </a:lnTo>
                  <a:lnTo>
                    <a:pt x="146211" y="128318"/>
                  </a:lnTo>
                  <a:lnTo>
                    <a:pt x="147661" y="130102"/>
                  </a:lnTo>
                  <a:lnTo>
                    <a:pt x="149880" y="132704"/>
                  </a:lnTo>
                  <a:lnTo>
                    <a:pt x="151359" y="133702"/>
                  </a:lnTo>
                  <a:lnTo>
                    <a:pt x="152720" y="133974"/>
                  </a:lnTo>
                  <a:lnTo>
                    <a:pt x="154229" y="134700"/>
                  </a:lnTo>
                  <a:lnTo>
                    <a:pt x="155442" y="135487"/>
                  </a:lnTo>
                  <a:lnTo>
                    <a:pt x="156862" y="136545"/>
                  </a:lnTo>
                  <a:lnTo>
                    <a:pt x="158223" y="137997"/>
                  </a:lnTo>
                  <a:lnTo>
                    <a:pt x="159052" y="139238"/>
                  </a:lnTo>
                  <a:lnTo>
                    <a:pt x="159288" y="139540"/>
                  </a:lnTo>
                  <a:lnTo>
                    <a:pt x="166773" y="145530"/>
                  </a:lnTo>
                  <a:lnTo>
                    <a:pt x="174377" y="151821"/>
                  </a:lnTo>
                  <a:lnTo>
                    <a:pt x="175235" y="152487"/>
                  </a:lnTo>
                  <a:lnTo>
                    <a:pt x="177483" y="154302"/>
                  </a:lnTo>
                  <a:lnTo>
                    <a:pt x="177809" y="155572"/>
                  </a:lnTo>
                  <a:lnTo>
                    <a:pt x="182483" y="158900"/>
                  </a:lnTo>
                  <a:lnTo>
                    <a:pt x="183282" y="159293"/>
                  </a:lnTo>
                  <a:lnTo>
                    <a:pt x="185619" y="159081"/>
                  </a:lnTo>
                  <a:lnTo>
                    <a:pt x="187394" y="160140"/>
                  </a:lnTo>
                  <a:lnTo>
                    <a:pt x="188075" y="159535"/>
                  </a:lnTo>
                  <a:lnTo>
                    <a:pt x="191980" y="163770"/>
                  </a:lnTo>
                  <a:lnTo>
                    <a:pt x="193726" y="162590"/>
                  </a:lnTo>
                  <a:lnTo>
                    <a:pt x="196181" y="164345"/>
                  </a:lnTo>
                  <a:lnTo>
                    <a:pt x="196862" y="162499"/>
                  </a:lnTo>
                  <a:lnTo>
                    <a:pt x="198874" y="163558"/>
                  </a:lnTo>
                  <a:lnTo>
                    <a:pt x="198874" y="163951"/>
                  </a:lnTo>
                  <a:lnTo>
                    <a:pt x="198933" y="164526"/>
                  </a:lnTo>
                  <a:lnTo>
                    <a:pt x="199347" y="164829"/>
                  </a:lnTo>
                  <a:lnTo>
                    <a:pt x="197010" y="169154"/>
                  </a:lnTo>
                  <a:lnTo>
                    <a:pt x="196921" y="169306"/>
                  </a:lnTo>
                  <a:lnTo>
                    <a:pt x="200412" y="171423"/>
                  </a:lnTo>
                  <a:lnTo>
                    <a:pt x="200501" y="177685"/>
                  </a:lnTo>
                  <a:lnTo>
                    <a:pt x="201507" y="179469"/>
                  </a:lnTo>
                  <a:lnTo>
                    <a:pt x="201507" y="186517"/>
                  </a:lnTo>
                  <a:lnTo>
                    <a:pt x="200235" y="189149"/>
                  </a:lnTo>
                  <a:lnTo>
                    <a:pt x="198933" y="191297"/>
                  </a:lnTo>
                  <a:lnTo>
                    <a:pt x="199317" y="192840"/>
                  </a:lnTo>
                  <a:lnTo>
                    <a:pt x="199643" y="194171"/>
                  </a:lnTo>
                  <a:lnTo>
                    <a:pt x="199406" y="195048"/>
                  </a:lnTo>
                  <a:lnTo>
                    <a:pt x="198815" y="196107"/>
                  </a:lnTo>
                  <a:lnTo>
                    <a:pt x="197838" y="196984"/>
                  </a:lnTo>
                  <a:lnTo>
                    <a:pt x="196832" y="198436"/>
                  </a:lnTo>
                  <a:lnTo>
                    <a:pt x="196773" y="200251"/>
                  </a:lnTo>
                  <a:lnTo>
                    <a:pt x="197306" y="201309"/>
                  </a:lnTo>
                  <a:lnTo>
                    <a:pt x="198164" y="202489"/>
                  </a:lnTo>
                  <a:lnTo>
                    <a:pt x="198785" y="202671"/>
                  </a:lnTo>
                  <a:lnTo>
                    <a:pt x="198874" y="203336"/>
                  </a:lnTo>
                  <a:lnTo>
                    <a:pt x="199465" y="205363"/>
                  </a:lnTo>
                  <a:lnTo>
                    <a:pt x="200294" y="206240"/>
                  </a:lnTo>
                  <a:lnTo>
                    <a:pt x="200974" y="207117"/>
                  </a:lnTo>
                  <a:lnTo>
                    <a:pt x="201684" y="207571"/>
                  </a:lnTo>
                  <a:lnTo>
                    <a:pt x="203489" y="208176"/>
                  </a:lnTo>
                  <a:lnTo>
                    <a:pt x="203844" y="208660"/>
                  </a:lnTo>
                  <a:lnTo>
                    <a:pt x="204258" y="209356"/>
                  </a:lnTo>
                  <a:lnTo>
                    <a:pt x="204347" y="209749"/>
                  </a:lnTo>
                  <a:lnTo>
                    <a:pt x="205087" y="210263"/>
                  </a:lnTo>
                  <a:lnTo>
                    <a:pt x="205057" y="211776"/>
                  </a:lnTo>
                  <a:lnTo>
                    <a:pt x="205797" y="212048"/>
                  </a:lnTo>
                  <a:lnTo>
                    <a:pt x="213785" y="215587"/>
                  </a:lnTo>
                  <a:lnTo>
                    <a:pt x="215146" y="213802"/>
                  </a:lnTo>
                  <a:lnTo>
                    <a:pt x="221862" y="214256"/>
                  </a:lnTo>
                  <a:lnTo>
                    <a:pt x="221773" y="214498"/>
                  </a:lnTo>
                  <a:lnTo>
                    <a:pt x="221714" y="214922"/>
                  </a:lnTo>
                  <a:lnTo>
                    <a:pt x="221803" y="215315"/>
                  </a:lnTo>
                  <a:lnTo>
                    <a:pt x="221921" y="216071"/>
                  </a:lnTo>
                  <a:lnTo>
                    <a:pt x="221714" y="216555"/>
                  </a:lnTo>
                  <a:lnTo>
                    <a:pt x="220974" y="217160"/>
                  </a:lnTo>
                  <a:lnTo>
                    <a:pt x="220589" y="217856"/>
                  </a:lnTo>
                  <a:lnTo>
                    <a:pt x="220471" y="218340"/>
                  </a:lnTo>
                  <a:lnTo>
                    <a:pt x="220382" y="218703"/>
                  </a:lnTo>
                  <a:lnTo>
                    <a:pt x="219702" y="219399"/>
                  </a:lnTo>
                  <a:lnTo>
                    <a:pt x="219376" y="220215"/>
                  </a:lnTo>
                  <a:lnTo>
                    <a:pt x="219347" y="220639"/>
                  </a:lnTo>
                  <a:lnTo>
                    <a:pt x="219317" y="220881"/>
                  </a:lnTo>
                  <a:lnTo>
                    <a:pt x="219317" y="221123"/>
                  </a:lnTo>
                  <a:lnTo>
                    <a:pt x="219672" y="222605"/>
                  </a:lnTo>
                  <a:lnTo>
                    <a:pt x="219495" y="223845"/>
                  </a:lnTo>
                  <a:lnTo>
                    <a:pt x="219436" y="224511"/>
                  </a:lnTo>
                  <a:lnTo>
                    <a:pt x="219495" y="224965"/>
                  </a:lnTo>
                  <a:lnTo>
                    <a:pt x="219761" y="225539"/>
                  </a:lnTo>
                  <a:lnTo>
                    <a:pt x="219140" y="226870"/>
                  </a:lnTo>
                  <a:lnTo>
                    <a:pt x="218696" y="227778"/>
                  </a:lnTo>
                  <a:lnTo>
                    <a:pt x="218134" y="228988"/>
                  </a:lnTo>
                  <a:lnTo>
                    <a:pt x="219850" y="230651"/>
                  </a:lnTo>
                  <a:lnTo>
                    <a:pt x="212749" y="237095"/>
                  </a:lnTo>
                  <a:lnTo>
                    <a:pt x="210945" y="238789"/>
                  </a:lnTo>
                  <a:lnTo>
                    <a:pt x="210649" y="238758"/>
                  </a:lnTo>
                  <a:lnTo>
                    <a:pt x="210412" y="239031"/>
                  </a:lnTo>
                  <a:lnTo>
                    <a:pt x="208667" y="241874"/>
                  </a:lnTo>
                  <a:lnTo>
                    <a:pt x="205412" y="247168"/>
                  </a:lnTo>
                  <a:lnTo>
                    <a:pt x="208667" y="249618"/>
                  </a:lnTo>
                  <a:lnTo>
                    <a:pt x="211033" y="251403"/>
                  </a:lnTo>
                  <a:lnTo>
                    <a:pt x="212187" y="252522"/>
                  </a:lnTo>
                  <a:lnTo>
                    <a:pt x="212158" y="253792"/>
                  </a:lnTo>
                  <a:lnTo>
                    <a:pt x="211743" y="254639"/>
                  </a:lnTo>
                  <a:lnTo>
                    <a:pt x="212483" y="258027"/>
                  </a:lnTo>
                  <a:lnTo>
                    <a:pt x="212808" y="260235"/>
                  </a:lnTo>
                  <a:lnTo>
                    <a:pt x="213785" y="260992"/>
                  </a:lnTo>
                  <a:lnTo>
                    <a:pt x="212956" y="262081"/>
                  </a:lnTo>
                  <a:lnTo>
                    <a:pt x="212868" y="262232"/>
                  </a:lnTo>
                  <a:lnTo>
                    <a:pt x="212276" y="263079"/>
                  </a:lnTo>
                  <a:lnTo>
                    <a:pt x="211803" y="263805"/>
                  </a:lnTo>
                  <a:lnTo>
                    <a:pt x="211448" y="264561"/>
                  </a:lnTo>
                  <a:lnTo>
                    <a:pt x="211300" y="265166"/>
                  </a:lnTo>
                  <a:lnTo>
                    <a:pt x="211004" y="265922"/>
                  </a:lnTo>
                  <a:lnTo>
                    <a:pt x="210678" y="266618"/>
                  </a:lnTo>
                  <a:lnTo>
                    <a:pt x="210471" y="266981"/>
                  </a:lnTo>
                  <a:lnTo>
                    <a:pt x="210382" y="267223"/>
                  </a:lnTo>
                  <a:lnTo>
                    <a:pt x="210116" y="267737"/>
                  </a:lnTo>
                  <a:lnTo>
                    <a:pt x="208874" y="268614"/>
                  </a:lnTo>
                  <a:lnTo>
                    <a:pt x="208016" y="269068"/>
                  </a:lnTo>
                  <a:lnTo>
                    <a:pt x="206566" y="270399"/>
                  </a:lnTo>
                  <a:lnTo>
                    <a:pt x="205383" y="271912"/>
                  </a:lnTo>
                  <a:lnTo>
                    <a:pt x="203874" y="273848"/>
                  </a:lnTo>
                  <a:lnTo>
                    <a:pt x="202868" y="274937"/>
                  </a:lnTo>
                  <a:lnTo>
                    <a:pt x="201181" y="276570"/>
                  </a:lnTo>
                  <a:lnTo>
                    <a:pt x="199199" y="278294"/>
                  </a:lnTo>
                  <a:lnTo>
                    <a:pt x="197897" y="279807"/>
                  </a:lnTo>
                  <a:lnTo>
                    <a:pt x="196980" y="280986"/>
                  </a:lnTo>
                  <a:lnTo>
                    <a:pt x="195767" y="281803"/>
                  </a:lnTo>
                  <a:lnTo>
                    <a:pt x="194702" y="283497"/>
                  </a:lnTo>
                  <a:lnTo>
                    <a:pt x="193755" y="285010"/>
                  </a:lnTo>
                  <a:lnTo>
                    <a:pt x="192779" y="286220"/>
                  </a:lnTo>
                  <a:lnTo>
                    <a:pt x="191714" y="287490"/>
                  </a:lnTo>
                  <a:lnTo>
                    <a:pt x="190590" y="288670"/>
                  </a:lnTo>
                  <a:lnTo>
                    <a:pt x="190205" y="288972"/>
                  </a:lnTo>
                  <a:lnTo>
                    <a:pt x="189939" y="289214"/>
                  </a:lnTo>
                  <a:lnTo>
                    <a:pt x="189377" y="290152"/>
                  </a:lnTo>
                  <a:lnTo>
                    <a:pt x="188371" y="291392"/>
                  </a:lnTo>
                  <a:lnTo>
                    <a:pt x="187542" y="292572"/>
                  </a:lnTo>
                  <a:lnTo>
                    <a:pt x="186655" y="293056"/>
                  </a:lnTo>
                  <a:lnTo>
                    <a:pt x="185442" y="293782"/>
                  </a:lnTo>
                  <a:lnTo>
                    <a:pt x="184584" y="294417"/>
                  </a:lnTo>
                  <a:lnTo>
                    <a:pt x="183548" y="295869"/>
                  </a:lnTo>
                  <a:lnTo>
                    <a:pt x="182838" y="297170"/>
                  </a:lnTo>
                  <a:lnTo>
                    <a:pt x="182276" y="298319"/>
                  </a:lnTo>
                  <a:lnTo>
                    <a:pt x="181980" y="299348"/>
                  </a:lnTo>
                  <a:lnTo>
                    <a:pt x="181359" y="300497"/>
                  </a:lnTo>
                  <a:lnTo>
                    <a:pt x="180915" y="301798"/>
                  </a:lnTo>
                  <a:lnTo>
                    <a:pt x="180531" y="302554"/>
                  </a:lnTo>
                  <a:lnTo>
                    <a:pt x="179821" y="303855"/>
                  </a:lnTo>
                  <a:lnTo>
                    <a:pt x="179229" y="304853"/>
                  </a:lnTo>
                  <a:lnTo>
                    <a:pt x="178400" y="306305"/>
                  </a:lnTo>
                  <a:lnTo>
                    <a:pt x="177750" y="307515"/>
                  </a:lnTo>
                  <a:lnTo>
                    <a:pt x="177158" y="308725"/>
                  </a:lnTo>
                  <a:lnTo>
                    <a:pt x="176892" y="309784"/>
                  </a:lnTo>
                  <a:lnTo>
                    <a:pt x="176537" y="311024"/>
                  </a:lnTo>
                  <a:lnTo>
                    <a:pt x="176152" y="312234"/>
                  </a:lnTo>
                  <a:lnTo>
                    <a:pt x="175679" y="313444"/>
                  </a:lnTo>
                  <a:lnTo>
                    <a:pt x="175028" y="314654"/>
                  </a:lnTo>
                  <a:lnTo>
                    <a:pt x="174288" y="315864"/>
                  </a:lnTo>
                  <a:lnTo>
                    <a:pt x="173045" y="316681"/>
                  </a:lnTo>
                  <a:lnTo>
                    <a:pt x="171685" y="317074"/>
                  </a:lnTo>
                  <a:lnTo>
                    <a:pt x="169969" y="317377"/>
                  </a:lnTo>
                  <a:lnTo>
                    <a:pt x="168874" y="318254"/>
                  </a:lnTo>
                  <a:lnTo>
                    <a:pt x="167986" y="319403"/>
                  </a:lnTo>
                  <a:lnTo>
                    <a:pt x="167365" y="320734"/>
                  </a:lnTo>
                  <a:lnTo>
                    <a:pt x="166330" y="322156"/>
                  </a:lnTo>
                  <a:lnTo>
                    <a:pt x="165472" y="323517"/>
                  </a:lnTo>
                  <a:lnTo>
                    <a:pt x="164643" y="324606"/>
                  </a:lnTo>
                  <a:lnTo>
                    <a:pt x="164081" y="325937"/>
                  </a:lnTo>
                  <a:lnTo>
                    <a:pt x="163282" y="328508"/>
                  </a:lnTo>
                  <a:lnTo>
                    <a:pt x="162898" y="329960"/>
                  </a:lnTo>
                  <a:lnTo>
                    <a:pt x="162661" y="331322"/>
                  </a:lnTo>
                  <a:lnTo>
                    <a:pt x="162276" y="332411"/>
                  </a:lnTo>
                  <a:lnTo>
                    <a:pt x="161655" y="333832"/>
                  </a:lnTo>
                  <a:lnTo>
                    <a:pt x="161241" y="334498"/>
                  </a:lnTo>
                  <a:lnTo>
                    <a:pt x="161182" y="335677"/>
                  </a:lnTo>
                  <a:lnTo>
                    <a:pt x="160975" y="336706"/>
                  </a:lnTo>
                  <a:lnTo>
                    <a:pt x="160620" y="338067"/>
                  </a:lnTo>
                  <a:lnTo>
                    <a:pt x="160294" y="338793"/>
                  </a:lnTo>
                  <a:lnTo>
                    <a:pt x="159850" y="340215"/>
                  </a:lnTo>
                  <a:lnTo>
                    <a:pt x="159436" y="341455"/>
                  </a:lnTo>
                  <a:lnTo>
                    <a:pt x="158963" y="342514"/>
                  </a:lnTo>
                  <a:lnTo>
                    <a:pt x="158282" y="343361"/>
                  </a:lnTo>
                  <a:lnTo>
                    <a:pt x="157572" y="343875"/>
                  </a:lnTo>
                  <a:lnTo>
                    <a:pt x="156714" y="344510"/>
                  </a:lnTo>
                  <a:lnTo>
                    <a:pt x="155856" y="345267"/>
                  </a:lnTo>
                  <a:lnTo>
                    <a:pt x="155620" y="345509"/>
                  </a:lnTo>
                  <a:lnTo>
                    <a:pt x="154821" y="346355"/>
                  </a:lnTo>
                  <a:lnTo>
                    <a:pt x="154229" y="347021"/>
                  </a:lnTo>
                  <a:lnTo>
                    <a:pt x="153697" y="347626"/>
                  </a:lnTo>
                  <a:lnTo>
                    <a:pt x="153460" y="348261"/>
                  </a:lnTo>
                  <a:lnTo>
                    <a:pt x="152898" y="349622"/>
                  </a:lnTo>
                  <a:lnTo>
                    <a:pt x="151773" y="352436"/>
                  </a:lnTo>
                  <a:lnTo>
                    <a:pt x="150442" y="354856"/>
                  </a:lnTo>
                  <a:lnTo>
                    <a:pt x="149111" y="357336"/>
                  </a:lnTo>
                  <a:lnTo>
                    <a:pt x="147957" y="359635"/>
                  </a:lnTo>
                  <a:lnTo>
                    <a:pt x="146596" y="362267"/>
                  </a:lnTo>
                  <a:lnTo>
                    <a:pt x="146152" y="363114"/>
                  </a:lnTo>
                  <a:lnTo>
                    <a:pt x="145916" y="363598"/>
                  </a:lnTo>
                  <a:lnTo>
                    <a:pt x="145827" y="364808"/>
                  </a:lnTo>
                  <a:lnTo>
                    <a:pt x="146034" y="366653"/>
                  </a:lnTo>
                  <a:lnTo>
                    <a:pt x="146004" y="367712"/>
                  </a:lnTo>
                  <a:lnTo>
                    <a:pt x="145620" y="370132"/>
                  </a:lnTo>
                  <a:lnTo>
                    <a:pt x="145501" y="372400"/>
                  </a:lnTo>
                  <a:lnTo>
                    <a:pt x="145353" y="374427"/>
                  </a:lnTo>
                  <a:lnTo>
                    <a:pt x="145028" y="376121"/>
                  </a:lnTo>
                  <a:lnTo>
                    <a:pt x="144229" y="378359"/>
                  </a:lnTo>
                  <a:lnTo>
                    <a:pt x="143312" y="379993"/>
                  </a:lnTo>
                  <a:lnTo>
                    <a:pt x="141241" y="381868"/>
                  </a:lnTo>
                  <a:lnTo>
                    <a:pt x="139318" y="383351"/>
                  </a:lnTo>
                  <a:lnTo>
                    <a:pt x="138135" y="384349"/>
                  </a:lnTo>
                  <a:lnTo>
                    <a:pt x="136922" y="385317"/>
                  </a:lnTo>
                  <a:lnTo>
                    <a:pt x="136359" y="385710"/>
                  </a:lnTo>
                  <a:lnTo>
                    <a:pt x="135945" y="385982"/>
                  </a:lnTo>
                  <a:lnTo>
                    <a:pt x="135028" y="386527"/>
                  </a:lnTo>
                  <a:lnTo>
                    <a:pt x="133697" y="387555"/>
                  </a:lnTo>
                  <a:lnTo>
                    <a:pt x="133282" y="388281"/>
                  </a:lnTo>
                  <a:lnTo>
                    <a:pt x="132780" y="389279"/>
                  </a:lnTo>
                  <a:lnTo>
                    <a:pt x="132277" y="390731"/>
                  </a:lnTo>
                  <a:lnTo>
                    <a:pt x="132040" y="391820"/>
                  </a:lnTo>
                  <a:lnTo>
                    <a:pt x="131182" y="393696"/>
                  </a:lnTo>
                  <a:lnTo>
                    <a:pt x="130265" y="395571"/>
                  </a:lnTo>
                  <a:lnTo>
                    <a:pt x="130146" y="396207"/>
                  </a:lnTo>
                  <a:lnTo>
                    <a:pt x="129910" y="396691"/>
                  </a:lnTo>
                  <a:lnTo>
                    <a:pt x="129643" y="397507"/>
                  </a:lnTo>
                  <a:lnTo>
                    <a:pt x="129377" y="397961"/>
                  </a:lnTo>
                  <a:lnTo>
                    <a:pt x="129170" y="398475"/>
                  </a:lnTo>
                  <a:lnTo>
                    <a:pt x="128697" y="399594"/>
                  </a:lnTo>
                  <a:lnTo>
                    <a:pt x="128253" y="400411"/>
                  </a:lnTo>
                  <a:lnTo>
                    <a:pt x="127809" y="400714"/>
                  </a:lnTo>
                  <a:lnTo>
                    <a:pt x="127188" y="401258"/>
                  </a:lnTo>
                  <a:lnTo>
                    <a:pt x="126951" y="401470"/>
                  </a:lnTo>
                  <a:lnTo>
                    <a:pt x="126655" y="401712"/>
                  </a:lnTo>
                  <a:lnTo>
                    <a:pt x="125827" y="402377"/>
                  </a:lnTo>
                  <a:lnTo>
                    <a:pt x="125146" y="402922"/>
                  </a:lnTo>
                  <a:lnTo>
                    <a:pt x="124821" y="403194"/>
                  </a:lnTo>
                  <a:lnTo>
                    <a:pt x="124525" y="403436"/>
                  </a:lnTo>
                  <a:lnTo>
                    <a:pt x="123815" y="404071"/>
                  </a:lnTo>
                  <a:lnTo>
                    <a:pt x="122306" y="405433"/>
                  </a:lnTo>
                  <a:lnTo>
                    <a:pt x="121715" y="406068"/>
                  </a:lnTo>
                  <a:lnTo>
                    <a:pt x="120886" y="407066"/>
                  </a:lnTo>
                  <a:lnTo>
                    <a:pt x="120265" y="408034"/>
                  </a:lnTo>
                  <a:lnTo>
                    <a:pt x="120087" y="408337"/>
                  </a:lnTo>
                  <a:lnTo>
                    <a:pt x="119644" y="409093"/>
                  </a:lnTo>
                  <a:lnTo>
                    <a:pt x="119496" y="409365"/>
                  </a:lnTo>
                  <a:lnTo>
                    <a:pt x="119111" y="410000"/>
                  </a:lnTo>
                  <a:lnTo>
                    <a:pt x="118963" y="410363"/>
                  </a:lnTo>
                  <a:lnTo>
                    <a:pt x="118815" y="410696"/>
                  </a:lnTo>
                  <a:lnTo>
                    <a:pt x="118608" y="410999"/>
                  </a:lnTo>
                  <a:lnTo>
                    <a:pt x="116981" y="413691"/>
                  </a:lnTo>
                  <a:lnTo>
                    <a:pt x="115945" y="415354"/>
                  </a:lnTo>
                  <a:lnTo>
                    <a:pt x="115028" y="416232"/>
                  </a:lnTo>
                  <a:lnTo>
                    <a:pt x="113904" y="417290"/>
                  </a:lnTo>
                  <a:lnTo>
                    <a:pt x="113283" y="417895"/>
                  </a:lnTo>
                  <a:lnTo>
                    <a:pt x="110768" y="420134"/>
                  </a:lnTo>
                  <a:lnTo>
                    <a:pt x="108756" y="421949"/>
                  </a:lnTo>
                  <a:lnTo>
                    <a:pt x="108549" y="422130"/>
                  </a:lnTo>
                  <a:lnTo>
                    <a:pt x="107040" y="423492"/>
                  </a:lnTo>
                  <a:lnTo>
                    <a:pt x="104584" y="425004"/>
                  </a:lnTo>
                  <a:lnTo>
                    <a:pt x="103934" y="425397"/>
                  </a:lnTo>
                  <a:lnTo>
                    <a:pt x="103431" y="425670"/>
                  </a:lnTo>
                  <a:lnTo>
                    <a:pt x="103283" y="425760"/>
                  </a:lnTo>
                  <a:lnTo>
                    <a:pt x="100975" y="427031"/>
                  </a:lnTo>
                  <a:lnTo>
                    <a:pt x="100028" y="427636"/>
                  </a:lnTo>
                  <a:lnTo>
                    <a:pt x="98934" y="428452"/>
                  </a:lnTo>
                  <a:lnTo>
                    <a:pt x="98164" y="428997"/>
                  </a:lnTo>
                  <a:lnTo>
                    <a:pt x="97395" y="429602"/>
                  </a:lnTo>
                  <a:lnTo>
                    <a:pt x="96330" y="430479"/>
                  </a:lnTo>
                  <a:lnTo>
                    <a:pt x="95738" y="431175"/>
                  </a:lnTo>
                  <a:lnTo>
                    <a:pt x="95176" y="432385"/>
                  </a:lnTo>
                  <a:lnTo>
                    <a:pt x="94821" y="433353"/>
                  </a:lnTo>
                  <a:lnTo>
                    <a:pt x="94703" y="434623"/>
                  </a:lnTo>
                  <a:lnTo>
                    <a:pt x="94673" y="435924"/>
                  </a:lnTo>
                  <a:lnTo>
                    <a:pt x="94762" y="436590"/>
                  </a:lnTo>
                  <a:lnTo>
                    <a:pt x="94703" y="437164"/>
                  </a:lnTo>
                  <a:lnTo>
                    <a:pt x="94496" y="438253"/>
                  </a:lnTo>
                  <a:lnTo>
                    <a:pt x="94170" y="439040"/>
                  </a:lnTo>
                  <a:lnTo>
                    <a:pt x="93579" y="440068"/>
                  </a:lnTo>
                  <a:lnTo>
                    <a:pt x="92661" y="441490"/>
                  </a:lnTo>
                  <a:lnTo>
                    <a:pt x="91922" y="441762"/>
                  </a:lnTo>
                  <a:lnTo>
                    <a:pt x="91626" y="441308"/>
                  </a:lnTo>
                  <a:lnTo>
                    <a:pt x="91685" y="441157"/>
                  </a:lnTo>
                  <a:lnTo>
                    <a:pt x="91596" y="440855"/>
                  </a:lnTo>
                  <a:lnTo>
                    <a:pt x="91360" y="440764"/>
                  </a:lnTo>
                  <a:lnTo>
                    <a:pt x="91212" y="440703"/>
                  </a:lnTo>
                  <a:lnTo>
                    <a:pt x="91005" y="440582"/>
                  </a:lnTo>
                  <a:lnTo>
                    <a:pt x="90679" y="440340"/>
                  </a:lnTo>
                  <a:lnTo>
                    <a:pt x="90354" y="440068"/>
                  </a:lnTo>
                  <a:lnTo>
                    <a:pt x="89969" y="439826"/>
                  </a:lnTo>
                  <a:lnTo>
                    <a:pt x="89525" y="439524"/>
                  </a:lnTo>
                  <a:lnTo>
                    <a:pt x="89170" y="439403"/>
                  </a:lnTo>
                  <a:lnTo>
                    <a:pt x="88875" y="439282"/>
                  </a:lnTo>
                  <a:lnTo>
                    <a:pt x="88697" y="439161"/>
                  </a:lnTo>
                  <a:lnTo>
                    <a:pt x="88638" y="438889"/>
                  </a:lnTo>
                  <a:lnTo>
                    <a:pt x="88756" y="438707"/>
                  </a:lnTo>
                  <a:lnTo>
                    <a:pt x="88963" y="438405"/>
                  </a:lnTo>
                  <a:lnTo>
                    <a:pt x="89141" y="437981"/>
                  </a:lnTo>
                  <a:lnTo>
                    <a:pt x="89259" y="437497"/>
                  </a:lnTo>
                  <a:lnTo>
                    <a:pt x="89318" y="436922"/>
                  </a:lnTo>
                  <a:lnTo>
                    <a:pt x="89378" y="436378"/>
                  </a:lnTo>
                  <a:lnTo>
                    <a:pt x="89407" y="435954"/>
                  </a:lnTo>
                  <a:lnTo>
                    <a:pt x="89407" y="435561"/>
                  </a:lnTo>
                  <a:lnTo>
                    <a:pt x="89407" y="435168"/>
                  </a:lnTo>
                  <a:lnTo>
                    <a:pt x="89525" y="434744"/>
                  </a:lnTo>
                  <a:lnTo>
                    <a:pt x="89703" y="434260"/>
                  </a:lnTo>
                  <a:lnTo>
                    <a:pt x="89851" y="433776"/>
                  </a:lnTo>
                  <a:lnTo>
                    <a:pt x="89969" y="433232"/>
                  </a:lnTo>
                  <a:lnTo>
                    <a:pt x="90117" y="432627"/>
                  </a:lnTo>
                  <a:lnTo>
                    <a:pt x="90265" y="432445"/>
                  </a:lnTo>
                  <a:lnTo>
                    <a:pt x="90502" y="432203"/>
                  </a:lnTo>
                  <a:lnTo>
                    <a:pt x="90886" y="431901"/>
                  </a:lnTo>
                  <a:lnTo>
                    <a:pt x="91123" y="431659"/>
                  </a:lnTo>
                  <a:lnTo>
                    <a:pt x="91182" y="431508"/>
                  </a:lnTo>
                  <a:lnTo>
                    <a:pt x="91241" y="431266"/>
                  </a:lnTo>
                  <a:lnTo>
                    <a:pt x="91271" y="430903"/>
                  </a:lnTo>
                  <a:lnTo>
                    <a:pt x="91301" y="430540"/>
                  </a:lnTo>
                  <a:lnTo>
                    <a:pt x="91301" y="430298"/>
                  </a:lnTo>
                  <a:lnTo>
                    <a:pt x="91330" y="429935"/>
                  </a:lnTo>
                  <a:lnTo>
                    <a:pt x="91448" y="429723"/>
                  </a:lnTo>
                  <a:lnTo>
                    <a:pt x="91567" y="429481"/>
                  </a:lnTo>
                  <a:lnTo>
                    <a:pt x="91596" y="429088"/>
                  </a:lnTo>
                  <a:lnTo>
                    <a:pt x="91715" y="428815"/>
                  </a:lnTo>
                  <a:lnTo>
                    <a:pt x="91626" y="428422"/>
                  </a:lnTo>
                  <a:lnTo>
                    <a:pt x="91419" y="428362"/>
                  </a:lnTo>
                  <a:lnTo>
                    <a:pt x="91123" y="428241"/>
                  </a:lnTo>
                  <a:lnTo>
                    <a:pt x="90768" y="428029"/>
                  </a:lnTo>
                  <a:lnTo>
                    <a:pt x="90502" y="427847"/>
                  </a:lnTo>
                  <a:lnTo>
                    <a:pt x="90265" y="427696"/>
                  </a:lnTo>
                  <a:lnTo>
                    <a:pt x="89969" y="427605"/>
                  </a:lnTo>
                  <a:lnTo>
                    <a:pt x="89762" y="427515"/>
                  </a:lnTo>
                  <a:lnTo>
                    <a:pt x="89496" y="427454"/>
                  </a:lnTo>
                  <a:lnTo>
                    <a:pt x="89289" y="427394"/>
                  </a:lnTo>
                  <a:lnTo>
                    <a:pt x="89111" y="427424"/>
                  </a:lnTo>
                  <a:lnTo>
                    <a:pt x="88490" y="427394"/>
                  </a:lnTo>
                  <a:lnTo>
                    <a:pt x="87957" y="427242"/>
                  </a:lnTo>
                  <a:lnTo>
                    <a:pt x="87514" y="427031"/>
                  </a:lnTo>
                  <a:lnTo>
                    <a:pt x="87040" y="426698"/>
                  </a:lnTo>
                  <a:lnTo>
                    <a:pt x="86449" y="426123"/>
                  </a:lnTo>
                  <a:lnTo>
                    <a:pt x="86064" y="425760"/>
                  </a:lnTo>
                  <a:lnTo>
                    <a:pt x="85591" y="425428"/>
                  </a:lnTo>
                  <a:lnTo>
                    <a:pt x="85117" y="425125"/>
                  </a:lnTo>
                  <a:lnTo>
                    <a:pt x="84792" y="424913"/>
                  </a:lnTo>
                  <a:lnTo>
                    <a:pt x="84496" y="424581"/>
                  </a:lnTo>
                  <a:lnTo>
                    <a:pt x="84289" y="424066"/>
                  </a:lnTo>
                  <a:lnTo>
                    <a:pt x="84082" y="423068"/>
                  </a:lnTo>
                  <a:lnTo>
                    <a:pt x="83963" y="422554"/>
                  </a:lnTo>
                  <a:lnTo>
                    <a:pt x="83904" y="422342"/>
                  </a:lnTo>
                  <a:lnTo>
                    <a:pt x="83875" y="421102"/>
                  </a:lnTo>
                  <a:lnTo>
                    <a:pt x="83815" y="420346"/>
                  </a:lnTo>
                  <a:lnTo>
                    <a:pt x="83727" y="419862"/>
                  </a:lnTo>
                  <a:lnTo>
                    <a:pt x="83697" y="419499"/>
                  </a:lnTo>
                  <a:lnTo>
                    <a:pt x="83697" y="419105"/>
                  </a:lnTo>
                  <a:lnTo>
                    <a:pt x="83786" y="418803"/>
                  </a:lnTo>
                  <a:lnTo>
                    <a:pt x="83756" y="418440"/>
                  </a:lnTo>
                  <a:lnTo>
                    <a:pt x="83667" y="418016"/>
                  </a:lnTo>
                  <a:lnTo>
                    <a:pt x="83579" y="417623"/>
                  </a:lnTo>
                  <a:lnTo>
                    <a:pt x="83549" y="417260"/>
                  </a:lnTo>
                  <a:lnTo>
                    <a:pt x="83608" y="416897"/>
                  </a:lnTo>
                  <a:lnTo>
                    <a:pt x="83638" y="416413"/>
                  </a:lnTo>
                  <a:lnTo>
                    <a:pt x="83608" y="416050"/>
                  </a:lnTo>
                  <a:lnTo>
                    <a:pt x="83490" y="415566"/>
                  </a:lnTo>
                  <a:lnTo>
                    <a:pt x="83342" y="415143"/>
                  </a:lnTo>
                  <a:lnTo>
                    <a:pt x="83105" y="414840"/>
                  </a:lnTo>
                  <a:lnTo>
                    <a:pt x="82425" y="414356"/>
                  </a:lnTo>
                  <a:lnTo>
                    <a:pt x="81922" y="414114"/>
                  </a:lnTo>
                  <a:lnTo>
                    <a:pt x="81419" y="413902"/>
                  </a:lnTo>
                  <a:lnTo>
                    <a:pt x="81094" y="413600"/>
                  </a:lnTo>
                  <a:lnTo>
                    <a:pt x="80827" y="413267"/>
                  </a:lnTo>
                  <a:lnTo>
                    <a:pt x="80502" y="412934"/>
                  </a:lnTo>
                  <a:lnTo>
                    <a:pt x="80236" y="412541"/>
                  </a:lnTo>
                  <a:lnTo>
                    <a:pt x="80088" y="412057"/>
                  </a:lnTo>
                  <a:lnTo>
                    <a:pt x="79969" y="411543"/>
                  </a:lnTo>
                  <a:lnTo>
                    <a:pt x="79881" y="411180"/>
                  </a:lnTo>
                  <a:lnTo>
                    <a:pt x="79792" y="410787"/>
                  </a:lnTo>
                  <a:lnTo>
                    <a:pt x="79703" y="410363"/>
                  </a:lnTo>
                  <a:lnTo>
                    <a:pt x="79526" y="409970"/>
                  </a:lnTo>
                  <a:lnTo>
                    <a:pt x="79407" y="409698"/>
                  </a:lnTo>
                  <a:lnTo>
                    <a:pt x="79141" y="409335"/>
                  </a:lnTo>
                  <a:lnTo>
                    <a:pt x="78786" y="408911"/>
                  </a:lnTo>
                  <a:lnTo>
                    <a:pt x="78401" y="408760"/>
                  </a:lnTo>
                  <a:lnTo>
                    <a:pt x="78046" y="408700"/>
                  </a:lnTo>
                  <a:lnTo>
                    <a:pt x="77632" y="408639"/>
                  </a:lnTo>
                  <a:lnTo>
                    <a:pt x="77336" y="408609"/>
                  </a:lnTo>
                  <a:lnTo>
                    <a:pt x="76804" y="408548"/>
                  </a:lnTo>
                  <a:lnTo>
                    <a:pt x="76242" y="408427"/>
                  </a:lnTo>
                  <a:lnTo>
                    <a:pt x="76005" y="408337"/>
                  </a:lnTo>
                  <a:lnTo>
                    <a:pt x="75650" y="408216"/>
                  </a:lnTo>
                  <a:lnTo>
                    <a:pt x="75206" y="408064"/>
                  </a:lnTo>
                  <a:lnTo>
                    <a:pt x="74585" y="407883"/>
                  </a:lnTo>
                  <a:lnTo>
                    <a:pt x="74289" y="407792"/>
                  </a:lnTo>
                  <a:lnTo>
                    <a:pt x="73963" y="407580"/>
                  </a:lnTo>
                  <a:lnTo>
                    <a:pt x="73608" y="407459"/>
                  </a:lnTo>
                  <a:lnTo>
                    <a:pt x="72958" y="407096"/>
                  </a:lnTo>
                  <a:lnTo>
                    <a:pt x="72780" y="407006"/>
                  </a:lnTo>
                  <a:lnTo>
                    <a:pt x="72425" y="406854"/>
                  </a:lnTo>
                  <a:lnTo>
                    <a:pt x="72100" y="406733"/>
                  </a:lnTo>
                  <a:lnTo>
                    <a:pt x="71685" y="406552"/>
                  </a:lnTo>
                  <a:lnTo>
                    <a:pt x="71478" y="406340"/>
                  </a:lnTo>
                  <a:lnTo>
                    <a:pt x="71360" y="406038"/>
                  </a:lnTo>
                  <a:lnTo>
                    <a:pt x="71123" y="405493"/>
                  </a:lnTo>
                  <a:lnTo>
                    <a:pt x="70916" y="405100"/>
                  </a:lnTo>
                  <a:lnTo>
                    <a:pt x="70709" y="404586"/>
                  </a:lnTo>
                  <a:lnTo>
                    <a:pt x="70591" y="404223"/>
                  </a:lnTo>
                  <a:lnTo>
                    <a:pt x="70384" y="404102"/>
                  </a:lnTo>
                  <a:lnTo>
                    <a:pt x="70206" y="403920"/>
                  </a:lnTo>
                  <a:lnTo>
                    <a:pt x="69969" y="403678"/>
                  </a:lnTo>
                  <a:lnTo>
                    <a:pt x="69910" y="403376"/>
                  </a:lnTo>
                  <a:lnTo>
                    <a:pt x="69910" y="403073"/>
                  </a:lnTo>
                  <a:lnTo>
                    <a:pt x="69940" y="402831"/>
                  </a:lnTo>
                  <a:lnTo>
                    <a:pt x="69940" y="402650"/>
                  </a:lnTo>
                  <a:lnTo>
                    <a:pt x="69851" y="402287"/>
                  </a:lnTo>
                  <a:lnTo>
                    <a:pt x="69437" y="402045"/>
                  </a:lnTo>
                  <a:lnTo>
                    <a:pt x="69111" y="401803"/>
                  </a:lnTo>
                  <a:lnTo>
                    <a:pt x="68727" y="401561"/>
                  </a:lnTo>
                  <a:lnTo>
                    <a:pt x="68461" y="401379"/>
                  </a:lnTo>
                  <a:lnTo>
                    <a:pt x="68194" y="401167"/>
                  </a:lnTo>
                  <a:lnTo>
                    <a:pt x="67958" y="400956"/>
                  </a:lnTo>
                  <a:lnTo>
                    <a:pt x="67780" y="400683"/>
                  </a:lnTo>
                  <a:lnTo>
                    <a:pt x="67543" y="400441"/>
                  </a:lnTo>
                  <a:lnTo>
                    <a:pt x="67159" y="400139"/>
                  </a:lnTo>
                  <a:lnTo>
                    <a:pt x="66626" y="399897"/>
                  </a:lnTo>
                  <a:lnTo>
                    <a:pt x="66094" y="399776"/>
                  </a:lnTo>
                  <a:lnTo>
                    <a:pt x="65798" y="399625"/>
                  </a:lnTo>
                  <a:lnTo>
                    <a:pt x="65739" y="399474"/>
                  </a:lnTo>
                  <a:lnTo>
                    <a:pt x="65739" y="399232"/>
                  </a:lnTo>
                  <a:lnTo>
                    <a:pt x="66153" y="398778"/>
                  </a:lnTo>
                  <a:lnTo>
                    <a:pt x="66360" y="398354"/>
                  </a:lnTo>
                  <a:lnTo>
                    <a:pt x="66626" y="397931"/>
                  </a:lnTo>
                  <a:lnTo>
                    <a:pt x="66922" y="397628"/>
                  </a:lnTo>
                  <a:lnTo>
                    <a:pt x="67159" y="397356"/>
                  </a:lnTo>
                  <a:lnTo>
                    <a:pt x="67277" y="397144"/>
                  </a:lnTo>
                  <a:lnTo>
                    <a:pt x="67366" y="396842"/>
                  </a:lnTo>
                  <a:lnTo>
                    <a:pt x="67543" y="396479"/>
                  </a:lnTo>
                  <a:lnTo>
                    <a:pt x="67662" y="396237"/>
                  </a:lnTo>
                  <a:lnTo>
                    <a:pt x="67780" y="395965"/>
                  </a:lnTo>
                  <a:lnTo>
                    <a:pt x="67928" y="395753"/>
                  </a:lnTo>
                  <a:lnTo>
                    <a:pt x="68135" y="395511"/>
                  </a:lnTo>
                  <a:lnTo>
                    <a:pt x="68342" y="395239"/>
                  </a:lnTo>
                  <a:lnTo>
                    <a:pt x="68727" y="394845"/>
                  </a:lnTo>
                  <a:lnTo>
                    <a:pt x="68756" y="394664"/>
                  </a:lnTo>
                  <a:lnTo>
                    <a:pt x="68786" y="394513"/>
                  </a:lnTo>
                  <a:lnTo>
                    <a:pt x="68786" y="394301"/>
                  </a:lnTo>
                  <a:lnTo>
                    <a:pt x="68756" y="394059"/>
                  </a:lnTo>
                  <a:lnTo>
                    <a:pt x="68727" y="393908"/>
                  </a:lnTo>
                  <a:lnTo>
                    <a:pt x="68608" y="393666"/>
                  </a:lnTo>
                  <a:lnTo>
                    <a:pt x="68431" y="393333"/>
                  </a:lnTo>
                  <a:lnTo>
                    <a:pt x="68194" y="392698"/>
                  </a:lnTo>
                  <a:lnTo>
                    <a:pt x="67987" y="392093"/>
                  </a:lnTo>
                  <a:lnTo>
                    <a:pt x="67958" y="391367"/>
                  </a:lnTo>
                  <a:lnTo>
                    <a:pt x="67869" y="390641"/>
                  </a:lnTo>
                  <a:lnTo>
                    <a:pt x="67928" y="390187"/>
                  </a:lnTo>
                  <a:lnTo>
                    <a:pt x="68224" y="389673"/>
                  </a:lnTo>
                  <a:lnTo>
                    <a:pt x="68608" y="389219"/>
                  </a:lnTo>
                  <a:lnTo>
                    <a:pt x="68756" y="389007"/>
                  </a:lnTo>
                  <a:lnTo>
                    <a:pt x="69111" y="388493"/>
                  </a:lnTo>
                  <a:lnTo>
                    <a:pt x="69318" y="388342"/>
                  </a:lnTo>
                  <a:lnTo>
                    <a:pt x="69614" y="387948"/>
                  </a:lnTo>
                  <a:lnTo>
                    <a:pt x="69969" y="387676"/>
                  </a:lnTo>
                  <a:lnTo>
                    <a:pt x="70295" y="387253"/>
                  </a:lnTo>
                  <a:lnTo>
                    <a:pt x="70472" y="386859"/>
                  </a:lnTo>
                  <a:lnTo>
                    <a:pt x="70531" y="386375"/>
                  </a:lnTo>
                  <a:lnTo>
                    <a:pt x="70502" y="386103"/>
                  </a:lnTo>
                  <a:lnTo>
                    <a:pt x="70472" y="385861"/>
                  </a:lnTo>
                  <a:lnTo>
                    <a:pt x="70413" y="385075"/>
                  </a:lnTo>
                  <a:lnTo>
                    <a:pt x="70324" y="384833"/>
                  </a:lnTo>
                  <a:lnTo>
                    <a:pt x="70295" y="384682"/>
                  </a:lnTo>
                  <a:lnTo>
                    <a:pt x="70295" y="384440"/>
                  </a:lnTo>
                  <a:lnTo>
                    <a:pt x="70206" y="383199"/>
                  </a:lnTo>
                  <a:lnTo>
                    <a:pt x="70088" y="382897"/>
                  </a:lnTo>
                  <a:lnTo>
                    <a:pt x="70058" y="382473"/>
                  </a:lnTo>
                  <a:lnTo>
                    <a:pt x="70029" y="382020"/>
                  </a:lnTo>
                  <a:lnTo>
                    <a:pt x="70058" y="381778"/>
                  </a:lnTo>
                  <a:lnTo>
                    <a:pt x="70147" y="381294"/>
                  </a:lnTo>
                  <a:lnTo>
                    <a:pt x="70117" y="380931"/>
                  </a:lnTo>
                  <a:lnTo>
                    <a:pt x="69940" y="380477"/>
                  </a:lnTo>
                  <a:lnTo>
                    <a:pt x="69940" y="380205"/>
                  </a:lnTo>
                  <a:lnTo>
                    <a:pt x="69910" y="379993"/>
                  </a:lnTo>
                  <a:lnTo>
                    <a:pt x="69969" y="379660"/>
                  </a:lnTo>
                  <a:lnTo>
                    <a:pt x="70058" y="379479"/>
                  </a:lnTo>
                  <a:lnTo>
                    <a:pt x="70502" y="379055"/>
                  </a:lnTo>
                  <a:lnTo>
                    <a:pt x="70472" y="378843"/>
                  </a:lnTo>
                  <a:lnTo>
                    <a:pt x="70413" y="378692"/>
                  </a:lnTo>
                  <a:lnTo>
                    <a:pt x="70354" y="378390"/>
                  </a:lnTo>
                  <a:lnTo>
                    <a:pt x="70295" y="378117"/>
                  </a:lnTo>
                  <a:lnTo>
                    <a:pt x="70354" y="377966"/>
                  </a:lnTo>
                  <a:lnTo>
                    <a:pt x="70354" y="377754"/>
                  </a:lnTo>
                  <a:lnTo>
                    <a:pt x="70413" y="377452"/>
                  </a:lnTo>
                  <a:lnTo>
                    <a:pt x="70502" y="377089"/>
                  </a:lnTo>
                  <a:lnTo>
                    <a:pt x="70502" y="376726"/>
                  </a:lnTo>
                  <a:lnTo>
                    <a:pt x="70502" y="376484"/>
                  </a:lnTo>
                  <a:lnTo>
                    <a:pt x="70472" y="376181"/>
                  </a:lnTo>
                  <a:lnTo>
                    <a:pt x="70502" y="375849"/>
                  </a:lnTo>
                  <a:lnTo>
                    <a:pt x="70620" y="375697"/>
                  </a:lnTo>
                  <a:lnTo>
                    <a:pt x="70916" y="375486"/>
                  </a:lnTo>
                  <a:lnTo>
                    <a:pt x="71271" y="375304"/>
                  </a:lnTo>
                  <a:lnTo>
                    <a:pt x="71626" y="375123"/>
                  </a:lnTo>
                  <a:lnTo>
                    <a:pt x="71981" y="375032"/>
                  </a:lnTo>
                  <a:lnTo>
                    <a:pt x="72395" y="374911"/>
                  </a:lnTo>
                  <a:lnTo>
                    <a:pt x="72780" y="374699"/>
                  </a:lnTo>
                  <a:lnTo>
                    <a:pt x="73046" y="374518"/>
                  </a:lnTo>
                  <a:lnTo>
                    <a:pt x="73313" y="374336"/>
                  </a:lnTo>
                  <a:lnTo>
                    <a:pt x="73490" y="374185"/>
                  </a:lnTo>
                  <a:lnTo>
                    <a:pt x="73638" y="374064"/>
                  </a:lnTo>
                  <a:lnTo>
                    <a:pt x="73845" y="373852"/>
                  </a:lnTo>
                  <a:lnTo>
                    <a:pt x="74023" y="373550"/>
                  </a:lnTo>
                  <a:lnTo>
                    <a:pt x="74141" y="373277"/>
                  </a:lnTo>
                  <a:lnTo>
                    <a:pt x="74230" y="372975"/>
                  </a:lnTo>
                  <a:lnTo>
                    <a:pt x="74348" y="372642"/>
                  </a:lnTo>
                  <a:lnTo>
                    <a:pt x="74466" y="372431"/>
                  </a:lnTo>
                  <a:lnTo>
                    <a:pt x="74644" y="371977"/>
                  </a:lnTo>
                  <a:lnTo>
                    <a:pt x="74762" y="371614"/>
                  </a:lnTo>
                  <a:lnTo>
                    <a:pt x="74881" y="371432"/>
                  </a:lnTo>
                  <a:lnTo>
                    <a:pt x="75029" y="371342"/>
                  </a:lnTo>
                  <a:lnTo>
                    <a:pt x="75413" y="371251"/>
                  </a:lnTo>
                  <a:lnTo>
                    <a:pt x="75886" y="371130"/>
                  </a:lnTo>
                  <a:lnTo>
                    <a:pt x="76360" y="370979"/>
                  </a:lnTo>
                  <a:lnTo>
                    <a:pt x="76892" y="370858"/>
                  </a:lnTo>
                  <a:lnTo>
                    <a:pt x="77455" y="370797"/>
                  </a:lnTo>
                  <a:lnTo>
                    <a:pt x="77750" y="370827"/>
                  </a:lnTo>
                  <a:lnTo>
                    <a:pt x="78046" y="370706"/>
                  </a:lnTo>
                  <a:lnTo>
                    <a:pt x="78283" y="370555"/>
                  </a:lnTo>
                  <a:lnTo>
                    <a:pt x="78520" y="370343"/>
                  </a:lnTo>
                  <a:lnTo>
                    <a:pt x="78963" y="370041"/>
                  </a:lnTo>
                  <a:lnTo>
                    <a:pt x="79526" y="369799"/>
                  </a:lnTo>
                  <a:lnTo>
                    <a:pt x="79762" y="369587"/>
                  </a:lnTo>
                  <a:lnTo>
                    <a:pt x="79851" y="369375"/>
                  </a:lnTo>
                  <a:lnTo>
                    <a:pt x="79999" y="368982"/>
                  </a:lnTo>
                  <a:lnTo>
                    <a:pt x="80088" y="368770"/>
                  </a:lnTo>
                  <a:lnTo>
                    <a:pt x="80295" y="368589"/>
                  </a:lnTo>
                  <a:lnTo>
                    <a:pt x="80620" y="368438"/>
                  </a:lnTo>
                  <a:lnTo>
                    <a:pt x="80916" y="368256"/>
                  </a:lnTo>
                  <a:lnTo>
                    <a:pt x="81301" y="367923"/>
                  </a:lnTo>
                  <a:lnTo>
                    <a:pt x="81508" y="367712"/>
                  </a:lnTo>
                  <a:lnTo>
                    <a:pt x="81774" y="367500"/>
                  </a:lnTo>
                  <a:lnTo>
                    <a:pt x="81981" y="367318"/>
                  </a:lnTo>
                  <a:lnTo>
                    <a:pt x="82277" y="367167"/>
                  </a:lnTo>
                  <a:lnTo>
                    <a:pt x="82691" y="366986"/>
                  </a:lnTo>
                  <a:lnTo>
                    <a:pt x="83135" y="366804"/>
                  </a:lnTo>
                  <a:lnTo>
                    <a:pt x="83460" y="366744"/>
                  </a:lnTo>
                  <a:lnTo>
                    <a:pt x="83727" y="366713"/>
                  </a:lnTo>
                  <a:lnTo>
                    <a:pt x="84111" y="366713"/>
                  </a:lnTo>
                  <a:lnTo>
                    <a:pt x="84880" y="366653"/>
                  </a:lnTo>
                  <a:lnTo>
                    <a:pt x="85295" y="366562"/>
                  </a:lnTo>
                  <a:lnTo>
                    <a:pt x="85502" y="366320"/>
                  </a:lnTo>
                  <a:lnTo>
                    <a:pt x="85650" y="366078"/>
                  </a:lnTo>
                  <a:lnTo>
                    <a:pt x="85768" y="365776"/>
                  </a:lnTo>
                  <a:lnTo>
                    <a:pt x="85975" y="365231"/>
                  </a:lnTo>
                  <a:lnTo>
                    <a:pt x="86034" y="365050"/>
                  </a:lnTo>
                  <a:lnTo>
                    <a:pt x="86005" y="364747"/>
                  </a:lnTo>
                  <a:lnTo>
                    <a:pt x="85857" y="364233"/>
                  </a:lnTo>
                  <a:lnTo>
                    <a:pt x="85798" y="363930"/>
                  </a:lnTo>
                  <a:lnTo>
                    <a:pt x="85768" y="363779"/>
                  </a:lnTo>
                  <a:lnTo>
                    <a:pt x="85857" y="363416"/>
                  </a:lnTo>
                  <a:lnTo>
                    <a:pt x="85975" y="362962"/>
                  </a:lnTo>
                  <a:lnTo>
                    <a:pt x="86005" y="362176"/>
                  </a:lnTo>
                  <a:lnTo>
                    <a:pt x="85650" y="361057"/>
                  </a:lnTo>
                  <a:lnTo>
                    <a:pt x="85472" y="360391"/>
                  </a:lnTo>
                  <a:lnTo>
                    <a:pt x="85413" y="359907"/>
                  </a:lnTo>
                  <a:lnTo>
                    <a:pt x="85383" y="359574"/>
                  </a:lnTo>
                  <a:lnTo>
                    <a:pt x="85561" y="359121"/>
                  </a:lnTo>
                  <a:lnTo>
                    <a:pt x="85827" y="358849"/>
                  </a:lnTo>
                  <a:lnTo>
                    <a:pt x="85916" y="358637"/>
                  </a:lnTo>
                  <a:lnTo>
                    <a:pt x="85975" y="358213"/>
                  </a:lnTo>
                  <a:lnTo>
                    <a:pt x="86241" y="356822"/>
                  </a:lnTo>
                  <a:lnTo>
                    <a:pt x="86241" y="356550"/>
                  </a:lnTo>
                  <a:lnTo>
                    <a:pt x="86241" y="356247"/>
                  </a:lnTo>
                  <a:lnTo>
                    <a:pt x="86241" y="355582"/>
                  </a:lnTo>
                  <a:lnTo>
                    <a:pt x="86153" y="354432"/>
                  </a:lnTo>
                  <a:lnTo>
                    <a:pt x="86153" y="354130"/>
                  </a:lnTo>
                  <a:lnTo>
                    <a:pt x="86271" y="353888"/>
                  </a:lnTo>
                  <a:lnTo>
                    <a:pt x="86360" y="353736"/>
                  </a:lnTo>
                  <a:lnTo>
                    <a:pt x="87454" y="352436"/>
                  </a:lnTo>
                  <a:lnTo>
                    <a:pt x="87602" y="352163"/>
                  </a:lnTo>
                  <a:lnTo>
                    <a:pt x="87602" y="351982"/>
                  </a:lnTo>
                  <a:lnTo>
                    <a:pt x="87543" y="351710"/>
                  </a:lnTo>
                  <a:lnTo>
                    <a:pt x="87454" y="351226"/>
                  </a:lnTo>
                  <a:lnTo>
                    <a:pt x="87425" y="350802"/>
                  </a:lnTo>
                  <a:lnTo>
                    <a:pt x="87366" y="350409"/>
                  </a:lnTo>
                  <a:lnTo>
                    <a:pt x="87425" y="349864"/>
                  </a:lnTo>
                  <a:lnTo>
                    <a:pt x="87425" y="349683"/>
                  </a:lnTo>
                  <a:lnTo>
                    <a:pt x="87188" y="348987"/>
                  </a:lnTo>
                  <a:lnTo>
                    <a:pt x="87099" y="348745"/>
                  </a:lnTo>
                  <a:lnTo>
                    <a:pt x="87099" y="348473"/>
                  </a:lnTo>
                  <a:lnTo>
                    <a:pt x="87099" y="348201"/>
                  </a:lnTo>
                  <a:lnTo>
                    <a:pt x="87099" y="347928"/>
                  </a:lnTo>
                  <a:lnTo>
                    <a:pt x="86892" y="347263"/>
                  </a:lnTo>
                  <a:lnTo>
                    <a:pt x="86744" y="346900"/>
                  </a:lnTo>
                  <a:lnTo>
                    <a:pt x="86596" y="346295"/>
                  </a:lnTo>
                  <a:lnTo>
                    <a:pt x="86567" y="346114"/>
                  </a:lnTo>
                  <a:lnTo>
                    <a:pt x="86449" y="345902"/>
                  </a:lnTo>
                  <a:lnTo>
                    <a:pt x="86360" y="345690"/>
                  </a:lnTo>
                  <a:lnTo>
                    <a:pt x="86271" y="345327"/>
                  </a:lnTo>
                  <a:lnTo>
                    <a:pt x="86241" y="345115"/>
                  </a:lnTo>
                  <a:lnTo>
                    <a:pt x="86094" y="344268"/>
                  </a:lnTo>
                  <a:lnTo>
                    <a:pt x="85975" y="343724"/>
                  </a:lnTo>
                  <a:lnTo>
                    <a:pt x="85798" y="342877"/>
                  </a:lnTo>
                  <a:lnTo>
                    <a:pt x="85650" y="342211"/>
                  </a:lnTo>
                  <a:lnTo>
                    <a:pt x="85413" y="341818"/>
                  </a:lnTo>
                  <a:lnTo>
                    <a:pt x="85295" y="341606"/>
                  </a:lnTo>
                  <a:lnTo>
                    <a:pt x="85117" y="341425"/>
                  </a:lnTo>
                  <a:lnTo>
                    <a:pt x="84910" y="341153"/>
                  </a:lnTo>
                  <a:lnTo>
                    <a:pt x="84940" y="340971"/>
                  </a:lnTo>
                  <a:lnTo>
                    <a:pt x="85117" y="340850"/>
                  </a:lnTo>
                  <a:lnTo>
                    <a:pt x="85709" y="340759"/>
                  </a:lnTo>
                  <a:lnTo>
                    <a:pt x="86005" y="340729"/>
                  </a:lnTo>
                  <a:lnTo>
                    <a:pt x="87011" y="340306"/>
                  </a:lnTo>
                  <a:lnTo>
                    <a:pt x="87218" y="340185"/>
                  </a:lnTo>
                  <a:lnTo>
                    <a:pt x="87809" y="340033"/>
                  </a:lnTo>
                  <a:lnTo>
                    <a:pt x="88934" y="339519"/>
                  </a:lnTo>
                  <a:lnTo>
                    <a:pt x="89230" y="339398"/>
                  </a:lnTo>
                  <a:lnTo>
                    <a:pt x="89703" y="339096"/>
                  </a:lnTo>
                  <a:lnTo>
                    <a:pt x="89910" y="338884"/>
                  </a:lnTo>
                  <a:lnTo>
                    <a:pt x="90147" y="338642"/>
                  </a:lnTo>
                  <a:lnTo>
                    <a:pt x="90561" y="338007"/>
                  </a:lnTo>
                  <a:lnTo>
                    <a:pt x="90798" y="337644"/>
                  </a:lnTo>
                  <a:lnTo>
                    <a:pt x="91182" y="337008"/>
                  </a:lnTo>
                  <a:lnTo>
                    <a:pt x="91448" y="336403"/>
                  </a:lnTo>
                  <a:lnTo>
                    <a:pt x="91922" y="335163"/>
                  </a:lnTo>
                  <a:lnTo>
                    <a:pt x="92040" y="333802"/>
                  </a:lnTo>
                  <a:lnTo>
                    <a:pt x="92129" y="333257"/>
                  </a:lnTo>
                  <a:lnTo>
                    <a:pt x="92366" y="332169"/>
                  </a:lnTo>
                  <a:lnTo>
                    <a:pt x="92514" y="331715"/>
                  </a:lnTo>
                  <a:lnTo>
                    <a:pt x="92750" y="330656"/>
                  </a:lnTo>
                  <a:lnTo>
                    <a:pt x="92869" y="330202"/>
                  </a:lnTo>
                  <a:lnTo>
                    <a:pt x="92928" y="329900"/>
                  </a:lnTo>
                  <a:lnTo>
                    <a:pt x="93194" y="329144"/>
                  </a:lnTo>
                  <a:lnTo>
                    <a:pt x="93401" y="328539"/>
                  </a:lnTo>
                  <a:lnTo>
                    <a:pt x="93904" y="327389"/>
                  </a:lnTo>
                  <a:lnTo>
                    <a:pt x="94230" y="326240"/>
                  </a:lnTo>
                  <a:lnTo>
                    <a:pt x="94940" y="325453"/>
                  </a:lnTo>
                  <a:lnTo>
                    <a:pt x="95324" y="325060"/>
                  </a:lnTo>
                  <a:lnTo>
                    <a:pt x="95502" y="324848"/>
                  </a:lnTo>
                  <a:lnTo>
                    <a:pt x="95561" y="324515"/>
                  </a:lnTo>
                  <a:lnTo>
                    <a:pt x="95738" y="324122"/>
                  </a:lnTo>
                  <a:lnTo>
                    <a:pt x="95945" y="323699"/>
                  </a:lnTo>
                  <a:lnTo>
                    <a:pt x="96478" y="322640"/>
                  </a:lnTo>
                  <a:lnTo>
                    <a:pt x="96656" y="322428"/>
                  </a:lnTo>
                  <a:lnTo>
                    <a:pt x="97277" y="322035"/>
                  </a:lnTo>
                  <a:lnTo>
                    <a:pt x="97543" y="321914"/>
                  </a:lnTo>
                  <a:lnTo>
                    <a:pt x="98283" y="321732"/>
                  </a:lnTo>
                  <a:lnTo>
                    <a:pt x="98372" y="321551"/>
                  </a:lnTo>
                  <a:lnTo>
                    <a:pt x="98194" y="321158"/>
                  </a:lnTo>
                  <a:lnTo>
                    <a:pt x="98046" y="320764"/>
                  </a:lnTo>
                  <a:lnTo>
                    <a:pt x="97661" y="320129"/>
                  </a:lnTo>
                  <a:lnTo>
                    <a:pt x="97514" y="319766"/>
                  </a:lnTo>
                  <a:lnTo>
                    <a:pt x="97454" y="319101"/>
                  </a:lnTo>
                  <a:lnTo>
                    <a:pt x="97454" y="318919"/>
                  </a:lnTo>
                  <a:lnTo>
                    <a:pt x="97454" y="318677"/>
                  </a:lnTo>
                  <a:lnTo>
                    <a:pt x="97573" y="317740"/>
                  </a:lnTo>
                  <a:lnTo>
                    <a:pt x="97750" y="317316"/>
                  </a:lnTo>
                  <a:lnTo>
                    <a:pt x="97898" y="317074"/>
                  </a:lnTo>
                  <a:lnTo>
                    <a:pt x="98342" y="316015"/>
                  </a:lnTo>
                  <a:lnTo>
                    <a:pt x="98519" y="315410"/>
                  </a:lnTo>
                  <a:lnTo>
                    <a:pt x="98667" y="315199"/>
                  </a:lnTo>
                  <a:lnTo>
                    <a:pt x="98874" y="315078"/>
                  </a:lnTo>
                  <a:lnTo>
                    <a:pt x="99259" y="314654"/>
                  </a:lnTo>
                  <a:lnTo>
                    <a:pt x="99348" y="314412"/>
                  </a:lnTo>
                  <a:lnTo>
                    <a:pt x="99348" y="314140"/>
                  </a:lnTo>
                  <a:lnTo>
                    <a:pt x="99466" y="313323"/>
                  </a:lnTo>
                  <a:lnTo>
                    <a:pt x="99732" y="312113"/>
                  </a:lnTo>
                  <a:lnTo>
                    <a:pt x="100117" y="311054"/>
                  </a:lnTo>
                  <a:lnTo>
                    <a:pt x="100354" y="310782"/>
                  </a:lnTo>
                  <a:lnTo>
                    <a:pt x="100502" y="310298"/>
                  </a:lnTo>
                  <a:lnTo>
                    <a:pt x="100590" y="310026"/>
                  </a:lnTo>
                  <a:lnTo>
                    <a:pt x="100472" y="309360"/>
                  </a:lnTo>
                  <a:lnTo>
                    <a:pt x="100472" y="309058"/>
                  </a:lnTo>
                  <a:lnTo>
                    <a:pt x="100679" y="307999"/>
                  </a:lnTo>
                  <a:lnTo>
                    <a:pt x="101123" y="305579"/>
                  </a:lnTo>
                  <a:lnTo>
                    <a:pt x="101567" y="303250"/>
                  </a:lnTo>
                  <a:lnTo>
                    <a:pt x="102070" y="302827"/>
                  </a:lnTo>
                  <a:lnTo>
                    <a:pt x="102336" y="302403"/>
                  </a:lnTo>
                  <a:lnTo>
                    <a:pt x="102957" y="301677"/>
                  </a:lnTo>
                  <a:lnTo>
                    <a:pt x="103164" y="301314"/>
                  </a:lnTo>
                  <a:lnTo>
                    <a:pt x="103874" y="300407"/>
                  </a:lnTo>
                  <a:lnTo>
                    <a:pt x="104437" y="299681"/>
                  </a:lnTo>
                  <a:lnTo>
                    <a:pt x="105354" y="298682"/>
                  </a:lnTo>
                  <a:lnTo>
                    <a:pt x="105650" y="298229"/>
                  </a:lnTo>
                  <a:lnTo>
                    <a:pt x="106271" y="297351"/>
                  </a:lnTo>
                  <a:lnTo>
                    <a:pt x="106419" y="297109"/>
                  </a:lnTo>
                  <a:lnTo>
                    <a:pt x="106774" y="296262"/>
                  </a:lnTo>
                  <a:lnTo>
                    <a:pt x="107010" y="295446"/>
                  </a:lnTo>
                  <a:lnTo>
                    <a:pt x="107247" y="294992"/>
                  </a:lnTo>
                  <a:lnTo>
                    <a:pt x="107425" y="294387"/>
                  </a:lnTo>
                  <a:lnTo>
                    <a:pt x="107573" y="292633"/>
                  </a:lnTo>
                  <a:lnTo>
                    <a:pt x="107602" y="292451"/>
                  </a:lnTo>
                  <a:lnTo>
                    <a:pt x="107602" y="292118"/>
                  </a:lnTo>
                  <a:lnTo>
                    <a:pt x="107928" y="291755"/>
                  </a:lnTo>
                  <a:lnTo>
                    <a:pt x="108460" y="290848"/>
                  </a:lnTo>
                  <a:lnTo>
                    <a:pt x="108786" y="290213"/>
                  </a:lnTo>
                  <a:lnTo>
                    <a:pt x="109081" y="289668"/>
                  </a:lnTo>
                  <a:lnTo>
                    <a:pt x="109466" y="289033"/>
                  </a:lnTo>
                  <a:lnTo>
                    <a:pt x="109525" y="288730"/>
                  </a:lnTo>
                  <a:lnTo>
                    <a:pt x="109496" y="288125"/>
                  </a:lnTo>
                  <a:lnTo>
                    <a:pt x="109407" y="287460"/>
                  </a:lnTo>
                  <a:lnTo>
                    <a:pt x="109348" y="287278"/>
                  </a:lnTo>
                  <a:lnTo>
                    <a:pt x="109170" y="287188"/>
                  </a:lnTo>
                  <a:lnTo>
                    <a:pt x="108963" y="287097"/>
                  </a:lnTo>
                  <a:lnTo>
                    <a:pt x="108697" y="286946"/>
                  </a:lnTo>
                  <a:lnTo>
                    <a:pt x="108608" y="286764"/>
                  </a:lnTo>
                  <a:lnTo>
                    <a:pt x="108519" y="286189"/>
                  </a:lnTo>
                  <a:lnTo>
                    <a:pt x="108401" y="285766"/>
                  </a:lnTo>
                  <a:lnTo>
                    <a:pt x="108194" y="285161"/>
                  </a:lnTo>
                  <a:lnTo>
                    <a:pt x="107987" y="284889"/>
                  </a:lnTo>
                  <a:lnTo>
                    <a:pt x="107602" y="284465"/>
                  </a:lnTo>
                  <a:lnTo>
                    <a:pt x="107158" y="284042"/>
                  </a:lnTo>
                  <a:lnTo>
                    <a:pt x="106626" y="283558"/>
                  </a:lnTo>
                  <a:lnTo>
                    <a:pt x="106567" y="283376"/>
                  </a:lnTo>
                  <a:lnTo>
                    <a:pt x="106596" y="283164"/>
                  </a:lnTo>
                  <a:lnTo>
                    <a:pt x="106685" y="282832"/>
                  </a:lnTo>
                  <a:lnTo>
                    <a:pt x="106774" y="282680"/>
                  </a:lnTo>
                  <a:lnTo>
                    <a:pt x="106892" y="282045"/>
                  </a:lnTo>
                  <a:lnTo>
                    <a:pt x="106626" y="281380"/>
                  </a:lnTo>
                  <a:lnTo>
                    <a:pt x="106448" y="280986"/>
                  </a:lnTo>
                  <a:lnTo>
                    <a:pt x="106300" y="280805"/>
                  </a:lnTo>
                  <a:lnTo>
                    <a:pt x="106123" y="280533"/>
                  </a:lnTo>
                  <a:lnTo>
                    <a:pt x="105916" y="280321"/>
                  </a:lnTo>
                  <a:lnTo>
                    <a:pt x="105413" y="279958"/>
                  </a:lnTo>
                  <a:lnTo>
                    <a:pt x="104880" y="279565"/>
                  </a:lnTo>
                  <a:lnTo>
                    <a:pt x="103874" y="279504"/>
                  </a:lnTo>
                  <a:lnTo>
                    <a:pt x="103579" y="279323"/>
                  </a:lnTo>
                  <a:lnTo>
                    <a:pt x="103371" y="279020"/>
                  </a:lnTo>
                  <a:lnTo>
                    <a:pt x="103401" y="277901"/>
                  </a:lnTo>
                  <a:lnTo>
                    <a:pt x="103579" y="277296"/>
                  </a:lnTo>
                  <a:lnTo>
                    <a:pt x="103904" y="276570"/>
                  </a:lnTo>
                  <a:lnTo>
                    <a:pt x="104348" y="276207"/>
                  </a:lnTo>
                  <a:lnTo>
                    <a:pt x="104703" y="276056"/>
                  </a:lnTo>
                  <a:lnTo>
                    <a:pt x="105117" y="275874"/>
                  </a:lnTo>
                  <a:lnTo>
                    <a:pt x="105117" y="275693"/>
                  </a:lnTo>
                  <a:lnTo>
                    <a:pt x="105028" y="275209"/>
                  </a:lnTo>
                  <a:lnTo>
                    <a:pt x="104880" y="274816"/>
                  </a:lnTo>
                  <a:lnTo>
                    <a:pt x="104762" y="274574"/>
                  </a:lnTo>
                  <a:lnTo>
                    <a:pt x="104555" y="274301"/>
                  </a:lnTo>
                  <a:lnTo>
                    <a:pt x="104141" y="273787"/>
                  </a:lnTo>
                  <a:lnTo>
                    <a:pt x="103667" y="273333"/>
                  </a:lnTo>
                  <a:lnTo>
                    <a:pt x="103401" y="273091"/>
                  </a:lnTo>
                  <a:lnTo>
                    <a:pt x="103135" y="272910"/>
                  </a:lnTo>
                  <a:lnTo>
                    <a:pt x="102750" y="272698"/>
                  </a:lnTo>
                  <a:lnTo>
                    <a:pt x="102454" y="272426"/>
                  </a:lnTo>
                  <a:lnTo>
                    <a:pt x="102158" y="272093"/>
                  </a:lnTo>
                  <a:lnTo>
                    <a:pt x="101922" y="271730"/>
                  </a:lnTo>
                  <a:lnTo>
                    <a:pt x="101715" y="271367"/>
                  </a:lnTo>
                  <a:lnTo>
                    <a:pt x="101567" y="271065"/>
                  </a:lnTo>
                  <a:lnTo>
                    <a:pt x="101330" y="270671"/>
                  </a:lnTo>
                  <a:lnTo>
                    <a:pt x="100975" y="270218"/>
                  </a:lnTo>
                  <a:lnTo>
                    <a:pt x="100561" y="269885"/>
                  </a:lnTo>
                  <a:lnTo>
                    <a:pt x="100295" y="269643"/>
                  </a:lnTo>
                  <a:lnTo>
                    <a:pt x="99999" y="269189"/>
                  </a:lnTo>
                  <a:lnTo>
                    <a:pt x="99821" y="268887"/>
                  </a:lnTo>
                  <a:lnTo>
                    <a:pt x="98786" y="267223"/>
                  </a:lnTo>
                  <a:lnTo>
                    <a:pt x="98549" y="266951"/>
                  </a:lnTo>
                  <a:lnTo>
                    <a:pt x="98372" y="266648"/>
                  </a:lnTo>
                  <a:lnTo>
                    <a:pt x="98046" y="266316"/>
                  </a:lnTo>
                  <a:lnTo>
                    <a:pt x="97839" y="265953"/>
                  </a:lnTo>
                  <a:lnTo>
                    <a:pt x="97750" y="265469"/>
                  </a:lnTo>
                  <a:lnTo>
                    <a:pt x="97869" y="264924"/>
                  </a:lnTo>
                  <a:lnTo>
                    <a:pt x="97898" y="264410"/>
                  </a:lnTo>
                  <a:lnTo>
                    <a:pt x="97839" y="263412"/>
                  </a:lnTo>
                  <a:lnTo>
                    <a:pt x="98046" y="262504"/>
                  </a:lnTo>
                  <a:lnTo>
                    <a:pt x="98224" y="262020"/>
                  </a:lnTo>
                  <a:lnTo>
                    <a:pt x="98756" y="261506"/>
                  </a:lnTo>
                  <a:lnTo>
                    <a:pt x="99022" y="260901"/>
                  </a:lnTo>
                  <a:lnTo>
                    <a:pt x="99614" y="259237"/>
                  </a:lnTo>
                  <a:lnTo>
                    <a:pt x="100028" y="258481"/>
                  </a:lnTo>
                  <a:lnTo>
                    <a:pt x="100354" y="258057"/>
                  </a:lnTo>
                  <a:lnTo>
                    <a:pt x="100679" y="257573"/>
                  </a:lnTo>
                  <a:lnTo>
                    <a:pt x="100798" y="257301"/>
                  </a:lnTo>
                  <a:lnTo>
                    <a:pt x="100798" y="256908"/>
                  </a:lnTo>
                  <a:lnTo>
                    <a:pt x="100827" y="256454"/>
                  </a:lnTo>
                  <a:lnTo>
                    <a:pt x="100709" y="255910"/>
                  </a:lnTo>
                  <a:lnTo>
                    <a:pt x="100620" y="255335"/>
                  </a:lnTo>
                  <a:lnTo>
                    <a:pt x="100590" y="254760"/>
                  </a:lnTo>
                  <a:lnTo>
                    <a:pt x="100590" y="254004"/>
                  </a:lnTo>
                  <a:lnTo>
                    <a:pt x="100650" y="253308"/>
                  </a:lnTo>
                  <a:lnTo>
                    <a:pt x="100709" y="252976"/>
                  </a:lnTo>
                  <a:lnTo>
                    <a:pt x="100945" y="252280"/>
                  </a:lnTo>
                  <a:lnTo>
                    <a:pt x="101005" y="251766"/>
                  </a:lnTo>
                  <a:lnTo>
                    <a:pt x="100857" y="250888"/>
                  </a:lnTo>
                  <a:lnTo>
                    <a:pt x="100827" y="250495"/>
                  </a:lnTo>
                  <a:lnTo>
                    <a:pt x="100827" y="249739"/>
                  </a:lnTo>
                  <a:lnTo>
                    <a:pt x="100738" y="248922"/>
                  </a:lnTo>
                  <a:lnTo>
                    <a:pt x="100709" y="248650"/>
                  </a:lnTo>
                  <a:lnTo>
                    <a:pt x="100738" y="248438"/>
                  </a:lnTo>
                  <a:lnTo>
                    <a:pt x="100798" y="247621"/>
                  </a:lnTo>
                  <a:lnTo>
                    <a:pt x="100709" y="247137"/>
                  </a:lnTo>
                  <a:lnTo>
                    <a:pt x="100650" y="246865"/>
                  </a:lnTo>
                  <a:lnTo>
                    <a:pt x="100265" y="246018"/>
                  </a:lnTo>
                  <a:lnTo>
                    <a:pt x="99673" y="244990"/>
                  </a:lnTo>
                  <a:lnTo>
                    <a:pt x="99525" y="244445"/>
                  </a:lnTo>
                  <a:lnTo>
                    <a:pt x="99437" y="243901"/>
                  </a:lnTo>
                  <a:lnTo>
                    <a:pt x="99496" y="243538"/>
                  </a:lnTo>
                  <a:lnTo>
                    <a:pt x="99585" y="243205"/>
                  </a:lnTo>
                  <a:lnTo>
                    <a:pt x="99880" y="242388"/>
                  </a:lnTo>
                  <a:lnTo>
                    <a:pt x="100265" y="241692"/>
                  </a:lnTo>
                  <a:lnTo>
                    <a:pt x="100324" y="241299"/>
                  </a:lnTo>
                  <a:lnTo>
                    <a:pt x="100295" y="240664"/>
                  </a:lnTo>
                  <a:lnTo>
                    <a:pt x="100235" y="239908"/>
                  </a:lnTo>
                  <a:lnTo>
                    <a:pt x="100058" y="239454"/>
                  </a:lnTo>
                  <a:lnTo>
                    <a:pt x="99732" y="239031"/>
                  </a:lnTo>
                  <a:lnTo>
                    <a:pt x="99555" y="238698"/>
                  </a:lnTo>
                  <a:lnTo>
                    <a:pt x="98667" y="236520"/>
                  </a:lnTo>
                  <a:lnTo>
                    <a:pt x="98519" y="235552"/>
                  </a:lnTo>
                  <a:lnTo>
                    <a:pt x="98490" y="234039"/>
                  </a:lnTo>
                  <a:lnTo>
                    <a:pt x="98401" y="233616"/>
                  </a:lnTo>
                  <a:lnTo>
                    <a:pt x="98046" y="233132"/>
                  </a:lnTo>
                  <a:lnTo>
                    <a:pt x="97928" y="232587"/>
                  </a:lnTo>
                  <a:lnTo>
                    <a:pt x="97839" y="232406"/>
                  </a:lnTo>
                  <a:lnTo>
                    <a:pt x="97661" y="232164"/>
                  </a:lnTo>
                  <a:lnTo>
                    <a:pt x="97395" y="231710"/>
                  </a:lnTo>
                  <a:lnTo>
                    <a:pt x="97306" y="231408"/>
                  </a:lnTo>
                  <a:lnTo>
                    <a:pt x="97129" y="230530"/>
                  </a:lnTo>
                  <a:lnTo>
                    <a:pt x="97040" y="230349"/>
                  </a:lnTo>
                  <a:lnTo>
                    <a:pt x="96833" y="230167"/>
                  </a:lnTo>
                  <a:lnTo>
                    <a:pt x="95679" y="229048"/>
                  </a:lnTo>
                  <a:lnTo>
                    <a:pt x="95561" y="228867"/>
                  </a:lnTo>
                  <a:lnTo>
                    <a:pt x="95235" y="228443"/>
                  </a:lnTo>
                  <a:lnTo>
                    <a:pt x="95117" y="227899"/>
                  </a:lnTo>
                  <a:lnTo>
                    <a:pt x="95117" y="226991"/>
                  </a:lnTo>
                  <a:lnTo>
                    <a:pt x="95058" y="225902"/>
                  </a:lnTo>
                  <a:lnTo>
                    <a:pt x="94940" y="225630"/>
                  </a:lnTo>
                  <a:lnTo>
                    <a:pt x="94703" y="224934"/>
                  </a:lnTo>
                  <a:lnTo>
                    <a:pt x="94614" y="224269"/>
                  </a:lnTo>
                  <a:lnTo>
                    <a:pt x="94703" y="223603"/>
                  </a:lnTo>
                  <a:lnTo>
                    <a:pt x="94969" y="222908"/>
                  </a:lnTo>
                  <a:lnTo>
                    <a:pt x="95117" y="222000"/>
                  </a:lnTo>
                  <a:lnTo>
                    <a:pt x="95058" y="220941"/>
                  </a:lnTo>
                  <a:lnTo>
                    <a:pt x="93993" y="217705"/>
                  </a:lnTo>
                  <a:lnTo>
                    <a:pt x="93993" y="216555"/>
                  </a:lnTo>
                  <a:lnTo>
                    <a:pt x="94052" y="216283"/>
                  </a:lnTo>
                  <a:lnTo>
                    <a:pt x="93993" y="215890"/>
                  </a:lnTo>
                  <a:lnTo>
                    <a:pt x="93815" y="215799"/>
                  </a:lnTo>
                  <a:lnTo>
                    <a:pt x="93549" y="215829"/>
                  </a:lnTo>
                  <a:lnTo>
                    <a:pt x="93253" y="215920"/>
                  </a:lnTo>
                  <a:lnTo>
                    <a:pt x="92454" y="216101"/>
                  </a:lnTo>
                  <a:lnTo>
                    <a:pt x="91863" y="216011"/>
                  </a:lnTo>
                  <a:lnTo>
                    <a:pt x="91537" y="215617"/>
                  </a:lnTo>
                  <a:lnTo>
                    <a:pt x="91508" y="215164"/>
                  </a:lnTo>
                  <a:lnTo>
                    <a:pt x="91478" y="214377"/>
                  </a:lnTo>
                  <a:lnTo>
                    <a:pt x="91330" y="213379"/>
                  </a:lnTo>
                  <a:lnTo>
                    <a:pt x="91389" y="212835"/>
                  </a:lnTo>
                  <a:lnTo>
                    <a:pt x="91301" y="212018"/>
                  </a:lnTo>
                  <a:lnTo>
                    <a:pt x="90472" y="210082"/>
                  </a:lnTo>
                  <a:lnTo>
                    <a:pt x="90295" y="209779"/>
                  </a:lnTo>
                  <a:lnTo>
                    <a:pt x="90028" y="209326"/>
                  </a:lnTo>
                  <a:lnTo>
                    <a:pt x="89733" y="208267"/>
                  </a:lnTo>
                  <a:lnTo>
                    <a:pt x="89614" y="207934"/>
                  </a:lnTo>
                  <a:lnTo>
                    <a:pt x="88520" y="206785"/>
                  </a:lnTo>
                  <a:lnTo>
                    <a:pt x="88372" y="206573"/>
                  </a:lnTo>
                  <a:lnTo>
                    <a:pt x="87957" y="205938"/>
                  </a:lnTo>
                  <a:lnTo>
                    <a:pt x="87662" y="205635"/>
                  </a:lnTo>
                  <a:lnTo>
                    <a:pt x="87514" y="205121"/>
                  </a:lnTo>
                  <a:lnTo>
                    <a:pt x="87573" y="204455"/>
                  </a:lnTo>
                  <a:lnTo>
                    <a:pt x="87839" y="203699"/>
                  </a:lnTo>
                  <a:lnTo>
                    <a:pt x="87780" y="203276"/>
                  </a:lnTo>
                  <a:lnTo>
                    <a:pt x="87632" y="203185"/>
                  </a:lnTo>
                  <a:lnTo>
                    <a:pt x="87307" y="203155"/>
                  </a:lnTo>
                  <a:lnTo>
                    <a:pt x="86804" y="203094"/>
                  </a:lnTo>
                  <a:lnTo>
                    <a:pt x="86064" y="203003"/>
                  </a:lnTo>
                  <a:lnTo>
                    <a:pt x="85295" y="202731"/>
                  </a:lnTo>
                  <a:lnTo>
                    <a:pt x="84496" y="202338"/>
                  </a:lnTo>
                  <a:lnTo>
                    <a:pt x="84023" y="202066"/>
                  </a:lnTo>
                  <a:lnTo>
                    <a:pt x="83431" y="201763"/>
                  </a:lnTo>
                  <a:lnTo>
                    <a:pt x="83017" y="201491"/>
                  </a:lnTo>
                  <a:lnTo>
                    <a:pt x="82307" y="201007"/>
                  </a:lnTo>
                  <a:lnTo>
                    <a:pt x="80946" y="199857"/>
                  </a:lnTo>
                  <a:lnTo>
                    <a:pt x="80531" y="199767"/>
                  </a:lnTo>
                  <a:lnTo>
                    <a:pt x="80028" y="199676"/>
                  </a:lnTo>
                  <a:lnTo>
                    <a:pt x="79496" y="199676"/>
                  </a:lnTo>
                  <a:lnTo>
                    <a:pt x="79111" y="199676"/>
                  </a:lnTo>
                  <a:lnTo>
                    <a:pt x="78549" y="199495"/>
                  </a:lnTo>
                  <a:lnTo>
                    <a:pt x="78342" y="199464"/>
                  </a:lnTo>
                  <a:lnTo>
                    <a:pt x="78105" y="199495"/>
                  </a:lnTo>
                  <a:lnTo>
                    <a:pt x="77810" y="199585"/>
                  </a:lnTo>
                  <a:lnTo>
                    <a:pt x="77543" y="199797"/>
                  </a:lnTo>
                  <a:lnTo>
                    <a:pt x="76153" y="200341"/>
                  </a:lnTo>
                  <a:lnTo>
                    <a:pt x="75857" y="200462"/>
                  </a:lnTo>
                  <a:lnTo>
                    <a:pt x="75295" y="200614"/>
                  </a:lnTo>
                  <a:lnTo>
                    <a:pt x="74703" y="200704"/>
                  </a:lnTo>
                  <a:lnTo>
                    <a:pt x="73756" y="200644"/>
                  </a:lnTo>
                  <a:lnTo>
                    <a:pt x="72602" y="200493"/>
                  </a:lnTo>
                  <a:lnTo>
                    <a:pt x="71567" y="200251"/>
                  </a:lnTo>
                  <a:lnTo>
                    <a:pt x="70857" y="200069"/>
                  </a:lnTo>
                  <a:lnTo>
                    <a:pt x="69881" y="199827"/>
                  </a:lnTo>
                  <a:lnTo>
                    <a:pt x="68875" y="199797"/>
                  </a:lnTo>
                  <a:lnTo>
                    <a:pt x="68224" y="199827"/>
                  </a:lnTo>
                  <a:lnTo>
                    <a:pt x="67839" y="199978"/>
                  </a:lnTo>
                  <a:lnTo>
                    <a:pt x="67662" y="200069"/>
                  </a:lnTo>
                  <a:lnTo>
                    <a:pt x="66892" y="200160"/>
                  </a:lnTo>
                  <a:lnTo>
                    <a:pt x="66626" y="200099"/>
                  </a:lnTo>
                  <a:lnTo>
                    <a:pt x="65827" y="199918"/>
                  </a:lnTo>
                  <a:lnTo>
                    <a:pt x="65561" y="199737"/>
                  </a:lnTo>
                  <a:lnTo>
                    <a:pt x="65236" y="199555"/>
                  </a:lnTo>
                  <a:lnTo>
                    <a:pt x="64762" y="199162"/>
                  </a:lnTo>
                  <a:lnTo>
                    <a:pt x="64052" y="197982"/>
                  </a:lnTo>
                  <a:lnTo>
                    <a:pt x="63608" y="197317"/>
                  </a:lnTo>
                  <a:lnTo>
                    <a:pt x="63135" y="196833"/>
                  </a:lnTo>
                  <a:lnTo>
                    <a:pt x="62070" y="196076"/>
                  </a:lnTo>
                  <a:lnTo>
                    <a:pt x="61390" y="195623"/>
                  </a:lnTo>
                  <a:lnTo>
                    <a:pt x="60413" y="195139"/>
                  </a:lnTo>
                  <a:lnTo>
                    <a:pt x="60206" y="194987"/>
                  </a:lnTo>
                  <a:lnTo>
                    <a:pt x="60029" y="194806"/>
                  </a:lnTo>
                  <a:lnTo>
                    <a:pt x="59614" y="194110"/>
                  </a:lnTo>
                  <a:lnTo>
                    <a:pt x="58401" y="192567"/>
                  </a:lnTo>
                  <a:lnTo>
                    <a:pt x="57839" y="191872"/>
                  </a:lnTo>
                  <a:lnTo>
                    <a:pt x="57396" y="191297"/>
                  </a:lnTo>
                  <a:lnTo>
                    <a:pt x="57040" y="190994"/>
                  </a:lnTo>
                  <a:lnTo>
                    <a:pt x="56745" y="190662"/>
                  </a:lnTo>
                  <a:lnTo>
                    <a:pt x="56685" y="190450"/>
                  </a:lnTo>
                  <a:lnTo>
                    <a:pt x="56863" y="188907"/>
                  </a:lnTo>
                  <a:lnTo>
                    <a:pt x="57159" y="187001"/>
                  </a:lnTo>
                  <a:lnTo>
                    <a:pt x="57366" y="185640"/>
                  </a:lnTo>
                  <a:lnTo>
                    <a:pt x="57543" y="184642"/>
                  </a:lnTo>
                  <a:lnTo>
                    <a:pt x="57662" y="184340"/>
                  </a:lnTo>
                  <a:lnTo>
                    <a:pt x="59200" y="182252"/>
                  </a:lnTo>
                  <a:lnTo>
                    <a:pt x="59703" y="181889"/>
                  </a:lnTo>
                  <a:lnTo>
                    <a:pt x="59822" y="181647"/>
                  </a:lnTo>
                  <a:lnTo>
                    <a:pt x="60354" y="180952"/>
                  </a:lnTo>
                  <a:lnTo>
                    <a:pt x="60384" y="180710"/>
                  </a:lnTo>
                  <a:lnTo>
                    <a:pt x="60384" y="180316"/>
                  </a:lnTo>
                  <a:lnTo>
                    <a:pt x="60384" y="180105"/>
                  </a:lnTo>
                  <a:lnTo>
                    <a:pt x="60295" y="179167"/>
                  </a:lnTo>
                  <a:lnTo>
                    <a:pt x="60502" y="178199"/>
                  </a:lnTo>
                  <a:lnTo>
                    <a:pt x="60798" y="177564"/>
                  </a:lnTo>
                  <a:lnTo>
                    <a:pt x="60975" y="177170"/>
                  </a:lnTo>
                  <a:lnTo>
                    <a:pt x="61182" y="176596"/>
                  </a:lnTo>
                  <a:lnTo>
                    <a:pt x="61182" y="176202"/>
                  </a:lnTo>
                  <a:lnTo>
                    <a:pt x="61064" y="175658"/>
                  </a:lnTo>
                  <a:lnTo>
                    <a:pt x="61094" y="175476"/>
                  </a:lnTo>
                  <a:lnTo>
                    <a:pt x="61745" y="174206"/>
                  </a:lnTo>
                  <a:lnTo>
                    <a:pt x="61833" y="173692"/>
                  </a:lnTo>
                  <a:lnTo>
                    <a:pt x="61893" y="173177"/>
                  </a:lnTo>
                  <a:lnTo>
                    <a:pt x="61833" y="172784"/>
                  </a:lnTo>
                  <a:lnTo>
                    <a:pt x="61597" y="172542"/>
                  </a:lnTo>
                  <a:lnTo>
                    <a:pt x="61330" y="172300"/>
                  </a:lnTo>
                  <a:lnTo>
                    <a:pt x="60739" y="171816"/>
                  </a:lnTo>
                  <a:lnTo>
                    <a:pt x="60650" y="171605"/>
                  </a:lnTo>
                  <a:lnTo>
                    <a:pt x="60561" y="171121"/>
                  </a:lnTo>
                  <a:lnTo>
                    <a:pt x="60295" y="170485"/>
                  </a:lnTo>
                  <a:lnTo>
                    <a:pt x="60295" y="170183"/>
                  </a:lnTo>
                  <a:lnTo>
                    <a:pt x="60384" y="169699"/>
                  </a:lnTo>
                  <a:lnTo>
                    <a:pt x="60472" y="168670"/>
                  </a:lnTo>
                  <a:lnTo>
                    <a:pt x="60384" y="168459"/>
                  </a:lnTo>
                  <a:lnTo>
                    <a:pt x="59822" y="168126"/>
                  </a:lnTo>
                  <a:lnTo>
                    <a:pt x="59230" y="167581"/>
                  </a:lnTo>
                  <a:lnTo>
                    <a:pt x="59052" y="167400"/>
                  </a:lnTo>
                  <a:lnTo>
                    <a:pt x="58816" y="166886"/>
                  </a:lnTo>
                  <a:lnTo>
                    <a:pt x="58520" y="166341"/>
                  </a:lnTo>
                  <a:lnTo>
                    <a:pt x="58106" y="165857"/>
                  </a:lnTo>
                  <a:lnTo>
                    <a:pt x="57898" y="165524"/>
                  </a:lnTo>
                  <a:lnTo>
                    <a:pt x="57869" y="165222"/>
                  </a:lnTo>
                  <a:lnTo>
                    <a:pt x="58017" y="164768"/>
                  </a:lnTo>
                  <a:lnTo>
                    <a:pt x="58342" y="164072"/>
                  </a:lnTo>
                  <a:lnTo>
                    <a:pt x="58727" y="163649"/>
                  </a:lnTo>
                  <a:lnTo>
                    <a:pt x="58756" y="163377"/>
                  </a:lnTo>
                  <a:lnTo>
                    <a:pt x="58549" y="162651"/>
                  </a:lnTo>
                  <a:lnTo>
                    <a:pt x="58549" y="162136"/>
                  </a:lnTo>
                  <a:lnTo>
                    <a:pt x="58727" y="161592"/>
                  </a:lnTo>
                  <a:lnTo>
                    <a:pt x="58697" y="161289"/>
                  </a:lnTo>
                  <a:lnTo>
                    <a:pt x="58520" y="160896"/>
                  </a:lnTo>
                  <a:lnTo>
                    <a:pt x="58431" y="160442"/>
                  </a:lnTo>
                  <a:lnTo>
                    <a:pt x="58461" y="159837"/>
                  </a:lnTo>
                  <a:lnTo>
                    <a:pt x="58461" y="158597"/>
                  </a:lnTo>
                  <a:lnTo>
                    <a:pt x="57928" y="158446"/>
                  </a:lnTo>
                  <a:lnTo>
                    <a:pt x="57514" y="158265"/>
                  </a:lnTo>
                  <a:lnTo>
                    <a:pt x="57188" y="158144"/>
                  </a:lnTo>
                  <a:lnTo>
                    <a:pt x="56893" y="157932"/>
                  </a:lnTo>
                  <a:lnTo>
                    <a:pt x="56419" y="157660"/>
                  </a:lnTo>
                  <a:lnTo>
                    <a:pt x="56182" y="157297"/>
                  </a:lnTo>
                  <a:lnTo>
                    <a:pt x="55975" y="156873"/>
                  </a:lnTo>
                  <a:lnTo>
                    <a:pt x="55709" y="156510"/>
                  </a:lnTo>
                  <a:lnTo>
                    <a:pt x="55413" y="156147"/>
                  </a:lnTo>
                  <a:lnTo>
                    <a:pt x="55206" y="156026"/>
                  </a:lnTo>
                  <a:lnTo>
                    <a:pt x="54378" y="155633"/>
                  </a:lnTo>
                  <a:lnTo>
                    <a:pt x="53697" y="155240"/>
                  </a:lnTo>
                  <a:lnTo>
                    <a:pt x="53668" y="154937"/>
                  </a:lnTo>
                  <a:lnTo>
                    <a:pt x="53697" y="154635"/>
                  </a:lnTo>
                  <a:lnTo>
                    <a:pt x="53579" y="154362"/>
                  </a:lnTo>
                  <a:lnTo>
                    <a:pt x="53283" y="154241"/>
                  </a:lnTo>
                  <a:lnTo>
                    <a:pt x="53076" y="154151"/>
                  </a:lnTo>
                  <a:lnTo>
                    <a:pt x="52662" y="153848"/>
                  </a:lnTo>
                  <a:lnTo>
                    <a:pt x="52425" y="153576"/>
                  </a:lnTo>
                  <a:lnTo>
                    <a:pt x="52336" y="153364"/>
                  </a:lnTo>
                  <a:lnTo>
                    <a:pt x="52218" y="153213"/>
                  </a:lnTo>
                  <a:lnTo>
                    <a:pt x="51952" y="153092"/>
                  </a:lnTo>
                  <a:lnTo>
                    <a:pt x="51804" y="153031"/>
                  </a:lnTo>
                  <a:lnTo>
                    <a:pt x="51597" y="153001"/>
                  </a:lnTo>
                  <a:lnTo>
                    <a:pt x="51360" y="152910"/>
                  </a:lnTo>
                  <a:lnTo>
                    <a:pt x="51005" y="152638"/>
                  </a:lnTo>
                  <a:lnTo>
                    <a:pt x="50709" y="152336"/>
                  </a:lnTo>
                  <a:lnTo>
                    <a:pt x="50413" y="151912"/>
                  </a:lnTo>
                  <a:lnTo>
                    <a:pt x="49970" y="151337"/>
                  </a:lnTo>
                  <a:lnTo>
                    <a:pt x="49822" y="151277"/>
                  </a:lnTo>
                  <a:lnTo>
                    <a:pt x="49467" y="151126"/>
                  </a:lnTo>
                  <a:lnTo>
                    <a:pt x="48904" y="151005"/>
                  </a:lnTo>
                  <a:lnTo>
                    <a:pt x="48461" y="150914"/>
                  </a:lnTo>
                  <a:lnTo>
                    <a:pt x="47987" y="150823"/>
                  </a:lnTo>
                  <a:lnTo>
                    <a:pt x="47041" y="150884"/>
                  </a:lnTo>
                  <a:lnTo>
                    <a:pt x="46774" y="151065"/>
                  </a:lnTo>
                  <a:lnTo>
                    <a:pt x="46597" y="151277"/>
                  </a:lnTo>
                  <a:lnTo>
                    <a:pt x="46390" y="151489"/>
                  </a:lnTo>
                  <a:lnTo>
                    <a:pt x="45887" y="151670"/>
                  </a:lnTo>
                  <a:lnTo>
                    <a:pt x="45620" y="151458"/>
                  </a:lnTo>
                  <a:lnTo>
                    <a:pt x="45502" y="151307"/>
                  </a:lnTo>
                  <a:lnTo>
                    <a:pt x="45413" y="151126"/>
                  </a:lnTo>
                  <a:lnTo>
                    <a:pt x="45265" y="150732"/>
                  </a:lnTo>
                  <a:lnTo>
                    <a:pt x="45117" y="150127"/>
                  </a:lnTo>
                  <a:lnTo>
                    <a:pt x="45058" y="149825"/>
                  </a:lnTo>
                  <a:lnTo>
                    <a:pt x="45117" y="149311"/>
                  </a:lnTo>
                  <a:lnTo>
                    <a:pt x="45058" y="149069"/>
                  </a:lnTo>
                  <a:lnTo>
                    <a:pt x="44910" y="148766"/>
                  </a:lnTo>
                  <a:lnTo>
                    <a:pt x="44733" y="148252"/>
                  </a:lnTo>
                  <a:lnTo>
                    <a:pt x="44733" y="148040"/>
                  </a:lnTo>
                  <a:lnTo>
                    <a:pt x="44762" y="147889"/>
                  </a:lnTo>
                  <a:lnTo>
                    <a:pt x="44910" y="147586"/>
                  </a:lnTo>
                  <a:lnTo>
                    <a:pt x="45088" y="147163"/>
                  </a:lnTo>
                  <a:lnTo>
                    <a:pt x="45177" y="146800"/>
                  </a:lnTo>
                  <a:lnTo>
                    <a:pt x="45295" y="146256"/>
                  </a:lnTo>
                  <a:lnTo>
                    <a:pt x="45325" y="145862"/>
                  </a:lnTo>
                  <a:lnTo>
                    <a:pt x="45354" y="145560"/>
                  </a:lnTo>
                  <a:lnTo>
                    <a:pt x="45354" y="145257"/>
                  </a:lnTo>
                  <a:lnTo>
                    <a:pt x="45236" y="144894"/>
                  </a:lnTo>
                  <a:lnTo>
                    <a:pt x="45088" y="144471"/>
                  </a:lnTo>
                  <a:lnTo>
                    <a:pt x="44881" y="143987"/>
                  </a:lnTo>
                  <a:lnTo>
                    <a:pt x="44733" y="143745"/>
                  </a:lnTo>
                  <a:lnTo>
                    <a:pt x="44674" y="143442"/>
                  </a:lnTo>
                  <a:lnTo>
                    <a:pt x="44526" y="143170"/>
                  </a:lnTo>
                  <a:lnTo>
                    <a:pt x="44171" y="142898"/>
                  </a:lnTo>
                  <a:lnTo>
                    <a:pt x="43579" y="142384"/>
                  </a:lnTo>
                  <a:lnTo>
                    <a:pt x="43047" y="142081"/>
                  </a:lnTo>
                  <a:lnTo>
                    <a:pt x="42189" y="141718"/>
                  </a:lnTo>
                  <a:lnTo>
                    <a:pt x="41804" y="141627"/>
                  </a:lnTo>
                  <a:lnTo>
                    <a:pt x="41183" y="141597"/>
                  </a:lnTo>
                  <a:lnTo>
                    <a:pt x="41005" y="141506"/>
                  </a:lnTo>
                  <a:lnTo>
                    <a:pt x="40739" y="141295"/>
                  </a:lnTo>
                  <a:lnTo>
                    <a:pt x="40561" y="141264"/>
                  </a:lnTo>
                  <a:lnTo>
                    <a:pt x="39437" y="142142"/>
                  </a:lnTo>
                  <a:lnTo>
                    <a:pt x="38372" y="141930"/>
                  </a:lnTo>
                  <a:lnTo>
                    <a:pt x="36656" y="144229"/>
                  </a:lnTo>
                  <a:lnTo>
                    <a:pt x="34999" y="142202"/>
                  </a:lnTo>
                  <a:lnTo>
                    <a:pt x="34023" y="140357"/>
                  </a:lnTo>
                  <a:lnTo>
                    <a:pt x="32721" y="139752"/>
                  </a:lnTo>
                  <a:lnTo>
                    <a:pt x="31508" y="138542"/>
                  </a:lnTo>
                  <a:lnTo>
                    <a:pt x="29911" y="136243"/>
                  </a:lnTo>
                  <a:lnTo>
                    <a:pt x="31597" y="135275"/>
                  </a:lnTo>
                  <a:lnTo>
                    <a:pt x="30591" y="133702"/>
                  </a:lnTo>
                  <a:lnTo>
                    <a:pt x="31626" y="132795"/>
                  </a:lnTo>
                  <a:lnTo>
                    <a:pt x="31538" y="132643"/>
                  </a:lnTo>
                  <a:lnTo>
                    <a:pt x="32544" y="131978"/>
                  </a:lnTo>
                  <a:lnTo>
                    <a:pt x="33816" y="133762"/>
                  </a:lnTo>
                  <a:lnTo>
                    <a:pt x="34940" y="133037"/>
                  </a:lnTo>
                  <a:lnTo>
                    <a:pt x="36183" y="135003"/>
                  </a:lnTo>
                  <a:lnTo>
                    <a:pt x="37514" y="134458"/>
                  </a:lnTo>
                  <a:lnTo>
                    <a:pt x="39526" y="133097"/>
                  </a:lnTo>
                  <a:lnTo>
                    <a:pt x="39141" y="131796"/>
                  </a:lnTo>
                  <a:lnTo>
                    <a:pt x="39141" y="131615"/>
                  </a:lnTo>
                  <a:lnTo>
                    <a:pt x="38757" y="130465"/>
                  </a:lnTo>
                  <a:lnTo>
                    <a:pt x="38076" y="128408"/>
                  </a:lnTo>
                  <a:lnTo>
                    <a:pt x="38135" y="126866"/>
                  </a:lnTo>
                  <a:lnTo>
                    <a:pt x="37928" y="126805"/>
                  </a:lnTo>
                  <a:lnTo>
                    <a:pt x="37899" y="126321"/>
                  </a:lnTo>
                  <a:lnTo>
                    <a:pt x="38047" y="125232"/>
                  </a:lnTo>
                  <a:lnTo>
                    <a:pt x="38490" y="123780"/>
                  </a:lnTo>
                  <a:lnTo>
                    <a:pt x="38431" y="120785"/>
                  </a:lnTo>
                  <a:lnTo>
                    <a:pt x="38431" y="119182"/>
                  </a:lnTo>
                  <a:lnTo>
                    <a:pt x="37159" y="118093"/>
                  </a:lnTo>
                  <a:lnTo>
                    <a:pt x="36479" y="117488"/>
                  </a:lnTo>
                  <a:lnTo>
                    <a:pt x="35443" y="116611"/>
                  </a:lnTo>
                  <a:lnTo>
                    <a:pt x="34999" y="117065"/>
                  </a:lnTo>
                  <a:lnTo>
                    <a:pt x="33254" y="115401"/>
                  </a:lnTo>
                  <a:lnTo>
                    <a:pt x="34970" y="113586"/>
                  </a:lnTo>
                  <a:lnTo>
                    <a:pt x="32100" y="110319"/>
                  </a:lnTo>
                  <a:lnTo>
                    <a:pt x="31064" y="109049"/>
                  </a:lnTo>
                  <a:lnTo>
                    <a:pt x="30857" y="106750"/>
                  </a:lnTo>
                  <a:lnTo>
                    <a:pt x="31597" y="103937"/>
                  </a:lnTo>
                  <a:lnTo>
                    <a:pt x="32159" y="101759"/>
                  </a:lnTo>
                  <a:lnTo>
                    <a:pt x="32721" y="99460"/>
                  </a:lnTo>
                  <a:lnTo>
                    <a:pt x="33313" y="96888"/>
                  </a:lnTo>
                  <a:lnTo>
                    <a:pt x="33845" y="95104"/>
                  </a:lnTo>
                  <a:lnTo>
                    <a:pt x="34171" y="94499"/>
                  </a:lnTo>
                  <a:lnTo>
                    <a:pt x="29526" y="91444"/>
                  </a:lnTo>
                  <a:lnTo>
                    <a:pt x="28342" y="89810"/>
                  </a:lnTo>
                  <a:lnTo>
                    <a:pt x="26360" y="87330"/>
                  </a:lnTo>
                  <a:lnTo>
                    <a:pt x="29348" y="83639"/>
                  </a:lnTo>
                  <a:lnTo>
                    <a:pt x="27692" y="82308"/>
                  </a:lnTo>
                  <a:lnTo>
                    <a:pt x="23254" y="78648"/>
                  </a:lnTo>
                  <a:lnTo>
                    <a:pt x="21567" y="77257"/>
                  </a:lnTo>
                  <a:lnTo>
                    <a:pt x="20473" y="76258"/>
                  </a:lnTo>
                  <a:lnTo>
                    <a:pt x="19970" y="75774"/>
                  </a:lnTo>
                  <a:lnTo>
                    <a:pt x="19408" y="75169"/>
                  </a:lnTo>
                  <a:lnTo>
                    <a:pt x="18017" y="73536"/>
                  </a:lnTo>
                  <a:lnTo>
                    <a:pt x="15118" y="70208"/>
                  </a:lnTo>
                  <a:lnTo>
                    <a:pt x="12573" y="67274"/>
                  </a:lnTo>
                  <a:lnTo>
                    <a:pt x="9674" y="63947"/>
                  </a:lnTo>
                  <a:lnTo>
                    <a:pt x="9023" y="63160"/>
                  </a:lnTo>
                  <a:lnTo>
                    <a:pt x="8106" y="62132"/>
                  </a:lnTo>
                  <a:lnTo>
                    <a:pt x="6094" y="59772"/>
                  </a:lnTo>
                  <a:lnTo>
                    <a:pt x="5029" y="58502"/>
                  </a:lnTo>
                  <a:lnTo>
                    <a:pt x="3846" y="57171"/>
                  </a:lnTo>
                  <a:lnTo>
                    <a:pt x="3224" y="56263"/>
                  </a:lnTo>
                  <a:lnTo>
                    <a:pt x="2840" y="55628"/>
                  </a:lnTo>
                  <a:lnTo>
                    <a:pt x="2573" y="55144"/>
                  </a:lnTo>
                  <a:lnTo>
                    <a:pt x="2337" y="54630"/>
                  </a:lnTo>
                  <a:lnTo>
                    <a:pt x="1863" y="53480"/>
                  </a:lnTo>
                  <a:lnTo>
                    <a:pt x="1153" y="51696"/>
                  </a:lnTo>
                  <a:lnTo>
                    <a:pt x="0" y="48852"/>
                  </a:lnTo>
                  <a:lnTo>
                    <a:pt x="2041" y="48459"/>
                  </a:lnTo>
                  <a:lnTo>
                    <a:pt x="3017" y="47915"/>
                  </a:lnTo>
                  <a:lnTo>
                    <a:pt x="3875" y="47431"/>
                  </a:lnTo>
                  <a:lnTo>
                    <a:pt x="4999" y="46795"/>
                  </a:lnTo>
                  <a:lnTo>
                    <a:pt x="5976" y="47915"/>
                  </a:lnTo>
                  <a:lnTo>
                    <a:pt x="7573" y="49427"/>
                  </a:lnTo>
                  <a:lnTo>
                    <a:pt x="8994" y="49276"/>
                  </a:lnTo>
                  <a:lnTo>
                    <a:pt x="9999" y="49518"/>
                  </a:lnTo>
                  <a:lnTo>
                    <a:pt x="11804" y="48187"/>
                  </a:lnTo>
                  <a:lnTo>
                    <a:pt x="15325" y="48731"/>
                  </a:lnTo>
                  <a:lnTo>
                    <a:pt x="16242" y="49246"/>
                  </a:lnTo>
                  <a:lnTo>
                    <a:pt x="17692" y="49578"/>
                  </a:lnTo>
                  <a:lnTo>
                    <a:pt x="18224" y="49790"/>
                  </a:lnTo>
                  <a:lnTo>
                    <a:pt x="18846" y="49881"/>
                  </a:lnTo>
                  <a:lnTo>
                    <a:pt x="19141" y="49669"/>
                  </a:lnTo>
                  <a:lnTo>
                    <a:pt x="19348" y="49730"/>
                  </a:lnTo>
                  <a:lnTo>
                    <a:pt x="22692" y="50546"/>
                  </a:lnTo>
                  <a:lnTo>
                    <a:pt x="30946" y="51575"/>
                  </a:lnTo>
                  <a:lnTo>
                    <a:pt x="31834" y="51484"/>
                  </a:lnTo>
                  <a:lnTo>
                    <a:pt x="38017" y="50728"/>
                  </a:lnTo>
                  <a:lnTo>
                    <a:pt x="43964" y="48157"/>
                  </a:lnTo>
                  <a:lnTo>
                    <a:pt x="48165" y="44254"/>
                  </a:lnTo>
                  <a:lnTo>
                    <a:pt x="51508" y="36783"/>
                  </a:lnTo>
                  <a:lnTo>
                    <a:pt x="54437" y="29462"/>
                  </a:lnTo>
                  <a:lnTo>
                    <a:pt x="56242" y="27436"/>
                  </a:lnTo>
                  <a:lnTo>
                    <a:pt x="57603" y="27224"/>
                  </a:lnTo>
                  <a:lnTo>
                    <a:pt x="61390" y="26589"/>
                  </a:lnTo>
                  <a:lnTo>
                    <a:pt x="64052" y="25742"/>
                  </a:lnTo>
                  <a:lnTo>
                    <a:pt x="68105" y="24381"/>
                  </a:lnTo>
                  <a:lnTo>
                    <a:pt x="73845" y="19843"/>
                  </a:lnTo>
                  <a:lnTo>
                    <a:pt x="74940" y="18996"/>
                  </a:lnTo>
                  <a:lnTo>
                    <a:pt x="80768" y="11646"/>
                  </a:lnTo>
                  <a:lnTo>
                    <a:pt x="86833" y="4809"/>
                  </a:lnTo>
                  <a:lnTo>
                    <a:pt x="90265" y="2692"/>
                  </a:lnTo>
                  <a:lnTo>
                    <a:pt x="95886" y="90"/>
                  </a:lnTo>
                  <a:lnTo>
                    <a:pt x="10094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1837308" y="3706213"/>
              <a:ext cx="585616" cy="506435"/>
            </a:xfrm>
            <a:custGeom>
              <a:avLst/>
              <a:pathLst>
                <a:path w="585616" h="506435">
                  <a:moveTo>
                    <a:pt x="540587" y="4991"/>
                  </a:moveTo>
                  <a:lnTo>
                    <a:pt x="545439" y="14156"/>
                  </a:lnTo>
                  <a:lnTo>
                    <a:pt x="548546" y="17453"/>
                  </a:lnTo>
                  <a:lnTo>
                    <a:pt x="550528" y="21174"/>
                  </a:lnTo>
                  <a:lnTo>
                    <a:pt x="553634" y="30340"/>
                  </a:lnTo>
                  <a:lnTo>
                    <a:pt x="556179" y="35089"/>
                  </a:lnTo>
                  <a:lnTo>
                    <a:pt x="558841" y="38598"/>
                  </a:lnTo>
                  <a:lnTo>
                    <a:pt x="562599" y="41441"/>
                  </a:lnTo>
                  <a:lnTo>
                    <a:pt x="564818" y="44164"/>
                  </a:lnTo>
                  <a:lnTo>
                    <a:pt x="566593" y="49941"/>
                  </a:lnTo>
                  <a:lnTo>
                    <a:pt x="568250" y="55144"/>
                  </a:lnTo>
                  <a:lnTo>
                    <a:pt x="570676" y="59651"/>
                  </a:lnTo>
                  <a:lnTo>
                    <a:pt x="570350" y="62949"/>
                  </a:lnTo>
                  <a:lnTo>
                    <a:pt x="570232" y="69513"/>
                  </a:lnTo>
                  <a:lnTo>
                    <a:pt x="572569" y="78104"/>
                  </a:lnTo>
                  <a:lnTo>
                    <a:pt x="575113" y="84910"/>
                  </a:lnTo>
                  <a:lnTo>
                    <a:pt x="576770" y="91353"/>
                  </a:lnTo>
                  <a:lnTo>
                    <a:pt x="579492" y="96041"/>
                  </a:lnTo>
                  <a:lnTo>
                    <a:pt x="582362" y="98794"/>
                  </a:lnTo>
                  <a:lnTo>
                    <a:pt x="585616" y="102424"/>
                  </a:lnTo>
                  <a:lnTo>
                    <a:pt x="585291" y="103211"/>
                  </a:lnTo>
                  <a:lnTo>
                    <a:pt x="584995" y="103967"/>
                  </a:lnTo>
                  <a:lnTo>
                    <a:pt x="584048" y="105419"/>
                  </a:lnTo>
                  <a:lnTo>
                    <a:pt x="583427" y="106205"/>
                  </a:lnTo>
                  <a:lnTo>
                    <a:pt x="582599" y="107234"/>
                  </a:lnTo>
                  <a:lnTo>
                    <a:pt x="581504" y="108141"/>
                  </a:lnTo>
                  <a:lnTo>
                    <a:pt x="580883" y="108534"/>
                  </a:lnTo>
                  <a:lnTo>
                    <a:pt x="580202" y="108655"/>
                  </a:lnTo>
                  <a:lnTo>
                    <a:pt x="576504" y="108867"/>
                  </a:lnTo>
                  <a:lnTo>
                    <a:pt x="574285" y="108232"/>
                  </a:lnTo>
                  <a:lnTo>
                    <a:pt x="572155" y="108413"/>
                  </a:lnTo>
                  <a:lnTo>
                    <a:pt x="570232" y="108050"/>
                  </a:lnTo>
                  <a:lnTo>
                    <a:pt x="569315" y="108323"/>
                  </a:lnTo>
                  <a:lnTo>
                    <a:pt x="568309" y="108867"/>
                  </a:lnTo>
                  <a:lnTo>
                    <a:pt x="566918" y="110470"/>
                  </a:lnTo>
                  <a:lnTo>
                    <a:pt x="565557" y="111378"/>
                  </a:lnTo>
                  <a:lnTo>
                    <a:pt x="563752" y="112830"/>
                  </a:lnTo>
                  <a:lnTo>
                    <a:pt x="561829" y="114766"/>
                  </a:lnTo>
                  <a:lnTo>
                    <a:pt x="561238" y="115643"/>
                  </a:lnTo>
                  <a:lnTo>
                    <a:pt x="561031" y="117216"/>
                  </a:lnTo>
                  <a:lnTo>
                    <a:pt x="561741" y="124294"/>
                  </a:lnTo>
                  <a:lnTo>
                    <a:pt x="561179" y="129013"/>
                  </a:lnTo>
                  <a:lnTo>
                    <a:pt x="560380" y="130949"/>
                  </a:lnTo>
                  <a:lnTo>
                    <a:pt x="559522" y="132311"/>
                  </a:lnTo>
                  <a:lnTo>
                    <a:pt x="557392" y="134730"/>
                  </a:lnTo>
                  <a:lnTo>
                    <a:pt x="556741" y="136485"/>
                  </a:lnTo>
                  <a:lnTo>
                    <a:pt x="555557" y="138784"/>
                  </a:lnTo>
                  <a:lnTo>
                    <a:pt x="555409" y="139268"/>
                  </a:lnTo>
                  <a:lnTo>
                    <a:pt x="555054" y="140448"/>
                  </a:lnTo>
                  <a:lnTo>
                    <a:pt x="554670" y="141113"/>
                  </a:lnTo>
                  <a:lnTo>
                    <a:pt x="554492" y="141476"/>
                  </a:lnTo>
                  <a:lnTo>
                    <a:pt x="553930" y="142232"/>
                  </a:lnTo>
                  <a:lnTo>
                    <a:pt x="552806" y="143110"/>
                  </a:lnTo>
                  <a:lnTo>
                    <a:pt x="551179" y="143866"/>
                  </a:lnTo>
                  <a:lnTo>
                    <a:pt x="549759" y="145590"/>
                  </a:lnTo>
                  <a:lnTo>
                    <a:pt x="546475" y="147889"/>
                  </a:lnTo>
                  <a:lnTo>
                    <a:pt x="545350" y="149643"/>
                  </a:lnTo>
                  <a:lnTo>
                    <a:pt x="544818" y="151549"/>
                  </a:lnTo>
                  <a:lnTo>
                    <a:pt x="544315" y="152305"/>
                  </a:lnTo>
                  <a:lnTo>
                    <a:pt x="543516" y="153485"/>
                  </a:lnTo>
                  <a:lnTo>
                    <a:pt x="541889" y="155300"/>
                  </a:lnTo>
                  <a:lnTo>
                    <a:pt x="539049" y="157690"/>
                  </a:lnTo>
                  <a:lnTo>
                    <a:pt x="538072" y="158991"/>
                  </a:lnTo>
                  <a:lnTo>
                    <a:pt x="537983" y="159535"/>
                  </a:lnTo>
                  <a:lnTo>
                    <a:pt x="538102" y="160321"/>
                  </a:lnTo>
                  <a:lnTo>
                    <a:pt x="538575" y="161773"/>
                  </a:lnTo>
                  <a:lnTo>
                    <a:pt x="539404" y="163407"/>
                  </a:lnTo>
                  <a:lnTo>
                    <a:pt x="539699" y="164919"/>
                  </a:lnTo>
                  <a:lnTo>
                    <a:pt x="539492" y="167914"/>
                  </a:lnTo>
                  <a:lnTo>
                    <a:pt x="539374" y="169880"/>
                  </a:lnTo>
                  <a:lnTo>
                    <a:pt x="538871" y="172663"/>
                  </a:lnTo>
                  <a:lnTo>
                    <a:pt x="538220" y="173994"/>
                  </a:lnTo>
                  <a:lnTo>
                    <a:pt x="536415" y="175718"/>
                  </a:lnTo>
                  <a:lnTo>
                    <a:pt x="535853" y="176777"/>
                  </a:lnTo>
                  <a:lnTo>
                    <a:pt x="533930" y="184884"/>
                  </a:lnTo>
                  <a:lnTo>
                    <a:pt x="532895" y="186669"/>
                  </a:lnTo>
                  <a:lnTo>
                    <a:pt x="532066" y="187062"/>
                  </a:lnTo>
                  <a:lnTo>
                    <a:pt x="530291" y="188302"/>
                  </a:lnTo>
                  <a:lnTo>
                    <a:pt x="529433" y="189331"/>
                  </a:lnTo>
                  <a:lnTo>
                    <a:pt x="528220" y="195199"/>
                  </a:lnTo>
                  <a:lnTo>
                    <a:pt x="527569" y="196893"/>
                  </a:lnTo>
                  <a:lnTo>
                    <a:pt x="526504" y="199071"/>
                  </a:lnTo>
                  <a:lnTo>
                    <a:pt x="525498" y="200341"/>
                  </a:lnTo>
                  <a:lnTo>
                    <a:pt x="524256" y="201914"/>
                  </a:lnTo>
                  <a:lnTo>
                    <a:pt x="523427" y="202761"/>
                  </a:lnTo>
                  <a:lnTo>
                    <a:pt x="523072" y="203124"/>
                  </a:lnTo>
                  <a:lnTo>
                    <a:pt x="521741" y="205242"/>
                  </a:lnTo>
                  <a:lnTo>
                    <a:pt x="516859" y="208721"/>
                  </a:lnTo>
                  <a:lnTo>
                    <a:pt x="514463" y="210808"/>
                  </a:lnTo>
                  <a:lnTo>
                    <a:pt x="513072" y="212835"/>
                  </a:lnTo>
                  <a:lnTo>
                    <a:pt x="511948" y="215194"/>
                  </a:lnTo>
                  <a:lnTo>
                    <a:pt x="511859" y="215890"/>
                  </a:lnTo>
                  <a:lnTo>
                    <a:pt x="511652" y="216011"/>
                  </a:lnTo>
                  <a:lnTo>
                    <a:pt x="511149" y="217160"/>
                  </a:lnTo>
                  <a:lnTo>
                    <a:pt x="510262" y="218491"/>
                  </a:lnTo>
                  <a:lnTo>
                    <a:pt x="508664" y="220276"/>
                  </a:lnTo>
                  <a:lnTo>
                    <a:pt x="508043" y="221365"/>
                  </a:lnTo>
                  <a:lnTo>
                    <a:pt x="506830" y="222938"/>
                  </a:lnTo>
                  <a:lnTo>
                    <a:pt x="504788" y="224844"/>
                  </a:lnTo>
                  <a:lnTo>
                    <a:pt x="503132" y="226175"/>
                  </a:lnTo>
                  <a:lnTo>
                    <a:pt x="500410" y="227929"/>
                  </a:lnTo>
                  <a:lnTo>
                    <a:pt x="500262" y="228050"/>
                  </a:lnTo>
                  <a:lnTo>
                    <a:pt x="499936" y="229230"/>
                  </a:lnTo>
                  <a:lnTo>
                    <a:pt x="499463" y="230198"/>
                  </a:lnTo>
                  <a:lnTo>
                    <a:pt x="498250" y="231650"/>
                  </a:lnTo>
                  <a:lnTo>
                    <a:pt x="496149" y="233041"/>
                  </a:lnTo>
                  <a:lnTo>
                    <a:pt x="494167" y="234644"/>
                  </a:lnTo>
                  <a:lnTo>
                    <a:pt x="492629" y="236580"/>
                  </a:lnTo>
                  <a:lnTo>
                    <a:pt x="490913" y="237276"/>
                  </a:lnTo>
                  <a:lnTo>
                    <a:pt x="488723" y="237851"/>
                  </a:lnTo>
                  <a:lnTo>
                    <a:pt x="488368" y="238032"/>
                  </a:lnTo>
                  <a:lnTo>
                    <a:pt x="487037" y="239484"/>
                  </a:lnTo>
                  <a:lnTo>
                    <a:pt x="486209" y="240966"/>
                  </a:lnTo>
                  <a:lnTo>
                    <a:pt x="485617" y="241662"/>
                  </a:lnTo>
                  <a:lnTo>
                    <a:pt x="484848" y="242328"/>
                  </a:lnTo>
                  <a:lnTo>
                    <a:pt x="483487" y="243023"/>
                  </a:lnTo>
                  <a:lnTo>
                    <a:pt x="481090" y="244808"/>
                  </a:lnTo>
                  <a:lnTo>
                    <a:pt x="479108" y="247621"/>
                  </a:lnTo>
                  <a:lnTo>
                    <a:pt x="477599" y="248892"/>
                  </a:lnTo>
                  <a:lnTo>
                    <a:pt x="477037" y="249134"/>
                  </a:lnTo>
                  <a:lnTo>
                    <a:pt x="474966" y="249376"/>
                  </a:lnTo>
                  <a:lnTo>
                    <a:pt x="471682" y="250767"/>
                  </a:lnTo>
                  <a:lnTo>
                    <a:pt x="470380" y="251524"/>
                  </a:lnTo>
                  <a:lnTo>
                    <a:pt x="464937" y="256303"/>
                  </a:lnTo>
                  <a:lnTo>
                    <a:pt x="463428" y="258118"/>
                  </a:lnTo>
                  <a:lnTo>
                    <a:pt x="463191" y="258390"/>
                  </a:lnTo>
                  <a:lnTo>
                    <a:pt x="462126" y="260840"/>
                  </a:lnTo>
                  <a:lnTo>
                    <a:pt x="460676" y="262776"/>
                  </a:lnTo>
                  <a:lnTo>
                    <a:pt x="457392" y="266013"/>
                  </a:lnTo>
                  <a:lnTo>
                    <a:pt x="456386" y="266527"/>
                  </a:lnTo>
                  <a:lnTo>
                    <a:pt x="455381" y="268312"/>
                  </a:lnTo>
                  <a:lnTo>
                    <a:pt x="453162" y="269643"/>
                  </a:lnTo>
                  <a:lnTo>
                    <a:pt x="451534" y="271428"/>
                  </a:lnTo>
                  <a:lnTo>
                    <a:pt x="451061" y="271518"/>
                  </a:lnTo>
                  <a:lnTo>
                    <a:pt x="449049" y="271639"/>
                  </a:lnTo>
                  <a:lnTo>
                    <a:pt x="448517" y="271912"/>
                  </a:lnTo>
                  <a:lnTo>
                    <a:pt x="446919" y="273485"/>
                  </a:lnTo>
                  <a:lnTo>
                    <a:pt x="445647" y="275118"/>
                  </a:lnTo>
                  <a:lnTo>
                    <a:pt x="443901" y="277931"/>
                  </a:lnTo>
                  <a:lnTo>
                    <a:pt x="439020" y="278567"/>
                  </a:lnTo>
                  <a:lnTo>
                    <a:pt x="433576" y="280775"/>
                  </a:lnTo>
                  <a:lnTo>
                    <a:pt x="429937" y="281380"/>
                  </a:lnTo>
                  <a:lnTo>
                    <a:pt x="424700" y="282529"/>
                  </a:lnTo>
                  <a:lnTo>
                    <a:pt x="423221" y="283043"/>
                  </a:lnTo>
                  <a:lnTo>
                    <a:pt x="421890" y="283739"/>
                  </a:lnTo>
                  <a:lnTo>
                    <a:pt x="419197" y="285736"/>
                  </a:lnTo>
                  <a:lnTo>
                    <a:pt x="375440" y="320704"/>
                  </a:lnTo>
                  <a:lnTo>
                    <a:pt x="374612" y="321369"/>
                  </a:lnTo>
                  <a:lnTo>
                    <a:pt x="372571" y="322731"/>
                  </a:lnTo>
                  <a:lnTo>
                    <a:pt x="370233" y="324788"/>
                  </a:lnTo>
                  <a:lnTo>
                    <a:pt x="366979" y="328750"/>
                  </a:lnTo>
                  <a:lnTo>
                    <a:pt x="366239" y="329355"/>
                  </a:lnTo>
                  <a:lnTo>
                    <a:pt x="366150" y="330142"/>
                  </a:lnTo>
                  <a:lnTo>
                    <a:pt x="365736" y="330868"/>
                  </a:lnTo>
                  <a:lnTo>
                    <a:pt x="362068" y="335617"/>
                  </a:lnTo>
                  <a:lnTo>
                    <a:pt x="361358" y="336706"/>
                  </a:lnTo>
                  <a:lnTo>
                    <a:pt x="360322" y="338793"/>
                  </a:lnTo>
                  <a:lnTo>
                    <a:pt x="357926" y="341274"/>
                  </a:lnTo>
                  <a:lnTo>
                    <a:pt x="356180" y="344208"/>
                  </a:lnTo>
                  <a:lnTo>
                    <a:pt x="354287" y="346023"/>
                  </a:lnTo>
                  <a:lnTo>
                    <a:pt x="352334" y="346991"/>
                  </a:lnTo>
                  <a:lnTo>
                    <a:pt x="348843" y="349985"/>
                  </a:lnTo>
                  <a:lnTo>
                    <a:pt x="348015" y="351105"/>
                  </a:lnTo>
                  <a:lnTo>
                    <a:pt x="346772" y="353404"/>
                  </a:lnTo>
                  <a:lnTo>
                    <a:pt x="346151" y="354039"/>
                  </a:lnTo>
                  <a:lnTo>
                    <a:pt x="344020" y="354856"/>
                  </a:lnTo>
                  <a:lnTo>
                    <a:pt x="342896" y="355067"/>
                  </a:lnTo>
                  <a:lnTo>
                    <a:pt x="340204" y="355249"/>
                  </a:lnTo>
                  <a:lnTo>
                    <a:pt x="337600" y="355158"/>
                  </a:lnTo>
                  <a:lnTo>
                    <a:pt x="334967" y="355430"/>
                  </a:lnTo>
                  <a:lnTo>
                    <a:pt x="332748" y="356156"/>
                  </a:lnTo>
                  <a:lnTo>
                    <a:pt x="330559" y="356550"/>
                  </a:lnTo>
                  <a:lnTo>
                    <a:pt x="328843" y="357518"/>
                  </a:lnTo>
                  <a:lnTo>
                    <a:pt x="327600" y="357971"/>
                  </a:lnTo>
                  <a:lnTo>
                    <a:pt x="323251" y="357911"/>
                  </a:lnTo>
                  <a:lnTo>
                    <a:pt x="320677" y="358183"/>
                  </a:lnTo>
                  <a:lnTo>
                    <a:pt x="317098" y="358092"/>
                  </a:lnTo>
                  <a:lnTo>
                    <a:pt x="312719" y="357971"/>
                  </a:lnTo>
                  <a:lnTo>
                    <a:pt x="308754" y="357729"/>
                  </a:lnTo>
                  <a:lnTo>
                    <a:pt x="300589" y="356701"/>
                  </a:lnTo>
                  <a:lnTo>
                    <a:pt x="299820" y="356429"/>
                  </a:lnTo>
                  <a:lnTo>
                    <a:pt x="297068" y="357336"/>
                  </a:lnTo>
                  <a:lnTo>
                    <a:pt x="294258" y="359000"/>
                  </a:lnTo>
                  <a:lnTo>
                    <a:pt x="291684" y="361752"/>
                  </a:lnTo>
                  <a:lnTo>
                    <a:pt x="289761" y="364989"/>
                  </a:lnTo>
                  <a:lnTo>
                    <a:pt x="288074" y="367681"/>
                  </a:lnTo>
                  <a:lnTo>
                    <a:pt x="285145" y="370192"/>
                  </a:lnTo>
                  <a:lnTo>
                    <a:pt x="280796" y="373973"/>
                  </a:lnTo>
                  <a:lnTo>
                    <a:pt x="279051" y="376726"/>
                  </a:lnTo>
                  <a:lnTo>
                    <a:pt x="278991" y="379358"/>
                  </a:lnTo>
                  <a:lnTo>
                    <a:pt x="278518" y="382594"/>
                  </a:lnTo>
                  <a:lnTo>
                    <a:pt x="277246" y="385166"/>
                  </a:lnTo>
                  <a:lnTo>
                    <a:pt x="276299" y="386345"/>
                  </a:lnTo>
                  <a:lnTo>
                    <a:pt x="271565" y="391699"/>
                  </a:lnTo>
                  <a:lnTo>
                    <a:pt x="269169" y="393787"/>
                  </a:lnTo>
                  <a:lnTo>
                    <a:pt x="265530" y="396418"/>
                  </a:lnTo>
                  <a:lnTo>
                    <a:pt x="263252" y="397689"/>
                  </a:lnTo>
                  <a:lnTo>
                    <a:pt x="259376" y="397628"/>
                  </a:lnTo>
                  <a:lnTo>
                    <a:pt x="254938" y="396600"/>
                  </a:lnTo>
                  <a:lnTo>
                    <a:pt x="250826" y="393666"/>
                  </a:lnTo>
                  <a:lnTo>
                    <a:pt x="247039" y="391276"/>
                  </a:lnTo>
                  <a:lnTo>
                    <a:pt x="243104" y="389461"/>
                  </a:lnTo>
                  <a:lnTo>
                    <a:pt x="239820" y="389068"/>
                  </a:lnTo>
                  <a:lnTo>
                    <a:pt x="238607" y="390308"/>
                  </a:lnTo>
                  <a:lnTo>
                    <a:pt x="237956" y="394271"/>
                  </a:lnTo>
                  <a:lnTo>
                    <a:pt x="237483" y="398506"/>
                  </a:lnTo>
                  <a:lnTo>
                    <a:pt x="236299" y="400956"/>
                  </a:lnTo>
                  <a:lnTo>
                    <a:pt x="235767" y="402589"/>
                  </a:lnTo>
                  <a:lnTo>
                    <a:pt x="235441" y="403527"/>
                  </a:lnTo>
                  <a:lnTo>
                    <a:pt x="233666" y="404979"/>
                  </a:lnTo>
                  <a:lnTo>
                    <a:pt x="232010" y="405644"/>
                  </a:lnTo>
                  <a:lnTo>
                    <a:pt x="228814" y="406764"/>
                  </a:lnTo>
                  <a:lnTo>
                    <a:pt x="226714" y="407006"/>
                  </a:lnTo>
                  <a:lnTo>
                    <a:pt x="225353" y="407429"/>
                  </a:lnTo>
                  <a:lnTo>
                    <a:pt x="216240" y="415385"/>
                  </a:lnTo>
                  <a:lnTo>
                    <a:pt x="210649" y="422251"/>
                  </a:lnTo>
                  <a:lnTo>
                    <a:pt x="207897" y="427303"/>
                  </a:lnTo>
                  <a:lnTo>
                    <a:pt x="206507" y="429844"/>
                  </a:lnTo>
                  <a:lnTo>
                    <a:pt x="204377" y="433655"/>
                  </a:lnTo>
                  <a:lnTo>
                    <a:pt x="199081" y="436136"/>
                  </a:lnTo>
                  <a:lnTo>
                    <a:pt x="187217" y="439040"/>
                  </a:lnTo>
                  <a:lnTo>
                    <a:pt x="175383" y="443214"/>
                  </a:lnTo>
                  <a:lnTo>
                    <a:pt x="171063" y="444757"/>
                  </a:lnTo>
                  <a:lnTo>
                    <a:pt x="160767" y="446360"/>
                  </a:lnTo>
                  <a:lnTo>
                    <a:pt x="157839" y="447570"/>
                  </a:lnTo>
                  <a:lnTo>
                    <a:pt x="152631" y="449718"/>
                  </a:lnTo>
                  <a:lnTo>
                    <a:pt x="148815" y="452985"/>
                  </a:lnTo>
                  <a:lnTo>
                    <a:pt x="146359" y="455072"/>
                  </a:lnTo>
                  <a:lnTo>
                    <a:pt x="143194" y="457764"/>
                  </a:lnTo>
                  <a:lnTo>
                    <a:pt x="139732" y="460305"/>
                  </a:lnTo>
                  <a:lnTo>
                    <a:pt x="132188" y="465841"/>
                  </a:lnTo>
                  <a:lnTo>
                    <a:pt x="127720" y="470015"/>
                  </a:lnTo>
                  <a:lnTo>
                    <a:pt x="117898" y="481147"/>
                  </a:lnTo>
                  <a:lnTo>
                    <a:pt x="111300" y="487136"/>
                  </a:lnTo>
                  <a:lnTo>
                    <a:pt x="107602" y="490494"/>
                  </a:lnTo>
                  <a:lnTo>
                    <a:pt x="101212" y="494578"/>
                  </a:lnTo>
                  <a:lnTo>
                    <a:pt x="98460" y="496332"/>
                  </a:lnTo>
                  <a:lnTo>
                    <a:pt x="86330" y="501898"/>
                  </a:lnTo>
                  <a:lnTo>
                    <a:pt x="86034" y="502019"/>
                  </a:lnTo>
                  <a:lnTo>
                    <a:pt x="84880" y="502715"/>
                  </a:lnTo>
                  <a:lnTo>
                    <a:pt x="84023" y="503411"/>
                  </a:lnTo>
                  <a:lnTo>
                    <a:pt x="83165" y="504137"/>
                  </a:lnTo>
                  <a:lnTo>
                    <a:pt x="81804" y="505407"/>
                  </a:lnTo>
                  <a:lnTo>
                    <a:pt x="81005" y="506435"/>
                  </a:lnTo>
                  <a:lnTo>
                    <a:pt x="81153" y="506012"/>
                  </a:lnTo>
                  <a:lnTo>
                    <a:pt x="81123" y="505377"/>
                  </a:lnTo>
                  <a:lnTo>
                    <a:pt x="81123" y="504863"/>
                  </a:lnTo>
                  <a:lnTo>
                    <a:pt x="80709" y="504802"/>
                  </a:lnTo>
                  <a:lnTo>
                    <a:pt x="80206" y="504772"/>
                  </a:lnTo>
                  <a:lnTo>
                    <a:pt x="79466" y="505165"/>
                  </a:lnTo>
                  <a:lnTo>
                    <a:pt x="79318" y="504923"/>
                  </a:lnTo>
                  <a:lnTo>
                    <a:pt x="80206" y="504469"/>
                  </a:lnTo>
                  <a:lnTo>
                    <a:pt x="80975" y="504469"/>
                  </a:lnTo>
                  <a:lnTo>
                    <a:pt x="81271" y="504409"/>
                  </a:lnTo>
                  <a:lnTo>
                    <a:pt x="81389" y="504227"/>
                  </a:lnTo>
                  <a:lnTo>
                    <a:pt x="81537" y="503804"/>
                  </a:lnTo>
                  <a:lnTo>
                    <a:pt x="81596" y="503592"/>
                  </a:lnTo>
                  <a:lnTo>
                    <a:pt x="81537" y="503320"/>
                  </a:lnTo>
                  <a:lnTo>
                    <a:pt x="81508" y="503048"/>
                  </a:lnTo>
                  <a:lnTo>
                    <a:pt x="81508" y="502836"/>
                  </a:lnTo>
                  <a:lnTo>
                    <a:pt x="81419" y="502685"/>
                  </a:lnTo>
                  <a:lnTo>
                    <a:pt x="81330" y="502473"/>
                  </a:lnTo>
                  <a:lnTo>
                    <a:pt x="81478" y="502170"/>
                  </a:lnTo>
                  <a:lnTo>
                    <a:pt x="81537" y="501807"/>
                  </a:lnTo>
                  <a:lnTo>
                    <a:pt x="81360" y="501807"/>
                  </a:lnTo>
                  <a:lnTo>
                    <a:pt x="81123" y="501565"/>
                  </a:lnTo>
                  <a:lnTo>
                    <a:pt x="81153" y="501354"/>
                  </a:lnTo>
                  <a:lnTo>
                    <a:pt x="81123" y="500567"/>
                  </a:lnTo>
                  <a:lnTo>
                    <a:pt x="80176" y="499024"/>
                  </a:lnTo>
                  <a:lnTo>
                    <a:pt x="79910" y="497845"/>
                  </a:lnTo>
                  <a:lnTo>
                    <a:pt x="79082" y="496544"/>
                  </a:lnTo>
                  <a:lnTo>
                    <a:pt x="78135" y="495031"/>
                  </a:lnTo>
                  <a:lnTo>
                    <a:pt x="77070" y="493489"/>
                  </a:lnTo>
                  <a:lnTo>
                    <a:pt x="75472" y="491644"/>
                  </a:lnTo>
                  <a:lnTo>
                    <a:pt x="74023" y="490494"/>
                  </a:lnTo>
                  <a:lnTo>
                    <a:pt x="72780" y="489405"/>
                  </a:lnTo>
                  <a:lnTo>
                    <a:pt x="71922" y="488467"/>
                  </a:lnTo>
                  <a:lnTo>
                    <a:pt x="70088" y="487651"/>
                  </a:lnTo>
                  <a:lnTo>
                    <a:pt x="68875" y="487106"/>
                  </a:lnTo>
                  <a:lnTo>
                    <a:pt x="67780" y="486925"/>
                  </a:lnTo>
                  <a:lnTo>
                    <a:pt x="66567" y="486562"/>
                  </a:lnTo>
                  <a:lnTo>
                    <a:pt x="66212" y="486471"/>
                  </a:lnTo>
                  <a:lnTo>
                    <a:pt x="65502" y="486168"/>
                  </a:lnTo>
                  <a:lnTo>
                    <a:pt x="65029" y="485926"/>
                  </a:lnTo>
                  <a:lnTo>
                    <a:pt x="64526" y="485624"/>
                  </a:lnTo>
                  <a:lnTo>
                    <a:pt x="64111" y="485412"/>
                  </a:lnTo>
                  <a:lnTo>
                    <a:pt x="63608" y="485261"/>
                  </a:lnTo>
                  <a:lnTo>
                    <a:pt x="63283" y="485200"/>
                  </a:lnTo>
                  <a:lnTo>
                    <a:pt x="62750" y="485079"/>
                  </a:lnTo>
                  <a:lnTo>
                    <a:pt x="62366" y="485049"/>
                  </a:lnTo>
                  <a:lnTo>
                    <a:pt x="62070" y="485079"/>
                  </a:lnTo>
                  <a:lnTo>
                    <a:pt x="61745" y="485140"/>
                  </a:lnTo>
                  <a:lnTo>
                    <a:pt x="61449" y="485170"/>
                  </a:lnTo>
                  <a:lnTo>
                    <a:pt x="61153" y="485170"/>
                  </a:lnTo>
                  <a:lnTo>
                    <a:pt x="60768" y="485170"/>
                  </a:lnTo>
                  <a:lnTo>
                    <a:pt x="60443" y="485261"/>
                  </a:lnTo>
                  <a:lnTo>
                    <a:pt x="60206" y="485321"/>
                  </a:lnTo>
                  <a:lnTo>
                    <a:pt x="59940" y="485382"/>
                  </a:lnTo>
                  <a:lnTo>
                    <a:pt x="59733" y="485473"/>
                  </a:lnTo>
                  <a:lnTo>
                    <a:pt x="59614" y="485654"/>
                  </a:lnTo>
                  <a:lnTo>
                    <a:pt x="59526" y="487136"/>
                  </a:lnTo>
                  <a:lnTo>
                    <a:pt x="59378" y="487378"/>
                  </a:lnTo>
                  <a:lnTo>
                    <a:pt x="59111" y="487590"/>
                  </a:lnTo>
                  <a:lnTo>
                    <a:pt x="58816" y="487711"/>
                  </a:lnTo>
                  <a:lnTo>
                    <a:pt x="58490" y="487802"/>
                  </a:lnTo>
                  <a:lnTo>
                    <a:pt x="58135" y="487862"/>
                  </a:lnTo>
                  <a:lnTo>
                    <a:pt x="57543" y="488256"/>
                  </a:lnTo>
                  <a:lnTo>
                    <a:pt x="57218" y="488861"/>
                  </a:lnTo>
                  <a:lnTo>
                    <a:pt x="56478" y="489224"/>
                  </a:lnTo>
                  <a:lnTo>
                    <a:pt x="56153" y="489435"/>
                  </a:lnTo>
                  <a:lnTo>
                    <a:pt x="55946" y="489647"/>
                  </a:lnTo>
                  <a:lnTo>
                    <a:pt x="55887" y="489829"/>
                  </a:lnTo>
                  <a:lnTo>
                    <a:pt x="51774" y="495334"/>
                  </a:lnTo>
                  <a:lnTo>
                    <a:pt x="52041" y="495304"/>
                  </a:lnTo>
                  <a:lnTo>
                    <a:pt x="52396" y="495213"/>
                  </a:lnTo>
                  <a:lnTo>
                    <a:pt x="52425" y="494971"/>
                  </a:lnTo>
                  <a:lnTo>
                    <a:pt x="52484" y="494668"/>
                  </a:lnTo>
                  <a:lnTo>
                    <a:pt x="53017" y="493761"/>
                  </a:lnTo>
                  <a:lnTo>
                    <a:pt x="52987" y="489345"/>
                  </a:lnTo>
                  <a:lnTo>
                    <a:pt x="52691" y="489163"/>
                  </a:lnTo>
                  <a:lnTo>
                    <a:pt x="52366" y="489012"/>
                  </a:lnTo>
                  <a:lnTo>
                    <a:pt x="52011" y="488830"/>
                  </a:lnTo>
                  <a:lnTo>
                    <a:pt x="51271" y="488467"/>
                  </a:lnTo>
                  <a:lnTo>
                    <a:pt x="50650" y="488165"/>
                  </a:lnTo>
                  <a:lnTo>
                    <a:pt x="50325" y="488074"/>
                  </a:lnTo>
                  <a:lnTo>
                    <a:pt x="49703" y="487923"/>
                  </a:lnTo>
                  <a:lnTo>
                    <a:pt x="49319" y="487802"/>
                  </a:lnTo>
                  <a:lnTo>
                    <a:pt x="49052" y="487681"/>
                  </a:lnTo>
                  <a:lnTo>
                    <a:pt x="48757" y="487499"/>
                  </a:lnTo>
                  <a:lnTo>
                    <a:pt x="48431" y="487409"/>
                  </a:lnTo>
                  <a:lnTo>
                    <a:pt x="48106" y="487227"/>
                  </a:lnTo>
                  <a:lnTo>
                    <a:pt x="47928" y="487197"/>
                  </a:lnTo>
                  <a:lnTo>
                    <a:pt x="47307" y="486925"/>
                  </a:lnTo>
                  <a:lnTo>
                    <a:pt x="46922" y="486713"/>
                  </a:lnTo>
                  <a:lnTo>
                    <a:pt x="46153" y="486199"/>
                  </a:lnTo>
                  <a:lnTo>
                    <a:pt x="45768" y="485866"/>
                  </a:lnTo>
                  <a:lnTo>
                    <a:pt x="45502" y="485715"/>
                  </a:lnTo>
                  <a:lnTo>
                    <a:pt x="45295" y="485503"/>
                  </a:lnTo>
                  <a:lnTo>
                    <a:pt x="45206" y="485352"/>
                  </a:lnTo>
                  <a:lnTo>
                    <a:pt x="45088" y="485049"/>
                  </a:lnTo>
                  <a:lnTo>
                    <a:pt x="45029" y="484595"/>
                  </a:lnTo>
                  <a:lnTo>
                    <a:pt x="45058" y="484051"/>
                  </a:lnTo>
                  <a:lnTo>
                    <a:pt x="45206" y="483627"/>
                  </a:lnTo>
                  <a:lnTo>
                    <a:pt x="45502" y="482508"/>
                  </a:lnTo>
                  <a:lnTo>
                    <a:pt x="45650" y="482054"/>
                  </a:lnTo>
                  <a:lnTo>
                    <a:pt x="45709" y="481782"/>
                  </a:lnTo>
                  <a:lnTo>
                    <a:pt x="45857" y="480844"/>
                  </a:lnTo>
                  <a:lnTo>
                    <a:pt x="45828" y="480663"/>
                  </a:lnTo>
                  <a:lnTo>
                    <a:pt x="45798" y="480391"/>
                  </a:lnTo>
                  <a:lnTo>
                    <a:pt x="45650" y="479937"/>
                  </a:lnTo>
                  <a:lnTo>
                    <a:pt x="45620" y="479786"/>
                  </a:lnTo>
                  <a:lnTo>
                    <a:pt x="45532" y="479362"/>
                  </a:lnTo>
                  <a:lnTo>
                    <a:pt x="45295" y="478999"/>
                  </a:lnTo>
                  <a:lnTo>
                    <a:pt x="44881" y="478546"/>
                  </a:lnTo>
                  <a:lnTo>
                    <a:pt x="44496" y="477971"/>
                  </a:lnTo>
                  <a:lnTo>
                    <a:pt x="44230" y="477759"/>
                  </a:lnTo>
                  <a:lnTo>
                    <a:pt x="43904" y="477547"/>
                  </a:lnTo>
                  <a:lnTo>
                    <a:pt x="42780" y="476579"/>
                  </a:lnTo>
                  <a:lnTo>
                    <a:pt x="42248" y="476005"/>
                  </a:lnTo>
                  <a:lnTo>
                    <a:pt x="41922" y="475732"/>
                  </a:lnTo>
                  <a:lnTo>
                    <a:pt x="41686" y="475460"/>
                  </a:lnTo>
                  <a:lnTo>
                    <a:pt x="41242" y="475037"/>
                  </a:lnTo>
                  <a:lnTo>
                    <a:pt x="40946" y="474764"/>
                  </a:lnTo>
                  <a:lnTo>
                    <a:pt x="40798" y="474704"/>
                  </a:lnTo>
                  <a:lnTo>
                    <a:pt x="40058" y="474341"/>
                  </a:lnTo>
                  <a:lnTo>
                    <a:pt x="39526" y="474250"/>
                  </a:lnTo>
                  <a:lnTo>
                    <a:pt x="39052" y="474129"/>
                  </a:lnTo>
                  <a:lnTo>
                    <a:pt x="38490" y="473736"/>
                  </a:lnTo>
                  <a:lnTo>
                    <a:pt x="37692" y="473282"/>
                  </a:lnTo>
                  <a:lnTo>
                    <a:pt x="37425" y="472980"/>
                  </a:lnTo>
                  <a:lnTo>
                    <a:pt x="37336" y="472526"/>
                  </a:lnTo>
                  <a:lnTo>
                    <a:pt x="37455" y="472163"/>
                  </a:lnTo>
                  <a:lnTo>
                    <a:pt x="37455" y="471528"/>
                  </a:lnTo>
                  <a:lnTo>
                    <a:pt x="37396" y="470469"/>
                  </a:lnTo>
                  <a:lnTo>
                    <a:pt x="37366" y="469924"/>
                  </a:lnTo>
                  <a:lnTo>
                    <a:pt x="37366" y="468987"/>
                  </a:lnTo>
                  <a:lnTo>
                    <a:pt x="37396" y="468654"/>
                  </a:lnTo>
                  <a:lnTo>
                    <a:pt x="37425" y="468442"/>
                  </a:lnTo>
                  <a:lnTo>
                    <a:pt x="37455" y="468230"/>
                  </a:lnTo>
                  <a:lnTo>
                    <a:pt x="37544" y="467535"/>
                  </a:lnTo>
                  <a:lnTo>
                    <a:pt x="37573" y="466899"/>
                  </a:lnTo>
                  <a:lnTo>
                    <a:pt x="37603" y="466567"/>
                  </a:lnTo>
                  <a:lnTo>
                    <a:pt x="37662" y="466385"/>
                  </a:lnTo>
                  <a:lnTo>
                    <a:pt x="37692" y="465992"/>
                  </a:lnTo>
                  <a:lnTo>
                    <a:pt x="37751" y="465629"/>
                  </a:lnTo>
                  <a:lnTo>
                    <a:pt x="37810" y="465357"/>
                  </a:lnTo>
                  <a:lnTo>
                    <a:pt x="37780" y="465085"/>
                  </a:lnTo>
                  <a:lnTo>
                    <a:pt x="37662" y="464782"/>
                  </a:lnTo>
                  <a:lnTo>
                    <a:pt x="37484" y="464510"/>
                  </a:lnTo>
                  <a:lnTo>
                    <a:pt x="37218" y="464268"/>
                  </a:lnTo>
                  <a:lnTo>
                    <a:pt x="37041" y="464026"/>
                  </a:lnTo>
                  <a:lnTo>
                    <a:pt x="36893" y="463784"/>
                  </a:lnTo>
                  <a:lnTo>
                    <a:pt x="36745" y="463572"/>
                  </a:lnTo>
                  <a:lnTo>
                    <a:pt x="36449" y="463330"/>
                  </a:lnTo>
                  <a:lnTo>
                    <a:pt x="36153" y="463118"/>
                  </a:lnTo>
                  <a:lnTo>
                    <a:pt x="35828" y="462876"/>
                  </a:lnTo>
                  <a:lnTo>
                    <a:pt x="35502" y="462483"/>
                  </a:lnTo>
                  <a:lnTo>
                    <a:pt x="35147" y="462211"/>
                  </a:lnTo>
                  <a:lnTo>
                    <a:pt x="34703" y="461969"/>
                  </a:lnTo>
                  <a:lnTo>
                    <a:pt x="34200" y="461666"/>
                  </a:lnTo>
                  <a:lnTo>
                    <a:pt x="33786" y="461485"/>
                  </a:lnTo>
                  <a:lnTo>
                    <a:pt x="33402" y="461334"/>
                  </a:lnTo>
                  <a:lnTo>
                    <a:pt x="33076" y="461092"/>
                  </a:lnTo>
                  <a:lnTo>
                    <a:pt x="32692" y="460819"/>
                  </a:lnTo>
                  <a:lnTo>
                    <a:pt x="32307" y="460487"/>
                  </a:lnTo>
                  <a:lnTo>
                    <a:pt x="31745" y="460124"/>
                  </a:lnTo>
                  <a:lnTo>
                    <a:pt x="31153" y="459912"/>
                  </a:lnTo>
                  <a:lnTo>
                    <a:pt x="30650" y="459730"/>
                  </a:lnTo>
                  <a:lnTo>
                    <a:pt x="29970" y="459519"/>
                  </a:lnTo>
                  <a:lnTo>
                    <a:pt x="29467" y="459428"/>
                  </a:lnTo>
                  <a:lnTo>
                    <a:pt x="28727" y="459186"/>
                  </a:lnTo>
                  <a:lnTo>
                    <a:pt x="28106" y="459095"/>
                  </a:lnTo>
                  <a:lnTo>
                    <a:pt x="27425" y="458944"/>
                  </a:lnTo>
                  <a:lnTo>
                    <a:pt x="26863" y="459004"/>
                  </a:lnTo>
                  <a:lnTo>
                    <a:pt x="26419" y="459156"/>
                  </a:lnTo>
                  <a:lnTo>
                    <a:pt x="25887" y="459186"/>
                  </a:lnTo>
                  <a:lnTo>
                    <a:pt x="25680" y="459095"/>
                  </a:lnTo>
                  <a:lnTo>
                    <a:pt x="25561" y="458944"/>
                  </a:lnTo>
                  <a:lnTo>
                    <a:pt x="25532" y="458641"/>
                  </a:lnTo>
                  <a:lnTo>
                    <a:pt x="25473" y="458278"/>
                  </a:lnTo>
                  <a:lnTo>
                    <a:pt x="25384" y="457885"/>
                  </a:lnTo>
                  <a:lnTo>
                    <a:pt x="25354" y="457431"/>
                  </a:lnTo>
                  <a:lnTo>
                    <a:pt x="25295" y="457008"/>
                  </a:lnTo>
                  <a:lnTo>
                    <a:pt x="25266" y="456675"/>
                  </a:lnTo>
                  <a:lnTo>
                    <a:pt x="25384" y="456312"/>
                  </a:lnTo>
                  <a:lnTo>
                    <a:pt x="25561" y="456010"/>
                  </a:lnTo>
                  <a:lnTo>
                    <a:pt x="25798" y="455737"/>
                  </a:lnTo>
                  <a:lnTo>
                    <a:pt x="25976" y="455465"/>
                  </a:lnTo>
                  <a:lnTo>
                    <a:pt x="26183" y="454951"/>
                  </a:lnTo>
                  <a:lnTo>
                    <a:pt x="26390" y="454437"/>
                  </a:lnTo>
                  <a:lnTo>
                    <a:pt x="26479" y="454074"/>
                  </a:lnTo>
                  <a:lnTo>
                    <a:pt x="26686" y="453257"/>
                  </a:lnTo>
                  <a:lnTo>
                    <a:pt x="26745" y="452531"/>
                  </a:lnTo>
                  <a:lnTo>
                    <a:pt x="26863" y="451866"/>
                  </a:lnTo>
                  <a:lnTo>
                    <a:pt x="27070" y="451140"/>
                  </a:lnTo>
                  <a:lnTo>
                    <a:pt x="26863" y="449869"/>
                  </a:lnTo>
                  <a:lnTo>
                    <a:pt x="26686" y="449415"/>
                  </a:lnTo>
                  <a:lnTo>
                    <a:pt x="26567" y="449083"/>
                  </a:lnTo>
                  <a:lnTo>
                    <a:pt x="26301" y="448024"/>
                  </a:lnTo>
                  <a:lnTo>
                    <a:pt x="26124" y="447147"/>
                  </a:lnTo>
                  <a:lnTo>
                    <a:pt x="25828" y="446390"/>
                  </a:lnTo>
                  <a:lnTo>
                    <a:pt x="25443" y="445785"/>
                  </a:lnTo>
                  <a:lnTo>
                    <a:pt x="25118" y="445483"/>
                  </a:lnTo>
                  <a:lnTo>
                    <a:pt x="24141" y="444636"/>
                  </a:lnTo>
                  <a:lnTo>
                    <a:pt x="22928" y="443910"/>
                  </a:lnTo>
                  <a:lnTo>
                    <a:pt x="22455" y="443849"/>
                  </a:lnTo>
                  <a:lnTo>
                    <a:pt x="21922" y="443910"/>
                  </a:lnTo>
                  <a:lnTo>
                    <a:pt x="20976" y="443940"/>
                  </a:lnTo>
                  <a:lnTo>
                    <a:pt x="19999" y="443970"/>
                  </a:lnTo>
                  <a:lnTo>
                    <a:pt x="19023" y="444031"/>
                  </a:lnTo>
                  <a:lnTo>
                    <a:pt x="18402" y="443880"/>
                  </a:lnTo>
                  <a:lnTo>
                    <a:pt x="17810" y="443547"/>
                  </a:lnTo>
                  <a:lnTo>
                    <a:pt x="17514" y="443214"/>
                  </a:lnTo>
                  <a:lnTo>
                    <a:pt x="17248" y="442609"/>
                  </a:lnTo>
                  <a:lnTo>
                    <a:pt x="17100" y="441944"/>
                  </a:lnTo>
                  <a:lnTo>
                    <a:pt x="17070" y="441066"/>
                  </a:lnTo>
                  <a:lnTo>
                    <a:pt x="17070" y="440703"/>
                  </a:lnTo>
                  <a:lnTo>
                    <a:pt x="17130" y="440098"/>
                  </a:lnTo>
                  <a:lnTo>
                    <a:pt x="17337" y="439766"/>
                  </a:lnTo>
                  <a:lnTo>
                    <a:pt x="17425" y="439010"/>
                  </a:lnTo>
                  <a:lnTo>
                    <a:pt x="17366" y="438495"/>
                  </a:lnTo>
                  <a:lnTo>
                    <a:pt x="17337" y="437830"/>
                  </a:lnTo>
                  <a:lnTo>
                    <a:pt x="17632" y="436862"/>
                  </a:lnTo>
                  <a:lnTo>
                    <a:pt x="17840" y="436590"/>
                  </a:lnTo>
                  <a:lnTo>
                    <a:pt x="18550" y="435803"/>
                  </a:lnTo>
                  <a:lnTo>
                    <a:pt x="19289" y="434775"/>
                  </a:lnTo>
                  <a:lnTo>
                    <a:pt x="20532" y="433474"/>
                  </a:lnTo>
                  <a:lnTo>
                    <a:pt x="20887" y="433141"/>
                  </a:lnTo>
                  <a:lnTo>
                    <a:pt x="21508" y="432929"/>
                  </a:lnTo>
                  <a:lnTo>
                    <a:pt x="21804" y="432839"/>
                  </a:lnTo>
                  <a:lnTo>
                    <a:pt x="22011" y="432808"/>
                  </a:lnTo>
                  <a:lnTo>
                    <a:pt x="22307" y="432687"/>
                  </a:lnTo>
                  <a:lnTo>
                    <a:pt x="22544" y="432445"/>
                  </a:lnTo>
                  <a:lnTo>
                    <a:pt x="22692" y="432113"/>
                  </a:lnTo>
                  <a:lnTo>
                    <a:pt x="22899" y="431750"/>
                  </a:lnTo>
                  <a:lnTo>
                    <a:pt x="23106" y="431024"/>
                  </a:lnTo>
                  <a:lnTo>
                    <a:pt x="23165" y="430812"/>
                  </a:lnTo>
                  <a:lnTo>
                    <a:pt x="23165" y="430630"/>
                  </a:lnTo>
                  <a:lnTo>
                    <a:pt x="23283" y="430328"/>
                  </a:lnTo>
                  <a:lnTo>
                    <a:pt x="23313" y="430116"/>
                  </a:lnTo>
                  <a:lnTo>
                    <a:pt x="23343" y="429783"/>
                  </a:lnTo>
                  <a:lnTo>
                    <a:pt x="23313" y="429451"/>
                  </a:lnTo>
                  <a:lnTo>
                    <a:pt x="23283" y="429148"/>
                  </a:lnTo>
                  <a:lnTo>
                    <a:pt x="23254" y="428967"/>
                  </a:lnTo>
                  <a:lnTo>
                    <a:pt x="23224" y="428604"/>
                  </a:lnTo>
                  <a:lnTo>
                    <a:pt x="23254" y="428362"/>
                  </a:lnTo>
                  <a:lnTo>
                    <a:pt x="23254" y="427484"/>
                  </a:lnTo>
                  <a:lnTo>
                    <a:pt x="23283" y="427121"/>
                  </a:lnTo>
                  <a:lnTo>
                    <a:pt x="23283" y="426274"/>
                  </a:lnTo>
                  <a:lnTo>
                    <a:pt x="23224" y="425942"/>
                  </a:lnTo>
                  <a:lnTo>
                    <a:pt x="22987" y="425367"/>
                  </a:lnTo>
                  <a:lnTo>
                    <a:pt x="22840" y="423915"/>
                  </a:lnTo>
                  <a:lnTo>
                    <a:pt x="22337" y="421828"/>
                  </a:lnTo>
                  <a:lnTo>
                    <a:pt x="21449" y="420104"/>
                  </a:lnTo>
                  <a:lnTo>
                    <a:pt x="20621" y="418077"/>
                  </a:lnTo>
                  <a:lnTo>
                    <a:pt x="19319" y="416171"/>
                  </a:lnTo>
                  <a:lnTo>
                    <a:pt x="18254" y="414961"/>
                  </a:lnTo>
                  <a:lnTo>
                    <a:pt x="16360" y="412541"/>
                  </a:lnTo>
                  <a:lnTo>
                    <a:pt x="14851" y="411483"/>
                  </a:lnTo>
                  <a:lnTo>
                    <a:pt x="14585" y="411150"/>
                  </a:lnTo>
                  <a:lnTo>
                    <a:pt x="13816" y="410424"/>
                  </a:lnTo>
                  <a:lnTo>
                    <a:pt x="12928" y="409940"/>
                  </a:lnTo>
                  <a:lnTo>
                    <a:pt x="12396" y="409274"/>
                  </a:lnTo>
                  <a:lnTo>
                    <a:pt x="12130" y="409214"/>
                  </a:lnTo>
                  <a:lnTo>
                    <a:pt x="11390" y="408397"/>
                  </a:lnTo>
                  <a:lnTo>
                    <a:pt x="10857" y="408064"/>
                  </a:lnTo>
                  <a:lnTo>
                    <a:pt x="10236" y="407853"/>
                  </a:lnTo>
                  <a:lnTo>
                    <a:pt x="9822" y="407913"/>
                  </a:lnTo>
                  <a:lnTo>
                    <a:pt x="9112" y="408216"/>
                  </a:lnTo>
                  <a:lnTo>
                    <a:pt x="8668" y="408276"/>
                  </a:lnTo>
                  <a:lnTo>
                    <a:pt x="8372" y="408276"/>
                  </a:lnTo>
                  <a:lnTo>
                    <a:pt x="8076" y="408276"/>
                  </a:lnTo>
                  <a:lnTo>
                    <a:pt x="7899" y="408276"/>
                  </a:lnTo>
                  <a:lnTo>
                    <a:pt x="7248" y="407913"/>
                  </a:lnTo>
                  <a:lnTo>
                    <a:pt x="7011" y="407974"/>
                  </a:lnTo>
                  <a:lnTo>
                    <a:pt x="6272" y="407701"/>
                  </a:lnTo>
                  <a:lnTo>
                    <a:pt x="5828" y="407520"/>
                  </a:lnTo>
                  <a:lnTo>
                    <a:pt x="5562" y="407459"/>
                  </a:lnTo>
                  <a:lnTo>
                    <a:pt x="5236" y="407459"/>
                  </a:lnTo>
                  <a:lnTo>
                    <a:pt x="4763" y="407520"/>
                  </a:lnTo>
                  <a:lnTo>
                    <a:pt x="4467" y="407641"/>
                  </a:lnTo>
                  <a:lnTo>
                    <a:pt x="4112" y="407762"/>
                  </a:lnTo>
                  <a:lnTo>
                    <a:pt x="3550" y="408125"/>
                  </a:lnTo>
                  <a:lnTo>
                    <a:pt x="2810" y="408579"/>
                  </a:lnTo>
                  <a:lnTo>
                    <a:pt x="2307" y="409032"/>
                  </a:lnTo>
                  <a:lnTo>
                    <a:pt x="2011" y="409184"/>
                  </a:lnTo>
                  <a:lnTo>
                    <a:pt x="1775" y="409365"/>
                  </a:lnTo>
                  <a:lnTo>
                    <a:pt x="1568" y="409547"/>
                  </a:lnTo>
                  <a:lnTo>
                    <a:pt x="1360" y="409758"/>
                  </a:lnTo>
                  <a:lnTo>
                    <a:pt x="1035" y="409940"/>
                  </a:lnTo>
                  <a:lnTo>
                    <a:pt x="384" y="409910"/>
                  </a:lnTo>
                  <a:lnTo>
                    <a:pt x="88" y="409698"/>
                  </a:lnTo>
                  <a:lnTo>
                    <a:pt x="0" y="409547"/>
                  </a:lnTo>
                  <a:lnTo>
                    <a:pt x="0" y="409153"/>
                  </a:lnTo>
                  <a:lnTo>
                    <a:pt x="29" y="408821"/>
                  </a:lnTo>
                  <a:lnTo>
                    <a:pt x="295" y="408367"/>
                  </a:lnTo>
                  <a:lnTo>
                    <a:pt x="710" y="407338"/>
                  </a:lnTo>
                  <a:lnTo>
                    <a:pt x="1242" y="406401"/>
                  </a:lnTo>
                  <a:lnTo>
                    <a:pt x="1538" y="405977"/>
                  </a:lnTo>
                  <a:lnTo>
                    <a:pt x="1656" y="405584"/>
                  </a:lnTo>
                  <a:lnTo>
                    <a:pt x="1686" y="405251"/>
                  </a:lnTo>
                  <a:lnTo>
                    <a:pt x="1420" y="404555"/>
                  </a:lnTo>
                  <a:lnTo>
                    <a:pt x="4467" y="401198"/>
                  </a:lnTo>
                  <a:lnTo>
                    <a:pt x="12988" y="392577"/>
                  </a:lnTo>
                  <a:lnTo>
                    <a:pt x="13698" y="390459"/>
                  </a:lnTo>
                  <a:lnTo>
                    <a:pt x="22869" y="377633"/>
                  </a:lnTo>
                  <a:lnTo>
                    <a:pt x="42011" y="350802"/>
                  </a:lnTo>
                  <a:lnTo>
                    <a:pt x="46271" y="344904"/>
                  </a:lnTo>
                  <a:lnTo>
                    <a:pt x="58165" y="334861"/>
                  </a:lnTo>
                  <a:lnTo>
                    <a:pt x="64289" y="327964"/>
                  </a:lnTo>
                  <a:lnTo>
                    <a:pt x="68816" y="323608"/>
                  </a:lnTo>
                  <a:lnTo>
                    <a:pt x="70679" y="320129"/>
                  </a:lnTo>
                  <a:lnTo>
                    <a:pt x="71833" y="317649"/>
                  </a:lnTo>
                  <a:lnTo>
                    <a:pt x="72011" y="317286"/>
                  </a:lnTo>
                  <a:lnTo>
                    <a:pt x="73963" y="316197"/>
                  </a:lnTo>
                  <a:lnTo>
                    <a:pt x="81744" y="314079"/>
                  </a:lnTo>
                  <a:lnTo>
                    <a:pt x="85916" y="313111"/>
                  </a:lnTo>
                  <a:lnTo>
                    <a:pt x="104496" y="306003"/>
                  </a:lnTo>
                  <a:lnTo>
                    <a:pt x="113490" y="300830"/>
                  </a:lnTo>
                  <a:lnTo>
                    <a:pt x="126567" y="291453"/>
                  </a:lnTo>
                  <a:lnTo>
                    <a:pt x="130975" y="286976"/>
                  </a:lnTo>
                  <a:lnTo>
                    <a:pt x="132277" y="284979"/>
                  </a:lnTo>
                  <a:lnTo>
                    <a:pt x="134732" y="281803"/>
                  </a:lnTo>
                  <a:lnTo>
                    <a:pt x="136064" y="279716"/>
                  </a:lnTo>
                  <a:lnTo>
                    <a:pt x="136714" y="278294"/>
                  </a:lnTo>
                  <a:lnTo>
                    <a:pt x="137247" y="277538"/>
                  </a:lnTo>
                  <a:lnTo>
                    <a:pt x="140028" y="275148"/>
                  </a:lnTo>
                  <a:lnTo>
                    <a:pt x="140856" y="273545"/>
                  </a:lnTo>
                  <a:lnTo>
                    <a:pt x="141833" y="272456"/>
                  </a:lnTo>
                  <a:lnTo>
                    <a:pt x="145028" y="270399"/>
                  </a:lnTo>
                  <a:lnTo>
                    <a:pt x="147484" y="268554"/>
                  </a:lnTo>
                  <a:lnTo>
                    <a:pt x="151330" y="264833"/>
                  </a:lnTo>
                  <a:lnTo>
                    <a:pt x="152631" y="263865"/>
                  </a:lnTo>
                  <a:lnTo>
                    <a:pt x="156537" y="261869"/>
                  </a:lnTo>
                  <a:lnTo>
                    <a:pt x="157424" y="261536"/>
                  </a:lnTo>
                  <a:lnTo>
                    <a:pt x="158430" y="261355"/>
                  </a:lnTo>
                  <a:lnTo>
                    <a:pt x="160383" y="261506"/>
                  </a:lnTo>
                  <a:lnTo>
                    <a:pt x="161270" y="261415"/>
                  </a:lnTo>
                  <a:lnTo>
                    <a:pt x="163134" y="260175"/>
                  </a:lnTo>
                  <a:lnTo>
                    <a:pt x="165057" y="258602"/>
                  </a:lnTo>
                  <a:lnTo>
                    <a:pt x="166300" y="258118"/>
                  </a:lnTo>
                  <a:lnTo>
                    <a:pt x="168519" y="258118"/>
                  </a:lnTo>
                  <a:lnTo>
                    <a:pt x="170974" y="258965"/>
                  </a:lnTo>
                  <a:lnTo>
                    <a:pt x="174466" y="259358"/>
                  </a:lnTo>
                  <a:lnTo>
                    <a:pt x="178282" y="260296"/>
                  </a:lnTo>
                  <a:lnTo>
                    <a:pt x="183105" y="260538"/>
                  </a:lnTo>
                  <a:lnTo>
                    <a:pt x="184643" y="260750"/>
                  </a:lnTo>
                  <a:lnTo>
                    <a:pt x="187099" y="260538"/>
                  </a:lnTo>
                  <a:lnTo>
                    <a:pt x="188341" y="260114"/>
                  </a:lnTo>
                  <a:lnTo>
                    <a:pt x="190826" y="258360"/>
                  </a:lnTo>
                  <a:lnTo>
                    <a:pt x="196152" y="255516"/>
                  </a:lnTo>
                  <a:lnTo>
                    <a:pt x="197483" y="255395"/>
                  </a:lnTo>
                  <a:lnTo>
                    <a:pt x="201536" y="255668"/>
                  </a:lnTo>
                  <a:lnTo>
                    <a:pt x="205057" y="255698"/>
                  </a:lnTo>
                  <a:lnTo>
                    <a:pt x="206566" y="255486"/>
                  </a:lnTo>
                  <a:lnTo>
                    <a:pt x="208578" y="254821"/>
                  </a:lnTo>
                  <a:lnTo>
                    <a:pt x="212069" y="252159"/>
                  </a:lnTo>
                  <a:lnTo>
                    <a:pt x="213489" y="251433"/>
                  </a:lnTo>
                  <a:lnTo>
                    <a:pt x="214495" y="250949"/>
                  </a:lnTo>
                  <a:lnTo>
                    <a:pt x="216240" y="250737"/>
                  </a:lnTo>
                  <a:lnTo>
                    <a:pt x="220175" y="250798"/>
                  </a:lnTo>
                  <a:lnTo>
                    <a:pt x="223430" y="250132"/>
                  </a:lnTo>
                  <a:lnTo>
                    <a:pt x="224376" y="249557"/>
                  </a:lnTo>
                  <a:lnTo>
                    <a:pt x="226388" y="247410"/>
                  </a:lnTo>
                  <a:lnTo>
                    <a:pt x="227572" y="245595"/>
                  </a:lnTo>
                  <a:lnTo>
                    <a:pt x="227927" y="244778"/>
                  </a:lnTo>
                  <a:lnTo>
                    <a:pt x="228341" y="243084"/>
                  </a:lnTo>
                  <a:lnTo>
                    <a:pt x="228430" y="241844"/>
                  </a:lnTo>
                  <a:lnTo>
                    <a:pt x="228430" y="240240"/>
                  </a:lnTo>
                  <a:lnTo>
                    <a:pt x="228844" y="238970"/>
                  </a:lnTo>
                  <a:lnTo>
                    <a:pt x="230205" y="236641"/>
                  </a:lnTo>
                  <a:lnTo>
                    <a:pt x="230708" y="235098"/>
                  </a:lnTo>
                  <a:lnTo>
                    <a:pt x="232039" y="232436"/>
                  </a:lnTo>
                  <a:lnTo>
                    <a:pt x="234228" y="229441"/>
                  </a:lnTo>
                  <a:lnTo>
                    <a:pt x="235560" y="226537"/>
                  </a:lnTo>
                  <a:lnTo>
                    <a:pt x="236270" y="225328"/>
                  </a:lnTo>
                  <a:lnTo>
                    <a:pt x="237276" y="224420"/>
                  </a:lnTo>
                  <a:lnTo>
                    <a:pt x="240796" y="223271"/>
                  </a:lnTo>
                  <a:lnTo>
                    <a:pt x="245027" y="221486"/>
                  </a:lnTo>
                  <a:lnTo>
                    <a:pt x="246211" y="220820"/>
                  </a:lnTo>
                  <a:lnTo>
                    <a:pt x="248193" y="219036"/>
                  </a:lnTo>
                  <a:lnTo>
                    <a:pt x="249228" y="218400"/>
                  </a:lnTo>
                  <a:lnTo>
                    <a:pt x="249790" y="218340"/>
                  </a:lnTo>
                  <a:lnTo>
                    <a:pt x="250501" y="218431"/>
                  </a:lnTo>
                  <a:lnTo>
                    <a:pt x="251477" y="218794"/>
                  </a:lnTo>
                  <a:lnTo>
                    <a:pt x="251950" y="219096"/>
                  </a:lnTo>
                  <a:lnTo>
                    <a:pt x="252838" y="220699"/>
                  </a:lnTo>
                  <a:lnTo>
                    <a:pt x="253903" y="223997"/>
                  </a:lnTo>
                  <a:lnTo>
                    <a:pt x="254613" y="225418"/>
                  </a:lnTo>
                  <a:lnTo>
                    <a:pt x="255323" y="226296"/>
                  </a:lnTo>
                  <a:lnTo>
                    <a:pt x="256536" y="226900"/>
                  </a:lnTo>
                  <a:lnTo>
                    <a:pt x="259139" y="227052"/>
                  </a:lnTo>
                  <a:lnTo>
                    <a:pt x="261122" y="226870"/>
                  </a:lnTo>
                  <a:lnTo>
                    <a:pt x="262068" y="226537"/>
                  </a:lnTo>
                  <a:lnTo>
                    <a:pt x="264021" y="225479"/>
                  </a:lnTo>
                  <a:lnTo>
                    <a:pt x="265974" y="224995"/>
                  </a:lnTo>
                  <a:lnTo>
                    <a:pt x="267986" y="223785"/>
                  </a:lnTo>
                  <a:lnTo>
                    <a:pt x="269287" y="223392"/>
                  </a:lnTo>
                  <a:lnTo>
                    <a:pt x="270678" y="223331"/>
                  </a:lnTo>
                  <a:lnTo>
                    <a:pt x="272335" y="223755"/>
                  </a:lnTo>
                  <a:lnTo>
                    <a:pt x="276920" y="225691"/>
                  </a:lnTo>
                  <a:lnTo>
                    <a:pt x="280382" y="227354"/>
                  </a:lnTo>
                  <a:lnTo>
                    <a:pt x="282394" y="228020"/>
                  </a:lnTo>
                  <a:lnTo>
                    <a:pt x="284376" y="228231"/>
                  </a:lnTo>
                  <a:lnTo>
                    <a:pt x="291713" y="228080"/>
                  </a:lnTo>
                  <a:lnTo>
                    <a:pt x="298547" y="228231"/>
                  </a:lnTo>
                  <a:lnTo>
                    <a:pt x="301861" y="228867"/>
                  </a:lnTo>
                  <a:lnTo>
                    <a:pt x="304257" y="229109"/>
                  </a:lnTo>
                  <a:lnTo>
                    <a:pt x="306240" y="228927"/>
                  </a:lnTo>
                  <a:lnTo>
                    <a:pt x="311772" y="226658"/>
                  </a:lnTo>
                  <a:lnTo>
                    <a:pt x="313932" y="226054"/>
                  </a:lnTo>
                  <a:lnTo>
                    <a:pt x="316950" y="225600"/>
                  </a:lnTo>
                  <a:lnTo>
                    <a:pt x="319257" y="224602"/>
                  </a:lnTo>
                  <a:lnTo>
                    <a:pt x="321269" y="223271"/>
                  </a:lnTo>
                  <a:lnTo>
                    <a:pt x="321802" y="222514"/>
                  </a:lnTo>
                  <a:lnTo>
                    <a:pt x="322660" y="220699"/>
                  </a:lnTo>
                  <a:lnTo>
                    <a:pt x="323488" y="219308"/>
                  </a:lnTo>
                  <a:lnTo>
                    <a:pt x="324612" y="218068"/>
                  </a:lnTo>
                  <a:lnTo>
                    <a:pt x="325589" y="217553"/>
                  </a:lnTo>
                  <a:lnTo>
                    <a:pt x="325737" y="216525"/>
                  </a:lnTo>
                  <a:lnTo>
                    <a:pt x="326417" y="215254"/>
                  </a:lnTo>
                  <a:lnTo>
                    <a:pt x="326890" y="213984"/>
                  </a:lnTo>
                  <a:lnTo>
                    <a:pt x="328015" y="211988"/>
                  </a:lnTo>
                  <a:lnTo>
                    <a:pt x="329849" y="210203"/>
                  </a:lnTo>
                  <a:lnTo>
                    <a:pt x="332482" y="207178"/>
                  </a:lnTo>
                  <a:lnTo>
                    <a:pt x="333429" y="206270"/>
                  </a:lnTo>
                  <a:lnTo>
                    <a:pt x="336269" y="204667"/>
                  </a:lnTo>
                  <a:lnTo>
                    <a:pt x="339464" y="203548"/>
                  </a:lnTo>
                  <a:lnTo>
                    <a:pt x="340618" y="203034"/>
                  </a:lnTo>
                  <a:lnTo>
                    <a:pt x="343222" y="201914"/>
                  </a:lnTo>
                  <a:lnTo>
                    <a:pt x="350855" y="200795"/>
                  </a:lnTo>
                  <a:lnTo>
                    <a:pt x="356269" y="199555"/>
                  </a:lnTo>
                  <a:lnTo>
                    <a:pt x="359582" y="195592"/>
                  </a:lnTo>
                  <a:lnTo>
                    <a:pt x="360914" y="194594"/>
                  </a:lnTo>
                  <a:lnTo>
                    <a:pt x="362393" y="192719"/>
                  </a:lnTo>
                  <a:lnTo>
                    <a:pt x="363192" y="191418"/>
                  </a:lnTo>
                  <a:lnTo>
                    <a:pt x="363547" y="190541"/>
                  </a:lnTo>
                  <a:lnTo>
                    <a:pt x="363754" y="189512"/>
                  </a:lnTo>
                  <a:lnTo>
                    <a:pt x="363665" y="186487"/>
                  </a:lnTo>
                  <a:lnTo>
                    <a:pt x="363547" y="185217"/>
                  </a:lnTo>
                  <a:lnTo>
                    <a:pt x="362511" y="181224"/>
                  </a:lnTo>
                  <a:lnTo>
                    <a:pt x="361417" y="175144"/>
                  </a:lnTo>
                  <a:lnTo>
                    <a:pt x="361506" y="173843"/>
                  </a:lnTo>
                  <a:lnTo>
                    <a:pt x="361979" y="172482"/>
                  </a:lnTo>
                  <a:lnTo>
                    <a:pt x="364227" y="167460"/>
                  </a:lnTo>
                  <a:lnTo>
                    <a:pt x="365085" y="165192"/>
                  </a:lnTo>
                  <a:lnTo>
                    <a:pt x="369020" y="158355"/>
                  </a:lnTo>
                  <a:lnTo>
                    <a:pt x="369967" y="155905"/>
                  </a:lnTo>
                  <a:lnTo>
                    <a:pt x="370736" y="154514"/>
                  </a:lnTo>
                  <a:lnTo>
                    <a:pt x="373576" y="151428"/>
                  </a:lnTo>
                  <a:lnTo>
                    <a:pt x="375500" y="150127"/>
                  </a:lnTo>
                  <a:lnTo>
                    <a:pt x="376920" y="148948"/>
                  </a:lnTo>
                  <a:lnTo>
                    <a:pt x="378251" y="147617"/>
                  </a:lnTo>
                  <a:lnTo>
                    <a:pt x="379375" y="145893"/>
                  </a:lnTo>
                  <a:lnTo>
                    <a:pt x="380204" y="143805"/>
                  </a:lnTo>
                  <a:lnTo>
                    <a:pt x="381831" y="141658"/>
                  </a:lnTo>
                  <a:lnTo>
                    <a:pt x="384996" y="138844"/>
                  </a:lnTo>
                  <a:lnTo>
                    <a:pt x="386624" y="138270"/>
                  </a:lnTo>
                  <a:lnTo>
                    <a:pt x="388576" y="137846"/>
                  </a:lnTo>
                  <a:lnTo>
                    <a:pt x="391150" y="137483"/>
                  </a:lnTo>
                  <a:lnTo>
                    <a:pt x="396002" y="137423"/>
                  </a:lnTo>
                  <a:lnTo>
                    <a:pt x="398221" y="137090"/>
                  </a:lnTo>
                  <a:lnTo>
                    <a:pt x="398606" y="137029"/>
                  </a:lnTo>
                  <a:lnTo>
                    <a:pt x="401979" y="136122"/>
                  </a:lnTo>
                  <a:lnTo>
                    <a:pt x="403665" y="135214"/>
                  </a:lnTo>
                  <a:lnTo>
                    <a:pt x="404730" y="134367"/>
                  </a:lnTo>
                  <a:lnTo>
                    <a:pt x="406505" y="132129"/>
                  </a:lnTo>
                  <a:lnTo>
                    <a:pt x="407955" y="129649"/>
                  </a:lnTo>
                  <a:lnTo>
                    <a:pt x="409050" y="128590"/>
                  </a:lnTo>
                  <a:lnTo>
                    <a:pt x="411979" y="126896"/>
                  </a:lnTo>
                  <a:lnTo>
                    <a:pt x="413162" y="126563"/>
                  </a:lnTo>
                  <a:lnTo>
                    <a:pt x="417481" y="126140"/>
                  </a:lnTo>
                  <a:lnTo>
                    <a:pt x="419907" y="125081"/>
                  </a:lnTo>
                  <a:lnTo>
                    <a:pt x="423103" y="122570"/>
                  </a:lnTo>
                  <a:lnTo>
                    <a:pt x="423665" y="122298"/>
                  </a:lnTo>
                  <a:lnTo>
                    <a:pt x="424996" y="122026"/>
                  </a:lnTo>
                  <a:lnTo>
                    <a:pt x="426387" y="121209"/>
                  </a:lnTo>
                  <a:lnTo>
                    <a:pt x="426919" y="120695"/>
                  </a:lnTo>
                  <a:lnTo>
                    <a:pt x="427688" y="119424"/>
                  </a:lnTo>
                  <a:lnTo>
                    <a:pt x="428014" y="119122"/>
                  </a:lnTo>
                  <a:lnTo>
                    <a:pt x="428546" y="119061"/>
                  </a:lnTo>
                  <a:lnTo>
                    <a:pt x="430055" y="119515"/>
                  </a:lnTo>
                  <a:lnTo>
                    <a:pt x="430499" y="119424"/>
                  </a:lnTo>
                  <a:lnTo>
                    <a:pt x="431061" y="119092"/>
                  </a:lnTo>
                  <a:lnTo>
                    <a:pt x="431564" y="118517"/>
                  </a:lnTo>
                  <a:lnTo>
                    <a:pt x="432185" y="117065"/>
                  </a:lnTo>
                  <a:lnTo>
                    <a:pt x="433458" y="115250"/>
                  </a:lnTo>
                  <a:lnTo>
                    <a:pt x="434256" y="113526"/>
                  </a:lnTo>
                  <a:lnTo>
                    <a:pt x="434878" y="111196"/>
                  </a:lnTo>
                  <a:lnTo>
                    <a:pt x="434937" y="109563"/>
                  </a:lnTo>
                  <a:lnTo>
                    <a:pt x="435144" y="108232"/>
                  </a:lnTo>
                  <a:lnTo>
                    <a:pt x="435765" y="106810"/>
                  </a:lnTo>
                  <a:lnTo>
                    <a:pt x="438339" y="102817"/>
                  </a:lnTo>
                  <a:lnTo>
                    <a:pt x="438872" y="102001"/>
                  </a:lnTo>
                  <a:lnTo>
                    <a:pt x="441771" y="98976"/>
                  </a:lnTo>
                  <a:lnTo>
                    <a:pt x="442274" y="98250"/>
                  </a:lnTo>
                  <a:lnTo>
                    <a:pt x="442333" y="97372"/>
                  </a:lnTo>
                  <a:lnTo>
                    <a:pt x="442008" y="96737"/>
                  </a:lnTo>
                  <a:lnTo>
                    <a:pt x="441357" y="96011"/>
                  </a:lnTo>
                  <a:lnTo>
                    <a:pt x="439434" y="94741"/>
                  </a:lnTo>
                  <a:lnTo>
                    <a:pt x="438872" y="93984"/>
                  </a:lnTo>
                  <a:lnTo>
                    <a:pt x="438783" y="93349"/>
                  </a:lnTo>
                  <a:lnTo>
                    <a:pt x="438901" y="92623"/>
                  </a:lnTo>
                  <a:lnTo>
                    <a:pt x="439671" y="90869"/>
                  </a:lnTo>
                  <a:lnTo>
                    <a:pt x="440736" y="89689"/>
                  </a:lnTo>
                  <a:lnTo>
                    <a:pt x="443724" y="87451"/>
                  </a:lnTo>
                  <a:lnTo>
                    <a:pt x="445499" y="85454"/>
                  </a:lnTo>
                  <a:lnTo>
                    <a:pt x="446179" y="84153"/>
                  </a:lnTo>
                  <a:lnTo>
                    <a:pt x="446860" y="81945"/>
                  </a:lnTo>
                  <a:lnTo>
                    <a:pt x="447629" y="80917"/>
                  </a:lnTo>
                  <a:lnTo>
                    <a:pt x="448458" y="80433"/>
                  </a:lnTo>
                  <a:lnTo>
                    <a:pt x="450144" y="79918"/>
                  </a:lnTo>
                  <a:lnTo>
                    <a:pt x="451150" y="79344"/>
                  </a:lnTo>
                  <a:lnTo>
                    <a:pt x="451534" y="78981"/>
                  </a:lnTo>
                  <a:lnTo>
                    <a:pt x="452185" y="78013"/>
                  </a:lnTo>
                  <a:lnTo>
                    <a:pt x="452777" y="75502"/>
                  </a:lnTo>
                  <a:lnTo>
                    <a:pt x="453517" y="74322"/>
                  </a:lnTo>
                  <a:lnTo>
                    <a:pt x="454020" y="73778"/>
                  </a:lnTo>
                  <a:lnTo>
                    <a:pt x="456801" y="71781"/>
                  </a:lnTo>
                  <a:lnTo>
                    <a:pt x="460025" y="70450"/>
                  </a:lnTo>
                  <a:lnTo>
                    <a:pt x="460795" y="69997"/>
                  </a:lnTo>
                  <a:lnTo>
                    <a:pt x="463990" y="67546"/>
                  </a:lnTo>
                  <a:lnTo>
                    <a:pt x="465499" y="66276"/>
                  </a:lnTo>
                  <a:lnTo>
                    <a:pt x="466889" y="65278"/>
                  </a:lnTo>
                  <a:lnTo>
                    <a:pt x="468635" y="64612"/>
                  </a:lnTo>
                  <a:lnTo>
                    <a:pt x="469552" y="64098"/>
                  </a:lnTo>
                  <a:lnTo>
                    <a:pt x="470321" y="63463"/>
                  </a:lnTo>
                  <a:lnTo>
                    <a:pt x="471653" y="61829"/>
                  </a:lnTo>
                  <a:lnTo>
                    <a:pt x="472659" y="60922"/>
                  </a:lnTo>
                  <a:lnTo>
                    <a:pt x="473191" y="60166"/>
                  </a:lnTo>
                  <a:lnTo>
                    <a:pt x="473369" y="59621"/>
                  </a:lnTo>
                  <a:lnTo>
                    <a:pt x="473073" y="56475"/>
                  </a:lnTo>
                  <a:lnTo>
                    <a:pt x="473280" y="54993"/>
                  </a:lnTo>
                  <a:lnTo>
                    <a:pt x="474404" y="52573"/>
                  </a:lnTo>
                  <a:lnTo>
                    <a:pt x="475499" y="50909"/>
                  </a:lnTo>
                  <a:lnTo>
                    <a:pt x="476327" y="49155"/>
                  </a:lnTo>
                  <a:lnTo>
                    <a:pt x="476741" y="48550"/>
                  </a:lnTo>
                  <a:lnTo>
                    <a:pt x="477599" y="47945"/>
                  </a:lnTo>
                  <a:lnTo>
                    <a:pt x="478546" y="47763"/>
                  </a:lnTo>
                  <a:lnTo>
                    <a:pt x="479700" y="47854"/>
                  </a:lnTo>
                  <a:lnTo>
                    <a:pt x="482895" y="48459"/>
                  </a:lnTo>
                  <a:lnTo>
                    <a:pt x="484404" y="48520"/>
                  </a:lnTo>
                  <a:lnTo>
                    <a:pt x="485144" y="48338"/>
                  </a:lnTo>
                  <a:lnTo>
                    <a:pt x="485647" y="47915"/>
                  </a:lnTo>
                  <a:lnTo>
                    <a:pt x="486771" y="46493"/>
                  </a:lnTo>
                  <a:lnTo>
                    <a:pt x="487392" y="45918"/>
                  </a:lnTo>
                  <a:lnTo>
                    <a:pt x="491090" y="43196"/>
                  </a:lnTo>
                  <a:lnTo>
                    <a:pt x="492925" y="40776"/>
                  </a:lnTo>
                  <a:lnTo>
                    <a:pt x="493931" y="39778"/>
                  </a:lnTo>
                  <a:lnTo>
                    <a:pt x="495084" y="39233"/>
                  </a:lnTo>
                  <a:lnTo>
                    <a:pt x="498280" y="38749"/>
                  </a:lnTo>
                  <a:lnTo>
                    <a:pt x="500676" y="37660"/>
                  </a:lnTo>
                  <a:lnTo>
                    <a:pt x="501416" y="36964"/>
                  </a:lnTo>
                  <a:lnTo>
                    <a:pt x="502067" y="35543"/>
                  </a:lnTo>
                  <a:lnTo>
                    <a:pt x="502806" y="34393"/>
                  </a:lnTo>
                  <a:lnTo>
                    <a:pt x="504877" y="32760"/>
                  </a:lnTo>
                  <a:lnTo>
                    <a:pt x="506120" y="32245"/>
                  </a:lnTo>
                  <a:lnTo>
                    <a:pt x="508990" y="31671"/>
                  </a:lnTo>
                  <a:lnTo>
                    <a:pt x="511475" y="29765"/>
                  </a:lnTo>
                  <a:lnTo>
                    <a:pt x="514108" y="28706"/>
                  </a:lnTo>
                  <a:lnTo>
                    <a:pt x="516445" y="27405"/>
                  </a:lnTo>
                  <a:lnTo>
                    <a:pt x="519049" y="26679"/>
                  </a:lnTo>
                  <a:lnTo>
                    <a:pt x="521149" y="25470"/>
                  </a:lnTo>
                  <a:lnTo>
                    <a:pt x="525558" y="23715"/>
                  </a:lnTo>
                  <a:lnTo>
                    <a:pt x="528043" y="22082"/>
                  </a:lnTo>
                  <a:lnTo>
                    <a:pt x="529167" y="20993"/>
                  </a:lnTo>
                  <a:lnTo>
                    <a:pt x="529759" y="20055"/>
                  </a:lnTo>
                  <a:lnTo>
                    <a:pt x="530173" y="19087"/>
                  </a:lnTo>
                  <a:lnTo>
                    <a:pt x="531948" y="14852"/>
                  </a:lnTo>
                  <a:lnTo>
                    <a:pt x="535054" y="4991"/>
                  </a:lnTo>
                  <a:lnTo>
                    <a:pt x="5371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1911863" y="3808638"/>
              <a:ext cx="584492" cy="520804"/>
            </a:xfrm>
            <a:custGeom>
              <a:avLst/>
              <a:pathLst>
                <a:path w="584492" h="520804">
                  <a:moveTo>
                    <a:pt x="518723" y="998"/>
                  </a:moveTo>
                  <a:lnTo>
                    <a:pt x="525439" y="5898"/>
                  </a:lnTo>
                  <a:lnTo>
                    <a:pt x="527747" y="8500"/>
                  </a:lnTo>
                  <a:lnTo>
                    <a:pt x="530469" y="12523"/>
                  </a:lnTo>
                  <a:lnTo>
                    <a:pt x="532362" y="17937"/>
                  </a:lnTo>
                  <a:lnTo>
                    <a:pt x="535143" y="22384"/>
                  </a:lnTo>
                  <a:lnTo>
                    <a:pt x="538546" y="23655"/>
                  </a:lnTo>
                  <a:lnTo>
                    <a:pt x="540380" y="24320"/>
                  </a:lnTo>
                  <a:lnTo>
                    <a:pt x="546741" y="24623"/>
                  </a:lnTo>
                  <a:lnTo>
                    <a:pt x="551238" y="25712"/>
                  </a:lnTo>
                  <a:lnTo>
                    <a:pt x="558960" y="29462"/>
                  </a:lnTo>
                  <a:lnTo>
                    <a:pt x="568368" y="33576"/>
                  </a:lnTo>
                  <a:lnTo>
                    <a:pt x="574847" y="36420"/>
                  </a:lnTo>
                  <a:lnTo>
                    <a:pt x="580675" y="40836"/>
                  </a:lnTo>
                  <a:lnTo>
                    <a:pt x="583664" y="45555"/>
                  </a:lnTo>
                  <a:lnTo>
                    <a:pt x="583131" y="52089"/>
                  </a:lnTo>
                  <a:lnTo>
                    <a:pt x="582865" y="61376"/>
                  </a:lnTo>
                  <a:lnTo>
                    <a:pt x="584492" y="72749"/>
                  </a:lnTo>
                  <a:lnTo>
                    <a:pt x="584078" y="79707"/>
                  </a:lnTo>
                  <a:lnTo>
                    <a:pt x="581622" y="84698"/>
                  </a:lnTo>
                  <a:lnTo>
                    <a:pt x="578249" y="90234"/>
                  </a:lnTo>
                  <a:lnTo>
                    <a:pt x="574581" y="95376"/>
                  </a:lnTo>
                  <a:lnTo>
                    <a:pt x="571031" y="101214"/>
                  </a:lnTo>
                  <a:lnTo>
                    <a:pt x="570350" y="105661"/>
                  </a:lnTo>
                  <a:lnTo>
                    <a:pt x="571326" y="110077"/>
                  </a:lnTo>
                  <a:lnTo>
                    <a:pt x="572273" y="115099"/>
                  </a:lnTo>
                  <a:lnTo>
                    <a:pt x="571859" y="120785"/>
                  </a:lnTo>
                  <a:lnTo>
                    <a:pt x="569403" y="124930"/>
                  </a:lnTo>
                  <a:lnTo>
                    <a:pt x="566711" y="131191"/>
                  </a:lnTo>
                  <a:lnTo>
                    <a:pt x="563841" y="136727"/>
                  </a:lnTo>
                  <a:lnTo>
                    <a:pt x="563042" y="141174"/>
                  </a:lnTo>
                  <a:lnTo>
                    <a:pt x="561800" y="143957"/>
                  </a:lnTo>
                  <a:lnTo>
                    <a:pt x="557865" y="150611"/>
                  </a:lnTo>
                  <a:lnTo>
                    <a:pt x="553664" y="157539"/>
                  </a:lnTo>
                  <a:lnTo>
                    <a:pt x="551918" y="164919"/>
                  </a:lnTo>
                  <a:lnTo>
                    <a:pt x="551090" y="174750"/>
                  </a:lnTo>
                  <a:lnTo>
                    <a:pt x="548634" y="179621"/>
                  </a:lnTo>
                  <a:lnTo>
                    <a:pt x="545262" y="186699"/>
                  </a:lnTo>
                  <a:lnTo>
                    <a:pt x="541208" y="197498"/>
                  </a:lnTo>
                  <a:lnTo>
                    <a:pt x="537244" y="204304"/>
                  </a:lnTo>
                  <a:lnTo>
                    <a:pt x="528427" y="209598"/>
                  </a:lnTo>
                  <a:lnTo>
                    <a:pt x="518368" y="215829"/>
                  </a:lnTo>
                  <a:lnTo>
                    <a:pt x="511445" y="218884"/>
                  </a:lnTo>
                  <a:lnTo>
                    <a:pt x="502510" y="219157"/>
                  </a:lnTo>
                  <a:lnTo>
                    <a:pt x="496948" y="220699"/>
                  </a:lnTo>
                  <a:lnTo>
                    <a:pt x="494078" y="225146"/>
                  </a:lnTo>
                  <a:lnTo>
                    <a:pt x="492185" y="232194"/>
                  </a:lnTo>
                  <a:lnTo>
                    <a:pt x="491712" y="239998"/>
                  </a:lnTo>
                  <a:lnTo>
                    <a:pt x="490499" y="241087"/>
                  </a:lnTo>
                  <a:lnTo>
                    <a:pt x="490262" y="241602"/>
                  </a:lnTo>
                  <a:lnTo>
                    <a:pt x="490144" y="242207"/>
                  </a:lnTo>
                  <a:lnTo>
                    <a:pt x="490321" y="243689"/>
                  </a:lnTo>
                  <a:lnTo>
                    <a:pt x="490942" y="245837"/>
                  </a:lnTo>
                  <a:lnTo>
                    <a:pt x="491120" y="247289"/>
                  </a:lnTo>
                  <a:lnTo>
                    <a:pt x="490558" y="250707"/>
                  </a:lnTo>
                  <a:lnTo>
                    <a:pt x="490262" y="255970"/>
                  </a:lnTo>
                  <a:lnTo>
                    <a:pt x="489345" y="260326"/>
                  </a:lnTo>
                  <a:lnTo>
                    <a:pt x="489315" y="262595"/>
                  </a:lnTo>
                  <a:lnTo>
                    <a:pt x="489700" y="265166"/>
                  </a:lnTo>
                  <a:lnTo>
                    <a:pt x="489315" y="266860"/>
                  </a:lnTo>
                  <a:lnTo>
                    <a:pt x="488783" y="268100"/>
                  </a:lnTo>
                  <a:lnTo>
                    <a:pt x="488132" y="269129"/>
                  </a:lnTo>
                  <a:lnTo>
                    <a:pt x="487718" y="270520"/>
                  </a:lnTo>
                  <a:lnTo>
                    <a:pt x="487363" y="277024"/>
                  </a:lnTo>
                  <a:lnTo>
                    <a:pt x="486712" y="280109"/>
                  </a:lnTo>
                  <a:lnTo>
                    <a:pt x="485824" y="282045"/>
                  </a:lnTo>
                  <a:lnTo>
                    <a:pt x="483812" y="283558"/>
                  </a:lnTo>
                  <a:lnTo>
                    <a:pt x="479907" y="285433"/>
                  </a:lnTo>
                  <a:lnTo>
                    <a:pt x="478635" y="286431"/>
                  </a:lnTo>
                  <a:lnTo>
                    <a:pt x="476889" y="288246"/>
                  </a:lnTo>
                  <a:lnTo>
                    <a:pt x="472570" y="291090"/>
                  </a:lnTo>
                  <a:lnTo>
                    <a:pt x="470795" y="292935"/>
                  </a:lnTo>
                  <a:lnTo>
                    <a:pt x="469375" y="293631"/>
                  </a:lnTo>
                  <a:lnTo>
                    <a:pt x="468724" y="293782"/>
                  </a:lnTo>
                  <a:lnTo>
                    <a:pt x="467126" y="293812"/>
                  </a:lnTo>
                  <a:lnTo>
                    <a:pt x="466593" y="293540"/>
                  </a:lnTo>
                  <a:lnTo>
                    <a:pt x="465144" y="292360"/>
                  </a:lnTo>
                  <a:lnTo>
                    <a:pt x="463191" y="291665"/>
                  </a:lnTo>
                  <a:lnTo>
                    <a:pt x="462481" y="291665"/>
                  </a:lnTo>
                  <a:lnTo>
                    <a:pt x="461031" y="292118"/>
                  </a:lnTo>
                  <a:lnTo>
                    <a:pt x="459700" y="293177"/>
                  </a:lnTo>
                  <a:lnTo>
                    <a:pt x="459168" y="293903"/>
                  </a:lnTo>
                  <a:lnTo>
                    <a:pt x="457747" y="295264"/>
                  </a:lnTo>
                  <a:lnTo>
                    <a:pt x="456712" y="296958"/>
                  </a:lnTo>
                  <a:lnTo>
                    <a:pt x="456564" y="298168"/>
                  </a:lnTo>
                  <a:lnTo>
                    <a:pt x="456653" y="300921"/>
                  </a:lnTo>
                  <a:lnTo>
                    <a:pt x="456475" y="301798"/>
                  </a:lnTo>
                  <a:lnTo>
                    <a:pt x="454375" y="304823"/>
                  </a:lnTo>
                  <a:lnTo>
                    <a:pt x="453339" y="306063"/>
                  </a:lnTo>
                  <a:lnTo>
                    <a:pt x="451446" y="306940"/>
                  </a:lnTo>
                  <a:lnTo>
                    <a:pt x="451002" y="307364"/>
                  </a:lnTo>
                  <a:lnTo>
                    <a:pt x="450676" y="309149"/>
                  </a:lnTo>
                  <a:lnTo>
                    <a:pt x="450114" y="310903"/>
                  </a:lnTo>
                  <a:lnTo>
                    <a:pt x="448398" y="313474"/>
                  </a:lnTo>
                  <a:lnTo>
                    <a:pt x="447807" y="315864"/>
                  </a:lnTo>
                  <a:lnTo>
                    <a:pt x="447156" y="317982"/>
                  </a:lnTo>
                  <a:lnTo>
                    <a:pt x="444907" y="320008"/>
                  </a:lnTo>
                  <a:lnTo>
                    <a:pt x="444049" y="321037"/>
                  </a:lnTo>
                  <a:lnTo>
                    <a:pt x="442718" y="322307"/>
                  </a:lnTo>
                  <a:lnTo>
                    <a:pt x="440351" y="325241"/>
                  </a:lnTo>
                  <a:lnTo>
                    <a:pt x="439404" y="326240"/>
                  </a:lnTo>
                  <a:lnTo>
                    <a:pt x="438280" y="326875"/>
                  </a:lnTo>
                  <a:lnTo>
                    <a:pt x="437659" y="326966"/>
                  </a:lnTo>
                  <a:lnTo>
                    <a:pt x="435440" y="326784"/>
                  </a:lnTo>
                  <a:lnTo>
                    <a:pt x="432807" y="325846"/>
                  </a:lnTo>
                  <a:lnTo>
                    <a:pt x="430647" y="325332"/>
                  </a:lnTo>
                  <a:lnTo>
                    <a:pt x="429197" y="325332"/>
                  </a:lnTo>
                  <a:lnTo>
                    <a:pt x="427186" y="325786"/>
                  </a:lnTo>
                  <a:lnTo>
                    <a:pt x="426860" y="327389"/>
                  </a:lnTo>
                  <a:lnTo>
                    <a:pt x="426564" y="330596"/>
                  </a:lnTo>
                  <a:lnTo>
                    <a:pt x="426091" y="333499"/>
                  </a:lnTo>
                  <a:lnTo>
                    <a:pt x="425529" y="335133"/>
                  </a:lnTo>
                  <a:lnTo>
                    <a:pt x="422866" y="339217"/>
                  </a:lnTo>
                  <a:lnTo>
                    <a:pt x="422274" y="340638"/>
                  </a:lnTo>
                  <a:lnTo>
                    <a:pt x="421209" y="344752"/>
                  </a:lnTo>
                  <a:lnTo>
                    <a:pt x="419286" y="348049"/>
                  </a:lnTo>
                  <a:lnTo>
                    <a:pt x="418221" y="350379"/>
                  </a:lnTo>
                  <a:lnTo>
                    <a:pt x="417925" y="352738"/>
                  </a:lnTo>
                  <a:lnTo>
                    <a:pt x="417807" y="358062"/>
                  </a:lnTo>
                  <a:lnTo>
                    <a:pt x="415588" y="364868"/>
                  </a:lnTo>
                  <a:lnTo>
                    <a:pt x="414582" y="366683"/>
                  </a:lnTo>
                  <a:lnTo>
                    <a:pt x="414079" y="368044"/>
                  </a:lnTo>
                  <a:lnTo>
                    <a:pt x="413014" y="368347"/>
                  </a:lnTo>
                  <a:lnTo>
                    <a:pt x="410854" y="369254"/>
                  </a:lnTo>
                  <a:lnTo>
                    <a:pt x="406624" y="370676"/>
                  </a:lnTo>
                  <a:lnTo>
                    <a:pt x="404493" y="372219"/>
                  </a:lnTo>
                  <a:lnTo>
                    <a:pt x="402807" y="373187"/>
                  </a:lnTo>
                  <a:lnTo>
                    <a:pt x="398783" y="374245"/>
                  </a:lnTo>
                  <a:lnTo>
                    <a:pt x="397630" y="374881"/>
                  </a:lnTo>
                  <a:lnTo>
                    <a:pt x="396919" y="375274"/>
                  </a:lnTo>
                  <a:lnTo>
                    <a:pt x="395263" y="375939"/>
                  </a:lnTo>
                  <a:lnTo>
                    <a:pt x="392038" y="376756"/>
                  </a:lnTo>
                  <a:lnTo>
                    <a:pt x="391209" y="377694"/>
                  </a:lnTo>
                  <a:lnTo>
                    <a:pt x="388754" y="378390"/>
                  </a:lnTo>
                  <a:lnTo>
                    <a:pt x="388340" y="378783"/>
                  </a:lnTo>
                  <a:lnTo>
                    <a:pt x="387245" y="379327"/>
                  </a:lnTo>
                  <a:lnTo>
                    <a:pt x="384789" y="381384"/>
                  </a:lnTo>
                  <a:lnTo>
                    <a:pt x="381949" y="382322"/>
                  </a:lnTo>
                  <a:lnTo>
                    <a:pt x="379967" y="383381"/>
                  </a:lnTo>
                  <a:lnTo>
                    <a:pt x="377600" y="383351"/>
                  </a:lnTo>
                  <a:lnTo>
                    <a:pt x="375825" y="383925"/>
                  </a:lnTo>
                  <a:lnTo>
                    <a:pt x="373695" y="385135"/>
                  </a:lnTo>
                  <a:lnTo>
                    <a:pt x="372186" y="385740"/>
                  </a:lnTo>
                  <a:lnTo>
                    <a:pt x="370647" y="386799"/>
                  </a:lnTo>
                  <a:lnTo>
                    <a:pt x="369730" y="387404"/>
                  </a:lnTo>
                  <a:lnTo>
                    <a:pt x="366091" y="387827"/>
                  </a:lnTo>
                  <a:lnTo>
                    <a:pt x="360707" y="389733"/>
                  </a:lnTo>
                  <a:lnTo>
                    <a:pt x="356861" y="390368"/>
                  </a:lnTo>
                  <a:lnTo>
                    <a:pt x="353695" y="389854"/>
                  </a:lnTo>
                  <a:lnTo>
                    <a:pt x="351299" y="388856"/>
                  </a:lnTo>
                  <a:lnTo>
                    <a:pt x="348192" y="386315"/>
                  </a:lnTo>
                  <a:lnTo>
                    <a:pt x="347068" y="385408"/>
                  </a:lnTo>
                  <a:lnTo>
                    <a:pt x="344967" y="384500"/>
                  </a:lnTo>
                  <a:lnTo>
                    <a:pt x="343015" y="384319"/>
                  </a:lnTo>
                  <a:lnTo>
                    <a:pt x="340914" y="385650"/>
                  </a:lnTo>
                  <a:lnTo>
                    <a:pt x="337837" y="386678"/>
                  </a:lnTo>
                  <a:lnTo>
                    <a:pt x="337689" y="386738"/>
                  </a:lnTo>
                  <a:lnTo>
                    <a:pt x="335648" y="387827"/>
                  </a:lnTo>
                  <a:lnTo>
                    <a:pt x="334997" y="388039"/>
                  </a:lnTo>
                  <a:lnTo>
                    <a:pt x="331861" y="388039"/>
                  </a:lnTo>
                  <a:lnTo>
                    <a:pt x="329997" y="388432"/>
                  </a:lnTo>
                  <a:lnTo>
                    <a:pt x="328340" y="388523"/>
                  </a:lnTo>
                  <a:lnTo>
                    <a:pt x="326447" y="388372"/>
                  </a:lnTo>
                  <a:lnTo>
                    <a:pt x="324346" y="389037"/>
                  </a:lnTo>
                  <a:lnTo>
                    <a:pt x="322127" y="388614"/>
                  </a:lnTo>
                  <a:lnTo>
                    <a:pt x="318577" y="388402"/>
                  </a:lnTo>
                  <a:lnTo>
                    <a:pt x="315944" y="388826"/>
                  </a:lnTo>
                  <a:lnTo>
                    <a:pt x="314849" y="388826"/>
                  </a:lnTo>
                  <a:lnTo>
                    <a:pt x="313547" y="388553"/>
                  </a:lnTo>
                  <a:lnTo>
                    <a:pt x="309524" y="390641"/>
                  </a:lnTo>
                  <a:lnTo>
                    <a:pt x="307956" y="391034"/>
                  </a:lnTo>
                  <a:lnTo>
                    <a:pt x="303488" y="391699"/>
                  </a:lnTo>
                  <a:lnTo>
                    <a:pt x="299494" y="392879"/>
                  </a:lnTo>
                  <a:lnTo>
                    <a:pt x="297926" y="392970"/>
                  </a:lnTo>
                  <a:lnTo>
                    <a:pt x="296299" y="393514"/>
                  </a:lnTo>
                  <a:lnTo>
                    <a:pt x="293962" y="394906"/>
                  </a:lnTo>
                  <a:lnTo>
                    <a:pt x="292009" y="395329"/>
                  </a:lnTo>
                  <a:lnTo>
                    <a:pt x="289317" y="394966"/>
                  </a:lnTo>
                  <a:lnTo>
                    <a:pt x="287068" y="394876"/>
                  </a:lnTo>
                  <a:lnTo>
                    <a:pt x="285678" y="394271"/>
                  </a:lnTo>
                  <a:lnTo>
                    <a:pt x="284139" y="393333"/>
                  </a:lnTo>
                  <a:lnTo>
                    <a:pt x="279968" y="392667"/>
                  </a:lnTo>
                  <a:lnTo>
                    <a:pt x="277867" y="391972"/>
                  </a:lnTo>
                  <a:lnTo>
                    <a:pt x="275116" y="391730"/>
                  </a:lnTo>
                  <a:lnTo>
                    <a:pt x="272542" y="392940"/>
                  </a:lnTo>
                  <a:lnTo>
                    <a:pt x="270323" y="393393"/>
                  </a:lnTo>
                  <a:lnTo>
                    <a:pt x="267897" y="394301"/>
                  </a:lnTo>
                  <a:lnTo>
                    <a:pt x="263607" y="396207"/>
                  </a:lnTo>
                  <a:lnTo>
                    <a:pt x="259080" y="397447"/>
                  </a:lnTo>
                  <a:lnTo>
                    <a:pt x="256950" y="398415"/>
                  </a:lnTo>
                  <a:lnTo>
                    <a:pt x="255145" y="398354"/>
                  </a:lnTo>
                  <a:lnTo>
                    <a:pt x="251802" y="401046"/>
                  </a:lnTo>
                  <a:lnTo>
                    <a:pt x="248193" y="403345"/>
                  </a:lnTo>
                  <a:lnTo>
                    <a:pt x="245086" y="405009"/>
                  </a:lnTo>
                  <a:lnTo>
                    <a:pt x="242601" y="406733"/>
                  </a:lnTo>
                  <a:lnTo>
                    <a:pt x="239465" y="408125"/>
                  </a:lnTo>
                  <a:lnTo>
                    <a:pt x="235649" y="409184"/>
                  </a:lnTo>
                  <a:lnTo>
                    <a:pt x="232660" y="409728"/>
                  </a:lnTo>
                  <a:lnTo>
                    <a:pt x="231566" y="411241"/>
                  </a:lnTo>
                  <a:lnTo>
                    <a:pt x="229998" y="414840"/>
                  </a:lnTo>
                  <a:lnTo>
                    <a:pt x="225057" y="418682"/>
                  </a:lnTo>
                  <a:lnTo>
                    <a:pt x="223518" y="421132"/>
                  </a:lnTo>
                  <a:lnTo>
                    <a:pt x="222808" y="422282"/>
                  </a:lnTo>
                  <a:lnTo>
                    <a:pt x="219643" y="424732"/>
                  </a:lnTo>
                  <a:lnTo>
                    <a:pt x="218252" y="425670"/>
                  </a:lnTo>
                  <a:lnTo>
                    <a:pt x="211507" y="428513"/>
                  </a:lnTo>
                  <a:lnTo>
                    <a:pt x="207720" y="428997"/>
                  </a:lnTo>
                  <a:lnTo>
                    <a:pt x="203903" y="430479"/>
                  </a:lnTo>
                  <a:lnTo>
                    <a:pt x="201951" y="431447"/>
                  </a:lnTo>
                  <a:lnTo>
                    <a:pt x="198637" y="433807"/>
                  </a:lnTo>
                  <a:lnTo>
                    <a:pt x="196862" y="435440"/>
                  </a:lnTo>
                  <a:lnTo>
                    <a:pt x="192749" y="436136"/>
                  </a:lnTo>
                  <a:lnTo>
                    <a:pt x="190353" y="437467"/>
                  </a:lnTo>
                  <a:lnTo>
                    <a:pt x="188637" y="438163"/>
                  </a:lnTo>
                  <a:lnTo>
                    <a:pt x="186951" y="439252"/>
                  </a:lnTo>
                  <a:lnTo>
                    <a:pt x="185087" y="440794"/>
                  </a:lnTo>
                  <a:lnTo>
                    <a:pt x="183755" y="442276"/>
                  </a:lnTo>
                  <a:lnTo>
                    <a:pt x="182217" y="444031"/>
                  </a:lnTo>
                  <a:lnTo>
                    <a:pt x="178460" y="447600"/>
                  </a:lnTo>
                  <a:lnTo>
                    <a:pt x="176093" y="449567"/>
                  </a:lnTo>
                  <a:lnTo>
                    <a:pt x="173756" y="451140"/>
                  </a:lnTo>
                  <a:lnTo>
                    <a:pt x="172365" y="452440"/>
                  </a:lnTo>
                  <a:lnTo>
                    <a:pt x="172069" y="452894"/>
                  </a:lnTo>
                  <a:lnTo>
                    <a:pt x="170974" y="454467"/>
                  </a:lnTo>
                  <a:lnTo>
                    <a:pt x="168430" y="457673"/>
                  </a:lnTo>
                  <a:lnTo>
                    <a:pt x="166803" y="459367"/>
                  </a:lnTo>
                  <a:lnTo>
                    <a:pt x="165176" y="460487"/>
                  </a:lnTo>
                  <a:lnTo>
                    <a:pt x="162276" y="461878"/>
                  </a:lnTo>
                  <a:lnTo>
                    <a:pt x="159880" y="464903"/>
                  </a:lnTo>
                  <a:lnTo>
                    <a:pt x="158844" y="466960"/>
                  </a:lnTo>
                  <a:lnTo>
                    <a:pt x="156389" y="470439"/>
                  </a:lnTo>
                  <a:lnTo>
                    <a:pt x="154377" y="472526"/>
                  </a:lnTo>
                  <a:lnTo>
                    <a:pt x="152750" y="473585"/>
                  </a:lnTo>
                  <a:lnTo>
                    <a:pt x="147188" y="476458"/>
                  </a:lnTo>
                  <a:lnTo>
                    <a:pt x="144732" y="478031"/>
                  </a:lnTo>
                  <a:lnTo>
                    <a:pt x="143815" y="479907"/>
                  </a:lnTo>
                  <a:lnTo>
                    <a:pt x="138460" y="483113"/>
                  </a:lnTo>
                  <a:lnTo>
                    <a:pt x="135590" y="485473"/>
                  </a:lnTo>
                  <a:lnTo>
                    <a:pt x="133697" y="487318"/>
                  </a:lnTo>
                  <a:lnTo>
                    <a:pt x="130886" y="489708"/>
                  </a:lnTo>
                  <a:lnTo>
                    <a:pt x="129022" y="490494"/>
                  </a:lnTo>
                  <a:lnTo>
                    <a:pt x="127513" y="491734"/>
                  </a:lnTo>
                  <a:lnTo>
                    <a:pt x="125561" y="492249"/>
                  </a:lnTo>
                  <a:lnTo>
                    <a:pt x="121892" y="495062"/>
                  </a:lnTo>
                  <a:lnTo>
                    <a:pt x="118904" y="497845"/>
                  </a:lnTo>
                  <a:lnTo>
                    <a:pt x="118431" y="498268"/>
                  </a:lnTo>
                  <a:lnTo>
                    <a:pt x="115975" y="498782"/>
                  </a:lnTo>
                  <a:lnTo>
                    <a:pt x="115679" y="499024"/>
                  </a:lnTo>
                  <a:lnTo>
                    <a:pt x="111685" y="502503"/>
                  </a:lnTo>
                  <a:lnTo>
                    <a:pt x="107839" y="506798"/>
                  </a:lnTo>
                  <a:lnTo>
                    <a:pt x="97573" y="515843"/>
                  </a:lnTo>
                  <a:lnTo>
                    <a:pt x="89289" y="520804"/>
                  </a:lnTo>
                  <a:lnTo>
                    <a:pt x="86330" y="520622"/>
                  </a:lnTo>
                  <a:lnTo>
                    <a:pt x="86389" y="520229"/>
                  </a:lnTo>
                  <a:lnTo>
                    <a:pt x="86064" y="519927"/>
                  </a:lnTo>
                  <a:lnTo>
                    <a:pt x="86241" y="519201"/>
                  </a:lnTo>
                  <a:lnTo>
                    <a:pt x="86863" y="518535"/>
                  </a:lnTo>
                  <a:lnTo>
                    <a:pt x="87662" y="517204"/>
                  </a:lnTo>
                  <a:lnTo>
                    <a:pt x="88105" y="515904"/>
                  </a:lnTo>
                  <a:lnTo>
                    <a:pt x="88046" y="514482"/>
                  </a:lnTo>
                  <a:lnTo>
                    <a:pt x="88076" y="513544"/>
                  </a:lnTo>
                  <a:lnTo>
                    <a:pt x="87484" y="512092"/>
                  </a:lnTo>
                  <a:lnTo>
                    <a:pt x="87247" y="511064"/>
                  </a:lnTo>
                  <a:lnTo>
                    <a:pt x="87070" y="510277"/>
                  </a:lnTo>
                  <a:lnTo>
                    <a:pt x="86685" y="509733"/>
                  </a:lnTo>
                  <a:lnTo>
                    <a:pt x="86508" y="509309"/>
                  </a:lnTo>
                  <a:lnTo>
                    <a:pt x="86449" y="508886"/>
                  </a:lnTo>
                  <a:lnTo>
                    <a:pt x="85768" y="507827"/>
                  </a:lnTo>
                  <a:lnTo>
                    <a:pt x="85058" y="506435"/>
                  </a:lnTo>
                  <a:lnTo>
                    <a:pt x="84851" y="506375"/>
                  </a:lnTo>
                  <a:lnTo>
                    <a:pt x="84762" y="506224"/>
                  </a:lnTo>
                  <a:lnTo>
                    <a:pt x="84437" y="505528"/>
                  </a:lnTo>
                  <a:lnTo>
                    <a:pt x="83638" y="504318"/>
                  </a:lnTo>
                  <a:lnTo>
                    <a:pt x="82928" y="503169"/>
                  </a:lnTo>
                  <a:lnTo>
                    <a:pt x="82218" y="502231"/>
                  </a:lnTo>
                  <a:lnTo>
                    <a:pt x="81360" y="501233"/>
                  </a:lnTo>
                  <a:lnTo>
                    <a:pt x="80886" y="500658"/>
                  </a:lnTo>
                  <a:lnTo>
                    <a:pt x="80650" y="499690"/>
                  </a:lnTo>
                  <a:lnTo>
                    <a:pt x="80176" y="499145"/>
                  </a:lnTo>
                  <a:lnTo>
                    <a:pt x="79881" y="498782"/>
                  </a:lnTo>
                  <a:lnTo>
                    <a:pt x="79762" y="498359"/>
                  </a:lnTo>
                  <a:lnTo>
                    <a:pt x="78845" y="497391"/>
                  </a:lnTo>
                  <a:lnTo>
                    <a:pt x="78460" y="496998"/>
                  </a:lnTo>
                  <a:lnTo>
                    <a:pt x="77810" y="496151"/>
                  </a:lnTo>
                  <a:lnTo>
                    <a:pt x="77277" y="495606"/>
                  </a:lnTo>
                  <a:lnTo>
                    <a:pt x="76685" y="495062"/>
                  </a:lnTo>
                  <a:lnTo>
                    <a:pt x="76212" y="494336"/>
                  </a:lnTo>
                  <a:lnTo>
                    <a:pt x="75946" y="494245"/>
                  </a:lnTo>
                  <a:lnTo>
                    <a:pt x="75531" y="493337"/>
                  </a:lnTo>
                  <a:lnTo>
                    <a:pt x="75206" y="492732"/>
                  </a:lnTo>
                  <a:lnTo>
                    <a:pt x="74881" y="491916"/>
                  </a:lnTo>
                  <a:lnTo>
                    <a:pt x="74555" y="491523"/>
                  </a:lnTo>
                  <a:lnTo>
                    <a:pt x="74200" y="490978"/>
                  </a:lnTo>
                  <a:lnTo>
                    <a:pt x="73727" y="490313"/>
                  </a:lnTo>
                  <a:lnTo>
                    <a:pt x="73165" y="489919"/>
                  </a:lnTo>
                  <a:lnTo>
                    <a:pt x="72395" y="488982"/>
                  </a:lnTo>
                  <a:lnTo>
                    <a:pt x="71981" y="488377"/>
                  </a:lnTo>
                  <a:lnTo>
                    <a:pt x="71389" y="487802"/>
                  </a:lnTo>
                  <a:lnTo>
                    <a:pt x="71005" y="487560"/>
                  </a:lnTo>
                  <a:lnTo>
                    <a:pt x="70709" y="487015"/>
                  </a:lnTo>
                  <a:lnTo>
                    <a:pt x="70176" y="486622"/>
                  </a:lnTo>
                  <a:lnTo>
                    <a:pt x="69703" y="485836"/>
                  </a:lnTo>
                  <a:lnTo>
                    <a:pt x="69407" y="485473"/>
                  </a:lnTo>
                  <a:lnTo>
                    <a:pt x="69141" y="485412"/>
                  </a:lnTo>
                  <a:lnTo>
                    <a:pt x="68875" y="484807"/>
                  </a:lnTo>
                  <a:lnTo>
                    <a:pt x="68520" y="484565"/>
                  </a:lnTo>
                  <a:lnTo>
                    <a:pt x="68461" y="484232"/>
                  </a:lnTo>
                  <a:lnTo>
                    <a:pt x="67898" y="483869"/>
                  </a:lnTo>
                  <a:lnTo>
                    <a:pt x="67455" y="483718"/>
                  </a:lnTo>
                  <a:lnTo>
                    <a:pt x="67543" y="483476"/>
                  </a:lnTo>
                  <a:lnTo>
                    <a:pt x="67011" y="482720"/>
                  </a:lnTo>
                  <a:lnTo>
                    <a:pt x="66597" y="482659"/>
                  </a:lnTo>
                  <a:lnTo>
                    <a:pt x="66330" y="482175"/>
                  </a:lnTo>
                  <a:lnTo>
                    <a:pt x="65827" y="482115"/>
                  </a:lnTo>
                  <a:lnTo>
                    <a:pt x="65561" y="481570"/>
                  </a:lnTo>
                  <a:lnTo>
                    <a:pt x="64999" y="481238"/>
                  </a:lnTo>
                  <a:lnTo>
                    <a:pt x="64940" y="480723"/>
                  </a:lnTo>
                  <a:lnTo>
                    <a:pt x="64555" y="480481"/>
                  </a:lnTo>
                  <a:lnTo>
                    <a:pt x="64319" y="480270"/>
                  </a:lnTo>
                  <a:lnTo>
                    <a:pt x="64141" y="479725"/>
                  </a:lnTo>
                  <a:lnTo>
                    <a:pt x="63727" y="479483"/>
                  </a:lnTo>
                  <a:lnTo>
                    <a:pt x="63461" y="478999"/>
                  </a:lnTo>
                  <a:lnTo>
                    <a:pt x="62928" y="478757"/>
                  </a:lnTo>
                  <a:lnTo>
                    <a:pt x="62691" y="478364"/>
                  </a:lnTo>
                  <a:lnTo>
                    <a:pt x="62129" y="478122"/>
                  </a:lnTo>
                  <a:lnTo>
                    <a:pt x="61833" y="477547"/>
                  </a:lnTo>
                  <a:lnTo>
                    <a:pt x="61419" y="477336"/>
                  </a:lnTo>
                  <a:lnTo>
                    <a:pt x="61153" y="476489"/>
                  </a:lnTo>
                  <a:lnTo>
                    <a:pt x="60916" y="476337"/>
                  </a:lnTo>
                  <a:lnTo>
                    <a:pt x="60561" y="476277"/>
                  </a:lnTo>
                  <a:lnTo>
                    <a:pt x="60295" y="475732"/>
                  </a:lnTo>
                  <a:lnTo>
                    <a:pt x="59585" y="475521"/>
                  </a:lnTo>
                  <a:lnTo>
                    <a:pt x="59407" y="474855"/>
                  </a:lnTo>
                  <a:lnTo>
                    <a:pt x="59141" y="474613"/>
                  </a:lnTo>
                  <a:lnTo>
                    <a:pt x="58875" y="474492"/>
                  </a:lnTo>
                  <a:lnTo>
                    <a:pt x="58609" y="474069"/>
                  </a:lnTo>
                  <a:lnTo>
                    <a:pt x="58283" y="474008"/>
                  </a:lnTo>
                  <a:lnTo>
                    <a:pt x="57810" y="473524"/>
                  </a:lnTo>
                  <a:lnTo>
                    <a:pt x="57632" y="473312"/>
                  </a:lnTo>
                  <a:lnTo>
                    <a:pt x="57396" y="473312"/>
                  </a:lnTo>
                  <a:lnTo>
                    <a:pt x="56981" y="473343"/>
                  </a:lnTo>
                  <a:lnTo>
                    <a:pt x="56626" y="473585"/>
                  </a:lnTo>
                  <a:lnTo>
                    <a:pt x="56390" y="473675"/>
                  </a:lnTo>
                  <a:lnTo>
                    <a:pt x="56035" y="473917"/>
                  </a:lnTo>
                  <a:lnTo>
                    <a:pt x="55887" y="473857"/>
                  </a:lnTo>
                  <a:lnTo>
                    <a:pt x="55798" y="473615"/>
                  </a:lnTo>
                  <a:lnTo>
                    <a:pt x="55857" y="473373"/>
                  </a:lnTo>
                  <a:lnTo>
                    <a:pt x="55946" y="472949"/>
                  </a:lnTo>
                  <a:lnTo>
                    <a:pt x="55857" y="472465"/>
                  </a:lnTo>
                  <a:lnTo>
                    <a:pt x="55975" y="471649"/>
                  </a:lnTo>
                  <a:lnTo>
                    <a:pt x="56538" y="471104"/>
                  </a:lnTo>
                  <a:lnTo>
                    <a:pt x="57188" y="471074"/>
                  </a:lnTo>
                  <a:lnTo>
                    <a:pt x="57336" y="471104"/>
                  </a:lnTo>
                  <a:lnTo>
                    <a:pt x="59111" y="470076"/>
                  </a:lnTo>
                  <a:lnTo>
                    <a:pt x="59259" y="469138"/>
                  </a:lnTo>
                  <a:lnTo>
                    <a:pt x="59171" y="468835"/>
                  </a:lnTo>
                  <a:lnTo>
                    <a:pt x="59466" y="468624"/>
                  </a:lnTo>
                  <a:lnTo>
                    <a:pt x="59466" y="467323"/>
                  </a:lnTo>
                  <a:lnTo>
                    <a:pt x="59585" y="467172"/>
                  </a:lnTo>
                  <a:lnTo>
                    <a:pt x="60029" y="466778"/>
                  </a:lnTo>
                  <a:lnTo>
                    <a:pt x="59762" y="466839"/>
                  </a:lnTo>
                  <a:lnTo>
                    <a:pt x="59526" y="466446"/>
                  </a:lnTo>
                  <a:lnTo>
                    <a:pt x="59940" y="466143"/>
                  </a:lnTo>
                  <a:lnTo>
                    <a:pt x="59999" y="466053"/>
                  </a:lnTo>
                  <a:lnTo>
                    <a:pt x="59733" y="466173"/>
                  </a:lnTo>
                  <a:lnTo>
                    <a:pt x="59555" y="466264"/>
                  </a:lnTo>
                  <a:lnTo>
                    <a:pt x="59407" y="466325"/>
                  </a:lnTo>
                  <a:lnTo>
                    <a:pt x="59171" y="466204"/>
                  </a:lnTo>
                  <a:lnTo>
                    <a:pt x="59348" y="465811"/>
                  </a:lnTo>
                  <a:lnTo>
                    <a:pt x="59526" y="465811"/>
                  </a:lnTo>
                  <a:lnTo>
                    <a:pt x="59703" y="465690"/>
                  </a:lnTo>
                  <a:lnTo>
                    <a:pt x="59792" y="465387"/>
                  </a:lnTo>
                  <a:lnTo>
                    <a:pt x="59910" y="465085"/>
                  </a:lnTo>
                  <a:lnTo>
                    <a:pt x="59851" y="464601"/>
                  </a:lnTo>
                  <a:lnTo>
                    <a:pt x="59733" y="464328"/>
                  </a:lnTo>
                  <a:lnTo>
                    <a:pt x="59230" y="463602"/>
                  </a:lnTo>
                  <a:lnTo>
                    <a:pt x="58638" y="462574"/>
                  </a:lnTo>
                  <a:lnTo>
                    <a:pt x="58224" y="462090"/>
                  </a:lnTo>
                  <a:lnTo>
                    <a:pt x="57928" y="461606"/>
                  </a:lnTo>
                  <a:lnTo>
                    <a:pt x="57691" y="461213"/>
                  </a:lnTo>
                  <a:lnTo>
                    <a:pt x="57514" y="461213"/>
                  </a:lnTo>
                  <a:lnTo>
                    <a:pt x="56863" y="461515"/>
                  </a:lnTo>
                  <a:lnTo>
                    <a:pt x="56656" y="461666"/>
                  </a:lnTo>
                  <a:lnTo>
                    <a:pt x="56390" y="461606"/>
                  </a:lnTo>
                  <a:lnTo>
                    <a:pt x="56212" y="461334"/>
                  </a:lnTo>
                  <a:lnTo>
                    <a:pt x="55916" y="461031"/>
                  </a:lnTo>
                  <a:lnTo>
                    <a:pt x="55768" y="461152"/>
                  </a:lnTo>
                  <a:lnTo>
                    <a:pt x="55591" y="461334"/>
                  </a:lnTo>
                  <a:lnTo>
                    <a:pt x="55147" y="461515"/>
                  </a:lnTo>
                  <a:lnTo>
                    <a:pt x="54999" y="461727"/>
                  </a:lnTo>
                  <a:lnTo>
                    <a:pt x="54762" y="461969"/>
                  </a:lnTo>
                  <a:lnTo>
                    <a:pt x="54585" y="462150"/>
                  </a:lnTo>
                  <a:lnTo>
                    <a:pt x="54407" y="462060"/>
                  </a:lnTo>
                  <a:lnTo>
                    <a:pt x="54259" y="462150"/>
                  </a:lnTo>
                  <a:lnTo>
                    <a:pt x="54112" y="461969"/>
                  </a:lnTo>
                  <a:lnTo>
                    <a:pt x="54526" y="461515"/>
                  </a:lnTo>
                  <a:lnTo>
                    <a:pt x="54674" y="461303"/>
                  </a:lnTo>
                  <a:lnTo>
                    <a:pt x="54999" y="461031"/>
                  </a:lnTo>
                  <a:lnTo>
                    <a:pt x="55502" y="460759"/>
                  </a:lnTo>
                  <a:lnTo>
                    <a:pt x="55739" y="460789"/>
                  </a:lnTo>
                  <a:lnTo>
                    <a:pt x="55887" y="460789"/>
                  </a:lnTo>
                  <a:lnTo>
                    <a:pt x="56212" y="460729"/>
                  </a:lnTo>
                  <a:lnTo>
                    <a:pt x="56360" y="460487"/>
                  </a:lnTo>
                  <a:lnTo>
                    <a:pt x="56597" y="460426"/>
                  </a:lnTo>
                  <a:lnTo>
                    <a:pt x="56804" y="460426"/>
                  </a:lnTo>
                  <a:lnTo>
                    <a:pt x="56981" y="459972"/>
                  </a:lnTo>
                  <a:lnTo>
                    <a:pt x="57129" y="459912"/>
                  </a:lnTo>
                  <a:lnTo>
                    <a:pt x="57425" y="459791"/>
                  </a:lnTo>
                  <a:lnTo>
                    <a:pt x="57573" y="459700"/>
                  </a:lnTo>
                  <a:lnTo>
                    <a:pt x="57898" y="459579"/>
                  </a:lnTo>
                  <a:lnTo>
                    <a:pt x="58135" y="459307"/>
                  </a:lnTo>
                  <a:lnTo>
                    <a:pt x="58135" y="458883"/>
                  </a:lnTo>
                  <a:lnTo>
                    <a:pt x="58135" y="458460"/>
                  </a:lnTo>
                  <a:lnTo>
                    <a:pt x="58046" y="457855"/>
                  </a:lnTo>
                  <a:lnTo>
                    <a:pt x="57810" y="457341"/>
                  </a:lnTo>
                  <a:lnTo>
                    <a:pt x="57603" y="456766"/>
                  </a:lnTo>
                  <a:lnTo>
                    <a:pt x="57425" y="456282"/>
                  </a:lnTo>
                  <a:lnTo>
                    <a:pt x="57188" y="455768"/>
                  </a:lnTo>
                  <a:lnTo>
                    <a:pt x="57011" y="455314"/>
                  </a:lnTo>
                  <a:lnTo>
                    <a:pt x="56804" y="455011"/>
                  </a:lnTo>
                  <a:lnTo>
                    <a:pt x="56685" y="454769"/>
                  </a:lnTo>
                  <a:lnTo>
                    <a:pt x="56567" y="454588"/>
                  </a:lnTo>
                  <a:lnTo>
                    <a:pt x="56123" y="454346"/>
                  </a:lnTo>
                  <a:lnTo>
                    <a:pt x="55739" y="454104"/>
                  </a:lnTo>
                  <a:lnTo>
                    <a:pt x="55561" y="453771"/>
                  </a:lnTo>
                  <a:lnTo>
                    <a:pt x="55413" y="453438"/>
                  </a:lnTo>
                  <a:lnTo>
                    <a:pt x="55117" y="453317"/>
                  </a:lnTo>
                  <a:lnTo>
                    <a:pt x="54822" y="453136"/>
                  </a:lnTo>
                  <a:lnTo>
                    <a:pt x="54526" y="452713"/>
                  </a:lnTo>
                  <a:lnTo>
                    <a:pt x="54259" y="452319"/>
                  </a:lnTo>
                  <a:lnTo>
                    <a:pt x="53786" y="452017"/>
                  </a:lnTo>
                  <a:lnTo>
                    <a:pt x="53520" y="451684"/>
                  </a:lnTo>
                  <a:lnTo>
                    <a:pt x="53342" y="451382"/>
                  </a:lnTo>
                  <a:lnTo>
                    <a:pt x="52869" y="451230"/>
                  </a:lnTo>
                  <a:lnTo>
                    <a:pt x="52721" y="450898"/>
                  </a:lnTo>
                  <a:lnTo>
                    <a:pt x="52159" y="450474"/>
                  </a:lnTo>
                  <a:lnTo>
                    <a:pt x="52070" y="450172"/>
                  </a:lnTo>
                  <a:lnTo>
                    <a:pt x="51626" y="449688"/>
                  </a:lnTo>
                  <a:lnTo>
                    <a:pt x="51212" y="449446"/>
                  </a:lnTo>
                  <a:lnTo>
                    <a:pt x="50739" y="449173"/>
                  </a:lnTo>
                  <a:lnTo>
                    <a:pt x="50354" y="448962"/>
                  </a:lnTo>
                  <a:lnTo>
                    <a:pt x="50117" y="448750"/>
                  </a:lnTo>
                  <a:lnTo>
                    <a:pt x="49970" y="448629"/>
                  </a:lnTo>
                  <a:lnTo>
                    <a:pt x="48904" y="447994"/>
                  </a:lnTo>
                  <a:lnTo>
                    <a:pt x="46419" y="446300"/>
                  </a:lnTo>
                  <a:lnTo>
                    <a:pt x="45443" y="445090"/>
                  </a:lnTo>
                  <a:lnTo>
                    <a:pt x="43904" y="444303"/>
                  </a:lnTo>
                  <a:lnTo>
                    <a:pt x="43194" y="443698"/>
                  </a:lnTo>
                  <a:lnTo>
                    <a:pt x="42336" y="443486"/>
                  </a:lnTo>
                  <a:lnTo>
                    <a:pt x="40976" y="442821"/>
                  </a:lnTo>
                  <a:lnTo>
                    <a:pt x="40058" y="442034"/>
                  </a:lnTo>
                  <a:lnTo>
                    <a:pt x="39555" y="441823"/>
                  </a:lnTo>
                  <a:lnTo>
                    <a:pt x="38668" y="441248"/>
                  </a:lnTo>
                  <a:lnTo>
                    <a:pt x="38313" y="441036"/>
                  </a:lnTo>
                  <a:lnTo>
                    <a:pt x="38047" y="440915"/>
                  </a:lnTo>
                  <a:lnTo>
                    <a:pt x="37129" y="440159"/>
                  </a:lnTo>
                  <a:lnTo>
                    <a:pt x="35295" y="439282"/>
                  </a:lnTo>
                  <a:lnTo>
                    <a:pt x="34082" y="438616"/>
                  </a:lnTo>
                  <a:lnTo>
                    <a:pt x="33047" y="438193"/>
                  </a:lnTo>
                  <a:lnTo>
                    <a:pt x="31745" y="437769"/>
                  </a:lnTo>
                  <a:lnTo>
                    <a:pt x="30413" y="436953"/>
                  </a:lnTo>
                  <a:lnTo>
                    <a:pt x="29053" y="436438"/>
                  </a:lnTo>
                  <a:lnTo>
                    <a:pt x="27514" y="435470"/>
                  </a:lnTo>
                  <a:lnTo>
                    <a:pt x="26035" y="434744"/>
                  </a:lnTo>
                  <a:lnTo>
                    <a:pt x="25650" y="434502"/>
                  </a:lnTo>
                  <a:lnTo>
                    <a:pt x="25088" y="434230"/>
                  </a:lnTo>
                  <a:lnTo>
                    <a:pt x="24141" y="433655"/>
                  </a:lnTo>
                  <a:lnTo>
                    <a:pt x="23875" y="433383"/>
                  </a:lnTo>
                  <a:lnTo>
                    <a:pt x="23490" y="433141"/>
                  </a:lnTo>
                  <a:lnTo>
                    <a:pt x="22455" y="432778"/>
                  </a:lnTo>
                  <a:lnTo>
                    <a:pt x="21715" y="432657"/>
                  </a:lnTo>
                  <a:lnTo>
                    <a:pt x="21035" y="432052"/>
                  </a:lnTo>
                  <a:lnTo>
                    <a:pt x="18993" y="431175"/>
                  </a:lnTo>
                  <a:lnTo>
                    <a:pt x="17721" y="430570"/>
                  </a:lnTo>
                  <a:lnTo>
                    <a:pt x="17011" y="429904"/>
                  </a:lnTo>
                  <a:lnTo>
                    <a:pt x="16124" y="429420"/>
                  </a:lnTo>
                  <a:lnTo>
                    <a:pt x="15177" y="428997"/>
                  </a:lnTo>
                  <a:lnTo>
                    <a:pt x="14053" y="428513"/>
                  </a:lnTo>
                  <a:lnTo>
                    <a:pt x="13283" y="427968"/>
                  </a:lnTo>
                  <a:lnTo>
                    <a:pt x="12869" y="428029"/>
                  </a:lnTo>
                  <a:lnTo>
                    <a:pt x="12337" y="427847"/>
                  </a:lnTo>
                  <a:lnTo>
                    <a:pt x="12041" y="427394"/>
                  </a:lnTo>
                  <a:lnTo>
                    <a:pt x="11449" y="427242"/>
                  </a:lnTo>
                  <a:lnTo>
                    <a:pt x="10857" y="427273"/>
                  </a:lnTo>
                  <a:lnTo>
                    <a:pt x="9851" y="426728"/>
                  </a:lnTo>
                  <a:lnTo>
                    <a:pt x="9053" y="426426"/>
                  </a:lnTo>
                  <a:lnTo>
                    <a:pt x="8283" y="426063"/>
                  </a:lnTo>
                  <a:lnTo>
                    <a:pt x="7307" y="426063"/>
                  </a:lnTo>
                  <a:lnTo>
                    <a:pt x="6686" y="426002"/>
                  </a:lnTo>
                  <a:lnTo>
                    <a:pt x="5887" y="425972"/>
                  </a:lnTo>
                  <a:lnTo>
                    <a:pt x="5177" y="425851"/>
                  </a:lnTo>
                  <a:lnTo>
                    <a:pt x="4881" y="425760"/>
                  </a:lnTo>
                  <a:lnTo>
                    <a:pt x="4644" y="425670"/>
                  </a:lnTo>
                  <a:lnTo>
                    <a:pt x="4230" y="425518"/>
                  </a:lnTo>
                  <a:lnTo>
                    <a:pt x="3727" y="425065"/>
                  </a:lnTo>
                  <a:lnTo>
                    <a:pt x="3609" y="424823"/>
                  </a:lnTo>
                  <a:lnTo>
                    <a:pt x="3461" y="424611"/>
                  </a:lnTo>
                  <a:lnTo>
                    <a:pt x="3047" y="423794"/>
                  </a:lnTo>
                  <a:lnTo>
                    <a:pt x="2869" y="423855"/>
                  </a:lnTo>
                  <a:lnTo>
                    <a:pt x="2603" y="423915"/>
                  </a:lnTo>
                  <a:lnTo>
                    <a:pt x="2544" y="423734"/>
                  </a:lnTo>
                  <a:lnTo>
                    <a:pt x="2810" y="423492"/>
                  </a:lnTo>
                  <a:lnTo>
                    <a:pt x="3165" y="423129"/>
                  </a:lnTo>
                  <a:lnTo>
                    <a:pt x="3165" y="422796"/>
                  </a:lnTo>
                  <a:lnTo>
                    <a:pt x="3106" y="422524"/>
                  </a:lnTo>
                  <a:lnTo>
                    <a:pt x="2899" y="422070"/>
                  </a:lnTo>
                  <a:lnTo>
                    <a:pt x="2514" y="421616"/>
                  </a:lnTo>
                  <a:lnTo>
                    <a:pt x="1627" y="421828"/>
                  </a:lnTo>
                  <a:lnTo>
                    <a:pt x="1568" y="421646"/>
                  </a:lnTo>
                  <a:lnTo>
                    <a:pt x="2396" y="421283"/>
                  </a:lnTo>
                  <a:lnTo>
                    <a:pt x="2426" y="420709"/>
                  </a:lnTo>
                  <a:lnTo>
                    <a:pt x="2396" y="420315"/>
                  </a:lnTo>
                  <a:lnTo>
                    <a:pt x="2278" y="419922"/>
                  </a:lnTo>
                  <a:lnTo>
                    <a:pt x="2130" y="419620"/>
                  </a:lnTo>
                  <a:lnTo>
                    <a:pt x="2189" y="419468"/>
                  </a:lnTo>
                  <a:lnTo>
                    <a:pt x="2307" y="419317"/>
                  </a:lnTo>
                  <a:lnTo>
                    <a:pt x="2573" y="419226"/>
                  </a:lnTo>
                  <a:lnTo>
                    <a:pt x="2869" y="419075"/>
                  </a:lnTo>
                  <a:lnTo>
                    <a:pt x="3076" y="418803"/>
                  </a:lnTo>
                  <a:lnTo>
                    <a:pt x="3136" y="418531"/>
                  </a:lnTo>
                  <a:lnTo>
                    <a:pt x="3047" y="417895"/>
                  </a:lnTo>
                  <a:lnTo>
                    <a:pt x="2899" y="417442"/>
                  </a:lnTo>
                  <a:lnTo>
                    <a:pt x="2869" y="417169"/>
                  </a:lnTo>
                  <a:lnTo>
                    <a:pt x="2810" y="416897"/>
                  </a:lnTo>
                  <a:lnTo>
                    <a:pt x="2603" y="416716"/>
                  </a:lnTo>
                  <a:lnTo>
                    <a:pt x="2396" y="416625"/>
                  </a:lnTo>
                  <a:lnTo>
                    <a:pt x="2248" y="416685"/>
                  </a:lnTo>
                  <a:lnTo>
                    <a:pt x="1804" y="416867"/>
                  </a:lnTo>
                  <a:lnTo>
                    <a:pt x="1035" y="417079"/>
                  </a:lnTo>
                  <a:lnTo>
                    <a:pt x="88" y="417653"/>
                  </a:lnTo>
                  <a:lnTo>
                    <a:pt x="0" y="417381"/>
                  </a:lnTo>
                  <a:lnTo>
                    <a:pt x="739" y="416927"/>
                  </a:lnTo>
                  <a:lnTo>
                    <a:pt x="2130" y="416474"/>
                  </a:lnTo>
                  <a:lnTo>
                    <a:pt x="2189" y="416322"/>
                  </a:lnTo>
                  <a:lnTo>
                    <a:pt x="2278" y="415627"/>
                  </a:lnTo>
                  <a:lnTo>
                    <a:pt x="2337" y="415233"/>
                  </a:lnTo>
                  <a:lnTo>
                    <a:pt x="2544" y="414991"/>
                  </a:lnTo>
                  <a:lnTo>
                    <a:pt x="2928" y="414901"/>
                  </a:lnTo>
                  <a:lnTo>
                    <a:pt x="3076" y="414689"/>
                  </a:lnTo>
                  <a:lnTo>
                    <a:pt x="3136" y="414386"/>
                  </a:lnTo>
                  <a:lnTo>
                    <a:pt x="3136" y="414054"/>
                  </a:lnTo>
                  <a:lnTo>
                    <a:pt x="3076" y="413842"/>
                  </a:lnTo>
                  <a:lnTo>
                    <a:pt x="2781" y="413418"/>
                  </a:lnTo>
                  <a:lnTo>
                    <a:pt x="2426" y="412813"/>
                  </a:lnTo>
                  <a:lnTo>
                    <a:pt x="2189" y="412481"/>
                  </a:lnTo>
                  <a:lnTo>
                    <a:pt x="1360" y="412693"/>
                  </a:lnTo>
                  <a:lnTo>
                    <a:pt x="1331" y="412451"/>
                  </a:lnTo>
                  <a:lnTo>
                    <a:pt x="2337" y="412178"/>
                  </a:lnTo>
                  <a:lnTo>
                    <a:pt x="2603" y="412057"/>
                  </a:lnTo>
                  <a:lnTo>
                    <a:pt x="2751" y="411513"/>
                  </a:lnTo>
                  <a:lnTo>
                    <a:pt x="2781" y="411180"/>
                  </a:lnTo>
                  <a:lnTo>
                    <a:pt x="2662" y="410847"/>
                  </a:lnTo>
                  <a:lnTo>
                    <a:pt x="2485" y="410394"/>
                  </a:lnTo>
                  <a:lnTo>
                    <a:pt x="2455" y="410000"/>
                  </a:lnTo>
                  <a:lnTo>
                    <a:pt x="2751" y="409456"/>
                  </a:lnTo>
                  <a:lnTo>
                    <a:pt x="3047" y="408942"/>
                  </a:lnTo>
                  <a:lnTo>
                    <a:pt x="3313" y="408700"/>
                  </a:lnTo>
                  <a:lnTo>
                    <a:pt x="3639" y="408397"/>
                  </a:lnTo>
                  <a:lnTo>
                    <a:pt x="4852" y="407490"/>
                  </a:lnTo>
                  <a:lnTo>
                    <a:pt x="4940" y="407157"/>
                  </a:lnTo>
                  <a:lnTo>
                    <a:pt x="4940" y="406673"/>
                  </a:lnTo>
                  <a:lnTo>
                    <a:pt x="4940" y="405856"/>
                  </a:lnTo>
                  <a:lnTo>
                    <a:pt x="3786" y="406098"/>
                  </a:lnTo>
                  <a:lnTo>
                    <a:pt x="3727" y="405796"/>
                  </a:lnTo>
                  <a:lnTo>
                    <a:pt x="5354" y="405463"/>
                  </a:lnTo>
                  <a:lnTo>
                    <a:pt x="5710" y="405402"/>
                  </a:lnTo>
                  <a:lnTo>
                    <a:pt x="5887" y="405100"/>
                  </a:lnTo>
                  <a:lnTo>
                    <a:pt x="6212" y="404586"/>
                  </a:lnTo>
                  <a:lnTo>
                    <a:pt x="6390" y="404404"/>
                  </a:lnTo>
                  <a:lnTo>
                    <a:pt x="6449" y="404011"/>
                  </a:lnTo>
                  <a:lnTo>
                    <a:pt x="7248" y="402982"/>
                  </a:lnTo>
                  <a:lnTo>
                    <a:pt x="8609" y="401712"/>
                  </a:lnTo>
                  <a:lnTo>
                    <a:pt x="9467" y="400986"/>
                  </a:lnTo>
                  <a:lnTo>
                    <a:pt x="10325" y="400290"/>
                  </a:lnTo>
                  <a:lnTo>
                    <a:pt x="11479" y="399594"/>
                  </a:lnTo>
                  <a:lnTo>
                    <a:pt x="11775" y="399474"/>
                  </a:lnTo>
                  <a:lnTo>
                    <a:pt x="23905" y="393908"/>
                  </a:lnTo>
                  <a:lnTo>
                    <a:pt x="26656" y="392153"/>
                  </a:lnTo>
                  <a:lnTo>
                    <a:pt x="33047" y="388069"/>
                  </a:lnTo>
                  <a:lnTo>
                    <a:pt x="36745" y="384712"/>
                  </a:lnTo>
                  <a:lnTo>
                    <a:pt x="43342" y="378722"/>
                  </a:lnTo>
                  <a:lnTo>
                    <a:pt x="53165" y="367591"/>
                  </a:lnTo>
                  <a:lnTo>
                    <a:pt x="57632" y="363416"/>
                  </a:lnTo>
                  <a:lnTo>
                    <a:pt x="65177" y="357881"/>
                  </a:lnTo>
                  <a:lnTo>
                    <a:pt x="68638" y="355340"/>
                  </a:lnTo>
                  <a:lnTo>
                    <a:pt x="71804" y="352647"/>
                  </a:lnTo>
                  <a:lnTo>
                    <a:pt x="74259" y="350560"/>
                  </a:lnTo>
                  <a:lnTo>
                    <a:pt x="78076" y="347293"/>
                  </a:lnTo>
                  <a:lnTo>
                    <a:pt x="83283" y="345146"/>
                  </a:lnTo>
                  <a:lnTo>
                    <a:pt x="86212" y="343936"/>
                  </a:lnTo>
                  <a:lnTo>
                    <a:pt x="96508" y="342332"/>
                  </a:lnTo>
                  <a:lnTo>
                    <a:pt x="100827" y="340790"/>
                  </a:lnTo>
                  <a:lnTo>
                    <a:pt x="112661" y="336615"/>
                  </a:lnTo>
                  <a:lnTo>
                    <a:pt x="124525" y="333711"/>
                  </a:lnTo>
                  <a:lnTo>
                    <a:pt x="129821" y="331231"/>
                  </a:lnTo>
                  <a:lnTo>
                    <a:pt x="131951" y="327419"/>
                  </a:lnTo>
                  <a:lnTo>
                    <a:pt x="133342" y="324878"/>
                  </a:lnTo>
                  <a:lnTo>
                    <a:pt x="136093" y="319827"/>
                  </a:lnTo>
                  <a:lnTo>
                    <a:pt x="141685" y="312960"/>
                  </a:lnTo>
                  <a:lnTo>
                    <a:pt x="150797" y="305005"/>
                  </a:lnTo>
                  <a:lnTo>
                    <a:pt x="152158" y="304581"/>
                  </a:lnTo>
                  <a:lnTo>
                    <a:pt x="154259" y="304339"/>
                  </a:lnTo>
                  <a:lnTo>
                    <a:pt x="157454" y="303220"/>
                  </a:lnTo>
                  <a:lnTo>
                    <a:pt x="159111" y="302554"/>
                  </a:lnTo>
                  <a:lnTo>
                    <a:pt x="160886" y="301102"/>
                  </a:lnTo>
                  <a:lnTo>
                    <a:pt x="161211" y="300165"/>
                  </a:lnTo>
                  <a:lnTo>
                    <a:pt x="161744" y="298531"/>
                  </a:lnTo>
                  <a:lnTo>
                    <a:pt x="162927" y="296081"/>
                  </a:lnTo>
                  <a:lnTo>
                    <a:pt x="163401" y="291846"/>
                  </a:lnTo>
                  <a:lnTo>
                    <a:pt x="164051" y="287883"/>
                  </a:lnTo>
                  <a:lnTo>
                    <a:pt x="165264" y="286643"/>
                  </a:lnTo>
                  <a:lnTo>
                    <a:pt x="168548" y="287036"/>
                  </a:lnTo>
                  <a:lnTo>
                    <a:pt x="172483" y="288851"/>
                  </a:lnTo>
                  <a:lnTo>
                    <a:pt x="176270" y="291241"/>
                  </a:lnTo>
                  <a:lnTo>
                    <a:pt x="180383" y="294175"/>
                  </a:lnTo>
                  <a:lnTo>
                    <a:pt x="184821" y="295204"/>
                  </a:lnTo>
                  <a:lnTo>
                    <a:pt x="188696" y="295264"/>
                  </a:lnTo>
                  <a:lnTo>
                    <a:pt x="190974" y="293994"/>
                  </a:lnTo>
                  <a:lnTo>
                    <a:pt x="194613" y="291362"/>
                  </a:lnTo>
                  <a:lnTo>
                    <a:pt x="197010" y="289275"/>
                  </a:lnTo>
                  <a:lnTo>
                    <a:pt x="201743" y="283921"/>
                  </a:lnTo>
                  <a:lnTo>
                    <a:pt x="202690" y="282741"/>
                  </a:lnTo>
                  <a:lnTo>
                    <a:pt x="203962" y="280170"/>
                  </a:lnTo>
                  <a:lnTo>
                    <a:pt x="204436" y="276933"/>
                  </a:lnTo>
                  <a:lnTo>
                    <a:pt x="204495" y="274301"/>
                  </a:lnTo>
                  <a:lnTo>
                    <a:pt x="206240" y="271549"/>
                  </a:lnTo>
                  <a:lnTo>
                    <a:pt x="210590" y="267767"/>
                  </a:lnTo>
                  <a:lnTo>
                    <a:pt x="213519" y="265257"/>
                  </a:lnTo>
                  <a:lnTo>
                    <a:pt x="215205" y="262565"/>
                  </a:lnTo>
                  <a:lnTo>
                    <a:pt x="217128" y="259328"/>
                  </a:lnTo>
                  <a:lnTo>
                    <a:pt x="219702" y="256575"/>
                  </a:lnTo>
                  <a:lnTo>
                    <a:pt x="222513" y="254911"/>
                  </a:lnTo>
                  <a:lnTo>
                    <a:pt x="225264" y="254004"/>
                  </a:lnTo>
                  <a:lnTo>
                    <a:pt x="226033" y="254276"/>
                  </a:lnTo>
                  <a:lnTo>
                    <a:pt x="234199" y="255305"/>
                  </a:lnTo>
                  <a:lnTo>
                    <a:pt x="238163" y="255547"/>
                  </a:lnTo>
                  <a:lnTo>
                    <a:pt x="242542" y="255668"/>
                  </a:lnTo>
                  <a:lnTo>
                    <a:pt x="246122" y="255758"/>
                  </a:lnTo>
                  <a:lnTo>
                    <a:pt x="248696" y="255486"/>
                  </a:lnTo>
                  <a:lnTo>
                    <a:pt x="253045" y="255547"/>
                  </a:lnTo>
                  <a:lnTo>
                    <a:pt x="254287" y="255093"/>
                  </a:lnTo>
                  <a:lnTo>
                    <a:pt x="256003" y="254125"/>
                  </a:lnTo>
                  <a:lnTo>
                    <a:pt x="258193" y="253732"/>
                  </a:lnTo>
                  <a:lnTo>
                    <a:pt x="260412" y="253006"/>
                  </a:lnTo>
                  <a:lnTo>
                    <a:pt x="263045" y="252734"/>
                  </a:lnTo>
                  <a:lnTo>
                    <a:pt x="265648" y="252824"/>
                  </a:lnTo>
                  <a:lnTo>
                    <a:pt x="268341" y="252643"/>
                  </a:lnTo>
                  <a:lnTo>
                    <a:pt x="269465" y="252431"/>
                  </a:lnTo>
                  <a:lnTo>
                    <a:pt x="271595" y="251614"/>
                  </a:lnTo>
                  <a:lnTo>
                    <a:pt x="272216" y="250979"/>
                  </a:lnTo>
                  <a:lnTo>
                    <a:pt x="273459" y="248680"/>
                  </a:lnTo>
                  <a:lnTo>
                    <a:pt x="274287" y="247561"/>
                  </a:lnTo>
                  <a:lnTo>
                    <a:pt x="277778" y="244566"/>
                  </a:lnTo>
                  <a:lnTo>
                    <a:pt x="279731" y="243598"/>
                  </a:lnTo>
                  <a:lnTo>
                    <a:pt x="281625" y="241783"/>
                  </a:lnTo>
                  <a:lnTo>
                    <a:pt x="283370" y="238849"/>
                  </a:lnTo>
                  <a:lnTo>
                    <a:pt x="285766" y="236369"/>
                  </a:lnTo>
                  <a:lnTo>
                    <a:pt x="286802" y="234281"/>
                  </a:lnTo>
                  <a:lnTo>
                    <a:pt x="287512" y="233192"/>
                  </a:lnTo>
                  <a:lnTo>
                    <a:pt x="291181" y="228443"/>
                  </a:lnTo>
                  <a:lnTo>
                    <a:pt x="291595" y="227717"/>
                  </a:lnTo>
                  <a:lnTo>
                    <a:pt x="291684" y="226931"/>
                  </a:lnTo>
                  <a:lnTo>
                    <a:pt x="292423" y="226326"/>
                  </a:lnTo>
                  <a:lnTo>
                    <a:pt x="295678" y="222363"/>
                  </a:lnTo>
                  <a:lnTo>
                    <a:pt x="298015" y="220306"/>
                  </a:lnTo>
                  <a:lnTo>
                    <a:pt x="300056" y="218945"/>
                  </a:lnTo>
                  <a:lnTo>
                    <a:pt x="300885" y="218279"/>
                  </a:lnTo>
                  <a:lnTo>
                    <a:pt x="344642" y="183311"/>
                  </a:lnTo>
                  <a:lnTo>
                    <a:pt x="347334" y="181315"/>
                  </a:lnTo>
                  <a:lnTo>
                    <a:pt x="348665" y="180619"/>
                  </a:lnTo>
                  <a:lnTo>
                    <a:pt x="350145" y="180105"/>
                  </a:lnTo>
                  <a:lnTo>
                    <a:pt x="355381" y="178955"/>
                  </a:lnTo>
                  <a:lnTo>
                    <a:pt x="359020" y="178350"/>
                  </a:lnTo>
                  <a:lnTo>
                    <a:pt x="364464" y="176142"/>
                  </a:lnTo>
                  <a:lnTo>
                    <a:pt x="369346" y="175507"/>
                  </a:lnTo>
                  <a:lnTo>
                    <a:pt x="371091" y="172694"/>
                  </a:lnTo>
                  <a:lnTo>
                    <a:pt x="372363" y="171060"/>
                  </a:lnTo>
                  <a:lnTo>
                    <a:pt x="373961" y="169487"/>
                  </a:lnTo>
                  <a:lnTo>
                    <a:pt x="374494" y="169215"/>
                  </a:lnTo>
                  <a:lnTo>
                    <a:pt x="376505" y="169094"/>
                  </a:lnTo>
                  <a:lnTo>
                    <a:pt x="376979" y="169003"/>
                  </a:lnTo>
                  <a:lnTo>
                    <a:pt x="378606" y="167218"/>
                  </a:lnTo>
                  <a:lnTo>
                    <a:pt x="380825" y="165887"/>
                  </a:lnTo>
                  <a:lnTo>
                    <a:pt x="381831" y="164103"/>
                  </a:lnTo>
                  <a:lnTo>
                    <a:pt x="382837" y="163588"/>
                  </a:lnTo>
                  <a:lnTo>
                    <a:pt x="386121" y="160352"/>
                  </a:lnTo>
                  <a:lnTo>
                    <a:pt x="387570" y="158416"/>
                  </a:lnTo>
                  <a:lnTo>
                    <a:pt x="388636" y="155966"/>
                  </a:lnTo>
                  <a:lnTo>
                    <a:pt x="388872" y="155693"/>
                  </a:lnTo>
                  <a:lnTo>
                    <a:pt x="390381" y="153878"/>
                  </a:lnTo>
                  <a:lnTo>
                    <a:pt x="395825" y="149099"/>
                  </a:lnTo>
                  <a:lnTo>
                    <a:pt x="397127" y="148343"/>
                  </a:lnTo>
                  <a:lnTo>
                    <a:pt x="400411" y="146951"/>
                  </a:lnTo>
                  <a:lnTo>
                    <a:pt x="402482" y="146709"/>
                  </a:lnTo>
                  <a:lnTo>
                    <a:pt x="403044" y="146467"/>
                  </a:lnTo>
                  <a:lnTo>
                    <a:pt x="404553" y="145197"/>
                  </a:lnTo>
                  <a:lnTo>
                    <a:pt x="406535" y="142384"/>
                  </a:lnTo>
                  <a:lnTo>
                    <a:pt x="408931" y="140599"/>
                  </a:lnTo>
                  <a:lnTo>
                    <a:pt x="410292" y="139903"/>
                  </a:lnTo>
                  <a:lnTo>
                    <a:pt x="411061" y="139238"/>
                  </a:lnTo>
                  <a:lnTo>
                    <a:pt x="411653" y="138542"/>
                  </a:lnTo>
                  <a:lnTo>
                    <a:pt x="412481" y="137060"/>
                  </a:lnTo>
                  <a:lnTo>
                    <a:pt x="413813" y="135608"/>
                  </a:lnTo>
                  <a:lnTo>
                    <a:pt x="414168" y="135426"/>
                  </a:lnTo>
                  <a:lnTo>
                    <a:pt x="416357" y="134851"/>
                  </a:lnTo>
                  <a:lnTo>
                    <a:pt x="418073" y="134156"/>
                  </a:lnTo>
                  <a:lnTo>
                    <a:pt x="419612" y="132220"/>
                  </a:lnTo>
                  <a:lnTo>
                    <a:pt x="421594" y="130617"/>
                  </a:lnTo>
                  <a:lnTo>
                    <a:pt x="423694" y="129225"/>
                  </a:lnTo>
                  <a:lnTo>
                    <a:pt x="424907" y="127773"/>
                  </a:lnTo>
                  <a:lnTo>
                    <a:pt x="425381" y="126805"/>
                  </a:lnTo>
                  <a:lnTo>
                    <a:pt x="425706" y="125625"/>
                  </a:lnTo>
                  <a:lnTo>
                    <a:pt x="425854" y="125504"/>
                  </a:lnTo>
                  <a:lnTo>
                    <a:pt x="428576" y="123750"/>
                  </a:lnTo>
                  <a:lnTo>
                    <a:pt x="430233" y="122419"/>
                  </a:lnTo>
                  <a:lnTo>
                    <a:pt x="432274" y="120513"/>
                  </a:lnTo>
                  <a:lnTo>
                    <a:pt x="433487" y="118940"/>
                  </a:lnTo>
                  <a:lnTo>
                    <a:pt x="434109" y="117851"/>
                  </a:lnTo>
                  <a:lnTo>
                    <a:pt x="435706" y="116067"/>
                  </a:lnTo>
                  <a:lnTo>
                    <a:pt x="436594" y="114736"/>
                  </a:lnTo>
                  <a:lnTo>
                    <a:pt x="437097" y="113586"/>
                  </a:lnTo>
                  <a:lnTo>
                    <a:pt x="437304" y="113465"/>
                  </a:lnTo>
                  <a:lnTo>
                    <a:pt x="437393" y="112769"/>
                  </a:lnTo>
                  <a:lnTo>
                    <a:pt x="438517" y="110410"/>
                  </a:lnTo>
                  <a:lnTo>
                    <a:pt x="439907" y="108383"/>
                  </a:lnTo>
                  <a:lnTo>
                    <a:pt x="442304" y="106296"/>
                  </a:lnTo>
                  <a:lnTo>
                    <a:pt x="447185" y="102817"/>
                  </a:lnTo>
                  <a:lnTo>
                    <a:pt x="448517" y="100700"/>
                  </a:lnTo>
                  <a:lnTo>
                    <a:pt x="448872" y="100337"/>
                  </a:lnTo>
                  <a:lnTo>
                    <a:pt x="449700" y="99490"/>
                  </a:lnTo>
                  <a:lnTo>
                    <a:pt x="450943" y="97917"/>
                  </a:lnTo>
                  <a:lnTo>
                    <a:pt x="451949" y="96646"/>
                  </a:lnTo>
                  <a:lnTo>
                    <a:pt x="453014" y="94468"/>
                  </a:lnTo>
                  <a:lnTo>
                    <a:pt x="453665" y="92775"/>
                  </a:lnTo>
                  <a:lnTo>
                    <a:pt x="454878" y="86906"/>
                  </a:lnTo>
                  <a:lnTo>
                    <a:pt x="455736" y="85878"/>
                  </a:lnTo>
                  <a:lnTo>
                    <a:pt x="457511" y="84637"/>
                  </a:lnTo>
                  <a:lnTo>
                    <a:pt x="458339" y="84244"/>
                  </a:lnTo>
                  <a:lnTo>
                    <a:pt x="459375" y="82459"/>
                  </a:lnTo>
                  <a:lnTo>
                    <a:pt x="461298" y="74353"/>
                  </a:lnTo>
                  <a:lnTo>
                    <a:pt x="461860" y="73294"/>
                  </a:lnTo>
                  <a:lnTo>
                    <a:pt x="463665" y="71570"/>
                  </a:lnTo>
                  <a:lnTo>
                    <a:pt x="464315" y="70239"/>
                  </a:lnTo>
                  <a:lnTo>
                    <a:pt x="464818" y="67456"/>
                  </a:lnTo>
                  <a:lnTo>
                    <a:pt x="464937" y="65490"/>
                  </a:lnTo>
                  <a:lnTo>
                    <a:pt x="465144" y="62495"/>
                  </a:lnTo>
                  <a:lnTo>
                    <a:pt x="464848" y="60982"/>
                  </a:lnTo>
                  <a:lnTo>
                    <a:pt x="464020" y="59349"/>
                  </a:lnTo>
                  <a:lnTo>
                    <a:pt x="463546" y="57897"/>
                  </a:lnTo>
                  <a:lnTo>
                    <a:pt x="463428" y="57110"/>
                  </a:lnTo>
                  <a:lnTo>
                    <a:pt x="463517" y="56566"/>
                  </a:lnTo>
                  <a:lnTo>
                    <a:pt x="464493" y="55265"/>
                  </a:lnTo>
                  <a:lnTo>
                    <a:pt x="467333" y="52876"/>
                  </a:lnTo>
                  <a:lnTo>
                    <a:pt x="468960" y="51061"/>
                  </a:lnTo>
                  <a:lnTo>
                    <a:pt x="469759" y="49881"/>
                  </a:lnTo>
                  <a:lnTo>
                    <a:pt x="470262" y="49125"/>
                  </a:lnTo>
                  <a:lnTo>
                    <a:pt x="470795" y="47219"/>
                  </a:lnTo>
                  <a:lnTo>
                    <a:pt x="471919" y="45464"/>
                  </a:lnTo>
                  <a:lnTo>
                    <a:pt x="475203" y="43165"/>
                  </a:lnTo>
                  <a:lnTo>
                    <a:pt x="476623" y="41441"/>
                  </a:lnTo>
                  <a:lnTo>
                    <a:pt x="478250" y="40685"/>
                  </a:lnTo>
                  <a:lnTo>
                    <a:pt x="479374" y="39808"/>
                  </a:lnTo>
                  <a:lnTo>
                    <a:pt x="479937" y="39052"/>
                  </a:lnTo>
                  <a:lnTo>
                    <a:pt x="480114" y="38689"/>
                  </a:lnTo>
                  <a:lnTo>
                    <a:pt x="480499" y="38023"/>
                  </a:lnTo>
                  <a:lnTo>
                    <a:pt x="480854" y="36843"/>
                  </a:lnTo>
                  <a:lnTo>
                    <a:pt x="481002" y="36359"/>
                  </a:lnTo>
                  <a:lnTo>
                    <a:pt x="482185" y="34060"/>
                  </a:lnTo>
                  <a:lnTo>
                    <a:pt x="482836" y="32306"/>
                  </a:lnTo>
                  <a:lnTo>
                    <a:pt x="484966" y="29886"/>
                  </a:lnTo>
                  <a:lnTo>
                    <a:pt x="485824" y="28525"/>
                  </a:lnTo>
                  <a:lnTo>
                    <a:pt x="486623" y="26589"/>
                  </a:lnTo>
                  <a:lnTo>
                    <a:pt x="487185" y="21870"/>
                  </a:lnTo>
                  <a:lnTo>
                    <a:pt x="486475" y="14791"/>
                  </a:lnTo>
                  <a:lnTo>
                    <a:pt x="486682" y="13219"/>
                  </a:lnTo>
                  <a:lnTo>
                    <a:pt x="487274" y="12341"/>
                  </a:lnTo>
                  <a:lnTo>
                    <a:pt x="489197" y="10405"/>
                  </a:lnTo>
                  <a:lnTo>
                    <a:pt x="491002" y="8953"/>
                  </a:lnTo>
                  <a:lnTo>
                    <a:pt x="492363" y="8046"/>
                  </a:lnTo>
                  <a:lnTo>
                    <a:pt x="493753" y="6443"/>
                  </a:lnTo>
                  <a:lnTo>
                    <a:pt x="494759" y="5898"/>
                  </a:lnTo>
                  <a:lnTo>
                    <a:pt x="495676" y="5626"/>
                  </a:lnTo>
                  <a:lnTo>
                    <a:pt x="497599" y="5989"/>
                  </a:lnTo>
                  <a:lnTo>
                    <a:pt x="499729" y="5807"/>
                  </a:lnTo>
                  <a:lnTo>
                    <a:pt x="501948" y="6443"/>
                  </a:lnTo>
                  <a:lnTo>
                    <a:pt x="505646" y="6231"/>
                  </a:lnTo>
                  <a:lnTo>
                    <a:pt x="506327" y="6110"/>
                  </a:lnTo>
                  <a:lnTo>
                    <a:pt x="506948" y="5717"/>
                  </a:lnTo>
                  <a:lnTo>
                    <a:pt x="508043" y="4809"/>
                  </a:lnTo>
                  <a:lnTo>
                    <a:pt x="508871" y="3781"/>
                  </a:lnTo>
                  <a:lnTo>
                    <a:pt x="509493" y="2994"/>
                  </a:lnTo>
                  <a:lnTo>
                    <a:pt x="510439" y="1542"/>
                  </a:lnTo>
                  <a:lnTo>
                    <a:pt x="510735" y="786"/>
                  </a:lnTo>
                  <a:lnTo>
                    <a:pt x="5110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217786" y="3158215"/>
              <a:ext cx="118697" cy="143231"/>
            </a:xfrm>
            <a:custGeom>
              <a:avLst/>
              <a:pathLst>
                <a:path w="118697" h="143231">
                  <a:moveTo>
                    <a:pt x="65709" y="846"/>
                  </a:moveTo>
                  <a:lnTo>
                    <a:pt x="66242" y="1633"/>
                  </a:lnTo>
                  <a:lnTo>
                    <a:pt x="67159" y="1512"/>
                  </a:lnTo>
                  <a:lnTo>
                    <a:pt x="68313" y="1875"/>
                  </a:lnTo>
                  <a:lnTo>
                    <a:pt x="69762" y="2782"/>
                  </a:lnTo>
                  <a:lnTo>
                    <a:pt x="70561" y="3871"/>
                  </a:lnTo>
                  <a:lnTo>
                    <a:pt x="70916" y="4597"/>
                  </a:lnTo>
                  <a:lnTo>
                    <a:pt x="72218" y="6745"/>
                  </a:lnTo>
                  <a:lnTo>
                    <a:pt x="72987" y="7864"/>
                  </a:lnTo>
                  <a:lnTo>
                    <a:pt x="73401" y="9770"/>
                  </a:lnTo>
                  <a:lnTo>
                    <a:pt x="73401" y="11283"/>
                  </a:lnTo>
                  <a:lnTo>
                    <a:pt x="72869" y="12493"/>
                  </a:lnTo>
                  <a:lnTo>
                    <a:pt x="72514" y="13067"/>
                  </a:lnTo>
                  <a:lnTo>
                    <a:pt x="72514" y="15487"/>
                  </a:lnTo>
                  <a:lnTo>
                    <a:pt x="72869" y="17151"/>
                  </a:lnTo>
                  <a:lnTo>
                    <a:pt x="74644" y="19147"/>
                  </a:lnTo>
                  <a:lnTo>
                    <a:pt x="76804" y="23261"/>
                  </a:lnTo>
                  <a:lnTo>
                    <a:pt x="78934" y="25651"/>
                  </a:lnTo>
                  <a:lnTo>
                    <a:pt x="80206" y="25833"/>
                  </a:lnTo>
                  <a:lnTo>
                    <a:pt x="81034" y="27103"/>
                  </a:lnTo>
                  <a:lnTo>
                    <a:pt x="81212" y="28797"/>
                  </a:lnTo>
                  <a:lnTo>
                    <a:pt x="81212" y="29432"/>
                  </a:lnTo>
                  <a:lnTo>
                    <a:pt x="81212" y="31550"/>
                  </a:lnTo>
                  <a:lnTo>
                    <a:pt x="81715" y="36450"/>
                  </a:lnTo>
                  <a:lnTo>
                    <a:pt x="81774" y="36934"/>
                  </a:lnTo>
                  <a:lnTo>
                    <a:pt x="83786" y="37085"/>
                  </a:lnTo>
                  <a:lnTo>
                    <a:pt x="84880" y="37751"/>
                  </a:lnTo>
                  <a:lnTo>
                    <a:pt x="86360" y="38023"/>
                  </a:lnTo>
                  <a:lnTo>
                    <a:pt x="88283" y="38386"/>
                  </a:lnTo>
                  <a:lnTo>
                    <a:pt x="89910" y="39052"/>
                  </a:lnTo>
                  <a:lnTo>
                    <a:pt x="90916" y="40564"/>
                  </a:lnTo>
                  <a:lnTo>
                    <a:pt x="91064" y="42076"/>
                  </a:lnTo>
                  <a:lnTo>
                    <a:pt x="91034" y="43891"/>
                  </a:lnTo>
                  <a:lnTo>
                    <a:pt x="90413" y="45283"/>
                  </a:lnTo>
                  <a:lnTo>
                    <a:pt x="90709" y="49094"/>
                  </a:lnTo>
                  <a:lnTo>
                    <a:pt x="92159" y="51121"/>
                  </a:lnTo>
                  <a:lnTo>
                    <a:pt x="93312" y="53057"/>
                  </a:lnTo>
                  <a:lnTo>
                    <a:pt x="94022" y="53541"/>
                  </a:lnTo>
                  <a:lnTo>
                    <a:pt x="94792" y="54085"/>
                  </a:lnTo>
                  <a:lnTo>
                    <a:pt x="95857" y="55447"/>
                  </a:lnTo>
                  <a:lnTo>
                    <a:pt x="97070" y="56899"/>
                  </a:lnTo>
                  <a:lnTo>
                    <a:pt x="97188" y="59107"/>
                  </a:lnTo>
                  <a:lnTo>
                    <a:pt x="96567" y="61255"/>
                  </a:lnTo>
                  <a:lnTo>
                    <a:pt x="96153" y="64249"/>
                  </a:lnTo>
                  <a:lnTo>
                    <a:pt x="95857" y="66669"/>
                  </a:lnTo>
                  <a:lnTo>
                    <a:pt x="96803" y="68303"/>
                  </a:lnTo>
                  <a:lnTo>
                    <a:pt x="97395" y="69876"/>
                  </a:lnTo>
                  <a:lnTo>
                    <a:pt x="98312" y="70662"/>
                  </a:lnTo>
                  <a:lnTo>
                    <a:pt x="99082" y="72417"/>
                  </a:lnTo>
                  <a:lnTo>
                    <a:pt x="99141" y="73808"/>
                  </a:lnTo>
                  <a:lnTo>
                    <a:pt x="98253" y="75835"/>
                  </a:lnTo>
                  <a:lnTo>
                    <a:pt x="97277" y="77620"/>
                  </a:lnTo>
                  <a:lnTo>
                    <a:pt x="97247" y="80826"/>
                  </a:lnTo>
                  <a:lnTo>
                    <a:pt x="95827" y="82127"/>
                  </a:lnTo>
                  <a:lnTo>
                    <a:pt x="94318" y="84426"/>
                  </a:lnTo>
                  <a:lnTo>
                    <a:pt x="93283" y="84940"/>
                  </a:lnTo>
                  <a:lnTo>
                    <a:pt x="92957" y="85091"/>
                  </a:lnTo>
                  <a:lnTo>
                    <a:pt x="91508" y="85726"/>
                  </a:lnTo>
                  <a:lnTo>
                    <a:pt x="91448" y="86634"/>
                  </a:lnTo>
                  <a:lnTo>
                    <a:pt x="91301" y="86694"/>
                  </a:lnTo>
                  <a:lnTo>
                    <a:pt x="91419" y="87209"/>
                  </a:lnTo>
                  <a:lnTo>
                    <a:pt x="91360" y="88116"/>
                  </a:lnTo>
                  <a:lnTo>
                    <a:pt x="91389" y="88721"/>
                  </a:lnTo>
                  <a:lnTo>
                    <a:pt x="91212" y="88812"/>
                  </a:lnTo>
                  <a:lnTo>
                    <a:pt x="91212" y="89477"/>
                  </a:lnTo>
                  <a:lnTo>
                    <a:pt x="91389" y="89629"/>
                  </a:lnTo>
                  <a:lnTo>
                    <a:pt x="91478" y="90052"/>
                  </a:lnTo>
                  <a:lnTo>
                    <a:pt x="91596" y="90234"/>
                  </a:lnTo>
                  <a:lnTo>
                    <a:pt x="91596" y="90597"/>
                  </a:lnTo>
                  <a:lnTo>
                    <a:pt x="91093" y="90869"/>
                  </a:lnTo>
                  <a:lnTo>
                    <a:pt x="91123" y="91262"/>
                  </a:lnTo>
                  <a:lnTo>
                    <a:pt x="90738" y="91807"/>
                  </a:lnTo>
                  <a:lnTo>
                    <a:pt x="90295" y="93138"/>
                  </a:lnTo>
                  <a:lnTo>
                    <a:pt x="90383" y="93440"/>
                  </a:lnTo>
                  <a:lnTo>
                    <a:pt x="90591" y="93773"/>
                  </a:lnTo>
                  <a:lnTo>
                    <a:pt x="90620" y="94075"/>
                  </a:lnTo>
                  <a:lnTo>
                    <a:pt x="90679" y="94620"/>
                  </a:lnTo>
                  <a:lnTo>
                    <a:pt x="90975" y="94983"/>
                  </a:lnTo>
                  <a:lnTo>
                    <a:pt x="91389" y="95376"/>
                  </a:lnTo>
                  <a:lnTo>
                    <a:pt x="91833" y="95890"/>
                  </a:lnTo>
                  <a:lnTo>
                    <a:pt x="92514" y="96737"/>
                  </a:lnTo>
                  <a:lnTo>
                    <a:pt x="93224" y="97826"/>
                  </a:lnTo>
                  <a:lnTo>
                    <a:pt x="93875" y="98643"/>
                  </a:lnTo>
                  <a:lnTo>
                    <a:pt x="94466" y="99157"/>
                  </a:lnTo>
                  <a:lnTo>
                    <a:pt x="95058" y="100065"/>
                  </a:lnTo>
                  <a:lnTo>
                    <a:pt x="95413" y="100851"/>
                  </a:lnTo>
                  <a:lnTo>
                    <a:pt x="95679" y="100881"/>
                  </a:lnTo>
                  <a:lnTo>
                    <a:pt x="96685" y="101517"/>
                  </a:lnTo>
                  <a:lnTo>
                    <a:pt x="96833" y="101607"/>
                  </a:lnTo>
                  <a:lnTo>
                    <a:pt x="97336" y="102031"/>
                  </a:lnTo>
                  <a:lnTo>
                    <a:pt x="97721" y="102938"/>
                  </a:lnTo>
                  <a:lnTo>
                    <a:pt x="97987" y="103241"/>
                  </a:lnTo>
                  <a:lnTo>
                    <a:pt x="98372" y="103604"/>
                  </a:lnTo>
                  <a:lnTo>
                    <a:pt x="98874" y="104088"/>
                  </a:lnTo>
                  <a:lnTo>
                    <a:pt x="99229" y="105116"/>
                  </a:lnTo>
                  <a:lnTo>
                    <a:pt x="99555" y="106145"/>
                  </a:lnTo>
                  <a:lnTo>
                    <a:pt x="99999" y="106719"/>
                  </a:lnTo>
                  <a:lnTo>
                    <a:pt x="100354" y="107385"/>
                  </a:lnTo>
                  <a:lnTo>
                    <a:pt x="100886" y="108625"/>
                  </a:lnTo>
                  <a:lnTo>
                    <a:pt x="101744" y="110289"/>
                  </a:lnTo>
                  <a:lnTo>
                    <a:pt x="102513" y="111499"/>
                  </a:lnTo>
                  <a:lnTo>
                    <a:pt x="104170" y="113102"/>
                  </a:lnTo>
                  <a:lnTo>
                    <a:pt x="104525" y="113737"/>
                  </a:lnTo>
                  <a:lnTo>
                    <a:pt x="104170" y="115038"/>
                  </a:lnTo>
                  <a:lnTo>
                    <a:pt x="104022" y="115915"/>
                  </a:lnTo>
                  <a:lnTo>
                    <a:pt x="103963" y="116853"/>
                  </a:lnTo>
                  <a:lnTo>
                    <a:pt x="104377" y="117428"/>
                  </a:lnTo>
                  <a:lnTo>
                    <a:pt x="104792" y="117882"/>
                  </a:lnTo>
                  <a:lnTo>
                    <a:pt x="105235" y="118093"/>
                  </a:lnTo>
                  <a:lnTo>
                    <a:pt x="105738" y="118335"/>
                  </a:lnTo>
                  <a:lnTo>
                    <a:pt x="106182" y="118547"/>
                  </a:lnTo>
                  <a:lnTo>
                    <a:pt x="106626" y="118789"/>
                  </a:lnTo>
                  <a:lnTo>
                    <a:pt x="106803" y="118971"/>
                  </a:lnTo>
                  <a:lnTo>
                    <a:pt x="107366" y="119061"/>
                  </a:lnTo>
                  <a:lnTo>
                    <a:pt x="108076" y="119092"/>
                  </a:lnTo>
                  <a:lnTo>
                    <a:pt x="108579" y="119213"/>
                  </a:lnTo>
                  <a:lnTo>
                    <a:pt x="108934" y="119394"/>
                  </a:lnTo>
                  <a:lnTo>
                    <a:pt x="109762" y="119485"/>
                  </a:lnTo>
                  <a:lnTo>
                    <a:pt x="110147" y="119787"/>
                  </a:lnTo>
                  <a:lnTo>
                    <a:pt x="111005" y="120180"/>
                  </a:lnTo>
                  <a:lnTo>
                    <a:pt x="111241" y="120180"/>
                  </a:lnTo>
                  <a:lnTo>
                    <a:pt x="111833" y="120543"/>
                  </a:lnTo>
                  <a:lnTo>
                    <a:pt x="111863" y="120725"/>
                  </a:lnTo>
                  <a:lnTo>
                    <a:pt x="112247" y="120725"/>
                  </a:lnTo>
                  <a:lnTo>
                    <a:pt x="112218" y="120876"/>
                  </a:lnTo>
                  <a:lnTo>
                    <a:pt x="112484" y="121027"/>
                  </a:lnTo>
                  <a:lnTo>
                    <a:pt x="112632" y="120937"/>
                  </a:lnTo>
                  <a:lnTo>
                    <a:pt x="113105" y="121148"/>
                  </a:lnTo>
                  <a:lnTo>
                    <a:pt x="113667" y="121421"/>
                  </a:lnTo>
                  <a:lnTo>
                    <a:pt x="113756" y="121209"/>
                  </a:lnTo>
                  <a:lnTo>
                    <a:pt x="113904" y="121300"/>
                  </a:lnTo>
                  <a:lnTo>
                    <a:pt x="113993" y="121118"/>
                  </a:lnTo>
                  <a:lnTo>
                    <a:pt x="114555" y="121390"/>
                  </a:lnTo>
                  <a:lnTo>
                    <a:pt x="114644" y="121239"/>
                  </a:lnTo>
                  <a:lnTo>
                    <a:pt x="115294" y="121511"/>
                  </a:lnTo>
                  <a:lnTo>
                    <a:pt x="115531" y="121481"/>
                  </a:lnTo>
                  <a:lnTo>
                    <a:pt x="115590" y="122086"/>
                  </a:lnTo>
                  <a:lnTo>
                    <a:pt x="116005" y="121995"/>
                  </a:lnTo>
                  <a:lnTo>
                    <a:pt x="118697" y="122449"/>
                  </a:lnTo>
                  <a:lnTo>
                    <a:pt x="118638" y="122842"/>
                  </a:lnTo>
                  <a:lnTo>
                    <a:pt x="118638" y="124022"/>
                  </a:lnTo>
                  <a:lnTo>
                    <a:pt x="118490" y="125141"/>
                  </a:lnTo>
                  <a:lnTo>
                    <a:pt x="118401" y="125625"/>
                  </a:lnTo>
                  <a:lnTo>
                    <a:pt x="118223" y="126956"/>
                  </a:lnTo>
                  <a:lnTo>
                    <a:pt x="118164" y="127168"/>
                  </a:lnTo>
                  <a:lnTo>
                    <a:pt x="117720" y="129044"/>
                  </a:lnTo>
                  <a:lnTo>
                    <a:pt x="117484" y="129407"/>
                  </a:lnTo>
                  <a:lnTo>
                    <a:pt x="117365" y="129588"/>
                  </a:lnTo>
                  <a:lnTo>
                    <a:pt x="117188" y="129860"/>
                  </a:lnTo>
                  <a:lnTo>
                    <a:pt x="116833" y="130405"/>
                  </a:lnTo>
                  <a:lnTo>
                    <a:pt x="116123" y="131464"/>
                  </a:lnTo>
                  <a:lnTo>
                    <a:pt x="115975" y="131766"/>
                  </a:lnTo>
                  <a:lnTo>
                    <a:pt x="115886" y="132008"/>
                  </a:lnTo>
                  <a:lnTo>
                    <a:pt x="115738" y="132311"/>
                  </a:lnTo>
                  <a:lnTo>
                    <a:pt x="115649" y="132553"/>
                  </a:lnTo>
                  <a:lnTo>
                    <a:pt x="114910" y="134307"/>
                  </a:lnTo>
                  <a:lnTo>
                    <a:pt x="113786" y="136455"/>
                  </a:lnTo>
                  <a:lnTo>
                    <a:pt x="113460" y="136999"/>
                  </a:lnTo>
                  <a:lnTo>
                    <a:pt x="113135" y="137392"/>
                  </a:lnTo>
                  <a:lnTo>
                    <a:pt x="112040" y="138663"/>
                  </a:lnTo>
                  <a:lnTo>
                    <a:pt x="111448" y="139389"/>
                  </a:lnTo>
                  <a:lnTo>
                    <a:pt x="111330" y="139540"/>
                  </a:lnTo>
                  <a:lnTo>
                    <a:pt x="109939" y="140357"/>
                  </a:lnTo>
                  <a:lnTo>
                    <a:pt x="109644" y="140538"/>
                  </a:lnTo>
                  <a:lnTo>
                    <a:pt x="109200" y="140811"/>
                  </a:lnTo>
                  <a:lnTo>
                    <a:pt x="108815" y="141022"/>
                  </a:lnTo>
                  <a:lnTo>
                    <a:pt x="108579" y="141083"/>
                  </a:lnTo>
                  <a:lnTo>
                    <a:pt x="108342" y="141143"/>
                  </a:lnTo>
                  <a:lnTo>
                    <a:pt x="105679" y="141839"/>
                  </a:lnTo>
                  <a:lnTo>
                    <a:pt x="104170" y="142202"/>
                  </a:lnTo>
                  <a:lnTo>
                    <a:pt x="103579" y="142353"/>
                  </a:lnTo>
                  <a:lnTo>
                    <a:pt x="103164" y="142444"/>
                  </a:lnTo>
                  <a:lnTo>
                    <a:pt x="102129" y="142595"/>
                  </a:lnTo>
                  <a:lnTo>
                    <a:pt x="100798" y="142807"/>
                  </a:lnTo>
                  <a:lnTo>
                    <a:pt x="99673" y="142928"/>
                  </a:lnTo>
                  <a:lnTo>
                    <a:pt x="98608" y="143049"/>
                  </a:lnTo>
                  <a:lnTo>
                    <a:pt x="97099" y="143231"/>
                  </a:lnTo>
                  <a:lnTo>
                    <a:pt x="96301" y="143140"/>
                  </a:lnTo>
                  <a:lnTo>
                    <a:pt x="92780" y="142807"/>
                  </a:lnTo>
                  <a:lnTo>
                    <a:pt x="92070" y="142747"/>
                  </a:lnTo>
                  <a:lnTo>
                    <a:pt x="91744" y="142716"/>
                  </a:lnTo>
                  <a:lnTo>
                    <a:pt x="88253" y="142474"/>
                  </a:lnTo>
                  <a:lnTo>
                    <a:pt x="86744" y="142293"/>
                  </a:lnTo>
                  <a:lnTo>
                    <a:pt x="84585" y="142021"/>
                  </a:lnTo>
                  <a:lnTo>
                    <a:pt x="84052" y="141839"/>
                  </a:lnTo>
                  <a:lnTo>
                    <a:pt x="83342" y="141627"/>
                  </a:lnTo>
                  <a:lnTo>
                    <a:pt x="83135" y="141597"/>
                  </a:lnTo>
                  <a:lnTo>
                    <a:pt x="80147" y="141446"/>
                  </a:lnTo>
                  <a:lnTo>
                    <a:pt x="79348" y="141385"/>
                  </a:lnTo>
                  <a:lnTo>
                    <a:pt x="78638" y="141355"/>
                  </a:lnTo>
                  <a:lnTo>
                    <a:pt x="75975" y="141295"/>
                  </a:lnTo>
                  <a:lnTo>
                    <a:pt x="74733" y="141295"/>
                  </a:lnTo>
                  <a:lnTo>
                    <a:pt x="74407" y="141264"/>
                  </a:lnTo>
                  <a:lnTo>
                    <a:pt x="72810" y="141264"/>
                  </a:lnTo>
                  <a:lnTo>
                    <a:pt x="71508" y="141083"/>
                  </a:lnTo>
                  <a:lnTo>
                    <a:pt x="69585" y="140811"/>
                  </a:lnTo>
                  <a:lnTo>
                    <a:pt x="68934" y="140538"/>
                  </a:lnTo>
                  <a:lnTo>
                    <a:pt x="68786" y="140478"/>
                  </a:lnTo>
                  <a:lnTo>
                    <a:pt x="68165" y="140236"/>
                  </a:lnTo>
                  <a:lnTo>
                    <a:pt x="67691" y="140024"/>
                  </a:lnTo>
                  <a:lnTo>
                    <a:pt x="66390" y="139510"/>
                  </a:lnTo>
                  <a:lnTo>
                    <a:pt x="66094" y="139389"/>
                  </a:lnTo>
                  <a:lnTo>
                    <a:pt x="65561" y="139147"/>
                  </a:lnTo>
                  <a:lnTo>
                    <a:pt x="64910" y="138875"/>
                  </a:lnTo>
                  <a:lnTo>
                    <a:pt x="63520" y="138270"/>
                  </a:lnTo>
                  <a:lnTo>
                    <a:pt x="63283" y="138179"/>
                  </a:lnTo>
                  <a:lnTo>
                    <a:pt x="62366" y="137786"/>
                  </a:lnTo>
                  <a:lnTo>
                    <a:pt x="61863" y="137513"/>
                  </a:lnTo>
                  <a:lnTo>
                    <a:pt x="60887" y="136999"/>
                  </a:lnTo>
                  <a:lnTo>
                    <a:pt x="59141" y="136092"/>
                  </a:lnTo>
                  <a:lnTo>
                    <a:pt x="58638" y="135819"/>
                  </a:lnTo>
                  <a:lnTo>
                    <a:pt x="57307" y="135335"/>
                  </a:lnTo>
                  <a:lnTo>
                    <a:pt x="56419" y="135003"/>
                  </a:lnTo>
                  <a:lnTo>
                    <a:pt x="55827" y="134791"/>
                  </a:lnTo>
                  <a:lnTo>
                    <a:pt x="54792" y="134458"/>
                  </a:lnTo>
                  <a:lnTo>
                    <a:pt x="54023" y="134216"/>
                  </a:lnTo>
                  <a:lnTo>
                    <a:pt x="53490" y="134065"/>
                  </a:lnTo>
                  <a:lnTo>
                    <a:pt x="52455" y="133672"/>
                  </a:lnTo>
                  <a:lnTo>
                    <a:pt x="51922" y="133460"/>
                  </a:lnTo>
                  <a:lnTo>
                    <a:pt x="51123" y="133158"/>
                  </a:lnTo>
                  <a:lnTo>
                    <a:pt x="50236" y="132704"/>
                  </a:lnTo>
                  <a:lnTo>
                    <a:pt x="49970" y="132583"/>
                  </a:lnTo>
                  <a:lnTo>
                    <a:pt x="48875" y="132038"/>
                  </a:lnTo>
                  <a:lnTo>
                    <a:pt x="47751" y="131494"/>
                  </a:lnTo>
                  <a:lnTo>
                    <a:pt x="47248" y="131252"/>
                  </a:lnTo>
                  <a:lnTo>
                    <a:pt x="45561" y="130284"/>
                  </a:lnTo>
                  <a:lnTo>
                    <a:pt x="44762" y="129830"/>
                  </a:lnTo>
                  <a:lnTo>
                    <a:pt x="44141" y="129497"/>
                  </a:lnTo>
                  <a:lnTo>
                    <a:pt x="43904" y="129376"/>
                  </a:lnTo>
                  <a:lnTo>
                    <a:pt x="43165" y="129074"/>
                  </a:lnTo>
                  <a:lnTo>
                    <a:pt x="42869" y="128953"/>
                  </a:lnTo>
                  <a:lnTo>
                    <a:pt x="42691" y="128892"/>
                  </a:lnTo>
                  <a:lnTo>
                    <a:pt x="41981" y="128620"/>
                  </a:lnTo>
                  <a:lnTo>
                    <a:pt x="41538" y="128469"/>
                  </a:lnTo>
                  <a:lnTo>
                    <a:pt x="41301" y="128408"/>
                  </a:lnTo>
                  <a:lnTo>
                    <a:pt x="41005" y="128287"/>
                  </a:lnTo>
                  <a:lnTo>
                    <a:pt x="40532" y="128136"/>
                  </a:lnTo>
                  <a:lnTo>
                    <a:pt x="39615" y="127743"/>
                  </a:lnTo>
                  <a:lnTo>
                    <a:pt x="38757" y="127410"/>
                  </a:lnTo>
                  <a:lnTo>
                    <a:pt x="37544" y="127168"/>
                  </a:lnTo>
                  <a:lnTo>
                    <a:pt x="37218" y="127108"/>
                  </a:lnTo>
                  <a:lnTo>
                    <a:pt x="36656" y="127077"/>
                  </a:lnTo>
                  <a:lnTo>
                    <a:pt x="36064" y="127047"/>
                  </a:lnTo>
                  <a:lnTo>
                    <a:pt x="35177" y="127017"/>
                  </a:lnTo>
                  <a:lnTo>
                    <a:pt x="33697" y="127108"/>
                  </a:lnTo>
                  <a:lnTo>
                    <a:pt x="32159" y="127168"/>
                  </a:lnTo>
                  <a:lnTo>
                    <a:pt x="31952" y="127168"/>
                  </a:lnTo>
                  <a:lnTo>
                    <a:pt x="30591" y="127198"/>
                  </a:lnTo>
                  <a:lnTo>
                    <a:pt x="29319" y="127198"/>
                  </a:lnTo>
                  <a:lnTo>
                    <a:pt x="28609" y="127198"/>
                  </a:lnTo>
                  <a:lnTo>
                    <a:pt x="28402" y="127198"/>
                  </a:lnTo>
                  <a:lnTo>
                    <a:pt x="28135" y="127198"/>
                  </a:lnTo>
                  <a:lnTo>
                    <a:pt x="28106" y="126926"/>
                  </a:lnTo>
                  <a:lnTo>
                    <a:pt x="28106" y="126170"/>
                  </a:lnTo>
                  <a:lnTo>
                    <a:pt x="28106" y="125837"/>
                  </a:lnTo>
                  <a:lnTo>
                    <a:pt x="28076" y="125535"/>
                  </a:lnTo>
                  <a:lnTo>
                    <a:pt x="28047" y="125262"/>
                  </a:lnTo>
                  <a:lnTo>
                    <a:pt x="28017" y="124718"/>
                  </a:lnTo>
                  <a:lnTo>
                    <a:pt x="27958" y="124294"/>
                  </a:lnTo>
                  <a:lnTo>
                    <a:pt x="27958" y="124083"/>
                  </a:lnTo>
                  <a:lnTo>
                    <a:pt x="27928" y="123689"/>
                  </a:lnTo>
                  <a:lnTo>
                    <a:pt x="27869" y="123115"/>
                  </a:lnTo>
                  <a:lnTo>
                    <a:pt x="27810" y="122237"/>
                  </a:lnTo>
                  <a:lnTo>
                    <a:pt x="27751" y="121481"/>
                  </a:lnTo>
                  <a:lnTo>
                    <a:pt x="27721" y="121209"/>
                  </a:lnTo>
                  <a:lnTo>
                    <a:pt x="27692" y="120906"/>
                  </a:lnTo>
                  <a:lnTo>
                    <a:pt x="27632" y="120180"/>
                  </a:lnTo>
                  <a:lnTo>
                    <a:pt x="27603" y="119727"/>
                  </a:lnTo>
                  <a:lnTo>
                    <a:pt x="27514" y="118487"/>
                  </a:lnTo>
                  <a:lnTo>
                    <a:pt x="27455" y="117821"/>
                  </a:lnTo>
                  <a:lnTo>
                    <a:pt x="27425" y="117519"/>
                  </a:lnTo>
                  <a:lnTo>
                    <a:pt x="27337" y="116157"/>
                  </a:lnTo>
                  <a:lnTo>
                    <a:pt x="27277" y="115734"/>
                  </a:lnTo>
                  <a:lnTo>
                    <a:pt x="27277" y="115552"/>
                  </a:lnTo>
                  <a:lnTo>
                    <a:pt x="27218" y="115008"/>
                  </a:lnTo>
                  <a:lnTo>
                    <a:pt x="27189" y="114494"/>
                  </a:lnTo>
                  <a:lnTo>
                    <a:pt x="27159" y="114312"/>
                  </a:lnTo>
                  <a:lnTo>
                    <a:pt x="26982" y="112134"/>
                  </a:lnTo>
                  <a:lnTo>
                    <a:pt x="26952" y="111499"/>
                  </a:lnTo>
                  <a:lnTo>
                    <a:pt x="26922" y="111075"/>
                  </a:lnTo>
                  <a:lnTo>
                    <a:pt x="26863" y="110531"/>
                  </a:lnTo>
                  <a:lnTo>
                    <a:pt x="26804" y="109714"/>
                  </a:lnTo>
                  <a:lnTo>
                    <a:pt x="26774" y="109502"/>
                  </a:lnTo>
                  <a:lnTo>
                    <a:pt x="26715" y="108565"/>
                  </a:lnTo>
                  <a:lnTo>
                    <a:pt x="26686" y="108353"/>
                  </a:lnTo>
                  <a:lnTo>
                    <a:pt x="26627" y="107566"/>
                  </a:lnTo>
                  <a:lnTo>
                    <a:pt x="26567" y="106629"/>
                  </a:lnTo>
                  <a:lnTo>
                    <a:pt x="26538" y="106387"/>
                  </a:lnTo>
                  <a:lnTo>
                    <a:pt x="26449" y="105116"/>
                  </a:lnTo>
                  <a:lnTo>
                    <a:pt x="26390" y="104602"/>
                  </a:lnTo>
                  <a:lnTo>
                    <a:pt x="26360" y="104027"/>
                  </a:lnTo>
                  <a:lnTo>
                    <a:pt x="26301" y="103483"/>
                  </a:lnTo>
                  <a:lnTo>
                    <a:pt x="26212" y="102273"/>
                  </a:lnTo>
                  <a:lnTo>
                    <a:pt x="26183" y="101910"/>
                  </a:lnTo>
                  <a:lnTo>
                    <a:pt x="26153" y="101728"/>
                  </a:lnTo>
                  <a:lnTo>
                    <a:pt x="26094" y="100730"/>
                  </a:lnTo>
                  <a:lnTo>
                    <a:pt x="25946" y="98855"/>
                  </a:lnTo>
                  <a:lnTo>
                    <a:pt x="25887" y="98371"/>
                  </a:lnTo>
                  <a:lnTo>
                    <a:pt x="25887" y="98129"/>
                  </a:lnTo>
                  <a:lnTo>
                    <a:pt x="25857" y="97796"/>
                  </a:lnTo>
                  <a:lnTo>
                    <a:pt x="25798" y="97130"/>
                  </a:lnTo>
                  <a:lnTo>
                    <a:pt x="25769" y="96919"/>
                  </a:lnTo>
                  <a:lnTo>
                    <a:pt x="25739" y="96223"/>
                  </a:lnTo>
                  <a:lnTo>
                    <a:pt x="25709" y="95951"/>
                  </a:lnTo>
                  <a:lnTo>
                    <a:pt x="25650" y="95769"/>
                  </a:lnTo>
                  <a:lnTo>
                    <a:pt x="25414" y="95194"/>
                  </a:lnTo>
                  <a:lnTo>
                    <a:pt x="24615" y="94650"/>
                  </a:lnTo>
                  <a:lnTo>
                    <a:pt x="24378" y="94438"/>
                  </a:lnTo>
                  <a:lnTo>
                    <a:pt x="23845" y="93954"/>
                  </a:lnTo>
                  <a:lnTo>
                    <a:pt x="23343" y="93500"/>
                  </a:lnTo>
                  <a:lnTo>
                    <a:pt x="22810" y="92986"/>
                  </a:lnTo>
                  <a:lnTo>
                    <a:pt x="21745" y="91988"/>
                  </a:lnTo>
                  <a:lnTo>
                    <a:pt x="21449" y="91716"/>
                  </a:lnTo>
                  <a:lnTo>
                    <a:pt x="19437" y="89840"/>
                  </a:lnTo>
                  <a:lnTo>
                    <a:pt x="19112" y="89508"/>
                  </a:lnTo>
                  <a:lnTo>
                    <a:pt x="18609" y="89054"/>
                  </a:lnTo>
                  <a:lnTo>
                    <a:pt x="17810" y="88298"/>
                  </a:lnTo>
                  <a:lnTo>
                    <a:pt x="16656" y="87239"/>
                  </a:lnTo>
                  <a:lnTo>
                    <a:pt x="16242" y="86876"/>
                  </a:lnTo>
                  <a:lnTo>
                    <a:pt x="15887" y="86543"/>
                  </a:lnTo>
                  <a:lnTo>
                    <a:pt x="14023" y="84789"/>
                  </a:lnTo>
                  <a:lnTo>
                    <a:pt x="13520" y="84335"/>
                  </a:lnTo>
                  <a:lnTo>
                    <a:pt x="12840" y="83700"/>
                  </a:lnTo>
                  <a:lnTo>
                    <a:pt x="11301" y="82278"/>
                  </a:lnTo>
                  <a:lnTo>
                    <a:pt x="10769" y="81764"/>
                  </a:lnTo>
                  <a:lnTo>
                    <a:pt x="10621" y="81643"/>
                  </a:lnTo>
                  <a:lnTo>
                    <a:pt x="10473" y="81491"/>
                  </a:lnTo>
                  <a:lnTo>
                    <a:pt x="9496" y="80584"/>
                  </a:lnTo>
                  <a:lnTo>
                    <a:pt x="9260" y="80342"/>
                  </a:lnTo>
                  <a:lnTo>
                    <a:pt x="8905" y="80100"/>
                  </a:lnTo>
                  <a:lnTo>
                    <a:pt x="8491" y="79798"/>
                  </a:lnTo>
                  <a:lnTo>
                    <a:pt x="8372" y="79646"/>
                  </a:lnTo>
                  <a:lnTo>
                    <a:pt x="8165" y="79374"/>
                  </a:lnTo>
                  <a:lnTo>
                    <a:pt x="7958" y="79132"/>
                  </a:lnTo>
                  <a:lnTo>
                    <a:pt x="7337" y="78346"/>
                  </a:lnTo>
                  <a:lnTo>
                    <a:pt x="7041" y="77620"/>
                  </a:lnTo>
                  <a:lnTo>
                    <a:pt x="6834" y="76863"/>
                  </a:lnTo>
                  <a:lnTo>
                    <a:pt x="6627" y="75805"/>
                  </a:lnTo>
                  <a:lnTo>
                    <a:pt x="6538" y="75230"/>
                  </a:lnTo>
                  <a:lnTo>
                    <a:pt x="6360" y="74292"/>
                  </a:lnTo>
                  <a:lnTo>
                    <a:pt x="5769" y="70904"/>
                  </a:lnTo>
                  <a:lnTo>
                    <a:pt x="4763" y="65248"/>
                  </a:lnTo>
                  <a:lnTo>
                    <a:pt x="4733" y="64733"/>
                  </a:lnTo>
                  <a:lnTo>
                    <a:pt x="4526" y="63826"/>
                  </a:lnTo>
                  <a:lnTo>
                    <a:pt x="4053" y="61648"/>
                  </a:lnTo>
                  <a:lnTo>
                    <a:pt x="1775" y="51091"/>
                  </a:lnTo>
                  <a:lnTo>
                    <a:pt x="0" y="42923"/>
                  </a:lnTo>
                  <a:lnTo>
                    <a:pt x="680" y="42802"/>
                  </a:lnTo>
                  <a:lnTo>
                    <a:pt x="3668" y="42197"/>
                  </a:lnTo>
                  <a:lnTo>
                    <a:pt x="7633" y="41532"/>
                  </a:lnTo>
                  <a:lnTo>
                    <a:pt x="7899" y="41653"/>
                  </a:lnTo>
                  <a:lnTo>
                    <a:pt x="8283" y="41804"/>
                  </a:lnTo>
                  <a:lnTo>
                    <a:pt x="9319" y="42288"/>
                  </a:lnTo>
                  <a:lnTo>
                    <a:pt x="9615" y="42439"/>
                  </a:lnTo>
                  <a:lnTo>
                    <a:pt x="9822" y="42772"/>
                  </a:lnTo>
                  <a:lnTo>
                    <a:pt x="9940" y="43014"/>
                  </a:lnTo>
                  <a:lnTo>
                    <a:pt x="10207" y="43680"/>
                  </a:lnTo>
                  <a:lnTo>
                    <a:pt x="10414" y="44194"/>
                  </a:lnTo>
                  <a:lnTo>
                    <a:pt x="10502" y="44406"/>
                  </a:lnTo>
                  <a:lnTo>
                    <a:pt x="10591" y="44648"/>
                  </a:lnTo>
                  <a:lnTo>
                    <a:pt x="10798" y="45192"/>
                  </a:lnTo>
                  <a:lnTo>
                    <a:pt x="10857" y="45585"/>
                  </a:lnTo>
                  <a:lnTo>
                    <a:pt x="10828" y="45918"/>
                  </a:lnTo>
                  <a:lnTo>
                    <a:pt x="10769" y="46705"/>
                  </a:lnTo>
                  <a:lnTo>
                    <a:pt x="10798" y="47158"/>
                  </a:lnTo>
                  <a:lnTo>
                    <a:pt x="10917" y="47340"/>
                  </a:lnTo>
                  <a:lnTo>
                    <a:pt x="11183" y="47491"/>
                  </a:lnTo>
                  <a:lnTo>
                    <a:pt x="11834" y="47763"/>
                  </a:lnTo>
                  <a:lnTo>
                    <a:pt x="12100" y="47945"/>
                  </a:lnTo>
                  <a:lnTo>
                    <a:pt x="12189" y="48096"/>
                  </a:lnTo>
                  <a:lnTo>
                    <a:pt x="12218" y="48247"/>
                  </a:lnTo>
                  <a:lnTo>
                    <a:pt x="12218" y="48520"/>
                  </a:lnTo>
                  <a:lnTo>
                    <a:pt x="12189" y="48701"/>
                  </a:lnTo>
                  <a:lnTo>
                    <a:pt x="11922" y="49790"/>
                  </a:lnTo>
                  <a:lnTo>
                    <a:pt x="11686" y="51151"/>
                  </a:lnTo>
                  <a:lnTo>
                    <a:pt x="11627" y="51575"/>
                  </a:lnTo>
                  <a:lnTo>
                    <a:pt x="11715" y="51847"/>
                  </a:lnTo>
                  <a:lnTo>
                    <a:pt x="12130" y="52966"/>
                  </a:lnTo>
                  <a:lnTo>
                    <a:pt x="12278" y="52997"/>
                  </a:lnTo>
                  <a:lnTo>
                    <a:pt x="12662" y="53057"/>
                  </a:lnTo>
                  <a:lnTo>
                    <a:pt x="12751" y="53511"/>
                  </a:lnTo>
                  <a:lnTo>
                    <a:pt x="12692" y="53813"/>
                  </a:lnTo>
                  <a:lnTo>
                    <a:pt x="12485" y="54206"/>
                  </a:lnTo>
                  <a:lnTo>
                    <a:pt x="12366" y="54569"/>
                  </a:lnTo>
                  <a:lnTo>
                    <a:pt x="12337" y="54811"/>
                  </a:lnTo>
                  <a:lnTo>
                    <a:pt x="12307" y="55174"/>
                  </a:lnTo>
                  <a:lnTo>
                    <a:pt x="12692" y="55658"/>
                  </a:lnTo>
                  <a:lnTo>
                    <a:pt x="13520" y="56596"/>
                  </a:lnTo>
                  <a:lnTo>
                    <a:pt x="13757" y="57171"/>
                  </a:lnTo>
                  <a:lnTo>
                    <a:pt x="13816" y="57322"/>
                  </a:lnTo>
                  <a:lnTo>
                    <a:pt x="14141" y="57715"/>
                  </a:lnTo>
                  <a:lnTo>
                    <a:pt x="14171" y="57897"/>
                  </a:lnTo>
                  <a:lnTo>
                    <a:pt x="14260" y="58441"/>
                  </a:lnTo>
                  <a:lnTo>
                    <a:pt x="14289" y="58683"/>
                  </a:lnTo>
                  <a:lnTo>
                    <a:pt x="14319" y="59379"/>
                  </a:lnTo>
                  <a:lnTo>
                    <a:pt x="14349" y="59954"/>
                  </a:lnTo>
                  <a:lnTo>
                    <a:pt x="14378" y="60226"/>
                  </a:lnTo>
                  <a:lnTo>
                    <a:pt x="14408" y="60377"/>
                  </a:lnTo>
                  <a:lnTo>
                    <a:pt x="14526" y="60831"/>
                  </a:lnTo>
                  <a:lnTo>
                    <a:pt x="14615" y="61043"/>
                  </a:lnTo>
                  <a:lnTo>
                    <a:pt x="14792" y="61497"/>
                  </a:lnTo>
                  <a:lnTo>
                    <a:pt x="15088" y="61860"/>
                  </a:lnTo>
                  <a:lnTo>
                    <a:pt x="15354" y="62374"/>
                  </a:lnTo>
                  <a:lnTo>
                    <a:pt x="15443" y="62586"/>
                  </a:lnTo>
                  <a:lnTo>
                    <a:pt x="15502" y="62979"/>
                  </a:lnTo>
                  <a:lnTo>
                    <a:pt x="15532" y="63160"/>
                  </a:lnTo>
                  <a:lnTo>
                    <a:pt x="15739" y="63523"/>
                  </a:lnTo>
                  <a:lnTo>
                    <a:pt x="16360" y="63493"/>
                  </a:lnTo>
                  <a:lnTo>
                    <a:pt x="16508" y="63493"/>
                  </a:lnTo>
                  <a:lnTo>
                    <a:pt x="17130" y="63493"/>
                  </a:lnTo>
                  <a:lnTo>
                    <a:pt x="17366" y="63463"/>
                  </a:lnTo>
                  <a:lnTo>
                    <a:pt x="17721" y="63463"/>
                  </a:lnTo>
                  <a:lnTo>
                    <a:pt x="18047" y="63463"/>
                  </a:lnTo>
                  <a:lnTo>
                    <a:pt x="18490" y="63433"/>
                  </a:lnTo>
                  <a:lnTo>
                    <a:pt x="19053" y="63433"/>
                  </a:lnTo>
                  <a:lnTo>
                    <a:pt x="19319" y="63372"/>
                  </a:lnTo>
                  <a:lnTo>
                    <a:pt x="19644" y="63342"/>
                  </a:lnTo>
                  <a:lnTo>
                    <a:pt x="19822" y="63312"/>
                  </a:lnTo>
                  <a:lnTo>
                    <a:pt x="20029" y="63281"/>
                  </a:lnTo>
                  <a:lnTo>
                    <a:pt x="20118" y="63130"/>
                  </a:lnTo>
                  <a:lnTo>
                    <a:pt x="21242" y="62888"/>
                  </a:lnTo>
                  <a:lnTo>
                    <a:pt x="21419" y="62586"/>
                  </a:lnTo>
                  <a:lnTo>
                    <a:pt x="21804" y="62223"/>
                  </a:lnTo>
                  <a:lnTo>
                    <a:pt x="22425" y="61527"/>
                  </a:lnTo>
                  <a:lnTo>
                    <a:pt x="22573" y="60771"/>
                  </a:lnTo>
                  <a:lnTo>
                    <a:pt x="22425" y="60135"/>
                  </a:lnTo>
                  <a:lnTo>
                    <a:pt x="21804" y="58986"/>
                  </a:lnTo>
                  <a:lnTo>
                    <a:pt x="21893" y="58199"/>
                  </a:lnTo>
                  <a:lnTo>
                    <a:pt x="21952" y="56687"/>
                  </a:lnTo>
                  <a:lnTo>
                    <a:pt x="21479" y="55689"/>
                  </a:lnTo>
                  <a:lnTo>
                    <a:pt x="21242" y="54690"/>
                  </a:lnTo>
                  <a:lnTo>
                    <a:pt x="21035" y="53753"/>
                  </a:lnTo>
                  <a:lnTo>
                    <a:pt x="21479" y="52906"/>
                  </a:lnTo>
                  <a:lnTo>
                    <a:pt x="22721" y="51303"/>
                  </a:lnTo>
                  <a:lnTo>
                    <a:pt x="23461" y="48913"/>
                  </a:lnTo>
                  <a:lnTo>
                    <a:pt x="23727" y="45434"/>
                  </a:lnTo>
                  <a:lnTo>
                    <a:pt x="26212" y="41502"/>
                  </a:lnTo>
                  <a:lnTo>
                    <a:pt x="30206" y="39354"/>
                  </a:lnTo>
                  <a:lnTo>
                    <a:pt x="31981" y="37146"/>
                  </a:lnTo>
                  <a:lnTo>
                    <a:pt x="33135" y="34272"/>
                  </a:lnTo>
                  <a:lnTo>
                    <a:pt x="36893" y="30733"/>
                  </a:lnTo>
                  <a:lnTo>
                    <a:pt x="38017" y="29583"/>
                  </a:lnTo>
                  <a:lnTo>
                    <a:pt x="38934" y="28615"/>
                  </a:lnTo>
                  <a:lnTo>
                    <a:pt x="41567" y="25833"/>
                  </a:lnTo>
                  <a:lnTo>
                    <a:pt x="41656" y="24774"/>
                  </a:lnTo>
                  <a:lnTo>
                    <a:pt x="42159" y="23957"/>
                  </a:lnTo>
                  <a:lnTo>
                    <a:pt x="44082" y="22808"/>
                  </a:lnTo>
                  <a:lnTo>
                    <a:pt x="57070" y="13370"/>
                  </a:lnTo>
                  <a:lnTo>
                    <a:pt x="57751" y="12493"/>
                  </a:lnTo>
                  <a:lnTo>
                    <a:pt x="59999" y="9558"/>
                  </a:lnTo>
                  <a:lnTo>
                    <a:pt x="62188" y="5868"/>
                  </a:lnTo>
                  <a:lnTo>
                    <a:pt x="64585" y="1028"/>
                  </a:lnTo>
                  <a:lnTo>
                    <a:pt x="65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1996685" y="4176683"/>
              <a:ext cx="360115" cy="205635"/>
            </a:xfrm>
            <a:custGeom>
              <a:avLst/>
              <a:pathLst>
                <a:path w="360115" h="205635">
                  <a:moveTo>
                    <a:pt x="330914" y="5202"/>
                  </a:moveTo>
                  <a:lnTo>
                    <a:pt x="330855" y="9498"/>
                  </a:lnTo>
                  <a:lnTo>
                    <a:pt x="331299" y="12704"/>
                  </a:lnTo>
                  <a:lnTo>
                    <a:pt x="331358" y="13279"/>
                  </a:lnTo>
                  <a:lnTo>
                    <a:pt x="331299" y="13642"/>
                  </a:lnTo>
                  <a:lnTo>
                    <a:pt x="330884" y="15427"/>
                  </a:lnTo>
                  <a:lnTo>
                    <a:pt x="330204" y="18331"/>
                  </a:lnTo>
                  <a:lnTo>
                    <a:pt x="327216" y="22566"/>
                  </a:lnTo>
                  <a:lnTo>
                    <a:pt x="325263" y="25560"/>
                  </a:lnTo>
                  <a:lnTo>
                    <a:pt x="323251" y="30672"/>
                  </a:lnTo>
                  <a:lnTo>
                    <a:pt x="320648" y="35452"/>
                  </a:lnTo>
                  <a:lnTo>
                    <a:pt x="319760" y="40413"/>
                  </a:lnTo>
                  <a:lnTo>
                    <a:pt x="320086" y="47521"/>
                  </a:lnTo>
                  <a:lnTo>
                    <a:pt x="319435" y="53601"/>
                  </a:lnTo>
                  <a:lnTo>
                    <a:pt x="318902" y="59772"/>
                  </a:lnTo>
                  <a:lnTo>
                    <a:pt x="319553" y="62979"/>
                  </a:lnTo>
                  <a:lnTo>
                    <a:pt x="321565" y="63977"/>
                  </a:lnTo>
                  <a:lnTo>
                    <a:pt x="324435" y="63705"/>
                  </a:lnTo>
                  <a:lnTo>
                    <a:pt x="327009" y="63644"/>
                  </a:lnTo>
                  <a:lnTo>
                    <a:pt x="329671" y="64431"/>
                  </a:lnTo>
                  <a:lnTo>
                    <a:pt x="331565" y="66427"/>
                  </a:lnTo>
                  <a:lnTo>
                    <a:pt x="332867" y="70057"/>
                  </a:lnTo>
                  <a:lnTo>
                    <a:pt x="334021" y="73052"/>
                  </a:lnTo>
                  <a:lnTo>
                    <a:pt x="335707" y="75109"/>
                  </a:lnTo>
                  <a:lnTo>
                    <a:pt x="338429" y="77287"/>
                  </a:lnTo>
                  <a:lnTo>
                    <a:pt x="343695" y="79888"/>
                  </a:lnTo>
                  <a:lnTo>
                    <a:pt x="348547" y="80402"/>
                  </a:lnTo>
                  <a:lnTo>
                    <a:pt x="354523" y="80947"/>
                  </a:lnTo>
                  <a:lnTo>
                    <a:pt x="360115" y="80886"/>
                  </a:lnTo>
                  <a:lnTo>
                    <a:pt x="359938" y="84940"/>
                  </a:lnTo>
                  <a:lnTo>
                    <a:pt x="358932" y="89296"/>
                  </a:lnTo>
                  <a:lnTo>
                    <a:pt x="357127" y="92835"/>
                  </a:lnTo>
                  <a:lnTo>
                    <a:pt x="356506" y="93621"/>
                  </a:lnTo>
                  <a:lnTo>
                    <a:pt x="353222" y="97796"/>
                  </a:lnTo>
                  <a:lnTo>
                    <a:pt x="349790" y="102454"/>
                  </a:lnTo>
                  <a:lnTo>
                    <a:pt x="347009" y="106145"/>
                  </a:lnTo>
                  <a:lnTo>
                    <a:pt x="344228" y="109744"/>
                  </a:lnTo>
                  <a:lnTo>
                    <a:pt x="343695" y="111650"/>
                  </a:lnTo>
                  <a:lnTo>
                    <a:pt x="343103" y="117095"/>
                  </a:lnTo>
                  <a:lnTo>
                    <a:pt x="342334" y="119485"/>
                  </a:lnTo>
                  <a:lnTo>
                    <a:pt x="341092" y="123599"/>
                  </a:lnTo>
                  <a:lnTo>
                    <a:pt x="340204" y="125928"/>
                  </a:lnTo>
                  <a:lnTo>
                    <a:pt x="338370" y="129225"/>
                  </a:lnTo>
                  <a:lnTo>
                    <a:pt x="334997" y="133551"/>
                  </a:lnTo>
                  <a:lnTo>
                    <a:pt x="332482" y="134609"/>
                  </a:lnTo>
                  <a:lnTo>
                    <a:pt x="330470" y="135940"/>
                  </a:lnTo>
                  <a:lnTo>
                    <a:pt x="329583" y="136878"/>
                  </a:lnTo>
                  <a:lnTo>
                    <a:pt x="325559" y="141053"/>
                  </a:lnTo>
                  <a:lnTo>
                    <a:pt x="318932" y="144683"/>
                  </a:lnTo>
                  <a:lnTo>
                    <a:pt x="314494" y="147072"/>
                  </a:lnTo>
                  <a:lnTo>
                    <a:pt x="304435" y="149462"/>
                  </a:lnTo>
                  <a:lnTo>
                    <a:pt x="298547" y="150642"/>
                  </a:lnTo>
                  <a:lnTo>
                    <a:pt x="293133" y="151973"/>
                  </a:lnTo>
                  <a:lnTo>
                    <a:pt x="285707" y="152729"/>
                  </a:lnTo>
                  <a:lnTo>
                    <a:pt x="283015" y="152668"/>
                  </a:lnTo>
                  <a:lnTo>
                    <a:pt x="279228" y="151973"/>
                  </a:lnTo>
                  <a:lnTo>
                    <a:pt x="273903" y="150793"/>
                  </a:lnTo>
                  <a:lnTo>
                    <a:pt x="269613" y="149825"/>
                  </a:lnTo>
                  <a:lnTo>
                    <a:pt x="266033" y="149674"/>
                  </a:lnTo>
                  <a:lnTo>
                    <a:pt x="261003" y="153364"/>
                  </a:lnTo>
                  <a:lnTo>
                    <a:pt x="258607" y="156056"/>
                  </a:lnTo>
                  <a:lnTo>
                    <a:pt x="256861" y="157145"/>
                  </a:lnTo>
                  <a:lnTo>
                    <a:pt x="256092" y="157629"/>
                  </a:lnTo>
                  <a:lnTo>
                    <a:pt x="249435" y="160412"/>
                  </a:lnTo>
                  <a:lnTo>
                    <a:pt x="241270" y="163891"/>
                  </a:lnTo>
                  <a:lnTo>
                    <a:pt x="237927" y="167037"/>
                  </a:lnTo>
                  <a:lnTo>
                    <a:pt x="235234" y="168610"/>
                  </a:lnTo>
                  <a:lnTo>
                    <a:pt x="231359" y="169578"/>
                  </a:lnTo>
                  <a:lnTo>
                    <a:pt x="226773" y="171514"/>
                  </a:lnTo>
                  <a:lnTo>
                    <a:pt x="223726" y="173147"/>
                  </a:lnTo>
                  <a:lnTo>
                    <a:pt x="220471" y="174478"/>
                  </a:lnTo>
                  <a:lnTo>
                    <a:pt x="218607" y="176596"/>
                  </a:lnTo>
                  <a:lnTo>
                    <a:pt x="218282" y="176928"/>
                  </a:lnTo>
                  <a:lnTo>
                    <a:pt x="216270" y="178985"/>
                  </a:lnTo>
                  <a:lnTo>
                    <a:pt x="214258" y="179802"/>
                  </a:lnTo>
                  <a:lnTo>
                    <a:pt x="211773" y="180074"/>
                  </a:lnTo>
                  <a:lnTo>
                    <a:pt x="209317" y="180195"/>
                  </a:lnTo>
                  <a:lnTo>
                    <a:pt x="208104" y="180377"/>
                  </a:lnTo>
                  <a:lnTo>
                    <a:pt x="207483" y="181466"/>
                  </a:lnTo>
                  <a:lnTo>
                    <a:pt x="206596" y="182978"/>
                  </a:lnTo>
                  <a:lnTo>
                    <a:pt x="204406" y="186941"/>
                  </a:lnTo>
                  <a:lnTo>
                    <a:pt x="202572" y="189210"/>
                  </a:lnTo>
                  <a:lnTo>
                    <a:pt x="200767" y="189815"/>
                  </a:lnTo>
                  <a:lnTo>
                    <a:pt x="196536" y="188877"/>
                  </a:lnTo>
                  <a:lnTo>
                    <a:pt x="192897" y="187213"/>
                  </a:lnTo>
                  <a:lnTo>
                    <a:pt x="190560" y="186911"/>
                  </a:lnTo>
                  <a:lnTo>
                    <a:pt x="188489" y="188423"/>
                  </a:lnTo>
                  <a:lnTo>
                    <a:pt x="186566" y="189542"/>
                  </a:lnTo>
                  <a:lnTo>
                    <a:pt x="182128" y="190268"/>
                  </a:lnTo>
                  <a:lnTo>
                    <a:pt x="177602" y="190783"/>
                  </a:lnTo>
                  <a:lnTo>
                    <a:pt x="176270" y="190752"/>
                  </a:lnTo>
                  <a:lnTo>
                    <a:pt x="174111" y="190722"/>
                  </a:lnTo>
                  <a:lnTo>
                    <a:pt x="170619" y="189512"/>
                  </a:lnTo>
                  <a:lnTo>
                    <a:pt x="168341" y="188998"/>
                  </a:lnTo>
                  <a:lnTo>
                    <a:pt x="165945" y="189391"/>
                  </a:lnTo>
                  <a:lnTo>
                    <a:pt x="162750" y="191236"/>
                  </a:lnTo>
                  <a:lnTo>
                    <a:pt x="159259" y="193414"/>
                  </a:lnTo>
                  <a:lnTo>
                    <a:pt x="155531" y="195108"/>
                  </a:lnTo>
                  <a:lnTo>
                    <a:pt x="152395" y="195229"/>
                  </a:lnTo>
                  <a:lnTo>
                    <a:pt x="149791" y="195350"/>
                  </a:lnTo>
                  <a:lnTo>
                    <a:pt x="145916" y="195925"/>
                  </a:lnTo>
                  <a:lnTo>
                    <a:pt x="143815" y="196228"/>
                  </a:lnTo>
                  <a:lnTo>
                    <a:pt x="143312" y="196107"/>
                  </a:lnTo>
                  <a:lnTo>
                    <a:pt x="139732" y="195260"/>
                  </a:lnTo>
                  <a:lnTo>
                    <a:pt x="133815" y="193414"/>
                  </a:lnTo>
                  <a:lnTo>
                    <a:pt x="129022" y="192507"/>
                  </a:lnTo>
                  <a:lnTo>
                    <a:pt x="123194" y="191025"/>
                  </a:lnTo>
                  <a:lnTo>
                    <a:pt x="117099" y="191327"/>
                  </a:lnTo>
                  <a:lnTo>
                    <a:pt x="106774" y="192809"/>
                  </a:lnTo>
                  <a:lnTo>
                    <a:pt x="105058" y="193777"/>
                  </a:lnTo>
                  <a:lnTo>
                    <a:pt x="101271" y="195774"/>
                  </a:lnTo>
                  <a:lnTo>
                    <a:pt x="99851" y="199404"/>
                  </a:lnTo>
                  <a:lnTo>
                    <a:pt x="99229" y="203215"/>
                  </a:lnTo>
                  <a:lnTo>
                    <a:pt x="97040" y="205635"/>
                  </a:lnTo>
                  <a:lnTo>
                    <a:pt x="95472" y="203003"/>
                  </a:lnTo>
                  <a:lnTo>
                    <a:pt x="93372" y="200130"/>
                  </a:lnTo>
                  <a:lnTo>
                    <a:pt x="91448" y="197952"/>
                  </a:lnTo>
                  <a:lnTo>
                    <a:pt x="85383" y="191660"/>
                  </a:lnTo>
                  <a:lnTo>
                    <a:pt x="82573" y="188726"/>
                  </a:lnTo>
                  <a:lnTo>
                    <a:pt x="77366" y="183311"/>
                  </a:lnTo>
                  <a:lnTo>
                    <a:pt x="74821" y="180619"/>
                  </a:lnTo>
                  <a:lnTo>
                    <a:pt x="72159" y="177866"/>
                  </a:lnTo>
                  <a:lnTo>
                    <a:pt x="67780" y="173238"/>
                  </a:lnTo>
                  <a:lnTo>
                    <a:pt x="66656" y="172089"/>
                  </a:lnTo>
                  <a:lnTo>
                    <a:pt x="65916" y="171332"/>
                  </a:lnTo>
                  <a:lnTo>
                    <a:pt x="63845" y="169306"/>
                  </a:lnTo>
                  <a:lnTo>
                    <a:pt x="60679" y="166160"/>
                  </a:lnTo>
                  <a:lnTo>
                    <a:pt x="59762" y="165313"/>
                  </a:lnTo>
                  <a:lnTo>
                    <a:pt x="58253" y="163951"/>
                  </a:lnTo>
                  <a:lnTo>
                    <a:pt x="56390" y="162227"/>
                  </a:lnTo>
                  <a:lnTo>
                    <a:pt x="56153" y="162288"/>
                  </a:lnTo>
                  <a:lnTo>
                    <a:pt x="55354" y="163165"/>
                  </a:lnTo>
                  <a:lnTo>
                    <a:pt x="55117" y="163588"/>
                  </a:lnTo>
                  <a:lnTo>
                    <a:pt x="54910" y="163951"/>
                  </a:lnTo>
                  <a:lnTo>
                    <a:pt x="53934" y="165222"/>
                  </a:lnTo>
                  <a:lnTo>
                    <a:pt x="52987" y="166523"/>
                  </a:lnTo>
                  <a:lnTo>
                    <a:pt x="51005" y="169427"/>
                  </a:lnTo>
                  <a:lnTo>
                    <a:pt x="49822" y="171060"/>
                  </a:lnTo>
                  <a:lnTo>
                    <a:pt x="49555" y="171393"/>
                  </a:lnTo>
                  <a:lnTo>
                    <a:pt x="47839" y="173752"/>
                  </a:lnTo>
                  <a:lnTo>
                    <a:pt x="46567" y="175507"/>
                  </a:lnTo>
                  <a:lnTo>
                    <a:pt x="45236" y="177322"/>
                  </a:lnTo>
                  <a:lnTo>
                    <a:pt x="44289" y="178653"/>
                  </a:lnTo>
                  <a:lnTo>
                    <a:pt x="44052" y="179046"/>
                  </a:lnTo>
                  <a:lnTo>
                    <a:pt x="43254" y="180316"/>
                  </a:lnTo>
                  <a:lnTo>
                    <a:pt x="43017" y="180558"/>
                  </a:lnTo>
                  <a:lnTo>
                    <a:pt x="43135" y="180710"/>
                  </a:lnTo>
                  <a:lnTo>
                    <a:pt x="43461" y="181133"/>
                  </a:lnTo>
                  <a:lnTo>
                    <a:pt x="43964" y="182313"/>
                  </a:lnTo>
                  <a:lnTo>
                    <a:pt x="44112" y="182797"/>
                  </a:lnTo>
                  <a:lnTo>
                    <a:pt x="44171" y="183099"/>
                  </a:lnTo>
                  <a:lnTo>
                    <a:pt x="44230" y="183704"/>
                  </a:lnTo>
                  <a:lnTo>
                    <a:pt x="44230" y="184249"/>
                  </a:lnTo>
                  <a:lnTo>
                    <a:pt x="44200" y="185066"/>
                  </a:lnTo>
                  <a:lnTo>
                    <a:pt x="44082" y="185822"/>
                  </a:lnTo>
                  <a:lnTo>
                    <a:pt x="43964" y="186215"/>
                  </a:lnTo>
                  <a:lnTo>
                    <a:pt x="43786" y="186729"/>
                  </a:lnTo>
                  <a:lnTo>
                    <a:pt x="43461" y="187546"/>
                  </a:lnTo>
                  <a:lnTo>
                    <a:pt x="43135" y="188332"/>
                  </a:lnTo>
                  <a:lnTo>
                    <a:pt x="42544" y="189815"/>
                  </a:lnTo>
                  <a:lnTo>
                    <a:pt x="42041" y="191176"/>
                  </a:lnTo>
                  <a:lnTo>
                    <a:pt x="41893" y="191509"/>
                  </a:lnTo>
                  <a:lnTo>
                    <a:pt x="41804" y="191720"/>
                  </a:lnTo>
                  <a:lnTo>
                    <a:pt x="41508" y="192356"/>
                  </a:lnTo>
                  <a:lnTo>
                    <a:pt x="41123" y="193293"/>
                  </a:lnTo>
                  <a:lnTo>
                    <a:pt x="40946" y="193747"/>
                  </a:lnTo>
                  <a:lnTo>
                    <a:pt x="40650" y="194413"/>
                  </a:lnTo>
                  <a:lnTo>
                    <a:pt x="40502" y="194745"/>
                  </a:lnTo>
                  <a:lnTo>
                    <a:pt x="40265" y="195350"/>
                  </a:lnTo>
                  <a:lnTo>
                    <a:pt x="38816" y="194624"/>
                  </a:lnTo>
                  <a:lnTo>
                    <a:pt x="35768" y="197649"/>
                  </a:lnTo>
                  <a:lnTo>
                    <a:pt x="34999" y="197317"/>
                  </a:lnTo>
                  <a:lnTo>
                    <a:pt x="32544" y="196742"/>
                  </a:lnTo>
                  <a:lnTo>
                    <a:pt x="31745" y="197468"/>
                  </a:lnTo>
                  <a:lnTo>
                    <a:pt x="31626" y="198224"/>
                  </a:lnTo>
                  <a:lnTo>
                    <a:pt x="31301" y="200553"/>
                  </a:lnTo>
                  <a:lnTo>
                    <a:pt x="31479" y="202550"/>
                  </a:lnTo>
                  <a:lnTo>
                    <a:pt x="31005" y="203124"/>
                  </a:lnTo>
                  <a:lnTo>
                    <a:pt x="30798" y="202913"/>
                  </a:lnTo>
                  <a:lnTo>
                    <a:pt x="29970" y="203487"/>
                  </a:lnTo>
                  <a:lnTo>
                    <a:pt x="29999" y="203215"/>
                  </a:lnTo>
                  <a:lnTo>
                    <a:pt x="29970" y="203064"/>
                  </a:lnTo>
                  <a:lnTo>
                    <a:pt x="30384" y="202550"/>
                  </a:lnTo>
                  <a:lnTo>
                    <a:pt x="30561" y="202217"/>
                  </a:lnTo>
                  <a:lnTo>
                    <a:pt x="30502" y="201975"/>
                  </a:lnTo>
                  <a:lnTo>
                    <a:pt x="29851" y="202187"/>
                  </a:lnTo>
                  <a:lnTo>
                    <a:pt x="29408" y="202005"/>
                  </a:lnTo>
                  <a:lnTo>
                    <a:pt x="29260" y="202066"/>
                  </a:lnTo>
                  <a:lnTo>
                    <a:pt x="29319" y="201672"/>
                  </a:lnTo>
                  <a:lnTo>
                    <a:pt x="29319" y="201521"/>
                  </a:lnTo>
                  <a:lnTo>
                    <a:pt x="29200" y="201551"/>
                  </a:lnTo>
                  <a:lnTo>
                    <a:pt x="28934" y="201582"/>
                  </a:lnTo>
                  <a:lnTo>
                    <a:pt x="28993" y="201430"/>
                  </a:lnTo>
                  <a:lnTo>
                    <a:pt x="29112" y="201128"/>
                  </a:lnTo>
                  <a:lnTo>
                    <a:pt x="29141" y="200977"/>
                  </a:lnTo>
                  <a:lnTo>
                    <a:pt x="29082" y="200735"/>
                  </a:lnTo>
                  <a:lnTo>
                    <a:pt x="29171" y="200493"/>
                  </a:lnTo>
                  <a:lnTo>
                    <a:pt x="29171" y="200311"/>
                  </a:lnTo>
                  <a:lnTo>
                    <a:pt x="29260" y="199706"/>
                  </a:lnTo>
                  <a:lnTo>
                    <a:pt x="29023" y="199525"/>
                  </a:lnTo>
                  <a:lnTo>
                    <a:pt x="28905" y="199676"/>
                  </a:lnTo>
                  <a:lnTo>
                    <a:pt x="28461" y="200190"/>
                  </a:lnTo>
                  <a:lnTo>
                    <a:pt x="28165" y="200099"/>
                  </a:lnTo>
                  <a:lnTo>
                    <a:pt x="28076" y="199918"/>
                  </a:lnTo>
                  <a:lnTo>
                    <a:pt x="28165" y="199313"/>
                  </a:lnTo>
                  <a:lnTo>
                    <a:pt x="28076" y="198859"/>
                  </a:lnTo>
                  <a:lnTo>
                    <a:pt x="27692" y="198224"/>
                  </a:lnTo>
                  <a:lnTo>
                    <a:pt x="27396" y="198043"/>
                  </a:lnTo>
                  <a:lnTo>
                    <a:pt x="27041" y="198254"/>
                  </a:lnTo>
                  <a:lnTo>
                    <a:pt x="26863" y="198194"/>
                  </a:lnTo>
                  <a:lnTo>
                    <a:pt x="26715" y="197589"/>
                  </a:lnTo>
                  <a:lnTo>
                    <a:pt x="26153" y="197377"/>
                  </a:lnTo>
                  <a:lnTo>
                    <a:pt x="25798" y="197438"/>
                  </a:lnTo>
                  <a:lnTo>
                    <a:pt x="25443" y="197347"/>
                  </a:lnTo>
                  <a:lnTo>
                    <a:pt x="25295" y="196893"/>
                  </a:lnTo>
                  <a:lnTo>
                    <a:pt x="25118" y="196500"/>
                  </a:lnTo>
                  <a:lnTo>
                    <a:pt x="24881" y="196167"/>
                  </a:lnTo>
                  <a:lnTo>
                    <a:pt x="24674" y="195562"/>
                  </a:lnTo>
                  <a:lnTo>
                    <a:pt x="24408" y="195018"/>
                  </a:lnTo>
                  <a:lnTo>
                    <a:pt x="24200" y="195078"/>
                  </a:lnTo>
                  <a:lnTo>
                    <a:pt x="24230" y="195229"/>
                  </a:lnTo>
                  <a:lnTo>
                    <a:pt x="24289" y="195471"/>
                  </a:lnTo>
                  <a:lnTo>
                    <a:pt x="24200" y="195713"/>
                  </a:lnTo>
                  <a:lnTo>
                    <a:pt x="24053" y="196016"/>
                  </a:lnTo>
                  <a:lnTo>
                    <a:pt x="23905" y="195986"/>
                  </a:lnTo>
                  <a:lnTo>
                    <a:pt x="23698" y="196167"/>
                  </a:lnTo>
                  <a:lnTo>
                    <a:pt x="23461" y="196197"/>
                  </a:lnTo>
                  <a:lnTo>
                    <a:pt x="23254" y="196197"/>
                  </a:lnTo>
                  <a:lnTo>
                    <a:pt x="23076" y="196137"/>
                  </a:lnTo>
                  <a:lnTo>
                    <a:pt x="22928" y="196167"/>
                  </a:lnTo>
                  <a:lnTo>
                    <a:pt x="22780" y="196167"/>
                  </a:lnTo>
                  <a:lnTo>
                    <a:pt x="22514" y="196288"/>
                  </a:lnTo>
                  <a:lnTo>
                    <a:pt x="22307" y="196470"/>
                  </a:lnTo>
                  <a:lnTo>
                    <a:pt x="22130" y="196591"/>
                  </a:lnTo>
                  <a:lnTo>
                    <a:pt x="22041" y="196742"/>
                  </a:lnTo>
                  <a:lnTo>
                    <a:pt x="21863" y="196923"/>
                  </a:lnTo>
                  <a:lnTo>
                    <a:pt x="21627" y="196954"/>
                  </a:lnTo>
                  <a:lnTo>
                    <a:pt x="21153" y="196893"/>
                  </a:lnTo>
                  <a:lnTo>
                    <a:pt x="21124" y="196712"/>
                  </a:lnTo>
                  <a:lnTo>
                    <a:pt x="21153" y="196379"/>
                  </a:lnTo>
                  <a:lnTo>
                    <a:pt x="21390" y="196197"/>
                  </a:lnTo>
                  <a:lnTo>
                    <a:pt x="21627" y="195955"/>
                  </a:lnTo>
                  <a:lnTo>
                    <a:pt x="21834" y="195804"/>
                  </a:lnTo>
                  <a:lnTo>
                    <a:pt x="22159" y="195623"/>
                  </a:lnTo>
                  <a:lnTo>
                    <a:pt x="22544" y="195290"/>
                  </a:lnTo>
                  <a:lnTo>
                    <a:pt x="22692" y="195078"/>
                  </a:lnTo>
                  <a:lnTo>
                    <a:pt x="22692" y="194866"/>
                  </a:lnTo>
                  <a:lnTo>
                    <a:pt x="22455" y="194564"/>
                  </a:lnTo>
                  <a:lnTo>
                    <a:pt x="22041" y="194594"/>
                  </a:lnTo>
                  <a:lnTo>
                    <a:pt x="21893" y="194745"/>
                  </a:lnTo>
                  <a:lnTo>
                    <a:pt x="21774" y="194897"/>
                  </a:lnTo>
                  <a:lnTo>
                    <a:pt x="21745" y="195169"/>
                  </a:lnTo>
                  <a:lnTo>
                    <a:pt x="21745" y="195411"/>
                  </a:lnTo>
                  <a:lnTo>
                    <a:pt x="21656" y="195713"/>
                  </a:lnTo>
                  <a:lnTo>
                    <a:pt x="21419" y="195834"/>
                  </a:lnTo>
                  <a:lnTo>
                    <a:pt x="21094" y="196016"/>
                  </a:lnTo>
                  <a:lnTo>
                    <a:pt x="21094" y="195834"/>
                  </a:lnTo>
                  <a:lnTo>
                    <a:pt x="21301" y="195532"/>
                  </a:lnTo>
                  <a:lnTo>
                    <a:pt x="21390" y="195229"/>
                  </a:lnTo>
                  <a:lnTo>
                    <a:pt x="21479" y="194987"/>
                  </a:lnTo>
                  <a:lnTo>
                    <a:pt x="21597" y="194685"/>
                  </a:lnTo>
                  <a:lnTo>
                    <a:pt x="21627" y="194443"/>
                  </a:lnTo>
                  <a:lnTo>
                    <a:pt x="21479" y="194201"/>
                  </a:lnTo>
                  <a:lnTo>
                    <a:pt x="21301" y="193989"/>
                  </a:lnTo>
                  <a:lnTo>
                    <a:pt x="21153" y="193868"/>
                  </a:lnTo>
                  <a:lnTo>
                    <a:pt x="21005" y="193808"/>
                  </a:lnTo>
                  <a:lnTo>
                    <a:pt x="20739" y="193808"/>
                  </a:lnTo>
                  <a:lnTo>
                    <a:pt x="20532" y="193959"/>
                  </a:lnTo>
                  <a:lnTo>
                    <a:pt x="20650" y="194140"/>
                  </a:lnTo>
                  <a:lnTo>
                    <a:pt x="20916" y="194171"/>
                  </a:lnTo>
                  <a:lnTo>
                    <a:pt x="21035" y="194352"/>
                  </a:lnTo>
                  <a:lnTo>
                    <a:pt x="20946" y="194685"/>
                  </a:lnTo>
                  <a:lnTo>
                    <a:pt x="20916" y="194957"/>
                  </a:lnTo>
                  <a:lnTo>
                    <a:pt x="20798" y="195290"/>
                  </a:lnTo>
                  <a:lnTo>
                    <a:pt x="20532" y="195411"/>
                  </a:lnTo>
                  <a:lnTo>
                    <a:pt x="20295" y="195471"/>
                  </a:lnTo>
                  <a:lnTo>
                    <a:pt x="19703" y="195532"/>
                  </a:lnTo>
                  <a:lnTo>
                    <a:pt x="19378" y="195532"/>
                  </a:lnTo>
                  <a:lnTo>
                    <a:pt x="19141" y="195502"/>
                  </a:lnTo>
                  <a:lnTo>
                    <a:pt x="18934" y="195441"/>
                  </a:lnTo>
                  <a:lnTo>
                    <a:pt x="18846" y="195139"/>
                  </a:lnTo>
                  <a:lnTo>
                    <a:pt x="19023" y="194927"/>
                  </a:lnTo>
                  <a:lnTo>
                    <a:pt x="18875" y="194927"/>
                  </a:lnTo>
                  <a:lnTo>
                    <a:pt x="18727" y="195078"/>
                  </a:lnTo>
                  <a:lnTo>
                    <a:pt x="18520" y="194987"/>
                  </a:lnTo>
                  <a:lnTo>
                    <a:pt x="18550" y="194806"/>
                  </a:lnTo>
                  <a:lnTo>
                    <a:pt x="18757" y="194534"/>
                  </a:lnTo>
                  <a:lnTo>
                    <a:pt x="18846" y="194231"/>
                  </a:lnTo>
                  <a:lnTo>
                    <a:pt x="19201" y="194171"/>
                  </a:lnTo>
                  <a:lnTo>
                    <a:pt x="19467" y="194201"/>
                  </a:lnTo>
                  <a:lnTo>
                    <a:pt x="19822" y="194261"/>
                  </a:lnTo>
                  <a:lnTo>
                    <a:pt x="20059" y="194080"/>
                  </a:lnTo>
                  <a:lnTo>
                    <a:pt x="19851" y="194019"/>
                  </a:lnTo>
                  <a:lnTo>
                    <a:pt x="19733" y="193868"/>
                  </a:lnTo>
                  <a:lnTo>
                    <a:pt x="19585" y="193626"/>
                  </a:lnTo>
                  <a:lnTo>
                    <a:pt x="19348" y="193717"/>
                  </a:lnTo>
                  <a:lnTo>
                    <a:pt x="19201" y="193838"/>
                  </a:lnTo>
                  <a:lnTo>
                    <a:pt x="19053" y="193868"/>
                  </a:lnTo>
                  <a:lnTo>
                    <a:pt x="18757" y="193656"/>
                  </a:lnTo>
                  <a:lnTo>
                    <a:pt x="18905" y="193445"/>
                  </a:lnTo>
                  <a:lnTo>
                    <a:pt x="19141" y="193324"/>
                  </a:lnTo>
                  <a:lnTo>
                    <a:pt x="19260" y="193142"/>
                  </a:lnTo>
                  <a:lnTo>
                    <a:pt x="19526" y="193112"/>
                  </a:lnTo>
                  <a:lnTo>
                    <a:pt x="19763" y="192991"/>
                  </a:lnTo>
                  <a:lnTo>
                    <a:pt x="19911" y="192870"/>
                  </a:lnTo>
                  <a:lnTo>
                    <a:pt x="20147" y="192809"/>
                  </a:lnTo>
                  <a:lnTo>
                    <a:pt x="20177" y="192628"/>
                  </a:lnTo>
                  <a:lnTo>
                    <a:pt x="20088" y="192507"/>
                  </a:lnTo>
                  <a:lnTo>
                    <a:pt x="20206" y="192325"/>
                  </a:lnTo>
                  <a:lnTo>
                    <a:pt x="20354" y="192174"/>
                  </a:lnTo>
                  <a:lnTo>
                    <a:pt x="20502" y="192174"/>
                  </a:lnTo>
                  <a:lnTo>
                    <a:pt x="20502" y="192719"/>
                  </a:lnTo>
                  <a:lnTo>
                    <a:pt x="20857" y="192840"/>
                  </a:lnTo>
                  <a:lnTo>
                    <a:pt x="20946" y="192688"/>
                  </a:lnTo>
                  <a:lnTo>
                    <a:pt x="20976" y="192446"/>
                  </a:lnTo>
                  <a:lnTo>
                    <a:pt x="21005" y="192295"/>
                  </a:lnTo>
                  <a:lnTo>
                    <a:pt x="21183" y="192144"/>
                  </a:lnTo>
                  <a:lnTo>
                    <a:pt x="21390" y="192053"/>
                  </a:lnTo>
                  <a:lnTo>
                    <a:pt x="21597" y="191902"/>
                  </a:lnTo>
                  <a:lnTo>
                    <a:pt x="21597" y="191751"/>
                  </a:lnTo>
                  <a:lnTo>
                    <a:pt x="21686" y="191478"/>
                  </a:lnTo>
                  <a:lnTo>
                    <a:pt x="21804" y="191327"/>
                  </a:lnTo>
                  <a:lnTo>
                    <a:pt x="22218" y="191357"/>
                  </a:lnTo>
                  <a:lnTo>
                    <a:pt x="22159" y="191660"/>
                  </a:lnTo>
                  <a:lnTo>
                    <a:pt x="22159" y="191962"/>
                  </a:lnTo>
                  <a:lnTo>
                    <a:pt x="22189" y="192144"/>
                  </a:lnTo>
                  <a:lnTo>
                    <a:pt x="22337" y="192235"/>
                  </a:lnTo>
                  <a:lnTo>
                    <a:pt x="22485" y="192235"/>
                  </a:lnTo>
                  <a:lnTo>
                    <a:pt x="22780" y="192114"/>
                  </a:lnTo>
                  <a:lnTo>
                    <a:pt x="23106" y="192023"/>
                  </a:lnTo>
                  <a:lnTo>
                    <a:pt x="23076" y="192204"/>
                  </a:lnTo>
                  <a:lnTo>
                    <a:pt x="23076" y="192477"/>
                  </a:lnTo>
                  <a:lnTo>
                    <a:pt x="23076" y="192688"/>
                  </a:lnTo>
                  <a:lnTo>
                    <a:pt x="23076" y="192870"/>
                  </a:lnTo>
                  <a:lnTo>
                    <a:pt x="22958" y="193203"/>
                  </a:lnTo>
                  <a:lnTo>
                    <a:pt x="22751" y="193475"/>
                  </a:lnTo>
                  <a:lnTo>
                    <a:pt x="22958" y="193535"/>
                  </a:lnTo>
                  <a:lnTo>
                    <a:pt x="23283" y="193354"/>
                  </a:lnTo>
                  <a:lnTo>
                    <a:pt x="23579" y="193535"/>
                  </a:lnTo>
                  <a:lnTo>
                    <a:pt x="23490" y="193717"/>
                  </a:lnTo>
                  <a:lnTo>
                    <a:pt x="23047" y="193747"/>
                  </a:lnTo>
                  <a:lnTo>
                    <a:pt x="23195" y="194050"/>
                  </a:lnTo>
                  <a:lnTo>
                    <a:pt x="23165" y="194382"/>
                  </a:lnTo>
                  <a:lnTo>
                    <a:pt x="23224" y="194655"/>
                  </a:lnTo>
                  <a:lnTo>
                    <a:pt x="23609" y="194594"/>
                  </a:lnTo>
                  <a:lnTo>
                    <a:pt x="23520" y="194382"/>
                  </a:lnTo>
                  <a:lnTo>
                    <a:pt x="23668" y="194019"/>
                  </a:lnTo>
                  <a:lnTo>
                    <a:pt x="24053" y="194322"/>
                  </a:lnTo>
                  <a:lnTo>
                    <a:pt x="24200" y="194261"/>
                  </a:lnTo>
                  <a:lnTo>
                    <a:pt x="24112" y="193808"/>
                  </a:lnTo>
                  <a:lnTo>
                    <a:pt x="26005" y="193051"/>
                  </a:lnTo>
                  <a:lnTo>
                    <a:pt x="26893" y="192537"/>
                  </a:lnTo>
                  <a:lnTo>
                    <a:pt x="27129" y="192356"/>
                  </a:lnTo>
                  <a:lnTo>
                    <a:pt x="27396" y="192567"/>
                  </a:lnTo>
                  <a:lnTo>
                    <a:pt x="27366" y="192900"/>
                  </a:lnTo>
                  <a:lnTo>
                    <a:pt x="27366" y="193082"/>
                  </a:lnTo>
                  <a:lnTo>
                    <a:pt x="27396" y="193384"/>
                  </a:lnTo>
                  <a:lnTo>
                    <a:pt x="27751" y="193414"/>
                  </a:lnTo>
                  <a:lnTo>
                    <a:pt x="28195" y="193172"/>
                  </a:lnTo>
                  <a:lnTo>
                    <a:pt x="28490" y="192991"/>
                  </a:lnTo>
                  <a:lnTo>
                    <a:pt x="28845" y="192688"/>
                  </a:lnTo>
                  <a:lnTo>
                    <a:pt x="29112" y="192386"/>
                  </a:lnTo>
                  <a:lnTo>
                    <a:pt x="29260" y="192083"/>
                  </a:lnTo>
                  <a:lnTo>
                    <a:pt x="29289" y="191599"/>
                  </a:lnTo>
                  <a:lnTo>
                    <a:pt x="29230" y="191357"/>
                  </a:lnTo>
                  <a:lnTo>
                    <a:pt x="29319" y="191025"/>
                  </a:lnTo>
                  <a:lnTo>
                    <a:pt x="29230" y="190571"/>
                  </a:lnTo>
                  <a:lnTo>
                    <a:pt x="29230" y="190087"/>
                  </a:lnTo>
                  <a:lnTo>
                    <a:pt x="29289" y="189875"/>
                  </a:lnTo>
                  <a:lnTo>
                    <a:pt x="29289" y="189663"/>
                  </a:lnTo>
                  <a:lnTo>
                    <a:pt x="29230" y="189331"/>
                  </a:lnTo>
                  <a:lnTo>
                    <a:pt x="29319" y="189179"/>
                  </a:lnTo>
                  <a:lnTo>
                    <a:pt x="29289" y="188968"/>
                  </a:lnTo>
                  <a:lnTo>
                    <a:pt x="29141" y="188816"/>
                  </a:lnTo>
                  <a:lnTo>
                    <a:pt x="29141" y="188665"/>
                  </a:lnTo>
                  <a:lnTo>
                    <a:pt x="28993" y="188302"/>
                  </a:lnTo>
                  <a:lnTo>
                    <a:pt x="28224" y="188090"/>
                  </a:lnTo>
                  <a:lnTo>
                    <a:pt x="28254" y="187606"/>
                  </a:lnTo>
                  <a:lnTo>
                    <a:pt x="28195" y="186790"/>
                  </a:lnTo>
                  <a:lnTo>
                    <a:pt x="28047" y="186517"/>
                  </a:lnTo>
                  <a:lnTo>
                    <a:pt x="27780" y="186397"/>
                  </a:lnTo>
                  <a:lnTo>
                    <a:pt x="27129" y="186276"/>
                  </a:lnTo>
                  <a:lnTo>
                    <a:pt x="27011" y="186003"/>
                  </a:lnTo>
                  <a:lnTo>
                    <a:pt x="27041" y="185671"/>
                  </a:lnTo>
                  <a:lnTo>
                    <a:pt x="27277" y="185398"/>
                  </a:lnTo>
                  <a:lnTo>
                    <a:pt x="27573" y="185156"/>
                  </a:lnTo>
                  <a:lnTo>
                    <a:pt x="27455" y="184975"/>
                  </a:lnTo>
                  <a:lnTo>
                    <a:pt x="27455" y="184733"/>
                  </a:lnTo>
                  <a:lnTo>
                    <a:pt x="27396" y="184037"/>
                  </a:lnTo>
                  <a:lnTo>
                    <a:pt x="27455" y="183886"/>
                  </a:lnTo>
                  <a:lnTo>
                    <a:pt x="27632" y="183795"/>
                  </a:lnTo>
                  <a:lnTo>
                    <a:pt x="28047" y="183735"/>
                  </a:lnTo>
                  <a:lnTo>
                    <a:pt x="28579" y="183644"/>
                  </a:lnTo>
                  <a:lnTo>
                    <a:pt x="28934" y="183614"/>
                  </a:lnTo>
                  <a:lnTo>
                    <a:pt x="29112" y="183583"/>
                  </a:lnTo>
                  <a:lnTo>
                    <a:pt x="29437" y="184007"/>
                  </a:lnTo>
                  <a:lnTo>
                    <a:pt x="29792" y="184249"/>
                  </a:lnTo>
                  <a:lnTo>
                    <a:pt x="30384" y="184249"/>
                  </a:lnTo>
                  <a:lnTo>
                    <a:pt x="30887" y="184279"/>
                  </a:lnTo>
                  <a:lnTo>
                    <a:pt x="31360" y="184370"/>
                  </a:lnTo>
                  <a:lnTo>
                    <a:pt x="31656" y="184430"/>
                  </a:lnTo>
                  <a:lnTo>
                    <a:pt x="32011" y="184642"/>
                  </a:lnTo>
                  <a:lnTo>
                    <a:pt x="32100" y="184824"/>
                  </a:lnTo>
                  <a:lnTo>
                    <a:pt x="32248" y="185156"/>
                  </a:lnTo>
                  <a:lnTo>
                    <a:pt x="32484" y="185338"/>
                  </a:lnTo>
                  <a:lnTo>
                    <a:pt x="32780" y="185368"/>
                  </a:lnTo>
                  <a:lnTo>
                    <a:pt x="33076" y="185459"/>
                  </a:lnTo>
                  <a:lnTo>
                    <a:pt x="33135" y="185610"/>
                  </a:lnTo>
                  <a:lnTo>
                    <a:pt x="33165" y="185973"/>
                  </a:lnTo>
                  <a:lnTo>
                    <a:pt x="33313" y="186276"/>
                  </a:lnTo>
                  <a:lnTo>
                    <a:pt x="33816" y="186487"/>
                  </a:lnTo>
                  <a:lnTo>
                    <a:pt x="34289" y="186397"/>
                  </a:lnTo>
                  <a:lnTo>
                    <a:pt x="34615" y="186245"/>
                  </a:lnTo>
                  <a:lnTo>
                    <a:pt x="34940" y="186064"/>
                  </a:lnTo>
                  <a:lnTo>
                    <a:pt x="35325" y="185640"/>
                  </a:lnTo>
                  <a:lnTo>
                    <a:pt x="35561" y="185308"/>
                  </a:lnTo>
                  <a:lnTo>
                    <a:pt x="35739" y="185096"/>
                  </a:lnTo>
                  <a:lnTo>
                    <a:pt x="35946" y="184824"/>
                  </a:lnTo>
                  <a:lnTo>
                    <a:pt x="36242" y="184188"/>
                  </a:lnTo>
                  <a:lnTo>
                    <a:pt x="36419" y="183614"/>
                  </a:lnTo>
                  <a:lnTo>
                    <a:pt x="36538" y="183220"/>
                  </a:lnTo>
                  <a:lnTo>
                    <a:pt x="36567" y="182646"/>
                  </a:lnTo>
                  <a:lnTo>
                    <a:pt x="36538" y="182071"/>
                  </a:lnTo>
                  <a:lnTo>
                    <a:pt x="36479" y="181920"/>
                  </a:lnTo>
                  <a:lnTo>
                    <a:pt x="36479" y="181768"/>
                  </a:lnTo>
                  <a:lnTo>
                    <a:pt x="36035" y="181375"/>
                  </a:lnTo>
                  <a:lnTo>
                    <a:pt x="35591" y="181466"/>
                  </a:lnTo>
                  <a:lnTo>
                    <a:pt x="34792" y="181708"/>
                  </a:lnTo>
                  <a:lnTo>
                    <a:pt x="34585" y="181738"/>
                  </a:lnTo>
                  <a:lnTo>
                    <a:pt x="34230" y="181708"/>
                  </a:lnTo>
                  <a:lnTo>
                    <a:pt x="34200" y="181557"/>
                  </a:lnTo>
                  <a:lnTo>
                    <a:pt x="35532" y="180921"/>
                  </a:lnTo>
                  <a:lnTo>
                    <a:pt x="35561" y="180770"/>
                  </a:lnTo>
                  <a:lnTo>
                    <a:pt x="35532" y="180619"/>
                  </a:lnTo>
                  <a:lnTo>
                    <a:pt x="35413" y="180286"/>
                  </a:lnTo>
                  <a:lnTo>
                    <a:pt x="35236" y="179953"/>
                  </a:lnTo>
                  <a:lnTo>
                    <a:pt x="35088" y="179560"/>
                  </a:lnTo>
                  <a:lnTo>
                    <a:pt x="34822" y="178925"/>
                  </a:lnTo>
                  <a:lnTo>
                    <a:pt x="34526" y="178380"/>
                  </a:lnTo>
                  <a:lnTo>
                    <a:pt x="34289" y="178169"/>
                  </a:lnTo>
                  <a:lnTo>
                    <a:pt x="33875" y="177896"/>
                  </a:lnTo>
                  <a:lnTo>
                    <a:pt x="33727" y="178048"/>
                  </a:lnTo>
                  <a:lnTo>
                    <a:pt x="33313" y="178380"/>
                  </a:lnTo>
                  <a:lnTo>
                    <a:pt x="33106" y="178048"/>
                  </a:lnTo>
                  <a:lnTo>
                    <a:pt x="33490" y="177624"/>
                  </a:lnTo>
                  <a:lnTo>
                    <a:pt x="33638" y="177503"/>
                  </a:lnTo>
                  <a:lnTo>
                    <a:pt x="33550" y="177352"/>
                  </a:lnTo>
                  <a:lnTo>
                    <a:pt x="33490" y="177110"/>
                  </a:lnTo>
                  <a:lnTo>
                    <a:pt x="33402" y="176747"/>
                  </a:lnTo>
                  <a:lnTo>
                    <a:pt x="33254" y="176384"/>
                  </a:lnTo>
                  <a:lnTo>
                    <a:pt x="33106" y="176112"/>
                  </a:lnTo>
                  <a:lnTo>
                    <a:pt x="32899" y="175900"/>
                  </a:lnTo>
                  <a:lnTo>
                    <a:pt x="32662" y="175718"/>
                  </a:lnTo>
                  <a:lnTo>
                    <a:pt x="32248" y="175507"/>
                  </a:lnTo>
                  <a:lnTo>
                    <a:pt x="32100" y="175476"/>
                  </a:lnTo>
                  <a:lnTo>
                    <a:pt x="31863" y="175476"/>
                  </a:lnTo>
                  <a:lnTo>
                    <a:pt x="31360" y="175628"/>
                  </a:lnTo>
                  <a:lnTo>
                    <a:pt x="30857" y="175718"/>
                  </a:lnTo>
                  <a:lnTo>
                    <a:pt x="29940" y="175930"/>
                  </a:lnTo>
                  <a:lnTo>
                    <a:pt x="29496" y="175991"/>
                  </a:lnTo>
                  <a:lnTo>
                    <a:pt x="29053" y="176021"/>
                  </a:lnTo>
                  <a:lnTo>
                    <a:pt x="28905" y="176051"/>
                  </a:lnTo>
                  <a:lnTo>
                    <a:pt x="28313" y="176112"/>
                  </a:lnTo>
                  <a:lnTo>
                    <a:pt x="28195" y="176686"/>
                  </a:lnTo>
                  <a:lnTo>
                    <a:pt x="28047" y="177443"/>
                  </a:lnTo>
                  <a:lnTo>
                    <a:pt x="27810" y="177412"/>
                  </a:lnTo>
                  <a:lnTo>
                    <a:pt x="27928" y="176535"/>
                  </a:lnTo>
                  <a:lnTo>
                    <a:pt x="27899" y="176202"/>
                  </a:lnTo>
                  <a:lnTo>
                    <a:pt x="27751" y="175991"/>
                  </a:lnTo>
                  <a:lnTo>
                    <a:pt x="27396" y="175779"/>
                  </a:lnTo>
                  <a:lnTo>
                    <a:pt x="26952" y="175476"/>
                  </a:lnTo>
                  <a:lnTo>
                    <a:pt x="26479" y="175234"/>
                  </a:lnTo>
                  <a:lnTo>
                    <a:pt x="26094" y="175083"/>
                  </a:lnTo>
                  <a:lnTo>
                    <a:pt x="23934" y="174145"/>
                  </a:lnTo>
                  <a:lnTo>
                    <a:pt x="21390" y="176051"/>
                  </a:lnTo>
                  <a:lnTo>
                    <a:pt x="19526" y="176838"/>
                  </a:lnTo>
                  <a:lnTo>
                    <a:pt x="18727" y="176656"/>
                  </a:lnTo>
                  <a:lnTo>
                    <a:pt x="18786" y="176384"/>
                  </a:lnTo>
                  <a:lnTo>
                    <a:pt x="19112" y="176172"/>
                  </a:lnTo>
                  <a:lnTo>
                    <a:pt x="19201" y="175749"/>
                  </a:lnTo>
                  <a:lnTo>
                    <a:pt x="19230" y="175597"/>
                  </a:lnTo>
                  <a:lnTo>
                    <a:pt x="19289" y="175325"/>
                  </a:lnTo>
                  <a:lnTo>
                    <a:pt x="19467" y="175144"/>
                  </a:lnTo>
                  <a:lnTo>
                    <a:pt x="19526" y="174902"/>
                  </a:lnTo>
                  <a:lnTo>
                    <a:pt x="19378" y="175144"/>
                  </a:lnTo>
                  <a:lnTo>
                    <a:pt x="19230" y="175204"/>
                  </a:lnTo>
                  <a:lnTo>
                    <a:pt x="19023" y="175265"/>
                  </a:lnTo>
                  <a:lnTo>
                    <a:pt x="18846" y="175265"/>
                  </a:lnTo>
                  <a:lnTo>
                    <a:pt x="18638" y="175144"/>
                  </a:lnTo>
                  <a:lnTo>
                    <a:pt x="18786" y="175083"/>
                  </a:lnTo>
                  <a:lnTo>
                    <a:pt x="18461" y="175023"/>
                  </a:lnTo>
                  <a:lnTo>
                    <a:pt x="18017" y="175174"/>
                  </a:lnTo>
                  <a:lnTo>
                    <a:pt x="17780" y="175204"/>
                  </a:lnTo>
                  <a:lnTo>
                    <a:pt x="17366" y="174992"/>
                  </a:lnTo>
                  <a:lnTo>
                    <a:pt x="17337" y="174629"/>
                  </a:lnTo>
                  <a:lnTo>
                    <a:pt x="17632" y="174115"/>
                  </a:lnTo>
                  <a:lnTo>
                    <a:pt x="16390" y="172482"/>
                  </a:lnTo>
                  <a:lnTo>
                    <a:pt x="16390" y="172210"/>
                  </a:lnTo>
                  <a:lnTo>
                    <a:pt x="16597" y="172149"/>
                  </a:lnTo>
                  <a:lnTo>
                    <a:pt x="16834" y="172089"/>
                  </a:lnTo>
                  <a:lnTo>
                    <a:pt x="17159" y="172058"/>
                  </a:lnTo>
                  <a:lnTo>
                    <a:pt x="17366" y="172028"/>
                  </a:lnTo>
                  <a:lnTo>
                    <a:pt x="17603" y="172028"/>
                  </a:lnTo>
                  <a:lnTo>
                    <a:pt x="18047" y="171998"/>
                  </a:lnTo>
                  <a:lnTo>
                    <a:pt x="18254" y="171998"/>
                  </a:lnTo>
                  <a:lnTo>
                    <a:pt x="18431" y="171786"/>
                  </a:lnTo>
                  <a:lnTo>
                    <a:pt x="18254" y="171756"/>
                  </a:lnTo>
                  <a:lnTo>
                    <a:pt x="17869" y="171847"/>
                  </a:lnTo>
                  <a:lnTo>
                    <a:pt x="17662" y="171816"/>
                  </a:lnTo>
                  <a:lnTo>
                    <a:pt x="17425" y="171484"/>
                  </a:lnTo>
                  <a:lnTo>
                    <a:pt x="17603" y="171181"/>
                  </a:lnTo>
                  <a:lnTo>
                    <a:pt x="17751" y="171030"/>
                  </a:lnTo>
                  <a:lnTo>
                    <a:pt x="18017" y="170848"/>
                  </a:lnTo>
                  <a:lnTo>
                    <a:pt x="18786" y="170788"/>
                  </a:lnTo>
                  <a:lnTo>
                    <a:pt x="19733" y="171302"/>
                  </a:lnTo>
                  <a:lnTo>
                    <a:pt x="19881" y="171060"/>
                  </a:lnTo>
                  <a:lnTo>
                    <a:pt x="21331" y="169548"/>
                  </a:lnTo>
                  <a:lnTo>
                    <a:pt x="21567" y="169154"/>
                  </a:lnTo>
                  <a:lnTo>
                    <a:pt x="21745" y="169336"/>
                  </a:lnTo>
                  <a:lnTo>
                    <a:pt x="21863" y="169608"/>
                  </a:lnTo>
                  <a:lnTo>
                    <a:pt x="22100" y="169517"/>
                  </a:lnTo>
                  <a:lnTo>
                    <a:pt x="22337" y="169336"/>
                  </a:lnTo>
                  <a:lnTo>
                    <a:pt x="22603" y="169003"/>
                  </a:lnTo>
                  <a:lnTo>
                    <a:pt x="22840" y="168731"/>
                  </a:lnTo>
                  <a:lnTo>
                    <a:pt x="23017" y="168156"/>
                  </a:lnTo>
                  <a:lnTo>
                    <a:pt x="23135" y="167612"/>
                  </a:lnTo>
                  <a:lnTo>
                    <a:pt x="23224" y="167097"/>
                  </a:lnTo>
                  <a:lnTo>
                    <a:pt x="23076" y="166220"/>
                  </a:lnTo>
                  <a:lnTo>
                    <a:pt x="22928" y="165373"/>
                  </a:lnTo>
                  <a:lnTo>
                    <a:pt x="22662" y="164526"/>
                  </a:lnTo>
                  <a:lnTo>
                    <a:pt x="22218" y="164375"/>
                  </a:lnTo>
                  <a:lnTo>
                    <a:pt x="21774" y="164556"/>
                  </a:lnTo>
                  <a:lnTo>
                    <a:pt x="21212" y="164798"/>
                  </a:lnTo>
                  <a:lnTo>
                    <a:pt x="21094" y="164496"/>
                  </a:lnTo>
                  <a:lnTo>
                    <a:pt x="22248" y="163861"/>
                  </a:lnTo>
                  <a:lnTo>
                    <a:pt x="22307" y="163679"/>
                  </a:lnTo>
                  <a:lnTo>
                    <a:pt x="22248" y="163407"/>
                  </a:lnTo>
                  <a:lnTo>
                    <a:pt x="22159" y="163195"/>
                  </a:lnTo>
                  <a:lnTo>
                    <a:pt x="22011" y="162923"/>
                  </a:lnTo>
                  <a:lnTo>
                    <a:pt x="21774" y="162136"/>
                  </a:lnTo>
                  <a:lnTo>
                    <a:pt x="21567" y="161713"/>
                  </a:lnTo>
                  <a:lnTo>
                    <a:pt x="21212" y="161350"/>
                  </a:lnTo>
                  <a:lnTo>
                    <a:pt x="20887" y="161047"/>
                  </a:lnTo>
                  <a:lnTo>
                    <a:pt x="20473" y="160836"/>
                  </a:lnTo>
                  <a:lnTo>
                    <a:pt x="20206" y="160836"/>
                  </a:lnTo>
                  <a:lnTo>
                    <a:pt x="18431" y="162469"/>
                  </a:lnTo>
                  <a:lnTo>
                    <a:pt x="18195" y="162227"/>
                  </a:lnTo>
                  <a:lnTo>
                    <a:pt x="19792" y="160715"/>
                  </a:lnTo>
                  <a:lnTo>
                    <a:pt x="19348" y="160170"/>
                  </a:lnTo>
                  <a:lnTo>
                    <a:pt x="19023" y="159777"/>
                  </a:lnTo>
                  <a:lnTo>
                    <a:pt x="18875" y="159596"/>
                  </a:lnTo>
                  <a:lnTo>
                    <a:pt x="18461" y="159142"/>
                  </a:lnTo>
                  <a:lnTo>
                    <a:pt x="18106" y="158718"/>
                  </a:lnTo>
                  <a:lnTo>
                    <a:pt x="17899" y="158325"/>
                  </a:lnTo>
                  <a:lnTo>
                    <a:pt x="17544" y="157871"/>
                  </a:lnTo>
                  <a:lnTo>
                    <a:pt x="17218" y="157448"/>
                  </a:lnTo>
                  <a:lnTo>
                    <a:pt x="16804" y="157206"/>
                  </a:lnTo>
                  <a:lnTo>
                    <a:pt x="16124" y="156934"/>
                  </a:lnTo>
                  <a:lnTo>
                    <a:pt x="15857" y="156843"/>
                  </a:lnTo>
                  <a:lnTo>
                    <a:pt x="15591" y="156782"/>
                  </a:lnTo>
                  <a:lnTo>
                    <a:pt x="15325" y="157478"/>
                  </a:lnTo>
                  <a:lnTo>
                    <a:pt x="15118" y="157387"/>
                  </a:lnTo>
                  <a:lnTo>
                    <a:pt x="15266" y="156873"/>
                  </a:lnTo>
                  <a:lnTo>
                    <a:pt x="15295" y="156631"/>
                  </a:lnTo>
                  <a:lnTo>
                    <a:pt x="14644" y="156238"/>
                  </a:lnTo>
                  <a:lnTo>
                    <a:pt x="13964" y="155814"/>
                  </a:lnTo>
                  <a:lnTo>
                    <a:pt x="13638" y="155693"/>
                  </a:lnTo>
                  <a:lnTo>
                    <a:pt x="12721" y="155482"/>
                  </a:lnTo>
                  <a:lnTo>
                    <a:pt x="12130" y="155330"/>
                  </a:lnTo>
                  <a:lnTo>
                    <a:pt x="11597" y="155512"/>
                  </a:lnTo>
                  <a:lnTo>
                    <a:pt x="11420" y="155754"/>
                  </a:lnTo>
                  <a:lnTo>
                    <a:pt x="11035" y="156056"/>
                  </a:lnTo>
                  <a:lnTo>
                    <a:pt x="10650" y="155935"/>
                  </a:lnTo>
                  <a:lnTo>
                    <a:pt x="10266" y="155966"/>
                  </a:lnTo>
                  <a:lnTo>
                    <a:pt x="9822" y="156147"/>
                  </a:lnTo>
                  <a:lnTo>
                    <a:pt x="9171" y="156540"/>
                  </a:lnTo>
                  <a:lnTo>
                    <a:pt x="8343" y="156934"/>
                  </a:lnTo>
                  <a:lnTo>
                    <a:pt x="7781" y="157297"/>
                  </a:lnTo>
                  <a:lnTo>
                    <a:pt x="7573" y="157387"/>
                  </a:lnTo>
                  <a:lnTo>
                    <a:pt x="7307" y="157508"/>
                  </a:lnTo>
                  <a:lnTo>
                    <a:pt x="7130" y="157660"/>
                  </a:lnTo>
                  <a:lnTo>
                    <a:pt x="6982" y="157720"/>
                  </a:lnTo>
                  <a:lnTo>
                    <a:pt x="6656" y="157720"/>
                  </a:lnTo>
                  <a:lnTo>
                    <a:pt x="6479" y="157811"/>
                  </a:lnTo>
                  <a:lnTo>
                    <a:pt x="6272" y="157841"/>
                  </a:lnTo>
                  <a:lnTo>
                    <a:pt x="5887" y="158507"/>
                  </a:lnTo>
                  <a:lnTo>
                    <a:pt x="5769" y="158234"/>
                  </a:lnTo>
                  <a:lnTo>
                    <a:pt x="5621" y="158265"/>
                  </a:lnTo>
                  <a:lnTo>
                    <a:pt x="4733" y="158355"/>
                  </a:lnTo>
                  <a:lnTo>
                    <a:pt x="4260" y="158567"/>
                  </a:lnTo>
                  <a:lnTo>
                    <a:pt x="3639" y="158809"/>
                  </a:lnTo>
                  <a:lnTo>
                    <a:pt x="3402" y="158809"/>
                  </a:lnTo>
                  <a:lnTo>
                    <a:pt x="1568" y="158688"/>
                  </a:lnTo>
                  <a:lnTo>
                    <a:pt x="473" y="157962"/>
                  </a:lnTo>
                  <a:lnTo>
                    <a:pt x="0" y="156903"/>
                  </a:lnTo>
                  <a:lnTo>
                    <a:pt x="0" y="156722"/>
                  </a:lnTo>
                  <a:lnTo>
                    <a:pt x="29" y="156056"/>
                  </a:lnTo>
                  <a:lnTo>
                    <a:pt x="0" y="155512"/>
                  </a:lnTo>
                  <a:lnTo>
                    <a:pt x="88" y="155300"/>
                  </a:lnTo>
                  <a:lnTo>
                    <a:pt x="414" y="154604"/>
                  </a:lnTo>
                  <a:lnTo>
                    <a:pt x="946" y="153213"/>
                  </a:lnTo>
                  <a:lnTo>
                    <a:pt x="1065" y="152759"/>
                  </a:lnTo>
                  <a:lnTo>
                    <a:pt x="1508" y="152578"/>
                  </a:lnTo>
                  <a:lnTo>
                    <a:pt x="4467" y="152759"/>
                  </a:lnTo>
                  <a:lnTo>
                    <a:pt x="12751" y="147798"/>
                  </a:lnTo>
                  <a:lnTo>
                    <a:pt x="23017" y="138754"/>
                  </a:lnTo>
                  <a:lnTo>
                    <a:pt x="26863" y="134458"/>
                  </a:lnTo>
                  <a:lnTo>
                    <a:pt x="30857" y="130980"/>
                  </a:lnTo>
                  <a:lnTo>
                    <a:pt x="31153" y="130738"/>
                  </a:lnTo>
                  <a:lnTo>
                    <a:pt x="33609" y="130223"/>
                  </a:lnTo>
                  <a:lnTo>
                    <a:pt x="34082" y="129800"/>
                  </a:lnTo>
                  <a:lnTo>
                    <a:pt x="37070" y="127017"/>
                  </a:lnTo>
                  <a:lnTo>
                    <a:pt x="40739" y="124204"/>
                  </a:lnTo>
                  <a:lnTo>
                    <a:pt x="42691" y="123689"/>
                  </a:lnTo>
                  <a:lnTo>
                    <a:pt x="44200" y="122449"/>
                  </a:lnTo>
                  <a:lnTo>
                    <a:pt x="46064" y="121663"/>
                  </a:lnTo>
                  <a:lnTo>
                    <a:pt x="48875" y="119273"/>
                  </a:lnTo>
                  <a:lnTo>
                    <a:pt x="50768" y="117428"/>
                  </a:lnTo>
                  <a:lnTo>
                    <a:pt x="53638" y="115068"/>
                  </a:lnTo>
                  <a:lnTo>
                    <a:pt x="58993" y="111862"/>
                  </a:lnTo>
                  <a:lnTo>
                    <a:pt x="59910" y="109986"/>
                  </a:lnTo>
                  <a:lnTo>
                    <a:pt x="62366" y="108413"/>
                  </a:lnTo>
                  <a:lnTo>
                    <a:pt x="67928" y="105540"/>
                  </a:lnTo>
                  <a:lnTo>
                    <a:pt x="69555" y="104481"/>
                  </a:lnTo>
                  <a:lnTo>
                    <a:pt x="71567" y="102394"/>
                  </a:lnTo>
                  <a:lnTo>
                    <a:pt x="74023" y="98915"/>
                  </a:lnTo>
                  <a:lnTo>
                    <a:pt x="75058" y="96858"/>
                  </a:lnTo>
                  <a:lnTo>
                    <a:pt x="77455" y="93833"/>
                  </a:lnTo>
                  <a:lnTo>
                    <a:pt x="80354" y="92442"/>
                  </a:lnTo>
                  <a:lnTo>
                    <a:pt x="81981" y="91323"/>
                  </a:lnTo>
                  <a:lnTo>
                    <a:pt x="83608" y="89629"/>
                  </a:lnTo>
                  <a:lnTo>
                    <a:pt x="86153" y="86422"/>
                  </a:lnTo>
                  <a:lnTo>
                    <a:pt x="87247" y="84849"/>
                  </a:lnTo>
                  <a:lnTo>
                    <a:pt x="87543" y="84395"/>
                  </a:lnTo>
                  <a:lnTo>
                    <a:pt x="88934" y="83095"/>
                  </a:lnTo>
                  <a:lnTo>
                    <a:pt x="91271" y="81522"/>
                  </a:lnTo>
                  <a:lnTo>
                    <a:pt x="93638" y="79556"/>
                  </a:lnTo>
                  <a:lnTo>
                    <a:pt x="97395" y="75986"/>
                  </a:lnTo>
                  <a:lnTo>
                    <a:pt x="98934" y="74232"/>
                  </a:lnTo>
                  <a:lnTo>
                    <a:pt x="100265" y="72749"/>
                  </a:lnTo>
                  <a:lnTo>
                    <a:pt x="102129" y="71207"/>
                  </a:lnTo>
                  <a:lnTo>
                    <a:pt x="103815" y="70118"/>
                  </a:lnTo>
                  <a:lnTo>
                    <a:pt x="105531" y="69422"/>
                  </a:lnTo>
                  <a:lnTo>
                    <a:pt x="107928" y="68091"/>
                  </a:lnTo>
                  <a:lnTo>
                    <a:pt x="112040" y="67395"/>
                  </a:lnTo>
                  <a:lnTo>
                    <a:pt x="113815" y="65762"/>
                  </a:lnTo>
                  <a:lnTo>
                    <a:pt x="117129" y="63402"/>
                  </a:lnTo>
                  <a:lnTo>
                    <a:pt x="119081" y="62434"/>
                  </a:lnTo>
                  <a:lnTo>
                    <a:pt x="122898" y="60952"/>
                  </a:lnTo>
                  <a:lnTo>
                    <a:pt x="126685" y="60468"/>
                  </a:lnTo>
                  <a:lnTo>
                    <a:pt x="133430" y="57625"/>
                  </a:lnTo>
                  <a:lnTo>
                    <a:pt x="134821" y="56687"/>
                  </a:lnTo>
                  <a:lnTo>
                    <a:pt x="137987" y="54237"/>
                  </a:lnTo>
                  <a:lnTo>
                    <a:pt x="138697" y="53087"/>
                  </a:lnTo>
                  <a:lnTo>
                    <a:pt x="140235" y="50637"/>
                  </a:lnTo>
                  <a:lnTo>
                    <a:pt x="145176" y="46795"/>
                  </a:lnTo>
                  <a:lnTo>
                    <a:pt x="146744" y="43196"/>
                  </a:lnTo>
                  <a:lnTo>
                    <a:pt x="147839" y="41683"/>
                  </a:lnTo>
                  <a:lnTo>
                    <a:pt x="150827" y="41139"/>
                  </a:lnTo>
                  <a:lnTo>
                    <a:pt x="154643" y="40080"/>
                  </a:lnTo>
                  <a:lnTo>
                    <a:pt x="157779" y="38689"/>
                  </a:lnTo>
                  <a:lnTo>
                    <a:pt x="160265" y="36964"/>
                  </a:lnTo>
                  <a:lnTo>
                    <a:pt x="163371" y="35301"/>
                  </a:lnTo>
                  <a:lnTo>
                    <a:pt x="166980" y="33002"/>
                  </a:lnTo>
                  <a:lnTo>
                    <a:pt x="170324" y="30309"/>
                  </a:lnTo>
                  <a:lnTo>
                    <a:pt x="172128" y="30370"/>
                  </a:lnTo>
                  <a:lnTo>
                    <a:pt x="174258" y="29402"/>
                  </a:lnTo>
                  <a:lnTo>
                    <a:pt x="178785" y="28162"/>
                  </a:lnTo>
                  <a:lnTo>
                    <a:pt x="183075" y="26256"/>
                  </a:lnTo>
                  <a:lnTo>
                    <a:pt x="185501" y="25349"/>
                  </a:lnTo>
                  <a:lnTo>
                    <a:pt x="187720" y="24895"/>
                  </a:lnTo>
                  <a:lnTo>
                    <a:pt x="190294" y="23685"/>
                  </a:lnTo>
                  <a:lnTo>
                    <a:pt x="193045" y="23927"/>
                  </a:lnTo>
                  <a:lnTo>
                    <a:pt x="195146" y="24623"/>
                  </a:lnTo>
                  <a:lnTo>
                    <a:pt x="199317" y="25288"/>
                  </a:lnTo>
                  <a:lnTo>
                    <a:pt x="200856" y="26226"/>
                  </a:lnTo>
                  <a:lnTo>
                    <a:pt x="202246" y="26831"/>
                  </a:lnTo>
                  <a:lnTo>
                    <a:pt x="204495" y="26921"/>
                  </a:lnTo>
                  <a:lnTo>
                    <a:pt x="207187" y="27284"/>
                  </a:lnTo>
                  <a:lnTo>
                    <a:pt x="209140" y="26861"/>
                  </a:lnTo>
                  <a:lnTo>
                    <a:pt x="211477" y="25470"/>
                  </a:lnTo>
                  <a:lnTo>
                    <a:pt x="213104" y="24925"/>
                  </a:lnTo>
                  <a:lnTo>
                    <a:pt x="214672" y="24834"/>
                  </a:lnTo>
                  <a:lnTo>
                    <a:pt x="218666" y="23655"/>
                  </a:lnTo>
                  <a:lnTo>
                    <a:pt x="223134" y="22989"/>
                  </a:lnTo>
                  <a:lnTo>
                    <a:pt x="224702" y="22596"/>
                  </a:lnTo>
                  <a:lnTo>
                    <a:pt x="228726" y="20509"/>
                  </a:lnTo>
                  <a:lnTo>
                    <a:pt x="230027" y="20781"/>
                  </a:lnTo>
                  <a:lnTo>
                    <a:pt x="231122" y="20781"/>
                  </a:lnTo>
                  <a:lnTo>
                    <a:pt x="233755" y="20357"/>
                  </a:lnTo>
                  <a:lnTo>
                    <a:pt x="237305" y="20569"/>
                  </a:lnTo>
                  <a:lnTo>
                    <a:pt x="239524" y="20993"/>
                  </a:lnTo>
                  <a:lnTo>
                    <a:pt x="241625" y="20327"/>
                  </a:lnTo>
                  <a:lnTo>
                    <a:pt x="243518" y="20478"/>
                  </a:lnTo>
                  <a:lnTo>
                    <a:pt x="245175" y="20388"/>
                  </a:lnTo>
                  <a:lnTo>
                    <a:pt x="247039" y="19994"/>
                  </a:lnTo>
                  <a:lnTo>
                    <a:pt x="250175" y="19994"/>
                  </a:lnTo>
                  <a:lnTo>
                    <a:pt x="250826" y="19783"/>
                  </a:lnTo>
                  <a:lnTo>
                    <a:pt x="252867" y="18694"/>
                  </a:lnTo>
                  <a:lnTo>
                    <a:pt x="253015" y="18633"/>
                  </a:lnTo>
                  <a:lnTo>
                    <a:pt x="256092" y="17605"/>
                  </a:lnTo>
                  <a:lnTo>
                    <a:pt x="258193" y="16274"/>
                  </a:lnTo>
                  <a:lnTo>
                    <a:pt x="260145" y="16455"/>
                  </a:lnTo>
                  <a:lnTo>
                    <a:pt x="262246" y="17363"/>
                  </a:lnTo>
                  <a:lnTo>
                    <a:pt x="263370" y="18270"/>
                  </a:lnTo>
                  <a:lnTo>
                    <a:pt x="266477" y="20811"/>
                  </a:lnTo>
                  <a:lnTo>
                    <a:pt x="268873" y="21809"/>
                  </a:lnTo>
                  <a:lnTo>
                    <a:pt x="272039" y="22324"/>
                  </a:lnTo>
                  <a:lnTo>
                    <a:pt x="275885" y="21688"/>
                  </a:lnTo>
                  <a:lnTo>
                    <a:pt x="281269" y="19783"/>
                  </a:lnTo>
                  <a:lnTo>
                    <a:pt x="284909" y="19359"/>
                  </a:lnTo>
                  <a:lnTo>
                    <a:pt x="285826" y="18754"/>
                  </a:lnTo>
                  <a:lnTo>
                    <a:pt x="287364" y="17695"/>
                  </a:lnTo>
                  <a:lnTo>
                    <a:pt x="288873" y="17090"/>
                  </a:lnTo>
                  <a:lnTo>
                    <a:pt x="291003" y="15880"/>
                  </a:lnTo>
                  <a:lnTo>
                    <a:pt x="292778" y="15306"/>
                  </a:lnTo>
                  <a:lnTo>
                    <a:pt x="295145" y="15336"/>
                  </a:lnTo>
                  <a:lnTo>
                    <a:pt x="297127" y="14277"/>
                  </a:lnTo>
                  <a:lnTo>
                    <a:pt x="299968" y="13339"/>
                  </a:lnTo>
                  <a:lnTo>
                    <a:pt x="302423" y="11283"/>
                  </a:lnTo>
                  <a:lnTo>
                    <a:pt x="303518" y="10738"/>
                  </a:lnTo>
                  <a:lnTo>
                    <a:pt x="303932" y="10345"/>
                  </a:lnTo>
                  <a:lnTo>
                    <a:pt x="306388" y="9649"/>
                  </a:lnTo>
                  <a:lnTo>
                    <a:pt x="307216" y="8711"/>
                  </a:lnTo>
                  <a:lnTo>
                    <a:pt x="310441" y="7895"/>
                  </a:lnTo>
                  <a:lnTo>
                    <a:pt x="312098" y="7229"/>
                  </a:lnTo>
                  <a:lnTo>
                    <a:pt x="312808" y="6836"/>
                  </a:lnTo>
                  <a:lnTo>
                    <a:pt x="313962" y="6201"/>
                  </a:lnTo>
                  <a:lnTo>
                    <a:pt x="317985" y="5142"/>
                  </a:lnTo>
                  <a:lnTo>
                    <a:pt x="319672" y="4174"/>
                  </a:lnTo>
                  <a:lnTo>
                    <a:pt x="321802" y="2631"/>
                  </a:lnTo>
                  <a:lnTo>
                    <a:pt x="326032" y="1209"/>
                  </a:lnTo>
                  <a:lnTo>
                    <a:pt x="328192" y="302"/>
                  </a:lnTo>
                  <a:lnTo>
                    <a:pt x="3292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1338702" y="3409678"/>
              <a:ext cx="100058" cy="98129"/>
            </a:xfrm>
            <a:custGeom>
              <a:avLst/>
              <a:pathLst>
                <a:path w="100058" h="98129">
                  <a:moveTo>
                    <a:pt x="73697" y="423"/>
                  </a:moveTo>
                  <a:lnTo>
                    <a:pt x="73963" y="756"/>
                  </a:lnTo>
                  <a:lnTo>
                    <a:pt x="75975" y="3387"/>
                  </a:lnTo>
                  <a:lnTo>
                    <a:pt x="76626" y="4265"/>
                  </a:lnTo>
                  <a:lnTo>
                    <a:pt x="78579" y="6775"/>
                  </a:lnTo>
                  <a:lnTo>
                    <a:pt x="78815" y="7078"/>
                  </a:lnTo>
                  <a:lnTo>
                    <a:pt x="79437" y="7864"/>
                  </a:lnTo>
                  <a:lnTo>
                    <a:pt x="80443" y="9195"/>
                  </a:lnTo>
                  <a:lnTo>
                    <a:pt x="81715" y="10859"/>
                  </a:lnTo>
                  <a:lnTo>
                    <a:pt x="82247" y="11615"/>
                  </a:lnTo>
                  <a:lnTo>
                    <a:pt x="82484" y="12039"/>
                  </a:lnTo>
                  <a:lnTo>
                    <a:pt x="82632" y="12523"/>
                  </a:lnTo>
                  <a:lnTo>
                    <a:pt x="82898" y="13793"/>
                  </a:lnTo>
                  <a:lnTo>
                    <a:pt x="83165" y="15427"/>
                  </a:lnTo>
                  <a:lnTo>
                    <a:pt x="86833" y="15396"/>
                  </a:lnTo>
                  <a:lnTo>
                    <a:pt x="88727" y="15336"/>
                  </a:lnTo>
                  <a:lnTo>
                    <a:pt x="88638" y="15548"/>
                  </a:lnTo>
                  <a:lnTo>
                    <a:pt x="88579" y="15699"/>
                  </a:lnTo>
                  <a:lnTo>
                    <a:pt x="88401" y="16334"/>
                  </a:lnTo>
                  <a:lnTo>
                    <a:pt x="88342" y="16939"/>
                  </a:lnTo>
                  <a:lnTo>
                    <a:pt x="88312" y="17423"/>
                  </a:lnTo>
                  <a:lnTo>
                    <a:pt x="88342" y="17726"/>
                  </a:lnTo>
                  <a:lnTo>
                    <a:pt x="88431" y="18361"/>
                  </a:lnTo>
                  <a:lnTo>
                    <a:pt x="88549" y="18784"/>
                  </a:lnTo>
                  <a:lnTo>
                    <a:pt x="88697" y="19178"/>
                  </a:lnTo>
                  <a:lnTo>
                    <a:pt x="88904" y="19692"/>
                  </a:lnTo>
                  <a:lnTo>
                    <a:pt x="89289" y="20781"/>
                  </a:lnTo>
                  <a:lnTo>
                    <a:pt x="89407" y="21053"/>
                  </a:lnTo>
                  <a:lnTo>
                    <a:pt x="89466" y="21235"/>
                  </a:lnTo>
                  <a:lnTo>
                    <a:pt x="89762" y="21961"/>
                  </a:lnTo>
                  <a:lnTo>
                    <a:pt x="89940" y="22414"/>
                  </a:lnTo>
                  <a:lnTo>
                    <a:pt x="90235" y="23231"/>
                  </a:lnTo>
                  <a:lnTo>
                    <a:pt x="90650" y="24623"/>
                  </a:lnTo>
                  <a:lnTo>
                    <a:pt x="90857" y="25258"/>
                  </a:lnTo>
                  <a:lnTo>
                    <a:pt x="90946" y="25500"/>
                  </a:lnTo>
                  <a:lnTo>
                    <a:pt x="91123" y="26135"/>
                  </a:lnTo>
                  <a:lnTo>
                    <a:pt x="91182" y="26317"/>
                  </a:lnTo>
                  <a:lnTo>
                    <a:pt x="91419" y="27375"/>
                  </a:lnTo>
                  <a:lnTo>
                    <a:pt x="91478" y="27708"/>
                  </a:lnTo>
                  <a:lnTo>
                    <a:pt x="91508" y="27889"/>
                  </a:lnTo>
                  <a:lnTo>
                    <a:pt x="91567" y="28464"/>
                  </a:lnTo>
                  <a:lnTo>
                    <a:pt x="91863" y="30733"/>
                  </a:lnTo>
                  <a:lnTo>
                    <a:pt x="92099" y="32457"/>
                  </a:lnTo>
                  <a:lnTo>
                    <a:pt x="92839" y="37993"/>
                  </a:lnTo>
                  <a:lnTo>
                    <a:pt x="92928" y="38507"/>
                  </a:lnTo>
                  <a:lnTo>
                    <a:pt x="93017" y="39263"/>
                  </a:lnTo>
                  <a:lnTo>
                    <a:pt x="93579" y="43317"/>
                  </a:lnTo>
                  <a:lnTo>
                    <a:pt x="93667" y="44012"/>
                  </a:lnTo>
                  <a:lnTo>
                    <a:pt x="94170" y="47673"/>
                  </a:lnTo>
                  <a:lnTo>
                    <a:pt x="94318" y="48641"/>
                  </a:lnTo>
                  <a:lnTo>
                    <a:pt x="94466" y="49911"/>
                  </a:lnTo>
                  <a:lnTo>
                    <a:pt x="94585" y="50667"/>
                  </a:lnTo>
                  <a:lnTo>
                    <a:pt x="94732" y="51908"/>
                  </a:lnTo>
                  <a:lnTo>
                    <a:pt x="94999" y="54025"/>
                  </a:lnTo>
                  <a:lnTo>
                    <a:pt x="95176" y="55144"/>
                  </a:lnTo>
                  <a:lnTo>
                    <a:pt x="95295" y="55658"/>
                  </a:lnTo>
                  <a:lnTo>
                    <a:pt x="95354" y="55961"/>
                  </a:lnTo>
                  <a:lnTo>
                    <a:pt x="95531" y="57292"/>
                  </a:lnTo>
                  <a:lnTo>
                    <a:pt x="95561" y="57443"/>
                  </a:lnTo>
                  <a:lnTo>
                    <a:pt x="95590" y="57746"/>
                  </a:lnTo>
                  <a:lnTo>
                    <a:pt x="96448" y="64219"/>
                  </a:lnTo>
                  <a:lnTo>
                    <a:pt x="96951" y="67909"/>
                  </a:lnTo>
                  <a:lnTo>
                    <a:pt x="97129" y="69240"/>
                  </a:lnTo>
                  <a:lnTo>
                    <a:pt x="97366" y="70934"/>
                  </a:lnTo>
                  <a:lnTo>
                    <a:pt x="97454" y="71479"/>
                  </a:lnTo>
                  <a:lnTo>
                    <a:pt x="97484" y="71721"/>
                  </a:lnTo>
                  <a:lnTo>
                    <a:pt x="97514" y="71872"/>
                  </a:lnTo>
                  <a:lnTo>
                    <a:pt x="97928" y="74897"/>
                  </a:lnTo>
                  <a:lnTo>
                    <a:pt x="97898" y="75169"/>
                  </a:lnTo>
                  <a:lnTo>
                    <a:pt x="98342" y="78557"/>
                  </a:lnTo>
                  <a:lnTo>
                    <a:pt x="98490" y="79435"/>
                  </a:lnTo>
                  <a:lnTo>
                    <a:pt x="98934" y="82641"/>
                  </a:lnTo>
                  <a:lnTo>
                    <a:pt x="99318" y="85394"/>
                  </a:lnTo>
                  <a:lnTo>
                    <a:pt x="99466" y="86392"/>
                  </a:lnTo>
                  <a:lnTo>
                    <a:pt x="99585" y="87088"/>
                  </a:lnTo>
                  <a:lnTo>
                    <a:pt x="99880" y="89447"/>
                  </a:lnTo>
                  <a:lnTo>
                    <a:pt x="100058" y="90718"/>
                  </a:lnTo>
                  <a:lnTo>
                    <a:pt x="100058" y="91595"/>
                  </a:lnTo>
                  <a:lnTo>
                    <a:pt x="99910" y="91595"/>
                  </a:lnTo>
                  <a:lnTo>
                    <a:pt x="98845" y="91686"/>
                  </a:lnTo>
                  <a:lnTo>
                    <a:pt x="97691" y="91746"/>
                  </a:lnTo>
                  <a:lnTo>
                    <a:pt x="91922" y="92139"/>
                  </a:lnTo>
                  <a:lnTo>
                    <a:pt x="90738" y="92230"/>
                  </a:lnTo>
                  <a:lnTo>
                    <a:pt x="89170" y="92351"/>
                  </a:lnTo>
                  <a:lnTo>
                    <a:pt x="86241" y="92563"/>
                  </a:lnTo>
                  <a:lnTo>
                    <a:pt x="83283" y="92775"/>
                  </a:lnTo>
                  <a:lnTo>
                    <a:pt x="82366" y="92865"/>
                  </a:lnTo>
                  <a:lnTo>
                    <a:pt x="81596" y="92896"/>
                  </a:lnTo>
                  <a:lnTo>
                    <a:pt x="78786" y="93107"/>
                  </a:lnTo>
                  <a:lnTo>
                    <a:pt x="75147" y="93349"/>
                  </a:lnTo>
                  <a:lnTo>
                    <a:pt x="74703" y="93379"/>
                  </a:lnTo>
                  <a:lnTo>
                    <a:pt x="72810" y="93531"/>
                  </a:lnTo>
                  <a:lnTo>
                    <a:pt x="70265" y="93712"/>
                  </a:lnTo>
                  <a:lnTo>
                    <a:pt x="67780" y="93894"/>
                  </a:lnTo>
                  <a:lnTo>
                    <a:pt x="66892" y="93954"/>
                  </a:lnTo>
                  <a:lnTo>
                    <a:pt x="65413" y="94075"/>
                  </a:lnTo>
                  <a:lnTo>
                    <a:pt x="57070" y="94650"/>
                  </a:lnTo>
                  <a:lnTo>
                    <a:pt x="55265" y="94771"/>
                  </a:lnTo>
                  <a:lnTo>
                    <a:pt x="54792" y="94831"/>
                  </a:lnTo>
                  <a:lnTo>
                    <a:pt x="54407" y="94862"/>
                  </a:lnTo>
                  <a:lnTo>
                    <a:pt x="52987" y="94983"/>
                  </a:lnTo>
                  <a:lnTo>
                    <a:pt x="41212" y="95769"/>
                  </a:lnTo>
                  <a:lnTo>
                    <a:pt x="38254" y="95981"/>
                  </a:lnTo>
                  <a:lnTo>
                    <a:pt x="35325" y="96193"/>
                  </a:lnTo>
                  <a:lnTo>
                    <a:pt x="35147" y="96223"/>
                  </a:lnTo>
                  <a:lnTo>
                    <a:pt x="34378" y="96283"/>
                  </a:lnTo>
                  <a:lnTo>
                    <a:pt x="29200" y="96616"/>
                  </a:lnTo>
                  <a:lnTo>
                    <a:pt x="28934" y="96616"/>
                  </a:lnTo>
                  <a:lnTo>
                    <a:pt x="26242" y="96798"/>
                  </a:lnTo>
                  <a:lnTo>
                    <a:pt x="25739" y="96828"/>
                  </a:lnTo>
                  <a:lnTo>
                    <a:pt x="21449" y="97130"/>
                  </a:lnTo>
                  <a:lnTo>
                    <a:pt x="17780" y="97403"/>
                  </a:lnTo>
                  <a:lnTo>
                    <a:pt x="17425" y="97433"/>
                  </a:lnTo>
                  <a:lnTo>
                    <a:pt x="13076" y="97705"/>
                  </a:lnTo>
                  <a:lnTo>
                    <a:pt x="12692" y="97735"/>
                  </a:lnTo>
                  <a:lnTo>
                    <a:pt x="11360" y="97826"/>
                  </a:lnTo>
                  <a:lnTo>
                    <a:pt x="7455" y="98129"/>
                  </a:lnTo>
                  <a:lnTo>
                    <a:pt x="7307" y="96283"/>
                  </a:lnTo>
                  <a:lnTo>
                    <a:pt x="7159" y="94559"/>
                  </a:lnTo>
                  <a:lnTo>
                    <a:pt x="7100" y="93803"/>
                  </a:lnTo>
                  <a:lnTo>
                    <a:pt x="7041" y="93289"/>
                  </a:lnTo>
                  <a:lnTo>
                    <a:pt x="6656" y="91625"/>
                  </a:lnTo>
                  <a:lnTo>
                    <a:pt x="6597" y="91383"/>
                  </a:lnTo>
                  <a:lnTo>
                    <a:pt x="6390" y="90385"/>
                  </a:lnTo>
                  <a:lnTo>
                    <a:pt x="6242" y="89629"/>
                  </a:lnTo>
                  <a:lnTo>
                    <a:pt x="6124" y="88963"/>
                  </a:lnTo>
                  <a:lnTo>
                    <a:pt x="5680" y="86846"/>
                  </a:lnTo>
                  <a:lnTo>
                    <a:pt x="5266" y="84698"/>
                  </a:lnTo>
                  <a:lnTo>
                    <a:pt x="5177" y="84516"/>
                  </a:lnTo>
                  <a:lnTo>
                    <a:pt x="4970" y="83972"/>
                  </a:lnTo>
                  <a:lnTo>
                    <a:pt x="4852" y="83367"/>
                  </a:lnTo>
                  <a:lnTo>
                    <a:pt x="4733" y="82762"/>
                  </a:lnTo>
                  <a:lnTo>
                    <a:pt x="4497" y="81703"/>
                  </a:lnTo>
                  <a:lnTo>
                    <a:pt x="4260" y="80433"/>
                  </a:lnTo>
                  <a:lnTo>
                    <a:pt x="3520" y="76803"/>
                  </a:lnTo>
                  <a:lnTo>
                    <a:pt x="2810" y="73415"/>
                  </a:lnTo>
                  <a:lnTo>
                    <a:pt x="1982" y="69482"/>
                  </a:lnTo>
                  <a:lnTo>
                    <a:pt x="1479" y="67274"/>
                  </a:lnTo>
                  <a:lnTo>
                    <a:pt x="177" y="61043"/>
                  </a:lnTo>
                  <a:lnTo>
                    <a:pt x="147" y="59651"/>
                  </a:lnTo>
                  <a:lnTo>
                    <a:pt x="0" y="58018"/>
                  </a:lnTo>
                  <a:lnTo>
                    <a:pt x="502" y="57292"/>
                  </a:lnTo>
                  <a:lnTo>
                    <a:pt x="710" y="55900"/>
                  </a:lnTo>
                  <a:lnTo>
                    <a:pt x="710" y="55537"/>
                  </a:lnTo>
                  <a:lnTo>
                    <a:pt x="650" y="55144"/>
                  </a:lnTo>
                  <a:lnTo>
                    <a:pt x="591" y="54872"/>
                  </a:lnTo>
                  <a:lnTo>
                    <a:pt x="828" y="54176"/>
                  </a:lnTo>
                  <a:lnTo>
                    <a:pt x="1715" y="51484"/>
                  </a:lnTo>
                  <a:lnTo>
                    <a:pt x="2366" y="50214"/>
                  </a:lnTo>
                  <a:lnTo>
                    <a:pt x="3224" y="48671"/>
                  </a:lnTo>
                  <a:lnTo>
                    <a:pt x="6212" y="43044"/>
                  </a:lnTo>
                  <a:lnTo>
                    <a:pt x="8609" y="38507"/>
                  </a:lnTo>
                  <a:lnTo>
                    <a:pt x="8875" y="38023"/>
                  </a:lnTo>
                  <a:lnTo>
                    <a:pt x="10946" y="34121"/>
                  </a:lnTo>
                  <a:lnTo>
                    <a:pt x="11420" y="33213"/>
                  </a:lnTo>
                  <a:lnTo>
                    <a:pt x="12218" y="31701"/>
                  </a:lnTo>
                  <a:lnTo>
                    <a:pt x="12485" y="31217"/>
                  </a:lnTo>
                  <a:lnTo>
                    <a:pt x="12958" y="30340"/>
                  </a:lnTo>
                  <a:lnTo>
                    <a:pt x="13047" y="30128"/>
                  </a:lnTo>
                  <a:lnTo>
                    <a:pt x="13372" y="28888"/>
                  </a:lnTo>
                  <a:lnTo>
                    <a:pt x="13491" y="28192"/>
                  </a:lnTo>
                  <a:lnTo>
                    <a:pt x="13491" y="27315"/>
                  </a:lnTo>
                  <a:lnTo>
                    <a:pt x="13431" y="26921"/>
                  </a:lnTo>
                  <a:lnTo>
                    <a:pt x="13372" y="26468"/>
                  </a:lnTo>
                  <a:lnTo>
                    <a:pt x="6686" y="27375"/>
                  </a:lnTo>
                  <a:lnTo>
                    <a:pt x="6272" y="24562"/>
                  </a:lnTo>
                  <a:lnTo>
                    <a:pt x="6153" y="23624"/>
                  </a:lnTo>
                  <a:lnTo>
                    <a:pt x="5887" y="21749"/>
                  </a:lnTo>
                  <a:lnTo>
                    <a:pt x="5857" y="21446"/>
                  </a:lnTo>
                  <a:lnTo>
                    <a:pt x="5798" y="20932"/>
                  </a:lnTo>
                  <a:lnTo>
                    <a:pt x="5769" y="20569"/>
                  </a:lnTo>
                  <a:lnTo>
                    <a:pt x="5798" y="20297"/>
                  </a:lnTo>
                  <a:lnTo>
                    <a:pt x="5798" y="19783"/>
                  </a:lnTo>
                  <a:lnTo>
                    <a:pt x="5917" y="18845"/>
                  </a:lnTo>
                  <a:lnTo>
                    <a:pt x="6094" y="17907"/>
                  </a:lnTo>
                  <a:lnTo>
                    <a:pt x="6094" y="17756"/>
                  </a:lnTo>
                  <a:lnTo>
                    <a:pt x="6183" y="16818"/>
                  </a:lnTo>
                  <a:lnTo>
                    <a:pt x="6183" y="16062"/>
                  </a:lnTo>
                  <a:lnTo>
                    <a:pt x="6094" y="15064"/>
                  </a:lnTo>
                  <a:lnTo>
                    <a:pt x="9674" y="14580"/>
                  </a:lnTo>
                  <a:lnTo>
                    <a:pt x="11627" y="14307"/>
                  </a:lnTo>
                  <a:lnTo>
                    <a:pt x="13313" y="14035"/>
                  </a:lnTo>
                  <a:lnTo>
                    <a:pt x="18490" y="13339"/>
                  </a:lnTo>
                  <a:lnTo>
                    <a:pt x="18668" y="13309"/>
                  </a:lnTo>
                  <a:lnTo>
                    <a:pt x="23579" y="12553"/>
                  </a:lnTo>
                  <a:lnTo>
                    <a:pt x="25295" y="12311"/>
                  </a:lnTo>
                  <a:lnTo>
                    <a:pt x="28165" y="11918"/>
                  </a:lnTo>
                  <a:lnTo>
                    <a:pt x="28402" y="11857"/>
                  </a:lnTo>
                  <a:lnTo>
                    <a:pt x="29319" y="11736"/>
                  </a:lnTo>
                  <a:lnTo>
                    <a:pt x="33402" y="11192"/>
                  </a:lnTo>
                  <a:lnTo>
                    <a:pt x="33609" y="11162"/>
                  </a:lnTo>
                  <a:lnTo>
                    <a:pt x="35709" y="10859"/>
                  </a:lnTo>
                  <a:lnTo>
                    <a:pt x="36005" y="10829"/>
                  </a:lnTo>
                  <a:lnTo>
                    <a:pt x="37011" y="10678"/>
                  </a:lnTo>
                  <a:lnTo>
                    <a:pt x="37780" y="10557"/>
                  </a:lnTo>
                  <a:lnTo>
                    <a:pt x="38461" y="10466"/>
                  </a:lnTo>
                  <a:lnTo>
                    <a:pt x="40029" y="9861"/>
                  </a:lnTo>
                  <a:lnTo>
                    <a:pt x="41094" y="9377"/>
                  </a:lnTo>
                  <a:lnTo>
                    <a:pt x="42011" y="8863"/>
                  </a:lnTo>
                  <a:lnTo>
                    <a:pt x="42987" y="8197"/>
                  </a:lnTo>
                  <a:lnTo>
                    <a:pt x="43194" y="8046"/>
                  </a:lnTo>
                  <a:lnTo>
                    <a:pt x="43816" y="7653"/>
                  </a:lnTo>
                  <a:lnTo>
                    <a:pt x="44082" y="7441"/>
                  </a:lnTo>
                  <a:lnTo>
                    <a:pt x="44467" y="7199"/>
                  </a:lnTo>
                  <a:lnTo>
                    <a:pt x="44674" y="7078"/>
                  </a:lnTo>
                  <a:lnTo>
                    <a:pt x="45088" y="6806"/>
                  </a:lnTo>
                  <a:lnTo>
                    <a:pt x="45620" y="6473"/>
                  </a:lnTo>
                  <a:lnTo>
                    <a:pt x="46419" y="5959"/>
                  </a:lnTo>
                  <a:lnTo>
                    <a:pt x="46715" y="5777"/>
                  </a:lnTo>
                  <a:lnTo>
                    <a:pt x="47188" y="5535"/>
                  </a:lnTo>
                  <a:lnTo>
                    <a:pt x="48165" y="5051"/>
                  </a:lnTo>
                  <a:lnTo>
                    <a:pt x="48461" y="4930"/>
                  </a:lnTo>
                  <a:lnTo>
                    <a:pt x="49496" y="4628"/>
                  </a:lnTo>
                  <a:lnTo>
                    <a:pt x="50265" y="4416"/>
                  </a:lnTo>
                  <a:lnTo>
                    <a:pt x="50739" y="4325"/>
                  </a:lnTo>
                  <a:lnTo>
                    <a:pt x="53342" y="3720"/>
                  </a:lnTo>
                  <a:lnTo>
                    <a:pt x="54348" y="3387"/>
                  </a:lnTo>
                  <a:lnTo>
                    <a:pt x="54555" y="3327"/>
                  </a:lnTo>
                  <a:lnTo>
                    <a:pt x="54881" y="3145"/>
                  </a:lnTo>
                  <a:lnTo>
                    <a:pt x="55236" y="5202"/>
                  </a:lnTo>
                  <a:lnTo>
                    <a:pt x="55561" y="5172"/>
                  </a:lnTo>
                  <a:lnTo>
                    <a:pt x="55768" y="5081"/>
                  </a:lnTo>
                  <a:lnTo>
                    <a:pt x="56656" y="4416"/>
                  </a:lnTo>
                  <a:lnTo>
                    <a:pt x="56833" y="4749"/>
                  </a:lnTo>
                  <a:lnTo>
                    <a:pt x="57070" y="5354"/>
                  </a:lnTo>
                  <a:lnTo>
                    <a:pt x="57958" y="5354"/>
                  </a:lnTo>
                  <a:lnTo>
                    <a:pt x="58461" y="5384"/>
                  </a:lnTo>
                  <a:lnTo>
                    <a:pt x="59585" y="5384"/>
                  </a:lnTo>
                  <a:lnTo>
                    <a:pt x="61064" y="5414"/>
                  </a:lnTo>
                  <a:lnTo>
                    <a:pt x="61715" y="5444"/>
                  </a:lnTo>
                  <a:lnTo>
                    <a:pt x="62573" y="5444"/>
                  </a:lnTo>
                  <a:lnTo>
                    <a:pt x="63076" y="5475"/>
                  </a:lnTo>
                  <a:lnTo>
                    <a:pt x="63401" y="5475"/>
                  </a:lnTo>
                  <a:lnTo>
                    <a:pt x="64969" y="5505"/>
                  </a:lnTo>
                  <a:lnTo>
                    <a:pt x="66123" y="5505"/>
                  </a:lnTo>
                  <a:lnTo>
                    <a:pt x="66597" y="5444"/>
                  </a:lnTo>
                  <a:lnTo>
                    <a:pt x="72159" y="967"/>
                  </a:lnTo>
                  <a:lnTo>
                    <a:pt x="734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194531" y="3425347"/>
              <a:ext cx="157661" cy="78648"/>
            </a:xfrm>
            <a:custGeom>
              <a:avLst/>
              <a:pathLst>
                <a:path w="157661" h="78648">
                  <a:moveTo>
                    <a:pt x="36035" y="0"/>
                  </a:moveTo>
                  <a:lnTo>
                    <a:pt x="36271" y="1391"/>
                  </a:lnTo>
                  <a:lnTo>
                    <a:pt x="36538" y="3266"/>
                  </a:lnTo>
                  <a:lnTo>
                    <a:pt x="36715" y="4507"/>
                  </a:lnTo>
                  <a:lnTo>
                    <a:pt x="36804" y="4991"/>
                  </a:lnTo>
                  <a:lnTo>
                    <a:pt x="37425" y="8893"/>
                  </a:lnTo>
                  <a:lnTo>
                    <a:pt x="37484" y="9437"/>
                  </a:lnTo>
                  <a:lnTo>
                    <a:pt x="37544" y="9679"/>
                  </a:lnTo>
                  <a:lnTo>
                    <a:pt x="37751" y="11071"/>
                  </a:lnTo>
                  <a:lnTo>
                    <a:pt x="38106" y="13460"/>
                  </a:lnTo>
                  <a:lnTo>
                    <a:pt x="38165" y="13733"/>
                  </a:lnTo>
                  <a:lnTo>
                    <a:pt x="38638" y="17393"/>
                  </a:lnTo>
                  <a:lnTo>
                    <a:pt x="38668" y="17574"/>
                  </a:lnTo>
                  <a:lnTo>
                    <a:pt x="38757" y="18300"/>
                  </a:lnTo>
                  <a:lnTo>
                    <a:pt x="38875" y="19117"/>
                  </a:lnTo>
                  <a:lnTo>
                    <a:pt x="38905" y="19389"/>
                  </a:lnTo>
                  <a:lnTo>
                    <a:pt x="39082" y="19359"/>
                  </a:lnTo>
                  <a:lnTo>
                    <a:pt x="42277" y="18936"/>
                  </a:lnTo>
                  <a:lnTo>
                    <a:pt x="42396" y="19843"/>
                  </a:lnTo>
                  <a:lnTo>
                    <a:pt x="45680" y="19389"/>
                  </a:lnTo>
                  <a:lnTo>
                    <a:pt x="45946" y="19359"/>
                  </a:lnTo>
                  <a:lnTo>
                    <a:pt x="49200" y="18905"/>
                  </a:lnTo>
                  <a:lnTo>
                    <a:pt x="52366" y="18452"/>
                  </a:lnTo>
                  <a:lnTo>
                    <a:pt x="52011" y="16032"/>
                  </a:lnTo>
                  <a:lnTo>
                    <a:pt x="52987" y="15911"/>
                  </a:lnTo>
                  <a:lnTo>
                    <a:pt x="56685" y="15366"/>
                  </a:lnTo>
                  <a:lnTo>
                    <a:pt x="56833" y="15366"/>
                  </a:lnTo>
                  <a:lnTo>
                    <a:pt x="57070" y="15336"/>
                  </a:lnTo>
                  <a:lnTo>
                    <a:pt x="57543" y="15245"/>
                  </a:lnTo>
                  <a:lnTo>
                    <a:pt x="58194" y="15154"/>
                  </a:lnTo>
                  <a:lnTo>
                    <a:pt x="58964" y="15064"/>
                  </a:lnTo>
                  <a:lnTo>
                    <a:pt x="59289" y="15003"/>
                  </a:lnTo>
                  <a:lnTo>
                    <a:pt x="59792" y="14943"/>
                  </a:lnTo>
                  <a:lnTo>
                    <a:pt x="59969" y="14912"/>
                  </a:lnTo>
                  <a:lnTo>
                    <a:pt x="60975" y="14761"/>
                  </a:lnTo>
                  <a:lnTo>
                    <a:pt x="61330" y="14731"/>
                  </a:lnTo>
                  <a:lnTo>
                    <a:pt x="62070" y="14610"/>
                  </a:lnTo>
                  <a:lnTo>
                    <a:pt x="62662" y="14519"/>
                  </a:lnTo>
                  <a:lnTo>
                    <a:pt x="63313" y="14428"/>
                  </a:lnTo>
                  <a:lnTo>
                    <a:pt x="64230" y="14307"/>
                  </a:lnTo>
                  <a:lnTo>
                    <a:pt x="67011" y="13914"/>
                  </a:lnTo>
                  <a:lnTo>
                    <a:pt x="71715" y="13219"/>
                  </a:lnTo>
                  <a:lnTo>
                    <a:pt x="79969" y="12190"/>
                  </a:lnTo>
                  <a:lnTo>
                    <a:pt x="80265" y="14126"/>
                  </a:lnTo>
                  <a:lnTo>
                    <a:pt x="80650" y="16697"/>
                  </a:lnTo>
                  <a:lnTo>
                    <a:pt x="80679" y="16848"/>
                  </a:lnTo>
                  <a:lnTo>
                    <a:pt x="80827" y="16848"/>
                  </a:lnTo>
                  <a:lnTo>
                    <a:pt x="81449" y="16939"/>
                  </a:lnTo>
                  <a:lnTo>
                    <a:pt x="85117" y="17423"/>
                  </a:lnTo>
                  <a:lnTo>
                    <a:pt x="87809" y="17756"/>
                  </a:lnTo>
                  <a:lnTo>
                    <a:pt x="90117" y="18058"/>
                  </a:lnTo>
                  <a:lnTo>
                    <a:pt x="91271" y="18210"/>
                  </a:lnTo>
                  <a:lnTo>
                    <a:pt x="90591" y="20418"/>
                  </a:lnTo>
                  <a:lnTo>
                    <a:pt x="90798" y="20388"/>
                  </a:lnTo>
                  <a:lnTo>
                    <a:pt x="92898" y="20085"/>
                  </a:lnTo>
                  <a:lnTo>
                    <a:pt x="112425" y="17242"/>
                  </a:lnTo>
                  <a:lnTo>
                    <a:pt x="123342" y="15669"/>
                  </a:lnTo>
                  <a:lnTo>
                    <a:pt x="132602" y="14398"/>
                  </a:lnTo>
                  <a:lnTo>
                    <a:pt x="137188" y="13763"/>
                  </a:lnTo>
                  <a:lnTo>
                    <a:pt x="137395" y="13733"/>
                  </a:lnTo>
                  <a:lnTo>
                    <a:pt x="139140" y="13460"/>
                  </a:lnTo>
                  <a:lnTo>
                    <a:pt x="139791" y="13370"/>
                  </a:lnTo>
                  <a:lnTo>
                    <a:pt x="143282" y="12825"/>
                  </a:lnTo>
                  <a:lnTo>
                    <a:pt x="147217" y="12220"/>
                  </a:lnTo>
                  <a:lnTo>
                    <a:pt x="150856" y="11706"/>
                  </a:lnTo>
                  <a:lnTo>
                    <a:pt x="157543" y="10799"/>
                  </a:lnTo>
                  <a:lnTo>
                    <a:pt x="157631" y="11373"/>
                  </a:lnTo>
                  <a:lnTo>
                    <a:pt x="157661" y="11646"/>
                  </a:lnTo>
                  <a:lnTo>
                    <a:pt x="157631" y="12614"/>
                  </a:lnTo>
                  <a:lnTo>
                    <a:pt x="157543" y="13309"/>
                  </a:lnTo>
                  <a:lnTo>
                    <a:pt x="157217" y="14459"/>
                  </a:lnTo>
                  <a:lnTo>
                    <a:pt x="157128" y="14670"/>
                  </a:lnTo>
                  <a:lnTo>
                    <a:pt x="156655" y="15548"/>
                  </a:lnTo>
                  <a:lnTo>
                    <a:pt x="156389" y="16032"/>
                  </a:lnTo>
                  <a:lnTo>
                    <a:pt x="155590" y="17544"/>
                  </a:lnTo>
                  <a:lnTo>
                    <a:pt x="155117" y="18452"/>
                  </a:lnTo>
                  <a:lnTo>
                    <a:pt x="153046" y="22354"/>
                  </a:lnTo>
                  <a:lnTo>
                    <a:pt x="152779" y="22838"/>
                  </a:lnTo>
                  <a:lnTo>
                    <a:pt x="150383" y="27375"/>
                  </a:lnTo>
                  <a:lnTo>
                    <a:pt x="147395" y="33002"/>
                  </a:lnTo>
                  <a:lnTo>
                    <a:pt x="146448" y="34665"/>
                  </a:lnTo>
                  <a:lnTo>
                    <a:pt x="145886" y="35815"/>
                  </a:lnTo>
                  <a:lnTo>
                    <a:pt x="144998" y="38507"/>
                  </a:lnTo>
                  <a:lnTo>
                    <a:pt x="144762" y="39203"/>
                  </a:lnTo>
                  <a:lnTo>
                    <a:pt x="144821" y="39536"/>
                  </a:lnTo>
                  <a:lnTo>
                    <a:pt x="144880" y="39868"/>
                  </a:lnTo>
                  <a:lnTo>
                    <a:pt x="144880" y="40231"/>
                  </a:lnTo>
                  <a:lnTo>
                    <a:pt x="144673" y="41623"/>
                  </a:lnTo>
                  <a:lnTo>
                    <a:pt x="144170" y="42349"/>
                  </a:lnTo>
                  <a:lnTo>
                    <a:pt x="144318" y="43982"/>
                  </a:lnTo>
                  <a:lnTo>
                    <a:pt x="144347" y="45374"/>
                  </a:lnTo>
                  <a:lnTo>
                    <a:pt x="145649" y="51605"/>
                  </a:lnTo>
                  <a:lnTo>
                    <a:pt x="146152" y="53813"/>
                  </a:lnTo>
                  <a:lnTo>
                    <a:pt x="146981" y="57746"/>
                  </a:lnTo>
                  <a:lnTo>
                    <a:pt x="147691" y="61134"/>
                  </a:lnTo>
                  <a:lnTo>
                    <a:pt x="148430" y="64764"/>
                  </a:lnTo>
                  <a:lnTo>
                    <a:pt x="148667" y="66034"/>
                  </a:lnTo>
                  <a:lnTo>
                    <a:pt x="148904" y="67093"/>
                  </a:lnTo>
                  <a:lnTo>
                    <a:pt x="145649" y="67698"/>
                  </a:lnTo>
                  <a:lnTo>
                    <a:pt x="144347" y="67940"/>
                  </a:lnTo>
                  <a:lnTo>
                    <a:pt x="143637" y="68061"/>
                  </a:lnTo>
                  <a:lnTo>
                    <a:pt x="142661" y="68242"/>
                  </a:lnTo>
                  <a:lnTo>
                    <a:pt x="139880" y="68756"/>
                  </a:lnTo>
                  <a:lnTo>
                    <a:pt x="139436" y="68847"/>
                  </a:lnTo>
                  <a:lnTo>
                    <a:pt x="137720" y="69150"/>
                  </a:lnTo>
                  <a:lnTo>
                    <a:pt x="137217" y="69240"/>
                  </a:lnTo>
                  <a:lnTo>
                    <a:pt x="136271" y="69422"/>
                  </a:lnTo>
                  <a:lnTo>
                    <a:pt x="135679" y="68575"/>
                  </a:lnTo>
                  <a:lnTo>
                    <a:pt x="134495" y="66851"/>
                  </a:lnTo>
                  <a:lnTo>
                    <a:pt x="131744" y="62888"/>
                  </a:lnTo>
                  <a:lnTo>
                    <a:pt x="131034" y="61890"/>
                  </a:lnTo>
                  <a:lnTo>
                    <a:pt x="130945" y="61285"/>
                  </a:lnTo>
                  <a:lnTo>
                    <a:pt x="130975" y="60801"/>
                  </a:lnTo>
                  <a:lnTo>
                    <a:pt x="131241" y="58623"/>
                  </a:lnTo>
                  <a:lnTo>
                    <a:pt x="131389" y="57746"/>
                  </a:lnTo>
                  <a:lnTo>
                    <a:pt x="131537" y="57141"/>
                  </a:lnTo>
                  <a:lnTo>
                    <a:pt x="131626" y="56959"/>
                  </a:lnTo>
                  <a:lnTo>
                    <a:pt x="132099" y="55991"/>
                  </a:lnTo>
                  <a:lnTo>
                    <a:pt x="132069" y="55749"/>
                  </a:lnTo>
                  <a:lnTo>
                    <a:pt x="131507" y="55416"/>
                  </a:lnTo>
                  <a:lnTo>
                    <a:pt x="130886" y="54751"/>
                  </a:lnTo>
                  <a:lnTo>
                    <a:pt x="131004" y="53843"/>
                  </a:lnTo>
                  <a:lnTo>
                    <a:pt x="131093" y="53148"/>
                  </a:lnTo>
                  <a:lnTo>
                    <a:pt x="131182" y="52392"/>
                  </a:lnTo>
                  <a:lnTo>
                    <a:pt x="131211" y="52150"/>
                  </a:lnTo>
                  <a:lnTo>
                    <a:pt x="131241" y="51968"/>
                  </a:lnTo>
                  <a:lnTo>
                    <a:pt x="130797" y="51877"/>
                  </a:lnTo>
                  <a:lnTo>
                    <a:pt x="128845" y="51575"/>
                  </a:lnTo>
                  <a:lnTo>
                    <a:pt x="128608" y="51514"/>
                  </a:lnTo>
                  <a:lnTo>
                    <a:pt x="128312" y="51484"/>
                  </a:lnTo>
                  <a:lnTo>
                    <a:pt x="127129" y="51272"/>
                  </a:lnTo>
                  <a:lnTo>
                    <a:pt x="124466" y="50849"/>
                  </a:lnTo>
                  <a:lnTo>
                    <a:pt x="121862" y="51151"/>
                  </a:lnTo>
                  <a:lnTo>
                    <a:pt x="117543" y="51605"/>
                  </a:lnTo>
                  <a:lnTo>
                    <a:pt x="115206" y="51877"/>
                  </a:lnTo>
                  <a:lnTo>
                    <a:pt x="113135" y="52089"/>
                  </a:lnTo>
                  <a:lnTo>
                    <a:pt x="112188" y="52210"/>
                  </a:lnTo>
                  <a:lnTo>
                    <a:pt x="110590" y="52392"/>
                  </a:lnTo>
                  <a:lnTo>
                    <a:pt x="110294" y="52422"/>
                  </a:lnTo>
                  <a:lnTo>
                    <a:pt x="108786" y="52573"/>
                  </a:lnTo>
                  <a:lnTo>
                    <a:pt x="107543" y="52724"/>
                  </a:lnTo>
                  <a:lnTo>
                    <a:pt x="105590" y="52936"/>
                  </a:lnTo>
                  <a:lnTo>
                    <a:pt x="103608" y="53148"/>
                  </a:lnTo>
                  <a:lnTo>
                    <a:pt x="102306" y="53299"/>
                  </a:lnTo>
                  <a:lnTo>
                    <a:pt x="100295" y="53511"/>
                  </a:lnTo>
                  <a:lnTo>
                    <a:pt x="99851" y="53571"/>
                  </a:lnTo>
                  <a:lnTo>
                    <a:pt x="99407" y="53601"/>
                  </a:lnTo>
                  <a:lnTo>
                    <a:pt x="99052" y="53662"/>
                  </a:lnTo>
                  <a:lnTo>
                    <a:pt x="94377" y="54479"/>
                  </a:lnTo>
                  <a:lnTo>
                    <a:pt x="93164" y="54660"/>
                  </a:lnTo>
                  <a:lnTo>
                    <a:pt x="92839" y="54721"/>
                  </a:lnTo>
                  <a:lnTo>
                    <a:pt x="92602" y="54751"/>
                  </a:lnTo>
                  <a:lnTo>
                    <a:pt x="92218" y="54842"/>
                  </a:lnTo>
                  <a:lnTo>
                    <a:pt x="91389" y="54963"/>
                  </a:lnTo>
                  <a:lnTo>
                    <a:pt x="91064" y="54993"/>
                  </a:lnTo>
                  <a:lnTo>
                    <a:pt x="89821" y="55174"/>
                  </a:lnTo>
                  <a:lnTo>
                    <a:pt x="89022" y="55295"/>
                  </a:lnTo>
                  <a:lnTo>
                    <a:pt x="87928" y="55477"/>
                  </a:lnTo>
                  <a:lnTo>
                    <a:pt x="87307" y="55598"/>
                  </a:lnTo>
                  <a:lnTo>
                    <a:pt x="87159" y="55628"/>
                  </a:lnTo>
                  <a:lnTo>
                    <a:pt x="86922" y="55689"/>
                  </a:lnTo>
                  <a:lnTo>
                    <a:pt x="86567" y="55749"/>
                  </a:lnTo>
                  <a:lnTo>
                    <a:pt x="83786" y="59379"/>
                  </a:lnTo>
                  <a:lnTo>
                    <a:pt x="78786" y="65913"/>
                  </a:lnTo>
                  <a:lnTo>
                    <a:pt x="78638" y="66064"/>
                  </a:lnTo>
                  <a:lnTo>
                    <a:pt x="76360" y="69059"/>
                  </a:lnTo>
                  <a:lnTo>
                    <a:pt x="74703" y="71207"/>
                  </a:lnTo>
                  <a:lnTo>
                    <a:pt x="72958" y="73506"/>
                  </a:lnTo>
                  <a:lnTo>
                    <a:pt x="71301" y="75169"/>
                  </a:lnTo>
                  <a:lnTo>
                    <a:pt x="71153" y="75139"/>
                  </a:lnTo>
                  <a:lnTo>
                    <a:pt x="71005" y="75079"/>
                  </a:lnTo>
                  <a:lnTo>
                    <a:pt x="70827" y="75079"/>
                  </a:lnTo>
                  <a:lnTo>
                    <a:pt x="70679" y="75079"/>
                  </a:lnTo>
                  <a:lnTo>
                    <a:pt x="70531" y="75109"/>
                  </a:lnTo>
                  <a:lnTo>
                    <a:pt x="70265" y="75260"/>
                  </a:lnTo>
                  <a:lnTo>
                    <a:pt x="70029" y="75442"/>
                  </a:lnTo>
                  <a:lnTo>
                    <a:pt x="69674" y="75109"/>
                  </a:lnTo>
                  <a:lnTo>
                    <a:pt x="69052" y="74443"/>
                  </a:lnTo>
                  <a:lnTo>
                    <a:pt x="68520" y="73929"/>
                  </a:lnTo>
                  <a:lnTo>
                    <a:pt x="67691" y="73082"/>
                  </a:lnTo>
                  <a:lnTo>
                    <a:pt x="66833" y="72205"/>
                  </a:lnTo>
                  <a:lnTo>
                    <a:pt x="65354" y="73657"/>
                  </a:lnTo>
                  <a:lnTo>
                    <a:pt x="64407" y="74625"/>
                  </a:lnTo>
                  <a:lnTo>
                    <a:pt x="63194" y="73415"/>
                  </a:lnTo>
                  <a:lnTo>
                    <a:pt x="62277" y="72447"/>
                  </a:lnTo>
                  <a:lnTo>
                    <a:pt x="60620" y="70723"/>
                  </a:lnTo>
                  <a:lnTo>
                    <a:pt x="60236" y="70329"/>
                  </a:lnTo>
                  <a:lnTo>
                    <a:pt x="59407" y="71146"/>
                  </a:lnTo>
                  <a:lnTo>
                    <a:pt x="57543" y="72931"/>
                  </a:lnTo>
                  <a:lnTo>
                    <a:pt x="55502" y="74897"/>
                  </a:lnTo>
                  <a:lnTo>
                    <a:pt x="55058" y="75351"/>
                  </a:lnTo>
                  <a:lnTo>
                    <a:pt x="52336" y="77983"/>
                  </a:lnTo>
                  <a:lnTo>
                    <a:pt x="52070" y="77771"/>
                  </a:lnTo>
                  <a:lnTo>
                    <a:pt x="51804" y="77589"/>
                  </a:lnTo>
                  <a:lnTo>
                    <a:pt x="51538" y="77408"/>
                  </a:lnTo>
                  <a:lnTo>
                    <a:pt x="51242" y="77257"/>
                  </a:lnTo>
                  <a:lnTo>
                    <a:pt x="50946" y="77136"/>
                  </a:lnTo>
                  <a:lnTo>
                    <a:pt x="50620" y="77015"/>
                  </a:lnTo>
                  <a:lnTo>
                    <a:pt x="50325" y="76924"/>
                  </a:lnTo>
                  <a:lnTo>
                    <a:pt x="49999" y="76833"/>
                  </a:lnTo>
                  <a:lnTo>
                    <a:pt x="49703" y="76773"/>
                  </a:lnTo>
                  <a:lnTo>
                    <a:pt x="49378" y="76712"/>
                  </a:lnTo>
                  <a:lnTo>
                    <a:pt x="49052" y="76712"/>
                  </a:lnTo>
                  <a:lnTo>
                    <a:pt x="48727" y="76682"/>
                  </a:lnTo>
                  <a:lnTo>
                    <a:pt x="48401" y="76712"/>
                  </a:lnTo>
                  <a:lnTo>
                    <a:pt x="43194" y="76863"/>
                  </a:lnTo>
                  <a:lnTo>
                    <a:pt x="41863" y="78134"/>
                  </a:lnTo>
                  <a:lnTo>
                    <a:pt x="40946" y="77196"/>
                  </a:lnTo>
                  <a:lnTo>
                    <a:pt x="40413" y="76652"/>
                  </a:lnTo>
                  <a:lnTo>
                    <a:pt x="39970" y="76228"/>
                  </a:lnTo>
                  <a:lnTo>
                    <a:pt x="38254" y="74474"/>
                  </a:lnTo>
                  <a:lnTo>
                    <a:pt x="37129" y="73324"/>
                  </a:lnTo>
                  <a:lnTo>
                    <a:pt x="36834" y="73022"/>
                  </a:lnTo>
                  <a:lnTo>
                    <a:pt x="36331" y="72507"/>
                  </a:lnTo>
                  <a:lnTo>
                    <a:pt x="36183" y="72326"/>
                  </a:lnTo>
                  <a:lnTo>
                    <a:pt x="35768" y="71933"/>
                  </a:lnTo>
                  <a:lnTo>
                    <a:pt x="35621" y="71781"/>
                  </a:lnTo>
                  <a:lnTo>
                    <a:pt x="35147" y="71297"/>
                  </a:lnTo>
                  <a:lnTo>
                    <a:pt x="34082" y="70178"/>
                  </a:lnTo>
                  <a:lnTo>
                    <a:pt x="29082" y="75018"/>
                  </a:lnTo>
                  <a:lnTo>
                    <a:pt x="28638" y="75442"/>
                  </a:lnTo>
                  <a:lnTo>
                    <a:pt x="28254" y="75805"/>
                  </a:lnTo>
                  <a:lnTo>
                    <a:pt x="27721" y="76137"/>
                  </a:lnTo>
                  <a:lnTo>
                    <a:pt x="27573" y="75956"/>
                  </a:lnTo>
                  <a:lnTo>
                    <a:pt x="27425" y="75805"/>
                  </a:lnTo>
                  <a:lnTo>
                    <a:pt x="27277" y="75653"/>
                  </a:lnTo>
                  <a:lnTo>
                    <a:pt x="27041" y="75411"/>
                  </a:lnTo>
                  <a:lnTo>
                    <a:pt x="26804" y="75169"/>
                  </a:lnTo>
                  <a:lnTo>
                    <a:pt x="26449" y="74746"/>
                  </a:lnTo>
                  <a:lnTo>
                    <a:pt x="26242" y="74534"/>
                  </a:lnTo>
                  <a:lnTo>
                    <a:pt x="25916" y="74171"/>
                  </a:lnTo>
                  <a:lnTo>
                    <a:pt x="25709" y="73959"/>
                  </a:lnTo>
                  <a:lnTo>
                    <a:pt x="25443" y="73657"/>
                  </a:lnTo>
                  <a:lnTo>
                    <a:pt x="25088" y="73264"/>
                  </a:lnTo>
                  <a:lnTo>
                    <a:pt x="24733" y="72810"/>
                  </a:lnTo>
                  <a:lnTo>
                    <a:pt x="24437" y="72507"/>
                  </a:lnTo>
                  <a:lnTo>
                    <a:pt x="24053" y="72084"/>
                  </a:lnTo>
                  <a:lnTo>
                    <a:pt x="23905" y="71902"/>
                  </a:lnTo>
                  <a:lnTo>
                    <a:pt x="23520" y="71479"/>
                  </a:lnTo>
                  <a:lnTo>
                    <a:pt x="23106" y="71025"/>
                  </a:lnTo>
                  <a:lnTo>
                    <a:pt x="22928" y="70783"/>
                  </a:lnTo>
                  <a:lnTo>
                    <a:pt x="22751" y="70602"/>
                  </a:lnTo>
                  <a:lnTo>
                    <a:pt x="22632" y="71842"/>
                  </a:lnTo>
                  <a:lnTo>
                    <a:pt x="22603" y="72144"/>
                  </a:lnTo>
                  <a:lnTo>
                    <a:pt x="22396" y="73143"/>
                  </a:lnTo>
                  <a:lnTo>
                    <a:pt x="22277" y="73475"/>
                  </a:lnTo>
                  <a:lnTo>
                    <a:pt x="22189" y="73627"/>
                  </a:lnTo>
                  <a:lnTo>
                    <a:pt x="21922" y="73899"/>
                  </a:lnTo>
                  <a:lnTo>
                    <a:pt x="21686" y="74111"/>
                  </a:lnTo>
                  <a:lnTo>
                    <a:pt x="21538" y="74201"/>
                  </a:lnTo>
                  <a:lnTo>
                    <a:pt x="21005" y="74353"/>
                  </a:lnTo>
                  <a:lnTo>
                    <a:pt x="20591" y="74353"/>
                  </a:lnTo>
                  <a:lnTo>
                    <a:pt x="19940" y="74383"/>
                  </a:lnTo>
                  <a:lnTo>
                    <a:pt x="19289" y="74413"/>
                  </a:lnTo>
                  <a:lnTo>
                    <a:pt x="18993" y="74504"/>
                  </a:lnTo>
                  <a:lnTo>
                    <a:pt x="18846" y="74595"/>
                  </a:lnTo>
                  <a:lnTo>
                    <a:pt x="18609" y="74806"/>
                  </a:lnTo>
                  <a:lnTo>
                    <a:pt x="18402" y="74988"/>
                  </a:lnTo>
                  <a:lnTo>
                    <a:pt x="18195" y="75139"/>
                  </a:lnTo>
                  <a:lnTo>
                    <a:pt x="18047" y="75230"/>
                  </a:lnTo>
                  <a:lnTo>
                    <a:pt x="17899" y="75321"/>
                  </a:lnTo>
                  <a:lnTo>
                    <a:pt x="17662" y="75442"/>
                  </a:lnTo>
                  <a:lnTo>
                    <a:pt x="17485" y="75593"/>
                  </a:lnTo>
                  <a:lnTo>
                    <a:pt x="17396" y="75744"/>
                  </a:lnTo>
                  <a:lnTo>
                    <a:pt x="17337" y="75956"/>
                  </a:lnTo>
                  <a:lnTo>
                    <a:pt x="17366" y="76168"/>
                  </a:lnTo>
                  <a:lnTo>
                    <a:pt x="17396" y="76379"/>
                  </a:lnTo>
                  <a:lnTo>
                    <a:pt x="17455" y="76652"/>
                  </a:lnTo>
                  <a:lnTo>
                    <a:pt x="17337" y="76863"/>
                  </a:lnTo>
                  <a:lnTo>
                    <a:pt x="17248" y="77015"/>
                  </a:lnTo>
                  <a:lnTo>
                    <a:pt x="17070" y="77166"/>
                  </a:lnTo>
                  <a:lnTo>
                    <a:pt x="16804" y="77378"/>
                  </a:lnTo>
                  <a:lnTo>
                    <a:pt x="16242" y="77650"/>
                  </a:lnTo>
                  <a:lnTo>
                    <a:pt x="16035" y="77741"/>
                  </a:lnTo>
                  <a:lnTo>
                    <a:pt x="15532" y="77983"/>
                  </a:lnTo>
                  <a:lnTo>
                    <a:pt x="15236" y="78134"/>
                  </a:lnTo>
                  <a:lnTo>
                    <a:pt x="15059" y="78225"/>
                  </a:lnTo>
                  <a:lnTo>
                    <a:pt x="14822" y="78285"/>
                  </a:lnTo>
                  <a:lnTo>
                    <a:pt x="14408" y="78376"/>
                  </a:lnTo>
                  <a:lnTo>
                    <a:pt x="13816" y="78648"/>
                  </a:lnTo>
                  <a:lnTo>
                    <a:pt x="12425" y="77983"/>
                  </a:lnTo>
                  <a:lnTo>
                    <a:pt x="11479" y="77196"/>
                  </a:lnTo>
                  <a:lnTo>
                    <a:pt x="10532" y="76652"/>
                  </a:lnTo>
                  <a:lnTo>
                    <a:pt x="9378" y="75684"/>
                  </a:lnTo>
                  <a:lnTo>
                    <a:pt x="8609" y="74958"/>
                  </a:lnTo>
                  <a:lnTo>
                    <a:pt x="7721" y="74201"/>
                  </a:lnTo>
                  <a:lnTo>
                    <a:pt x="7159" y="73748"/>
                  </a:lnTo>
                  <a:lnTo>
                    <a:pt x="6420" y="73173"/>
                  </a:lnTo>
                  <a:lnTo>
                    <a:pt x="5976" y="72659"/>
                  </a:lnTo>
                  <a:lnTo>
                    <a:pt x="5266" y="72265"/>
                  </a:lnTo>
                  <a:lnTo>
                    <a:pt x="4704" y="71691"/>
                  </a:lnTo>
                  <a:lnTo>
                    <a:pt x="4289" y="71297"/>
                  </a:lnTo>
                  <a:lnTo>
                    <a:pt x="3698" y="70904"/>
                  </a:lnTo>
                  <a:lnTo>
                    <a:pt x="3047" y="70239"/>
                  </a:lnTo>
                  <a:lnTo>
                    <a:pt x="2248" y="69664"/>
                  </a:lnTo>
                  <a:lnTo>
                    <a:pt x="1538" y="69331"/>
                  </a:lnTo>
                  <a:lnTo>
                    <a:pt x="502" y="68787"/>
                  </a:lnTo>
                  <a:lnTo>
                    <a:pt x="236" y="68575"/>
                  </a:lnTo>
                  <a:lnTo>
                    <a:pt x="1094" y="66246"/>
                  </a:lnTo>
                  <a:lnTo>
                    <a:pt x="1331" y="63644"/>
                  </a:lnTo>
                  <a:lnTo>
                    <a:pt x="1568" y="60680"/>
                  </a:lnTo>
                  <a:lnTo>
                    <a:pt x="1479" y="59470"/>
                  </a:lnTo>
                  <a:lnTo>
                    <a:pt x="1420" y="59107"/>
                  </a:lnTo>
                  <a:lnTo>
                    <a:pt x="1242" y="58562"/>
                  </a:lnTo>
                  <a:lnTo>
                    <a:pt x="976" y="57776"/>
                  </a:lnTo>
                  <a:lnTo>
                    <a:pt x="621" y="57020"/>
                  </a:lnTo>
                  <a:lnTo>
                    <a:pt x="532" y="56747"/>
                  </a:lnTo>
                  <a:lnTo>
                    <a:pt x="473" y="56263"/>
                  </a:lnTo>
                  <a:lnTo>
                    <a:pt x="473" y="56021"/>
                  </a:lnTo>
                  <a:lnTo>
                    <a:pt x="562" y="55477"/>
                  </a:lnTo>
                  <a:lnTo>
                    <a:pt x="917" y="54206"/>
                  </a:lnTo>
                  <a:lnTo>
                    <a:pt x="502" y="52966"/>
                  </a:lnTo>
                  <a:lnTo>
                    <a:pt x="147" y="51454"/>
                  </a:lnTo>
                  <a:lnTo>
                    <a:pt x="295" y="50214"/>
                  </a:lnTo>
                  <a:lnTo>
                    <a:pt x="591" y="48973"/>
                  </a:lnTo>
                  <a:lnTo>
                    <a:pt x="473" y="48671"/>
                  </a:lnTo>
                  <a:lnTo>
                    <a:pt x="621" y="48217"/>
                  </a:lnTo>
                  <a:lnTo>
                    <a:pt x="0" y="47975"/>
                  </a:lnTo>
                  <a:lnTo>
                    <a:pt x="1213" y="45646"/>
                  </a:lnTo>
                  <a:lnTo>
                    <a:pt x="1715" y="44708"/>
                  </a:lnTo>
                  <a:lnTo>
                    <a:pt x="1863" y="44769"/>
                  </a:lnTo>
                  <a:lnTo>
                    <a:pt x="2130" y="44920"/>
                  </a:lnTo>
                  <a:lnTo>
                    <a:pt x="2633" y="45071"/>
                  </a:lnTo>
                  <a:lnTo>
                    <a:pt x="2899" y="44527"/>
                  </a:lnTo>
                  <a:lnTo>
                    <a:pt x="3579" y="43014"/>
                  </a:lnTo>
                  <a:lnTo>
                    <a:pt x="4023" y="42046"/>
                  </a:lnTo>
                  <a:lnTo>
                    <a:pt x="4349" y="40866"/>
                  </a:lnTo>
                  <a:lnTo>
                    <a:pt x="4497" y="40564"/>
                  </a:lnTo>
                  <a:lnTo>
                    <a:pt x="4615" y="40382"/>
                  </a:lnTo>
                  <a:lnTo>
                    <a:pt x="5029" y="39505"/>
                  </a:lnTo>
                  <a:lnTo>
                    <a:pt x="6331" y="36874"/>
                  </a:lnTo>
                  <a:lnTo>
                    <a:pt x="6420" y="36662"/>
                  </a:lnTo>
                  <a:lnTo>
                    <a:pt x="6508" y="36238"/>
                  </a:lnTo>
                  <a:lnTo>
                    <a:pt x="7130" y="34907"/>
                  </a:lnTo>
                  <a:lnTo>
                    <a:pt x="5798" y="34151"/>
                  </a:lnTo>
                  <a:lnTo>
                    <a:pt x="6952" y="31096"/>
                  </a:lnTo>
                  <a:lnTo>
                    <a:pt x="7337" y="30128"/>
                  </a:lnTo>
                  <a:lnTo>
                    <a:pt x="7485" y="29704"/>
                  </a:lnTo>
                  <a:lnTo>
                    <a:pt x="8047" y="28192"/>
                  </a:lnTo>
                  <a:lnTo>
                    <a:pt x="8875" y="26014"/>
                  </a:lnTo>
                  <a:lnTo>
                    <a:pt x="9970" y="23019"/>
                  </a:lnTo>
                  <a:lnTo>
                    <a:pt x="10177" y="22505"/>
                  </a:lnTo>
                  <a:lnTo>
                    <a:pt x="14999" y="24925"/>
                  </a:lnTo>
                  <a:lnTo>
                    <a:pt x="17041" y="20781"/>
                  </a:lnTo>
                  <a:lnTo>
                    <a:pt x="17425" y="20569"/>
                  </a:lnTo>
                  <a:lnTo>
                    <a:pt x="17721" y="20781"/>
                  </a:lnTo>
                  <a:lnTo>
                    <a:pt x="18195" y="21083"/>
                  </a:lnTo>
                  <a:lnTo>
                    <a:pt x="18490" y="21295"/>
                  </a:lnTo>
                  <a:lnTo>
                    <a:pt x="19082" y="21688"/>
                  </a:lnTo>
                  <a:lnTo>
                    <a:pt x="20325" y="22566"/>
                  </a:lnTo>
                  <a:lnTo>
                    <a:pt x="22425" y="23987"/>
                  </a:lnTo>
                  <a:lnTo>
                    <a:pt x="24822" y="19450"/>
                  </a:lnTo>
                  <a:lnTo>
                    <a:pt x="25502" y="18028"/>
                  </a:lnTo>
                  <a:lnTo>
                    <a:pt x="28017" y="12977"/>
                  </a:lnTo>
                  <a:lnTo>
                    <a:pt x="28579" y="11857"/>
                  </a:lnTo>
                  <a:lnTo>
                    <a:pt x="30295" y="8500"/>
                  </a:lnTo>
                  <a:lnTo>
                    <a:pt x="30976" y="7138"/>
                  </a:lnTo>
                  <a:lnTo>
                    <a:pt x="31064" y="6987"/>
                  </a:lnTo>
                  <a:lnTo>
                    <a:pt x="31804" y="5565"/>
                  </a:lnTo>
                  <a:lnTo>
                    <a:pt x="32307" y="4567"/>
                  </a:lnTo>
                  <a:lnTo>
                    <a:pt x="33224" y="3085"/>
                  </a:lnTo>
                  <a:lnTo>
                    <a:pt x="33342" y="2934"/>
                  </a:lnTo>
                  <a:lnTo>
                    <a:pt x="33964" y="2177"/>
                  </a:lnTo>
                  <a:lnTo>
                    <a:pt x="35206" y="756"/>
                  </a:lnTo>
                  <a:lnTo>
                    <a:pt x="35739" y="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1283022" y="2747034"/>
              <a:ext cx="402363" cy="533630"/>
            </a:xfrm>
            <a:custGeom>
              <a:avLst/>
              <a:pathLst>
                <a:path w="402363" h="533630">
                  <a:moveTo>
                    <a:pt x="265560" y="3902"/>
                  </a:moveTo>
                  <a:lnTo>
                    <a:pt x="268844" y="7411"/>
                  </a:lnTo>
                  <a:lnTo>
                    <a:pt x="270678" y="10678"/>
                  </a:lnTo>
                  <a:lnTo>
                    <a:pt x="272601" y="15003"/>
                  </a:lnTo>
                  <a:lnTo>
                    <a:pt x="273666" y="18694"/>
                  </a:lnTo>
                  <a:lnTo>
                    <a:pt x="273873" y="19420"/>
                  </a:lnTo>
                  <a:lnTo>
                    <a:pt x="275855" y="22445"/>
                  </a:lnTo>
                  <a:lnTo>
                    <a:pt x="278577" y="25137"/>
                  </a:lnTo>
                  <a:lnTo>
                    <a:pt x="280678" y="25954"/>
                  </a:lnTo>
                  <a:lnTo>
                    <a:pt x="283548" y="27103"/>
                  </a:lnTo>
                  <a:lnTo>
                    <a:pt x="289938" y="28555"/>
                  </a:lnTo>
                  <a:lnTo>
                    <a:pt x="290323" y="28646"/>
                  </a:lnTo>
                  <a:lnTo>
                    <a:pt x="296654" y="29462"/>
                  </a:lnTo>
                  <a:lnTo>
                    <a:pt x="300885" y="29523"/>
                  </a:lnTo>
                  <a:lnTo>
                    <a:pt x="301831" y="29553"/>
                  </a:lnTo>
                  <a:lnTo>
                    <a:pt x="306151" y="28978"/>
                  </a:lnTo>
                  <a:lnTo>
                    <a:pt x="311269" y="27103"/>
                  </a:lnTo>
                  <a:lnTo>
                    <a:pt x="317748" y="23171"/>
                  </a:lnTo>
                  <a:lnTo>
                    <a:pt x="322689" y="19178"/>
                  </a:lnTo>
                  <a:lnTo>
                    <a:pt x="327245" y="17302"/>
                  </a:lnTo>
                  <a:lnTo>
                    <a:pt x="331476" y="16879"/>
                  </a:lnTo>
                  <a:lnTo>
                    <a:pt x="338695" y="15759"/>
                  </a:lnTo>
                  <a:lnTo>
                    <a:pt x="338843" y="15729"/>
                  </a:lnTo>
                  <a:lnTo>
                    <a:pt x="342275" y="14822"/>
                  </a:lnTo>
                  <a:lnTo>
                    <a:pt x="344257" y="14277"/>
                  </a:lnTo>
                  <a:lnTo>
                    <a:pt x="352334" y="12311"/>
                  </a:lnTo>
                  <a:lnTo>
                    <a:pt x="354405" y="12341"/>
                  </a:lnTo>
                  <a:lnTo>
                    <a:pt x="358014" y="12402"/>
                  </a:lnTo>
                  <a:lnTo>
                    <a:pt x="362571" y="12311"/>
                  </a:lnTo>
                  <a:lnTo>
                    <a:pt x="368577" y="12130"/>
                  </a:lnTo>
                  <a:lnTo>
                    <a:pt x="374730" y="12311"/>
                  </a:lnTo>
                  <a:lnTo>
                    <a:pt x="375292" y="12251"/>
                  </a:lnTo>
                  <a:lnTo>
                    <a:pt x="377068" y="12039"/>
                  </a:lnTo>
                  <a:lnTo>
                    <a:pt x="379582" y="11736"/>
                  </a:lnTo>
                  <a:lnTo>
                    <a:pt x="385973" y="11252"/>
                  </a:lnTo>
                  <a:lnTo>
                    <a:pt x="391801" y="10224"/>
                  </a:lnTo>
                  <a:lnTo>
                    <a:pt x="393902" y="9861"/>
                  </a:lnTo>
                  <a:lnTo>
                    <a:pt x="398931" y="9861"/>
                  </a:lnTo>
                  <a:lnTo>
                    <a:pt x="401328" y="11736"/>
                  </a:lnTo>
                  <a:lnTo>
                    <a:pt x="402363" y="14761"/>
                  </a:lnTo>
                  <a:lnTo>
                    <a:pt x="400440" y="18996"/>
                  </a:lnTo>
                  <a:lnTo>
                    <a:pt x="397097" y="23594"/>
                  </a:lnTo>
                  <a:lnTo>
                    <a:pt x="394760" y="28797"/>
                  </a:lnTo>
                  <a:lnTo>
                    <a:pt x="393813" y="36662"/>
                  </a:lnTo>
                  <a:lnTo>
                    <a:pt x="394375" y="43770"/>
                  </a:lnTo>
                  <a:lnTo>
                    <a:pt x="395322" y="49699"/>
                  </a:lnTo>
                  <a:lnTo>
                    <a:pt x="396061" y="54206"/>
                  </a:lnTo>
                  <a:lnTo>
                    <a:pt x="395026" y="59863"/>
                  </a:lnTo>
                  <a:lnTo>
                    <a:pt x="391121" y="64703"/>
                  </a:lnTo>
                  <a:lnTo>
                    <a:pt x="390618" y="65338"/>
                  </a:lnTo>
                  <a:lnTo>
                    <a:pt x="387423" y="67940"/>
                  </a:lnTo>
                  <a:lnTo>
                    <a:pt x="378310" y="73657"/>
                  </a:lnTo>
                  <a:lnTo>
                    <a:pt x="372245" y="76531"/>
                  </a:lnTo>
                  <a:lnTo>
                    <a:pt x="367275" y="78406"/>
                  </a:lnTo>
                  <a:lnTo>
                    <a:pt x="362334" y="79949"/>
                  </a:lnTo>
                  <a:lnTo>
                    <a:pt x="358991" y="82006"/>
                  </a:lnTo>
                  <a:lnTo>
                    <a:pt x="356180" y="83730"/>
                  </a:lnTo>
                  <a:lnTo>
                    <a:pt x="351535" y="85908"/>
                  </a:lnTo>
                  <a:lnTo>
                    <a:pt x="349375" y="90990"/>
                  </a:lnTo>
                  <a:lnTo>
                    <a:pt x="347719" y="98431"/>
                  </a:lnTo>
                  <a:lnTo>
                    <a:pt x="347630" y="103332"/>
                  </a:lnTo>
                  <a:lnTo>
                    <a:pt x="346121" y="110259"/>
                  </a:lnTo>
                  <a:lnTo>
                    <a:pt x="343725" y="118184"/>
                  </a:lnTo>
                  <a:lnTo>
                    <a:pt x="339790" y="126866"/>
                  </a:lnTo>
                  <a:lnTo>
                    <a:pt x="337334" y="131161"/>
                  </a:lnTo>
                  <a:lnTo>
                    <a:pt x="335796" y="133883"/>
                  </a:lnTo>
                  <a:lnTo>
                    <a:pt x="334109" y="137876"/>
                  </a:lnTo>
                  <a:lnTo>
                    <a:pt x="333961" y="142626"/>
                  </a:lnTo>
                  <a:lnTo>
                    <a:pt x="334021" y="142989"/>
                  </a:lnTo>
                  <a:lnTo>
                    <a:pt x="334671" y="147375"/>
                  </a:lnTo>
                  <a:lnTo>
                    <a:pt x="334760" y="148010"/>
                  </a:lnTo>
                  <a:lnTo>
                    <a:pt x="336831" y="152336"/>
                  </a:lnTo>
                  <a:lnTo>
                    <a:pt x="338370" y="157236"/>
                  </a:lnTo>
                  <a:lnTo>
                    <a:pt x="337393" y="161652"/>
                  </a:lnTo>
                  <a:lnTo>
                    <a:pt x="336032" y="165857"/>
                  </a:lnTo>
                  <a:lnTo>
                    <a:pt x="335796" y="166553"/>
                  </a:lnTo>
                  <a:lnTo>
                    <a:pt x="334553" y="168489"/>
                  </a:lnTo>
                  <a:lnTo>
                    <a:pt x="333163" y="170637"/>
                  </a:lnTo>
                  <a:lnTo>
                    <a:pt x="332778" y="173661"/>
                  </a:lnTo>
                  <a:lnTo>
                    <a:pt x="333311" y="177836"/>
                  </a:lnTo>
                  <a:lnTo>
                    <a:pt x="335234" y="181194"/>
                  </a:lnTo>
                  <a:lnTo>
                    <a:pt x="341003" y="186578"/>
                  </a:lnTo>
                  <a:lnTo>
                    <a:pt x="342837" y="189754"/>
                  </a:lnTo>
                  <a:lnTo>
                    <a:pt x="343636" y="193929"/>
                  </a:lnTo>
                  <a:lnTo>
                    <a:pt x="343961" y="197286"/>
                  </a:lnTo>
                  <a:lnTo>
                    <a:pt x="343340" y="199101"/>
                  </a:lnTo>
                  <a:lnTo>
                    <a:pt x="342926" y="200402"/>
                  </a:lnTo>
                  <a:lnTo>
                    <a:pt x="340115" y="203487"/>
                  </a:lnTo>
                  <a:lnTo>
                    <a:pt x="337157" y="205938"/>
                  </a:lnTo>
                  <a:lnTo>
                    <a:pt x="332127" y="209628"/>
                  </a:lnTo>
                  <a:lnTo>
                    <a:pt x="324287" y="212956"/>
                  </a:lnTo>
                  <a:lnTo>
                    <a:pt x="315589" y="216071"/>
                  </a:lnTo>
                  <a:lnTo>
                    <a:pt x="308459" y="219822"/>
                  </a:lnTo>
                  <a:lnTo>
                    <a:pt x="305914" y="221546"/>
                  </a:lnTo>
                  <a:lnTo>
                    <a:pt x="302956" y="225146"/>
                  </a:lnTo>
                  <a:lnTo>
                    <a:pt x="301743" y="227505"/>
                  </a:lnTo>
                  <a:lnTo>
                    <a:pt x="300885" y="229230"/>
                  </a:lnTo>
                  <a:lnTo>
                    <a:pt x="300411" y="232829"/>
                  </a:lnTo>
                  <a:lnTo>
                    <a:pt x="300441" y="233888"/>
                  </a:lnTo>
                  <a:lnTo>
                    <a:pt x="300559" y="237155"/>
                  </a:lnTo>
                  <a:lnTo>
                    <a:pt x="299376" y="241390"/>
                  </a:lnTo>
                  <a:lnTo>
                    <a:pt x="297275" y="244173"/>
                  </a:lnTo>
                  <a:lnTo>
                    <a:pt x="294553" y="245927"/>
                  </a:lnTo>
                  <a:lnTo>
                    <a:pt x="292601" y="249346"/>
                  </a:lnTo>
                  <a:lnTo>
                    <a:pt x="291536" y="253550"/>
                  </a:lnTo>
                  <a:lnTo>
                    <a:pt x="288104" y="257089"/>
                  </a:lnTo>
                  <a:lnTo>
                    <a:pt x="284021" y="258935"/>
                  </a:lnTo>
                  <a:lnTo>
                    <a:pt x="282039" y="259812"/>
                  </a:lnTo>
                  <a:lnTo>
                    <a:pt x="277512" y="262323"/>
                  </a:lnTo>
                  <a:lnTo>
                    <a:pt x="274761" y="264531"/>
                  </a:lnTo>
                  <a:lnTo>
                    <a:pt x="274465" y="265166"/>
                  </a:lnTo>
                  <a:lnTo>
                    <a:pt x="273488" y="267132"/>
                  </a:lnTo>
                  <a:lnTo>
                    <a:pt x="272246" y="269703"/>
                  </a:lnTo>
                  <a:lnTo>
                    <a:pt x="269790" y="273515"/>
                  </a:lnTo>
                  <a:lnTo>
                    <a:pt x="266358" y="276419"/>
                  </a:lnTo>
                  <a:lnTo>
                    <a:pt x="261151" y="278143"/>
                  </a:lnTo>
                  <a:lnTo>
                    <a:pt x="255323" y="279020"/>
                  </a:lnTo>
                  <a:lnTo>
                    <a:pt x="250648" y="277054"/>
                  </a:lnTo>
                  <a:lnTo>
                    <a:pt x="244998" y="276026"/>
                  </a:lnTo>
                  <a:lnTo>
                    <a:pt x="241773" y="277447"/>
                  </a:lnTo>
                  <a:lnTo>
                    <a:pt x="240234" y="279353"/>
                  </a:lnTo>
                  <a:lnTo>
                    <a:pt x="238933" y="280956"/>
                  </a:lnTo>
                  <a:lnTo>
                    <a:pt x="239317" y="286280"/>
                  </a:lnTo>
                  <a:lnTo>
                    <a:pt x="238637" y="293479"/>
                  </a:lnTo>
                  <a:lnTo>
                    <a:pt x="237779" y="302010"/>
                  </a:lnTo>
                  <a:lnTo>
                    <a:pt x="236950" y="307606"/>
                  </a:lnTo>
                  <a:lnTo>
                    <a:pt x="229081" y="328418"/>
                  </a:lnTo>
                  <a:lnTo>
                    <a:pt x="226536" y="333318"/>
                  </a:lnTo>
                  <a:lnTo>
                    <a:pt x="225442" y="335405"/>
                  </a:lnTo>
                  <a:lnTo>
                    <a:pt x="219021" y="344087"/>
                  </a:lnTo>
                  <a:lnTo>
                    <a:pt x="216566" y="348201"/>
                  </a:lnTo>
                  <a:lnTo>
                    <a:pt x="216004" y="349411"/>
                  </a:lnTo>
                  <a:lnTo>
                    <a:pt x="212276" y="357457"/>
                  </a:lnTo>
                  <a:lnTo>
                    <a:pt x="206862" y="365655"/>
                  </a:lnTo>
                  <a:lnTo>
                    <a:pt x="202809" y="371856"/>
                  </a:lnTo>
                  <a:lnTo>
                    <a:pt x="201063" y="375395"/>
                  </a:lnTo>
                  <a:lnTo>
                    <a:pt x="200383" y="377694"/>
                  </a:lnTo>
                  <a:lnTo>
                    <a:pt x="198726" y="379358"/>
                  </a:lnTo>
                  <a:lnTo>
                    <a:pt x="199051" y="382171"/>
                  </a:lnTo>
                  <a:lnTo>
                    <a:pt x="198548" y="383925"/>
                  </a:lnTo>
                  <a:lnTo>
                    <a:pt x="194051" y="387767"/>
                  </a:lnTo>
                  <a:lnTo>
                    <a:pt x="192247" y="392577"/>
                  </a:lnTo>
                  <a:lnTo>
                    <a:pt x="190708" y="394634"/>
                  </a:lnTo>
                  <a:lnTo>
                    <a:pt x="189199" y="398264"/>
                  </a:lnTo>
                  <a:lnTo>
                    <a:pt x="185560" y="401440"/>
                  </a:lnTo>
                  <a:lnTo>
                    <a:pt x="182039" y="405523"/>
                  </a:lnTo>
                  <a:lnTo>
                    <a:pt x="180974" y="410454"/>
                  </a:lnTo>
                  <a:lnTo>
                    <a:pt x="181270" y="414961"/>
                  </a:lnTo>
                  <a:lnTo>
                    <a:pt x="181359" y="416564"/>
                  </a:lnTo>
                  <a:lnTo>
                    <a:pt x="181300" y="418349"/>
                  </a:lnTo>
                  <a:lnTo>
                    <a:pt x="182720" y="422433"/>
                  </a:lnTo>
                  <a:lnTo>
                    <a:pt x="187927" y="433807"/>
                  </a:lnTo>
                  <a:lnTo>
                    <a:pt x="191389" y="435501"/>
                  </a:lnTo>
                  <a:lnTo>
                    <a:pt x="194998" y="436590"/>
                  </a:lnTo>
                  <a:lnTo>
                    <a:pt x="200116" y="438949"/>
                  </a:lnTo>
                  <a:lnTo>
                    <a:pt x="204761" y="439856"/>
                  </a:lnTo>
                  <a:lnTo>
                    <a:pt x="205235" y="439947"/>
                  </a:lnTo>
                  <a:lnTo>
                    <a:pt x="206625" y="440824"/>
                  </a:lnTo>
                  <a:lnTo>
                    <a:pt x="208104" y="440824"/>
                  </a:lnTo>
                  <a:lnTo>
                    <a:pt x="209613" y="440824"/>
                  </a:lnTo>
                  <a:lnTo>
                    <a:pt x="210619" y="442397"/>
                  </a:lnTo>
                  <a:lnTo>
                    <a:pt x="211004" y="443668"/>
                  </a:lnTo>
                  <a:lnTo>
                    <a:pt x="211595" y="444636"/>
                  </a:lnTo>
                  <a:lnTo>
                    <a:pt x="213075" y="445332"/>
                  </a:lnTo>
                  <a:lnTo>
                    <a:pt x="213637" y="447056"/>
                  </a:lnTo>
                  <a:lnTo>
                    <a:pt x="214288" y="448054"/>
                  </a:lnTo>
                  <a:lnTo>
                    <a:pt x="215353" y="448659"/>
                  </a:lnTo>
                  <a:lnTo>
                    <a:pt x="216684" y="448931"/>
                  </a:lnTo>
                  <a:lnTo>
                    <a:pt x="217720" y="449415"/>
                  </a:lnTo>
                  <a:lnTo>
                    <a:pt x="219258" y="450111"/>
                  </a:lnTo>
                  <a:lnTo>
                    <a:pt x="220915" y="450535"/>
                  </a:lnTo>
                  <a:lnTo>
                    <a:pt x="222010" y="451714"/>
                  </a:lnTo>
                  <a:lnTo>
                    <a:pt x="222690" y="453075"/>
                  </a:lnTo>
                  <a:lnTo>
                    <a:pt x="223163" y="454406"/>
                  </a:lnTo>
                  <a:lnTo>
                    <a:pt x="223726" y="455677"/>
                  </a:lnTo>
                  <a:lnTo>
                    <a:pt x="224288" y="456675"/>
                  </a:lnTo>
                  <a:lnTo>
                    <a:pt x="225974" y="457704"/>
                  </a:lnTo>
                  <a:lnTo>
                    <a:pt x="227542" y="459549"/>
                  </a:lnTo>
                  <a:lnTo>
                    <a:pt x="228163" y="461697"/>
                  </a:lnTo>
                  <a:lnTo>
                    <a:pt x="227187" y="463239"/>
                  </a:lnTo>
                  <a:lnTo>
                    <a:pt x="226655" y="463542"/>
                  </a:lnTo>
                  <a:lnTo>
                    <a:pt x="226684" y="464238"/>
                  </a:lnTo>
                  <a:lnTo>
                    <a:pt x="226300" y="465085"/>
                  </a:lnTo>
                  <a:lnTo>
                    <a:pt x="226122" y="466053"/>
                  </a:lnTo>
                  <a:lnTo>
                    <a:pt x="226566" y="467141"/>
                  </a:lnTo>
                  <a:lnTo>
                    <a:pt x="227187" y="467625"/>
                  </a:lnTo>
                  <a:lnTo>
                    <a:pt x="228045" y="468109"/>
                  </a:lnTo>
                  <a:lnTo>
                    <a:pt x="228844" y="468170"/>
                  </a:lnTo>
                  <a:lnTo>
                    <a:pt x="229376" y="468291"/>
                  </a:lnTo>
                  <a:lnTo>
                    <a:pt x="230767" y="471739"/>
                  </a:lnTo>
                  <a:lnTo>
                    <a:pt x="230974" y="472314"/>
                  </a:lnTo>
                  <a:lnTo>
                    <a:pt x="231211" y="472798"/>
                  </a:lnTo>
                  <a:lnTo>
                    <a:pt x="232069" y="473040"/>
                  </a:lnTo>
                  <a:lnTo>
                    <a:pt x="232927" y="472980"/>
                  </a:lnTo>
                  <a:lnTo>
                    <a:pt x="232808" y="474522"/>
                  </a:lnTo>
                  <a:lnTo>
                    <a:pt x="232779" y="475127"/>
                  </a:lnTo>
                  <a:lnTo>
                    <a:pt x="232956" y="476095"/>
                  </a:lnTo>
                  <a:lnTo>
                    <a:pt x="233134" y="477094"/>
                  </a:lnTo>
                  <a:lnTo>
                    <a:pt x="233370" y="477305"/>
                  </a:lnTo>
                  <a:lnTo>
                    <a:pt x="233282" y="478667"/>
                  </a:lnTo>
                  <a:lnTo>
                    <a:pt x="232601" y="481601"/>
                  </a:lnTo>
                  <a:lnTo>
                    <a:pt x="231684" y="483839"/>
                  </a:lnTo>
                  <a:lnTo>
                    <a:pt x="232335" y="485654"/>
                  </a:lnTo>
                  <a:lnTo>
                    <a:pt x="228844" y="487046"/>
                  </a:lnTo>
                  <a:lnTo>
                    <a:pt x="226743" y="487923"/>
                  </a:lnTo>
                  <a:lnTo>
                    <a:pt x="215323" y="492491"/>
                  </a:lnTo>
                  <a:lnTo>
                    <a:pt x="212779" y="493307"/>
                  </a:lnTo>
                  <a:lnTo>
                    <a:pt x="199288" y="497542"/>
                  </a:lnTo>
                  <a:lnTo>
                    <a:pt x="192868" y="499932"/>
                  </a:lnTo>
                  <a:lnTo>
                    <a:pt x="192128" y="500083"/>
                  </a:lnTo>
                  <a:lnTo>
                    <a:pt x="185294" y="501414"/>
                  </a:lnTo>
                  <a:lnTo>
                    <a:pt x="184051" y="501202"/>
                  </a:lnTo>
                  <a:lnTo>
                    <a:pt x="179939" y="500960"/>
                  </a:lnTo>
                  <a:lnTo>
                    <a:pt x="177187" y="500265"/>
                  </a:lnTo>
                  <a:lnTo>
                    <a:pt x="175412" y="500325"/>
                  </a:lnTo>
                  <a:lnTo>
                    <a:pt x="174258" y="500658"/>
                  </a:lnTo>
                  <a:lnTo>
                    <a:pt x="172395" y="500718"/>
                  </a:lnTo>
                  <a:lnTo>
                    <a:pt x="171093" y="500053"/>
                  </a:lnTo>
                  <a:lnTo>
                    <a:pt x="169998" y="499811"/>
                  </a:lnTo>
                  <a:lnTo>
                    <a:pt x="168312" y="499781"/>
                  </a:lnTo>
                  <a:lnTo>
                    <a:pt x="167276" y="499902"/>
                  </a:lnTo>
                  <a:lnTo>
                    <a:pt x="166034" y="499932"/>
                  </a:lnTo>
                  <a:lnTo>
                    <a:pt x="165620" y="499962"/>
                  </a:lnTo>
                  <a:lnTo>
                    <a:pt x="164495" y="500597"/>
                  </a:lnTo>
                  <a:lnTo>
                    <a:pt x="163963" y="500658"/>
                  </a:lnTo>
                  <a:lnTo>
                    <a:pt x="160560" y="500053"/>
                  </a:lnTo>
                  <a:lnTo>
                    <a:pt x="158844" y="499781"/>
                  </a:lnTo>
                  <a:lnTo>
                    <a:pt x="157868" y="499599"/>
                  </a:lnTo>
                  <a:lnTo>
                    <a:pt x="155265" y="499115"/>
                  </a:lnTo>
                  <a:lnTo>
                    <a:pt x="154643" y="499024"/>
                  </a:lnTo>
                  <a:lnTo>
                    <a:pt x="152424" y="498782"/>
                  </a:lnTo>
                  <a:lnTo>
                    <a:pt x="151537" y="498661"/>
                  </a:lnTo>
                  <a:lnTo>
                    <a:pt x="150235" y="498177"/>
                  </a:lnTo>
                  <a:lnTo>
                    <a:pt x="149939" y="498087"/>
                  </a:lnTo>
                  <a:lnTo>
                    <a:pt x="149347" y="497996"/>
                  </a:lnTo>
                  <a:lnTo>
                    <a:pt x="148667" y="497935"/>
                  </a:lnTo>
                  <a:lnTo>
                    <a:pt x="147217" y="497935"/>
                  </a:lnTo>
                  <a:lnTo>
                    <a:pt x="144614" y="498389"/>
                  </a:lnTo>
                  <a:lnTo>
                    <a:pt x="142336" y="499085"/>
                  </a:lnTo>
                  <a:lnTo>
                    <a:pt x="141004" y="499236"/>
                  </a:lnTo>
                  <a:lnTo>
                    <a:pt x="138933" y="499720"/>
                  </a:lnTo>
                  <a:lnTo>
                    <a:pt x="134762" y="500083"/>
                  </a:lnTo>
                  <a:lnTo>
                    <a:pt x="131803" y="500658"/>
                  </a:lnTo>
                  <a:lnTo>
                    <a:pt x="131241" y="500930"/>
                  </a:lnTo>
                  <a:lnTo>
                    <a:pt x="126922" y="501565"/>
                  </a:lnTo>
                  <a:lnTo>
                    <a:pt x="124052" y="502140"/>
                  </a:lnTo>
                  <a:lnTo>
                    <a:pt x="117188" y="502170"/>
                  </a:lnTo>
                  <a:lnTo>
                    <a:pt x="116507" y="502140"/>
                  </a:lnTo>
                  <a:lnTo>
                    <a:pt x="115206" y="501928"/>
                  </a:lnTo>
                  <a:lnTo>
                    <a:pt x="114081" y="501959"/>
                  </a:lnTo>
                  <a:lnTo>
                    <a:pt x="111300" y="502533"/>
                  </a:lnTo>
                  <a:lnTo>
                    <a:pt x="109111" y="502775"/>
                  </a:lnTo>
                  <a:lnTo>
                    <a:pt x="107750" y="502806"/>
                  </a:lnTo>
                  <a:lnTo>
                    <a:pt x="106034" y="502654"/>
                  </a:lnTo>
                  <a:lnTo>
                    <a:pt x="105709" y="502654"/>
                  </a:lnTo>
                  <a:lnTo>
                    <a:pt x="105058" y="502685"/>
                  </a:lnTo>
                  <a:lnTo>
                    <a:pt x="103371" y="502503"/>
                  </a:lnTo>
                  <a:lnTo>
                    <a:pt x="101212" y="503108"/>
                  </a:lnTo>
                  <a:lnTo>
                    <a:pt x="100265" y="503290"/>
                  </a:lnTo>
                  <a:lnTo>
                    <a:pt x="99111" y="503471"/>
                  </a:lnTo>
                  <a:lnTo>
                    <a:pt x="98105" y="503653"/>
                  </a:lnTo>
                  <a:lnTo>
                    <a:pt x="95738" y="504469"/>
                  </a:lnTo>
                  <a:lnTo>
                    <a:pt x="94437" y="504742"/>
                  </a:lnTo>
                  <a:lnTo>
                    <a:pt x="92898" y="504832"/>
                  </a:lnTo>
                  <a:lnTo>
                    <a:pt x="91981" y="504893"/>
                  </a:lnTo>
                  <a:lnTo>
                    <a:pt x="88312" y="506072"/>
                  </a:lnTo>
                  <a:lnTo>
                    <a:pt x="85354" y="507010"/>
                  </a:lnTo>
                  <a:lnTo>
                    <a:pt x="84703" y="507434"/>
                  </a:lnTo>
                  <a:lnTo>
                    <a:pt x="82543" y="508613"/>
                  </a:lnTo>
                  <a:lnTo>
                    <a:pt x="80650" y="509460"/>
                  </a:lnTo>
                  <a:lnTo>
                    <a:pt x="79230" y="510126"/>
                  </a:lnTo>
                  <a:lnTo>
                    <a:pt x="76360" y="510549"/>
                  </a:lnTo>
                  <a:lnTo>
                    <a:pt x="73756" y="510973"/>
                  </a:lnTo>
                  <a:lnTo>
                    <a:pt x="73224" y="511064"/>
                  </a:lnTo>
                  <a:lnTo>
                    <a:pt x="72455" y="511094"/>
                  </a:lnTo>
                  <a:lnTo>
                    <a:pt x="69496" y="511608"/>
                  </a:lnTo>
                  <a:lnTo>
                    <a:pt x="68253" y="512062"/>
                  </a:lnTo>
                  <a:lnTo>
                    <a:pt x="65206" y="512667"/>
                  </a:lnTo>
                  <a:lnTo>
                    <a:pt x="62780" y="513332"/>
                  </a:lnTo>
                  <a:lnTo>
                    <a:pt x="62366" y="513544"/>
                  </a:lnTo>
                  <a:lnTo>
                    <a:pt x="62188" y="513605"/>
                  </a:lnTo>
                  <a:lnTo>
                    <a:pt x="59555" y="515299"/>
                  </a:lnTo>
                  <a:lnTo>
                    <a:pt x="58756" y="516327"/>
                  </a:lnTo>
                  <a:lnTo>
                    <a:pt x="56094" y="521863"/>
                  </a:lnTo>
                  <a:lnTo>
                    <a:pt x="55443" y="525039"/>
                  </a:lnTo>
                  <a:lnTo>
                    <a:pt x="55295" y="525735"/>
                  </a:lnTo>
                  <a:lnTo>
                    <a:pt x="55029" y="526793"/>
                  </a:lnTo>
                  <a:lnTo>
                    <a:pt x="54437" y="530514"/>
                  </a:lnTo>
                  <a:lnTo>
                    <a:pt x="53461" y="533630"/>
                  </a:lnTo>
                  <a:lnTo>
                    <a:pt x="50768" y="533176"/>
                  </a:lnTo>
                  <a:lnTo>
                    <a:pt x="50354" y="533267"/>
                  </a:lnTo>
                  <a:lnTo>
                    <a:pt x="50295" y="532662"/>
                  </a:lnTo>
                  <a:lnTo>
                    <a:pt x="50058" y="532692"/>
                  </a:lnTo>
                  <a:lnTo>
                    <a:pt x="49407" y="532420"/>
                  </a:lnTo>
                  <a:lnTo>
                    <a:pt x="49319" y="532571"/>
                  </a:lnTo>
                  <a:lnTo>
                    <a:pt x="48757" y="532299"/>
                  </a:lnTo>
                  <a:lnTo>
                    <a:pt x="48668" y="532480"/>
                  </a:lnTo>
                  <a:lnTo>
                    <a:pt x="48520" y="532390"/>
                  </a:lnTo>
                  <a:lnTo>
                    <a:pt x="48431" y="532601"/>
                  </a:lnTo>
                  <a:lnTo>
                    <a:pt x="47810" y="532390"/>
                  </a:lnTo>
                  <a:lnTo>
                    <a:pt x="47396" y="532117"/>
                  </a:lnTo>
                  <a:lnTo>
                    <a:pt x="47248" y="532208"/>
                  </a:lnTo>
                  <a:lnTo>
                    <a:pt x="46981" y="532057"/>
                  </a:lnTo>
                  <a:lnTo>
                    <a:pt x="47011" y="531906"/>
                  </a:lnTo>
                  <a:lnTo>
                    <a:pt x="46626" y="531875"/>
                  </a:lnTo>
                  <a:lnTo>
                    <a:pt x="46538" y="531603"/>
                  </a:lnTo>
                  <a:lnTo>
                    <a:pt x="46005" y="531361"/>
                  </a:lnTo>
                  <a:lnTo>
                    <a:pt x="45768" y="531361"/>
                  </a:lnTo>
                  <a:lnTo>
                    <a:pt x="44910" y="530968"/>
                  </a:lnTo>
                  <a:lnTo>
                    <a:pt x="44526" y="530665"/>
                  </a:lnTo>
                  <a:lnTo>
                    <a:pt x="43697" y="530575"/>
                  </a:lnTo>
                  <a:lnTo>
                    <a:pt x="43342" y="530393"/>
                  </a:lnTo>
                  <a:lnTo>
                    <a:pt x="42839" y="530272"/>
                  </a:lnTo>
                  <a:lnTo>
                    <a:pt x="42129" y="530242"/>
                  </a:lnTo>
                  <a:lnTo>
                    <a:pt x="41567" y="530151"/>
                  </a:lnTo>
                  <a:lnTo>
                    <a:pt x="41390" y="529970"/>
                  </a:lnTo>
                  <a:lnTo>
                    <a:pt x="40946" y="529728"/>
                  </a:lnTo>
                  <a:lnTo>
                    <a:pt x="40502" y="529516"/>
                  </a:lnTo>
                  <a:lnTo>
                    <a:pt x="39999" y="529274"/>
                  </a:lnTo>
                  <a:lnTo>
                    <a:pt x="39555" y="529062"/>
                  </a:lnTo>
                  <a:lnTo>
                    <a:pt x="39141" y="528608"/>
                  </a:lnTo>
                  <a:lnTo>
                    <a:pt x="38727" y="528034"/>
                  </a:lnTo>
                  <a:lnTo>
                    <a:pt x="38786" y="527096"/>
                  </a:lnTo>
                  <a:lnTo>
                    <a:pt x="38934" y="526219"/>
                  </a:lnTo>
                  <a:lnTo>
                    <a:pt x="39289" y="524918"/>
                  </a:lnTo>
                  <a:lnTo>
                    <a:pt x="38934" y="524283"/>
                  </a:lnTo>
                  <a:lnTo>
                    <a:pt x="37277" y="522679"/>
                  </a:lnTo>
                  <a:lnTo>
                    <a:pt x="36508" y="521469"/>
                  </a:lnTo>
                  <a:lnTo>
                    <a:pt x="35650" y="519806"/>
                  </a:lnTo>
                  <a:lnTo>
                    <a:pt x="35118" y="518566"/>
                  </a:lnTo>
                  <a:lnTo>
                    <a:pt x="34763" y="517900"/>
                  </a:lnTo>
                  <a:lnTo>
                    <a:pt x="34319" y="517325"/>
                  </a:lnTo>
                  <a:lnTo>
                    <a:pt x="33993" y="516297"/>
                  </a:lnTo>
                  <a:lnTo>
                    <a:pt x="33638" y="515268"/>
                  </a:lnTo>
                  <a:lnTo>
                    <a:pt x="33135" y="514784"/>
                  </a:lnTo>
                  <a:lnTo>
                    <a:pt x="32751" y="514421"/>
                  </a:lnTo>
                  <a:lnTo>
                    <a:pt x="32484" y="514119"/>
                  </a:lnTo>
                  <a:lnTo>
                    <a:pt x="32100" y="513211"/>
                  </a:lnTo>
                  <a:lnTo>
                    <a:pt x="31597" y="512788"/>
                  </a:lnTo>
                  <a:lnTo>
                    <a:pt x="31449" y="512697"/>
                  </a:lnTo>
                  <a:lnTo>
                    <a:pt x="30443" y="512062"/>
                  </a:lnTo>
                  <a:lnTo>
                    <a:pt x="30177" y="512032"/>
                  </a:lnTo>
                  <a:lnTo>
                    <a:pt x="29822" y="511245"/>
                  </a:lnTo>
                  <a:lnTo>
                    <a:pt x="29230" y="510338"/>
                  </a:lnTo>
                  <a:lnTo>
                    <a:pt x="28638" y="509823"/>
                  </a:lnTo>
                  <a:lnTo>
                    <a:pt x="27987" y="509007"/>
                  </a:lnTo>
                  <a:lnTo>
                    <a:pt x="27277" y="507918"/>
                  </a:lnTo>
                  <a:lnTo>
                    <a:pt x="26597" y="507071"/>
                  </a:lnTo>
                  <a:lnTo>
                    <a:pt x="26153" y="506556"/>
                  </a:lnTo>
                  <a:lnTo>
                    <a:pt x="25739" y="506163"/>
                  </a:lnTo>
                  <a:lnTo>
                    <a:pt x="25443" y="505800"/>
                  </a:lnTo>
                  <a:lnTo>
                    <a:pt x="25384" y="505256"/>
                  </a:lnTo>
                  <a:lnTo>
                    <a:pt x="25354" y="504953"/>
                  </a:lnTo>
                  <a:lnTo>
                    <a:pt x="25147" y="504621"/>
                  </a:lnTo>
                  <a:lnTo>
                    <a:pt x="25058" y="504318"/>
                  </a:lnTo>
                  <a:lnTo>
                    <a:pt x="25502" y="502987"/>
                  </a:lnTo>
                  <a:lnTo>
                    <a:pt x="25887" y="502443"/>
                  </a:lnTo>
                  <a:lnTo>
                    <a:pt x="25946" y="502019"/>
                  </a:lnTo>
                  <a:lnTo>
                    <a:pt x="26360" y="501777"/>
                  </a:lnTo>
                  <a:lnTo>
                    <a:pt x="26360" y="501414"/>
                  </a:lnTo>
                  <a:lnTo>
                    <a:pt x="26242" y="501233"/>
                  </a:lnTo>
                  <a:lnTo>
                    <a:pt x="26153" y="500809"/>
                  </a:lnTo>
                  <a:lnTo>
                    <a:pt x="25976" y="500658"/>
                  </a:lnTo>
                  <a:lnTo>
                    <a:pt x="25976" y="499992"/>
                  </a:lnTo>
                  <a:lnTo>
                    <a:pt x="26153" y="499902"/>
                  </a:lnTo>
                  <a:lnTo>
                    <a:pt x="26124" y="499297"/>
                  </a:lnTo>
                  <a:lnTo>
                    <a:pt x="26183" y="498389"/>
                  </a:lnTo>
                  <a:lnTo>
                    <a:pt x="26064" y="497875"/>
                  </a:lnTo>
                  <a:lnTo>
                    <a:pt x="26212" y="497814"/>
                  </a:lnTo>
                  <a:lnTo>
                    <a:pt x="26271" y="496907"/>
                  </a:lnTo>
                  <a:lnTo>
                    <a:pt x="27721" y="496272"/>
                  </a:lnTo>
                  <a:lnTo>
                    <a:pt x="28047" y="496120"/>
                  </a:lnTo>
                  <a:lnTo>
                    <a:pt x="29082" y="495606"/>
                  </a:lnTo>
                  <a:lnTo>
                    <a:pt x="30591" y="493307"/>
                  </a:lnTo>
                  <a:lnTo>
                    <a:pt x="32011" y="492007"/>
                  </a:lnTo>
                  <a:lnTo>
                    <a:pt x="32041" y="488800"/>
                  </a:lnTo>
                  <a:lnTo>
                    <a:pt x="33017" y="487015"/>
                  </a:lnTo>
                  <a:lnTo>
                    <a:pt x="33905" y="484989"/>
                  </a:lnTo>
                  <a:lnTo>
                    <a:pt x="33845" y="483597"/>
                  </a:lnTo>
                  <a:lnTo>
                    <a:pt x="33076" y="481843"/>
                  </a:lnTo>
                  <a:lnTo>
                    <a:pt x="32159" y="481056"/>
                  </a:lnTo>
                  <a:lnTo>
                    <a:pt x="31567" y="479483"/>
                  </a:lnTo>
                  <a:lnTo>
                    <a:pt x="30621" y="477850"/>
                  </a:lnTo>
                  <a:lnTo>
                    <a:pt x="30916" y="475430"/>
                  </a:lnTo>
                  <a:lnTo>
                    <a:pt x="31331" y="472435"/>
                  </a:lnTo>
                  <a:lnTo>
                    <a:pt x="31952" y="470287"/>
                  </a:lnTo>
                  <a:lnTo>
                    <a:pt x="31834" y="468079"/>
                  </a:lnTo>
                  <a:lnTo>
                    <a:pt x="30621" y="466627"/>
                  </a:lnTo>
                  <a:lnTo>
                    <a:pt x="29555" y="465266"/>
                  </a:lnTo>
                  <a:lnTo>
                    <a:pt x="28786" y="464722"/>
                  </a:lnTo>
                  <a:lnTo>
                    <a:pt x="28076" y="464238"/>
                  </a:lnTo>
                  <a:lnTo>
                    <a:pt x="26922" y="462302"/>
                  </a:lnTo>
                  <a:lnTo>
                    <a:pt x="25473" y="460275"/>
                  </a:lnTo>
                  <a:lnTo>
                    <a:pt x="25177" y="456463"/>
                  </a:lnTo>
                  <a:lnTo>
                    <a:pt x="25798" y="455072"/>
                  </a:lnTo>
                  <a:lnTo>
                    <a:pt x="25828" y="453257"/>
                  </a:lnTo>
                  <a:lnTo>
                    <a:pt x="25680" y="451745"/>
                  </a:lnTo>
                  <a:lnTo>
                    <a:pt x="24674" y="450232"/>
                  </a:lnTo>
                  <a:lnTo>
                    <a:pt x="23047" y="449567"/>
                  </a:lnTo>
                  <a:lnTo>
                    <a:pt x="21124" y="449204"/>
                  </a:lnTo>
                  <a:lnTo>
                    <a:pt x="19644" y="448931"/>
                  </a:lnTo>
                  <a:lnTo>
                    <a:pt x="18550" y="448266"/>
                  </a:lnTo>
                  <a:lnTo>
                    <a:pt x="16538" y="448115"/>
                  </a:lnTo>
                  <a:lnTo>
                    <a:pt x="16479" y="447631"/>
                  </a:lnTo>
                  <a:lnTo>
                    <a:pt x="15976" y="442730"/>
                  </a:lnTo>
                  <a:lnTo>
                    <a:pt x="15976" y="440613"/>
                  </a:lnTo>
                  <a:lnTo>
                    <a:pt x="15976" y="439977"/>
                  </a:lnTo>
                  <a:lnTo>
                    <a:pt x="15798" y="438284"/>
                  </a:lnTo>
                  <a:lnTo>
                    <a:pt x="14970" y="437013"/>
                  </a:lnTo>
                  <a:lnTo>
                    <a:pt x="13698" y="436832"/>
                  </a:lnTo>
                  <a:lnTo>
                    <a:pt x="11567" y="434442"/>
                  </a:lnTo>
                  <a:lnTo>
                    <a:pt x="9408" y="430328"/>
                  </a:lnTo>
                  <a:lnTo>
                    <a:pt x="7633" y="428331"/>
                  </a:lnTo>
                  <a:lnTo>
                    <a:pt x="7278" y="426668"/>
                  </a:lnTo>
                  <a:lnTo>
                    <a:pt x="7278" y="424248"/>
                  </a:lnTo>
                  <a:lnTo>
                    <a:pt x="7633" y="423673"/>
                  </a:lnTo>
                  <a:lnTo>
                    <a:pt x="8165" y="422463"/>
                  </a:lnTo>
                  <a:lnTo>
                    <a:pt x="8165" y="420951"/>
                  </a:lnTo>
                  <a:lnTo>
                    <a:pt x="7751" y="419045"/>
                  </a:lnTo>
                  <a:lnTo>
                    <a:pt x="6982" y="417926"/>
                  </a:lnTo>
                  <a:lnTo>
                    <a:pt x="5680" y="415778"/>
                  </a:lnTo>
                  <a:lnTo>
                    <a:pt x="5325" y="415052"/>
                  </a:lnTo>
                  <a:lnTo>
                    <a:pt x="4526" y="413963"/>
                  </a:lnTo>
                  <a:lnTo>
                    <a:pt x="3076" y="413055"/>
                  </a:lnTo>
                  <a:lnTo>
                    <a:pt x="1923" y="412693"/>
                  </a:lnTo>
                  <a:lnTo>
                    <a:pt x="1005" y="412813"/>
                  </a:lnTo>
                  <a:lnTo>
                    <a:pt x="473" y="412027"/>
                  </a:lnTo>
                  <a:lnTo>
                    <a:pt x="0" y="411180"/>
                  </a:lnTo>
                  <a:lnTo>
                    <a:pt x="828" y="409940"/>
                  </a:lnTo>
                  <a:lnTo>
                    <a:pt x="1094" y="404737"/>
                  </a:lnTo>
                  <a:lnTo>
                    <a:pt x="1863" y="401228"/>
                  </a:lnTo>
                  <a:lnTo>
                    <a:pt x="2692" y="397840"/>
                  </a:lnTo>
                  <a:lnTo>
                    <a:pt x="236" y="390036"/>
                  </a:lnTo>
                  <a:lnTo>
                    <a:pt x="2189" y="385377"/>
                  </a:lnTo>
                  <a:lnTo>
                    <a:pt x="2603" y="383865"/>
                  </a:lnTo>
                  <a:lnTo>
                    <a:pt x="2603" y="383351"/>
                  </a:lnTo>
                  <a:lnTo>
                    <a:pt x="2307" y="382534"/>
                  </a:lnTo>
                  <a:lnTo>
                    <a:pt x="1923" y="381505"/>
                  </a:lnTo>
                  <a:lnTo>
                    <a:pt x="1005" y="379327"/>
                  </a:lnTo>
                  <a:lnTo>
                    <a:pt x="1183" y="377633"/>
                  </a:lnTo>
                  <a:lnTo>
                    <a:pt x="1952" y="376000"/>
                  </a:lnTo>
                  <a:lnTo>
                    <a:pt x="2159" y="375576"/>
                  </a:lnTo>
                  <a:lnTo>
                    <a:pt x="3017" y="373701"/>
                  </a:lnTo>
                  <a:lnTo>
                    <a:pt x="3816" y="372491"/>
                  </a:lnTo>
                  <a:lnTo>
                    <a:pt x="5917" y="370041"/>
                  </a:lnTo>
                  <a:lnTo>
                    <a:pt x="6567" y="368528"/>
                  </a:lnTo>
                  <a:lnTo>
                    <a:pt x="6923" y="367681"/>
                  </a:lnTo>
                  <a:lnTo>
                    <a:pt x="6656" y="366078"/>
                  </a:lnTo>
                  <a:lnTo>
                    <a:pt x="6804" y="365382"/>
                  </a:lnTo>
                  <a:lnTo>
                    <a:pt x="6094" y="363688"/>
                  </a:lnTo>
                  <a:lnTo>
                    <a:pt x="5384" y="362025"/>
                  </a:lnTo>
                  <a:lnTo>
                    <a:pt x="5710" y="360875"/>
                  </a:lnTo>
                  <a:lnTo>
                    <a:pt x="5946" y="360179"/>
                  </a:lnTo>
                  <a:lnTo>
                    <a:pt x="5562" y="359333"/>
                  </a:lnTo>
                  <a:lnTo>
                    <a:pt x="5857" y="357941"/>
                  </a:lnTo>
                  <a:lnTo>
                    <a:pt x="5946" y="356459"/>
                  </a:lnTo>
                  <a:lnTo>
                    <a:pt x="4940" y="355703"/>
                  </a:lnTo>
                  <a:lnTo>
                    <a:pt x="4644" y="354735"/>
                  </a:lnTo>
                  <a:lnTo>
                    <a:pt x="4082" y="353343"/>
                  </a:lnTo>
                  <a:lnTo>
                    <a:pt x="4349" y="350802"/>
                  </a:lnTo>
                  <a:lnTo>
                    <a:pt x="4408" y="348715"/>
                  </a:lnTo>
                  <a:lnTo>
                    <a:pt x="4023" y="347475"/>
                  </a:lnTo>
                  <a:lnTo>
                    <a:pt x="3639" y="346053"/>
                  </a:lnTo>
                  <a:lnTo>
                    <a:pt x="3343" y="342423"/>
                  </a:lnTo>
                  <a:lnTo>
                    <a:pt x="3727" y="340306"/>
                  </a:lnTo>
                  <a:lnTo>
                    <a:pt x="4171" y="339186"/>
                  </a:lnTo>
                  <a:lnTo>
                    <a:pt x="5059" y="338007"/>
                  </a:lnTo>
                  <a:lnTo>
                    <a:pt x="6242" y="336313"/>
                  </a:lnTo>
                  <a:lnTo>
                    <a:pt x="6153" y="335375"/>
                  </a:lnTo>
                  <a:lnTo>
                    <a:pt x="5710" y="334800"/>
                  </a:lnTo>
                  <a:lnTo>
                    <a:pt x="4999" y="333923"/>
                  </a:lnTo>
                  <a:lnTo>
                    <a:pt x="4349" y="332864"/>
                  </a:lnTo>
                  <a:lnTo>
                    <a:pt x="4615" y="329144"/>
                  </a:lnTo>
                  <a:lnTo>
                    <a:pt x="5266" y="328085"/>
                  </a:lnTo>
                  <a:lnTo>
                    <a:pt x="5650" y="327147"/>
                  </a:lnTo>
                  <a:lnTo>
                    <a:pt x="6301" y="325725"/>
                  </a:lnTo>
                  <a:lnTo>
                    <a:pt x="6567" y="324909"/>
                  </a:lnTo>
                  <a:lnTo>
                    <a:pt x="7810" y="323608"/>
                  </a:lnTo>
                  <a:lnTo>
                    <a:pt x="9674" y="319766"/>
                  </a:lnTo>
                  <a:lnTo>
                    <a:pt x="10325" y="318224"/>
                  </a:lnTo>
                  <a:lnTo>
                    <a:pt x="7041" y="311992"/>
                  </a:lnTo>
                  <a:lnTo>
                    <a:pt x="6538" y="307485"/>
                  </a:lnTo>
                  <a:lnTo>
                    <a:pt x="7840" y="301919"/>
                  </a:lnTo>
                  <a:lnTo>
                    <a:pt x="11272" y="296474"/>
                  </a:lnTo>
                  <a:lnTo>
                    <a:pt x="14260" y="293600"/>
                  </a:lnTo>
                  <a:lnTo>
                    <a:pt x="16627" y="290545"/>
                  </a:lnTo>
                  <a:lnTo>
                    <a:pt x="20443" y="286341"/>
                  </a:lnTo>
                  <a:lnTo>
                    <a:pt x="26094" y="282075"/>
                  </a:lnTo>
                  <a:lnTo>
                    <a:pt x="30739" y="278446"/>
                  </a:lnTo>
                  <a:lnTo>
                    <a:pt x="31952" y="277296"/>
                  </a:lnTo>
                  <a:lnTo>
                    <a:pt x="35265" y="274150"/>
                  </a:lnTo>
                  <a:lnTo>
                    <a:pt x="38549" y="269129"/>
                  </a:lnTo>
                  <a:lnTo>
                    <a:pt x="38490" y="263775"/>
                  </a:lnTo>
                  <a:lnTo>
                    <a:pt x="40532" y="260114"/>
                  </a:lnTo>
                  <a:lnTo>
                    <a:pt x="40443" y="256333"/>
                  </a:lnTo>
                  <a:lnTo>
                    <a:pt x="41183" y="251009"/>
                  </a:lnTo>
                  <a:lnTo>
                    <a:pt x="43342" y="246200"/>
                  </a:lnTo>
                  <a:lnTo>
                    <a:pt x="45857" y="244475"/>
                  </a:lnTo>
                  <a:lnTo>
                    <a:pt x="46064" y="242902"/>
                  </a:lnTo>
                  <a:lnTo>
                    <a:pt x="44940" y="239756"/>
                  </a:lnTo>
                  <a:lnTo>
                    <a:pt x="40828" y="233253"/>
                  </a:lnTo>
                  <a:lnTo>
                    <a:pt x="40739" y="231135"/>
                  </a:lnTo>
                  <a:lnTo>
                    <a:pt x="46183" y="229048"/>
                  </a:lnTo>
                  <a:lnTo>
                    <a:pt x="47662" y="227142"/>
                  </a:lnTo>
                  <a:lnTo>
                    <a:pt x="49762" y="226265"/>
                  </a:lnTo>
                  <a:lnTo>
                    <a:pt x="50887" y="225812"/>
                  </a:lnTo>
                  <a:lnTo>
                    <a:pt x="53638" y="224511"/>
                  </a:lnTo>
                  <a:lnTo>
                    <a:pt x="55532" y="223029"/>
                  </a:lnTo>
                  <a:lnTo>
                    <a:pt x="57455" y="221002"/>
                  </a:lnTo>
                  <a:lnTo>
                    <a:pt x="58786" y="219973"/>
                  </a:lnTo>
                  <a:lnTo>
                    <a:pt x="59969" y="219641"/>
                  </a:lnTo>
                  <a:lnTo>
                    <a:pt x="62277" y="217311"/>
                  </a:lnTo>
                  <a:lnTo>
                    <a:pt x="66597" y="215436"/>
                  </a:lnTo>
                  <a:lnTo>
                    <a:pt x="69023" y="214649"/>
                  </a:lnTo>
                  <a:lnTo>
                    <a:pt x="71715" y="212714"/>
                  </a:lnTo>
                  <a:lnTo>
                    <a:pt x="75117" y="209235"/>
                  </a:lnTo>
                  <a:lnTo>
                    <a:pt x="75620" y="208085"/>
                  </a:lnTo>
                  <a:lnTo>
                    <a:pt x="75591" y="205484"/>
                  </a:lnTo>
                  <a:lnTo>
                    <a:pt x="75946" y="204153"/>
                  </a:lnTo>
                  <a:lnTo>
                    <a:pt x="76597" y="203487"/>
                  </a:lnTo>
                  <a:lnTo>
                    <a:pt x="78312" y="203094"/>
                  </a:lnTo>
                  <a:lnTo>
                    <a:pt x="79200" y="202913"/>
                  </a:lnTo>
                  <a:lnTo>
                    <a:pt x="81064" y="201824"/>
                  </a:lnTo>
                  <a:lnTo>
                    <a:pt x="81892" y="201037"/>
                  </a:lnTo>
                  <a:lnTo>
                    <a:pt x="82691" y="196016"/>
                  </a:lnTo>
                  <a:lnTo>
                    <a:pt x="89170" y="193656"/>
                  </a:lnTo>
                  <a:lnTo>
                    <a:pt x="91478" y="192446"/>
                  </a:lnTo>
                  <a:lnTo>
                    <a:pt x="92809" y="189663"/>
                  </a:lnTo>
                  <a:lnTo>
                    <a:pt x="93697" y="182010"/>
                  </a:lnTo>
                  <a:lnTo>
                    <a:pt x="96656" y="178017"/>
                  </a:lnTo>
                  <a:lnTo>
                    <a:pt x="100590" y="174297"/>
                  </a:lnTo>
                  <a:lnTo>
                    <a:pt x="104318" y="170758"/>
                  </a:lnTo>
                  <a:lnTo>
                    <a:pt x="112957" y="169366"/>
                  </a:lnTo>
                  <a:lnTo>
                    <a:pt x="119851" y="169729"/>
                  </a:lnTo>
                  <a:lnTo>
                    <a:pt x="124141" y="169185"/>
                  </a:lnTo>
                  <a:lnTo>
                    <a:pt x="125857" y="167702"/>
                  </a:lnTo>
                  <a:lnTo>
                    <a:pt x="124762" y="164405"/>
                  </a:lnTo>
                  <a:lnTo>
                    <a:pt x="124584" y="163891"/>
                  </a:lnTo>
                  <a:lnTo>
                    <a:pt x="122928" y="162015"/>
                  </a:lnTo>
                  <a:lnTo>
                    <a:pt x="120502" y="159233"/>
                  </a:lnTo>
                  <a:lnTo>
                    <a:pt x="120531" y="157932"/>
                  </a:lnTo>
                  <a:lnTo>
                    <a:pt x="120679" y="153273"/>
                  </a:lnTo>
                  <a:lnTo>
                    <a:pt x="119318" y="143987"/>
                  </a:lnTo>
                  <a:lnTo>
                    <a:pt x="119496" y="140448"/>
                  </a:lnTo>
                  <a:lnTo>
                    <a:pt x="121271" y="136061"/>
                  </a:lnTo>
                  <a:lnTo>
                    <a:pt x="123490" y="130617"/>
                  </a:lnTo>
                  <a:lnTo>
                    <a:pt x="123667" y="130133"/>
                  </a:lnTo>
                  <a:lnTo>
                    <a:pt x="125324" y="122237"/>
                  </a:lnTo>
                  <a:lnTo>
                    <a:pt x="125235" y="116551"/>
                  </a:lnTo>
                  <a:lnTo>
                    <a:pt x="127158" y="109744"/>
                  </a:lnTo>
                  <a:lnTo>
                    <a:pt x="131626" y="105842"/>
                  </a:lnTo>
                  <a:lnTo>
                    <a:pt x="133253" y="104451"/>
                  </a:lnTo>
                  <a:lnTo>
                    <a:pt x="138785" y="101305"/>
                  </a:lnTo>
                  <a:lnTo>
                    <a:pt x="144880" y="97524"/>
                  </a:lnTo>
                  <a:lnTo>
                    <a:pt x="152691" y="94983"/>
                  </a:lnTo>
                  <a:lnTo>
                    <a:pt x="160620" y="91958"/>
                  </a:lnTo>
                  <a:lnTo>
                    <a:pt x="166507" y="86997"/>
                  </a:lnTo>
                  <a:lnTo>
                    <a:pt x="170797" y="80947"/>
                  </a:lnTo>
                  <a:lnTo>
                    <a:pt x="175205" y="74897"/>
                  </a:lnTo>
                  <a:lnTo>
                    <a:pt x="178903" y="70602"/>
                  </a:lnTo>
                  <a:lnTo>
                    <a:pt x="180826" y="67577"/>
                  </a:lnTo>
                  <a:lnTo>
                    <a:pt x="184732" y="60559"/>
                  </a:lnTo>
                  <a:lnTo>
                    <a:pt x="187986" y="54721"/>
                  </a:lnTo>
                  <a:lnTo>
                    <a:pt x="191477" y="50637"/>
                  </a:lnTo>
                  <a:lnTo>
                    <a:pt x="193489" y="48278"/>
                  </a:lnTo>
                  <a:lnTo>
                    <a:pt x="196921" y="44375"/>
                  </a:lnTo>
                  <a:lnTo>
                    <a:pt x="200471" y="39717"/>
                  </a:lnTo>
                  <a:lnTo>
                    <a:pt x="203607" y="36390"/>
                  </a:lnTo>
                  <a:lnTo>
                    <a:pt x="207986" y="33092"/>
                  </a:lnTo>
                  <a:lnTo>
                    <a:pt x="212661" y="30854"/>
                  </a:lnTo>
                  <a:lnTo>
                    <a:pt x="217808" y="29099"/>
                  </a:lnTo>
                  <a:lnTo>
                    <a:pt x="218163" y="28918"/>
                  </a:lnTo>
                  <a:lnTo>
                    <a:pt x="220382" y="27829"/>
                  </a:lnTo>
                  <a:lnTo>
                    <a:pt x="223726" y="22172"/>
                  </a:lnTo>
                  <a:lnTo>
                    <a:pt x="227838" y="17484"/>
                  </a:lnTo>
                  <a:lnTo>
                    <a:pt x="231536" y="13975"/>
                  </a:lnTo>
                  <a:lnTo>
                    <a:pt x="239080" y="9498"/>
                  </a:lnTo>
                  <a:lnTo>
                    <a:pt x="244495" y="5898"/>
                  </a:lnTo>
                  <a:lnTo>
                    <a:pt x="247276" y="3750"/>
                  </a:lnTo>
                  <a:lnTo>
                    <a:pt x="251270" y="3055"/>
                  </a:lnTo>
                  <a:lnTo>
                    <a:pt x="258577" y="2026"/>
                  </a:lnTo>
                  <a:lnTo>
                    <a:pt x="2622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1414766" y="3517366"/>
              <a:ext cx="134939" cy="241208"/>
            </a:xfrm>
            <a:custGeom>
              <a:avLst/>
              <a:pathLst>
                <a:path w="134939" h="241208">
                  <a:moveTo>
                    <a:pt x="93756" y="0"/>
                  </a:moveTo>
                  <a:lnTo>
                    <a:pt x="94999" y="120"/>
                  </a:lnTo>
                  <a:lnTo>
                    <a:pt x="95443" y="120"/>
                  </a:lnTo>
                  <a:lnTo>
                    <a:pt x="95798" y="120"/>
                  </a:lnTo>
                  <a:lnTo>
                    <a:pt x="96330" y="60"/>
                  </a:lnTo>
                  <a:lnTo>
                    <a:pt x="96803" y="60"/>
                  </a:lnTo>
                  <a:lnTo>
                    <a:pt x="97366" y="151"/>
                  </a:lnTo>
                  <a:lnTo>
                    <a:pt x="97928" y="272"/>
                  </a:lnTo>
                  <a:lnTo>
                    <a:pt x="98283" y="393"/>
                  </a:lnTo>
                  <a:lnTo>
                    <a:pt x="98638" y="635"/>
                  </a:lnTo>
                  <a:lnTo>
                    <a:pt x="99052" y="816"/>
                  </a:lnTo>
                  <a:lnTo>
                    <a:pt x="100058" y="1330"/>
                  </a:lnTo>
                  <a:lnTo>
                    <a:pt x="102721" y="1663"/>
                  </a:lnTo>
                  <a:lnTo>
                    <a:pt x="106774" y="2601"/>
                  </a:lnTo>
                  <a:lnTo>
                    <a:pt x="111034" y="4718"/>
                  </a:lnTo>
                  <a:lnTo>
                    <a:pt x="114348" y="6080"/>
                  </a:lnTo>
                  <a:lnTo>
                    <a:pt x="114821" y="7411"/>
                  </a:lnTo>
                  <a:lnTo>
                    <a:pt x="115620" y="8016"/>
                  </a:lnTo>
                  <a:lnTo>
                    <a:pt x="117957" y="9589"/>
                  </a:lnTo>
                  <a:lnTo>
                    <a:pt x="119348" y="9740"/>
                  </a:lnTo>
                  <a:lnTo>
                    <a:pt x="120975" y="9710"/>
                  </a:lnTo>
                  <a:lnTo>
                    <a:pt x="122661" y="10647"/>
                  </a:lnTo>
                  <a:lnTo>
                    <a:pt x="124496" y="11948"/>
                  </a:lnTo>
                  <a:lnTo>
                    <a:pt x="125975" y="14005"/>
                  </a:lnTo>
                  <a:lnTo>
                    <a:pt x="126981" y="14912"/>
                  </a:lnTo>
                  <a:lnTo>
                    <a:pt x="128342" y="15427"/>
                  </a:lnTo>
                  <a:lnTo>
                    <a:pt x="130442" y="16304"/>
                  </a:lnTo>
                  <a:lnTo>
                    <a:pt x="132750" y="16274"/>
                  </a:lnTo>
                  <a:lnTo>
                    <a:pt x="133549" y="16909"/>
                  </a:lnTo>
                  <a:lnTo>
                    <a:pt x="134081" y="17847"/>
                  </a:lnTo>
                  <a:lnTo>
                    <a:pt x="134821" y="19087"/>
                  </a:lnTo>
                  <a:lnTo>
                    <a:pt x="134939" y="20055"/>
                  </a:lnTo>
                  <a:lnTo>
                    <a:pt x="131448" y="23413"/>
                  </a:lnTo>
                  <a:lnTo>
                    <a:pt x="129910" y="25107"/>
                  </a:lnTo>
                  <a:lnTo>
                    <a:pt x="128312" y="27254"/>
                  </a:lnTo>
                  <a:lnTo>
                    <a:pt x="127395" y="29704"/>
                  </a:lnTo>
                  <a:lnTo>
                    <a:pt x="126892" y="31247"/>
                  </a:lnTo>
                  <a:lnTo>
                    <a:pt x="125768" y="32850"/>
                  </a:lnTo>
                  <a:lnTo>
                    <a:pt x="124939" y="33909"/>
                  </a:lnTo>
                  <a:lnTo>
                    <a:pt x="123460" y="35119"/>
                  </a:lnTo>
                  <a:lnTo>
                    <a:pt x="122158" y="36420"/>
                  </a:lnTo>
                  <a:lnTo>
                    <a:pt x="121359" y="37842"/>
                  </a:lnTo>
                  <a:lnTo>
                    <a:pt x="120797" y="39475"/>
                  </a:lnTo>
                  <a:lnTo>
                    <a:pt x="120738" y="40957"/>
                  </a:lnTo>
                  <a:lnTo>
                    <a:pt x="121182" y="42833"/>
                  </a:lnTo>
                  <a:lnTo>
                    <a:pt x="121922" y="43952"/>
                  </a:lnTo>
                  <a:lnTo>
                    <a:pt x="121862" y="45343"/>
                  </a:lnTo>
                  <a:lnTo>
                    <a:pt x="120383" y="47037"/>
                  </a:lnTo>
                  <a:lnTo>
                    <a:pt x="120117" y="47703"/>
                  </a:lnTo>
                  <a:lnTo>
                    <a:pt x="118312" y="48610"/>
                  </a:lnTo>
                  <a:lnTo>
                    <a:pt x="118401" y="48762"/>
                  </a:lnTo>
                  <a:lnTo>
                    <a:pt x="118608" y="49336"/>
                  </a:lnTo>
                  <a:lnTo>
                    <a:pt x="118786" y="50123"/>
                  </a:lnTo>
                  <a:lnTo>
                    <a:pt x="118963" y="50425"/>
                  </a:lnTo>
                  <a:lnTo>
                    <a:pt x="118638" y="50879"/>
                  </a:lnTo>
                  <a:lnTo>
                    <a:pt x="118194" y="51454"/>
                  </a:lnTo>
                  <a:lnTo>
                    <a:pt x="117661" y="51756"/>
                  </a:lnTo>
                  <a:lnTo>
                    <a:pt x="116744" y="51726"/>
                  </a:lnTo>
                  <a:lnTo>
                    <a:pt x="116064" y="51575"/>
                  </a:lnTo>
                  <a:lnTo>
                    <a:pt x="115857" y="51726"/>
                  </a:lnTo>
                  <a:lnTo>
                    <a:pt x="115442" y="52876"/>
                  </a:lnTo>
                  <a:lnTo>
                    <a:pt x="114999" y="53027"/>
                  </a:lnTo>
                  <a:lnTo>
                    <a:pt x="114200" y="53178"/>
                  </a:lnTo>
                  <a:lnTo>
                    <a:pt x="113046" y="53329"/>
                  </a:lnTo>
                  <a:lnTo>
                    <a:pt x="112602" y="53541"/>
                  </a:lnTo>
                  <a:lnTo>
                    <a:pt x="111863" y="53874"/>
                  </a:lnTo>
                  <a:lnTo>
                    <a:pt x="111241" y="53904"/>
                  </a:lnTo>
                  <a:lnTo>
                    <a:pt x="110650" y="53783"/>
                  </a:lnTo>
                  <a:lnTo>
                    <a:pt x="109969" y="53874"/>
                  </a:lnTo>
                  <a:lnTo>
                    <a:pt x="109348" y="54176"/>
                  </a:lnTo>
                  <a:lnTo>
                    <a:pt x="109229" y="54327"/>
                  </a:lnTo>
                  <a:lnTo>
                    <a:pt x="109200" y="54509"/>
                  </a:lnTo>
                  <a:lnTo>
                    <a:pt x="109022" y="54751"/>
                  </a:lnTo>
                  <a:lnTo>
                    <a:pt x="108549" y="54781"/>
                  </a:lnTo>
                  <a:lnTo>
                    <a:pt x="107839" y="54932"/>
                  </a:lnTo>
                  <a:lnTo>
                    <a:pt x="107691" y="55053"/>
                  </a:lnTo>
                  <a:lnTo>
                    <a:pt x="107543" y="55265"/>
                  </a:lnTo>
                  <a:lnTo>
                    <a:pt x="107336" y="55568"/>
                  </a:lnTo>
                  <a:lnTo>
                    <a:pt x="107129" y="55810"/>
                  </a:lnTo>
                  <a:lnTo>
                    <a:pt x="106715" y="56142"/>
                  </a:lnTo>
                  <a:lnTo>
                    <a:pt x="106537" y="56324"/>
                  </a:lnTo>
                  <a:lnTo>
                    <a:pt x="106153" y="56838"/>
                  </a:lnTo>
                  <a:lnTo>
                    <a:pt x="105797" y="57020"/>
                  </a:lnTo>
                  <a:lnTo>
                    <a:pt x="105413" y="57292"/>
                  </a:lnTo>
                  <a:lnTo>
                    <a:pt x="104289" y="58048"/>
                  </a:lnTo>
                  <a:lnTo>
                    <a:pt x="104082" y="58714"/>
                  </a:lnTo>
                  <a:lnTo>
                    <a:pt x="103608" y="59893"/>
                  </a:lnTo>
                  <a:lnTo>
                    <a:pt x="102987" y="60438"/>
                  </a:lnTo>
                  <a:lnTo>
                    <a:pt x="102395" y="60952"/>
                  </a:lnTo>
                  <a:lnTo>
                    <a:pt x="102129" y="60619"/>
                  </a:lnTo>
                  <a:lnTo>
                    <a:pt x="100709" y="60952"/>
                  </a:lnTo>
                  <a:lnTo>
                    <a:pt x="100620" y="61285"/>
                  </a:lnTo>
                  <a:lnTo>
                    <a:pt x="100472" y="61255"/>
                  </a:lnTo>
                  <a:lnTo>
                    <a:pt x="100176" y="61406"/>
                  </a:lnTo>
                  <a:lnTo>
                    <a:pt x="99910" y="61920"/>
                  </a:lnTo>
                  <a:lnTo>
                    <a:pt x="99229" y="61769"/>
                  </a:lnTo>
                  <a:lnTo>
                    <a:pt x="98135" y="62283"/>
                  </a:lnTo>
                  <a:lnTo>
                    <a:pt x="97366" y="62707"/>
                  </a:lnTo>
                  <a:lnTo>
                    <a:pt x="96951" y="63554"/>
                  </a:lnTo>
                  <a:lnTo>
                    <a:pt x="96892" y="64461"/>
                  </a:lnTo>
                  <a:lnTo>
                    <a:pt x="96478" y="65822"/>
                  </a:lnTo>
                  <a:lnTo>
                    <a:pt x="96212" y="66488"/>
                  </a:lnTo>
                  <a:lnTo>
                    <a:pt x="95945" y="67214"/>
                  </a:lnTo>
                  <a:lnTo>
                    <a:pt x="95561" y="68091"/>
                  </a:lnTo>
                  <a:lnTo>
                    <a:pt x="95354" y="68182"/>
                  </a:lnTo>
                  <a:lnTo>
                    <a:pt x="95147" y="68393"/>
                  </a:lnTo>
                  <a:lnTo>
                    <a:pt x="95058" y="68575"/>
                  </a:lnTo>
                  <a:lnTo>
                    <a:pt x="94821" y="69029"/>
                  </a:lnTo>
                  <a:lnTo>
                    <a:pt x="94673" y="69331"/>
                  </a:lnTo>
                  <a:lnTo>
                    <a:pt x="94052" y="70178"/>
                  </a:lnTo>
                  <a:lnTo>
                    <a:pt x="93638" y="70571"/>
                  </a:lnTo>
                  <a:lnTo>
                    <a:pt x="92691" y="72296"/>
                  </a:lnTo>
                  <a:lnTo>
                    <a:pt x="92011" y="72961"/>
                  </a:lnTo>
                  <a:lnTo>
                    <a:pt x="91537" y="73959"/>
                  </a:lnTo>
                  <a:lnTo>
                    <a:pt x="91685" y="74504"/>
                  </a:lnTo>
                  <a:lnTo>
                    <a:pt x="91804" y="75653"/>
                  </a:lnTo>
                  <a:lnTo>
                    <a:pt x="90620" y="77317"/>
                  </a:lnTo>
                  <a:lnTo>
                    <a:pt x="88046" y="79011"/>
                  </a:lnTo>
                  <a:lnTo>
                    <a:pt x="87307" y="79193"/>
                  </a:lnTo>
                  <a:lnTo>
                    <a:pt x="85975" y="80281"/>
                  </a:lnTo>
                  <a:lnTo>
                    <a:pt x="85472" y="81491"/>
                  </a:lnTo>
                  <a:lnTo>
                    <a:pt x="84969" y="82187"/>
                  </a:lnTo>
                  <a:lnTo>
                    <a:pt x="84644" y="84002"/>
                  </a:lnTo>
                  <a:lnTo>
                    <a:pt x="84733" y="84758"/>
                  </a:lnTo>
                  <a:lnTo>
                    <a:pt x="84703" y="85363"/>
                  </a:lnTo>
                  <a:lnTo>
                    <a:pt x="84466" y="87148"/>
                  </a:lnTo>
                  <a:lnTo>
                    <a:pt x="84200" y="88298"/>
                  </a:lnTo>
                  <a:lnTo>
                    <a:pt x="84023" y="88933"/>
                  </a:lnTo>
                  <a:lnTo>
                    <a:pt x="83963" y="89780"/>
                  </a:lnTo>
                  <a:lnTo>
                    <a:pt x="83283" y="90143"/>
                  </a:lnTo>
                  <a:lnTo>
                    <a:pt x="83224" y="91111"/>
                  </a:lnTo>
                  <a:lnTo>
                    <a:pt x="82869" y="92200"/>
                  </a:lnTo>
                  <a:lnTo>
                    <a:pt x="82247" y="92502"/>
                  </a:lnTo>
                  <a:lnTo>
                    <a:pt x="82070" y="93500"/>
                  </a:lnTo>
                  <a:lnTo>
                    <a:pt x="82099" y="93894"/>
                  </a:lnTo>
                  <a:lnTo>
                    <a:pt x="81744" y="94831"/>
                  </a:lnTo>
                  <a:lnTo>
                    <a:pt x="83608" y="95678"/>
                  </a:lnTo>
                  <a:lnTo>
                    <a:pt x="83372" y="96344"/>
                  </a:lnTo>
                  <a:lnTo>
                    <a:pt x="82543" y="96011"/>
                  </a:lnTo>
                  <a:lnTo>
                    <a:pt x="82247" y="97070"/>
                  </a:lnTo>
                  <a:lnTo>
                    <a:pt x="82957" y="97433"/>
                  </a:lnTo>
                  <a:lnTo>
                    <a:pt x="82662" y="98340"/>
                  </a:lnTo>
                  <a:lnTo>
                    <a:pt x="81892" y="98673"/>
                  </a:lnTo>
                  <a:lnTo>
                    <a:pt x="81715" y="99581"/>
                  </a:lnTo>
                  <a:lnTo>
                    <a:pt x="81330" y="99974"/>
                  </a:lnTo>
                  <a:lnTo>
                    <a:pt x="81774" y="101184"/>
                  </a:lnTo>
                  <a:lnTo>
                    <a:pt x="80383" y="101880"/>
                  </a:lnTo>
                  <a:lnTo>
                    <a:pt x="80502" y="102273"/>
                  </a:lnTo>
                  <a:lnTo>
                    <a:pt x="80650" y="103513"/>
                  </a:lnTo>
                  <a:lnTo>
                    <a:pt x="80886" y="104995"/>
                  </a:lnTo>
                  <a:lnTo>
                    <a:pt x="81034" y="106115"/>
                  </a:lnTo>
                  <a:lnTo>
                    <a:pt x="81094" y="106629"/>
                  </a:lnTo>
                  <a:lnTo>
                    <a:pt x="81271" y="107022"/>
                  </a:lnTo>
                  <a:lnTo>
                    <a:pt x="81626" y="107566"/>
                  </a:lnTo>
                  <a:lnTo>
                    <a:pt x="81715" y="108050"/>
                  </a:lnTo>
                  <a:lnTo>
                    <a:pt x="81715" y="108928"/>
                  </a:lnTo>
                  <a:lnTo>
                    <a:pt x="81774" y="109956"/>
                  </a:lnTo>
                  <a:lnTo>
                    <a:pt x="82277" y="110531"/>
                  </a:lnTo>
                  <a:lnTo>
                    <a:pt x="82277" y="110954"/>
                  </a:lnTo>
                  <a:lnTo>
                    <a:pt x="81567" y="110954"/>
                  </a:lnTo>
                  <a:lnTo>
                    <a:pt x="80650" y="112164"/>
                  </a:lnTo>
                  <a:lnTo>
                    <a:pt x="80413" y="112255"/>
                  </a:lnTo>
                  <a:lnTo>
                    <a:pt x="79348" y="113858"/>
                  </a:lnTo>
                  <a:lnTo>
                    <a:pt x="79318" y="114645"/>
                  </a:lnTo>
                  <a:lnTo>
                    <a:pt x="79111" y="115583"/>
                  </a:lnTo>
                  <a:lnTo>
                    <a:pt x="78786" y="115613"/>
                  </a:lnTo>
                  <a:lnTo>
                    <a:pt x="78283" y="115643"/>
                  </a:lnTo>
                  <a:lnTo>
                    <a:pt x="77869" y="115673"/>
                  </a:lnTo>
                  <a:lnTo>
                    <a:pt x="77514" y="115643"/>
                  </a:lnTo>
                  <a:lnTo>
                    <a:pt x="77099" y="115583"/>
                  </a:lnTo>
                  <a:lnTo>
                    <a:pt x="76656" y="115401"/>
                  </a:lnTo>
                  <a:lnTo>
                    <a:pt x="75827" y="115189"/>
                  </a:lnTo>
                  <a:lnTo>
                    <a:pt x="74999" y="116157"/>
                  </a:lnTo>
                  <a:lnTo>
                    <a:pt x="74200" y="117035"/>
                  </a:lnTo>
                  <a:lnTo>
                    <a:pt x="73786" y="117488"/>
                  </a:lnTo>
                  <a:lnTo>
                    <a:pt x="73579" y="117730"/>
                  </a:lnTo>
                  <a:lnTo>
                    <a:pt x="72898" y="118487"/>
                  </a:lnTo>
                  <a:lnTo>
                    <a:pt x="72573" y="118910"/>
                  </a:lnTo>
                  <a:lnTo>
                    <a:pt x="75561" y="121239"/>
                  </a:lnTo>
                  <a:lnTo>
                    <a:pt x="75975" y="121572"/>
                  </a:lnTo>
                  <a:lnTo>
                    <a:pt x="76182" y="121753"/>
                  </a:lnTo>
                  <a:lnTo>
                    <a:pt x="77366" y="122812"/>
                  </a:lnTo>
                  <a:lnTo>
                    <a:pt x="78017" y="123387"/>
                  </a:lnTo>
                  <a:lnTo>
                    <a:pt x="78224" y="123568"/>
                  </a:lnTo>
                  <a:lnTo>
                    <a:pt x="79673" y="124869"/>
                  </a:lnTo>
                  <a:lnTo>
                    <a:pt x="83490" y="128166"/>
                  </a:lnTo>
                  <a:lnTo>
                    <a:pt x="84200" y="128711"/>
                  </a:lnTo>
                  <a:lnTo>
                    <a:pt x="84555" y="129013"/>
                  </a:lnTo>
                  <a:lnTo>
                    <a:pt x="86567" y="130828"/>
                  </a:lnTo>
                  <a:lnTo>
                    <a:pt x="89496" y="133339"/>
                  </a:lnTo>
                  <a:lnTo>
                    <a:pt x="88815" y="133974"/>
                  </a:lnTo>
                  <a:lnTo>
                    <a:pt x="87247" y="135608"/>
                  </a:lnTo>
                  <a:lnTo>
                    <a:pt x="87839" y="136182"/>
                  </a:lnTo>
                  <a:lnTo>
                    <a:pt x="87573" y="136394"/>
                  </a:lnTo>
                  <a:lnTo>
                    <a:pt x="86951" y="136939"/>
                  </a:lnTo>
                  <a:lnTo>
                    <a:pt x="86685" y="137150"/>
                  </a:lnTo>
                  <a:lnTo>
                    <a:pt x="85798" y="137907"/>
                  </a:lnTo>
                  <a:lnTo>
                    <a:pt x="85650" y="138058"/>
                  </a:lnTo>
                  <a:lnTo>
                    <a:pt x="85591" y="138239"/>
                  </a:lnTo>
                  <a:lnTo>
                    <a:pt x="84703" y="140357"/>
                  </a:lnTo>
                  <a:lnTo>
                    <a:pt x="84496" y="140871"/>
                  </a:lnTo>
                  <a:lnTo>
                    <a:pt x="83963" y="142353"/>
                  </a:lnTo>
                  <a:lnTo>
                    <a:pt x="83638" y="143170"/>
                  </a:lnTo>
                  <a:lnTo>
                    <a:pt x="83490" y="143563"/>
                  </a:lnTo>
                  <a:lnTo>
                    <a:pt x="83253" y="144138"/>
                  </a:lnTo>
                  <a:lnTo>
                    <a:pt x="82898" y="144985"/>
                  </a:lnTo>
                  <a:lnTo>
                    <a:pt x="82395" y="146044"/>
                  </a:lnTo>
                  <a:lnTo>
                    <a:pt x="82898" y="146346"/>
                  </a:lnTo>
                  <a:lnTo>
                    <a:pt x="83165" y="146618"/>
                  </a:lnTo>
                  <a:lnTo>
                    <a:pt x="83342" y="146921"/>
                  </a:lnTo>
                  <a:lnTo>
                    <a:pt x="83520" y="147193"/>
                  </a:lnTo>
                  <a:lnTo>
                    <a:pt x="83697" y="147405"/>
                  </a:lnTo>
                  <a:lnTo>
                    <a:pt x="84082" y="147798"/>
                  </a:lnTo>
                  <a:lnTo>
                    <a:pt x="84407" y="147980"/>
                  </a:lnTo>
                  <a:lnTo>
                    <a:pt x="84673" y="148070"/>
                  </a:lnTo>
                  <a:lnTo>
                    <a:pt x="85206" y="148252"/>
                  </a:lnTo>
                  <a:lnTo>
                    <a:pt x="85502" y="148343"/>
                  </a:lnTo>
                  <a:lnTo>
                    <a:pt x="85738" y="148433"/>
                  </a:lnTo>
                  <a:lnTo>
                    <a:pt x="85916" y="148554"/>
                  </a:lnTo>
                  <a:lnTo>
                    <a:pt x="86094" y="148736"/>
                  </a:lnTo>
                  <a:lnTo>
                    <a:pt x="86182" y="148917"/>
                  </a:lnTo>
                  <a:lnTo>
                    <a:pt x="86271" y="149069"/>
                  </a:lnTo>
                  <a:lnTo>
                    <a:pt x="86389" y="149311"/>
                  </a:lnTo>
                  <a:lnTo>
                    <a:pt x="86478" y="149492"/>
                  </a:lnTo>
                  <a:lnTo>
                    <a:pt x="86567" y="149704"/>
                  </a:lnTo>
                  <a:lnTo>
                    <a:pt x="86596" y="149916"/>
                  </a:lnTo>
                  <a:lnTo>
                    <a:pt x="86626" y="150551"/>
                  </a:lnTo>
                  <a:lnTo>
                    <a:pt x="86626" y="150914"/>
                  </a:lnTo>
                  <a:lnTo>
                    <a:pt x="86537" y="151216"/>
                  </a:lnTo>
                  <a:lnTo>
                    <a:pt x="86389" y="151579"/>
                  </a:lnTo>
                  <a:lnTo>
                    <a:pt x="86182" y="151912"/>
                  </a:lnTo>
                  <a:lnTo>
                    <a:pt x="86301" y="152063"/>
                  </a:lnTo>
                  <a:lnTo>
                    <a:pt x="87514" y="154181"/>
                  </a:lnTo>
                  <a:lnTo>
                    <a:pt x="87780" y="154574"/>
                  </a:lnTo>
                  <a:lnTo>
                    <a:pt x="87484" y="154937"/>
                  </a:lnTo>
                  <a:lnTo>
                    <a:pt x="87425" y="155603"/>
                  </a:lnTo>
                  <a:lnTo>
                    <a:pt x="87662" y="156329"/>
                  </a:lnTo>
                  <a:lnTo>
                    <a:pt x="87928" y="156994"/>
                  </a:lnTo>
                  <a:lnTo>
                    <a:pt x="88046" y="157236"/>
                  </a:lnTo>
                  <a:lnTo>
                    <a:pt x="88253" y="157569"/>
                  </a:lnTo>
                  <a:lnTo>
                    <a:pt x="88490" y="158204"/>
                  </a:lnTo>
                  <a:lnTo>
                    <a:pt x="88579" y="158416"/>
                  </a:lnTo>
                  <a:lnTo>
                    <a:pt x="88727" y="158688"/>
                  </a:lnTo>
                  <a:lnTo>
                    <a:pt x="88904" y="158991"/>
                  </a:lnTo>
                  <a:lnTo>
                    <a:pt x="89614" y="160261"/>
                  </a:lnTo>
                  <a:lnTo>
                    <a:pt x="89733" y="161804"/>
                  </a:lnTo>
                  <a:lnTo>
                    <a:pt x="89585" y="161925"/>
                  </a:lnTo>
                  <a:lnTo>
                    <a:pt x="90028" y="162620"/>
                  </a:lnTo>
                  <a:lnTo>
                    <a:pt x="90472" y="163346"/>
                  </a:lnTo>
                  <a:lnTo>
                    <a:pt x="90857" y="163861"/>
                  </a:lnTo>
                  <a:lnTo>
                    <a:pt x="90650" y="164072"/>
                  </a:lnTo>
                  <a:lnTo>
                    <a:pt x="90857" y="164647"/>
                  </a:lnTo>
                  <a:lnTo>
                    <a:pt x="91301" y="164829"/>
                  </a:lnTo>
                  <a:lnTo>
                    <a:pt x="91567" y="165040"/>
                  </a:lnTo>
                  <a:lnTo>
                    <a:pt x="92099" y="165706"/>
                  </a:lnTo>
                  <a:lnTo>
                    <a:pt x="92543" y="166462"/>
                  </a:lnTo>
                  <a:lnTo>
                    <a:pt x="92632" y="167097"/>
                  </a:lnTo>
                  <a:lnTo>
                    <a:pt x="92425" y="168096"/>
                  </a:lnTo>
                  <a:lnTo>
                    <a:pt x="92247" y="168640"/>
                  </a:lnTo>
                  <a:lnTo>
                    <a:pt x="92070" y="170697"/>
                  </a:lnTo>
                  <a:lnTo>
                    <a:pt x="92484" y="171998"/>
                  </a:lnTo>
                  <a:lnTo>
                    <a:pt x="93224" y="172754"/>
                  </a:lnTo>
                  <a:lnTo>
                    <a:pt x="93283" y="173843"/>
                  </a:lnTo>
                  <a:lnTo>
                    <a:pt x="93342" y="174327"/>
                  </a:lnTo>
                  <a:lnTo>
                    <a:pt x="93460" y="175386"/>
                  </a:lnTo>
                  <a:lnTo>
                    <a:pt x="93815" y="176444"/>
                  </a:lnTo>
                  <a:lnTo>
                    <a:pt x="93756" y="177291"/>
                  </a:lnTo>
                  <a:lnTo>
                    <a:pt x="93815" y="177564"/>
                  </a:lnTo>
                  <a:lnTo>
                    <a:pt x="93756" y="177896"/>
                  </a:lnTo>
                  <a:lnTo>
                    <a:pt x="93727" y="178199"/>
                  </a:lnTo>
                  <a:lnTo>
                    <a:pt x="93667" y="178471"/>
                  </a:lnTo>
                  <a:lnTo>
                    <a:pt x="93638" y="179288"/>
                  </a:lnTo>
                  <a:lnTo>
                    <a:pt x="93490" y="179469"/>
                  </a:lnTo>
                  <a:lnTo>
                    <a:pt x="93401" y="179802"/>
                  </a:lnTo>
                  <a:lnTo>
                    <a:pt x="93460" y="180286"/>
                  </a:lnTo>
                  <a:lnTo>
                    <a:pt x="93372" y="180589"/>
                  </a:lnTo>
                  <a:lnTo>
                    <a:pt x="93224" y="181466"/>
                  </a:lnTo>
                  <a:lnTo>
                    <a:pt x="93312" y="182041"/>
                  </a:lnTo>
                  <a:lnTo>
                    <a:pt x="93608" y="182888"/>
                  </a:lnTo>
                  <a:lnTo>
                    <a:pt x="94466" y="184128"/>
                  </a:lnTo>
                  <a:lnTo>
                    <a:pt x="94732" y="185429"/>
                  </a:lnTo>
                  <a:lnTo>
                    <a:pt x="96271" y="186034"/>
                  </a:lnTo>
                  <a:lnTo>
                    <a:pt x="96271" y="188000"/>
                  </a:lnTo>
                  <a:lnTo>
                    <a:pt x="96685" y="188514"/>
                  </a:lnTo>
                  <a:lnTo>
                    <a:pt x="96892" y="190238"/>
                  </a:lnTo>
                  <a:lnTo>
                    <a:pt x="96271" y="190208"/>
                  </a:lnTo>
                  <a:lnTo>
                    <a:pt x="95738" y="189996"/>
                  </a:lnTo>
                  <a:lnTo>
                    <a:pt x="95620" y="190208"/>
                  </a:lnTo>
                  <a:lnTo>
                    <a:pt x="95443" y="190571"/>
                  </a:lnTo>
                  <a:lnTo>
                    <a:pt x="95176" y="191206"/>
                  </a:lnTo>
                  <a:lnTo>
                    <a:pt x="95324" y="191478"/>
                  </a:lnTo>
                  <a:lnTo>
                    <a:pt x="95176" y="191993"/>
                  </a:lnTo>
                  <a:lnTo>
                    <a:pt x="95413" y="192567"/>
                  </a:lnTo>
                  <a:lnTo>
                    <a:pt x="95827" y="193051"/>
                  </a:lnTo>
                  <a:lnTo>
                    <a:pt x="96537" y="194110"/>
                  </a:lnTo>
                  <a:lnTo>
                    <a:pt x="97129" y="195199"/>
                  </a:lnTo>
                  <a:lnTo>
                    <a:pt x="97306" y="195290"/>
                  </a:lnTo>
                  <a:lnTo>
                    <a:pt x="97661" y="196318"/>
                  </a:lnTo>
                  <a:lnTo>
                    <a:pt x="98135" y="196893"/>
                  </a:lnTo>
                  <a:lnTo>
                    <a:pt x="98431" y="197407"/>
                  </a:lnTo>
                  <a:lnTo>
                    <a:pt x="98756" y="198890"/>
                  </a:lnTo>
                  <a:lnTo>
                    <a:pt x="98963" y="199495"/>
                  </a:lnTo>
                  <a:lnTo>
                    <a:pt x="99111" y="200311"/>
                  </a:lnTo>
                  <a:lnTo>
                    <a:pt x="98874" y="201551"/>
                  </a:lnTo>
                  <a:lnTo>
                    <a:pt x="98342" y="202126"/>
                  </a:lnTo>
                  <a:lnTo>
                    <a:pt x="97839" y="202913"/>
                  </a:lnTo>
                  <a:lnTo>
                    <a:pt x="97395" y="203729"/>
                  </a:lnTo>
                  <a:lnTo>
                    <a:pt x="97247" y="204970"/>
                  </a:lnTo>
                  <a:lnTo>
                    <a:pt x="97218" y="205544"/>
                  </a:lnTo>
                  <a:lnTo>
                    <a:pt x="97898" y="207692"/>
                  </a:lnTo>
                  <a:lnTo>
                    <a:pt x="98490" y="209598"/>
                  </a:lnTo>
                  <a:lnTo>
                    <a:pt x="99170" y="209477"/>
                  </a:lnTo>
                  <a:lnTo>
                    <a:pt x="99703" y="209598"/>
                  </a:lnTo>
                  <a:lnTo>
                    <a:pt x="100087" y="210294"/>
                  </a:lnTo>
                  <a:lnTo>
                    <a:pt x="100147" y="210536"/>
                  </a:lnTo>
                  <a:lnTo>
                    <a:pt x="100561" y="211141"/>
                  </a:lnTo>
                  <a:lnTo>
                    <a:pt x="100827" y="211352"/>
                  </a:lnTo>
                  <a:lnTo>
                    <a:pt x="100561" y="211564"/>
                  </a:lnTo>
                  <a:lnTo>
                    <a:pt x="100028" y="212865"/>
                  </a:lnTo>
                  <a:lnTo>
                    <a:pt x="99880" y="213258"/>
                  </a:lnTo>
                  <a:lnTo>
                    <a:pt x="99022" y="212865"/>
                  </a:lnTo>
                  <a:lnTo>
                    <a:pt x="97928" y="214256"/>
                  </a:lnTo>
                  <a:lnTo>
                    <a:pt x="95028" y="213712"/>
                  </a:lnTo>
                  <a:lnTo>
                    <a:pt x="94170" y="214528"/>
                  </a:lnTo>
                  <a:lnTo>
                    <a:pt x="94348" y="215164"/>
                  </a:lnTo>
                  <a:lnTo>
                    <a:pt x="94614" y="215164"/>
                  </a:lnTo>
                  <a:lnTo>
                    <a:pt x="94762" y="218521"/>
                  </a:lnTo>
                  <a:lnTo>
                    <a:pt x="94525" y="221546"/>
                  </a:lnTo>
                  <a:lnTo>
                    <a:pt x="94318" y="221819"/>
                  </a:lnTo>
                  <a:lnTo>
                    <a:pt x="94318" y="223150"/>
                  </a:lnTo>
                  <a:lnTo>
                    <a:pt x="95235" y="224813"/>
                  </a:lnTo>
                  <a:lnTo>
                    <a:pt x="94289" y="225721"/>
                  </a:lnTo>
                  <a:lnTo>
                    <a:pt x="86537" y="230167"/>
                  </a:lnTo>
                  <a:lnTo>
                    <a:pt x="85916" y="230530"/>
                  </a:lnTo>
                  <a:lnTo>
                    <a:pt x="82484" y="232678"/>
                  </a:lnTo>
                  <a:lnTo>
                    <a:pt x="81626" y="231135"/>
                  </a:lnTo>
                  <a:lnTo>
                    <a:pt x="80295" y="230349"/>
                  </a:lnTo>
                  <a:lnTo>
                    <a:pt x="79141" y="230349"/>
                  </a:lnTo>
                  <a:lnTo>
                    <a:pt x="77307" y="231256"/>
                  </a:lnTo>
                  <a:lnTo>
                    <a:pt x="74881" y="232890"/>
                  </a:lnTo>
                  <a:lnTo>
                    <a:pt x="74673" y="232950"/>
                  </a:lnTo>
                  <a:lnTo>
                    <a:pt x="74526" y="233041"/>
                  </a:lnTo>
                  <a:lnTo>
                    <a:pt x="73786" y="233283"/>
                  </a:lnTo>
                  <a:lnTo>
                    <a:pt x="73283" y="233344"/>
                  </a:lnTo>
                  <a:lnTo>
                    <a:pt x="72336" y="233465"/>
                  </a:lnTo>
                  <a:lnTo>
                    <a:pt x="70975" y="233616"/>
                  </a:lnTo>
                  <a:lnTo>
                    <a:pt x="68105" y="233949"/>
                  </a:lnTo>
                  <a:lnTo>
                    <a:pt x="67100" y="234100"/>
                  </a:lnTo>
                  <a:lnTo>
                    <a:pt x="66153" y="234221"/>
                  </a:lnTo>
                  <a:lnTo>
                    <a:pt x="64141" y="234463"/>
                  </a:lnTo>
                  <a:lnTo>
                    <a:pt x="63993" y="234463"/>
                  </a:lnTo>
                  <a:lnTo>
                    <a:pt x="61981" y="234705"/>
                  </a:lnTo>
                  <a:lnTo>
                    <a:pt x="61301" y="234796"/>
                  </a:lnTo>
                  <a:lnTo>
                    <a:pt x="61064" y="234826"/>
                  </a:lnTo>
                  <a:lnTo>
                    <a:pt x="60739" y="234856"/>
                  </a:lnTo>
                  <a:lnTo>
                    <a:pt x="60177" y="234917"/>
                  </a:lnTo>
                  <a:lnTo>
                    <a:pt x="59348" y="235007"/>
                  </a:lnTo>
                  <a:lnTo>
                    <a:pt x="58668" y="235068"/>
                  </a:lnTo>
                  <a:lnTo>
                    <a:pt x="58076" y="235128"/>
                  </a:lnTo>
                  <a:lnTo>
                    <a:pt x="57603" y="235128"/>
                  </a:lnTo>
                  <a:lnTo>
                    <a:pt x="57307" y="235128"/>
                  </a:lnTo>
                  <a:lnTo>
                    <a:pt x="57040" y="235128"/>
                  </a:lnTo>
                  <a:lnTo>
                    <a:pt x="53461" y="234493"/>
                  </a:lnTo>
                  <a:lnTo>
                    <a:pt x="50354" y="233918"/>
                  </a:lnTo>
                  <a:lnTo>
                    <a:pt x="46567" y="233223"/>
                  </a:lnTo>
                  <a:lnTo>
                    <a:pt x="45709" y="233041"/>
                  </a:lnTo>
                  <a:lnTo>
                    <a:pt x="44851" y="232860"/>
                  </a:lnTo>
                  <a:lnTo>
                    <a:pt x="43727" y="232557"/>
                  </a:lnTo>
                  <a:lnTo>
                    <a:pt x="42514" y="232164"/>
                  </a:lnTo>
                  <a:lnTo>
                    <a:pt x="41538" y="231831"/>
                  </a:lnTo>
                  <a:lnTo>
                    <a:pt x="40739" y="231529"/>
                  </a:lnTo>
                  <a:lnTo>
                    <a:pt x="40739" y="231982"/>
                  </a:lnTo>
                  <a:lnTo>
                    <a:pt x="40798" y="232890"/>
                  </a:lnTo>
                  <a:lnTo>
                    <a:pt x="40828" y="233495"/>
                  </a:lnTo>
                  <a:lnTo>
                    <a:pt x="40828" y="233858"/>
                  </a:lnTo>
                  <a:lnTo>
                    <a:pt x="40828" y="234281"/>
                  </a:lnTo>
                  <a:lnTo>
                    <a:pt x="40798" y="234796"/>
                  </a:lnTo>
                  <a:lnTo>
                    <a:pt x="40798" y="235098"/>
                  </a:lnTo>
                  <a:lnTo>
                    <a:pt x="40798" y="235310"/>
                  </a:lnTo>
                  <a:lnTo>
                    <a:pt x="40768" y="235945"/>
                  </a:lnTo>
                  <a:lnTo>
                    <a:pt x="40739" y="236338"/>
                  </a:lnTo>
                  <a:lnTo>
                    <a:pt x="40739" y="236490"/>
                  </a:lnTo>
                  <a:lnTo>
                    <a:pt x="40709" y="236762"/>
                  </a:lnTo>
                  <a:lnTo>
                    <a:pt x="40650" y="237246"/>
                  </a:lnTo>
                  <a:lnTo>
                    <a:pt x="40591" y="237851"/>
                  </a:lnTo>
                  <a:lnTo>
                    <a:pt x="40532" y="238305"/>
                  </a:lnTo>
                  <a:lnTo>
                    <a:pt x="40413" y="238910"/>
                  </a:lnTo>
                  <a:lnTo>
                    <a:pt x="40413" y="239061"/>
                  </a:lnTo>
                  <a:lnTo>
                    <a:pt x="39999" y="241208"/>
                  </a:lnTo>
                  <a:lnTo>
                    <a:pt x="39763" y="241178"/>
                  </a:lnTo>
                  <a:lnTo>
                    <a:pt x="38461" y="240936"/>
                  </a:lnTo>
                  <a:lnTo>
                    <a:pt x="34851" y="240301"/>
                  </a:lnTo>
                  <a:lnTo>
                    <a:pt x="33461" y="240029"/>
                  </a:lnTo>
                  <a:lnTo>
                    <a:pt x="31981" y="239756"/>
                  </a:lnTo>
                  <a:lnTo>
                    <a:pt x="31804" y="239726"/>
                  </a:lnTo>
                  <a:lnTo>
                    <a:pt x="30591" y="239515"/>
                  </a:lnTo>
                  <a:lnTo>
                    <a:pt x="29378" y="239273"/>
                  </a:lnTo>
                  <a:lnTo>
                    <a:pt x="28372" y="239091"/>
                  </a:lnTo>
                  <a:lnTo>
                    <a:pt x="27869" y="239000"/>
                  </a:lnTo>
                  <a:lnTo>
                    <a:pt x="27662" y="238940"/>
                  </a:lnTo>
                  <a:lnTo>
                    <a:pt x="26715" y="238214"/>
                  </a:lnTo>
                  <a:lnTo>
                    <a:pt x="26479" y="237911"/>
                  </a:lnTo>
                  <a:lnTo>
                    <a:pt x="26331" y="237700"/>
                  </a:lnTo>
                  <a:lnTo>
                    <a:pt x="24585" y="235189"/>
                  </a:lnTo>
                  <a:lnTo>
                    <a:pt x="24319" y="234826"/>
                  </a:lnTo>
                  <a:lnTo>
                    <a:pt x="23934" y="234281"/>
                  </a:lnTo>
                  <a:lnTo>
                    <a:pt x="23490" y="233374"/>
                  </a:lnTo>
                  <a:lnTo>
                    <a:pt x="22899" y="232194"/>
                  </a:lnTo>
                  <a:lnTo>
                    <a:pt x="22721" y="231650"/>
                  </a:lnTo>
                  <a:lnTo>
                    <a:pt x="22277" y="230409"/>
                  </a:lnTo>
                  <a:lnTo>
                    <a:pt x="21419" y="228806"/>
                  </a:lnTo>
                  <a:lnTo>
                    <a:pt x="21301" y="228534"/>
                  </a:lnTo>
                  <a:lnTo>
                    <a:pt x="20887" y="227415"/>
                  </a:lnTo>
                  <a:lnTo>
                    <a:pt x="20828" y="227263"/>
                  </a:lnTo>
                  <a:lnTo>
                    <a:pt x="20769" y="227112"/>
                  </a:lnTo>
                  <a:lnTo>
                    <a:pt x="20680" y="224965"/>
                  </a:lnTo>
                  <a:lnTo>
                    <a:pt x="20532" y="222333"/>
                  </a:lnTo>
                  <a:lnTo>
                    <a:pt x="20473" y="221788"/>
                  </a:lnTo>
                  <a:lnTo>
                    <a:pt x="20414" y="220215"/>
                  </a:lnTo>
                  <a:lnTo>
                    <a:pt x="20029" y="219520"/>
                  </a:lnTo>
                  <a:lnTo>
                    <a:pt x="19437" y="218794"/>
                  </a:lnTo>
                  <a:lnTo>
                    <a:pt x="19112" y="218582"/>
                  </a:lnTo>
                  <a:lnTo>
                    <a:pt x="18964" y="218491"/>
                  </a:lnTo>
                  <a:lnTo>
                    <a:pt x="18372" y="218219"/>
                  </a:lnTo>
                  <a:lnTo>
                    <a:pt x="18017" y="218068"/>
                  </a:lnTo>
                  <a:lnTo>
                    <a:pt x="17544" y="217977"/>
                  </a:lnTo>
                  <a:lnTo>
                    <a:pt x="17248" y="218068"/>
                  </a:lnTo>
                  <a:lnTo>
                    <a:pt x="14023" y="218915"/>
                  </a:lnTo>
                  <a:lnTo>
                    <a:pt x="13550" y="219036"/>
                  </a:lnTo>
                  <a:lnTo>
                    <a:pt x="8372" y="220185"/>
                  </a:lnTo>
                  <a:lnTo>
                    <a:pt x="8165" y="218794"/>
                  </a:lnTo>
                  <a:lnTo>
                    <a:pt x="7159" y="211715"/>
                  </a:lnTo>
                  <a:lnTo>
                    <a:pt x="12810" y="210263"/>
                  </a:lnTo>
                  <a:lnTo>
                    <a:pt x="12721" y="209568"/>
                  </a:lnTo>
                  <a:lnTo>
                    <a:pt x="12692" y="209386"/>
                  </a:lnTo>
                  <a:lnTo>
                    <a:pt x="12514" y="207964"/>
                  </a:lnTo>
                  <a:lnTo>
                    <a:pt x="12159" y="205121"/>
                  </a:lnTo>
                  <a:lnTo>
                    <a:pt x="12130" y="204849"/>
                  </a:lnTo>
                  <a:lnTo>
                    <a:pt x="11272" y="200825"/>
                  </a:lnTo>
                  <a:lnTo>
                    <a:pt x="10857" y="199555"/>
                  </a:lnTo>
                  <a:lnTo>
                    <a:pt x="10650" y="198920"/>
                  </a:lnTo>
                  <a:lnTo>
                    <a:pt x="9851" y="196409"/>
                  </a:lnTo>
                  <a:lnTo>
                    <a:pt x="9733" y="195986"/>
                  </a:lnTo>
                  <a:lnTo>
                    <a:pt x="9526" y="195108"/>
                  </a:lnTo>
                  <a:lnTo>
                    <a:pt x="9437" y="194685"/>
                  </a:lnTo>
                  <a:lnTo>
                    <a:pt x="9230" y="193747"/>
                  </a:lnTo>
                  <a:lnTo>
                    <a:pt x="9201" y="193354"/>
                  </a:lnTo>
                  <a:lnTo>
                    <a:pt x="9201" y="192840"/>
                  </a:lnTo>
                  <a:lnTo>
                    <a:pt x="9230" y="192295"/>
                  </a:lnTo>
                  <a:lnTo>
                    <a:pt x="9319" y="191751"/>
                  </a:lnTo>
                  <a:lnTo>
                    <a:pt x="9437" y="191267"/>
                  </a:lnTo>
                  <a:lnTo>
                    <a:pt x="9911" y="189542"/>
                  </a:lnTo>
                  <a:lnTo>
                    <a:pt x="10029" y="189210"/>
                  </a:lnTo>
                  <a:lnTo>
                    <a:pt x="10088" y="188937"/>
                  </a:lnTo>
                  <a:lnTo>
                    <a:pt x="10177" y="188605"/>
                  </a:lnTo>
                  <a:lnTo>
                    <a:pt x="10236" y="188423"/>
                  </a:lnTo>
                  <a:lnTo>
                    <a:pt x="10828" y="186487"/>
                  </a:lnTo>
                  <a:lnTo>
                    <a:pt x="11153" y="185398"/>
                  </a:lnTo>
                  <a:lnTo>
                    <a:pt x="11538" y="184158"/>
                  </a:lnTo>
                  <a:lnTo>
                    <a:pt x="11627" y="183886"/>
                  </a:lnTo>
                  <a:lnTo>
                    <a:pt x="12041" y="182918"/>
                  </a:lnTo>
                  <a:lnTo>
                    <a:pt x="12159" y="182646"/>
                  </a:lnTo>
                  <a:lnTo>
                    <a:pt x="12366" y="182283"/>
                  </a:lnTo>
                  <a:lnTo>
                    <a:pt x="13609" y="180286"/>
                  </a:lnTo>
                  <a:lnTo>
                    <a:pt x="14437" y="179046"/>
                  </a:lnTo>
                  <a:lnTo>
                    <a:pt x="14644" y="178713"/>
                  </a:lnTo>
                  <a:lnTo>
                    <a:pt x="15443" y="177473"/>
                  </a:lnTo>
                  <a:lnTo>
                    <a:pt x="15532" y="177019"/>
                  </a:lnTo>
                  <a:lnTo>
                    <a:pt x="15650" y="176081"/>
                  </a:lnTo>
                  <a:lnTo>
                    <a:pt x="15709" y="175416"/>
                  </a:lnTo>
                  <a:lnTo>
                    <a:pt x="15769" y="174781"/>
                  </a:lnTo>
                  <a:lnTo>
                    <a:pt x="15798" y="173238"/>
                  </a:lnTo>
                  <a:lnTo>
                    <a:pt x="15857" y="171121"/>
                  </a:lnTo>
                  <a:lnTo>
                    <a:pt x="15857" y="170969"/>
                  </a:lnTo>
                  <a:lnTo>
                    <a:pt x="15828" y="170274"/>
                  </a:lnTo>
                  <a:lnTo>
                    <a:pt x="15502" y="170304"/>
                  </a:lnTo>
                  <a:lnTo>
                    <a:pt x="11567" y="169427"/>
                  </a:lnTo>
                  <a:lnTo>
                    <a:pt x="9289" y="167854"/>
                  </a:lnTo>
                  <a:lnTo>
                    <a:pt x="8609" y="167188"/>
                  </a:lnTo>
                  <a:lnTo>
                    <a:pt x="7751" y="166371"/>
                  </a:lnTo>
                  <a:lnTo>
                    <a:pt x="7189" y="165857"/>
                  </a:lnTo>
                  <a:lnTo>
                    <a:pt x="6094" y="164950"/>
                  </a:lnTo>
                  <a:lnTo>
                    <a:pt x="5828" y="164768"/>
                  </a:lnTo>
                  <a:lnTo>
                    <a:pt x="4792" y="163407"/>
                  </a:lnTo>
                  <a:lnTo>
                    <a:pt x="2751" y="160684"/>
                  </a:lnTo>
                  <a:lnTo>
                    <a:pt x="1834" y="159505"/>
                  </a:lnTo>
                  <a:lnTo>
                    <a:pt x="1183" y="158658"/>
                  </a:lnTo>
                  <a:lnTo>
                    <a:pt x="473" y="157720"/>
                  </a:lnTo>
                  <a:lnTo>
                    <a:pt x="0" y="157085"/>
                  </a:lnTo>
                  <a:lnTo>
                    <a:pt x="4349" y="153999"/>
                  </a:lnTo>
                  <a:lnTo>
                    <a:pt x="5887" y="154030"/>
                  </a:lnTo>
                  <a:lnTo>
                    <a:pt x="6035" y="153515"/>
                  </a:lnTo>
                  <a:lnTo>
                    <a:pt x="6183" y="152699"/>
                  </a:lnTo>
                  <a:lnTo>
                    <a:pt x="6331" y="151942"/>
                  </a:lnTo>
                  <a:lnTo>
                    <a:pt x="6863" y="150037"/>
                  </a:lnTo>
                  <a:lnTo>
                    <a:pt x="7248" y="148706"/>
                  </a:lnTo>
                  <a:lnTo>
                    <a:pt x="7396" y="148312"/>
                  </a:lnTo>
                  <a:lnTo>
                    <a:pt x="7751" y="147102"/>
                  </a:lnTo>
                  <a:lnTo>
                    <a:pt x="7751" y="146800"/>
                  </a:lnTo>
                  <a:lnTo>
                    <a:pt x="7721" y="146225"/>
                  </a:lnTo>
                  <a:lnTo>
                    <a:pt x="7721" y="145106"/>
                  </a:lnTo>
                  <a:lnTo>
                    <a:pt x="7721" y="143231"/>
                  </a:lnTo>
                  <a:lnTo>
                    <a:pt x="7662" y="142989"/>
                  </a:lnTo>
                  <a:lnTo>
                    <a:pt x="7573" y="142807"/>
                  </a:lnTo>
                  <a:lnTo>
                    <a:pt x="6952" y="142263"/>
                  </a:lnTo>
                  <a:lnTo>
                    <a:pt x="6745" y="142081"/>
                  </a:lnTo>
                  <a:lnTo>
                    <a:pt x="6272" y="141083"/>
                  </a:lnTo>
                  <a:lnTo>
                    <a:pt x="6124" y="140690"/>
                  </a:lnTo>
                  <a:lnTo>
                    <a:pt x="6094" y="140508"/>
                  </a:lnTo>
                  <a:lnTo>
                    <a:pt x="6065" y="139752"/>
                  </a:lnTo>
                  <a:lnTo>
                    <a:pt x="6183" y="139147"/>
                  </a:lnTo>
                  <a:lnTo>
                    <a:pt x="6301" y="138814"/>
                  </a:lnTo>
                  <a:lnTo>
                    <a:pt x="6242" y="138481"/>
                  </a:lnTo>
                  <a:lnTo>
                    <a:pt x="6124" y="138239"/>
                  </a:lnTo>
                  <a:lnTo>
                    <a:pt x="5266" y="137574"/>
                  </a:lnTo>
                  <a:lnTo>
                    <a:pt x="4940" y="137392"/>
                  </a:lnTo>
                  <a:lnTo>
                    <a:pt x="4970" y="136122"/>
                  </a:lnTo>
                  <a:lnTo>
                    <a:pt x="4940" y="135124"/>
                  </a:lnTo>
                  <a:lnTo>
                    <a:pt x="4349" y="135124"/>
                  </a:lnTo>
                  <a:lnTo>
                    <a:pt x="4349" y="132734"/>
                  </a:lnTo>
                  <a:lnTo>
                    <a:pt x="4319" y="130980"/>
                  </a:lnTo>
                  <a:lnTo>
                    <a:pt x="4556" y="126987"/>
                  </a:lnTo>
                  <a:lnTo>
                    <a:pt x="9319" y="125807"/>
                  </a:lnTo>
                  <a:lnTo>
                    <a:pt x="8786" y="123871"/>
                  </a:lnTo>
                  <a:lnTo>
                    <a:pt x="8461" y="122570"/>
                  </a:lnTo>
                  <a:lnTo>
                    <a:pt x="8195" y="121481"/>
                  </a:lnTo>
                  <a:lnTo>
                    <a:pt x="7810" y="119122"/>
                  </a:lnTo>
                  <a:lnTo>
                    <a:pt x="7603" y="117035"/>
                  </a:lnTo>
                  <a:lnTo>
                    <a:pt x="7544" y="115583"/>
                  </a:lnTo>
                  <a:lnTo>
                    <a:pt x="7544" y="114131"/>
                  </a:lnTo>
                  <a:lnTo>
                    <a:pt x="7721" y="111348"/>
                  </a:lnTo>
                  <a:lnTo>
                    <a:pt x="7958" y="109684"/>
                  </a:lnTo>
                  <a:lnTo>
                    <a:pt x="8313" y="107778"/>
                  </a:lnTo>
                  <a:lnTo>
                    <a:pt x="8579" y="106659"/>
                  </a:lnTo>
                  <a:lnTo>
                    <a:pt x="8875" y="105721"/>
                  </a:lnTo>
                  <a:lnTo>
                    <a:pt x="11567" y="97554"/>
                  </a:lnTo>
                  <a:lnTo>
                    <a:pt x="12159" y="95648"/>
                  </a:lnTo>
                  <a:lnTo>
                    <a:pt x="12514" y="94317"/>
                  </a:lnTo>
                  <a:lnTo>
                    <a:pt x="12780" y="93077"/>
                  </a:lnTo>
                  <a:lnTo>
                    <a:pt x="13698" y="87753"/>
                  </a:lnTo>
                  <a:lnTo>
                    <a:pt x="15177" y="79011"/>
                  </a:lnTo>
                  <a:lnTo>
                    <a:pt x="16686" y="70178"/>
                  </a:lnTo>
                  <a:lnTo>
                    <a:pt x="17455" y="70329"/>
                  </a:lnTo>
                  <a:lnTo>
                    <a:pt x="17780" y="70390"/>
                  </a:lnTo>
                  <a:lnTo>
                    <a:pt x="17988" y="70481"/>
                  </a:lnTo>
                  <a:lnTo>
                    <a:pt x="18313" y="70571"/>
                  </a:lnTo>
                  <a:lnTo>
                    <a:pt x="18579" y="70723"/>
                  </a:lnTo>
                  <a:lnTo>
                    <a:pt x="18875" y="70874"/>
                  </a:lnTo>
                  <a:lnTo>
                    <a:pt x="19082" y="70844"/>
                  </a:lnTo>
                  <a:lnTo>
                    <a:pt x="19260" y="70813"/>
                  </a:lnTo>
                  <a:lnTo>
                    <a:pt x="19556" y="70904"/>
                  </a:lnTo>
                  <a:lnTo>
                    <a:pt x="19733" y="70995"/>
                  </a:lnTo>
                  <a:lnTo>
                    <a:pt x="20029" y="71025"/>
                  </a:lnTo>
                  <a:lnTo>
                    <a:pt x="20414" y="71176"/>
                  </a:lnTo>
                  <a:lnTo>
                    <a:pt x="20621" y="71328"/>
                  </a:lnTo>
                  <a:lnTo>
                    <a:pt x="20769" y="71570"/>
                  </a:lnTo>
                  <a:lnTo>
                    <a:pt x="20946" y="71691"/>
                  </a:lnTo>
                  <a:lnTo>
                    <a:pt x="21153" y="71812"/>
                  </a:lnTo>
                  <a:lnTo>
                    <a:pt x="21301" y="71872"/>
                  </a:lnTo>
                  <a:lnTo>
                    <a:pt x="21597" y="72084"/>
                  </a:lnTo>
                  <a:lnTo>
                    <a:pt x="23461" y="71721"/>
                  </a:lnTo>
                  <a:lnTo>
                    <a:pt x="24526" y="71539"/>
                  </a:lnTo>
                  <a:lnTo>
                    <a:pt x="25798" y="72477"/>
                  </a:lnTo>
                  <a:lnTo>
                    <a:pt x="27129" y="73385"/>
                  </a:lnTo>
                  <a:lnTo>
                    <a:pt x="26627" y="73838"/>
                  </a:lnTo>
                  <a:lnTo>
                    <a:pt x="27070" y="74595"/>
                  </a:lnTo>
                  <a:lnTo>
                    <a:pt x="27958" y="77287"/>
                  </a:lnTo>
                  <a:lnTo>
                    <a:pt x="26656" y="77710"/>
                  </a:lnTo>
                  <a:lnTo>
                    <a:pt x="25177" y="77226"/>
                  </a:lnTo>
                  <a:lnTo>
                    <a:pt x="24999" y="77408"/>
                  </a:lnTo>
                  <a:lnTo>
                    <a:pt x="24911" y="77620"/>
                  </a:lnTo>
                  <a:lnTo>
                    <a:pt x="24822" y="77862"/>
                  </a:lnTo>
                  <a:lnTo>
                    <a:pt x="24851" y="78073"/>
                  </a:lnTo>
                  <a:lnTo>
                    <a:pt x="25325" y="78194"/>
                  </a:lnTo>
                  <a:lnTo>
                    <a:pt x="25650" y="78255"/>
                  </a:lnTo>
                  <a:lnTo>
                    <a:pt x="26183" y="79011"/>
                  </a:lnTo>
                  <a:lnTo>
                    <a:pt x="26745" y="79798"/>
                  </a:lnTo>
                  <a:lnTo>
                    <a:pt x="27721" y="80130"/>
                  </a:lnTo>
                  <a:lnTo>
                    <a:pt x="29555" y="83095"/>
                  </a:lnTo>
                  <a:lnTo>
                    <a:pt x="30621" y="84274"/>
                  </a:lnTo>
                  <a:lnTo>
                    <a:pt x="31626" y="83337"/>
                  </a:lnTo>
                  <a:lnTo>
                    <a:pt x="33786" y="81280"/>
                  </a:lnTo>
                  <a:lnTo>
                    <a:pt x="35236" y="80402"/>
                  </a:lnTo>
                  <a:lnTo>
                    <a:pt x="34733" y="79132"/>
                  </a:lnTo>
                  <a:lnTo>
                    <a:pt x="34555" y="78709"/>
                  </a:lnTo>
                  <a:lnTo>
                    <a:pt x="34112" y="77710"/>
                  </a:lnTo>
                  <a:lnTo>
                    <a:pt x="33905" y="77105"/>
                  </a:lnTo>
                  <a:lnTo>
                    <a:pt x="33816" y="76621"/>
                  </a:lnTo>
                  <a:lnTo>
                    <a:pt x="33757" y="76379"/>
                  </a:lnTo>
                  <a:lnTo>
                    <a:pt x="33786" y="75895"/>
                  </a:lnTo>
                  <a:lnTo>
                    <a:pt x="33875" y="75230"/>
                  </a:lnTo>
                  <a:lnTo>
                    <a:pt x="33934" y="74716"/>
                  </a:lnTo>
                  <a:lnTo>
                    <a:pt x="34023" y="74171"/>
                  </a:lnTo>
                  <a:lnTo>
                    <a:pt x="34082" y="73173"/>
                  </a:lnTo>
                  <a:lnTo>
                    <a:pt x="34082" y="71388"/>
                  </a:lnTo>
                  <a:lnTo>
                    <a:pt x="34052" y="70632"/>
                  </a:lnTo>
                  <a:lnTo>
                    <a:pt x="33845" y="69603"/>
                  </a:lnTo>
                  <a:lnTo>
                    <a:pt x="33520" y="68484"/>
                  </a:lnTo>
                  <a:lnTo>
                    <a:pt x="33017" y="67425"/>
                  </a:lnTo>
                  <a:lnTo>
                    <a:pt x="32041" y="65399"/>
                  </a:lnTo>
                  <a:lnTo>
                    <a:pt x="33786" y="64703"/>
                  </a:lnTo>
                  <a:lnTo>
                    <a:pt x="35413" y="64249"/>
                  </a:lnTo>
                  <a:lnTo>
                    <a:pt x="34999" y="58562"/>
                  </a:lnTo>
                  <a:lnTo>
                    <a:pt x="37307" y="59561"/>
                  </a:lnTo>
                  <a:lnTo>
                    <a:pt x="42159" y="59228"/>
                  </a:lnTo>
                  <a:lnTo>
                    <a:pt x="42248" y="55628"/>
                  </a:lnTo>
                  <a:lnTo>
                    <a:pt x="45798" y="54811"/>
                  </a:lnTo>
                  <a:lnTo>
                    <a:pt x="46153" y="50577"/>
                  </a:lnTo>
                  <a:lnTo>
                    <a:pt x="46981" y="50728"/>
                  </a:lnTo>
                  <a:lnTo>
                    <a:pt x="47218" y="50274"/>
                  </a:lnTo>
                  <a:lnTo>
                    <a:pt x="47425" y="50002"/>
                  </a:lnTo>
                  <a:lnTo>
                    <a:pt x="47691" y="49457"/>
                  </a:lnTo>
                  <a:lnTo>
                    <a:pt x="47751" y="49215"/>
                  </a:lnTo>
                  <a:lnTo>
                    <a:pt x="47899" y="48973"/>
                  </a:lnTo>
                  <a:lnTo>
                    <a:pt x="48342" y="48822"/>
                  </a:lnTo>
                  <a:lnTo>
                    <a:pt x="48875" y="48731"/>
                  </a:lnTo>
                  <a:lnTo>
                    <a:pt x="49674" y="48520"/>
                  </a:lnTo>
                  <a:lnTo>
                    <a:pt x="50088" y="48338"/>
                  </a:lnTo>
                  <a:lnTo>
                    <a:pt x="50561" y="48036"/>
                  </a:lnTo>
                  <a:lnTo>
                    <a:pt x="50975" y="47824"/>
                  </a:lnTo>
                  <a:lnTo>
                    <a:pt x="51538" y="47552"/>
                  </a:lnTo>
                  <a:lnTo>
                    <a:pt x="52188" y="47219"/>
                  </a:lnTo>
                  <a:lnTo>
                    <a:pt x="52543" y="46886"/>
                  </a:lnTo>
                  <a:lnTo>
                    <a:pt x="53017" y="46523"/>
                  </a:lnTo>
                  <a:lnTo>
                    <a:pt x="53490" y="46190"/>
                  </a:lnTo>
                  <a:lnTo>
                    <a:pt x="53668" y="46039"/>
                  </a:lnTo>
                  <a:lnTo>
                    <a:pt x="53875" y="45948"/>
                  </a:lnTo>
                  <a:lnTo>
                    <a:pt x="54141" y="45737"/>
                  </a:lnTo>
                  <a:lnTo>
                    <a:pt x="54378" y="45616"/>
                  </a:lnTo>
                  <a:lnTo>
                    <a:pt x="54910" y="45495"/>
                  </a:lnTo>
                  <a:lnTo>
                    <a:pt x="55265" y="45404"/>
                  </a:lnTo>
                  <a:lnTo>
                    <a:pt x="55443" y="45374"/>
                  </a:lnTo>
                  <a:lnTo>
                    <a:pt x="55620" y="45343"/>
                  </a:lnTo>
                  <a:lnTo>
                    <a:pt x="55798" y="45222"/>
                  </a:lnTo>
                  <a:lnTo>
                    <a:pt x="55975" y="45101"/>
                  </a:lnTo>
                  <a:lnTo>
                    <a:pt x="56330" y="45011"/>
                  </a:lnTo>
                  <a:lnTo>
                    <a:pt x="56685" y="44980"/>
                  </a:lnTo>
                  <a:lnTo>
                    <a:pt x="56981" y="44890"/>
                  </a:lnTo>
                  <a:lnTo>
                    <a:pt x="57248" y="44708"/>
                  </a:lnTo>
                  <a:lnTo>
                    <a:pt x="57455" y="44496"/>
                  </a:lnTo>
                  <a:lnTo>
                    <a:pt x="57869" y="44103"/>
                  </a:lnTo>
                  <a:lnTo>
                    <a:pt x="58372" y="43468"/>
                  </a:lnTo>
                  <a:lnTo>
                    <a:pt x="58756" y="43135"/>
                  </a:lnTo>
                  <a:lnTo>
                    <a:pt x="59555" y="42470"/>
                  </a:lnTo>
                  <a:lnTo>
                    <a:pt x="60324" y="41834"/>
                  </a:lnTo>
                  <a:lnTo>
                    <a:pt x="60827" y="41350"/>
                  </a:lnTo>
                  <a:lnTo>
                    <a:pt x="61094" y="41139"/>
                  </a:lnTo>
                  <a:lnTo>
                    <a:pt x="61715" y="40927"/>
                  </a:lnTo>
                  <a:lnTo>
                    <a:pt x="62188" y="40745"/>
                  </a:lnTo>
                  <a:lnTo>
                    <a:pt x="62514" y="40655"/>
                  </a:lnTo>
                  <a:lnTo>
                    <a:pt x="62780" y="40594"/>
                  </a:lnTo>
                  <a:lnTo>
                    <a:pt x="63076" y="40534"/>
                  </a:lnTo>
                  <a:lnTo>
                    <a:pt x="63342" y="40564"/>
                  </a:lnTo>
                  <a:lnTo>
                    <a:pt x="63786" y="40503"/>
                  </a:lnTo>
                  <a:lnTo>
                    <a:pt x="64023" y="40443"/>
                  </a:lnTo>
                  <a:lnTo>
                    <a:pt x="64614" y="40443"/>
                  </a:lnTo>
                  <a:lnTo>
                    <a:pt x="64851" y="40292"/>
                  </a:lnTo>
                  <a:lnTo>
                    <a:pt x="65177" y="40140"/>
                  </a:lnTo>
                  <a:lnTo>
                    <a:pt x="65443" y="39929"/>
                  </a:lnTo>
                  <a:lnTo>
                    <a:pt x="65679" y="39626"/>
                  </a:lnTo>
                  <a:lnTo>
                    <a:pt x="66034" y="39263"/>
                  </a:lnTo>
                  <a:lnTo>
                    <a:pt x="66271" y="39112"/>
                  </a:lnTo>
                  <a:lnTo>
                    <a:pt x="66597" y="38840"/>
                  </a:lnTo>
                  <a:lnTo>
                    <a:pt x="66922" y="38628"/>
                  </a:lnTo>
                  <a:lnTo>
                    <a:pt x="67070" y="38447"/>
                  </a:lnTo>
                  <a:lnTo>
                    <a:pt x="67247" y="38356"/>
                  </a:lnTo>
                  <a:lnTo>
                    <a:pt x="67484" y="38174"/>
                  </a:lnTo>
                  <a:lnTo>
                    <a:pt x="67780" y="37993"/>
                  </a:lnTo>
                  <a:lnTo>
                    <a:pt x="68105" y="37781"/>
                  </a:lnTo>
                  <a:lnTo>
                    <a:pt x="68372" y="37630"/>
                  </a:lnTo>
                  <a:lnTo>
                    <a:pt x="68579" y="37479"/>
                  </a:lnTo>
                  <a:lnTo>
                    <a:pt x="68934" y="37237"/>
                  </a:lnTo>
                  <a:lnTo>
                    <a:pt x="69230" y="37146"/>
                  </a:lnTo>
                  <a:lnTo>
                    <a:pt x="69437" y="37116"/>
                  </a:lnTo>
                  <a:lnTo>
                    <a:pt x="69733" y="37116"/>
                  </a:lnTo>
                  <a:lnTo>
                    <a:pt x="69910" y="36995"/>
                  </a:lnTo>
                  <a:lnTo>
                    <a:pt x="70117" y="36662"/>
                  </a:lnTo>
                  <a:lnTo>
                    <a:pt x="70295" y="36329"/>
                  </a:lnTo>
                  <a:lnTo>
                    <a:pt x="70531" y="36057"/>
                  </a:lnTo>
                  <a:lnTo>
                    <a:pt x="70739" y="35845"/>
                  </a:lnTo>
                  <a:lnTo>
                    <a:pt x="71005" y="35482"/>
                  </a:lnTo>
                  <a:lnTo>
                    <a:pt x="71182" y="35149"/>
                  </a:lnTo>
                  <a:lnTo>
                    <a:pt x="71242" y="34938"/>
                  </a:lnTo>
                  <a:lnTo>
                    <a:pt x="71212" y="34665"/>
                  </a:lnTo>
                  <a:lnTo>
                    <a:pt x="71182" y="34363"/>
                  </a:lnTo>
                  <a:lnTo>
                    <a:pt x="71153" y="34030"/>
                  </a:lnTo>
                  <a:lnTo>
                    <a:pt x="71182" y="33697"/>
                  </a:lnTo>
                  <a:lnTo>
                    <a:pt x="71123" y="33244"/>
                  </a:lnTo>
                  <a:lnTo>
                    <a:pt x="71153" y="32850"/>
                  </a:lnTo>
                  <a:lnTo>
                    <a:pt x="71094" y="32457"/>
                  </a:lnTo>
                  <a:lnTo>
                    <a:pt x="71005" y="31943"/>
                  </a:lnTo>
                  <a:lnTo>
                    <a:pt x="70887" y="31640"/>
                  </a:lnTo>
                  <a:lnTo>
                    <a:pt x="70857" y="31308"/>
                  </a:lnTo>
                  <a:lnTo>
                    <a:pt x="70857" y="30824"/>
                  </a:lnTo>
                  <a:lnTo>
                    <a:pt x="70916" y="30188"/>
                  </a:lnTo>
                  <a:lnTo>
                    <a:pt x="71064" y="29644"/>
                  </a:lnTo>
                  <a:lnTo>
                    <a:pt x="71094" y="28827"/>
                  </a:lnTo>
                  <a:lnTo>
                    <a:pt x="71271" y="28464"/>
                  </a:lnTo>
                  <a:lnTo>
                    <a:pt x="71508" y="28131"/>
                  </a:lnTo>
                  <a:lnTo>
                    <a:pt x="71715" y="27436"/>
                  </a:lnTo>
                  <a:lnTo>
                    <a:pt x="71804" y="26921"/>
                  </a:lnTo>
                  <a:lnTo>
                    <a:pt x="71863" y="26528"/>
                  </a:lnTo>
                  <a:lnTo>
                    <a:pt x="72100" y="26105"/>
                  </a:lnTo>
                  <a:lnTo>
                    <a:pt x="72425" y="25621"/>
                  </a:lnTo>
                  <a:lnTo>
                    <a:pt x="72543" y="25318"/>
                  </a:lnTo>
                  <a:lnTo>
                    <a:pt x="72602" y="24895"/>
                  </a:lnTo>
                  <a:lnTo>
                    <a:pt x="72662" y="24502"/>
                  </a:lnTo>
                  <a:lnTo>
                    <a:pt x="72780" y="24018"/>
                  </a:lnTo>
                  <a:lnTo>
                    <a:pt x="72780" y="23624"/>
                  </a:lnTo>
                  <a:lnTo>
                    <a:pt x="72810" y="23352"/>
                  </a:lnTo>
                  <a:lnTo>
                    <a:pt x="72958" y="22838"/>
                  </a:lnTo>
                  <a:lnTo>
                    <a:pt x="73046" y="22414"/>
                  </a:lnTo>
                  <a:lnTo>
                    <a:pt x="73165" y="21961"/>
                  </a:lnTo>
                  <a:lnTo>
                    <a:pt x="73372" y="21416"/>
                  </a:lnTo>
                  <a:lnTo>
                    <a:pt x="73668" y="20841"/>
                  </a:lnTo>
                  <a:lnTo>
                    <a:pt x="73875" y="20388"/>
                  </a:lnTo>
                  <a:lnTo>
                    <a:pt x="73993" y="20055"/>
                  </a:lnTo>
                  <a:lnTo>
                    <a:pt x="74318" y="19571"/>
                  </a:lnTo>
                  <a:lnTo>
                    <a:pt x="74585" y="18996"/>
                  </a:lnTo>
                  <a:lnTo>
                    <a:pt x="74733" y="18512"/>
                  </a:lnTo>
                  <a:lnTo>
                    <a:pt x="75147" y="17907"/>
                  </a:lnTo>
                  <a:lnTo>
                    <a:pt x="75324" y="17514"/>
                  </a:lnTo>
                  <a:lnTo>
                    <a:pt x="75472" y="17060"/>
                  </a:lnTo>
                  <a:lnTo>
                    <a:pt x="75768" y="16516"/>
                  </a:lnTo>
                  <a:lnTo>
                    <a:pt x="76005" y="16001"/>
                  </a:lnTo>
                  <a:lnTo>
                    <a:pt x="76182" y="15669"/>
                  </a:lnTo>
                  <a:lnTo>
                    <a:pt x="76508" y="15336"/>
                  </a:lnTo>
                  <a:lnTo>
                    <a:pt x="76715" y="15306"/>
                  </a:lnTo>
                  <a:lnTo>
                    <a:pt x="77040" y="14822"/>
                  </a:lnTo>
                  <a:lnTo>
                    <a:pt x="77218" y="14489"/>
                  </a:lnTo>
                  <a:lnTo>
                    <a:pt x="77543" y="14065"/>
                  </a:lnTo>
                  <a:lnTo>
                    <a:pt x="77869" y="13823"/>
                  </a:lnTo>
                  <a:lnTo>
                    <a:pt x="78253" y="13702"/>
                  </a:lnTo>
                  <a:lnTo>
                    <a:pt x="78668" y="13672"/>
                  </a:lnTo>
                  <a:lnTo>
                    <a:pt x="78993" y="13581"/>
                  </a:lnTo>
                  <a:lnTo>
                    <a:pt x="79378" y="13339"/>
                  </a:lnTo>
                  <a:lnTo>
                    <a:pt x="79614" y="13219"/>
                  </a:lnTo>
                  <a:lnTo>
                    <a:pt x="79792" y="13158"/>
                  </a:lnTo>
                  <a:lnTo>
                    <a:pt x="79999" y="13098"/>
                  </a:lnTo>
                  <a:lnTo>
                    <a:pt x="80265" y="13037"/>
                  </a:lnTo>
                  <a:lnTo>
                    <a:pt x="80561" y="13007"/>
                  </a:lnTo>
                  <a:lnTo>
                    <a:pt x="80946" y="12977"/>
                  </a:lnTo>
                  <a:lnTo>
                    <a:pt x="81271" y="12977"/>
                  </a:lnTo>
                  <a:lnTo>
                    <a:pt x="81804" y="12765"/>
                  </a:lnTo>
                  <a:lnTo>
                    <a:pt x="82099" y="12493"/>
                  </a:lnTo>
                  <a:lnTo>
                    <a:pt x="82395" y="12220"/>
                  </a:lnTo>
                  <a:lnTo>
                    <a:pt x="82721" y="11797"/>
                  </a:lnTo>
                  <a:lnTo>
                    <a:pt x="83017" y="11434"/>
                  </a:lnTo>
                  <a:lnTo>
                    <a:pt x="83224" y="10889"/>
                  </a:lnTo>
                  <a:lnTo>
                    <a:pt x="83549" y="10103"/>
                  </a:lnTo>
                  <a:lnTo>
                    <a:pt x="83904" y="8953"/>
                  </a:lnTo>
                  <a:lnTo>
                    <a:pt x="84082" y="8590"/>
                  </a:lnTo>
                  <a:lnTo>
                    <a:pt x="84496" y="7622"/>
                  </a:lnTo>
                  <a:lnTo>
                    <a:pt x="84614" y="7199"/>
                  </a:lnTo>
                  <a:lnTo>
                    <a:pt x="84673" y="6745"/>
                  </a:lnTo>
                  <a:lnTo>
                    <a:pt x="84969" y="6291"/>
                  </a:lnTo>
                  <a:lnTo>
                    <a:pt x="85295" y="5898"/>
                  </a:lnTo>
                  <a:lnTo>
                    <a:pt x="85591" y="5384"/>
                  </a:lnTo>
                  <a:lnTo>
                    <a:pt x="85946" y="4688"/>
                  </a:lnTo>
                  <a:lnTo>
                    <a:pt x="86182" y="4174"/>
                  </a:lnTo>
                  <a:lnTo>
                    <a:pt x="86715" y="3508"/>
                  </a:lnTo>
                  <a:lnTo>
                    <a:pt x="87366" y="3024"/>
                  </a:lnTo>
                  <a:lnTo>
                    <a:pt x="87780" y="2631"/>
                  </a:lnTo>
                  <a:lnTo>
                    <a:pt x="88490" y="2298"/>
                  </a:lnTo>
                  <a:lnTo>
                    <a:pt x="89289" y="1754"/>
                  </a:lnTo>
                  <a:lnTo>
                    <a:pt x="89910" y="1270"/>
                  </a:lnTo>
                  <a:lnTo>
                    <a:pt x="90620" y="695"/>
                  </a:lnTo>
                  <a:lnTo>
                    <a:pt x="90916" y="332"/>
                  </a:lnTo>
                  <a:lnTo>
                    <a:pt x="91301" y="211"/>
                  </a:lnTo>
                  <a:lnTo>
                    <a:pt x="91744" y="30"/>
                  </a:lnTo>
                  <a:lnTo>
                    <a:pt x="929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1343879" y="3350904"/>
              <a:ext cx="68461" cy="71328"/>
            </a:xfrm>
            <a:custGeom>
              <a:avLst/>
              <a:pathLst>
                <a:path w="68461" h="71328">
                  <a:moveTo>
                    <a:pt x="34319" y="30"/>
                  </a:moveTo>
                  <a:lnTo>
                    <a:pt x="35088" y="60"/>
                  </a:lnTo>
                  <a:lnTo>
                    <a:pt x="35265" y="90"/>
                  </a:lnTo>
                  <a:lnTo>
                    <a:pt x="35650" y="181"/>
                  </a:lnTo>
                  <a:lnTo>
                    <a:pt x="36597" y="725"/>
                  </a:lnTo>
                  <a:lnTo>
                    <a:pt x="37159" y="1028"/>
                  </a:lnTo>
                  <a:lnTo>
                    <a:pt x="37129" y="1209"/>
                  </a:lnTo>
                  <a:lnTo>
                    <a:pt x="37041" y="2298"/>
                  </a:lnTo>
                  <a:lnTo>
                    <a:pt x="36863" y="3992"/>
                  </a:lnTo>
                  <a:lnTo>
                    <a:pt x="36656" y="6019"/>
                  </a:lnTo>
                  <a:lnTo>
                    <a:pt x="36538" y="7169"/>
                  </a:lnTo>
                  <a:lnTo>
                    <a:pt x="36508" y="7350"/>
                  </a:lnTo>
                  <a:lnTo>
                    <a:pt x="36271" y="9589"/>
                  </a:lnTo>
                  <a:lnTo>
                    <a:pt x="37366" y="9679"/>
                  </a:lnTo>
                  <a:lnTo>
                    <a:pt x="39023" y="9861"/>
                  </a:lnTo>
                  <a:lnTo>
                    <a:pt x="39289" y="9861"/>
                  </a:lnTo>
                  <a:lnTo>
                    <a:pt x="39437" y="9891"/>
                  </a:lnTo>
                  <a:lnTo>
                    <a:pt x="41005" y="9921"/>
                  </a:lnTo>
                  <a:lnTo>
                    <a:pt x="47041" y="10345"/>
                  </a:lnTo>
                  <a:lnTo>
                    <a:pt x="48254" y="10466"/>
                  </a:lnTo>
                  <a:lnTo>
                    <a:pt x="54200" y="11071"/>
                  </a:lnTo>
                  <a:lnTo>
                    <a:pt x="57218" y="11404"/>
                  </a:lnTo>
                  <a:lnTo>
                    <a:pt x="58579" y="11434"/>
                  </a:lnTo>
                  <a:lnTo>
                    <a:pt x="61863" y="11283"/>
                  </a:lnTo>
                  <a:lnTo>
                    <a:pt x="64940" y="11162"/>
                  </a:lnTo>
                  <a:lnTo>
                    <a:pt x="65384" y="11162"/>
                  </a:lnTo>
                  <a:lnTo>
                    <a:pt x="66715" y="11041"/>
                  </a:lnTo>
                  <a:lnTo>
                    <a:pt x="67750" y="10889"/>
                  </a:lnTo>
                  <a:lnTo>
                    <a:pt x="67928" y="10859"/>
                  </a:lnTo>
                  <a:lnTo>
                    <a:pt x="68461" y="10799"/>
                  </a:lnTo>
                  <a:lnTo>
                    <a:pt x="67129" y="16395"/>
                  </a:lnTo>
                  <a:lnTo>
                    <a:pt x="66212" y="20297"/>
                  </a:lnTo>
                  <a:lnTo>
                    <a:pt x="65591" y="22929"/>
                  </a:lnTo>
                  <a:lnTo>
                    <a:pt x="65532" y="23140"/>
                  </a:lnTo>
                  <a:lnTo>
                    <a:pt x="65236" y="24471"/>
                  </a:lnTo>
                  <a:lnTo>
                    <a:pt x="64585" y="27194"/>
                  </a:lnTo>
                  <a:lnTo>
                    <a:pt x="63934" y="29946"/>
                  </a:lnTo>
                  <a:lnTo>
                    <a:pt x="63875" y="30188"/>
                  </a:lnTo>
                  <a:lnTo>
                    <a:pt x="63579" y="31550"/>
                  </a:lnTo>
                  <a:lnTo>
                    <a:pt x="63490" y="31913"/>
                  </a:lnTo>
                  <a:lnTo>
                    <a:pt x="63461" y="32457"/>
                  </a:lnTo>
                  <a:lnTo>
                    <a:pt x="63461" y="32971"/>
                  </a:lnTo>
                  <a:lnTo>
                    <a:pt x="63697" y="33607"/>
                  </a:lnTo>
                  <a:lnTo>
                    <a:pt x="64289" y="35149"/>
                  </a:lnTo>
                  <a:lnTo>
                    <a:pt x="64910" y="36843"/>
                  </a:lnTo>
                  <a:lnTo>
                    <a:pt x="65620" y="38235"/>
                  </a:lnTo>
                  <a:lnTo>
                    <a:pt x="66153" y="38840"/>
                  </a:lnTo>
                  <a:lnTo>
                    <a:pt x="66390" y="39112"/>
                  </a:lnTo>
                  <a:lnTo>
                    <a:pt x="66804" y="39415"/>
                  </a:lnTo>
                  <a:lnTo>
                    <a:pt x="67070" y="39596"/>
                  </a:lnTo>
                  <a:lnTo>
                    <a:pt x="66597" y="39778"/>
                  </a:lnTo>
                  <a:lnTo>
                    <a:pt x="66419" y="39778"/>
                  </a:lnTo>
                  <a:lnTo>
                    <a:pt x="65029" y="39747"/>
                  </a:lnTo>
                  <a:lnTo>
                    <a:pt x="63313" y="39687"/>
                  </a:lnTo>
                  <a:lnTo>
                    <a:pt x="63106" y="39687"/>
                  </a:lnTo>
                  <a:lnTo>
                    <a:pt x="61804" y="39657"/>
                  </a:lnTo>
                  <a:lnTo>
                    <a:pt x="61508" y="39626"/>
                  </a:lnTo>
                  <a:lnTo>
                    <a:pt x="60354" y="39747"/>
                  </a:lnTo>
                  <a:lnTo>
                    <a:pt x="59171" y="39899"/>
                  </a:lnTo>
                  <a:lnTo>
                    <a:pt x="58461" y="40110"/>
                  </a:lnTo>
                  <a:lnTo>
                    <a:pt x="58076" y="40261"/>
                  </a:lnTo>
                  <a:lnTo>
                    <a:pt x="57810" y="40503"/>
                  </a:lnTo>
                  <a:lnTo>
                    <a:pt x="57573" y="40836"/>
                  </a:lnTo>
                  <a:lnTo>
                    <a:pt x="57396" y="41229"/>
                  </a:lnTo>
                  <a:lnTo>
                    <a:pt x="57307" y="41532"/>
                  </a:lnTo>
                  <a:lnTo>
                    <a:pt x="57188" y="42288"/>
                  </a:lnTo>
                  <a:lnTo>
                    <a:pt x="57218" y="42560"/>
                  </a:lnTo>
                  <a:lnTo>
                    <a:pt x="57336" y="42984"/>
                  </a:lnTo>
                  <a:lnTo>
                    <a:pt x="57721" y="43528"/>
                  </a:lnTo>
                  <a:lnTo>
                    <a:pt x="57277" y="43982"/>
                  </a:lnTo>
                  <a:lnTo>
                    <a:pt x="57869" y="45253"/>
                  </a:lnTo>
                  <a:lnTo>
                    <a:pt x="60916" y="49155"/>
                  </a:lnTo>
                  <a:lnTo>
                    <a:pt x="68224" y="58774"/>
                  </a:lnTo>
                  <a:lnTo>
                    <a:pt x="66981" y="59742"/>
                  </a:lnTo>
                  <a:lnTo>
                    <a:pt x="61419" y="64219"/>
                  </a:lnTo>
                  <a:lnTo>
                    <a:pt x="60887" y="64310"/>
                  </a:lnTo>
                  <a:lnTo>
                    <a:pt x="59792" y="64280"/>
                  </a:lnTo>
                  <a:lnTo>
                    <a:pt x="58106" y="64249"/>
                  </a:lnTo>
                  <a:lnTo>
                    <a:pt x="57780" y="64249"/>
                  </a:lnTo>
                  <a:lnTo>
                    <a:pt x="57277" y="64219"/>
                  </a:lnTo>
                  <a:lnTo>
                    <a:pt x="56538" y="64219"/>
                  </a:lnTo>
                  <a:lnTo>
                    <a:pt x="55887" y="64189"/>
                  </a:lnTo>
                  <a:lnTo>
                    <a:pt x="54407" y="64159"/>
                  </a:lnTo>
                  <a:lnTo>
                    <a:pt x="52928" y="64159"/>
                  </a:lnTo>
                  <a:lnTo>
                    <a:pt x="52780" y="64128"/>
                  </a:lnTo>
                  <a:lnTo>
                    <a:pt x="51893" y="64128"/>
                  </a:lnTo>
                  <a:lnTo>
                    <a:pt x="51656" y="63523"/>
                  </a:lnTo>
                  <a:lnTo>
                    <a:pt x="51478" y="63191"/>
                  </a:lnTo>
                  <a:lnTo>
                    <a:pt x="50591" y="63856"/>
                  </a:lnTo>
                  <a:lnTo>
                    <a:pt x="50384" y="63947"/>
                  </a:lnTo>
                  <a:lnTo>
                    <a:pt x="50058" y="63977"/>
                  </a:lnTo>
                  <a:lnTo>
                    <a:pt x="49703" y="61920"/>
                  </a:lnTo>
                  <a:lnTo>
                    <a:pt x="49378" y="62102"/>
                  </a:lnTo>
                  <a:lnTo>
                    <a:pt x="49171" y="62162"/>
                  </a:lnTo>
                  <a:lnTo>
                    <a:pt x="48165" y="62495"/>
                  </a:lnTo>
                  <a:lnTo>
                    <a:pt x="45561" y="63100"/>
                  </a:lnTo>
                  <a:lnTo>
                    <a:pt x="45088" y="63191"/>
                  </a:lnTo>
                  <a:lnTo>
                    <a:pt x="44319" y="63402"/>
                  </a:lnTo>
                  <a:lnTo>
                    <a:pt x="43283" y="63705"/>
                  </a:lnTo>
                  <a:lnTo>
                    <a:pt x="42928" y="63856"/>
                  </a:lnTo>
                  <a:lnTo>
                    <a:pt x="42011" y="64310"/>
                  </a:lnTo>
                  <a:lnTo>
                    <a:pt x="41419" y="64643"/>
                  </a:lnTo>
                  <a:lnTo>
                    <a:pt x="41242" y="64733"/>
                  </a:lnTo>
                  <a:lnTo>
                    <a:pt x="40325" y="65338"/>
                  </a:lnTo>
                  <a:lnTo>
                    <a:pt x="39910" y="65580"/>
                  </a:lnTo>
                  <a:lnTo>
                    <a:pt x="39496" y="65853"/>
                  </a:lnTo>
                  <a:lnTo>
                    <a:pt x="39289" y="65974"/>
                  </a:lnTo>
                  <a:lnTo>
                    <a:pt x="38905" y="66216"/>
                  </a:lnTo>
                  <a:lnTo>
                    <a:pt x="38638" y="66427"/>
                  </a:lnTo>
                  <a:lnTo>
                    <a:pt x="38017" y="66820"/>
                  </a:lnTo>
                  <a:lnTo>
                    <a:pt x="37810" y="66972"/>
                  </a:lnTo>
                  <a:lnTo>
                    <a:pt x="36834" y="67637"/>
                  </a:lnTo>
                  <a:lnTo>
                    <a:pt x="35916" y="68151"/>
                  </a:lnTo>
                  <a:lnTo>
                    <a:pt x="34851" y="68635"/>
                  </a:lnTo>
                  <a:lnTo>
                    <a:pt x="33283" y="69240"/>
                  </a:lnTo>
                  <a:lnTo>
                    <a:pt x="32514" y="69361"/>
                  </a:lnTo>
                  <a:lnTo>
                    <a:pt x="31834" y="69452"/>
                  </a:lnTo>
                  <a:lnTo>
                    <a:pt x="30828" y="69603"/>
                  </a:lnTo>
                  <a:lnTo>
                    <a:pt x="30532" y="69634"/>
                  </a:lnTo>
                  <a:lnTo>
                    <a:pt x="28431" y="69936"/>
                  </a:lnTo>
                  <a:lnTo>
                    <a:pt x="28224" y="69966"/>
                  </a:lnTo>
                  <a:lnTo>
                    <a:pt x="24141" y="70511"/>
                  </a:lnTo>
                  <a:lnTo>
                    <a:pt x="23195" y="70662"/>
                  </a:lnTo>
                  <a:lnTo>
                    <a:pt x="22987" y="70692"/>
                  </a:lnTo>
                  <a:lnTo>
                    <a:pt x="20088" y="71086"/>
                  </a:lnTo>
                  <a:lnTo>
                    <a:pt x="18402" y="71328"/>
                  </a:lnTo>
                  <a:lnTo>
                    <a:pt x="18402" y="71176"/>
                  </a:lnTo>
                  <a:lnTo>
                    <a:pt x="18402" y="71025"/>
                  </a:lnTo>
                  <a:lnTo>
                    <a:pt x="18343" y="69936"/>
                  </a:lnTo>
                  <a:lnTo>
                    <a:pt x="18313" y="69664"/>
                  </a:lnTo>
                  <a:lnTo>
                    <a:pt x="18283" y="69482"/>
                  </a:lnTo>
                  <a:lnTo>
                    <a:pt x="18254" y="69271"/>
                  </a:lnTo>
                  <a:lnTo>
                    <a:pt x="18195" y="69059"/>
                  </a:lnTo>
                  <a:lnTo>
                    <a:pt x="18106" y="68605"/>
                  </a:lnTo>
                  <a:lnTo>
                    <a:pt x="17899" y="67728"/>
                  </a:lnTo>
                  <a:lnTo>
                    <a:pt x="17780" y="67365"/>
                  </a:lnTo>
                  <a:lnTo>
                    <a:pt x="17632" y="67002"/>
                  </a:lnTo>
                  <a:lnTo>
                    <a:pt x="17366" y="66306"/>
                  </a:lnTo>
                  <a:lnTo>
                    <a:pt x="17248" y="66125"/>
                  </a:lnTo>
                  <a:lnTo>
                    <a:pt x="16804" y="65369"/>
                  </a:lnTo>
                  <a:lnTo>
                    <a:pt x="16331" y="64491"/>
                  </a:lnTo>
                  <a:lnTo>
                    <a:pt x="16064" y="64159"/>
                  </a:lnTo>
                  <a:lnTo>
                    <a:pt x="15414" y="63402"/>
                  </a:lnTo>
                  <a:lnTo>
                    <a:pt x="15236" y="63130"/>
                  </a:lnTo>
                  <a:lnTo>
                    <a:pt x="14999" y="62949"/>
                  </a:lnTo>
                  <a:lnTo>
                    <a:pt x="13816" y="62011"/>
                  </a:lnTo>
                  <a:lnTo>
                    <a:pt x="12840" y="61406"/>
                  </a:lnTo>
                  <a:lnTo>
                    <a:pt x="12307" y="61164"/>
                  </a:lnTo>
                  <a:lnTo>
                    <a:pt x="11212" y="60710"/>
                  </a:lnTo>
                  <a:lnTo>
                    <a:pt x="10887" y="60559"/>
                  </a:lnTo>
                  <a:lnTo>
                    <a:pt x="10591" y="60498"/>
                  </a:lnTo>
                  <a:lnTo>
                    <a:pt x="9792" y="60287"/>
                  </a:lnTo>
                  <a:lnTo>
                    <a:pt x="9526" y="60226"/>
                  </a:lnTo>
                  <a:lnTo>
                    <a:pt x="8698" y="60014"/>
                  </a:lnTo>
                  <a:lnTo>
                    <a:pt x="8076" y="59833"/>
                  </a:lnTo>
                  <a:lnTo>
                    <a:pt x="7899" y="59772"/>
                  </a:lnTo>
                  <a:lnTo>
                    <a:pt x="5384" y="59077"/>
                  </a:lnTo>
                  <a:lnTo>
                    <a:pt x="5147" y="58986"/>
                  </a:lnTo>
                  <a:lnTo>
                    <a:pt x="4082" y="58502"/>
                  </a:lnTo>
                  <a:lnTo>
                    <a:pt x="3609" y="58230"/>
                  </a:lnTo>
                  <a:lnTo>
                    <a:pt x="3372" y="58109"/>
                  </a:lnTo>
                  <a:lnTo>
                    <a:pt x="2633" y="57564"/>
                  </a:lnTo>
                  <a:lnTo>
                    <a:pt x="2070" y="56989"/>
                  </a:lnTo>
                  <a:lnTo>
                    <a:pt x="1420" y="56294"/>
                  </a:lnTo>
                  <a:lnTo>
                    <a:pt x="917" y="55568"/>
                  </a:lnTo>
                  <a:lnTo>
                    <a:pt x="325" y="54297"/>
                  </a:lnTo>
                  <a:lnTo>
                    <a:pt x="0" y="53480"/>
                  </a:lnTo>
                  <a:lnTo>
                    <a:pt x="88" y="53329"/>
                  </a:lnTo>
                  <a:lnTo>
                    <a:pt x="325" y="52755"/>
                  </a:lnTo>
                  <a:lnTo>
                    <a:pt x="443" y="51968"/>
                  </a:lnTo>
                  <a:lnTo>
                    <a:pt x="591" y="51121"/>
                  </a:lnTo>
                  <a:lnTo>
                    <a:pt x="739" y="50244"/>
                  </a:lnTo>
                  <a:lnTo>
                    <a:pt x="798" y="49972"/>
                  </a:lnTo>
                  <a:lnTo>
                    <a:pt x="946" y="49578"/>
                  </a:lnTo>
                  <a:lnTo>
                    <a:pt x="1035" y="49427"/>
                  </a:lnTo>
                  <a:lnTo>
                    <a:pt x="1390" y="48943"/>
                  </a:lnTo>
                  <a:lnTo>
                    <a:pt x="2100" y="47763"/>
                  </a:lnTo>
                  <a:lnTo>
                    <a:pt x="2307" y="47521"/>
                  </a:lnTo>
                  <a:lnTo>
                    <a:pt x="2485" y="47279"/>
                  </a:lnTo>
                  <a:lnTo>
                    <a:pt x="2662" y="47158"/>
                  </a:lnTo>
                  <a:lnTo>
                    <a:pt x="4378" y="45706"/>
                  </a:lnTo>
                  <a:lnTo>
                    <a:pt x="6212" y="44436"/>
                  </a:lnTo>
                  <a:lnTo>
                    <a:pt x="7337" y="43649"/>
                  </a:lnTo>
                  <a:lnTo>
                    <a:pt x="9112" y="42591"/>
                  </a:lnTo>
                  <a:lnTo>
                    <a:pt x="11804" y="41018"/>
                  </a:lnTo>
                  <a:lnTo>
                    <a:pt x="13816" y="39838"/>
                  </a:lnTo>
                  <a:lnTo>
                    <a:pt x="14082" y="39687"/>
                  </a:lnTo>
                  <a:lnTo>
                    <a:pt x="14467" y="39445"/>
                  </a:lnTo>
                  <a:lnTo>
                    <a:pt x="14733" y="39294"/>
                  </a:lnTo>
                  <a:lnTo>
                    <a:pt x="15147" y="39052"/>
                  </a:lnTo>
                  <a:lnTo>
                    <a:pt x="17544" y="37660"/>
                  </a:lnTo>
                  <a:lnTo>
                    <a:pt x="18135" y="37327"/>
                  </a:lnTo>
                  <a:lnTo>
                    <a:pt x="18668" y="36995"/>
                  </a:lnTo>
                  <a:lnTo>
                    <a:pt x="19319" y="36632"/>
                  </a:lnTo>
                  <a:lnTo>
                    <a:pt x="20266" y="36057"/>
                  </a:lnTo>
                  <a:lnTo>
                    <a:pt x="21183" y="35543"/>
                  </a:lnTo>
                  <a:lnTo>
                    <a:pt x="21952" y="35089"/>
                  </a:lnTo>
                  <a:lnTo>
                    <a:pt x="22218" y="34938"/>
                  </a:lnTo>
                  <a:lnTo>
                    <a:pt x="29289" y="30793"/>
                  </a:lnTo>
                  <a:lnTo>
                    <a:pt x="31271" y="29674"/>
                  </a:lnTo>
                  <a:lnTo>
                    <a:pt x="35591" y="27133"/>
                  </a:lnTo>
                  <a:lnTo>
                    <a:pt x="37159" y="26226"/>
                  </a:lnTo>
                  <a:lnTo>
                    <a:pt x="37396" y="26075"/>
                  </a:lnTo>
                  <a:lnTo>
                    <a:pt x="41597" y="23624"/>
                  </a:lnTo>
                  <a:lnTo>
                    <a:pt x="38934" y="20146"/>
                  </a:lnTo>
                  <a:lnTo>
                    <a:pt x="37248" y="17968"/>
                  </a:lnTo>
                  <a:lnTo>
                    <a:pt x="35265" y="15336"/>
                  </a:lnTo>
                  <a:lnTo>
                    <a:pt x="33550" y="13098"/>
                  </a:lnTo>
                  <a:lnTo>
                    <a:pt x="32337" y="11494"/>
                  </a:lnTo>
                  <a:lnTo>
                    <a:pt x="32011" y="11041"/>
                  </a:lnTo>
                  <a:lnTo>
                    <a:pt x="30976" y="9256"/>
                  </a:lnTo>
                  <a:lnTo>
                    <a:pt x="30857" y="9044"/>
                  </a:lnTo>
                  <a:lnTo>
                    <a:pt x="30413" y="8953"/>
                  </a:lnTo>
                  <a:lnTo>
                    <a:pt x="29851" y="8863"/>
                  </a:lnTo>
                  <a:lnTo>
                    <a:pt x="28964" y="8681"/>
                  </a:lnTo>
                  <a:lnTo>
                    <a:pt x="28254" y="8590"/>
                  </a:lnTo>
                  <a:lnTo>
                    <a:pt x="27544" y="8500"/>
                  </a:lnTo>
                  <a:lnTo>
                    <a:pt x="26834" y="8379"/>
                  </a:lnTo>
                  <a:lnTo>
                    <a:pt x="25354" y="7985"/>
                  </a:lnTo>
                  <a:lnTo>
                    <a:pt x="23461" y="7229"/>
                  </a:lnTo>
                  <a:lnTo>
                    <a:pt x="22751" y="6957"/>
                  </a:lnTo>
                  <a:lnTo>
                    <a:pt x="22130" y="6715"/>
                  </a:lnTo>
                  <a:lnTo>
                    <a:pt x="21183" y="6291"/>
                  </a:lnTo>
                  <a:lnTo>
                    <a:pt x="21449" y="5444"/>
                  </a:lnTo>
                  <a:lnTo>
                    <a:pt x="22100" y="3236"/>
                  </a:lnTo>
                  <a:lnTo>
                    <a:pt x="24348" y="3871"/>
                  </a:lnTo>
                  <a:lnTo>
                    <a:pt x="25266" y="4083"/>
                  </a:lnTo>
                  <a:lnTo>
                    <a:pt x="25414" y="3569"/>
                  </a:lnTo>
                  <a:lnTo>
                    <a:pt x="25621" y="3599"/>
                  </a:lnTo>
                  <a:lnTo>
                    <a:pt x="26064" y="3690"/>
                  </a:lnTo>
                  <a:lnTo>
                    <a:pt x="26922" y="3750"/>
                  </a:lnTo>
                  <a:lnTo>
                    <a:pt x="27307" y="3750"/>
                  </a:lnTo>
                  <a:lnTo>
                    <a:pt x="28579" y="3448"/>
                  </a:lnTo>
                  <a:lnTo>
                    <a:pt x="30621" y="2964"/>
                  </a:lnTo>
                  <a:lnTo>
                    <a:pt x="30768" y="1603"/>
                  </a:lnTo>
                  <a:lnTo>
                    <a:pt x="31005" y="211"/>
                  </a:lnTo>
                  <a:lnTo>
                    <a:pt x="31183" y="241"/>
                  </a:lnTo>
                  <a:lnTo>
                    <a:pt x="31538" y="211"/>
                  </a:lnTo>
                  <a:lnTo>
                    <a:pt x="32514" y="120"/>
                  </a:lnTo>
                  <a:lnTo>
                    <a:pt x="33372" y="30"/>
                  </a:lnTo>
                  <a:lnTo>
                    <a:pt x="3372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994089" y="2976627"/>
              <a:ext cx="251832" cy="309149"/>
            </a:xfrm>
            <a:custGeom>
              <a:avLst/>
              <a:pathLst>
                <a:path w="251832" h="309149">
                  <a:moveTo>
                    <a:pt x="131833" y="483"/>
                  </a:moveTo>
                  <a:lnTo>
                    <a:pt x="131922" y="1724"/>
                  </a:lnTo>
                  <a:lnTo>
                    <a:pt x="132217" y="7138"/>
                  </a:lnTo>
                  <a:lnTo>
                    <a:pt x="132306" y="9074"/>
                  </a:lnTo>
                  <a:lnTo>
                    <a:pt x="132306" y="9407"/>
                  </a:lnTo>
                  <a:lnTo>
                    <a:pt x="132395" y="10799"/>
                  </a:lnTo>
                  <a:lnTo>
                    <a:pt x="132395" y="11101"/>
                  </a:lnTo>
                  <a:lnTo>
                    <a:pt x="132425" y="11797"/>
                  </a:lnTo>
                  <a:lnTo>
                    <a:pt x="132217" y="12523"/>
                  </a:lnTo>
                  <a:lnTo>
                    <a:pt x="131862" y="13612"/>
                  </a:lnTo>
                  <a:lnTo>
                    <a:pt x="131567" y="14610"/>
                  </a:lnTo>
                  <a:lnTo>
                    <a:pt x="130856" y="16969"/>
                  </a:lnTo>
                  <a:lnTo>
                    <a:pt x="130709" y="17393"/>
                  </a:lnTo>
                  <a:lnTo>
                    <a:pt x="130679" y="17544"/>
                  </a:lnTo>
                  <a:lnTo>
                    <a:pt x="130176" y="19147"/>
                  </a:lnTo>
                  <a:lnTo>
                    <a:pt x="129969" y="19722"/>
                  </a:lnTo>
                  <a:lnTo>
                    <a:pt x="129791" y="20236"/>
                  </a:lnTo>
                  <a:lnTo>
                    <a:pt x="129377" y="21477"/>
                  </a:lnTo>
                  <a:lnTo>
                    <a:pt x="129081" y="22324"/>
                  </a:lnTo>
                  <a:lnTo>
                    <a:pt x="128667" y="23564"/>
                  </a:lnTo>
                  <a:lnTo>
                    <a:pt x="128430" y="24260"/>
                  </a:lnTo>
                  <a:lnTo>
                    <a:pt x="127927" y="25681"/>
                  </a:lnTo>
                  <a:lnTo>
                    <a:pt x="126803" y="28978"/>
                  </a:lnTo>
                  <a:lnTo>
                    <a:pt x="126359" y="30340"/>
                  </a:lnTo>
                  <a:lnTo>
                    <a:pt x="126004" y="31398"/>
                  </a:lnTo>
                  <a:lnTo>
                    <a:pt x="125797" y="32003"/>
                  </a:lnTo>
                  <a:lnTo>
                    <a:pt x="125738" y="32185"/>
                  </a:lnTo>
                  <a:lnTo>
                    <a:pt x="125797" y="33334"/>
                  </a:lnTo>
                  <a:lnTo>
                    <a:pt x="126330" y="37297"/>
                  </a:lnTo>
                  <a:lnTo>
                    <a:pt x="126655" y="39808"/>
                  </a:lnTo>
                  <a:lnTo>
                    <a:pt x="126951" y="41925"/>
                  </a:lnTo>
                  <a:lnTo>
                    <a:pt x="127602" y="46402"/>
                  </a:lnTo>
                  <a:lnTo>
                    <a:pt x="127809" y="47824"/>
                  </a:lnTo>
                  <a:lnTo>
                    <a:pt x="128253" y="50940"/>
                  </a:lnTo>
                  <a:lnTo>
                    <a:pt x="128371" y="51424"/>
                  </a:lnTo>
                  <a:lnTo>
                    <a:pt x="128430" y="51666"/>
                  </a:lnTo>
                  <a:lnTo>
                    <a:pt x="128578" y="52271"/>
                  </a:lnTo>
                  <a:lnTo>
                    <a:pt x="128933" y="55205"/>
                  </a:lnTo>
                  <a:lnTo>
                    <a:pt x="129910" y="62071"/>
                  </a:lnTo>
                  <a:lnTo>
                    <a:pt x="130117" y="63523"/>
                  </a:lnTo>
                  <a:lnTo>
                    <a:pt x="130413" y="65611"/>
                  </a:lnTo>
                  <a:lnTo>
                    <a:pt x="130827" y="68454"/>
                  </a:lnTo>
                  <a:lnTo>
                    <a:pt x="131537" y="73475"/>
                  </a:lnTo>
                  <a:lnTo>
                    <a:pt x="131922" y="76077"/>
                  </a:lnTo>
                  <a:lnTo>
                    <a:pt x="132099" y="77226"/>
                  </a:lnTo>
                  <a:lnTo>
                    <a:pt x="132691" y="81007"/>
                  </a:lnTo>
                  <a:lnTo>
                    <a:pt x="132898" y="82369"/>
                  </a:lnTo>
                  <a:lnTo>
                    <a:pt x="133105" y="83821"/>
                  </a:lnTo>
                  <a:lnTo>
                    <a:pt x="133135" y="83972"/>
                  </a:lnTo>
                  <a:lnTo>
                    <a:pt x="133282" y="85273"/>
                  </a:lnTo>
                  <a:lnTo>
                    <a:pt x="133253" y="86029"/>
                  </a:lnTo>
                  <a:lnTo>
                    <a:pt x="132898" y="86664"/>
                  </a:lnTo>
                  <a:lnTo>
                    <a:pt x="132572" y="87027"/>
                  </a:lnTo>
                  <a:lnTo>
                    <a:pt x="132572" y="87209"/>
                  </a:lnTo>
                  <a:lnTo>
                    <a:pt x="132572" y="87451"/>
                  </a:lnTo>
                  <a:lnTo>
                    <a:pt x="132661" y="88267"/>
                  </a:lnTo>
                  <a:lnTo>
                    <a:pt x="133401" y="88267"/>
                  </a:lnTo>
                  <a:lnTo>
                    <a:pt x="133223" y="89901"/>
                  </a:lnTo>
                  <a:lnTo>
                    <a:pt x="133046" y="91625"/>
                  </a:lnTo>
                  <a:lnTo>
                    <a:pt x="132957" y="92442"/>
                  </a:lnTo>
                  <a:lnTo>
                    <a:pt x="132513" y="95073"/>
                  </a:lnTo>
                  <a:lnTo>
                    <a:pt x="132454" y="95255"/>
                  </a:lnTo>
                  <a:lnTo>
                    <a:pt x="132217" y="95830"/>
                  </a:lnTo>
                  <a:lnTo>
                    <a:pt x="131359" y="97705"/>
                  </a:lnTo>
                  <a:lnTo>
                    <a:pt x="130679" y="99036"/>
                  </a:lnTo>
                  <a:lnTo>
                    <a:pt x="129673" y="101033"/>
                  </a:lnTo>
                  <a:lnTo>
                    <a:pt x="128430" y="103120"/>
                  </a:lnTo>
                  <a:lnTo>
                    <a:pt x="128283" y="103483"/>
                  </a:lnTo>
                  <a:lnTo>
                    <a:pt x="128135" y="103725"/>
                  </a:lnTo>
                  <a:lnTo>
                    <a:pt x="125176" y="107506"/>
                  </a:lnTo>
                  <a:lnTo>
                    <a:pt x="123933" y="108928"/>
                  </a:lnTo>
                  <a:lnTo>
                    <a:pt x="122543" y="110319"/>
                  </a:lnTo>
                  <a:lnTo>
                    <a:pt x="121833" y="110712"/>
                  </a:lnTo>
                  <a:lnTo>
                    <a:pt x="121212" y="111106"/>
                  </a:lnTo>
                  <a:lnTo>
                    <a:pt x="120235" y="111680"/>
                  </a:lnTo>
                  <a:lnTo>
                    <a:pt x="120531" y="112195"/>
                  </a:lnTo>
                  <a:lnTo>
                    <a:pt x="120649" y="112437"/>
                  </a:lnTo>
                  <a:lnTo>
                    <a:pt x="121152" y="112921"/>
                  </a:lnTo>
                  <a:lnTo>
                    <a:pt x="121567" y="113314"/>
                  </a:lnTo>
                  <a:lnTo>
                    <a:pt x="122720" y="114342"/>
                  </a:lnTo>
                  <a:lnTo>
                    <a:pt x="122987" y="114645"/>
                  </a:lnTo>
                  <a:lnTo>
                    <a:pt x="123223" y="114887"/>
                  </a:lnTo>
                  <a:lnTo>
                    <a:pt x="123786" y="115492"/>
                  </a:lnTo>
                  <a:lnTo>
                    <a:pt x="124170" y="115825"/>
                  </a:lnTo>
                  <a:lnTo>
                    <a:pt x="124466" y="116097"/>
                  </a:lnTo>
                  <a:lnTo>
                    <a:pt x="125087" y="116672"/>
                  </a:lnTo>
                  <a:lnTo>
                    <a:pt x="125472" y="117004"/>
                  </a:lnTo>
                  <a:lnTo>
                    <a:pt x="125768" y="117277"/>
                  </a:lnTo>
                  <a:lnTo>
                    <a:pt x="126004" y="117458"/>
                  </a:lnTo>
                  <a:lnTo>
                    <a:pt x="126330" y="117700"/>
                  </a:lnTo>
                  <a:lnTo>
                    <a:pt x="126596" y="117882"/>
                  </a:lnTo>
                  <a:lnTo>
                    <a:pt x="126951" y="118093"/>
                  </a:lnTo>
                  <a:lnTo>
                    <a:pt x="127306" y="118305"/>
                  </a:lnTo>
                  <a:lnTo>
                    <a:pt x="127513" y="118426"/>
                  </a:lnTo>
                  <a:lnTo>
                    <a:pt x="127720" y="118547"/>
                  </a:lnTo>
                  <a:lnTo>
                    <a:pt x="127898" y="118638"/>
                  </a:lnTo>
                  <a:lnTo>
                    <a:pt x="128549" y="118940"/>
                  </a:lnTo>
                  <a:lnTo>
                    <a:pt x="128845" y="119061"/>
                  </a:lnTo>
                  <a:lnTo>
                    <a:pt x="129022" y="119122"/>
                  </a:lnTo>
                  <a:lnTo>
                    <a:pt x="129229" y="119213"/>
                  </a:lnTo>
                  <a:lnTo>
                    <a:pt x="129732" y="119394"/>
                  </a:lnTo>
                  <a:lnTo>
                    <a:pt x="130235" y="119545"/>
                  </a:lnTo>
                  <a:lnTo>
                    <a:pt x="130856" y="119697"/>
                  </a:lnTo>
                  <a:lnTo>
                    <a:pt x="131685" y="119908"/>
                  </a:lnTo>
                  <a:lnTo>
                    <a:pt x="132069" y="119999"/>
                  </a:lnTo>
                  <a:lnTo>
                    <a:pt x="132395" y="120090"/>
                  </a:lnTo>
                  <a:lnTo>
                    <a:pt x="133016" y="120241"/>
                  </a:lnTo>
                  <a:lnTo>
                    <a:pt x="133549" y="120362"/>
                  </a:lnTo>
                  <a:lnTo>
                    <a:pt x="134052" y="120543"/>
                  </a:lnTo>
                  <a:lnTo>
                    <a:pt x="133933" y="120846"/>
                  </a:lnTo>
                  <a:lnTo>
                    <a:pt x="133785" y="121148"/>
                  </a:lnTo>
                  <a:lnTo>
                    <a:pt x="133667" y="121421"/>
                  </a:lnTo>
                  <a:lnTo>
                    <a:pt x="131833" y="125686"/>
                  </a:lnTo>
                  <a:lnTo>
                    <a:pt x="131626" y="126230"/>
                  </a:lnTo>
                  <a:lnTo>
                    <a:pt x="131300" y="126926"/>
                  </a:lnTo>
                  <a:lnTo>
                    <a:pt x="129496" y="131161"/>
                  </a:lnTo>
                  <a:lnTo>
                    <a:pt x="128963" y="132341"/>
                  </a:lnTo>
                  <a:lnTo>
                    <a:pt x="128904" y="132522"/>
                  </a:lnTo>
                  <a:lnTo>
                    <a:pt x="127927" y="134640"/>
                  </a:lnTo>
                  <a:lnTo>
                    <a:pt x="126271" y="138330"/>
                  </a:lnTo>
                  <a:lnTo>
                    <a:pt x="126596" y="138360"/>
                  </a:lnTo>
                  <a:lnTo>
                    <a:pt x="129880" y="138663"/>
                  </a:lnTo>
                  <a:lnTo>
                    <a:pt x="133460" y="138996"/>
                  </a:lnTo>
                  <a:lnTo>
                    <a:pt x="135768" y="139207"/>
                  </a:lnTo>
                  <a:lnTo>
                    <a:pt x="138667" y="139510"/>
                  </a:lnTo>
                  <a:lnTo>
                    <a:pt x="140176" y="139661"/>
                  </a:lnTo>
                  <a:lnTo>
                    <a:pt x="140501" y="139691"/>
                  </a:lnTo>
                  <a:lnTo>
                    <a:pt x="141626" y="139812"/>
                  </a:lnTo>
                  <a:lnTo>
                    <a:pt x="141921" y="139843"/>
                  </a:lnTo>
                  <a:lnTo>
                    <a:pt x="144052" y="140054"/>
                  </a:lnTo>
                  <a:lnTo>
                    <a:pt x="148342" y="140750"/>
                  </a:lnTo>
                  <a:lnTo>
                    <a:pt x="148016" y="142505"/>
                  </a:lnTo>
                  <a:lnTo>
                    <a:pt x="147839" y="143200"/>
                  </a:lnTo>
                  <a:lnTo>
                    <a:pt x="147661" y="143836"/>
                  </a:lnTo>
                  <a:lnTo>
                    <a:pt x="147513" y="144229"/>
                  </a:lnTo>
                  <a:lnTo>
                    <a:pt x="147395" y="144531"/>
                  </a:lnTo>
                  <a:lnTo>
                    <a:pt x="147217" y="144955"/>
                  </a:lnTo>
                  <a:lnTo>
                    <a:pt x="147129" y="145106"/>
                  </a:lnTo>
                  <a:lnTo>
                    <a:pt x="146714" y="145953"/>
                  </a:lnTo>
                  <a:lnTo>
                    <a:pt x="145945" y="147344"/>
                  </a:lnTo>
                  <a:lnTo>
                    <a:pt x="145827" y="147526"/>
                  </a:lnTo>
                  <a:lnTo>
                    <a:pt x="144643" y="149583"/>
                  </a:lnTo>
                  <a:lnTo>
                    <a:pt x="144525" y="149764"/>
                  </a:lnTo>
                  <a:lnTo>
                    <a:pt x="143312" y="152003"/>
                  </a:lnTo>
                  <a:lnTo>
                    <a:pt x="142720" y="153183"/>
                  </a:lnTo>
                  <a:lnTo>
                    <a:pt x="142395" y="153757"/>
                  </a:lnTo>
                  <a:lnTo>
                    <a:pt x="140797" y="156782"/>
                  </a:lnTo>
                  <a:lnTo>
                    <a:pt x="138963" y="160594"/>
                  </a:lnTo>
                  <a:lnTo>
                    <a:pt x="138637" y="161229"/>
                  </a:lnTo>
                  <a:lnTo>
                    <a:pt x="138282" y="161955"/>
                  </a:lnTo>
                  <a:lnTo>
                    <a:pt x="136803" y="164768"/>
                  </a:lnTo>
                  <a:lnTo>
                    <a:pt x="136685" y="165040"/>
                  </a:lnTo>
                  <a:lnTo>
                    <a:pt x="136359" y="165615"/>
                  </a:lnTo>
                  <a:lnTo>
                    <a:pt x="134081" y="170183"/>
                  </a:lnTo>
                  <a:lnTo>
                    <a:pt x="133371" y="171847"/>
                  </a:lnTo>
                  <a:lnTo>
                    <a:pt x="133164" y="172300"/>
                  </a:lnTo>
                  <a:lnTo>
                    <a:pt x="132839" y="173026"/>
                  </a:lnTo>
                  <a:lnTo>
                    <a:pt x="132513" y="173752"/>
                  </a:lnTo>
                  <a:lnTo>
                    <a:pt x="132247" y="174266"/>
                  </a:lnTo>
                  <a:lnTo>
                    <a:pt x="132040" y="174720"/>
                  </a:lnTo>
                  <a:lnTo>
                    <a:pt x="131862" y="175174"/>
                  </a:lnTo>
                  <a:lnTo>
                    <a:pt x="131655" y="175628"/>
                  </a:lnTo>
                  <a:lnTo>
                    <a:pt x="131448" y="176051"/>
                  </a:lnTo>
                  <a:lnTo>
                    <a:pt x="131093" y="176868"/>
                  </a:lnTo>
                  <a:lnTo>
                    <a:pt x="131004" y="177110"/>
                  </a:lnTo>
                  <a:lnTo>
                    <a:pt x="130146" y="179227"/>
                  </a:lnTo>
                  <a:lnTo>
                    <a:pt x="130028" y="179651"/>
                  </a:lnTo>
                  <a:lnTo>
                    <a:pt x="129880" y="180347"/>
                  </a:lnTo>
                  <a:lnTo>
                    <a:pt x="129880" y="181315"/>
                  </a:lnTo>
                  <a:lnTo>
                    <a:pt x="129969" y="181738"/>
                  </a:lnTo>
                  <a:lnTo>
                    <a:pt x="130472" y="184340"/>
                  </a:lnTo>
                  <a:lnTo>
                    <a:pt x="130531" y="184551"/>
                  </a:lnTo>
                  <a:lnTo>
                    <a:pt x="130561" y="184793"/>
                  </a:lnTo>
                  <a:lnTo>
                    <a:pt x="130827" y="186155"/>
                  </a:lnTo>
                  <a:lnTo>
                    <a:pt x="130916" y="186517"/>
                  </a:lnTo>
                  <a:lnTo>
                    <a:pt x="131093" y="187183"/>
                  </a:lnTo>
                  <a:lnTo>
                    <a:pt x="131241" y="187848"/>
                  </a:lnTo>
                  <a:lnTo>
                    <a:pt x="131419" y="188574"/>
                  </a:lnTo>
                  <a:lnTo>
                    <a:pt x="131714" y="189724"/>
                  </a:lnTo>
                  <a:lnTo>
                    <a:pt x="132010" y="190843"/>
                  </a:lnTo>
                  <a:lnTo>
                    <a:pt x="132129" y="191418"/>
                  </a:lnTo>
                  <a:lnTo>
                    <a:pt x="132217" y="191751"/>
                  </a:lnTo>
                  <a:lnTo>
                    <a:pt x="132365" y="192325"/>
                  </a:lnTo>
                  <a:lnTo>
                    <a:pt x="132691" y="193596"/>
                  </a:lnTo>
                  <a:lnTo>
                    <a:pt x="132809" y="194171"/>
                  </a:lnTo>
                  <a:lnTo>
                    <a:pt x="132957" y="194806"/>
                  </a:lnTo>
                  <a:lnTo>
                    <a:pt x="133016" y="195018"/>
                  </a:lnTo>
                  <a:lnTo>
                    <a:pt x="133312" y="196349"/>
                  </a:lnTo>
                  <a:lnTo>
                    <a:pt x="133401" y="196681"/>
                  </a:lnTo>
                  <a:lnTo>
                    <a:pt x="133815" y="198587"/>
                  </a:lnTo>
                  <a:lnTo>
                    <a:pt x="133904" y="199011"/>
                  </a:lnTo>
                  <a:lnTo>
                    <a:pt x="133933" y="199192"/>
                  </a:lnTo>
                  <a:lnTo>
                    <a:pt x="133993" y="199404"/>
                  </a:lnTo>
                  <a:lnTo>
                    <a:pt x="134407" y="201279"/>
                  </a:lnTo>
                  <a:lnTo>
                    <a:pt x="134495" y="201672"/>
                  </a:lnTo>
                  <a:lnTo>
                    <a:pt x="134643" y="202277"/>
                  </a:lnTo>
                  <a:lnTo>
                    <a:pt x="134791" y="203003"/>
                  </a:lnTo>
                  <a:lnTo>
                    <a:pt x="134851" y="203215"/>
                  </a:lnTo>
                  <a:lnTo>
                    <a:pt x="134939" y="203699"/>
                  </a:lnTo>
                  <a:lnTo>
                    <a:pt x="135117" y="204455"/>
                  </a:lnTo>
                  <a:lnTo>
                    <a:pt x="135561" y="206512"/>
                  </a:lnTo>
                  <a:lnTo>
                    <a:pt x="135649" y="206845"/>
                  </a:lnTo>
                  <a:lnTo>
                    <a:pt x="135827" y="207601"/>
                  </a:lnTo>
                  <a:lnTo>
                    <a:pt x="136271" y="209507"/>
                  </a:lnTo>
                  <a:lnTo>
                    <a:pt x="136507" y="210536"/>
                  </a:lnTo>
                  <a:lnTo>
                    <a:pt x="136655" y="211292"/>
                  </a:lnTo>
                  <a:lnTo>
                    <a:pt x="136685" y="211473"/>
                  </a:lnTo>
                  <a:lnTo>
                    <a:pt x="137158" y="213137"/>
                  </a:lnTo>
                  <a:lnTo>
                    <a:pt x="137217" y="213379"/>
                  </a:lnTo>
                  <a:lnTo>
                    <a:pt x="137277" y="213591"/>
                  </a:lnTo>
                  <a:lnTo>
                    <a:pt x="137602" y="214680"/>
                  </a:lnTo>
                  <a:lnTo>
                    <a:pt x="137957" y="216071"/>
                  </a:lnTo>
                  <a:lnTo>
                    <a:pt x="138135" y="216737"/>
                  </a:lnTo>
                  <a:lnTo>
                    <a:pt x="138430" y="217372"/>
                  </a:lnTo>
                  <a:lnTo>
                    <a:pt x="138490" y="217523"/>
                  </a:lnTo>
                  <a:lnTo>
                    <a:pt x="138608" y="217765"/>
                  </a:lnTo>
                  <a:lnTo>
                    <a:pt x="138697" y="218007"/>
                  </a:lnTo>
                  <a:lnTo>
                    <a:pt x="139022" y="218854"/>
                  </a:lnTo>
                  <a:lnTo>
                    <a:pt x="139436" y="219701"/>
                  </a:lnTo>
                  <a:lnTo>
                    <a:pt x="139555" y="219943"/>
                  </a:lnTo>
                  <a:lnTo>
                    <a:pt x="139850" y="220578"/>
                  </a:lnTo>
                  <a:lnTo>
                    <a:pt x="140058" y="220972"/>
                  </a:lnTo>
                  <a:lnTo>
                    <a:pt x="140501" y="221879"/>
                  </a:lnTo>
                  <a:lnTo>
                    <a:pt x="140768" y="222393"/>
                  </a:lnTo>
                  <a:lnTo>
                    <a:pt x="141152" y="223150"/>
                  </a:lnTo>
                  <a:lnTo>
                    <a:pt x="141803" y="224481"/>
                  </a:lnTo>
                  <a:lnTo>
                    <a:pt x="142129" y="225146"/>
                  </a:lnTo>
                  <a:lnTo>
                    <a:pt x="142602" y="226114"/>
                  </a:lnTo>
                  <a:lnTo>
                    <a:pt x="142691" y="226296"/>
                  </a:lnTo>
                  <a:lnTo>
                    <a:pt x="142987" y="226931"/>
                  </a:lnTo>
                  <a:lnTo>
                    <a:pt x="143075" y="227082"/>
                  </a:lnTo>
                  <a:lnTo>
                    <a:pt x="143164" y="227354"/>
                  </a:lnTo>
                  <a:lnTo>
                    <a:pt x="143815" y="228715"/>
                  </a:lnTo>
                  <a:lnTo>
                    <a:pt x="144259" y="229623"/>
                  </a:lnTo>
                  <a:lnTo>
                    <a:pt x="145472" y="229411"/>
                  </a:lnTo>
                  <a:lnTo>
                    <a:pt x="146152" y="229290"/>
                  </a:lnTo>
                  <a:lnTo>
                    <a:pt x="148963" y="228776"/>
                  </a:lnTo>
                  <a:lnTo>
                    <a:pt x="149170" y="228715"/>
                  </a:lnTo>
                  <a:lnTo>
                    <a:pt x="150265" y="228534"/>
                  </a:lnTo>
                  <a:lnTo>
                    <a:pt x="154910" y="227808"/>
                  </a:lnTo>
                  <a:lnTo>
                    <a:pt x="155797" y="227657"/>
                  </a:lnTo>
                  <a:lnTo>
                    <a:pt x="156241" y="227566"/>
                  </a:lnTo>
                  <a:lnTo>
                    <a:pt x="159111" y="227082"/>
                  </a:lnTo>
                  <a:lnTo>
                    <a:pt x="160028" y="226931"/>
                  </a:lnTo>
                  <a:lnTo>
                    <a:pt x="164288" y="226205"/>
                  </a:lnTo>
                  <a:lnTo>
                    <a:pt x="164732" y="226114"/>
                  </a:lnTo>
                  <a:lnTo>
                    <a:pt x="165117" y="226054"/>
                  </a:lnTo>
                  <a:lnTo>
                    <a:pt x="166418" y="225812"/>
                  </a:lnTo>
                  <a:lnTo>
                    <a:pt x="167128" y="225691"/>
                  </a:lnTo>
                  <a:lnTo>
                    <a:pt x="167483" y="225630"/>
                  </a:lnTo>
                  <a:lnTo>
                    <a:pt x="168134" y="225479"/>
                  </a:lnTo>
                  <a:lnTo>
                    <a:pt x="168726" y="225358"/>
                  </a:lnTo>
                  <a:lnTo>
                    <a:pt x="169406" y="225176"/>
                  </a:lnTo>
                  <a:lnTo>
                    <a:pt x="170708" y="224783"/>
                  </a:lnTo>
                  <a:lnTo>
                    <a:pt x="171921" y="224390"/>
                  </a:lnTo>
                  <a:lnTo>
                    <a:pt x="172188" y="224269"/>
                  </a:lnTo>
                  <a:lnTo>
                    <a:pt x="173667" y="223785"/>
                  </a:lnTo>
                  <a:lnTo>
                    <a:pt x="176862" y="222635"/>
                  </a:lnTo>
                  <a:lnTo>
                    <a:pt x="177069" y="222575"/>
                  </a:lnTo>
                  <a:lnTo>
                    <a:pt x="178193" y="222182"/>
                  </a:lnTo>
                  <a:lnTo>
                    <a:pt x="183105" y="220518"/>
                  </a:lnTo>
                  <a:lnTo>
                    <a:pt x="183489" y="220367"/>
                  </a:lnTo>
                  <a:lnTo>
                    <a:pt x="186181" y="219459"/>
                  </a:lnTo>
                  <a:lnTo>
                    <a:pt x="186980" y="219187"/>
                  </a:lnTo>
                  <a:lnTo>
                    <a:pt x="188400" y="218733"/>
                  </a:lnTo>
                  <a:lnTo>
                    <a:pt x="189525" y="218431"/>
                  </a:lnTo>
                  <a:lnTo>
                    <a:pt x="190471" y="218219"/>
                  </a:lnTo>
                  <a:lnTo>
                    <a:pt x="191211" y="218098"/>
                  </a:lnTo>
                  <a:lnTo>
                    <a:pt x="191714" y="218007"/>
                  </a:lnTo>
                  <a:lnTo>
                    <a:pt x="194939" y="217553"/>
                  </a:lnTo>
                  <a:lnTo>
                    <a:pt x="195945" y="217402"/>
                  </a:lnTo>
                  <a:lnTo>
                    <a:pt x="198016" y="217100"/>
                  </a:lnTo>
                  <a:lnTo>
                    <a:pt x="199051" y="216918"/>
                  </a:lnTo>
                  <a:lnTo>
                    <a:pt x="204761" y="216071"/>
                  </a:lnTo>
                  <a:lnTo>
                    <a:pt x="206773" y="215799"/>
                  </a:lnTo>
                  <a:lnTo>
                    <a:pt x="209436" y="215406"/>
                  </a:lnTo>
                  <a:lnTo>
                    <a:pt x="210826" y="215194"/>
                  </a:lnTo>
                  <a:lnTo>
                    <a:pt x="211566" y="215103"/>
                  </a:lnTo>
                  <a:lnTo>
                    <a:pt x="216832" y="214317"/>
                  </a:lnTo>
                  <a:lnTo>
                    <a:pt x="218874" y="214044"/>
                  </a:lnTo>
                  <a:lnTo>
                    <a:pt x="221270" y="213681"/>
                  </a:lnTo>
                  <a:lnTo>
                    <a:pt x="221714" y="215708"/>
                  </a:lnTo>
                  <a:lnTo>
                    <a:pt x="223134" y="222333"/>
                  </a:lnTo>
                  <a:lnTo>
                    <a:pt x="223518" y="224057"/>
                  </a:lnTo>
                  <a:lnTo>
                    <a:pt x="223578" y="224329"/>
                  </a:lnTo>
                  <a:lnTo>
                    <a:pt x="223607" y="224541"/>
                  </a:lnTo>
                  <a:lnTo>
                    <a:pt x="225471" y="232678"/>
                  </a:lnTo>
                  <a:lnTo>
                    <a:pt x="227749" y="243235"/>
                  </a:lnTo>
                  <a:lnTo>
                    <a:pt x="228223" y="245413"/>
                  </a:lnTo>
                  <a:lnTo>
                    <a:pt x="228430" y="246321"/>
                  </a:lnTo>
                  <a:lnTo>
                    <a:pt x="228459" y="246835"/>
                  </a:lnTo>
                  <a:lnTo>
                    <a:pt x="229465" y="252492"/>
                  </a:lnTo>
                  <a:lnTo>
                    <a:pt x="230057" y="255879"/>
                  </a:lnTo>
                  <a:lnTo>
                    <a:pt x="230234" y="256817"/>
                  </a:lnTo>
                  <a:lnTo>
                    <a:pt x="230323" y="257392"/>
                  </a:lnTo>
                  <a:lnTo>
                    <a:pt x="230530" y="258451"/>
                  </a:lnTo>
                  <a:lnTo>
                    <a:pt x="230737" y="259207"/>
                  </a:lnTo>
                  <a:lnTo>
                    <a:pt x="231033" y="259933"/>
                  </a:lnTo>
                  <a:lnTo>
                    <a:pt x="231684" y="260750"/>
                  </a:lnTo>
                  <a:lnTo>
                    <a:pt x="231862" y="260961"/>
                  </a:lnTo>
                  <a:lnTo>
                    <a:pt x="232069" y="261234"/>
                  </a:lnTo>
                  <a:lnTo>
                    <a:pt x="232187" y="261385"/>
                  </a:lnTo>
                  <a:lnTo>
                    <a:pt x="232601" y="261687"/>
                  </a:lnTo>
                  <a:lnTo>
                    <a:pt x="233015" y="261990"/>
                  </a:lnTo>
                  <a:lnTo>
                    <a:pt x="233223" y="262202"/>
                  </a:lnTo>
                  <a:lnTo>
                    <a:pt x="234169" y="263079"/>
                  </a:lnTo>
                  <a:lnTo>
                    <a:pt x="234317" y="263230"/>
                  </a:lnTo>
                  <a:lnTo>
                    <a:pt x="234465" y="263351"/>
                  </a:lnTo>
                  <a:lnTo>
                    <a:pt x="234998" y="263865"/>
                  </a:lnTo>
                  <a:lnTo>
                    <a:pt x="236684" y="265408"/>
                  </a:lnTo>
                  <a:lnTo>
                    <a:pt x="237217" y="265922"/>
                  </a:lnTo>
                  <a:lnTo>
                    <a:pt x="237720" y="266376"/>
                  </a:lnTo>
                  <a:lnTo>
                    <a:pt x="239583" y="268130"/>
                  </a:lnTo>
                  <a:lnTo>
                    <a:pt x="239938" y="268463"/>
                  </a:lnTo>
                  <a:lnTo>
                    <a:pt x="240353" y="268826"/>
                  </a:lnTo>
                  <a:lnTo>
                    <a:pt x="241506" y="269885"/>
                  </a:lnTo>
                  <a:lnTo>
                    <a:pt x="242305" y="270641"/>
                  </a:lnTo>
                  <a:lnTo>
                    <a:pt x="242808" y="271095"/>
                  </a:lnTo>
                  <a:lnTo>
                    <a:pt x="243134" y="271428"/>
                  </a:lnTo>
                  <a:lnTo>
                    <a:pt x="245146" y="273303"/>
                  </a:lnTo>
                  <a:lnTo>
                    <a:pt x="245441" y="273575"/>
                  </a:lnTo>
                  <a:lnTo>
                    <a:pt x="246506" y="274574"/>
                  </a:lnTo>
                  <a:lnTo>
                    <a:pt x="247039" y="275088"/>
                  </a:lnTo>
                  <a:lnTo>
                    <a:pt x="247542" y="275542"/>
                  </a:lnTo>
                  <a:lnTo>
                    <a:pt x="248074" y="276026"/>
                  </a:lnTo>
                  <a:lnTo>
                    <a:pt x="248311" y="276237"/>
                  </a:lnTo>
                  <a:lnTo>
                    <a:pt x="249110" y="276782"/>
                  </a:lnTo>
                  <a:lnTo>
                    <a:pt x="249376" y="277357"/>
                  </a:lnTo>
                  <a:lnTo>
                    <a:pt x="249406" y="277538"/>
                  </a:lnTo>
                  <a:lnTo>
                    <a:pt x="249435" y="277810"/>
                  </a:lnTo>
                  <a:lnTo>
                    <a:pt x="249465" y="278506"/>
                  </a:lnTo>
                  <a:lnTo>
                    <a:pt x="249495" y="278718"/>
                  </a:lnTo>
                  <a:lnTo>
                    <a:pt x="249554" y="279383"/>
                  </a:lnTo>
                  <a:lnTo>
                    <a:pt x="249583" y="279716"/>
                  </a:lnTo>
                  <a:lnTo>
                    <a:pt x="249583" y="279958"/>
                  </a:lnTo>
                  <a:lnTo>
                    <a:pt x="249643" y="280623"/>
                  </a:lnTo>
                  <a:lnTo>
                    <a:pt x="249790" y="282317"/>
                  </a:lnTo>
                  <a:lnTo>
                    <a:pt x="249850" y="283316"/>
                  </a:lnTo>
                  <a:lnTo>
                    <a:pt x="249879" y="283497"/>
                  </a:lnTo>
                  <a:lnTo>
                    <a:pt x="249909" y="283860"/>
                  </a:lnTo>
                  <a:lnTo>
                    <a:pt x="250027" y="285191"/>
                  </a:lnTo>
                  <a:lnTo>
                    <a:pt x="250057" y="285615"/>
                  </a:lnTo>
                  <a:lnTo>
                    <a:pt x="250086" y="286189"/>
                  </a:lnTo>
                  <a:lnTo>
                    <a:pt x="250145" y="286704"/>
                  </a:lnTo>
                  <a:lnTo>
                    <a:pt x="250234" y="287974"/>
                  </a:lnTo>
                  <a:lnTo>
                    <a:pt x="250264" y="288216"/>
                  </a:lnTo>
                  <a:lnTo>
                    <a:pt x="250323" y="289154"/>
                  </a:lnTo>
                  <a:lnTo>
                    <a:pt x="250382" y="289971"/>
                  </a:lnTo>
                  <a:lnTo>
                    <a:pt x="250412" y="290152"/>
                  </a:lnTo>
                  <a:lnTo>
                    <a:pt x="250471" y="291090"/>
                  </a:lnTo>
                  <a:lnTo>
                    <a:pt x="250501" y="291302"/>
                  </a:lnTo>
                  <a:lnTo>
                    <a:pt x="250560" y="292118"/>
                  </a:lnTo>
                  <a:lnTo>
                    <a:pt x="250619" y="292663"/>
                  </a:lnTo>
                  <a:lnTo>
                    <a:pt x="250648" y="293086"/>
                  </a:lnTo>
                  <a:lnTo>
                    <a:pt x="250678" y="293721"/>
                  </a:lnTo>
                  <a:lnTo>
                    <a:pt x="250856" y="295899"/>
                  </a:lnTo>
                  <a:lnTo>
                    <a:pt x="250885" y="296081"/>
                  </a:lnTo>
                  <a:lnTo>
                    <a:pt x="250915" y="296595"/>
                  </a:lnTo>
                  <a:lnTo>
                    <a:pt x="250974" y="297140"/>
                  </a:lnTo>
                  <a:lnTo>
                    <a:pt x="251003" y="297533"/>
                  </a:lnTo>
                  <a:lnTo>
                    <a:pt x="251033" y="297745"/>
                  </a:lnTo>
                  <a:lnTo>
                    <a:pt x="251122" y="299106"/>
                  </a:lnTo>
                  <a:lnTo>
                    <a:pt x="251151" y="299499"/>
                  </a:lnTo>
                  <a:lnTo>
                    <a:pt x="251211" y="300074"/>
                  </a:lnTo>
                  <a:lnTo>
                    <a:pt x="251299" y="301314"/>
                  </a:lnTo>
                  <a:lnTo>
                    <a:pt x="251329" y="301768"/>
                  </a:lnTo>
                  <a:lnTo>
                    <a:pt x="251388" y="302494"/>
                  </a:lnTo>
                  <a:lnTo>
                    <a:pt x="251418" y="302796"/>
                  </a:lnTo>
                  <a:lnTo>
                    <a:pt x="251447" y="303069"/>
                  </a:lnTo>
                  <a:lnTo>
                    <a:pt x="251506" y="303855"/>
                  </a:lnTo>
                  <a:lnTo>
                    <a:pt x="251566" y="304702"/>
                  </a:lnTo>
                  <a:lnTo>
                    <a:pt x="251625" y="305277"/>
                  </a:lnTo>
                  <a:lnTo>
                    <a:pt x="251654" y="305670"/>
                  </a:lnTo>
                  <a:lnTo>
                    <a:pt x="251654" y="305882"/>
                  </a:lnTo>
                  <a:lnTo>
                    <a:pt x="251714" y="306487"/>
                  </a:lnTo>
                  <a:lnTo>
                    <a:pt x="251743" y="306850"/>
                  </a:lnTo>
                  <a:lnTo>
                    <a:pt x="251773" y="307122"/>
                  </a:lnTo>
                  <a:lnTo>
                    <a:pt x="251802" y="307424"/>
                  </a:lnTo>
                  <a:lnTo>
                    <a:pt x="251802" y="307757"/>
                  </a:lnTo>
                  <a:lnTo>
                    <a:pt x="251802" y="308544"/>
                  </a:lnTo>
                  <a:lnTo>
                    <a:pt x="251832" y="308786"/>
                  </a:lnTo>
                  <a:lnTo>
                    <a:pt x="251566" y="308876"/>
                  </a:lnTo>
                  <a:lnTo>
                    <a:pt x="250175" y="308937"/>
                  </a:lnTo>
                  <a:lnTo>
                    <a:pt x="249820" y="308937"/>
                  </a:lnTo>
                  <a:lnTo>
                    <a:pt x="249140" y="309028"/>
                  </a:lnTo>
                  <a:lnTo>
                    <a:pt x="248222" y="309149"/>
                  </a:lnTo>
                  <a:lnTo>
                    <a:pt x="247512" y="309118"/>
                  </a:lnTo>
                  <a:lnTo>
                    <a:pt x="247128" y="308967"/>
                  </a:lnTo>
                  <a:lnTo>
                    <a:pt x="246861" y="308907"/>
                  </a:lnTo>
                  <a:lnTo>
                    <a:pt x="246595" y="308816"/>
                  </a:lnTo>
                  <a:lnTo>
                    <a:pt x="246063" y="308665"/>
                  </a:lnTo>
                  <a:lnTo>
                    <a:pt x="245441" y="308423"/>
                  </a:lnTo>
                  <a:lnTo>
                    <a:pt x="244643" y="308029"/>
                  </a:lnTo>
                  <a:lnTo>
                    <a:pt x="244406" y="307757"/>
                  </a:lnTo>
                  <a:lnTo>
                    <a:pt x="243992" y="307334"/>
                  </a:lnTo>
                  <a:lnTo>
                    <a:pt x="243873" y="307092"/>
                  </a:lnTo>
                  <a:lnTo>
                    <a:pt x="243725" y="306789"/>
                  </a:lnTo>
                  <a:lnTo>
                    <a:pt x="243548" y="306577"/>
                  </a:lnTo>
                  <a:lnTo>
                    <a:pt x="243222" y="306124"/>
                  </a:lnTo>
                  <a:lnTo>
                    <a:pt x="243045" y="305821"/>
                  </a:lnTo>
                  <a:lnTo>
                    <a:pt x="242749" y="305247"/>
                  </a:lnTo>
                  <a:lnTo>
                    <a:pt x="242542" y="304853"/>
                  </a:lnTo>
                  <a:lnTo>
                    <a:pt x="242187" y="304460"/>
                  </a:lnTo>
                  <a:lnTo>
                    <a:pt x="241921" y="304127"/>
                  </a:lnTo>
                  <a:lnTo>
                    <a:pt x="241773" y="303885"/>
                  </a:lnTo>
                  <a:lnTo>
                    <a:pt x="241536" y="303492"/>
                  </a:lnTo>
                  <a:lnTo>
                    <a:pt x="241477" y="303341"/>
                  </a:lnTo>
                  <a:lnTo>
                    <a:pt x="241329" y="302917"/>
                  </a:lnTo>
                  <a:lnTo>
                    <a:pt x="240915" y="302161"/>
                  </a:lnTo>
                  <a:lnTo>
                    <a:pt x="240737" y="302010"/>
                  </a:lnTo>
                  <a:lnTo>
                    <a:pt x="240441" y="301707"/>
                  </a:lnTo>
                  <a:lnTo>
                    <a:pt x="239583" y="301042"/>
                  </a:lnTo>
                  <a:lnTo>
                    <a:pt x="239436" y="300860"/>
                  </a:lnTo>
                  <a:lnTo>
                    <a:pt x="239258" y="300679"/>
                  </a:lnTo>
                  <a:lnTo>
                    <a:pt x="237986" y="299439"/>
                  </a:lnTo>
                  <a:lnTo>
                    <a:pt x="237838" y="299378"/>
                  </a:lnTo>
                  <a:lnTo>
                    <a:pt x="237660" y="299318"/>
                  </a:lnTo>
                  <a:lnTo>
                    <a:pt x="237512" y="299287"/>
                  </a:lnTo>
                  <a:lnTo>
                    <a:pt x="237365" y="299257"/>
                  </a:lnTo>
                  <a:lnTo>
                    <a:pt x="237157" y="299227"/>
                  </a:lnTo>
                  <a:lnTo>
                    <a:pt x="236980" y="299166"/>
                  </a:lnTo>
                  <a:lnTo>
                    <a:pt x="236802" y="299166"/>
                  </a:lnTo>
                  <a:lnTo>
                    <a:pt x="236595" y="299136"/>
                  </a:lnTo>
                  <a:lnTo>
                    <a:pt x="236152" y="299197"/>
                  </a:lnTo>
                  <a:lnTo>
                    <a:pt x="235856" y="299287"/>
                  </a:lnTo>
                  <a:lnTo>
                    <a:pt x="235708" y="299348"/>
                  </a:lnTo>
                  <a:lnTo>
                    <a:pt x="235530" y="299378"/>
                  </a:lnTo>
                  <a:lnTo>
                    <a:pt x="235353" y="299408"/>
                  </a:lnTo>
                  <a:lnTo>
                    <a:pt x="235086" y="299408"/>
                  </a:lnTo>
                  <a:lnTo>
                    <a:pt x="234850" y="299439"/>
                  </a:lnTo>
                  <a:lnTo>
                    <a:pt x="234702" y="299439"/>
                  </a:lnTo>
                  <a:lnTo>
                    <a:pt x="234465" y="299439"/>
                  </a:lnTo>
                  <a:lnTo>
                    <a:pt x="234228" y="299469"/>
                  </a:lnTo>
                  <a:lnTo>
                    <a:pt x="234021" y="299469"/>
                  </a:lnTo>
                  <a:lnTo>
                    <a:pt x="233725" y="299499"/>
                  </a:lnTo>
                  <a:lnTo>
                    <a:pt x="233518" y="299529"/>
                  </a:lnTo>
                  <a:lnTo>
                    <a:pt x="233223" y="299560"/>
                  </a:lnTo>
                  <a:lnTo>
                    <a:pt x="232986" y="299560"/>
                  </a:lnTo>
                  <a:lnTo>
                    <a:pt x="232779" y="299590"/>
                  </a:lnTo>
                  <a:lnTo>
                    <a:pt x="232542" y="299620"/>
                  </a:lnTo>
                  <a:lnTo>
                    <a:pt x="232305" y="299650"/>
                  </a:lnTo>
                  <a:lnTo>
                    <a:pt x="232128" y="299681"/>
                  </a:lnTo>
                  <a:lnTo>
                    <a:pt x="231921" y="299741"/>
                  </a:lnTo>
                  <a:lnTo>
                    <a:pt x="231684" y="299802"/>
                  </a:lnTo>
                  <a:lnTo>
                    <a:pt x="231447" y="299862"/>
                  </a:lnTo>
                  <a:lnTo>
                    <a:pt x="231270" y="299923"/>
                  </a:lnTo>
                  <a:lnTo>
                    <a:pt x="231092" y="299953"/>
                  </a:lnTo>
                  <a:lnTo>
                    <a:pt x="230915" y="299983"/>
                  </a:lnTo>
                  <a:lnTo>
                    <a:pt x="230708" y="300044"/>
                  </a:lnTo>
                  <a:lnTo>
                    <a:pt x="230530" y="300074"/>
                  </a:lnTo>
                  <a:lnTo>
                    <a:pt x="230234" y="300134"/>
                  </a:lnTo>
                  <a:lnTo>
                    <a:pt x="230057" y="300165"/>
                  </a:lnTo>
                  <a:lnTo>
                    <a:pt x="229879" y="300225"/>
                  </a:lnTo>
                  <a:lnTo>
                    <a:pt x="229702" y="300286"/>
                  </a:lnTo>
                  <a:lnTo>
                    <a:pt x="229406" y="300376"/>
                  </a:lnTo>
                  <a:lnTo>
                    <a:pt x="229258" y="300437"/>
                  </a:lnTo>
                  <a:lnTo>
                    <a:pt x="229081" y="300467"/>
                  </a:lnTo>
                  <a:lnTo>
                    <a:pt x="228933" y="300497"/>
                  </a:lnTo>
                  <a:lnTo>
                    <a:pt x="228755" y="300528"/>
                  </a:lnTo>
                  <a:lnTo>
                    <a:pt x="228578" y="300588"/>
                  </a:lnTo>
                  <a:lnTo>
                    <a:pt x="228400" y="300679"/>
                  </a:lnTo>
                  <a:lnTo>
                    <a:pt x="228223" y="300739"/>
                  </a:lnTo>
                  <a:lnTo>
                    <a:pt x="227749" y="301012"/>
                  </a:lnTo>
                  <a:lnTo>
                    <a:pt x="227542" y="301133"/>
                  </a:lnTo>
                  <a:lnTo>
                    <a:pt x="227335" y="301284"/>
                  </a:lnTo>
                  <a:lnTo>
                    <a:pt x="227157" y="301375"/>
                  </a:lnTo>
                  <a:lnTo>
                    <a:pt x="227010" y="301465"/>
                  </a:lnTo>
                  <a:lnTo>
                    <a:pt x="226862" y="301556"/>
                  </a:lnTo>
                  <a:lnTo>
                    <a:pt x="226714" y="301617"/>
                  </a:lnTo>
                  <a:lnTo>
                    <a:pt x="226447" y="301798"/>
                  </a:lnTo>
                  <a:lnTo>
                    <a:pt x="226300" y="301889"/>
                  </a:lnTo>
                  <a:lnTo>
                    <a:pt x="226122" y="301949"/>
                  </a:lnTo>
                  <a:lnTo>
                    <a:pt x="225974" y="302010"/>
                  </a:lnTo>
                  <a:lnTo>
                    <a:pt x="224613" y="302615"/>
                  </a:lnTo>
                  <a:lnTo>
                    <a:pt x="223282" y="302948"/>
                  </a:lnTo>
                  <a:lnTo>
                    <a:pt x="223134" y="302948"/>
                  </a:lnTo>
                  <a:lnTo>
                    <a:pt x="221595" y="302615"/>
                  </a:lnTo>
                  <a:lnTo>
                    <a:pt x="220737" y="302433"/>
                  </a:lnTo>
                  <a:lnTo>
                    <a:pt x="220382" y="302343"/>
                  </a:lnTo>
                  <a:lnTo>
                    <a:pt x="219791" y="302191"/>
                  </a:lnTo>
                  <a:lnTo>
                    <a:pt x="219524" y="302101"/>
                  </a:lnTo>
                  <a:lnTo>
                    <a:pt x="219288" y="302040"/>
                  </a:lnTo>
                  <a:lnTo>
                    <a:pt x="216980" y="301435"/>
                  </a:lnTo>
                  <a:lnTo>
                    <a:pt x="216832" y="301435"/>
                  </a:lnTo>
                  <a:lnTo>
                    <a:pt x="216684" y="301435"/>
                  </a:lnTo>
                  <a:lnTo>
                    <a:pt x="216536" y="301435"/>
                  </a:lnTo>
                  <a:lnTo>
                    <a:pt x="216300" y="301405"/>
                  </a:lnTo>
                  <a:lnTo>
                    <a:pt x="216063" y="301405"/>
                  </a:lnTo>
                  <a:lnTo>
                    <a:pt x="215915" y="301405"/>
                  </a:lnTo>
                  <a:lnTo>
                    <a:pt x="215737" y="301375"/>
                  </a:lnTo>
                  <a:lnTo>
                    <a:pt x="215442" y="301405"/>
                  </a:lnTo>
                  <a:lnTo>
                    <a:pt x="215294" y="301435"/>
                  </a:lnTo>
                  <a:lnTo>
                    <a:pt x="215146" y="301435"/>
                  </a:lnTo>
                  <a:lnTo>
                    <a:pt x="214584" y="301526"/>
                  </a:lnTo>
                  <a:lnTo>
                    <a:pt x="214229" y="301586"/>
                  </a:lnTo>
                  <a:lnTo>
                    <a:pt x="214021" y="301617"/>
                  </a:lnTo>
                  <a:lnTo>
                    <a:pt x="213785" y="301617"/>
                  </a:lnTo>
                  <a:lnTo>
                    <a:pt x="213430" y="301647"/>
                  </a:lnTo>
                  <a:lnTo>
                    <a:pt x="213164" y="301677"/>
                  </a:lnTo>
                  <a:lnTo>
                    <a:pt x="213016" y="301707"/>
                  </a:lnTo>
                  <a:lnTo>
                    <a:pt x="212661" y="301768"/>
                  </a:lnTo>
                  <a:lnTo>
                    <a:pt x="212217" y="301768"/>
                  </a:lnTo>
                  <a:lnTo>
                    <a:pt x="212039" y="301768"/>
                  </a:lnTo>
                  <a:lnTo>
                    <a:pt x="211862" y="301798"/>
                  </a:lnTo>
                  <a:lnTo>
                    <a:pt x="210797" y="301556"/>
                  </a:lnTo>
                  <a:lnTo>
                    <a:pt x="210619" y="301526"/>
                  </a:lnTo>
                  <a:lnTo>
                    <a:pt x="210235" y="301314"/>
                  </a:lnTo>
                  <a:lnTo>
                    <a:pt x="209968" y="301223"/>
                  </a:lnTo>
                  <a:lnTo>
                    <a:pt x="209791" y="301163"/>
                  </a:lnTo>
                  <a:lnTo>
                    <a:pt x="209584" y="301102"/>
                  </a:lnTo>
                  <a:lnTo>
                    <a:pt x="208578" y="300860"/>
                  </a:lnTo>
                  <a:lnTo>
                    <a:pt x="208311" y="300800"/>
                  </a:lnTo>
                  <a:lnTo>
                    <a:pt x="208134" y="300770"/>
                  </a:lnTo>
                  <a:lnTo>
                    <a:pt x="207956" y="300739"/>
                  </a:lnTo>
                  <a:lnTo>
                    <a:pt x="207779" y="300709"/>
                  </a:lnTo>
                  <a:lnTo>
                    <a:pt x="207601" y="300649"/>
                  </a:lnTo>
                  <a:lnTo>
                    <a:pt x="207424" y="300618"/>
                  </a:lnTo>
                  <a:lnTo>
                    <a:pt x="207276" y="300588"/>
                  </a:lnTo>
                  <a:lnTo>
                    <a:pt x="207098" y="300467"/>
                  </a:lnTo>
                  <a:lnTo>
                    <a:pt x="206832" y="300346"/>
                  </a:lnTo>
                  <a:lnTo>
                    <a:pt x="206418" y="300255"/>
                  </a:lnTo>
                  <a:lnTo>
                    <a:pt x="206240" y="300195"/>
                  </a:lnTo>
                  <a:lnTo>
                    <a:pt x="206033" y="300134"/>
                  </a:lnTo>
                  <a:lnTo>
                    <a:pt x="205826" y="300074"/>
                  </a:lnTo>
                  <a:lnTo>
                    <a:pt x="205649" y="300013"/>
                  </a:lnTo>
                  <a:lnTo>
                    <a:pt x="205471" y="299953"/>
                  </a:lnTo>
                  <a:lnTo>
                    <a:pt x="205264" y="299892"/>
                  </a:lnTo>
                  <a:lnTo>
                    <a:pt x="205057" y="299862"/>
                  </a:lnTo>
                  <a:lnTo>
                    <a:pt x="204584" y="299892"/>
                  </a:lnTo>
                  <a:lnTo>
                    <a:pt x="204406" y="299862"/>
                  </a:lnTo>
                  <a:lnTo>
                    <a:pt x="204229" y="299832"/>
                  </a:lnTo>
                  <a:lnTo>
                    <a:pt x="204022" y="299802"/>
                  </a:lnTo>
                  <a:lnTo>
                    <a:pt x="203874" y="299802"/>
                  </a:lnTo>
                  <a:lnTo>
                    <a:pt x="203519" y="299771"/>
                  </a:lnTo>
                  <a:lnTo>
                    <a:pt x="203371" y="299771"/>
                  </a:lnTo>
                  <a:lnTo>
                    <a:pt x="203104" y="299741"/>
                  </a:lnTo>
                  <a:lnTo>
                    <a:pt x="202838" y="299711"/>
                  </a:lnTo>
                  <a:lnTo>
                    <a:pt x="202572" y="299620"/>
                  </a:lnTo>
                  <a:lnTo>
                    <a:pt x="202365" y="299560"/>
                  </a:lnTo>
                  <a:lnTo>
                    <a:pt x="202187" y="299469"/>
                  </a:lnTo>
                  <a:lnTo>
                    <a:pt x="201951" y="299378"/>
                  </a:lnTo>
                  <a:lnTo>
                    <a:pt x="201714" y="299287"/>
                  </a:lnTo>
                  <a:lnTo>
                    <a:pt x="201448" y="299227"/>
                  </a:lnTo>
                  <a:lnTo>
                    <a:pt x="201270" y="299166"/>
                  </a:lnTo>
                  <a:lnTo>
                    <a:pt x="201063" y="299106"/>
                  </a:lnTo>
                  <a:lnTo>
                    <a:pt x="200915" y="299045"/>
                  </a:lnTo>
                  <a:lnTo>
                    <a:pt x="200738" y="299045"/>
                  </a:lnTo>
                  <a:lnTo>
                    <a:pt x="200530" y="298985"/>
                  </a:lnTo>
                  <a:lnTo>
                    <a:pt x="200264" y="298924"/>
                  </a:lnTo>
                  <a:lnTo>
                    <a:pt x="200087" y="298924"/>
                  </a:lnTo>
                  <a:lnTo>
                    <a:pt x="199850" y="298894"/>
                  </a:lnTo>
                  <a:lnTo>
                    <a:pt x="199584" y="298834"/>
                  </a:lnTo>
                  <a:lnTo>
                    <a:pt x="199229" y="298713"/>
                  </a:lnTo>
                  <a:lnTo>
                    <a:pt x="198962" y="298622"/>
                  </a:lnTo>
                  <a:lnTo>
                    <a:pt x="198726" y="298561"/>
                  </a:lnTo>
                  <a:lnTo>
                    <a:pt x="198430" y="298501"/>
                  </a:lnTo>
                  <a:lnTo>
                    <a:pt x="198282" y="298440"/>
                  </a:lnTo>
                  <a:lnTo>
                    <a:pt x="198134" y="298380"/>
                  </a:lnTo>
                  <a:lnTo>
                    <a:pt x="197838" y="298259"/>
                  </a:lnTo>
                  <a:lnTo>
                    <a:pt x="197572" y="298198"/>
                  </a:lnTo>
                  <a:lnTo>
                    <a:pt x="197394" y="298168"/>
                  </a:lnTo>
                  <a:lnTo>
                    <a:pt x="197158" y="298138"/>
                  </a:lnTo>
                  <a:lnTo>
                    <a:pt x="196921" y="298138"/>
                  </a:lnTo>
                  <a:lnTo>
                    <a:pt x="196714" y="298108"/>
                  </a:lnTo>
                  <a:lnTo>
                    <a:pt x="196536" y="298047"/>
                  </a:lnTo>
                  <a:lnTo>
                    <a:pt x="196329" y="298017"/>
                  </a:lnTo>
                  <a:lnTo>
                    <a:pt x="196063" y="297987"/>
                  </a:lnTo>
                  <a:lnTo>
                    <a:pt x="195856" y="297956"/>
                  </a:lnTo>
                  <a:lnTo>
                    <a:pt x="195649" y="297926"/>
                  </a:lnTo>
                  <a:lnTo>
                    <a:pt x="195383" y="297866"/>
                  </a:lnTo>
                  <a:lnTo>
                    <a:pt x="195116" y="297805"/>
                  </a:lnTo>
                  <a:lnTo>
                    <a:pt x="194968" y="297775"/>
                  </a:lnTo>
                  <a:lnTo>
                    <a:pt x="194702" y="297714"/>
                  </a:lnTo>
                  <a:lnTo>
                    <a:pt x="194377" y="297714"/>
                  </a:lnTo>
                  <a:lnTo>
                    <a:pt x="194081" y="297684"/>
                  </a:lnTo>
                  <a:lnTo>
                    <a:pt x="193785" y="297684"/>
                  </a:lnTo>
                  <a:lnTo>
                    <a:pt x="193578" y="297654"/>
                  </a:lnTo>
                  <a:lnTo>
                    <a:pt x="193193" y="297624"/>
                  </a:lnTo>
                  <a:lnTo>
                    <a:pt x="192897" y="297624"/>
                  </a:lnTo>
                  <a:lnTo>
                    <a:pt x="192542" y="297593"/>
                  </a:lnTo>
                  <a:lnTo>
                    <a:pt x="192187" y="297503"/>
                  </a:lnTo>
                  <a:lnTo>
                    <a:pt x="191891" y="297503"/>
                  </a:lnTo>
                  <a:lnTo>
                    <a:pt x="191477" y="297472"/>
                  </a:lnTo>
                  <a:lnTo>
                    <a:pt x="191211" y="297472"/>
                  </a:lnTo>
                  <a:lnTo>
                    <a:pt x="190738" y="297412"/>
                  </a:lnTo>
                  <a:lnTo>
                    <a:pt x="190087" y="297351"/>
                  </a:lnTo>
                  <a:lnTo>
                    <a:pt x="189554" y="297291"/>
                  </a:lnTo>
                  <a:lnTo>
                    <a:pt x="189199" y="297261"/>
                  </a:lnTo>
                  <a:lnTo>
                    <a:pt x="189051" y="297261"/>
                  </a:lnTo>
                  <a:lnTo>
                    <a:pt x="188874" y="297230"/>
                  </a:lnTo>
                  <a:lnTo>
                    <a:pt x="188578" y="297200"/>
                  </a:lnTo>
                  <a:lnTo>
                    <a:pt x="188341" y="297200"/>
                  </a:lnTo>
                  <a:lnTo>
                    <a:pt x="188105" y="297170"/>
                  </a:lnTo>
                  <a:lnTo>
                    <a:pt x="187690" y="297170"/>
                  </a:lnTo>
                  <a:lnTo>
                    <a:pt x="187483" y="297170"/>
                  </a:lnTo>
                  <a:lnTo>
                    <a:pt x="187217" y="297170"/>
                  </a:lnTo>
                  <a:lnTo>
                    <a:pt x="186892" y="297140"/>
                  </a:lnTo>
                  <a:lnTo>
                    <a:pt x="186300" y="297109"/>
                  </a:lnTo>
                  <a:lnTo>
                    <a:pt x="185442" y="296958"/>
                  </a:lnTo>
                  <a:lnTo>
                    <a:pt x="184466" y="296777"/>
                  </a:lnTo>
                  <a:lnTo>
                    <a:pt x="183785" y="296656"/>
                  </a:lnTo>
                  <a:lnTo>
                    <a:pt x="183223" y="296565"/>
                  </a:lnTo>
                  <a:lnTo>
                    <a:pt x="182957" y="296535"/>
                  </a:lnTo>
                  <a:lnTo>
                    <a:pt x="182513" y="296504"/>
                  </a:lnTo>
                  <a:lnTo>
                    <a:pt x="181862" y="296504"/>
                  </a:lnTo>
                  <a:lnTo>
                    <a:pt x="181093" y="296504"/>
                  </a:lnTo>
                  <a:lnTo>
                    <a:pt x="180531" y="296535"/>
                  </a:lnTo>
                  <a:lnTo>
                    <a:pt x="179880" y="296504"/>
                  </a:lnTo>
                  <a:lnTo>
                    <a:pt x="179347" y="296504"/>
                  </a:lnTo>
                  <a:lnTo>
                    <a:pt x="178756" y="296474"/>
                  </a:lnTo>
                  <a:lnTo>
                    <a:pt x="178134" y="296414"/>
                  </a:lnTo>
                  <a:lnTo>
                    <a:pt x="177602" y="296323"/>
                  </a:lnTo>
                  <a:lnTo>
                    <a:pt x="177128" y="296232"/>
                  </a:lnTo>
                  <a:lnTo>
                    <a:pt x="176566" y="295990"/>
                  </a:lnTo>
                  <a:lnTo>
                    <a:pt x="176152" y="295839"/>
                  </a:lnTo>
                  <a:lnTo>
                    <a:pt x="175767" y="295688"/>
                  </a:lnTo>
                  <a:lnTo>
                    <a:pt x="175324" y="295506"/>
                  </a:lnTo>
                  <a:lnTo>
                    <a:pt x="174761" y="295325"/>
                  </a:lnTo>
                  <a:lnTo>
                    <a:pt x="174288" y="295173"/>
                  </a:lnTo>
                  <a:lnTo>
                    <a:pt x="173637" y="294992"/>
                  </a:lnTo>
                  <a:lnTo>
                    <a:pt x="173134" y="294962"/>
                  </a:lnTo>
                  <a:lnTo>
                    <a:pt x="172572" y="295052"/>
                  </a:lnTo>
                  <a:lnTo>
                    <a:pt x="172217" y="295113"/>
                  </a:lnTo>
                  <a:lnTo>
                    <a:pt x="171596" y="295264"/>
                  </a:lnTo>
                  <a:lnTo>
                    <a:pt x="171300" y="295325"/>
                  </a:lnTo>
                  <a:lnTo>
                    <a:pt x="170974" y="295325"/>
                  </a:lnTo>
                  <a:lnTo>
                    <a:pt x="170649" y="295264"/>
                  </a:lnTo>
                  <a:lnTo>
                    <a:pt x="170146" y="295173"/>
                  </a:lnTo>
                  <a:lnTo>
                    <a:pt x="169702" y="295173"/>
                  </a:lnTo>
                  <a:lnTo>
                    <a:pt x="169318" y="295143"/>
                  </a:lnTo>
                  <a:lnTo>
                    <a:pt x="168430" y="295173"/>
                  </a:lnTo>
                  <a:lnTo>
                    <a:pt x="167661" y="295204"/>
                  </a:lnTo>
                  <a:lnTo>
                    <a:pt x="166892" y="295234"/>
                  </a:lnTo>
                  <a:lnTo>
                    <a:pt x="166063" y="295355"/>
                  </a:lnTo>
                  <a:lnTo>
                    <a:pt x="165264" y="295476"/>
                  </a:lnTo>
                  <a:lnTo>
                    <a:pt x="164791" y="295597"/>
                  </a:lnTo>
                  <a:lnTo>
                    <a:pt x="164554" y="295627"/>
                  </a:lnTo>
                  <a:lnTo>
                    <a:pt x="163933" y="295778"/>
                  </a:lnTo>
                  <a:lnTo>
                    <a:pt x="163549" y="295869"/>
                  </a:lnTo>
                  <a:lnTo>
                    <a:pt x="162631" y="296111"/>
                  </a:lnTo>
                  <a:lnTo>
                    <a:pt x="161980" y="296262"/>
                  </a:lnTo>
                  <a:lnTo>
                    <a:pt x="161389" y="296353"/>
                  </a:lnTo>
                  <a:lnTo>
                    <a:pt x="161063" y="296383"/>
                  </a:lnTo>
                  <a:lnTo>
                    <a:pt x="160856" y="296414"/>
                  </a:lnTo>
                  <a:lnTo>
                    <a:pt x="160324" y="296474"/>
                  </a:lnTo>
                  <a:lnTo>
                    <a:pt x="159170" y="296504"/>
                  </a:lnTo>
                  <a:lnTo>
                    <a:pt x="158105" y="296595"/>
                  </a:lnTo>
                  <a:lnTo>
                    <a:pt x="157631" y="296656"/>
                  </a:lnTo>
                  <a:lnTo>
                    <a:pt x="157099" y="296716"/>
                  </a:lnTo>
                  <a:lnTo>
                    <a:pt x="156034" y="296837"/>
                  </a:lnTo>
                  <a:lnTo>
                    <a:pt x="155856" y="296867"/>
                  </a:lnTo>
                  <a:lnTo>
                    <a:pt x="155235" y="296988"/>
                  </a:lnTo>
                  <a:lnTo>
                    <a:pt x="154318" y="297170"/>
                  </a:lnTo>
                  <a:lnTo>
                    <a:pt x="153430" y="297321"/>
                  </a:lnTo>
                  <a:lnTo>
                    <a:pt x="152158" y="297654"/>
                  </a:lnTo>
                  <a:lnTo>
                    <a:pt x="151981" y="297684"/>
                  </a:lnTo>
                  <a:lnTo>
                    <a:pt x="151478" y="297835"/>
                  </a:lnTo>
                  <a:lnTo>
                    <a:pt x="151123" y="297956"/>
                  </a:lnTo>
                  <a:lnTo>
                    <a:pt x="150856" y="298017"/>
                  </a:lnTo>
                  <a:lnTo>
                    <a:pt x="149702" y="298440"/>
                  </a:lnTo>
                  <a:lnTo>
                    <a:pt x="149495" y="298440"/>
                  </a:lnTo>
                  <a:lnTo>
                    <a:pt x="148933" y="298531"/>
                  </a:lnTo>
                  <a:lnTo>
                    <a:pt x="147602" y="298682"/>
                  </a:lnTo>
                  <a:lnTo>
                    <a:pt x="147336" y="298713"/>
                  </a:lnTo>
                  <a:lnTo>
                    <a:pt x="146359" y="298682"/>
                  </a:lnTo>
                  <a:lnTo>
                    <a:pt x="146034" y="298682"/>
                  </a:lnTo>
                  <a:lnTo>
                    <a:pt x="145235" y="298743"/>
                  </a:lnTo>
                  <a:lnTo>
                    <a:pt x="144969" y="298773"/>
                  </a:lnTo>
                  <a:lnTo>
                    <a:pt x="144318" y="298834"/>
                  </a:lnTo>
                  <a:lnTo>
                    <a:pt x="142779" y="299287"/>
                  </a:lnTo>
                  <a:lnTo>
                    <a:pt x="141507" y="299650"/>
                  </a:lnTo>
                  <a:lnTo>
                    <a:pt x="141034" y="299832"/>
                  </a:lnTo>
                  <a:lnTo>
                    <a:pt x="140324" y="299983"/>
                  </a:lnTo>
                  <a:lnTo>
                    <a:pt x="139259" y="300225"/>
                  </a:lnTo>
                  <a:lnTo>
                    <a:pt x="138904" y="300316"/>
                  </a:lnTo>
                  <a:lnTo>
                    <a:pt x="137779" y="300588"/>
                  </a:lnTo>
                  <a:lnTo>
                    <a:pt x="136655" y="300739"/>
                  </a:lnTo>
                  <a:lnTo>
                    <a:pt x="135708" y="300891"/>
                  </a:lnTo>
                  <a:lnTo>
                    <a:pt x="135117" y="301042"/>
                  </a:lnTo>
                  <a:lnTo>
                    <a:pt x="134791" y="301133"/>
                  </a:lnTo>
                  <a:lnTo>
                    <a:pt x="132129" y="301707"/>
                  </a:lnTo>
                  <a:lnTo>
                    <a:pt x="127070" y="302887"/>
                  </a:lnTo>
                  <a:lnTo>
                    <a:pt x="124170" y="303553"/>
                  </a:lnTo>
                  <a:lnTo>
                    <a:pt x="121537" y="304067"/>
                  </a:lnTo>
                  <a:lnTo>
                    <a:pt x="119791" y="304218"/>
                  </a:lnTo>
                  <a:lnTo>
                    <a:pt x="118815" y="304460"/>
                  </a:lnTo>
                  <a:lnTo>
                    <a:pt x="118223" y="304611"/>
                  </a:lnTo>
                  <a:lnTo>
                    <a:pt x="117602" y="304763"/>
                  </a:lnTo>
                  <a:lnTo>
                    <a:pt x="114999" y="305277"/>
                  </a:lnTo>
                  <a:lnTo>
                    <a:pt x="112543" y="305791"/>
                  </a:lnTo>
                  <a:lnTo>
                    <a:pt x="111774" y="305942"/>
                  </a:lnTo>
                  <a:lnTo>
                    <a:pt x="111626" y="305973"/>
                  </a:lnTo>
                  <a:lnTo>
                    <a:pt x="108667" y="306638"/>
                  </a:lnTo>
                  <a:lnTo>
                    <a:pt x="106153" y="307031"/>
                  </a:lnTo>
                  <a:lnTo>
                    <a:pt x="105738" y="307092"/>
                  </a:lnTo>
                  <a:lnTo>
                    <a:pt x="104644" y="307364"/>
                  </a:lnTo>
                  <a:lnTo>
                    <a:pt x="104259" y="307455"/>
                  </a:lnTo>
                  <a:lnTo>
                    <a:pt x="104052" y="307485"/>
                  </a:lnTo>
                  <a:lnTo>
                    <a:pt x="103874" y="307515"/>
                  </a:lnTo>
                  <a:lnTo>
                    <a:pt x="94466" y="309088"/>
                  </a:lnTo>
                  <a:lnTo>
                    <a:pt x="94082" y="306638"/>
                  </a:lnTo>
                  <a:lnTo>
                    <a:pt x="93579" y="302554"/>
                  </a:lnTo>
                  <a:lnTo>
                    <a:pt x="93490" y="301556"/>
                  </a:lnTo>
                  <a:lnTo>
                    <a:pt x="92987" y="301284"/>
                  </a:lnTo>
                  <a:lnTo>
                    <a:pt x="92277" y="300709"/>
                  </a:lnTo>
                  <a:lnTo>
                    <a:pt x="91389" y="299650"/>
                  </a:lnTo>
                  <a:lnTo>
                    <a:pt x="92070" y="299227"/>
                  </a:lnTo>
                  <a:lnTo>
                    <a:pt x="92721" y="298592"/>
                  </a:lnTo>
                  <a:lnTo>
                    <a:pt x="93224" y="297987"/>
                  </a:lnTo>
                  <a:lnTo>
                    <a:pt x="94230" y="295869"/>
                  </a:lnTo>
                  <a:lnTo>
                    <a:pt x="95531" y="293026"/>
                  </a:lnTo>
                  <a:lnTo>
                    <a:pt x="98135" y="287702"/>
                  </a:lnTo>
                  <a:lnTo>
                    <a:pt x="100679" y="282438"/>
                  </a:lnTo>
                  <a:lnTo>
                    <a:pt x="100945" y="281864"/>
                  </a:lnTo>
                  <a:lnTo>
                    <a:pt x="102158" y="281985"/>
                  </a:lnTo>
                  <a:lnTo>
                    <a:pt x="103638" y="278385"/>
                  </a:lnTo>
                  <a:lnTo>
                    <a:pt x="104289" y="276782"/>
                  </a:lnTo>
                  <a:lnTo>
                    <a:pt x="104525" y="276177"/>
                  </a:lnTo>
                  <a:lnTo>
                    <a:pt x="105886" y="273001"/>
                  </a:lnTo>
                  <a:lnTo>
                    <a:pt x="106182" y="272517"/>
                  </a:lnTo>
                  <a:lnTo>
                    <a:pt x="107661" y="269613"/>
                  </a:lnTo>
                  <a:lnTo>
                    <a:pt x="107721" y="269431"/>
                  </a:lnTo>
                  <a:lnTo>
                    <a:pt x="109732" y="265287"/>
                  </a:lnTo>
                  <a:lnTo>
                    <a:pt x="111064" y="262625"/>
                  </a:lnTo>
                  <a:lnTo>
                    <a:pt x="111715" y="261234"/>
                  </a:lnTo>
                  <a:lnTo>
                    <a:pt x="111892" y="260659"/>
                  </a:lnTo>
                  <a:lnTo>
                    <a:pt x="110235" y="259842"/>
                  </a:lnTo>
                  <a:lnTo>
                    <a:pt x="109880" y="259721"/>
                  </a:lnTo>
                  <a:lnTo>
                    <a:pt x="110028" y="259449"/>
                  </a:lnTo>
                  <a:lnTo>
                    <a:pt x="110531" y="258481"/>
                  </a:lnTo>
                  <a:lnTo>
                    <a:pt x="111182" y="257210"/>
                  </a:lnTo>
                  <a:lnTo>
                    <a:pt x="111389" y="256847"/>
                  </a:lnTo>
                  <a:lnTo>
                    <a:pt x="112188" y="255123"/>
                  </a:lnTo>
                  <a:lnTo>
                    <a:pt x="112306" y="254851"/>
                  </a:lnTo>
                  <a:lnTo>
                    <a:pt x="112602" y="254397"/>
                  </a:lnTo>
                  <a:lnTo>
                    <a:pt x="112780" y="254064"/>
                  </a:lnTo>
                  <a:lnTo>
                    <a:pt x="113076" y="253520"/>
                  </a:lnTo>
                  <a:lnTo>
                    <a:pt x="113135" y="253096"/>
                  </a:lnTo>
                  <a:lnTo>
                    <a:pt x="113223" y="252582"/>
                  </a:lnTo>
                  <a:lnTo>
                    <a:pt x="113312" y="252159"/>
                  </a:lnTo>
                  <a:lnTo>
                    <a:pt x="113431" y="251856"/>
                  </a:lnTo>
                  <a:lnTo>
                    <a:pt x="113519" y="251614"/>
                  </a:lnTo>
                  <a:lnTo>
                    <a:pt x="113697" y="251251"/>
                  </a:lnTo>
                  <a:lnTo>
                    <a:pt x="113845" y="250949"/>
                  </a:lnTo>
                  <a:lnTo>
                    <a:pt x="114081" y="250525"/>
                  </a:lnTo>
                  <a:lnTo>
                    <a:pt x="114289" y="250435"/>
                  </a:lnTo>
                  <a:lnTo>
                    <a:pt x="114407" y="250223"/>
                  </a:lnTo>
                  <a:lnTo>
                    <a:pt x="110028" y="247984"/>
                  </a:lnTo>
                  <a:lnTo>
                    <a:pt x="108904" y="246895"/>
                  </a:lnTo>
                  <a:lnTo>
                    <a:pt x="108105" y="245897"/>
                  </a:lnTo>
                  <a:lnTo>
                    <a:pt x="105827" y="242418"/>
                  </a:lnTo>
                  <a:lnTo>
                    <a:pt x="99170" y="231952"/>
                  </a:lnTo>
                  <a:lnTo>
                    <a:pt x="92750" y="222000"/>
                  </a:lnTo>
                  <a:lnTo>
                    <a:pt x="90028" y="216464"/>
                  </a:lnTo>
                  <a:lnTo>
                    <a:pt x="87454" y="211050"/>
                  </a:lnTo>
                  <a:lnTo>
                    <a:pt x="84437" y="204637"/>
                  </a:lnTo>
                  <a:lnTo>
                    <a:pt x="84200" y="204153"/>
                  </a:lnTo>
                  <a:lnTo>
                    <a:pt x="84141" y="204002"/>
                  </a:lnTo>
                  <a:lnTo>
                    <a:pt x="83638" y="202973"/>
                  </a:lnTo>
                  <a:lnTo>
                    <a:pt x="83490" y="202610"/>
                  </a:lnTo>
                  <a:lnTo>
                    <a:pt x="83194" y="202035"/>
                  </a:lnTo>
                  <a:lnTo>
                    <a:pt x="82957" y="201521"/>
                  </a:lnTo>
                  <a:lnTo>
                    <a:pt x="82070" y="199616"/>
                  </a:lnTo>
                  <a:lnTo>
                    <a:pt x="81537" y="198466"/>
                  </a:lnTo>
                  <a:lnTo>
                    <a:pt x="79703" y="199343"/>
                  </a:lnTo>
                  <a:lnTo>
                    <a:pt x="78283" y="196167"/>
                  </a:lnTo>
                  <a:lnTo>
                    <a:pt x="77869" y="196258"/>
                  </a:lnTo>
                  <a:lnTo>
                    <a:pt x="74437" y="194534"/>
                  </a:lnTo>
                  <a:lnTo>
                    <a:pt x="74733" y="193959"/>
                  </a:lnTo>
                  <a:lnTo>
                    <a:pt x="73520" y="193324"/>
                  </a:lnTo>
                  <a:lnTo>
                    <a:pt x="67070" y="196228"/>
                  </a:lnTo>
                  <a:lnTo>
                    <a:pt x="56833" y="201461"/>
                  </a:lnTo>
                  <a:lnTo>
                    <a:pt x="56212" y="200069"/>
                  </a:lnTo>
                  <a:lnTo>
                    <a:pt x="46804" y="181738"/>
                  </a:lnTo>
                  <a:lnTo>
                    <a:pt x="46449" y="182071"/>
                  </a:lnTo>
                  <a:lnTo>
                    <a:pt x="46271" y="182252"/>
                  </a:lnTo>
                  <a:lnTo>
                    <a:pt x="46064" y="182131"/>
                  </a:lnTo>
                  <a:lnTo>
                    <a:pt x="45828" y="182041"/>
                  </a:lnTo>
                  <a:lnTo>
                    <a:pt x="45532" y="181920"/>
                  </a:lnTo>
                  <a:lnTo>
                    <a:pt x="41952" y="180468"/>
                  </a:lnTo>
                  <a:lnTo>
                    <a:pt x="41123" y="180135"/>
                  </a:lnTo>
                  <a:lnTo>
                    <a:pt x="40473" y="179863"/>
                  </a:lnTo>
                  <a:lnTo>
                    <a:pt x="39999" y="179681"/>
                  </a:lnTo>
                  <a:lnTo>
                    <a:pt x="39437" y="179439"/>
                  </a:lnTo>
                  <a:lnTo>
                    <a:pt x="37425" y="178622"/>
                  </a:lnTo>
                  <a:lnTo>
                    <a:pt x="37218" y="178562"/>
                  </a:lnTo>
                  <a:lnTo>
                    <a:pt x="36153" y="178169"/>
                  </a:lnTo>
                  <a:lnTo>
                    <a:pt x="35946" y="178078"/>
                  </a:lnTo>
                  <a:lnTo>
                    <a:pt x="34822" y="177412"/>
                  </a:lnTo>
                  <a:lnTo>
                    <a:pt x="34141" y="177019"/>
                  </a:lnTo>
                  <a:lnTo>
                    <a:pt x="33490" y="176686"/>
                  </a:lnTo>
                  <a:lnTo>
                    <a:pt x="33254" y="175960"/>
                  </a:lnTo>
                  <a:lnTo>
                    <a:pt x="33135" y="175567"/>
                  </a:lnTo>
                  <a:lnTo>
                    <a:pt x="33017" y="175325"/>
                  </a:lnTo>
                  <a:lnTo>
                    <a:pt x="32810" y="175083"/>
                  </a:lnTo>
                  <a:lnTo>
                    <a:pt x="31745" y="175507"/>
                  </a:lnTo>
                  <a:lnTo>
                    <a:pt x="31183" y="175718"/>
                  </a:lnTo>
                  <a:lnTo>
                    <a:pt x="31124" y="175144"/>
                  </a:lnTo>
                  <a:lnTo>
                    <a:pt x="31153" y="174387"/>
                  </a:lnTo>
                  <a:lnTo>
                    <a:pt x="31153" y="173813"/>
                  </a:lnTo>
                  <a:lnTo>
                    <a:pt x="31124" y="173601"/>
                  </a:lnTo>
                  <a:lnTo>
                    <a:pt x="31035" y="173238"/>
                  </a:lnTo>
                  <a:lnTo>
                    <a:pt x="31005" y="173087"/>
                  </a:lnTo>
                  <a:lnTo>
                    <a:pt x="30887" y="172754"/>
                  </a:lnTo>
                  <a:lnTo>
                    <a:pt x="30621" y="172270"/>
                  </a:lnTo>
                  <a:lnTo>
                    <a:pt x="30443" y="172089"/>
                  </a:lnTo>
                  <a:lnTo>
                    <a:pt x="30206" y="171756"/>
                  </a:lnTo>
                  <a:lnTo>
                    <a:pt x="30058" y="171363"/>
                  </a:lnTo>
                  <a:lnTo>
                    <a:pt x="29999" y="171030"/>
                  </a:lnTo>
                  <a:lnTo>
                    <a:pt x="29999" y="170667"/>
                  </a:lnTo>
                  <a:lnTo>
                    <a:pt x="29940" y="170062"/>
                  </a:lnTo>
                  <a:lnTo>
                    <a:pt x="29851" y="169306"/>
                  </a:lnTo>
                  <a:lnTo>
                    <a:pt x="29851" y="168912"/>
                  </a:lnTo>
                  <a:lnTo>
                    <a:pt x="29851" y="168761"/>
                  </a:lnTo>
                  <a:lnTo>
                    <a:pt x="29851" y="168580"/>
                  </a:lnTo>
                  <a:lnTo>
                    <a:pt x="29851" y="168368"/>
                  </a:lnTo>
                  <a:lnTo>
                    <a:pt x="29851" y="168156"/>
                  </a:lnTo>
                  <a:lnTo>
                    <a:pt x="29881" y="167793"/>
                  </a:lnTo>
                  <a:lnTo>
                    <a:pt x="29881" y="167400"/>
                  </a:lnTo>
                  <a:lnTo>
                    <a:pt x="29851" y="166976"/>
                  </a:lnTo>
                  <a:lnTo>
                    <a:pt x="29851" y="166341"/>
                  </a:lnTo>
                  <a:lnTo>
                    <a:pt x="29911" y="166099"/>
                  </a:lnTo>
                  <a:lnTo>
                    <a:pt x="30029" y="165918"/>
                  </a:lnTo>
                  <a:lnTo>
                    <a:pt x="30118" y="165766"/>
                  </a:lnTo>
                  <a:lnTo>
                    <a:pt x="30621" y="165222"/>
                  </a:lnTo>
                  <a:lnTo>
                    <a:pt x="31508" y="164435"/>
                  </a:lnTo>
                  <a:lnTo>
                    <a:pt x="31804" y="164133"/>
                  </a:lnTo>
                  <a:lnTo>
                    <a:pt x="32189" y="163679"/>
                  </a:lnTo>
                  <a:lnTo>
                    <a:pt x="32455" y="163467"/>
                  </a:lnTo>
                  <a:lnTo>
                    <a:pt x="32928" y="163286"/>
                  </a:lnTo>
                  <a:lnTo>
                    <a:pt x="33313" y="163044"/>
                  </a:lnTo>
                  <a:lnTo>
                    <a:pt x="33490" y="162832"/>
                  </a:lnTo>
                  <a:lnTo>
                    <a:pt x="33579" y="162560"/>
                  </a:lnTo>
                  <a:lnTo>
                    <a:pt x="33668" y="162288"/>
                  </a:lnTo>
                  <a:lnTo>
                    <a:pt x="33845" y="161592"/>
                  </a:lnTo>
                  <a:lnTo>
                    <a:pt x="33934" y="161289"/>
                  </a:lnTo>
                  <a:lnTo>
                    <a:pt x="33993" y="161138"/>
                  </a:lnTo>
                  <a:lnTo>
                    <a:pt x="34289" y="160684"/>
                  </a:lnTo>
                  <a:lnTo>
                    <a:pt x="34999" y="159807"/>
                  </a:lnTo>
                  <a:lnTo>
                    <a:pt x="35118" y="159626"/>
                  </a:lnTo>
                  <a:lnTo>
                    <a:pt x="35325" y="159384"/>
                  </a:lnTo>
                  <a:lnTo>
                    <a:pt x="35532" y="158839"/>
                  </a:lnTo>
                  <a:lnTo>
                    <a:pt x="36035" y="157115"/>
                  </a:lnTo>
                  <a:lnTo>
                    <a:pt x="36419" y="156389"/>
                  </a:lnTo>
                  <a:lnTo>
                    <a:pt x="36538" y="156177"/>
                  </a:lnTo>
                  <a:lnTo>
                    <a:pt x="36863" y="155633"/>
                  </a:lnTo>
                  <a:lnTo>
                    <a:pt x="37218" y="154907"/>
                  </a:lnTo>
                  <a:lnTo>
                    <a:pt x="37484" y="154151"/>
                  </a:lnTo>
                  <a:lnTo>
                    <a:pt x="37573" y="153576"/>
                  </a:lnTo>
                  <a:lnTo>
                    <a:pt x="37721" y="153122"/>
                  </a:lnTo>
                  <a:lnTo>
                    <a:pt x="37307" y="152305"/>
                  </a:lnTo>
                  <a:lnTo>
                    <a:pt x="37277" y="152033"/>
                  </a:lnTo>
                  <a:lnTo>
                    <a:pt x="37899" y="151035"/>
                  </a:lnTo>
                  <a:lnTo>
                    <a:pt x="38402" y="150400"/>
                  </a:lnTo>
                  <a:lnTo>
                    <a:pt x="38934" y="149371"/>
                  </a:lnTo>
                  <a:lnTo>
                    <a:pt x="39023" y="149220"/>
                  </a:lnTo>
                  <a:lnTo>
                    <a:pt x="39407" y="148554"/>
                  </a:lnTo>
                  <a:lnTo>
                    <a:pt x="37958" y="144108"/>
                  </a:lnTo>
                  <a:lnTo>
                    <a:pt x="37573" y="142928"/>
                  </a:lnTo>
                  <a:lnTo>
                    <a:pt x="35739" y="137483"/>
                  </a:lnTo>
                  <a:lnTo>
                    <a:pt x="35650" y="136485"/>
                  </a:lnTo>
                  <a:lnTo>
                    <a:pt x="34615" y="133672"/>
                  </a:lnTo>
                  <a:lnTo>
                    <a:pt x="32721" y="128499"/>
                  </a:lnTo>
                  <a:lnTo>
                    <a:pt x="31419" y="124385"/>
                  </a:lnTo>
                  <a:lnTo>
                    <a:pt x="31626" y="116006"/>
                  </a:lnTo>
                  <a:lnTo>
                    <a:pt x="31301" y="115250"/>
                  </a:lnTo>
                  <a:lnTo>
                    <a:pt x="30118" y="114978"/>
                  </a:lnTo>
                  <a:lnTo>
                    <a:pt x="29940" y="114554"/>
                  </a:lnTo>
                  <a:lnTo>
                    <a:pt x="28964" y="111983"/>
                  </a:lnTo>
                  <a:lnTo>
                    <a:pt x="28461" y="110773"/>
                  </a:lnTo>
                  <a:lnTo>
                    <a:pt x="30768" y="110501"/>
                  </a:lnTo>
                  <a:lnTo>
                    <a:pt x="31419" y="109986"/>
                  </a:lnTo>
                  <a:lnTo>
                    <a:pt x="31479" y="105600"/>
                  </a:lnTo>
                  <a:lnTo>
                    <a:pt x="32011" y="102757"/>
                  </a:lnTo>
                  <a:lnTo>
                    <a:pt x="32159" y="102061"/>
                  </a:lnTo>
                  <a:lnTo>
                    <a:pt x="32514" y="100276"/>
                  </a:lnTo>
                  <a:lnTo>
                    <a:pt x="32544" y="100004"/>
                  </a:lnTo>
                  <a:lnTo>
                    <a:pt x="32603" y="99308"/>
                  </a:lnTo>
                  <a:lnTo>
                    <a:pt x="32839" y="98855"/>
                  </a:lnTo>
                  <a:lnTo>
                    <a:pt x="33047" y="98431"/>
                  </a:lnTo>
                  <a:lnTo>
                    <a:pt x="33342" y="97917"/>
                  </a:lnTo>
                  <a:lnTo>
                    <a:pt x="33609" y="97372"/>
                  </a:lnTo>
                  <a:lnTo>
                    <a:pt x="33727" y="96798"/>
                  </a:lnTo>
                  <a:lnTo>
                    <a:pt x="33727" y="96646"/>
                  </a:lnTo>
                  <a:lnTo>
                    <a:pt x="33905" y="96193"/>
                  </a:lnTo>
                  <a:lnTo>
                    <a:pt x="33934" y="95678"/>
                  </a:lnTo>
                  <a:lnTo>
                    <a:pt x="33993" y="95376"/>
                  </a:lnTo>
                  <a:lnTo>
                    <a:pt x="34052" y="95164"/>
                  </a:lnTo>
                  <a:lnTo>
                    <a:pt x="34171" y="94620"/>
                  </a:lnTo>
                  <a:lnTo>
                    <a:pt x="34171" y="94136"/>
                  </a:lnTo>
                  <a:lnTo>
                    <a:pt x="34112" y="93682"/>
                  </a:lnTo>
                  <a:lnTo>
                    <a:pt x="33964" y="93258"/>
                  </a:lnTo>
                  <a:lnTo>
                    <a:pt x="33905" y="93047"/>
                  </a:lnTo>
                  <a:lnTo>
                    <a:pt x="33875" y="92321"/>
                  </a:lnTo>
                  <a:lnTo>
                    <a:pt x="33964" y="91837"/>
                  </a:lnTo>
                  <a:lnTo>
                    <a:pt x="34289" y="91081"/>
                  </a:lnTo>
                  <a:lnTo>
                    <a:pt x="34378" y="90718"/>
                  </a:lnTo>
                  <a:lnTo>
                    <a:pt x="34348" y="89961"/>
                  </a:lnTo>
                  <a:lnTo>
                    <a:pt x="34289" y="89356"/>
                  </a:lnTo>
                  <a:lnTo>
                    <a:pt x="34230" y="88570"/>
                  </a:lnTo>
                  <a:lnTo>
                    <a:pt x="34171" y="87995"/>
                  </a:lnTo>
                  <a:lnTo>
                    <a:pt x="34052" y="87541"/>
                  </a:lnTo>
                  <a:lnTo>
                    <a:pt x="33845" y="87057"/>
                  </a:lnTo>
                  <a:lnTo>
                    <a:pt x="33609" y="86543"/>
                  </a:lnTo>
                  <a:lnTo>
                    <a:pt x="33254" y="85968"/>
                  </a:lnTo>
                  <a:lnTo>
                    <a:pt x="33135" y="85545"/>
                  </a:lnTo>
                  <a:lnTo>
                    <a:pt x="32780" y="85061"/>
                  </a:lnTo>
                  <a:lnTo>
                    <a:pt x="32307" y="84789"/>
                  </a:lnTo>
                  <a:lnTo>
                    <a:pt x="31952" y="84486"/>
                  </a:lnTo>
                  <a:lnTo>
                    <a:pt x="31745" y="84305"/>
                  </a:lnTo>
                  <a:lnTo>
                    <a:pt x="31597" y="84184"/>
                  </a:lnTo>
                  <a:lnTo>
                    <a:pt x="31597" y="83790"/>
                  </a:lnTo>
                  <a:lnTo>
                    <a:pt x="31686" y="83337"/>
                  </a:lnTo>
                  <a:lnTo>
                    <a:pt x="31419" y="82701"/>
                  </a:lnTo>
                  <a:lnTo>
                    <a:pt x="31271" y="82520"/>
                  </a:lnTo>
                  <a:lnTo>
                    <a:pt x="30887" y="82127"/>
                  </a:lnTo>
                  <a:lnTo>
                    <a:pt x="30621" y="81733"/>
                  </a:lnTo>
                  <a:lnTo>
                    <a:pt x="30798" y="81461"/>
                  </a:lnTo>
                  <a:lnTo>
                    <a:pt x="31124" y="81068"/>
                  </a:lnTo>
                  <a:lnTo>
                    <a:pt x="31390" y="80644"/>
                  </a:lnTo>
                  <a:lnTo>
                    <a:pt x="31538" y="80372"/>
                  </a:lnTo>
                  <a:lnTo>
                    <a:pt x="31774" y="80070"/>
                  </a:lnTo>
                  <a:lnTo>
                    <a:pt x="31863" y="79616"/>
                  </a:lnTo>
                  <a:lnTo>
                    <a:pt x="32070" y="79193"/>
                  </a:lnTo>
                  <a:lnTo>
                    <a:pt x="32337" y="78920"/>
                  </a:lnTo>
                  <a:lnTo>
                    <a:pt x="32484" y="78557"/>
                  </a:lnTo>
                  <a:lnTo>
                    <a:pt x="32544" y="78255"/>
                  </a:lnTo>
                  <a:lnTo>
                    <a:pt x="32869" y="77801"/>
                  </a:lnTo>
                  <a:lnTo>
                    <a:pt x="33106" y="77468"/>
                  </a:lnTo>
                  <a:lnTo>
                    <a:pt x="33135" y="77226"/>
                  </a:lnTo>
                  <a:lnTo>
                    <a:pt x="32928" y="77015"/>
                  </a:lnTo>
                  <a:lnTo>
                    <a:pt x="32721" y="76984"/>
                  </a:lnTo>
                  <a:lnTo>
                    <a:pt x="32484" y="76954"/>
                  </a:lnTo>
                  <a:lnTo>
                    <a:pt x="32159" y="76803"/>
                  </a:lnTo>
                  <a:lnTo>
                    <a:pt x="31863" y="76682"/>
                  </a:lnTo>
                  <a:lnTo>
                    <a:pt x="31715" y="76621"/>
                  </a:lnTo>
                  <a:lnTo>
                    <a:pt x="31508" y="76561"/>
                  </a:lnTo>
                  <a:lnTo>
                    <a:pt x="31301" y="76258"/>
                  </a:lnTo>
                  <a:lnTo>
                    <a:pt x="31094" y="75895"/>
                  </a:lnTo>
                  <a:lnTo>
                    <a:pt x="30976" y="75684"/>
                  </a:lnTo>
                  <a:lnTo>
                    <a:pt x="30976" y="75230"/>
                  </a:lnTo>
                  <a:lnTo>
                    <a:pt x="30916" y="74443"/>
                  </a:lnTo>
                  <a:lnTo>
                    <a:pt x="30857" y="74080"/>
                  </a:lnTo>
                  <a:lnTo>
                    <a:pt x="30561" y="73990"/>
                  </a:lnTo>
                  <a:lnTo>
                    <a:pt x="30177" y="73869"/>
                  </a:lnTo>
                  <a:lnTo>
                    <a:pt x="29911" y="73596"/>
                  </a:lnTo>
                  <a:lnTo>
                    <a:pt x="29703" y="73324"/>
                  </a:lnTo>
                  <a:lnTo>
                    <a:pt x="29585" y="72780"/>
                  </a:lnTo>
                  <a:lnTo>
                    <a:pt x="29467" y="72205"/>
                  </a:lnTo>
                  <a:lnTo>
                    <a:pt x="29437" y="71812"/>
                  </a:lnTo>
                  <a:lnTo>
                    <a:pt x="29408" y="71479"/>
                  </a:lnTo>
                  <a:lnTo>
                    <a:pt x="29378" y="71116"/>
                  </a:lnTo>
                  <a:lnTo>
                    <a:pt x="29319" y="70753"/>
                  </a:lnTo>
                  <a:lnTo>
                    <a:pt x="29260" y="70420"/>
                  </a:lnTo>
                  <a:lnTo>
                    <a:pt x="29171" y="69724"/>
                  </a:lnTo>
                  <a:lnTo>
                    <a:pt x="29230" y="69271"/>
                  </a:lnTo>
                  <a:lnTo>
                    <a:pt x="29378" y="68998"/>
                  </a:lnTo>
                  <a:lnTo>
                    <a:pt x="29496" y="68484"/>
                  </a:lnTo>
                  <a:lnTo>
                    <a:pt x="29674" y="68272"/>
                  </a:lnTo>
                  <a:lnTo>
                    <a:pt x="29822" y="68091"/>
                  </a:lnTo>
                  <a:lnTo>
                    <a:pt x="30177" y="67637"/>
                  </a:lnTo>
                  <a:lnTo>
                    <a:pt x="30591" y="67274"/>
                  </a:lnTo>
                  <a:lnTo>
                    <a:pt x="30621" y="67062"/>
                  </a:lnTo>
                  <a:lnTo>
                    <a:pt x="30650" y="66911"/>
                  </a:lnTo>
                  <a:lnTo>
                    <a:pt x="30591" y="66397"/>
                  </a:lnTo>
                  <a:lnTo>
                    <a:pt x="30443" y="65732"/>
                  </a:lnTo>
                  <a:lnTo>
                    <a:pt x="30384" y="65550"/>
                  </a:lnTo>
                  <a:lnTo>
                    <a:pt x="30236" y="65187"/>
                  </a:lnTo>
                  <a:lnTo>
                    <a:pt x="30236" y="65036"/>
                  </a:lnTo>
                  <a:lnTo>
                    <a:pt x="30177" y="64582"/>
                  </a:lnTo>
                  <a:lnTo>
                    <a:pt x="30177" y="63826"/>
                  </a:lnTo>
                  <a:lnTo>
                    <a:pt x="30206" y="63160"/>
                  </a:lnTo>
                  <a:lnTo>
                    <a:pt x="30354" y="62737"/>
                  </a:lnTo>
                  <a:lnTo>
                    <a:pt x="30591" y="62404"/>
                  </a:lnTo>
                  <a:lnTo>
                    <a:pt x="30709" y="62162"/>
                  </a:lnTo>
                  <a:lnTo>
                    <a:pt x="30768" y="61648"/>
                  </a:lnTo>
                  <a:lnTo>
                    <a:pt x="31035" y="60680"/>
                  </a:lnTo>
                  <a:lnTo>
                    <a:pt x="31005" y="60317"/>
                  </a:lnTo>
                  <a:lnTo>
                    <a:pt x="30768" y="60075"/>
                  </a:lnTo>
                  <a:lnTo>
                    <a:pt x="30443" y="59682"/>
                  </a:lnTo>
                  <a:lnTo>
                    <a:pt x="30029" y="59046"/>
                  </a:lnTo>
                  <a:lnTo>
                    <a:pt x="29851" y="58411"/>
                  </a:lnTo>
                  <a:lnTo>
                    <a:pt x="29555" y="57746"/>
                  </a:lnTo>
                  <a:lnTo>
                    <a:pt x="29260" y="57443"/>
                  </a:lnTo>
                  <a:lnTo>
                    <a:pt x="28875" y="57171"/>
                  </a:lnTo>
                  <a:lnTo>
                    <a:pt x="28609" y="56989"/>
                  </a:lnTo>
                  <a:lnTo>
                    <a:pt x="28283" y="56626"/>
                  </a:lnTo>
                  <a:lnTo>
                    <a:pt x="28135" y="56475"/>
                  </a:lnTo>
                  <a:lnTo>
                    <a:pt x="27692" y="56082"/>
                  </a:lnTo>
                  <a:lnTo>
                    <a:pt x="27662" y="55931"/>
                  </a:lnTo>
                  <a:lnTo>
                    <a:pt x="27544" y="55658"/>
                  </a:lnTo>
                  <a:lnTo>
                    <a:pt x="27248" y="55174"/>
                  </a:lnTo>
                  <a:lnTo>
                    <a:pt x="26774" y="54569"/>
                  </a:lnTo>
                  <a:lnTo>
                    <a:pt x="26449" y="54267"/>
                  </a:lnTo>
                  <a:lnTo>
                    <a:pt x="25857" y="53964"/>
                  </a:lnTo>
                  <a:lnTo>
                    <a:pt x="25621" y="53843"/>
                  </a:lnTo>
                  <a:lnTo>
                    <a:pt x="24703" y="53420"/>
                  </a:lnTo>
                  <a:lnTo>
                    <a:pt x="24348" y="53239"/>
                  </a:lnTo>
                  <a:lnTo>
                    <a:pt x="24082" y="52422"/>
                  </a:lnTo>
                  <a:lnTo>
                    <a:pt x="24141" y="51666"/>
                  </a:lnTo>
                  <a:lnTo>
                    <a:pt x="23964" y="51121"/>
                  </a:lnTo>
                  <a:lnTo>
                    <a:pt x="23668" y="50214"/>
                  </a:lnTo>
                  <a:lnTo>
                    <a:pt x="23254" y="49276"/>
                  </a:lnTo>
                  <a:lnTo>
                    <a:pt x="23165" y="48822"/>
                  </a:lnTo>
                  <a:lnTo>
                    <a:pt x="23372" y="48459"/>
                  </a:lnTo>
                  <a:lnTo>
                    <a:pt x="23579" y="47824"/>
                  </a:lnTo>
                  <a:lnTo>
                    <a:pt x="23224" y="46674"/>
                  </a:lnTo>
                  <a:lnTo>
                    <a:pt x="23017" y="45827"/>
                  </a:lnTo>
                  <a:lnTo>
                    <a:pt x="23165" y="45192"/>
                  </a:lnTo>
                  <a:lnTo>
                    <a:pt x="23372" y="44738"/>
                  </a:lnTo>
                  <a:lnTo>
                    <a:pt x="23845" y="44043"/>
                  </a:lnTo>
                  <a:lnTo>
                    <a:pt x="24289" y="43770"/>
                  </a:lnTo>
                  <a:lnTo>
                    <a:pt x="24615" y="43377"/>
                  </a:lnTo>
                  <a:lnTo>
                    <a:pt x="24763" y="42923"/>
                  </a:lnTo>
                  <a:lnTo>
                    <a:pt x="24526" y="42530"/>
                  </a:lnTo>
                  <a:lnTo>
                    <a:pt x="24437" y="42288"/>
                  </a:lnTo>
                  <a:lnTo>
                    <a:pt x="24141" y="41623"/>
                  </a:lnTo>
                  <a:lnTo>
                    <a:pt x="23609" y="40715"/>
                  </a:lnTo>
                  <a:lnTo>
                    <a:pt x="23224" y="40140"/>
                  </a:lnTo>
                  <a:lnTo>
                    <a:pt x="22987" y="39778"/>
                  </a:lnTo>
                  <a:lnTo>
                    <a:pt x="22218" y="38961"/>
                  </a:lnTo>
                  <a:lnTo>
                    <a:pt x="21538" y="38477"/>
                  </a:lnTo>
                  <a:lnTo>
                    <a:pt x="21272" y="38265"/>
                  </a:lnTo>
                  <a:lnTo>
                    <a:pt x="21064" y="38114"/>
                  </a:lnTo>
                  <a:lnTo>
                    <a:pt x="20769" y="37872"/>
                  </a:lnTo>
                  <a:lnTo>
                    <a:pt x="19703" y="37146"/>
                  </a:lnTo>
                  <a:lnTo>
                    <a:pt x="18757" y="36178"/>
                  </a:lnTo>
                  <a:lnTo>
                    <a:pt x="18313" y="35906"/>
                  </a:lnTo>
                  <a:lnTo>
                    <a:pt x="17958" y="35664"/>
                  </a:lnTo>
                  <a:lnTo>
                    <a:pt x="17840" y="35482"/>
                  </a:lnTo>
                  <a:lnTo>
                    <a:pt x="17337" y="34877"/>
                  </a:lnTo>
                  <a:lnTo>
                    <a:pt x="17218" y="34333"/>
                  </a:lnTo>
                  <a:lnTo>
                    <a:pt x="16745" y="33516"/>
                  </a:lnTo>
                  <a:lnTo>
                    <a:pt x="16656" y="33334"/>
                  </a:lnTo>
                  <a:lnTo>
                    <a:pt x="16064" y="32336"/>
                  </a:lnTo>
                  <a:lnTo>
                    <a:pt x="15532" y="31096"/>
                  </a:lnTo>
                  <a:lnTo>
                    <a:pt x="14999" y="30612"/>
                  </a:lnTo>
                  <a:lnTo>
                    <a:pt x="14674" y="30400"/>
                  </a:lnTo>
                  <a:lnTo>
                    <a:pt x="14201" y="30158"/>
                  </a:lnTo>
                  <a:lnTo>
                    <a:pt x="13786" y="29946"/>
                  </a:lnTo>
                  <a:lnTo>
                    <a:pt x="13491" y="29765"/>
                  </a:lnTo>
                  <a:lnTo>
                    <a:pt x="13047" y="29432"/>
                  </a:lnTo>
                  <a:lnTo>
                    <a:pt x="12573" y="29099"/>
                  </a:lnTo>
                  <a:lnTo>
                    <a:pt x="12159" y="28978"/>
                  </a:lnTo>
                  <a:lnTo>
                    <a:pt x="11686" y="28918"/>
                  </a:lnTo>
                  <a:lnTo>
                    <a:pt x="11360" y="29039"/>
                  </a:lnTo>
                  <a:lnTo>
                    <a:pt x="10946" y="29311"/>
                  </a:lnTo>
                  <a:lnTo>
                    <a:pt x="10562" y="29462"/>
                  </a:lnTo>
                  <a:lnTo>
                    <a:pt x="10266" y="29523"/>
                  </a:lnTo>
                  <a:lnTo>
                    <a:pt x="9851" y="29311"/>
                  </a:lnTo>
                  <a:lnTo>
                    <a:pt x="9437" y="29099"/>
                  </a:lnTo>
                  <a:lnTo>
                    <a:pt x="9201" y="28797"/>
                  </a:lnTo>
                  <a:lnTo>
                    <a:pt x="9023" y="28343"/>
                  </a:lnTo>
                  <a:lnTo>
                    <a:pt x="8934" y="27859"/>
                  </a:lnTo>
                  <a:lnTo>
                    <a:pt x="8846" y="27284"/>
                  </a:lnTo>
                  <a:lnTo>
                    <a:pt x="8609" y="26891"/>
                  </a:lnTo>
                  <a:lnTo>
                    <a:pt x="8313" y="26528"/>
                  </a:lnTo>
                  <a:lnTo>
                    <a:pt x="7988" y="26317"/>
                  </a:lnTo>
                  <a:lnTo>
                    <a:pt x="7603" y="26165"/>
                  </a:lnTo>
                  <a:lnTo>
                    <a:pt x="7159" y="25833"/>
                  </a:lnTo>
                  <a:lnTo>
                    <a:pt x="6982" y="25621"/>
                  </a:lnTo>
                  <a:lnTo>
                    <a:pt x="6893" y="25197"/>
                  </a:lnTo>
                  <a:lnTo>
                    <a:pt x="6804" y="24895"/>
                  </a:lnTo>
                  <a:lnTo>
                    <a:pt x="6775" y="24744"/>
                  </a:lnTo>
                  <a:lnTo>
                    <a:pt x="6686" y="24381"/>
                  </a:lnTo>
                  <a:lnTo>
                    <a:pt x="6656" y="24169"/>
                  </a:lnTo>
                  <a:lnTo>
                    <a:pt x="6420" y="23594"/>
                  </a:lnTo>
                  <a:lnTo>
                    <a:pt x="6183" y="23292"/>
                  </a:lnTo>
                  <a:lnTo>
                    <a:pt x="5828" y="22808"/>
                  </a:lnTo>
                  <a:lnTo>
                    <a:pt x="5562" y="22324"/>
                  </a:lnTo>
                  <a:lnTo>
                    <a:pt x="5354" y="21961"/>
                  </a:lnTo>
                  <a:lnTo>
                    <a:pt x="5118" y="21658"/>
                  </a:lnTo>
                  <a:lnTo>
                    <a:pt x="5029" y="21295"/>
                  </a:lnTo>
                  <a:lnTo>
                    <a:pt x="4970" y="20811"/>
                  </a:lnTo>
                  <a:lnTo>
                    <a:pt x="4585" y="20055"/>
                  </a:lnTo>
                  <a:lnTo>
                    <a:pt x="3994" y="19541"/>
                  </a:lnTo>
                  <a:lnTo>
                    <a:pt x="3786" y="19238"/>
                  </a:lnTo>
                  <a:lnTo>
                    <a:pt x="3550" y="18936"/>
                  </a:lnTo>
                  <a:lnTo>
                    <a:pt x="3224" y="18300"/>
                  </a:lnTo>
                  <a:lnTo>
                    <a:pt x="2899" y="17695"/>
                  </a:lnTo>
                  <a:lnTo>
                    <a:pt x="2692" y="17151"/>
                  </a:lnTo>
                  <a:lnTo>
                    <a:pt x="2692" y="16939"/>
                  </a:lnTo>
                  <a:lnTo>
                    <a:pt x="2662" y="16727"/>
                  </a:lnTo>
                  <a:lnTo>
                    <a:pt x="2781" y="16364"/>
                  </a:lnTo>
                  <a:lnTo>
                    <a:pt x="2781" y="15971"/>
                  </a:lnTo>
                  <a:lnTo>
                    <a:pt x="2721" y="15124"/>
                  </a:lnTo>
                  <a:lnTo>
                    <a:pt x="2692" y="14489"/>
                  </a:lnTo>
                  <a:lnTo>
                    <a:pt x="2633" y="13733"/>
                  </a:lnTo>
                  <a:lnTo>
                    <a:pt x="2662" y="13067"/>
                  </a:lnTo>
                  <a:lnTo>
                    <a:pt x="2692" y="12281"/>
                  </a:lnTo>
                  <a:lnTo>
                    <a:pt x="2603" y="11585"/>
                  </a:lnTo>
                  <a:lnTo>
                    <a:pt x="2455" y="11101"/>
                  </a:lnTo>
                  <a:lnTo>
                    <a:pt x="2278" y="10889"/>
                  </a:lnTo>
                  <a:lnTo>
                    <a:pt x="2041" y="10405"/>
                  </a:lnTo>
                  <a:lnTo>
                    <a:pt x="1863" y="10042"/>
                  </a:lnTo>
                  <a:lnTo>
                    <a:pt x="1686" y="9710"/>
                  </a:lnTo>
                  <a:lnTo>
                    <a:pt x="1597" y="9468"/>
                  </a:lnTo>
                  <a:lnTo>
                    <a:pt x="1508" y="9226"/>
                  </a:lnTo>
                  <a:lnTo>
                    <a:pt x="1538" y="8802"/>
                  </a:lnTo>
                  <a:lnTo>
                    <a:pt x="1538" y="8348"/>
                  </a:lnTo>
                  <a:lnTo>
                    <a:pt x="1508" y="7622"/>
                  </a:lnTo>
                  <a:lnTo>
                    <a:pt x="1390" y="7290"/>
                  </a:lnTo>
                  <a:lnTo>
                    <a:pt x="1035" y="6806"/>
                  </a:lnTo>
                  <a:lnTo>
                    <a:pt x="887" y="6654"/>
                  </a:lnTo>
                  <a:lnTo>
                    <a:pt x="798" y="6503"/>
                  </a:lnTo>
                  <a:lnTo>
                    <a:pt x="680" y="6201"/>
                  </a:lnTo>
                  <a:lnTo>
                    <a:pt x="443" y="5626"/>
                  </a:lnTo>
                  <a:lnTo>
                    <a:pt x="384" y="5444"/>
                  </a:lnTo>
                  <a:lnTo>
                    <a:pt x="266" y="5142"/>
                  </a:lnTo>
                  <a:lnTo>
                    <a:pt x="177" y="4960"/>
                  </a:lnTo>
                  <a:lnTo>
                    <a:pt x="29" y="4688"/>
                  </a:lnTo>
                  <a:lnTo>
                    <a:pt x="0" y="3932"/>
                  </a:lnTo>
                  <a:lnTo>
                    <a:pt x="147" y="3115"/>
                  </a:lnTo>
                  <a:lnTo>
                    <a:pt x="266" y="2873"/>
                  </a:lnTo>
                  <a:lnTo>
                    <a:pt x="266" y="2359"/>
                  </a:lnTo>
                  <a:lnTo>
                    <a:pt x="473" y="2540"/>
                  </a:lnTo>
                  <a:lnTo>
                    <a:pt x="710" y="2782"/>
                  </a:lnTo>
                  <a:lnTo>
                    <a:pt x="1124" y="3387"/>
                  </a:lnTo>
                  <a:lnTo>
                    <a:pt x="1923" y="4446"/>
                  </a:lnTo>
                  <a:lnTo>
                    <a:pt x="2070" y="4658"/>
                  </a:lnTo>
                  <a:lnTo>
                    <a:pt x="2485" y="5051"/>
                  </a:lnTo>
                  <a:lnTo>
                    <a:pt x="4497" y="6836"/>
                  </a:lnTo>
                  <a:lnTo>
                    <a:pt x="5059" y="7259"/>
                  </a:lnTo>
                  <a:lnTo>
                    <a:pt x="5384" y="7380"/>
                  </a:lnTo>
                  <a:lnTo>
                    <a:pt x="6094" y="7592"/>
                  </a:lnTo>
                  <a:lnTo>
                    <a:pt x="7633" y="7713"/>
                  </a:lnTo>
                  <a:lnTo>
                    <a:pt x="8934" y="7774"/>
                  </a:lnTo>
                  <a:lnTo>
                    <a:pt x="9496" y="7713"/>
                  </a:lnTo>
                  <a:lnTo>
                    <a:pt x="9733" y="7592"/>
                  </a:lnTo>
                  <a:lnTo>
                    <a:pt x="9881" y="7532"/>
                  </a:lnTo>
                  <a:lnTo>
                    <a:pt x="10443" y="7471"/>
                  </a:lnTo>
                  <a:lnTo>
                    <a:pt x="11035" y="7471"/>
                  </a:lnTo>
                  <a:lnTo>
                    <a:pt x="11331" y="7592"/>
                  </a:lnTo>
                  <a:lnTo>
                    <a:pt x="11656" y="7804"/>
                  </a:lnTo>
                  <a:lnTo>
                    <a:pt x="11834" y="8106"/>
                  </a:lnTo>
                  <a:lnTo>
                    <a:pt x="11982" y="8863"/>
                  </a:lnTo>
                  <a:lnTo>
                    <a:pt x="12278" y="10436"/>
                  </a:lnTo>
                  <a:lnTo>
                    <a:pt x="12603" y="12856"/>
                  </a:lnTo>
                  <a:lnTo>
                    <a:pt x="12810" y="13249"/>
                  </a:lnTo>
                  <a:lnTo>
                    <a:pt x="13076" y="13460"/>
                  </a:lnTo>
                  <a:lnTo>
                    <a:pt x="13402" y="13672"/>
                  </a:lnTo>
                  <a:lnTo>
                    <a:pt x="13816" y="13884"/>
                  </a:lnTo>
                  <a:lnTo>
                    <a:pt x="14053" y="14186"/>
                  </a:lnTo>
                  <a:lnTo>
                    <a:pt x="14141" y="14580"/>
                  </a:lnTo>
                  <a:lnTo>
                    <a:pt x="14171" y="15064"/>
                  </a:lnTo>
                  <a:lnTo>
                    <a:pt x="14082" y="15669"/>
                  </a:lnTo>
                  <a:lnTo>
                    <a:pt x="14112" y="15880"/>
                  </a:lnTo>
                  <a:lnTo>
                    <a:pt x="14408" y="16334"/>
                  </a:lnTo>
                  <a:lnTo>
                    <a:pt x="14733" y="16516"/>
                  </a:lnTo>
                  <a:lnTo>
                    <a:pt x="15088" y="16727"/>
                  </a:lnTo>
                  <a:lnTo>
                    <a:pt x="15325" y="17000"/>
                  </a:lnTo>
                  <a:lnTo>
                    <a:pt x="15680" y="17453"/>
                  </a:lnTo>
                  <a:lnTo>
                    <a:pt x="16064" y="18058"/>
                  </a:lnTo>
                  <a:lnTo>
                    <a:pt x="16242" y="18452"/>
                  </a:lnTo>
                  <a:lnTo>
                    <a:pt x="16331" y="18663"/>
                  </a:lnTo>
                  <a:lnTo>
                    <a:pt x="16567" y="19117"/>
                  </a:lnTo>
                  <a:lnTo>
                    <a:pt x="16686" y="19662"/>
                  </a:lnTo>
                  <a:lnTo>
                    <a:pt x="17011" y="20176"/>
                  </a:lnTo>
                  <a:lnTo>
                    <a:pt x="17662" y="20206"/>
                  </a:lnTo>
                  <a:lnTo>
                    <a:pt x="18165" y="20236"/>
                  </a:lnTo>
                  <a:lnTo>
                    <a:pt x="18431" y="20236"/>
                  </a:lnTo>
                  <a:lnTo>
                    <a:pt x="18993" y="20267"/>
                  </a:lnTo>
                  <a:lnTo>
                    <a:pt x="19201" y="20327"/>
                  </a:lnTo>
                  <a:lnTo>
                    <a:pt x="19348" y="20478"/>
                  </a:lnTo>
                  <a:lnTo>
                    <a:pt x="19999" y="21204"/>
                  </a:lnTo>
                  <a:lnTo>
                    <a:pt x="20976" y="22263"/>
                  </a:lnTo>
                  <a:lnTo>
                    <a:pt x="21686" y="22656"/>
                  </a:lnTo>
                  <a:lnTo>
                    <a:pt x="22544" y="23050"/>
                  </a:lnTo>
                  <a:lnTo>
                    <a:pt x="22810" y="23261"/>
                  </a:lnTo>
                  <a:lnTo>
                    <a:pt x="22840" y="23776"/>
                  </a:lnTo>
                  <a:lnTo>
                    <a:pt x="22958" y="24471"/>
                  </a:lnTo>
                  <a:lnTo>
                    <a:pt x="23195" y="25046"/>
                  </a:lnTo>
                  <a:lnTo>
                    <a:pt x="23343" y="25258"/>
                  </a:lnTo>
                  <a:lnTo>
                    <a:pt x="23520" y="25288"/>
                  </a:lnTo>
                  <a:lnTo>
                    <a:pt x="23786" y="25318"/>
                  </a:lnTo>
                  <a:lnTo>
                    <a:pt x="24023" y="25197"/>
                  </a:lnTo>
                  <a:lnTo>
                    <a:pt x="24289" y="25046"/>
                  </a:lnTo>
                  <a:lnTo>
                    <a:pt x="25058" y="24653"/>
                  </a:lnTo>
                  <a:lnTo>
                    <a:pt x="25680" y="24502"/>
                  </a:lnTo>
                  <a:lnTo>
                    <a:pt x="25946" y="24502"/>
                  </a:lnTo>
                  <a:lnTo>
                    <a:pt x="26597" y="24683"/>
                  </a:lnTo>
                  <a:lnTo>
                    <a:pt x="26922" y="24683"/>
                  </a:lnTo>
                  <a:lnTo>
                    <a:pt x="27100" y="24623"/>
                  </a:lnTo>
                  <a:lnTo>
                    <a:pt x="27721" y="24229"/>
                  </a:lnTo>
                  <a:lnTo>
                    <a:pt x="27869" y="24199"/>
                  </a:lnTo>
                  <a:lnTo>
                    <a:pt x="28047" y="24229"/>
                  </a:lnTo>
                  <a:lnTo>
                    <a:pt x="28224" y="24502"/>
                  </a:lnTo>
                  <a:lnTo>
                    <a:pt x="28727" y="25016"/>
                  </a:lnTo>
                  <a:lnTo>
                    <a:pt x="29082" y="25288"/>
                  </a:lnTo>
                  <a:lnTo>
                    <a:pt x="29289" y="25470"/>
                  </a:lnTo>
                  <a:lnTo>
                    <a:pt x="29763" y="25621"/>
                  </a:lnTo>
                  <a:lnTo>
                    <a:pt x="30413" y="25712"/>
                  </a:lnTo>
                  <a:lnTo>
                    <a:pt x="31301" y="25772"/>
                  </a:lnTo>
                  <a:lnTo>
                    <a:pt x="32455" y="25833"/>
                  </a:lnTo>
                  <a:lnTo>
                    <a:pt x="33816" y="25984"/>
                  </a:lnTo>
                  <a:lnTo>
                    <a:pt x="34052" y="26135"/>
                  </a:lnTo>
                  <a:lnTo>
                    <a:pt x="34378" y="26679"/>
                  </a:lnTo>
                  <a:lnTo>
                    <a:pt x="34644" y="26921"/>
                  </a:lnTo>
                  <a:lnTo>
                    <a:pt x="34822" y="27012"/>
                  </a:lnTo>
                  <a:lnTo>
                    <a:pt x="35561" y="27163"/>
                  </a:lnTo>
                  <a:lnTo>
                    <a:pt x="36064" y="27315"/>
                  </a:lnTo>
                  <a:lnTo>
                    <a:pt x="36301" y="27647"/>
                  </a:lnTo>
                  <a:lnTo>
                    <a:pt x="36626" y="27980"/>
                  </a:lnTo>
                  <a:lnTo>
                    <a:pt x="37041" y="28283"/>
                  </a:lnTo>
                  <a:lnTo>
                    <a:pt x="38254" y="28676"/>
                  </a:lnTo>
                  <a:lnTo>
                    <a:pt x="38845" y="28797"/>
                  </a:lnTo>
                  <a:lnTo>
                    <a:pt x="39615" y="28767"/>
                  </a:lnTo>
                  <a:lnTo>
                    <a:pt x="40916" y="28615"/>
                  </a:lnTo>
                  <a:lnTo>
                    <a:pt x="43135" y="28041"/>
                  </a:lnTo>
                  <a:lnTo>
                    <a:pt x="43668" y="27980"/>
                  </a:lnTo>
                  <a:lnTo>
                    <a:pt x="44260" y="28101"/>
                  </a:lnTo>
                  <a:lnTo>
                    <a:pt x="44703" y="28585"/>
                  </a:lnTo>
                  <a:lnTo>
                    <a:pt x="45029" y="29251"/>
                  </a:lnTo>
                  <a:lnTo>
                    <a:pt x="45325" y="29735"/>
                  </a:lnTo>
                  <a:lnTo>
                    <a:pt x="45768" y="30067"/>
                  </a:lnTo>
                  <a:lnTo>
                    <a:pt x="46153" y="30340"/>
                  </a:lnTo>
                  <a:lnTo>
                    <a:pt x="46478" y="30461"/>
                  </a:lnTo>
                  <a:lnTo>
                    <a:pt x="46981" y="30491"/>
                  </a:lnTo>
                  <a:lnTo>
                    <a:pt x="47425" y="30279"/>
                  </a:lnTo>
                  <a:lnTo>
                    <a:pt x="47810" y="30219"/>
                  </a:lnTo>
                  <a:lnTo>
                    <a:pt x="48401" y="29825"/>
                  </a:lnTo>
                  <a:lnTo>
                    <a:pt x="48904" y="29735"/>
                  </a:lnTo>
                  <a:lnTo>
                    <a:pt x="49171" y="29735"/>
                  </a:lnTo>
                  <a:lnTo>
                    <a:pt x="50206" y="29856"/>
                  </a:lnTo>
                  <a:lnTo>
                    <a:pt x="50768" y="30037"/>
                  </a:lnTo>
                  <a:lnTo>
                    <a:pt x="51153" y="30158"/>
                  </a:lnTo>
                  <a:lnTo>
                    <a:pt x="51538" y="30400"/>
                  </a:lnTo>
                  <a:lnTo>
                    <a:pt x="51952" y="31126"/>
                  </a:lnTo>
                  <a:lnTo>
                    <a:pt x="52336" y="31792"/>
                  </a:lnTo>
                  <a:lnTo>
                    <a:pt x="52603" y="31973"/>
                  </a:lnTo>
                  <a:lnTo>
                    <a:pt x="52958" y="32064"/>
                  </a:lnTo>
                  <a:lnTo>
                    <a:pt x="53668" y="32276"/>
                  </a:lnTo>
                  <a:lnTo>
                    <a:pt x="54614" y="32639"/>
                  </a:lnTo>
                  <a:lnTo>
                    <a:pt x="56035" y="32911"/>
                  </a:lnTo>
                  <a:lnTo>
                    <a:pt x="56626" y="33062"/>
                  </a:lnTo>
                  <a:lnTo>
                    <a:pt x="57307" y="33365"/>
                  </a:lnTo>
                  <a:lnTo>
                    <a:pt x="59319" y="33879"/>
                  </a:lnTo>
                  <a:lnTo>
                    <a:pt x="59614" y="34000"/>
                  </a:lnTo>
                  <a:lnTo>
                    <a:pt x="59881" y="34302"/>
                  </a:lnTo>
                  <a:lnTo>
                    <a:pt x="60354" y="34423"/>
                  </a:lnTo>
                  <a:lnTo>
                    <a:pt x="60798" y="34514"/>
                  </a:lnTo>
                  <a:lnTo>
                    <a:pt x="61301" y="34605"/>
                  </a:lnTo>
                  <a:lnTo>
                    <a:pt x="62632" y="34726"/>
                  </a:lnTo>
                  <a:lnTo>
                    <a:pt x="63490" y="34877"/>
                  </a:lnTo>
                  <a:lnTo>
                    <a:pt x="64703" y="35089"/>
                  </a:lnTo>
                  <a:lnTo>
                    <a:pt x="65739" y="35452"/>
                  </a:lnTo>
                  <a:lnTo>
                    <a:pt x="67662" y="36208"/>
                  </a:lnTo>
                  <a:lnTo>
                    <a:pt x="69466" y="36601"/>
                  </a:lnTo>
                  <a:lnTo>
                    <a:pt x="71389" y="37116"/>
                  </a:lnTo>
                  <a:lnTo>
                    <a:pt x="73076" y="37418"/>
                  </a:lnTo>
                  <a:lnTo>
                    <a:pt x="73963" y="37539"/>
                  </a:lnTo>
                  <a:lnTo>
                    <a:pt x="74437" y="37630"/>
                  </a:lnTo>
                  <a:lnTo>
                    <a:pt x="74910" y="37721"/>
                  </a:lnTo>
                  <a:lnTo>
                    <a:pt x="75295" y="37811"/>
                  </a:lnTo>
                  <a:lnTo>
                    <a:pt x="75739" y="38386"/>
                  </a:lnTo>
                  <a:lnTo>
                    <a:pt x="75886" y="38386"/>
                  </a:lnTo>
                  <a:lnTo>
                    <a:pt x="76153" y="38265"/>
                  </a:lnTo>
                  <a:lnTo>
                    <a:pt x="76537" y="38174"/>
                  </a:lnTo>
                  <a:lnTo>
                    <a:pt x="77040" y="38265"/>
                  </a:lnTo>
                  <a:lnTo>
                    <a:pt x="77543" y="38477"/>
                  </a:lnTo>
                  <a:lnTo>
                    <a:pt x="77691" y="38477"/>
                  </a:lnTo>
                  <a:lnTo>
                    <a:pt x="78105" y="38477"/>
                  </a:lnTo>
                  <a:lnTo>
                    <a:pt x="78401" y="38477"/>
                  </a:lnTo>
                  <a:lnTo>
                    <a:pt x="78697" y="38598"/>
                  </a:lnTo>
                  <a:lnTo>
                    <a:pt x="79348" y="38537"/>
                  </a:lnTo>
                  <a:lnTo>
                    <a:pt x="79644" y="38749"/>
                  </a:lnTo>
                  <a:lnTo>
                    <a:pt x="79999" y="38719"/>
                  </a:lnTo>
                  <a:lnTo>
                    <a:pt x="80176" y="38568"/>
                  </a:lnTo>
                  <a:lnTo>
                    <a:pt x="80354" y="38507"/>
                  </a:lnTo>
                  <a:lnTo>
                    <a:pt x="80591" y="38507"/>
                  </a:lnTo>
                  <a:lnTo>
                    <a:pt x="80827" y="38537"/>
                  </a:lnTo>
                  <a:lnTo>
                    <a:pt x="81330" y="38689"/>
                  </a:lnTo>
                  <a:lnTo>
                    <a:pt x="82129" y="38810"/>
                  </a:lnTo>
                  <a:lnTo>
                    <a:pt x="83076" y="38810"/>
                  </a:lnTo>
                  <a:lnTo>
                    <a:pt x="83372" y="38840"/>
                  </a:lnTo>
                  <a:lnTo>
                    <a:pt x="84052" y="38870"/>
                  </a:lnTo>
                  <a:lnTo>
                    <a:pt x="84348" y="38931"/>
                  </a:lnTo>
                  <a:lnTo>
                    <a:pt x="84733" y="39142"/>
                  </a:lnTo>
                  <a:lnTo>
                    <a:pt x="85265" y="39233"/>
                  </a:lnTo>
                  <a:lnTo>
                    <a:pt x="86153" y="39324"/>
                  </a:lnTo>
                  <a:lnTo>
                    <a:pt x="87425" y="39384"/>
                  </a:lnTo>
                  <a:lnTo>
                    <a:pt x="89466" y="39657"/>
                  </a:lnTo>
                  <a:lnTo>
                    <a:pt x="90265" y="39778"/>
                  </a:lnTo>
                  <a:lnTo>
                    <a:pt x="92780" y="40080"/>
                  </a:lnTo>
                  <a:lnTo>
                    <a:pt x="93934" y="40110"/>
                  </a:lnTo>
                  <a:lnTo>
                    <a:pt x="95265" y="39868"/>
                  </a:lnTo>
                  <a:lnTo>
                    <a:pt x="96537" y="39566"/>
                  </a:lnTo>
                  <a:lnTo>
                    <a:pt x="96863" y="39505"/>
                  </a:lnTo>
                  <a:lnTo>
                    <a:pt x="98224" y="39142"/>
                  </a:lnTo>
                  <a:lnTo>
                    <a:pt x="98667" y="38961"/>
                  </a:lnTo>
                  <a:lnTo>
                    <a:pt x="99348" y="38568"/>
                  </a:lnTo>
                  <a:lnTo>
                    <a:pt x="100265" y="37146"/>
                  </a:lnTo>
                  <a:lnTo>
                    <a:pt x="100857" y="36117"/>
                  </a:lnTo>
                  <a:lnTo>
                    <a:pt x="101182" y="35331"/>
                  </a:lnTo>
                  <a:lnTo>
                    <a:pt x="101389" y="34242"/>
                  </a:lnTo>
                  <a:lnTo>
                    <a:pt x="101448" y="33667"/>
                  </a:lnTo>
                  <a:lnTo>
                    <a:pt x="101360" y="33002"/>
                  </a:lnTo>
                  <a:lnTo>
                    <a:pt x="101389" y="31701"/>
                  </a:lnTo>
                  <a:lnTo>
                    <a:pt x="101508" y="30430"/>
                  </a:lnTo>
                  <a:lnTo>
                    <a:pt x="101863" y="29462"/>
                  </a:lnTo>
                  <a:lnTo>
                    <a:pt x="102425" y="28252"/>
                  </a:lnTo>
                  <a:lnTo>
                    <a:pt x="103016" y="27557"/>
                  </a:lnTo>
                  <a:lnTo>
                    <a:pt x="104082" y="26679"/>
                  </a:lnTo>
                  <a:lnTo>
                    <a:pt x="104851" y="26075"/>
                  </a:lnTo>
                  <a:lnTo>
                    <a:pt x="105620" y="25530"/>
                  </a:lnTo>
                  <a:lnTo>
                    <a:pt x="106715" y="24713"/>
                  </a:lnTo>
                  <a:lnTo>
                    <a:pt x="107661" y="24108"/>
                  </a:lnTo>
                  <a:lnTo>
                    <a:pt x="109969" y="22838"/>
                  </a:lnTo>
                  <a:lnTo>
                    <a:pt x="110117" y="22747"/>
                  </a:lnTo>
                  <a:lnTo>
                    <a:pt x="110620" y="22475"/>
                  </a:lnTo>
                  <a:lnTo>
                    <a:pt x="111271" y="22082"/>
                  </a:lnTo>
                  <a:lnTo>
                    <a:pt x="113726" y="20569"/>
                  </a:lnTo>
                  <a:lnTo>
                    <a:pt x="115235" y="19208"/>
                  </a:lnTo>
                  <a:lnTo>
                    <a:pt x="115442" y="19026"/>
                  </a:lnTo>
                  <a:lnTo>
                    <a:pt x="117454" y="17211"/>
                  </a:lnTo>
                  <a:lnTo>
                    <a:pt x="119969" y="14973"/>
                  </a:lnTo>
                  <a:lnTo>
                    <a:pt x="120590" y="14368"/>
                  </a:lnTo>
                  <a:lnTo>
                    <a:pt x="121715" y="13309"/>
                  </a:lnTo>
                  <a:lnTo>
                    <a:pt x="122750" y="12341"/>
                  </a:lnTo>
                  <a:lnTo>
                    <a:pt x="123667" y="10768"/>
                  </a:lnTo>
                  <a:lnTo>
                    <a:pt x="125324" y="8016"/>
                  </a:lnTo>
                  <a:lnTo>
                    <a:pt x="125501" y="7774"/>
                  </a:lnTo>
                  <a:lnTo>
                    <a:pt x="125649" y="7441"/>
                  </a:lnTo>
                  <a:lnTo>
                    <a:pt x="125797" y="7078"/>
                  </a:lnTo>
                  <a:lnTo>
                    <a:pt x="126182" y="6443"/>
                  </a:lnTo>
                  <a:lnTo>
                    <a:pt x="126330" y="6170"/>
                  </a:lnTo>
                  <a:lnTo>
                    <a:pt x="126774" y="5414"/>
                  </a:lnTo>
                  <a:lnTo>
                    <a:pt x="126951" y="5112"/>
                  </a:lnTo>
                  <a:lnTo>
                    <a:pt x="127572" y="4144"/>
                  </a:lnTo>
                  <a:lnTo>
                    <a:pt x="128401" y="3145"/>
                  </a:lnTo>
                  <a:lnTo>
                    <a:pt x="128993" y="2510"/>
                  </a:lnTo>
                  <a:lnTo>
                    <a:pt x="130501" y="1149"/>
                  </a:lnTo>
                  <a:lnTo>
                    <a:pt x="131211" y="514"/>
                  </a:lnTo>
                  <a:lnTo>
                    <a:pt x="131507" y="272"/>
                  </a:lnTo>
                  <a:lnTo>
                    <a:pt x="131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044326" y="3350026"/>
              <a:ext cx="118815" cy="112679"/>
            </a:xfrm>
            <a:custGeom>
              <a:avLst/>
              <a:pathLst>
                <a:path w="118815" h="112679">
                  <a:moveTo>
                    <a:pt x="96182" y="332"/>
                  </a:moveTo>
                  <a:lnTo>
                    <a:pt x="96330" y="1724"/>
                  </a:lnTo>
                  <a:lnTo>
                    <a:pt x="96596" y="3024"/>
                  </a:lnTo>
                  <a:lnTo>
                    <a:pt x="96744" y="3690"/>
                  </a:lnTo>
                  <a:lnTo>
                    <a:pt x="97277" y="6019"/>
                  </a:lnTo>
                  <a:lnTo>
                    <a:pt x="97395" y="6654"/>
                  </a:lnTo>
                  <a:lnTo>
                    <a:pt x="97543" y="7169"/>
                  </a:lnTo>
                  <a:lnTo>
                    <a:pt x="97957" y="9074"/>
                  </a:lnTo>
                  <a:lnTo>
                    <a:pt x="98638" y="11918"/>
                  </a:lnTo>
                  <a:lnTo>
                    <a:pt x="98697" y="12130"/>
                  </a:lnTo>
                  <a:lnTo>
                    <a:pt x="98993" y="13491"/>
                  </a:lnTo>
                  <a:lnTo>
                    <a:pt x="99200" y="14822"/>
                  </a:lnTo>
                  <a:lnTo>
                    <a:pt x="99377" y="16122"/>
                  </a:lnTo>
                  <a:lnTo>
                    <a:pt x="99644" y="17907"/>
                  </a:lnTo>
                  <a:lnTo>
                    <a:pt x="99880" y="19843"/>
                  </a:lnTo>
                  <a:lnTo>
                    <a:pt x="99910" y="20448"/>
                  </a:lnTo>
                  <a:lnTo>
                    <a:pt x="99969" y="21537"/>
                  </a:lnTo>
                  <a:lnTo>
                    <a:pt x="99999" y="22233"/>
                  </a:lnTo>
                  <a:lnTo>
                    <a:pt x="100028" y="24108"/>
                  </a:lnTo>
                  <a:lnTo>
                    <a:pt x="100028" y="24986"/>
                  </a:lnTo>
                  <a:lnTo>
                    <a:pt x="99555" y="30400"/>
                  </a:lnTo>
                  <a:lnTo>
                    <a:pt x="99437" y="30884"/>
                  </a:lnTo>
                  <a:lnTo>
                    <a:pt x="98579" y="34212"/>
                  </a:lnTo>
                  <a:lnTo>
                    <a:pt x="98549" y="34575"/>
                  </a:lnTo>
                  <a:lnTo>
                    <a:pt x="98431" y="35270"/>
                  </a:lnTo>
                  <a:lnTo>
                    <a:pt x="98312" y="37055"/>
                  </a:lnTo>
                  <a:lnTo>
                    <a:pt x="98194" y="38084"/>
                  </a:lnTo>
                  <a:lnTo>
                    <a:pt x="98016" y="38870"/>
                  </a:lnTo>
                  <a:lnTo>
                    <a:pt x="97573" y="40080"/>
                  </a:lnTo>
                  <a:lnTo>
                    <a:pt x="97099" y="40927"/>
                  </a:lnTo>
                  <a:lnTo>
                    <a:pt x="96892" y="41199"/>
                  </a:lnTo>
                  <a:lnTo>
                    <a:pt x="96271" y="42016"/>
                  </a:lnTo>
                  <a:lnTo>
                    <a:pt x="96093" y="42258"/>
                  </a:lnTo>
                  <a:lnTo>
                    <a:pt x="95206" y="43286"/>
                  </a:lnTo>
                  <a:lnTo>
                    <a:pt x="94437" y="44133"/>
                  </a:lnTo>
                  <a:lnTo>
                    <a:pt x="94259" y="44375"/>
                  </a:lnTo>
                  <a:lnTo>
                    <a:pt x="93076" y="45979"/>
                  </a:lnTo>
                  <a:lnTo>
                    <a:pt x="92188" y="47703"/>
                  </a:lnTo>
                  <a:lnTo>
                    <a:pt x="91804" y="48429"/>
                  </a:lnTo>
                  <a:lnTo>
                    <a:pt x="91478" y="49155"/>
                  </a:lnTo>
                  <a:lnTo>
                    <a:pt x="90650" y="51121"/>
                  </a:lnTo>
                  <a:lnTo>
                    <a:pt x="89940" y="52936"/>
                  </a:lnTo>
                  <a:lnTo>
                    <a:pt x="89644" y="53874"/>
                  </a:lnTo>
                  <a:lnTo>
                    <a:pt x="89378" y="54569"/>
                  </a:lnTo>
                  <a:lnTo>
                    <a:pt x="90472" y="54721"/>
                  </a:lnTo>
                  <a:lnTo>
                    <a:pt x="91567" y="54902"/>
                  </a:lnTo>
                  <a:lnTo>
                    <a:pt x="93224" y="55265"/>
                  </a:lnTo>
                  <a:lnTo>
                    <a:pt x="93579" y="55356"/>
                  </a:lnTo>
                  <a:lnTo>
                    <a:pt x="94703" y="55719"/>
                  </a:lnTo>
                  <a:lnTo>
                    <a:pt x="95709" y="56082"/>
                  </a:lnTo>
                  <a:lnTo>
                    <a:pt x="96951" y="56475"/>
                  </a:lnTo>
                  <a:lnTo>
                    <a:pt x="99673" y="57473"/>
                  </a:lnTo>
                  <a:lnTo>
                    <a:pt x="100709" y="57867"/>
                  </a:lnTo>
                  <a:lnTo>
                    <a:pt x="101951" y="58320"/>
                  </a:lnTo>
                  <a:lnTo>
                    <a:pt x="103460" y="58895"/>
                  </a:lnTo>
                  <a:lnTo>
                    <a:pt x="104762" y="59379"/>
                  </a:lnTo>
                  <a:lnTo>
                    <a:pt x="105324" y="59591"/>
                  </a:lnTo>
                  <a:lnTo>
                    <a:pt x="105975" y="59803"/>
                  </a:lnTo>
                  <a:lnTo>
                    <a:pt x="106212" y="59893"/>
                  </a:lnTo>
                  <a:lnTo>
                    <a:pt x="106981" y="60196"/>
                  </a:lnTo>
                  <a:lnTo>
                    <a:pt x="107928" y="60529"/>
                  </a:lnTo>
                  <a:lnTo>
                    <a:pt x="109348" y="61073"/>
                  </a:lnTo>
                  <a:lnTo>
                    <a:pt x="110945" y="61648"/>
                  </a:lnTo>
                  <a:lnTo>
                    <a:pt x="111448" y="61829"/>
                  </a:lnTo>
                  <a:lnTo>
                    <a:pt x="113371" y="62555"/>
                  </a:lnTo>
                  <a:lnTo>
                    <a:pt x="114170" y="62828"/>
                  </a:lnTo>
                  <a:lnTo>
                    <a:pt x="114762" y="63039"/>
                  </a:lnTo>
                  <a:lnTo>
                    <a:pt x="114999" y="63130"/>
                  </a:lnTo>
                  <a:lnTo>
                    <a:pt x="116655" y="63765"/>
                  </a:lnTo>
                  <a:lnTo>
                    <a:pt x="118815" y="64552"/>
                  </a:lnTo>
                  <a:lnTo>
                    <a:pt x="118312" y="66034"/>
                  </a:lnTo>
                  <a:lnTo>
                    <a:pt x="118016" y="66941"/>
                  </a:lnTo>
                  <a:lnTo>
                    <a:pt x="117780" y="67637"/>
                  </a:lnTo>
                  <a:lnTo>
                    <a:pt x="117336" y="68968"/>
                  </a:lnTo>
                  <a:lnTo>
                    <a:pt x="117099" y="69724"/>
                  </a:lnTo>
                  <a:lnTo>
                    <a:pt x="116803" y="70602"/>
                  </a:lnTo>
                  <a:lnTo>
                    <a:pt x="116212" y="71297"/>
                  </a:lnTo>
                  <a:lnTo>
                    <a:pt x="115797" y="71963"/>
                  </a:lnTo>
                  <a:lnTo>
                    <a:pt x="115058" y="73203"/>
                  </a:lnTo>
                  <a:lnTo>
                    <a:pt x="114880" y="73506"/>
                  </a:lnTo>
                  <a:lnTo>
                    <a:pt x="114496" y="74111"/>
                  </a:lnTo>
                  <a:lnTo>
                    <a:pt x="112454" y="77468"/>
                  </a:lnTo>
                  <a:lnTo>
                    <a:pt x="111330" y="77015"/>
                  </a:lnTo>
                  <a:lnTo>
                    <a:pt x="111034" y="77620"/>
                  </a:lnTo>
                  <a:lnTo>
                    <a:pt x="110383" y="78920"/>
                  </a:lnTo>
                  <a:lnTo>
                    <a:pt x="109999" y="79707"/>
                  </a:lnTo>
                  <a:lnTo>
                    <a:pt x="109821" y="80070"/>
                  </a:lnTo>
                  <a:lnTo>
                    <a:pt x="109111" y="81461"/>
                  </a:lnTo>
                  <a:lnTo>
                    <a:pt x="108579" y="82550"/>
                  </a:lnTo>
                  <a:lnTo>
                    <a:pt x="109584" y="82974"/>
                  </a:lnTo>
                  <a:lnTo>
                    <a:pt x="109762" y="83034"/>
                  </a:lnTo>
                  <a:lnTo>
                    <a:pt x="110945" y="83518"/>
                  </a:lnTo>
                  <a:lnTo>
                    <a:pt x="111330" y="83669"/>
                  </a:lnTo>
                  <a:lnTo>
                    <a:pt x="111863" y="83881"/>
                  </a:lnTo>
                  <a:lnTo>
                    <a:pt x="110857" y="86876"/>
                  </a:lnTo>
                  <a:lnTo>
                    <a:pt x="107868" y="85878"/>
                  </a:lnTo>
                  <a:lnTo>
                    <a:pt x="107158" y="87844"/>
                  </a:lnTo>
                  <a:lnTo>
                    <a:pt x="107010" y="88298"/>
                  </a:lnTo>
                  <a:lnTo>
                    <a:pt x="106863" y="88691"/>
                  </a:lnTo>
                  <a:lnTo>
                    <a:pt x="106241" y="90476"/>
                  </a:lnTo>
                  <a:lnTo>
                    <a:pt x="105797" y="91686"/>
                  </a:lnTo>
                  <a:lnTo>
                    <a:pt x="104703" y="94801"/>
                  </a:lnTo>
                  <a:lnTo>
                    <a:pt x="104644" y="94952"/>
                  </a:lnTo>
                  <a:lnTo>
                    <a:pt x="103608" y="97826"/>
                  </a:lnTo>
                  <a:lnTo>
                    <a:pt x="102484" y="100942"/>
                  </a:lnTo>
                  <a:lnTo>
                    <a:pt x="102336" y="101275"/>
                  </a:lnTo>
                  <a:lnTo>
                    <a:pt x="102188" y="101759"/>
                  </a:lnTo>
                  <a:lnTo>
                    <a:pt x="101803" y="102787"/>
                  </a:lnTo>
                  <a:lnTo>
                    <a:pt x="101330" y="104088"/>
                  </a:lnTo>
                  <a:lnTo>
                    <a:pt x="101153" y="104632"/>
                  </a:lnTo>
                  <a:lnTo>
                    <a:pt x="100886" y="105298"/>
                  </a:lnTo>
                  <a:lnTo>
                    <a:pt x="100443" y="106810"/>
                  </a:lnTo>
                  <a:lnTo>
                    <a:pt x="100383" y="106992"/>
                  </a:lnTo>
                  <a:lnTo>
                    <a:pt x="100206" y="107355"/>
                  </a:lnTo>
                  <a:lnTo>
                    <a:pt x="100087" y="107627"/>
                  </a:lnTo>
                  <a:lnTo>
                    <a:pt x="98697" y="110440"/>
                  </a:lnTo>
                  <a:lnTo>
                    <a:pt x="98046" y="111922"/>
                  </a:lnTo>
                  <a:lnTo>
                    <a:pt x="98194" y="112376"/>
                  </a:lnTo>
                  <a:lnTo>
                    <a:pt x="98076" y="112527"/>
                  </a:lnTo>
                  <a:lnTo>
                    <a:pt x="97869" y="112679"/>
                  </a:lnTo>
                  <a:lnTo>
                    <a:pt x="97484" y="112679"/>
                  </a:lnTo>
                  <a:lnTo>
                    <a:pt x="97336" y="112618"/>
                  </a:lnTo>
                  <a:lnTo>
                    <a:pt x="96981" y="112376"/>
                  </a:lnTo>
                  <a:lnTo>
                    <a:pt x="96656" y="112225"/>
                  </a:lnTo>
                  <a:lnTo>
                    <a:pt x="96123" y="112013"/>
                  </a:lnTo>
                  <a:lnTo>
                    <a:pt x="95650" y="111862"/>
                  </a:lnTo>
                  <a:lnTo>
                    <a:pt x="95354" y="111650"/>
                  </a:lnTo>
                  <a:lnTo>
                    <a:pt x="94969" y="111529"/>
                  </a:lnTo>
                  <a:lnTo>
                    <a:pt x="94673" y="111348"/>
                  </a:lnTo>
                  <a:lnTo>
                    <a:pt x="94289" y="111227"/>
                  </a:lnTo>
                  <a:lnTo>
                    <a:pt x="93963" y="111136"/>
                  </a:lnTo>
                  <a:lnTo>
                    <a:pt x="93549" y="110864"/>
                  </a:lnTo>
                  <a:lnTo>
                    <a:pt x="92928" y="110682"/>
                  </a:lnTo>
                  <a:lnTo>
                    <a:pt x="92602" y="110531"/>
                  </a:lnTo>
                  <a:lnTo>
                    <a:pt x="92247" y="110289"/>
                  </a:lnTo>
                  <a:lnTo>
                    <a:pt x="91715" y="110228"/>
                  </a:lnTo>
                  <a:lnTo>
                    <a:pt x="91419" y="110017"/>
                  </a:lnTo>
                  <a:lnTo>
                    <a:pt x="91064" y="109775"/>
                  </a:lnTo>
                  <a:lnTo>
                    <a:pt x="90679" y="109533"/>
                  </a:lnTo>
                  <a:lnTo>
                    <a:pt x="90147" y="109230"/>
                  </a:lnTo>
                  <a:lnTo>
                    <a:pt x="89792" y="109200"/>
                  </a:lnTo>
                  <a:lnTo>
                    <a:pt x="89318" y="109109"/>
                  </a:lnTo>
                  <a:lnTo>
                    <a:pt x="88993" y="108837"/>
                  </a:lnTo>
                  <a:lnTo>
                    <a:pt x="88372" y="108776"/>
                  </a:lnTo>
                  <a:lnTo>
                    <a:pt x="88017" y="108565"/>
                  </a:lnTo>
                  <a:lnTo>
                    <a:pt x="87543" y="108323"/>
                  </a:lnTo>
                  <a:lnTo>
                    <a:pt x="87188" y="108262"/>
                  </a:lnTo>
                  <a:lnTo>
                    <a:pt x="86567" y="108141"/>
                  </a:lnTo>
                  <a:lnTo>
                    <a:pt x="86005" y="107929"/>
                  </a:lnTo>
                  <a:lnTo>
                    <a:pt x="85768" y="107839"/>
                  </a:lnTo>
                  <a:lnTo>
                    <a:pt x="85354" y="107718"/>
                  </a:lnTo>
                  <a:lnTo>
                    <a:pt x="84969" y="107657"/>
                  </a:lnTo>
                  <a:lnTo>
                    <a:pt x="84585" y="107445"/>
                  </a:lnTo>
                  <a:lnTo>
                    <a:pt x="84200" y="107264"/>
                  </a:lnTo>
                  <a:lnTo>
                    <a:pt x="83904" y="107082"/>
                  </a:lnTo>
                  <a:lnTo>
                    <a:pt x="83431" y="106931"/>
                  </a:lnTo>
                  <a:lnTo>
                    <a:pt x="82810" y="106719"/>
                  </a:lnTo>
                  <a:lnTo>
                    <a:pt x="82454" y="106568"/>
                  </a:lnTo>
                  <a:lnTo>
                    <a:pt x="81952" y="106357"/>
                  </a:lnTo>
                  <a:lnTo>
                    <a:pt x="81626" y="106266"/>
                  </a:lnTo>
                  <a:lnTo>
                    <a:pt x="81182" y="106054"/>
                  </a:lnTo>
                  <a:lnTo>
                    <a:pt x="80798" y="105994"/>
                  </a:lnTo>
                  <a:lnTo>
                    <a:pt x="80561" y="105963"/>
                  </a:lnTo>
                  <a:lnTo>
                    <a:pt x="80147" y="105842"/>
                  </a:lnTo>
                  <a:lnTo>
                    <a:pt x="79881" y="105631"/>
                  </a:lnTo>
                  <a:lnTo>
                    <a:pt x="79526" y="105419"/>
                  </a:lnTo>
                  <a:lnTo>
                    <a:pt x="79111" y="105177"/>
                  </a:lnTo>
                  <a:lnTo>
                    <a:pt x="78579" y="104935"/>
                  </a:lnTo>
                  <a:lnTo>
                    <a:pt x="78194" y="104814"/>
                  </a:lnTo>
                  <a:lnTo>
                    <a:pt x="78017" y="104814"/>
                  </a:lnTo>
                  <a:lnTo>
                    <a:pt x="77780" y="104572"/>
                  </a:lnTo>
                  <a:lnTo>
                    <a:pt x="77455" y="104390"/>
                  </a:lnTo>
                  <a:lnTo>
                    <a:pt x="77188" y="104330"/>
                  </a:lnTo>
                  <a:lnTo>
                    <a:pt x="76804" y="104209"/>
                  </a:lnTo>
                  <a:lnTo>
                    <a:pt x="76419" y="103967"/>
                  </a:lnTo>
                  <a:lnTo>
                    <a:pt x="75946" y="103664"/>
                  </a:lnTo>
                  <a:lnTo>
                    <a:pt x="75384" y="103301"/>
                  </a:lnTo>
                  <a:lnTo>
                    <a:pt x="74733" y="102938"/>
                  </a:lnTo>
                  <a:lnTo>
                    <a:pt x="74200" y="102757"/>
                  </a:lnTo>
                  <a:lnTo>
                    <a:pt x="73638" y="102485"/>
                  </a:lnTo>
                  <a:lnTo>
                    <a:pt x="73372" y="102273"/>
                  </a:lnTo>
                  <a:lnTo>
                    <a:pt x="72869" y="102001"/>
                  </a:lnTo>
                  <a:lnTo>
                    <a:pt x="72395" y="101607"/>
                  </a:lnTo>
                  <a:lnTo>
                    <a:pt x="71952" y="101305"/>
                  </a:lnTo>
                  <a:lnTo>
                    <a:pt x="71301" y="101063"/>
                  </a:lnTo>
                  <a:lnTo>
                    <a:pt x="70887" y="100760"/>
                  </a:lnTo>
                  <a:lnTo>
                    <a:pt x="70443" y="100458"/>
                  </a:lnTo>
                  <a:lnTo>
                    <a:pt x="69999" y="100125"/>
                  </a:lnTo>
                  <a:lnTo>
                    <a:pt x="69614" y="99883"/>
                  </a:lnTo>
                  <a:lnTo>
                    <a:pt x="69141" y="99611"/>
                  </a:lnTo>
                  <a:lnTo>
                    <a:pt x="68520" y="99187"/>
                  </a:lnTo>
                  <a:lnTo>
                    <a:pt x="68076" y="98915"/>
                  </a:lnTo>
                  <a:lnTo>
                    <a:pt x="67780" y="98582"/>
                  </a:lnTo>
                  <a:lnTo>
                    <a:pt x="67514" y="98371"/>
                  </a:lnTo>
                  <a:lnTo>
                    <a:pt x="67129" y="98068"/>
                  </a:lnTo>
                  <a:lnTo>
                    <a:pt x="66656" y="97917"/>
                  </a:lnTo>
                  <a:lnTo>
                    <a:pt x="66419" y="97766"/>
                  </a:lnTo>
                  <a:lnTo>
                    <a:pt x="66153" y="97463"/>
                  </a:lnTo>
                  <a:lnTo>
                    <a:pt x="65620" y="97221"/>
                  </a:lnTo>
                  <a:lnTo>
                    <a:pt x="65206" y="96979"/>
                  </a:lnTo>
                  <a:lnTo>
                    <a:pt x="64851" y="96677"/>
                  </a:lnTo>
                  <a:lnTo>
                    <a:pt x="64437" y="96344"/>
                  </a:lnTo>
                  <a:lnTo>
                    <a:pt x="64171" y="96102"/>
                  </a:lnTo>
                  <a:lnTo>
                    <a:pt x="63993" y="95860"/>
                  </a:lnTo>
                  <a:lnTo>
                    <a:pt x="63697" y="95709"/>
                  </a:lnTo>
                  <a:lnTo>
                    <a:pt x="63431" y="95436"/>
                  </a:lnTo>
                  <a:lnTo>
                    <a:pt x="63076" y="95225"/>
                  </a:lnTo>
                  <a:lnTo>
                    <a:pt x="62662" y="95013"/>
                  </a:lnTo>
                  <a:lnTo>
                    <a:pt x="62336" y="94862"/>
                  </a:lnTo>
                  <a:lnTo>
                    <a:pt x="62070" y="94650"/>
                  </a:lnTo>
                  <a:lnTo>
                    <a:pt x="61804" y="94468"/>
                  </a:lnTo>
                  <a:lnTo>
                    <a:pt x="61419" y="94257"/>
                  </a:lnTo>
                  <a:lnTo>
                    <a:pt x="61035" y="93984"/>
                  </a:lnTo>
                  <a:lnTo>
                    <a:pt x="60650" y="93712"/>
                  </a:lnTo>
                  <a:lnTo>
                    <a:pt x="60295" y="93531"/>
                  </a:lnTo>
                  <a:lnTo>
                    <a:pt x="59822" y="93349"/>
                  </a:lnTo>
                  <a:lnTo>
                    <a:pt x="59496" y="93077"/>
                  </a:lnTo>
                  <a:lnTo>
                    <a:pt x="58875" y="92744"/>
                  </a:lnTo>
                  <a:lnTo>
                    <a:pt x="58431" y="92412"/>
                  </a:lnTo>
                  <a:lnTo>
                    <a:pt x="57869" y="92049"/>
                  </a:lnTo>
                  <a:lnTo>
                    <a:pt x="57543" y="91837"/>
                  </a:lnTo>
                  <a:lnTo>
                    <a:pt x="57040" y="91504"/>
                  </a:lnTo>
                  <a:lnTo>
                    <a:pt x="56804" y="91383"/>
                  </a:lnTo>
                  <a:lnTo>
                    <a:pt x="56508" y="91081"/>
                  </a:lnTo>
                  <a:lnTo>
                    <a:pt x="56360" y="90808"/>
                  </a:lnTo>
                  <a:lnTo>
                    <a:pt x="56153" y="90536"/>
                  </a:lnTo>
                  <a:lnTo>
                    <a:pt x="55709" y="90264"/>
                  </a:lnTo>
                  <a:lnTo>
                    <a:pt x="55265" y="90022"/>
                  </a:lnTo>
                  <a:lnTo>
                    <a:pt x="54940" y="89659"/>
                  </a:lnTo>
                  <a:lnTo>
                    <a:pt x="54644" y="89477"/>
                  </a:lnTo>
                  <a:lnTo>
                    <a:pt x="54259" y="89266"/>
                  </a:lnTo>
                  <a:lnTo>
                    <a:pt x="53756" y="89145"/>
                  </a:lnTo>
                  <a:lnTo>
                    <a:pt x="52987" y="88751"/>
                  </a:lnTo>
                  <a:lnTo>
                    <a:pt x="52277" y="88419"/>
                  </a:lnTo>
                  <a:lnTo>
                    <a:pt x="51745" y="88086"/>
                  </a:lnTo>
                  <a:lnTo>
                    <a:pt x="51360" y="87814"/>
                  </a:lnTo>
                  <a:lnTo>
                    <a:pt x="50828" y="87572"/>
                  </a:lnTo>
                  <a:lnTo>
                    <a:pt x="50236" y="87057"/>
                  </a:lnTo>
                  <a:lnTo>
                    <a:pt x="49496" y="86543"/>
                  </a:lnTo>
                  <a:lnTo>
                    <a:pt x="48993" y="86301"/>
                  </a:lnTo>
                  <a:lnTo>
                    <a:pt x="48490" y="86029"/>
                  </a:lnTo>
                  <a:lnTo>
                    <a:pt x="47455" y="85394"/>
                  </a:lnTo>
                  <a:lnTo>
                    <a:pt x="46922" y="85061"/>
                  </a:lnTo>
                  <a:lnTo>
                    <a:pt x="46153" y="84637"/>
                  </a:lnTo>
                  <a:lnTo>
                    <a:pt x="45443" y="84153"/>
                  </a:lnTo>
                  <a:lnTo>
                    <a:pt x="44644" y="83790"/>
                  </a:lnTo>
                  <a:lnTo>
                    <a:pt x="44082" y="83367"/>
                  </a:lnTo>
                  <a:lnTo>
                    <a:pt x="43668" y="83125"/>
                  </a:lnTo>
                  <a:lnTo>
                    <a:pt x="43165" y="82943"/>
                  </a:lnTo>
                  <a:lnTo>
                    <a:pt x="42721" y="82611"/>
                  </a:lnTo>
                  <a:lnTo>
                    <a:pt x="42041" y="82278"/>
                  </a:lnTo>
                  <a:lnTo>
                    <a:pt x="41538" y="81975"/>
                  </a:lnTo>
                  <a:lnTo>
                    <a:pt x="41153" y="81552"/>
                  </a:lnTo>
                  <a:lnTo>
                    <a:pt x="40206" y="81068"/>
                  </a:lnTo>
                  <a:lnTo>
                    <a:pt x="39555" y="80765"/>
                  </a:lnTo>
                  <a:lnTo>
                    <a:pt x="38905" y="80402"/>
                  </a:lnTo>
                  <a:lnTo>
                    <a:pt x="38342" y="80130"/>
                  </a:lnTo>
                  <a:lnTo>
                    <a:pt x="37928" y="79918"/>
                  </a:lnTo>
                  <a:lnTo>
                    <a:pt x="37396" y="79707"/>
                  </a:lnTo>
                  <a:lnTo>
                    <a:pt x="36981" y="79314"/>
                  </a:lnTo>
                  <a:lnTo>
                    <a:pt x="35916" y="78830"/>
                  </a:lnTo>
                  <a:lnTo>
                    <a:pt x="35029" y="78346"/>
                  </a:lnTo>
                  <a:lnTo>
                    <a:pt x="34467" y="77922"/>
                  </a:lnTo>
                  <a:lnTo>
                    <a:pt x="33402" y="77226"/>
                  </a:lnTo>
                  <a:lnTo>
                    <a:pt x="32928" y="76863"/>
                  </a:lnTo>
                  <a:lnTo>
                    <a:pt x="32455" y="76591"/>
                  </a:lnTo>
                  <a:lnTo>
                    <a:pt x="31893" y="76349"/>
                  </a:lnTo>
                  <a:lnTo>
                    <a:pt x="31419" y="76107"/>
                  </a:lnTo>
                  <a:lnTo>
                    <a:pt x="30976" y="75986"/>
                  </a:lnTo>
                  <a:lnTo>
                    <a:pt x="30532" y="75805"/>
                  </a:lnTo>
                  <a:lnTo>
                    <a:pt x="30058" y="75684"/>
                  </a:lnTo>
                  <a:lnTo>
                    <a:pt x="29526" y="75502"/>
                  </a:lnTo>
                  <a:lnTo>
                    <a:pt x="28964" y="75321"/>
                  </a:lnTo>
                  <a:lnTo>
                    <a:pt x="28372" y="75109"/>
                  </a:lnTo>
                  <a:lnTo>
                    <a:pt x="27514" y="74776"/>
                  </a:lnTo>
                  <a:lnTo>
                    <a:pt x="26360" y="74353"/>
                  </a:lnTo>
                  <a:lnTo>
                    <a:pt x="25532" y="74050"/>
                  </a:lnTo>
                  <a:lnTo>
                    <a:pt x="24792" y="73778"/>
                  </a:lnTo>
                  <a:lnTo>
                    <a:pt x="24200" y="73506"/>
                  </a:lnTo>
                  <a:lnTo>
                    <a:pt x="23520" y="73203"/>
                  </a:lnTo>
                  <a:lnTo>
                    <a:pt x="22928" y="72901"/>
                  </a:lnTo>
                  <a:lnTo>
                    <a:pt x="22396" y="72568"/>
                  </a:lnTo>
                  <a:lnTo>
                    <a:pt x="21952" y="72296"/>
                  </a:lnTo>
                  <a:lnTo>
                    <a:pt x="21390" y="72023"/>
                  </a:lnTo>
                  <a:lnTo>
                    <a:pt x="21005" y="71751"/>
                  </a:lnTo>
                  <a:lnTo>
                    <a:pt x="20591" y="71449"/>
                  </a:lnTo>
                  <a:lnTo>
                    <a:pt x="20147" y="71146"/>
                  </a:lnTo>
                  <a:lnTo>
                    <a:pt x="19674" y="70844"/>
                  </a:lnTo>
                  <a:lnTo>
                    <a:pt x="19112" y="70450"/>
                  </a:lnTo>
                  <a:lnTo>
                    <a:pt x="18372" y="69906"/>
                  </a:lnTo>
                  <a:lnTo>
                    <a:pt x="17810" y="69573"/>
                  </a:lnTo>
                  <a:lnTo>
                    <a:pt x="16982" y="69119"/>
                  </a:lnTo>
                  <a:lnTo>
                    <a:pt x="16419" y="68666"/>
                  </a:lnTo>
                  <a:lnTo>
                    <a:pt x="15562" y="68182"/>
                  </a:lnTo>
                  <a:lnTo>
                    <a:pt x="14585" y="67667"/>
                  </a:lnTo>
                  <a:lnTo>
                    <a:pt x="14053" y="67304"/>
                  </a:lnTo>
                  <a:lnTo>
                    <a:pt x="13313" y="66760"/>
                  </a:lnTo>
                  <a:lnTo>
                    <a:pt x="12633" y="66276"/>
                  </a:lnTo>
                  <a:lnTo>
                    <a:pt x="12100" y="65913"/>
                  </a:lnTo>
                  <a:lnTo>
                    <a:pt x="11686" y="65611"/>
                  </a:lnTo>
                  <a:lnTo>
                    <a:pt x="11508" y="65338"/>
                  </a:lnTo>
                  <a:lnTo>
                    <a:pt x="11124" y="65066"/>
                  </a:lnTo>
                  <a:lnTo>
                    <a:pt x="10591" y="64854"/>
                  </a:lnTo>
                  <a:lnTo>
                    <a:pt x="10266" y="64764"/>
                  </a:lnTo>
                  <a:lnTo>
                    <a:pt x="9911" y="64552"/>
                  </a:lnTo>
                  <a:lnTo>
                    <a:pt x="9644" y="64310"/>
                  </a:lnTo>
                  <a:lnTo>
                    <a:pt x="9378" y="64038"/>
                  </a:lnTo>
                  <a:lnTo>
                    <a:pt x="9171" y="63826"/>
                  </a:lnTo>
                  <a:lnTo>
                    <a:pt x="8934" y="63796"/>
                  </a:lnTo>
                  <a:lnTo>
                    <a:pt x="8757" y="63735"/>
                  </a:lnTo>
                  <a:lnTo>
                    <a:pt x="8431" y="63644"/>
                  </a:lnTo>
                  <a:lnTo>
                    <a:pt x="8195" y="63433"/>
                  </a:lnTo>
                  <a:lnTo>
                    <a:pt x="7899" y="63160"/>
                  </a:lnTo>
                  <a:lnTo>
                    <a:pt x="7662" y="63009"/>
                  </a:lnTo>
                  <a:lnTo>
                    <a:pt x="7366" y="62858"/>
                  </a:lnTo>
                  <a:lnTo>
                    <a:pt x="7041" y="62707"/>
                  </a:lnTo>
                  <a:lnTo>
                    <a:pt x="6538" y="62525"/>
                  </a:lnTo>
                  <a:lnTo>
                    <a:pt x="6212" y="62283"/>
                  </a:lnTo>
                  <a:lnTo>
                    <a:pt x="5917" y="62041"/>
                  </a:lnTo>
                  <a:lnTo>
                    <a:pt x="5680" y="61829"/>
                  </a:lnTo>
                  <a:lnTo>
                    <a:pt x="5354" y="61648"/>
                  </a:lnTo>
                  <a:lnTo>
                    <a:pt x="4881" y="61406"/>
                  </a:lnTo>
                  <a:lnTo>
                    <a:pt x="4556" y="61315"/>
                  </a:lnTo>
                  <a:lnTo>
                    <a:pt x="4082" y="61194"/>
                  </a:lnTo>
                  <a:lnTo>
                    <a:pt x="3698" y="61073"/>
                  </a:lnTo>
                  <a:lnTo>
                    <a:pt x="3431" y="60861"/>
                  </a:lnTo>
                  <a:lnTo>
                    <a:pt x="3106" y="60498"/>
                  </a:lnTo>
                  <a:lnTo>
                    <a:pt x="2988" y="60226"/>
                  </a:lnTo>
                  <a:lnTo>
                    <a:pt x="2810" y="59924"/>
                  </a:lnTo>
                  <a:lnTo>
                    <a:pt x="2603" y="59742"/>
                  </a:lnTo>
                  <a:lnTo>
                    <a:pt x="2248" y="59591"/>
                  </a:lnTo>
                  <a:lnTo>
                    <a:pt x="1893" y="59409"/>
                  </a:lnTo>
                  <a:lnTo>
                    <a:pt x="1715" y="59258"/>
                  </a:lnTo>
                  <a:lnTo>
                    <a:pt x="1360" y="59167"/>
                  </a:lnTo>
                  <a:lnTo>
                    <a:pt x="1094" y="59137"/>
                  </a:lnTo>
                  <a:lnTo>
                    <a:pt x="769" y="59016"/>
                  </a:lnTo>
                  <a:lnTo>
                    <a:pt x="295" y="58865"/>
                  </a:lnTo>
                  <a:lnTo>
                    <a:pt x="0" y="58774"/>
                  </a:lnTo>
                  <a:lnTo>
                    <a:pt x="384" y="58351"/>
                  </a:lnTo>
                  <a:lnTo>
                    <a:pt x="591" y="58139"/>
                  </a:lnTo>
                  <a:lnTo>
                    <a:pt x="739" y="57746"/>
                  </a:lnTo>
                  <a:lnTo>
                    <a:pt x="976" y="57050"/>
                  </a:lnTo>
                  <a:lnTo>
                    <a:pt x="1301" y="56203"/>
                  </a:lnTo>
                  <a:lnTo>
                    <a:pt x="1420" y="55961"/>
                  </a:lnTo>
                  <a:lnTo>
                    <a:pt x="1893" y="54932"/>
                  </a:lnTo>
                  <a:lnTo>
                    <a:pt x="2544" y="53178"/>
                  </a:lnTo>
                  <a:lnTo>
                    <a:pt x="2603" y="53027"/>
                  </a:lnTo>
                  <a:lnTo>
                    <a:pt x="2810" y="52422"/>
                  </a:lnTo>
                  <a:lnTo>
                    <a:pt x="3076" y="51787"/>
                  </a:lnTo>
                  <a:lnTo>
                    <a:pt x="3165" y="51545"/>
                  </a:lnTo>
                  <a:lnTo>
                    <a:pt x="4526" y="52029"/>
                  </a:lnTo>
                  <a:lnTo>
                    <a:pt x="4704" y="51696"/>
                  </a:lnTo>
                  <a:lnTo>
                    <a:pt x="5591" y="50183"/>
                  </a:lnTo>
                  <a:lnTo>
                    <a:pt x="6538" y="48731"/>
                  </a:lnTo>
                  <a:lnTo>
                    <a:pt x="6745" y="48822"/>
                  </a:lnTo>
                  <a:lnTo>
                    <a:pt x="6982" y="48913"/>
                  </a:lnTo>
                  <a:lnTo>
                    <a:pt x="7603" y="47733"/>
                  </a:lnTo>
                  <a:lnTo>
                    <a:pt x="7988" y="47098"/>
                  </a:lnTo>
                  <a:lnTo>
                    <a:pt x="8254" y="46644"/>
                  </a:lnTo>
                  <a:lnTo>
                    <a:pt x="8875" y="45555"/>
                  </a:lnTo>
                  <a:lnTo>
                    <a:pt x="9763" y="43982"/>
                  </a:lnTo>
                  <a:lnTo>
                    <a:pt x="10798" y="42137"/>
                  </a:lnTo>
                  <a:lnTo>
                    <a:pt x="11449" y="41018"/>
                  </a:lnTo>
                  <a:lnTo>
                    <a:pt x="11834" y="40382"/>
                  </a:lnTo>
                  <a:lnTo>
                    <a:pt x="16242" y="42318"/>
                  </a:lnTo>
                  <a:lnTo>
                    <a:pt x="16419" y="42379"/>
                  </a:lnTo>
                  <a:lnTo>
                    <a:pt x="16479" y="42228"/>
                  </a:lnTo>
                  <a:lnTo>
                    <a:pt x="16863" y="41139"/>
                  </a:lnTo>
                  <a:lnTo>
                    <a:pt x="16922" y="40957"/>
                  </a:lnTo>
                  <a:lnTo>
                    <a:pt x="17396" y="39687"/>
                  </a:lnTo>
                  <a:lnTo>
                    <a:pt x="18698" y="36601"/>
                  </a:lnTo>
                  <a:lnTo>
                    <a:pt x="19053" y="35845"/>
                  </a:lnTo>
                  <a:lnTo>
                    <a:pt x="19319" y="35361"/>
                  </a:lnTo>
                  <a:lnTo>
                    <a:pt x="19437" y="35028"/>
                  </a:lnTo>
                  <a:lnTo>
                    <a:pt x="19703" y="34605"/>
                  </a:lnTo>
                  <a:lnTo>
                    <a:pt x="20118" y="33697"/>
                  </a:lnTo>
                  <a:lnTo>
                    <a:pt x="20473" y="32518"/>
                  </a:lnTo>
                  <a:lnTo>
                    <a:pt x="20769" y="30793"/>
                  </a:lnTo>
                  <a:lnTo>
                    <a:pt x="20946" y="30037"/>
                  </a:lnTo>
                  <a:lnTo>
                    <a:pt x="21035" y="29765"/>
                  </a:lnTo>
                  <a:lnTo>
                    <a:pt x="21183" y="29130"/>
                  </a:lnTo>
                  <a:lnTo>
                    <a:pt x="21834" y="26407"/>
                  </a:lnTo>
                  <a:lnTo>
                    <a:pt x="21952" y="25833"/>
                  </a:lnTo>
                  <a:lnTo>
                    <a:pt x="22218" y="24260"/>
                  </a:lnTo>
                  <a:lnTo>
                    <a:pt x="22277" y="23715"/>
                  </a:lnTo>
                  <a:lnTo>
                    <a:pt x="22307" y="23171"/>
                  </a:lnTo>
                  <a:lnTo>
                    <a:pt x="22307" y="22959"/>
                  </a:lnTo>
                  <a:lnTo>
                    <a:pt x="22396" y="22142"/>
                  </a:lnTo>
                  <a:lnTo>
                    <a:pt x="22425" y="21507"/>
                  </a:lnTo>
                  <a:lnTo>
                    <a:pt x="22455" y="21053"/>
                  </a:lnTo>
                  <a:lnTo>
                    <a:pt x="22455" y="20841"/>
                  </a:lnTo>
                  <a:lnTo>
                    <a:pt x="22425" y="20085"/>
                  </a:lnTo>
                  <a:lnTo>
                    <a:pt x="22425" y="19934"/>
                  </a:lnTo>
                  <a:lnTo>
                    <a:pt x="22396" y="18663"/>
                  </a:lnTo>
                  <a:lnTo>
                    <a:pt x="22307" y="18331"/>
                  </a:lnTo>
                  <a:lnTo>
                    <a:pt x="22248" y="17998"/>
                  </a:lnTo>
                  <a:lnTo>
                    <a:pt x="22159" y="17453"/>
                  </a:lnTo>
                  <a:lnTo>
                    <a:pt x="22070" y="17030"/>
                  </a:lnTo>
                  <a:lnTo>
                    <a:pt x="21774" y="15517"/>
                  </a:lnTo>
                  <a:lnTo>
                    <a:pt x="21508" y="14277"/>
                  </a:lnTo>
                  <a:lnTo>
                    <a:pt x="21390" y="13581"/>
                  </a:lnTo>
                  <a:lnTo>
                    <a:pt x="21064" y="11918"/>
                  </a:lnTo>
                  <a:lnTo>
                    <a:pt x="20857" y="10647"/>
                  </a:lnTo>
                  <a:lnTo>
                    <a:pt x="20739" y="10073"/>
                  </a:lnTo>
                  <a:lnTo>
                    <a:pt x="20680" y="9679"/>
                  </a:lnTo>
                  <a:lnTo>
                    <a:pt x="20591" y="9226"/>
                  </a:lnTo>
                  <a:lnTo>
                    <a:pt x="21834" y="9105"/>
                  </a:lnTo>
                  <a:lnTo>
                    <a:pt x="22869" y="8984"/>
                  </a:lnTo>
                  <a:lnTo>
                    <a:pt x="25916" y="8681"/>
                  </a:lnTo>
                  <a:lnTo>
                    <a:pt x="26893" y="8590"/>
                  </a:lnTo>
                  <a:lnTo>
                    <a:pt x="31715" y="8106"/>
                  </a:lnTo>
                  <a:lnTo>
                    <a:pt x="32337" y="8046"/>
                  </a:lnTo>
                  <a:lnTo>
                    <a:pt x="32514" y="8016"/>
                  </a:lnTo>
                  <a:lnTo>
                    <a:pt x="36301" y="7653"/>
                  </a:lnTo>
                  <a:lnTo>
                    <a:pt x="36952" y="7562"/>
                  </a:lnTo>
                  <a:lnTo>
                    <a:pt x="40798" y="7169"/>
                  </a:lnTo>
                  <a:lnTo>
                    <a:pt x="42011" y="6987"/>
                  </a:lnTo>
                  <a:lnTo>
                    <a:pt x="42721" y="6896"/>
                  </a:lnTo>
                  <a:lnTo>
                    <a:pt x="43106" y="6836"/>
                  </a:lnTo>
                  <a:lnTo>
                    <a:pt x="45828" y="6503"/>
                  </a:lnTo>
                  <a:lnTo>
                    <a:pt x="46064" y="6473"/>
                  </a:lnTo>
                  <a:lnTo>
                    <a:pt x="50236" y="6110"/>
                  </a:lnTo>
                  <a:lnTo>
                    <a:pt x="58313" y="5323"/>
                  </a:lnTo>
                  <a:lnTo>
                    <a:pt x="61449" y="5021"/>
                  </a:lnTo>
                  <a:lnTo>
                    <a:pt x="64821" y="4658"/>
                  </a:lnTo>
                  <a:lnTo>
                    <a:pt x="65029" y="4658"/>
                  </a:lnTo>
                  <a:lnTo>
                    <a:pt x="66094" y="4537"/>
                  </a:lnTo>
                  <a:lnTo>
                    <a:pt x="69348" y="4204"/>
                  </a:lnTo>
                  <a:lnTo>
                    <a:pt x="70827" y="4113"/>
                  </a:lnTo>
                  <a:lnTo>
                    <a:pt x="71833" y="4023"/>
                  </a:lnTo>
                  <a:lnTo>
                    <a:pt x="72484" y="3962"/>
                  </a:lnTo>
                  <a:lnTo>
                    <a:pt x="74141" y="3781"/>
                  </a:lnTo>
                  <a:lnTo>
                    <a:pt x="74733" y="3690"/>
                  </a:lnTo>
                  <a:lnTo>
                    <a:pt x="76182" y="3478"/>
                  </a:lnTo>
                  <a:lnTo>
                    <a:pt x="77780" y="3236"/>
                  </a:lnTo>
                  <a:lnTo>
                    <a:pt x="79141" y="3024"/>
                  </a:lnTo>
                  <a:lnTo>
                    <a:pt x="79318" y="3024"/>
                  </a:lnTo>
                  <a:lnTo>
                    <a:pt x="79792" y="3055"/>
                  </a:lnTo>
                  <a:lnTo>
                    <a:pt x="81715" y="2873"/>
                  </a:lnTo>
                  <a:lnTo>
                    <a:pt x="84614" y="2571"/>
                  </a:lnTo>
                  <a:lnTo>
                    <a:pt x="85176" y="2480"/>
                  </a:lnTo>
                  <a:lnTo>
                    <a:pt x="87395" y="2147"/>
                  </a:lnTo>
                  <a:lnTo>
                    <a:pt x="88490" y="1905"/>
                  </a:lnTo>
                  <a:lnTo>
                    <a:pt x="89111" y="1784"/>
                  </a:lnTo>
                  <a:lnTo>
                    <a:pt x="89585" y="1663"/>
                  </a:lnTo>
                  <a:lnTo>
                    <a:pt x="96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1401719" y="3251353"/>
              <a:ext cx="156744" cy="93319"/>
            </a:xfrm>
            <a:custGeom>
              <a:avLst/>
              <a:pathLst>
                <a:path w="156744" h="93319">
                  <a:moveTo>
                    <a:pt x="138697" y="90"/>
                  </a:moveTo>
                  <a:lnTo>
                    <a:pt x="139052" y="1119"/>
                  </a:lnTo>
                  <a:lnTo>
                    <a:pt x="139259" y="1391"/>
                  </a:lnTo>
                  <a:lnTo>
                    <a:pt x="139673" y="1512"/>
                  </a:lnTo>
                  <a:lnTo>
                    <a:pt x="139850" y="1542"/>
                  </a:lnTo>
                  <a:lnTo>
                    <a:pt x="141921" y="2026"/>
                  </a:lnTo>
                  <a:lnTo>
                    <a:pt x="141862" y="4507"/>
                  </a:lnTo>
                  <a:lnTo>
                    <a:pt x="141862" y="4930"/>
                  </a:lnTo>
                  <a:lnTo>
                    <a:pt x="141921" y="5444"/>
                  </a:lnTo>
                  <a:lnTo>
                    <a:pt x="142010" y="6503"/>
                  </a:lnTo>
                  <a:lnTo>
                    <a:pt x="142247" y="7411"/>
                  </a:lnTo>
                  <a:lnTo>
                    <a:pt x="142750" y="9468"/>
                  </a:lnTo>
                  <a:lnTo>
                    <a:pt x="142069" y="9679"/>
                  </a:lnTo>
                  <a:lnTo>
                    <a:pt x="140975" y="9982"/>
                  </a:lnTo>
                  <a:lnTo>
                    <a:pt x="141152" y="10738"/>
                  </a:lnTo>
                  <a:lnTo>
                    <a:pt x="141833" y="13733"/>
                  </a:lnTo>
                  <a:lnTo>
                    <a:pt x="142898" y="16879"/>
                  </a:lnTo>
                  <a:lnTo>
                    <a:pt x="143490" y="18089"/>
                  </a:lnTo>
                  <a:lnTo>
                    <a:pt x="144081" y="18905"/>
                  </a:lnTo>
                  <a:lnTo>
                    <a:pt x="144762" y="20327"/>
                  </a:lnTo>
                  <a:lnTo>
                    <a:pt x="145945" y="23050"/>
                  </a:lnTo>
                  <a:lnTo>
                    <a:pt x="146714" y="24895"/>
                  </a:lnTo>
                  <a:lnTo>
                    <a:pt x="148253" y="28494"/>
                  </a:lnTo>
                  <a:lnTo>
                    <a:pt x="149022" y="30461"/>
                  </a:lnTo>
                  <a:lnTo>
                    <a:pt x="150205" y="33395"/>
                  </a:lnTo>
                  <a:lnTo>
                    <a:pt x="151655" y="37418"/>
                  </a:lnTo>
                  <a:lnTo>
                    <a:pt x="151803" y="37327"/>
                  </a:lnTo>
                  <a:lnTo>
                    <a:pt x="152040" y="37176"/>
                  </a:lnTo>
                  <a:lnTo>
                    <a:pt x="156744" y="48913"/>
                  </a:lnTo>
                  <a:lnTo>
                    <a:pt x="156093" y="49185"/>
                  </a:lnTo>
                  <a:lnTo>
                    <a:pt x="151566" y="51030"/>
                  </a:lnTo>
                  <a:lnTo>
                    <a:pt x="149998" y="51666"/>
                  </a:lnTo>
                  <a:lnTo>
                    <a:pt x="149022" y="52059"/>
                  </a:lnTo>
                  <a:lnTo>
                    <a:pt x="145649" y="53450"/>
                  </a:lnTo>
                  <a:lnTo>
                    <a:pt x="142395" y="54781"/>
                  </a:lnTo>
                  <a:lnTo>
                    <a:pt x="141419" y="55174"/>
                  </a:lnTo>
                  <a:lnTo>
                    <a:pt x="136981" y="56989"/>
                  </a:lnTo>
                  <a:lnTo>
                    <a:pt x="124643" y="62041"/>
                  </a:lnTo>
                  <a:lnTo>
                    <a:pt x="115472" y="65762"/>
                  </a:lnTo>
                  <a:lnTo>
                    <a:pt x="113904" y="66427"/>
                  </a:lnTo>
                  <a:lnTo>
                    <a:pt x="103934" y="70511"/>
                  </a:lnTo>
                  <a:lnTo>
                    <a:pt x="102869" y="70965"/>
                  </a:lnTo>
                  <a:lnTo>
                    <a:pt x="102336" y="71176"/>
                  </a:lnTo>
                  <a:lnTo>
                    <a:pt x="99614" y="72386"/>
                  </a:lnTo>
                  <a:lnTo>
                    <a:pt x="96803" y="73596"/>
                  </a:lnTo>
                  <a:lnTo>
                    <a:pt x="88164" y="77378"/>
                  </a:lnTo>
                  <a:lnTo>
                    <a:pt x="87780" y="77529"/>
                  </a:lnTo>
                  <a:lnTo>
                    <a:pt x="85058" y="78739"/>
                  </a:lnTo>
                  <a:lnTo>
                    <a:pt x="83963" y="79193"/>
                  </a:lnTo>
                  <a:lnTo>
                    <a:pt x="82987" y="79616"/>
                  </a:lnTo>
                  <a:lnTo>
                    <a:pt x="77188" y="82127"/>
                  </a:lnTo>
                  <a:lnTo>
                    <a:pt x="77040" y="82187"/>
                  </a:lnTo>
                  <a:lnTo>
                    <a:pt x="68845" y="85757"/>
                  </a:lnTo>
                  <a:lnTo>
                    <a:pt x="66981" y="86573"/>
                  </a:lnTo>
                  <a:lnTo>
                    <a:pt x="66774" y="86664"/>
                  </a:lnTo>
                  <a:lnTo>
                    <a:pt x="65058" y="87451"/>
                  </a:lnTo>
                  <a:lnTo>
                    <a:pt x="64526" y="87693"/>
                  </a:lnTo>
                  <a:lnTo>
                    <a:pt x="59230" y="90052"/>
                  </a:lnTo>
                  <a:lnTo>
                    <a:pt x="58372" y="90415"/>
                  </a:lnTo>
                  <a:lnTo>
                    <a:pt x="57632" y="90778"/>
                  </a:lnTo>
                  <a:lnTo>
                    <a:pt x="54969" y="91958"/>
                  </a:lnTo>
                  <a:lnTo>
                    <a:pt x="51715" y="93319"/>
                  </a:lnTo>
                  <a:lnTo>
                    <a:pt x="51597" y="93077"/>
                  </a:lnTo>
                  <a:lnTo>
                    <a:pt x="51242" y="92200"/>
                  </a:lnTo>
                  <a:lnTo>
                    <a:pt x="50265" y="89901"/>
                  </a:lnTo>
                  <a:lnTo>
                    <a:pt x="47810" y="84184"/>
                  </a:lnTo>
                  <a:lnTo>
                    <a:pt x="45857" y="79525"/>
                  </a:lnTo>
                  <a:lnTo>
                    <a:pt x="44141" y="80281"/>
                  </a:lnTo>
                  <a:lnTo>
                    <a:pt x="37899" y="83064"/>
                  </a:lnTo>
                  <a:lnTo>
                    <a:pt x="29437" y="83579"/>
                  </a:lnTo>
                  <a:lnTo>
                    <a:pt x="24585" y="83881"/>
                  </a:lnTo>
                  <a:lnTo>
                    <a:pt x="24023" y="84577"/>
                  </a:lnTo>
                  <a:lnTo>
                    <a:pt x="22455" y="85363"/>
                  </a:lnTo>
                  <a:lnTo>
                    <a:pt x="20236" y="86180"/>
                  </a:lnTo>
                  <a:lnTo>
                    <a:pt x="16656" y="86120"/>
                  </a:lnTo>
                  <a:lnTo>
                    <a:pt x="13816" y="86785"/>
                  </a:lnTo>
                  <a:lnTo>
                    <a:pt x="12721" y="86452"/>
                  </a:lnTo>
                  <a:lnTo>
                    <a:pt x="11952" y="85938"/>
                  </a:lnTo>
                  <a:lnTo>
                    <a:pt x="11390" y="85121"/>
                  </a:lnTo>
                  <a:lnTo>
                    <a:pt x="10532" y="84607"/>
                  </a:lnTo>
                  <a:lnTo>
                    <a:pt x="9615" y="84032"/>
                  </a:lnTo>
                  <a:lnTo>
                    <a:pt x="9289" y="83034"/>
                  </a:lnTo>
                  <a:lnTo>
                    <a:pt x="8816" y="82429"/>
                  </a:lnTo>
                  <a:lnTo>
                    <a:pt x="7692" y="81794"/>
                  </a:lnTo>
                  <a:lnTo>
                    <a:pt x="6124" y="80826"/>
                  </a:lnTo>
                  <a:lnTo>
                    <a:pt x="5591" y="79949"/>
                  </a:lnTo>
                  <a:lnTo>
                    <a:pt x="5236" y="79132"/>
                  </a:lnTo>
                  <a:lnTo>
                    <a:pt x="4556" y="78285"/>
                  </a:lnTo>
                  <a:lnTo>
                    <a:pt x="3136" y="77347"/>
                  </a:lnTo>
                  <a:lnTo>
                    <a:pt x="2633" y="76561"/>
                  </a:lnTo>
                  <a:lnTo>
                    <a:pt x="2130" y="76047"/>
                  </a:lnTo>
                  <a:lnTo>
                    <a:pt x="946" y="75351"/>
                  </a:lnTo>
                  <a:lnTo>
                    <a:pt x="207" y="74443"/>
                  </a:lnTo>
                  <a:lnTo>
                    <a:pt x="0" y="73445"/>
                  </a:lnTo>
                  <a:lnTo>
                    <a:pt x="295" y="72538"/>
                  </a:lnTo>
                  <a:lnTo>
                    <a:pt x="1005" y="71146"/>
                  </a:lnTo>
                  <a:lnTo>
                    <a:pt x="1538" y="70390"/>
                  </a:lnTo>
                  <a:lnTo>
                    <a:pt x="2307" y="68847"/>
                  </a:lnTo>
                  <a:lnTo>
                    <a:pt x="2958" y="67183"/>
                  </a:lnTo>
                  <a:lnTo>
                    <a:pt x="3343" y="66699"/>
                  </a:lnTo>
                  <a:lnTo>
                    <a:pt x="5236" y="63947"/>
                  </a:lnTo>
                  <a:lnTo>
                    <a:pt x="6094" y="62555"/>
                  </a:lnTo>
                  <a:lnTo>
                    <a:pt x="8461" y="61829"/>
                  </a:lnTo>
                  <a:lnTo>
                    <a:pt x="9999" y="61376"/>
                  </a:lnTo>
                  <a:lnTo>
                    <a:pt x="10266" y="61376"/>
                  </a:lnTo>
                  <a:lnTo>
                    <a:pt x="10502" y="61376"/>
                  </a:lnTo>
                  <a:lnTo>
                    <a:pt x="11124" y="60589"/>
                  </a:lnTo>
                  <a:lnTo>
                    <a:pt x="11420" y="60317"/>
                  </a:lnTo>
                  <a:lnTo>
                    <a:pt x="11538" y="59984"/>
                  </a:lnTo>
                  <a:lnTo>
                    <a:pt x="12218" y="60196"/>
                  </a:lnTo>
                  <a:lnTo>
                    <a:pt x="12485" y="60166"/>
                  </a:lnTo>
                  <a:lnTo>
                    <a:pt x="12840" y="60105"/>
                  </a:lnTo>
                  <a:lnTo>
                    <a:pt x="13313" y="59984"/>
                  </a:lnTo>
                  <a:lnTo>
                    <a:pt x="13638" y="59984"/>
                  </a:lnTo>
                  <a:lnTo>
                    <a:pt x="14378" y="59863"/>
                  </a:lnTo>
                  <a:lnTo>
                    <a:pt x="14556" y="59500"/>
                  </a:lnTo>
                  <a:lnTo>
                    <a:pt x="14704" y="59167"/>
                  </a:lnTo>
                  <a:lnTo>
                    <a:pt x="15236" y="57988"/>
                  </a:lnTo>
                  <a:lnTo>
                    <a:pt x="15887" y="56415"/>
                  </a:lnTo>
                  <a:lnTo>
                    <a:pt x="16094" y="55810"/>
                  </a:lnTo>
                  <a:lnTo>
                    <a:pt x="16390" y="55084"/>
                  </a:lnTo>
                  <a:lnTo>
                    <a:pt x="16449" y="54872"/>
                  </a:lnTo>
                  <a:lnTo>
                    <a:pt x="16597" y="54539"/>
                  </a:lnTo>
                  <a:lnTo>
                    <a:pt x="17485" y="52210"/>
                  </a:lnTo>
                  <a:lnTo>
                    <a:pt x="17544" y="52059"/>
                  </a:lnTo>
                  <a:lnTo>
                    <a:pt x="18047" y="51061"/>
                  </a:lnTo>
                  <a:lnTo>
                    <a:pt x="18343" y="50456"/>
                  </a:lnTo>
                  <a:lnTo>
                    <a:pt x="17810" y="49941"/>
                  </a:lnTo>
                  <a:lnTo>
                    <a:pt x="17632" y="49790"/>
                  </a:lnTo>
                  <a:lnTo>
                    <a:pt x="17455" y="49639"/>
                  </a:lnTo>
                  <a:lnTo>
                    <a:pt x="16982" y="49185"/>
                  </a:lnTo>
                  <a:lnTo>
                    <a:pt x="16064" y="48308"/>
                  </a:lnTo>
                  <a:lnTo>
                    <a:pt x="14999" y="47279"/>
                  </a:lnTo>
                  <a:lnTo>
                    <a:pt x="14171" y="46432"/>
                  </a:lnTo>
                  <a:lnTo>
                    <a:pt x="13076" y="45374"/>
                  </a:lnTo>
                  <a:lnTo>
                    <a:pt x="12899" y="45132"/>
                  </a:lnTo>
                  <a:lnTo>
                    <a:pt x="11893" y="43770"/>
                  </a:lnTo>
                  <a:lnTo>
                    <a:pt x="10532" y="41865"/>
                  </a:lnTo>
                  <a:lnTo>
                    <a:pt x="9526" y="39989"/>
                  </a:lnTo>
                  <a:lnTo>
                    <a:pt x="9082" y="39203"/>
                  </a:lnTo>
                  <a:lnTo>
                    <a:pt x="8934" y="38840"/>
                  </a:lnTo>
                  <a:lnTo>
                    <a:pt x="8461" y="37842"/>
                  </a:lnTo>
                  <a:lnTo>
                    <a:pt x="7869" y="36178"/>
                  </a:lnTo>
                  <a:lnTo>
                    <a:pt x="8905" y="36238"/>
                  </a:lnTo>
                  <a:lnTo>
                    <a:pt x="9082" y="36269"/>
                  </a:lnTo>
                  <a:lnTo>
                    <a:pt x="10325" y="36420"/>
                  </a:lnTo>
                  <a:lnTo>
                    <a:pt x="12130" y="36601"/>
                  </a:lnTo>
                  <a:lnTo>
                    <a:pt x="13313" y="36753"/>
                  </a:lnTo>
                  <a:lnTo>
                    <a:pt x="14496" y="36964"/>
                  </a:lnTo>
                  <a:lnTo>
                    <a:pt x="16449" y="37327"/>
                  </a:lnTo>
                  <a:lnTo>
                    <a:pt x="16863" y="37025"/>
                  </a:lnTo>
                  <a:lnTo>
                    <a:pt x="18609" y="35754"/>
                  </a:lnTo>
                  <a:lnTo>
                    <a:pt x="20414" y="36783"/>
                  </a:lnTo>
                  <a:lnTo>
                    <a:pt x="20709" y="36904"/>
                  </a:lnTo>
                  <a:lnTo>
                    <a:pt x="21745" y="37327"/>
                  </a:lnTo>
                  <a:lnTo>
                    <a:pt x="22987" y="37751"/>
                  </a:lnTo>
                  <a:lnTo>
                    <a:pt x="24319" y="38084"/>
                  </a:lnTo>
                  <a:lnTo>
                    <a:pt x="25828" y="38326"/>
                  </a:lnTo>
                  <a:lnTo>
                    <a:pt x="26390" y="38416"/>
                  </a:lnTo>
                  <a:lnTo>
                    <a:pt x="26567" y="38447"/>
                  </a:lnTo>
                  <a:lnTo>
                    <a:pt x="27455" y="38568"/>
                  </a:lnTo>
                  <a:lnTo>
                    <a:pt x="28431" y="38628"/>
                  </a:lnTo>
                  <a:lnTo>
                    <a:pt x="34999" y="38779"/>
                  </a:lnTo>
                  <a:lnTo>
                    <a:pt x="39141" y="38749"/>
                  </a:lnTo>
                  <a:lnTo>
                    <a:pt x="40591" y="38779"/>
                  </a:lnTo>
                  <a:lnTo>
                    <a:pt x="41656" y="38749"/>
                  </a:lnTo>
                  <a:lnTo>
                    <a:pt x="42839" y="38749"/>
                  </a:lnTo>
                  <a:lnTo>
                    <a:pt x="44230" y="38628"/>
                  </a:lnTo>
                  <a:lnTo>
                    <a:pt x="45473" y="38386"/>
                  </a:lnTo>
                  <a:lnTo>
                    <a:pt x="46419" y="38144"/>
                  </a:lnTo>
                  <a:lnTo>
                    <a:pt x="47159" y="37872"/>
                  </a:lnTo>
                  <a:lnTo>
                    <a:pt x="48520" y="37327"/>
                  </a:lnTo>
                  <a:lnTo>
                    <a:pt x="49230" y="36964"/>
                  </a:lnTo>
                  <a:lnTo>
                    <a:pt x="49999" y="36511"/>
                  </a:lnTo>
                  <a:lnTo>
                    <a:pt x="50591" y="36117"/>
                  </a:lnTo>
                  <a:lnTo>
                    <a:pt x="52248" y="35059"/>
                  </a:lnTo>
                  <a:lnTo>
                    <a:pt x="52839" y="34605"/>
                  </a:lnTo>
                  <a:lnTo>
                    <a:pt x="54614" y="33213"/>
                  </a:lnTo>
                  <a:lnTo>
                    <a:pt x="56390" y="31822"/>
                  </a:lnTo>
                  <a:lnTo>
                    <a:pt x="58165" y="30430"/>
                  </a:lnTo>
                  <a:lnTo>
                    <a:pt x="60236" y="28797"/>
                  </a:lnTo>
                  <a:lnTo>
                    <a:pt x="65532" y="24653"/>
                  </a:lnTo>
                  <a:lnTo>
                    <a:pt x="66685" y="23745"/>
                  </a:lnTo>
                  <a:lnTo>
                    <a:pt x="67100" y="23443"/>
                  </a:lnTo>
                  <a:lnTo>
                    <a:pt x="68875" y="22021"/>
                  </a:lnTo>
                  <a:lnTo>
                    <a:pt x="73668" y="18270"/>
                  </a:lnTo>
                  <a:lnTo>
                    <a:pt x="74762" y="17393"/>
                  </a:lnTo>
                  <a:lnTo>
                    <a:pt x="76360" y="16001"/>
                  </a:lnTo>
                  <a:lnTo>
                    <a:pt x="76774" y="15638"/>
                  </a:lnTo>
                  <a:lnTo>
                    <a:pt x="76952" y="15487"/>
                  </a:lnTo>
                  <a:lnTo>
                    <a:pt x="78017" y="14670"/>
                  </a:lnTo>
                  <a:lnTo>
                    <a:pt x="78904" y="14035"/>
                  </a:lnTo>
                  <a:lnTo>
                    <a:pt x="79762" y="13400"/>
                  </a:lnTo>
                  <a:lnTo>
                    <a:pt x="80324" y="12977"/>
                  </a:lnTo>
                  <a:lnTo>
                    <a:pt x="80709" y="12704"/>
                  </a:lnTo>
                  <a:lnTo>
                    <a:pt x="81419" y="12220"/>
                  </a:lnTo>
                  <a:lnTo>
                    <a:pt x="82070" y="11767"/>
                  </a:lnTo>
                  <a:lnTo>
                    <a:pt x="82662" y="11404"/>
                  </a:lnTo>
                  <a:lnTo>
                    <a:pt x="85117" y="9861"/>
                  </a:lnTo>
                  <a:lnTo>
                    <a:pt x="87573" y="8863"/>
                  </a:lnTo>
                  <a:lnTo>
                    <a:pt x="87750" y="8802"/>
                  </a:lnTo>
                  <a:lnTo>
                    <a:pt x="92011" y="7683"/>
                  </a:lnTo>
                  <a:lnTo>
                    <a:pt x="93786" y="7411"/>
                  </a:lnTo>
                  <a:lnTo>
                    <a:pt x="102780" y="5959"/>
                  </a:lnTo>
                  <a:lnTo>
                    <a:pt x="104792" y="5626"/>
                  </a:lnTo>
                  <a:lnTo>
                    <a:pt x="104940" y="5323"/>
                  </a:lnTo>
                  <a:lnTo>
                    <a:pt x="118726" y="3085"/>
                  </a:lnTo>
                  <a:lnTo>
                    <a:pt x="119081" y="3024"/>
                  </a:lnTo>
                  <a:lnTo>
                    <a:pt x="119081" y="3176"/>
                  </a:lnTo>
                  <a:lnTo>
                    <a:pt x="121774" y="2571"/>
                  </a:lnTo>
                  <a:lnTo>
                    <a:pt x="125649" y="1966"/>
                  </a:lnTo>
                  <a:lnTo>
                    <a:pt x="125975" y="1905"/>
                  </a:lnTo>
                  <a:lnTo>
                    <a:pt x="126744" y="1754"/>
                  </a:lnTo>
                  <a:lnTo>
                    <a:pt x="129643" y="1300"/>
                  </a:lnTo>
                  <a:lnTo>
                    <a:pt x="134762" y="544"/>
                  </a:lnTo>
                  <a:lnTo>
                    <a:pt x="1384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020442" y="4338910"/>
              <a:ext cx="83579" cy="126170"/>
            </a:xfrm>
            <a:custGeom>
              <a:avLst/>
              <a:pathLst>
                <a:path w="83579" h="126170">
                  <a:moveTo>
                    <a:pt x="34496" y="1724"/>
                  </a:moveTo>
                  <a:lnTo>
                    <a:pt x="36005" y="3085"/>
                  </a:lnTo>
                  <a:lnTo>
                    <a:pt x="36922" y="3932"/>
                  </a:lnTo>
                  <a:lnTo>
                    <a:pt x="40088" y="7078"/>
                  </a:lnTo>
                  <a:lnTo>
                    <a:pt x="42159" y="9105"/>
                  </a:lnTo>
                  <a:lnTo>
                    <a:pt x="42899" y="9861"/>
                  </a:lnTo>
                  <a:lnTo>
                    <a:pt x="44023" y="11010"/>
                  </a:lnTo>
                  <a:lnTo>
                    <a:pt x="48401" y="15638"/>
                  </a:lnTo>
                  <a:lnTo>
                    <a:pt x="51123" y="18482"/>
                  </a:lnTo>
                  <a:lnTo>
                    <a:pt x="53638" y="21114"/>
                  </a:lnTo>
                  <a:lnTo>
                    <a:pt x="58816" y="26498"/>
                  </a:lnTo>
                  <a:lnTo>
                    <a:pt x="61626" y="29432"/>
                  </a:lnTo>
                  <a:lnTo>
                    <a:pt x="67691" y="35724"/>
                  </a:lnTo>
                  <a:lnTo>
                    <a:pt x="69614" y="37902"/>
                  </a:lnTo>
                  <a:lnTo>
                    <a:pt x="71715" y="40776"/>
                  </a:lnTo>
                  <a:lnTo>
                    <a:pt x="73283" y="43407"/>
                  </a:lnTo>
                  <a:lnTo>
                    <a:pt x="73608" y="44375"/>
                  </a:lnTo>
                  <a:lnTo>
                    <a:pt x="73934" y="45071"/>
                  </a:lnTo>
                  <a:lnTo>
                    <a:pt x="74407" y="69059"/>
                  </a:lnTo>
                  <a:lnTo>
                    <a:pt x="79407" y="91171"/>
                  </a:lnTo>
                  <a:lnTo>
                    <a:pt x="81241" y="100004"/>
                  </a:lnTo>
                  <a:lnTo>
                    <a:pt x="82514" y="114947"/>
                  </a:lnTo>
                  <a:lnTo>
                    <a:pt x="83046" y="120211"/>
                  </a:lnTo>
                  <a:lnTo>
                    <a:pt x="83372" y="124143"/>
                  </a:lnTo>
                  <a:lnTo>
                    <a:pt x="83579" y="126170"/>
                  </a:lnTo>
                  <a:lnTo>
                    <a:pt x="79230" y="123659"/>
                  </a:lnTo>
                  <a:lnTo>
                    <a:pt x="77099" y="123024"/>
                  </a:lnTo>
                  <a:lnTo>
                    <a:pt x="76656" y="121995"/>
                  </a:lnTo>
                  <a:lnTo>
                    <a:pt x="76242" y="120876"/>
                  </a:lnTo>
                  <a:lnTo>
                    <a:pt x="75679" y="119848"/>
                  </a:lnTo>
                  <a:lnTo>
                    <a:pt x="75354" y="118850"/>
                  </a:lnTo>
                  <a:lnTo>
                    <a:pt x="74111" y="117640"/>
                  </a:lnTo>
                  <a:lnTo>
                    <a:pt x="73490" y="116581"/>
                  </a:lnTo>
                  <a:lnTo>
                    <a:pt x="73372" y="115220"/>
                  </a:lnTo>
                  <a:lnTo>
                    <a:pt x="73046" y="113919"/>
                  </a:lnTo>
                  <a:lnTo>
                    <a:pt x="71981" y="113586"/>
                  </a:lnTo>
                  <a:lnTo>
                    <a:pt x="70916" y="112618"/>
                  </a:lnTo>
                  <a:lnTo>
                    <a:pt x="70265" y="112285"/>
                  </a:lnTo>
                  <a:lnTo>
                    <a:pt x="69407" y="112164"/>
                  </a:lnTo>
                  <a:lnTo>
                    <a:pt x="69023" y="111287"/>
                  </a:lnTo>
                  <a:lnTo>
                    <a:pt x="68401" y="110622"/>
                  </a:lnTo>
                  <a:lnTo>
                    <a:pt x="63727" y="109079"/>
                  </a:lnTo>
                  <a:lnTo>
                    <a:pt x="60768" y="106568"/>
                  </a:lnTo>
                  <a:lnTo>
                    <a:pt x="59851" y="103937"/>
                  </a:lnTo>
                  <a:lnTo>
                    <a:pt x="59289" y="102091"/>
                  </a:lnTo>
                  <a:lnTo>
                    <a:pt x="58609" y="99732"/>
                  </a:lnTo>
                  <a:lnTo>
                    <a:pt x="57129" y="98129"/>
                  </a:lnTo>
                  <a:lnTo>
                    <a:pt x="56242" y="97130"/>
                  </a:lnTo>
                  <a:lnTo>
                    <a:pt x="53993" y="97009"/>
                  </a:lnTo>
                  <a:lnTo>
                    <a:pt x="51123" y="97766"/>
                  </a:lnTo>
                  <a:lnTo>
                    <a:pt x="50532" y="98038"/>
                  </a:lnTo>
                  <a:lnTo>
                    <a:pt x="46922" y="99853"/>
                  </a:lnTo>
                  <a:lnTo>
                    <a:pt x="44230" y="101214"/>
                  </a:lnTo>
                  <a:lnTo>
                    <a:pt x="41804" y="101396"/>
                  </a:lnTo>
                  <a:lnTo>
                    <a:pt x="35916" y="101728"/>
                  </a:lnTo>
                  <a:lnTo>
                    <a:pt x="32751" y="102152"/>
                  </a:lnTo>
                  <a:lnTo>
                    <a:pt x="30887" y="104360"/>
                  </a:lnTo>
                  <a:lnTo>
                    <a:pt x="29260" y="107415"/>
                  </a:lnTo>
                  <a:lnTo>
                    <a:pt x="28017" y="111590"/>
                  </a:lnTo>
                  <a:lnTo>
                    <a:pt x="27899" y="112679"/>
                  </a:lnTo>
                  <a:lnTo>
                    <a:pt x="27899" y="112921"/>
                  </a:lnTo>
                  <a:lnTo>
                    <a:pt x="27603" y="115583"/>
                  </a:lnTo>
                  <a:lnTo>
                    <a:pt x="24733" y="116551"/>
                  </a:lnTo>
                  <a:lnTo>
                    <a:pt x="23698" y="116188"/>
                  </a:lnTo>
                  <a:lnTo>
                    <a:pt x="21360" y="115371"/>
                  </a:lnTo>
                  <a:lnTo>
                    <a:pt x="16952" y="112860"/>
                  </a:lnTo>
                  <a:lnTo>
                    <a:pt x="16834" y="112679"/>
                  </a:lnTo>
                  <a:lnTo>
                    <a:pt x="14378" y="108655"/>
                  </a:lnTo>
                  <a:lnTo>
                    <a:pt x="11922" y="102787"/>
                  </a:lnTo>
                  <a:lnTo>
                    <a:pt x="9556" y="97645"/>
                  </a:lnTo>
                  <a:lnTo>
                    <a:pt x="8431" y="95013"/>
                  </a:lnTo>
                  <a:lnTo>
                    <a:pt x="6686" y="92926"/>
                  </a:lnTo>
                  <a:lnTo>
                    <a:pt x="4763" y="90566"/>
                  </a:lnTo>
                  <a:lnTo>
                    <a:pt x="4556" y="90294"/>
                  </a:lnTo>
                  <a:lnTo>
                    <a:pt x="3609" y="90173"/>
                  </a:lnTo>
                  <a:lnTo>
                    <a:pt x="3076" y="90022"/>
                  </a:lnTo>
                  <a:lnTo>
                    <a:pt x="2781" y="89780"/>
                  </a:lnTo>
                  <a:lnTo>
                    <a:pt x="2721" y="89417"/>
                  </a:lnTo>
                  <a:lnTo>
                    <a:pt x="2692" y="88751"/>
                  </a:lnTo>
                  <a:lnTo>
                    <a:pt x="2544" y="88630"/>
                  </a:lnTo>
                  <a:lnTo>
                    <a:pt x="2189" y="88570"/>
                  </a:lnTo>
                  <a:lnTo>
                    <a:pt x="1923" y="88479"/>
                  </a:lnTo>
                  <a:lnTo>
                    <a:pt x="1627" y="88298"/>
                  </a:lnTo>
                  <a:lnTo>
                    <a:pt x="1627" y="87844"/>
                  </a:lnTo>
                  <a:lnTo>
                    <a:pt x="1686" y="87572"/>
                  </a:lnTo>
                  <a:lnTo>
                    <a:pt x="1686" y="87299"/>
                  </a:lnTo>
                  <a:lnTo>
                    <a:pt x="1656" y="86906"/>
                  </a:lnTo>
                  <a:lnTo>
                    <a:pt x="1568" y="86543"/>
                  </a:lnTo>
                  <a:lnTo>
                    <a:pt x="1272" y="86120"/>
                  </a:lnTo>
                  <a:lnTo>
                    <a:pt x="1213" y="85817"/>
                  </a:lnTo>
                  <a:lnTo>
                    <a:pt x="1272" y="85394"/>
                  </a:lnTo>
                  <a:lnTo>
                    <a:pt x="1420" y="85031"/>
                  </a:lnTo>
                  <a:lnTo>
                    <a:pt x="1597" y="84758"/>
                  </a:lnTo>
                  <a:lnTo>
                    <a:pt x="1745" y="84395"/>
                  </a:lnTo>
                  <a:lnTo>
                    <a:pt x="1597" y="84184"/>
                  </a:lnTo>
                  <a:lnTo>
                    <a:pt x="1213" y="84365"/>
                  </a:lnTo>
                  <a:lnTo>
                    <a:pt x="946" y="84456"/>
                  </a:lnTo>
                  <a:lnTo>
                    <a:pt x="295" y="84244"/>
                  </a:lnTo>
                  <a:lnTo>
                    <a:pt x="266" y="84032"/>
                  </a:lnTo>
                  <a:lnTo>
                    <a:pt x="355" y="83730"/>
                  </a:lnTo>
                  <a:lnTo>
                    <a:pt x="473" y="83579"/>
                  </a:lnTo>
                  <a:lnTo>
                    <a:pt x="1005" y="83579"/>
                  </a:lnTo>
                  <a:lnTo>
                    <a:pt x="1183" y="83397"/>
                  </a:lnTo>
                  <a:lnTo>
                    <a:pt x="1065" y="83034"/>
                  </a:lnTo>
                  <a:lnTo>
                    <a:pt x="917" y="83095"/>
                  </a:lnTo>
                  <a:lnTo>
                    <a:pt x="621" y="83034"/>
                  </a:lnTo>
                  <a:lnTo>
                    <a:pt x="621" y="82762"/>
                  </a:lnTo>
                  <a:lnTo>
                    <a:pt x="798" y="82369"/>
                  </a:lnTo>
                  <a:lnTo>
                    <a:pt x="1094" y="81401"/>
                  </a:lnTo>
                  <a:lnTo>
                    <a:pt x="1360" y="80856"/>
                  </a:lnTo>
                  <a:lnTo>
                    <a:pt x="1656" y="80523"/>
                  </a:lnTo>
                  <a:lnTo>
                    <a:pt x="1923" y="80463"/>
                  </a:lnTo>
                  <a:lnTo>
                    <a:pt x="2278" y="80372"/>
                  </a:lnTo>
                  <a:lnTo>
                    <a:pt x="2455" y="80312"/>
                  </a:lnTo>
                  <a:lnTo>
                    <a:pt x="2544" y="80160"/>
                  </a:lnTo>
                  <a:lnTo>
                    <a:pt x="2337" y="79858"/>
                  </a:lnTo>
                  <a:lnTo>
                    <a:pt x="2721" y="79253"/>
                  </a:lnTo>
                  <a:lnTo>
                    <a:pt x="2840" y="79072"/>
                  </a:lnTo>
                  <a:lnTo>
                    <a:pt x="2840" y="78678"/>
                  </a:lnTo>
                  <a:lnTo>
                    <a:pt x="2840" y="78467"/>
                  </a:lnTo>
                  <a:lnTo>
                    <a:pt x="2366" y="78527"/>
                  </a:lnTo>
                  <a:lnTo>
                    <a:pt x="2218" y="78497"/>
                  </a:lnTo>
                  <a:lnTo>
                    <a:pt x="2011" y="78527"/>
                  </a:lnTo>
                  <a:lnTo>
                    <a:pt x="2248" y="78255"/>
                  </a:lnTo>
                  <a:lnTo>
                    <a:pt x="2455" y="78255"/>
                  </a:lnTo>
                  <a:lnTo>
                    <a:pt x="2633" y="78134"/>
                  </a:lnTo>
                  <a:lnTo>
                    <a:pt x="2840" y="78073"/>
                  </a:lnTo>
                  <a:lnTo>
                    <a:pt x="3136" y="78164"/>
                  </a:lnTo>
                  <a:lnTo>
                    <a:pt x="3313" y="77922"/>
                  </a:lnTo>
                  <a:lnTo>
                    <a:pt x="3017" y="77529"/>
                  </a:lnTo>
                  <a:lnTo>
                    <a:pt x="2958" y="77710"/>
                  </a:lnTo>
                  <a:lnTo>
                    <a:pt x="2721" y="77831"/>
                  </a:lnTo>
                  <a:lnTo>
                    <a:pt x="2514" y="77922"/>
                  </a:lnTo>
                  <a:lnTo>
                    <a:pt x="2189" y="78013"/>
                  </a:lnTo>
                  <a:lnTo>
                    <a:pt x="1952" y="78043"/>
                  </a:lnTo>
                  <a:lnTo>
                    <a:pt x="1686" y="78194"/>
                  </a:lnTo>
                  <a:lnTo>
                    <a:pt x="1420" y="78164"/>
                  </a:lnTo>
                  <a:lnTo>
                    <a:pt x="1153" y="77922"/>
                  </a:lnTo>
                  <a:lnTo>
                    <a:pt x="976" y="78164"/>
                  </a:lnTo>
                  <a:lnTo>
                    <a:pt x="798" y="78194"/>
                  </a:lnTo>
                  <a:lnTo>
                    <a:pt x="502" y="77680"/>
                  </a:lnTo>
                  <a:lnTo>
                    <a:pt x="650" y="77650"/>
                  </a:lnTo>
                  <a:lnTo>
                    <a:pt x="798" y="77680"/>
                  </a:lnTo>
                  <a:lnTo>
                    <a:pt x="946" y="77680"/>
                  </a:lnTo>
                  <a:lnTo>
                    <a:pt x="1242" y="77771"/>
                  </a:lnTo>
                  <a:lnTo>
                    <a:pt x="1508" y="77680"/>
                  </a:lnTo>
                  <a:lnTo>
                    <a:pt x="1479" y="77529"/>
                  </a:lnTo>
                  <a:lnTo>
                    <a:pt x="1686" y="77347"/>
                  </a:lnTo>
                  <a:lnTo>
                    <a:pt x="1745" y="77136"/>
                  </a:lnTo>
                  <a:lnTo>
                    <a:pt x="1775" y="76984"/>
                  </a:lnTo>
                  <a:lnTo>
                    <a:pt x="1834" y="76833"/>
                  </a:lnTo>
                  <a:lnTo>
                    <a:pt x="1982" y="76803"/>
                  </a:lnTo>
                  <a:lnTo>
                    <a:pt x="2189" y="76863"/>
                  </a:lnTo>
                  <a:lnTo>
                    <a:pt x="2396" y="76863"/>
                  </a:lnTo>
                  <a:lnTo>
                    <a:pt x="2573" y="76984"/>
                  </a:lnTo>
                  <a:lnTo>
                    <a:pt x="2928" y="77105"/>
                  </a:lnTo>
                  <a:lnTo>
                    <a:pt x="3076" y="77166"/>
                  </a:lnTo>
                  <a:lnTo>
                    <a:pt x="3313" y="77317"/>
                  </a:lnTo>
                  <a:lnTo>
                    <a:pt x="3609" y="77226"/>
                  </a:lnTo>
                  <a:lnTo>
                    <a:pt x="3816" y="76894"/>
                  </a:lnTo>
                  <a:lnTo>
                    <a:pt x="3372" y="76228"/>
                  </a:lnTo>
                  <a:lnTo>
                    <a:pt x="3165" y="76319"/>
                  </a:lnTo>
                  <a:lnTo>
                    <a:pt x="2958" y="76349"/>
                  </a:lnTo>
                  <a:lnTo>
                    <a:pt x="2721" y="76440"/>
                  </a:lnTo>
                  <a:lnTo>
                    <a:pt x="2544" y="76470"/>
                  </a:lnTo>
                  <a:lnTo>
                    <a:pt x="2218" y="76470"/>
                  </a:lnTo>
                  <a:lnTo>
                    <a:pt x="1923" y="76621"/>
                  </a:lnTo>
                  <a:lnTo>
                    <a:pt x="1656" y="76470"/>
                  </a:lnTo>
                  <a:lnTo>
                    <a:pt x="1775" y="76289"/>
                  </a:lnTo>
                  <a:lnTo>
                    <a:pt x="1982" y="76107"/>
                  </a:lnTo>
                  <a:lnTo>
                    <a:pt x="2248" y="75865"/>
                  </a:lnTo>
                  <a:lnTo>
                    <a:pt x="2307" y="75290"/>
                  </a:lnTo>
                  <a:lnTo>
                    <a:pt x="2603" y="74806"/>
                  </a:lnTo>
                  <a:lnTo>
                    <a:pt x="2633" y="74625"/>
                  </a:lnTo>
                  <a:lnTo>
                    <a:pt x="2810" y="74383"/>
                  </a:lnTo>
                  <a:lnTo>
                    <a:pt x="2988" y="74171"/>
                  </a:lnTo>
                  <a:lnTo>
                    <a:pt x="2721" y="74262"/>
                  </a:lnTo>
                  <a:lnTo>
                    <a:pt x="2514" y="74292"/>
                  </a:lnTo>
                  <a:lnTo>
                    <a:pt x="2278" y="74413"/>
                  </a:lnTo>
                  <a:lnTo>
                    <a:pt x="1893" y="74443"/>
                  </a:lnTo>
                  <a:lnTo>
                    <a:pt x="1656" y="74443"/>
                  </a:lnTo>
                  <a:lnTo>
                    <a:pt x="1331" y="74534"/>
                  </a:lnTo>
                  <a:lnTo>
                    <a:pt x="1035" y="74625"/>
                  </a:lnTo>
                  <a:lnTo>
                    <a:pt x="857" y="74655"/>
                  </a:lnTo>
                  <a:lnTo>
                    <a:pt x="591" y="74534"/>
                  </a:lnTo>
                  <a:lnTo>
                    <a:pt x="295" y="74504"/>
                  </a:lnTo>
                  <a:lnTo>
                    <a:pt x="355" y="74232"/>
                  </a:lnTo>
                  <a:lnTo>
                    <a:pt x="591" y="74141"/>
                  </a:lnTo>
                  <a:lnTo>
                    <a:pt x="798" y="74171"/>
                  </a:lnTo>
                  <a:lnTo>
                    <a:pt x="976" y="73899"/>
                  </a:lnTo>
                  <a:lnTo>
                    <a:pt x="1124" y="73838"/>
                  </a:lnTo>
                  <a:lnTo>
                    <a:pt x="1272" y="73778"/>
                  </a:lnTo>
                  <a:lnTo>
                    <a:pt x="1568" y="73748"/>
                  </a:lnTo>
                  <a:lnTo>
                    <a:pt x="1745" y="73717"/>
                  </a:lnTo>
                  <a:lnTo>
                    <a:pt x="2011" y="73657"/>
                  </a:lnTo>
                  <a:lnTo>
                    <a:pt x="2218" y="73566"/>
                  </a:lnTo>
                  <a:lnTo>
                    <a:pt x="2485" y="73566"/>
                  </a:lnTo>
                  <a:lnTo>
                    <a:pt x="2633" y="73445"/>
                  </a:lnTo>
                  <a:lnTo>
                    <a:pt x="2810" y="73173"/>
                  </a:lnTo>
                  <a:lnTo>
                    <a:pt x="2958" y="73052"/>
                  </a:lnTo>
                  <a:lnTo>
                    <a:pt x="3195" y="72991"/>
                  </a:lnTo>
                  <a:lnTo>
                    <a:pt x="3461" y="72810"/>
                  </a:lnTo>
                  <a:lnTo>
                    <a:pt x="3313" y="72659"/>
                  </a:lnTo>
                  <a:lnTo>
                    <a:pt x="3076" y="72659"/>
                  </a:lnTo>
                  <a:lnTo>
                    <a:pt x="3106" y="72840"/>
                  </a:lnTo>
                  <a:lnTo>
                    <a:pt x="2662" y="72931"/>
                  </a:lnTo>
                  <a:lnTo>
                    <a:pt x="2485" y="73052"/>
                  </a:lnTo>
                  <a:lnTo>
                    <a:pt x="2159" y="73143"/>
                  </a:lnTo>
                  <a:lnTo>
                    <a:pt x="1982" y="73173"/>
                  </a:lnTo>
                  <a:lnTo>
                    <a:pt x="1893" y="72991"/>
                  </a:lnTo>
                  <a:lnTo>
                    <a:pt x="2011" y="72628"/>
                  </a:lnTo>
                  <a:lnTo>
                    <a:pt x="1952" y="72477"/>
                  </a:lnTo>
                  <a:lnTo>
                    <a:pt x="1804" y="72356"/>
                  </a:lnTo>
                  <a:lnTo>
                    <a:pt x="1656" y="72205"/>
                  </a:lnTo>
                  <a:lnTo>
                    <a:pt x="1597" y="71993"/>
                  </a:lnTo>
                  <a:lnTo>
                    <a:pt x="1479" y="71781"/>
                  </a:lnTo>
                  <a:lnTo>
                    <a:pt x="1301" y="71570"/>
                  </a:lnTo>
                  <a:lnTo>
                    <a:pt x="1153" y="71267"/>
                  </a:lnTo>
                  <a:lnTo>
                    <a:pt x="828" y="70390"/>
                  </a:lnTo>
                  <a:lnTo>
                    <a:pt x="591" y="70329"/>
                  </a:lnTo>
                  <a:lnTo>
                    <a:pt x="414" y="70450"/>
                  </a:lnTo>
                  <a:lnTo>
                    <a:pt x="59" y="70541"/>
                  </a:lnTo>
                  <a:lnTo>
                    <a:pt x="266" y="70269"/>
                  </a:lnTo>
                  <a:lnTo>
                    <a:pt x="384" y="69906"/>
                  </a:lnTo>
                  <a:lnTo>
                    <a:pt x="591" y="69906"/>
                  </a:lnTo>
                  <a:lnTo>
                    <a:pt x="976" y="69634"/>
                  </a:lnTo>
                  <a:lnTo>
                    <a:pt x="857" y="69482"/>
                  </a:lnTo>
                  <a:lnTo>
                    <a:pt x="769" y="69271"/>
                  </a:lnTo>
                  <a:lnTo>
                    <a:pt x="562" y="69301"/>
                  </a:lnTo>
                  <a:lnTo>
                    <a:pt x="355" y="69301"/>
                  </a:lnTo>
                  <a:lnTo>
                    <a:pt x="355" y="68938"/>
                  </a:lnTo>
                  <a:lnTo>
                    <a:pt x="917" y="68212"/>
                  </a:lnTo>
                  <a:lnTo>
                    <a:pt x="769" y="68182"/>
                  </a:lnTo>
                  <a:lnTo>
                    <a:pt x="473" y="68393"/>
                  </a:lnTo>
                  <a:lnTo>
                    <a:pt x="473" y="68545"/>
                  </a:lnTo>
                  <a:lnTo>
                    <a:pt x="355" y="68696"/>
                  </a:lnTo>
                  <a:lnTo>
                    <a:pt x="177" y="68575"/>
                  </a:lnTo>
                  <a:lnTo>
                    <a:pt x="266" y="68393"/>
                  </a:lnTo>
                  <a:lnTo>
                    <a:pt x="325" y="68242"/>
                  </a:lnTo>
                  <a:lnTo>
                    <a:pt x="384" y="68061"/>
                  </a:lnTo>
                  <a:lnTo>
                    <a:pt x="147" y="68091"/>
                  </a:lnTo>
                  <a:lnTo>
                    <a:pt x="0" y="68000"/>
                  </a:lnTo>
                  <a:lnTo>
                    <a:pt x="207" y="67909"/>
                  </a:lnTo>
                  <a:lnTo>
                    <a:pt x="355" y="67909"/>
                  </a:lnTo>
                  <a:lnTo>
                    <a:pt x="502" y="67849"/>
                  </a:lnTo>
                  <a:lnTo>
                    <a:pt x="710" y="67758"/>
                  </a:lnTo>
                  <a:lnTo>
                    <a:pt x="946" y="67546"/>
                  </a:lnTo>
                  <a:lnTo>
                    <a:pt x="1331" y="67304"/>
                  </a:lnTo>
                  <a:lnTo>
                    <a:pt x="1627" y="67274"/>
                  </a:lnTo>
                  <a:lnTo>
                    <a:pt x="1804" y="67274"/>
                  </a:lnTo>
                  <a:lnTo>
                    <a:pt x="2041" y="67486"/>
                  </a:lnTo>
                  <a:lnTo>
                    <a:pt x="2278" y="67577"/>
                  </a:lnTo>
                  <a:lnTo>
                    <a:pt x="2455" y="67607"/>
                  </a:lnTo>
                  <a:lnTo>
                    <a:pt x="2603" y="67486"/>
                  </a:lnTo>
                  <a:lnTo>
                    <a:pt x="3165" y="67032"/>
                  </a:lnTo>
                  <a:lnTo>
                    <a:pt x="3165" y="67183"/>
                  </a:lnTo>
                  <a:lnTo>
                    <a:pt x="3165" y="67456"/>
                  </a:lnTo>
                  <a:lnTo>
                    <a:pt x="3224" y="67637"/>
                  </a:lnTo>
                  <a:lnTo>
                    <a:pt x="3195" y="67909"/>
                  </a:lnTo>
                  <a:lnTo>
                    <a:pt x="3165" y="68061"/>
                  </a:lnTo>
                  <a:lnTo>
                    <a:pt x="3136" y="68272"/>
                  </a:lnTo>
                  <a:lnTo>
                    <a:pt x="3106" y="68454"/>
                  </a:lnTo>
                  <a:lnTo>
                    <a:pt x="2928" y="68635"/>
                  </a:lnTo>
                  <a:lnTo>
                    <a:pt x="2692" y="68696"/>
                  </a:lnTo>
                  <a:lnTo>
                    <a:pt x="2366" y="68968"/>
                  </a:lnTo>
                  <a:lnTo>
                    <a:pt x="2485" y="69240"/>
                  </a:lnTo>
                  <a:lnTo>
                    <a:pt x="2544" y="69422"/>
                  </a:lnTo>
                  <a:lnTo>
                    <a:pt x="2751" y="69513"/>
                  </a:lnTo>
                  <a:lnTo>
                    <a:pt x="2869" y="69694"/>
                  </a:lnTo>
                  <a:lnTo>
                    <a:pt x="2692" y="69755"/>
                  </a:lnTo>
                  <a:lnTo>
                    <a:pt x="2899" y="70118"/>
                  </a:lnTo>
                  <a:lnTo>
                    <a:pt x="3136" y="70027"/>
                  </a:lnTo>
                  <a:lnTo>
                    <a:pt x="3668" y="69785"/>
                  </a:lnTo>
                  <a:lnTo>
                    <a:pt x="4230" y="69452"/>
                  </a:lnTo>
                  <a:lnTo>
                    <a:pt x="4733" y="69119"/>
                  </a:lnTo>
                  <a:lnTo>
                    <a:pt x="5029" y="68968"/>
                  </a:lnTo>
                  <a:lnTo>
                    <a:pt x="5266" y="68998"/>
                  </a:lnTo>
                  <a:lnTo>
                    <a:pt x="4970" y="69271"/>
                  </a:lnTo>
                  <a:lnTo>
                    <a:pt x="4378" y="69664"/>
                  </a:lnTo>
                  <a:lnTo>
                    <a:pt x="4082" y="69845"/>
                  </a:lnTo>
                  <a:lnTo>
                    <a:pt x="4289" y="70208"/>
                  </a:lnTo>
                  <a:lnTo>
                    <a:pt x="4437" y="70360"/>
                  </a:lnTo>
                  <a:lnTo>
                    <a:pt x="4585" y="70360"/>
                  </a:lnTo>
                  <a:lnTo>
                    <a:pt x="5029" y="70329"/>
                  </a:lnTo>
                  <a:lnTo>
                    <a:pt x="5443" y="70027"/>
                  </a:lnTo>
                  <a:lnTo>
                    <a:pt x="5680" y="69906"/>
                  </a:lnTo>
                  <a:lnTo>
                    <a:pt x="6035" y="70027"/>
                  </a:lnTo>
                  <a:lnTo>
                    <a:pt x="5828" y="70269"/>
                  </a:lnTo>
                  <a:lnTo>
                    <a:pt x="4911" y="70934"/>
                  </a:lnTo>
                  <a:lnTo>
                    <a:pt x="4585" y="71297"/>
                  </a:lnTo>
                  <a:lnTo>
                    <a:pt x="4260" y="71842"/>
                  </a:lnTo>
                  <a:lnTo>
                    <a:pt x="4437" y="72356"/>
                  </a:lnTo>
                  <a:lnTo>
                    <a:pt x="4733" y="72749"/>
                  </a:lnTo>
                  <a:lnTo>
                    <a:pt x="5118" y="73022"/>
                  </a:lnTo>
                  <a:lnTo>
                    <a:pt x="5354" y="73052"/>
                  </a:lnTo>
                  <a:lnTo>
                    <a:pt x="5739" y="72870"/>
                  </a:lnTo>
                  <a:lnTo>
                    <a:pt x="5828" y="73052"/>
                  </a:lnTo>
                  <a:lnTo>
                    <a:pt x="5443" y="73324"/>
                  </a:lnTo>
                  <a:lnTo>
                    <a:pt x="5532" y="73536"/>
                  </a:lnTo>
                  <a:lnTo>
                    <a:pt x="6508" y="74322"/>
                  </a:lnTo>
                  <a:lnTo>
                    <a:pt x="6923" y="74625"/>
                  </a:lnTo>
                  <a:lnTo>
                    <a:pt x="7544" y="74897"/>
                  </a:lnTo>
                  <a:lnTo>
                    <a:pt x="8254" y="75018"/>
                  </a:lnTo>
                  <a:lnTo>
                    <a:pt x="8786" y="74927"/>
                  </a:lnTo>
                  <a:lnTo>
                    <a:pt x="9911" y="74685"/>
                  </a:lnTo>
                  <a:lnTo>
                    <a:pt x="10621" y="74504"/>
                  </a:lnTo>
                  <a:lnTo>
                    <a:pt x="11301" y="74111"/>
                  </a:lnTo>
                  <a:lnTo>
                    <a:pt x="11775" y="73657"/>
                  </a:lnTo>
                  <a:lnTo>
                    <a:pt x="12337" y="72689"/>
                  </a:lnTo>
                  <a:lnTo>
                    <a:pt x="12751" y="72054"/>
                  </a:lnTo>
                  <a:lnTo>
                    <a:pt x="12840" y="71842"/>
                  </a:lnTo>
                  <a:lnTo>
                    <a:pt x="13313" y="71418"/>
                  </a:lnTo>
                  <a:lnTo>
                    <a:pt x="13638" y="70965"/>
                  </a:lnTo>
                  <a:lnTo>
                    <a:pt x="13698" y="70783"/>
                  </a:lnTo>
                  <a:lnTo>
                    <a:pt x="13550" y="70360"/>
                  </a:lnTo>
                  <a:lnTo>
                    <a:pt x="13343" y="70148"/>
                  </a:lnTo>
                  <a:lnTo>
                    <a:pt x="13106" y="69997"/>
                  </a:lnTo>
                  <a:lnTo>
                    <a:pt x="12958" y="69785"/>
                  </a:lnTo>
                  <a:lnTo>
                    <a:pt x="12751" y="69634"/>
                  </a:lnTo>
                  <a:lnTo>
                    <a:pt x="12278" y="69331"/>
                  </a:lnTo>
                  <a:lnTo>
                    <a:pt x="12218" y="69150"/>
                  </a:lnTo>
                  <a:lnTo>
                    <a:pt x="12455" y="69210"/>
                  </a:lnTo>
                  <a:lnTo>
                    <a:pt x="12721" y="69392"/>
                  </a:lnTo>
                  <a:lnTo>
                    <a:pt x="12928" y="69603"/>
                  </a:lnTo>
                  <a:lnTo>
                    <a:pt x="13165" y="69755"/>
                  </a:lnTo>
                  <a:lnTo>
                    <a:pt x="13343" y="69845"/>
                  </a:lnTo>
                  <a:lnTo>
                    <a:pt x="13579" y="69876"/>
                  </a:lnTo>
                  <a:lnTo>
                    <a:pt x="13668" y="69694"/>
                  </a:lnTo>
                  <a:lnTo>
                    <a:pt x="13727" y="69301"/>
                  </a:lnTo>
                  <a:lnTo>
                    <a:pt x="13609" y="69089"/>
                  </a:lnTo>
                  <a:lnTo>
                    <a:pt x="13431" y="68968"/>
                  </a:lnTo>
                  <a:lnTo>
                    <a:pt x="13402" y="68424"/>
                  </a:lnTo>
                  <a:lnTo>
                    <a:pt x="13520" y="68121"/>
                  </a:lnTo>
                  <a:lnTo>
                    <a:pt x="13343" y="68030"/>
                  </a:lnTo>
                  <a:lnTo>
                    <a:pt x="13106" y="68091"/>
                  </a:lnTo>
                  <a:lnTo>
                    <a:pt x="12662" y="68242"/>
                  </a:lnTo>
                  <a:lnTo>
                    <a:pt x="12425" y="68393"/>
                  </a:lnTo>
                  <a:lnTo>
                    <a:pt x="12189" y="68393"/>
                  </a:lnTo>
                  <a:lnTo>
                    <a:pt x="12573" y="68182"/>
                  </a:lnTo>
                  <a:lnTo>
                    <a:pt x="12988" y="68030"/>
                  </a:lnTo>
                  <a:lnTo>
                    <a:pt x="13402" y="67819"/>
                  </a:lnTo>
                  <a:lnTo>
                    <a:pt x="13550" y="67849"/>
                  </a:lnTo>
                  <a:lnTo>
                    <a:pt x="13727" y="67456"/>
                  </a:lnTo>
                  <a:lnTo>
                    <a:pt x="13875" y="67425"/>
                  </a:lnTo>
                  <a:lnTo>
                    <a:pt x="14644" y="67486"/>
                  </a:lnTo>
                  <a:lnTo>
                    <a:pt x="14881" y="66820"/>
                  </a:lnTo>
                  <a:lnTo>
                    <a:pt x="14911" y="66669"/>
                  </a:lnTo>
                  <a:lnTo>
                    <a:pt x="14674" y="66488"/>
                  </a:lnTo>
                  <a:lnTo>
                    <a:pt x="14940" y="66427"/>
                  </a:lnTo>
                  <a:lnTo>
                    <a:pt x="14970" y="66276"/>
                  </a:lnTo>
                  <a:lnTo>
                    <a:pt x="15177" y="65762"/>
                  </a:lnTo>
                  <a:lnTo>
                    <a:pt x="15059" y="65308"/>
                  </a:lnTo>
                  <a:lnTo>
                    <a:pt x="15887" y="65066"/>
                  </a:lnTo>
                  <a:lnTo>
                    <a:pt x="15946" y="64854"/>
                  </a:lnTo>
                  <a:lnTo>
                    <a:pt x="16035" y="64189"/>
                  </a:lnTo>
                  <a:lnTo>
                    <a:pt x="16715" y="63886"/>
                  </a:lnTo>
                  <a:lnTo>
                    <a:pt x="16745" y="63675"/>
                  </a:lnTo>
                  <a:lnTo>
                    <a:pt x="16775" y="63463"/>
                  </a:lnTo>
                  <a:lnTo>
                    <a:pt x="16775" y="63312"/>
                  </a:lnTo>
                  <a:lnTo>
                    <a:pt x="16834" y="62828"/>
                  </a:lnTo>
                  <a:lnTo>
                    <a:pt x="16627" y="62011"/>
                  </a:lnTo>
                  <a:lnTo>
                    <a:pt x="16419" y="61950"/>
                  </a:lnTo>
                  <a:lnTo>
                    <a:pt x="16183" y="61678"/>
                  </a:lnTo>
                  <a:lnTo>
                    <a:pt x="16153" y="61466"/>
                  </a:lnTo>
                  <a:lnTo>
                    <a:pt x="15739" y="61013"/>
                  </a:lnTo>
                  <a:lnTo>
                    <a:pt x="15680" y="60831"/>
                  </a:lnTo>
                  <a:lnTo>
                    <a:pt x="15650" y="60619"/>
                  </a:lnTo>
                  <a:lnTo>
                    <a:pt x="15650" y="60166"/>
                  </a:lnTo>
                  <a:lnTo>
                    <a:pt x="16005" y="60045"/>
                  </a:lnTo>
                  <a:lnTo>
                    <a:pt x="16183" y="59742"/>
                  </a:lnTo>
                  <a:lnTo>
                    <a:pt x="16005" y="59379"/>
                  </a:lnTo>
                  <a:lnTo>
                    <a:pt x="15414" y="59349"/>
                  </a:lnTo>
                  <a:lnTo>
                    <a:pt x="15118" y="59440"/>
                  </a:lnTo>
                  <a:lnTo>
                    <a:pt x="15088" y="59258"/>
                  </a:lnTo>
                  <a:lnTo>
                    <a:pt x="15029" y="59107"/>
                  </a:lnTo>
                  <a:lnTo>
                    <a:pt x="14763" y="58956"/>
                  </a:lnTo>
                  <a:lnTo>
                    <a:pt x="14496" y="58835"/>
                  </a:lnTo>
                  <a:lnTo>
                    <a:pt x="14201" y="58653"/>
                  </a:lnTo>
                  <a:lnTo>
                    <a:pt x="13875" y="58381"/>
                  </a:lnTo>
                  <a:lnTo>
                    <a:pt x="13698" y="58230"/>
                  </a:lnTo>
                  <a:lnTo>
                    <a:pt x="13638" y="58018"/>
                  </a:lnTo>
                  <a:lnTo>
                    <a:pt x="13638" y="57806"/>
                  </a:lnTo>
                  <a:lnTo>
                    <a:pt x="13757" y="57594"/>
                  </a:lnTo>
                  <a:lnTo>
                    <a:pt x="13905" y="57504"/>
                  </a:lnTo>
                  <a:lnTo>
                    <a:pt x="14112" y="57262"/>
                  </a:lnTo>
                  <a:lnTo>
                    <a:pt x="14053" y="57110"/>
                  </a:lnTo>
                  <a:lnTo>
                    <a:pt x="13934" y="56959"/>
                  </a:lnTo>
                  <a:lnTo>
                    <a:pt x="13757" y="56868"/>
                  </a:lnTo>
                  <a:lnTo>
                    <a:pt x="13757" y="56566"/>
                  </a:lnTo>
                  <a:lnTo>
                    <a:pt x="13905" y="56505"/>
                  </a:lnTo>
                  <a:lnTo>
                    <a:pt x="14112" y="56536"/>
                  </a:lnTo>
                  <a:lnTo>
                    <a:pt x="14556" y="56687"/>
                  </a:lnTo>
                  <a:lnTo>
                    <a:pt x="14792" y="56868"/>
                  </a:lnTo>
                  <a:lnTo>
                    <a:pt x="15029" y="56929"/>
                  </a:lnTo>
                  <a:lnTo>
                    <a:pt x="15354" y="56717"/>
                  </a:lnTo>
                  <a:lnTo>
                    <a:pt x="15591" y="56687"/>
                  </a:lnTo>
                  <a:lnTo>
                    <a:pt x="15769" y="56747"/>
                  </a:lnTo>
                  <a:lnTo>
                    <a:pt x="16035" y="56566"/>
                  </a:lnTo>
                  <a:lnTo>
                    <a:pt x="16272" y="56445"/>
                  </a:lnTo>
                  <a:lnTo>
                    <a:pt x="16331" y="56142"/>
                  </a:lnTo>
                  <a:lnTo>
                    <a:pt x="16360" y="55719"/>
                  </a:lnTo>
                  <a:lnTo>
                    <a:pt x="16508" y="55477"/>
                  </a:lnTo>
                  <a:lnTo>
                    <a:pt x="16715" y="55265"/>
                  </a:lnTo>
                  <a:lnTo>
                    <a:pt x="16775" y="54781"/>
                  </a:lnTo>
                  <a:lnTo>
                    <a:pt x="16656" y="54327"/>
                  </a:lnTo>
                  <a:lnTo>
                    <a:pt x="16656" y="53934"/>
                  </a:lnTo>
                  <a:lnTo>
                    <a:pt x="16597" y="53632"/>
                  </a:lnTo>
                  <a:lnTo>
                    <a:pt x="16627" y="53269"/>
                  </a:lnTo>
                  <a:lnTo>
                    <a:pt x="16686" y="52815"/>
                  </a:lnTo>
                  <a:lnTo>
                    <a:pt x="16597" y="52392"/>
                  </a:lnTo>
                  <a:lnTo>
                    <a:pt x="16479" y="52059"/>
                  </a:lnTo>
                  <a:lnTo>
                    <a:pt x="16508" y="51877"/>
                  </a:lnTo>
                  <a:lnTo>
                    <a:pt x="16390" y="51635"/>
                  </a:lnTo>
                  <a:lnTo>
                    <a:pt x="16390" y="51424"/>
                  </a:lnTo>
                  <a:lnTo>
                    <a:pt x="16360" y="51151"/>
                  </a:lnTo>
                  <a:lnTo>
                    <a:pt x="16153" y="50819"/>
                  </a:lnTo>
                  <a:lnTo>
                    <a:pt x="16094" y="50516"/>
                  </a:lnTo>
                  <a:lnTo>
                    <a:pt x="15887" y="50274"/>
                  </a:lnTo>
                  <a:lnTo>
                    <a:pt x="15680" y="49972"/>
                  </a:lnTo>
                  <a:lnTo>
                    <a:pt x="15621" y="49730"/>
                  </a:lnTo>
                  <a:lnTo>
                    <a:pt x="15443" y="49488"/>
                  </a:lnTo>
                  <a:lnTo>
                    <a:pt x="15295" y="49246"/>
                  </a:lnTo>
                  <a:lnTo>
                    <a:pt x="15177" y="48973"/>
                  </a:lnTo>
                  <a:lnTo>
                    <a:pt x="14970" y="48641"/>
                  </a:lnTo>
                  <a:lnTo>
                    <a:pt x="14763" y="48278"/>
                  </a:lnTo>
                  <a:lnTo>
                    <a:pt x="14615" y="47975"/>
                  </a:lnTo>
                  <a:lnTo>
                    <a:pt x="14496" y="47612"/>
                  </a:lnTo>
                  <a:lnTo>
                    <a:pt x="14289" y="47128"/>
                  </a:lnTo>
                  <a:lnTo>
                    <a:pt x="13905" y="46553"/>
                  </a:lnTo>
                  <a:lnTo>
                    <a:pt x="13579" y="45948"/>
                  </a:lnTo>
                  <a:lnTo>
                    <a:pt x="13165" y="45404"/>
                  </a:lnTo>
                  <a:lnTo>
                    <a:pt x="12928" y="45162"/>
                  </a:lnTo>
                  <a:lnTo>
                    <a:pt x="12692" y="44950"/>
                  </a:lnTo>
                  <a:lnTo>
                    <a:pt x="12573" y="44678"/>
                  </a:lnTo>
                  <a:lnTo>
                    <a:pt x="12485" y="44285"/>
                  </a:lnTo>
                  <a:lnTo>
                    <a:pt x="12248" y="43891"/>
                  </a:lnTo>
                  <a:lnTo>
                    <a:pt x="11982" y="43286"/>
                  </a:lnTo>
                  <a:lnTo>
                    <a:pt x="11715" y="42833"/>
                  </a:lnTo>
                  <a:lnTo>
                    <a:pt x="11538" y="42409"/>
                  </a:lnTo>
                  <a:lnTo>
                    <a:pt x="11272" y="41744"/>
                  </a:lnTo>
                  <a:lnTo>
                    <a:pt x="10887" y="41108"/>
                  </a:lnTo>
                  <a:lnTo>
                    <a:pt x="10709" y="40866"/>
                  </a:lnTo>
                  <a:lnTo>
                    <a:pt x="10443" y="40624"/>
                  </a:lnTo>
                  <a:lnTo>
                    <a:pt x="10207" y="40292"/>
                  </a:lnTo>
                  <a:lnTo>
                    <a:pt x="10029" y="39959"/>
                  </a:lnTo>
                  <a:lnTo>
                    <a:pt x="9881" y="39536"/>
                  </a:lnTo>
                  <a:lnTo>
                    <a:pt x="9644" y="39324"/>
                  </a:lnTo>
                  <a:lnTo>
                    <a:pt x="9437" y="39354"/>
                  </a:lnTo>
                  <a:lnTo>
                    <a:pt x="8934" y="39989"/>
                  </a:lnTo>
                  <a:lnTo>
                    <a:pt x="8402" y="40534"/>
                  </a:lnTo>
                  <a:lnTo>
                    <a:pt x="7781" y="41048"/>
                  </a:lnTo>
                  <a:lnTo>
                    <a:pt x="7603" y="40745"/>
                  </a:lnTo>
                  <a:lnTo>
                    <a:pt x="7721" y="40322"/>
                  </a:lnTo>
                  <a:lnTo>
                    <a:pt x="7544" y="38326"/>
                  </a:lnTo>
                  <a:lnTo>
                    <a:pt x="7869" y="35996"/>
                  </a:lnTo>
                  <a:lnTo>
                    <a:pt x="7988" y="35240"/>
                  </a:lnTo>
                  <a:lnTo>
                    <a:pt x="8786" y="34514"/>
                  </a:lnTo>
                  <a:lnTo>
                    <a:pt x="11242" y="35089"/>
                  </a:lnTo>
                  <a:lnTo>
                    <a:pt x="12011" y="35422"/>
                  </a:lnTo>
                  <a:lnTo>
                    <a:pt x="15059" y="32397"/>
                  </a:lnTo>
                  <a:lnTo>
                    <a:pt x="16508" y="33123"/>
                  </a:lnTo>
                  <a:lnTo>
                    <a:pt x="16745" y="32518"/>
                  </a:lnTo>
                  <a:lnTo>
                    <a:pt x="16893" y="32185"/>
                  </a:lnTo>
                  <a:lnTo>
                    <a:pt x="17189" y="31519"/>
                  </a:lnTo>
                  <a:lnTo>
                    <a:pt x="17366" y="31066"/>
                  </a:lnTo>
                  <a:lnTo>
                    <a:pt x="17780" y="30037"/>
                  </a:lnTo>
                  <a:lnTo>
                    <a:pt x="18047" y="29493"/>
                  </a:lnTo>
                  <a:lnTo>
                    <a:pt x="18135" y="29281"/>
                  </a:lnTo>
                  <a:lnTo>
                    <a:pt x="18283" y="28948"/>
                  </a:lnTo>
                  <a:lnTo>
                    <a:pt x="18786" y="27587"/>
                  </a:lnTo>
                  <a:lnTo>
                    <a:pt x="19378" y="26105"/>
                  </a:lnTo>
                  <a:lnTo>
                    <a:pt x="19703" y="25318"/>
                  </a:lnTo>
                  <a:lnTo>
                    <a:pt x="20088" y="24411"/>
                  </a:lnTo>
                  <a:lnTo>
                    <a:pt x="20206" y="23987"/>
                  </a:lnTo>
                  <a:lnTo>
                    <a:pt x="20325" y="23594"/>
                  </a:lnTo>
                  <a:lnTo>
                    <a:pt x="20443" y="22838"/>
                  </a:lnTo>
                  <a:lnTo>
                    <a:pt x="20473" y="22021"/>
                  </a:lnTo>
                  <a:lnTo>
                    <a:pt x="20473" y="21477"/>
                  </a:lnTo>
                  <a:lnTo>
                    <a:pt x="20414" y="20872"/>
                  </a:lnTo>
                  <a:lnTo>
                    <a:pt x="20354" y="20569"/>
                  </a:lnTo>
                  <a:lnTo>
                    <a:pt x="20206" y="20085"/>
                  </a:lnTo>
                  <a:lnTo>
                    <a:pt x="19703" y="18905"/>
                  </a:lnTo>
                  <a:lnTo>
                    <a:pt x="19378" y="18482"/>
                  </a:lnTo>
                  <a:lnTo>
                    <a:pt x="19260" y="18331"/>
                  </a:lnTo>
                  <a:lnTo>
                    <a:pt x="19496" y="18089"/>
                  </a:lnTo>
                  <a:lnTo>
                    <a:pt x="20295" y="16818"/>
                  </a:lnTo>
                  <a:lnTo>
                    <a:pt x="20532" y="16425"/>
                  </a:lnTo>
                  <a:lnTo>
                    <a:pt x="21479" y="15094"/>
                  </a:lnTo>
                  <a:lnTo>
                    <a:pt x="22810" y="13279"/>
                  </a:lnTo>
                  <a:lnTo>
                    <a:pt x="24200" y="11373"/>
                  </a:lnTo>
                  <a:lnTo>
                    <a:pt x="25798" y="9165"/>
                  </a:lnTo>
                  <a:lnTo>
                    <a:pt x="26064" y="8832"/>
                  </a:lnTo>
                  <a:lnTo>
                    <a:pt x="27248" y="7199"/>
                  </a:lnTo>
                  <a:lnTo>
                    <a:pt x="29319" y="4174"/>
                  </a:lnTo>
                  <a:lnTo>
                    <a:pt x="30177" y="2994"/>
                  </a:lnTo>
                  <a:lnTo>
                    <a:pt x="31212" y="1633"/>
                  </a:lnTo>
                  <a:lnTo>
                    <a:pt x="31360" y="1361"/>
                  </a:lnTo>
                  <a:lnTo>
                    <a:pt x="31597" y="937"/>
                  </a:lnTo>
                  <a:lnTo>
                    <a:pt x="32396" y="60"/>
                  </a:lnTo>
                  <a:lnTo>
                    <a:pt x="326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817700" y="2505734"/>
              <a:ext cx="145146" cy="143805"/>
            </a:xfrm>
            <a:custGeom>
              <a:avLst/>
              <a:pathLst>
                <a:path w="145146" h="143805">
                  <a:moveTo>
                    <a:pt x="89969" y="1724"/>
                  </a:moveTo>
                  <a:lnTo>
                    <a:pt x="92691" y="4567"/>
                  </a:lnTo>
                  <a:lnTo>
                    <a:pt x="101271" y="13128"/>
                  </a:lnTo>
                  <a:lnTo>
                    <a:pt x="106744" y="18754"/>
                  </a:lnTo>
                  <a:lnTo>
                    <a:pt x="133016" y="45253"/>
                  </a:lnTo>
                  <a:lnTo>
                    <a:pt x="142750" y="55053"/>
                  </a:lnTo>
                  <a:lnTo>
                    <a:pt x="145146" y="57504"/>
                  </a:lnTo>
                  <a:lnTo>
                    <a:pt x="144200" y="59016"/>
                  </a:lnTo>
                  <a:lnTo>
                    <a:pt x="123075" y="111801"/>
                  </a:lnTo>
                  <a:lnTo>
                    <a:pt x="122898" y="112225"/>
                  </a:lnTo>
                  <a:lnTo>
                    <a:pt x="122040" y="114373"/>
                  </a:lnTo>
                  <a:lnTo>
                    <a:pt x="121892" y="114796"/>
                  </a:lnTo>
                  <a:lnTo>
                    <a:pt x="121685" y="115310"/>
                  </a:lnTo>
                  <a:lnTo>
                    <a:pt x="121596" y="115492"/>
                  </a:lnTo>
                  <a:lnTo>
                    <a:pt x="121419" y="115885"/>
                  </a:lnTo>
                  <a:lnTo>
                    <a:pt x="121123" y="115825"/>
                  </a:lnTo>
                  <a:lnTo>
                    <a:pt x="120827" y="115462"/>
                  </a:lnTo>
                  <a:lnTo>
                    <a:pt x="120561" y="115129"/>
                  </a:lnTo>
                  <a:lnTo>
                    <a:pt x="120354" y="115038"/>
                  </a:lnTo>
                  <a:lnTo>
                    <a:pt x="120146" y="114947"/>
                  </a:lnTo>
                  <a:lnTo>
                    <a:pt x="119910" y="114917"/>
                  </a:lnTo>
                  <a:lnTo>
                    <a:pt x="119703" y="114917"/>
                  </a:lnTo>
                  <a:lnTo>
                    <a:pt x="119466" y="115068"/>
                  </a:lnTo>
                  <a:lnTo>
                    <a:pt x="119170" y="115371"/>
                  </a:lnTo>
                  <a:lnTo>
                    <a:pt x="119022" y="115764"/>
                  </a:lnTo>
                  <a:lnTo>
                    <a:pt x="118933" y="116067"/>
                  </a:lnTo>
                  <a:lnTo>
                    <a:pt x="118223" y="116641"/>
                  </a:lnTo>
                  <a:lnTo>
                    <a:pt x="117809" y="117156"/>
                  </a:lnTo>
                  <a:lnTo>
                    <a:pt x="117336" y="118154"/>
                  </a:lnTo>
                  <a:lnTo>
                    <a:pt x="117543" y="118577"/>
                  </a:lnTo>
                  <a:lnTo>
                    <a:pt x="117720" y="119545"/>
                  </a:lnTo>
                  <a:lnTo>
                    <a:pt x="117809" y="119818"/>
                  </a:lnTo>
                  <a:lnTo>
                    <a:pt x="117691" y="120241"/>
                  </a:lnTo>
                  <a:lnTo>
                    <a:pt x="117543" y="120392"/>
                  </a:lnTo>
                  <a:lnTo>
                    <a:pt x="117306" y="120695"/>
                  </a:lnTo>
                  <a:lnTo>
                    <a:pt x="116892" y="121088"/>
                  </a:lnTo>
                  <a:lnTo>
                    <a:pt x="116419" y="121481"/>
                  </a:lnTo>
                  <a:lnTo>
                    <a:pt x="116152" y="121844"/>
                  </a:lnTo>
                  <a:lnTo>
                    <a:pt x="115945" y="122056"/>
                  </a:lnTo>
                  <a:lnTo>
                    <a:pt x="114880" y="122510"/>
                  </a:lnTo>
                  <a:lnTo>
                    <a:pt x="114081" y="122842"/>
                  </a:lnTo>
                  <a:lnTo>
                    <a:pt x="113519" y="122933"/>
                  </a:lnTo>
                  <a:lnTo>
                    <a:pt x="113076" y="123115"/>
                  </a:lnTo>
                  <a:lnTo>
                    <a:pt x="112543" y="123205"/>
                  </a:lnTo>
                  <a:lnTo>
                    <a:pt x="112306" y="122752"/>
                  </a:lnTo>
                  <a:lnTo>
                    <a:pt x="112129" y="122479"/>
                  </a:lnTo>
                  <a:lnTo>
                    <a:pt x="111981" y="122177"/>
                  </a:lnTo>
                  <a:lnTo>
                    <a:pt x="111744" y="121935"/>
                  </a:lnTo>
                  <a:lnTo>
                    <a:pt x="111241" y="121632"/>
                  </a:lnTo>
                  <a:lnTo>
                    <a:pt x="109584" y="121239"/>
                  </a:lnTo>
                  <a:lnTo>
                    <a:pt x="108993" y="120997"/>
                  </a:lnTo>
                  <a:lnTo>
                    <a:pt x="108667" y="120695"/>
                  </a:lnTo>
                  <a:lnTo>
                    <a:pt x="108283" y="120543"/>
                  </a:lnTo>
                  <a:lnTo>
                    <a:pt x="107957" y="120543"/>
                  </a:lnTo>
                  <a:lnTo>
                    <a:pt x="107218" y="120695"/>
                  </a:lnTo>
                  <a:lnTo>
                    <a:pt x="106655" y="120574"/>
                  </a:lnTo>
                  <a:lnTo>
                    <a:pt x="106389" y="120301"/>
                  </a:lnTo>
                  <a:lnTo>
                    <a:pt x="105916" y="120029"/>
                  </a:lnTo>
                  <a:lnTo>
                    <a:pt x="105620" y="119999"/>
                  </a:lnTo>
                  <a:lnTo>
                    <a:pt x="105265" y="120090"/>
                  </a:lnTo>
                  <a:lnTo>
                    <a:pt x="104821" y="120180"/>
                  </a:lnTo>
                  <a:lnTo>
                    <a:pt x="104437" y="120453"/>
                  </a:lnTo>
                  <a:lnTo>
                    <a:pt x="103963" y="120967"/>
                  </a:lnTo>
                  <a:lnTo>
                    <a:pt x="102484" y="122147"/>
                  </a:lnTo>
                  <a:lnTo>
                    <a:pt x="101981" y="122570"/>
                  </a:lnTo>
                  <a:lnTo>
                    <a:pt x="101892" y="123205"/>
                  </a:lnTo>
                  <a:lnTo>
                    <a:pt x="101803" y="123780"/>
                  </a:lnTo>
                  <a:lnTo>
                    <a:pt x="101715" y="124113"/>
                  </a:lnTo>
                  <a:lnTo>
                    <a:pt x="101656" y="124415"/>
                  </a:lnTo>
                  <a:lnTo>
                    <a:pt x="101241" y="124567"/>
                  </a:lnTo>
                  <a:lnTo>
                    <a:pt x="100709" y="124597"/>
                  </a:lnTo>
                  <a:lnTo>
                    <a:pt x="99732" y="124325"/>
                  </a:lnTo>
                  <a:lnTo>
                    <a:pt x="98756" y="124294"/>
                  </a:lnTo>
                  <a:lnTo>
                    <a:pt x="96744" y="125020"/>
                  </a:lnTo>
                  <a:lnTo>
                    <a:pt x="95620" y="125565"/>
                  </a:lnTo>
                  <a:lnTo>
                    <a:pt x="95295" y="125958"/>
                  </a:lnTo>
                  <a:lnTo>
                    <a:pt x="95295" y="126291"/>
                  </a:lnTo>
                  <a:lnTo>
                    <a:pt x="95058" y="127289"/>
                  </a:lnTo>
                  <a:lnTo>
                    <a:pt x="95058" y="128136"/>
                  </a:lnTo>
                  <a:lnTo>
                    <a:pt x="94999" y="128348"/>
                  </a:lnTo>
                  <a:lnTo>
                    <a:pt x="94969" y="128560"/>
                  </a:lnTo>
                  <a:lnTo>
                    <a:pt x="94851" y="128953"/>
                  </a:lnTo>
                  <a:lnTo>
                    <a:pt x="94762" y="129225"/>
                  </a:lnTo>
                  <a:lnTo>
                    <a:pt x="94585" y="129679"/>
                  </a:lnTo>
                  <a:lnTo>
                    <a:pt x="94466" y="129951"/>
                  </a:lnTo>
                  <a:lnTo>
                    <a:pt x="93017" y="135366"/>
                  </a:lnTo>
                  <a:lnTo>
                    <a:pt x="79762" y="132280"/>
                  </a:lnTo>
                  <a:lnTo>
                    <a:pt x="74940" y="133490"/>
                  </a:lnTo>
                  <a:lnTo>
                    <a:pt x="74999" y="133793"/>
                  </a:lnTo>
                  <a:lnTo>
                    <a:pt x="74940" y="134186"/>
                  </a:lnTo>
                  <a:lnTo>
                    <a:pt x="74910" y="134700"/>
                  </a:lnTo>
                  <a:lnTo>
                    <a:pt x="75029" y="135335"/>
                  </a:lnTo>
                  <a:lnTo>
                    <a:pt x="75088" y="135819"/>
                  </a:lnTo>
                  <a:lnTo>
                    <a:pt x="75029" y="136182"/>
                  </a:lnTo>
                  <a:lnTo>
                    <a:pt x="74792" y="136576"/>
                  </a:lnTo>
                  <a:lnTo>
                    <a:pt x="74555" y="136969"/>
                  </a:lnTo>
                  <a:lnTo>
                    <a:pt x="74466" y="137120"/>
                  </a:lnTo>
                  <a:lnTo>
                    <a:pt x="74230" y="137211"/>
                  </a:lnTo>
                  <a:lnTo>
                    <a:pt x="73786" y="137211"/>
                  </a:lnTo>
                  <a:lnTo>
                    <a:pt x="73431" y="137332"/>
                  </a:lnTo>
                  <a:lnTo>
                    <a:pt x="73224" y="137423"/>
                  </a:lnTo>
                  <a:lnTo>
                    <a:pt x="73017" y="137604"/>
                  </a:lnTo>
                  <a:lnTo>
                    <a:pt x="72810" y="137816"/>
                  </a:lnTo>
                  <a:lnTo>
                    <a:pt x="72691" y="138028"/>
                  </a:lnTo>
                  <a:lnTo>
                    <a:pt x="72691" y="138179"/>
                  </a:lnTo>
                  <a:lnTo>
                    <a:pt x="72484" y="138451"/>
                  </a:lnTo>
                  <a:lnTo>
                    <a:pt x="72247" y="138572"/>
                  </a:lnTo>
                  <a:lnTo>
                    <a:pt x="71833" y="138663"/>
                  </a:lnTo>
                  <a:lnTo>
                    <a:pt x="69881" y="138633"/>
                  </a:lnTo>
                  <a:lnTo>
                    <a:pt x="69496" y="138814"/>
                  </a:lnTo>
                  <a:lnTo>
                    <a:pt x="69348" y="138965"/>
                  </a:lnTo>
                  <a:lnTo>
                    <a:pt x="69171" y="139026"/>
                  </a:lnTo>
                  <a:lnTo>
                    <a:pt x="68608" y="138935"/>
                  </a:lnTo>
                  <a:lnTo>
                    <a:pt x="68135" y="138512"/>
                  </a:lnTo>
                  <a:lnTo>
                    <a:pt x="67780" y="137997"/>
                  </a:lnTo>
                  <a:lnTo>
                    <a:pt x="67395" y="137755"/>
                  </a:lnTo>
                  <a:lnTo>
                    <a:pt x="67129" y="137604"/>
                  </a:lnTo>
                  <a:lnTo>
                    <a:pt x="66952" y="137544"/>
                  </a:lnTo>
                  <a:lnTo>
                    <a:pt x="66182" y="137513"/>
                  </a:lnTo>
                  <a:lnTo>
                    <a:pt x="65591" y="137483"/>
                  </a:lnTo>
                  <a:lnTo>
                    <a:pt x="65443" y="137453"/>
                  </a:lnTo>
                  <a:lnTo>
                    <a:pt x="64703" y="137332"/>
                  </a:lnTo>
                  <a:lnTo>
                    <a:pt x="64023" y="137029"/>
                  </a:lnTo>
                  <a:lnTo>
                    <a:pt x="63668" y="136757"/>
                  </a:lnTo>
                  <a:lnTo>
                    <a:pt x="63431" y="136364"/>
                  </a:lnTo>
                  <a:lnTo>
                    <a:pt x="63372" y="136152"/>
                  </a:lnTo>
                  <a:lnTo>
                    <a:pt x="63372" y="135971"/>
                  </a:lnTo>
                  <a:lnTo>
                    <a:pt x="63283" y="135789"/>
                  </a:lnTo>
                  <a:lnTo>
                    <a:pt x="62721" y="135487"/>
                  </a:lnTo>
                  <a:lnTo>
                    <a:pt x="62011" y="135184"/>
                  </a:lnTo>
                  <a:lnTo>
                    <a:pt x="61390" y="134882"/>
                  </a:lnTo>
                  <a:lnTo>
                    <a:pt x="60295" y="134821"/>
                  </a:lnTo>
                  <a:lnTo>
                    <a:pt x="58934" y="134821"/>
                  </a:lnTo>
                  <a:lnTo>
                    <a:pt x="57751" y="135124"/>
                  </a:lnTo>
                  <a:lnTo>
                    <a:pt x="56833" y="135759"/>
                  </a:lnTo>
                  <a:lnTo>
                    <a:pt x="55916" y="136939"/>
                  </a:lnTo>
                  <a:lnTo>
                    <a:pt x="55443" y="137392"/>
                  </a:lnTo>
                  <a:lnTo>
                    <a:pt x="55088" y="137574"/>
                  </a:lnTo>
                  <a:lnTo>
                    <a:pt x="54378" y="137937"/>
                  </a:lnTo>
                  <a:lnTo>
                    <a:pt x="54230" y="138058"/>
                  </a:lnTo>
                  <a:lnTo>
                    <a:pt x="53786" y="138270"/>
                  </a:lnTo>
                  <a:lnTo>
                    <a:pt x="53490" y="138270"/>
                  </a:lnTo>
                  <a:lnTo>
                    <a:pt x="52987" y="138058"/>
                  </a:lnTo>
                  <a:lnTo>
                    <a:pt x="52573" y="137876"/>
                  </a:lnTo>
                  <a:lnTo>
                    <a:pt x="52188" y="137786"/>
                  </a:lnTo>
                  <a:lnTo>
                    <a:pt x="51567" y="137665"/>
                  </a:lnTo>
                  <a:lnTo>
                    <a:pt x="51123" y="137544"/>
                  </a:lnTo>
                  <a:lnTo>
                    <a:pt x="50680" y="137574"/>
                  </a:lnTo>
                  <a:lnTo>
                    <a:pt x="50147" y="137483"/>
                  </a:lnTo>
                  <a:lnTo>
                    <a:pt x="49703" y="137302"/>
                  </a:lnTo>
                  <a:lnTo>
                    <a:pt x="48993" y="137241"/>
                  </a:lnTo>
                  <a:lnTo>
                    <a:pt x="48520" y="137241"/>
                  </a:lnTo>
                  <a:lnTo>
                    <a:pt x="48106" y="137150"/>
                  </a:lnTo>
                  <a:lnTo>
                    <a:pt x="47780" y="137029"/>
                  </a:lnTo>
                  <a:lnTo>
                    <a:pt x="46508" y="136061"/>
                  </a:lnTo>
                  <a:lnTo>
                    <a:pt x="45620" y="135456"/>
                  </a:lnTo>
                  <a:lnTo>
                    <a:pt x="44585" y="135033"/>
                  </a:lnTo>
                  <a:lnTo>
                    <a:pt x="43520" y="134579"/>
                  </a:lnTo>
                  <a:lnTo>
                    <a:pt x="42425" y="134458"/>
                  </a:lnTo>
                  <a:lnTo>
                    <a:pt x="41656" y="134640"/>
                  </a:lnTo>
                  <a:lnTo>
                    <a:pt x="41035" y="134549"/>
                  </a:lnTo>
                  <a:lnTo>
                    <a:pt x="40413" y="134488"/>
                  </a:lnTo>
                  <a:lnTo>
                    <a:pt x="39822" y="134488"/>
                  </a:lnTo>
                  <a:lnTo>
                    <a:pt x="39289" y="134761"/>
                  </a:lnTo>
                  <a:lnTo>
                    <a:pt x="38697" y="134882"/>
                  </a:lnTo>
                  <a:lnTo>
                    <a:pt x="38520" y="134912"/>
                  </a:lnTo>
                  <a:lnTo>
                    <a:pt x="37603" y="135305"/>
                  </a:lnTo>
                  <a:lnTo>
                    <a:pt x="36834" y="135850"/>
                  </a:lnTo>
                  <a:lnTo>
                    <a:pt x="35680" y="136485"/>
                  </a:lnTo>
                  <a:lnTo>
                    <a:pt x="34940" y="136666"/>
                  </a:lnTo>
                  <a:lnTo>
                    <a:pt x="34437" y="136727"/>
                  </a:lnTo>
                  <a:lnTo>
                    <a:pt x="33964" y="136818"/>
                  </a:lnTo>
                  <a:lnTo>
                    <a:pt x="33727" y="136848"/>
                  </a:lnTo>
                  <a:lnTo>
                    <a:pt x="33579" y="136878"/>
                  </a:lnTo>
                  <a:lnTo>
                    <a:pt x="33431" y="136969"/>
                  </a:lnTo>
                  <a:lnTo>
                    <a:pt x="33283" y="137150"/>
                  </a:lnTo>
                  <a:lnTo>
                    <a:pt x="33195" y="137332"/>
                  </a:lnTo>
                  <a:lnTo>
                    <a:pt x="33135" y="137574"/>
                  </a:lnTo>
                  <a:lnTo>
                    <a:pt x="33106" y="137937"/>
                  </a:lnTo>
                  <a:lnTo>
                    <a:pt x="33106" y="138179"/>
                  </a:lnTo>
                  <a:lnTo>
                    <a:pt x="33224" y="138512"/>
                  </a:lnTo>
                  <a:lnTo>
                    <a:pt x="33313" y="138693"/>
                  </a:lnTo>
                  <a:lnTo>
                    <a:pt x="33609" y="139207"/>
                  </a:lnTo>
                  <a:lnTo>
                    <a:pt x="33845" y="139782"/>
                  </a:lnTo>
                  <a:lnTo>
                    <a:pt x="33993" y="140296"/>
                  </a:lnTo>
                  <a:lnTo>
                    <a:pt x="33816" y="140962"/>
                  </a:lnTo>
                  <a:lnTo>
                    <a:pt x="33490" y="141718"/>
                  </a:lnTo>
                  <a:lnTo>
                    <a:pt x="33342" y="142293"/>
                  </a:lnTo>
                  <a:lnTo>
                    <a:pt x="33490" y="143382"/>
                  </a:lnTo>
                  <a:lnTo>
                    <a:pt x="33342" y="143654"/>
                  </a:lnTo>
                  <a:lnTo>
                    <a:pt x="33017" y="143805"/>
                  </a:lnTo>
                  <a:lnTo>
                    <a:pt x="32662" y="143715"/>
                  </a:lnTo>
                  <a:lnTo>
                    <a:pt x="32100" y="143442"/>
                  </a:lnTo>
                  <a:lnTo>
                    <a:pt x="31479" y="143079"/>
                  </a:lnTo>
                  <a:lnTo>
                    <a:pt x="31183" y="143049"/>
                  </a:lnTo>
                  <a:lnTo>
                    <a:pt x="30798" y="142898"/>
                  </a:lnTo>
                  <a:lnTo>
                    <a:pt x="30591" y="142716"/>
                  </a:lnTo>
                  <a:lnTo>
                    <a:pt x="30384" y="142444"/>
                  </a:lnTo>
                  <a:lnTo>
                    <a:pt x="30236" y="142232"/>
                  </a:lnTo>
                  <a:lnTo>
                    <a:pt x="29999" y="142051"/>
                  </a:lnTo>
                  <a:lnTo>
                    <a:pt x="29615" y="141930"/>
                  </a:lnTo>
                  <a:lnTo>
                    <a:pt x="29260" y="141900"/>
                  </a:lnTo>
                  <a:lnTo>
                    <a:pt x="28993" y="141930"/>
                  </a:lnTo>
                  <a:lnTo>
                    <a:pt x="28845" y="142021"/>
                  </a:lnTo>
                  <a:lnTo>
                    <a:pt x="28609" y="142111"/>
                  </a:lnTo>
                  <a:lnTo>
                    <a:pt x="28283" y="142142"/>
                  </a:lnTo>
                  <a:lnTo>
                    <a:pt x="27751" y="142021"/>
                  </a:lnTo>
                  <a:lnTo>
                    <a:pt x="26893" y="141658"/>
                  </a:lnTo>
                  <a:lnTo>
                    <a:pt x="25798" y="141053"/>
                  </a:lnTo>
                  <a:lnTo>
                    <a:pt x="24970" y="140780"/>
                  </a:lnTo>
                  <a:lnTo>
                    <a:pt x="24703" y="140780"/>
                  </a:lnTo>
                  <a:lnTo>
                    <a:pt x="24408" y="140780"/>
                  </a:lnTo>
                  <a:lnTo>
                    <a:pt x="23964" y="140932"/>
                  </a:lnTo>
                  <a:lnTo>
                    <a:pt x="23372" y="141295"/>
                  </a:lnTo>
                  <a:lnTo>
                    <a:pt x="22987" y="141416"/>
                  </a:lnTo>
                  <a:lnTo>
                    <a:pt x="22721" y="141264"/>
                  </a:lnTo>
                  <a:lnTo>
                    <a:pt x="22573" y="140962"/>
                  </a:lnTo>
                  <a:lnTo>
                    <a:pt x="22337" y="140750"/>
                  </a:lnTo>
                  <a:lnTo>
                    <a:pt x="22130" y="140629"/>
                  </a:lnTo>
                  <a:lnTo>
                    <a:pt x="21952" y="140538"/>
                  </a:lnTo>
                  <a:lnTo>
                    <a:pt x="21627" y="140448"/>
                  </a:lnTo>
                  <a:lnTo>
                    <a:pt x="21124" y="140387"/>
                  </a:lnTo>
                  <a:lnTo>
                    <a:pt x="20561" y="140448"/>
                  </a:lnTo>
                  <a:lnTo>
                    <a:pt x="19999" y="140659"/>
                  </a:lnTo>
                  <a:lnTo>
                    <a:pt x="19378" y="140932"/>
                  </a:lnTo>
                  <a:lnTo>
                    <a:pt x="19082" y="141113"/>
                  </a:lnTo>
                  <a:lnTo>
                    <a:pt x="18638" y="141385"/>
                  </a:lnTo>
                  <a:lnTo>
                    <a:pt x="17780" y="141869"/>
                  </a:lnTo>
                  <a:lnTo>
                    <a:pt x="17514" y="142051"/>
                  </a:lnTo>
                  <a:lnTo>
                    <a:pt x="17100" y="142232"/>
                  </a:lnTo>
                  <a:lnTo>
                    <a:pt x="16775" y="142172"/>
                  </a:lnTo>
                  <a:lnTo>
                    <a:pt x="16153" y="142111"/>
                  </a:lnTo>
                  <a:lnTo>
                    <a:pt x="15798" y="142021"/>
                  </a:lnTo>
                  <a:lnTo>
                    <a:pt x="14999" y="141688"/>
                  </a:lnTo>
                  <a:lnTo>
                    <a:pt x="14704" y="141506"/>
                  </a:lnTo>
                  <a:lnTo>
                    <a:pt x="14467" y="141264"/>
                  </a:lnTo>
                  <a:lnTo>
                    <a:pt x="14349" y="140871"/>
                  </a:lnTo>
                  <a:lnTo>
                    <a:pt x="14260" y="140206"/>
                  </a:lnTo>
                  <a:lnTo>
                    <a:pt x="14141" y="139873"/>
                  </a:lnTo>
                  <a:lnTo>
                    <a:pt x="14082" y="139691"/>
                  </a:lnTo>
                  <a:lnTo>
                    <a:pt x="13905" y="139510"/>
                  </a:lnTo>
                  <a:lnTo>
                    <a:pt x="13816" y="139298"/>
                  </a:lnTo>
                  <a:lnTo>
                    <a:pt x="13698" y="138905"/>
                  </a:lnTo>
                  <a:lnTo>
                    <a:pt x="13520" y="138663"/>
                  </a:lnTo>
                  <a:lnTo>
                    <a:pt x="13313" y="138481"/>
                  </a:lnTo>
                  <a:lnTo>
                    <a:pt x="12988" y="138330"/>
                  </a:lnTo>
                  <a:lnTo>
                    <a:pt x="12544" y="138209"/>
                  </a:lnTo>
                  <a:lnTo>
                    <a:pt x="11982" y="138028"/>
                  </a:lnTo>
                  <a:lnTo>
                    <a:pt x="11686" y="137967"/>
                  </a:lnTo>
                  <a:lnTo>
                    <a:pt x="11420" y="137786"/>
                  </a:lnTo>
                  <a:lnTo>
                    <a:pt x="11301" y="137634"/>
                  </a:lnTo>
                  <a:lnTo>
                    <a:pt x="11242" y="137362"/>
                  </a:lnTo>
                  <a:lnTo>
                    <a:pt x="11212" y="136878"/>
                  </a:lnTo>
                  <a:lnTo>
                    <a:pt x="11212" y="136485"/>
                  </a:lnTo>
                  <a:lnTo>
                    <a:pt x="11153" y="136273"/>
                  </a:lnTo>
                  <a:lnTo>
                    <a:pt x="10917" y="136001"/>
                  </a:lnTo>
                  <a:lnTo>
                    <a:pt x="10739" y="135698"/>
                  </a:lnTo>
                  <a:lnTo>
                    <a:pt x="10502" y="135426"/>
                  </a:lnTo>
                  <a:lnTo>
                    <a:pt x="10118" y="135124"/>
                  </a:lnTo>
                  <a:lnTo>
                    <a:pt x="9763" y="134821"/>
                  </a:lnTo>
                  <a:lnTo>
                    <a:pt x="9585" y="134761"/>
                  </a:lnTo>
                  <a:lnTo>
                    <a:pt x="9230" y="134730"/>
                  </a:lnTo>
                  <a:lnTo>
                    <a:pt x="8846" y="134700"/>
                  </a:lnTo>
                  <a:lnTo>
                    <a:pt x="8431" y="134730"/>
                  </a:lnTo>
                  <a:lnTo>
                    <a:pt x="8047" y="134791"/>
                  </a:lnTo>
                  <a:lnTo>
                    <a:pt x="7633" y="134882"/>
                  </a:lnTo>
                  <a:lnTo>
                    <a:pt x="7189" y="135033"/>
                  </a:lnTo>
                  <a:lnTo>
                    <a:pt x="6479" y="135305"/>
                  </a:lnTo>
                  <a:lnTo>
                    <a:pt x="6124" y="135487"/>
                  </a:lnTo>
                  <a:lnTo>
                    <a:pt x="5857" y="135698"/>
                  </a:lnTo>
                  <a:lnTo>
                    <a:pt x="5591" y="135910"/>
                  </a:lnTo>
                  <a:lnTo>
                    <a:pt x="4792" y="136576"/>
                  </a:lnTo>
                  <a:lnTo>
                    <a:pt x="4378" y="137090"/>
                  </a:lnTo>
                  <a:lnTo>
                    <a:pt x="4053" y="137483"/>
                  </a:lnTo>
                  <a:lnTo>
                    <a:pt x="3786" y="137876"/>
                  </a:lnTo>
                  <a:lnTo>
                    <a:pt x="3254" y="138693"/>
                  </a:lnTo>
                  <a:lnTo>
                    <a:pt x="2721" y="139601"/>
                  </a:lnTo>
                  <a:lnTo>
                    <a:pt x="2455" y="139994"/>
                  </a:lnTo>
                  <a:lnTo>
                    <a:pt x="2130" y="140478"/>
                  </a:lnTo>
                  <a:lnTo>
                    <a:pt x="1923" y="140932"/>
                  </a:lnTo>
                  <a:lnTo>
                    <a:pt x="1597" y="141476"/>
                  </a:lnTo>
                  <a:lnTo>
                    <a:pt x="1153" y="142021"/>
                  </a:lnTo>
                  <a:lnTo>
                    <a:pt x="946" y="142293"/>
                  </a:lnTo>
                  <a:lnTo>
                    <a:pt x="798" y="142656"/>
                  </a:lnTo>
                  <a:lnTo>
                    <a:pt x="739" y="142958"/>
                  </a:lnTo>
                  <a:lnTo>
                    <a:pt x="118" y="142384"/>
                  </a:lnTo>
                  <a:lnTo>
                    <a:pt x="147" y="142232"/>
                  </a:lnTo>
                  <a:lnTo>
                    <a:pt x="177" y="141930"/>
                  </a:lnTo>
                  <a:lnTo>
                    <a:pt x="295" y="141748"/>
                  </a:lnTo>
                  <a:lnTo>
                    <a:pt x="473" y="141627"/>
                  </a:lnTo>
                  <a:lnTo>
                    <a:pt x="650" y="141567"/>
                  </a:lnTo>
                  <a:lnTo>
                    <a:pt x="710" y="141416"/>
                  </a:lnTo>
                  <a:lnTo>
                    <a:pt x="621" y="140962"/>
                  </a:lnTo>
                  <a:lnTo>
                    <a:pt x="591" y="140690"/>
                  </a:lnTo>
                  <a:lnTo>
                    <a:pt x="532" y="140266"/>
                  </a:lnTo>
                  <a:lnTo>
                    <a:pt x="355" y="139722"/>
                  </a:lnTo>
                  <a:lnTo>
                    <a:pt x="295" y="139480"/>
                  </a:lnTo>
                  <a:lnTo>
                    <a:pt x="59" y="139268"/>
                  </a:lnTo>
                  <a:lnTo>
                    <a:pt x="29" y="139117"/>
                  </a:lnTo>
                  <a:lnTo>
                    <a:pt x="0" y="138905"/>
                  </a:lnTo>
                  <a:lnTo>
                    <a:pt x="147" y="138754"/>
                  </a:lnTo>
                  <a:lnTo>
                    <a:pt x="295" y="138754"/>
                  </a:lnTo>
                  <a:lnTo>
                    <a:pt x="502" y="138814"/>
                  </a:lnTo>
                  <a:lnTo>
                    <a:pt x="650" y="138965"/>
                  </a:lnTo>
                  <a:lnTo>
                    <a:pt x="976" y="138965"/>
                  </a:lnTo>
                  <a:lnTo>
                    <a:pt x="946" y="138451"/>
                  </a:lnTo>
                  <a:lnTo>
                    <a:pt x="976" y="138270"/>
                  </a:lnTo>
                  <a:lnTo>
                    <a:pt x="976" y="138058"/>
                  </a:lnTo>
                  <a:lnTo>
                    <a:pt x="1213" y="137604"/>
                  </a:lnTo>
                  <a:lnTo>
                    <a:pt x="946" y="137362"/>
                  </a:lnTo>
                  <a:lnTo>
                    <a:pt x="1094" y="137060"/>
                  </a:lnTo>
                  <a:lnTo>
                    <a:pt x="1242" y="136999"/>
                  </a:lnTo>
                  <a:lnTo>
                    <a:pt x="1272" y="136364"/>
                  </a:lnTo>
                  <a:lnTo>
                    <a:pt x="1360" y="136001"/>
                  </a:lnTo>
                  <a:lnTo>
                    <a:pt x="1627" y="135910"/>
                  </a:lnTo>
                  <a:lnTo>
                    <a:pt x="1775" y="135850"/>
                  </a:lnTo>
                  <a:lnTo>
                    <a:pt x="1893" y="135668"/>
                  </a:lnTo>
                  <a:lnTo>
                    <a:pt x="1449" y="135789"/>
                  </a:lnTo>
                  <a:lnTo>
                    <a:pt x="1360" y="135608"/>
                  </a:lnTo>
                  <a:lnTo>
                    <a:pt x="1686" y="135547"/>
                  </a:lnTo>
                  <a:lnTo>
                    <a:pt x="2070" y="135275"/>
                  </a:lnTo>
                  <a:lnTo>
                    <a:pt x="2396" y="135517"/>
                  </a:lnTo>
                  <a:lnTo>
                    <a:pt x="2544" y="135517"/>
                  </a:lnTo>
                  <a:lnTo>
                    <a:pt x="2662" y="135093"/>
                  </a:lnTo>
                  <a:lnTo>
                    <a:pt x="2366" y="135033"/>
                  </a:lnTo>
                  <a:lnTo>
                    <a:pt x="2100" y="134821"/>
                  </a:lnTo>
                  <a:lnTo>
                    <a:pt x="2337" y="134428"/>
                  </a:lnTo>
                  <a:lnTo>
                    <a:pt x="2514" y="134156"/>
                  </a:lnTo>
                  <a:lnTo>
                    <a:pt x="2692" y="133883"/>
                  </a:lnTo>
                  <a:lnTo>
                    <a:pt x="2899" y="133309"/>
                  </a:lnTo>
                  <a:lnTo>
                    <a:pt x="3017" y="133158"/>
                  </a:lnTo>
                  <a:lnTo>
                    <a:pt x="3224" y="133037"/>
                  </a:lnTo>
                  <a:lnTo>
                    <a:pt x="3579" y="133067"/>
                  </a:lnTo>
                  <a:lnTo>
                    <a:pt x="3727" y="133037"/>
                  </a:lnTo>
                  <a:lnTo>
                    <a:pt x="3757" y="132855"/>
                  </a:lnTo>
                  <a:lnTo>
                    <a:pt x="3994" y="132764"/>
                  </a:lnTo>
                  <a:lnTo>
                    <a:pt x="4141" y="132401"/>
                  </a:lnTo>
                  <a:lnTo>
                    <a:pt x="4260" y="132250"/>
                  </a:lnTo>
                  <a:lnTo>
                    <a:pt x="4408" y="132159"/>
                  </a:lnTo>
                  <a:lnTo>
                    <a:pt x="4585" y="131827"/>
                  </a:lnTo>
                  <a:lnTo>
                    <a:pt x="4733" y="131706"/>
                  </a:lnTo>
                  <a:lnTo>
                    <a:pt x="4881" y="131675"/>
                  </a:lnTo>
                  <a:lnTo>
                    <a:pt x="5059" y="131706"/>
                  </a:lnTo>
                  <a:lnTo>
                    <a:pt x="5207" y="131857"/>
                  </a:lnTo>
                  <a:lnTo>
                    <a:pt x="5414" y="132250"/>
                  </a:lnTo>
                  <a:lnTo>
                    <a:pt x="5502" y="132553"/>
                  </a:lnTo>
                  <a:lnTo>
                    <a:pt x="5591" y="132371"/>
                  </a:lnTo>
                  <a:lnTo>
                    <a:pt x="5857" y="132038"/>
                  </a:lnTo>
                  <a:lnTo>
                    <a:pt x="6035" y="131917"/>
                  </a:lnTo>
                  <a:lnTo>
                    <a:pt x="6390" y="131796"/>
                  </a:lnTo>
                  <a:lnTo>
                    <a:pt x="6538" y="131766"/>
                  </a:lnTo>
                  <a:lnTo>
                    <a:pt x="6923" y="131615"/>
                  </a:lnTo>
                  <a:lnTo>
                    <a:pt x="6834" y="131464"/>
                  </a:lnTo>
                  <a:lnTo>
                    <a:pt x="6597" y="131312"/>
                  </a:lnTo>
                  <a:lnTo>
                    <a:pt x="6508" y="131070"/>
                  </a:lnTo>
                  <a:lnTo>
                    <a:pt x="6715" y="130526"/>
                  </a:lnTo>
                  <a:lnTo>
                    <a:pt x="6834" y="130314"/>
                  </a:lnTo>
                  <a:lnTo>
                    <a:pt x="6923" y="130072"/>
                  </a:lnTo>
                  <a:lnTo>
                    <a:pt x="6982" y="129891"/>
                  </a:lnTo>
                  <a:lnTo>
                    <a:pt x="7130" y="129800"/>
                  </a:lnTo>
                  <a:lnTo>
                    <a:pt x="7307" y="129800"/>
                  </a:lnTo>
                  <a:lnTo>
                    <a:pt x="7573" y="129830"/>
                  </a:lnTo>
                  <a:lnTo>
                    <a:pt x="7899" y="130133"/>
                  </a:lnTo>
                  <a:lnTo>
                    <a:pt x="8254" y="130133"/>
                  </a:lnTo>
                  <a:lnTo>
                    <a:pt x="8402" y="130163"/>
                  </a:lnTo>
                  <a:lnTo>
                    <a:pt x="8550" y="130254"/>
                  </a:lnTo>
                  <a:lnTo>
                    <a:pt x="8816" y="130465"/>
                  </a:lnTo>
                  <a:lnTo>
                    <a:pt x="9230" y="130435"/>
                  </a:lnTo>
                  <a:lnTo>
                    <a:pt x="9437" y="130617"/>
                  </a:lnTo>
                  <a:lnTo>
                    <a:pt x="9822" y="131191"/>
                  </a:lnTo>
                  <a:lnTo>
                    <a:pt x="10029" y="131494"/>
                  </a:lnTo>
                  <a:lnTo>
                    <a:pt x="10325" y="131585"/>
                  </a:lnTo>
                  <a:lnTo>
                    <a:pt x="10502" y="131524"/>
                  </a:lnTo>
                  <a:lnTo>
                    <a:pt x="10828" y="131010"/>
                  </a:lnTo>
                  <a:lnTo>
                    <a:pt x="10769" y="130768"/>
                  </a:lnTo>
                  <a:lnTo>
                    <a:pt x="10828" y="130465"/>
                  </a:lnTo>
                  <a:lnTo>
                    <a:pt x="10798" y="130072"/>
                  </a:lnTo>
                  <a:lnTo>
                    <a:pt x="11183" y="129649"/>
                  </a:lnTo>
                  <a:lnTo>
                    <a:pt x="11183" y="129951"/>
                  </a:lnTo>
                  <a:lnTo>
                    <a:pt x="11686" y="130042"/>
                  </a:lnTo>
                  <a:lnTo>
                    <a:pt x="11479" y="129407"/>
                  </a:lnTo>
                  <a:lnTo>
                    <a:pt x="11627" y="129255"/>
                  </a:lnTo>
                  <a:lnTo>
                    <a:pt x="11863" y="129225"/>
                  </a:lnTo>
                  <a:lnTo>
                    <a:pt x="12100" y="129225"/>
                  </a:lnTo>
                  <a:lnTo>
                    <a:pt x="12278" y="129346"/>
                  </a:lnTo>
                  <a:lnTo>
                    <a:pt x="13047" y="129860"/>
                  </a:lnTo>
                  <a:lnTo>
                    <a:pt x="13491" y="130042"/>
                  </a:lnTo>
                  <a:lnTo>
                    <a:pt x="13668" y="130102"/>
                  </a:lnTo>
                  <a:lnTo>
                    <a:pt x="13846" y="130163"/>
                  </a:lnTo>
                  <a:lnTo>
                    <a:pt x="15206" y="130677"/>
                  </a:lnTo>
                  <a:lnTo>
                    <a:pt x="16035" y="130889"/>
                  </a:lnTo>
                  <a:lnTo>
                    <a:pt x="16360" y="131101"/>
                  </a:lnTo>
                  <a:lnTo>
                    <a:pt x="16686" y="131131"/>
                  </a:lnTo>
                  <a:lnTo>
                    <a:pt x="16804" y="130980"/>
                  </a:lnTo>
                  <a:lnTo>
                    <a:pt x="16567" y="130828"/>
                  </a:lnTo>
                  <a:lnTo>
                    <a:pt x="16242" y="130647"/>
                  </a:lnTo>
                  <a:lnTo>
                    <a:pt x="16064" y="130314"/>
                  </a:lnTo>
                  <a:lnTo>
                    <a:pt x="16094" y="129679"/>
                  </a:lnTo>
                  <a:lnTo>
                    <a:pt x="16035" y="129376"/>
                  </a:lnTo>
                  <a:lnTo>
                    <a:pt x="16064" y="128923"/>
                  </a:lnTo>
                  <a:lnTo>
                    <a:pt x="16124" y="128681"/>
                  </a:lnTo>
                  <a:lnTo>
                    <a:pt x="16124" y="128499"/>
                  </a:lnTo>
                  <a:lnTo>
                    <a:pt x="16124" y="127955"/>
                  </a:lnTo>
                  <a:lnTo>
                    <a:pt x="16331" y="128015"/>
                  </a:lnTo>
                  <a:lnTo>
                    <a:pt x="16538" y="128045"/>
                  </a:lnTo>
                  <a:lnTo>
                    <a:pt x="16479" y="127743"/>
                  </a:lnTo>
                  <a:lnTo>
                    <a:pt x="16331" y="127622"/>
                  </a:lnTo>
                  <a:lnTo>
                    <a:pt x="16331" y="127440"/>
                  </a:lnTo>
                  <a:lnTo>
                    <a:pt x="16360" y="127259"/>
                  </a:lnTo>
                  <a:lnTo>
                    <a:pt x="16479" y="127108"/>
                  </a:lnTo>
                  <a:lnTo>
                    <a:pt x="16390" y="126956"/>
                  </a:lnTo>
                  <a:lnTo>
                    <a:pt x="16419" y="126714"/>
                  </a:lnTo>
                  <a:lnTo>
                    <a:pt x="16449" y="126563"/>
                  </a:lnTo>
                  <a:lnTo>
                    <a:pt x="16775" y="126200"/>
                  </a:lnTo>
                  <a:lnTo>
                    <a:pt x="16982" y="126049"/>
                  </a:lnTo>
                  <a:lnTo>
                    <a:pt x="17366" y="126140"/>
                  </a:lnTo>
                  <a:lnTo>
                    <a:pt x="17751" y="126019"/>
                  </a:lnTo>
                  <a:lnTo>
                    <a:pt x="17958" y="126140"/>
                  </a:lnTo>
                  <a:lnTo>
                    <a:pt x="18550" y="126079"/>
                  </a:lnTo>
                  <a:lnTo>
                    <a:pt x="18816" y="126230"/>
                  </a:lnTo>
                  <a:lnTo>
                    <a:pt x="19201" y="126291"/>
                  </a:lnTo>
                  <a:lnTo>
                    <a:pt x="19615" y="126382"/>
                  </a:lnTo>
                  <a:lnTo>
                    <a:pt x="19674" y="126563"/>
                  </a:lnTo>
                  <a:lnTo>
                    <a:pt x="19940" y="126896"/>
                  </a:lnTo>
                  <a:lnTo>
                    <a:pt x="20088" y="126866"/>
                  </a:lnTo>
                  <a:lnTo>
                    <a:pt x="20236" y="126896"/>
                  </a:lnTo>
                  <a:lnTo>
                    <a:pt x="20502" y="126926"/>
                  </a:lnTo>
                  <a:lnTo>
                    <a:pt x="20650" y="126987"/>
                  </a:lnTo>
                  <a:lnTo>
                    <a:pt x="21064" y="127410"/>
                  </a:lnTo>
                  <a:lnTo>
                    <a:pt x="21212" y="127350"/>
                  </a:lnTo>
                  <a:lnTo>
                    <a:pt x="21390" y="127319"/>
                  </a:lnTo>
                  <a:lnTo>
                    <a:pt x="21390" y="127501"/>
                  </a:lnTo>
                  <a:lnTo>
                    <a:pt x="21242" y="127743"/>
                  </a:lnTo>
                  <a:lnTo>
                    <a:pt x="21597" y="127652"/>
                  </a:lnTo>
                  <a:lnTo>
                    <a:pt x="21686" y="127501"/>
                  </a:lnTo>
                  <a:lnTo>
                    <a:pt x="21627" y="127259"/>
                  </a:lnTo>
                  <a:lnTo>
                    <a:pt x="21656" y="126866"/>
                  </a:lnTo>
                  <a:lnTo>
                    <a:pt x="21627" y="126684"/>
                  </a:lnTo>
                  <a:lnTo>
                    <a:pt x="21508" y="126533"/>
                  </a:lnTo>
                  <a:lnTo>
                    <a:pt x="21331" y="126170"/>
                  </a:lnTo>
                  <a:lnTo>
                    <a:pt x="21331" y="126019"/>
                  </a:lnTo>
                  <a:lnTo>
                    <a:pt x="21627" y="125988"/>
                  </a:lnTo>
                  <a:lnTo>
                    <a:pt x="21982" y="125958"/>
                  </a:lnTo>
                  <a:lnTo>
                    <a:pt x="22159" y="125958"/>
                  </a:lnTo>
                  <a:lnTo>
                    <a:pt x="22425" y="125958"/>
                  </a:lnTo>
                  <a:lnTo>
                    <a:pt x="22692" y="125988"/>
                  </a:lnTo>
                  <a:lnTo>
                    <a:pt x="22899" y="126049"/>
                  </a:lnTo>
                  <a:lnTo>
                    <a:pt x="23076" y="126079"/>
                  </a:lnTo>
                  <a:lnTo>
                    <a:pt x="23283" y="126079"/>
                  </a:lnTo>
                  <a:lnTo>
                    <a:pt x="23638" y="126049"/>
                  </a:lnTo>
                  <a:lnTo>
                    <a:pt x="23964" y="126049"/>
                  </a:lnTo>
                  <a:lnTo>
                    <a:pt x="24526" y="126109"/>
                  </a:lnTo>
                  <a:lnTo>
                    <a:pt x="24911" y="126049"/>
                  </a:lnTo>
                  <a:lnTo>
                    <a:pt x="25206" y="125898"/>
                  </a:lnTo>
                  <a:lnTo>
                    <a:pt x="25177" y="125141"/>
                  </a:lnTo>
                  <a:lnTo>
                    <a:pt x="25058" y="124778"/>
                  </a:lnTo>
                  <a:lnTo>
                    <a:pt x="24940" y="124325"/>
                  </a:lnTo>
                  <a:lnTo>
                    <a:pt x="24763" y="124052"/>
                  </a:lnTo>
                  <a:lnTo>
                    <a:pt x="24585" y="123689"/>
                  </a:lnTo>
                  <a:lnTo>
                    <a:pt x="24378" y="123508"/>
                  </a:lnTo>
                  <a:lnTo>
                    <a:pt x="24319" y="123175"/>
                  </a:lnTo>
                  <a:lnTo>
                    <a:pt x="23905" y="122963"/>
                  </a:lnTo>
                  <a:lnTo>
                    <a:pt x="23195" y="122842"/>
                  </a:lnTo>
                  <a:lnTo>
                    <a:pt x="22692" y="122661"/>
                  </a:lnTo>
                  <a:lnTo>
                    <a:pt x="22455" y="122600"/>
                  </a:lnTo>
                  <a:lnTo>
                    <a:pt x="21834" y="122479"/>
                  </a:lnTo>
                  <a:lnTo>
                    <a:pt x="21567" y="122419"/>
                  </a:lnTo>
                  <a:lnTo>
                    <a:pt x="21272" y="122268"/>
                  </a:lnTo>
                  <a:lnTo>
                    <a:pt x="20946" y="122056"/>
                  </a:lnTo>
                  <a:lnTo>
                    <a:pt x="20650" y="121874"/>
                  </a:lnTo>
                  <a:lnTo>
                    <a:pt x="20414" y="121814"/>
                  </a:lnTo>
                  <a:lnTo>
                    <a:pt x="20266" y="121784"/>
                  </a:lnTo>
                  <a:lnTo>
                    <a:pt x="20029" y="121693"/>
                  </a:lnTo>
                  <a:lnTo>
                    <a:pt x="20029" y="121421"/>
                  </a:lnTo>
                  <a:lnTo>
                    <a:pt x="19999" y="121269"/>
                  </a:lnTo>
                  <a:lnTo>
                    <a:pt x="19585" y="121058"/>
                  </a:lnTo>
                  <a:lnTo>
                    <a:pt x="19437" y="120967"/>
                  </a:lnTo>
                  <a:lnTo>
                    <a:pt x="19171" y="120876"/>
                  </a:lnTo>
                  <a:lnTo>
                    <a:pt x="18846" y="120876"/>
                  </a:lnTo>
                  <a:lnTo>
                    <a:pt x="18461" y="120816"/>
                  </a:lnTo>
                  <a:lnTo>
                    <a:pt x="18313" y="120725"/>
                  </a:lnTo>
                  <a:lnTo>
                    <a:pt x="18283" y="120574"/>
                  </a:lnTo>
                  <a:lnTo>
                    <a:pt x="18550" y="120271"/>
                  </a:lnTo>
                  <a:lnTo>
                    <a:pt x="18550" y="120029"/>
                  </a:lnTo>
                  <a:lnTo>
                    <a:pt x="18461" y="119818"/>
                  </a:lnTo>
                  <a:lnTo>
                    <a:pt x="18313" y="119666"/>
                  </a:lnTo>
                  <a:lnTo>
                    <a:pt x="17899" y="119515"/>
                  </a:lnTo>
                  <a:lnTo>
                    <a:pt x="17632" y="119485"/>
                  </a:lnTo>
                  <a:lnTo>
                    <a:pt x="17366" y="119364"/>
                  </a:lnTo>
                  <a:lnTo>
                    <a:pt x="16863" y="119152"/>
                  </a:lnTo>
                  <a:lnTo>
                    <a:pt x="16804" y="119001"/>
                  </a:lnTo>
                  <a:lnTo>
                    <a:pt x="16686" y="118850"/>
                  </a:lnTo>
                  <a:lnTo>
                    <a:pt x="16360" y="118729"/>
                  </a:lnTo>
                  <a:lnTo>
                    <a:pt x="15473" y="118608"/>
                  </a:lnTo>
                  <a:lnTo>
                    <a:pt x="15236" y="118396"/>
                  </a:lnTo>
                  <a:lnTo>
                    <a:pt x="15029" y="118275"/>
                  </a:lnTo>
                  <a:lnTo>
                    <a:pt x="14615" y="118033"/>
                  </a:lnTo>
                  <a:lnTo>
                    <a:pt x="15414" y="117277"/>
                  </a:lnTo>
                  <a:lnTo>
                    <a:pt x="15739" y="117004"/>
                  </a:lnTo>
                  <a:lnTo>
                    <a:pt x="15798" y="116793"/>
                  </a:lnTo>
                  <a:lnTo>
                    <a:pt x="16124" y="116460"/>
                  </a:lnTo>
                  <a:lnTo>
                    <a:pt x="16715" y="116127"/>
                  </a:lnTo>
                  <a:lnTo>
                    <a:pt x="16775" y="115825"/>
                  </a:lnTo>
                  <a:lnTo>
                    <a:pt x="16597" y="115734"/>
                  </a:lnTo>
                  <a:lnTo>
                    <a:pt x="16183" y="115401"/>
                  </a:lnTo>
                  <a:lnTo>
                    <a:pt x="16035" y="115220"/>
                  </a:lnTo>
                  <a:lnTo>
                    <a:pt x="16094" y="114766"/>
                  </a:lnTo>
                  <a:lnTo>
                    <a:pt x="16094" y="114615"/>
                  </a:lnTo>
                  <a:lnTo>
                    <a:pt x="16212" y="114161"/>
                  </a:lnTo>
                  <a:lnTo>
                    <a:pt x="16064" y="114252"/>
                  </a:lnTo>
                  <a:lnTo>
                    <a:pt x="15887" y="114433"/>
                  </a:lnTo>
                  <a:lnTo>
                    <a:pt x="15739" y="114463"/>
                  </a:lnTo>
                  <a:lnTo>
                    <a:pt x="15650" y="114312"/>
                  </a:lnTo>
                  <a:lnTo>
                    <a:pt x="15680" y="114100"/>
                  </a:lnTo>
                  <a:lnTo>
                    <a:pt x="15769" y="113889"/>
                  </a:lnTo>
                  <a:lnTo>
                    <a:pt x="15946" y="113707"/>
                  </a:lnTo>
                  <a:lnTo>
                    <a:pt x="16064" y="113526"/>
                  </a:lnTo>
                  <a:lnTo>
                    <a:pt x="16331" y="113253"/>
                  </a:lnTo>
                  <a:lnTo>
                    <a:pt x="16834" y="112951"/>
                  </a:lnTo>
                  <a:lnTo>
                    <a:pt x="17248" y="112739"/>
                  </a:lnTo>
                  <a:lnTo>
                    <a:pt x="17721" y="112769"/>
                  </a:lnTo>
                  <a:lnTo>
                    <a:pt x="17869" y="112769"/>
                  </a:lnTo>
                  <a:lnTo>
                    <a:pt x="18106" y="112648"/>
                  </a:lnTo>
                  <a:lnTo>
                    <a:pt x="18372" y="112527"/>
                  </a:lnTo>
                  <a:lnTo>
                    <a:pt x="18609" y="112437"/>
                  </a:lnTo>
                  <a:lnTo>
                    <a:pt x="18875" y="112406"/>
                  </a:lnTo>
                  <a:lnTo>
                    <a:pt x="19112" y="112376"/>
                  </a:lnTo>
                  <a:lnTo>
                    <a:pt x="19437" y="112285"/>
                  </a:lnTo>
                  <a:lnTo>
                    <a:pt x="19703" y="112195"/>
                  </a:lnTo>
                  <a:lnTo>
                    <a:pt x="20206" y="112255"/>
                  </a:lnTo>
                  <a:lnTo>
                    <a:pt x="20857" y="111650"/>
                  </a:lnTo>
                  <a:lnTo>
                    <a:pt x="21064" y="111650"/>
                  </a:lnTo>
                  <a:lnTo>
                    <a:pt x="21301" y="111650"/>
                  </a:lnTo>
                  <a:lnTo>
                    <a:pt x="21538" y="111680"/>
                  </a:lnTo>
                  <a:lnTo>
                    <a:pt x="21715" y="111741"/>
                  </a:lnTo>
                  <a:lnTo>
                    <a:pt x="21922" y="111771"/>
                  </a:lnTo>
                  <a:lnTo>
                    <a:pt x="22070" y="111771"/>
                  </a:lnTo>
                  <a:lnTo>
                    <a:pt x="22218" y="111771"/>
                  </a:lnTo>
                  <a:lnTo>
                    <a:pt x="22544" y="111801"/>
                  </a:lnTo>
                  <a:lnTo>
                    <a:pt x="22692" y="111771"/>
                  </a:lnTo>
                  <a:lnTo>
                    <a:pt x="22632" y="111590"/>
                  </a:lnTo>
                  <a:lnTo>
                    <a:pt x="22337" y="111499"/>
                  </a:lnTo>
                  <a:lnTo>
                    <a:pt x="22041" y="111408"/>
                  </a:lnTo>
                  <a:lnTo>
                    <a:pt x="21804" y="111348"/>
                  </a:lnTo>
                  <a:lnTo>
                    <a:pt x="21715" y="111196"/>
                  </a:lnTo>
                  <a:lnTo>
                    <a:pt x="21567" y="111015"/>
                  </a:lnTo>
                  <a:lnTo>
                    <a:pt x="21597" y="110682"/>
                  </a:lnTo>
                  <a:lnTo>
                    <a:pt x="21774" y="110682"/>
                  </a:lnTo>
                  <a:lnTo>
                    <a:pt x="22632" y="110803"/>
                  </a:lnTo>
                  <a:lnTo>
                    <a:pt x="22780" y="110803"/>
                  </a:lnTo>
                  <a:lnTo>
                    <a:pt x="23076" y="110743"/>
                  </a:lnTo>
                  <a:lnTo>
                    <a:pt x="22899" y="110622"/>
                  </a:lnTo>
                  <a:lnTo>
                    <a:pt x="22692" y="110470"/>
                  </a:lnTo>
                  <a:lnTo>
                    <a:pt x="22425" y="110440"/>
                  </a:lnTo>
                  <a:lnTo>
                    <a:pt x="22130" y="110349"/>
                  </a:lnTo>
                  <a:lnTo>
                    <a:pt x="21982" y="110259"/>
                  </a:lnTo>
                  <a:lnTo>
                    <a:pt x="22070" y="109835"/>
                  </a:lnTo>
                  <a:lnTo>
                    <a:pt x="22307" y="109744"/>
                  </a:lnTo>
                  <a:lnTo>
                    <a:pt x="22485" y="109623"/>
                  </a:lnTo>
                  <a:lnTo>
                    <a:pt x="22721" y="109533"/>
                  </a:lnTo>
                  <a:lnTo>
                    <a:pt x="22899" y="109533"/>
                  </a:lnTo>
                  <a:lnTo>
                    <a:pt x="23047" y="109533"/>
                  </a:lnTo>
                  <a:lnTo>
                    <a:pt x="23224" y="109502"/>
                  </a:lnTo>
                  <a:lnTo>
                    <a:pt x="23372" y="109321"/>
                  </a:lnTo>
                  <a:lnTo>
                    <a:pt x="23402" y="109139"/>
                  </a:lnTo>
                  <a:lnTo>
                    <a:pt x="23490" y="108716"/>
                  </a:lnTo>
                  <a:lnTo>
                    <a:pt x="23609" y="108565"/>
                  </a:lnTo>
                  <a:lnTo>
                    <a:pt x="23757" y="108565"/>
                  </a:lnTo>
                  <a:lnTo>
                    <a:pt x="24171" y="108776"/>
                  </a:lnTo>
                  <a:lnTo>
                    <a:pt x="24230" y="108928"/>
                  </a:lnTo>
                  <a:lnTo>
                    <a:pt x="24437" y="109018"/>
                  </a:lnTo>
                  <a:lnTo>
                    <a:pt x="24644" y="109018"/>
                  </a:lnTo>
                  <a:lnTo>
                    <a:pt x="24792" y="109079"/>
                  </a:lnTo>
                  <a:lnTo>
                    <a:pt x="24940" y="109139"/>
                  </a:lnTo>
                  <a:lnTo>
                    <a:pt x="25177" y="109200"/>
                  </a:lnTo>
                  <a:lnTo>
                    <a:pt x="25532" y="109291"/>
                  </a:lnTo>
                  <a:lnTo>
                    <a:pt x="25709" y="109291"/>
                  </a:lnTo>
                  <a:lnTo>
                    <a:pt x="26064" y="109321"/>
                  </a:lnTo>
                  <a:lnTo>
                    <a:pt x="26242" y="109351"/>
                  </a:lnTo>
                  <a:lnTo>
                    <a:pt x="26419" y="109381"/>
                  </a:lnTo>
                  <a:lnTo>
                    <a:pt x="26715" y="109412"/>
                  </a:lnTo>
                  <a:lnTo>
                    <a:pt x="26893" y="109502"/>
                  </a:lnTo>
                  <a:lnTo>
                    <a:pt x="26952" y="109654"/>
                  </a:lnTo>
                  <a:lnTo>
                    <a:pt x="27041" y="109865"/>
                  </a:lnTo>
                  <a:lnTo>
                    <a:pt x="27337" y="110047"/>
                  </a:lnTo>
                  <a:lnTo>
                    <a:pt x="27455" y="110228"/>
                  </a:lnTo>
                  <a:lnTo>
                    <a:pt x="27544" y="110410"/>
                  </a:lnTo>
                  <a:lnTo>
                    <a:pt x="27810" y="110410"/>
                  </a:lnTo>
                  <a:lnTo>
                    <a:pt x="27987" y="110380"/>
                  </a:lnTo>
                  <a:lnTo>
                    <a:pt x="28195" y="110017"/>
                  </a:lnTo>
                  <a:lnTo>
                    <a:pt x="28579" y="110047"/>
                  </a:lnTo>
                  <a:lnTo>
                    <a:pt x="28786" y="110107"/>
                  </a:lnTo>
                  <a:lnTo>
                    <a:pt x="29200" y="109956"/>
                  </a:lnTo>
                  <a:lnTo>
                    <a:pt x="29378" y="109896"/>
                  </a:lnTo>
                  <a:lnTo>
                    <a:pt x="29792" y="110017"/>
                  </a:lnTo>
                  <a:lnTo>
                    <a:pt x="29940" y="110168"/>
                  </a:lnTo>
                  <a:lnTo>
                    <a:pt x="30147" y="110138"/>
                  </a:lnTo>
                  <a:lnTo>
                    <a:pt x="30384" y="109986"/>
                  </a:lnTo>
                  <a:lnTo>
                    <a:pt x="30561" y="109865"/>
                  </a:lnTo>
                  <a:lnTo>
                    <a:pt x="30768" y="109684"/>
                  </a:lnTo>
                  <a:lnTo>
                    <a:pt x="30887" y="109442"/>
                  </a:lnTo>
                  <a:lnTo>
                    <a:pt x="30887" y="109170"/>
                  </a:lnTo>
                  <a:lnTo>
                    <a:pt x="30887" y="108867"/>
                  </a:lnTo>
                  <a:lnTo>
                    <a:pt x="31094" y="108867"/>
                  </a:lnTo>
                  <a:lnTo>
                    <a:pt x="31242" y="108807"/>
                  </a:lnTo>
                  <a:lnTo>
                    <a:pt x="31271" y="108565"/>
                  </a:lnTo>
                  <a:lnTo>
                    <a:pt x="31508" y="108444"/>
                  </a:lnTo>
                  <a:lnTo>
                    <a:pt x="31715" y="108444"/>
                  </a:lnTo>
                  <a:lnTo>
                    <a:pt x="31863" y="108323"/>
                  </a:lnTo>
                  <a:lnTo>
                    <a:pt x="31922" y="107869"/>
                  </a:lnTo>
                  <a:lnTo>
                    <a:pt x="31745" y="107839"/>
                  </a:lnTo>
                  <a:lnTo>
                    <a:pt x="31449" y="107808"/>
                  </a:lnTo>
                  <a:lnTo>
                    <a:pt x="31064" y="107566"/>
                  </a:lnTo>
                  <a:lnTo>
                    <a:pt x="30768" y="107355"/>
                  </a:lnTo>
                  <a:lnTo>
                    <a:pt x="30680" y="107203"/>
                  </a:lnTo>
                  <a:lnTo>
                    <a:pt x="30946" y="107022"/>
                  </a:lnTo>
                  <a:lnTo>
                    <a:pt x="31567" y="106992"/>
                  </a:lnTo>
                  <a:lnTo>
                    <a:pt x="31390" y="106810"/>
                  </a:lnTo>
                  <a:lnTo>
                    <a:pt x="31094" y="106750"/>
                  </a:lnTo>
                  <a:lnTo>
                    <a:pt x="30798" y="106719"/>
                  </a:lnTo>
                  <a:lnTo>
                    <a:pt x="30413" y="106750"/>
                  </a:lnTo>
                  <a:lnTo>
                    <a:pt x="30206" y="106568"/>
                  </a:lnTo>
                  <a:lnTo>
                    <a:pt x="30118" y="106205"/>
                  </a:lnTo>
                  <a:lnTo>
                    <a:pt x="30266" y="106084"/>
                  </a:lnTo>
                  <a:lnTo>
                    <a:pt x="30443" y="106024"/>
                  </a:lnTo>
                  <a:lnTo>
                    <a:pt x="30768" y="106054"/>
                  </a:lnTo>
                  <a:lnTo>
                    <a:pt x="30946" y="105994"/>
                  </a:lnTo>
                  <a:lnTo>
                    <a:pt x="31567" y="105903"/>
                  </a:lnTo>
                  <a:lnTo>
                    <a:pt x="31893" y="105903"/>
                  </a:lnTo>
                  <a:lnTo>
                    <a:pt x="32248" y="105812"/>
                  </a:lnTo>
                  <a:lnTo>
                    <a:pt x="32573" y="105540"/>
                  </a:lnTo>
                  <a:lnTo>
                    <a:pt x="32721" y="105389"/>
                  </a:lnTo>
                  <a:lnTo>
                    <a:pt x="33047" y="105328"/>
                  </a:lnTo>
                  <a:lnTo>
                    <a:pt x="33254" y="105328"/>
                  </a:lnTo>
                  <a:lnTo>
                    <a:pt x="33609" y="105237"/>
                  </a:lnTo>
                  <a:lnTo>
                    <a:pt x="33905" y="105026"/>
                  </a:lnTo>
                  <a:lnTo>
                    <a:pt x="34733" y="104844"/>
                  </a:lnTo>
                  <a:lnTo>
                    <a:pt x="34999" y="104209"/>
                  </a:lnTo>
                  <a:lnTo>
                    <a:pt x="35177" y="103241"/>
                  </a:lnTo>
                  <a:lnTo>
                    <a:pt x="34970" y="102485"/>
                  </a:lnTo>
                  <a:lnTo>
                    <a:pt x="34615" y="101547"/>
                  </a:lnTo>
                  <a:lnTo>
                    <a:pt x="34585" y="101214"/>
                  </a:lnTo>
                  <a:lnTo>
                    <a:pt x="34378" y="100670"/>
                  </a:lnTo>
                  <a:lnTo>
                    <a:pt x="34437" y="100216"/>
                  </a:lnTo>
                  <a:lnTo>
                    <a:pt x="34496" y="99641"/>
                  </a:lnTo>
                  <a:lnTo>
                    <a:pt x="34437" y="99278"/>
                  </a:lnTo>
                  <a:lnTo>
                    <a:pt x="34141" y="98824"/>
                  </a:lnTo>
                  <a:lnTo>
                    <a:pt x="34112" y="98280"/>
                  </a:lnTo>
                  <a:lnTo>
                    <a:pt x="34023" y="98098"/>
                  </a:lnTo>
                  <a:lnTo>
                    <a:pt x="33816" y="97917"/>
                  </a:lnTo>
                  <a:lnTo>
                    <a:pt x="33964" y="97463"/>
                  </a:lnTo>
                  <a:lnTo>
                    <a:pt x="33964" y="97251"/>
                  </a:lnTo>
                  <a:lnTo>
                    <a:pt x="33461" y="96677"/>
                  </a:lnTo>
                  <a:lnTo>
                    <a:pt x="33165" y="96404"/>
                  </a:lnTo>
                  <a:lnTo>
                    <a:pt x="32928" y="95890"/>
                  </a:lnTo>
                  <a:lnTo>
                    <a:pt x="32869" y="95678"/>
                  </a:lnTo>
                  <a:lnTo>
                    <a:pt x="32810" y="95436"/>
                  </a:lnTo>
                  <a:lnTo>
                    <a:pt x="32603" y="94166"/>
                  </a:lnTo>
                  <a:lnTo>
                    <a:pt x="32218" y="92775"/>
                  </a:lnTo>
                  <a:lnTo>
                    <a:pt x="32100" y="92291"/>
                  </a:lnTo>
                  <a:lnTo>
                    <a:pt x="31597" y="91111"/>
                  </a:lnTo>
                  <a:lnTo>
                    <a:pt x="31360" y="89840"/>
                  </a:lnTo>
                  <a:lnTo>
                    <a:pt x="31212" y="89024"/>
                  </a:lnTo>
                  <a:lnTo>
                    <a:pt x="31124" y="88177"/>
                  </a:lnTo>
                  <a:lnTo>
                    <a:pt x="31124" y="87602"/>
                  </a:lnTo>
                  <a:lnTo>
                    <a:pt x="31094" y="87088"/>
                  </a:lnTo>
                  <a:lnTo>
                    <a:pt x="30976" y="86846"/>
                  </a:lnTo>
                  <a:lnTo>
                    <a:pt x="30828" y="86513"/>
                  </a:lnTo>
                  <a:lnTo>
                    <a:pt x="30739" y="86241"/>
                  </a:lnTo>
                  <a:lnTo>
                    <a:pt x="30621" y="85999"/>
                  </a:lnTo>
                  <a:lnTo>
                    <a:pt x="30118" y="86029"/>
                  </a:lnTo>
                  <a:lnTo>
                    <a:pt x="29940" y="86120"/>
                  </a:lnTo>
                  <a:lnTo>
                    <a:pt x="29585" y="85726"/>
                  </a:lnTo>
                  <a:lnTo>
                    <a:pt x="29319" y="85787"/>
                  </a:lnTo>
                  <a:lnTo>
                    <a:pt x="29171" y="85817"/>
                  </a:lnTo>
                  <a:lnTo>
                    <a:pt x="28905" y="85847"/>
                  </a:lnTo>
                  <a:lnTo>
                    <a:pt x="28609" y="85878"/>
                  </a:lnTo>
                  <a:lnTo>
                    <a:pt x="28431" y="85908"/>
                  </a:lnTo>
                  <a:lnTo>
                    <a:pt x="28254" y="85938"/>
                  </a:lnTo>
                  <a:lnTo>
                    <a:pt x="27869" y="85847"/>
                  </a:lnTo>
                  <a:lnTo>
                    <a:pt x="27662" y="85394"/>
                  </a:lnTo>
                  <a:lnTo>
                    <a:pt x="27337" y="85454"/>
                  </a:lnTo>
                  <a:lnTo>
                    <a:pt x="27218" y="85031"/>
                  </a:lnTo>
                  <a:lnTo>
                    <a:pt x="27573" y="84486"/>
                  </a:lnTo>
                  <a:lnTo>
                    <a:pt x="27662" y="84214"/>
                  </a:lnTo>
                  <a:lnTo>
                    <a:pt x="28047" y="84274"/>
                  </a:lnTo>
                  <a:lnTo>
                    <a:pt x="28934" y="83760"/>
                  </a:lnTo>
                  <a:lnTo>
                    <a:pt x="29200" y="83669"/>
                  </a:lnTo>
                  <a:lnTo>
                    <a:pt x="29408" y="83458"/>
                  </a:lnTo>
                  <a:lnTo>
                    <a:pt x="29496" y="83276"/>
                  </a:lnTo>
                  <a:lnTo>
                    <a:pt x="29555" y="83125"/>
                  </a:lnTo>
                  <a:lnTo>
                    <a:pt x="29733" y="83004"/>
                  </a:lnTo>
                  <a:lnTo>
                    <a:pt x="29970" y="82853"/>
                  </a:lnTo>
                  <a:lnTo>
                    <a:pt x="30029" y="82671"/>
                  </a:lnTo>
                  <a:lnTo>
                    <a:pt x="30118" y="82459"/>
                  </a:lnTo>
                  <a:lnTo>
                    <a:pt x="30295" y="82308"/>
                  </a:lnTo>
                  <a:lnTo>
                    <a:pt x="30443" y="82308"/>
                  </a:lnTo>
                  <a:lnTo>
                    <a:pt x="30591" y="82308"/>
                  </a:lnTo>
                  <a:lnTo>
                    <a:pt x="30739" y="82248"/>
                  </a:lnTo>
                  <a:lnTo>
                    <a:pt x="30768" y="82096"/>
                  </a:lnTo>
                  <a:lnTo>
                    <a:pt x="31094" y="82006"/>
                  </a:lnTo>
                  <a:lnTo>
                    <a:pt x="31271" y="81945"/>
                  </a:lnTo>
                  <a:lnTo>
                    <a:pt x="31360" y="81764"/>
                  </a:lnTo>
                  <a:lnTo>
                    <a:pt x="31183" y="81068"/>
                  </a:lnTo>
                  <a:lnTo>
                    <a:pt x="31153" y="80735"/>
                  </a:lnTo>
                  <a:lnTo>
                    <a:pt x="31124" y="80584"/>
                  </a:lnTo>
                  <a:lnTo>
                    <a:pt x="30976" y="80493"/>
                  </a:lnTo>
                  <a:lnTo>
                    <a:pt x="30768" y="80402"/>
                  </a:lnTo>
                  <a:lnTo>
                    <a:pt x="30413" y="80463"/>
                  </a:lnTo>
                  <a:lnTo>
                    <a:pt x="29911" y="80493"/>
                  </a:lnTo>
                  <a:lnTo>
                    <a:pt x="29733" y="80372"/>
                  </a:lnTo>
                  <a:lnTo>
                    <a:pt x="29408" y="80191"/>
                  </a:lnTo>
                  <a:lnTo>
                    <a:pt x="29112" y="80342"/>
                  </a:lnTo>
                  <a:lnTo>
                    <a:pt x="29023" y="80493"/>
                  </a:lnTo>
                  <a:lnTo>
                    <a:pt x="28875" y="80584"/>
                  </a:lnTo>
                  <a:lnTo>
                    <a:pt x="28520" y="80221"/>
                  </a:lnTo>
                  <a:lnTo>
                    <a:pt x="28017" y="80130"/>
                  </a:lnTo>
                  <a:lnTo>
                    <a:pt x="28047" y="79979"/>
                  </a:lnTo>
                  <a:lnTo>
                    <a:pt x="28195" y="79888"/>
                  </a:lnTo>
                  <a:lnTo>
                    <a:pt x="28224" y="79646"/>
                  </a:lnTo>
                  <a:lnTo>
                    <a:pt x="27840" y="79616"/>
                  </a:lnTo>
                  <a:lnTo>
                    <a:pt x="27603" y="79646"/>
                  </a:lnTo>
                  <a:lnTo>
                    <a:pt x="27041" y="80009"/>
                  </a:lnTo>
                  <a:lnTo>
                    <a:pt x="26745" y="80039"/>
                  </a:lnTo>
                  <a:lnTo>
                    <a:pt x="26567" y="79979"/>
                  </a:lnTo>
                  <a:lnTo>
                    <a:pt x="26390" y="79858"/>
                  </a:lnTo>
                  <a:lnTo>
                    <a:pt x="26035" y="79495"/>
                  </a:lnTo>
                  <a:lnTo>
                    <a:pt x="25739" y="79495"/>
                  </a:lnTo>
                  <a:lnTo>
                    <a:pt x="25414" y="79586"/>
                  </a:lnTo>
                  <a:lnTo>
                    <a:pt x="25118" y="79677"/>
                  </a:lnTo>
                  <a:lnTo>
                    <a:pt x="24733" y="79677"/>
                  </a:lnTo>
                  <a:lnTo>
                    <a:pt x="24200" y="79525"/>
                  </a:lnTo>
                  <a:lnTo>
                    <a:pt x="23757" y="79102"/>
                  </a:lnTo>
                  <a:lnTo>
                    <a:pt x="23461" y="78799"/>
                  </a:lnTo>
                  <a:lnTo>
                    <a:pt x="23490" y="78618"/>
                  </a:lnTo>
                  <a:lnTo>
                    <a:pt x="23668" y="78346"/>
                  </a:lnTo>
                  <a:lnTo>
                    <a:pt x="23964" y="78194"/>
                  </a:lnTo>
                  <a:lnTo>
                    <a:pt x="24112" y="78073"/>
                  </a:lnTo>
                  <a:lnTo>
                    <a:pt x="24141" y="77529"/>
                  </a:lnTo>
                  <a:lnTo>
                    <a:pt x="24260" y="77378"/>
                  </a:lnTo>
                  <a:lnTo>
                    <a:pt x="24822" y="77105"/>
                  </a:lnTo>
                  <a:lnTo>
                    <a:pt x="25088" y="76924"/>
                  </a:lnTo>
                  <a:lnTo>
                    <a:pt x="25295" y="76803"/>
                  </a:lnTo>
                  <a:lnTo>
                    <a:pt x="25561" y="76500"/>
                  </a:lnTo>
                  <a:lnTo>
                    <a:pt x="25857" y="76289"/>
                  </a:lnTo>
                  <a:lnTo>
                    <a:pt x="26124" y="76107"/>
                  </a:lnTo>
                  <a:lnTo>
                    <a:pt x="26301" y="75956"/>
                  </a:lnTo>
                  <a:lnTo>
                    <a:pt x="26419" y="75805"/>
                  </a:lnTo>
                  <a:lnTo>
                    <a:pt x="26627" y="75623"/>
                  </a:lnTo>
                  <a:lnTo>
                    <a:pt x="26774" y="75472"/>
                  </a:lnTo>
                  <a:lnTo>
                    <a:pt x="26774" y="74837"/>
                  </a:lnTo>
                  <a:lnTo>
                    <a:pt x="26715" y="74534"/>
                  </a:lnTo>
                  <a:lnTo>
                    <a:pt x="26390" y="74353"/>
                  </a:lnTo>
                  <a:lnTo>
                    <a:pt x="26064" y="74262"/>
                  </a:lnTo>
                  <a:lnTo>
                    <a:pt x="25857" y="74171"/>
                  </a:lnTo>
                  <a:lnTo>
                    <a:pt x="25828" y="73869"/>
                  </a:lnTo>
                  <a:lnTo>
                    <a:pt x="26035" y="73869"/>
                  </a:lnTo>
                  <a:lnTo>
                    <a:pt x="26331" y="73929"/>
                  </a:lnTo>
                  <a:lnTo>
                    <a:pt x="27041" y="74141"/>
                  </a:lnTo>
                  <a:lnTo>
                    <a:pt x="27484" y="74171"/>
                  </a:lnTo>
                  <a:lnTo>
                    <a:pt x="27603" y="73838"/>
                  </a:lnTo>
                  <a:lnTo>
                    <a:pt x="27603" y="73657"/>
                  </a:lnTo>
                  <a:lnTo>
                    <a:pt x="27544" y="73354"/>
                  </a:lnTo>
                  <a:lnTo>
                    <a:pt x="27692" y="73112"/>
                  </a:lnTo>
                  <a:lnTo>
                    <a:pt x="27840" y="73022"/>
                  </a:lnTo>
                  <a:lnTo>
                    <a:pt x="27869" y="72870"/>
                  </a:lnTo>
                  <a:lnTo>
                    <a:pt x="27928" y="72598"/>
                  </a:lnTo>
                  <a:lnTo>
                    <a:pt x="27928" y="72326"/>
                  </a:lnTo>
                  <a:lnTo>
                    <a:pt x="27869" y="71902"/>
                  </a:lnTo>
                  <a:lnTo>
                    <a:pt x="27810" y="71449"/>
                  </a:lnTo>
                  <a:lnTo>
                    <a:pt x="27751" y="71267"/>
                  </a:lnTo>
                  <a:lnTo>
                    <a:pt x="27662" y="71086"/>
                  </a:lnTo>
                  <a:lnTo>
                    <a:pt x="27544" y="70934"/>
                  </a:lnTo>
                  <a:lnTo>
                    <a:pt x="27129" y="70420"/>
                  </a:lnTo>
                  <a:lnTo>
                    <a:pt x="26922" y="70299"/>
                  </a:lnTo>
                  <a:lnTo>
                    <a:pt x="26627" y="70027"/>
                  </a:lnTo>
                  <a:lnTo>
                    <a:pt x="26538" y="69634"/>
                  </a:lnTo>
                  <a:lnTo>
                    <a:pt x="26567" y="69361"/>
                  </a:lnTo>
                  <a:lnTo>
                    <a:pt x="26597" y="69150"/>
                  </a:lnTo>
                  <a:lnTo>
                    <a:pt x="26863" y="68666"/>
                  </a:lnTo>
                  <a:lnTo>
                    <a:pt x="27070" y="68151"/>
                  </a:lnTo>
                  <a:lnTo>
                    <a:pt x="27692" y="67637"/>
                  </a:lnTo>
                  <a:lnTo>
                    <a:pt x="27899" y="67335"/>
                  </a:lnTo>
                  <a:lnTo>
                    <a:pt x="27958" y="67123"/>
                  </a:lnTo>
                  <a:lnTo>
                    <a:pt x="28106" y="66639"/>
                  </a:lnTo>
                  <a:lnTo>
                    <a:pt x="28195" y="66397"/>
                  </a:lnTo>
                  <a:lnTo>
                    <a:pt x="28342" y="66185"/>
                  </a:lnTo>
                  <a:lnTo>
                    <a:pt x="28609" y="65913"/>
                  </a:lnTo>
                  <a:lnTo>
                    <a:pt x="28905" y="65611"/>
                  </a:lnTo>
                  <a:lnTo>
                    <a:pt x="29200" y="65429"/>
                  </a:lnTo>
                  <a:lnTo>
                    <a:pt x="29703" y="65248"/>
                  </a:lnTo>
                  <a:lnTo>
                    <a:pt x="30088" y="64945"/>
                  </a:lnTo>
                  <a:lnTo>
                    <a:pt x="30266" y="64552"/>
                  </a:lnTo>
                  <a:lnTo>
                    <a:pt x="30325" y="63917"/>
                  </a:lnTo>
                  <a:lnTo>
                    <a:pt x="30266" y="63584"/>
                  </a:lnTo>
                  <a:lnTo>
                    <a:pt x="30147" y="63039"/>
                  </a:lnTo>
                  <a:lnTo>
                    <a:pt x="29911" y="62737"/>
                  </a:lnTo>
                  <a:lnTo>
                    <a:pt x="29112" y="61920"/>
                  </a:lnTo>
                  <a:lnTo>
                    <a:pt x="28579" y="61134"/>
                  </a:lnTo>
                  <a:lnTo>
                    <a:pt x="28254" y="60801"/>
                  </a:lnTo>
                  <a:lnTo>
                    <a:pt x="27899" y="60287"/>
                  </a:lnTo>
                  <a:lnTo>
                    <a:pt x="27751" y="60075"/>
                  </a:lnTo>
                  <a:lnTo>
                    <a:pt x="26479" y="58653"/>
                  </a:lnTo>
                  <a:lnTo>
                    <a:pt x="25236" y="57383"/>
                  </a:lnTo>
                  <a:lnTo>
                    <a:pt x="24940" y="57171"/>
                  </a:lnTo>
                  <a:lnTo>
                    <a:pt x="24082" y="57201"/>
                  </a:lnTo>
                  <a:lnTo>
                    <a:pt x="23875" y="57292"/>
                  </a:lnTo>
                  <a:lnTo>
                    <a:pt x="23431" y="57262"/>
                  </a:lnTo>
                  <a:lnTo>
                    <a:pt x="23195" y="57080"/>
                  </a:lnTo>
                  <a:lnTo>
                    <a:pt x="23135" y="56747"/>
                  </a:lnTo>
                  <a:lnTo>
                    <a:pt x="23106" y="56445"/>
                  </a:lnTo>
                  <a:lnTo>
                    <a:pt x="22928" y="56354"/>
                  </a:lnTo>
                  <a:lnTo>
                    <a:pt x="22780" y="56324"/>
                  </a:lnTo>
                  <a:lnTo>
                    <a:pt x="22307" y="56082"/>
                  </a:lnTo>
                  <a:lnTo>
                    <a:pt x="22159" y="56052"/>
                  </a:lnTo>
                  <a:lnTo>
                    <a:pt x="21774" y="56021"/>
                  </a:lnTo>
                  <a:lnTo>
                    <a:pt x="21390" y="56203"/>
                  </a:lnTo>
                  <a:lnTo>
                    <a:pt x="20798" y="56294"/>
                  </a:lnTo>
                  <a:lnTo>
                    <a:pt x="20532" y="56384"/>
                  </a:lnTo>
                  <a:lnTo>
                    <a:pt x="20295" y="56415"/>
                  </a:lnTo>
                  <a:lnTo>
                    <a:pt x="20059" y="56475"/>
                  </a:lnTo>
                  <a:lnTo>
                    <a:pt x="19674" y="56717"/>
                  </a:lnTo>
                  <a:lnTo>
                    <a:pt x="19260" y="57020"/>
                  </a:lnTo>
                  <a:lnTo>
                    <a:pt x="18964" y="56868"/>
                  </a:lnTo>
                  <a:lnTo>
                    <a:pt x="18757" y="56808"/>
                  </a:lnTo>
                  <a:lnTo>
                    <a:pt x="18579" y="56657"/>
                  </a:lnTo>
                  <a:lnTo>
                    <a:pt x="18550" y="56415"/>
                  </a:lnTo>
                  <a:lnTo>
                    <a:pt x="18609" y="56263"/>
                  </a:lnTo>
                  <a:lnTo>
                    <a:pt x="18668" y="56082"/>
                  </a:lnTo>
                  <a:lnTo>
                    <a:pt x="18431" y="55900"/>
                  </a:lnTo>
                  <a:lnTo>
                    <a:pt x="18135" y="55931"/>
                  </a:lnTo>
                  <a:lnTo>
                    <a:pt x="17692" y="55931"/>
                  </a:lnTo>
                  <a:lnTo>
                    <a:pt x="17514" y="55568"/>
                  </a:lnTo>
                  <a:lnTo>
                    <a:pt x="17277" y="54539"/>
                  </a:lnTo>
                  <a:lnTo>
                    <a:pt x="17307" y="54327"/>
                  </a:lnTo>
                  <a:lnTo>
                    <a:pt x="17307" y="53995"/>
                  </a:lnTo>
                  <a:lnTo>
                    <a:pt x="17307" y="53722"/>
                  </a:lnTo>
                  <a:lnTo>
                    <a:pt x="17396" y="53511"/>
                  </a:lnTo>
                  <a:lnTo>
                    <a:pt x="17455" y="53299"/>
                  </a:lnTo>
                  <a:lnTo>
                    <a:pt x="17603" y="53027"/>
                  </a:lnTo>
                  <a:lnTo>
                    <a:pt x="17899" y="52906"/>
                  </a:lnTo>
                  <a:lnTo>
                    <a:pt x="18195" y="52785"/>
                  </a:lnTo>
                  <a:lnTo>
                    <a:pt x="18343" y="52573"/>
                  </a:lnTo>
                  <a:lnTo>
                    <a:pt x="18283" y="52240"/>
                  </a:lnTo>
                  <a:lnTo>
                    <a:pt x="18106" y="52119"/>
                  </a:lnTo>
                  <a:lnTo>
                    <a:pt x="17810" y="51877"/>
                  </a:lnTo>
                  <a:lnTo>
                    <a:pt x="17780" y="51605"/>
                  </a:lnTo>
                  <a:lnTo>
                    <a:pt x="18047" y="51424"/>
                  </a:lnTo>
                  <a:lnTo>
                    <a:pt x="18195" y="51424"/>
                  </a:lnTo>
                  <a:lnTo>
                    <a:pt x="18431" y="51303"/>
                  </a:lnTo>
                  <a:lnTo>
                    <a:pt x="18402" y="51000"/>
                  </a:lnTo>
                  <a:lnTo>
                    <a:pt x="18254" y="50698"/>
                  </a:lnTo>
                  <a:lnTo>
                    <a:pt x="17928" y="50486"/>
                  </a:lnTo>
                  <a:lnTo>
                    <a:pt x="17751" y="50032"/>
                  </a:lnTo>
                  <a:lnTo>
                    <a:pt x="18047" y="49851"/>
                  </a:lnTo>
                  <a:lnTo>
                    <a:pt x="18520" y="49548"/>
                  </a:lnTo>
                  <a:lnTo>
                    <a:pt x="19674" y="48973"/>
                  </a:lnTo>
                  <a:lnTo>
                    <a:pt x="19970" y="49094"/>
                  </a:lnTo>
                  <a:lnTo>
                    <a:pt x="20295" y="49155"/>
                  </a:lnTo>
                  <a:lnTo>
                    <a:pt x="20561" y="49125"/>
                  </a:lnTo>
                  <a:lnTo>
                    <a:pt x="20502" y="48217"/>
                  </a:lnTo>
                  <a:lnTo>
                    <a:pt x="20236" y="47189"/>
                  </a:lnTo>
                  <a:lnTo>
                    <a:pt x="19733" y="46009"/>
                  </a:lnTo>
                  <a:lnTo>
                    <a:pt x="19171" y="44406"/>
                  </a:lnTo>
                  <a:lnTo>
                    <a:pt x="18846" y="42893"/>
                  </a:lnTo>
                  <a:lnTo>
                    <a:pt x="18224" y="41350"/>
                  </a:lnTo>
                  <a:lnTo>
                    <a:pt x="17130" y="39657"/>
                  </a:lnTo>
                  <a:lnTo>
                    <a:pt x="16449" y="38356"/>
                  </a:lnTo>
                  <a:lnTo>
                    <a:pt x="16035" y="36874"/>
                  </a:lnTo>
                  <a:lnTo>
                    <a:pt x="15532" y="35785"/>
                  </a:lnTo>
                  <a:lnTo>
                    <a:pt x="14822" y="34514"/>
                  </a:lnTo>
                  <a:lnTo>
                    <a:pt x="13638" y="33244"/>
                  </a:lnTo>
                  <a:lnTo>
                    <a:pt x="12958" y="32215"/>
                  </a:lnTo>
                  <a:lnTo>
                    <a:pt x="12396" y="31701"/>
                  </a:lnTo>
                  <a:lnTo>
                    <a:pt x="11094" y="30461"/>
                  </a:lnTo>
                  <a:lnTo>
                    <a:pt x="9792" y="29251"/>
                  </a:lnTo>
                  <a:lnTo>
                    <a:pt x="8964" y="28404"/>
                  </a:lnTo>
                  <a:lnTo>
                    <a:pt x="8668" y="27345"/>
                  </a:lnTo>
                  <a:lnTo>
                    <a:pt x="8283" y="26075"/>
                  </a:lnTo>
                  <a:lnTo>
                    <a:pt x="7218" y="25197"/>
                  </a:lnTo>
                  <a:lnTo>
                    <a:pt x="6272" y="24562"/>
                  </a:lnTo>
                  <a:lnTo>
                    <a:pt x="6005" y="24290"/>
                  </a:lnTo>
                  <a:lnTo>
                    <a:pt x="88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1320152" y="3396973"/>
              <a:ext cx="210501" cy="297775"/>
            </a:xfrm>
            <a:custGeom>
              <a:avLst/>
              <a:pathLst>
                <a:path w="210501" h="297775">
                  <a:moveTo>
                    <a:pt x="173874" y="60"/>
                  </a:moveTo>
                  <a:lnTo>
                    <a:pt x="174554" y="120"/>
                  </a:lnTo>
                  <a:lnTo>
                    <a:pt x="175264" y="241"/>
                  </a:lnTo>
                  <a:lnTo>
                    <a:pt x="175974" y="362"/>
                  </a:lnTo>
                  <a:lnTo>
                    <a:pt x="176655" y="483"/>
                  </a:lnTo>
                  <a:lnTo>
                    <a:pt x="177099" y="604"/>
                  </a:lnTo>
                  <a:lnTo>
                    <a:pt x="177335" y="665"/>
                  </a:lnTo>
                  <a:lnTo>
                    <a:pt x="178045" y="846"/>
                  </a:lnTo>
                  <a:lnTo>
                    <a:pt x="178548" y="1088"/>
                  </a:lnTo>
                  <a:lnTo>
                    <a:pt x="178903" y="1270"/>
                  </a:lnTo>
                  <a:lnTo>
                    <a:pt x="179495" y="1693"/>
                  </a:lnTo>
                  <a:lnTo>
                    <a:pt x="179673" y="1935"/>
                  </a:lnTo>
                  <a:lnTo>
                    <a:pt x="179821" y="2419"/>
                  </a:lnTo>
                  <a:lnTo>
                    <a:pt x="179791" y="3478"/>
                  </a:lnTo>
                  <a:lnTo>
                    <a:pt x="179318" y="4386"/>
                  </a:lnTo>
                  <a:lnTo>
                    <a:pt x="178963" y="4688"/>
                  </a:lnTo>
                  <a:lnTo>
                    <a:pt x="178312" y="4960"/>
                  </a:lnTo>
                  <a:lnTo>
                    <a:pt x="177661" y="5263"/>
                  </a:lnTo>
                  <a:lnTo>
                    <a:pt x="176714" y="5807"/>
                  </a:lnTo>
                  <a:lnTo>
                    <a:pt x="175974" y="6382"/>
                  </a:lnTo>
                  <a:lnTo>
                    <a:pt x="175146" y="7138"/>
                  </a:lnTo>
                  <a:lnTo>
                    <a:pt x="174554" y="7895"/>
                  </a:lnTo>
                  <a:lnTo>
                    <a:pt x="177661" y="10678"/>
                  </a:lnTo>
                  <a:lnTo>
                    <a:pt x="177247" y="11343"/>
                  </a:lnTo>
                  <a:lnTo>
                    <a:pt x="179436" y="12704"/>
                  </a:lnTo>
                  <a:lnTo>
                    <a:pt x="179939" y="13339"/>
                  </a:lnTo>
                  <a:lnTo>
                    <a:pt x="179051" y="14035"/>
                  </a:lnTo>
                  <a:lnTo>
                    <a:pt x="177513" y="15820"/>
                  </a:lnTo>
                  <a:lnTo>
                    <a:pt x="176211" y="17635"/>
                  </a:lnTo>
                  <a:lnTo>
                    <a:pt x="174850" y="20146"/>
                  </a:lnTo>
                  <a:lnTo>
                    <a:pt x="173992" y="21477"/>
                  </a:lnTo>
                  <a:lnTo>
                    <a:pt x="173282" y="22838"/>
                  </a:lnTo>
                  <a:lnTo>
                    <a:pt x="172335" y="24169"/>
                  </a:lnTo>
                  <a:lnTo>
                    <a:pt x="171685" y="24411"/>
                  </a:lnTo>
                  <a:lnTo>
                    <a:pt x="171892" y="25772"/>
                  </a:lnTo>
                  <a:lnTo>
                    <a:pt x="172483" y="29220"/>
                  </a:lnTo>
                  <a:lnTo>
                    <a:pt x="172128" y="30763"/>
                  </a:lnTo>
                  <a:lnTo>
                    <a:pt x="171063" y="32578"/>
                  </a:lnTo>
                  <a:lnTo>
                    <a:pt x="170324" y="33788"/>
                  </a:lnTo>
                  <a:lnTo>
                    <a:pt x="169732" y="34847"/>
                  </a:lnTo>
                  <a:lnTo>
                    <a:pt x="169051" y="37569"/>
                  </a:lnTo>
                  <a:lnTo>
                    <a:pt x="168637" y="39657"/>
                  </a:lnTo>
                  <a:lnTo>
                    <a:pt x="168696" y="42712"/>
                  </a:lnTo>
                  <a:lnTo>
                    <a:pt x="169140" y="45706"/>
                  </a:lnTo>
                  <a:lnTo>
                    <a:pt x="169909" y="48217"/>
                  </a:lnTo>
                  <a:lnTo>
                    <a:pt x="170974" y="50577"/>
                  </a:lnTo>
                  <a:lnTo>
                    <a:pt x="171182" y="50970"/>
                  </a:lnTo>
                  <a:lnTo>
                    <a:pt x="171537" y="51635"/>
                  </a:lnTo>
                  <a:lnTo>
                    <a:pt x="171714" y="51938"/>
                  </a:lnTo>
                  <a:lnTo>
                    <a:pt x="171832" y="52180"/>
                  </a:lnTo>
                  <a:lnTo>
                    <a:pt x="172040" y="52422"/>
                  </a:lnTo>
                  <a:lnTo>
                    <a:pt x="173341" y="53571"/>
                  </a:lnTo>
                  <a:lnTo>
                    <a:pt x="174170" y="54539"/>
                  </a:lnTo>
                  <a:lnTo>
                    <a:pt x="175531" y="56445"/>
                  </a:lnTo>
                  <a:lnTo>
                    <a:pt x="176300" y="57594"/>
                  </a:lnTo>
                  <a:lnTo>
                    <a:pt x="177957" y="60226"/>
                  </a:lnTo>
                  <a:lnTo>
                    <a:pt x="179525" y="63523"/>
                  </a:lnTo>
                  <a:lnTo>
                    <a:pt x="179377" y="65822"/>
                  </a:lnTo>
                  <a:lnTo>
                    <a:pt x="182217" y="69724"/>
                  </a:lnTo>
                  <a:lnTo>
                    <a:pt x="184110" y="70904"/>
                  </a:lnTo>
                  <a:lnTo>
                    <a:pt x="189229" y="75200"/>
                  </a:lnTo>
                  <a:lnTo>
                    <a:pt x="190383" y="76410"/>
                  </a:lnTo>
                  <a:lnTo>
                    <a:pt x="192572" y="79586"/>
                  </a:lnTo>
                  <a:lnTo>
                    <a:pt x="194288" y="81370"/>
                  </a:lnTo>
                  <a:lnTo>
                    <a:pt x="195501" y="83458"/>
                  </a:lnTo>
                  <a:lnTo>
                    <a:pt x="196744" y="84910"/>
                  </a:lnTo>
                  <a:lnTo>
                    <a:pt x="197424" y="85999"/>
                  </a:lnTo>
                  <a:lnTo>
                    <a:pt x="199377" y="86815"/>
                  </a:lnTo>
                  <a:lnTo>
                    <a:pt x="199584" y="89145"/>
                  </a:lnTo>
                  <a:lnTo>
                    <a:pt x="200087" y="91050"/>
                  </a:lnTo>
                  <a:lnTo>
                    <a:pt x="200087" y="93440"/>
                  </a:lnTo>
                  <a:lnTo>
                    <a:pt x="200856" y="96949"/>
                  </a:lnTo>
                  <a:lnTo>
                    <a:pt x="202128" y="99671"/>
                  </a:lnTo>
                  <a:lnTo>
                    <a:pt x="203223" y="101607"/>
                  </a:lnTo>
                  <a:lnTo>
                    <a:pt x="206536" y="103725"/>
                  </a:lnTo>
                  <a:lnTo>
                    <a:pt x="206270" y="106598"/>
                  </a:lnTo>
                  <a:lnTo>
                    <a:pt x="206063" y="109865"/>
                  </a:lnTo>
                  <a:lnTo>
                    <a:pt x="206300" y="112558"/>
                  </a:lnTo>
                  <a:lnTo>
                    <a:pt x="207098" y="114342"/>
                  </a:lnTo>
                  <a:lnTo>
                    <a:pt x="207542" y="117246"/>
                  </a:lnTo>
                  <a:lnTo>
                    <a:pt x="208755" y="119092"/>
                  </a:lnTo>
                  <a:lnTo>
                    <a:pt x="209022" y="120271"/>
                  </a:lnTo>
                  <a:lnTo>
                    <a:pt x="209022" y="121572"/>
                  </a:lnTo>
                  <a:lnTo>
                    <a:pt x="210087" y="123478"/>
                  </a:lnTo>
                  <a:lnTo>
                    <a:pt x="210501" y="124234"/>
                  </a:lnTo>
                  <a:lnTo>
                    <a:pt x="210471" y="124718"/>
                  </a:lnTo>
                  <a:lnTo>
                    <a:pt x="208962" y="126472"/>
                  </a:lnTo>
                  <a:lnTo>
                    <a:pt x="205649" y="125111"/>
                  </a:lnTo>
                  <a:lnTo>
                    <a:pt x="201388" y="122994"/>
                  </a:lnTo>
                  <a:lnTo>
                    <a:pt x="197335" y="122056"/>
                  </a:lnTo>
                  <a:lnTo>
                    <a:pt x="194673" y="121723"/>
                  </a:lnTo>
                  <a:lnTo>
                    <a:pt x="193667" y="121209"/>
                  </a:lnTo>
                  <a:lnTo>
                    <a:pt x="193252" y="121027"/>
                  </a:lnTo>
                  <a:lnTo>
                    <a:pt x="192897" y="120785"/>
                  </a:lnTo>
                  <a:lnTo>
                    <a:pt x="192542" y="120664"/>
                  </a:lnTo>
                  <a:lnTo>
                    <a:pt x="191980" y="120543"/>
                  </a:lnTo>
                  <a:lnTo>
                    <a:pt x="191418" y="120453"/>
                  </a:lnTo>
                  <a:lnTo>
                    <a:pt x="190945" y="120453"/>
                  </a:lnTo>
                  <a:lnTo>
                    <a:pt x="190412" y="120513"/>
                  </a:lnTo>
                  <a:lnTo>
                    <a:pt x="190057" y="120513"/>
                  </a:lnTo>
                  <a:lnTo>
                    <a:pt x="189613" y="120513"/>
                  </a:lnTo>
                  <a:lnTo>
                    <a:pt x="188371" y="120392"/>
                  </a:lnTo>
                  <a:lnTo>
                    <a:pt x="187542" y="120392"/>
                  </a:lnTo>
                  <a:lnTo>
                    <a:pt x="186359" y="120422"/>
                  </a:lnTo>
                  <a:lnTo>
                    <a:pt x="185915" y="120604"/>
                  </a:lnTo>
                  <a:lnTo>
                    <a:pt x="185531" y="120725"/>
                  </a:lnTo>
                  <a:lnTo>
                    <a:pt x="185235" y="121088"/>
                  </a:lnTo>
                  <a:lnTo>
                    <a:pt x="184525" y="121663"/>
                  </a:lnTo>
                  <a:lnTo>
                    <a:pt x="183903" y="122147"/>
                  </a:lnTo>
                  <a:lnTo>
                    <a:pt x="183105" y="122691"/>
                  </a:lnTo>
                  <a:lnTo>
                    <a:pt x="182395" y="123024"/>
                  </a:lnTo>
                  <a:lnTo>
                    <a:pt x="181980" y="123417"/>
                  </a:lnTo>
                  <a:lnTo>
                    <a:pt x="181329" y="123901"/>
                  </a:lnTo>
                  <a:lnTo>
                    <a:pt x="180797" y="124567"/>
                  </a:lnTo>
                  <a:lnTo>
                    <a:pt x="180560" y="125081"/>
                  </a:lnTo>
                  <a:lnTo>
                    <a:pt x="180205" y="125777"/>
                  </a:lnTo>
                  <a:lnTo>
                    <a:pt x="179909" y="126291"/>
                  </a:lnTo>
                  <a:lnTo>
                    <a:pt x="179584" y="126684"/>
                  </a:lnTo>
                  <a:lnTo>
                    <a:pt x="179288" y="127138"/>
                  </a:lnTo>
                  <a:lnTo>
                    <a:pt x="179229" y="127592"/>
                  </a:lnTo>
                  <a:lnTo>
                    <a:pt x="179111" y="128015"/>
                  </a:lnTo>
                  <a:lnTo>
                    <a:pt x="178696" y="128983"/>
                  </a:lnTo>
                  <a:lnTo>
                    <a:pt x="178519" y="129346"/>
                  </a:lnTo>
                  <a:lnTo>
                    <a:pt x="178164" y="130496"/>
                  </a:lnTo>
                  <a:lnTo>
                    <a:pt x="177838" y="131282"/>
                  </a:lnTo>
                  <a:lnTo>
                    <a:pt x="177631" y="131827"/>
                  </a:lnTo>
                  <a:lnTo>
                    <a:pt x="177335" y="132190"/>
                  </a:lnTo>
                  <a:lnTo>
                    <a:pt x="177010" y="132613"/>
                  </a:lnTo>
                  <a:lnTo>
                    <a:pt x="176714" y="132885"/>
                  </a:lnTo>
                  <a:lnTo>
                    <a:pt x="176418" y="133158"/>
                  </a:lnTo>
                  <a:lnTo>
                    <a:pt x="175886" y="133369"/>
                  </a:lnTo>
                  <a:lnTo>
                    <a:pt x="175560" y="133369"/>
                  </a:lnTo>
                  <a:lnTo>
                    <a:pt x="175176" y="133399"/>
                  </a:lnTo>
                  <a:lnTo>
                    <a:pt x="174880" y="133430"/>
                  </a:lnTo>
                  <a:lnTo>
                    <a:pt x="174614" y="133490"/>
                  </a:lnTo>
                  <a:lnTo>
                    <a:pt x="174406" y="133551"/>
                  </a:lnTo>
                  <a:lnTo>
                    <a:pt x="174229" y="133611"/>
                  </a:lnTo>
                  <a:lnTo>
                    <a:pt x="173992" y="133732"/>
                  </a:lnTo>
                  <a:lnTo>
                    <a:pt x="173608" y="133974"/>
                  </a:lnTo>
                  <a:lnTo>
                    <a:pt x="173282" y="134065"/>
                  </a:lnTo>
                  <a:lnTo>
                    <a:pt x="172868" y="134095"/>
                  </a:lnTo>
                  <a:lnTo>
                    <a:pt x="172483" y="134216"/>
                  </a:lnTo>
                  <a:lnTo>
                    <a:pt x="172158" y="134458"/>
                  </a:lnTo>
                  <a:lnTo>
                    <a:pt x="171832" y="134882"/>
                  </a:lnTo>
                  <a:lnTo>
                    <a:pt x="171655" y="135214"/>
                  </a:lnTo>
                  <a:lnTo>
                    <a:pt x="171330" y="135698"/>
                  </a:lnTo>
                  <a:lnTo>
                    <a:pt x="171122" y="135729"/>
                  </a:lnTo>
                  <a:lnTo>
                    <a:pt x="170797" y="136061"/>
                  </a:lnTo>
                  <a:lnTo>
                    <a:pt x="170619" y="136394"/>
                  </a:lnTo>
                  <a:lnTo>
                    <a:pt x="170383" y="136908"/>
                  </a:lnTo>
                  <a:lnTo>
                    <a:pt x="170087" y="137453"/>
                  </a:lnTo>
                  <a:lnTo>
                    <a:pt x="169939" y="137907"/>
                  </a:lnTo>
                  <a:lnTo>
                    <a:pt x="169761" y="138300"/>
                  </a:lnTo>
                  <a:lnTo>
                    <a:pt x="169347" y="138905"/>
                  </a:lnTo>
                  <a:lnTo>
                    <a:pt x="169199" y="139389"/>
                  </a:lnTo>
                  <a:lnTo>
                    <a:pt x="168904" y="140054"/>
                  </a:lnTo>
                  <a:lnTo>
                    <a:pt x="168608" y="140448"/>
                  </a:lnTo>
                  <a:lnTo>
                    <a:pt x="168489" y="140780"/>
                  </a:lnTo>
                  <a:lnTo>
                    <a:pt x="168282" y="141234"/>
                  </a:lnTo>
                  <a:lnTo>
                    <a:pt x="167986" y="141809"/>
                  </a:lnTo>
                  <a:lnTo>
                    <a:pt x="167779" y="142353"/>
                  </a:lnTo>
                  <a:lnTo>
                    <a:pt x="167661" y="142807"/>
                  </a:lnTo>
                  <a:lnTo>
                    <a:pt x="167572" y="143231"/>
                  </a:lnTo>
                  <a:lnTo>
                    <a:pt x="167424" y="143745"/>
                  </a:lnTo>
                  <a:lnTo>
                    <a:pt x="167395" y="144017"/>
                  </a:lnTo>
                  <a:lnTo>
                    <a:pt x="167395" y="144410"/>
                  </a:lnTo>
                  <a:lnTo>
                    <a:pt x="167276" y="144894"/>
                  </a:lnTo>
                  <a:lnTo>
                    <a:pt x="167217" y="145288"/>
                  </a:lnTo>
                  <a:lnTo>
                    <a:pt x="167158" y="145711"/>
                  </a:lnTo>
                  <a:lnTo>
                    <a:pt x="166951" y="146135"/>
                  </a:lnTo>
                  <a:lnTo>
                    <a:pt x="166714" y="146497"/>
                  </a:lnTo>
                  <a:lnTo>
                    <a:pt x="166477" y="146921"/>
                  </a:lnTo>
                  <a:lnTo>
                    <a:pt x="166418" y="147314"/>
                  </a:lnTo>
                  <a:lnTo>
                    <a:pt x="166330" y="147828"/>
                  </a:lnTo>
                  <a:lnTo>
                    <a:pt x="166122" y="148524"/>
                  </a:lnTo>
                  <a:lnTo>
                    <a:pt x="165886" y="148857"/>
                  </a:lnTo>
                  <a:lnTo>
                    <a:pt x="165708" y="149220"/>
                  </a:lnTo>
                  <a:lnTo>
                    <a:pt x="165679" y="150037"/>
                  </a:lnTo>
                  <a:lnTo>
                    <a:pt x="165531" y="150581"/>
                  </a:lnTo>
                  <a:lnTo>
                    <a:pt x="165472" y="151216"/>
                  </a:lnTo>
                  <a:lnTo>
                    <a:pt x="165472" y="151700"/>
                  </a:lnTo>
                  <a:lnTo>
                    <a:pt x="165501" y="152033"/>
                  </a:lnTo>
                  <a:lnTo>
                    <a:pt x="165620" y="152336"/>
                  </a:lnTo>
                  <a:lnTo>
                    <a:pt x="165708" y="152850"/>
                  </a:lnTo>
                  <a:lnTo>
                    <a:pt x="165767" y="153243"/>
                  </a:lnTo>
                  <a:lnTo>
                    <a:pt x="165738" y="153636"/>
                  </a:lnTo>
                  <a:lnTo>
                    <a:pt x="165797" y="154090"/>
                  </a:lnTo>
                  <a:lnTo>
                    <a:pt x="165767" y="154423"/>
                  </a:lnTo>
                  <a:lnTo>
                    <a:pt x="165797" y="154756"/>
                  </a:lnTo>
                  <a:lnTo>
                    <a:pt x="165827" y="155058"/>
                  </a:lnTo>
                  <a:lnTo>
                    <a:pt x="165856" y="155330"/>
                  </a:lnTo>
                  <a:lnTo>
                    <a:pt x="165797" y="155542"/>
                  </a:lnTo>
                  <a:lnTo>
                    <a:pt x="165620" y="155875"/>
                  </a:lnTo>
                  <a:lnTo>
                    <a:pt x="165353" y="156238"/>
                  </a:lnTo>
                  <a:lnTo>
                    <a:pt x="165146" y="156450"/>
                  </a:lnTo>
                  <a:lnTo>
                    <a:pt x="164909" y="156722"/>
                  </a:lnTo>
                  <a:lnTo>
                    <a:pt x="164732" y="157055"/>
                  </a:lnTo>
                  <a:lnTo>
                    <a:pt x="164525" y="157387"/>
                  </a:lnTo>
                  <a:lnTo>
                    <a:pt x="164347" y="157508"/>
                  </a:lnTo>
                  <a:lnTo>
                    <a:pt x="164051" y="157508"/>
                  </a:lnTo>
                  <a:lnTo>
                    <a:pt x="163844" y="157539"/>
                  </a:lnTo>
                  <a:lnTo>
                    <a:pt x="163549" y="157629"/>
                  </a:lnTo>
                  <a:lnTo>
                    <a:pt x="163193" y="157871"/>
                  </a:lnTo>
                  <a:lnTo>
                    <a:pt x="162986" y="158023"/>
                  </a:lnTo>
                  <a:lnTo>
                    <a:pt x="162720" y="158174"/>
                  </a:lnTo>
                  <a:lnTo>
                    <a:pt x="162395" y="158386"/>
                  </a:lnTo>
                  <a:lnTo>
                    <a:pt x="162099" y="158567"/>
                  </a:lnTo>
                  <a:lnTo>
                    <a:pt x="161862" y="158749"/>
                  </a:lnTo>
                  <a:lnTo>
                    <a:pt x="161685" y="158839"/>
                  </a:lnTo>
                  <a:lnTo>
                    <a:pt x="161537" y="159021"/>
                  </a:lnTo>
                  <a:lnTo>
                    <a:pt x="161211" y="159233"/>
                  </a:lnTo>
                  <a:lnTo>
                    <a:pt x="160886" y="159505"/>
                  </a:lnTo>
                  <a:lnTo>
                    <a:pt x="160649" y="159656"/>
                  </a:lnTo>
                  <a:lnTo>
                    <a:pt x="160294" y="160019"/>
                  </a:lnTo>
                  <a:lnTo>
                    <a:pt x="160057" y="160321"/>
                  </a:lnTo>
                  <a:lnTo>
                    <a:pt x="159791" y="160533"/>
                  </a:lnTo>
                  <a:lnTo>
                    <a:pt x="159466" y="160684"/>
                  </a:lnTo>
                  <a:lnTo>
                    <a:pt x="159229" y="160836"/>
                  </a:lnTo>
                  <a:lnTo>
                    <a:pt x="158637" y="160836"/>
                  </a:lnTo>
                  <a:lnTo>
                    <a:pt x="158401" y="160896"/>
                  </a:lnTo>
                  <a:lnTo>
                    <a:pt x="157957" y="160957"/>
                  </a:lnTo>
                  <a:lnTo>
                    <a:pt x="157691" y="160926"/>
                  </a:lnTo>
                  <a:lnTo>
                    <a:pt x="157395" y="160987"/>
                  </a:lnTo>
                  <a:lnTo>
                    <a:pt x="157128" y="161047"/>
                  </a:lnTo>
                  <a:lnTo>
                    <a:pt x="156803" y="161138"/>
                  </a:lnTo>
                  <a:lnTo>
                    <a:pt x="156330" y="161320"/>
                  </a:lnTo>
                  <a:lnTo>
                    <a:pt x="155708" y="161531"/>
                  </a:lnTo>
                  <a:lnTo>
                    <a:pt x="155442" y="161743"/>
                  </a:lnTo>
                  <a:lnTo>
                    <a:pt x="154939" y="162227"/>
                  </a:lnTo>
                  <a:lnTo>
                    <a:pt x="154170" y="162862"/>
                  </a:lnTo>
                  <a:lnTo>
                    <a:pt x="153371" y="163528"/>
                  </a:lnTo>
                  <a:lnTo>
                    <a:pt x="152986" y="163861"/>
                  </a:lnTo>
                  <a:lnTo>
                    <a:pt x="152484" y="164496"/>
                  </a:lnTo>
                  <a:lnTo>
                    <a:pt x="152069" y="164889"/>
                  </a:lnTo>
                  <a:lnTo>
                    <a:pt x="151862" y="165101"/>
                  </a:lnTo>
                  <a:lnTo>
                    <a:pt x="151596" y="165282"/>
                  </a:lnTo>
                  <a:lnTo>
                    <a:pt x="151300" y="165373"/>
                  </a:lnTo>
                  <a:lnTo>
                    <a:pt x="150945" y="165403"/>
                  </a:lnTo>
                  <a:lnTo>
                    <a:pt x="150590" y="165494"/>
                  </a:lnTo>
                  <a:lnTo>
                    <a:pt x="150413" y="165615"/>
                  </a:lnTo>
                  <a:lnTo>
                    <a:pt x="150235" y="165736"/>
                  </a:lnTo>
                  <a:lnTo>
                    <a:pt x="150058" y="165766"/>
                  </a:lnTo>
                  <a:lnTo>
                    <a:pt x="149880" y="165797"/>
                  </a:lnTo>
                  <a:lnTo>
                    <a:pt x="149525" y="165887"/>
                  </a:lnTo>
                  <a:lnTo>
                    <a:pt x="148992" y="166008"/>
                  </a:lnTo>
                  <a:lnTo>
                    <a:pt x="148756" y="166129"/>
                  </a:lnTo>
                  <a:lnTo>
                    <a:pt x="148489" y="166341"/>
                  </a:lnTo>
                  <a:lnTo>
                    <a:pt x="148282" y="166432"/>
                  </a:lnTo>
                  <a:lnTo>
                    <a:pt x="148105" y="166583"/>
                  </a:lnTo>
                  <a:lnTo>
                    <a:pt x="147631" y="166916"/>
                  </a:lnTo>
                  <a:lnTo>
                    <a:pt x="147158" y="167279"/>
                  </a:lnTo>
                  <a:lnTo>
                    <a:pt x="146803" y="167612"/>
                  </a:lnTo>
                  <a:lnTo>
                    <a:pt x="146152" y="167944"/>
                  </a:lnTo>
                  <a:lnTo>
                    <a:pt x="145590" y="168217"/>
                  </a:lnTo>
                  <a:lnTo>
                    <a:pt x="145176" y="168428"/>
                  </a:lnTo>
                  <a:lnTo>
                    <a:pt x="144703" y="168731"/>
                  </a:lnTo>
                  <a:lnTo>
                    <a:pt x="144288" y="168912"/>
                  </a:lnTo>
                  <a:lnTo>
                    <a:pt x="143490" y="169124"/>
                  </a:lnTo>
                  <a:lnTo>
                    <a:pt x="142957" y="169215"/>
                  </a:lnTo>
                  <a:lnTo>
                    <a:pt x="142513" y="169366"/>
                  </a:lnTo>
                  <a:lnTo>
                    <a:pt x="142365" y="169608"/>
                  </a:lnTo>
                  <a:lnTo>
                    <a:pt x="142306" y="169850"/>
                  </a:lnTo>
                  <a:lnTo>
                    <a:pt x="142040" y="170395"/>
                  </a:lnTo>
                  <a:lnTo>
                    <a:pt x="141833" y="170667"/>
                  </a:lnTo>
                  <a:lnTo>
                    <a:pt x="141596" y="171121"/>
                  </a:lnTo>
                  <a:lnTo>
                    <a:pt x="140768" y="170969"/>
                  </a:lnTo>
                  <a:lnTo>
                    <a:pt x="140413" y="175204"/>
                  </a:lnTo>
                  <a:lnTo>
                    <a:pt x="136862" y="176021"/>
                  </a:lnTo>
                  <a:lnTo>
                    <a:pt x="136774" y="179621"/>
                  </a:lnTo>
                  <a:lnTo>
                    <a:pt x="131922" y="179953"/>
                  </a:lnTo>
                  <a:lnTo>
                    <a:pt x="129614" y="178955"/>
                  </a:lnTo>
                  <a:lnTo>
                    <a:pt x="130028" y="184642"/>
                  </a:lnTo>
                  <a:lnTo>
                    <a:pt x="128401" y="185096"/>
                  </a:lnTo>
                  <a:lnTo>
                    <a:pt x="126655" y="185792"/>
                  </a:lnTo>
                  <a:lnTo>
                    <a:pt x="127632" y="187818"/>
                  </a:lnTo>
                  <a:lnTo>
                    <a:pt x="128135" y="188877"/>
                  </a:lnTo>
                  <a:lnTo>
                    <a:pt x="128460" y="189996"/>
                  </a:lnTo>
                  <a:lnTo>
                    <a:pt x="128667" y="191025"/>
                  </a:lnTo>
                  <a:lnTo>
                    <a:pt x="128697" y="191781"/>
                  </a:lnTo>
                  <a:lnTo>
                    <a:pt x="128697" y="193566"/>
                  </a:lnTo>
                  <a:lnTo>
                    <a:pt x="128638" y="194564"/>
                  </a:lnTo>
                  <a:lnTo>
                    <a:pt x="128549" y="195108"/>
                  </a:lnTo>
                  <a:lnTo>
                    <a:pt x="128490" y="195623"/>
                  </a:lnTo>
                  <a:lnTo>
                    <a:pt x="128401" y="196288"/>
                  </a:lnTo>
                  <a:lnTo>
                    <a:pt x="128371" y="196772"/>
                  </a:lnTo>
                  <a:lnTo>
                    <a:pt x="128430" y="197014"/>
                  </a:lnTo>
                  <a:lnTo>
                    <a:pt x="128519" y="197498"/>
                  </a:lnTo>
                  <a:lnTo>
                    <a:pt x="128726" y="198103"/>
                  </a:lnTo>
                  <a:lnTo>
                    <a:pt x="129170" y="199101"/>
                  </a:lnTo>
                  <a:lnTo>
                    <a:pt x="129348" y="199525"/>
                  </a:lnTo>
                  <a:lnTo>
                    <a:pt x="129851" y="200795"/>
                  </a:lnTo>
                  <a:lnTo>
                    <a:pt x="128401" y="201672"/>
                  </a:lnTo>
                  <a:lnTo>
                    <a:pt x="126241" y="203729"/>
                  </a:lnTo>
                  <a:lnTo>
                    <a:pt x="125235" y="204667"/>
                  </a:lnTo>
                  <a:lnTo>
                    <a:pt x="124259" y="203366"/>
                  </a:lnTo>
                  <a:lnTo>
                    <a:pt x="122336" y="200523"/>
                  </a:lnTo>
                  <a:lnTo>
                    <a:pt x="121359" y="200190"/>
                  </a:lnTo>
                  <a:lnTo>
                    <a:pt x="120797" y="199404"/>
                  </a:lnTo>
                  <a:lnTo>
                    <a:pt x="120265" y="198648"/>
                  </a:lnTo>
                  <a:lnTo>
                    <a:pt x="119939" y="198587"/>
                  </a:lnTo>
                  <a:lnTo>
                    <a:pt x="119466" y="198466"/>
                  </a:lnTo>
                  <a:lnTo>
                    <a:pt x="119436" y="198254"/>
                  </a:lnTo>
                  <a:lnTo>
                    <a:pt x="119525" y="198012"/>
                  </a:lnTo>
                  <a:lnTo>
                    <a:pt x="119614" y="197801"/>
                  </a:lnTo>
                  <a:lnTo>
                    <a:pt x="119791" y="197619"/>
                  </a:lnTo>
                  <a:lnTo>
                    <a:pt x="121271" y="198103"/>
                  </a:lnTo>
                  <a:lnTo>
                    <a:pt x="122573" y="197680"/>
                  </a:lnTo>
                  <a:lnTo>
                    <a:pt x="121685" y="194987"/>
                  </a:lnTo>
                  <a:lnTo>
                    <a:pt x="121241" y="194231"/>
                  </a:lnTo>
                  <a:lnTo>
                    <a:pt x="121744" y="193777"/>
                  </a:lnTo>
                  <a:lnTo>
                    <a:pt x="120413" y="192870"/>
                  </a:lnTo>
                  <a:lnTo>
                    <a:pt x="119141" y="191932"/>
                  </a:lnTo>
                  <a:lnTo>
                    <a:pt x="118076" y="192114"/>
                  </a:lnTo>
                  <a:lnTo>
                    <a:pt x="116093" y="192356"/>
                  </a:lnTo>
                  <a:lnTo>
                    <a:pt x="115916" y="192265"/>
                  </a:lnTo>
                  <a:lnTo>
                    <a:pt x="115768" y="192204"/>
                  </a:lnTo>
                  <a:lnTo>
                    <a:pt x="115561" y="192083"/>
                  </a:lnTo>
                  <a:lnTo>
                    <a:pt x="115383" y="191962"/>
                  </a:lnTo>
                  <a:lnTo>
                    <a:pt x="115235" y="191720"/>
                  </a:lnTo>
                  <a:lnTo>
                    <a:pt x="114910" y="191478"/>
                  </a:lnTo>
                  <a:lnTo>
                    <a:pt x="114644" y="191418"/>
                  </a:lnTo>
                  <a:lnTo>
                    <a:pt x="114348" y="191388"/>
                  </a:lnTo>
                  <a:lnTo>
                    <a:pt x="114052" y="191206"/>
                  </a:lnTo>
                  <a:lnTo>
                    <a:pt x="113874" y="191206"/>
                  </a:lnTo>
                  <a:lnTo>
                    <a:pt x="113697" y="191236"/>
                  </a:lnTo>
                  <a:lnTo>
                    <a:pt x="113490" y="191267"/>
                  </a:lnTo>
                  <a:lnTo>
                    <a:pt x="113194" y="191115"/>
                  </a:lnTo>
                  <a:lnTo>
                    <a:pt x="112928" y="190964"/>
                  </a:lnTo>
                  <a:lnTo>
                    <a:pt x="112602" y="190873"/>
                  </a:lnTo>
                  <a:lnTo>
                    <a:pt x="112395" y="190783"/>
                  </a:lnTo>
                  <a:lnTo>
                    <a:pt x="112070" y="190722"/>
                  </a:lnTo>
                  <a:lnTo>
                    <a:pt x="111300" y="190571"/>
                  </a:lnTo>
                  <a:lnTo>
                    <a:pt x="109792" y="199404"/>
                  </a:lnTo>
                  <a:lnTo>
                    <a:pt x="108312" y="208146"/>
                  </a:lnTo>
                  <a:lnTo>
                    <a:pt x="107395" y="213470"/>
                  </a:lnTo>
                  <a:lnTo>
                    <a:pt x="107129" y="214710"/>
                  </a:lnTo>
                  <a:lnTo>
                    <a:pt x="106774" y="216041"/>
                  </a:lnTo>
                  <a:lnTo>
                    <a:pt x="106182" y="217947"/>
                  </a:lnTo>
                  <a:lnTo>
                    <a:pt x="103490" y="226114"/>
                  </a:lnTo>
                  <a:lnTo>
                    <a:pt x="103194" y="227052"/>
                  </a:lnTo>
                  <a:lnTo>
                    <a:pt x="102928" y="228171"/>
                  </a:lnTo>
                  <a:lnTo>
                    <a:pt x="102573" y="230077"/>
                  </a:lnTo>
                  <a:lnTo>
                    <a:pt x="102336" y="231740"/>
                  </a:lnTo>
                  <a:lnTo>
                    <a:pt x="102158" y="234523"/>
                  </a:lnTo>
                  <a:lnTo>
                    <a:pt x="102158" y="235975"/>
                  </a:lnTo>
                  <a:lnTo>
                    <a:pt x="102218" y="237427"/>
                  </a:lnTo>
                  <a:lnTo>
                    <a:pt x="102425" y="239515"/>
                  </a:lnTo>
                  <a:lnTo>
                    <a:pt x="102809" y="241874"/>
                  </a:lnTo>
                  <a:lnTo>
                    <a:pt x="103076" y="242963"/>
                  </a:lnTo>
                  <a:lnTo>
                    <a:pt x="103401" y="244264"/>
                  </a:lnTo>
                  <a:lnTo>
                    <a:pt x="103934" y="246200"/>
                  </a:lnTo>
                  <a:lnTo>
                    <a:pt x="99170" y="247379"/>
                  </a:lnTo>
                  <a:lnTo>
                    <a:pt x="98934" y="251372"/>
                  </a:lnTo>
                  <a:lnTo>
                    <a:pt x="98963" y="253127"/>
                  </a:lnTo>
                  <a:lnTo>
                    <a:pt x="98963" y="255516"/>
                  </a:lnTo>
                  <a:lnTo>
                    <a:pt x="99555" y="255516"/>
                  </a:lnTo>
                  <a:lnTo>
                    <a:pt x="99585" y="256515"/>
                  </a:lnTo>
                  <a:lnTo>
                    <a:pt x="99555" y="257785"/>
                  </a:lnTo>
                  <a:lnTo>
                    <a:pt x="99880" y="257967"/>
                  </a:lnTo>
                  <a:lnTo>
                    <a:pt x="100738" y="258632"/>
                  </a:lnTo>
                  <a:lnTo>
                    <a:pt x="100857" y="258874"/>
                  </a:lnTo>
                  <a:lnTo>
                    <a:pt x="100916" y="259207"/>
                  </a:lnTo>
                  <a:lnTo>
                    <a:pt x="100798" y="259540"/>
                  </a:lnTo>
                  <a:lnTo>
                    <a:pt x="100679" y="260145"/>
                  </a:lnTo>
                  <a:lnTo>
                    <a:pt x="100709" y="260901"/>
                  </a:lnTo>
                  <a:lnTo>
                    <a:pt x="100738" y="261082"/>
                  </a:lnTo>
                  <a:lnTo>
                    <a:pt x="100886" y="261476"/>
                  </a:lnTo>
                  <a:lnTo>
                    <a:pt x="101360" y="262474"/>
                  </a:lnTo>
                  <a:lnTo>
                    <a:pt x="101567" y="262655"/>
                  </a:lnTo>
                  <a:lnTo>
                    <a:pt x="102188" y="263200"/>
                  </a:lnTo>
                  <a:lnTo>
                    <a:pt x="102277" y="263381"/>
                  </a:lnTo>
                  <a:lnTo>
                    <a:pt x="102336" y="263623"/>
                  </a:lnTo>
                  <a:lnTo>
                    <a:pt x="102336" y="265499"/>
                  </a:lnTo>
                  <a:lnTo>
                    <a:pt x="102336" y="266618"/>
                  </a:lnTo>
                  <a:lnTo>
                    <a:pt x="102366" y="267193"/>
                  </a:lnTo>
                  <a:lnTo>
                    <a:pt x="102366" y="267495"/>
                  </a:lnTo>
                  <a:lnTo>
                    <a:pt x="102011" y="268705"/>
                  </a:lnTo>
                  <a:lnTo>
                    <a:pt x="101863" y="269098"/>
                  </a:lnTo>
                  <a:lnTo>
                    <a:pt x="101478" y="270429"/>
                  </a:lnTo>
                  <a:lnTo>
                    <a:pt x="100945" y="272335"/>
                  </a:lnTo>
                  <a:lnTo>
                    <a:pt x="100798" y="273091"/>
                  </a:lnTo>
                  <a:lnTo>
                    <a:pt x="100650" y="273908"/>
                  </a:lnTo>
                  <a:lnTo>
                    <a:pt x="100502" y="274422"/>
                  </a:lnTo>
                  <a:lnTo>
                    <a:pt x="98963" y="274392"/>
                  </a:lnTo>
                  <a:lnTo>
                    <a:pt x="94614" y="277478"/>
                  </a:lnTo>
                  <a:lnTo>
                    <a:pt x="94496" y="278778"/>
                  </a:lnTo>
                  <a:lnTo>
                    <a:pt x="94407" y="279172"/>
                  </a:lnTo>
                  <a:lnTo>
                    <a:pt x="94348" y="279474"/>
                  </a:lnTo>
                  <a:lnTo>
                    <a:pt x="94318" y="279807"/>
                  </a:lnTo>
                  <a:lnTo>
                    <a:pt x="94230" y="281712"/>
                  </a:lnTo>
                  <a:lnTo>
                    <a:pt x="93934" y="284284"/>
                  </a:lnTo>
                  <a:lnTo>
                    <a:pt x="93875" y="284677"/>
                  </a:lnTo>
                  <a:lnTo>
                    <a:pt x="93667" y="285342"/>
                  </a:lnTo>
                  <a:lnTo>
                    <a:pt x="93608" y="285494"/>
                  </a:lnTo>
                  <a:lnTo>
                    <a:pt x="92543" y="288791"/>
                  </a:lnTo>
                  <a:lnTo>
                    <a:pt x="89792" y="292844"/>
                  </a:lnTo>
                  <a:lnTo>
                    <a:pt x="88105" y="293963"/>
                  </a:lnTo>
                  <a:lnTo>
                    <a:pt x="86508" y="294205"/>
                  </a:lnTo>
                  <a:lnTo>
                    <a:pt x="85620" y="293207"/>
                  </a:lnTo>
                  <a:lnTo>
                    <a:pt x="84733" y="294175"/>
                  </a:lnTo>
                  <a:lnTo>
                    <a:pt x="84496" y="294175"/>
                  </a:lnTo>
                  <a:lnTo>
                    <a:pt x="84023" y="294205"/>
                  </a:lnTo>
                  <a:lnTo>
                    <a:pt x="83638" y="294205"/>
                  </a:lnTo>
                  <a:lnTo>
                    <a:pt x="82662" y="294145"/>
                  </a:lnTo>
                  <a:lnTo>
                    <a:pt x="81301" y="293177"/>
                  </a:lnTo>
                  <a:lnTo>
                    <a:pt x="80679" y="292814"/>
                  </a:lnTo>
                  <a:lnTo>
                    <a:pt x="80265" y="292481"/>
                  </a:lnTo>
                  <a:lnTo>
                    <a:pt x="79614" y="291423"/>
                  </a:lnTo>
                  <a:lnTo>
                    <a:pt x="79585" y="291120"/>
                  </a:lnTo>
                  <a:lnTo>
                    <a:pt x="79585" y="290697"/>
                  </a:lnTo>
                  <a:lnTo>
                    <a:pt x="79230" y="290727"/>
                  </a:lnTo>
                  <a:lnTo>
                    <a:pt x="78224" y="290848"/>
                  </a:lnTo>
                  <a:lnTo>
                    <a:pt x="78194" y="290424"/>
                  </a:lnTo>
                  <a:lnTo>
                    <a:pt x="77602" y="290424"/>
                  </a:lnTo>
                  <a:lnTo>
                    <a:pt x="77011" y="290001"/>
                  </a:lnTo>
                  <a:lnTo>
                    <a:pt x="73313" y="286976"/>
                  </a:lnTo>
                  <a:lnTo>
                    <a:pt x="73549" y="286583"/>
                  </a:lnTo>
                  <a:lnTo>
                    <a:pt x="73135" y="285978"/>
                  </a:lnTo>
                  <a:lnTo>
                    <a:pt x="71153" y="284495"/>
                  </a:lnTo>
                  <a:lnTo>
                    <a:pt x="69496" y="283437"/>
                  </a:lnTo>
                  <a:lnTo>
                    <a:pt x="69200" y="283769"/>
                  </a:lnTo>
                  <a:lnTo>
                    <a:pt x="68490" y="283225"/>
                  </a:lnTo>
                  <a:lnTo>
                    <a:pt x="67040" y="281954"/>
                  </a:lnTo>
                  <a:lnTo>
                    <a:pt x="66804" y="281773"/>
                  </a:lnTo>
                  <a:lnTo>
                    <a:pt x="66153" y="281198"/>
                  </a:lnTo>
                  <a:lnTo>
                    <a:pt x="65502" y="280593"/>
                  </a:lnTo>
                  <a:lnTo>
                    <a:pt x="61922" y="277871"/>
                  </a:lnTo>
                  <a:lnTo>
                    <a:pt x="61242" y="277357"/>
                  </a:lnTo>
                  <a:lnTo>
                    <a:pt x="59674" y="276056"/>
                  </a:lnTo>
                  <a:lnTo>
                    <a:pt x="59082" y="277145"/>
                  </a:lnTo>
                  <a:lnTo>
                    <a:pt x="56094" y="274846"/>
                  </a:lnTo>
                  <a:lnTo>
                    <a:pt x="54733" y="279051"/>
                  </a:lnTo>
                  <a:lnTo>
                    <a:pt x="53194" y="278597"/>
                  </a:lnTo>
                  <a:lnTo>
                    <a:pt x="51360" y="284102"/>
                  </a:lnTo>
                  <a:lnTo>
                    <a:pt x="50413" y="287127"/>
                  </a:lnTo>
                  <a:lnTo>
                    <a:pt x="49614" y="289608"/>
                  </a:lnTo>
                  <a:lnTo>
                    <a:pt x="49526" y="289940"/>
                  </a:lnTo>
                  <a:lnTo>
                    <a:pt x="49496" y="290092"/>
                  </a:lnTo>
                  <a:lnTo>
                    <a:pt x="49259" y="290848"/>
                  </a:lnTo>
                  <a:lnTo>
                    <a:pt x="49023" y="291695"/>
                  </a:lnTo>
                  <a:lnTo>
                    <a:pt x="48786" y="292481"/>
                  </a:lnTo>
                  <a:lnTo>
                    <a:pt x="48638" y="292995"/>
                  </a:lnTo>
                  <a:lnTo>
                    <a:pt x="48520" y="293419"/>
                  </a:lnTo>
                  <a:lnTo>
                    <a:pt x="48372" y="293873"/>
                  </a:lnTo>
                  <a:lnTo>
                    <a:pt x="48254" y="294326"/>
                  </a:lnTo>
                  <a:lnTo>
                    <a:pt x="48165" y="294689"/>
                  </a:lnTo>
                  <a:lnTo>
                    <a:pt x="48224" y="294962"/>
                  </a:lnTo>
                  <a:lnTo>
                    <a:pt x="47396" y="297593"/>
                  </a:lnTo>
                  <a:lnTo>
                    <a:pt x="47336" y="297775"/>
                  </a:lnTo>
                  <a:lnTo>
                    <a:pt x="45828" y="297382"/>
                  </a:lnTo>
                  <a:lnTo>
                    <a:pt x="44792" y="297079"/>
                  </a:lnTo>
                  <a:lnTo>
                    <a:pt x="44437" y="296988"/>
                  </a:lnTo>
                  <a:lnTo>
                    <a:pt x="43727" y="296777"/>
                  </a:lnTo>
                  <a:lnTo>
                    <a:pt x="41804" y="296172"/>
                  </a:lnTo>
                  <a:lnTo>
                    <a:pt x="41301" y="295899"/>
                  </a:lnTo>
                  <a:lnTo>
                    <a:pt x="41035" y="295657"/>
                  </a:lnTo>
                  <a:lnTo>
                    <a:pt x="40828" y="295385"/>
                  </a:lnTo>
                  <a:lnTo>
                    <a:pt x="38964" y="292512"/>
                  </a:lnTo>
                  <a:lnTo>
                    <a:pt x="37928" y="290727"/>
                  </a:lnTo>
                  <a:lnTo>
                    <a:pt x="37484" y="290061"/>
                  </a:lnTo>
                  <a:lnTo>
                    <a:pt x="37129" y="289547"/>
                  </a:lnTo>
                  <a:lnTo>
                    <a:pt x="36715" y="289003"/>
                  </a:lnTo>
                  <a:lnTo>
                    <a:pt x="36005" y="288186"/>
                  </a:lnTo>
                  <a:lnTo>
                    <a:pt x="34999" y="287036"/>
                  </a:lnTo>
                  <a:lnTo>
                    <a:pt x="34615" y="286613"/>
                  </a:lnTo>
                  <a:lnTo>
                    <a:pt x="33520" y="285342"/>
                  </a:lnTo>
                  <a:lnTo>
                    <a:pt x="32839" y="284556"/>
                  </a:lnTo>
                  <a:lnTo>
                    <a:pt x="32189" y="283860"/>
                  </a:lnTo>
                  <a:lnTo>
                    <a:pt x="32070" y="283558"/>
                  </a:lnTo>
                  <a:lnTo>
                    <a:pt x="32218" y="283406"/>
                  </a:lnTo>
                  <a:lnTo>
                    <a:pt x="31981" y="283134"/>
                  </a:lnTo>
                  <a:lnTo>
                    <a:pt x="31242" y="282620"/>
                  </a:lnTo>
                  <a:lnTo>
                    <a:pt x="28017" y="280654"/>
                  </a:lnTo>
                  <a:lnTo>
                    <a:pt x="25739" y="279232"/>
                  </a:lnTo>
                  <a:lnTo>
                    <a:pt x="25354" y="278869"/>
                  </a:lnTo>
                  <a:lnTo>
                    <a:pt x="24881" y="278385"/>
                  </a:lnTo>
                  <a:lnTo>
                    <a:pt x="24467" y="278113"/>
                  </a:lnTo>
                  <a:lnTo>
                    <a:pt x="23698" y="277599"/>
                  </a:lnTo>
                  <a:lnTo>
                    <a:pt x="23283" y="277266"/>
                  </a:lnTo>
                  <a:lnTo>
                    <a:pt x="22573" y="276782"/>
                  </a:lnTo>
                  <a:lnTo>
                    <a:pt x="21922" y="276328"/>
                  </a:lnTo>
                  <a:lnTo>
                    <a:pt x="21627" y="275995"/>
                  </a:lnTo>
                  <a:lnTo>
                    <a:pt x="20828" y="275844"/>
                  </a:lnTo>
                  <a:lnTo>
                    <a:pt x="19526" y="275663"/>
                  </a:lnTo>
                  <a:lnTo>
                    <a:pt x="18047" y="275390"/>
                  </a:lnTo>
                  <a:lnTo>
                    <a:pt x="16153" y="275118"/>
                  </a:lnTo>
                  <a:lnTo>
                    <a:pt x="15266" y="274967"/>
                  </a:lnTo>
                  <a:lnTo>
                    <a:pt x="15059" y="274937"/>
                  </a:lnTo>
                  <a:lnTo>
                    <a:pt x="14467" y="274876"/>
                  </a:lnTo>
                  <a:lnTo>
                    <a:pt x="13579" y="274755"/>
                  </a:lnTo>
                  <a:lnTo>
                    <a:pt x="12278" y="274453"/>
                  </a:lnTo>
                  <a:lnTo>
                    <a:pt x="12041" y="274301"/>
                  </a:lnTo>
                  <a:lnTo>
                    <a:pt x="12070" y="273969"/>
                  </a:lnTo>
                  <a:lnTo>
                    <a:pt x="12248" y="273666"/>
                  </a:lnTo>
                  <a:lnTo>
                    <a:pt x="12425" y="273333"/>
                  </a:lnTo>
                  <a:lnTo>
                    <a:pt x="12958" y="272819"/>
                  </a:lnTo>
                  <a:lnTo>
                    <a:pt x="13076" y="271700"/>
                  </a:lnTo>
                  <a:lnTo>
                    <a:pt x="13135" y="271337"/>
                  </a:lnTo>
                  <a:lnTo>
                    <a:pt x="13135" y="271155"/>
                  </a:lnTo>
                  <a:lnTo>
                    <a:pt x="14201" y="270671"/>
                  </a:lnTo>
                  <a:lnTo>
                    <a:pt x="15443" y="269673"/>
                  </a:lnTo>
                  <a:lnTo>
                    <a:pt x="16035" y="269310"/>
                  </a:lnTo>
                  <a:lnTo>
                    <a:pt x="17928" y="268191"/>
                  </a:lnTo>
                  <a:lnTo>
                    <a:pt x="18283" y="268070"/>
                  </a:lnTo>
                  <a:lnTo>
                    <a:pt x="19082" y="266769"/>
                  </a:lnTo>
                  <a:lnTo>
                    <a:pt x="19082" y="265862"/>
                  </a:lnTo>
                  <a:lnTo>
                    <a:pt x="19674" y="264954"/>
                  </a:lnTo>
                  <a:lnTo>
                    <a:pt x="20650" y="263502"/>
                  </a:lnTo>
                  <a:lnTo>
                    <a:pt x="21360" y="263986"/>
                  </a:lnTo>
                  <a:lnTo>
                    <a:pt x="21538" y="264107"/>
                  </a:lnTo>
                  <a:lnTo>
                    <a:pt x="22070" y="263442"/>
                  </a:lnTo>
                  <a:lnTo>
                    <a:pt x="23106" y="262050"/>
                  </a:lnTo>
                  <a:lnTo>
                    <a:pt x="24141" y="260719"/>
                  </a:lnTo>
                  <a:lnTo>
                    <a:pt x="24733" y="259933"/>
                  </a:lnTo>
                  <a:lnTo>
                    <a:pt x="25532" y="258874"/>
                  </a:lnTo>
                  <a:lnTo>
                    <a:pt x="25916" y="258541"/>
                  </a:lnTo>
                  <a:lnTo>
                    <a:pt x="27721" y="258844"/>
                  </a:lnTo>
                  <a:lnTo>
                    <a:pt x="28609" y="258965"/>
                  </a:lnTo>
                  <a:lnTo>
                    <a:pt x="29763" y="259146"/>
                  </a:lnTo>
                  <a:lnTo>
                    <a:pt x="29970" y="259177"/>
                  </a:lnTo>
                  <a:lnTo>
                    <a:pt x="30798" y="259298"/>
                  </a:lnTo>
                  <a:lnTo>
                    <a:pt x="31064" y="259358"/>
                  </a:lnTo>
                  <a:lnTo>
                    <a:pt x="31212" y="259056"/>
                  </a:lnTo>
                  <a:lnTo>
                    <a:pt x="31271" y="258844"/>
                  </a:lnTo>
                  <a:lnTo>
                    <a:pt x="31479" y="258209"/>
                  </a:lnTo>
                  <a:lnTo>
                    <a:pt x="31686" y="257513"/>
                  </a:lnTo>
                  <a:lnTo>
                    <a:pt x="31834" y="256999"/>
                  </a:lnTo>
                  <a:lnTo>
                    <a:pt x="32011" y="256545"/>
                  </a:lnTo>
                  <a:lnTo>
                    <a:pt x="32070" y="256303"/>
                  </a:lnTo>
                  <a:lnTo>
                    <a:pt x="32337" y="255910"/>
                  </a:lnTo>
                  <a:lnTo>
                    <a:pt x="32159" y="255819"/>
                  </a:lnTo>
                  <a:lnTo>
                    <a:pt x="27011" y="252945"/>
                  </a:lnTo>
                  <a:lnTo>
                    <a:pt x="15414" y="246442"/>
                  </a:lnTo>
                  <a:lnTo>
                    <a:pt x="12189" y="244627"/>
                  </a:lnTo>
                  <a:lnTo>
                    <a:pt x="6893" y="241662"/>
                  </a:lnTo>
                  <a:lnTo>
                    <a:pt x="7159" y="240815"/>
                  </a:lnTo>
                  <a:lnTo>
                    <a:pt x="7396" y="240119"/>
                  </a:lnTo>
                  <a:lnTo>
                    <a:pt x="7573" y="239787"/>
                  </a:lnTo>
                  <a:lnTo>
                    <a:pt x="7781" y="239424"/>
                  </a:lnTo>
                  <a:lnTo>
                    <a:pt x="7988" y="239182"/>
                  </a:lnTo>
                  <a:lnTo>
                    <a:pt x="8165" y="238970"/>
                  </a:lnTo>
                  <a:lnTo>
                    <a:pt x="7958" y="238789"/>
                  </a:lnTo>
                  <a:lnTo>
                    <a:pt x="7337" y="238184"/>
                  </a:lnTo>
                  <a:lnTo>
                    <a:pt x="7130" y="237972"/>
                  </a:lnTo>
                  <a:lnTo>
                    <a:pt x="6360" y="237306"/>
                  </a:lnTo>
                  <a:lnTo>
                    <a:pt x="6065" y="237064"/>
                  </a:lnTo>
                  <a:lnTo>
                    <a:pt x="5710" y="236762"/>
                  </a:lnTo>
                  <a:lnTo>
                    <a:pt x="5236" y="236369"/>
                  </a:lnTo>
                  <a:lnTo>
                    <a:pt x="4763" y="235975"/>
                  </a:lnTo>
                  <a:lnTo>
                    <a:pt x="4349" y="235643"/>
                  </a:lnTo>
                  <a:lnTo>
                    <a:pt x="3727" y="235098"/>
                  </a:lnTo>
                  <a:lnTo>
                    <a:pt x="2218" y="233979"/>
                  </a:lnTo>
                  <a:lnTo>
                    <a:pt x="2011" y="233828"/>
                  </a:lnTo>
                  <a:lnTo>
                    <a:pt x="1804" y="233676"/>
                  </a:lnTo>
                  <a:lnTo>
                    <a:pt x="1390" y="233434"/>
                  </a:lnTo>
                  <a:lnTo>
                    <a:pt x="1124" y="233253"/>
                  </a:lnTo>
                  <a:lnTo>
                    <a:pt x="798" y="233041"/>
                  </a:lnTo>
                  <a:lnTo>
                    <a:pt x="532" y="232860"/>
                  </a:lnTo>
                  <a:lnTo>
                    <a:pt x="0" y="232557"/>
                  </a:lnTo>
                  <a:lnTo>
                    <a:pt x="1124" y="230258"/>
                  </a:lnTo>
                  <a:lnTo>
                    <a:pt x="2218" y="227838"/>
                  </a:lnTo>
                  <a:lnTo>
                    <a:pt x="3639" y="224692"/>
                  </a:lnTo>
                  <a:lnTo>
                    <a:pt x="4053" y="223694"/>
                  </a:lnTo>
                  <a:lnTo>
                    <a:pt x="4763" y="222121"/>
                  </a:lnTo>
                  <a:lnTo>
                    <a:pt x="5473" y="220518"/>
                  </a:lnTo>
                  <a:lnTo>
                    <a:pt x="5739" y="219852"/>
                  </a:lnTo>
                  <a:lnTo>
                    <a:pt x="6035" y="219247"/>
                  </a:lnTo>
                  <a:lnTo>
                    <a:pt x="6804" y="217493"/>
                  </a:lnTo>
                  <a:lnTo>
                    <a:pt x="6923" y="217251"/>
                  </a:lnTo>
                  <a:lnTo>
                    <a:pt x="7070" y="216888"/>
                  </a:lnTo>
                  <a:lnTo>
                    <a:pt x="7159" y="216737"/>
                  </a:lnTo>
                  <a:lnTo>
                    <a:pt x="7485" y="216495"/>
                  </a:lnTo>
                  <a:lnTo>
                    <a:pt x="7603" y="216313"/>
                  </a:lnTo>
                  <a:lnTo>
                    <a:pt x="7692" y="216162"/>
                  </a:lnTo>
                  <a:lnTo>
                    <a:pt x="7899" y="215738"/>
                  </a:lnTo>
                  <a:lnTo>
                    <a:pt x="9289" y="215648"/>
                  </a:lnTo>
                  <a:lnTo>
                    <a:pt x="8017" y="214044"/>
                  </a:lnTo>
                  <a:lnTo>
                    <a:pt x="8313" y="213621"/>
                  </a:lnTo>
                  <a:lnTo>
                    <a:pt x="8520" y="213318"/>
                  </a:lnTo>
                  <a:lnTo>
                    <a:pt x="8727" y="213016"/>
                  </a:lnTo>
                  <a:lnTo>
                    <a:pt x="9289" y="212260"/>
                  </a:lnTo>
                  <a:lnTo>
                    <a:pt x="9644" y="211746"/>
                  </a:lnTo>
                  <a:lnTo>
                    <a:pt x="9822" y="211534"/>
                  </a:lnTo>
                  <a:lnTo>
                    <a:pt x="10591" y="210445"/>
                  </a:lnTo>
                  <a:lnTo>
                    <a:pt x="11686" y="208842"/>
                  </a:lnTo>
                  <a:lnTo>
                    <a:pt x="12840" y="207208"/>
                  </a:lnTo>
                  <a:lnTo>
                    <a:pt x="13076" y="206906"/>
                  </a:lnTo>
                  <a:lnTo>
                    <a:pt x="13165" y="206754"/>
                  </a:lnTo>
                  <a:lnTo>
                    <a:pt x="12425" y="206089"/>
                  </a:lnTo>
                  <a:lnTo>
                    <a:pt x="11804" y="205484"/>
                  </a:lnTo>
                  <a:lnTo>
                    <a:pt x="12130" y="205151"/>
                  </a:lnTo>
                  <a:lnTo>
                    <a:pt x="12899" y="204334"/>
                  </a:lnTo>
                  <a:lnTo>
                    <a:pt x="13224" y="203941"/>
                  </a:lnTo>
                  <a:lnTo>
                    <a:pt x="13846" y="202792"/>
                  </a:lnTo>
                  <a:lnTo>
                    <a:pt x="14763" y="200886"/>
                  </a:lnTo>
                  <a:lnTo>
                    <a:pt x="15739" y="198980"/>
                  </a:lnTo>
                  <a:lnTo>
                    <a:pt x="16745" y="196954"/>
                  </a:lnTo>
                  <a:lnTo>
                    <a:pt x="16834" y="196772"/>
                  </a:lnTo>
                  <a:lnTo>
                    <a:pt x="16982" y="196500"/>
                  </a:lnTo>
                  <a:lnTo>
                    <a:pt x="17100" y="196228"/>
                  </a:lnTo>
                  <a:lnTo>
                    <a:pt x="17573" y="195653"/>
                  </a:lnTo>
                  <a:lnTo>
                    <a:pt x="15502" y="193868"/>
                  </a:lnTo>
                  <a:lnTo>
                    <a:pt x="15088" y="193505"/>
                  </a:lnTo>
                  <a:lnTo>
                    <a:pt x="14526" y="192991"/>
                  </a:lnTo>
                  <a:lnTo>
                    <a:pt x="13579" y="192053"/>
                  </a:lnTo>
                  <a:lnTo>
                    <a:pt x="11863" y="190571"/>
                  </a:lnTo>
                  <a:lnTo>
                    <a:pt x="11153" y="189996"/>
                  </a:lnTo>
                  <a:lnTo>
                    <a:pt x="10680" y="189573"/>
                  </a:lnTo>
                  <a:lnTo>
                    <a:pt x="10118" y="189058"/>
                  </a:lnTo>
                  <a:lnTo>
                    <a:pt x="9408" y="188423"/>
                  </a:lnTo>
                  <a:lnTo>
                    <a:pt x="8461" y="187606"/>
                  </a:lnTo>
                  <a:lnTo>
                    <a:pt x="8106" y="187274"/>
                  </a:lnTo>
                  <a:lnTo>
                    <a:pt x="7366" y="186608"/>
                  </a:lnTo>
                  <a:lnTo>
                    <a:pt x="7041" y="186306"/>
                  </a:lnTo>
                  <a:lnTo>
                    <a:pt x="6834" y="186155"/>
                  </a:lnTo>
                  <a:lnTo>
                    <a:pt x="6686" y="186003"/>
                  </a:lnTo>
                  <a:lnTo>
                    <a:pt x="5502" y="184945"/>
                  </a:lnTo>
                  <a:lnTo>
                    <a:pt x="5118" y="184612"/>
                  </a:lnTo>
                  <a:lnTo>
                    <a:pt x="4289" y="183886"/>
                  </a:lnTo>
                  <a:lnTo>
                    <a:pt x="3639" y="183311"/>
                  </a:lnTo>
                  <a:lnTo>
                    <a:pt x="2988" y="182797"/>
                  </a:lnTo>
                  <a:lnTo>
                    <a:pt x="2396" y="182283"/>
                  </a:lnTo>
                  <a:lnTo>
                    <a:pt x="2070" y="182010"/>
                  </a:lnTo>
                  <a:lnTo>
                    <a:pt x="1479" y="181375"/>
                  </a:lnTo>
                  <a:lnTo>
                    <a:pt x="1479" y="181224"/>
                  </a:lnTo>
                  <a:lnTo>
                    <a:pt x="1449" y="180256"/>
                  </a:lnTo>
                  <a:lnTo>
                    <a:pt x="1420" y="179197"/>
                  </a:lnTo>
                  <a:lnTo>
                    <a:pt x="1420" y="178501"/>
                  </a:lnTo>
                  <a:lnTo>
                    <a:pt x="1420" y="178350"/>
                  </a:lnTo>
                  <a:lnTo>
                    <a:pt x="1390" y="177836"/>
                  </a:lnTo>
                  <a:lnTo>
                    <a:pt x="1390" y="177473"/>
                  </a:lnTo>
                  <a:lnTo>
                    <a:pt x="1360" y="176868"/>
                  </a:lnTo>
                  <a:lnTo>
                    <a:pt x="1360" y="176263"/>
                  </a:lnTo>
                  <a:lnTo>
                    <a:pt x="1331" y="175265"/>
                  </a:lnTo>
                  <a:lnTo>
                    <a:pt x="1301" y="174962"/>
                  </a:lnTo>
                  <a:lnTo>
                    <a:pt x="1301" y="173813"/>
                  </a:lnTo>
                  <a:lnTo>
                    <a:pt x="1272" y="173268"/>
                  </a:lnTo>
                  <a:lnTo>
                    <a:pt x="1242" y="172663"/>
                  </a:lnTo>
                  <a:lnTo>
                    <a:pt x="1242" y="172482"/>
                  </a:lnTo>
                  <a:lnTo>
                    <a:pt x="1213" y="170969"/>
                  </a:lnTo>
                  <a:lnTo>
                    <a:pt x="1213" y="170546"/>
                  </a:lnTo>
                  <a:lnTo>
                    <a:pt x="1183" y="170334"/>
                  </a:lnTo>
                  <a:lnTo>
                    <a:pt x="1153" y="169366"/>
                  </a:lnTo>
                  <a:lnTo>
                    <a:pt x="1124" y="168096"/>
                  </a:lnTo>
                  <a:lnTo>
                    <a:pt x="1124" y="167793"/>
                  </a:lnTo>
                  <a:lnTo>
                    <a:pt x="1094" y="167007"/>
                  </a:lnTo>
                  <a:lnTo>
                    <a:pt x="1094" y="166462"/>
                  </a:lnTo>
                  <a:lnTo>
                    <a:pt x="1065" y="165978"/>
                  </a:lnTo>
                  <a:lnTo>
                    <a:pt x="1065" y="165615"/>
                  </a:lnTo>
                  <a:lnTo>
                    <a:pt x="1094" y="165434"/>
                  </a:lnTo>
                  <a:lnTo>
                    <a:pt x="1479" y="165434"/>
                  </a:lnTo>
                  <a:lnTo>
                    <a:pt x="1893" y="165434"/>
                  </a:lnTo>
                  <a:lnTo>
                    <a:pt x="3047" y="165282"/>
                  </a:lnTo>
                  <a:lnTo>
                    <a:pt x="3076" y="164798"/>
                  </a:lnTo>
                  <a:lnTo>
                    <a:pt x="3224" y="164284"/>
                  </a:lnTo>
                  <a:lnTo>
                    <a:pt x="3727" y="163982"/>
                  </a:lnTo>
                  <a:lnTo>
                    <a:pt x="4112" y="164314"/>
                  </a:lnTo>
                  <a:lnTo>
                    <a:pt x="4822" y="164980"/>
                  </a:lnTo>
                  <a:lnTo>
                    <a:pt x="4999" y="165131"/>
                  </a:lnTo>
                  <a:lnTo>
                    <a:pt x="5562" y="165615"/>
                  </a:lnTo>
                  <a:lnTo>
                    <a:pt x="5769" y="165797"/>
                  </a:lnTo>
                  <a:lnTo>
                    <a:pt x="6567" y="163982"/>
                  </a:lnTo>
                  <a:lnTo>
                    <a:pt x="7130" y="164526"/>
                  </a:lnTo>
                  <a:lnTo>
                    <a:pt x="7425" y="164738"/>
                  </a:lnTo>
                  <a:lnTo>
                    <a:pt x="7899" y="164103"/>
                  </a:lnTo>
                  <a:lnTo>
                    <a:pt x="8313" y="162772"/>
                  </a:lnTo>
                  <a:lnTo>
                    <a:pt x="8550" y="162802"/>
                  </a:lnTo>
                  <a:lnTo>
                    <a:pt x="8875" y="162832"/>
                  </a:lnTo>
                  <a:lnTo>
                    <a:pt x="9230" y="162862"/>
                  </a:lnTo>
                  <a:lnTo>
                    <a:pt x="9437" y="162893"/>
                  </a:lnTo>
                  <a:lnTo>
                    <a:pt x="9644" y="162893"/>
                  </a:lnTo>
                  <a:lnTo>
                    <a:pt x="10769" y="162923"/>
                  </a:lnTo>
                  <a:lnTo>
                    <a:pt x="11035" y="162923"/>
                  </a:lnTo>
                  <a:lnTo>
                    <a:pt x="11863" y="162862"/>
                  </a:lnTo>
                  <a:lnTo>
                    <a:pt x="12810" y="162651"/>
                  </a:lnTo>
                  <a:lnTo>
                    <a:pt x="13017" y="162590"/>
                  </a:lnTo>
                  <a:lnTo>
                    <a:pt x="13579" y="162439"/>
                  </a:lnTo>
                  <a:lnTo>
                    <a:pt x="13727" y="162378"/>
                  </a:lnTo>
                  <a:lnTo>
                    <a:pt x="14201" y="163377"/>
                  </a:lnTo>
                  <a:lnTo>
                    <a:pt x="14496" y="164012"/>
                  </a:lnTo>
                  <a:lnTo>
                    <a:pt x="14911" y="163891"/>
                  </a:lnTo>
                  <a:lnTo>
                    <a:pt x="15147" y="163830"/>
                  </a:lnTo>
                  <a:lnTo>
                    <a:pt x="15443" y="163740"/>
                  </a:lnTo>
                  <a:lnTo>
                    <a:pt x="15621" y="163679"/>
                  </a:lnTo>
                  <a:lnTo>
                    <a:pt x="15680" y="164284"/>
                  </a:lnTo>
                  <a:lnTo>
                    <a:pt x="15739" y="164859"/>
                  </a:lnTo>
                  <a:lnTo>
                    <a:pt x="15680" y="165192"/>
                  </a:lnTo>
                  <a:lnTo>
                    <a:pt x="15562" y="165736"/>
                  </a:lnTo>
                  <a:lnTo>
                    <a:pt x="15384" y="166825"/>
                  </a:lnTo>
                  <a:lnTo>
                    <a:pt x="15473" y="166976"/>
                  </a:lnTo>
                  <a:lnTo>
                    <a:pt x="15532" y="167128"/>
                  </a:lnTo>
                  <a:lnTo>
                    <a:pt x="15709" y="167521"/>
                  </a:lnTo>
                  <a:lnTo>
                    <a:pt x="15946" y="167975"/>
                  </a:lnTo>
                  <a:lnTo>
                    <a:pt x="16183" y="167702"/>
                  </a:lnTo>
                  <a:lnTo>
                    <a:pt x="16656" y="167218"/>
                  </a:lnTo>
                  <a:lnTo>
                    <a:pt x="16775" y="167067"/>
                  </a:lnTo>
                  <a:lnTo>
                    <a:pt x="17189" y="166613"/>
                  </a:lnTo>
                  <a:lnTo>
                    <a:pt x="17277" y="166281"/>
                  </a:lnTo>
                  <a:lnTo>
                    <a:pt x="17337" y="166039"/>
                  </a:lnTo>
                  <a:lnTo>
                    <a:pt x="17366" y="165857"/>
                  </a:lnTo>
                  <a:lnTo>
                    <a:pt x="17514" y="165252"/>
                  </a:lnTo>
                  <a:lnTo>
                    <a:pt x="18520" y="165494"/>
                  </a:lnTo>
                  <a:lnTo>
                    <a:pt x="18757" y="165555"/>
                  </a:lnTo>
                  <a:lnTo>
                    <a:pt x="19112" y="165615"/>
                  </a:lnTo>
                  <a:lnTo>
                    <a:pt x="19260" y="165645"/>
                  </a:lnTo>
                  <a:lnTo>
                    <a:pt x="19378" y="165071"/>
                  </a:lnTo>
                  <a:lnTo>
                    <a:pt x="19556" y="164163"/>
                  </a:lnTo>
                  <a:lnTo>
                    <a:pt x="20946" y="164405"/>
                  </a:lnTo>
                  <a:lnTo>
                    <a:pt x="21745" y="164345"/>
                  </a:lnTo>
                  <a:lnTo>
                    <a:pt x="22899" y="164224"/>
                  </a:lnTo>
                  <a:lnTo>
                    <a:pt x="23195" y="164193"/>
                  </a:lnTo>
                  <a:lnTo>
                    <a:pt x="23372" y="164193"/>
                  </a:lnTo>
                  <a:lnTo>
                    <a:pt x="23727" y="164163"/>
                  </a:lnTo>
                  <a:lnTo>
                    <a:pt x="23993" y="164133"/>
                  </a:lnTo>
                  <a:lnTo>
                    <a:pt x="25739" y="163982"/>
                  </a:lnTo>
                  <a:lnTo>
                    <a:pt x="26390" y="163891"/>
                  </a:lnTo>
                  <a:lnTo>
                    <a:pt x="26212" y="162106"/>
                  </a:lnTo>
                  <a:lnTo>
                    <a:pt x="26124" y="161259"/>
                  </a:lnTo>
                  <a:lnTo>
                    <a:pt x="26064" y="160442"/>
                  </a:lnTo>
                  <a:lnTo>
                    <a:pt x="25887" y="158597"/>
                  </a:lnTo>
                  <a:lnTo>
                    <a:pt x="25887" y="158295"/>
                  </a:lnTo>
                  <a:lnTo>
                    <a:pt x="26242" y="157055"/>
                  </a:lnTo>
                  <a:lnTo>
                    <a:pt x="26479" y="157085"/>
                  </a:lnTo>
                  <a:lnTo>
                    <a:pt x="27159" y="157176"/>
                  </a:lnTo>
                  <a:lnTo>
                    <a:pt x="27337" y="157206"/>
                  </a:lnTo>
                  <a:lnTo>
                    <a:pt x="27810" y="157266"/>
                  </a:lnTo>
                  <a:lnTo>
                    <a:pt x="28165" y="157327"/>
                  </a:lnTo>
                  <a:lnTo>
                    <a:pt x="30739" y="157750"/>
                  </a:lnTo>
                  <a:lnTo>
                    <a:pt x="31390" y="157841"/>
                  </a:lnTo>
                  <a:lnTo>
                    <a:pt x="31745" y="157902"/>
                  </a:lnTo>
                  <a:lnTo>
                    <a:pt x="32041" y="157932"/>
                  </a:lnTo>
                  <a:lnTo>
                    <a:pt x="32514" y="158023"/>
                  </a:lnTo>
                  <a:lnTo>
                    <a:pt x="33135" y="158113"/>
                  </a:lnTo>
                  <a:lnTo>
                    <a:pt x="34260" y="158295"/>
                  </a:lnTo>
                  <a:lnTo>
                    <a:pt x="34910" y="158386"/>
                  </a:lnTo>
                  <a:lnTo>
                    <a:pt x="35739" y="158507"/>
                  </a:lnTo>
                  <a:lnTo>
                    <a:pt x="36360" y="158628"/>
                  </a:lnTo>
                  <a:lnTo>
                    <a:pt x="37366" y="158779"/>
                  </a:lnTo>
                  <a:lnTo>
                    <a:pt x="37839" y="158839"/>
                  </a:lnTo>
                  <a:lnTo>
                    <a:pt x="38727" y="158991"/>
                  </a:lnTo>
                  <a:lnTo>
                    <a:pt x="39141" y="159051"/>
                  </a:lnTo>
                  <a:lnTo>
                    <a:pt x="39644" y="159142"/>
                  </a:lnTo>
                  <a:lnTo>
                    <a:pt x="39940" y="159172"/>
                  </a:lnTo>
                  <a:lnTo>
                    <a:pt x="40443" y="159263"/>
                  </a:lnTo>
                  <a:lnTo>
                    <a:pt x="40768" y="159323"/>
                  </a:lnTo>
                  <a:lnTo>
                    <a:pt x="41774" y="159505"/>
                  </a:lnTo>
                  <a:lnTo>
                    <a:pt x="42603" y="159626"/>
                  </a:lnTo>
                  <a:lnTo>
                    <a:pt x="42780" y="159656"/>
                  </a:lnTo>
                  <a:lnTo>
                    <a:pt x="43165" y="159717"/>
                  </a:lnTo>
                  <a:lnTo>
                    <a:pt x="43313" y="159747"/>
                  </a:lnTo>
                  <a:lnTo>
                    <a:pt x="43609" y="159807"/>
                  </a:lnTo>
                  <a:lnTo>
                    <a:pt x="43934" y="159868"/>
                  </a:lnTo>
                  <a:lnTo>
                    <a:pt x="44230" y="159898"/>
                  </a:lnTo>
                  <a:lnTo>
                    <a:pt x="44762" y="160019"/>
                  </a:lnTo>
                  <a:lnTo>
                    <a:pt x="45029" y="160049"/>
                  </a:lnTo>
                  <a:lnTo>
                    <a:pt x="45295" y="160110"/>
                  </a:lnTo>
                  <a:lnTo>
                    <a:pt x="46508" y="160261"/>
                  </a:lnTo>
                  <a:lnTo>
                    <a:pt x="47041" y="160352"/>
                  </a:lnTo>
                  <a:lnTo>
                    <a:pt x="47810" y="160473"/>
                  </a:lnTo>
                  <a:lnTo>
                    <a:pt x="48342" y="160533"/>
                  </a:lnTo>
                  <a:lnTo>
                    <a:pt x="49348" y="160684"/>
                  </a:lnTo>
                  <a:lnTo>
                    <a:pt x="49674" y="160715"/>
                  </a:lnTo>
                  <a:lnTo>
                    <a:pt x="49674" y="160533"/>
                  </a:lnTo>
                  <a:lnTo>
                    <a:pt x="49703" y="160382"/>
                  </a:lnTo>
                  <a:lnTo>
                    <a:pt x="49733" y="160200"/>
                  </a:lnTo>
                  <a:lnTo>
                    <a:pt x="49792" y="160049"/>
                  </a:lnTo>
                  <a:lnTo>
                    <a:pt x="49970" y="159747"/>
                  </a:lnTo>
                  <a:lnTo>
                    <a:pt x="50206" y="159475"/>
                  </a:lnTo>
                  <a:lnTo>
                    <a:pt x="50088" y="159293"/>
                  </a:lnTo>
                  <a:lnTo>
                    <a:pt x="49733" y="158749"/>
                  </a:lnTo>
                  <a:lnTo>
                    <a:pt x="49407" y="158204"/>
                  </a:lnTo>
                  <a:lnTo>
                    <a:pt x="49200" y="157902"/>
                  </a:lnTo>
                  <a:lnTo>
                    <a:pt x="48342" y="156692"/>
                  </a:lnTo>
                  <a:lnTo>
                    <a:pt x="47573" y="155603"/>
                  </a:lnTo>
                  <a:lnTo>
                    <a:pt x="46005" y="153364"/>
                  </a:lnTo>
                  <a:lnTo>
                    <a:pt x="46301" y="153122"/>
                  </a:lnTo>
                  <a:lnTo>
                    <a:pt x="46478" y="153001"/>
                  </a:lnTo>
                  <a:lnTo>
                    <a:pt x="46863" y="152668"/>
                  </a:lnTo>
                  <a:lnTo>
                    <a:pt x="47070" y="152245"/>
                  </a:lnTo>
                  <a:lnTo>
                    <a:pt x="47218" y="151821"/>
                  </a:lnTo>
                  <a:lnTo>
                    <a:pt x="47366" y="151337"/>
                  </a:lnTo>
                  <a:lnTo>
                    <a:pt x="47455" y="150944"/>
                  </a:lnTo>
                  <a:lnTo>
                    <a:pt x="47514" y="150642"/>
                  </a:lnTo>
                  <a:lnTo>
                    <a:pt x="47691" y="150309"/>
                  </a:lnTo>
                  <a:lnTo>
                    <a:pt x="47810" y="150127"/>
                  </a:lnTo>
                  <a:lnTo>
                    <a:pt x="47958" y="149946"/>
                  </a:lnTo>
                  <a:lnTo>
                    <a:pt x="48165" y="149734"/>
                  </a:lnTo>
                  <a:lnTo>
                    <a:pt x="48342" y="149553"/>
                  </a:lnTo>
                  <a:lnTo>
                    <a:pt x="48668" y="149280"/>
                  </a:lnTo>
                  <a:lnTo>
                    <a:pt x="48934" y="149069"/>
                  </a:lnTo>
                  <a:lnTo>
                    <a:pt x="49200" y="148857"/>
                  </a:lnTo>
                  <a:lnTo>
                    <a:pt x="49674" y="148464"/>
                  </a:lnTo>
                  <a:lnTo>
                    <a:pt x="50354" y="147919"/>
                  </a:lnTo>
                  <a:lnTo>
                    <a:pt x="50532" y="147798"/>
                  </a:lnTo>
                  <a:lnTo>
                    <a:pt x="51153" y="147344"/>
                  </a:lnTo>
                  <a:lnTo>
                    <a:pt x="51538" y="147012"/>
                  </a:lnTo>
                  <a:lnTo>
                    <a:pt x="51893" y="146588"/>
                  </a:lnTo>
                  <a:lnTo>
                    <a:pt x="52218" y="146104"/>
                  </a:lnTo>
                  <a:lnTo>
                    <a:pt x="52366" y="145893"/>
                  </a:lnTo>
                  <a:lnTo>
                    <a:pt x="52514" y="145651"/>
                  </a:lnTo>
                  <a:lnTo>
                    <a:pt x="53046" y="144743"/>
                  </a:lnTo>
                  <a:lnTo>
                    <a:pt x="53342" y="144441"/>
                  </a:lnTo>
                  <a:lnTo>
                    <a:pt x="53609" y="144168"/>
                  </a:lnTo>
                  <a:lnTo>
                    <a:pt x="54082" y="143442"/>
                  </a:lnTo>
                  <a:lnTo>
                    <a:pt x="54378" y="143019"/>
                  </a:lnTo>
                  <a:lnTo>
                    <a:pt x="54674" y="142595"/>
                  </a:lnTo>
                  <a:lnTo>
                    <a:pt x="55058" y="141990"/>
                  </a:lnTo>
                  <a:lnTo>
                    <a:pt x="55561" y="141234"/>
                  </a:lnTo>
                  <a:lnTo>
                    <a:pt x="55709" y="140992"/>
                  </a:lnTo>
                  <a:lnTo>
                    <a:pt x="56182" y="140296"/>
                  </a:lnTo>
                  <a:lnTo>
                    <a:pt x="56271" y="140145"/>
                  </a:lnTo>
                  <a:lnTo>
                    <a:pt x="56774" y="139328"/>
                  </a:lnTo>
                  <a:lnTo>
                    <a:pt x="57070" y="138844"/>
                  </a:lnTo>
                  <a:lnTo>
                    <a:pt x="57307" y="138542"/>
                  </a:lnTo>
                  <a:lnTo>
                    <a:pt x="57543" y="138391"/>
                  </a:lnTo>
                  <a:lnTo>
                    <a:pt x="57928" y="138179"/>
                  </a:lnTo>
                  <a:lnTo>
                    <a:pt x="59378" y="138209"/>
                  </a:lnTo>
                  <a:lnTo>
                    <a:pt x="59407" y="138028"/>
                  </a:lnTo>
                  <a:lnTo>
                    <a:pt x="59555" y="136485"/>
                  </a:lnTo>
                  <a:lnTo>
                    <a:pt x="59555" y="136243"/>
                  </a:lnTo>
                  <a:lnTo>
                    <a:pt x="59555" y="135940"/>
                  </a:lnTo>
                  <a:lnTo>
                    <a:pt x="59555" y="135547"/>
                  </a:lnTo>
                  <a:lnTo>
                    <a:pt x="59555" y="134972"/>
                  </a:lnTo>
                  <a:lnTo>
                    <a:pt x="59555" y="134821"/>
                  </a:lnTo>
                  <a:lnTo>
                    <a:pt x="59526" y="133974"/>
                  </a:lnTo>
                  <a:lnTo>
                    <a:pt x="59526" y="133793"/>
                  </a:lnTo>
                  <a:lnTo>
                    <a:pt x="59762" y="133762"/>
                  </a:lnTo>
                  <a:lnTo>
                    <a:pt x="60088" y="133732"/>
                  </a:lnTo>
                  <a:lnTo>
                    <a:pt x="60324" y="133702"/>
                  </a:lnTo>
                  <a:lnTo>
                    <a:pt x="60472" y="133702"/>
                  </a:lnTo>
                  <a:lnTo>
                    <a:pt x="61567" y="133581"/>
                  </a:lnTo>
                  <a:lnTo>
                    <a:pt x="61863" y="132674"/>
                  </a:lnTo>
                  <a:lnTo>
                    <a:pt x="62040" y="132099"/>
                  </a:lnTo>
                  <a:lnTo>
                    <a:pt x="62928" y="129588"/>
                  </a:lnTo>
                  <a:lnTo>
                    <a:pt x="63165" y="128892"/>
                  </a:lnTo>
                  <a:lnTo>
                    <a:pt x="63313" y="128529"/>
                  </a:lnTo>
                  <a:lnTo>
                    <a:pt x="63786" y="127380"/>
                  </a:lnTo>
                  <a:lnTo>
                    <a:pt x="64378" y="125958"/>
                  </a:lnTo>
                  <a:lnTo>
                    <a:pt x="64466" y="125746"/>
                  </a:lnTo>
                  <a:lnTo>
                    <a:pt x="65502" y="123538"/>
                  </a:lnTo>
                  <a:lnTo>
                    <a:pt x="65975" y="122600"/>
                  </a:lnTo>
                  <a:lnTo>
                    <a:pt x="66301" y="122026"/>
                  </a:lnTo>
                  <a:lnTo>
                    <a:pt x="66626" y="121542"/>
                  </a:lnTo>
                  <a:lnTo>
                    <a:pt x="66952" y="121027"/>
                  </a:lnTo>
                  <a:lnTo>
                    <a:pt x="67603" y="119787"/>
                  </a:lnTo>
                  <a:lnTo>
                    <a:pt x="67839" y="119908"/>
                  </a:lnTo>
                  <a:lnTo>
                    <a:pt x="67958" y="119666"/>
                  </a:lnTo>
                  <a:lnTo>
                    <a:pt x="68105" y="119364"/>
                  </a:lnTo>
                  <a:lnTo>
                    <a:pt x="68520" y="118517"/>
                  </a:lnTo>
                  <a:lnTo>
                    <a:pt x="68875" y="117821"/>
                  </a:lnTo>
                  <a:lnTo>
                    <a:pt x="69023" y="117488"/>
                  </a:lnTo>
                  <a:lnTo>
                    <a:pt x="69318" y="116914"/>
                  </a:lnTo>
                  <a:lnTo>
                    <a:pt x="69940" y="115613"/>
                  </a:lnTo>
                  <a:lnTo>
                    <a:pt x="70324" y="114857"/>
                  </a:lnTo>
                  <a:lnTo>
                    <a:pt x="70413" y="114705"/>
                  </a:lnTo>
                  <a:lnTo>
                    <a:pt x="70650" y="114221"/>
                  </a:lnTo>
                  <a:lnTo>
                    <a:pt x="71508" y="112467"/>
                  </a:lnTo>
                  <a:lnTo>
                    <a:pt x="71952" y="111650"/>
                  </a:lnTo>
                  <a:lnTo>
                    <a:pt x="72070" y="111408"/>
                  </a:lnTo>
                  <a:lnTo>
                    <a:pt x="72247" y="111045"/>
                  </a:lnTo>
                  <a:lnTo>
                    <a:pt x="72662" y="110349"/>
                  </a:lnTo>
                  <a:lnTo>
                    <a:pt x="72987" y="109896"/>
                  </a:lnTo>
                  <a:lnTo>
                    <a:pt x="73165" y="109744"/>
                  </a:lnTo>
                  <a:lnTo>
                    <a:pt x="73342" y="109563"/>
                  </a:lnTo>
                  <a:lnTo>
                    <a:pt x="73490" y="109442"/>
                  </a:lnTo>
                  <a:lnTo>
                    <a:pt x="73934" y="109260"/>
                  </a:lnTo>
                  <a:lnTo>
                    <a:pt x="73372" y="108262"/>
                  </a:lnTo>
                  <a:lnTo>
                    <a:pt x="73165" y="107899"/>
                  </a:lnTo>
                  <a:lnTo>
                    <a:pt x="73342" y="107536"/>
                  </a:lnTo>
                  <a:lnTo>
                    <a:pt x="73815" y="107476"/>
                  </a:lnTo>
                  <a:lnTo>
                    <a:pt x="75620" y="107355"/>
                  </a:lnTo>
                  <a:lnTo>
                    <a:pt x="83963" y="106780"/>
                  </a:lnTo>
                  <a:lnTo>
                    <a:pt x="85443" y="106659"/>
                  </a:lnTo>
                  <a:lnTo>
                    <a:pt x="86330" y="106598"/>
                  </a:lnTo>
                  <a:lnTo>
                    <a:pt x="88815" y="106417"/>
                  </a:lnTo>
                  <a:lnTo>
                    <a:pt x="91360" y="106236"/>
                  </a:lnTo>
                  <a:lnTo>
                    <a:pt x="93253" y="106084"/>
                  </a:lnTo>
                  <a:lnTo>
                    <a:pt x="93756" y="106054"/>
                  </a:lnTo>
                  <a:lnTo>
                    <a:pt x="97336" y="105812"/>
                  </a:lnTo>
                  <a:lnTo>
                    <a:pt x="100147" y="105600"/>
                  </a:lnTo>
                  <a:lnTo>
                    <a:pt x="100916" y="105570"/>
                  </a:lnTo>
                  <a:lnTo>
                    <a:pt x="101833" y="105479"/>
                  </a:lnTo>
                  <a:lnTo>
                    <a:pt x="104792" y="105268"/>
                  </a:lnTo>
                  <a:lnTo>
                    <a:pt x="107721" y="105056"/>
                  </a:lnTo>
                  <a:lnTo>
                    <a:pt x="109289" y="104935"/>
                  </a:lnTo>
                  <a:lnTo>
                    <a:pt x="110472" y="104844"/>
                  </a:lnTo>
                  <a:lnTo>
                    <a:pt x="116241" y="104451"/>
                  </a:lnTo>
                  <a:lnTo>
                    <a:pt x="117395" y="104390"/>
                  </a:lnTo>
                  <a:lnTo>
                    <a:pt x="118460" y="104300"/>
                  </a:lnTo>
                  <a:lnTo>
                    <a:pt x="118726" y="104269"/>
                  </a:lnTo>
                  <a:lnTo>
                    <a:pt x="118608" y="103422"/>
                  </a:lnTo>
                  <a:lnTo>
                    <a:pt x="118431" y="102152"/>
                  </a:lnTo>
                  <a:lnTo>
                    <a:pt x="118105" y="99762"/>
                  </a:lnTo>
                  <a:lnTo>
                    <a:pt x="118016" y="99097"/>
                  </a:lnTo>
                  <a:lnTo>
                    <a:pt x="117868" y="98098"/>
                  </a:lnTo>
                  <a:lnTo>
                    <a:pt x="117484" y="95346"/>
                  </a:lnTo>
                  <a:lnTo>
                    <a:pt x="117040" y="92139"/>
                  </a:lnTo>
                  <a:lnTo>
                    <a:pt x="116892" y="91262"/>
                  </a:lnTo>
                  <a:lnTo>
                    <a:pt x="116448" y="87844"/>
                  </a:lnTo>
                  <a:lnTo>
                    <a:pt x="116478" y="87602"/>
                  </a:lnTo>
                  <a:lnTo>
                    <a:pt x="116064" y="84577"/>
                  </a:lnTo>
                  <a:lnTo>
                    <a:pt x="116034" y="84426"/>
                  </a:lnTo>
                  <a:lnTo>
                    <a:pt x="116005" y="84184"/>
                  </a:lnTo>
                  <a:lnTo>
                    <a:pt x="115886" y="83458"/>
                  </a:lnTo>
                  <a:lnTo>
                    <a:pt x="115679" y="81945"/>
                  </a:lnTo>
                  <a:lnTo>
                    <a:pt x="115502" y="80614"/>
                  </a:lnTo>
                  <a:lnTo>
                    <a:pt x="114999" y="76924"/>
                  </a:lnTo>
                  <a:lnTo>
                    <a:pt x="114141" y="70450"/>
                  </a:lnTo>
                  <a:lnTo>
                    <a:pt x="114111" y="70148"/>
                  </a:lnTo>
                  <a:lnTo>
                    <a:pt x="114052" y="69906"/>
                  </a:lnTo>
                  <a:lnTo>
                    <a:pt x="113904" y="68666"/>
                  </a:lnTo>
                  <a:lnTo>
                    <a:pt x="113845" y="68363"/>
                  </a:lnTo>
                  <a:lnTo>
                    <a:pt x="113726" y="67849"/>
                  </a:lnTo>
                  <a:lnTo>
                    <a:pt x="113549" y="66730"/>
                  </a:lnTo>
                  <a:lnTo>
                    <a:pt x="113283" y="64612"/>
                  </a:lnTo>
                  <a:lnTo>
                    <a:pt x="113135" y="63372"/>
                  </a:lnTo>
                  <a:lnTo>
                    <a:pt x="113016" y="62616"/>
                  </a:lnTo>
                  <a:lnTo>
                    <a:pt x="112868" y="61345"/>
                  </a:lnTo>
                  <a:lnTo>
                    <a:pt x="112721" y="60377"/>
                  </a:lnTo>
                  <a:lnTo>
                    <a:pt x="112218" y="56717"/>
                  </a:lnTo>
                  <a:lnTo>
                    <a:pt x="112129" y="56021"/>
                  </a:lnTo>
                  <a:lnTo>
                    <a:pt x="111567" y="51968"/>
                  </a:lnTo>
                  <a:lnTo>
                    <a:pt x="111478" y="51212"/>
                  </a:lnTo>
                  <a:lnTo>
                    <a:pt x="111389" y="50698"/>
                  </a:lnTo>
                  <a:lnTo>
                    <a:pt x="110650" y="45162"/>
                  </a:lnTo>
                  <a:lnTo>
                    <a:pt x="110413" y="43438"/>
                  </a:lnTo>
                  <a:lnTo>
                    <a:pt x="110117" y="41169"/>
                  </a:lnTo>
                  <a:lnTo>
                    <a:pt x="110058" y="40594"/>
                  </a:lnTo>
                  <a:lnTo>
                    <a:pt x="110028" y="40413"/>
                  </a:lnTo>
                  <a:lnTo>
                    <a:pt x="109939" y="40019"/>
                  </a:lnTo>
                  <a:lnTo>
                    <a:pt x="109732" y="39021"/>
                  </a:lnTo>
                  <a:lnTo>
                    <a:pt x="109673" y="38840"/>
                  </a:lnTo>
                  <a:lnTo>
                    <a:pt x="109496" y="38205"/>
                  </a:lnTo>
                  <a:lnTo>
                    <a:pt x="109407" y="37932"/>
                  </a:lnTo>
                  <a:lnTo>
                    <a:pt x="109200" y="37327"/>
                  </a:lnTo>
                  <a:lnTo>
                    <a:pt x="108786" y="35936"/>
                  </a:lnTo>
                  <a:lnTo>
                    <a:pt x="108460" y="35089"/>
                  </a:lnTo>
                  <a:lnTo>
                    <a:pt x="108283" y="34635"/>
                  </a:lnTo>
                  <a:lnTo>
                    <a:pt x="108016" y="33939"/>
                  </a:lnTo>
                  <a:lnTo>
                    <a:pt x="107957" y="33758"/>
                  </a:lnTo>
                  <a:lnTo>
                    <a:pt x="107839" y="33486"/>
                  </a:lnTo>
                  <a:lnTo>
                    <a:pt x="107454" y="32397"/>
                  </a:lnTo>
                  <a:lnTo>
                    <a:pt x="107247" y="31882"/>
                  </a:lnTo>
                  <a:lnTo>
                    <a:pt x="107099" y="31489"/>
                  </a:lnTo>
                  <a:lnTo>
                    <a:pt x="106981" y="30945"/>
                  </a:lnTo>
                  <a:lnTo>
                    <a:pt x="106892" y="30430"/>
                  </a:lnTo>
                  <a:lnTo>
                    <a:pt x="106863" y="30128"/>
                  </a:lnTo>
                  <a:lnTo>
                    <a:pt x="106892" y="29644"/>
                  </a:lnTo>
                  <a:lnTo>
                    <a:pt x="106981" y="28948"/>
                  </a:lnTo>
                  <a:lnTo>
                    <a:pt x="107129" y="28404"/>
                  </a:lnTo>
                  <a:lnTo>
                    <a:pt x="107218" y="28192"/>
                  </a:lnTo>
                  <a:lnTo>
                    <a:pt x="107277" y="28041"/>
                  </a:lnTo>
                  <a:lnTo>
                    <a:pt x="107336" y="27889"/>
                  </a:lnTo>
                  <a:lnTo>
                    <a:pt x="107454" y="27678"/>
                  </a:lnTo>
                  <a:lnTo>
                    <a:pt x="107543" y="27496"/>
                  </a:lnTo>
                  <a:lnTo>
                    <a:pt x="107839" y="27042"/>
                  </a:lnTo>
                  <a:lnTo>
                    <a:pt x="108253" y="26559"/>
                  </a:lnTo>
                  <a:lnTo>
                    <a:pt x="109259" y="25470"/>
                  </a:lnTo>
                  <a:lnTo>
                    <a:pt x="109792" y="24925"/>
                  </a:lnTo>
                  <a:lnTo>
                    <a:pt x="110206" y="24562"/>
                  </a:lnTo>
                  <a:lnTo>
                    <a:pt x="110975" y="23806"/>
                  </a:lnTo>
                  <a:lnTo>
                    <a:pt x="111241" y="23534"/>
                  </a:lnTo>
                  <a:lnTo>
                    <a:pt x="111922" y="22868"/>
                  </a:lnTo>
                  <a:lnTo>
                    <a:pt x="112158" y="22626"/>
                  </a:lnTo>
                  <a:lnTo>
                    <a:pt x="113283" y="21507"/>
                  </a:lnTo>
                  <a:lnTo>
                    <a:pt x="114466" y="20388"/>
                  </a:lnTo>
                  <a:lnTo>
                    <a:pt x="114939" y="19934"/>
                  </a:lnTo>
                  <a:lnTo>
                    <a:pt x="115176" y="19722"/>
                  </a:lnTo>
                  <a:lnTo>
                    <a:pt x="116034" y="18845"/>
                  </a:lnTo>
                  <a:lnTo>
                    <a:pt x="116626" y="18300"/>
                  </a:lnTo>
                  <a:lnTo>
                    <a:pt x="116774" y="18179"/>
                  </a:lnTo>
                  <a:lnTo>
                    <a:pt x="118105" y="16909"/>
                  </a:lnTo>
                  <a:lnTo>
                    <a:pt x="119318" y="15729"/>
                  </a:lnTo>
                  <a:lnTo>
                    <a:pt x="119762" y="15306"/>
                  </a:lnTo>
                  <a:lnTo>
                    <a:pt x="120324" y="14670"/>
                  </a:lnTo>
                  <a:lnTo>
                    <a:pt x="121093" y="13823"/>
                  </a:lnTo>
                  <a:lnTo>
                    <a:pt x="121981" y="12735"/>
                  </a:lnTo>
                  <a:lnTo>
                    <a:pt x="122839" y="11555"/>
                  </a:lnTo>
                  <a:lnTo>
                    <a:pt x="123519" y="10436"/>
                  </a:lnTo>
                  <a:lnTo>
                    <a:pt x="124081" y="9498"/>
                  </a:lnTo>
                  <a:lnTo>
                    <a:pt x="124762" y="8379"/>
                  </a:lnTo>
                  <a:lnTo>
                    <a:pt x="125117" y="7743"/>
                  </a:lnTo>
                  <a:lnTo>
                    <a:pt x="127839" y="8893"/>
                  </a:lnTo>
                  <a:lnTo>
                    <a:pt x="128578" y="9135"/>
                  </a:lnTo>
                  <a:lnTo>
                    <a:pt x="128874" y="9256"/>
                  </a:lnTo>
                  <a:lnTo>
                    <a:pt x="128667" y="8409"/>
                  </a:lnTo>
                  <a:lnTo>
                    <a:pt x="128697" y="7622"/>
                  </a:lnTo>
                  <a:lnTo>
                    <a:pt x="128815" y="7017"/>
                  </a:lnTo>
                  <a:lnTo>
                    <a:pt x="129111" y="6110"/>
                  </a:lnTo>
                  <a:lnTo>
                    <a:pt x="129466" y="5596"/>
                  </a:lnTo>
                  <a:lnTo>
                    <a:pt x="129762" y="5354"/>
                  </a:lnTo>
                  <a:lnTo>
                    <a:pt x="130176" y="4960"/>
                  </a:lnTo>
                  <a:lnTo>
                    <a:pt x="131123" y="7834"/>
                  </a:lnTo>
                  <a:lnTo>
                    <a:pt x="131241" y="8348"/>
                  </a:lnTo>
                  <a:lnTo>
                    <a:pt x="131714" y="10012"/>
                  </a:lnTo>
                  <a:lnTo>
                    <a:pt x="131803" y="10647"/>
                  </a:lnTo>
                  <a:lnTo>
                    <a:pt x="131922" y="11646"/>
                  </a:lnTo>
                  <a:lnTo>
                    <a:pt x="131803" y="13037"/>
                  </a:lnTo>
                  <a:lnTo>
                    <a:pt x="131714" y="15638"/>
                  </a:lnTo>
                  <a:lnTo>
                    <a:pt x="131655" y="16788"/>
                  </a:lnTo>
                  <a:lnTo>
                    <a:pt x="131626" y="17665"/>
                  </a:lnTo>
                  <a:lnTo>
                    <a:pt x="131685" y="18300"/>
                  </a:lnTo>
                  <a:lnTo>
                    <a:pt x="131922" y="19026"/>
                  </a:lnTo>
                  <a:lnTo>
                    <a:pt x="132040" y="19359"/>
                  </a:lnTo>
                  <a:lnTo>
                    <a:pt x="132306" y="19934"/>
                  </a:lnTo>
                  <a:lnTo>
                    <a:pt x="132425" y="20267"/>
                  </a:lnTo>
                  <a:lnTo>
                    <a:pt x="132691" y="20690"/>
                  </a:lnTo>
                  <a:lnTo>
                    <a:pt x="132957" y="21144"/>
                  </a:lnTo>
                  <a:lnTo>
                    <a:pt x="133194" y="21507"/>
                  </a:lnTo>
                  <a:lnTo>
                    <a:pt x="133460" y="21900"/>
                  </a:lnTo>
                  <a:lnTo>
                    <a:pt x="133815" y="22445"/>
                  </a:lnTo>
                  <a:lnTo>
                    <a:pt x="134022" y="22808"/>
                  </a:lnTo>
                  <a:lnTo>
                    <a:pt x="134170" y="23080"/>
                  </a:lnTo>
                  <a:lnTo>
                    <a:pt x="134229" y="23473"/>
                  </a:lnTo>
                  <a:lnTo>
                    <a:pt x="134495" y="24471"/>
                  </a:lnTo>
                  <a:lnTo>
                    <a:pt x="134703" y="24441"/>
                  </a:lnTo>
                  <a:lnTo>
                    <a:pt x="134910" y="24411"/>
                  </a:lnTo>
                  <a:lnTo>
                    <a:pt x="135324" y="24350"/>
                  </a:lnTo>
                  <a:lnTo>
                    <a:pt x="136093" y="24229"/>
                  </a:lnTo>
                  <a:lnTo>
                    <a:pt x="136537" y="24139"/>
                  </a:lnTo>
                  <a:lnTo>
                    <a:pt x="137306" y="24018"/>
                  </a:lnTo>
                  <a:lnTo>
                    <a:pt x="139348" y="23745"/>
                  </a:lnTo>
                  <a:lnTo>
                    <a:pt x="139673" y="23685"/>
                  </a:lnTo>
                  <a:lnTo>
                    <a:pt x="139969" y="23655"/>
                  </a:lnTo>
                  <a:lnTo>
                    <a:pt x="141211" y="23534"/>
                  </a:lnTo>
                  <a:lnTo>
                    <a:pt x="141419" y="23503"/>
                  </a:lnTo>
                  <a:lnTo>
                    <a:pt x="141566" y="23503"/>
                  </a:lnTo>
                  <a:lnTo>
                    <a:pt x="142276" y="23957"/>
                  </a:lnTo>
                  <a:lnTo>
                    <a:pt x="142572" y="24108"/>
                  </a:lnTo>
                  <a:lnTo>
                    <a:pt x="142720" y="24139"/>
                  </a:lnTo>
                  <a:lnTo>
                    <a:pt x="143046" y="24169"/>
                  </a:lnTo>
                  <a:lnTo>
                    <a:pt x="143194" y="24169"/>
                  </a:lnTo>
                  <a:lnTo>
                    <a:pt x="144347" y="23201"/>
                  </a:lnTo>
                  <a:lnTo>
                    <a:pt x="144377" y="23050"/>
                  </a:lnTo>
                  <a:lnTo>
                    <a:pt x="144525" y="22717"/>
                  </a:lnTo>
                  <a:lnTo>
                    <a:pt x="144584" y="22566"/>
                  </a:lnTo>
                  <a:lnTo>
                    <a:pt x="144821" y="21930"/>
                  </a:lnTo>
                  <a:lnTo>
                    <a:pt x="144939" y="21567"/>
                  </a:lnTo>
                  <a:lnTo>
                    <a:pt x="145265" y="21356"/>
                  </a:lnTo>
                  <a:lnTo>
                    <a:pt x="147395" y="19934"/>
                  </a:lnTo>
                  <a:lnTo>
                    <a:pt x="148904" y="18875"/>
                  </a:lnTo>
                  <a:lnTo>
                    <a:pt x="149466" y="18482"/>
                  </a:lnTo>
                  <a:lnTo>
                    <a:pt x="149939" y="18119"/>
                  </a:lnTo>
                  <a:lnTo>
                    <a:pt x="150383" y="17786"/>
                  </a:lnTo>
                  <a:lnTo>
                    <a:pt x="150708" y="17484"/>
                  </a:lnTo>
                  <a:lnTo>
                    <a:pt x="151241" y="16939"/>
                  </a:lnTo>
                  <a:lnTo>
                    <a:pt x="151862" y="16304"/>
                  </a:lnTo>
                  <a:lnTo>
                    <a:pt x="152395" y="15517"/>
                  </a:lnTo>
                  <a:lnTo>
                    <a:pt x="152572" y="15306"/>
                  </a:lnTo>
                  <a:lnTo>
                    <a:pt x="152691" y="15094"/>
                  </a:lnTo>
                  <a:lnTo>
                    <a:pt x="153371" y="14005"/>
                  </a:lnTo>
                  <a:lnTo>
                    <a:pt x="153963" y="13037"/>
                  </a:lnTo>
                  <a:lnTo>
                    <a:pt x="154643" y="11918"/>
                  </a:lnTo>
                  <a:lnTo>
                    <a:pt x="154762" y="11736"/>
                  </a:lnTo>
                  <a:lnTo>
                    <a:pt x="154850" y="11585"/>
                  </a:lnTo>
                  <a:lnTo>
                    <a:pt x="154969" y="11404"/>
                  </a:lnTo>
                  <a:lnTo>
                    <a:pt x="155117" y="11162"/>
                  </a:lnTo>
                  <a:lnTo>
                    <a:pt x="155383" y="10768"/>
                  </a:lnTo>
                  <a:lnTo>
                    <a:pt x="155560" y="10496"/>
                  </a:lnTo>
                  <a:lnTo>
                    <a:pt x="156152" y="9649"/>
                  </a:lnTo>
                  <a:lnTo>
                    <a:pt x="156418" y="9286"/>
                  </a:lnTo>
                  <a:lnTo>
                    <a:pt x="156921" y="8651"/>
                  </a:lnTo>
                  <a:lnTo>
                    <a:pt x="157454" y="8046"/>
                  </a:lnTo>
                  <a:lnTo>
                    <a:pt x="157986" y="7441"/>
                  </a:lnTo>
                  <a:lnTo>
                    <a:pt x="158549" y="6866"/>
                  </a:lnTo>
                  <a:lnTo>
                    <a:pt x="159111" y="6291"/>
                  </a:lnTo>
                  <a:lnTo>
                    <a:pt x="159702" y="5717"/>
                  </a:lnTo>
                  <a:lnTo>
                    <a:pt x="160294" y="5172"/>
                  </a:lnTo>
                  <a:lnTo>
                    <a:pt x="160915" y="4658"/>
                  </a:lnTo>
                  <a:lnTo>
                    <a:pt x="161537" y="4144"/>
                  </a:lnTo>
                  <a:lnTo>
                    <a:pt x="162188" y="3660"/>
                  </a:lnTo>
                  <a:lnTo>
                    <a:pt x="162513" y="3418"/>
                  </a:lnTo>
                  <a:lnTo>
                    <a:pt x="162838" y="3176"/>
                  </a:lnTo>
                  <a:lnTo>
                    <a:pt x="163489" y="2722"/>
                  </a:lnTo>
                  <a:lnTo>
                    <a:pt x="164170" y="2298"/>
                  </a:lnTo>
                  <a:lnTo>
                    <a:pt x="164584" y="2087"/>
                  </a:lnTo>
                  <a:lnTo>
                    <a:pt x="165827" y="1542"/>
                  </a:lnTo>
                  <a:lnTo>
                    <a:pt x="166241" y="1361"/>
                  </a:lnTo>
                  <a:lnTo>
                    <a:pt x="166448" y="1270"/>
                  </a:lnTo>
                  <a:lnTo>
                    <a:pt x="167040" y="1058"/>
                  </a:lnTo>
                  <a:lnTo>
                    <a:pt x="167631" y="877"/>
                  </a:lnTo>
                  <a:lnTo>
                    <a:pt x="168134" y="725"/>
                  </a:lnTo>
                  <a:lnTo>
                    <a:pt x="169761" y="332"/>
                  </a:lnTo>
                  <a:lnTo>
                    <a:pt x="170057" y="302"/>
                  </a:lnTo>
                  <a:lnTo>
                    <a:pt x="170679" y="181"/>
                  </a:lnTo>
                  <a:lnTo>
                    <a:pt x="171300" y="120"/>
                  </a:lnTo>
                  <a:lnTo>
                    <a:pt x="171921" y="60"/>
                  </a:lnTo>
                  <a:lnTo>
                    <a:pt x="172543" y="30"/>
                  </a:lnTo>
                  <a:lnTo>
                    <a:pt x="1731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1293436" y="3476197"/>
              <a:ext cx="100472" cy="74141"/>
            </a:xfrm>
            <a:custGeom>
              <a:avLst/>
              <a:pathLst>
                <a:path w="100472" h="74141">
                  <a:moveTo>
                    <a:pt x="28224" y="423"/>
                  </a:moveTo>
                  <a:lnTo>
                    <a:pt x="29408" y="635"/>
                  </a:lnTo>
                  <a:lnTo>
                    <a:pt x="29703" y="665"/>
                  </a:lnTo>
                  <a:lnTo>
                    <a:pt x="29940" y="725"/>
                  </a:lnTo>
                  <a:lnTo>
                    <a:pt x="31893" y="1028"/>
                  </a:lnTo>
                  <a:lnTo>
                    <a:pt x="32337" y="1119"/>
                  </a:lnTo>
                  <a:lnTo>
                    <a:pt x="32307" y="1300"/>
                  </a:lnTo>
                  <a:lnTo>
                    <a:pt x="32277" y="1542"/>
                  </a:lnTo>
                  <a:lnTo>
                    <a:pt x="32189" y="2419"/>
                  </a:lnTo>
                  <a:lnTo>
                    <a:pt x="32100" y="2994"/>
                  </a:lnTo>
                  <a:lnTo>
                    <a:pt x="32218" y="4355"/>
                  </a:lnTo>
                  <a:lnTo>
                    <a:pt x="32603" y="4567"/>
                  </a:lnTo>
                  <a:lnTo>
                    <a:pt x="33283" y="4960"/>
                  </a:lnTo>
                  <a:lnTo>
                    <a:pt x="33165" y="5233"/>
                  </a:lnTo>
                  <a:lnTo>
                    <a:pt x="32692" y="6140"/>
                  </a:lnTo>
                  <a:lnTo>
                    <a:pt x="32632" y="6291"/>
                  </a:lnTo>
                  <a:lnTo>
                    <a:pt x="32484" y="6896"/>
                  </a:lnTo>
                  <a:lnTo>
                    <a:pt x="32337" y="7774"/>
                  </a:lnTo>
                  <a:lnTo>
                    <a:pt x="32070" y="9952"/>
                  </a:lnTo>
                  <a:lnTo>
                    <a:pt x="32041" y="10436"/>
                  </a:lnTo>
                  <a:lnTo>
                    <a:pt x="32129" y="11041"/>
                  </a:lnTo>
                  <a:lnTo>
                    <a:pt x="32839" y="12039"/>
                  </a:lnTo>
                  <a:lnTo>
                    <a:pt x="35650" y="16122"/>
                  </a:lnTo>
                  <a:lnTo>
                    <a:pt x="36774" y="17726"/>
                  </a:lnTo>
                  <a:lnTo>
                    <a:pt x="37366" y="18573"/>
                  </a:lnTo>
                  <a:lnTo>
                    <a:pt x="38313" y="18391"/>
                  </a:lnTo>
                  <a:lnTo>
                    <a:pt x="38816" y="18300"/>
                  </a:lnTo>
                  <a:lnTo>
                    <a:pt x="40532" y="17998"/>
                  </a:lnTo>
                  <a:lnTo>
                    <a:pt x="40976" y="17907"/>
                  </a:lnTo>
                  <a:lnTo>
                    <a:pt x="43757" y="17393"/>
                  </a:lnTo>
                  <a:lnTo>
                    <a:pt x="44733" y="17211"/>
                  </a:lnTo>
                  <a:lnTo>
                    <a:pt x="45443" y="17090"/>
                  </a:lnTo>
                  <a:lnTo>
                    <a:pt x="46745" y="16848"/>
                  </a:lnTo>
                  <a:lnTo>
                    <a:pt x="49999" y="16243"/>
                  </a:lnTo>
                  <a:lnTo>
                    <a:pt x="50117" y="16848"/>
                  </a:lnTo>
                  <a:lnTo>
                    <a:pt x="50236" y="17453"/>
                  </a:lnTo>
                  <a:lnTo>
                    <a:pt x="50443" y="17998"/>
                  </a:lnTo>
                  <a:lnTo>
                    <a:pt x="50532" y="18270"/>
                  </a:lnTo>
                  <a:lnTo>
                    <a:pt x="50946" y="20327"/>
                  </a:lnTo>
                  <a:lnTo>
                    <a:pt x="51390" y="22505"/>
                  </a:lnTo>
                  <a:lnTo>
                    <a:pt x="51508" y="23110"/>
                  </a:lnTo>
                  <a:lnTo>
                    <a:pt x="51685" y="24048"/>
                  </a:lnTo>
                  <a:lnTo>
                    <a:pt x="51863" y="24895"/>
                  </a:lnTo>
                  <a:lnTo>
                    <a:pt x="52188" y="25379"/>
                  </a:lnTo>
                  <a:lnTo>
                    <a:pt x="52307" y="26770"/>
                  </a:lnTo>
                  <a:lnTo>
                    <a:pt x="52366" y="27284"/>
                  </a:lnTo>
                  <a:lnTo>
                    <a:pt x="52425" y="28041"/>
                  </a:lnTo>
                  <a:lnTo>
                    <a:pt x="52573" y="29765"/>
                  </a:lnTo>
                  <a:lnTo>
                    <a:pt x="52721" y="31610"/>
                  </a:lnTo>
                  <a:lnTo>
                    <a:pt x="56626" y="31308"/>
                  </a:lnTo>
                  <a:lnTo>
                    <a:pt x="57958" y="31217"/>
                  </a:lnTo>
                  <a:lnTo>
                    <a:pt x="58342" y="31187"/>
                  </a:lnTo>
                  <a:lnTo>
                    <a:pt x="62691" y="30914"/>
                  </a:lnTo>
                  <a:lnTo>
                    <a:pt x="63106" y="30854"/>
                  </a:lnTo>
                  <a:lnTo>
                    <a:pt x="66715" y="30612"/>
                  </a:lnTo>
                  <a:lnTo>
                    <a:pt x="71005" y="30309"/>
                  </a:lnTo>
                  <a:lnTo>
                    <a:pt x="71508" y="30279"/>
                  </a:lnTo>
                  <a:lnTo>
                    <a:pt x="74200" y="30098"/>
                  </a:lnTo>
                  <a:lnTo>
                    <a:pt x="74466" y="30098"/>
                  </a:lnTo>
                  <a:lnTo>
                    <a:pt x="79644" y="29765"/>
                  </a:lnTo>
                  <a:lnTo>
                    <a:pt x="80413" y="29704"/>
                  </a:lnTo>
                  <a:lnTo>
                    <a:pt x="80591" y="29674"/>
                  </a:lnTo>
                  <a:lnTo>
                    <a:pt x="83520" y="29462"/>
                  </a:lnTo>
                  <a:lnTo>
                    <a:pt x="86478" y="29251"/>
                  </a:lnTo>
                  <a:lnTo>
                    <a:pt x="98253" y="28464"/>
                  </a:lnTo>
                  <a:lnTo>
                    <a:pt x="99673" y="28343"/>
                  </a:lnTo>
                  <a:lnTo>
                    <a:pt x="99999" y="28434"/>
                  </a:lnTo>
                  <a:lnTo>
                    <a:pt x="99821" y="28736"/>
                  </a:lnTo>
                  <a:lnTo>
                    <a:pt x="100087" y="29039"/>
                  </a:lnTo>
                  <a:lnTo>
                    <a:pt x="100472" y="30098"/>
                  </a:lnTo>
                  <a:lnTo>
                    <a:pt x="100206" y="30219"/>
                  </a:lnTo>
                  <a:lnTo>
                    <a:pt x="100058" y="30340"/>
                  </a:lnTo>
                  <a:lnTo>
                    <a:pt x="99880" y="30521"/>
                  </a:lnTo>
                  <a:lnTo>
                    <a:pt x="99673" y="30733"/>
                  </a:lnTo>
                  <a:lnTo>
                    <a:pt x="99289" y="31247"/>
                  </a:lnTo>
                  <a:lnTo>
                    <a:pt x="98963" y="31822"/>
                  </a:lnTo>
                  <a:lnTo>
                    <a:pt x="98786" y="32185"/>
                  </a:lnTo>
                  <a:lnTo>
                    <a:pt x="98667" y="32427"/>
                  </a:lnTo>
                  <a:lnTo>
                    <a:pt x="98135" y="33486"/>
                  </a:lnTo>
                  <a:lnTo>
                    <a:pt x="97366" y="35028"/>
                  </a:lnTo>
                  <a:lnTo>
                    <a:pt x="97129" y="35482"/>
                  </a:lnTo>
                  <a:lnTo>
                    <a:pt x="97040" y="35633"/>
                  </a:lnTo>
                  <a:lnTo>
                    <a:pt x="96656" y="36420"/>
                  </a:lnTo>
                  <a:lnTo>
                    <a:pt x="96005" y="37721"/>
                  </a:lnTo>
                  <a:lnTo>
                    <a:pt x="95738" y="38265"/>
                  </a:lnTo>
                  <a:lnTo>
                    <a:pt x="95590" y="38598"/>
                  </a:lnTo>
                  <a:lnTo>
                    <a:pt x="95235" y="39294"/>
                  </a:lnTo>
                  <a:lnTo>
                    <a:pt x="94821" y="40140"/>
                  </a:lnTo>
                  <a:lnTo>
                    <a:pt x="94673" y="40443"/>
                  </a:lnTo>
                  <a:lnTo>
                    <a:pt x="94555" y="40685"/>
                  </a:lnTo>
                  <a:lnTo>
                    <a:pt x="94318" y="40564"/>
                  </a:lnTo>
                  <a:lnTo>
                    <a:pt x="93579" y="41955"/>
                  </a:lnTo>
                  <a:lnTo>
                    <a:pt x="93342" y="42318"/>
                  </a:lnTo>
                  <a:lnTo>
                    <a:pt x="93017" y="42802"/>
                  </a:lnTo>
                  <a:lnTo>
                    <a:pt x="92691" y="43377"/>
                  </a:lnTo>
                  <a:lnTo>
                    <a:pt x="92218" y="44315"/>
                  </a:lnTo>
                  <a:lnTo>
                    <a:pt x="91182" y="46523"/>
                  </a:lnTo>
                  <a:lnTo>
                    <a:pt x="91093" y="46735"/>
                  </a:lnTo>
                  <a:lnTo>
                    <a:pt x="90502" y="48157"/>
                  </a:lnTo>
                  <a:lnTo>
                    <a:pt x="89999" y="49397"/>
                  </a:lnTo>
                  <a:lnTo>
                    <a:pt x="89880" y="49669"/>
                  </a:lnTo>
                  <a:lnTo>
                    <a:pt x="89644" y="50365"/>
                  </a:lnTo>
                  <a:lnTo>
                    <a:pt x="88697" y="52997"/>
                  </a:lnTo>
                  <a:lnTo>
                    <a:pt x="88579" y="53450"/>
                  </a:lnTo>
                  <a:lnTo>
                    <a:pt x="88283" y="54358"/>
                  </a:lnTo>
                  <a:lnTo>
                    <a:pt x="87188" y="54479"/>
                  </a:lnTo>
                  <a:lnTo>
                    <a:pt x="87040" y="54479"/>
                  </a:lnTo>
                  <a:lnTo>
                    <a:pt x="86804" y="54509"/>
                  </a:lnTo>
                  <a:lnTo>
                    <a:pt x="86478" y="54539"/>
                  </a:lnTo>
                  <a:lnTo>
                    <a:pt x="86241" y="54569"/>
                  </a:lnTo>
                  <a:lnTo>
                    <a:pt x="86241" y="54751"/>
                  </a:lnTo>
                  <a:lnTo>
                    <a:pt x="86271" y="55598"/>
                  </a:lnTo>
                  <a:lnTo>
                    <a:pt x="86271" y="55749"/>
                  </a:lnTo>
                  <a:lnTo>
                    <a:pt x="86271" y="56324"/>
                  </a:lnTo>
                  <a:lnTo>
                    <a:pt x="86271" y="56717"/>
                  </a:lnTo>
                  <a:lnTo>
                    <a:pt x="86271" y="57110"/>
                  </a:lnTo>
                  <a:lnTo>
                    <a:pt x="86271" y="57262"/>
                  </a:lnTo>
                  <a:lnTo>
                    <a:pt x="86123" y="58804"/>
                  </a:lnTo>
                  <a:lnTo>
                    <a:pt x="86094" y="58986"/>
                  </a:lnTo>
                  <a:lnTo>
                    <a:pt x="84555" y="58956"/>
                  </a:lnTo>
                  <a:lnTo>
                    <a:pt x="84259" y="59167"/>
                  </a:lnTo>
                  <a:lnTo>
                    <a:pt x="84023" y="59319"/>
                  </a:lnTo>
                  <a:lnTo>
                    <a:pt x="83756" y="59712"/>
                  </a:lnTo>
                  <a:lnTo>
                    <a:pt x="83490" y="60105"/>
                  </a:lnTo>
                  <a:lnTo>
                    <a:pt x="82987" y="60922"/>
                  </a:lnTo>
                  <a:lnTo>
                    <a:pt x="82898" y="61073"/>
                  </a:lnTo>
                  <a:lnTo>
                    <a:pt x="82425" y="61769"/>
                  </a:lnTo>
                  <a:lnTo>
                    <a:pt x="82277" y="62011"/>
                  </a:lnTo>
                  <a:lnTo>
                    <a:pt x="81774" y="62767"/>
                  </a:lnTo>
                  <a:lnTo>
                    <a:pt x="81389" y="63372"/>
                  </a:lnTo>
                  <a:lnTo>
                    <a:pt x="81064" y="63856"/>
                  </a:lnTo>
                  <a:lnTo>
                    <a:pt x="80798" y="64219"/>
                  </a:lnTo>
                  <a:lnTo>
                    <a:pt x="80324" y="64945"/>
                  </a:lnTo>
                  <a:lnTo>
                    <a:pt x="80058" y="65217"/>
                  </a:lnTo>
                  <a:lnTo>
                    <a:pt x="79703" y="65641"/>
                  </a:lnTo>
                  <a:lnTo>
                    <a:pt x="79230" y="66427"/>
                  </a:lnTo>
                  <a:lnTo>
                    <a:pt x="79082" y="66669"/>
                  </a:lnTo>
                  <a:lnTo>
                    <a:pt x="78934" y="66881"/>
                  </a:lnTo>
                  <a:lnTo>
                    <a:pt x="78520" y="67486"/>
                  </a:lnTo>
                  <a:lnTo>
                    <a:pt x="78253" y="67788"/>
                  </a:lnTo>
                  <a:lnTo>
                    <a:pt x="77869" y="68121"/>
                  </a:lnTo>
                  <a:lnTo>
                    <a:pt x="77218" y="68605"/>
                  </a:lnTo>
                  <a:lnTo>
                    <a:pt x="77070" y="68696"/>
                  </a:lnTo>
                  <a:lnTo>
                    <a:pt x="76271" y="69331"/>
                  </a:lnTo>
                  <a:lnTo>
                    <a:pt x="75916" y="69634"/>
                  </a:lnTo>
                  <a:lnTo>
                    <a:pt x="75650" y="69845"/>
                  </a:lnTo>
                  <a:lnTo>
                    <a:pt x="75384" y="70057"/>
                  </a:lnTo>
                  <a:lnTo>
                    <a:pt x="75058" y="70329"/>
                  </a:lnTo>
                  <a:lnTo>
                    <a:pt x="74881" y="70511"/>
                  </a:lnTo>
                  <a:lnTo>
                    <a:pt x="74673" y="70723"/>
                  </a:lnTo>
                  <a:lnTo>
                    <a:pt x="74526" y="70904"/>
                  </a:lnTo>
                  <a:lnTo>
                    <a:pt x="74407" y="71086"/>
                  </a:lnTo>
                  <a:lnTo>
                    <a:pt x="74230" y="71449"/>
                  </a:lnTo>
                  <a:lnTo>
                    <a:pt x="74171" y="71721"/>
                  </a:lnTo>
                  <a:lnTo>
                    <a:pt x="74082" y="72114"/>
                  </a:lnTo>
                  <a:lnTo>
                    <a:pt x="73904" y="72598"/>
                  </a:lnTo>
                  <a:lnTo>
                    <a:pt x="73727" y="73112"/>
                  </a:lnTo>
                  <a:lnTo>
                    <a:pt x="73490" y="73506"/>
                  </a:lnTo>
                  <a:lnTo>
                    <a:pt x="73194" y="73778"/>
                  </a:lnTo>
                  <a:lnTo>
                    <a:pt x="72928" y="73990"/>
                  </a:lnTo>
                  <a:lnTo>
                    <a:pt x="72721" y="74141"/>
                  </a:lnTo>
                  <a:lnTo>
                    <a:pt x="72455" y="73717"/>
                  </a:lnTo>
                  <a:lnTo>
                    <a:pt x="71922" y="72931"/>
                  </a:lnTo>
                  <a:lnTo>
                    <a:pt x="71537" y="72356"/>
                  </a:lnTo>
                  <a:lnTo>
                    <a:pt x="70591" y="70874"/>
                  </a:lnTo>
                  <a:lnTo>
                    <a:pt x="67247" y="65822"/>
                  </a:lnTo>
                  <a:lnTo>
                    <a:pt x="66330" y="64370"/>
                  </a:lnTo>
                  <a:lnTo>
                    <a:pt x="64792" y="62011"/>
                  </a:lnTo>
                  <a:lnTo>
                    <a:pt x="64289" y="61224"/>
                  </a:lnTo>
                  <a:lnTo>
                    <a:pt x="64141" y="61043"/>
                  </a:lnTo>
                  <a:lnTo>
                    <a:pt x="62839" y="59077"/>
                  </a:lnTo>
                  <a:lnTo>
                    <a:pt x="62129" y="58018"/>
                  </a:lnTo>
                  <a:lnTo>
                    <a:pt x="60561" y="55689"/>
                  </a:lnTo>
                  <a:lnTo>
                    <a:pt x="60354" y="55356"/>
                  </a:lnTo>
                  <a:lnTo>
                    <a:pt x="59259" y="53722"/>
                  </a:lnTo>
                  <a:lnTo>
                    <a:pt x="59023" y="53359"/>
                  </a:lnTo>
                  <a:lnTo>
                    <a:pt x="58194" y="52119"/>
                  </a:lnTo>
                  <a:lnTo>
                    <a:pt x="58046" y="51938"/>
                  </a:lnTo>
                  <a:lnTo>
                    <a:pt x="57928" y="51756"/>
                  </a:lnTo>
                  <a:lnTo>
                    <a:pt x="56626" y="49820"/>
                  </a:lnTo>
                  <a:lnTo>
                    <a:pt x="55739" y="48489"/>
                  </a:lnTo>
                  <a:lnTo>
                    <a:pt x="55325" y="47824"/>
                  </a:lnTo>
                  <a:lnTo>
                    <a:pt x="54555" y="46705"/>
                  </a:lnTo>
                  <a:lnTo>
                    <a:pt x="54171" y="46190"/>
                  </a:lnTo>
                  <a:lnTo>
                    <a:pt x="54082" y="46009"/>
                  </a:lnTo>
                  <a:lnTo>
                    <a:pt x="53934" y="45767"/>
                  </a:lnTo>
                  <a:lnTo>
                    <a:pt x="53254" y="44708"/>
                  </a:lnTo>
                  <a:lnTo>
                    <a:pt x="52751" y="43952"/>
                  </a:lnTo>
                  <a:lnTo>
                    <a:pt x="52277" y="43165"/>
                  </a:lnTo>
                  <a:lnTo>
                    <a:pt x="51419" y="41804"/>
                  </a:lnTo>
                  <a:lnTo>
                    <a:pt x="51212" y="41502"/>
                  </a:lnTo>
                  <a:lnTo>
                    <a:pt x="51005" y="41653"/>
                  </a:lnTo>
                  <a:lnTo>
                    <a:pt x="50739" y="41834"/>
                  </a:lnTo>
                  <a:lnTo>
                    <a:pt x="50443" y="42016"/>
                  </a:lnTo>
                  <a:lnTo>
                    <a:pt x="49023" y="42954"/>
                  </a:lnTo>
                  <a:lnTo>
                    <a:pt x="48401" y="43377"/>
                  </a:lnTo>
                  <a:lnTo>
                    <a:pt x="47544" y="43922"/>
                  </a:lnTo>
                  <a:lnTo>
                    <a:pt x="47159" y="44194"/>
                  </a:lnTo>
                  <a:lnTo>
                    <a:pt x="46922" y="44345"/>
                  </a:lnTo>
                  <a:lnTo>
                    <a:pt x="46123" y="44859"/>
                  </a:lnTo>
                  <a:lnTo>
                    <a:pt x="45916" y="44980"/>
                  </a:lnTo>
                  <a:lnTo>
                    <a:pt x="43934" y="46281"/>
                  </a:lnTo>
                  <a:lnTo>
                    <a:pt x="43017" y="46916"/>
                  </a:lnTo>
                  <a:lnTo>
                    <a:pt x="42780" y="47068"/>
                  </a:lnTo>
                  <a:lnTo>
                    <a:pt x="42544" y="47219"/>
                  </a:lnTo>
                  <a:lnTo>
                    <a:pt x="42070" y="47733"/>
                  </a:lnTo>
                  <a:lnTo>
                    <a:pt x="42011" y="48126"/>
                  </a:lnTo>
                  <a:lnTo>
                    <a:pt x="41981" y="48671"/>
                  </a:lnTo>
                  <a:lnTo>
                    <a:pt x="41981" y="49457"/>
                  </a:lnTo>
                  <a:lnTo>
                    <a:pt x="41981" y="49730"/>
                  </a:lnTo>
                  <a:lnTo>
                    <a:pt x="42011" y="50849"/>
                  </a:lnTo>
                  <a:lnTo>
                    <a:pt x="40147" y="50940"/>
                  </a:lnTo>
                  <a:lnTo>
                    <a:pt x="40206" y="52543"/>
                  </a:lnTo>
                  <a:lnTo>
                    <a:pt x="37751" y="52573"/>
                  </a:lnTo>
                  <a:lnTo>
                    <a:pt x="37544" y="52573"/>
                  </a:lnTo>
                  <a:lnTo>
                    <a:pt x="33727" y="52664"/>
                  </a:lnTo>
                  <a:lnTo>
                    <a:pt x="29881" y="52755"/>
                  </a:lnTo>
                  <a:lnTo>
                    <a:pt x="29970" y="56354"/>
                  </a:lnTo>
                  <a:lnTo>
                    <a:pt x="28698" y="56354"/>
                  </a:lnTo>
                  <a:lnTo>
                    <a:pt x="27544" y="56384"/>
                  </a:lnTo>
                  <a:lnTo>
                    <a:pt x="27100" y="56384"/>
                  </a:lnTo>
                  <a:lnTo>
                    <a:pt x="27100" y="52936"/>
                  </a:lnTo>
                  <a:lnTo>
                    <a:pt x="26745" y="52966"/>
                  </a:lnTo>
                  <a:lnTo>
                    <a:pt x="24556" y="53118"/>
                  </a:lnTo>
                  <a:lnTo>
                    <a:pt x="24171" y="53148"/>
                  </a:lnTo>
                  <a:lnTo>
                    <a:pt x="18372" y="53480"/>
                  </a:lnTo>
                  <a:lnTo>
                    <a:pt x="18047" y="53511"/>
                  </a:lnTo>
                  <a:lnTo>
                    <a:pt x="15029" y="53722"/>
                  </a:lnTo>
                  <a:lnTo>
                    <a:pt x="11863" y="53934"/>
                  </a:lnTo>
                  <a:lnTo>
                    <a:pt x="9674" y="54116"/>
                  </a:lnTo>
                  <a:lnTo>
                    <a:pt x="9408" y="53934"/>
                  </a:lnTo>
                  <a:lnTo>
                    <a:pt x="8905" y="53571"/>
                  </a:lnTo>
                  <a:lnTo>
                    <a:pt x="8047" y="52966"/>
                  </a:lnTo>
                  <a:lnTo>
                    <a:pt x="7366" y="52482"/>
                  </a:lnTo>
                  <a:lnTo>
                    <a:pt x="6952" y="52331"/>
                  </a:lnTo>
                  <a:lnTo>
                    <a:pt x="6567" y="52210"/>
                  </a:lnTo>
                  <a:lnTo>
                    <a:pt x="6005" y="52180"/>
                  </a:lnTo>
                  <a:lnTo>
                    <a:pt x="5680" y="52180"/>
                  </a:lnTo>
                  <a:lnTo>
                    <a:pt x="5207" y="52150"/>
                  </a:lnTo>
                  <a:lnTo>
                    <a:pt x="5029" y="52150"/>
                  </a:lnTo>
                  <a:lnTo>
                    <a:pt x="4408" y="52150"/>
                  </a:lnTo>
                  <a:lnTo>
                    <a:pt x="4289" y="51756"/>
                  </a:lnTo>
                  <a:lnTo>
                    <a:pt x="4082" y="50425"/>
                  </a:lnTo>
                  <a:lnTo>
                    <a:pt x="3964" y="49911"/>
                  </a:lnTo>
                  <a:lnTo>
                    <a:pt x="3905" y="49548"/>
                  </a:lnTo>
                  <a:lnTo>
                    <a:pt x="3757" y="48792"/>
                  </a:lnTo>
                  <a:lnTo>
                    <a:pt x="3609" y="47794"/>
                  </a:lnTo>
                  <a:lnTo>
                    <a:pt x="3550" y="47098"/>
                  </a:lnTo>
                  <a:lnTo>
                    <a:pt x="3520" y="46372"/>
                  </a:lnTo>
                  <a:lnTo>
                    <a:pt x="3491" y="45646"/>
                  </a:lnTo>
                  <a:lnTo>
                    <a:pt x="3579" y="44648"/>
                  </a:lnTo>
                  <a:lnTo>
                    <a:pt x="3639" y="43891"/>
                  </a:lnTo>
                  <a:lnTo>
                    <a:pt x="3757" y="42349"/>
                  </a:lnTo>
                  <a:lnTo>
                    <a:pt x="4023" y="38779"/>
                  </a:lnTo>
                  <a:lnTo>
                    <a:pt x="4082" y="37600"/>
                  </a:lnTo>
                  <a:lnTo>
                    <a:pt x="4141" y="36450"/>
                  </a:lnTo>
                  <a:lnTo>
                    <a:pt x="4171" y="35694"/>
                  </a:lnTo>
                  <a:lnTo>
                    <a:pt x="4171" y="35059"/>
                  </a:lnTo>
                  <a:lnTo>
                    <a:pt x="4141" y="34272"/>
                  </a:lnTo>
                  <a:lnTo>
                    <a:pt x="4141" y="33546"/>
                  </a:lnTo>
                  <a:lnTo>
                    <a:pt x="4112" y="32487"/>
                  </a:lnTo>
                  <a:lnTo>
                    <a:pt x="4082" y="31761"/>
                  </a:lnTo>
                  <a:lnTo>
                    <a:pt x="4053" y="31519"/>
                  </a:lnTo>
                  <a:lnTo>
                    <a:pt x="3816" y="28494"/>
                  </a:lnTo>
                  <a:lnTo>
                    <a:pt x="3639" y="27042"/>
                  </a:lnTo>
                  <a:lnTo>
                    <a:pt x="3579" y="26075"/>
                  </a:lnTo>
                  <a:lnTo>
                    <a:pt x="3520" y="25409"/>
                  </a:lnTo>
                  <a:lnTo>
                    <a:pt x="3165" y="22324"/>
                  </a:lnTo>
                  <a:lnTo>
                    <a:pt x="2928" y="20267"/>
                  </a:lnTo>
                  <a:lnTo>
                    <a:pt x="2781" y="19510"/>
                  </a:lnTo>
                  <a:lnTo>
                    <a:pt x="2603" y="18603"/>
                  </a:lnTo>
                  <a:lnTo>
                    <a:pt x="2307" y="17726"/>
                  </a:lnTo>
                  <a:lnTo>
                    <a:pt x="1272" y="15275"/>
                  </a:lnTo>
                  <a:lnTo>
                    <a:pt x="1124" y="14822"/>
                  </a:lnTo>
                  <a:lnTo>
                    <a:pt x="710" y="13672"/>
                  </a:lnTo>
                  <a:lnTo>
                    <a:pt x="473" y="13037"/>
                  </a:lnTo>
                  <a:lnTo>
                    <a:pt x="325" y="12553"/>
                  </a:lnTo>
                  <a:lnTo>
                    <a:pt x="266" y="12220"/>
                  </a:lnTo>
                  <a:lnTo>
                    <a:pt x="236" y="12039"/>
                  </a:lnTo>
                  <a:lnTo>
                    <a:pt x="147" y="11464"/>
                  </a:lnTo>
                  <a:lnTo>
                    <a:pt x="59" y="10678"/>
                  </a:lnTo>
                  <a:lnTo>
                    <a:pt x="29" y="9831"/>
                  </a:lnTo>
                  <a:lnTo>
                    <a:pt x="29" y="7955"/>
                  </a:lnTo>
                  <a:lnTo>
                    <a:pt x="0" y="5838"/>
                  </a:lnTo>
                  <a:lnTo>
                    <a:pt x="59" y="4113"/>
                  </a:lnTo>
                  <a:lnTo>
                    <a:pt x="266" y="2782"/>
                  </a:lnTo>
                  <a:lnTo>
                    <a:pt x="502" y="2752"/>
                  </a:lnTo>
                  <a:lnTo>
                    <a:pt x="946" y="2722"/>
                  </a:lnTo>
                  <a:lnTo>
                    <a:pt x="1390" y="2661"/>
                  </a:lnTo>
                  <a:lnTo>
                    <a:pt x="3402" y="2450"/>
                  </a:lnTo>
                  <a:lnTo>
                    <a:pt x="4704" y="2298"/>
                  </a:lnTo>
                  <a:lnTo>
                    <a:pt x="6686" y="2087"/>
                  </a:lnTo>
                  <a:lnTo>
                    <a:pt x="8638" y="1875"/>
                  </a:lnTo>
                  <a:lnTo>
                    <a:pt x="9881" y="1724"/>
                  </a:lnTo>
                  <a:lnTo>
                    <a:pt x="11508" y="1542"/>
                  </a:lnTo>
                  <a:lnTo>
                    <a:pt x="11686" y="1542"/>
                  </a:lnTo>
                  <a:lnTo>
                    <a:pt x="13283" y="1361"/>
                  </a:lnTo>
                  <a:lnTo>
                    <a:pt x="14230" y="1240"/>
                  </a:lnTo>
                  <a:lnTo>
                    <a:pt x="16301" y="1028"/>
                  </a:lnTo>
                  <a:lnTo>
                    <a:pt x="18638" y="756"/>
                  </a:lnTo>
                  <a:lnTo>
                    <a:pt x="22958" y="302"/>
                  </a:lnTo>
                  <a:lnTo>
                    <a:pt x="255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1442518" y="3720189"/>
              <a:ext cx="199081" cy="212078"/>
            </a:xfrm>
            <a:custGeom>
              <a:avLst/>
              <a:pathLst>
                <a:path w="199081" h="212078">
                  <a:moveTo>
                    <a:pt x="104792" y="2934"/>
                  </a:moveTo>
                  <a:lnTo>
                    <a:pt x="105117" y="3387"/>
                  </a:lnTo>
                  <a:lnTo>
                    <a:pt x="105561" y="3992"/>
                  </a:lnTo>
                  <a:lnTo>
                    <a:pt x="106774" y="6080"/>
                  </a:lnTo>
                  <a:lnTo>
                    <a:pt x="109289" y="10436"/>
                  </a:lnTo>
                  <a:lnTo>
                    <a:pt x="109555" y="10859"/>
                  </a:lnTo>
                  <a:lnTo>
                    <a:pt x="110117" y="11797"/>
                  </a:lnTo>
                  <a:lnTo>
                    <a:pt x="111152" y="13733"/>
                  </a:lnTo>
                  <a:lnTo>
                    <a:pt x="113194" y="17060"/>
                  </a:lnTo>
                  <a:lnTo>
                    <a:pt x="114910" y="19934"/>
                  </a:lnTo>
                  <a:lnTo>
                    <a:pt x="115147" y="20357"/>
                  </a:lnTo>
                  <a:lnTo>
                    <a:pt x="115354" y="21023"/>
                  </a:lnTo>
                  <a:lnTo>
                    <a:pt x="115620" y="21840"/>
                  </a:lnTo>
                  <a:lnTo>
                    <a:pt x="115738" y="22203"/>
                  </a:lnTo>
                  <a:lnTo>
                    <a:pt x="115857" y="22626"/>
                  </a:lnTo>
                  <a:lnTo>
                    <a:pt x="115916" y="22777"/>
                  </a:lnTo>
                  <a:lnTo>
                    <a:pt x="116152" y="23231"/>
                  </a:lnTo>
                  <a:lnTo>
                    <a:pt x="117543" y="25560"/>
                  </a:lnTo>
                  <a:lnTo>
                    <a:pt x="120235" y="30098"/>
                  </a:lnTo>
                  <a:lnTo>
                    <a:pt x="121093" y="31580"/>
                  </a:lnTo>
                  <a:lnTo>
                    <a:pt x="122010" y="33183"/>
                  </a:lnTo>
                  <a:lnTo>
                    <a:pt x="122691" y="34272"/>
                  </a:lnTo>
                  <a:lnTo>
                    <a:pt x="123697" y="36087"/>
                  </a:lnTo>
                  <a:lnTo>
                    <a:pt x="124762" y="37842"/>
                  </a:lnTo>
                  <a:lnTo>
                    <a:pt x="125797" y="39657"/>
                  </a:lnTo>
                  <a:lnTo>
                    <a:pt x="126212" y="40352"/>
                  </a:lnTo>
                  <a:lnTo>
                    <a:pt x="126922" y="41471"/>
                  </a:lnTo>
                  <a:lnTo>
                    <a:pt x="129880" y="46523"/>
                  </a:lnTo>
                  <a:lnTo>
                    <a:pt x="132040" y="50153"/>
                  </a:lnTo>
                  <a:lnTo>
                    <a:pt x="134111" y="53692"/>
                  </a:lnTo>
                  <a:lnTo>
                    <a:pt x="135176" y="55507"/>
                  </a:lnTo>
                  <a:lnTo>
                    <a:pt x="135501" y="56082"/>
                  </a:lnTo>
                  <a:lnTo>
                    <a:pt x="136123" y="57110"/>
                  </a:lnTo>
                  <a:lnTo>
                    <a:pt x="137306" y="59137"/>
                  </a:lnTo>
                  <a:lnTo>
                    <a:pt x="138460" y="61134"/>
                  </a:lnTo>
                  <a:lnTo>
                    <a:pt x="140738" y="64885"/>
                  </a:lnTo>
                  <a:lnTo>
                    <a:pt x="141892" y="66851"/>
                  </a:lnTo>
                  <a:lnTo>
                    <a:pt x="144022" y="70450"/>
                  </a:lnTo>
                  <a:lnTo>
                    <a:pt x="144969" y="72175"/>
                  </a:lnTo>
                  <a:lnTo>
                    <a:pt x="145975" y="73838"/>
                  </a:lnTo>
                  <a:lnTo>
                    <a:pt x="147040" y="75472"/>
                  </a:lnTo>
                  <a:lnTo>
                    <a:pt x="150472" y="80100"/>
                  </a:lnTo>
                  <a:lnTo>
                    <a:pt x="151744" y="81885"/>
                  </a:lnTo>
                  <a:lnTo>
                    <a:pt x="154111" y="84970"/>
                  </a:lnTo>
                  <a:lnTo>
                    <a:pt x="154377" y="85333"/>
                  </a:lnTo>
                  <a:lnTo>
                    <a:pt x="155472" y="86755"/>
                  </a:lnTo>
                  <a:lnTo>
                    <a:pt x="155590" y="86906"/>
                  </a:lnTo>
                  <a:lnTo>
                    <a:pt x="156714" y="88479"/>
                  </a:lnTo>
                  <a:lnTo>
                    <a:pt x="157128" y="89084"/>
                  </a:lnTo>
                  <a:lnTo>
                    <a:pt x="157691" y="89840"/>
                  </a:lnTo>
                  <a:lnTo>
                    <a:pt x="158519" y="90960"/>
                  </a:lnTo>
                  <a:lnTo>
                    <a:pt x="159259" y="92018"/>
                  </a:lnTo>
                  <a:lnTo>
                    <a:pt x="159821" y="92775"/>
                  </a:lnTo>
                  <a:lnTo>
                    <a:pt x="160383" y="93803"/>
                  </a:lnTo>
                  <a:lnTo>
                    <a:pt x="160797" y="94620"/>
                  </a:lnTo>
                  <a:lnTo>
                    <a:pt x="160886" y="94831"/>
                  </a:lnTo>
                  <a:lnTo>
                    <a:pt x="161330" y="95678"/>
                  </a:lnTo>
                  <a:lnTo>
                    <a:pt x="161596" y="96283"/>
                  </a:lnTo>
                  <a:lnTo>
                    <a:pt x="161685" y="96465"/>
                  </a:lnTo>
                  <a:lnTo>
                    <a:pt x="162158" y="97584"/>
                  </a:lnTo>
                  <a:lnTo>
                    <a:pt x="162424" y="98280"/>
                  </a:lnTo>
                  <a:lnTo>
                    <a:pt x="162483" y="98492"/>
                  </a:lnTo>
                  <a:lnTo>
                    <a:pt x="162661" y="98976"/>
                  </a:lnTo>
                  <a:lnTo>
                    <a:pt x="162779" y="99581"/>
                  </a:lnTo>
                  <a:lnTo>
                    <a:pt x="162838" y="99823"/>
                  </a:lnTo>
                  <a:lnTo>
                    <a:pt x="163016" y="100700"/>
                  </a:lnTo>
                  <a:lnTo>
                    <a:pt x="163460" y="102727"/>
                  </a:lnTo>
                  <a:lnTo>
                    <a:pt x="163549" y="103090"/>
                  </a:lnTo>
                  <a:lnTo>
                    <a:pt x="164111" y="105116"/>
                  </a:lnTo>
                  <a:lnTo>
                    <a:pt x="165442" y="110047"/>
                  </a:lnTo>
                  <a:lnTo>
                    <a:pt x="165708" y="110924"/>
                  </a:lnTo>
                  <a:lnTo>
                    <a:pt x="166093" y="112255"/>
                  </a:lnTo>
                  <a:lnTo>
                    <a:pt x="166418" y="113495"/>
                  </a:lnTo>
                  <a:lnTo>
                    <a:pt x="166980" y="115613"/>
                  </a:lnTo>
                  <a:lnTo>
                    <a:pt x="167247" y="116520"/>
                  </a:lnTo>
                  <a:lnTo>
                    <a:pt x="167483" y="117428"/>
                  </a:lnTo>
                  <a:lnTo>
                    <a:pt x="168075" y="119606"/>
                  </a:lnTo>
                  <a:lnTo>
                    <a:pt x="168519" y="121269"/>
                  </a:lnTo>
                  <a:lnTo>
                    <a:pt x="168667" y="121753"/>
                  </a:lnTo>
                  <a:lnTo>
                    <a:pt x="169140" y="123508"/>
                  </a:lnTo>
                  <a:lnTo>
                    <a:pt x="169643" y="125383"/>
                  </a:lnTo>
                  <a:lnTo>
                    <a:pt x="169761" y="125656"/>
                  </a:lnTo>
                  <a:lnTo>
                    <a:pt x="170057" y="126442"/>
                  </a:lnTo>
                  <a:lnTo>
                    <a:pt x="170235" y="126835"/>
                  </a:lnTo>
                  <a:lnTo>
                    <a:pt x="170353" y="127047"/>
                  </a:lnTo>
                  <a:lnTo>
                    <a:pt x="170412" y="127229"/>
                  </a:lnTo>
                  <a:lnTo>
                    <a:pt x="170974" y="128197"/>
                  </a:lnTo>
                  <a:lnTo>
                    <a:pt x="171359" y="128862"/>
                  </a:lnTo>
                  <a:lnTo>
                    <a:pt x="171685" y="129286"/>
                  </a:lnTo>
                  <a:lnTo>
                    <a:pt x="171951" y="129588"/>
                  </a:lnTo>
                  <a:lnTo>
                    <a:pt x="172395" y="130072"/>
                  </a:lnTo>
                  <a:lnTo>
                    <a:pt x="172720" y="130375"/>
                  </a:lnTo>
                  <a:lnTo>
                    <a:pt x="173223" y="130768"/>
                  </a:lnTo>
                  <a:lnTo>
                    <a:pt x="173785" y="131161"/>
                  </a:lnTo>
                  <a:lnTo>
                    <a:pt x="174495" y="131554"/>
                  </a:lnTo>
                  <a:lnTo>
                    <a:pt x="174880" y="131706"/>
                  </a:lnTo>
                  <a:lnTo>
                    <a:pt x="175383" y="131917"/>
                  </a:lnTo>
                  <a:lnTo>
                    <a:pt x="177513" y="132916"/>
                  </a:lnTo>
                  <a:lnTo>
                    <a:pt x="179466" y="133762"/>
                  </a:lnTo>
                  <a:lnTo>
                    <a:pt x="182513" y="135154"/>
                  </a:lnTo>
                  <a:lnTo>
                    <a:pt x="186270" y="136878"/>
                  </a:lnTo>
                  <a:lnTo>
                    <a:pt x="190383" y="138754"/>
                  </a:lnTo>
                  <a:lnTo>
                    <a:pt x="190886" y="138996"/>
                  </a:lnTo>
                  <a:lnTo>
                    <a:pt x="191181" y="139147"/>
                  </a:lnTo>
                  <a:lnTo>
                    <a:pt x="191625" y="139328"/>
                  </a:lnTo>
                  <a:lnTo>
                    <a:pt x="192602" y="139782"/>
                  </a:lnTo>
                  <a:lnTo>
                    <a:pt x="196832" y="141718"/>
                  </a:lnTo>
                  <a:lnTo>
                    <a:pt x="199081" y="142505"/>
                  </a:lnTo>
                  <a:lnTo>
                    <a:pt x="199081" y="142656"/>
                  </a:lnTo>
                  <a:lnTo>
                    <a:pt x="198962" y="143926"/>
                  </a:lnTo>
                  <a:lnTo>
                    <a:pt x="198933" y="144108"/>
                  </a:lnTo>
                  <a:lnTo>
                    <a:pt x="198815" y="144622"/>
                  </a:lnTo>
                  <a:lnTo>
                    <a:pt x="198400" y="145862"/>
                  </a:lnTo>
                  <a:lnTo>
                    <a:pt x="198193" y="146377"/>
                  </a:lnTo>
                  <a:lnTo>
                    <a:pt x="196980" y="149553"/>
                  </a:lnTo>
                  <a:lnTo>
                    <a:pt x="196211" y="151519"/>
                  </a:lnTo>
                  <a:lnTo>
                    <a:pt x="195590" y="153152"/>
                  </a:lnTo>
                  <a:lnTo>
                    <a:pt x="195323" y="153878"/>
                  </a:lnTo>
                  <a:lnTo>
                    <a:pt x="195116" y="154362"/>
                  </a:lnTo>
                  <a:lnTo>
                    <a:pt x="195028" y="154635"/>
                  </a:lnTo>
                  <a:lnTo>
                    <a:pt x="194820" y="155149"/>
                  </a:lnTo>
                  <a:lnTo>
                    <a:pt x="192247" y="161834"/>
                  </a:lnTo>
                  <a:lnTo>
                    <a:pt x="192069" y="162348"/>
                  </a:lnTo>
                  <a:lnTo>
                    <a:pt x="191655" y="163437"/>
                  </a:lnTo>
                  <a:lnTo>
                    <a:pt x="191448" y="163951"/>
                  </a:lnTo>
                  <a:lnTo>
                    <a:pt x="191211" y="164556"/>
                  </a:lnTo>
                  <a:lnTo>
                    <a:pt x="191034" y="165101"/>
                  </a:lnTo>
                  <a:lnTo>
                    <a:pt x="190826" y="165887"/>
                  </a:lnTo>
                  <a:lnTo>
                    <a:pt x="190678" y="166583"/>
                  </a:lnTo>
                  <a:lnTo>
                    <a:pt x="190590" y="167400"/>
                  </a:lnTo>
                  <a:lnTo>
                    <a:pt x="190590" y="167612"/>
                  </a:lnTo>
                  <a:lnTo>
                    <a:pt x="190560" y="168368"/>
                  </a:lnTo>
                  <a:lnTo>
                    <a:pt x="190560" y="168761"/>
                  </a:lnTo>
                  <a:lnTo>
                    <a:pt x="190619" y="169124"/>
                  </a:lnTo>
                  <a:lnTo>
                    <a:pt x="190678" y="169608"/>
                  </a:lnTo>
                  <a:lnTo>
                    <a:pt x="190767" y="170213"/>
                  </a:lnTo>
                  <a:lnTo>
                    <a:pt x="191093" y="171726"/>
                  </a:lnTo>
                  <a:lnTo>
                    <a:pt x="191477" y="173147"/>
                  </a:lnTo>
                  <a:lnTo>
                    <a:pt x="192247" y="174115"/>
                  </a:lnTo>
                  <a:lnTo>
                    <a:pt x="193193" y="175507"/>
                  </a:lnTo>
                  <a:lnTo>
                    <a:pt x="193341" y="175749"/>
                  </a:lnTo>
                  <a:lnTo>
                    <a:pt x="193962" y="176898"/>
                  </a:lnTo>
                  <a:lnTo>
                    <a:pt x="194465" y="177654"/>
                  </a:lnTo>
                  <a:lnTo>
                    <a:pt x="194761" y="178138"/>
                  </a:lnTo>
                  <a:lnTo>
                    <a:pt x="194406" y="178532"/>
                  </a:lnTo>
                  <a:lnTo>
                    <a:pt x="193164" y="179984"/>
                  </a:lnTo>
                  <a:lnTo>
                    <a:pt x="190028" y="182585"/>
                  </a:lnTo>
                  <a:lnTo>
                    <a:pt x="186625" y="185580"/>
                  </a:lnTo>
                  <a:lnTo>
                    <a:pt x="183637" y="189936"/>
                  </a:lnTo>
                  <a:lnTo>
                    <a:pt x="183164" y="193263"/>
                  </a:lnTo>
                  <a:lnTo>
                    <a:pt x="183903" y="195804"/>
                  </a:lnTo>
                  <a:lnTo>
                    <a:pt x="184436" y="198648"/>
                  </a:lnTo>
                  <a:lnTo>
                    <a:pt x="183844" y="200765"/>
                  </a:lnTo>
                  <a:lnTo>
                    <a:pt x="181892" y="202459"/>
                  </a:lnTo>
                  <a:lnTo>
                    <a:pt x="180294" y="203094"/>
                  </a:lnTo>
                  <a:lnTo>
                    <a:pt x="177158" y="204334"/>
                  </a:lnTo>
                  <a:lnTo>
                    <a:pt x="176625" y="204274"/>
                  </a:lnTo>
                  <a:lnTo>
                    <a:pt x="176625" y="203276"/>
                  </a:lnTo>
                  <a:lnTo>
                    <a:pt x="173844" y="202822"/>
                  </a:lnTo>
                  <a:lnTo>
                    <a:pt x="173608" y="202761"/>
                  </a:lnTo>
                  <a:lnTo>
                    <a:pt x="173933" y="198829"/>
                  </a:lnTo>
                  <a:lnTo>
                    <a:pt x="173963" y="198315"/>
                  </a:lnTo>
                  <a:lnTo>
                    <a:pt x="172010" y="198073"/>
                  </a:lnTo>
                  <a:lnTo>
                    <a:pt x="171714" y="198043"/>
                  </a:lnTo>
                  <a:lnTo>
                    <a:pt x="168904" y="197680"/>
                  </a:lnTo>
                  <a:lnTo>
                    <a:pt x="166359" y="197317"/>
                  </a:lnTo>
                  <a:lnTo>
                    <a:pt x="164318" y="197044"/>
                  </a:lnTo>
                  <a:lnTo>
                    <a:pt x="162365" y="196802"/>
                  </a:lnTo>
                  <a:lnTo>
                    <a:pt x="160738" y="196591"/>
                  </a:lnTo>
                  <a:lnTo>
                    <a:pt x="158933" y="196349"/>
                  </a:lnTo>
                  <a:lnTo>
                    <a:pt x="156951" y="196107"/>
                  </a:lnTo>
                  <a:lnTo>
                    <a:pt x="156182" y="196016"/>
                  </a:lnTo>
                  <a:lnTo>
                    <a:pt x="154969" y="195865"/>
                  </a:lnTo>
                  <a:lnTo>
                    <a:pt x="154170" y="195744"/>
                  </a:lnTo>
                  <a:lnTo>
                    <a:pt x="153549" y="195623"/>
                  </a:lnTo>
                  <a:lnTo>
                    <a:pt x="152069" y="195350"/>
                  </a:lnTo>
                  <a:lnTo>
                    <a:pt x="151596" y="195139"/>
                  </a:lnTo>
                  <a:lnTo>
                    <a:pt x="151063" y="195229"/>
                  </a:lnTo>
                  <a:lnTo>
                    <a:pt x="150886" y="195229"/>
                  </a:lnTo>
                  <a:lnTo>
                    <a:pt x="150205" y="195320"/>
                  </a:lnTo>
                  <a:lnTo>
                    <a:pt x="149495" y="195381"/>
                  </a:lnTo>
                  <a:lnTo>
                    <a:pt x="148549" y="195411"/>
                  </a:lnTo>
                  <a:lnTo>
                    <a:pt x="147336" y="195411"/>
                  </a:lnTo>
                  <a:lnTo>
                    <a:pt x="147395" y="197075"/>
                  </a:lnTo>
                  <a:lnTo>
                    <a:pt x="147365" y="197952"/>
                  </a:lnTo>
                  <a:lnTo>
                    <a:pt x="147395" y="199253"/>
                  </a:lnTo>
                  <a:lnTo>
                    <a:pt x="147365" y="200190"/>
                  </a:lnTo>
                  <a:lnTo>
                    <a:pt x="147158" y="201279"/>
                  </a:lnTo>
                  <a:lnTo>
                    <a:pt x="146862" y="202731"/>
                  </a:lnTo>
                  <a:lnTo>
                    <a:pt x="146833" y="202913"/>
                  </a:lnTo>
                  <a:lnTo>
                    <a:pt x="146685" y="204153"/>
                  </a:lnTo>
                  <a:lnTo>
                    <a:pt x="146596" y="205030"/>
                  </a:lnTo>
                  <a:lnTo>
                    <a:pt x="146774" y="205363"/>
                  </a:lnTo>
                  <a:lnTo>
                    <a:pt x="147720" y="206966"/>
                  </a:lnTo>
                  <a:lnTo>
                    <a:pt x="148282" y="207480"/>
                  </a:lnTo>
                  <a:lnTo>
                    <a:pt x="148637" y="207783"/>
                  </a:lnTo>
                  <a:lnTo>
                    <a:pt x="148874" y="208206"/>
                  </a:lnTo>
                  <a:lnTo>
                    <a:pt x="148637" y="208509"/>
                  </a:lnTo>
                  <a:lnTo>
                    <a:pt x="148430" y="208751"/>
                  </a:lnTo>
                  <a:lnTo>
                    <a:pt x="148164" y="209023"/>
                  </a:lnTo>
                  <a:lnTo>
                    <a:pt x="147839" y="209265"/>
                  </a:lnTo>
                  <a:lnTo>
                    <a:pt x="147631" y="209568"/>
                  </a:lnTo>
                  <a:lnTo>
                    <a:pt x="147276" y="210173"/>
                  </a:lnTo>
                  <a:lnTo>
                    <a:pt x="147099" y="210536"/>
                  </a:lnTo>
                  <a:lnTo>
                    <a:pt x="146803" y="210989"/>
                  </a:lnTo>
                  <a:lnTo>
                    <a:pt x="146626" y="211564"/>
                  </a:lnTo>
                  <a:lnTo>
                    <a:pt x="146448" y="212078"/>
                  </a:lnTo>
                  <a:lnTo>
                    <a:pt x="146182" y="211927"/>
                  </a:lnTo>
                  <a:lnTo>
                    <a:pt x="144673" y="210808"/>
                  </a:lnTo>
                  <a:lnTo>
                    <a:pt x="143016" y="209507"/>
                  </a:lnTo>
                  <a:lnTo>
                    <a:pt x="139584" y="206785"/>
                  </a:lnTo>
                  <a:lnTo>
                    <a:pt x="134584" y="202913"/>
                  </a:lnTo>
                  <a:lnTo>
                    <a:pt x="130620" y="199797"/>
                  </a:lnTo>
                  <a:lnTo>
                    <a:pt x="130472" y="199706"/>
                  </a:lnTo>
                  <a:lnTo>
                    <a:pt x="130028" y="199343"/>
                  </a:lnTo>
                  <a:lnTo>
                    <a:pt x="129555" y="198950"/>
                  </a:lnTo>
                  <a:lnTo>
                    <a:pt x="129259" y="198738"/>
                  </a:lnTo>
                  <a:lnTo>
                    <a:pt x="128963" y="198527"/>
                  </a:lnTo>
                  <a:lnTo>
                    <a:pt x="127987" y="197740"/>
                  </a:lnTo>
                  <a:lnTo>
                    <a:pt x="126271" y="196470"/>
                  </a:lnTo>
                  <a:lnTo>
                    <a:pt x="125383" y="195895"/>
                  </a:lnTo>
                  <a:lnTo>
                    <a:pt x="124791" y="195471"/>
                  </a:lnTo>
                  <a:lnTo>
                    <a:pt x="123963" y="194987"/>
                  </a:lnTo>
                  <a:lnTo>
                    <a:pt x="122573" y="194171"/>
                  </a:lnTo>
                  <a:lnTo>
                    <a:pt x="114821" y="189966"/>
                  </a:lnTo>
                  <a:lnTo>
                    <a:pt x="108815" y="198738"/>
                  </a:lnTo>
                  <a:lnTo>
                    <a:pt x="108401" y="198466"/>
                  </a:lnTo>
                  <a:lnTo>
                    <a:pt x="107957" y="198164"/>
                  </a:lnTo>
                  <a:lnTo>
                    <a:pt x="107691" y="198073"/>
                  </a:lnTo>
                  <a:lnTo>
                    <a:pt x="107454" y="198043"/>
                  </a:lnTo>
                  <a:lnTo>
                    <a:pt x="106892" y="197831"/>
                  </a:lnTo>
                  <a:lnTo>
                    <a:pt x="106419" y="197559"/>
                  </a:lnTo>
                  <a:lnTo>
                    <a:pt x="105916" y="197044"/>
                  </a:lnTo>
                  <a:lnTo>
                    <a:pt x="105590" y="196560"/>
                  </a:lnTo>
                  <a:lnTo>
                    <a:pt x="104940" y="196167"/>
                  </a:lnTo>
                  <a:lnTo>
                    <a:pt x="104259" y="195955"/>
                  </a:lnTo>
                  <a:lnTo>
                    <a:pt x="103697" y="195683"/>
                  </a:lnTo>
                  <a:lnTo>
                    <a:pt x="103312" y="195562"/>
                  </a:lnTo>
                  <a:lnTo>
                    <a:pt x="102513" y="195350"/>
                  </a:lnTo>
                  <a:lnTo>
                    <a:pt x="102099" y="194987"/>
                  </a:lnTo>
                  <a:lnTo>
                    <a:pt x="101478" y="194655"/>
                  </a:lnTo>
                  <a:lnTo>
                    <a:pt x="101241" y="194171"/>
                  </a:lnTo>
                  <a:lnTo>
                    <a:pt x="100886" y="193989"/>
                  </a:lnTo>
                  <a:lnTo>
                    <a:pt x="100590" y="193687"/>
                  </a:lnTo>
                  <a:lnTo>
                    <a:pt x="100354" y="193626"/>
                  </a:lnTo>
                  <a:lnTo>
                    <a:pt x="99496" y="193414"/>
                  </a:lnTo>
                  <a:lnTo>
                    <a:pt x="99141" y="192930"/>
                  </a:lnTo>
                  <a:lnTo>
                    <a:pt x="98845" y="192477"/>
                  </a:lnTo>
                  <a:lnTo>
                    <a:pt x="98372" y="192235"/>
                  </a:lnTo>
                  <a:lnTo>
                    <a:pt x="97750" y="191902"/>
                  </a:lnTo>
                  <a:lnTo>
                    <a:pt x="96863" y="191599"/>
                  </a:lnTo>
                  <a:lnTo>
                    <a:pt x="96212" y="191478"/>
                  </a:lnTo>
                  <a:lnTo>
                    <a:pt x="95709" y="191206"/>
                  </a:lnTo>
                  <a:lnTo>
                    <a:pt x="95324" y="190541"/>
                  </a:lnTo>
                  <a:lnTo>
                    <a:pt x="94732" y="190147"/>
                  </a:lnTo>
                  <a:lnTo>
                    <a:pt x="93993" y="189754"/>
                  </a:lnTo>
                  <a:lnTo>
                    <a:pt x="93490" y="189452"/>
                  </a:lnTo>
                  <a:lnTo>
                    <a:pt x="92721" y="189149"/>
                  </a:lnTo>
                  <a:lnTo>
                    <a:pt x="91833" y="188726"/>
                  </a:lnTo>
                  <a:lnTo>
                    <a:pt x="91360" y="188332"/>
                  </a:lnTo>
                  <a:lnTo>
                    <a:pt x="90768" y="188121"/>
                  </a:lnTo>
                  <a:lnTo>
                    <a:pt x="90413" y="187848"/>
                  </a:lnTo>
                  <a:lnTo>
                    <a:pt x="89999" y="187576"/>
                  </a:lnTo>
                  <a:lnTo>
                    <a:pt x="89703" y="187364"/>
                  </a:lnTo>
                  <a:lnTo>
                    <a:pt x="89200" y="187153"/>
                  </a:lnTo>
                  <a:lnTo>
                    <a:pt x="88579" y="186971"/>
                  </a:lnTo>
                  <a:lnTo>
                    <a:pt x="88164" y="186759"/>
                  </a:lnTo>
                  <a:lnTo>
                    <a:pt x="87691" y="186669"/>
                  </a:lnTo>
                  <a:lnTo>
                    <a:pt x="86774" y="185943"/>
                  </a:lnTo>
                  <a:lnTo>
                    <a:pt x="86123" y="185671"/>
                  </a:lnTo>
                  <a:lnTo>
                    <a:pt x="85561" y="185247"/>
                  </a:lnTo>
                  <a:lnTo>
                    <a:pt x="84969" y="185066"/>
                  </a:lnTo>
                  <a:lnTo>
                    <a:pt x="84466" y="185277"/>
                  </a:lnTo>
                  <a:lnTo>
                    <a:pt x="84023" y="184733"/>
                  </a:lnTo>
                  <a:lnTo>
                    <a:pt x="83786" y="184582"/>
                  </a:lnTo>
                  <a:lnTo>
                    <a:pt x="83401" y="184098"/>
                  </a:lnTo>
                  <a:lnTo>
                    <a:pt x="83046" y="183856"/>
                  </a:lnTo>
                  <a:lnTo>
                    <a:pt x="82632" y="183704"/>
                  </a:lnTo>
                  <a:lnTo>
                    <a:pt x="81952" y="183946"/>
                  </a:lnTo>
                  <a:lnTo>
                    <a:pt x="81271" y="183160"/>
                  </a:lnTo>
                  <a:lnTo>
                    <a:pt x="80620" y="182857"/>
                  </a:lnTo>
                  <a:lnTo>
                    <a:pt x="80295" y="182585"/>
                  </a:lnTo>
                  <a:lnTo>
                    <a:pt x="79851" y="182313"/>
                  </a:lnTo>
                  <a:lnTo>
                    <a:pt x="79052" y="182101"/>
                  </a:lnTo>
                  <a:lnTo>
                    <a:pt x="77662" y="181587"/>
                  </a:lnTo>
                  <a:lnTo>
                    <a:pt x="76626" y="181103"/>
                  </a:lnTo>
                  <a:lnTo>
                    <a:pt x="75857" y="180498"/>
                  </a:lnTo>
                  <a:lnTo>
                    <a:pt x="75088" y="179893"/>
                  </a:lnTo>
                  <a:lnTo>
                    <a:pt x="74407" y="179409"/>
                  </a:lnTo>
                  <a:lnTo>
                    <a:pt x="73727" y="178985"/>
                  </a:lnTo>
                  <a:lnTo>
                    <a:pt x="73046" y="178653"/>
                  </a:lnTo>
                  <a:lnTo>
                    <a:pt x="72425" y="178441"/>
                  </a:lnTo>
                  <a:lnTo>
                    <a:pt x="71567" y="178017"/>
                  </a:lnTo>
                  <a:lnTo>
                    <a:pt x="71301" y="177654"/>
                  </a:lnTo>
                  <a:lnTo>
                    <a:pt x="70975" y="177443"/>
                  </a:lnTo>
                  <a:lnTo>
                    <a:pt x="70443" y="177261"/>
                  </a:lnTo>
                  <a:lnTo>
                    <a:pt x="70029" y="177261"/>
                  </a:lnTo>
                  <a:lnTo>
                    <a:pt x="68668" y="176807"/>
                  </a:lnTo>
                  <a:lnTo>
                    <a:pt x="67721" y="176051"/>
                  </a:lnTo>
                  <a:lnTo>
                    <a:pt x="67247" y="176051"/>
                  </a:lnTo>
                  <a:lnTo>
                    <a:pt x="66715" y="175809"/>
                  </a:lnTo>
                  <a:lnTo>
                    <a:pt x="66360" y="175628"/>
                  </a:lnTo>
                  <a:lnTo>
                    <a:pt x="65887" y="175174"/>
                  </a:lnTo>
                  <a:lnTo>
                    <a:pt x="65561" y="174932"/>
                  </a:lnTo>
                  <a:lnTo>
                    <a:pt x="65147" y="174720"/>
                  </a:lnTo>
                  <a:lnTo>
                    <a:pt x="64614" y="174387"/>
                  </a:lnTo>
                  <a:lnTo>
                    <a:pt x="64230" y="174327"/>
                  </a:lnTo>
                  <a:lnTo>
                    <a:pt x="63934" y="174176"/>
                  </a:lnTo>
                  <a:lnTo>
                    <a:pt x="63549" y="174145"/>
                  </a:lnTo>
                  <a:lnTo>
                    <a:pt x="63017" y="173934"/>
                  </a:lnTo>
                  <a:lnTo>
                    <a:pt x="62573" y="173752"/>
                  </a:lnTo>
                  <a:lnTo>
                    <a:pt x="62159" y="173450"/>
                  </a:lnTo>
                  <a:lnTo>
                    <a:pt x="61597" y="173268"/>
                  </a:lnTo>
                  <a:lnTo>
                    <a:pt x="60975" y="172996"/>
                  </a:lnTo>
                  <a:lnTo>
                    <a:pt x="60502" y="172845"/>
                  </a:lnTo>
                  <a:lnTo>
                    <a:pt x="59762" y="172482"/>
                  </a:lnTo>
                  <a:lnTo>
                    <a:pt x="59052" y="172391"/>
                  </a:lnTo>
                  <a:lnTo>
                    <a:pt x="58490" y="172270"/>
                  </a:lnTo>
                  <a:lnTo>
                    <a:pt x="57721" y="171907"/>
                  </a:lnTo>
                  <a:lnTo>
                    <a:pt x="57336" y="171363"/>
                  </a:lnTo>
                  <a:lnTo>
                    <a:pt x="56774" y="171090"/>
                  </a:lnTo>
                  <a:lnTo>
                    <a:pt x="56182" y="170606"/>
                  </a:lnTo>
                  <a:lnTo>
                    <a:pt x="55591" y="170304"/>
                  </a:lnTo>
                  <a:lnTo>
                    <a:pt x="55265" y="169911"/>
                  </a:lnTo>
                  <a:lnTo>
                    <a:pt x="54822" y="169820"/>
                  </a:lnTo>
                  <a:lnTo>
                    <a:pt x="54289" y="169487"/>
                  </a:lnTo>
                  <a:lnTo>
                    <a:pt x="53461" y="169185"/>
                  </a:lnTo>
                  <a:lnTo>
                    <a:pt x="52958" y="168973"/>
                  </a:lnTo>
                  <a:lnTo>
                    <a:pt x="52455" y="168701"/>
                  </a:lnTo>
                  <a:lnTo>
                    <a:pt x="51804" y="168670"/>
                  </a:lnTo>
                  <a:lnTo>
                    <a:pt x="51035" y="168398"/>
                  </a:lnTo>
                  <a:lnTo>
                    <a:pt x="50177" y="168096"/>
                  </a:lnTo>
                  <a:lnTo>
                    <a:pt x="49585" y="167581"/>
                  </a:lnTo>
                  <a:lnTo>
                    <a:pt x="49052" y="167218"/>
                  </a:lnTo>
                  <a:lnTo>
                    <a:pt x="48194" y="166523"/>
                  </a:lnTo>
                  <a:lnTo>
                    <a:pt x="47425" y="166099"/>
                  </a:lnTo>
                  <a:lnTo>
                    <a:pt x="46656" y="165615"/>
                  </a:lnTo>
                  <a:lnTo>
                    <a:pt x="45502" y="165252"/>
                  </a:lnTo>
                  <a:lnTo>
                    <a:pt x="44200" y="164829"/>
                  </a:lnTo>
                  <a:lnTo>
                    <a:pt x="43372" y="164526"/>
                  </a:lnTo>
                  <a:lnTo>
                    <a:pt x="42780" y="164012"/>
                  </a:lnTo>
                  <a:lnTo>
                    <a:pt x="42277" y="163528"/>
                  </a:lnTo>
                  <a:lnTo>
                    <a:pt x="41715" y="163346"/>
                  </a:lnTo>
                  <a:lnTo>
                    <a:pt x="41242" y="163225"/>
                  </a:lnTo>
                  <a:lnTo>
                    <a:pt x="40650" y="162862"/>
                  </a:lnTo>
                  <a:lnTo>
                    <a:pt x="40177" y="162560"/>
                  </a:lnTo>
                  <a:lnTo>
                    <a:pt x="39674" y="162378"/>
                  </a:lnTo>
                  <a:lnTo>
                    <a:pt x="39407" y="162288"/>
                  </a:lnTo>
                  <a:lnTo>
                    <a:pt x="39171" y="162076"/>
                  </a:lnTo>
                  <a:lnTo>
                    <a:pt x="38431" y="161985"/>
                  </a:lnTo>
                  <a:lnTo>
                    <a:pt x="37810" y="161834"/>
                  </a:lnTo>
                  <a:lnTo>
                    <a:pt x="36952" y="161531"/>
                  </a:lnTo>
                  <a:lnTo>
                    <a:pt x="36479" y="161289"/>
                  </a:lnTo>
                  <a:lnTo>
                    <a:pt x="36271" y="160957"/>
                  </a:lnTo>
                  <a:lnTo>
                    <a:pt x="35709" y="160775"/>
                  </a:lnTo>
                  <a:lnTo>
                    <a:pt x="34999" y="160563"/>
                  </a:lnTo>
                  <a:lnTo>
                    <a:pt x="34408" y="159958"/>
                  </a:lnTo>
                  <a:lnTo>
                    <a:pt x="33757" y="159565"/>
                  </a:lnTo>
                  <a:lnTo>
                    <a:pt x="33283" y="159414"/>
                  </a:lnTo>
                  <a:lnTo>
                    <a:pt x="32366" y="159172"/>
                  </a:lnTo>
                  <a:lnTo>
                    <a:pt x="31834" y="158779"/>
                  </a:lnTo>
                  <a:lnTo>
                    <a:pt x="30916" y="158265"/>
                  </a:lnTo>
                  <a:lnTo>
                    <a:pt x="30236" y="158083"/>
                  </a:lnTo>
                  <a:lnTo>
                    <a:pt x="29763" y="157781"/>
                  </a:lnTo>
                  <a:lnTo>
                    <a:pt x="28993" y="157418"/>
                  </a:lnTo>
                  <a:lnTo>
                    <a:pt x="28402" y="157297"/>
                  </a:lnTo>
                  <a:lnTo>
                    <a:pt x="28017" y="156813"/>
                  </a:lnTo>
                  <a:lnTo>
                    <a:pt x="27455" y="156601"/>
                  </a:lnTo>
                  <a:lnTo>
                    <a:pt x="26863" y="156480"/>
                  </a:lnTo>
                  <a:lnTo>
                    <a:pt x="26449" y="156117"/>
                  </a:lnTo>
                  <a:lnTo>
                    <a:pt x="25709" y="155814"/>
                  </a:lnTo>
                  <a:lnTo>
                    <a:pt x="24911" y="155512"/>
                  </a:lnTo>
                  <a:lnTo>
                    <a:pt x="24319" y="155240"/>
                  </a:lnTo>
                  <a:lnTo>
                    <a:pt x="23668" y="155088"/>
                  </a:lnTo>
                  <a:lnTo>
                    <a:pt x="23283" y="154786"/>
                  </a:lnTo>
                  <a:lnTo>
                    <a:pt x="22692" y="154635"/>
                  </a:lnTo>
                  <a:lnTo>
                    <a:pt x="22130" y="154060"/>
                  </a:lnTo>
                  <a:lnTo>
                    <a:pt x="21419" y="153848"/>
                  </a:lnTo>
                  <a:lnTo>
                    <a:pt x="19260" y="152880"/>
                  </a:lnTo>
                  <a:lnTo>
                    <a:pt x="18786" y="152366"/>
                  </a:lnTo>
                  <a:lnTo>
                    <a:pt x="17840" y="152003"/>
                  </a:lnTo>
                  <a:lnTo>
                    <a:pt x="16922" y="151458"/>
                  </a:lnTo>
                  <a:lnTo>
                    <a:pt x="15976" y="151247"/>
                  </a:lnTo>
                  <a:lnTo>
                    <a:pt x="15177" y="151156"/>
                  </a:lnTo>
                  <a:lnTo>
                    <a:pt x="14141" y="150521"/>
                  </a:lnTo>
                  <a:lnTo>
                    <a:pt x="13491" y="150339"/>
                  </a:lnTo>
                  <a:lnTo>
                    <a:pt x="13047" y="149946"/>
                  </a:lnTo>
                  <a:lnTo>
                    <a:pt x="12366" y="149613"/>
                  </a:lnTo>
                  <a:lnTo>
                    <a:pt x="11775" y="149280"/>
                  </a:lnTo>
                  <a:lnTo>
                    <a:pt x="11331" y="149099"/>
                  </a:lnTo>
                  <a:lnTo>
                    <a:pt x="9999" y="148736"/>
                  </a:lnTo>
                  <a:lnTo>
                    <a:pt x="8994" y="148191"/>
                  </a:lnTo>
                  <a:lnTo>
                    <a:pt x="8313" y="147677"/>
                  </a:lnTo>
                  <a:lnTo>
                    <a:pt x="7455" y="147435"/>
                  </a:lnTo>
                  <a:lnTo>
                    <a:pt x="6863" y="147223"/>
                  </a:lnTo>
                  <a:lnTo>
                    <a:pt x="6212" y="146891"/>
                  </a:lnTo>
                  <a:lnTo>
                    <a:pt x="5177" y="146528"/>
                  </a:lnTo>
                  <a:lnTo>
                    <a:pt x="4585" y="146165"/>
                  </a:lnTo>
                  <a:lnTo>
                    <a:pt x="3313" y="145711"/>
                  </a:lnTo>
                  <a:lnTo>
                    <a:pt x="3994" y="144894"/>
                  </a:lnTo>
                  <a:lnTo>
                    <a:pt x="6449" y="140720"/>
                  </a:lnTo>
                  <a:lnTo>
                    <a:pt x="7899" y="138179"/>
                  </a:lnTo>
                  <a:lnTo>
                    <a:pt x="8165" y="137846"/>
                  </a:lnTo>
                  <a:lnTo>
                    <a:pt x="9260" y="135638"/>
                  </a:lnTo>
                  <a:lnTo>
                    <a:pt x="10384" y="133672"/>
                  </a:lnTo>
                  <a:lnTo>
                    <a:pt x="12011" y="130707"/>
                  </a:lnTo>
                  <a:lnTo>
                    <a:pt x="13609" y="127803"/>
                  </a:lnTo>
                  <a:lnTo>
                    <a:pt x="13727" y="127622"/>
                  </a:lnTo>
                  <a:lnTo>
                    <a:pt x="7011" y="120543"/>
                  </a:lnTo>
                  <a:lnTo>
                    <a:pt x="3905" y="117307"/>
                  </a:lnTo>
                  <a:lnTo>
                    <a:pt x="3047" y="116399"/>
                  </a:lnTo>
                  <a:lnTo>
                    <a:pt x="2396" y="115552"/>
                  </a:lnTo>
                  <a:lnTo>
                    <a:pt x="1982" y="114887"/>
                  </a:lnTo>
                  <a:lnTo>
                    <a:pt x="1627" y="114312"/>
                  </a:lnTo>
                  <a:lnTo>
                    <a:pt x="1301" y="113647"/>
                  </a:lnTo>
                  <a:lnTo>
                    <a:pt x="917" y="112709"/>
                  </a:lnTo>
                  <a:lnTo>
                    <a:pt x="680" y="112043"/>
                  </a:lnTo>
                  <a:lnTo>
                    <a:pt x="473" y="111196"/>
                  </a:lnTo>
                  <a:lnTo>
                    <a:pt x="236" y="110319"/>
                  </a:lnTo>
                  <a:lnTo>
                    <a:pt x="88" y="109442"/>
                  </a:lnTo>
                  <a:lnTo>
                    <a:pt x="29" y="108655"/>
                  </a:lnTo>
                  <a:lnTo>
                    <a:pt x="0" y="107687"/>
                  </a:lnTo>
                  <a:lnTo>
                    <a:pt x="29" y="106689"/>
                  </a:lnTo>
                  <a:lnTo>
                    <a:pt x="59" y="106145"/>
                  </a:lnTo>
                  <a:lnTo>
                    <a:pt x="325" y="104542"/>
                  </a:lnTo>
                  <a:lnTo>
                    <a:pt x="1715" y="96828"/>
                  </a:lnTo>
                  <a:lnTo>
                    <a:pt x="3047" y="89508"/>
                  </a:lnTo>
                  <a:lnTo>
                    <a:pt x="3609" y="86513"/>
                  </a:lnTo>
                  <a:lnTo>
                    <a:pt x="3757" y="85636"/>
                  </a:lnTo>
                  <a:lnTo>
                    <a:pt x="5414" y="76500"/>
                  </a:lnTo>
                  <a:lnTo>
                    <a:pt x="5473" y="76137"/>
                  </a:lnTo>
                  <a:lnTo>
                    <a:pt x="6597" y="69966"/>
                  </a:lnTo>
                  <a:lnTo>
                    <a:pt x="8313" y="60287"/>
                  </a:lnTo>
                  <a:lnTo>
                    <a:pt x="8875" y="57050"/>
                  </a:lnTo>
                  <a:lnTo>
                    <a:pt x="9289" y="54660"/>
                  </a:lnTo>
                  <a:lnTo>
                    <a:pt x="10502" y="48066"/>
                  </a:lnTo>
                  <a:lnTo>
                    <a:pt x="10650" y="47249"/>
                  </a:lnTo>
                  <a:lnTo>
                    <a:pt x="10798" y="46372"/>
                  </a:lnTo>
                  <a:lnTo>
                    <a:pt x="12248" y="38386"/>
                  </a:lnTo>
                  <a:lnTo>
                    <a:pt x="12662" y="36238"/>
                  </a:lnTo>
                  <a:lnTo>
                    <a:pt x="12662" y="36087"/>
                  </a:lnTo>
                  <a:lnTo>
                    <a:pt x="12780" y="35482"/>
                  </a:lnTo>
                  <a:lnTo>
                    <a:pt x="12840" y="35028"/>
                  </a:lnTo>
                  <a:lnTo>
                    <a:pt x="12899" y="34423"/>
                  </a:lnTo>
                  <a:lnTo>
                    <a:pt x="12958" y="33939"/>
                  </a:lnTo>
                  <a:lnTo>
                    <a:pt x="12988" y="33667"/>
                  </a:lnTo>
                  <a:lnTo>
                    <a:pt x="12988" y="33516"/>
                  </a:lnTo>
                  <a:lnTo>
                    <a:pt x="13017" y="33123"/>
                  </a:lnTo>
                  <a:lnTo>
                    <a:pt x="13047" y="32487"/>
                  </a:lnTo>
                  <a:lnTo>
                    <a:pt x="13047" y="32276"/>
                  </a:lnTo>
                  <a:lnTo>
                    <a:pt x="13047" y="31973"/>
                  </a:lnTo>
                  <a:lnTo>
                    <a:pt x="13076" y="31398"/>
                  </a:lnTo>
                  <a:lnTo>
                    <a:pt x="13076" y="31035"/>
                  </a:lnTo>
                  <a:lnTo>
                    <a:pt x="13076" y="30672"/>
                  </a:lnTo>
                  <a:lnTo>
                    <a:pt x="13047" y="30067"/>
                  </a:lnTo>
                  <a:lnTo>
                    <a:pt x="12988" y="29160"/>
                  </a:lnTo>
                  <a:lnTo>
                    <a:pt x="13076" y="28797"/>
                  </a:lnTo>
                  <a:lnTo>
                    <a:pt x="13786" y="29009"/>
                  </a:lnTo>
                  <a:lnTo>
                    <a:pt x="14763" y="29341"/>
                  </a:lnTo>
                  <a:lnTo>
                    <a:pt x="15976" y="29735"/>
                  </a:lnTo>
                  <a:lnTo>
                    <a:pt x="17100" y="30037"/>
                  </a:lnTo>
                  <a:lnTo>
                    <a:pt x="17958" y="30219"/>
                  </a:lnTo>
                  <a:lnTo>
                    <a:pt x="18816" y="30400"/>
                  </a:lnTo>
                  <a:lnTo>
                    <a:pt x="22603" y="31096"/>
                  </a:lnTo>
                  <a:lnTo>
                    <a:pt x="25709" y="31671"/>
                  </a:lnTo>
                  <a:lnTo>
                    <a:pt x="29289" y="32306"/>
                  </a:lnTo>
                  <a:lnTo>
                    <a:pt x="29555" y="32306"/>
                  </a:lnTo>
                  <a:lnTo>
                    <a:pt x="29851" y="32306"/>
                  </a:lnTo>
                  <a:lnTo>
                    <a:pt x="30325" y="32306"/>
                  </a:lnTo>
                  <a:lnTo>
                    <a:pt x="30916" y="32245"/>
                  </a:lnTo>
                  <a:lnTo>
                    <a:pt x="31597" y="32185"/>
                  </a:lnTo>
                  <a:lnTo>
                    <a:pt x="32425" y="32094"/>
                  </a:lnTo>
                  <a:lnTo>
                    <a:pt x="32987" y="32034"/>
                  </a:lnTo>
                  <a:lnTo>
                    <a:pt x="33313" y="32003"/>
                  </a:lnTo>
                  <a:lnTo>
                    <a:pt x="33550" y="31973"/>
                  </a:lnTo>
                  <a:lnTo>
                    <a:pt x="34230" y="31882"/>
                  </a:lnTo>
                  <a:lnTo>
                    <a:pt x="36242" y="31640"/>
                  </a:lnTo>
                  <a:lnTo>
                    <a:pt x="36390" y="31640"/>
                  </a:lnTo>
                  <a:lnTo>
                    <a:pt x="38402" y="31398"/>
                  </a:lnTo>
                  <a:lnTo>
                    <a:pt x="39348" y="31277"/>
                  </a:lnTo>
                  <a:lnTo>
                    <a:pt x="40473" y="31126"/>
                  </a:lnTo>
                  <a:lnTo>
                    <a:pt x="43224" y="30793"/>
                  </a:lnTo>
                  <a:lnTo>
                    <a:pt x="44585" y="30642"/>
                  </a:lnTo>
                  <a:lnTo>
                    <a:pt x="45532" y="30521"/>
                  </a:lnTo>
                  <a:lnTo>
                    <a:pt x="46064" y="30521"/>
                  </a:lnTo>
                  <a:lnTo>
                    <a:pt x="46774" y="30219"/>
                  </a:lnTo>
                  <a:lnTo>
                    <a:pt x="46922" y="30128"/>
                  </a:lnTo>
                  <a:lnTo>
                    <a:pt x="47129" y="30067"/>
                  </a:lnTo>
                  <a:lnTo>
                    <a:pt x="49555" y="28434"/>
                  </a:lnTo>
                  <a:lnTo>
                    <a:pt x="51390" y="27526"/>
                  </a:lnTo>
                  <a:lnTo>
                    <a:pt x="52543" y="27526"/>
                  </a:lnTo>
                  <a:lnTo>
                    <a:pt x="53875" y="28313"/>
                  </a:lnTo>
                  <a:lnTo>
                    <a:pt x="54733" y="29856"/>
                  </a:lnTo>
                  <a:lnTo>
                    <a:pt x="58165" y="27708"/>
                  </a:lnTo>
                  <a:lnTo>
                    <a:pt x="58786" y="27345"/>
                  </a:lnTo>
                  <a:lnTo>
                    <a:pt x="66537" y="22898"/>
                  </a:lnTo>
                  <a:lnTo>
                    <a:pt x="67484" y="21991"/>
                  </a:lnTo>
                  <a:lnTo>
                    <a:pt x="66567" y="20327"/>
                  </a:lnTo>
                  <a:lnTo>
                    <a:pt x="66567" y="18996"/>
                  </a:lnTo>
                  <a:lnTo>
                    <a:pt x="66774" y="18724"/>
                  </a:lnTo>
                  <a:lnTo>
                    <a:pt x="67011" y="15699"/>
                  </a:lnTo>
                  <a:lnTo>
                    <a:pt x="66863" y="12341"/>
                  </a:lnTo>
                  <a:lnTo>
                    <a:pt x="66597" y="12341"/>
                  </a:lnTo>
                  <a:lnTo>
                    <a:pt x="66419" y="11706"/>
                  </a:lnTo>
                  <a:lnTo>
                    <a:pt x="67336" y="10920"/>
                  </a:lnTo>
                  <a:lnTo>
                    <a:pt x="70176" y="11434"/>
                  </a:lnTo>
                  <a:lnTo>
                    <a:pt x="71330" y="10042"/>
                  </a:lnTo>
                  <a:lnTo>
                    <a:pt x="72129" y="10436"/>
                  </a:lnTo>
                  <a:lnTo>
                    <a:pt x="72277" y="10042"/>
                  </a:lnTo>
                  <a:lnTo>
                    <a:pt x="72810" y="8742"/>
                  </a:lnTo>
                  <a:lnTo>
                    <a:pt x="73076" y="8530"/>
                  </a:lnTo>
                  <a:lnTo>
                    <a:pt x="73579" y="8923"/>
                  </a:lnTo>
                  <a:lnTo>
                    <a:pt x="73904" y="9135"/>
                  </a:lnTo>
                  <a:lnTo>
                    <a:pt x="74052" y="9256"/>
                  </a:lnTo>
                  <a:lnTo>
                    <a:pt x="76064" y="9740"/>
                  </a:lnTo>
                  <a:lnTo>
                    <a:pt x="76567" y="9710"/>
                  </a:lnTo>
                  <a:lnTo>
                    <a:pt x="76952" y="9891"/>
                  </a:lnTo>
                  <a:lnTo>
                    <a:pt x="77484" y="10042"/>
                  </a:lnTo>
                  <a:lnTo>
                    <a:pt x="77869" y="10133"/>
                  </a:lnTo>
                  <a:lnTo>
                    <a:pt x="78135" y="10163"/>
                  </a:lnTo>
                  <a:lnTo>
                    <a:pt x="79170" y="10224"/>
                  </a:lnTo>
                  <a:lnTo>
                    <a:pt x="79969" y="10708"/>
                  </a:lnTo>
                  <a:lnTo>
                    <a:pt x="80739" y="11010"/>
                  </a:lnTo>
                  <a:lnTo>
                    <a:pt x="81301" y="11222"/>
                  </a:lnTo>
                  <a:lnTo>
                    <a:pt x="81508" y="11343"/>
                  </a:lnTo>
                  <a:lnTo>
                    <a:pt x="82159" y="11706"/>
                  </a:lnTo>
                  <a:lnTo>
                    <a:pt x="82307" y="11857"/>
                  </a:lnTo>
                  <a:lnTo>
                    <a:pt x="82573" y="12099"/>
                  </a:lnTo>
                  <a:lnTo>
                    <a:pt x="82780" y="11948"/>
                  </a:lnTo>
                  <a:lnTo>
                    <a:pt x="83046" y="11918"/>
                  </a:lnTo>
                  <a:lnTo>
                    <a:pt x="84082" y="11767"/>
                  </a:lnTo>
                  <a:lnTo>
                    <a:pt x="84910" y="11585"/>
                  </a:lnTo>
                  <a:lnTo>
                    <a:pt x="85827" y="11071"/>
                  </a:lnTo>
                  <a:lnTo>
                    <a:pt x="85916" y="10859"/>
                  </a:lnTo>
                  <a:lnTo>
                    <a:pt x="88963" y="8923"/>
                  </a:lnTo>
                  <a:lnTo>
                    <a:pt x="89851" y="8379"/>
                  </a:lnTo>
                  <a:lnTo>
                    <a:pt x="89969" y="8137"/>
                  </a:lnTo>
                  <a:lnTo>
                    <a:pt x="90235" y="7804"/>
                  </a:lnTo>
                  <a:lnTo>
                    <a:pt x="90502" y="7501"/>
                  </a:lnTo>
                  <a:lnTo>
                    <a:pt x="91034" y="6896"/>
                  </a:lnTo>
                  <a:lnTo>
                    <a:pt x="91182" y="6806"/>
                  </a:lnTo>
                  <a:lnTo>
                    <a:pt x="91567" y="6533"/>
                  </a:lnTo>
                  <a:lnTo>
                    <a:pt x="92306" y="6170"/>
                  </a:lnTo>
                  <a:lnTo>
                    <a:pt x="93579" y="5444"/>
                  </a:lnTo>
                  <a:lnTo>
                    <a:pt x="97099" y="3418"/>
                  </a:lnTo>
                  <a:lnTo>
                    <a:pt x="98845" y="2419"/>
                  </a:lnTo>
                  <a:lnTo>
                    <a:pt x="100058" y="1724"/>
                  </a:lnTo>
                  <a:lnTo>
                    <a:pt x="101212" y="1058"/>
                  </a:lnTo>
                  <a:lnTo>
                    <a:pt x="10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1487399" y="3527621"/>
              <a:ext cx="238962" cy="349562"/>
            </a:xfrm>
            <a:custGeom>
              <a:avLst/>
              <a:pathLst>
                <a:path w="238962" h="349562">
                  <a:moveTo>
                    <a:pt x="131448" y="332"/>
                  </a:moveTo>
                  <a:lnTo>
                    <a:pt x="135028" y="3902"/>
                  </a:lnTo>
                  <a:lnTo>
                    <a:pt x="136981" y="4204"/>
                  </a:lnTo>
                  <a:lnTo>
                    <a:pt x="138105" y="5021"/>
                  </a:lnTo>
                  <a:lnTo>
                    <a:pt x="139140" y="6443"/>
                  </a:lnTo>
                  <a:lnTo>
                    <a:pt x="140028" y="6836"/>
                  </a:lnTo>
                  <a:lnTo>
                    <a:pt x="141182" y="6806"/>
                  </a:lnTo>
                  <a:lnTo>
                    <a:pt x="141833" y="6594"/>
                  </a:lnTo>
                  <a:lnTo>
                    <a:pt x="142306" y="6412"/>
                  </a:lnTo>
                  <a:lnTo>
                    <a:pt x="144229" y="6564"/>
                  </a:lnTo>
                  <a:lnTo>
                    <a:pt x="145501" y="6987"/>
                  </a:lnTo>
                  <a:lnTo>
                    <a:pt x="148105" y="8318"/>
                  </a:lnTo>
                  <a:lnTo>
                    <a:pt x="148637" y="8590"/>
                  </a:lnTo>
                  <a:lnTo>
                    <a:pt x="151093" y="10315"/>
                  </a:lnTo>
                  <a:lnTo>
                    <a:pt x="147631" y="16576"/>
                  </a:lnTo>
                  <a:lnTo>
                    <a:pt x="146241" y="19873"/>
                  </a:lnTo>
                  <a:lnTo>
                    <a:pt x="145768" y="23594"/>
                  </a:lnTo>
                  <a:lnTo>
                    <a:pt x="146271" y="26256"/>
                  </a:lnTo>
                  <a:lnTo>
                    <a:pt x="146744" y="26831"/>
                  </a:lnTo>
                  <a:lnTo>
                    <a:pt x="147010" y="27073"/>
                  </a:lnTo>
                  <a:lnTo>
                    <a:pt x="148401" y="28373"/>
                  </a:lnTo>
                  <a:lnTo>
                    <a:pt x="149170" y="29614"/>
                  </a:lnTo>
                  <a:lnTo>
                    <a:pt x="151448" y="30521"/>
                  </a:lnTo>
                  <a:lnTo>
                    <a:pt x="153992" y="32003"/>
                  </a:lnTo>
                  <a:lnTo>
                    <a:pt x="154939" y="32578"/>
                  </a:lnTo>
                  <a:lnTo>
                    <a:pt x="155649" y="33728"/>
                  </a:lnTo>
                  <a:lnTo>
                    <a:pt x="156300" y="34726"/>
                  </a:lnTo>
                  <a:lnTo>
                    <a:pt x="156892" y="35543"/>
                  </a:lnTo>
                  <a:lnTo>
                    <a:pt x="157602" y="35966"/>
                  </a:lnTo>
                  <a:lnTo>
                    <a:pt x="159259" y="36541"/>
                  </a:lnTo>
                  <a:lnTo>
                    <a:pt x="159791" y="36692"/>
                  </a:lnTo>
                  <a:lnTo>
                    <a:pt x="165531" y="38174"/>
                  </a:lnTo>
                  <a:lnTo>
                    <a:pt x="166744" y="38174"/>
                  </a:lnTo>
                  <a:lnTo>
                    <a:pt x="167957" y="38235"/>
                  </a:lnTo>
                  <a:lnTo>
                    <a:pt x="169732" y="38356"/>
                  </a:lnTo>
                  <a:lnTo>
                    <a:pt x="170501" y="38416"/>
                  </a:lnTo>
                  <a:lnTo>
                    <a:pt x="171418" y="38658"/>
                  </a:lnTo>
                  <a:lnTo>
                    <a:pt x="172335" y="39294"/>
                  </a:lnTo>
                  <a:lnTo>
                    <a:pt x="173282" y="40382"/>
                  </a:lnTo>
                  <a:lnTo>
                    <a:pt x="173667" y="41199"/>
                  </a:lnTo>
                  <a:lnTo>
                    <a:pt x="173903" y="41834"/>
                  </a:lnTo>
                  <a:lnTo>
                    <a:pt x="174791" y="42349"/>
                  </a:lnTo>
                  <a:lnTo>
                    <a:pt x="178223" y="45132"/>
                  </a:lnTo>
                  <a:lnTo>
                    <a:pt x="180471" y="47794"/>
                  </a:lnTo>
                  <a:lnTo>
                    <a:pt x="180679" y="48671"/>
                  </a:lnTo>
                  <a:lnTo>
                    <a:pt x="180915" y="51182"/>
                  </a:lnTo>
                  <a:lnTo>
                    <a:pt x="181063" y="51817"/>
                  </a:lnTo>
                  <a:lnTo>
                    <a:pt x="181122" y="52059"/>
                  </a:lnTo>
                  <a:lnTo>
                    <a:pt x="182276" y="54085"/>
                  </a:lnTo>
                  <a:lnTo>
                    <a:pt x="183963" y="56324"/>
                  </a:lnTo>
                  <a:lnTo>
                    <a:pt x="184732" y="57776"/>
                  </a:lnTo>
                  <a:lnTo>
                    <a:pt x="185708" y="60166"/>
                  </a:lnTo>
                  <a:lnTo>
                    <a:pt x="186596" y="61860"/>
                  </a:lnTo>
                  <a:lnTo>
                    <a:pt x="187276" y="62767"/>
                  </a:lnTo>
                  <a:lnTo>
                    <a:pt x="188519" y="64098"/>
                  </a:lnTo>
                  <a:lnTo>
                    <a:pt x="191980" y="66760"/>
                  </a:lnTo>
                  <a:lnTo>
                    <a:pt x="193460" y="68635"/>
                  </a:lnTo>
                  <a:lnTo>
                    <a:pt x="193815" y="70239"/>
                  </a:lnTo>
                  <a:lnTo>
                    <a:pt x="193874" y="72084"/>
                  </a:lnTo>
                  <a:lnTo>
                    <a:pt x="194643" y="76379"/>
                  </a:lnTo>
                  <a:lnTo>
                    <a:pt x="194702" y="76531"/>
                  </a:lnTo>
                  <a:lnTo>
                    <a:pt x="194643" y="79223"/>
                  </a:lnTo>
                  <a:lnTo>
                    <a:pt x="195590" y="83427"/>
                  </a:lnTo>
                  <a:lnTo>
                    <a:pt x="196211" y="85968"/>
                  </a:lnTo>
                  <a:lnTo>
                    <a:pt x="198282" y="90203"/>
                  </a:lnTo>
                  <a:lnTo>
                    <a:pt x="202128" y="94801"/>
                  </a:lnTo>
                  <a:lnTo>
                    <a:pt x="207661" y="98794"/>
                  </a:lnTo>
                  <a:lnTo>
                    <a:pt x="213045" y="101910"/>
                  </a:lnTo>
                  <a:lnTo>
                    <a:pt x="217098" y="102817"/>
                  </a:lnTo>
                  <a:lnTo>
                    <a:pt x="221950" y="104693"/>
                  </a:lnTo>
                  <a:lnTo>
                    <a:pt x="226359" y="105812"/>
                  </a:lnTo>
                  <a:lnTo>
                    <a:pt x="227276" y="106115"/>
                  </a:lnTo>
                  <a:lnTo>
                    <a:pt x="229761" y="106961"/>
                  </a:lnTo>
                  <a:lnTo>
                    <a:pt x="231063" y="107748"/>
                  </a:lnTo>
                  <a:lnTo>
                    <a:pt x="232010" y="109623"/>
                  </a:lnTo>
                  <a:lnTo>
                    <a:pt x="232335" y="112588"/>
                  </a:lnTo>
                  <a:lnTo>
                    <a:pt x="232010" y="116732"/>
                  </a:lnTo>
                  <a:lnTo>
                    <a:pt x="233075" y="122903"/>
                  </a:lnTo>
                  <a:lnTo>
                    <a:pt x="234140" y="126442"/>
                  </a:lnTo>
                  <a:lnTo>
                    <a:pt x="234731" y="128620"/>
                  </a:lnTo>
                  <a:lnTo>
                    <a:pt x="236359" y="133823"/>
                  </a:lnTo>
                  <a:lnTo>
                    <a:pt x="237335" y="135880"/>
                  </a:lnTo>
                  <a:lnTo>
                    <a:pt x="237779" y="136455"/>
                  </a:lnTo>
                  <a:lnTo>
                    <a:pt x="238489" y="138209"/>
                  </a:lnTo>
                  <a:lnTo>
                    <a:pt x="238962" y="141930"/>
                  </a:lnTo>
                  <a:lnTo>
                    <a:pt x="238696" y="144804"/>
                  </a:lnTo>
                  <a:lnTo>
                    <a:pt x="238489" y="148040"/>
                  </a:lnTo>
                  <a:lnTo>
                    <a:pt x="236270" y="151912"/>
                  </a:lnTo>
                  <a:lnTo>
                    <a:pt x="232986" y="158446"/>
                  </a:lnTo>
                  <a:lnTo>
                    <a:pt x="230678" y="161562"/>
                  </a:lnTo>
                  <a:lnTo>
                    <a:pt x="229643" y="162499"/>
                  </a:lnTo>
                  <a:lnTo>
                    <a:pt x="228696" y="164193"/>
                  </a:lnTo>
                  <a:lnTo>
                    <a:pt x="228252" y="165736"/>
                  </a:lnTo>
                  <a:lnTo>
                    <a:pt x="228104" y="166250"/>
                  </a:lnTo>
                  <a:lnTo>
                    <a:pt x="228163" y="166795"/>
                  </a:lnTo>
                  <a:lnTo>
                    <a:pt x="228400" y="169245"/>
                  </a:lnTo>
                  <a:lnTo>
                    <a:pt x="230146" y="171786"/>
                  </a:lnTo>
                  <a:lnTo>
                    <a:pt x="231891" y="175446"/>
                  </a:lnTo>
                  <a:lnTo>
                    <a:pt x="232631" y="178048"/>
                  </a:lnTo>
                  <a:lnTo>
                    <a:pt x="232897" y="179953"/>
                  </a:lnTo>
                  <a:lnTo>
                    <a:pt x="232986" y="183251"/>
                  </a:lnTo>
                  <a:lnTo>
                    <a:pt x="232069" y="186215"/>
                  </a:lnTo>
                  <a:lnTo>
                    <a:pt x="231299" y="187576"/>
                  </a:lnTo>
                  <a:lnTo>
                    <a:pt x="229820" y="190268"/>
                  </a:lnTo>
                  <a:lnTo>
                    <a:pt x="228933" y="193293"/>
                  </a:lnTo>
                  <a:lnTo>
                    <a:pt x="228075" y="196379"/>
                  </a:lnTo>
                  <a:lnTo>
                    <a:pt x="227660" y="198799"/>
                  </a:lnTo>
                  <a:lnTo>
                    <a:pt x="227217" y="200614"/>
                  </a:lnTo>
                  <a:lnTo>
                    <a:pt x="226714" y="202761"/>
                  </a:lnTo>
                  <a:lnTo>
                    <a:pt x="226359" y="205181"/>
                  </a:lnTo>
                  <a:lnTo>
                    <a:pt x="225856" y="206785"/>
                  </a:lnTo>
                  <a:lnTo>
                    <a:pt x="224850" y="207601"/>
                  </a:lnTo>
                  <a:lnTo>
                    <a:pt x="224140" y="207934"/>
                  </a:lnTo>
                  <a:lnTo>
                    <a:pt x="223726" y="208116"/>
                  </a:lnTo>
                  <a:lnTo>
                    <a:pt x="221566" y="209114"/>
                  </a:lnTo>
                  <a:lnTo>
                    <a:pt x="220589" y="210263"/>
                  </a:lnTo>
                  <a:lnTo>
                    <a:pt x="219258" y="214861"/>
                  </a:lnTo>
                  <a:lnTo>
                    <a:pt x="216921" y="223664"/>
                  </a:lnTo>
                  <a:lnTo>
                    <a:pt x="215353" y="229018"/>
                  </a:lnTo>
                  <a:lnTo>
                    <a:pt x="212927" y="232073"/>
                  </a:lnTo>
                  <a:lnTo>
                    <a:pt x="210945" y="235128"/>
                  </a:lnTo>
                  <a:lnTo>
                    <a:pt x="208992" y="238577"/>
                  </a:lnTo>
                  <a:lnTo>
                    <a:pt x="207010" y="241541"/>
                  </a:lnTo>
                  <a:lnTo>
                    <a:pt x="206566" y="243235"/>
                  </a:lnTo>
                  <a:lnTo>
                    <a:pt x="207069" y="245262"/>
                  </a:lnTo>
                  <a:lnTo>
                    <a:pt x="209317" y="248226"/>
                  </a:lnTo>
                  <a:lnTo>
                    <a:pt x="209998" y="249557"/>
                  </a:lnTo>
                  <a:lnTo>
                    <a:pt x="210915" y="251403"/>
                  </a:lnTo>
                  <a:lnTo>
                    <a:pt x="211300" y="254246"/>
                  </a:lnTo>
                  <a:lnTo>
                    <a:pt x="211507" y="256333"/>
                  </a:lnTo>
                  <a:lnTo>
                    <a:pt x="211152" y="258965"/>
                  </a:lnTo>
                  <a:lnTo>
                    <a:pt x="210885" y="261022"/>
                  </a:lnTo>
                  <a:lnTo>
                    <a:pt x="210175" y="262776"/>
                  </a:lnTo>
                  <a:lnTo>
                    <a:pt x="209524" y="264168"/>
                  </a:lnTo>
                  <a:lnTo>
                    <a:pt x="209229" y="264894"/>
                  </a:lnTo>
                  <a:lnTo>
                    <a:pt x="209229" y="267344"/>
                  </a:lnTo>
                  <a:lnTo>
                    <a:pt x="209761" y="268735"/>
                  </a:lnTo>
                  <a:lnTo>
                    <a:pt x="211240" y="275118"/>
                  </a:lnTo>
                  <a:lnTo>
                    <a:pt x="212661" y="279988"/>
                  </a:lnTo>
                  <a:lnTo>
                    <a:pt x="214110" y="284768"/>
                  </a:lnTo>
                  <a:lnTo>
                    <a:pt x="214702" y="288065"/>
                  </a:lnTo>
                  <a:lnTo>
                    <a:pt x="214465" y="289124"/>
                  </a:lnTo>
                  <a:lnTo>
                    <a:pt x="196329" y="299771"/>
                  </a:lnTo>
                  <a:lnTo>
                    <a:pt x="193045" y="302191"/>
                  </a:lnTo>
                  <a:lnTo>
                    <a:pt x="188016" y="308302"/>
                  </a:lnTo>
                  <a:lnTo>
                    <a:pt x="183696" y="313837"/>
                  </a:lnTo>
                  <a:lnTo>
                    <a:pt x="180826" y="318556"/>
                  </a:lnTo>
                  <a:lnTo>
                    <a:pt x="178400" y="323547"/>
                  </a:lnTo>
                  <a:lnTo>
                    <a:pt x="176862" y="327601"/>
                  </a:lnTo>
                  <a:lnTo>
                    <a:pt x="167661" y="340457"/>
                  </a:lnTo>
                  <a:lnTo>
                    <a:pt x="162040" y="348110"/>
                  </a:lnTo>
                  <a:lnTo>
                    <a:pt x="160442" y="349078"/>
                  </a:lnTo>
                  <a:lnTo>
                    <a:pt x="159643" y="349471"/>
                  </a:lnTo>
                  <a:lnTo>
                    <a:pt x="159288" y="349562"/>
                  </a:lnTo>
                  <a:lnTo>
                    <a:pt x="158401" y="349501"/>
                  </a:lnTo>
                  <a:lnTo>
                    <a:pt x="150442" y="346416"/>
                  </a:lnTo>
                  <a:lnTo>
                    <a:pt x="150708" y="345720"/>
                  </a:lnTo>
                  <a:lnTo>
                    <a:pt x="151330" y="344087"/>
                  </a:lnTo>
                  <a:lnTo>
                    <a:pt x="152128" y="342000"/>
                  </a:lnTo>
                  <a:lnTo>
                    <a:pt x="153312" y="338944"/>
                  </a:lnTo>
                  <a:lnTo>
                    <a:pt x="153519" y="338430"/>
                  </a:lnTo>
                  <a:lnTo>
                    <a:pt x="153933" y="337190"/>
                  </a:lnTo>
                  <a:lnTo>
                    <a:pt x="154052" y="336676"/>
                  </a:lnTo>
                  <a:lnTo>
                    <a:pt x="154081" y="336494"/>
                  </a:lnTo>
                  <a:lnTo>
                    <a:pt x="154199" y="335224"/>
                  </a:lnTo>
                  <a:lnTo>
                    <a:pt x="154199" y="335072"/>
                  </a:lnTo>
                  <a:lnTo>
                    <a:pt x="151951" y="334286"/>
                  </a:lnTo>
                  <a:lnTo>
                    <a:pt x="147720" y="332350"/>
                  </a:lnTo>
                  <a:lnTo>
                    <a:pt x="146744" y="331896"/>
                  </a:lnTo>
                  <a:lnTo>
                    <a:pt x="146300" y="331715"/>
                  </a:lnTo>
                  <a:lnTo>
                    <a:pt x="146004" y="331564"/>
                  </a:lnTo>
                  <a:lnTo>
                    <a:pt x="145501" y="331322"/>
                  </a:lnTo>
                  <a:lnTo>
                    <a:pt x="141389" y="329446"/>
                  </a:lnTo>
                  <a:lnTo>
                    <a:pt x="137632" y="327722"/>
                  </a:lnTo>
                  <a:lnTo>
                    <a:pt x="134584" y="326330"/>
                  </a:lnTo>
                  <a:lnTo>
                    <a:pt x="132632" y="325483"/>
                  </a:lnTo>
                  <a:lnTo>
                    <a:pt x="130501" y="324485"/>
                  </a:lnTo>
                  <a:lnTo>
                    <a:pt x="129998" y="324273"/>
                  </a:lnTo>
                  <a:lnTo>
                    <a:pt x="129496" y="324062"/>
                  </a:lnTo>
                  <a:lnTo>
                    <a:pt x="128904" y="323729"/>
                  </a:lnTo>
                  <a:lnTo>
                    <a:pt x="128342" y="323336"/>
                  </a:lnTo>
                  <a:lnTo>
                    <a:pt x="127839" y="322942"/>
                  </a:lnTo>
                  <a:lnTo>
                    <a:pt x="127425" y="322519"/>
                  </a:lnTo>
                  <a:lnTo>
                    <a:pt x="127070" y="322156"/>
                  </a:lnTo>
                  <a:lnTo>
                    <a:pt x="126803" y="321853"/>
                  </a:lnTo>
                  <a:lnTo>
                    <a:pt x="126478" y="321430"/>
                  </a:lnTo>
                  <a:lnTo>
                    <a:pt x="126093" y="320764"/>
                  </a:lnTo>
                  <a:lnTo>
                    <a:pt x="125531" y="319796"/>
                  </a:lnTo>
                  <a:lnTo>
                    <a:pt x="125472" y="319615"/>
                  </a:lnTo>
                  <a:lnTo>
                    <a:pt x="125354" y="319403"/>
                  </a:lnTo>
                  <a:lnTo>
                    <a:pt x="125176" y="319010"/>
                  </a:lnTo>
                  <a:lnTo>
                    <a:pt x="124880" y="318224"/>
                  </a:lnTo>
                  <a:lnTo>
                    <a:pt x="124762" y="317951"/>
                  </a:lnTo>
                  <a:lnTo>
                    <a:pt x="124259" y="316076"/>
                  </a:lnTo>
                  <a:lnTo>
                    <a:pt x="123786" y="314321"/>
                  </a:lnTo>
                  <a:lnTo>
                    <a:pt x="123638" y="313837"/>
                  </a:lnTo>
                  <a:lnTo>
                    <a:pt x="123194" y="312174"/>
                  </a:lnTo>
                  <a:lnTo>
                    <a:pt x="122602" y="309996"/>
                  </a:lnTo>
                  <a:lnTo>
                    <a:pt x="122365" y="309088"/>
                  </a:lnTo>
                  <a:lnTo>
                    <a:pt x="122099" y="308181"/>
                  </a:lnTo>
                  <a:lnTo>
                    <a:pt x="121537" y="306063"/>
                  </a:lnTo>
                  <a:lnTo>
                    <a:pt x="121212" y="304823"/>
                  </a:lnTo>
                  <a:lnTo>
                    <a:pt x="120827" y="303492"/>
                  </a:lnTo>
                  <a:lnTo>
                    <a:pt x="120561" y="302615"/>
                  </a:lnTo>
                  <a:lnTo>
                    <a:pt x="119229" y="297684"/>
                  </a:lnTo>
                  <a:lnTo>
                    <a:pt x="118667" y="295657"/>
                  </a:lnTo>
                  <a:lnTo>
                    <a:pt x="118578" y="295294"/>
                  </a:lnTo>
                  <a:lnTo>
                    <a:pt x="118135" y="293268"/>
                  </a:lnTo>
                  <a:lnTo>
                    <a:pt x="117957" y="292391"/>
                  </a:lnTo>
                  <a:lnTo>
                    <a:pt x="117898" y="292149"/>
                  </a:lnTo>
                  <a:lnTo>
                    <a:pt x="117750" y="291483"/>
                  </a:lnTo>
                  <a:lnTo>
                    <a:pt x="117602" y="291060"/>
                  </a:lnTo>
                  <a:lnTo>
                    <a:pt x="117543" y="290848"/>
                  </a:lnTo>
                  <a:lnTo>
                    <a:pt x="117277" y="290152"/>
                  </a:lnTo>
                  <a:lnTo>
                    <a:pt x="116803" y="289033"/>
                  </a:lnTo>
                  <a:lnTo>
                    <a:pt x="116685" y="288821"/>
                  </a:lnTo>
                  <a:lnTo>
                    <a:pt x="116448" y="288246"/>
                  </a:lnTo>
                  <a:lnTo>
                    <a:pt x="116005" y="287399"/>
                  </a:lnTo>
                  <a:lnTo>
                    <a:pt x="115916" y="287188"/>
                  </a:lnTo>
                  <a:lnTo>
                    <a:pt x="115502" y="286371"/>
                  </a:lnTo>
                  <a:lnTo>
                    <a:pt x="114939" y="285342"/>
                  </a:lnTo>
                  <a:lnTo>
                    <a:pt x="114377" y="284586"/>
                  </a:lnTo>
                  <a:lnTo>
                    <a:pt x="113638" y="283527"/>
                  </a:lnTo>
                  <a:lnTo>
                    <a:pt x="112809" y="282408"/>
                  </a:lnTo>
                  <a:lnTo>
                    <a:pt x="112247" y="281652"/>
                  </a:lnTo>
                  <a:lnTo>
                    <a:pt x="111833" y="281047"/>
                  </a:lnTo>
                  <a:lnTo>
                    <a:pt x="110709" y="279474"/>
                  </a:lnTo>
                  <a:lnTo>
                    <a:pt x="110590" y="279323"/>
                  </a:lnTo>
                  <a:lnTo>
                    <a:pt x="109496" y="277901"/>
                  </a:lnTo>
                  <a:lnTo>
                    <a:pt x="109229" y="277568"/>
                  </a:lnTo>
                  <a:lnTo>
                    <a:pt x="106863" y="274453"/>
                  </a:lnTo>
                  <a:lnTo>
                    <a:pt x="105590" y="272668"/>
                  </a:lnTo>
                  <a:lnTo>
                    <a:pt x="102158" y="268040"/>
                  </a:lnTo>
                  <a:lnTo>
                    <a:pt x="101093" y="266406"/>
                  </a:lnTo>
                  <a:lnTo>
                    <a:pt x="100087" y="264743"/>
                  </a:lnTo>
                  <a:lnTo>
                    <a:pt x="99141" y="263018"/>
                  </a:lnTo>
                  <a:lnTo>
                    <a:pt x="97011" y="259419"/>
                  </a:lnTo>
                  <a:lnTo>
                    <a:pt x="95857" y="257452"/>
                  </a:lnTo>
                  <a:lnTo>
                    <a:pt x="93579" y="253701"/>
                  </a:lnTo>
                  <a:lnTo>
                    <a:pt x="92425" y="251705"/>
                  </a:lnTo>
                  <a:lnTo>
                    <a:pt x="91241" y="249678"/>
                  </a:lnTo>
                  <a:lnTo>
                    <a:pt x="90620" y="248650"/>
                  </a:lnTo>
                  <a:lnTo>
                    <a:pt x="90295" y="248075"/>
                  </a:lnTo>
                  <a:lnTo>
                    <a:pt x="89230" y="246260"/>
                  </a:lnTo>
                  <a:lnTo>
                    <a:pt x="87159" y="242721"/>
                  </a:lnTo>
                  <a:lnTo>
                    <a:pt x="84999" y="239091"/>
                  </a:lnTo>
                  <a:lnTo>
                    <a:pt x="82040" y="234039"/>
                  </a:lnTo>
                  <a:lnTo>
                    <a:pt x="81301" y="232860"/>
                  </a:lnTo>
                  <a:lnTo>
                    <a:pt x="80916" y="232224"/>
                  </a:lnTo>
                  <a:lnTo>
                    <a:pt x="79881" y="230409"/>
                  </a:lnTo>
                  <a:lnTo>
                    <a:pt x="78815" y="228655"/>
                  </a:lnTo>
                  <a:lnTo>
                    <a:pt x="77810" y="226840"/>
                  </a:lnTo>
                  <a:lnTo>
                    <a:pt x="77129" y="225751"/>
                  </a:lnTo>
                  <a:lnTo>
                    <a:pt x="76212" y="224148"/>
                  </a:lnTo>
                  <a:lnTo>
                    <a:pt x="75354" y="222666"/>
                  </a:lnTo>
                  <a:lnTo>
                    <a:pt x="72662" y="218128"/>
                  </a:lnTo>
                  <a:lnTo>
                    <a:pt x="71271" y="215799"/>
                  </a:lnTo>
                  <a:lnTo>
                    <a:pt x="71034" y="215345"/>
                  </a:lnTo>
                  <a:lnTo>
                    <a:pt x="70975" y="215194"/>
                  </a:lnTo>
                  <a:lnTo>
                    <a:pt x="70857" y="214770"/>
                  </a:lnTo>
                  <a:lnTo>
                    <a:pt x="70739" y="214407"/>
                  </a:lnTo>
                  <a:lnTo>
                    <a:pt x="70413" y="213470"/>
                  </a:lnTo>
                  <a:lnTo>
                    <a:pt x="70265" y="212925"/>
                  </a:lnTo>
                  <a:lnTo>
                    <a:pt x="70029" y="212502"/>
                  </a:lnTo>
                  <a:lnTo>
                    <a:pt x="68313" y="209628"/>
                  </a:lnTo>
                  <a:lnTo>
                    <a:pt x="66271" y="206301"/>
                  </a:lnTo>
                  <a:lnTo>
                    <a:pt x="65236" y="204365"/>
                  </a:lnTo>
                  <a:lnTo>
                    <a:pt x="64674" y="203427"/>
                  </a:lnTo>
                  <a:lnTo>
                    <a:pt x="64407" y="203003"/>
                  </a:lnTo>
                  <a:lnTo>
                    <a:pt x="61893" y="198648"/>
                  </a:lnTo>
                  <a:lnTo>
                    <a:pt x="60679" y="196560"/>
                  </a:lnTo>
                  <a:lnTo>
                    <a:pt x="60236" y="195955"/>
                  </a:lnTo>
                  <a:lnTo>
                    <a:pt x="59822" y="195381"/>
                  </a:lnTo>
                  <a:lnTo>
                    <a:pt x="58165" y="192567"/>
                  </a:lnTo>
                  <a:lnTo>
                    <a:pt x="56330" y="193626"/>
                  </a:lnTo>
                  <a:lnTo>
                    <a:pt x="55177" y="194292"/>
                  </a:lnTo>
                  <a:lnTo>
                    <a:pt x="53964" y="194987"/>
                  </a:lnTo>
                  <a:lnTo>
                    <a:pt x="52218" y="195986"/>
                  </a:lnTo>
                  <a:lnTo>
                    <a:pt x="48697" y="198012"/>
                  </a:lnTo>
                  <a:lnTo>
                    <a:pt x="47425" y="198738"/>
                  </a:lnTo>
                  <a:lnTo>
                    <a:pt x="46686" y="199132"/>
                  </a:lnTo>
                  <a:lnTo>
                    <a:pt x="46301" y="199374"/>
                  </a:lnTo>
                  <a:lnTo>
                    <a:pt x="45946" y="199646"/>
                  </a:lnTo>
                  <a:lnTo>
                    <a:pt x="45620" y="200069"/>
                  </a:lnTo>
                  <a:lnTo>
                    <a:pt x="45295" y="200462"/>
                  </a:lnTo>
                  <a:lnTo>
                    <a:pt x="45058" y="200735"/>
                  </a:lnTo>
                  <a:lnTo>
                    <a:pt x="44940" y="201007"/>
                  </a:lnTo>
                  <a:lnTo>
                    <a:pt x="44082" y="201491"/>
                  </a:lnTo>
                  <a:lnTo>
                    <a:pt x="40976" y="203487"/>
                  </a:lnTo>
                  <a:lnTo>
                    <a:pt x="40946" y="203699"/>
                  </a:lnTo>
                  <a:lnTo>
                    <a:pt x="40029" y="204153"/>
                  </a:lnTo>
                  <a:lnTo>
                    <a:pt x="39200" y="204334"/>
                  </a:lnTo>
                  <a:lnTo>
                    <a:pt x="38106" y="204516"/>
                  </a:lnTo>
                  <a:lnTo>
                    <a:pt x="37899" y="204516"/>
                  </a:lnTo>
                  <a:lnTo>
                    <a:pt x="37692" y="204667"/>
                  </a:lnTo>
                  <a:lnTo>
                    <a:pt x="37425" y="204425"/>
                  </a:lnTo>
                  <a:lnTo>
                    <a:pt x="37277" y="204274"/>
                  </a:lnTo>
                  <a:lnTo>
                    <a:pt x="36626" y="203911"/>
                  </a:lnTo>
                  <a:lnTo>
                    <a:pt x="36301" y="203729"/>
                  </a:lnTo>
                  <a:lnTo>
                    <a:pt x="35768" y="203548"/>
                  </a:lnTo>
                  <a:lnTo>
                    <a:pt x="35088" y="203276"/>
                  </a:lnTo>
                  <a:lnTo>
                    <a:pt x="34200" y="202731"/>
                  </a:lnTo>
                  <a:lnTo>
                    <a:pt x="33254" y="202731"/>
                  </a:lnTo>
                  <a:lnTo>
                    <a:pt x="32987" y="202701"/>
                  </a:lnTo>
                  <a:lnTo>
                    <a:pt x="32544" y="202610"/>
                  </a:lnTo>
                  <a:lnTo>
                    <a:pt x="32070" y="202459"/>
                  </a:lnTo>
                  <a:lnTo>
                    <a:pt x="31686" y="202277"/>
                  </a:lnTo>
                  <a:lnTo>
                    <a:pt x="31183" y="202308"/>
                  </a:lnTo>
                  <a:lnTo>
                    <a:pt x="29171" y="201824"/>
                  </a:lnTo>
                  <a:lnTo>
                    <a:pt x="29023" y="201703"/>
                  </a:lnTo>
                  <a:lnTo>
                    <a:pt x="28698" y="201491"/>
                  </a:lnTo>
                  <a:lnTo>
                    <a:pt x="28195" y="201098"/>
                  </a:lnTo>
                  <a:lnTo>
                    <a:pt x="27928" y="200886"/>
                  </a:lnTo>
                  <a:lnTo>
                    <a:pt x="27514" y="200281"/>
                  </a:lnTo>
                  <a:lnTo>
                    <a:pt x="27455" y="200039"/>
                  </a:lnTo>
                  <a:lnTo>
                    <a:pt x="27070" y="199343"/>
                  </a:lnTo>
                  <a:lnTo>
                    <a:pt x="26538" y="199222"/>
                  </a:lnTo>
                  <a:lnTo>
                    <a:pt x="25857" y="199343"/>
                  </a:lnTo>
                  <a:lnTo>
                    <a:pt x="25266" y="197438"/>
                  </a:lnTo>
                  <a:lnTo>
                    <a:pt x="24585" y="195290"/>
                  </a:lnTo>
                  <a:lnTo>
                    <a:pt x="24615" y="194715"/>
                  </a:lnTo>
                  <a:lnTo>
                    <a:pt x="24763" y="193475"/>
                  </a:lnTo>
                  <a:lnTo>
                    <a:pt x="25206" y="192658"/>
                  </a:lnTo>
                  <a:lnTo>
                    <a:pt x="25709" y="191872"/>
                  </a:lnTo>
                  <a:lnTo>
                    <a:pt x="26242" y="191297"/>
                  </a:lnTo>
                  <a:lnTo>
                    <a:pt x="26479" y="190057"/>
                  </a:lnTo>
                  <a:lnTo>
                    <a:pt x="26331" y="189240"/>
                  </a:lnTo>
                  <a:lnTo>
                    <a:pt x="26124" y="188635"/>
                  </a:lnTo>
                  <a:lnTo>
                    <a:pt x="25798" y="187153"/>
                  </a:lnTo>
                  <a:lnTo>
                    <a:pt x="25502" y="186638"/>
                  </a:lnTo>
                  <a:lnTo>
                    <a:pt x="25029" y="186064"/>
                  </a:lnTo>
                  <a:lnTo>
                    <a:pt x="24674" y="185035"/>
                  </a:lnTo>
                  <a:lnTo>
                    <a:pt x="24496" y="184945"/>
                  </a:lnTo>
                  <a:lnTo>
                    <a:pt x="23905" y="183856"/>
                  </a:lnTo>
                  <a:lnTo>
                    <a:pt x="23195" y="182797"/>
                  </a:lnTo>
                  <a:lnTo>
                    <a:pt x="22780" y="182313"/>
                  </a:lnTo>
                  <a:lnTo>
                    <a:pt x="22544" y="181738"/>
                  </a:lnTo>
                  <a:lnTo>
                    <a:pt x="22692" y="181224"/>
                  </a:lnTo>
                  <a:lnTo>
                    <a:pt x="22544" y="180952"/>
                  </a:lnTo>
                  <a:lnTo>
                    <a:pt x="22810" y="180316"/>
                  </a:lnTo>
                  <a:lnTo>
                    <a:pt x="22987" y="179953"/>
                  </a:lnTo>
                  <a:lnTo>
                    <a:pt x="23106" y="179742"/>
                  </a:lnTo>
                  <a:lnTo>
                    <a:pt x="23638" y="179953"/>
                  </a:lnTo>
                  <a:lnTo>
                    <a:pt x="24260" y="179984"/>
                  </a:lnTo>
                  <a:lnTo>
                    <a:pt x="24053" y="178259"/>
                  </a:lnTo>
                  <a:lnTo>
                    <a:pt x="23638" y="177745"/>
                  </a:lnTo>
                  <a:lnTo>
                    <a:pt x="23638" y="175779"/>
                  </a:lnTo>
                  <a:lnTo>
                    <a:pt x="22100" y="175174"/>
                  </a:lnTo>
                  <a:lnTo>
                    <a:pt x="21834" y="173873"/>
                  </a:lnTo>
                  <a:lnTo>
                    <a:pt x="20976" y="172633"/>
                  </a:lnTo>
                  <a:lnTo>
                    <a:pt x="20680" y="171786"/>
                  </a:lnTo>
                  <a:lnTo>
                    <a:pt x="20591" y="171211"/>
                  </a:lnTo>
                  <a:lnTo>
                    <a:pt x="20739" y="170334"/>
                  </a:lnTo>
                  <a:lnTo>
                    <a:pt x="20828" y="170032"/>
                  </a:lnTo>
                  <a:lnTo>
                    <a:pt x="20769" y="169548"/>
                  </a:lnTo>
                  <a:lnTo>
                    <a:pt x="20857" y="169215"/>
                  </a:lnTo>
                  <a:lnTo>
                    <a:pt x="21005" y="169033"/>
                  </a:lnTo>
                  <a:lnTo>
                    <a:pt x="21035" y="168217"/>
                  </a:lnTo>
                  <a:lnTo>
                    <a:pt x="21094" y="167944"/>
                  </a:lnTo>
                  <a:lnTo>
                    <a:pt x="21124" y="167642"/>
                  </a:lnTo>
                  <a:lnTo>
                    <a:pt x="21183" y="167309"/>
                  </a:lnTo>
                  <a:lnTo>
                    <a:pt x="21124" y="167037"/>
                  </a:lnTo>
                  <a:lnTo>
                    <a:pt x="21183" y="166190"/>
                  </a:lnTo>
                  <a:lnTo>
                    <a:pt x="20828" y="165131"/>
                  </a:lnTo>
                  <a:lnTo>
                    <a:pt x="20709" y="164072"/>
                  </a:lnTo>
                  <a:lnTo>
                    <a:pt x="20650" y="163588"/>
                  </a:lnTo>
                  <a:lnTo>
                    <a:pt x="20591" y="162499"/>
                  </a:lnTo>
                  <a:lnTo>
                    <a:pt x="19851" y="161743"/>
                  </a:lnTo>
                  <a:lnTo>
                    <a:pt x="19437" y="160442"/>
                  </a:lnTo>
                  <a:lnTo>
                    <a:pt x="19615" y="158386"/>
                  </a:lnTo>
                  <a:lnTo>
                    <a:pt x="19792" y="157841"/>
                  </a:lnTo>
                  <a:lnTo>
                    <a:pt x="19999" y="156843"/>
                  </a:lnTo>
                  <a:lnTo>
                    <a:pt x="19911" y="156208"/>
                  </a:lnTo>
                  <a:lnTo>
                    <a:pt x="19467" y="155451"/>
                  </a:lnTo>
                  <a:lnTo>
                    <a:pt x="18934" y="154786"/>
                  </a:lnTo>
                  <a:lnTo>
                    <a:pt x="18668" y="154574"/>
                  </a:lnTo>
                  <a:lnTo>
                    <a:pt x="18224" y="154393"/>
                  </a:lnTo>
                  <a:lnTo>
                    <a:pt x="18017" y="153818"/>
                  </a:lnTo>
                  <a:lnTo>
                    <a:pt x="18224" y="153606"/>
                  </a:lnTo>
                  <a:lnTo>
                    <a:pt x="17840" y="153092"/>
                  </a:lnTo>
                  <a:lnTo>
                    <a:pt x="17396" y="152366"/>
                  </a:lnTo>
                  <a:lnTo>
                    <a:pt x="16952" y="151670"/>
                  </a:lnTo>
                  <a:lnTo>
                    <a:pt x="17100" y="151549"/>
                  </a:lnTo>
                  <a:lnTo>
                    <a:pt x="16982" y="150006"/>
                  </a:lnTo>
                  <a:lnTo>
                    <a:pt x="16212" y="148645"/>
                  </a:lnTo>
                  <a:lnTo>
                    <a:pt x="16094" y="148433"/>
                  </a:lnTo>
                  <a:lnTo>
                    <a:pt x="15946" y="148161"/>
                  </a:lnTo>
                  <a:lnTo>
                    <a:pt x="15857" y="147949"/>
                  </a:lnTo>
                  <a:lnTo>
                    <a:pt x="15621" y="147284"/>
                  </a:lnTo>
                  <a:lnTo>
                    <a:pt x="15414" y="146981"/>
                  </a:lnTo>
                  <a:lnTo>
                    <a:pt x="15266" y="146679"/>
                  </a:lnTo>
                  <a:lnTo>
                    <a:pt x="15029" y="146074"/>
                  </a:lnTo>
                  <a:lnTo>
                    <a:pt x="14792" y="145348"/>
                  </a:lnTo>
                  <a:lnTo>
                    <a:pt x="14851" y="144683"/>
                  </a:lnTo>
                  <a:lnTo>
                    <a:pt x="15029" y="144199"/>
                  </a:lnTo>
                  <a:lnTo>
                    <a:pt x="15059" y="143775"/>
                  </a:lnTo>
                  <a:lnTo>
                    <a:pt x="13668" y="141809"/>
                  </a:lnTo>
                  <a:lnTo>
                    <a:pt x="13550" y="141658"/>
                  </a:lnTo>
                  <a:lnTo>
                    <a:pt x="13757" y="141325"/>
                  </a:lnTo>
                  <a:lnTo>
                    <a:pt x="13905" y="140962"/>
                  </a:lnTo>
                  <a:lnTo>
                    <a:pt x="13993" y="140659"/>
                  </a:lnTo>
                  <a:lnTo>
                    <a:pt x="13993" y="139903"/>
                  </a:lnTo>
                  <a:lnTo>
                    <a:pt x="13964" y="139661"/>
                  </a:lnTo>
                  <a:lnTo>
                    <a:pt x="13934" y="139449"/>
                  </a:lnTo>
                  <a:lnTo>
                    <a:pt x="13846" y="139238"/>
                  </a:lnTo>
                  <a:lnTo>
                    <a:pt x="13757" y="139056"/>
                  </a:lnTo>
                  <a:lnTo>
                    <a:pt x="13638" y="138814"/>
                  </a:lnTo>
                  <a:lnTo>
                    <a:pt x="13550" y="138633"/>
                  </a:lnTo>
                  <a:lnTo>
                    <a:pt x="13431" y="138421"/>
                  </a:lnTo>
                  <a:lnTo>
                    <a:pt x="13283" y="138300"/>
                  </a:lnTo>
                  <a:lnTo>
                    <a:pt x="13106" y="138179"/>
                  </a:lnTo>
                  <a:lnTo>
                    <a:pt x="12869" y="138088"/>
                  </a:lnTo>
                  <a:lnTo>
                    <a:pt x="12573" y="137997"/>
                  </a:lnTo>
                  <a:lnTo>
                    <a:pt x="12041" y="137816"/>
                  </a:lnTo>
                  <a:lnTo>
                    <a:pt x="11775" y="137725"/>
                  </a:lnTo>
                  <a:lnTo>
                    <a:pt x="11449" y="137544"/>
                  </a:lnTo>
                  <a:lnTo>
                    <a:pt x="11065" y="137150"/>
                  </a:lnTo>
                  <a:lnTo>
                    <a:pt x="10887" y="136939"/>
                  </a:lnTo>
                  <a:lnTo>
                    <a:pt x="10709" y="136666"/>
                  </a:lnTo>
                  <a:lnTo>
                    <a:pt x="10532" y="136364"/>
                  </a:lnTo>
                  <a:lnTo>
                    <a:pt x="10266" y="136092"/>
                  </a:lnTo>
                  <a:lnTo>
                    <a:pt x="9763" y="135789"/>
                  </a:lnTo>
                  <a:lnTo>
                    <a:pt x="10266" y="134730"/>
                  </a:lnTo>
                  <a:lnTo>
                    <a:pt x="10621" y="133883"/>
                  </a:lnTo>
                  <a:lnTo>
                    <a:pt x="10857" y="133309"/>
                  </a:lnTo>
                  <a:lnTo>
                    <a:pt x="11005" y="132916"/>
                  </a:lnTo>
                  <a:lnTo>
                    <a:pt x="11331" y="132099"/>
                  </a:lnTo>
                  <a:lnTo>
                    <a:pt x="11863" y="130617"/>
                  </a:lnTo>
                  <a:lnTo>
                    <a:pt x="12070" y="130102"/>
                  </a:lnTo>
                  <a:lnTo>
                    <a:pt x="12958" y="127985"/>
                  </a:lnTo>
                  <a:lnTo>
                    <a:pt x="13017" y="127803"/>
                  </a:lnTo>
                  <a:lnTo>
                    <a:pt x="13165" y="127652"/>
                  </a:lnTo>
                  <a:lnTo>
                    <a:pt x="14053" y="126896"/>
                  </a:lnTo>
                  <a:lnTo>
                    <a:pt x="14319" y="126684"/>
                  </a:lnTo>
                  <a:lnTo>
                    <a:pt x="14940" y="126140"/>
                  </a:lnTo>
                  <a:lnTo>
                    <a:pt x="15147" y="125898"/>
                  </a:lnTo>
                  <a:lnTo>
                    <a:pt x="14526" y="125293"/>
                  </a:lnTo>
                  <a:lnTo>
                    <a:pt x="16183" y="123720"/>
                  </a:lnTo>
                  <a:lnTo>
                    <a:pt x="16952" y="123024"/>
                  </a:lnTo>
                  <a:lnTo>
                    <a:pt x="13934" y="120574"/>
                  </a:lnTo>
                  <a:lnTo>
                    <a:pt x="11922" y="118759"/>
                  </a:lnTo>
                  <a:lnTo>
                    <a:pt x="11567" y="118456"/>
                  </a:lnTo>
                  <a:lnTo>
                    <a:pt x="10857" y="117912"/>
                  </a:lnTo>
                  <a:lnTo>
                    <a:pt x="7041" y="114615"/>
                  </a:lnTo>
                  <a:lnTo>
                    <a:pt x="5591" y="113314"/>
                  </a:lnTo>
                  <a:lnTo>
                    <a:pt x="5295" y="113042"/>
                  </a:lnTo>
                  <a:lnTo>
                    <a:pt x="4644" y="112467"/>
                  </a:lnTo>
                  <a:lnTo>
                    <a:pt x="3550" y="111499"/>
                  </a:lnTo>
                  <a:lnTo>
                    <a:pt x="3313" y="111317"/>
                  </a:lnTo>
                  <a:lnTo>
                    <a:pt x="2928" y="110985"/>
                  </a:lnTo>
                  <a:lnTo>
                    <a:pt x="0" y="108534"/>
                  </a:lnTo>
                  <a:lnTo>
                    <a:pt x="266" y="108232"/>
                  </a:lnTo>
                  <a:lnTo>
                    <a:pt x="946" y="107476"/>
                  </a:lnTo>
                  <a:lnTo>
                    <a:pt x="1153" y="107234"/>
                  </a:lnTo>
                  <a:lnTo>
                    <a:pt x="1656" y="106689"/>
                  </a:lnTo>
                  <a:lnTo>
                    <a:pt x="2366" y="105903"/>
                  </a:lnTo>
                  <a:lnTo>
                    <a:pt x="3254" y="104874"/>
                  </a:lnTo>
                  <a:lnTo>
                    <a:pt x="4023" y="105147"/>
                  </a:lnTo>
                  <a:lnTo>
                    <a:pt x="4467" y="105328"/>
                  </a:lnTo>
                  <a:lnTo>
                    <a:pt x="4881" y="105389"/>
                  </a:lnTo>
                  <a:lnTo>
                    <a:pt x="5236" y="105419"/>
                  </a:lnTo>
                  <a:lnTo>
                    <a:pt x="5650" y="105389"/>
                  </a:lnTo>
                  <a:lnTo>
                    <a:pt x="6153" y="105358"/>
                  </a:lnTo>
                  <a:lnTo>
                    <a:pt x="6567" y="105237"/>
                  </a:lnTo>
                  <a:lnTo>
                    <a:pt x="6656" y="104269"/>
                  </a:lnTo>
                  <a:lnTo>
                    <a:pt x="6715" y="103604"/>
                  </a:lnTo>
                  <a:lnTo>
                    <a:pt x="7781" y="102001"/>
                  </a:lnTo>
                  <a:lnTo>
                    <a:pt x="8017" y="101910"/>
                  </a:lnTo>
                  <a:lnTo>
                    <a:pt x="8934" y="100700"/>
                  </a:lnTo>
                  <a:lnTo>
                    <a:pt x="9644" y="100700"/>
                  </a:lnTo>
                  <a:lnTo>
                    <a:pt x="9644" y="100276"/>
                  </a:lnTo>
                  <a:lnTo>
                    <a:pt x="9141" y="99702"/>
                  </a:lnTo>
                  <a:lnTo>
                    <a:pt x="9082" y="98673"/>
                  </a:lnTo>
                  <a:lnTo>
                    <a:pt x="9082" y="97796"/>
                  </a:lnTo>
                  <a:lnTo>
                    <a:pt x="8994" y="97312"/>
                  </a:lnTo>
                  <a:lnTo>
                    <a:pt x="8638" y="96767"/>
                  </a:lnTo>
                  <a:lnTo>
                    <a:pt x="8461" y="96374"/>
                  </a:lnTo>
                  <a:lnTo>
                    <a:pt x="8402" y="95860"/>
                  </a:lnTo>
                  <a:lnTo>
                    <a:pt x="8254" y="94741"/>
                  </a:lnTo>
                  <a:lnTo>
                    <a:pt x="8017" y="93258"/>
                  </a:lnTo>
                  <a:lnTo>
                    <a:pt x="7869" y="92018"/>
                  </a:lnTo>
                  <a:lnTo>
                    <a:pt x="7751" y="91625"/>
                  </a:lnTo>
                  <a:lnTo>
                    <a:pt x="9141" y="90929"/>
                  </a:lnTo>
                  <a:lnTo>
                    <a:pt x="8698" y="89719"/>
                  </a:lnTo>
                  <a:lnTo>
                    <a:pt x="9082" y="89326"/>
                  </a:lnTo>
                  <a:lnTo>
                    <a:pt x="9260" y="88419"/>
                  </a:lnTo>
                  <a:lnTo>
                    <a:pt x="10029" y="88086"/>
                  </a:lnTo>
                  <a:lnTo>
                    <a:pt x="10325" y="87178"/>
                  </a:lnTo>
                  <a:lnTo>
                    <a:pt x="9615" y="86815"/>
                  </a:lnTo>
                  <a:lnTo>
                    <a:pt x="9911" y="85757"/>
                  </a:lnTo>
                  <a:lnTo>
                    <a:pt x="10739" y="86089"/>
                  </a:lnTo>
                  <a:lnTo>
                    <a:pt x="10976" y="85424"/>
                  </a:lnTo>
                  <a:lnTo>
                    <a:pt x="9112" y="84577"/>
                  </a:lnTo>
                  <a:lnTo>
                    <a:pt x="9467" y="83639"/>
                  </a:lnTo>
                  <a:lnTo>
                    <a:pt x="9437" y="83246"/>
                  </a:lnTo>
                  <a:lnTo>
                    <a:pt x="9615" y="82248"/>
                  </a:lnTo>
                  <a:lnTo>
                    <a:pt x="10236" y="81945"/>
                  </a:lnTo>
                  <a:lnTo>
                    <a:pt x="10591" y="80856"/>
                  </a:lnTo>
                  <a:lnTo>
                    <a:pt x="10650" y="79888"/>
                  </a:lnTo>
                  <a:lnTo>
                    <a:pt x="11331" y="79525"/>
                  </a:lnTo>
                  <a:lnTo>
                    <a:pt x="11390" y="78678"/>
                  </a:lnTo>
                  <a:lnTo>
                    <a:pt x="11567" y="78043"/>
                  </a:lnTo>
                  <a:lnTo>
                    <a:pt x="11834" y="76894"/>
                  </a:lnTo>
                  <a:lnTo>
                    <a:pt x="12070" y="75109"/>
                  </a:lnTo>
                  <a:lnTo>
                    <a:pt x="12100" y="74504"/>
                  </a:lnTo>
                  <a:lnTo>
                    <a:pt x="12011" y="73748"/>
                  </a:lnTo>
                  <a:lnTo>
                    <a:pt x="12337" y="71933"/>
                  </a:lnTo>
                  <a:lnTo>
                    <a:pt x="12840" y="71237"/>
                  </a:lnTo>
                  <a:lnTo>
                    <a:pt x="13343" y="70027"/>
                  </a:lnTo>
                  <a:lnTo>
                    <a:pt x="14674" y="68938"/>
                  </a:lnTo>
                  <a:lnTo>
                    <a:pt x="15414" y="68756"/>
                  </a:lnTo>
                  <a:lnTo>
                    <a:pt x="17988" y="67062"/>
                  </a:lnTo>
                  <a:lnTo>
                    <a:pt x="19171" y="65399"/>
                  </a:lnTo>
                  <a:lnTo>
                    <a:pt x="19053" y="64249"/>
                  </a:lnTo>
                  <a:lnTo>
                    <a:pt x="18905" y="63705"/>
                  </a:lnTo>
                  <a:lnTo>
                    <a:pt x="19378" y="62707"/>
                  </a:lnTo>
                  <a:lnTo>
                    <a:pt x="20059" y="62041"/>
                  </a:lnTo>
                  <a:lnTo>
                    <a:pt x="21005" y="60317"/>
                  </a:lnTo>
                  <a:lnTo>
                    <a:pt x="21419" y="59924"/>
                  </a:lnTo>
                  <a:lnTo>
                    <a:pt x="22041" y="59077"/>
                  </a:lnTo>
                  <a:lnTo>
                    <a:pt x="22189" y="58774"/>
                  </a:lnTo>
                  <a:lnTo>
                    <a:pt x="22425" y="58320"/>
                  </a:lnTo>
                  <a:lnTo>
                    <a:pt x="22514" y="58139"/>
                  </a:lnTo>
                  <a:lnTo>
                    <a:pt x="22721" y="57927"/>
                  </a:lnTo>
                  <a:lnTo>
                    <a:pt x="22928" y="57836"/>
                  </a:lnTo>
                  <a:lnTo>
                    <a:pt x="23313" y="56959"/>
                  </a:lnTo>
                  <a:lnTo>
                    <a:pt x="23579" y="56233"/>
                  </a:lnTo>
                  <a:lnTo>
                    <a:pt x="23845" y="55568"/>
                  </a:lnTo>
                  <a:lnTo>
                    <a:pt x="24260" y="54206"/>
                  </a:lnTo>
                  <a:lnTo>
                    <a:pt x="24319" y="53299"/>
                  </a:lnTo>
                  <a:lnTo>
                    <a:pt x="24733" y="52452"/>
                  </a:lnTo>
                  <a:lnTo>
                    <a:pt x="25502" y="52029"/>
                  </a:lnTo>
                  <a:lnTo>
                    <a:pt x="26597" y="51514"/>
                  </a:lnTo>
                  <a:lnTo>
                    <a:pt x="27277" y="51666"/>
                  </a:lnTo>
                  <a:lnTo>
                    <a:pt x="27544" y="51151"/>
                  </a:lnTo>
                  <a:lnTo>
                    <a:pt x="27840" y="51000"/>
                  </a:lnTo>
                  <a:lnTo>
                    <a:pt x="27987" y="51030"/>
                  </a:lnTo>
                  <a:lnTo>
                    <a:pt x="28076" y="50698"/>
                  </a:lnTo>
                  <a:lnTo>
                    <a:pt x="29496" y="50365"/>
                  </a:lnTo>
                  <a:lnTo>
                    <a:pt x="29763" y="50698"/>
                  </a:lnTo>
                  <a:lnTo>
                    <a:pt x="30295" y="50062"/>
                  </a:lnTo>
                  <a:lnTo>
                    <a:pt x="30976" y="49639"/>
                  </a:lnTo>
                  <a:lnTo>
                    <a:pt x="31449" y="48459"/>
                  </a:lnTo>
                  <a:lnTo>
                    <a:pt x="31656" y="47794"/>
                  </a:lnTo>
                  <a:lnTo>
                    <a:pt x="32780" y="47037"/>
                  </a:lnTo>
                  <a:lnTo>
                    <a:pt x="33165" y="46765"/>
                  </a:lnTo>
                  <a:lnTo>
                    <a:pt x="33520" y="46584"/>
                  </a:lnTo>
                  <a:lnTo>
                    <a:pt x="33905" y="46069"/>
                  </a:lnTo>
                  <a:lnTo>
                    <a:pt x="34082" y="45888"/>
                  </a:lnTo>
                  <a:lnTo>
                    <a:pt x="34496" y="45555"/>
                  </a:lnTo>
                  <a:lnTo>
                    <a:pt x="34703" y="45313"/>
                  </a:lnTo>
                  <a:lnTo>
                    <a:pt x="34910" y="45011"/>
                  </a:lnTo>
                  <a:lnTo>
                    <a:pt x="35058" y="44799"/>
                  </a:lnTo>
                  <a:lnTo>
                    <a:pt x="35295" y="44708"/>
                  </a:lnTo>
                  <a:lnTo>
                    <a:pt x="35916" y="44527"/>
                  </a:lnTo>
                  <a:lnTo>
                    <a:pt x="36390" y="44496"/>
                  </a:lnTo>
                  <a:lnTo>
                    <a:pt x="36567" y="44254"/>
                  </a:lnTo>
                  <a:lnTo>
                    <a:pt x="36597" y="44073"/>
                  </a:lnTo>
                  <a:lnTo>
                    <a:pt x="36715" y="43922"/>
                  </a:lnTo>
                  <a:lnTo>
                    <a:pt x="37336" y="43619"/>
                  </a:lnTo>
                  <a:lnTo>
                    <a:pt x="38017" y="43528"/>
                  </a:lnTo>
                  <a:lnTo>
                    <a:pt x="38609" y="43649"/>
                  </a:lnTo>
                  <a:lnTo>
                    <a:pt x="39230" y="43619"/>
                  </a:lnTo>
                  <a:lnTo>
                    <a:pt x="39970" y="43286"/>
                  </a:lnTo>
                  <a:lnTo>
                    <a:pt x="40413" y="43075"/>
                  </a:lnTo>
                  <a:lnTo>
                    <a:pt x="41567" y="42923"/>
                  </a:lnTo>
                  <a:lnTo>
                    <a:pt x="42366" y="42772"/>
                  </a:lnTo>
                  <a:lnTo>
                    <a:pt x="42810" y="42621"/>
                  </a:lnTo>
                  <a:lnTo>
                    <a:pt x="43224" y="41471"/>
                  </a:lnTo>
                  <a:lnTo>
                    <a:pt x="43431" y="41320"/>
                  </a:lnTo>
                  <a:lnTo>
                    <a:pt x="44112" y="41471"/>
                  </a:lnTo>
                  <a:lnTo>
                    <a:pt x="45029" y="41502"/>
                  </a:lnTo>
                  <a:lnTo>
                    <a:pt x="45561" y="41199"/>
                  </a:lnTo>
                  <a:lnTo>
                    <a:pt x="46005" y="40624"/>
                  </a:lnTo>
                  <a:lnTo>
                    <a:pt x="46271" y="40050"/>
                  </a:lnTo>
                  <a:lnTo>
                    <a:pt x="46153" y="39868"/>
                  </a:lnTo>
                  <a:lnTo>
                    <a:pt x="45975" y="39082"/>
                  </a:lnTo>
                  <a:lnTo>
                    <a:pt x="45768" y="38507"/>
                  </a:lnTo>
                  <a:lnTo>
                    <a:pt x="45680" y="38356"/>
                  </a:lnTo>
                  <a:lnTo>
                    <a:pt x="47484" y="37448"/>
                  </a:lnTo>
                  <a:lnTo>
                    <a:pt x="47751" y="36783"/>
                  </a:lnTo>
                  <a:lnTo>
                    <a:pt x="49230" y="35089"/>
                  </a:lnTo>
                  <a:lnTo>
                    <a:pt x="49289" y="33697"/>
                  </a:lnTo>
                  <a:lnTo>
                    <a:pt x="48549" y="32578"/>
                  </a:lnTo>
                  <a:lnTo>
                    <a:pt x="48106" y="30703"/>
                  </a:lnTo>
                  <a:lnTo>
                    <a:pt x="48165" y="29220"/>
                  </a:lnTo>
                  <a:lnTo>
                    <a:pt x="48727" y="27587"/>
                  </a:lnTo>
                  <a:lnTo>
                    <a:pt x="49526" y="26165"/>
                  </a:lnTo>
                  <a:lnTo>
                    <a:pt x="50828" y="24865"/>
                  </a:lnTo>
                  <a:lnTo>
                    <a:pt x="52307" y="23655"/>
                  </a:lnTo>
                  <a:lnTo>
                    <a:pt x="53135" y="22596"/>
                  </a:lnTo>
                  <a:lnTo>
                    <a:pt x="54259" y="20993"/>
                  </a:lnTo>
                  <a:lnTo>
                    <a:pt x="54762" y="19450"/>
                  </a:lnTo>
                  <a:lnTo>
                    <a:pt x="55680" y="17000"/>
                  </a:lnTo>
                  <a:lnTo>
                    <a:pt x="57277" y="14852"/>
                  </a:lnTo>
                  <a:lnTo>
                    <a:pt x="58816" y="13158"/>
                  </a:lnTo>
                  <a:lnTo>
                    <a:pt x="62307" y="9800"/>
                  </a:lnTo>
                  <a:lnTo>
                    <a:pt x="64555" y="9740"/>
                  </a:lnTo>
                  <a:lnTo>
                    <a:pt x="66774" y="10073"/>
                  </a:lnTo>
                  <a:lnTo>
                    <a:pt x="71005" y="10738"/>
                  </a:lnTo>
                  <a:lnTo>
                    <a:pt x="72040" y="10920"/>
                  </a:lnTo>
                  <a:lnTo>
                    <a:pt x="73165" y="11283"/>
                  </a:lnTo>
                  <a:lnTo>
                    <a:pt x="74644" y="11283"/>
                  </a:lnTo>
                  <a:lnTo>
                    <a:pt x="76153" y="11767"/>
                  </a:lnTo>
                  <a:lnTo>
                    <a:pt x="79348" y="13702"/>
                  </a:lnTo>
                  <a:lnTo>
                    <a:pt x="80324" y="13884"/>
                  </a:lnTo>
                  <a:lnTo>
                    <a:pt x="84437" y="13007"/>
                  </a:lnTo>
                  <a:lnTo>
                    <a:pt x="89437" y="13128"/>
                  </a:lnTo>
                  <a:lnTo>
                    <a:pt x="92099" y="13007"/>
                  </a:lnTo>
                  <a:lnTo>
                    <a:pt x="94910" y="12130"/>
                  </a:lnTo>
                  <a:lnTo>
                    <a:pt x="97809" y="10345"/>
                  </a:lnTo>
                  <a:lnTo>
                    <a:pt x="98756" y="9800"/>
                  </a:lnTo>
                  <a:lnTo>
                    <a:pt x="100975" y="9135"/>
                  </a:lnTo>
                  <a:lnTo>
                    <a:pt x="103579" y="8863"/>
                  </a:lnTo>
                  <a:lnTo>
                    <a:pt x="105117" y="8288"/>
                  </a:lnTo>
                  <a:lnTo>
                    <a:pt x="105886" y="7864"/>
                  </a:lnTo>
                  <a:lnTo>
                    <a:pt x="109466" y="5838"/>
                  </a:lnTo>
                  <a:lnTo>
                    <a:pt x="112277" y="5112"/>
                  </a:lnTo>
                  <a:lnTo>
                    <a:pt x="113934" y="4446"/>
                  </a:lnTo>
                  <a:lnTo>
                    <a:pt x="114969" y="4416"/>
                  </a:lnTo>
                  <a:lnTo>
                    <a:pt x="116005" y="4416"/>
                  </a:lnTo>
                  <a:lnTo>
                    <a:pt x="118401" y="4113"/>
                  </a:lnTo>
                  <a:lnTo>
                    <a:pt x="120028" y="2843"/>
                  </a:lnTo>
                  <a:lnTo>
                    <a:pt x="121064" y="1058"/>
                  </a:lnTo>
                  <a:lnTo>
                    <a:pt x="121803" y="362"/>
                  </a:lnTo>
                  <a:lnTo>
                    <a:pt x="122010" y="151"/>
                  </a:lnTo>
                  <a:lnTo>
                    <a:pt x="122365" y="241"/>
                  </a:lnTo>
                  <a:lnTo>
                    <a:pt x="123874" y="695"/>
                  </a:lnTo>
                  <a:lnTo>
                    <a:pt x="125827" y="937"/>
                  </a:lnTo>
                  <a:lnTo>
                    <a:pt x="127306" y="302"/>
                  </a:lnTo>
                  <a:lnTo>
                    <a:pt x="127987" y="241"/>
                  </a:lnTo>
                  <a:lnTo>
                    <a:pt x="12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508760"/>
            <a:ext cx="2377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 en Lima</a:t>
            </a:r>
          </a:p>
        </p:txBody>
      </p:sp>
      <p:grpSp xmlns:pic="http://schemas.openxmlformats.org/drawingml/2006/picture">
        <p:nvGrpSpPr>
          <p:cNvPr id="58" name=""/>
          <p:cNvGrpSpPr/>
          <p:nvPr/>
        </p:nvGrpSpPr>
        <p:grpSpPr>
          <a:xfrm>
            <a:off x="3948981" y="1508760"/>
            <a:ext cx="4071533" cy="4544568"/>
            <a:chOff x="3948981" y="1508760"/>
            <a:chExt cx="4071533" cy="4544568"/>
          </a:xfrm>
        </p:grpSpPr>
        <p:sp>
          <p:nvSpPr>
            <p:cNvPr id="59" name="pg3"/>
            <p:cNvSpPr/>
            <p:nvPr/>
          </p:nvSpPr>
          <p:spPr>
            <a:xfrm>
              <a:off x="5446365" y="1849485"/>
              <a:ext cx="467097" cy="629424"/>
            </a:xfrm>
            <a:custGeom>
              <a:avLst/>
              <a:pathLst>
                <a:path w="467097" h="629424">
                  <a:moveTo>
                    <a:pt x="136515" y="41313"/>
                  </a:moveTo>
                  <a:lnTo>
                    <a:pt x="137959" y="42926"/>
                  </a:lnTo>
                  <a:lnTo>
                    <a:pt x="139888" y="45083"/>
                  </a:lnTo>
                  <a:lnTo>
                    <a:pt x="142627" y="48145"/>
                  </a:lnTo>
                  <a:lnTo>
                    <a:pt x="143891" y="49559"/>
                  </a:lnTo>
                  <a:lnTo>
                    <a:pt x="144313" y="50390"/>
                  </a:lnTo>
                  <a:lnTo>
                    <a:pt x="144756" y="51263"/>
                  </a:lnTo>
                  <a:lnTo>
                    <a:pt x="146910" y="55513"/>
                  </a:lnTo>
                  <a:lnTo>
                    <a:pt x="147305" y="56291"/>
                  </a:lnTo>
                  <a:lnTo>
                    <a:pt x="149858" y="61326"/>
                  </a:lnTo>
                  <a:lnTo>
                    <a:pt x="150383" y="62362"/>
                  </a:lnTo>
                  <a:lnTo>
                    <a:pt x="153099" y="67718"/>
                  </a:lnTo>
                  <a:lnTo>
                    <a:pt x="153903" y="69305"/>
                  </a:lnTo>
                  <a:lnTo>
                    <a:pt x="156177" y="73788"/>
                  </a:lnTo>
                  <a:lnTo>
                    <a:pt x="157301" y="76006"/>
                  </a:lnTo>
                  <a:lnTo>
                    <a:pt x="159404" y="80154"/>
                  </a:lnTo>
                  <a:lnTo>
                    <a:pt x="160957" y="83216"/>
                  </a:lnTo>
                  <a:lnTo>
                    <a:pt x="162580" y="86417"/>
                  </a:lnTo>
                  <a:lnTo>
                    <a:pt x="165048" y="91286"/>
                  </a:lnTo>
                  <a:lnTo>
                    <a:pt x="166744" y="94630"/>
                  </a:lnTo>
                  <a:lnTo>
                    <a:pt x="168747" y="98580"/>
                  </a:lnTo>
                  <a:lnTo>
                    <a:pt x="170842" y="102712"/>
                  </a:lnTo>
                  <a:lnTo>
                    <a:pt x="172439" y="105863"/>
                  </a:lnTo>
                  <a:lnTo>
                    <a:pt x="174540" y="110007"/>
                  </a:lnTo>
                  <a:lnTo>
                    <a:pt x="176040" y="112963"/>
                  </a:lnTo>
                  <a:lnTo>
                    <a:pt x="178233" y="117289"/>
                  </a:lnTo>
                  <a:lnTo>
                    <a:pt x="179529" y="119846"/>
                  </a:lnTo>
                  <a:lnTo>
                    <a:pt x="181833" y="124390"/>
                  </a:lnTo>
                  <a:lnTo>
                    <a:pt x="182976" y="126644"/>
                  </a:lnTo>
                  <a:lnTo>
                    <a:pt x="185323" y="131272"/>
                  </a:lnTo>
                  <a:lnTo>
                    <a:pt x="186515" y="133623"/>
                  </a:lnTo>
                  <a:lnTo>
                    <a:pt x="188678" y="137889"/>
                  </a:lnTo>
                  <a:lnTo>
                    <a:pt x="189137" y="138796"/>
                  </a:lnTo>
                  <a:lnTo>
                    <a:pt x="189761" y="140025"/>
                  </a:lnTo>
                  <a:lnTo>
                    <a:pt x="192606" y="144926"/>
                  </a:lnTo>
                  <a:lnTo>
                    <a:pt x="196156" y="151041"/>
                  </a:lnTo>
                  <a:lnTo>
                    <a:pt x="202208" y="161464"/>
                  </a:lnTo>
                  <a:lnTo>
                    <a:pt x="210952" y="173381"/>
                  </a:lnTo>
                  <a:lnTo>
                    <a:pt x="211889" y="174657"/>
                  </a:lnTo>
                  <a:lnTo>
                    <a:pt x="220520" y="182009"/>
                  </a:lnTo>
                  <a:lnTo>
                    <a:pt x="221570" y="182902"/>
                  </a:lnTo>
                  <a:lnTo>
                    <a:pt x="245542" y="196095"/>
                  </a:lnTo>
                  <a:lnTo>
                    <a:pt x="250176" y="199154"/>
                  </a:lnTo>
                  <a:lnTo>
                    <a:pt x="243826" y="211067"/>
                  </a:lnTo>
                  <a:lnTo>
                    <a:pt x="229303" y="238312"/>
                  </a:lnTo>
                  <a:lnTo>
                    <a:pt x="228896" y="239065"/>
                  </a:lnTo>
                  <a:lnTo>
                    <a:pt x="228355" y="240064"/>
                  </a:lnTo>
                  <a:lnTo>
                    <a:pt x="232265" y="242356"/>
                  </a:lnTo>
                  <a:lnTo>
                    <a:pt x="258694" y="257842"/>
                  </a:lnTo>
                  <a:lnTo>
                    <a:pt x="256606" y="263474"/>
                  </a:lnTo>
                  <a:lnTo>
                    <a:pt x="258219" y="267950"/>
                  </a:lnTo>
                  <a:lnTo>
                    <a:pt x="264673" y="280908"/>
                  </a:lnTo>
                  <a:lnTo>
                    <a:pt x="269811" y="288744"/>
                  </a:lnTo>
                  <a:lnTo>
                    <a:pt x="279885" y="304108"/>
                  </a:lnTo>
                  <a:lnTo>
                    <a:pt x="338663" y="393755"/>
                  </a:lnTo>
                  <a:lnTo>
                    <a:pt x="341872" y="398969"/>
                  </a:lnTo>
                  <a:lnTo>
                    <a:pt x="347653" y="408362"/>
                  </a:lnTo>
                  <a:lnTo>
                    <a:pt x="376729" y="454178"/>
                  </a:lnTo>
                  <a:lnTo>
                    <a:pt x="376897" y="454442"/>
                  </a:lnTo>
                  <a:lnTo>
                    <a:pt x="402973" y="495530"/>
                  </a:lnTo>
                  <a:lnTo>
                    <a:pt x="404549" y="497957"/>
                  </a:lnTo>
                  <a:lnTo>
                    <a:pt x="431680" y="539733"/>
                  </a:lnTo>
                  <a:lnTo>
                    <a:pt x="437556" y="548781"/>
                  </a:lnTo>
                  <a:lnTo>
                    <a:pt x="438470" y="550187"/>
                  </a:lnTo>
                  <a:lnTo>
                    <a:pt x="467097" y="593991"/>
                  </a:lnTo>
                  <a:lnTo>
                    <a:pt x="466604" y="594291"/>
                  </a:lnTo>
                  <a:lnTo>
                    <a:pt x="465975" y="594675"/>
                  </a:lnTo>
                  <a:lnTo>
                    <a:pt x="464298" y="595698"/>
                  </a:lnTo>
                  <a:lnTo>
                    <a:pt x="456729" y="600316"/>
                  </a:lnTo>
                  <a:lnTo>
                    <a:pt x="453400" y="602347"/>
                  </a:lnTo>
                  <a:lnTo>
                    <a:pt x="448840" y="605129"/>
                  </a:lnTo>
                  <a:lnTo>
                    <a:pt x="446736" y="606413"/>
                  </a:lnTo>
                  <a:lnTo>
                    <a:pt x="442337" y="609096"/>
                  </a:lnTo>
                  <a:lnTo>
                    <a:pt x="438922" y="611180"/>
                  </a:lnTo>
                  <a:lnTo>
                    <a:pt x="429925" y="616668"/>
                  </a:lnTo>
                  <a:lnTo>
                    <a:pt x="426789" y="618582"/>
                  </a:lnTo>
                  <a:lnTo>
                    <a:pt x="416659" y="624762"/>
                  </a:lnTo>
                  <a:lnTo>
                    <a:pt x="412443" y="627334"/>
                  </a:lnTo>
                  <a:lnTo>
                    <a:pt x="410669" y="628416"/>
                  </a:lnTo>
                  <a:lnTo>
                    <a:pt x="409018" y="629424"/>
                  </a:lnTo>
                  <a:lnTo>
                    <a:pt x="408633" y="628812"/>
                  </a:lnTo>
                  <a:lnTo>
                    <a:pt x="408282" y="628253"/>
                  </a:lnTo>
                  <a:lnTo>
                    <a:pt x="408105" y="627972"/>
                  </a:lnTo>
                  <a:lnTo>
                    <a:pt x="407741" y="627393"/>
                  </a:lnTo>
                  <a:lnTo>
                    <a:pt x="407470" y="626962"/>
                  </a:lnTo>
                  <a:lnTo>
                    <a:pt x="407163" y="626473"/>
                  </a:lnTo>
                  <a:lnTo>
                    <a:pt x="406987" y="626192"/>
                  </a:lnTo>
                  <a:lnTo>
                    <a:pt x="406702" y="625740"/>
                  </a:lnTo>
                  <a:lnTo>
                    <a:pt x="406411" y="625277"/>
                  </a:lnTo>
                  <a:lnTo>
                    <a:pt x="406102" y="624784"/>
                  </a:lnTo>
                  <a:lnTo>
                    <a:pt x="405810" y="624321"/>
                  </a:lnTo>
                  <a:lnTo>
                    <a:pt x="405208" y="623363"/>
                  </a:lnTo>
                  <a:lnTo>
                    <a:pt x="404935" y="622929"/>
                  </a:lnTo>
                  <a:lnTo>
                    <a:pt x="404683" y="622528"/>
                  </a:lnTo>
                  <a:lnTo>
                    <a:pt x="404353" y="622002"/>
                  </a:lnTo>
                  <a:lnTo>
                    <a:pt x="404110" y="621616"/>
                  </a:lnTo>
                  <a:lnTo>
                    <a:pt x="403973" y="621398"/>
                  </a:lnTo>
                  <a:lnTo>
                    <a:pt x="403375" y="620446"/>
                  </a:lnTo>
                  <a:lnTo>
                    <a:pt x="403016" y="619875"/>
                  </a:lnTo>
                  <a:lnTo>
                    <a:pt x="402880" y="619658"/>
                  </a:lnTo>
                  <a:lnTo>
                    <a:pt x="402401" y="618897"/>
                  </a:lnTo>
                  <a:lnTo>
                    <a:pt x="402047" y="618333"/>
                  </a:lnTo>
                  <a:lnTo>
                    <a:pt x="401934" y="618154"/>
                  </a:lnTo>
                  <a:lnTo>
                    <a:pt x="401226" y="617028"/>
                  </a:lnTo>
                  <a:lnTo>
                    <a:pt x="400526" y="615914"/>
                  </a:lnTo>
                  <a:lnTo>
                    <a:pt x="400423" y="615750"/>
                  </a:lnTo>
                  <a:lnTo>
                    <a:pt x="400029" y="615123"/>
                  </a:lnTo>
                  <a:lnTo>
                    <a:pt x="399930" y="614965"/>
                  </a:lnTo>
                  <a:lnTo>
                    <a:pt x="398836" y="613226"/>
                  </a:lnTo>
                  <a:lnTo>
                    <a:pt x="398073" y="612011"/>
                  </a:lnTo>
                  <a:lnTo>
                    <a:pt x="397646" y="611332"/>
                  </a:lnTo>
                  <a:lnTo>
                    <a:pt x="397126" y="610504"/>
                  </a:lnTo>
                  <a:lnTo>
                    <a:pt x="396634" y="609722"/>
                  </a:lnTo>
                  <a:lnTo>
                    <a:pt x="395026" y="607164"/>
                  </a:lnTo>
                  <a:lnTo>
                    <a:pt x="393939" y="605434"/>
                  </a:lnTo>
                  <a:lnTo>
                    <a:pt x="392642" y="603370"/>
                  </a:lnTo>
                  <a:lnTo>
                    <a:pt x="391150" y="600996"/>
                  </a:lnTo>
                  <a:lnTo>
                    <a:pt x="390076" y="599288"/>
                  </a:lnTo>
                  <a:lnTo>
                    <a:pt x="389255" y="597982"/>
                  </a:lnTo>
                  <a:lnTo>
                    <a:pt x="388403" y="596626"/>
                  </a:lnTo>
                  <a:lnTo>
                    <a:pt x="385171" y="591484"/>
                  </a:lnTo>
                  <a:lnTo>
                    <a:pt x="384413" y="590279"/>
                  </a:lnTo>
                  <a:lnTo>
                    <a:pt x="383810" y="589318"/>
                  </a:lnTo>
                  <a:lnTo>
                    <a:pt x="383633" y="589037"/>
                  </a:lnTo>
                  <a:lnTo>
                    <a:pt x="381986" y="586417"/>
                  </a:lnTo>
                  <a:lnTo>
                    <a:pt x="379017" y="581693"/>
                  </a:lnTo>
                  <a:lnTo>
                    <a:pt x="378859" y="581442"/>
                  </a:lnTo>
                  <a:lnTo>
                    <a:pt x="378743" y="581258"/>
                  </a:lnTo>
                  <a:lnTo>
                    <a:pt x="377326" y="579440"/>
                  </a:lnTo>
                  <a:lnTo>
                    <a:pt x="376911" y="578907"/>
                  </a:lnTo>
                  <a:lnTo>
                    <a:pt x="372727" y="573539"/>
                  </a:lnTo>
                  <a:lnTo>
                    <a:pt x="372589" y="573362"/>
                  </a:lnTo>
                  <a:lnTo>
                    <a:pt x="372290" y="573030"/>
                  </a:lnTo>
                  <a:lnTo>
                    <a:pt x="371986" y="572694"/>
                  </a:lnTo>
                  <a:lnTo>
                    <a:pt x="371087" y="571698"/>
                  </a:lnTo>
                  <a:lnTo>
                    <a:pt x="369844" y="570321"/>
                  </a:lnTo>
                  <a:lnTo>
                    <a:pt x="369579" y="570027"/>
                  </a:lnTo>
                  <a:lnTo>
                    <a:pt x="367380" y="567592"/>
                  </a:lnTo>
                  <a:lnTo>
                    <a:pt x="365917" y="565972"/>
                  </a:lnTo>
                  <a:lnTo>
                    <a:pt x="365635" y="565737"/>
                  </a:lnTo>
                  <a:lnTo>
                    <a:pt x="363847" y="564245"/>
                  </a:lnTo>
                  <a:lnTo>
                    <a:pt x="361053" y="561914"/>
                  </a:lnTo>
                  <a:lnTo>
                    <a:pt x="356526" y="558137"/>
                  </a:lnTo>
                  <a:lnTo>
                    <a:pt x="356199" y="557864"/>
                  </a:lnTo>
                  <a:lnTo>
                    <a:pt x="355890" y="557607"/>
                  </a:lnTo>
                  <a:lnTo>
                    <a:pt x="354302" y="555983"/>
                  </a:lnTo>
                  <a:lnTo>
                    <a:pt x="351456" y="553075"/>
                  </a:lnTo>
                  <a:lnTo>
                    <a:pt x="347044" y="548565"/>
                  </a:lnTo>
                  <a:lnTo>
                    <a:pt x="346029" y="547528"/>
                  </a:lnTo>
                  <a:lnTo>
                    <a:pt x="344924" y="546398"/>
                  </a:lnTo>
                  <a:lnTo>
                    <a:pt x="343566" y="545011"/>
                  </a:lnTo>
                  <a:lnTo>
                    <a:pt x="342880" y="544309"/>
                  </a:lnTo>
                  <a:lnTo>
                    <a:pt x="341598" y="542999"/>
                  </a:lnTo>
                  <a:lnTo>
                    <a:pt x="339202" y="540550"/>
                  </a:lnTo>
                  <a:lnTo>
                    <a:pt x="337685" y="538321"/>
                  </a:lnTo>
                  <a:lnTo>
                    <a:pt x="336597" y="536722"/>
                  </a:lnTo>
                  <a:lnTo>
                    <a:pt x="334674" y="533896"/>
                  </a:lnTo>
                  <a:lnTo>
                    <a:pt x="333805" y="532619"/>
                  </a:lnTo>
                  <a:lnTo>
                    <a:pt x="332201" y="530263"/>
                  </a:lnTo>
                  <a:lnTo>
                    <a:pt x="331036" y="528551"/>
                  </a:lnTo>
                  <a:lnTo>
                    <a:pt x="329231" y="525898"/>
                  </a:lnTo>
                  <a:lnTo>
                    <a:pt x="327999" y="524088"/>
                  </a:lnTo>
                  <a:lnTo>
                    <a:pt x="327389" y="523191"/>
                  </a:lnTo>
                  <a:lnTo>
                    <a:pt x="326631" y="521994"/>
                  </a:lnTo>
                  <a:lnTo>
                    <a:pt x="324367" y="518416"/>
                  </a:lnTo>
                  <a:lnTo>
                    <a:pt x="323648" y="517278"/>
                  </a:lnTo>
                  <a:lnTo>
                    <a:pt x="322631" y="515672"/>
                  </a:lnTo>
                  <a:lnTo>
                    <a:pt x="321844" y="514428"/>
                  </a:lnTo>
                  <a:lnTo>
                    <a:pt x="320335" y="512043"/>
                  </a:lnTo>
                  <a:lnTo>
                    <a:pt x="319658" y="510973"/>
                  </a:lnTo>
                  <a:lnTo>
                    <a:pt x="319048" y="510008"/>
                  </a:lnTo>
                  <a:lnTo>
                    <a:pt x="317817" y="508063"/>
                  </a:lnTo>
                  <a:lnTo>
                    <a:pt x="317213" y="507109"/>
                  </a:lnTo>
                  <a:lnTo>
                    <a:pt x="315428" y="504287"/>
                  </a:lnTo>
                  <a:lnTo>
                    <a:pt x="313796" y="501708"/>
                  </a:lnTo>
                  <a:lnTo>
                    <a:pt x="311834" y="498607"/>
                  </a:lnTo>
                  <a:lnTo>
                    <a:pt x="310926" y="497172"/>
                  </a:lnTo>
                  <a:lnTo>
                    <a:pt x="309516" y="494943"/>
                  </a:lnTo>
                  <a:lnTo>
                    <a:pt x="309280" y="494571"/>
                  </a:lnTo>
                  <a:lnTo>
                    <a:pt x="309006" y="494138"/>
                  </a:lnTo>
                  <a:lnTo>
                    <a:pt x="308690" y="493638"/>
                  </a:lnTo>
                  <a:lnTo>
                    <a:pt x="307000" y="490967"/>
                  </a:lnTo>
                  <a:lnTo>
                    <a:pt x="303753" y="485834"/>
                  </a:lnTo>
                  <a:lnTo>
                    <a:pt x="302145" y="483294"/>
                  </a:lnTo>
                  <a:lnTo>
                    <a:pt x="301660" y="482526"/>
                  </a:lnTo>
                  <a:lnTo>
                    <a:pt x="299393" y="478944"/>
                  </a:lnTo>
                  <a:lnTo>
                    <a:pt x="297949" y="476662"/>
                  </a:lnTo>
                  <a:lnTo>
                    <a:pt x="296858" y="474938"/>
                  </a:lnTo>
                  <a:lnTo>
                    <a:pt x="296728" y="474736"/>
                  </a:lnTo>
                  <a:lnTo>
                    <a:pt x="296117" y="473790"/>
                  </a:lnTo>
                  <a:lnTo>
                    <a:pt x="294923" y="471940"/>
                  </a:lnTo>
                  <a:lnTo>
                    <a:pt x="293019" y="468991"/>
                  </a:lnTo>
                  <a:lnTo>
                    <a:pt x="290400" y="464935"/>
                  </a:lnTo>
                  <a:lnTo>
                    <a:pt x="290268" y="464732"/>
                  </a:lnTo>
                  <a:lnTo>
                    <a:pt x="289171" y="463032"/>
                  </a:lnTo>
                  <a:lnTo>
                    <a:pt x="288426" y="461879"/>
                  </a:lnTo>
                  <a:lnTo>
                    <a:pt x="285242" y="456947"/>
                  </a:lnTo>
                  <a:lnTo>
                    <a:pt x="284079" y="455146"/>
                  </a:lnTo>
                  <a:lnTo>
                    <a:pt x="283051" y="453554"/>
                  </a:lnTo>
                  <a:lnTo>
                    <a:pt x="282672" y="452968"/>
                  </a:lnTo>
                  <a:lnTo>
                    <a:pt x="281227" y="450729"/>
                  </a:lnTo>
                  <a:lnTo>
                    <a:pt x="280649" y="449834"/>
                  </a:lnTo>
                  <a:lnTo>
                    <a:pt x="279534" y="448108"/>
                  </a:lnTo>
                  <a:lnTo>
                    <a:pt x="279272" y="447702"/>
                  </a:lnTo>
                  <a:lnTo>
                    <a:pt x="276507" y="443421"/>
                  </a:lnTo>
                  <a:lnTo>
                    <a:pt x="275649" y="442092"/>
                  </a:lnTo>
                  <a:lnTo>
                    <a:pt x="275182" y="441369"/>
                  </a:lnTo>
                  <a:lnTo>
                    <a:pt x="274147" y="439766"/>
                  </a:lnTo>
                  <a:lnTo>
                    <a:pt x="273756" y="439160"/>
                  </a:lnTo>
                  <a:lnTo>
                    <a:pt x="273587" y="438898"/>
                  </a:lnTo>
                  <a:lnTo>
                    <a:pt x="273112" y="438163"/>
                  </a:lnTo>
                  <a:lnTo>
                    <a:pt x="272499" y="437212"/>
                  </a:lnTo>
                  <a:lnTo>
                    <a:pt x="269903" y="433192"/>
                  </a:lnTo>
                  <a:lnTo>
                    <a:pt x="269172" y="432061"/>
                  </a:lnTo>
                  <a:lnTo>
                    <a:pt x="266946" y="428613"/>
                  </a:lnTo>
                  <a:lnTo>
                    <a:pt x="265751" y="426763"/>
                  </a:lnTo>
                  <a:lnTo>
                    <a:pt x="265222" y="425943"/>
                  </a:lnTo>
                  <a:lnTo>
                    <a:pt x="265000" y="425599"/>
                  </a:lnTo>
                  <a:lnTo>
                    <a:pt x="263220" y="422843"/>
                  </a:lnTo>
                  <a:lnTo>
                    <a:pt x="261725" y="420528"/>
                  </a:lnTo>
                  <a:lnTo>
                    <a:pt x="260774" y="419055"/>
                  </a:lnTo>
                  <a:lnTo>
                    <a:pt x="260543" y="418696"/>
                  </a:lnTo>
                  <a:lnTo>
                    <a:pt x="257963" y="414702"/>
                  </a:lnTo>
                  <a:lnTo>
                    <a:pt x="257784" y="414425"/>
                  </a:lnTo>
                  <a:lnTo>
                    <a:pt x="256985" y="413186"/>
                  </a:lnTo>
                  <a:lnTo>
                    <a:pt x="254379" y="409151"/>
                  </a:lnTo>
                  <a:lnTo>
                    <a:pt x="253914" y="408431"/>
                  </a:lnTo>
                  <a:lnTo>
                    <a:pt x="252825" y="406744"/>
                  </a:lnTo>
                  <a:lnTo>
                    <a:pt x="252742" y="406616"/>
                  </a:lnTo>
                  <a:lnTo>
                    <a:pt x="252550" y="406319"/>
                  </a:lnTo>
                  <a:lnTo>
                    <a:pt x="251314" y="404405"/>
                  </a:lnTo>
                  <a:lnTo>
                    <a:pt x="251210" y="404243"/>
                  </a:lnTo>
                  <a:lnTo>
                    <a:pt x="250684" y="403428"/>
                  </a:lnTo>
                  <a:lnTo>
                    <a:pt x="249537" y="401652"/>
                  </a:lnTo>
                  <a:lnTo>
                    <a:pt x="248278" y="399702"/>
                  </a:lnTo>
                  <a:lnTo>
                    <a:pt x="247329" y="398232"/>
                  </a:lnTo>
                  <a:lnTo>
                    <a:pt x="246872" y="397525"/>
                  </a:lnTo>
                  <a:lnTo>
                    <a:pt x="245932" y="396069"/>
                  </a:lnTo>
                  <a:lnTo>
                    <a:pt x="245291" y="395076"/>
                  </a:lnTo>
                  <a:lnTo>
                    <a:pt x="245063" y="394724"/>
                  </a:lnTo>
                  <a:lnTo>
                    <a:pt x="244961" y="394565"/>
                  </a:lnTo>
                  <a:lnTo>
                    <a:pt x="244857" y="394405"/>
                  </a:lnTo>
                  <a:lnTo>
                    <a:pt x="244720" y="394192"/>
                  </a:lnTo>
                  <a:lnTo>
                    <a:pt x="244167" y="393336"/>
                  </a:lnTo>
                  <a:lnTo>
                    <a:pt x="243388" y="392130"/>
                  </a:lnTo>
                  <a:lnTo>
                    <a:pt x="243258" y="391929"/>
                  </a:lnTo>
                  <a:lnTo>
                    <a:pt x="242959" y="391465"/>
                  </a:lnTo>
                  <a:lnTo>
                    <a:pt x="242352" y="390524"/>
                  </a:lnTo>
                  <a:lnTo>
                    <a:pt x="242244" y="390357"/>
                  </a:lnTo>
                  <a:lnTo>
                    <a:pt x="242159" y="390226"/>
                  </a:lnTo>
                  <a:lnTo>
                    <a:pt x="242034" y="390033"/>
                  </a:lnTo>
                  <a:lnTo>
                    <a:pt x="241852" y="389750"/>
                  </a:lnTo>
                  <a:lnTo>
                    <a:pt x="241648" y="389435"/>
                  </a:lnTo>
                  <a:lnTo>
                    <a:pt x="241558" y="389296"/>
                  </a:lnTo>
                  <a:lnTo>
                    <a:pt x="241366" y="388998"/>
                  </a:lnTo>
                  <a:lnTo>
                    <a:pt x="241244" y="388809"/>
                  </a:lnTo>
                  <a:lnTo>
                    <a:pt x="241160" y="388679"/>
                  </a:lnTo>
                  <a:lnTo>
                    <a:pt x="240844" y="388190"/>
                  </a:lnTo>
                  <a:lnTo>
                    <a:pt x="240486" y="387634"/>
                  </a:lnTo>
                  <a:lnTo>
                    <a:pt x="240143" y="387103"/>
                  </a:lnTo>
                  <a:lnTo>
                    <a:pt x="239899" y="386726"/>
                  </a:lnTo>
                  <a:lnTo>
                    <a:pt x="239718" y="386445"/>
                  </a:lnTo>
                  <a:lnTo>
                    <a:pt x="239614" y="386285"/>
                  </a:lnTo>
                  <a:lnTo>
                    <a:pt x="238936" y="385235"/>
                  </a:lnTo>
                  <a:lnTo>
                    <a:pt x="238783" y="384998"/>
                  </a:lnTo>
                  <a:lnTo>
                    <a:pt x="237912" y="383648"/>
                  </a:lnTo>
                  <a:lnTo>
                    <a:pt x="237770" y="383429"/>
                  </a:lnTo>
                  <a:lnTo>
                    <a:pt x="236891" y="382068"/>
                  </a:lnTo>
                  <a:lnTo>
                    <a:pt x="236761" y="381866"/>
                  </a:lnTo>
                  <a:lnTo>
                    <a:pt x="236473" y="381420"/>
                  </a:lnTo>
                  <a:lnTo>
                    <a:pt x="236256" y="381085"/>
                  </a:lnTo>
                  <a:lnTo>
                    <a:pt x="236078" y="380808"/>
                  </a:lnTo>
                  <a:lnTo>
                    <a:pt x="235433" y="379810"/>
                  </a:lnTo>
                  <a:lnTo>
                    <a:pt x="235104" y="379300"/>
                  </a:lnTo>
                  <a:lnTo>
                    <a:pt x="234998" y="379136"/>
                  </a:lnTo>
                  <a:lnTo>
                    <a:pt x="234872" y="378941"/>
                  </a:lnTo>
                  <a:lnTo>
                    <a:pt x="234570" y="378473"/>
                  </a:lnTo>
                  <a:lnTo>
                    <a:pt x="234405" y="378218"/>
                  </a:lnTo>
                  <a:lnTo>
                    <a:pt x="233752" y="377207"/>
                  </a:lnTo>
                  <a:lnTo>
                    <a:pt x="233522" y="376849"/>
                  </a:lnTo>
                  <a:lnTo>
                    <a:pt x="232494" y="375258"/>
                  </a:lnTo>
                  <a:lnTo>
                    <a:pt x="232347" y="375030"/>
                  </a:lnTo>
                  <a:lnTo>
                    <a:pt x="232148" y="374749"/>
                  </a:lnTo>
                  <a:lnTo>
                    <a:pt x="231770" y="374214"/>
                  </a:lnTo>
                  <a:lnTo>
                    <a:pt x="230762" y="372788"/>
                  </a:lnTo>
                  <a:lnTo>
                    <a:pt x="230442" y="372335"/>
                  </a:lnTo>
                  <a:lnTo>
                    <a:pt x="229475" y="370969"/>
                  </a:lnTo>
                  <a:lnTo>
                    <a:pt x="229173" y="370541"/>
                  </a:lnTo>
                  <a:lnTo>
                    <a:pt x="228826" y="370051"/>
                  </a:lnTo>
                  <a:lnTo>
                    <a:pt x="228608" y="369743"/>
                  </a:lnTo>
                  <a:lnTo>
                    <a:pt x="228145" y="369088"/>
                  </a:lnTo>
                  <a:lnTo>
                    <a:pt x="228020" y="368911"/>
                  </a:lnTo>
                  <a:lnTo>
                    <a:pt x="227740" y="368515"/>
                  </a:lnTo>
                  <a:lnTo>
                    <a:pt x="227504" y="368181"/>
                  </a:lnTo>
                  <a:lnTo>
                    <a:pt x="227240" y="367807"/>
                  </a:lnTo>
                  <a:lnTo>
                    <a:pt x="227128" y="367649"/>
                  </a:lnTo>
                  <a:lnTo>
                    <a:pt x="226961" y="367413"/>
                  </a:lnTo>
                  <a:lnTo>
                    <a:pt x="226600" y="366902"/>
                  </a:lnTo>
                  <a:lnTo>
                    <a:pt x="225783" y="365747"/>
                  </a:lnTo>
                  <a:lnTo>
                    <a:pt x="225574" y="365451"/>
                  </a:lnTo>
                  <a:lnTo>
                    <a:pt x="225213" y="364940"/>
                  </a:lnTo>
                  <a:lnTo>
                    <a:pt x="224856" y="364435"/>
                  </a:lnTo>
                  <a:lnTo>
                    <a:pt x="224431" y="363835"/>
                  </a:lnTo>
                  <a:lnTo>
                    <a:pt x="223797" y="362938"/>
                  </a:lnTo>
                  <a:lnTo>
                    <a:pt x="223693" y="362790"/>
                  </a:lnTo>
                  <a:lnTo>
                    <a:pt x="223497" y="362514"/>
                  </a:lnTo>
                  <a:lnTo>
                    <a:pt x="223367" y="362330"/>
                  </a:lnTo>
                  <a:lnTo>
                    <a:pt x="222710" y="361401"/>
                  </a:lnTo>
                  <a:lnTo>
                    <a:pt x="221647" y="359897"/>
                  </a:lnTo>
                  <a:lnTo>
                    <a:pt x="221122" y="359155"/>
                  </a:lnTo>
                  <a:lnTo>
                    <a:pt x="220517" y="358299"/>
                  </a:lnTo>
                  <a:lnTo>
                    <a:pt x="219786" y="357265"/>
                  </a:lnTo>
                  <a:lnTo>
                    <a:pt x="219673" y="357105"/>
                  </a:lnTo>
                  <a:lnTo>
                    <a:pt x="219486" y="356840"/>
                  </a:lnTo>
                  <a:lnTo>
                    <a:pt x="219038" y="356208"/>
                  </a:lnTo>
                  <a:lnTo>
                    <a:pt x="218497" y="355442"/>
                  </a:lnTo>
                  <a:lnTo>
                    <a:pt x="218375" y="355270"/>
                  </a:lnTo>
                  <a:lnTo>
                    <a:pt x="218051" y="354812"/>
                  </a:lnTo>
                  <a:lnTo>
                    <a:pt x="217811" y="354530"/>
                  </a:lnTo>
                  <a:lnTo>
                    <a:pt x="217610" y="354295"/>
                  </a:lnTo>
                  <a:lnTo>
                    <a:pt x="216976" y="353551"/>
                  </a:lnTo>
                  <a:lnTo>
                    <a:pt x="216695" y="353221"/>
                  </a:lnTo>
                  <a:lnTo>
                    <a:pt x="216335" y="352800"/>
                  </a:lnTo>
                  <a:lnTo>
                    <a:pt x="215834" y="352212"/>
                  </a:lnTo>
                  <a:lnTo>
                    <a:pt x="215715" y="352073"/>
                  </a:lnTo>
                  <a:lnTo>
                    <a:pt x="215429" y="351737"/>
                  </a:lnTo>
                  <a:lnTo>
                    <a:pt x="214920" y="351141"/>
                  </a:lnTo>
                  <a:lnTo>
                    <a:pt x="214662" y="350839"/>
                  </a:lnTo>
                  <a:lnTo>
                    <a:pt x="214337" y="350458"/>
                  </a:lnTo>
                  <a:lnTo>
                    <a:pt x="214090" y="350168"/>
                  </a:lnTo>
                  <a:lnTo>
                    <a:pt x="213904" y="349950"/>
                  </a:lnTo>
                  <a:lnTo>
                    <a:pt x="213790" y="349816"/>
                  </a:lnTo>
                  <a:lnTo>
                    <a:pt x="213680" y="349687"/>
                  </a:lnTo>
                  <a:lnTo>
                    <a:pt x="213526" y="349507"/>
                  </a:lnTo>
                  <a:lnTo>
                    <a:pt x="213286" y="349226"/>
                  </a:lnTo>
                  <a:lnTo>
                    <a:pt x="212838" y="348700"/>
                  </a:lnTo>
                  <a:lnTo>
                    <a:pt x="212400" y="348186"/>
                  </a:lnTo>
                  <a:lnTo>
                    <a:pt x="211196" y="347218"/>
                  </a:lnTo>
                  <a:lnTo>
                    <a:pt x="209588" y="345925"/>
                  </a:lnTo>
                  <a:lnTo>
                    <a:pt x="209105" y="345536"/>
                  </a:lnTo>
                  <a:lnTo>
                    <a:pt x="208582" y="345116"/>
                  </a:lnTo>
                  <a:lnTo>
                    <a:pt x="207313" y="344096"/>
                  </a:lnTo>
                  <a:lnTo>
                    <a:pt x="206701" y="343603"/>
                  </a:lnTo>
                  <a:lnTo>
                    <a:pt x="205171" y="342373"/>
                  </a:lnTo>
                  <a:lnTo>
                    <a:pt x="204791" y="342067"/>
                  </a:lnTo>
                  <a:lnTo>
                    <a:pt x="203868" y="341325"/>
                  </a:lnTo>
                  <a:lnTo>
                    <a:pt x="202528" y="340554"/>
                  </a:lnTo>
                  <a:lnTo>
                    <a:pt x="201131" y="339750"/>
                  </a:lnTo>
                  <a:lnTo>
                    <a:pt x="199501" y="338811"/>
                  </a:lnTo>
                  <a:lnTo>
                    <a:pt x="198647" y="338320"/>
                  </a:lnTo>
                  <a:lnTo>
                    <a:pt x="197747" y="337802"/>
                  </a:lnTo>
                  <a:lnTo>
                    <a:pt x="195716" y="336633"/>
                  </a:lnTo>
                  <a:lnTo>
                    <a:pt x="194999" y="336220"/>
                  </a:lnTo>
                  <a:lnTo>
                    <a:pt x="194013" y="335653"/>
                  </a:lnTo>
                  <a:lnTo>
                    <a:pt x="192358" y="334700"/>
                  </a:lnTo>
                  <a:lnTo>
                    <a:pt x="189552" y="333085"/>
                  </a:lnTo>
                  <a:lnTo>
                    <a:pt x="189292" y="332936"/>
                  </a:lnTo>
                  <a:lnTo>
                    <a:pt x="188761" y="332630"/>
                  </a:lnTo>
                  <a:lnTo>
                    <a:pt x="187913" y="332142"/>
                  </a:lnTo>
                  <a:lnTo>
                    <a:pt x="187332" y="331808"/>
                  </a:lnTo>
                  <a:lnTo>
                    <a:pt x="182471" y="329010"/>
                  </a:lnTo>
                  <a:lnTo>
                    <a:pt x="181916" y="328690"/>
                  </a:lnTo>
                  <a:lnTo>
                    <a:pt x="180771" y="328032"/>
                  </a:lnTo>
                  <a:lnTo>
                    <a:pt x="180625" y="327947"/>
                  </a:lnTo>
                  <a:lnTo>
                    <a:pt x="180268" y="327742"/>
                  </a:lnTo>
                  <a:lnTo>
                    <a:pt x="178766" y="326877"/>
                  </a:lnTo>
                  <a:lnTo>
                    <a:pt x="172618" y="323339"/>
                  </a:lnTo>
                  <a:lnTo>
                    <a:pt x="171972" y="322967"/>
                  </a:lnTo>
                  <a:lnTo>
                    <a:pt x="170804" y="322295"/>
                  </a:lnTo>
                  <a:lnTo>
                    <a:pt x="169482" y="321534"/>
                  </a:lnTo>
                  <a:lnTo>
                    <a:pt x="168896" y="321211"/>
                  </a:lnTo>
                  <a:lnTo>
                    <a:pt x="168168" y="320809"/>
                  </a:lnTo>
                  <a:lnTo>
                    <a:pt x="165484" y="319326"/>
                  </a:lnTo>
                  <a:lnTo>
                    <a:pt x="162899" y="317898"/>
                  </a:lnTo>
                  <a:lnTo>
                    <a:pt x="161240" y="316981"/>
                  </a:lnTo>
                  <a:lnTo>
                    <a:pt x="158692" y="315574"/>
                  </a:lnTo>
                  <a:lnTo>
                    <a:pt x="158196" y="315300"/>
                  </a:lnTo>
                  <a:lnTo>
                    <a:pt x="157379" y="314849"/>
                  </a:lnTo>
                  <a:lnTo>
                    <a:pt x="155053" y="313564"/>
                  </a:lnTo>
                  <a:lnTo>
                    <a:pt x="153612" y="312768"/>
                  </a:lnTo>
                  <a:lnTo>
                    <a:pt x="151707" y="311716"/>
                  </a:lnTo>
                  <a:lnTo>
                    <a:pt x="151256" y="311467"/>
                  </a:lnTo>
                  <a:lnTo>
                    <a:pt x="150381" y="310983"/>
                  </a:lnTo>
                  <a:lnTo>
                    <a:pt x="149935" y="310737"/>
                  </a:lnTo>
                  <a:lnTo>
                    <a:pt x="149637" y="310572"/>
                  </a:lnTo>
                  <a:lnTo>
                    <a:pt x="149330" y="310403"/>
                  </a:lnTo>
                  <a:lnTo>
                    <a:pt x="149012" y="310227"/>
                  </a:lnTo>
                  <a:lnTo>
                    <a:pt x="148770" y="310093"/>
                  </a:lnTo>
                  <a:lnTo>
                    <a:pt x="148306" y="309838"/>
                  </a:lnTo>
                  <a:lnTo>
                    <a:pt x="147806" y="309561"/>
                  </a:lnTo>
                  <a:lnTo>
                    <a:pt x="147571" y="309431"/>
                  </a:lnTo>
                  <a:lnTo>
                    <a:pt x="147258" y="309259"/>
                  </a:lnTo>
                  <a:lnTo>
                    <a:pt x="147087" y="309164"/>
                  </a:lnTo>
                  <a:lnTo>
                    <a:pt x="146612" y="308902"/>
                  </a:lnTo>
                  <a:lnTo>
                    <a:pt x="146215" y="308682"/>
                  </a:lnTo>
                  <a:lnTo>
                    <a:pt x="145513" y="308295"/>
                  </a:lnTo>
                  <a:lnTo>
                    <a:pt x="144827" y="307915"/>
                  </a:lnTo>
                  <a:lnTo>
                    <a:pt x="144561" y="307769"/>
                  </a:lnTo>
                  <a:lnTo>
                    <a:pt x="144113" y="307521"/>
                  </a:lnTo>
                  <a:lnTo>
                    <a:pt x="142477" y="306617"/>
                  </a:lnTo>
                  <a:lnTo>
                    <a:pt x="142043" y="306378"/>
                  </a:lnTo>
                  <a:lnTo>
                    <a:pt x="141166" y="305894"/>
                  </a:lnTo>
                  <a:lnTo>
                    <a:pt x="140985" y="305793"/>
                  </a:lnTo>
                  <a:lnTo>
                    <a:pt x="139441" y="304940"/>
                  </a:lnTo>
                  <a:lnTo>
                    <a:pt x="137199" y="303702"/>
                  </a:lnTo>
                  <a:lnTo>
                    <a:pt x="135421" y="302720"/>
                  </a:lnTo>
                  <a:lnTo>
                    <a:pt x="133825" y="301838"/>
                  </a:lnTo>
                  <a:lnTo>
                    <a:pt x="132696" y="301215"/>
                  </a:lnTo>
                  <a:lnTo>
                    <a:pt x="132564" y="301142"/>
                  </a:lnTo>
                  <a:lnTo>
                    <a:pt x="130560" y="300035"/>
                  </a:lnTo>
                  <a:lnTo>
                    <a:pt x="128588" y="298946"/>
                  </a:lnTo>
                  <a:lnTo>
                    <a:pt x="125454" y="297214"/>
                  </a:lnTo>
                  <a:lnTo>
                    <a:pt x="124611" y="296749"/>
                  </a:lnTo>
                  <a:lnTo>
                    <a:pt x="124260" y="296555"/>
                  </a:lnTo>
                  <a:lnTo>
                    <a:pt x="123745" y="296271"/>
                  </a:lnTo>
                  <a:lnTo>
                    <a:pt x="122933" y="295822"/>
                  </a:lnTo>
                  <a:lnTo>
                    <a:pt x="121364" y="294956"/>
                  </a:lnTo>
                  <a:lnTo>
                    <a:pt x="120018" y="294212"/>
                  </a:lnTo>
                  <a:lnTo>
                    <a:pt x="119277" y="293803"/>
                  </a:lnTo>
                  <a:lnTo>
                    <a:pt x="118399" y="293318"/>
                  </a:lnTo>
                  <a:lnTo>
                    <a:pt x="118181" y="293197"/>
                  </a:lnTo>
                  <a:lnTo>
                    <a:pt x="117898" y="293041"/>
                  </a:lnTo>
                  <a:lnTo>
                    <a:pt x="117572" y="292861"/>
                  </a:lnTo>
                  <a:lnTo>
                    <a:pt x="117299" y="292710"/>
                  </a:lnTo>
                  <a:lnTo>
                    <a:pt x="116928" y="292505"/>
                  </a:lnTo>
                  <a:lnTo>
                    <a:pt x="116658" y="292356"/>
                  </a:lnTo>
                  <a:lnTo>
                    <a:pt x="115092" y="291491"/>
                  </a:lnTo>
                  <a:lnTo>
                    <a:pt x="114721" y="291286"/>
                  </a:lnTo>
                  <a:lnTo>
                    <a:pt x="114125" y="290957"/>
                  </a:lnTo>
                  <a:lnTo>
                    <a:pt x="113459" y="290589"/>
                  </a:lnTo>
                  <a:lnTo>
                    <a:pt x="112657" y="290146"/>
                  </a:lnTo>
                  <a:lnTo>
                    <a:pt x="112380" y="289993"/>
                  </a:lnTo>
                  <a:lnTo>
                    <a:pt x="110600" y="289010"/>
                  </a:lnTo>
                  <a:lnTo>
                    <a:pt x="109895" y="288620"/>
                  </a:lnTo>
                  <a:lnTo>
                    <a:pt x="108840" y="288038"/>
                  </a:lnTo>
                  <a:lnTo>
                    <a:pt x="108094" y="287626"/>
                  </a:lnTo>
                  <a:lnTo>
                    <a:pt x="106914" y="286974"/>
                  </a:lnTo>
                  <a:lnTo>
                    <a:pt x="106684" y="286847"/>
                  </a:lnTo>
                  <a:lnTo>
                    <a:pt x="106409" y="286695"/>
                  </a:lnTo>
                  <a:lnTo>
                    <a:pt x="106161" y="286558"/>
                  </a:lnTo>
                  <a:lnTo>
                    <a:pt x="105985" y="286461"/>
                  </a:lnTo>
                  <a:lnTo>
                    <a:pt x="104729" y="285767"/>
                  </a:lnTo>
                  <a:lnTo>
                    <a:pt x="103972" y="285349"/>
                  </a:lnTo>
                  <a:lnTo>
                    <a:pt x="102341" y="284448"/>
                  </a:lnTo>
                  <a:lnTo>
                    <a:pt x="101517" y="283993"/>
                  </a:lnTo>
                  <a:lnTo>
                    <a:pt x="100082" y="283200"/>
                  </a:lnTo>
                  <a:lnTo>
                    <a:pt x="98516" y="282335"/>
                  </a:lnTo>
                  <a:lnTo>
                    <a:pt x="98295" y="282213"/>
                  </a:lnTo>
                  <a:lnTo>
                    <a:pt x="97579" y="281817"/>
                  </a:lnTo>
                  <a:lnTo>
                    <a:pt x="97433" y="281737"/>
                  </a:lnTo>
                  <a:lnTo>
                    <a:pt x="96514" y="281229"/>
                  </a:lnTo>
                  <a:lnTo>
                    <a:pt x="94999" y="280392"/>
                  </a:lnTo>
                  <a:lnTo>
                    <a:pt x="94567" y="280154"/>
                  </a:lnTo>
                  <a:lnTo>
                    <a:pt x="94308" y="280011"/>
                  </a:lnTo>
                  <a:lnTo>
                    <a:pt x="92381" y="278946"/>
                  </a:lnTo>
                  <a:lnTo>
                    <a:pt x="91658" y="278547"/>
                  </a:lnTo>
                  <a:lnTo>
                    <a:pt x="90998" y="278182"/>
                  </a:lnTo>
                  <a:lnTo>
                    <a:pt x="90461" y="277886"/>
                  </a:lnTo>
                  <a:lnTo>
                    <a:pt x="77571" y="270766"/>
                  </a:lnTo>
                  <a:lnTo>
                    <a:pt x="75468" y="269591"/>
                  </a:lnTo>
                  <a:lnTo>
                    <a:pt x="74290" y="268933"/>
                  </a:lnTo>
                  <a:lnTo>
                    <a:pt x="72556" y="267964"/>
                  </a:lnTo>
                  <a:lnTo>
                    <a:pt x="67593" y="265191"/>
                  </a:lnTo>
                  <a:lnTo>
                    <a:pt x="65341" y="263933"/>
                  </a:lnTo>
                  <a:lnTo>
                    <a:pt x="61087" y="261556"/>
                  </a:lnTo>
                  <a:lnTo>
                    <a:pt x="58446" y="260080"/>
                  </a:lnTo>
                  <a:lnTo>
                    <a:pt x="55743" y="258570"/>
                  </a:lnTo>
                  <a:lnTo>
                    <a:pt x="53980" y="257585"/>
                  </a:lnTo>
                  <a:lnTo>
                    <a:pt x="49862" y="255284"/>
                  </a:lnTo>
                  <a:lnTo>
                    <a:pt x="48386" y="254460"/>
                  </a:lnTo>
                  <a:lnTo>
                    <a:pt x="46422" y="253362"/>
                  </a:lnTo>
                  <a:lnTo>
                    <a:pt x="44691" y="252395"/>
                  </a:lnTo>
                  <a:lnTo>
                    <a:pt x="43472" y="251714"/>
                  </a:lnTo>
                  <a:lnTo>
                    <a:pt x="41869" y="250818"/>
                  </a:lnTo>
                  <a:lnTo>
                    <a:pt x="37474" y="248363"/>
                  </a:lnTo>
                  <a:lnTo>
                    <a:pt x="36478" y="247806"/>
                  </a:lnTo>
                  <a:lnTo>
                    <a:pt x="34298" y="246588"/>
                  </a:lnTo>
                  <a:lnTo>
                    <a:pt x="30239" y="244320"/>
                  </a:lnTo>
                  <a:lnTo>
                    <a:pt x="29995" y="244184"/>
                  </a:lnTo>
                  <a:lnTo>
                    <a:pt x="28252" y="243210"/>
                  </a:lnTo>
                  <a:lnTo>
                    <a:pt x="28094" y="243122"/>
                  </a:lnTo>
                  <a:lnTo>
                    <a:pt x="25432" y="241635"/>
                  </a:lnTo>
                  <a:lnTo>
                    <a:pt x="25265" y="241541"/>
                  </a:lnTo>
                  <a:lnTo>
                    <a:pt x="25169" y="241237"/>
                  </a:lnTo>
                  <a:lnTo>
                    <a:pt x="21424" y="229429"/>
                  </a:lnTo>
                  <a:lnTo>
                    <a:pt x="15682" y="211329"/>
                  </a:lnTo>
                  <a:lnTo>
                    <a:pt x="15594" y="211050"/>
                  </a:lnTo>
                  <a:lnTo>
                    <a:pt x="10750" y="195779"/>
                  </a:lnTo>
                  <a:lnTo>
                    <a:pt x="4831" y="177116"/>
                  </a:lnTo>
                  <a:lnTo>
                    <a:pt x="3019" y="169831"/>
                  </a:lnTo>
                  <a:lnTo>
                    <a:pt x="1903" y="165344"/>
                  </a:lnTo>
                  <a:lnTo>
                    <a:pt x="1370" y="159846"/>
                  </a:lnTo>
                  <a:lnTo>
                    <a:pt x="860" y="154593"/>
                  </a:lnTo>
                  <a:lnTo>
                    <a:pt x="829" y="154271"/>
                  </a:lnTo>
                  <a:lnTo>
                    <a:pt x="101" y="138387"/>
                  </a:lnTo>
                  <a:lnTo>
                    <a:pt x="0" y="136177"/>
                  </a:lnTo>
                  <a:lnTo>
                    <a:pt x="2401" y="111538"/>
                  </a:lnTo>
                  <a:lnTo>
                    <a:pt x="2453" y="111009"/>
                  </a:lnTo>
                  <a:lnTo>
                    <a:pt x="2580" y="109705"/>
                  </a:lnTo>
                  <a:lnTo>
                    <a:pt x="7440" y="85972"/>
                  </a:lnTo>
                  <a:lnTo>
                    <a:pt x="7685" y="84777"/>
                  </a:lnTo>
                  <a:lnTo>
                    <a:pt x="13497" y="69448"/>
                  </a:lnTo>
                  <a:lnTo>
                    <a:pt x="18976" y="61342"/>
                  </a:lnTo>
                  <a:lnTo>
                    <a:pt x="20753" y="58240"/>
                  </a:lnTo>
                  <a:lnTo>
                    <a:pt x="30116" y="41891"/>
                  </a:lnTo>
                  <a:lnTo>
                    <a:pt x="39726" y="28738"/>
                  </a:lnTo>
                  <a:lnTo>
                    <a:pt x="47199" y="18508"/>
                  </a:lnTo>
                  <a:lnTo>
                    <a:pt x="47486" y="18222"/>
                  </a:lnTo>
                  <a:lnTo>
                    <a:pt x="50471" y="15238"/>
                  </a:lnTo>
                  <a:lnTo>
                    <a:pt x="63502" y="2212"/>
                  </a:lnTo>
                  <a:lnTo>
                    <a:pt x="65715" y="0"/>
                  </a:lnTo>
                  <a:lnTo>
                    <a:pt x="68199" y="938"/>
                  </a:lnTo>
                  <a:lnTo>
                    <a:pt x="73330" y="2875"/>
                  </a:lnTo>
                  <a:lnTo>
                    <a:pt x="74208" y="3207"/>
                  </a:lnTo>
                  <a:lnTo>
                    <a:pt x="107331" y="22431"/>
                  </a:lnTo>
                  <a:lnTo>
                    <a:pt x="121105" y="30500"/>
                  </a:lnTo>
                  <a:lnTo>
                    <a:pt x="126528" y="33677"/>
                  </a:lnTo>
                  <a:lnTo>
                    <a:pt x="129833" y="36707"/>
                  </a:lnTo>
                  <a:lnTo>
                    <a:pt x="130980" y="37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4"/>
            <p:cNvSpPr/>
            <p:nvPr/>
          </p:nvSpPr>
          <p:spPr>
            <a:xfrm>
              <a:off x="6732270" y="2811712"/>
              <a:ext cx="565470" cy="312598"/>
            </a:xfrm>
            <a:custGeom>
              <a:avLst/>
              <a:pathLst>
                <a:path w="565470" h="312598">
                  <a:moveTo>
                    <a:pt x="484208" y="90528"/>
                  </a:moveTo>
                  <a:lnTo>
                    <a:pt x="486089" y="95342"/>
                  </a:lnTo>
                  <a:lnTo>
                    <a:pt x="493465" y="105594"/>
                  </a:lnTo>
                  <a:lnTo>
                    <a:pt x="495391" y="108271"/>
                  </a:lnTo>
                  <a:lnTo>
                    <a:pt x="512186" y="131614"/>
                  </a:lnTo>
                  <a:lnTo>
                    <a:pt x="508354" y="134430"/>
                  </a:lnTo>
                  <a:lnTo>
                    <a:pt x="500199" y="140424"/>
                  </a:lnTo>
                  <a:lnTo>
                    <a:pt x="509043" y="152002"/>
                  </a:lnTo>
                  <a:lnTo>
                    <a:pt x="510089" y="152943"/>
                  </a:lnTo>
                  <a:lnTo>
                    <a:pt x="518742" y="160236"/>
                  </a:lnTo>
                  <a:lnTo>
                    <a:pt x="539958" y="166840"/>
                  </a:lnTo>
                  <a:lnTo>
                    <a:pt x="556934" y="156505"/>
                  </a:lnTo>
                  <a:lnTo>
                    <a:pt x="565470" y="173954"/>
                  </a:lnTo>
                  <a:lnTo>
                    <a:pt x="549128" y="189098"/>
                  </a:lnTo>
                  <a:lnTo>
                    <a:pt x="529429" y="192504"/>
                  </a:lnTo>
                  <a:lnTo>
                    <a:pt x="523427" y="191753"/>
                  </a:lnTo>
                  <a:lnTo>
                    <a:pt x="510310" y="190111"/>
                  </a:lnTo>
                  <a:lnTo>
                    <a:pt x="510356" y="199774"/>
                  </a:lnTo>
                  <a:lnTo>
                    <a:pt x="495845" y="199774"/>
                  </a:lnTo>
                  <a:lnTo>
                    <a:pt x="495639" y="193931"/>
                  </a:lnTo>
                  <a:lnTo>
                    <a:pt x="492517" y="193060"/>
                  </a:lnTo>
                  <a:lnTo>
                    <a:pt x="456244" y="182951"/>
                  </a:lnTo>
                  <a:lnTo>
                    <a:pt x="448295" y="182157"/>
                  </a:lnTo>
                  <a:lnTo>
                    <a:pt x="434021" y="180731"/>
                  </a:lnTo>
                  <a:lnTo>
                    <a:pt x="427915" y="179647"/>
                  </a:lnTo>
                  <a:lnTo>
                    <a:pt x="423726" y="178903"/>
                  </a:lnTo>
                  <a:lnTo>
                    <a:pt x="422807" y="179002"/>
                  </a:lnTo>
                  <a:lnTo>
                    <a:pt x="421942" y="179095"/>
                  </a:lnTo>
                  <a:lnTo>
                    <a:pt x="421804" y="179110"/>
                  </a:lnTo>
                  <a:lnTo>
                    <a:pt x="416751" y="179655"/>
                  </a:lnTo>
                  <a:lnTo>
                    <a:pt x="411435" y="181955"/>
                  </a:lnTo>
                  <a:lnTo>
                    <a:pt x="409651" y="183604"/>
                  </a:lnTo>
                  <a:lnTo>
                    <a:pt x="409512" y="183732"/>
                  </a:lnTo>
                  <a:lnTo>
                    <a:pt x="407878" y="185242"/>
                  </a:lnTo>
                  <a:lnTo>
                    <a:pt x="405861" y="187106"/>
                  </a:lnTo>
                  <a:lnTo>
                    <a:pt x="401518" y="198814"/>
                  </a:lnTo>
                  <a:lnTo>
                    <a:pt x="399856" y="207614"/>
                  </a:lnTo>
                  <a:lnTo>
                    <a:pt x="398011" y="217391"/>
                  </a:lnTo>
                  <a:lnTo>
                    <a:pt x="425797" y="205159"/>
                  </a:lnTo>
                  <a:lnTo>
                    <a:pt x="433799" y="218791"/>
                  </a:lnTo>
                  <a:lnTo>
                    <a:pt x="420923" y="226804"/>
                  </a:lnTo>
                  <a:lnTo>
                    <a:pt x="438805" y="258662"/>
                  </a:lnTo>
                  <a:lnTo>
                    <a:pt x="461914" y="250481"/>
                  </a:lnTo>
                  <a:lnTo>
                    <a:pt x="463409" y="249952"/>
                  </a:lnTo>
                  <a:lnTo>
                    <a:pt x="471826" y="284526"/>
                  </a:lnTo>
                  <a:lnTo>
                    <a:pt x="473138" y="289913"/>
                  </a:lnTo>
                  <a:lnTo>
                    <a:pt x="475976" y="301571"/>
                  </a:lnTo>
                  <a:lnTo>
                    <a:pt x="418596" y="312598"/>
                  </a:lnTo>
                  <a:lnTo>
                    <a:pt x="391921" y="310538"/>
                  </a:lnTo>
                  <a:lnTo>
                    <a:pt x="376495" y="299925"/>
                  </a:lnTo>
                  <a:lnTo>
                    <a:pt x="353989" y="293525"/>
                  </a:lnTo>
                  <a:lnTo>
                    <a:pt x="344960" y="290958"/>
                  </a:lnTo>
                  <a:lnTo>
                    <a:pt x="321060" y="261877"/>
                  </a:lnTo>
                  <a:lnTo>
                    <a:pt x="307966" y="266226"/>
                  </a:lnTo>
                  <a:lnTo>
                    <a:pt x="293124" y="231061"/>
                  </a:lnTo>
                  <a:lnTo>
                    <a:pt x="298895" y="204222"/>
                  </a:lnTo>
                  <a:lnTo>
                    <a:pt x="316485" y="195064"/>
                  </a:lnTo>
                  <a:lnTo>
                    <a:pt x="316595" y="194840"/>
                  </a:lnTo>
                  <a:lnTo>
                    <a:pt x="322850" y="182136"/>
                  </a:lnTo>
                  <a:lnTo>
                    <a:pt x="325633" y="177423"/>
                  </a:lnTo>
                  <a:lnTo>
                    <a:pt x="313399" y="158375"/>
                  </a:lnTo>
                  <a:lnTo>
                    <a:pt x="310127" y="156484"/>
                  </a:lnTo>
                  <a:lnTo>
                    <a:pt x="302438" y="155170"/>
                  </a:lnTo>
                  <a:lnTo>
                    <a:pt x="287127" y="152552"/>
                  </a:lnTo>
                  <a:lnTo>
                    <a:pt x="263273" y="147730"/>
                  </a:lnTo>
                  <a:lnTo>
                    <a:pt x="253349" y="151508"/>
                  </a:lnTo>
                  <a:lnTo>
                    <a:pt x="250279" y="152677"/>
                  </a:lnTo>
                  <a:lnTo>
                    <a:pt x="248382" y="153462"/>
                  </a:lnTo>
                  <a:lnTo>
                    <a:pt x="241007" y="156516"/>
                  </a:lnTo>
                  <a:lnTo>
                    <a:pt x="239940" y="156958"/>
                  </a:lnTo>
                  <a:lnTo>
                    <a:pt x="240134" y="159660"/>
                  </a:lnTo>
                  <a:lnTo>
                    <a:pt x="241393" y="177182"/>
                  </a:lnTo>
                  <a:lnTo>
                    <a:pt x="233196" y="179351"/>
                  </a:lnTo>
                  <a:lnTo>
                    <a:pt x="239874" y="198092"/>
                  </a:lnTo>
                  <a:lnTo>
                    <a:pt x="214456" y="209336"/>
                  </a:lnTo>
                  <a:lnTo>
                    <a:pt x="205596" y="206197"/>
                  </a:lnTo>
                  <a:lnTo>
                    <a:pt x="181551" y="212246"/>
                  </a:lnTo>
                  <a:lnTo>
                    <a:pt x="155899" y="218698"/>
                  </a:lnTo>
                  <a:lnTo>
                    <a:pt x="150776" y="229074"/>
                  </a:lnTo>
                  <a:lnTo>
                    <a:pt x="140723" y="250595"/>
                  </a:lnTo>
                  <a:lnTo>
                    <a:pt x="122703" y="241676"/>
                  </a:lnTo>
                  <a:lnTo>
                    <a:pt x="139206" y="215115"/>
                  </a:lnTo>
                  <a:lnTo>
                    <a:pt x="138644" y="201915"/>
                  </a:lnTo>
                  <a:lnTo>
                    <a:pt x="138067" y="188361"/>
                  </a:lnTo>
                  <a:lnTo>
                    <a:pt x="135405" y="187445"/>
                  </a:lnTo>
                  <a:lnTo>
                    <a:pt x="114492" y="180255"/>
                  </a:lnTo>
                  <a:lnTo>
                    <a:pt x="103061" y="199566"/>
                  </a:lnTo>
                  <a:lnTo>
                    <a:pt x="100835" y="203326"/>
                  </a:lnTo>
                  <a:lnTo>
                    <a:pt x="72605" y="189332"/>
                  </a:lnTo>
                  <a:lnTo>
                    <a:pt x="72783" y="185444"/>
                  </a:lnTo>
                  <a:lnTo>
                    <a:pt x="73350" y="173066"/>
                  </a:lnTo>
                  <a:lnTo>
                    <a:pt x="45018" y="168963"/>
                  </a:lnTo>
                  <a:lnTo>
                    <a:pt x="35863" y="167637"/>
                  </a:lnTo>
                  <a:lnTo>
                    <a:pt x="35803" y="167839"/>
                  </a:lnTo>
                  <a:lnTo>
                    <a:pt x="34654" y="171718"/>
                  </a:lnTo>
                  <a:lnTo>
                    <a:pt x="34218" y="173193"/>
                  </a:lnTo>
                  <a:lnTo>
                    <a:pt x="33832" y="174679"/>
                  </a:lnTo>
                  <a:lnTo>
                    <a:pt x="33219" y="177046"/>
                  </a:lnTo>
                  <a:lnTo>
                    <a:pt x="32999" y="177894"/>
                  </a:lnTo>
                  <a:lnTo>
                    <a:pt x="32549" y="179629"/>
                  </a:lnTo>
                  <a:lnTo>
                    <a:pt x="29953" y="187766"/>
                  </a:lnTo>
                  <a:lnTo>
                    <a:pt x="25256" y="187705"/>
                  </a:lnTo>
                  <a:lnTo>
                    <a:pt x="15780" y="187904"/>
                  </a:lnTo>
                  <a:lnTo>
                    <a:pt x="10677" y="184317"/>
                  </a:lnTo>
                  <a:lnTo>
                    <a:pt x="6509" y="181386"/>
                  </a:lnTo>
                  <a:lnTo>
                    <a:pt x="6058" y="181069"/>
                  </a:lnTo>
                  <a:lnTo>
                    <a:pt x="2699" y="176455"/>
                  </a:lnTo>
                  <a:lnTo>
                    <a:pt x="389" y="173280"/>
                  </a:lnTo>
                  <a:lnTo>
                    <a:pt x="0" y="171444"/>
                  </a:lnTo>
                  <a:lnTo>
                    <a:pt x="603" y="170436"/>
                  </a:lnTo>
                  <a:lnTo>
                    <a:pt x="5227" y="164813"/>
                  </a:lnTo>
                  <a:lnTo>
                    <a:pt x="8724" y="160806"/>
                  </a:lnTo>
                  <a:lnTo>
                    <a:pt x="10393" y="158893"/>
                  </a:lnTo>
                  <a:lnTo>
                    <a:pt x="10514" y="158755"/>
                  </a:lnTo>
                  <a:lnTo>
                    <a:pt x="12305" y="156387"/>
                  </a:lnTo>
                  <a:lnTo>
                    <a:pt x="13710" y="154529"/>
                  </a:lnTo>
                  <a:lnTo>
                    <a:pt x="16498" y="150842"/>
                  </a:lnTo>
                  <a:lnTo>
                    <a:pt x="19545" y="146813"/>
                  </a:lnTo>
                  <a:lnTo>
                    <a:pt x="19736" y="146561"/>
                  </a:lnTo>
                  <a:lnTo>
                    <a:pt x="19406" y="146324"/>
                  </a:lnTo>
                  <a:lnTo>
                    <a:pt x="27614" y="137557"/>
                  </a:lnTo>
                  <a:lnTo>
                    <a:pt x="33734" y="141010"/>
                  </a:lnTo>
                  <a:lnTo>
                    <a:pt x="34521" y="141454"/>
                  </a:lnTo>
                  <a:lnTo>
                    <a:pt x="39156" y="144069"/>
                  </a:lnTo>
                  <a:lnTo>
                    <a:pt x="44972" y="146696"/>
                  </a:lnTo>
                  <a:lnTo>
                    <a:pt x="45129" y="146766"/>
                  </a:lnTo>
                  <a:lnTo>
                    <a:pt x="46770" y="147508"/>
                  </a:lnTo>
                  <a:lnTo>
                    <a:pt x="47367" y="147694"/>
                  </a:lnTo>
                  <a:lnTo>
                    <a:pt x="47501" y="147311"/>
                  </a:lnTo>
                  <a:lnTo>
                    <a:pt x="51318" y="137063"/>
                  </a:lnTo>
                  <a:lnTo>
                    <a:pt x="51432" y="136757"/>
                  </a:lnTo>
                  <a:lnTo>
                    <a:pt x="51000" y="136580"/>
                  </a:lnTo>
                  <a:lnTo>
                    <a:pt x="50638" y="136432"/>
                  </a:lnTo>
                  <a:lnTo>
                    <a:pt x="44688" y="133667"/>
                  </a:lnTo>
                  <a:lnTo>
                    <a:pt x="39052" y="131048"/>
                  </a:lnTo>
                  <a:lnTo>
                    <a:pt x="36573" y="128730"/>
                  </a:lnTo>
                  <a:lnTo>
                    <a:pt x="32495" y="123462"/>
                  </a:lnTo>
                  <a:lnTo>
                    <a:pt x="29389" y="116444"/>
                  </a:lnTo>
                  <a:lnTo>
                    <a:pt x="29104" y="115208"/>
                  </a:lnTo>
                  <a:lnTo>
                    <a:pt x="29555" y="113411"/>
                  </a:lnTo>
                  <a:lnTo>
                    <a:pt x="29708" y="112990"/>
                  </a:lnTo>
                  <a:lnTo>
                    <a:pt x="32887" y="104248"/>
                  </a:lnTo>
                  <a:lnTo>
                    <a:pt x="36929" y="93397"/>
                  </a:lnTo>
                  <a:lnTo>
                    <a:pt x="39475" y="87253"/>
                  </a:lnTo>
                  <a:lnTo>
                    <a:pt x="36695" y="85724"/>
                  </a:lnTo>
                  <a:lnTo>
                    <a:pt x="22692" y="74520"/>
                  </a:lnTo>
                  <a:lnTo>
                    <a:pt x="16782" y="71152"/>
                  </a:lnTo>
                  <a:lnTo>
                    <a:pt x="18576" y="71369"/>
                  </a:lnTo>
                  <a:lnTo>
                    <a:pt x="21692" y="71551"/>
                  </a:lnTo>
                  <a:lnTo>
                    <a:pt x="43220" y="72809"/>
                  </a:lnTo>
                  <a:lnTo>
                    <a:pt x="44305" y="50615"/>
                  </a:lnTo>
                  <a:lnTo>
                    <a:pt x="44543" y="45745"/>
                  </a:lnTo>
                  <a:lnTo>
                    <a:pt x="44786" y="40788"/>
                  </a:lnTo>
                  <a:lnTo>
                    <a:pt x="45403" y="28158"/>
                  </a:lnTo>
                  <a:lnTo>
                    <a:pt x="46606" y="3565"/>
                  </a:lnTo>
                  <a:lnTo>
                    <a:pt x="46780" y="0"/>
                  </a:lnTo>
                  <a:lnTo>
                    <a:pt x="53188" y="314"/>
                  </a:lnTo>
                  <a:lnTo>
                    <a:pt x="59220" y="673"/>
                  </a:lnTo>
                  <a:lnTo>
                    <a:pt x="61360" y="801"/>
                  </a:lnTo>
                  <a:lnTo>
                    <a:pt x="69775" y="1302"/>
                  </a:lnTo>
                  <a:lnTo>
                    <a:pt x="77624" y="1770"/>
                  </a:lnTo>
                  <a:lnTo>
                    <a:pt x="87559" y="2362"/>
                  </a:lnTo>
                  <a:lnTo>
                    <a:pt x="89578" y="2482"/>
                  </a:lnTo>
                  <a:lnTo>
                    <a:pt x="89797" y="2495"/>
                  </a:lnTo>
                  <a:lnTo>
                    <a:pt x="90639" y="2549"/>
                  </a:lnTo>
                  <a:lnTo>
                    <a:pt x="95788" y="2875"/>
                  </a:lnTo>
                  <a:lnTo>
                    <a:pt x="96673" y="2931"/>
                  </a:lnTo>
                  <a:lnTo>
                    <a:pt x="102667" y="3238"/>
                  </a:lnTo>
                  <a:lnTo>
                    <a:pt x="105657" y="3392"/>
                  </a:lnTo>
                  <a:lnTo>
                    <a:pt x="113691" y="3803"/>
                  </a:lnTo>
                  <a:lnTo>
                    <a:pt x="116778" y="3961"/>
                  </a:lnTo>
                  <a:lnTo>
                    <a:pt x="118440" y="4046"/>
                  </a:lnTo>
                  <a:lnTo>
                    <a:pt x="120763" y="4164"/>
                  </a:lnTo>
                  <a:lnTo>
                    <a:pt x="123551" y="4304"/>
                  </a:lnTo>
                  <a:lnTo>
                    <a:pt x="131501" y="4706"/>
                  </a:lnTo>
                  <a:lnTo>
                    <a:pt x="137304" y="4999"/>
                  </a:lnTo>
                  <a:lnTo>
                    <a:pt x="138594" y="5064"/>
                  </a:lnTo>
                  <a:lnTo>
                    <a:pt x="140168" y="5126"/>
                  </a:lnTo>
                  <a:lnTo>
                    <a:pt x="152403" y="5605"/>
                  </a:lnTo>
                  <a:lnTo>
                    <a:pt x="152763" y="5619"/>
                  </a:lnTo>
                  <a:lnTo>
                    <a:pt x="154670" y="5694"/>
                  </a:lnTo>
                  <a:lnTo>
                    <a:pt x="162994" y="6179"/>
                  </a:lnTo>
                  <a:lnTo>
                    <a:pt x="163822" y="6227"/>
                  </a:lnTo>
                  <a:lnTo>
                    <a:pt x="166975" y="6447"/>
                  </a:lnTo>
                  <a:lnTo>
                    <a:pt x="172291" y="6818"/>
                  </a:lnTo>
                  <a:lnTo>
                    <a:pt x="173543" y="6906"/>
                  </a:lnTo>
                  <a:lnTo>
                    <a:pt x="176683" y="6935"/>
                  </a:lnTo>
                  <a:lnTo>
                    <a:pt x="188576" y="7044"/>
                  </a:lnTo>
                  <a:lnTo>
                    <a:pt x="189335" y="7051"/>
                  </a:lnTo>
                  <a:lnTo>
                    <a:pt x="191762" y="7001"/>
                  </a:lnTo>
                  <a:lnTo>
                    <a:pt x="192294" y="6990"/>
                  </a:lnTo>
                  <a:lnTo>
                    <a:pt x="198038" y="6873"/>
                  </a:lnTo>
                  <a:lnTo>
                    <a:pt x="213920" y="6546"/>
                  </a:lnTo>
                  <a:lnTo>
                    <a:pt x="216422" y="6495"/>
                  </a:lnTo>
                  <a:lnTo>
                    <a:pt x="220017" y="6421"/>
                  </a:lnTo>
                  <a:lnTo>
                    <a:pt x="228303" y="6237"/>
                  </a:lnTo>
                  <a:lnTo>
                    <a:pt x="232767" y="6138"/>
                  </a:lnTo>
                  <a:lnTo>
                    <a:pt x="246610" y="5831"/>
                  </a:lnTo>
                  <a:lnTo>
                    <a:pt x="254218" y="5662"/>
                  </a:lnTo>
                  <a:lnTo>
                    <a:pt x="254890" y="5647"/>
                  </a:lnTo>
                  <a:lnTo>
                    <a:pt x="261510" y="5500"/>
                  </a:lnTo>
                  <a:lnTo>
                    <a:pt x="262945" y="5475"/>
                  </a:lnTo>
                  <a:lnTo>
                    <a:pt x="266393" y="5413"/>
                  </a:lnTo>
                  <a:lnTo>
                    <a:pt x="266964" y="5403"/>
                  </a:lnTo>
                  <a:lnTo>
                    <a:pt x="267551" y="5410"/>
                  </a:lnTo>
                  <a:lnTo>
                    <a:pt x="280507" y="5562"/>
                  </a:lnTo>
                  <a:lnTo>
                    <a:pt x="289510" y="5667"/>
                  </a:lnTo>
                  <a:lnTo>
                    <a:pt x="297427" y="5760"/>
                  </a:lnTo>
                  <a:lnTo>
                    <a:pt x="310866" y="5917"/>
                  </a:lnTo>
                  <a:lnTo>
                    <a:pt x="311416" y="5923"/>
                  </a:lnTo>
                  <a:lnTo>
                    <a:pt x="312536" y="5936"/>
                  </a:lnTo>
                  <a:lnTo>
                    <a:pt x="317752" y="6130"/>
                  </a:lnTo>
                  <a:lnTo>
                    <a:pt x="318940" y="6153"/>
                  </a:lnTo>
                  <a:lnTo>
                    <a:pt x="319796" y="6170"/>
                  </a:lnTo>
                  <a:lnTo>
                    <a:pt x="319685" y="8785"/>
                  </a:lnTo>
                  <a:lnTo>
                    <a:pt x="319612" y="10504"/>
                  </a:lnTo>
                  <a:lnTo>
                    <a:pt x="319395" y="15616"/>
                  </a:lnTo>
                  <a:lnTo>
                    <a:pt x="319191" y="20417"/>
                  </a:lnTo>
                  <a:lnTo>
                    <a:pt x="319115" y="22214"/>
                  </a:lnTo>
                  <a:lnTo>
                    <a:pt x="318918" y="26868"/>
                  </a:lnTo>
                  <a:lnTo>
                    <a:pt x="318903" y="27215"/>
                  </a:lnTo>
                  <a:lnTo>
                    <a:pt x="318736" y="31150"/>
                  </a:lnTo>
                  <a:lnTo>
                    <a:pt x="318602" y="34299"/>
                  </a:lnTo>
                  <a:lnTo>
                    <a:pt x="318986" y="75969"/>
                  </a:lnTo>
                  <a:lnTo>
                    <a:pt x="319199" y="99042"/>
                  </a:lnTo>
                  <a:lnTo>
                    <a:pt x="347717" y="98694"/>
                  </a:lnTo>
                  <a:lnTo>
                    <a:pt x="347691" y="100375"/>
                  </a:lnTo>
                  <a:lnTo>
                    <a:pt x="347667" y="101965"/>
                  </a:lnTo>
                  <a:lnTo>
                    <a:pt x="377700" y="102091"/>
                  </a:lnTo>
                  <a:lnTo>
                    <a:pt x="395366" y="102405"/>
                  </a:lnTo>
                  <a:lnTo>
                    <a:pt x="398209" y="102376"/>
                  </a:lnTo>
                  <a:lnTo>
                    <a:pt x="420695" y="102688"/>
                  </a:lnTo>
                  <a:lnTo>
                    <a:pt x="427621" y="101247"/>
                  </a:lnTo>
                  <a:lnTo>
                    <a:pt x="427121" y="82471"/>
                  </a:lnTo>
                  <a:lnTo>
                    <a:pt x="427334" y="70693"/>
                  </a:lnTo>
                  <a:lnTo>
                    <a:pt x="475227" y="56479"/>
                  </a:lnTo>
                  <a:lnTo>
                    <a:pt x="476330" y="70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"/>
            <p:cNvSpPr/>
            <p:nvPr/>
          </p:nvSpPr>
          <p:spPr>
            <a:xfrm>
              <a:off x="7546790" y="2338533"/>
              <a:ext cx="234462" cy="284499"/>
            </a:xfrm>
            <a:custGeom>
              <a:avLst/>
              <a:pathLst>
                <a:path w="234462" h="284499">
                  <a:moveTo>
                    <a:pt x="194005" y="152092"/>
                  </a:moveTo>
                  <a:lnTo>
                    <a:pt x="199518" y="167745"/>
                  </a:lnTo>
                  <a:lnTo>
                    <a:pt x="141578" y="194341"/>
                  </a:lnTo>
                  <a:lnTo>
                    <a:pt x="120556" y="202138"/>
                  </a:lnTo>
                  <a:lnTo>
                    <a:pt x="125062" y="234784"/>
                  </a:lnTo>
                  <a:lnTo>
                    <a:pt x="79238" y="277386"/>
                  </a:lnTo>
                  <a:lnTo>
                    <a:pt x="25735" y="284499"/>
                  </a:lnTo>
                  <a:lnTo>
                    <a:pt x="0" y="258886"/>
                  </a:lnTo>
                  <a:lnTo>
                    <a:pt x="5529" y="254994"/>
                  </a:lnTo>
                  <a:lnTo>
                    <a:pt x="20349" y="239363"/>
                  </a:lnTo>
                  <a:lnTo>
                    <a:pt x="21370" y="225712"/>
                  </a:lnTo>
                  <a:lnTo>
                    <a:pt x="21890" y="218764"/>
                  </a:lnTo>
                  <a:lnTo>
                    <a:pt x="21352" y="208723"/>
                  </a:lnTo>
                  <a:lnTo>
                    <a:pt x="20941" y="201073"/>
                  </a:lnTo>
                  <a:lnTo>
                    <a:pt x="19105" y="190906"/>
                  </a:lnTo>
                  <a:lnTo>
                    <a:pt x="18614" y="188189"/>
                  </a:lnTo>
                  <a:lnTo>
                    <a:pt x="18213" y="188081"/>
                  </a:lnTo>
                  <a:lnTo>
                    <a:pt x="11856" y="186371"/>
                  </a:lnTo>
                  <a:lnTo>
                    <a:pt x="15375" y="160431"/>
                  </a:lnTo>
                  <a:lnTo>
                    <a:pt x="24622" y="122141"/>
                  </a:lnTo>
                  <a:lnTo>
                    <a:pt x="40034" y="109297"/>
                  </a:lnTo>
                  <a:lnTo>
                    <a:pt x="52770" y="99283"/>
                  </a:lnTo>
                  <a:lnTo>
                    <a:pt x="86270" y="72945"/>
                  </a:lnTo>
                  <a:lnTo>
                    <a:pt x="88404" y="44106"/>
                  </a:lnTo>
                  <a:lnTo>
                    <a:pt x="100496" y="0"/>
                  </a:lnTo>
                  <a:lnTo>
                    <a:pt x="157402" y="19387"/>
                  </a:lnTo>
                  <a:lnTo>
                    <a:pt x="147444" y="52103"/>
                  </a:lnTo>
                  <a:lnTo>
                    <a:pt x="161433" y="82396"/>
                  </a:lnTo>
                  <a:lnTo>
                    <a:pt x="218102" y="55254"/>
                  </a:lnTo>
                  <a:lnTo>
                    <a:pt x="234462" y="94998"/>
                  </a:lnTo>
                  <a:lnTo>
                    <a:pt x="193202" y="113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"/>
            <p:cNvSpPr/>
            <p:nvPr/>
          </p:nvSpPr>
          <p:spPr>
            <a:xfrm>
              <a:off x="4689950" y="2419339"/>
              <a:ext cx="436547" cy="579648"/>
            </a:xfrm>
            <a:custGeom>
              <a:avLst/>
              <a:pathLst>
                <a:path w="436547" h="579648">
                  <a:moveTo>
                    <a:pt x="422895" y="448511"/>
                  </a:moveTo>
                  <a:lnTo>
                    <a:pt x="411874" y="468682"/>
                  </a:lnTo>
                  <a:lnTo>
                    <a:pt x="411748" y="468913"/>
                  </a:lnTo>
                  <a:lnTo>
                    <a:pt x="403508" y="483995"/>
                  </a:lnTo>
                  <a:lnTo>
                    <a:pt x="398864" y="492231"/>
                  </a:lnTo>
                  <a:lnTo>
                    <a:pt x="377273" y="530491"/>
                  </a:lnTo>
                  <a:lnTo>
                    <a:pt x="351297" y="516032"/>
                  </a:lnTo>
                  <a:lnTo>
                    <a:pt x="350911" y="515816"/>
                  </a:lnTo>
                  <a:lnTo>
                    <a:pt x="341811" y="510751"/>
                  </a:lnTo>
                  <a:lnTo>
                    <a:pt x="314495" y="495545"/>
                  </a:lnTo>
                  <a:lnTo>
                    <a:pt x="278932" y="475749"/>
                  </a:lnTo>
                  <a:lnTo>
                    <a:pt x="278269" y="475380"/>
                  </a:lnTo>
                  <a:lnTo>
                    <a:pt x="246811" y="457869"/>
                  </a:lnTo>
                  <a:lnTo>
                    <a:pt x="236210" y="477192"/>
                  </a:lnTo>
                  <a:lnTo>
                    <a:pt x="234711" y="479924"/>
                  </a:lnTo>
                  <a:lnTo>
                    <a:pt x="222509" y="502166"/>
                  </a:lnTo>
                  <a:lnTo>
                    <a:pt x="218201" y="510018"/>
                  </a:lnTo>
                  <a:lnTo>
                    <a:pt x="210676" y="523734"/>
                  </a:lnTo>
                  <a:lnTo>
                    <a:pt x="198646" y="545664"/>
                  </a:lnTo>
                  <a:lnTo>
                    <a:pt x="180281" y="579648"/>
                  </a:lnTo>
                  <a:lnTo>
                    <a:pt x="180067" y="579529"/>
                  </a:lnTo>
                  <a:lnTo>
                    <a:pt x="179138" y="579015"/>
                  </a:lnTo>
                  <a:lnTo>
                    <a:pt x="175814" y="577174"/>
                  </a:lnTo>
                  <a:lnTo>
                    <a:pt x="174651" y="576530"/>
                  </a:lnTo>
                  <a:lnTo>
                    <a:pt x="169511" y="573684"/>
                  </a:lnTo>
                  <a:lnTo>
                    <a:pt x="166074" y="571781"/>
                  </a:lnTo>
                  <a:lnTo>
                    <a:pt x="164306" y="570802"/>
                  </a:lnTo>
                  <a:lnTo>
                    <a:pt x="162556" y="569832"/>
                  </a:lnTo>
                  <a:lnTo>
                    <a:pt x="159917" y="568371"/>
                  </a:lnTo>
                  <a:lnTo>
                    <a:pt x="158944" y="567832"/>
                  </a:lnTo>
                  <a:lnTo>
                    <a:pt x="157352" y="566951"/>
                  </a:lnTo>
                  <a:lnTo>
                    <a:pt x="155349" y="565842"/>
                  </a:lnTo>
                  <a:lnTo>
                    <a:pt x="154468" y="565353"/>
                  </a:lnTo>
                  <a:lnTo>
                    <a:pt x="153953" y="565068"/>
                  </a:lnTo>
                  <a:lnTo>
                    <a:pt x="151312" y="563606"/>
                  </a:lnTo>
                  <a:lnTo>
                    <a:pt x="150913" y="563385"/>
                  </a:lnTo>
                  <a:lnTo>
                    <a:pt x="149724" y="562726"/>
                  </a:lnTo>
                  <a:lnTo>
                    <a:pt x="148180" y="561872"/>
                  </a:lnTo>
                  <a:lnTo>
                    <a:pt x="146892" y="561158"/>
                  </a:lnTo>
                  <a:lnTo>
                    <a:pt x="144298" y="559722"/>
                  </a:lnTo>
                  <a:lnTo>
                    <a:pt x="144008" y="559561"/>
                  </a:lnTo>
                  <a:lnTo>
                    <a:pt x="143054" y="559033"/>
                  </a:lnTo>
                  <a:lnTo>
                    <a:pt x="141449" y="558144"/>
                  </a:lnTo>
                  <a:lnTo>
                    <a:pt x="141209" y="558011"/>
                  </a:lnTo>
                  <a:lnTo>
                    <a:pt x="139673" y="557161"/>
                  </a:lnTo>
                  <a:lnTo>
                    <a:pt x="138777" y="556664"/>
                  </a:lnTo>
                  <a:lnTo>
                    <a:pt x="136675" y="555500"/>
                  </a:lnTo>
                  <a:lnTo>
                    <a:pt x="135128" y="554644"/>
                  </a:lnTo>
                  <a:lnTo>
                    <a:pt x="134948" y="554544"/>
                  </a:lnTo>
                  <a:lnTo>
                    <a:pt x="132490" y="553183"/>
                  </a:lnTo>
                  <a:lnTo>
                    <a:pt x="132121" y="552979"/>
                  </a:lnTo>
                  <a:lnTo>
                    <a:pt x="129777" y="551681"/>
                  </a:lnTo>
                  <a:lnTo>
                    <a:pt x="128918" y="551205"/>
                  </a:lnTo>
                  <a:lnTo>
                    <a:pt x="126956" y="550118"/>
                  </a:lnTo>
                  <a:lnTo>
                    <a:pt x="126511" y="549872"/>
                  </a:lnTo>
                  <a:lnTo>
                    <a:pt x="125678" y="549411"/>
                  </a:lnTo>
                  <a:lnTo>
                    <a:pt x="123633" y="548278"/>
                  </a:lnTo>
                  <a:lnTo>
                    <a:pt x="122774" y="547803"/>
                  </a:lnTo>
                  <a:lnTo>
                    <a:pt x="119870" y="546195"/>
                  </a:lnTo>
                  <a:lnTo>
                    <a:pt x="119712" y="546107"/>
                  </a:lnTo>
                  <a:lnTo>
                    <a:pt x="116919" y="544560"/>
                  </a:lnTo>
                  <a:lnTo>
                    <a:pt x="116330" y="544234"/>
                  </a:lnTo>
                  <a:lnTo>
                    <a:pt x="114271" y="543094"/>
                  </a:lnTo>
                  <a:lnTo>
                    <a:pt x="113652" y="542751"/>
                  </a:lnTo>
                  <a:lnTo>
                    <a:pt x="111607" y="541619"/>
                  </a:lnTo>
                  <a:lnTo>
                    <a:pt x="111389" y="541498"/>
                  </a:lnTo>
                  <a:lnTo>
                    <a:pt x="110713" y="541124"/>
                  </a:lnTo>
                  <a:lnTo>
                    <a:pt x="108665" y="539989"/>
                  </a:lnTo>
                  <a:lnTo>
                    <a:pt x="107927" y="539581"/>
                  </a:lnTo>
                  <a:lnTo>
                    <a:pt x="105988" y="538507"/>
                  </a:lnTo>
                  <a:lnTo>
                    <a:pt x="105412" y="538188"/>
                  </a:lnTo>
                  <a:lnTo>
                    <a:pt x="103860" y="537329"/>
                  </a:lnTo>
                  <a:lnTo>
                    <a:pt x="102467" y="536557"/>
                  </a:lnTo>
                  <a:lnTo>
                    <a:pt x="101396" y="535964"/>
                  </a:lnTo>
                  <a:lnTo>
                    <a:pt x="100792" y="535630"/>
                  </a:lnTo>
                  <a:lnTo>
                    <a:pt x="99932" y="535154"/>
                  </a:lnTo>
                  <a:lnTo>
                    <a:pt x="97879" y="534017"/>
                  </a:lnTo>
                  <a:lnTo>
                    <a:pt x="97633" y="533880"/>
                  </a:lnTo>
                  <a:lnTo>
                    <a:pt x="96851" y="533447"/>
                  </a:lnTo>
                  <a:lnTo>
                    <a:pt x="95316" y="532597"/>
                  </a:lnTo>
                  <a:lnTo>
                    <a:pt x="94205" y="531982"/>
                  </a:lnTo>
                  <a:lnTo>
                    <a:pt x="93120" y="531381"/>
                  </a:lnTo>
                  <a:lnTo>
                    <a:pt x="92155" y="530847"/>
                  </a:lnTo>
                  <a:lnTo>
                    <a:pt x="91649" y="530567"/>
                  </a:lnTo>
                  <a:lnTo>
                    <a:pt x="90905" y="530155"/>
                  </a:lnTo>
                  <a:lnTo>
                    <a:pt x="90718" y="530051"/>
                  </a:lnTo>
                  <a:lnTo>
                    <a:pt x="90491" y="529926"/>
                  </a:lnTo>
                  <a:lnTo>
                    <a:pt x="90337" y="529840"/>
                  </a:lnTo>
                  <a:lnTo>
                    <a:pt x="89892" y="529594"/>
                  </a:lnTo>
                  <a:lnTo>
                    <a:pt x="89547" y="529402"/>
                  </a:lnTo>
                  <a:lnTo>
                    <a:pt x="88902" y="529046"/>
                  </a:lnTo>
                  <a:lnTo>
                    <a:pt x="88651" y="528906"/>
                  </a:lnTo>
                  <a:lnTo>
                    <a:pt x="87828" y="528450"/>
                  </a:lnTo>
                  <a:lnTo>
                    <a:pt x="80615" y="524450"/>
                  </a:lnTo>
                  <a:lnTo>
                    <a:pt x="69331" y="518192"/>
                  </a:lnTo>
                  <a:lnTo>
                    <a:pt x="41233" y="502609"/>
                  </a:lnTo>
                  <a:lnTo>
                    <a:pt x="22842" y="492409"/>
                  </a:lnTo>
                  <a:lnTo>
                    <a:pt x="1832" y="480758"/>
                  </a:lnTo>
                  <a:lnTo>
                    <a:pt x="0" y="479741"/>
                  </a:lnTo>
                  <a:lnTo>
                    <a:pt x="4279" y="472015"/>
                  </a:lnTo>
                  <a:lnTo>
                    <a:pt x="21654" y="440647"/>
                  </a:lnTo>
                  <a:lnTo>
                    <a:pt x="23642" y="437058"/>
                  </a:lnTo>
                  <a:lnTo>
                    <a:pt x="23741" y="436878"/>
                  </a:lnTo>
                  <a:lnTo>
                    <a:pt x="31175" y="423457"/>
                  </a:lnTo>
                  <a:lnTo>
                    <a:pt x="36039" y="414676"/>
                  </a:lnTo>
                  <a:lnTo>
                    <a:pt x="45157" y="398214"/>
                  </a:lnTo>
                  <a:lnTo>
                    <a:pt x="61227" y="369201"/>
                  </a:lnTo>
                  <a:lnTo>
                    <a:pt x="62993" y="366013"/>
                  </a:lnTo>
                  <a:lnTo>
                    <a:pt x="63350" y="365368"/>
                  </a:lnTo>
                  <a:lnTo>
                    <a:pt x="94265" y="308723"/>
                  </a:lnTo>
                  <a:lnTo>
                    <a:pt x="94414" y="308450"/>
                  </a:lnTo>
                  <a:lnTo>
                    <a:pt x="126083" y="250581"/>
                  </a:lnTo>
                  <a:lnTo>
                    <a:pt x="143492" y="218770"/>
                  </a:lnTo>
                  <a:lnTo>
                    <a:pt x="144526" y="216890"/>
                  </a:lnTo>
                  <a:lnTo>
                    <a:pt x="150851" y="205388"/>
                  </a:lnTo>
                  <a:lnTo>
                    <a:pt x="165080" y="179515"/>
                  </a:lnTo>
                  <a:lnTo>
                    <a:pt x="176414" y="158907"/>
                  </a:lnTo>
                  <a:lnTo>
                    <a:pt x="176710" y="158359"/>
                  </a:lnTo>
                  <a:lnTo>
                    <a:pt x="177041" y="157746"/>
                  </a:lnTo>
                  <a:lnTo>
                    <a:pt x="189154" y="135349"/>
                  </a:lnTo>
                  <a:lnTo>
                    <a:pt x="190285" y="133257"/>
                  </a:lnTo>
                  <a:lnTo>
                    <a:pt x="205701" y="104751"/>
                  </a:lnTo>
                  <a:lnTo>
                    <a:pt x="216840" y="84133"/>
                  </a:lnTo>
                  <a:lnTo>
                    <a:pt x="220690" y="77008"/>
                  </a:lnTo>
                  <a:lnTo>
                    <a:pt x="228004" y="63470"/>
                  </a:lnTo>
                  <a:lnTo>
                    <a:pt x="229669" y="60387"/>
                  </a:lnTo>
                  <a:lnTo>
                    <a:pt x="229927" y="59910"/>
                  </a:lnTo>
                  <a:lnTo>
                    <a:pt x="258047" y="10193"/>
                  </a:lnTo>
                  <a:lnTo>
                    <a:pt x="263812" y="0"/>
                  </a:lnTo>
                  <a:lnTo>
                    <a:pt x="271105" y="5844"/>
                  </a:lnTo>
                  <a:lnTo>
                    <a:pt x="277713" y="11139"/>
                  </a:lnTo>
                  <a:lnTo>
                    <a:pt x="284714" y="16750"/>
                  </a:lnTo>
                  <a:lnTo>
                    <a:pt x="293174" y="23530"/>
                  </a:lnTo>
                  <a:lnTo>
                    <a:pt x="312256" y="38822"/>
                  </a:lnTo>
                  <a:lnTo>
                    <a:pt x="313205" y="39603"/>
                  </a:lnTo>
                  <a:lnTo>
                    <a:pt x="333315" y="56159"/>
                  </a:lnTo>
                  <a:lnTo>
                    <a:pt x="348145" y="68367"/>
                  </a:lnTo>
                  <a:lnTo>
                    <a:pt x="365220" y="82424"/>
                  </a:lnTo>
                  <a:lnTo>
                    <a:pt x="380907" y="95338"/>
                  </a:lnTo>
                  <a:lnTo>
                    <a:pt x="385517" y="99132"/>
                  </a:lnTo>
                  <a:lnTo>
                    <a:pt x="402800" y="113361"/>
                  </a:lnTo>
                  <a:lnTo>
                    <a:pt x="404144" y="114472"/>
                  </a:lnTo>
                  <a:lnTo>
                    <a:pt x="404291" y="114594"/>
                  </a:lnTo>
                  <a:lnTo>
                    <a:pt x="376593" y="145141"/>
                  </a:lnTo>
                  <a:lnTo>
                    <a:pt x="355306" y="168617"/>
                  </a:lnTo>
                  <a:lnTo>
                    <a:pt x="352973" y="171014"/>
                  </a:lnTo>
                  <a:lnTo>
                    <a:pt x="337565" y="186852"/>
                  </a:lnTo>
                  <a:lnTo>
                    <a:pt x="339169" y="189302"/>
                  </a:lnTo>
                  <a:lnTo>
                    <a:pt x="338796" y="189581"/>
                  </a:lnTo>
                  <a:lnTo>
                    <a:pt x="309423" y="211496"/>
                  </a:lnTo>
                  <a:lnTo>
                    <a:pt x="298642" y="219539"/>
                  </a:lnTo>
                  <a:lnTo>
                    <a:pt x="287364" y="227953"/>
                  </a:lnTo>
                  <a:lnTo>
                    <a:pt x="269104" y="241577"/>
                  </a:lnTo>
                  <a:lnTo>
                    <a:pt x="266509" y="243467"/>
                  </a:lnTo>
                  <a:lnTo>
                    <a:pt x="265229" y="244399"/>
                  </a:lnTo>
                  <a:lnTo>
                    <a:pt x="245490" y="258776"/>
                  </a:lnTo>
                  <a:lnTo>
                    <a:pt x="228391" y="276253"/>
                  </a:lnTo>
                  <a:lnTo>
                    <a:pt x="220249" y="292343"/>
                  </a:lnTo>
                  <a:lnTo>
                    <a:pt x="217263" y="302607"/>
                  </a:lnTo>
                  <a:lnTo>
                    <a:pt x="239845" y="314148"/>
                  </a:lnTo>
                  <a:lnTo>
                    <a:pt x="245490" y="317032"/>
                  </a:lnTo>
                  <a:lnTo>
                    <a:pt x="294345" y="343941"/>
                  </a:lnTo>
                  <a:lnTo>
                    <a:pt x="304768" y="349590"/>
                  </a:lnTo>
                  <a:lnTo>
                    <a:pt x="305371" y="349917"/>
                  </a:lnTo>
                  <a:lnTo>
                    <a:pt x="305712" y="350102"/>
                  </a:lnTo>
                  <a:lnTo>
                    <a:pt x="322092" y="358980"/>
                  </a:lnTo>
                  <a:lnTo>
                    <a:pt x="338138" y="368139"/>
                  </a:lnTo>
                  <a:lnTo>
                    <a:pt x="339133" y="368707"/>
                  </a:lnTo>
                  <a:lnTo>
                    <a:pt x="386627" y="395817"/>
                  </a:lnTo>
                  <a:lnTo>
                    <a:pt x="398271" y="402065"/>
                  </a:lnTo>
                  <a:lnTo>
                    <a:pt x="398640" y="402263"/>
                  </a:lnTo>
                  <a:lnTo>
                    <a:pt x="408340" y="407468"/>
                  </a:lnTo>
                  <a:lnTo>
                    <a:pt x="409568" y="408167"/>
                  </a:lnTo>
                  <a:lnTo>
                    <a:pt x="424659" y="416757"/>
                  </a:lnTo>
                  <a:lnTo>
                    <a:pt x="436547" y="423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7"/>
            <p:cNvSpPr/>
            <p:nvPr/>
          </p:nvSpPr>
          <p:spPr>
            <a:xfrm>
              <a:off x="5224671" y="4090987"/>
              <a:ext cx="451294" cy="228527"/>
            </a:xfrm>
            <a:custGeom>
              <a:avLst/>
              <a:pathLst>
                <a:path w="451294" h="228527">
                  <a:moveTo>
                    <a:pt x="85196" y="140393"/>
                  </a:moveTo>
                  <a:lnTo>
                    <a:pt x="84058" y="140159"/>
                  </a:lnTo>
                  <a:lnTo>
                    <a:pt x="80648" y="139458"/>
                  </a:lnTo>
                  <a:lnTo>
                    <a:pt x="79308" y="139183"/>
                  </a:lnTo>
                  <a:lnTo>
                    <a:pt x="78975" y="139114"/>
                  </a:lnTo>
                  <a:lnTo>
                    <a:pt x="78345" y="138985"/>
                  </a:lnTo>
                  <a:lnTo>
                    <a:pt x="77021" y="138713"/>
                  </a:lnTo>
                  <a:lnTo>
                    <a:pt x="76749" y="138657"/>
                  </a:lnTo>
                  <a:lnTo>
                    <a:pt x="76491" y="138604"/>
                  </a:lnTo>
                  <a:lnTo>
                    <a:pt x="75842" y="138591"/>
                  </a:lnTo>
                  <a:lnTo>
                    <a:pt x="73841" y="138550"/>
                  </a:lnTo>
                  <a:lnTo>
                    <a:pt x="72881" y="138531"/>
                  </a:lnTo>
                  <a:lnTo>
                    <a:pt x="70709" y="138487"/>
                  </a:lnTo>
                  <a:lnTo>
                    <a:pt x="68128" y="138436"/>
                  </a:lnTo>
                  <a:lnTo>
                    <a:pt x="67941" y="138432"/>
                  </a:lnTo>
                  <a:lnTo>
                    <a:pt x="66841" y="138410"/>
                  </a:lnTo>
                  <a:lnTo>
                    <a:pt x="65927" y="138425"/>
                  </a:lnTo>
                  <a:lnTo>
                    <a:pt x="65218" y="138436"/>
                  </a:lnTo>
                  <a:lnTo>
                    <a:pt x="64301" y="138451"/>
                  </a:lnTo>
                  <a:lnTo>
                    <a:pt x="61500" y="138496"/>
                  </a:lnTo>
                  <a:lnTo>
                    <a:pt x="58499" y="138545"/>
                  </a:lnTo>
                  <a:lnTo>
                    <a:pt x="58252" y="138549"/>
                  </a:lnTo>
                  <a:lnTo>
                    <a:pt x="57604" y="138583"/>
                  </a:lnTo>
                  <a:lnTo>
                    <a:pt x="52980" y="138822"/>
                  </a:lnTo>
                  <a:lnTo>
                    <a:pt x="51571" y="138894"/>
                  </a:lnTo>
                  <a:lnTo>
                    <a:pt x="50593" y="138762"/>
                  </a:lnTo>
                  <a:lnTo>
                    <a:pt x="48085" y="138423"/>
                  </a:lnTo>
                  <a:lnTo>
                    <a:pt x="47499" y="138344"/>
                  </a:lnTo>
                  <a:lnTo>
                    <a:pt x="45306" y="138048"/>
                  </a:lnTo>
                  <a:lnTo>
                    <a:pt x="41166" y="137488"/>
                  </a:lnTo>
                  <a:lnTo>
                    <a:pt x="39143" y="137214"/>
                  </a:lnTo>
                  <a:lnTo>
                    <a:pt x="38471" y="137123"/>
                  </a:lnTo>
                  <a:lnTo>
                    <a:pt x="33817" y="136494"/>
                  </a:lnTo>
                  <a:lnTo>
                    <a:pt x="33545" y="136458"/>
                  </a:lnTo>
                  <a:lnTo>
                    <a:pt x="33333" y="136429"/>
                  </a:lnTo>
                  <a:lnTo>
                    <a:pt x="32676" y="136340"/>
                  </a:lnTo>
                  <a:lnTo>
                    <a:pt x="28325" y="135638"/>
                  </a:lnTo>
                  <a:lnTo>
                    <a:pt x="27179" y="135453"/>
                  </a:lnTo>
                  <a:lnTo>
                    <a:pt x="25719" y="135217"/>
                  </a:lnTo>
                  <a:lnTo>
                    <a:pt x="25071" y="135113"/>
                  </a:lnTo>
                  <a:lnTo>
                    <a:pt x="22003" y="134618"/>
                  </a:lnTo>
                  <a:lnTo>
                    <a:pt x="20443" y="134366"/>
                  </a:lnTo>
                  <a:lnTo>
                    <a:pt x="18839" y="134107"/>
                  </a:lnTo>
                  <a:lnTo>
                    <a:pt x="15976" y="133645"/>
                  </a:lnTo>
                  <a:lnTo>
                    <a:pt x="14919" y="133475"/>
                  </a:lnTo>
                  <a:lnTo>
                    <a:pt x="10995" y="132842"/>
                  </a:lnTo>
                  <a:lnTo>
                    <a:pt x="10538" y="132764"/>
                  </a:lnTo>
                  <a:lnTo>
                    <a:pt x="9100" y="132297"/>
                  </a:lnTo>
                  <a:lnTo>
                    <a:pt x="8494" y="132101"/>
                  </a:lnTo>
                  <a:lnTo>
                    <a:pt x="8320" y="132044"/>
                  </a:lnTo>
                  <a:lnTo>
                    <a:pt x="7835" y="131887"/>
                  </a:lnTo>
                  <a:lnTo>
                    <a:pt x="5872" y="131250"/>
                  </a:lnTo>
                  <a:lnTo>
                    <a:pt x="5186" y="131028"/>
                  </a:lnTo>
                  <a:lnTo>
                    <a:pt x="3507" y="130483"/>
                  </a:lnTo>
                  <a:lnTo>
                    <a:pt x="2943" y="130300"/>
                  </a:lnTo>
                  <a:lnTo>
                    <a:pt x="2451" y="130141"/>
                  </a:lnTo>
                  <a:lnTo>
                    <a:pt x="1693" y="129895"/>
                  </a:lnTo>
                  <a:lnTo>
                    <a:pt x="1472" y="129823"/>
                  </a:lnTo>
                  <a:lnTo>
                    <a:pt x="1308" y="129770"/>
                  </a:lnTo>
                  <a:lnTo>
                    <a:pt x="496" y="129506"/>
                  </a:lnTo>
                  <a:lnTo>
                    <a:pt x="234" y="129421"/>
                  </a:lnTo>
                  <a:lnTo>
                    <a:pt x="2" y="129346"/>
                  </a:lnTo>
                  <a:lnTo>
                    <a:pt x="0" y="129218"/>
                  </a:lnTo>
                  <a:lnTo>
                    <a:pt x="1077" y="128648"/>
                  </a:lnTo>
                  <a:lnTo>
                    <a:pt x="7165" y="125427"/>
                  </a:lnTo>
                  <a:lnTo>
                    <a:pt x="12445" y="122634"/>
                  </a:lnTo>
                  <a:lnTo>
                    <a:pt x="13544" y="122052"/>
                  </a:lnTo>
                  <a:lnTo>
                    <a:pt x="13837" y="121848"/>
                  </a:lnTo>
                  <a:lnTo>
                    <a:pt x="14650" y="119394"/>
                  </a:lnTo>
                  <a:lnTo>
                    <a:pt x="15152" y="117878"/>
                  </a:lnTo>
                  <a:lnTo>
                    <a:pt x="16015" y="115276"/>
                  </a:lnTo>
                  <a:lnTo>
                    <a:pt x="20234" y="102538"/>
                  </a:lnTo>
                  <a:lnTo>
                    <a:pt x="20415" y="101947"/>
                  </a:lnTo>
                  <a:lnTo>
                    <a:pt x="20490" y="101701"/>
                  </a:lnTo>
                  <a:lnTo>
                    <a:pt x="23335" y="93316"/>
                  </a:lnTo>
                  <a:lnTo>
                    <a:pt x="26225" y="84800"/>
                  </a:lnTo>
                  <a:lnTo>
                    <a:pt x="28045" y="79437"/>
                  </a:lnTo>
                  <a:lnTo>
                    <a:pt x="30122" y="73316"/>
                  </a:lnTo>
                  <a:lnTo>
                    <a:pt x="32085" y="66053"/>
                  </a:lnTo>
                  <a:lnTo>
                    <a:pt x="33664" y="60211"/>
                  </a:lnTo>
                  <a:lnTo>
                    <a:pt x="34318" y="57791"/>
                  </a:lnTo>
                  <a:lnTo>
                    <a:pt x="34785" y="56175"/>
                  </a:lnTo>
                  <a:lnTo>
                    <a:pt x="35690" y="53042"/>
                  </a:lnTo>
                  <a:lnTo>
                    <a:pt x="37569" y="46541"/>
                  </a:lnTo>
                  <a:lnTo>
                    <a:pt x="43241" y="24047"/>
                  </a:lnTo>
                  <a:lnTo>
                    <a:pt x="49251" y="1464"/>
                  </a:lnTo>
                  <a:lnTo>
                    <a:pt x="49640" y="0"/>
                  </a:lnTo>
                  <a:lnTo>
                    <a:pt x="50556" y="256"/>
                  </a:lnTo>
                  <a:lnTo>
                    <a:pt x="85110" y="9939"/>
                  </a:lnTo>
                  <a:lnTo>
                    <a:pt x="96032" y="13000"/>
                  </a:lnTo>
                  <a:lnTo>
                    <a:pt x="96221" y="13053"/>
                  </a:lnTo>
                  <a:lnTo>
                    <a:pt x="101722" y="14594"/>
                  </a:lnTo>
                  <a:lnTo>
                    <a:pt x="139027" y="25048"/>
                  </a:lnTo>
                  <a:lnTo>
                    <a:pt x="139322" y="25120"/>
                  </a:lnTo>
                  <a:lnTo>
                    <a:pt x="153917" y="28691"/>
                  </a:lnTo>
                  <a:lnTo>
                    <a:pt x="155991" y="29199"/>
                  </a:lnTo>
                  <a:lnTo>
                    <a:pt x="164157" y="31197"/>
                  </a:lnTo>
                  <a:lnTo>
                    <a:pt x="187277" y="36854"/>
                  </a:lnTo>
                  <a:lnTo>
                    <a:pt x="187880" y="37014"/>
                  </a:lnTo>
                  <a:lnTo>
                    <a:pt x="188474" y="37171"/>
                  </a:lnTo>
                  <a:lnTo>
                    <a:pt x="214380" y="44022"/>
                  </a:lnTo>
                  <a:lnTo>
                    <a:pt x="231948" y="48668"/>
                  </a:lnTo>
                  <a:lnTo>
                    <a:pt x="236222" y="49798"/>
                  </a:lnTo>
                  <a:lnTo>
                    <a:pt x="236303" y="49359"/>
                  </a:lnTo>
                  <a:lnTo>
                    <a:pt x="236539" y="48670"/>
                  </a:lnTo>
                  <a:lnTo>
                    <a:pt x="237936" y="44578"/>
                  </a:lnTo>
                  <a:lnTo>
                    <a:pt x="239418" y="40239"/>
                  </a:lnTo>
                  <a:lnTo>
                    <a:pt x="243155" y="29294"/>
                  </a:lnTo>
                  <a:lnTo>
                    <a:pt x="243943" y="26988"/>
                  </a:lnTo>
                  <a:lnTo>
                    <a:pt x="244070" y="26589"/>
                  </a:lnTo>
                  <a:lnTo>
                    <a:pt x="245564" y="21920"/>
                  </a:lnTo>
                  <a:lnTo>
                    <a:pt x="248942" y="11356"/>
                  </a:lnTo>
                  <a:lnTo>
                    <a:pt x="250667" y="5964"/>
                  </a:lnTo>
                  <a:lnTo>
                    <a:pt x="251552" y="3196"/>
                  </a:lnTo>
                  <a:lnTo>
                    <a:pt x="251669" y="2829"/>
                  </a:lnTo>
                  <a:lnTo>
                    <a:pt x="265904" y="7111"/>
                  </a:lnTo>
                  <a:lnTo>
                    <a:pt x="291102" y="14688"/>
                  </a:lnTo>
                  <a:lnTo>
                    <a:pt x="291753" y="14871"/>
                  </a:lnTo>
                  <a:lnTo>
                    <a:pt x="298367" y="16726"/>
                  </a:lnTo>
                  <a:lnTo>
                    <a:pt x="326305" y="24561"/>
                  </a:lnTo>
                  <a:lnTo>
                    <a:pt x="331927" y="26138"/>
                  </a:lnTo>
                  <a:lnTo>
                    <a:pt x="332109" y="26189"/>
                  </a:lnTo>
                  <a:lnTo>
                    <a:pt x="333292" y="26524"/>
                  </a:lnTo>
                  <a:lnTo>
                    <a:pt x="345352" y="29929"/>
                  </a:lnTo>
                  <a:lnTo>
                    <a:pt x="346649" y="30296"/>
                  </a:lnTo>
                  <a:lnTo>
                    <a:pt x="354039" y="32383"/>
                  </a:lnTo>
                  <a:lnTo>
                    <a:pt x="363610" y="35085"/>
                  </a:lnTo>
                  <a:lnTo>
                    <a:pt x="366356" y="35861"/>
                  </a:lnTo>
                  <a:lnTo>
                    <a:pt x="371087" y="37197"/>
                  </a:lnTo>
                  <a:lnTo>
                    <a:pt x="371351" y="37264"/>
                  </a:lnTo>
                  <a:lnTo>
                    <a:pt x="371987" y="37425"/>
                  </a:lnTo>
                  <a:lnTo>
                    <a:pt x="407848" y="46500"/>
                  </a:lnTo>
                  <a:lnTo>
                    <a:pt x="409039" y="46802"/>
                  </a:lnTo>
                  <a:lnTo>
                    <a:pt x="411091" y="47321"/>
                  </a:lnTo>
                  <a:lnTo>
                    <a:pt x="412225" y="47608"/>
                  </a:lnTo>
                  <a:lnTo>
                    <a:pt x="414672" y="48227"/>
                  </a:lnTo>
                  <a:lnTo>
                    <a:pt x="428861" y="51818"/>
                  </a:lnTo>
                  <a:lnTo>
                    <a:pt x="438678" y="54302"/>
                  </a:lnTo>
                  <a:lnTo>
                    <a:pt x="444390" y="55748"/>
                  </a:lnTo>
                  <a:lnTo>
                    <a:pt x="444583" y="55797"/>
                  </a:lnTo>
                  <a:lnTo>
                    <a:pt x="449732" y="57100"/>
                  </a:lnTo>
                  <a:lnTo>
                    <a:pt x="451294" y="57495"/>
                  </a:lnTo>
                  <a:lnTo>
                    <a:pt x="447272" y="69768"/>
                  </a:lnTo>
                  <a:lnTo>
                    <a:pt x="446624" y="71745"/>
                  </a:lnTo>
                  <a:lnTo>
                    <a:pt x="445335" y="75677"/>
                  </a:lnTo>
                  <a:lnTo>
                    <a:pt x="444243" y="79007"/>
                  </a:lnTo>
                  <a:lnTo>
                    <a:pt x="444160" y="79281"/>
                  </a:lnTo>
                  <a:lnTo>
                    <a:pt x="442647" y="84230"/>
                  </a:lnTo>
                  <a:lnTo>
                    <a:pt x="438769" y="96919"/>
                  </a:lnTo>
                  <a:lnTo>
                    <a:pt x="437250" y="101889"/>
                  </a:lnTo>
                  <a:lnTo>
                    <a:pt x="436939" y="102908"/>
                  </a:lnTo>
                  <a:lnTo>
                    <a:pt x="434246" y="106283"/>
                  </a:lnTo>
                  <a:lnTo>
                    <a:pt x="433450" y="108750"/>
                  </a:lnTo>
                  <a:lnTo>
                    <a:pt x="429410" y="121274"/>
                  </a:lnTo>
                  <a:lnTo>
                    <a:pt x="428589" y="123819"/>
                  </a:lnTo>
                  <a:lnTo>
                    <a:pt x="428377" y="124476"/>
                  </a:lnTo>
                  <a:lnTo>
                    <a:pt x="425523" y="133843"/>
                  </a:lnTo>
                  <a:lnTo>
                    <a:pt x="422337" y="144297"/>
                  </a:lnTo>
                  <a:lnTo>
                    <a:pt x="421203" y="148020"/>
                  </a:lnTo>
                  <a:lnTo>
                    <a:pt x="412783" y="171245"/>
                  </a:lnTo>
                  <a:lnTo>
                    <a:pt x="426848" y="175043"/>
                  </a:lnTo>
                  <a:lnTo>
                    <a:pt x="445471" y="180072"/>
                  </a:lnTo>
                  <a:lnTo>
                    <a:pt x="449200" y="181079"/>
                  </a:lnTo>
                  <a:lnTo>
                    <a:pt x="449966" y="181272"/>
                  </a:lnTo>
                  <a:lnTo>
                    <a:pt x="448230" y="188219"/>
                  </a:lnTo>
                  <a:lnTo>
                    <a:pt x="445606" y="198720"/>
                  </a:lnTo>
                  <a:lnTo>
                    <a:pt x="445308" y="199900"/>
                  </a:lnTo>
                  <a:lnTo>
                    <a:pt x="440657" y="215628"/>
                  </a:lnTo>
                  <a:lnTo>
                    <a:pt x="437465" y="226418"/>
                  </a:lnTo>
                  <a:lnTo>
                    <a:pt x="437346" y="226823"/>
                  </a:lnTo>
                  <a:lnTo>
                    <a:pt x="436913" y="228286"/>
                  </a:lnTo>
                  <a:lnTo>
                    <a:pt x="436667" y="228527"/>
                  </a:lnTo>
                  <a:lnTo>
                    <a:pt x="434872" y="228115"/>
                  </a:lnTo>
                  <a:lnTo>
                    <a:pt x="391941" y="218267"/>
                  </a:lnTo>
                  <a:lnTo>
                    <a:pt x="389252" y="217651"/>
                  </a:lnTo>
                  <a:lnTo>
                    <a:pt x="387201" y="217180"/>
                  </a:lnTo>
                  <a:lnTo>
                    <a:pt x="386682" y="217061"/>
                  </a:lnTo>
                  <a:lnTo>
                    <a:pt x="375495" y="214295"/>
                  </a:lnTo>
                  <a:lnTo>
                    <a:pt x="369186" y="212735"/>
                  </a:lnTo>
                  <a:lnTo>
                    <a:pt x="365175" y="211743"/>
                  </a:lnTo>
                  <a:lnTo>
                    <a:pt x="356582" y="209618"/>
                  </a:lnTo>
                  <a:lnTo>
                    <a:pt x="342008" y="206014"/>
                  </a:lnTo>
                  <a:lnTo>
                    <a:pt x="328143" y="202585"/>
                  </a:lnTo>
                  <a:lnTo>
                    <a:pt x="327993" y="202548"/>
                  </a:lnTo>
                  <a:lnTo>
                    <a:pt x="326895" y="202277"/>
                  </a:lnTo>
                  <a:lnTo>
                    <a:pt x="326599" y="202203"/>
                  </a:lnTo>
                  <a:lnTo>
                    <a:pt x="304288" y="196639"/>
                  </a:lnTo>
                  <a:lnTo>
                    <a:pt x="282425" y="191307"/>
                  </a:lnTo>
                  <a:lnTo>
                    <a:pt x="275750" y="189680"/>
                  </a:lnTo>
                  <a:lnTo>
                    <a:pt x="261217" y="186136"/>
                  </a:lnTo>
                  <a:lnTo>
                    <a:pt x="258938" y="185580"/>
                  </a:lnTo>
                  <a:lnTo>
                    <a:pt x="232164" y="178939"/>
                  </a:lnTo>
                  <a:lnTo>
                    <a:pt x="230400" y="178502"/>
                  </a:lnTo>
                  <a:lnTo>
                    <a:pt x="222385" y="176514"/>
                  </a:lnTo>
                  <a:lnTo>
                    <a:pt x="222081" y="176432"/>
                  </a:lnTo>
                  <a:lnTo>
                    <a:pt x="166388" y="161482"/>
                  </a:lnTo>
                  <a:lnTo>
                    <a:pt x="160161" y="159810"/>
                  </a:lnTo>
                  <a:lnTo>
                    <a:pt x="153696" y="158075"/>
                  </a:lnTo>
                  <a:lnTo>
                    <a:pt x="143829" y="155426"/>
                  </a:lnTo>
                  <a:lnTo>
                    <a:pt x="138587" y="154016"/>
                  </a:lnTo>
                  <a:lnTo>
                    <a:pt x="124998" y="150084"/>
                  </a:lnTo>
                  <a:lnTo>
                    <a:pt x="121904" y="149189"/>
                  </a:lnTo>
                  <a:lnTo>
                    <a:pt x="112316" y="146418"/>
                  </a:lnTo>
                  <a:lnTo>
                    <a:pt x="110120" y="145935"/>
                  </a:lnTo>
                  <a:lnTo>
                    <a:pt x="104856" y="144777"/>
                  </a:lnTo>
                  <a:lnTo>
                    <a:pt x="98936" y="143474"/>
                  </a:lnTo>
                  <a:lnTo>
                    <a:pt x="98639" y="143409"/>
                  </a:lnTo>
                  <a:lnTo>
                    <a:pt x="95785" y="142781"/>
                  </a:lnTo>
                  <a:lnTo>
                    <a:pt x="88477" y="141173"/>
                  </a:lnTo>
                  <a:lnTo>
                    <a:pt x="86102" y="140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8"/>
            <p:cNvSpPr/>
            <p:nvPr/>
          </p:nvSpPr>
          <p:spPr>
            <a:xfrm>
              <a:off x="5295040" y="4231566"/>
              <a:ext cx="366453" cy="282710"/>
            </a:xfrm>
            <a:custGeom>
              <a:avLst/>
              <a:pathLst>
                <a:path w="366453" h="282710">
                  <a:moveTo>
                    <a:pt x="161326" y="214691"/>
                  </a:moveTo>
                  <a:lnTo>
                    <a:pt x="143656" y="231557"/>
                  </a:lnTo>
                  <a:lnTo>
                    <a:pt x="151571" y="241739"/>
                  </a:lnTo>
                  <a:lnTo>
                    <a:pt x="152111" y="243789"/>
                  </a:lnTo>
                  <a:lnTo>
                    <a:pt x="155949" y="267327"/>
                  </a:lnTo>
                  <a:lnTo>
                    <a:pt x="154905" y="275069"/>
                  </a:lnTo>
                  <a:lnTo>
                    <a:pt x="158424" y="282710"/>
                  </a:lnTo>
                  <a:lnTo>
                    <a:pt x="157353" y="282048"/>
                  </a:lnTo>
                  <a:lnTo>
                    <a:pt x="140609" y="271688"/>
                  </a:lnTo>
                  <a:lnTo>
                    <a:pt x="132571" y="265363"/>
                  </a:lnTo>
                  <a:lnTo>
                    <a:pt x="130970" y="262519"/>
                  </a:lnTo>
                  <a:lnTo>
                    <a:pt x="130375" y="261114"/>
                  </a:lnTo>
                  <a:lnTo>
                    <a:pt x="129745" y="260129"/>
                  </a:lnTo>
                  <a:lnTo>
                    <a:pt x="121101" y="250358"/>
                  </a:lnTo>
                  <a:lnTo>
                    <a:pt x="116934" y="244565"/>
                  </a:lnTo>
                  <a:lnTo>
                    <a:pt x="111856" y="240429"/>
                  </a:lnTo>
                  <a:lnTo>
                    <a:pt x="81393" y="217493"/>
                  </a:lnTo>
                  <a:lnTo>
                    <a:pt x="51873" y="196820"/>
                  </a:lnTo>
                  <a:lnTo>
                    <a:pt x="47070" y="208912"/>
                  </a:lnTo>
                  <a:lnTo>
                    <a:pt x="15375" y="199920"/>
                  </a:lnTo>
                  <a:lnTo>
                    <a:pt x="18834" y="189185"/>
                  </a:lnTo>
                  <a:lnTo>
                    <a:pt x="19320" y="187674"/>
                  </a:lnTo>
                  <a:lnTo>
                    <a:pt x="21845" y="179839"/>
                  </a:lnTo>
                  <a:lnTo>
                    <a:pt x="15245" y="181393"/>
                  </a:lnTo>
                  <a:lnTo>
                    <a:pt x="14230" y="181632"/>
                  </a:lnTo>
                  <a:lnTo>
                    <a:pt x="13088" y="181901"/>
                  </a:lnTo>
                  <a:lnTo>
                    <a:pt x="623" y="184837"/>
                  </a:lnTo>
                  <a:lnTo>
                    <a:pt x="0" y="185012"/>
                  </a:lnTo>
                  <a:lnTo>
                    <a:pt x="3256" y="129174"/>
                  </a:lnTo>
                  <a:lnTo>
                    <a:pt x="3321" y="128060"/>
                  </a:lnTo>
                  <a:lnTo>
                    <a:pt x="9102" y="74607"/>
                  </a:lnTo>
                  <a:lnTo>
                    <a:pt x="13456" y="22958"/>
                  </a:lnTo>
                  <a:lnTo>
                    <a:pt x="13661" y="20528"/>
                  </a:lnTo>
                  <a:lnTo>
                    <a:pt x="13853" y="19116"/>
                  </a:lnTo>
                  <a:lnTo>
                    <a:pt x="14307" y="15772"/>
                  </a:lnTo>
                  <a:lnTo>
                    <a:pt x="14498" y="13666"/>
                  </a:lnTo>
                  <a:lnTo>
                    <a:pt x="15333" y="4430"/>
                  </a:lnTo>
                  <a:lnTo>
                    <a:pt x="15677" y="626"/>
                  </a:lnTo>
                  <a:lnTo>
                    <a:pt x="15693" y="438"/>
                  </a:lnTo>
                  <a:lnTo>
                    <a:pt x="15733" y="0"/>
                  </a:lnTo>
                  <a:lnTo>
                    <a:pt x="18109" y="593"/>
                  </a:lnTo>
                  <a:lnTo>
                    <a:pt x="25078" y="2127"/>
                  </a:lnTo>
                  <a:lnTo>
                    <a:pt x="25417" y="2201"/>
                  </a:lnTo>
                  <a:lnTo>
                    <a:pt x="28271" y="2829"/>
                  </a:lnTo>
                  <a:lnTo>
                    <a:pt x="28568" y="2895"/>
                  </a:lnTo>
                  <a:lnTo>
                    <a:pt x="29500" y="3100"/>
                  </a:lnTo>
                  <a:lnTo>
                    <a:pt x="31771" y="3599"/>
                  </a:lnTo>
                  <a:lnTo>
                    <a:pt x="39752" y="5355"/>
                  </a:lnTo>
                  <a:lnTo>
                    <a:pt x="41999" y="5850"/>
                  </a:lnTo>
                  <a:lnTo>
                    <a:pt x="42363" y="5955"/>
                  </a:lnTo>
                  <a:lnTo>
                    <a:pt x="51536" y="8609"/>
                  </a:lnTo>
                  <a:lnTo>
                    <a:pt x="54630" y="9504"/>
                  </a:lnTo>
                  <a:lnTo>
                    <a:pt x="58291" y="10564"/>
                  </a:lnTo>
                  <a:lnTo>
                    <a:pt x="68371" y="13480"/>
                  </a:lnTo>
                  <a:lnTo>
                    <a:pt x="73461" y="14847"/>
                  </a:lnTo>
                  <a:lnTo>
                    <a:pt x="83327" y="17495"/>
                  </a:lnTo>
                  <a:lnTo>
                    <a:pt x="89792" y="19231"/>
                  </a:lnTo>
                  <a:lnTo>
                    <a:pt x="96020" y="20902"/>
                  </a:lnTo>
                  <a:lnTo>
                    <a:pt x="127336" y="29309"/>
                  </a:lnTo>
                  <a:lnTo>
                    <a:pt x="151712" y="35852"/>
                  </a:lnTo>
                  <a:lnTo>
                    <a:pt x="152017" y="35934"/>
                  </a:lnTo>
                  <a:lnTo>
                    <a:pt x="160032" y="37922"/>
                  </a:lnTo>
                  <a:lnTo>
                    <a:pt x="161795" y="38359"/>
                  </a:lnTo>
                  <a:lnTo>
                    <a:pt x="188570" y="45000"/>
                  </a:lnTo>
                  <a:lnTo>
                    <a:pt x="190849" y="45556"/>
                  </a:lnTo>
                  <a:lnTo>
                    <a:pt x="205381" y="49100"/>
                  </a:lnTo>
                  <a:lnTo>
                    <a:pt x="212057" y="50728"/>
                  </a:lnTo>
                  <a:lnTo>
                    <a:pt x="233953" y="56068"/>
                  </a:lnTo>
                  <a:lnTo>
                    <a:pt x="256230" y="61623"/>
                  </a:lnTo>
                  <a:lnTo>
                    <a:pt x="256527" y="61697"/>
                  </a:lnTo>
                  <a:lnTo>
                    <a:pt x="257624" y="61968"/>
                  </a:lnTo>
                  <a:lnTo>
                    <a:pt x="257774" y="62006"/>
                  </a:lnTo>
                  <a:lnTo>
                    <a:pt x="271640" y="65434"/>
                  </a:lnTo>
                  <a:lnTo>
                    <a:pt x="286213" y="69038"/>
                  </a:lnTo>
                  <a:lnTo>
                    <a:pt x="294807" y="71163"/>
                  </a:lnTo>
                  <a:lnTo>
                    <a:pt x="298818" y="72155"/>
                  </a:lnTo>
                  <a:lnTo>
                    <a:pt x="305127" y="73715"/>
                  </a:lnTo>
                  <a:lnTo>
                    <a:pt x="316314" y="76481"/>
                  </a:lnTo>
                  <a:lnTo>
                    <a:pt x="316832" y="76600"/>
                  </a:lnTo>
                  <a:lnTo>
                    <a:pt x="318884" y="77071"/>
                  </a:lnTo>
                  <a:lnTo>
                    <a:pt x="321572" y="77687"/>
                  </a:lnTo>
                  <a:lnTo>
                    <a:pt x="364503" y="87536"/>
                  </a:lnTo>
                  <a:lnTo>
                    <a:pt x="366453" y="88015"/>
                  </a:lnTo>
                  <a:lnTo>
                    <a:pt x="366290" y="88497"/>
                  </a:lnTo>
                  <a:lnTo>
                    <a:pt x="366045" y="89224"/>
                  </a:lnTo>
                  <a:lnTo>
                    <a:pt x="365533" y="90738"/>
                  </a:lnTo>
                  <a:lnTo>
                    <a:pt x="365216" y="91673"/>
                  </a:lnTo>
                  <a:lnTo>
                    <a:pt x="364483" y="93842"/>
                  </a:lnTo>
                  <a:lnTo>
                    <a:pt x="364084" y="95020"/>
                  </a:lnTo>
                  <a:lnTo>
                    <a:pt x="361238" y="103437"/>
                  </a:lnTo>
                  <a:lnTo>
                    <a:pt x="361033" y="104045"/>
                  </a:lnTo>
                  <a:lnTo>
                    <a:pt x="360557" y="105451"/>
                  </a:lnTo>
                  <a:lnTo>
                    <a:pt x="360101" y="106799"/>
                  </a:lnTo>
                  <a:lnTo>
                    <a:pt x="359914" y="107353"/>
                  </a:lnTo>
                  <a:lnTo>
                    <a:pt x="359183" y="109515"/>
                  </a:lnTo>
                  <a:lnTo>
                    <a:pt x="358424" y="111759"/>
                  </a:lnTo>
                  <a:lnTo>
                    <a:pt x="358011" y="112964"/>
                  </a:lnTo>
                  <a:lnTo>
                    <a:pt x="357965" y="113096"/>
                  </a:lnTo>
                  <a:lnTo>
                    <a:pt x="357737" y="113762"/>
                  </a:lnTo>
                  <a:lnTo>
                    <a:pt x="357678" y="113933"/>
                  </a:lnTo>
                  <a:lnTo>
                    <a:pt x="357612" y="114125"/>
                  </a:lnTo>
                  <a:lnTo>
                    <a:pt x="357454" y="114586"/>
                  </a:lnTo>
                  <a:lnTo>
                    <a:pt x="357405" y="114727"/>
                  </a:lnTo>
                  <a:lnTo>
                    <a:pt x="357280" y="115093"/>
                  </a:lnTo>
                  <a:lnTo>
                    <a:pt x="355822" y="119341"/>
                  </a:lnTo>
                  <a:lnTo>
                    <a:pt x="355409" y="120544"/>
                  </a:lnTo>
                  <a:lnTo>
                    <a:pt x="355182" y="121206"/>
                  </a:lnTo>
                  <a:lnTo>
                    <a:pt x="353016" y="127517"/>
                  </a:lnTo>
                  <a:lnTo>
                    <a:pt x="352393" y="129330"/>
                  </a:lnTo>
                  <a:lnTo>
                    <a:pt x="351833" y="130963"/>
                  </a:lnTo>
                  <a:lnTo>
                    <a:pt x="350994" y="133406"/>
                  </a:lnTo>
                  <a:lnTo>
                    <a:pt x="350140" y="135895"/>
                  </a:lnTo>
                  <a:lnTo>
                    <a:pt x="350080" y="136095"/>
                  </a:lnTo>
                  <a:lnTo>
                    <a:pt x="349656" y="137504"/>
                  </a:lnTo>
                  <a:lnTo>
                    <a:pt x="349525" y="137941"/>
                  </a:lnTo>
                  <a:lnTo>
                    <a:pt x="349117" y="139295"/>
                  </a:lnTo>
                  <a:lnTo>
                    <a:pt x="348655" y="140590"/>
                  </a:lnTo>
                  <a:lnTo>
                    <a:pt x="344835" y="151959"/>
                  </a:lnTo>
                  <a:lnTo>
                    <a:pt x="344371" y="153340"/>
                  </a:lnTo>
                  <a:lnTo>
                    <a:pt x="341707" y="161268"/>
                  </a:lnTo>
                  <a:lnTo>
                    <a:pt x="341571" y="161671"/>
                  </a:lnTo>
                  <a:lnTo>
                    <a:pt x="340935" y="163565"/>
                  </a:lnTo>
                  <a:lnTo>
                    <a:pt x="340514" y="164817"/>
                  </a:lnTo>
                  <a:lnTo>
                    <a:pt x="340455" y="164990"/>
                  </a:lnTo>
                  <a:lnTo>
                    <a:pt x="330373" y="163085"/>
                  </a:lnTo>
                  <a:lnTo>
                    <a:pt x="323546" y="161795"/>
                  </a:lnTo>
                  <a:lnTo>
                    <a:pt x="322690" y="161633"/>
                  </a:lnTo>
                  <a:lnTo>
                    <a:pt x="311201" y="159462"/>
                  </a:lnTo>
                  <a:lnTo>
                    <a:pt x="310802" y="159389"/>
                  </a:lnTo>
                  <a:lnTo>
                    <a:pt x="301805" y="158331"/>
                  </a:lnTo>
                  <a:lnTo>
                    <a:pt x="301639" y="158312"/>
                  </a:lnTo>
                  <a:lnTo>
                    <a:pt x="293625" y="157370"/>
                  </a:lnTo>
                  <a:lnTo>
                    <a:pt x="282325" y="156042"/>
                  </a:lnTo>
                  <a:lnTo>
                    <a:pt x="279788" y="155758"/>
                  </a:lnTo>
                  <a:lnTo>
                    <a:pt x="277912" y="155830"/>
                  </a:lnTo>
                  <a:lnTo>
                    <a:pt x="275873" y="155909"/>
                  </a:lnTo>
                  <a:lnTo>
                    <a:pt x="274937" y="155945"/>
                  </a:lnTo>
                  <a:lnTo>
                    <a:pt x="273400" y="156004"/>
                  </a:lnTo>
                  <a:lnTo>
                    <a:pt x="273099" y="156015"/>
                  </a:lnTo>
                  <a:lnTo>
                    <a:pt x="271060" y="156094"/>
                  </a:lnTo>
                  <a:lnTo>
                    <a:pt x="259102" y="156587"/>
                  </a:lnTo>
                  <a:lnTo>
                    <a:pt x="255003" y="159403"/>
                  </a:lnTo>
                  <a:lnTo>
                    <a:pt x="255750" y="160816"/>
                  </a:lnTo>
                  <a:lnTo>
                    <a:pt x="255910" y="161120"/>
                  </a:lnTo>
                  <a:lnTo>
                    <a:pt x="256403" y="162052"/>
                  </a:lnTo>
                  <a:lnTo>
                    <a:pt x="263702" y="170961"/>
                  </a:lnTo>
                  <a:lnTo>
                    <a:pt x="267813" y="175979"/>
                  </a:lnTo>
                  <a:lnTo>
                    <a:pt x="266988" y="177319"/>
                  </a:lnTo>
                  <a:lnTo>
                    <a:pt x="264382" y="181551"/>
                  </a:lnTo>
                  <a:lnTo>
                    <a:pt x="264428" y="186887"/>
                  </a:lnTo>
                  <a:lnTo>
                    <a:pt x="264434" y="187584"/>
                  </a:lnTo>
                  <a:lnTo>
                    <a:pt x="265201" y="190934"/>
                  </a:lnTo>
                  <a:lnTo>
                    <a:pt x="267830" y="202412"/>
                  </a:lnTo>
                  <a:lnTo>
                    <a:pt x="268286" y="203481"/>
                  </a:lnTo>
                  <a:lnTo>
                    <a:pt x="271686" y="212688"/>
                  </a:lnTo>
                  <a:lnTo>
                    <a:pt x="269585" y="214978"/>
                  </a:lnTo>
                  <a:lnTo>
                    <a:pt x="257387" y="228271"/>
                  </a:lnTo>
                  <a:lnTo>
                    <a:pt x="251426" y="232020"/>
                  </a:lnTo>
                  <a:lnTo>
                    <a:pt x="235154" y="241689"/>
                  </a:lnTo>
                  <a:lnTo>
                    <a:pt x="227053" y="244279"/>
                  </a:lnTo>
                  <a:lnTo>
                    <a:pt x="220295" y="244279"/>
                  </a:lnTo>
                  <a:lnTo>
                    <a:pt x="216443" y="243037"/>
                  </a:lnTo>
                  <a:lnTo>
                    <a:pt x="205102" y="235537"/>
                  </a:lnTo>
                  <a:lnTo>
                    <a:pt x="201186" y="231124"/>
                  </a:lnTo>
                  <a:lnTo>
                    <a:pt x="196731" y="218289"/>
                  </a:lnTo>
                  <a:lnTo>
                    <a:pt x="194103" y="214596"/>
                  </a:lnTo>
                  <a:lnTo>
                    <a:pt x="190900" y="212193"/>
                  </a:lnTo>
                  <a:lnTo>
                    <a:pt x="178979" y="207992"/>
                  </a:lnTo>
                  <a:lnTo>
                    <a:pt x="168326" y="201942"/>
                  </a:lnTo>
                  <a:lnTo>
                    <a:pt x="165173" y="199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9"/>
            <p:cNvSpPr/>
            <p:nvPr/>
          </p:nvSpPr>
          <p:spPr>
            <a:xfrm>
              <a:off x="5531364" y="4980157"/>
              <a:ext cx="429985" cy="320956"/>
            </a:xfrm>
            <a:custGeom>
              <a:avLst/>
              <a:pathLst>
                <a:path w="429985" h="320956">
                  <a:moveTo>
                    <a:pt x="290118" y="257420"/>
                  </a:moveTo>
                  <a:lnTo>
                    <a:pt x="289601" y="257692"/>
                  </a:lnTo>
                  <a:lnTo>
                    <a:pt x="286906" y="259111"/>
                  </a:lnTo>
                  <a:lnTo>
                    <a:pt x="284313" y="261022"/>
                  </a:lnTo>
                  <a:lnTo>
                    <a:pt x="281993" y="262733"/>
                  </a:lnTo>
                  <a:lnTo>
                    <a:pt x="280469" y="263856"/>
                  </a:lnTo>
                  <a:lnTo>
                    <a:pt x="277438" y="266090"/>
                  </a:lnTo>
                  <a:lnTo>
                    <a:pt x="275762" y="267325"/>
                  </a:lnTo>
                  <a:lnTo>
                    <a:pt x="271133" y="270738"/>
                  </a:lnTo>
                  <a:lnTo>
                    <a:pt x="269565" y="271893"/>
                  </a:lnTo>
                  <a:lnTo>
                    <a:pt x="267771" y="273215"/>
                  </a:lnTo>
                  <a:lnTo>
                    <a:pt x="266382" y="274275"/>
                  </a:lnTo>
                  <a:lnTo>
                    <a:pt x="265483" y="274961"/>
                  </a:lnTo>
                  <a:lnTo>
                    <a:pt x="264009" y="276086"/>
                  </a:lnTo>
                  <a:lnTo>
                    <a:pt x="262721" y="277069"/>
                  </a:lnTo>
                  <a:lnTo>
                    <a:pt x="260526" y="276086"/>
                  </a:lnTo>
                  <a:lnTo>
                    <a:pt x="259852" y="275784"/>
                  </a:lnTo>
                  <a:lnTo>
                    <a:pt x="259009" y="275878"/>
                  </a:lnTo>
                  <a:lnTo>
                    <a:pt x="257875" y="276004"/>
                  </a:lnTo>
                  <a:lnTo>
                    <a:pt x="257671" y="276027"/>
                  </a:lnTo>
                  <a:lnTo>
                    <a:pt x="253962" y="275933"/>
                  </a:lnTo>
                  <a:lnTo>
                    <a:pt x="253607" y="275924"/>
                  </a:lnTo>
                  <a:lnTo>
                    <a:pt x="253962" y="276508"/>
                  </a:lnTo>
                  <a:lnTo>
                    <a:pt x="254232" y="276951"/>
                  </a:lnTo>
                  <a:lnTo>
                    <a:pt x="254964" y="278152"/>
                  </a:lnTo>
                  <a:lnTo>
                    <a:pt x="256581" y="280808"/>
                  </a:lnTo>
                  <a:lnTo>
                    <a:pt x="257577" y="283619"/>
                  </a:lnTo>
                  <a:lnTo>
                    <a:pt x="258478" y="287836"/>
                  </a:lnTo>
                  <a:lnTo>
                    <a:pt x="258258" y="289280"/>
                  </a:lnTo>
                  <a:lnTo>
                    <a:pt x="257624" y="293458"/>
                  </a:lnTo>
                  <a:lnTo>
                    <a:pt x="256486" y="299710"/>
                  </a:lnTo>
                  <a:lnTo>
                    <a:pt x="258146" y="302716"/>
                  </a:lnTo>
                  <a:lnTo>
                    <a:pt x="263457" y="307950"/>
                  </a:lnTo>
                  <a:lnTo>
                    <a:pt x="265591" y="309937"/>
                  </a:lnTo>
                  <a:lnTo>
                    <a:pt x="267886" y="312376"/>
                  </a:lnTo>
                  <a:lnTo>
                    <a:pt x="264052" y="313758"/>
                  </a:lnTo>
                  <a:lnTo>
                    <a:pt x="257735" y="314834"/>
                  </a:lnTo>
                  <a:lnTo>
                    <a:pt x="257223" y="314922"/>
                  </a:lnTo>
                  <a:lnTo>
                    <a:pt x="256512" y="315081"/>
                  </a:lnTo>
                  <a:lnTo>
                    <a:pt x="251926" y="316110"/>
                  </a:lnTo>
                  <a:lnTo>
                    <a:pt x="251391" y="316230"/>
                  </a:lnTo>
                  <a:lnTo>
                    <a:pt x="236311" y="319429"/>
                  </a:lnTo>
                  <a:lnTo>
                    <a:pt x="230197" y="320811"/>
                  </a:lnTo>
                  <a:lnTo>
                    <a:pt x="229553" y="320956"/>
                  </a:lnTo>
                  <a:lnTo>
                    <a:pt x="228923" y="320893"/>
                  </a:lnTo>
                  <a:lnTo>
                    <a:pt x="227024" y="320703"/>
                  </a:lnTo>
                  <a:lnTo>
                    <a:pt x="215186" y="319518"/>
                  </a:lnTo>
                  <a:lnTo>
                    <a:pt x="214320" y="319432"/>
                  </a:lnTo>
                  <a:lnTo>
                    <a:pt x="209284" y="318928"/>
                  </a:lnTo>
                  <a:lnTo>
                    <a:pt x="206062" y="318605"/>
                  </a:lnTo>
                  <a:lnTo>
                    <a:pt x="205760" y="318579"/>
                  </a:lnTo>
                  <a:lnTo>
                    <a:pt x="203909" y="318420"/>
                  </a:lnTo>
                  <a:lnTo>
                    <a:pt x="202890" y="318333"/>
                  </a:lnTo>
                  <a:lnTo>
                    <a:pt x="197592" y="318040"/>
                  </a:lnTo>
                  <a:lnTo>
                    <a:pt x="187124" y="317463"/>
                  </a:lnTo>
                  <a:lnTo>
                    <a:pt x="186411" y="317424"/>
                  </a:lnTo>
                  <a:lnTo>
                    <a:pt x="184107" y="318446"/>
                  </a:lnTo>
                  <a:lnTo>
                    <a:pt x="183418" y="318368"/>
                  </a:lnTo>
                  <a:lnTo>
                    <a:pt x="182842" y="318302"/>
                  </a:lnTo>
                  <a:lnTo>
                    <a:pt x="181276" y="318125"/>
                  </a:lnTo>
                  <a:lnTo>
                    <a:pt x="179388" y="317888"/>
                  </a:lnTo>
                  <a:lnTo>
                    <a:pt x="167050" y="316341"/>
                  </a:lnTo>
                  <a:lnTo>
                    <a:pt x="159880" y="314054"/>
                  </a:lnTo>
                  <a:lnTo>
                    <a:pt x="155403" y="312076"/>
                  </a:lnTo>
                  <a:lnTo>
                    <a:pt x="129185" y="302242"/>
                  </a:lnTo>
                  <a:lnTo>
                    <a:pt x="120881" y="299362"/>
                  </a:lnTo>
                  <a:lnTo>
                    <a:pt x="103666" y="292347"/>
                  </a:lnTo>
                  <a:lnTo>
                    <a:pt x="91160" y="287897"/>
                  </a:lnTo>
                  <a:lnTo>
                    <a:pt x="74814" y="277807"/>
                  </a:lnTo>
                  <a:lnTo>
                    <a:pt x="22775" y="257235"/>
                  </a:lnTo>
                  <a:lnTo>
                    <a:pt x="0" y="251230"/>
                  </a:lnTo>
                  <a:lnTo>
                    <a:pt x="21331" y="187472"/>
                  </a:lnTo>
                  <a:lnTo>
                    <a:pt x="21647" y="186529"/>
                  </a:lnTo>
                  <a:lnTo>
                    <a:pt x="40085" y="134312"/>
                  </a:lnTo>
                  <a:lnTo>
                    <a:pt x="42035" y="130219"/>
                  </a:lnTo>
                  <a:lnTo>
                    <a:pt x="64237" y="68903"/>
                  </a:lnTo>
                  <a:lnTo>
                    <a:pt x="64470" y="68258"/>
                  </a:lnTo>
                  <a:lnTo>
                    <a:pt x="65046" y="66698"/>
                  </a:lnTo>
                  <a:lnTo>
                    <a:pt x="65301" y="66794"/>
                  </a:lnTo>
                  <a:lnTo>
                    <a:pt x="65880" y="67021"/>
                  </a:lnTo>
                  <a:lnTo>
                    <a:pt x="89901" y="80330"/>
                  </a:lnTo>
                  <a:lnTo>
                    <a:pt x="111735" y="39907"/>
                  </a:lnTo>
                  <a:lnTo>
                    <a:pt x="115499" y="32940"/>
                  </a:lnTo>
                  <a:lnTo>
                    <a:pt x="116070" y="31962"/>
                  </a:lnTo>
                  <a:lnTo>
                    <a:pt x="117705" y="29164"/>
                  </a:lnTo>
                  <a:lnTo>
                    <a:pt x="118149" y="28404"/>
                  </a:lnTo>
                  <a:lnTo>
                    <a:pt x="118528" y="27755"/>
                  </a:lnTo>
                  <a:lnTo>
                    <a:pt x="120100" y="25065"/>
                  </a:lnTo>
                  <a:lnTo>
                    <a:pt x="121200" y="23182"/>
                  </a:lnTo>
                  <a:lnTo>
                    <a:pt x="121421" y="22803"/>
                  </a:lnTo>
                  <a:lnTo>
                    <a:pt x="122591" y="20801"/>
                  </a:lnTo>
                  <a:lnTo>
                    <a:pt x="123923" y="18522"/>
                  </a:lnTo>
                  <a:lnTo>
                    <a:pt x="126415" y="14257"/>
                  </a:lnTo>
                  <a:lnTo>
                    <a:pt x="127837" y="11822"/>
                  </a:lnTo>
                  <a:lnTo>
                    <a:pt x="134035" y="1214"/>
                  </a:lnTo>
                  <a:lnTo>
                    <a:pt x="134745" y="0"/>
                  </a:lnTo>
                  <a:lnTo>
                    <a:pt x="135858" y="579"/>
                  </a:lnTo>
                  <a:lnTo>
                    <a:pt x="137179" y="1286"/>
                  </a:lnTo>
                  <a:lnTo>
                    <a:pt x="158241" y="12557"/>
                  </a:lnTo>
                  <a:lnTo>
                    <a:pt x="159764" y="13041"/>
                  </a:lnTo>
                  <a:lnTo>
                    <a:pt x="164970" y="14697"/>
                  </a:lnTo>
                  <a:lnTo>
                    <a:pt x="167958" y="15647"/>
                  </a:lnTo>
                  <a:lnTo>
                    <a:pt x="174545" y="16530"/>
                  </a:lnTo>
                  <a:lnTo>
                    <a:pt x="175006" y="16544"/>
                  </a:lnTo>
                  <a:lnTo>
                    <a:pt x="194082" y="17127"/>
                  </a:lnTo>
                  <a:lnTo>
                    <a:pt x="206964" y="17520"/>
                  </a:lnTo>
                  <a:lnTo>
                    <a:pt x="221484" y="17964"/>
                  </a:lnTo>
                  <a:lnTo>
                    <a:pt x="222268" y="18028"/>
                  </a:lnTo>
                  <a:lnTo>
                    <a:pt x="222196" y="19903"/>
                  </a:lnTo>
                  <a:lnTo>
                    <a:pt x="222144" y="21248"/>
                  </a:lnTo>
                  <a:lnTo>
                    <a:pt x="222119" y="21900"/>
                  </a:lnTo>
                  <a:lnTo>
                    <a:pt x="222012" y="24666"/>
                  </a:lnTo>
                  <a:lnTo>
                    <a:pt x="221425" y="39913"/>
                  </a:lnTo>
                  <a:lnTo>
                    <a:pt x="221196" y="45847"/>
                  </a:lnTo>
                  <a:lnTo>
                    <a:pt x="220596" y="61409"/>
                  </a:lnTo>
                  <a:lnTo>
                    <a:pt x="220568" y="62144"/>
                  </a:lnTo>
                  <a:lnTo>
                    <a:pt x="220548" y="62654"/>
                  </a:lnTo>
                  <a:lnTo>
                    <a:pt x="220465" y="64817"/>
                  </a:lnTo>
                  <a:lnTo>
                    <a:pt x="220457" y="65011"/>
                  </a:lnTo>
                  <a:lnTo>
                    <a:pt x="219446" y="91252"/>
                  </a:lnTo>
                  <a:lnTo>
                    <a:pt x="218981" y="103322"/>
                  </a:lnTo>
                  <a:lnTo>
                    <a:pt x="218972" y="103547"/>
                  </a:lnTo>
                  <a:lnTo>
                    <a:pt x="219108" y="103554"/>
                  </a:lnTo>
                  <a:lnTo>
                    <a:pt x="229743" y="104131"/>
                  </a:lnTo>
                  <a:lnTo>
                    <a:pt x="243757" y="104890"/>
                  </a:lnTo>
                  <a:lnTo>
                    <a:pt x="247106" y="105071"/>
                  </a:lnTo>
                  <a:lnTo>
                    <a:pt x="248269" y="105134"/>
                  </a:lnTo>
                  <a:lnTo>
                    <a:pt x="269661" y="106544"/>
                  </a:lnTo>
                  <a:lnTo>
                    <a:pt x="276233" y="106977"/>
                  </a:lnTo>
                  <a:lnTo>
                    <a:pt x="276441" y="106991"/>
                  </a:lnTo>
                  <a:lnTo>
                    <a:pt x="295621" y="107757"/>
                  </a:lnTo>
                  <a:lnTo>
                    <a:pt x="311381" y="108387"/>
                  </a:lnTo>
                  <a:lnTo>
                    <a:pt x="311717" y="108405"/>
                  </a:lnTo>
                  <a:lnTo>
                    <a:pt x="311479" y="119398"/>
                  </a:lnTo>
                  <a:lnTo>
                    <a:pt x="311242" y="130292"/>
                  </a:lnTo>
                  <a:lnTo>
                    <a:pt x="311220" y="131322"/>
                  </a:lnTo>
                  <a:lnTo>
                    <a:pt x="311201" y="132190"/>
                  </a:lnTo>
                  <a:lnTo>
                    <a:pt x="315340" y="132413"/>
                  </a:lnTo>
                  <a:lnTo>
                    <a:pt x="320352" y="132683"/>
                  </a:lnTo>
                  <a:lnTo>
                    <a:pt x="333984" y="133063"/>
                  </a:lnTo>
                  <a:lnTo>
                    <a:pt x="334534" y="133078"/>
                  </a:lnTo>
                  <a:lnTo>
                    <a:pt x="335195" y="133151"/>
                  </a:lnTo>
                  <a:lnTo>
                    <a:pt x="347777" y="134536"/>
                  </a:lnTo>
                  <a:lnTo>
                    <a:pt x="349329" y="134707"/>
                  </a:lnTo>
                  <a:lnTo>
                    <a:pt x="349932" y="134813"/>
                  </a:lnTo>
                  <a:lnTo>
                    <a:pt x="359064" y="136419"/>
                  </a:lnTo>
                  <a:lnTo>
                    <a:pt x="361564" y="136859"/>
                  </a:lnTo>
                  <a:lnTo>
                    <a:pt x="363410" y="137483"/>
                  </a:lnTo>
                  <a:lnTo>
                    <a:pt x="365223" y="138096"/>
                  </a:lnTo>
                  <a:lnTo>
                    <a:pt x="369132" y="139418"/>
                  </a:lnTo>
                  <a:lnTo>
                    <a:pt x="370307" y="140036"/>
                  </a:lnTo>
                  <a:lnTo>
                    <a:pt x="376644" y="143373"/>
                  </a:lnTo>
                  <a:lnTo>
                    <a:pt x="377704" y="144345"/>
                  </a:lnTo>
                  <a:lnTo>
                    <a:pt x="382391" y="148643"/>
                  </a:lnTo>
                  <a:lnTo>
                    <a:pt x="382733" y="148957"/>
                  </a:lnTo>
                  <a:lnTo>
                    <a:pt x="391269" y="158379"/>
                  </a:lnTo>
                  <a:lnTo>
                    <a:pt x="391482" y="158590"/>
                  </a:lnTo>
                  <a:lnTo>
                    <a:pt x="392895" y="160119"/>
                  </a:lnTo>
                  <a:lnTo>
                    <a:pt x="389494" y="162341"/>
                  </a:lnTo>
                  <a:lnTo>
                    <a:pt x="388344" y="163093"/>
                  </a:lnTo>
                  <a:lnTo>
                    <a:pt x="386812" y="164094"/>
                  </a:lnTo>
                  <a:lnTo>
                    <a:pt x="383172" y="166473"/>
                  </a:lnTo>
                  <a:lnTo>
                    <a:pt x="384988" y="169734"/>
                  </a:lnTo>
                  <a:lnTo>
                    <a:pt x="387370" y="174012"/>
                  </a:lnTo>
                  <a:lnTo>
                    <a:pt x="388123" y="175475"/>
                  </a:lnTo>
                  <a:lnTo>
                    <a:pt x="395047" y="188929"/>
                  </a:lnTo>
                  <a:lnTo>
                    <a:pt x="395057" y="189256"/>
                  </a:lnTo>
                  <a:lnTo>
                    <a:pt x="395857" y="190834"/>
                  </a:lnTo>
                  <a:lnTo>
                    <a:pt x="396661" y="192419"/>
                  </a:lnTo>
                  <a:lnTo>
                    <a:pt x="396147" y="193189"/>
                  </a:lnTo>
                  <a:lnTo>
                    <a:pt x="397018" y="194719"/>
                  </a:lnTo>
                  <a:lnTo>
                    <a:pt x="398128" y="199598"/>
                  </a:lnTo>
                  <a:lnTo>
                    <a:pt x="399161" y="204132"/>
                  </a:lnTo>
                  <a:lnTo>
                    <a:pt x="399149" y="208285"/>
                  </a:lnTo>
                  <a:lnTo>
                    <a:pt x="399860" y="208661"/>
                  </a:lnTo>
                  <a:lnTo>
                    <a:pt x="406467" y="214013"/>
                  </a:lnTo>
                  <a:lnTo>
                    <a:pt x="411286" y="216754"/>
                  </a:lnTo>
                  <a:lnTo>
                    <a:pt x="419433" y="217340"/>
                  </a:lnTo>
                  <a:lnTo>
                    <a:pt x="429985" y="238182"/>
                  </a:lnTo>
                  <a:lnTo>
                    <a:pt x="416633" y="248444"/>
                  </a:lnTo>
                  <a:lnTo>
                    <a:pt x="407697" y="244725"/>
                  </a:lnTo>
                  <a:lnTo>
                    <a:pt x="401907" y="231528"/>
                  </a:lnTo>
                  <a:lnTo>
                    <a:pt x="398691" y="217374"/>
                  </a:lnTo>
                  <a:lnTo>
                    <a:pt x="380633" y="207293"/>
                  </a:lnTo>
                  <a:lnTo>
                    <a:pt x="368341" y="203182"/>
                  </a:lnTo>
                  <a:lnTo>
                    <a:pt x="364851" y="203493"/>
                  </a:lnTo>
                  <a:lnTo>
                    <a:pt x="357763" y="211685"/>
                  </a:lnTo>
                  <a:lnTo>
                    <a:pt x="347690" y="223327"/>
                  </a:lnTo>
                  <a:lnTo>
                    <a:pt x="346331" y="224681"/>
                  </a:lnTo>
                  <a:lnTo>
                    <a:pt x="339787" y="229770"/>
                  </a:lnTo>
                  <a:lnTo>
                    <a:pt x="332105" y="234859"/>
                  </a:lnTo>
                  <a:lnTo>
                    <a:pt x="326130" y="235877"/>
                  </a:lnTo>
                  <a:lnTo>
                    <a:pt x="315744" y="236604"/>
                  </a:lnTo>
                  <a:lnTo>
                    <a:pt x="310480" y="236895"/>
                  </a:lnTo>
                  <a:lnTo>
                    <a:pt x="307351" y="239512"/>
                  </a:lnTo>
                  <a:lnTo>
                    <a:pt x="305683" y="243058"/>
                  </a:lnTo>
                  <a:lnTo>
                    <a:pt x="303794" y="247073"/>
                  </a:lnTo>
                  <a:lnTo>
                    <a:pt x="300990" y="251695"/>
                  </a:lnTo>
                  <a:lnTo>
                    <a:pt x="291259" y="2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10"/>
            <p:cNvSpPr/>
            <p:nvPr/>
          </p:nvSpPr>
          <p:spPr>
            <a:xfrm>
              <a:off x="5238578" y="4873934"/>
              <a:ext cx="408857" cy="364175"/>
            </a:xfrm>
            <a:custGeom>
              <a:avLst/>
              <a:pathLst>
                <a:path w="408857" h="364175">
                  <a:moveTo>
                    <a:pt x="404522" y="146131"/>
                  </a:moveTo>
                  <a:lnTo>
                    <a:pt x="382688" y="186553"/>
                  </a:lnTo>
                  <a:lnTo>
                    <a:pt x="358625" y="173221"/>
                  </a:lnTo>
                  <a:lnTo>
                    <a:pt x="358087" y="173018"/>
                  </a:lnTo>
                  <a:lnTo>
                    <a:pt x="357823" y="172915"/>
                  </a:lnTo>
                  <a:lnTo>
                    <a:pt x="357257" y="174481"/>
                  </a:lnTo>
                  <a:lnTo>
                    <a:pt x="357023" y="175126"/>
                  </a:lnTo>
                  <a:lnTo>
                    <a:pt x="334822" y="236442"/>
                  </a:lnTo>
                  <a:lnTo>
                    <a:pt x="332871" y="240536"/>
                  </a:lnTo>
                  <a:lnTo>
                    <a:pt x="314433" y="292752"/>
                  </a:lnTo>
                  <a:lnTo>
                    <a:pt x="314117" y="293696"/>
                  </a:lnTo>
                  <a:lnTo>
                    <a:pt x="292786" y="357454"/>
                  </a:lnTo>
                  <a:lnTo>
                    <a:pt x="286763" y="354578"/>
                  </a:lnTo>
                  <a:lnTo>
                    <a:pt x="259730" y="356571"/>
                  </a:lnTo>
                  <a:lnTo>
                    <a:pt x="238311" y="358151"/>
                  </a:lnTo>
                  <a:lnTo>
                    <a:pt x="230520" y="358725"/>
                  </a:lnTo>
                  <a:lnTo>
                    <a:pt x="217267" y="359702"/>
                  </a:lnTo>
                  <a:lnTo>
                    <a:pt x="197716" y="361144"/>
                  </a:lnTo>
                  <a:lnTo>
                    <a:pt x="171412" y="363083"/>
                  </a:lnTo>
                  <a:lnTo>
                    <a:pt x="170405" y="363157"/>
                  </a:lnTo>
                  <a:lnTo>
                    <a:pt x="163408" y="363331"/>
                  </a:lnTo>
                  <a:lnTo>
                    <a:pt x="157160" y="363486"/>
                  </a:lnTo>
                  <a:lnTo>
                    <a:pt x="148105" y="363710"/>
                  </a:lnTo>
                  <a:lnTo>
                    <a:pt x="147846" y="363730"/>
                  </a:lnTo>
                  <a:lnTo>
                    <a:pt x="142933" y="364104"/>
                  </a:lnTo>
                  <a:lnTo>
                    <a:pt x="142382" y="364146"/>
                  </a:lnTo>
                  <a:lnTo>
                    <a:pt x="141993" y="364175"/>
                  </a:lnTo>
                  <a:lnTo>
                    <a:pt x="136034" y="362721"/>
                  </a:lnTo>
                  <a:lnTo>
                    <a:pt x="127643" y="360673"/>
                  </a:lnTo>
                  <a:lnTo>
                    <a:pt x="121319" y="359129"/>
                  </a:lnTo>
                  <a:lnTo>
                    <a:pt x="116694" y="358000"/>
                  </a:lnTo>
                  <a:lnTo>
                    <a:pt x="114498" y="357464"/>
                  </a:lnTo>
                  <a:lnTo>
                    <a:pt x="113942" y="357329"/>
                  </a:lnTo>
                  <a:lnTo>
                    <a:pt x="113688" y="357256"/>
                  </a:lnTo>
                  <a:lnTo>
                    <a:pt x="105467" y="354914"/>
                  </a:lnTo>
                  <a:lnTo>
                    <a:pt x="101675" y="353834"/>
                  </a:lnTo>
                  <a:lnTo>
                    <a:pt x="94649" y="351833"/>
                  </a:lnTo>
                  <a:lnTo>
                    <a:pt x="90464" y="350641"/>
                  </a:lnTo>
                  <a:lnTo>
                    <a:pt x="86172" y="349418"/>
                  </a:lnTo>
                  <a:lnTo>
                    <a:pt x="85787" y="349307"/>
                  </a:lnTo>
                  <a:lnTo>
                    <a:pt x="82651" y="348401"/>
                  </a:lnTo>
                  <a:lnTo>
                    <a:pt x="74293" y="345987"/>
                  </a:lnTo>
                  <a:lnTo>
                    <a:pt x="71303" y="345123"/>
                  </a:lnTo>
                  <a:lnTo>
                    <a:pt x="64755" y="343231"/>
                  </a:lnTo>
                  <a:lnTo>
                    <a:pt x="55182" y="340466"/>
                  </a:lnTo>
                  <a:lnTo>
                    <a:pt x="44838" y="337890"/>
                  </a:lnTo>
                  <a:lnTo>
                    <a:pt x="44602" y="337832"/>
                  </a:lnTo>
                  <a:lnTo>
                    <a:pt x="44430" y="337789"/>
                  </a:lnTo>
                  <a:lnTo>
                    <a:pt x="44117" y="337711"/>
                  </a:lnTo>
                  <a:lnTo>
                    <a:pt x="28750" y="333885"/>
                  </a:lnTo>
                  <a:lnTo>
                    <a:pt x="27418" y="333553"/>
                  </a:lnTo>
                  <a:lnTo>
                    <a:pt x="0" y="325601"/>
                  </a:lnTo>
                  <a:lnTo>
                    <a:pt x="15471" y="283755"/>
                  </a:lnTo>
                  <a:lnTo>
                    <a:pt x="17023" y="279560"/>
                  </a:lnTo>
                  <a:lnTo>
                    <a:pt x="17791" y="277480"/>
                  </a:lnTo>
                  <a:lnTo>
                    <a:pt x="18037" y="276815"/>
                  </a:lnTo>
                  <a:lnTo>
                    <a:pt x="20151" y="271184"/>
                  </a:lnTo>
                  <a:lnTo>
                    <a:pt x="20765" y="269546"/>
                  </a:lnTo>
                  <a:lnTo>
                    <a:pt x="34113" y="233983"/>
                  </a:lnTo>
                  <a:lnTo>
                    <a:pt x="34317" y="233450"/>
                  </a:lnTo>
                  <a:lnTo>
                    <a:pt x="36198" y="228532"/>
                  </a:lnTo>
                  <a:lnTo>
                    <a:pt x="36574" y="227548"/>
                  </a:lnTo>
                  <a:lnTo>
                    <a:pt x="40429" y="217467"/>
                  </a:lnTo>
                  <a:lnTo>
                    <a:pt x="41387" y="214960"/>
                  </a:lnTo>
                  <a:lnTo>
                    <a:pt x="48187" y="197177"/>
                  </a:lnTo>
                  <a:lnTo>
                    <a:pt x="48506" y="196318"/>
                  </a:lnTo>
                  <a:lnTo>
                    <a:pt x="51026" y="189524"/>
                  </a:lnTo>
                  <a:lnTo>
                    <a:pt x="54436" y="180334"/>
                  </a:lnTo>
                  <a:lnTo>
                    <a:pt x="55977" y="176180"/>
                  </a:lnTo>
                  <a:lnTo>
                    <a:pt x="60349" y="164398"/>
                  </a:lnTo>
                  <a:lnTo>
                    <a:pt x="66218" y="148578"/>
                  </a:lnTo>
                  <a:lnTo>
                    <a:pt x="66429" y="148010"/>
                  </a:lnTo>
                  <a:lnTo>
                    <a:pt x="66513" y="147785"/>
                  </a:lnTo>
                  <a:lnTo>
                    <a:pt x="71387" y="134720"/>
                  </a:lnTo>
                  <a:lnTo>
                    <a:pt x="71503" y="134408"/>
                  </a:lnTo>
                  <a:lnTo>
                    <a:pt x="78947" y="114456"/>
                  </a:lnTo>
                  <a:lnTo>
                    <a:pt x="84358" y="99954"/>
                  </a:lnTo>
                  <a:lnTo>
                    <a:pt x="84668" y="99123"/>
                  </a:lnTo>
                  <a:lnTo>
                    <a:pt x="84895" y="98514"/>
                  </a:lnTo>
                  <a:lnTo>
                    <a:pt x="90733" y="83115"/>
                  </a:lnTo>
                  <a:lnTo>
                    <a:pt x="91470" y="81170"/>
                  </a:lnTo>
                  <a:lnTo>
                    <a:pt x="96609" y="67615"/>
                  </a:lnTo>
                  <a:lnTo>
                    <a:pt x="103329" y="49889"/>
                  </a:lnTo>
                  <a:lnTo>
                    <a:pt x="103516" y="49397"/>
                  </a:lnTo>
                  <a:lnTo>
                    <a:pt x="108754" y="35588"/>
                  </a:lnTo>
                  <a:lnTo>
                    <a:pt x="108960" y="35044"/>
                  </a:lnTo>
                  <a:lnTo>
                    <a:pt x="114052" y="21622"/>
                  </a:lnTo>
                  <a:lnTo>
                    <a:pt x="116520" y="15114"/>
                  </a:lnTo>
                  <a:lnTo>
                    <a:pt x="116715" y="14602"/>
                  </a:lnTo>
                  <a:lnTo>
                    <a:pt x="121883" y="975"/>
                  </a:lnTo>
                  <a:lnTo>
                    <a:pt x="122312" y="0"/>
                  </a:lnTo>
                  <a:lnTo>
                    <a:pt x="122650" y="108"/>
                  </a:lnTo>
                  <a:lnTo>
                    <a:pt x="135029" y="4083"/>
                  </a:lnTo>
                  <a:lnTo>
                    <a:pt x="141912" y="6294"/>
                  </a:lnTo>
                  <a:lnTo>
                    <a:pt x="143475" y="6796"/>
                  </a:lnTo>
                  <a:lnTo>
                    <a:pt x="149805" y="8829"/>
                  </a:lnTo>
                  <a:lnTo>
                    <a:pt x="150050" y="8907"/>
                  </a:lnTo>
                  <a:lnTo>
                    <a:pt x="150972" y="9203"/>
                  </a:lnTo>
                  <a:lnTo>
                    <a:pt x="159371" y="12020"/>
                  </a:lnTo>
                  <a:lnTo>
                    <a:pt x="161112" y="12604"/>
                  </a:lnTo>
                  <a:lnTo>
                    <a:pt x="166791" y="14508"/>
                  </a:lnTo>
                  <a:lnTo>
                    <a:pt x="177612" y="18137"/>
                  </a:lnTo>
                  <a:lnTo>
                    <a:pt x="177845" y="18215"/>
                  </a:lnTo>
                  <a:lnTo>
                    <a:pt x="180565" y="19127"/>
                  </a:lnTo>
                  <a:lnTo>
                    <a:pt x="196086" y="24611"/>
                  </a:lnTo>
                  <a:lnTo>
                    <a:pt x="204110" y="27446"/>
                  </a:lnTo>
                  <a:lnTo>
                    <a:pt x="204598" y="27645"/>
                  </a:lnTo>
                  <a:lnTo>
                    <a:pt x="204919" y="27777"/>
                  </a:lnTo>
                  <a:lnTo>
                    <a:pt x="205546" y="28033"/>
                  </a:lnTo>
                  <a:lnTo>
                    <a:pt x="220002" y="33943"/>
                  </a:lnTo>
                  <a:lnTo>
                    <a:pt x="224458" y="35765"/>
                  </a:lnTo>
                  <a:lnTo>
                    <a:pt x="236469" y="42512"/>
                  </a:lnTo>
                  <a:lnTo>
                    <a:pt x="249643" y="49913"/>
                  </a:lnTo>
                  <a:lnTo>
                    <a:pt x="262539" y="57157"/>
                  </a:lnTo>
                  <a:lnTo>
                    <a:pt x="262757" y="57278"/>
                  </a:lnTo>
                  <a:lnTo>
                    <a:pt x="264189" y="58073"/>
                  </a:lnTo>
                  <a:lnTo>
                    <a:pt x="264941" y="58491"/>
                  </a:lnTo>
                  <a:lnTo>
                    <a:pt x="279047" y="66326"/>
                  </a:lnTo>
                  <a:lnTo>
                    <a:pt x="286375" y="70396"/>
                  </a:lnTo>
                  <a:lnTo>
                    <a:pt x="287805" y="71190"/>
                  </a:lnTo>
                  <a:lnTo>
                    <a:pt x="287961" y="71277"/>
                  </a:lnTo>
                  <a:lnTo>
                    <a:pt x="295991" y="75737"/>
                  </a:lnTo>
                  <a:lnTo>
                    <a:pt x="307248" y="81989"/>
                  </a:lnTo>
                  <a:lnTo>
                    <a:pt x="307882" y="82330"/>
                  </a:lnTo>
                  <a:lnTo>
                    <a:pt x="309864" y="83463"/>
                  </a:lnTo>
                  <a:lnTo>
                    <a:pt x="310399" y="83769"/>
                  </a:lnTo>
                  <a:lnTo>
                    <a:pt x="328912" y="94354"/>
                  </a:lnTo>
                  <a:lnTo>
                    <a:pt x="333443" y="96945"/>
                  </a:lnTo>
                  <a:lnTo>
                    <a:pt x="334840" y="97709"/>
                  </a:lnTo>
                  <a:lnTo>
                    <a:pt x="335033" y="97814"/>
                  </a:lnTo>
                  <a:lnTo>
                    <a:pt x="340820" y="100979"/>
                  </a:lnTo>
                  <a:lnTo>
                    <a:pt x="357781" y="110254"/>
                  </a:lnTo>
                  <a:lnTo>
                    <a:pt x="359111" y="110982"/>
                  </a:lnTo>
                  <a:lnTo>
                    <a:pt x="359401" y="111140"/>
                  </a:lnTo>
                  <a:lnTo>
                    <a:pt x="363227" y="113232"/>
                  </a:lnTo>
                  <a:lnTo>
                    <a:pt x="377811" y="121208"/>
                  </a:lnTo>
                  <a:lnTo>
                    <a:pt x="383550" y="124346"/>
                  </a:lnTo>
                  <a:lnTo>
                    <a:pt x="384181" y="124691"/>
                  </a:lnTo>
                  <a:lnTo>
                    <a:pt x="384589" y="124914"/>
                  </a:lnTo>
                  <a:lnTo>
                    <a:pt x="408464" y="137970"/>
                  </a:lnTo>
                  <a:lnTo>
                    <a:pt x="408857" y="138185"/>
                  </a:lnTo>
                  <a:lnTo>
                    <a:pt x="408285" y="13916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11"/>
            <p:cNvSpPr/>
            <p:nvPr/>
          </p:nvSpPr>
          <p:spPr>
            <a:xfrm>
              <a:off x="5946784" y="5075157"/>
              <a:ext cx="81961" cy="122309"/>
            </a:xfrm>
            <a:custGeom>
              <a:avLst/>
              <a:pathLst>
                <a:path w="81961" h="122309">
                  <a:moveTo>
                    <a:pt x="47536" y="83527"/>
                  </a:moveTo>
                  <a:lnTo>
                    <a:pt x="43782" y="91107"/>
                  </a:lnTo>
                  <a:lnTo>
                    <a:pt x="25258" y="84443"/>
                  </a:lnTo>
                  <a:lnTo>
                    <a:pt x="19626" y="88381"/>
                  </a:lnTo>
                  <a:lnTo>
                    <a:pt x="9994" y="96257"/>
                  </a:lnTo>
                  <a:lnTo>
                    <a:pt x="10439" y="102922"/>
                  </a:lnTo>
                  <a:lnTo>
                    <a:pt x="13254" y="110343"/>
                  </a:lnTo>
                  <a:lnTo>
                    <a:pt x="15773" y="121703"/>
                  </a:lnTo>
                  <a:lnTo>
                    <a:pt x="7030" y="122309"/>
                  </a:lnTo>
                  <a:lnTo>
                    <a:pt x="4363" y="115190"/>
                  </a:lnTo>
                  <a:lnTo>
                    <a:pt x="658" y="103982"/>
                  </a:lnTo>
                  <a:lnTo>
                    <a:pt x="1470" y="97579"/>
                  </a:lnTo>
                  <a:lnTo>
                    <a:pt x="0" y="78894"/>
                  </a:lnTo>
                  <a:lnTo>
                    <a:pt x="1232" y="75502"/>
                  </a:lnTo>
                  <a:lnTo>
                    <a:pt x="3793" y="72206"/>
                  </a:lnTo>
                  <a:lnTo>
                    <a:pt x="10622" y="66281"/>
                  </a:lnTo>
                  <a:lnTo>
                    <a:pt x="11630" y="63675"/>
                  </a:lnTo>
                  <a:lnTo>
                    <a:pt x="11926" y="57253"/>
                  </a:lnTo>
                  <a:lnTo>
                    <a:pt x="11807" y="53557"/>
                  </a:lnTo>
                  <a:lnTo>
                    <a:pt x="15423" y="39380"/>
                  </a:lnTo>
                  <a:lnTo>
                    <a:pt x="18091" y="34533"/>
                  </a:lnTo>
                  <a:lnTo>
                    <a:pt x="23011" y="27869"/>
                  </a:lnTo>
                  <a:lnTo>
                    <a:pt x="26419" y="16115"/>
                  </a:lnTo>
                  <a:lnTo>
                    <a:pt x="29027" y="12480"/>
                  </a:lnTo>
                  <a:lnTo>
                    <a:pt x="31280" y="0"/>
                  </a:lnTo>
                  <a:lnTo>
                    <a:pt x="36259" y="1575"/>
                  </a:lnTo>
                  <a:lnTo>
                    <a:pt x="59008" y="18526"/>
                  </a:lnTo>
                  <a:lnTo>
                    <a:pt x="76508" y="34776"/>
                  </a:lnTo>
                  <a:lnTo>
                    <a:pt x="81961" y="40265"/>
                  </a:lnTo>
                  <a:lnTo>
                    <a:pt x="68678" y="54453"/>
                  </a:lnTo>
                  <a:lnTo>
                    <a:pt x="60676" y="50212"/>
                  </a:lnTo>
                  <a:lnTo>
                    <a:pt x="54007" y="51424"/>
                  </a:lnTo>
                  <a:lnTo>
                    <a:pt x="53880" y="53634"/>
                  </a:lnTo>
                  <a:lnTo>
                    <a:pt x="53711" y="56573"/>
                  </a:lnTo>
                  <a:lnTo>
                    <a:pt x="53563" y="58193"/>
                  </a:lnTo>
                  <a:lnTo>
                    <a:pt x="56005" y="58631"/>
                  </a:lnTo>
                  <a:lnTo>
                    <a:pt x="55412" y="71899"/>
                  </a:lnTo>
                  <a:lnTo>
                    <a:pt x="51856" y="80805"/>
                  </a:lnTo>
                  <a:lnTo>
                    <a:pt x="49196" y="80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12"/>
            <p:cNvSpPr/>
            <p:nvPr/>
          </p:nvSpPr>
          <p:spPr>
            <a:xfrm>
              <a:off x="5051838" y="4521265"/>
              <a:ext cx="368711" cy="333652"/>
            </a:xfrm>
            <a:custGeom>
              <a:avLst/>
              <a:pathLst>
                <a:path w="368711" h="333652">
                  <a:moveTo>
                    <a:pt x="310118" y="47767"/>
                  </a:moveTo>
                  <a:lnTo>
                    <a:pt x="310218" y="49891"/>
                  </a:lnTo>
                  <a:lnTo>
                    <a:pt x="310182" y="57684"/>
                  </a:lnTo>
                  <a:lnTo>
                    <a:pt x="304702" y="62913"/>
                  </a:lnTo>
                  <a:lnTo>
                    <a:pt x="303374" y="65918"/>
                  </a:lnTo>
                  <a:lnTo>
                    <a:pt x="303848" y="69408"/>
                  </a:lnTo>
                  <a:lnTo>
                    <a:pt x="305935" y="73576"/>
                  </a:lnTo>
                  <a:lnTo>
                    <a:pt x="307073" y="78617"/>
                  </a:lnTo>
                  <a:lnTo>
                    <a:pt x="306978" y="81622"/>
                  </a:lnTo>
                  <a:lnTo>
                    <a:pt x="309255" y="82592"/>
                  </a:lnTo>
                  <a:lnTo>
                    <a:pt x="312574" y="81816"/>
                  </a:lnTo>
                  <a:lnTo>
                    <a:pt x="316747" y="82204"/>
                  </a:lnTo>
                  <a:lnTo>
                    <a:pt x="322533" y="84530"/>
                  </a:lnTo>
                  <a:lnTo>
                    <a:pt x="328982" y="87826"/>
                  </a:lnTo>
                  <a:lnTo>
                    <a:pt x="332965" y="91413"/>
                  </a:lnTo>
                  <a:lnTo>
                    <a:pt x="336569" y="96066"/>
                  </a:lnTo>
                  <a:lnTo>
                    <a:pt x="338940" y="97132"/>
                  </a:lnTo>
                  <a:lnTo>
                    <a:pt x="341691" y="95872"/>
                  </a:lnTo>
                  <a:lnTo>
                    <a:pt x="345295" y="94806"/>
                  </a:lnTo>
                  <a:lnTo>
                    <a:pt x="347192" y="94806"/>
                  </a:lnTo>
                  <a:lnTo>
                    <a:pt x="356581" y="101591"/>
                  </a:lnTo>
                  <a:lnTo>
                    <a:pt x="358288" y="105081"/>
                  </a:lnTo>
                  <a:lnTo>
                    <a:pt x="362367" y="110413"/>
                  </a:lnTo>
                  <a:lnTo>
                    <a:pt x="365117" y="114387"/>
                  </a:lnTo>
                  <a:lnTo>
                    <a:pt x="367014" y="121657"/>
                  </a:lnTo>
                  <a:lnTo>
                    <a:pt x="368711" y="128172"/>
                  </a:lnTo>
                  <a:lnTo>
                    <a:pt x="365307" y="135713"/>
                  </a:lnTo>
                  <a:lnTo>
                    <a:pt x="357671" y="131828"/>
                  </a:lnTo>
                  <a:lnTo>
                    <a:pt x="352408" y="128077"/>
                  </a:lnTo>
                  <a:lnTo>
                    <a:pt x="348555" y="124139"/>
                  </a:lnTo>
                  <a:lnTo>
                    <a:pt x="341442" y="122775"/>
                  </a:lnTo>
                  <a:lnTo>
                    <a:pt x="332254" y="124290"/>
                  </a:lnTo>
                  <a:lnTo>
                    <a:pt x="327215" y="124896"/>
                  </a:lnTo>
                  <a:lnTo>
                    <a:pt x="323955" y="124139"/>
                  </a:lnTo>
                  <a:lnTo>
                    <a:pt x="320843" y="123078"/>
                  </a:lnTo>
                  <a:lnTo>
                    <a:pt x="317731" y="124290"/>
                  </a:lnTo>
                  <a:lnTo>
                    <a:pt x="310766" y="129591"/>
                  </a:lnTo>
                  <a:lnTo>
                    <a:pt x="304987" y="133075"/>
                  </a:lnTo>
                  <a:lnTo>
                    <a:pt x="294020" y="138831"/>
                  </a:lnTo>
                  <a:lnTo>
                    <a:pt x="296867" y="159082"/>
                  </a:lnTo>
                  <a:lnTo>
                    <a:pt x="294034" y="162752"/>
                  </a:lnTo>
                  <a:lnTo>
                    <a:pt x="293345" y="175008"/>
                  </a:lnTo>
                  <a:lnTo>
                    <a:pt x="293108" y="179206"/>
                  </a:lnTo>
                  <a:lnTo>
                    <a:pt x="286186" y="188043"/>
                  </a:lnTo>
                  <a:lnTo>
                    <a:pt x="282942" y="194431"/>
                  </a:lnTo>
                  <a:lnTo>
                    <a:pt x="276329" y="217422"/>
                  </a:lnTo>
                  <a:lnTo>
                    <a:pt x="283526" y="231643"/>
                  </a:lnTo>
                  <a:lnTo>
                    <a:pt x="290123" y="245437"/>
                  </a:lnTo>
                  <a:lnTo>
                    <a:pt x="294583" y="248304"/>
                  </a:lnTo>
                  <a:lnTo>
                    <a:pt x="298799" y="253484"/>
                  </a:lnTo>
                  <a:lnTo>
                    <a:pt x="299642" y="257747"/>
                  </a:lnTo>
                  <a:lnTo>
                    <a:pt x="301052" y="264874"/>
                  </a:lnTo>
                  <a:lnTo>
                    <a:pt x="301840" y="267717"/>
                  </a:lnTo>
                  <a:lnTo>
                    <a:pt x="298639" y="288428"/>
                  </a:lnTo>
                  <a:lnTo>
                    <a:pt x="288710" y="296304"/>
                  </a:lnTo>
                  <a:lnTo>
                    <a:pt x="286043" y="292518"/>
                  </a:lnTo>
                  <a:lnTo>
                    <a:pt x="281159" y="289605"/>
                  </a:lnTo>
                  <a:lnTo>
                    <a:pt x="282243" y="284135"/>
                  </a:lnTo>
                  <a:lnTo>
                    <a:pt x="280471" y="283084"/>
                  </a:lnTo>
                  <a:lnTo>
                    <a:pt x="279362" y="282827"/>
                  </a:lnTo>
                  <a:lnTo>
                    <a:pt x="277655" y="283445"/>
                  </a:lnTo>
                  <a:lnTo>
                    <a:pt x="275947" y="288316"/>
                  </a:lnTo>
                  <a:lnTo>
                    <a:pt x="274560" y="291696"/>
                  </a:lnTo>
                  <a:lnTo>
                    <a:pt x="273600" y="293550"/>
                  </a:lnTo>
                  <a:lnTo>
                    <a:pt x="272673" y="296685"/>
                  </a:lnTo>
                  <a:lnTo>
                    <a:pt x="272504" y="297141"/>
                  </a:lnTo>
                  <a:lnTo>
                    <a:pt x="271420" y="300067"/>
                  </a:lnTo>
                  <a:lnTo>
                    <a:pt x="270790" y="301766"/>
                  </a:lnTo>
                  <a:lnTo>
                    <a:pt x="268799" y="306055"/>
                  </a:lnTo>
                  <a:lnTo>
                    <a:pt x="267518" y="307764"/>
                  </a:lnTo>
                  <a:lnTo>
                    <a:pt x="264104" y="309073"/>
                  </a:lnTo>
                  <a:lnTo>
                    <a:pt x="262663" y="309509"/>
                  </a:lnTo>
                  <a:lnTo>
                    <a:pt x="253393" y="333652"/>
                  </a:lnTo>
                  <a:lnTo>
                    <a:pt x="252842" y="333464"/>
                  </a:lnTo>
                  <a:lnTo>
                    <a:pt x="251120" y="332875"/>
                  </a:lnTo>
                  <a:lnTo>
                    <a:pt x="244732" y="330600"/>
                  </a:lnTo>
                  <a:lnTo>
                    <a:pt x="226237" y="324014"/>
                  </a:lnTo>
                  <a:lnTo>
                    <a:pt x="225244" y="323660"/>
                  </a:lnTo>
                  <a:lnTo>
                    <a:pt x="201505" y="315206"/>
                  </a:lnTo>
                  <a:lnTo>
                    <a:pt x="199000" y="314355"/>
                  </a:lnTo>
                  <a:lnTo>
                    <a:pt x="198346" y="314133"/>
                  </a:lnTo>
                  <a:lnTo>
                    <a:pt x="198117" y="314055"/>
                  </a:lnTo>
                  <a:lnTo>
                    <a:pt x="181728" y="308488"/>
                  </a:lnTo>
                  <a:lnTo>
                    <a:pt x="171082" y="304871"/>
                  </a:lnTo>
                  <a:lnTo>
                    <a:pt x="170594" y="304705"/>
                  </a:lnTo>
                  <a:lnTo>
                    <a:pt x="170195" y="304569"/>
                  </a:lnTo>
                  <a:lnTo>
                    <a:pt x="169337" y="304278"/>
                  </a:lnTo>
                  <a:lnTo>
                    <a:pt x="160642" y="301324"/>
                  </a:lnTo>
                  <a:lnTo>
                    <a:pt x="160027" y="301115"/>
                  </a:lnTo>
                  <a:lnTo>
                    <a:pt x="155399" y="299543"/>
                  </a:lnTo>
                  <a:lnTo>
                    <a:pt x="143550" y="295517"/>
                  </a:lnTo>
                  <a:lnTo>
                    <a:pt x="142866" y="295285"/>
                  </a:lnTo>
                  <a:lnTo>
                    <a:pt x="130958" y="291239"/>
                  </a:lnTo>
                  <a:lnTo>
                    <a:pt x="129052" y="290592"/>
                  </a:lnTo>
                  <a:lnTo>
                    <a:pt x="115146" y="285867"/>
                  </a:lnTo>
                  <a:lnTo>
                    <a:pt x="114472" y="285638"/>
                  </a:lnTo>
                  <a:lnTo>
                    <a:pt x="99950" y="280705"/>
                  </a:lnTo>
                  <a:lnTo>
                    <a:pt x="90089" y="277355"/>
                  </a:lnTo>
                  <a:lnTo>
                    <a:pt x="88745" y="276898"/>
                  </a:lnTo>
                  <a:lnTo>
                    <a:pt x="87169" y="276363"/>
                  </a:lnTo>
                  <a:lnTo>
                    <a:pt x="82158" y="289467"/>
                  </a:lnTo>
                  <a:lnTo>
                    <a:pt x="79009" y="297700"/>
                  </a:lnTo>
                  <a:lnTo>
                    <a:pt x="78054" y="300198"/>
                  </a:lnTo>
                  <a:lnTo>
                    <a:pt x="76328" y="304710"/>
                  </a:lnTo>
                  <a:lnTo>
                    <a:pt x="74425" y="309688"/>
                  </a:lnTo>
                  <a:lnTo>
                    <a:pt x="74106" y="310522"/>
                  </a:lnTo>
                  <a:lnTo>
                    <a:pt x="74025" y="310734"/>
                  </a:lnTo>
                  <a:lnTo>
                    <a:pt x="68952" y="324000"/>
                  </a:lnTo>
                  <a:lnTo>
                    <a:pt x="68331" y="325623"/>
                  </a:lnTo>
                  <a:lnTo>
                    <a:pt x="68104" y="326216"/>
                  </a:lnTo>
                  <a:lnTo>
                    <a:pt x="67157" y="325887"/>
                  </a:lnTo>
                  <a:lnTo>
                    <a:pt x="59320" y="323189"/>
                  </a:lnTo>
                  <a:lnTo>
                    <a:pt x="48355" y="319414"/>
                  </a:lnTo>
                  <a:lnTo>
                    <a:pt x="43636" y="317790"/>
                  </a:lnTo>
                  <a:lnTo>
                    <a:pt x="37885" y="315810"/>
                  </a:lnTo>
                  <a:lnTo>
                    <a:pt x="33961" y="314459"/>
                  </a:lnTo>
                  <a:lnTo>
                    <a:pt x="29068" y="312774"/>
                  </a:lnTo>
                  <a:lnTo>
                    <a:pt x="15086" y="307961"/>
                  </a:lnTo>
                  <a:lnTo>
                    <a:pt x="12800" y="307174"/>
                  </a:lnTo>
                  <a:lnTo>
                    <a:pt x="8067" y="305544"/>
                  </a:lnTo>
                  <a:lnTo>
                    <a:pt x="6445" y="304986"/>
                  </a:lnTo>
                  <a:lnTo>
                    <a:pt x="4044" y="304159"/>
                  </a:lnTo>
                  <a:lnTo>
                    <a:pt x="0" y="302767"/>
                  </a:lnTo>
                  <a:lnTo>
                    <a:pt x="437" y="301469"/>
                  </a:lnTo>
                  <a:lnTo>
                    <a:pt x="1829" y="296863"/>
                  </a:lnTo>
                  <a:lnTo>
                    <a:pt x="4684" y="287410"/>
                  </a:lnTo>
                  <a:lnTo>
                    <a:pt x="4990" y="286397"/>
                  </a:lnTo>
                  <a:lnTo>
                    <a:pt x="11952" y="265192"/>
                  </a:lnTo>
                  <a:lnTo>
                    <a:pt x="15438" y="255738"/>
                  </a:lnTo>
                  <a:lnTo>
                    <a:pt x="18253" y="249161"/>
                  </a:lnTo>
                  <a:lnTo>
                    <a:pt x="20130" y="244776"/>
                  </a:lnTo>
                  <a:lnTo>
                    <a:pt x="23138" y="239538"/>
                  </a:lnTo>
                  <a:lnTo>
                    <a:pt x="26711" y="234395"/>
                  </a:lnTo>
                  <a:lnTo>
                    <a:pt x="29773" y="230296"/>
                  </a:lnTo>
                  <a:lnTo>
                    <a:pt x="32057" y="227641"/>
                  </a:lnTo>
                  <a:lnTo>
                    <a:pt x="32306" y="227352"/>
                  </a:lnTo>
                  <a:lnTo>
                    <a:pt x="33492" y="225973"/>
                  </a:lnTo>
                  <a:lnTo>
                    <a:pt x="38159" y="221203"/>
                  </a:lnTo>
                  <a:lnTo>
                    <a:pt x="38938" y="220448"/>
                  </a:lnTo>
                  <a:lnTo>
                    <a:pt x="43774" y="215763"/>
                  </a:lnTo>
                  <a:lnTo>
                    <a:pt x="48368" y="211440"/>
                  </a:lnTo>
                  <a:lnTo>
                    <a:pt x="69368" y="192361"/>
                  </a:lnTo>
                  <a:lnTo>
                    <a:pt x="76304" y="186201"/>
                  </a:lnTo>
                  <a:lnTo>
                    <a:pt x="79941" y="182970"/>
                  </a:lnTo>
                  <a:lnTo>
                    <a:pt x="88473" y="174250"/>
                  </a:lnTo>
                  <a:lnTo>
                    <a:pt x="91098" y="171344"/>
                  </a:lnTo>
                  <a:lnTo>
                    <a:pt x="95619" y="164785"/>
                  </a:lnTo>
                  <a:lnTo>
                    <a:pt x="98069" y="160521"/>
                  </a:lnTo>
                  <a:lnTo>
                    <a:pt x="98317" y="160090"/>
                  </a:lnTo>
                  <a:lnTo>
                    <a:pt x="98769" y="159044"/>
                  </a:lnTo>
                  <a:lnTo>
                    <a:pt x="100796" y="154351"/>
                  </a:lnTo>
                  <a:lnTo>
                    <a:pt x="102473" y="149805"/>
                  </a:lnTo>
                  <a:lnTo>
                    <a:pt x="103713" y="144429"/>
                  </a:lnTo>
                  <a:lnTo>
                    <a:pt x="104053" y="142955"/>
                  </a:lnTo>
                  <a:lnTo>
                    <a:pt x="104588" y="140638"/>
                  </a:lnTo>
                  <a:lnTo>
                    <a:pt x="105101" y="136873"/>
                  </a:lnTo>
                  <a:lnTo>
                    <a:pt x="105390" y="134750"/>
                  </a:lnTo>
                  <a:lnTo>
                    <a:pt x="105754" y="127595"/>
                  </a:lnTo>
                  <a:lnTo>
                    <a:pt x="105682" y="121633"/>
                  </a:lnTo>
                  <a:lnTo>
                    <a:pt x="105169" y="118187"/>
                  </a:lnTo>
                  <a:lnTo>
                    <a:pt x="104806" y="115745"/>
                  </a:lnTo>
                  <a:lnTo>
                    <a:pt x="103861" y="110783"/>
                  </a:lnTo>
                  <a:lnTo>
                    <a:pt x="103202" y="107323"/>
                  </a:lnTo>
                  <a:lnTo>
                    <a:pt x="102992" y="106425"/>
                  </a:lnTo>
                  <a:lnTo>
                    <a:pt x="101963" y="102032"/>
                  </a:lnTo>
                  <a:lnTo>
                    <a:pt x="99924" y="94592"/>
                  </a:lnTo>
                  <a:lnTo>
                    <a:pt x="98810" y="90204"/>
                  </a:lnTo>
                  <a:lnTo>
                    <a:pt x="97825" y="86330"/>
                  </a:lnTo>
                  <a:lnTo>
                    <a:pt x="95423" y="76875"/>
                  </a:lnTo>
                  <a:lnTo>
                    <a:pt x="94286" y="72401"/>
                  </a:lnTo>
                  <a:lnTo>
                    <a:pt x="94148" y="71857"/>
                  </a:lnTo>
                  <a:lnTo>
                    <a:pt x="93903" y="70894"/>
                  </a:lnTo>
                  <a:lnTo>
                    <a:pt x="93683" y="70029"/>
                  </a:lnTo>
                  <a:lnTo>
                    <a:pt x="89186" y="52328"/>
                  </a:lnTo>
                  <a:lnTo>
                    <a:pt x="87726" y="46580"/>
                  </a:lnTo>
                  <a:lnTo>
                    <a:pt x="86973" y="43616"/>
                  </a:lnTo>
                  <a:lnTo>
                    <a:pt x="84131" y="32636"/>
                  </a:lnTo>
                  <a:lnTo>
                    <a:pt x="83035" y="28321"/>
                  </a:lnTo>
                  <a:lnTo>
                    <a:pt x="83742" y="28134"/>
                  </a:lnTo>
                  <a:lnTo>
                    <a:pt x="84271" y="27994"/>
                  </a:lnTo>
                  <a:lnTo>
                    <a:pt x="85387" y="27700"/>
                  </a:lnTo>
                  <a:lnTo>
                    <a:pt x="85528" y="27662"/>
                  </a:lnTo>
                  <a:lnTo>
                    <a:pt x="85932" y="27556"/>
                  </a:lnTo>
                  <a:lnTo>
                    <a:pt x="88337" y="26921"/>
                  </a:lnTo>
                  <a:lnTo>
                    <a:pt x="88987" y="26749"/>
                  </a:lnTo>
                  <a:lnTo>
                    <a:pt x="89367" y="26649"/>
                  </a:lnTo>
                  <a:lnTo>
                    <a:pt x="89869" y="26516"/>
                  </a:lnTo>
                  <a:lnTo>
                    <a:pt x="92008" y="25951"/>
                  </a:lnTo>
                  <a:lnTo>
                    <a:pt x="94056" y="25410"/>
                  </a:lnTo>
                  <a:lnTo>
                    <a:pt x="95084" y="25139"/>
                  </a:lnTo>
                  <a:lnTo>
                    <a:pt x="95583" y="25007"/>
                  </a:lnTo>
                  <a:lnTo>
                    <a:pt x="100323" y="23755"/>
                  </a:lnTo>
                  <a:lnTo>
                    <a:pt x="102170" y="23268"/>
                  </a:lnTo>
                  <a:lnTo>
                    <a:pt x="105748" y="22323"/>
                  </a:lnTo>
                  <a:lnTo>
                    <a:pt x="108245" y="21664"/>
                  </a:lnTo>
                  <a:lnTo>
                    <a:pt x="108684" y="21548"/>
                  </a:lnTo>
                  <a:lnTo>
                    <a:pt x="111343" y="20846"/>
                  </a:lnTo>
                  <a:lnTo>
                    <a:pt x="113882" y="20175"/>
                  </a:lnTo>
                  <a:lnTo>
                    <a:pt x="117168" y="19307"/>
                  </a:lnTo>
                  <a:lnTo>
                    <a:pt x="121067" y="18278"/>
                  </a:lnTo>
                  <a:lnTo>
                    <a:pt x="122572" y="17881"/>
                  </a:lnTo>
                  <a:lnTo>
                    <a:pt x="127405" y="16604"/>
                  </a:lnTo>
                  <a:lnTo>
                    <a:pt x="131112" y="15625"/>
                  </a:lnTo>
                  <a:lnTo>
                    <a:pt x="132426" y="15279"/>
                  </a:lnTo>
                  <a:lnTo>
                    <a:pt x="136022" y="14329"/>
                  </a:lnTo>
                  <a:lnTo>
                    <a:pt x="136693" y="14152"/>
                  </a:lnTo>
                  <a:lnTo>
                    <a:pt x="138957" y="13554"/>
                  </a:lnTo>
                  <a:lnTo>
                    <a:pt x="141832" y="12795"/>
                  </a:lnTo>
                  <a:lnTo>
                    <a:pt x="143638" y="12318"/>
                  </a:lnTo>
                  <a:lnTo>
                    <a:pt x="144706" y="12036"/>
                  </a:lnTo>
                  <a:lnTo>
                    <a:pt x="145629" y="11792"/>
                  </a:lnTo>
                  <a:lnTo>
                    <a:pt x="148169" y="11121"/>
                  </a:lnTo>
                  <a:lnTo>
                    <a:pt x="151730" y="10181"/>
                  </a:lnTo>
                  <a:lnTo>
                    <a:pt x="152192" y="10059"/>
                  </a:lnTo>
                  <a:lnTo>
                    <a:pt x="153076" y="9826"/>
                  </a:lnTo>
                  <a:lnTo>
                    <a:pt x="154906" y="9383"/>
                  </a:lnTo>
                  <a:lnTo>
                    <a:pt x="155898" y="9143"/>
                  </a:lnTo>
                  <a:lnTo>
                    <a:pt x="158434" y="8530"/>
                  </a:lnTo>
                  <a:lnTo>
                    <a:pt x="158699" y="8466"/>
                  </a:lnTo>
                  <a:lnTo>
                    <a:pt x="164436" y="7078"/>
                  </a:lnTo>
                  <a:lnTo>
                    <a:pt x="167383" y="6366"/>
                  </a:lnTo>
                  <a:lnTo>
                    <a:pt x="167524" y="6332"/>
                  </a:lnTo>
                  <a:lnTo>
                    <a:pt x="170361" y="5645"/>
                  </a:lnTo>
                  <a:lnTo>
                    <a:pt x="176817" y="4084"/>
                  </a:lnTo>
                  <a:lnTo>
                    <a:pt x="177593" y="3896"/>
                  </a:lnTo>
                  <a:lnTo>
                    <a:pt x="183354" y="2503"/>
                  </a:lnTo>
                  <a:lnTo>
                    <a:pt x="191607" y="507"/>
                  </a:lnTo>
                  <a:lnTo>
                    <a:pt x="194284" y="0"/>
                  </a:lnTo>
                  <a:lnTo>
                    <a:pt x="195974" y="1891"/>
                  </a:lnTo>
                  <a:lnTo>
                    <a:pt x="201556" y="8139"/>
                  </a:lnTo>
                  <a:lnTo>
                    <a:pt x="209187" y="10434"/>
                  </a:lnTo>
                  <a:lnTo>
                    <a:pt x="211354" y="11864"/>
                  </a:lnTo>
                  <a:lnTo>
                    <a:pt x="213990" y="11564"/>
                  </a:lnTo>
                  <a:lnTo>
                    <a:pt x="215473" y="12037"/>
                  </a:lnTo>
                  <a:lnTo>
                    <a:pt x="227237" y="15791"/>
                  </a:lnTo>
                  <a:lnTo>
                    <a:pt x="232585" y="17498"/>
                  </a:lnTo>
                  <a:lnTo>
                    <a:pt x="239250" y="19625"/>
                  </a:lnTo>
                  <a:lnTo>
                    <a:pt x="240386" y="19987"/>
                  </a:lnTo>
                  <a:lnTo>
                    <a:pt x="251105" y="23408"/>
                  </a:lnTo>
                  <a:lnTo>
                    <a:pt x="261045" y="26687"/>
                  </a:lnTo>
                  <a:lnTo>
                    <a:pt x="267958" y="28968"/>
                  </a:lnTo>
                  <a:lnTo>
                    <a:pt x="270651" y="29856"/>
                  </a:lnTo>
                  <a:lnTo>
                    <a:pt x="272676" y="30545"/>
                  </a:lnTo>
                  <a:lnTo>
                    <a:pt x="273249" y="30711"/>
                  </a:lnTo>
                  <a:lnTo>
                    <a:pt x="283760" y="33760"/>
                  </a:lnTo>
                  <a:lnTo>
                    <a:pt x="288240" y="35060"/>
                  </a:lnTo>
                  <a:lnTo>
                    <a:pt x="292061" y="36168"/>
                  </a:lnTo>
                  <a:lnTo>
                    <a:pt x="297327" y="37696"/>
                  </a:lnTo>
                  <a:lnTo>
                    <a:pt x="298201" y="37949"/>
                  </a:lnTo>
                  <a:lnTo>
                    <a:pt x="300914" y="38736"/>
                  </a:lnTo>
                  <a:lnTo>
                    <a:pt x="301095" y="38789"/>
                  </a:lnTo>
                  <a:lnTo>
                    <a:pt x="303199" y="39970"/>
                  </a:lnTo>
                  <a:lnTo>
                    <a:pt x="304829" y="41394"/>
                  </a:lnTo>
                  <a:lnTo>
                    <a:pt x="305580" y="42511"/>
                  </a:lnTo>
                  <a:lnTo>
                    <a:pt x="306459" y="4381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13"/>
            <p:cNvSpPr/>
            <p:nvPr/>
          </p:nvSpPr>
          <p:spPr>
            <a:xfrm>
              <a:off x="5305231" y="4707371"/>
              <a:ext cx="447851" cy="304748"/>
            </a:xfrm>
            <a:custGeom>
              <a:avLst/>
              <a:pathLst>
                <a:path w="447851" h="304748">
                  <a:moveTo>
                    <a:pt x="290505" y="71669"/>
                  </a:moveTo>
                  <a:lnTo>
                    <a:pt x="297850" y="75941"/>
                  </a:lnTo>
                  <a:lnTo>
                    <a:pt x="321364" y="74073"/>
                  </a:lnTo>
                  <a:lnTo>
                    <a:pt x="333101" y="77526"/>
                  </a:lnTo>
                  <a:lnTo>
                    <a:pt x="360665" y="89522"/>
                  </a:lnTo>
                  <a:lnTo>
                    <a:pt x="372579" y="90067"/>
                  </a:lnTo>
                  <a:lnTo>
                    <a:pt x="378270" y="100428"/>
                  </a:lnTo>
                  <a:lnTo>
                    <a:pt x="379871" y="118240"/>
                  </a:lnTo>
                  <a:lnTo>
                    <a:pt x="379639" y="126058"/>
                  </a:lnTo>
                  <a:lnTo>
                    <a:pt x="374802" y="134780"/>
                  </a:lnTo>
                  <a:lnTo>
                    <a:pt x="371601" y="140111"/>
                  </a:lnTo>
                  <a:lnTo>
                    <a:pt x="371009" y="144231"/>
                  </a:lnTo>
                  <a:lnTo>
                    <a:pt x="371957" y="148230"/>
                  </a:lnTo>
                  <a:lnTo>
                    <a:pt x="373972" y="155137"/>
                  </a:lnTo>
                  <a:lnTo>
                    <a:pt x="379307" y="170162"/>
                  </a:lnTo>
                  <a:lnTo>
                    <a:pt x="388080" y="176948"/>
                  </a:lnTo>
                  <a:lnTo>
                    <a:pt x="401566" y="184734"/>
                  </a:lnTo>
                  <a:lnTo>
                    <a:pt x="416420" y="168398"/>
                  </a:lnTo>
                  <a:lnTo>
                    <a:pt x="430952" y="148621"/>
                  </a:lnTo>
                  <a:lnTo>
                    <a:pt x="437268" y="145376"/>
                  </a:lnTo>
                  <a:lnTo>
                    <a:pt x="439351" y="147202"/>
                  </a:lnTo>
                  <a:lnTo>
                    <a:pt x="440301" y="147965"/>
                  </a:lnTo>
                  <a:lnTo>
                    <a:pt x="447851" y="154025"/>
                  </a:lnTo>
                  <a:lnTo>
                    <a:pt x="445160" y="156753"/>
                  </a:lnTo>
                  <a:lnTo>
                    <a:pt x="433862" y="170553"/>
                  </a:lnTo>
                  <a:lnTo>
                    <a:pt x="419636" y="185627"/>
                  </a:lnTo>
                  <a:lnTo>
                    <a:pt x="414185" y="190636"/>
                  </a:lnTo>
                  <a:lnTo>
                    <a:pt x="406741" y="203020"/>
                  </a:lnTo>
                  <a:lnTo>
                    <a:pt x="400117" y="214953"/>
                  </a:lnTo>
                  <a:lnTo>
                    <a:pt x="397198" y="220212"/>
                  </a:lnTo>
                  <a:lnTo>
                    <a:pt x="387405" y="237127"/>
                  </a:lnTo>
                  <a:lnTo>
                    <a:pt x="380863" y="246420"/>
                  </a:lnTo>
                  <a:lnTo>
                    <a:pt x="380411" y="247063"/>
                  </a:lnTo>
                  <a:lnTo>
                    <a:pt x="371277" y="261491"/>
                  </a:lnTo>
                  <a:lnTo>
                    <a:pt x="363540" y="273713"/>
                  </a:lnTo>
                  <a:lnTo>
                    <a:pt x="363313" y="274072"/>
                  </a:lnTo>
                  <a:lnTo>
                    <a:pt x="361992" y="273365"/>
                  </a:lnTo>
                  <a:lnTo>
                    <a:pt x="360878" y="272786"/>
                  </a:lnTo>
                  <a:lnTo>
                    <a:pt x="360143" y="274045"/>
                  </a:lnTo>
                  <a:lnTo>
                    <a:pt x="353971" y="284608"/>
                  </a:lnTo>
                  <a:lnTo>
                    <a:pt x="352548" y="287043"/>
                  </a:lnTo>
                  <a:lnTo>
                    <a:pt x="350056" y="291308"/>
                  </a:lnTo>
                  <a:lnTo>
                    <a:pt x="348725" y="293587"/>
                  </a:lnTo>
                  <a:lnTo>
                    <a:pt x="347555" y="295589"/>
                  </a:lnTo>
                  <a:lnTo>
                    <a:pt x="347334" y="295968"/>
                  </a:lnTo>
                  <a:lnTo>
                    <a:pt x="346233" y="297851"/>
                  </a:lnTo>
                  <a:lnTo>
                    <a:pt x="344661" y="300542"/>
                  </a:lnTo>
                  <a:lnTo>
                    <a:pt x="344283" y="301190"/>
                  </a:lnTo>
                  <a:lnTo>
                    <a:pt x="343838" y="301950"/>
                  </a:lnTo>
                  <a:lnTo>
                    <a:pt x="342204" y="304748"/>
                  </a:lnTo>
                  <a:lnTo>
                    <a:pt x="341811" y="304533"/>
                  </a:lnTo>
                  <a:lnTo>
                    <a:pt x="317936" y="291477"/>
                  </a:lnTo>
                  <a:lnTo>
                    <a:pt x="317528" y="291254"/>
                  </a:lnTo>
                  <a:lnTo>
                    <a:pt x="316897" y="290909"/>
                  </a:lnTo>
                  <a:lnTo>
                    <a:pt x="311158" y="287770"/>
                  </a:lnTo>
                  <a:lnTo>
                    <a:pt x="296574" y="279795"/>
                  </a:lnTo>
                  <a:lnTo>
                    <a:pt x="292748" y="277703"/>
                  </a:lnTo>
                  <a:lnTo>
                    <a:pt x="292458" y="277544"/>
                  </a:lnTo>
                  <a:lnTo>
                    <a:pt x="291128" y="276817"/>
                  </a:lnTo>
                  <a:lnTo>
                    <a:pt x="274167" y="267542"/>
                  </a:lnTo>
                  <a:lnTo>
                    <a:pt x="268380" y="264377"/>
                  </a:lnTo>
                  <a:lnTo>
                    <a:pt x="268187" y="264272"/>
                  </a:lnTo>
                  <a:lnTo>
                    <a:pt x="266790" y="263508"/>
                  </a:lnTo>
                  <a:lnTo>
                    <a:pt x="262259" y="260917"/>
                  </a:lnTo>
                  <a:lnTo>
                    <a:pt x="243746" y="250332"/>
                  </a:lnTo>
                  <a:lnTo>
                    <a:pt x="243211" y="250026"/>
                  </a:lnTo>
                  <a:lnTo>
                    <a:pt x="241229" y="248893"/>
                  </a:lnTo>
                  <a:lnTo>
                    <a:pt x="240595" y="248552"/>
                  </a:lnTo>
                  <a:lnTo>
                    <a:pt x="229338" y="242300"/>
                  </a:lnTo>
                  <a:lnTo>
                    <a:pt x="221308" y="237840"/>
                  </a:lnTo>
                  <a:lnTo>
                    <a:pt x="221152" y="237753"/>
                  </a:lnTo>
                  <a:lnTo>
                    <a:pt x="219722" y="236959"/>
                  </a:lnTo>
                  <a:lnTo>
                    <a:pt x="212394" y="232889"/>
                  </a:lnTo>
                  <a:lnTo>
                    <a:pt x="198288" y="225054"/>
                  </a:lnTo>
                  <a:lnTo>
                    <a:pt x="197536" y="224636"/>
                  </a:lnTo>
                  <a:lnTo>
                    <a:pt x="196104" y="223841"/>
                  </a:lnTo>
                  <a:lnTo>
                    <a:pt x="195886" y="223720"/>
                  </a:lnTo>
                  <a:lnTo>
                    <a:pt x="182990" y="216475"/>
                  </a:lnTo>
                  <a:lnTo>
                    <a:pt x="169816" y="209075"/>
                  </a:lnTo>
                  <a:lnTo>
                    <a:pt x="157805" y="202328"/>
                  </a:lnTo>
                  <a:lnTo>
                    <a:pt x="153349" y="200506"/>
                  </a:lnTo>
                  <a:lnTo>
                    <a:pt x="138893" y="194596"/>
                  </a:lnTo>
                  <a:lnTo>
                    <a:pt x="138266" y="194339"/>
                  </a:lnTo>
                  <a:lnTo>
                    <a:pt x="137945" y="194208"/>
                  </a:lnTo>
                  <a:lnTo>
                    <a:pt x="137457" y="194009"/>
                  </a:lnTo>
                  <a:lnTo>
                    <a:pt x="129433" y="191174"/>
                  </a:lnTo>
                  <a:lnTo>
                    <a:pt x="113912" y="185690"/>
                  </a:lnTo>
                  <a:lnTo>
                    <a:pt x="111192" y="184778"/>
                  </a:lnTo>
                  <a:lnTo>
                    <a:pt x="110959" y="184700"/>
                  </a:lnTo>
                  <a:lnTo>
                    <a:pt x="100138" y="181071"/>
                  </a:lnTo>
                  <a:lnTo>
                    <a:pt x="94459" y="179167"/>
                  </a:lnTo>
                  <a:lnTo>
                    <a:pt x="92718" y="178583"/>
                  </a:lnTo>
                  <a:lnTo>
                    <a:pt x="84319" y="175766"/>
                  </a:lnTo>
                  <a:lnTo>
                    <a:pt x="83397" y="175470"/>
                  </a:lnTo>
                  <a:lnTo>
                    <a:pt x="83152" y="175391"/>
                  </a:lnTo>
                  <a:lnTo>
                    <a:pt x="76822" y="173358"/>
                  </a:lnTo>
                  <a:lnTo>
                    <a:pt x="75259" y="172857"/>
                  </a:lnTo>
                  <a:lnTo>
                    <a:pt x="68376" y="170646"/>
                  </a:lnTo>
                  <a:lnTo>
                    <a:pt x="55997" y="166671"/>
                  </a:lnTo>
                  <a:lnTo>
                    <a:pt x="55607" y="166545"/>
                  </a:lnTo>
                  <a:lnTo>
                    <a:pt x="54177" y="166086"/>
                  </a:lnTo>
                  <a:lnTo>
                    <a:pt x="28426" y="157274"/>
                  </a:lnTo>
                  <a:lnTo>
                    <a:pt x="27877" y="157086"/>
                  </a:lnTo>
                  <a:lnTo>
                    <a:pt x="19489" y="154216"/>
                  </a:lnTo>
                  <a:lnTo>
                    <a:pt x="654" y="147770"/>
                  </a:lnTo>
                  <a:lnTo>
                    <a:pt x="0" y="147546"/>
                  </a:lnTo>
                  <a:lnTo>
                    <a:pt x="9270" y="123403"/>
                  </a:lnTo>
                  <a:lnTo>
                    <a:pt x="10711" y="122966"/>
                  </a:lnTo>
                  <a:lnTo>
                    <a:pt x="14125" y="121658"/>
                  </a:lnTo>
                  <a:lnTo>
                    <a:pt x="15405" y="119949"/>
                  </a:lnTo>
                  <a:lnTo>
                    <a:pt x="17397" y="115660"/>
                  </a:lnTo>
                  <a:lnTo>
                    <a:pt x="18027" y="113960"/>
                  </a:lnTo>
                  <a:lnTo>
                    <a:pt x="19111" y="111035"/>
                  </a:lnTo>
                  <a:lnTo>
                    <a:pt x="19280" y="110579"/>
                  </a:lnTo>
                  <a:lnTo>
                    <a:pt x="20207" y="107444"/>
                  </a:lnTo>
                  <a:lnTo>
                    <a:pt x="21167" y="105590"/>
                  </a:lnTo>
                  <a:lnTo>
                    <a:pt x="22554" y="102210"/>
                  </a:lnTo>
                  <a:lnTo>
                    <a:pt x="24261" y="97339"/>
                  </a:lnTo>
                  <a:lnTo>
                    <a:pt x="25968" y="96721"/>
                  </a:lnTo>
                  <a:lnTo>
                    <a:pt x="27078" y="96978"/>
                  </a:lnTo>
                  <a:lnTo>
                    <a:pt x="28849" y="98029"/>
                  </a:lnTo>
                  <a:lnTo>
                    <a:pt x="27766" y="103499"/>
                  </a:lnTo>
                  <a:lnTo>
                    <a:pt x="32649" y="106412"/>
                  </a:lnTo>
                  <a:lnTo>
                    <a:pt x="35317" y="110198"/>
                  </a:lnTo>
                  <a:lnTo>
                    <a:pt x="45246" y="102322"/>
                  </a:lnTo>
                  <a:lnTo>
                    <a:pt x="48447" y="81611"/>
                  </a:lnTo>
                  <a:lnTo>
                    <a:pt x="58994" y="92056"/>
                  </a:lnTo>
                  <a:lnTo>
                    <a:pt x="62669" y="96055"/>
                  </a:lnTo>
                  <a:lnTo>
                    <a:pt x="74205" y="101686"/>
                  </a:lnTo>
                  <a:lnTo>
                    <a:pt x="77332" y="103881"/>
                  </a:lnTo>
                  <a:lnTo>
                    <a:pt x="85393" y="111515"/>
                  </a:lnTo>
                  <a:lnTo>
                    <a:pt x="99301" y="105383"/>
                  </a:lnTo>
                  <a:lnTo>
                    <a:pt x="119181" y="99882"/>
                  </a:lnTo>
                  <a:lnTo>
                    <a:pt x="123093" y="96853"/>
                  </a:lnTo>
                  <a:lnTo>
                    <a:pt x="126531" y="84251"/>
                  </a:lnTo>
                  <a:lnTo>
                    <a:pt x="129495" y="78677"/>
                  </a:lnTo>
                  <a:lnTo>
                    <a:pt x="132933" y="77466"/>
                  </a:lnTo>
                  <a:lnTo>
                    <a:pt x="147859" y="83268"/>
                  </a:lnTo>
                  <a:lnTo>
                    <a:pt x="153206" y="84978"/>
                  </a:lnTo>
                  <a:lnTo>
                    <a:pt x="148015" y="99350"/>
                  </a:lnTo>
                  <a:lnTo>
                    <a:pt x="146626" y="105848"/>
                  </a:lnTo>
                  <a:lnTo>
                    <a:pt x="146461" y="116207"/>
                  </a:lnTo>
                  <a:lnTo>
                    <a:pt x="147727" y="121361"/>
                  </a:lnTo>
                  <a:lnTo>
                    <a:pt x="148345" y="130539"/>
                  </a:lnTo>
                  <a:lnTo>
                    <a:pt x="150598" y="133083"/>
                  </a:lnTo>
                  <a:lnTo>
                    <a:pt x="157237" y="133083"/>
                  </a:lnTo>
                  <a:lnTo>
                    <a:pt x="160912" y="130175"/>
                  </a:lnTo>
                  <a:lnTo>
                    <a:pt x="161505" y="126540"/>
                  </a:lnTo>
                  <a:lnTo>
                    <a:pt x="162051" y="122301"/>
                  </a:lnTo>
                  <a:lnTo>
                    <a:pt x="164282" y="118946"/>
                  </a:lnTo>
                  <a:lnTo>
                    <a:pt x="169211" y="115635"/>
                  </a:lnTo>
                  <a:lnTo>
                    <a:pt x="173004" y="112242"/>
                  </a:lnTo>
                  <a:lnTo>
                    <a:pt x="173953" y="109334"/>
                  </a:lnTo>
                  <a:lnTo>
                    <a:pt x="173656" y="104843"/>
                  </a:lnTo>
                  <a:lnTo>
                    <a:pt x="174308" y="99640"/>
                  </a:lnTo>
                  <a:lnTo>
                    <a:pt x="178695" y="92976"/>
                  </a:lnTo>
                  <a:lnTo>
                    <a:pt x="179673" y="91661"/>
                  </a:lnTo>
                  <a:lnTo>
                    <a:pt x="186258" y="80260"/>
                  </a:lnTo>
                  <a:lnTo>
                    <a:pt x="188329" y="70795"/>
                  </a:lnTo>
                  <a:lnTo>
                    <a:pt x="191024" y="66197"/>
                  </a:lnTo>
                  <a:lnTo>
                    <a:pt x="195648" y="62683"/>
                  </a:lnTo>
                  <a:lnTo>
                    <a:pt x="200035" y="61713"/>
                  </a:lnTo>
                  <a:lnTo>
                    <a:pt x="202373" y="59268"/>
                  </a:lnTo>
                  <a:lnTo>
                    <a:pt x="210942" y="43901"/>
                  </a:lnTo>
                  <a:lnTo>
                    <a:pt x="214431" y="40883"/>
                  </a:lnTo>
                  <a:lnTo>
                    <a:pt x="214798" y="40428"/>
                  </a:lnTo>
                  <a:lnTo>
                    <a:pt x="219359" y="37661"/>
                  </a:lnTo>
                  <a:lnTo>
                    <a:pt x="249106" y="0"/>
                  </a:lnTo>
                  <a:lnTo>
                    <a:pt x="256942" y="3303"/>
                  </a:lnTo>
                  <a:lnTo>
                    <a:pt x="262512" y="12154"/>
                  </a:lnTo>
                  <a:lnTo>
                    <a:pt x="279587" y="32036"/>
                  </a:lnTo>
                  <a:lnTo>
                    <a:pt x="266184" y="46518"/>
                  </a:lnTo>
                  <a:lnTo>
                    <a:pt x="260378" y="52928"/>
                  </a:lnTo>
                  <a:lnTo>
                    <a:pt x="270023" y="59758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14"/>
            <p:cNvSpPr/>
            <p:nvPr/>
          </p:nvSpPr>
          <p:spPr>
            <a:xfrm>
              <a:off x="5668544" y="4788837"/>
              <a:ext cx="504472" cy="386039"/>
            </a:xfrm>
            <a:custGeom>
              <a:avLst/>
              <a:pathLst>
                <a:path w="504472" h="386039">
                  <a:moveTo>
                    <a:pt x="457568" y="244678"/>
                  </a:moveTo>
                  <a:lnTo>
                    <a:pt x="458897" y="244999"/>
                  </a:lnTo>
                  <a:lnTo>
                    <a:pt x="460536" y="250212"/>
                  </a:lnTo>
                  <a:lnTo>
                    <a:pt x="461564" y="253481"/>
                  </a:lnTo>
                  <a:lnTo>
                    <a:pt x="455044" y="274989"/>
                  </a:lnTo>
                  <a:lnTo>
                    <a:pt x="438446" y="281048"/>
                  </a:lnTo>
                  <a:lnTo>
                    <a:pt x="421552" y="290439"/>
                  </a:lnTo>
                  <a:lnTo>
                    <a:pt x="399916" y="326184"/>
                  </a:lnTo>
                  <a:lnTo>
                    <a:pt x="389543" y="339513"/>
                  </a:lnTo>
                  <a:lnTo>
                    <a:pt x="385394" y="343451"/>
                  </a:lnTo>
                  <a:lnTo>
                    <a:pt x="366484" y="332909"/>
                  </a:lnTo>
                  <a:lnTo>
                    <a:pt x="360200" y="326584"/>
                  </a:lnTo>
                  <a:lnTo>
                    <a:pt x="354747" y="321095"/>
                  </a:lnTo>
                  <a:lnTo>
                    <a:pt x="337247" y="304846"/>
                  </a:lnTo>
                  <a:lnTo>
                    <a:pt x="314498" y="287894"/>
                  </a:lnTo>
                  <a:lnTo>
                    <a:pt x="309519" y="286319"/>
                  </a:lnTo>
                  <a:lnTo>
                    <a:pt x="307267" y="298800"/>
                  </a:lnTo>
                  <a:lnTo>
                    <a:pt x="304659" y="302435"/>
                  </a:lnTo>
                  <a:lnTo>
                    <a:pt x="301250" y="314188"/>
                  </a:lnTo>
                  <a:lnTo>
                    <a:pt x="296330" y="320853"/>
                  </a:lnTo>
                  <a:lnTo>
                    <a:pt x="293663" y="325700"/>
                  </a:lnTo>
                  <a:lnTo>
                    <a:pt x="290047" y="339877"/>
                  </a:lnTo>
                  <a:lnTo>
                    <a:pt x="290165" y="343573"/>
                  </a:lnTo>
                  <a:lnTo>
                    <a:pt x="289869" y="349995"/>
                  </a:lnTo>
                  <a:lnTo>
                    <a:pt x="288861" y="352600"/>
                  </a:lnTo>
                  <a:lnTo>
                    <a:pt x="282033" y="358525"/>
                  </a:lnTo>
                  <a:lnTo>
                    <a:pt x="279472" y="361821"/>
                  </a:lnTo>
                  <a:lnTo>
                    <a:pt x="278239" y="365214"/>
                  </a:lnTo>
                  <a:lnTo>
                    <a:pt x="279709" y="383899"/>
                  </a:lnTo>
                  <a:lnTo>
                    <a:pt x="273022" y="383753"/>
                  </a:lnTo>
                  <a:lnTo>
                    <a:pt x="259838" y="386039"/>
                  </a:lnTo>
                  <a:lnTo>
                    <a:pt x="258967" y="384509"/>
                  </a:lnTo>
                  <a:lnTo>
                    <a:pt x="259481" y="383739"/>
                  </a:lnTo>
                  <a:lnTo>
                    <a:pt x="258677" y="382154"/>
                  </a:lnTo>
                  <a:lnTo>
                    <a:pt x="257850" y="380522"/>
                  </a:lnTo>
                  <a:lnTo>
                    <a:pt x="257867" y="380249"/>
                  </a:lnTo>
                  <a:lnTo>
                    <a:pt x="250943" y="366794"/>
                  </a:lnTo>
                  <a:lnTo>
                    <a:pt x="250190" y="365331"/>
                  </a:lnTo>
                  <a:lnTo>
                    <a:pt x="247808" y="361054"/>
                  </a:lnTo>
                  <a:lnTo>
                    <a:pt x="245992" y="357792"/>
                  </a:lnTo>
                  <a:lnTo>
                    <a:pt x="249632" y="355413"/>
                  </a:lnTo>
                  <a:lnTo>
                    <a:pt x="251164" y="354412"/>
                  </a:lnTo>
                  <a:lnTo>
                    <a:pt x="252314" y="353661"/>
                  </a:lnTo>
                  <a:lnTo>
                    <a:pt x="255796" y="351385"/>
                  </a:lnTo>
                  <a:lnTo>
                    <a:pt x="254303" y="349910"/>
                  </a:lnTo>
                  <a:lnTo>
                    <a:pt x="254089" y="349699"/>
                  </a:lnTo>
                  <a:lnTo>
                    <a:pt x="245553" y="340276"/>
                  </a:lnTo>
                  <a:lnTo>
                    <a:pt x="245211" y="339963"/>
                  </a:lnTo>
                  <a:lnTo>
                    <a:pt x="240524" y="335665"/>
                  </a:lnTo>
                  <a:lnTo>
                    <a:pt x="239464" y="334693"/>
                  </a:lnTo>
                  <a:lnTo>
                    <a:pt x="233127" y="331356"/>
                  </a:lnTo>
                  <a:lnTo>
                    <a:pt x="231952" y="330738"/>
                  </a:lnTo>
                  <a:lnTo>
                    <a:pt x="228043" y="329416"/>
                  </a:lnTo>
                  <a:lnTo>
                    <a:pt x="226230" y="328803"/>
                  </a:lnTo>
                  <a:lnTo>
                    <a:pt x="224384" y="328178"/>
                  </a:lnTo>
                  <a:lnTo>
                    <a:pt x="221884" y="327739"/>
                  </a:lnTo>
                  <a:lnTo>
                    <a:pt x="212752" y="326133"/>
                  </a:lnTo>
                  <a:lnTo>
                    <a:pt x="212149" y="326026"/>
                  </a:lnTo>
                  <a:lnTo>
                    <a:pt x="210597" y="325856"/>
                  </a:lnTo>
                  <a:lnTo>
                    <a:pt x="197956" y="324464"/>
                  </a:lnTo>
                  <a:lnTo>
                    <a:pt x="197354" y="324398"/>
                  </a:lnTo>
                  <a:lnTo>
                    <a:pt x="196804" y="324383"/>
                  </a:lnTo>
                  <a:lnTo>
                    <a:pt x="183172" y="324002"/>
                  </a:lnTo>
                  <a:lnTo>
                    <a:pt x="178160" y="323733"/>
                  </a:lnTo>
                  <a:lnTo>
                    <a:pt x="174021" y="323510"/>
                  </a:lnTo>
                  <a:lnTo>
                    <a:pt x="174040" y="322642"/>
                  </a:lnTo>
                  <a:lnTo>
                    <a:pt x="174063" y="321612"/>
                  </a:lnTo>
                  <a:lnTo>
                    <a:pt x="174299" y="310717"/>
                  </a:lnTo>
                  <a:lnTo>
                    <a:pt x="174537" y="299724"/>
                  </a:lnTo>
                  <a:lnTo>
                    <a:pt x="174201" y="299706"/>
                  </a:lnTo>
                  <a:lnTo>
                    <a:pt x="158441" y="299077"/>
                  </a:lnTo>
                  <a:lnTo>
                    <a:pt x="139261" y="298310"/>
                  </a:lnTo>
                  <a:lnTo>
                    <a:pt x="139053" y="298297"/>
                  </a:lnTo>
                  <a:lnTo>
                    <a:pt x="132481" y="297864"/>
                  </a:lnTo>
                  <a:lnTo>
                    <a:pt x="111089" y="296454"/>
                  </a:lnTo>
                  <a:lnTo>
                    <a:pt x="109926" y="296391"/>
                  </a:lnTo>
                  <a:lnTo>
                    <a:pt x="106577" y="296209"/>
                  </a:lnTo>
                  <a:lnTo>
                    <a:pt x="92564" y="295450"/>
                  </a:lnTo>
                  <a:lnTo>
                    <a:pt x="81928" y="294874"/>
                  </a:lnTo>
                  <a:lnTo>
                    <a:pt x="81792" y="294867"/>
                  </a:lnTo>
                  <a:lnTo>
                    <a:pt x="81801" y="294642"/>
                  </a:lnTo>
                  <a:lnTo>
                    <a:pt x="82266" y="282571"/>
                  </a:lnTo>
                  <a:lnTo>
                    <a:pt x="83277" y="256330"/>
                  </a:lnTo>
                  <a:lnTo>
                    <a:pt x="83285" y="256137"/>
                  </a:lnTo>
                  <a:lnTo>
                    <a:pt x="83368" y="253973"/>
                  </a:lnTo>
                  <a:lnTo>
                    <a:pt x="83388" y="253464"/>
                  </a:lnTo>
                  <a:lnTo>
                    <a:pt x="83416" y="252728"/>
                  </a:lnTo>
                  <a:lnTo>
                    <a:pt x="84016" y="237167"/>
                  </a:lnTo>
                  <a:lnTo>
                    <a:pt x="84245" y="231233"/>
                  </a:lnTo>
                  <a:lnTo>
                    <a:pt x="84832" y="215986"/>
                  </a:lnTo>
                  <a:lnTo>
                    <a:pt x="84939" y="213219"/>
                  </a:lnTo>
                  <a:lnTo>
                    <a:pt x="84964" y="212568"/>
                  </a:lnTo>
                  <a:lnTo>
                    <a:pt x="85016" y="211223"/>
                  </a:lnTo>
                  <a:lnTo>
                    <a:pt x="85009" y="209342"/>
                  </a:lnTo>
                  <a:lnTo>
                    <a:pt x="84304" y="209284"/>
                  </a:lnTo>
                  <a:lnTo>
                    <a:pt x="69784" y="208840"/>
                  </a:lnTo>
                  <a:lnTo>
                    <a:pt x="56902" y="208446"/>
                  </a:lnTo>
                  <a:lnTo>
                    <a:pt x="37826" y="207864"/>
                  </a:lnTo>
                  <a:lnTo>
                    <a:pt x="37365" y="207850"/>
                  </a:lnTo>
                  <a:lnTo>
                    <a:pt x="30779" y="206967"/>
                  </a:lnTo>
                  <a:lnTo>
                    <a:pt x="27791" y="206017"/>
                  </a:lnTo>
                  <a:lnTo>
                    <a:pt x="22584" y="204361"/>
                  </a:lnTo>
                  <a:lnTo>
                    <a:pt x="21061" y="203877"/>
                  </a:lnTo>
                  <a:lnTo>
                    <a:pt x="0" y="192605"/>
                  </a:lnTo>
                  <a:lnTo>
                    <a:pt x="227" y="192246"/>
                  </a:lnTo>
                  <a:lnTo>
                    <a:pt x="7964" y="180025"/>
                  </a:lnTo>
                  <a:lnTo>
                    <a:pt x="17097" y="165597"/>
                  </a:lnTo>
                  <a:lnTo>
                    <a:pt x="17617" y="164859"/>
                  </a:lnTo>
                  <a:lnTo>
                    <a:pt x="24092" y="155661"/>
                  </a:lnTo>
                  <a:lnTo>
                    <a:pt x="33885" y="138745"/>
                  </a:lnTo>
                  <a:lnTo>
                    <a:pt x="36804" y="133487"/>
                  </a:lnTo>
                  <a:lnTo>
                    <a:pt x="43428" y="121554"/>
                  </a:lnTo>
                  <a:lnTo>
                    <a:pt x="50871" y="109170"/>
                  </a:lnTo>
                  <a:lnTo>
                    <a:pt x="56322" y="104160"/>
                  </a:lnTo>
                  <a:lnTo>
                    <a:pt x="70549" y="89086"/>
                  </a:lnTo>
                  <a:lnTo>
                    <a:pt x="81846" y="75287"/>
                  </a:lnTo>
                  <a:lnTo>
                    <a:pt x="84538" y="72558"/>
                  </a:lnTo>
                  <a:lnTo>
                    <a:pt x="76988" y="66498"/>
                  </a:lnTo>
                  <a:lnTo>
                    <a:pt x="76038" y="65735"/>
                  </a:lnTo>
                  <a:lnTo>
                    <a:pt x="73955" y="63910"/>
                  </a:lnTo>
                  <a:lnTo>
                    <a:pt x="81013" y="55003"/>
                  </a:lnTo>
                  <a:lnTo>
                    <a:pt x="82180" y="53530"/>
                  </a:lnTo>
                  <a:lnTo>
                    <a:pt x="101161" y="70512"/>
                  </a:lnTo>
                  <a:lnTo>
                    <a:pt x="107057" y="76428"/>
                  </a:lnTo>
                  <a:lnTo>
                    <a:pt x="117462" y="86870"/>
                  </a:lnTo>
                  <a:lnTo>
                    <a:pt x="138078" y="97405"/>
                  </a:lnTo>
                  <a:lnTo>
                    <a:pt x="141618" y="98987"/>
                  </a:lnTo>
                  <a:lnTo>
                    <a:pt x="144582" y="109741"/>
                  </a:lnTo>
                  <a:lnTo>
                    <a:pt x="155686" y="126568"/>
                  </a:lnTo>
                  <a:lnTo>
                    <a:pt x="172145" y="124736"/>
                  </a:lnTo>
                  <a:lnTo>
                    <a:pt x="171256" y="99593"/>
                  </a:lnTo>
                  <a:lnTo>
                    <a:pt x="174813" y="83992"/>
                  </a:lnTo>
                  <a:lnTo>
                    <a:pt x="207267" y="73995"/>
                  </a:lnTo>
                  <a:lnTo>
                    <a:pt x="214528" y="103380"/>
                  </a:lnTo>
                  <a:lnTo>
                    <a:pt x="232459" y="115345"/>
                  </a:lnTo>
                  <a:lnTo>
                    <a:pt x="224754" y="127224"/>
                  </a:lnTo>
                  <a:lnTo>
                    <a:pt x="223420" y="129280"/>
                  </a:lnTo>
                  <a:lnTo>
                    <a:pt x="238091" y="141852"/>
                  </a:lnTo>
                  <a:lnTo>
                    <a:pt x="248316" y="150031"/>
                  </a:lnTo>
                  <a:lnTo>
                    <a:pt x="254985" y="155029"/>
                  </a:lnTo>
                  <a:lnTo>
                    <a:pt x="270100" y="153060"/>
                  </a:lnTo>
                  <a:lnTo>
                    <a:pt x="276176" y="150788"/>
                  </a:lnTo>
                  <a:lnTo>
                    <a:pt x="275139" y="145487"/>
                  </a:lnTo>
                  <a:lnTo>
                    <a:pt x="295589" y="125039"/>
                  </a:lnTo>
                  <a:lnTo>
                    <a:pt x="314036" y="93638"/>
                  </a:lnTo>
                  <a:lnTo>
                    <a:pt x="323746" y="87476"/>
                  </a:lnTo>
                  <a:lnTo>
                    <a:pt x="333230" y="81720"/>
                  </a:lnTo>
                  <a:lnTo>
                    <a:pt x="345382" y="68694"/>
                  </a:lnTo>
                  <a:lnTo>
                    <a:pt x="349380" y="60300"/>
                  </a:lnTo>
                  <a:lnTo>
                    <a:pt x="360794" y="51427"/>
                  </a:lnTo>
                  <a:lnTo>
                    <a:pt x="375909" y="40522"/>
                  </a:lnTo>
                  <a:lnTo>
                    <a:pt x="389247" y="28102"/>
                  </a:lnTo>
                  <a:lnTo>
                    <a:pt x="401398" y="19620"/>
                  </a:lnTo>
                  <a:lnTo>
                    <a:pt x="467502" y="0"/>
                  </a:lnTo>
                  <a:lnTo>
                    <a:pt x="504472" y="88488"/>
                  </a:lnTo>
                  <a:lnTo>
                    <a:pt x="468340" y="112838"/>
                  </a:lnTo>
                  <a:lnTo>
                    <a:pt x="457766" y="124475"/>
                  </a:lnTo>
                  <a:lnTo>
                    <a:pt x="442889" y="147459"/>
                  </a:lnTo>
                  <a:lnTo>
                    <a:pt x="436776" y="152863"/>
                  </a:lnTo>
                  <a:lnTo>
                    <a:pt x="410749" y="155373"/>
                  </a:lnTo>
                  <a:lnTo>
                    <a:pt x="391333" y="175332"/>
                  </a:lnTo>
                  <a:lnTo>
                    <a:pt x="402287" y="175325"/>
                  </a:lnTo>
                  <a:lnTo>
                    <a:pt x="415328" y="172296"/>
                  </a:lnTo>
                  <a:lnTo>
                    <a:pt x="431037" y="174720"/>
                  </a:lnTo>
                  <a:lnTo>
                    <a:pt x="440521" y="183505"/>
                  </a:lnTo>
                  <a:lnTo>
                    <a:pt x="450897" y="215579"/>
                  </a:lnTo>
                  <a:lnTo>
                    <a:pt x="452673" y="221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15"/>
            <p:cNvSpPr/>
            <p:nvPr/>
          </p:nvSpPr>
          <p:spPr>
            <a:xfrm>
              <a:off x="5182792" y="3367665"/>
              <a:ext cx="311006" cy="478284"/>
            </a:xfrm>
            <a:custGeom>
              <a:avLst/>
              <a:pathLst>
                <a:path w="311006" h="478284">
                  <a:moveTo>
                    <a:pt x="217959" y="24672"/>
                  </a:moveTo>
                  <a:lnTo>
                    <a:pt x="229898" y="27027"/>
                  </a:lnTo>
                  <a:lnTo>
                    <a:pt x="243704" y="24625"/>
                  </a:lnTo>
                  <a:lnTo>
                    <a:pt x="256962" y="26621"/>
                  </a:lnTo>
                  <a:lnTo>
                    <a:pt x="262275" y="27625"/>
                  </a:lnTo>
                  <a:lnTo>
                    <a:pt x="262779" y="27720"/>
                  </a:lnTo>
                  <a:lnTo>
                    <a:pt x="268715" y="28842"/>
                  </a:lnTo>
                  <a:lnTo>
                    <a:pt x="269091" y="28913"/>
                  </a:lnTo>
                  <a:lnTo>
                    <a:pt x="269880" y="29062"/>
                  </a:lnTo>
                  <a:lnTo>
                    <a:pt x="270537" y="29186"/>
                  </a:lnTo>
                  <a:lnTo>
                    <a:pt x="276309" y="30277"/>
                  </a:lnTo>
                  <a:lnTo>
                    <a:pt x="278124" y="30620"/>
                  </a:lnTo>
                  <a:lnTo>
                    <a:pt x="281475" y="31253"/>
                  </a:lnTo>
                  <a:lnTo>
                    <a:pt x="284131" y="31755"/>
                  </a:lnTo>
                  <a:lnTo>
                    <a:pt x="284488" y="31823"/>
                  </a:lnTo>
                  <a:lnTo>
                    <a:pt x="287292" y="32353"/>
                  </a:lnTo>
                  <a:lnTo>
                    <a:pt x="290492" y="32957"/>
                  </a:lnTo>
                  <a:lnTo>
                    <a:pt x="291904" y="33224"/>
                  </a:lnTo>
                  <a:lnTo>
                    <a:pt x="295054" y="33819"/>
                  </a:lnTo>
                  <a:lnTo>
                    <a:pt x="298919" y="34550"/>
                  </a:lnTo>
                  <a:lnTo>
                    <a:pt x="299559" y="34671"/>
                  </a:lnTo>
                  <a:lnTo>
                    <a:pt x="304929" y="35686"/>
                  </a:lnTo>
                  <a:lnTo>
                    <a:pt x="306046" y="35897"/>
                  </a:lnTo>
                  <a:lnTo>
                    <a:pt x="309508" y="36551"/>
                  </a:lnTo>
                  <a:lnTo>
                    <a:pt x="309724" y="36592"/>
                  </a:lnTo>
                  <a:lnTo>
                    <a:pt x="310168" y="36676"/>
                  </a:lnTo>
                  <a:lnTo>
                    <a:pt x="310646" y="36766"/>
                  </a:lnTo>
                  <a:lnTo>
                    <a:pt x="311006" y="36834"/>
                  </a:lnTo>
                  <a:lnTo>
                    <a:pt x="310624" y="40253"/>
                  </a:lnTo>
                  <a:lnTo>
                    <a:pt x="308018" y="63557"/>
                  </a:lnTo>
                  <a:lnTo>
                    <a:pt x="306284" y="79070"/>
                  </a:lnTo>
                  <a:lnTo>
                    <a:pt x="306185" y="79831"/>
                  </a:lnTo>
                  <a:lnTo>
                    <a:pt x="305223" y="87235"/>
                  </a:lnTo>
                  <a:lnTo>
                    <a:pt x="303516" y="100373"/>
                  </a:lnTo>
                  <a:lnTo>
                    <a:pt x="302353" y="109322"/>
                  </a:lnTo>
                  <a:lnTo>
                    <a:pt x="302270" y="109962"/>
                  </a:lnTo>
                  <a:lnTo>
                    <a:pt x="299672" y="128064"/>
                  </a:lnTo>
                  <a:lnTo>
                    <a:pt x="299529" y="128806"/>
                  </a:lnTo>
                  <a:lnTo>
                    <a:pt x="299465" y="129138"/>
                  </a:lnTo>
                  <a:lnTo>
                    <a:pt x="299326" y="129856"/>
                  </a:lnTo>
                  <a:lnTo>
                    <a:pt x="298150" y="135953"/>
                  </a:lnTo>
                  <a:lnTo>
                    <a:pt x="296366" y="145199"/>
                  </a:lnTo>
                  <a:lnTo>
                    <a:pt x="294676" y="152836"/>
                  </a:lnTo>
                  <a:lnTo>
                    <a:pt x="291880" y="165473"/>
                  </a:lnTo>
                  <a:lnTo>
                    <a:pt x="291686" y="166088"/>
                  </a:lnTo>
                  <a:lnTo>
                    <a:pt x="287157" y="180436"/>
                  </a:lnTo>
                  <a:lnTo>
                    <a:pt x="286784" y="181630"/>
                  </a:lnTo>
                  <a:lnTo>
                    <a:pt x="284569" y="188723"/>
                  </a:lnTo>
                  <a:lnTo>
                    <a:pt x="284069" y="190324"/>
                  </a:lnTo>
                  <a:lnTo>
                    <a:pt x="283615" y="191779"/>
                  </a:lnTo>
                  <a:lnTo>
                    <a:pt x="280930" y="198371"/>
                  </a:lnTo>
                  <a:lnTo>
                    <a:pt x="280353" y="199790"/>
                  </a:lnTo>
                  <a:lnTo>
                    <a:pt x="280272" y="199988"/>
                  </a:lnTo>
                  <a:lnTo>
                    <a:pt x="279779" y="201198"/>
                  </a:lnTo>
                  <a:lnTo>
                    <a:pt x="271226" y="221687"/>
                  </a:lnTo>
                  <a:lnTo>
                    <a:pt x="269068" y="226734"/>
                  </a:lnTo>
                  <a:lnTo>
                    <a:pt x="267991" y="229252"/>
                  </a:lnTo>
                  <a:lnTo>
                    <a:pt x="267655" y="230039"/>
                  </a:lnTo>
                  <a:lnTo>
                    <a:pt x="264186" y="238152"/>
                  </a:lnTo>
                  <a:lnTo>
                    <a:pt x="263891" y="238841"/>
                  </a:lnTo>
                  <a:lnTo>
                    <a:pt x="263342" y="240126"/>
                  </a:lnTo>
                  <a:lnTo>
                    <a:pt x="260658" y="245774"/>
                  </a:lnTo>
                  <a:lnTo>
                    <a:pt x="245845" y="276945"/>
                  </a:lnTo>
                  <a:lnTo>
                    <a:pt x="245279" y="278136"/>
                  </a:lnTo>
                  <a:lnTo>
                    <a:pt x="245167" y="278371"/>
                  </a:lnTo>
                  <a:lnTo>
                    <a:pt x="237019" y="295027"/>
                  </a:lnTo>
                  <a:lnTo>
                    <a:pt x="234404" y="300372"/>
                  </a:lnTo>
                  <a:lnTo>
                    <a:pt x="228766" y="311897"/>
                  </a:lnTo>
                  <a:lnTo>
                    <a:pt x="227282" y="314931"/>
                  </a:lnTo>
                  <a:lnTo>
                    <a:pt x="225533" y="318507"/>
                  </a:lnTo>
                  <a:lnTo>
                    <a:pt x="223178" y="323320"/>
                  </a:lnTo>
                  <a:lnTo>
                    <a:pt x="211654" y="344334"/>
                  </a:lnTo>
                  <a:lnTo>
                    <a:pt x="209548" y="347526"/>
                  </a:lnTo>
                  <a:lnTo>
                    <a:pt x="207491" y="350642"/>
                  </a:lnTo>
                  <a:lnTo>
                    <a:pt x="200522" y="361200"/>
                  </a:lnTo>
                  <a:lnTo>
                    <a:pt x="195910" y="367149"/>
                  </a:lnTo>
                  <a:lnTo>
                    <a:pt x="192607" y="371409"/>
                  </a:lnTo>
                  <a:lnTo>
                    <a:pt x="184264" y="382167"/>
                  </a:lnTo>
                  <a:lnTo>
                    <a:pt x="183834" y="382722"/>
                  </a:lnTo>
                  <a:lnTo>
                    <a:pt x="162282" y="408717"/>
                  </a:lnTo>
                  <a:lnTo>
                    <a:pt x="160631" y="410789"/>
                  </a:lnTo>
                  <a:lnTo>
                    <a:pt x="160023" y="411551"/>
                  </a:lnTo>
                  <a:lnTo>
                    <a:pt x="158672" y="413245"/>
                  </a:lnTo>
                  <a:lnTo>
                    <a:pt x="155064" y="417285"/>
                  </a:lnTo>
                  <a:lnTo>
                    <a:pt x="147423" y="425840"/>
                  </a:lnTo>
                  <a:lnTo>
                    <a:pt x="145783" y="427780"/>
                  </a:lnTo>
                  <a:lnTo>
                    <a:pt x="145599" y="427998"/>
                  </a:lnTo>
                  <a:lnTo>
                    <a:pt x="136874" y="438320"/>
                  </a:lnTo>
                  <a:lnTo>
                    <a:pt x="132796" y="443144"/>
                  </a:lnTo>
                  <a:lnTo>
                    <a:pt x="126112" y="451052"/>
                  </a:lnTo>
                  <a:lnTo>
                    <a:pt x="125352" y="451951"/>
                  </a:lnTo>
                  <a:lnTo>
                    <a:pt x="120085" y="458337"/>
                  </a:lnTo>
                  <a:lnTo>
                    <a:pt x="103632" y="478284"/>
                  </a:lnTo>
                  <a:lnTo>
                    <a:pt x="96593" y="473706"/>
                  </a:lnTo>
                  <a:lnTo>
                    <a:pt x="78184" y="463587"/>
                  </a:lnTo>
                  <a:lnTo>
                    <a:pt x="76499" y="462661"/>
                  </a:lnTo>
                  <a:lnTo>
                    <a:pt x="37798" y="441387"/>
                  </a:lnTo>
                  <a:lnTo>
                    <a:pt x="30046" y="437126"/>
                  </a:lnTo>
                  <a:lnTo>
                    <a:pt x="20331" y="431785"/>
                  </a:lnTo>
                  <a:lnTo>
                    <a:pt x="18227" y="430629"/>
                  </a:lnTo>
                  <a:lnTo>
                    <a:pt x="12898" y="427700"/>
                  </a:lnTo>
                  <a:lnTo>
                    <a:pt x="12230" y="427332"/>
                  </a:lnTo>
                  <a:lnTo>
                    <a:pt x="3352" y="422452"/>
                  </a:lnTo>
                  <a:lnTo>
                    <a:pt x="23884" y="383417"/>
                  </a:lnTo>
                  <a:lnTo>
                    <a:pt x="26279" y="378863"/>
                  </a:lnTo>
                  <a:lnTo>
                    <a:pt x="30216" y="371379"/>
                  </a:lnTo>
                  <a:lnTo>
                    <a:pt x="48663" y="337638"/>
                  </a:lnTo>
                  <a:lnTo>
                    <a:pt x="51293" y="332827"/>
                  </a:lnTo>
                  <a:lnTo>
                    <a:pt x="49453" y="331811"/>
                  </a:lnTo>
                  <a:lnTo>
                    <a:pt x="35885" y="324317"/>
                  </a:lnTo>
                  <a:lnTo>
                    <a:pt x="16359" y="313532"/>
                  </a:lnTo>
                  <a:lnTo>
                    <a:pt x="15446" y="313028"/>
                  </a:lnTo>
                  <a:lnTo>
                    <a:pt x="0" y="304496"/>
                  </a:lnTo>
                  <a:lnTo>
                    <a:pt x="1203" y="302226"/>
                  </a:lnTo>
                  <a:lnTo>
                    <a:pt x="7649" y="290076"/>
                  </a:lnTo>
                  <a:lnTo>
                    <a:pt x="10877" y="283990"/>
                  </a:lnTo>
                  <a:lnTo>
                    <a:pt x="11387" y="283029"/>
                  </a:lnTo>
                  <a:lnTo>
                    <a:pt x="21659" y="263665"/>
                  </a:lnTo>
                  <a:lnTo>
                    <a:pt x="30192" y="247579"/>
                  </a:lnTo>
                  <a:lnTo>
                    <a:pt x="32525" y="243181"/>
                  </a:lnTo>
                  <a:lnTo>
                    <a:pt x="33143" y="242017"/>
                  </a:lnTo>
                  <a:lnTo>
                    <a:pt x="36131" y="236383"/>
                  </a:lnTo>
                  <a:lnTo>
                    <a:pt x="41559" y="226151"/>
                  </a:lnTo>
                  <a:lnTo>
                    <a:pt x="42924" y="223578"/>
                  </a:lnTo>
                  <a:lnTo>
                    <a:pt x="44818" y="220007"/>
                  </a:lnTo>
                  <a:lnTo>
                    <a:pt x="50634" y="209043"/>
                  </a:lnTo>
                  <a:lnTo>
                    <a:pt x="52840" y="204885"/>
                  </a:lnTo>
                  <a:lnTo>
                    <a:pt x="59314" y="192680"/>
                  </a:lnTo>
                  <a:lnTo>
                    <a:pt x="59770" y="191821"/>
                  </a:lnTo>
                  <a:lnTo>
                    <a:pt x="59067" y="191319"/>
                  </a:lnTo>
                  <a:lnTo>
                    <a:pt x="49164" y="185971"/>
                  </a:lnTo>
                  <a:lnTo>
                    <a:pt x="53198" y="176291"/>
                  </a:lnTo>
                  <a:lnTo>
                    <a:pt x="53269" y="176120"/>
                  </a:lnTo>
                  <a:lnTo>
                    <a:pt x="67760" y="141349"/>
                  </a:lnTo>
                  <a:lnTo>
                    <a:pt x="73021" y="128726"/>
                  </a:lnTo>
                  <a:lnTo>
                    <a:pt x="73130" y="128462"/>
                  </a:lnTo>
                  <a:lnTo>
                    <a:pt x="73458" y="127672"/>
                  </a:lnTo>
                  <a:lnTo>
                    <a:pt x="80412" y="110888"/>
                  </a:lnTo>
                  <a:lnTo>
                    <a:pt x="83264" y="104007"/>
                  </a:lnTo>
                  <a:lnTo>
                    <a:pt x="91568" y="83620"/>
                  </a:lnTo>
                  <a:lnTo>
                    <a:pt x="92264" y="81912"/>
                  </a:lnTo>
                  <a:lnTo>
                    <a:pt x="95913" y="61062"/>
                  </a:lnTo>
                  <a:lnTo>
                    <a:pt x="102702" y="22269"/>
                  </a:lnTo>
                  <a:lnTo>
                    <a:pt x="105069" y="8739"/>
                  </a:lnTo>
                  <a:lnTo>
                    <a:pt x="105723" y="5001"/>
                  </a:lnTo>
                  <a:lnTo>
                    <a:pt x="106400" y="1135"/>
                  </a:lnTo>
                  <a:lnTo>
                    <a:pt x="106696" y="0"/>
                  </a:lnTo>
                  <a:lnTo>
                    <a:pt x="106988" y="55"/>
                  </a:lnTo>
                  <a:lnTo>
                    <a:pt x="107278" y="110"/>
                  </a:lnTo>
                  <a:lnTo>
                    <a:pt x="109631" y="557"/>
                  </a:lnTo>
                  <a:lnTo>
                    <a:pt x="110559" y="733"/>
                  </a:lnTo>
                  <a:lnTo>
                    <a:pt x="111308" y="875"/>
                  </a:lnTo>
                  <a:lnTo>
                    <a:pt x="112289" y="1061"/>
                  </a:lnTo>
                  <a:lnTo>
                    <a:pt x="116522" y="1864"/>
                  </a:lnTo>
                  <a:lnTo>
                    <a:pt x="123341" y="3159"/>
                  </a:lnTo>
                  <a:lnTo>
                    <a:pt x="126654" y="3787"/>
                  </a:lnTo>
                  <a:lnTo>
                    <a:pt x="128680" y="4172"/>
                  </a:lnTo>
                  <a:lnTo>
                    <a:pt x="130212" y="4463"/>
                  </a:lnTo>
                  <a:lnTo>
                    <a:pt x="130893" y="4592"/>
                  </a:lnTo>
                  <a:lnTo>
                    <a:pt x="134039" y="5189"/>
                  </a:lnTo>
                  <a:lnTo>
                    <a:pt x="136461" y="5649"/>
                  </a:lnTo>
                  <a:lnTo>
                    <a:pt x="137058" y="5762"/>
                  </a:lnTo>
                  <a:lnTo>
                    <a:pt x="137946" y="5931"/>
                  </a:lnTo>
                  <a:lnTo>
                    <a:pt x="143232" y="6934"/>
                  </a:lnTo>
                  <a:lnTo>
                    <a:pt x="143697" y="7022"/>
                  </a:lnTo>
                  <a:lnTo>
                    <a:pt x="144557" y="7185"/>
                  </a:lnTo>
                  <a:lnTo>
                    <a:pt x="147267" y="7700"/>
                  </a:lnTo>
                  <a:lnTo>
                    <a:pt x="149157" y="8059"/>
                  </a:lnTo>
                  <a:lnTo>
                    <a:pt x="152219" y="8640"/>
                  </a:lnTo>
                  <a:lnTo>
                    <a:pt x="153264" y="8838"/>
                  </a:lnTo>
                  <a:lnTo>
                    <a:pt x="157703" y="9681"/>
                  </a:lnTo>
                  <a:lnTo>
                    <a:pt x="160974" y="10301"/>
                  </a:lnTo>
                  <a:lnTo>
                    <a:pt x="164025" y="10880"/>
                  </a:lnTo>
                  <a:lnTo>
                    <a:pt x="165104" y="11085"/>
                  </a:lnTo>
                  <a:lnTo>
                    <a:pt x="165456" y="11310"/>
                  </a:lnTo>
                  <a:lnTo>
                    <a:pt x="166001" y="11658"/>
                  </a:lnTo>
                  <a:lnTo>
                    <a:pt x="168742" y="13409"/>
                  </a:lnTo>
                  <a:lnTo>
                    <a:pt x="170356" y="14440"/>
                  </a:lnTo>
                  <a:lnTo>
                    <a:pt x="171661" y="15274"/>
                  </a:lnTo>
                  <a:lnTo>
                    <a:pt x="172707" y="15942"/>
                  </a:lnTo>
                  <a:lnTo>
                    <a:pt x="176732" y="16711"/>
                  </a:lnTo>
                  <a:lnTo>
                    <a:pt x="178900" y="17125"/>
                  </a:lnTo>
                  <a:lnTo>
                    <a:pt x="186238" y="18527"/>
                  </a:lnTo>
                  <a:lnTo>
                    <a:pt x="186488" y="18575"/>
                  </a:lnTo>
                  <a:lnTo>
                    <a:pt x="186620" y="18600"/>
                  </a:lnTo>
                  <a:lnTo>
                    <a:pt x="193929" y="19996"/>
                  </a:lnTo>
                  <a:lnTo>
                    <a:pt x="195032" y="20207"/>
                  </a:lnTo>
                  <a:lnTo>
                    <a:pt x="201404" y="21425"/>
                  </a:lnTo>
                  <a:lnTo>
                    <a:pt x="202013" y="21541"/>
                  </a:lnTo>
                  <a:lnTo>
                    <a:pt x="202303" y="21596"/>
                  </a:lnTo>
                  <a:lnTo>
                    <a:pt x="204300" y="219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16"/>
            <p:cNvSpPr/>
            <p:nvPr/>
          </p:nvSpPr>
          <p:spPr>
            <a:xfrm>
              <a:off x="4944382" y="3443782"/>
              <a:ext cx="298180" cy="346335"/>
            </a:xfrm>
            <a:custGeom>
              <a:avLst/>
              <a:pathLst>
                <a:path w="298180" h="346335">
                  <a:moveTo>
                    <a:pt x="262294" y="307300"/>
                  </a:moveTo>
                  <a:lnTo>
                    <a:pt x="241762" y="346335"/>
                  </a:lnTo>
                  <a:lnTo>
                    <a:pt x="240934" y="345880"/>
                  </a:lnTo>
                  <a:lnTo>
                    <a:pt x="229139" y="339514"/>
                  </a:lnTo>
                  <a:lnTo>
                    <a:pt x="224663" y="337099"/>
                  </a:lnTo>
                  <a:lnTo>
                    <a:pt x="222921" y="336158"/>
                  </a:lnTo>
                  <a:lnTo>
                    <a:pt x="199684" y="323617"/>
                  </a:lnTo>
                  <a:lnTo>
                    <a:pt x="198888" y="323187"/>
                  </a:lnTo>
                  <a:lnTo>
                    <a:pt x="191908" y="319420"/>
                  </a:lnTo>
                  <a:lnTo>
                    <a:pt x="189478" y="318109"/>
                  </a:lnTo>
                  <a:lnTo>
                    <a:pt x="157252" y="300716"/>
                  </a:lnTo>
                  <a:lnTo>
                    <a:pt x="144095" y="293615"/>
                  </a:lnTo>
                  <a:lnTo>
                    <a:pt x="140656" y="291759"/>
                  </a:lnTo>
                  <a:lnTo>
                    <a:pt x="138982" y="290855"/>
                  </a:lnTo>
                  <a:lnTo>
                    <a:pt x="127385" y="284596"/>
                  </a:lnTo>
                  <a:lnTo>
                    <a:pt x="123990" y="282764"/>
                  </a:lnTo>
                  <a:lnTo>
                    <a:pt x="120634" y="280953"/>
                  </a:lnTo>
                  <a:lnTo>
                    <a:pt x="120260" y="280750"/>
                  </a:lnTo>
                  <a:lnTo>
                    <a:pt x="110816" y="275654"/>
                  </a:lnTo>
                  <a:lnTo>
                    <a:pt x="109881" y="275149"/>
                  </a:lnTo>
                  <a:lnTo>
                    <a:pt x="107427" y="273796"/>
                  </a:lnTo>
                  <a:lnTo>
                    <a:pt x="89678" y="264010"/>
                  </a:lnTo>
                  <a:lnTo>
                    <a:pt x="88827" y="263541"/>
                  </a:lnTo>
                  <a:lnTo>
                    <a:pt x="74008" y="255370"/>
                  </a:lnTo>
                  <a:lnTo>
                    <a:pt x="73363" y="255015"/>
                  </a:lnTo>
                  <a:lnTo>
                    <a:pt x="73112" y="254876"/>
                  </a:lnTo>
                  <a:lnTo>
                    <a:pt x="65342" y="250592"/>
                  </a:lnTo>
                  <a:lnTo>
                    <a:pt x="59112" y="247157"/>
                  </a:lnTo>
                  <a:lnTo>
                    <a:pt x="46503" y="240205"/>
                  </a:lnTo>
                  <a:lnTo>
                    <a:pt x="29964" y="231208"/>
                  </a:lnTo>
                  <a:lnTo>
                    <a:pt x="26115" y="229114"/>
                  </a:lnTo>
                  <a:lnTo>
                    <a:pt x="1107" y="215509"/>
                  </a:lnTo>
                  <a:lnTo>
                    <a:pt x="598" y="215233"/>
                  </a:lnTo>
                  <a:lnTo>
                    <a:pt x="0" y="214907"/>
                  </a:lnTo>
                  <a:lnTo>
                    <a:pt x="11604" y="192957"/>
                  </a:lnTo>
                  <a:lnTo>
                    <a:pt x="16886" y="182964"/>
                  </a:lnTo>
                  <a:lnTo>
                    <a:pt x="20019" y="177038"/>
                  </a:lnTo>
                  <a:lnTo>
                    <a:pt x="20425" y="176270"/>
                  </a:lnTo>
                  <a:lnTo>
                    <a:pt x="20528" y="176076"/>
                  </a:lnTo>
                  <a:lnTo>
                    <a:pt x="29564" y="159100"/>
                  </a:lnTo>
                  <a:lnTo>
                    <a:pt x="30443" y="157449"/>
                  </a:lnTo>
                  <a:lnTo>
                    <a:pt x="30653" y="157055"/>
                  </a:lnTo>
                  <a:lnTo>
                    <a:pt x="31387" y="155532"/>
                  </a:lnTo>
                  <a:lnTo>
                    <a:pt x="31651" y="154983"/>
                  </a:lnTo>
                  <a:lnTo>
                    <a:pt x="37569" y="142698"/>
                  </a:lnTo>
                  <a:lnTo>
                    <a:pt x="38093" y="141513"/>
                  </a:lnTo>
                  <a:lnTo>
                    <a:pt x="38543" y="140495"/>
                  </a:lnTo>
                  <a:lnTo>
                    <a:pt x="40564" y="135920"/>
                  </a:lnTo>
                  <a:lnTo>
                    <a:pt x="42380" y="131810"/>
                  </a:lnTo>
                  <a:lnTo>
                    <a:pt x="42561" y="131402"/>
                  </a:lnTo>
                  <a:lnTo>
                    <a:pt x="45841" y="123676"/>
                  </a:lnTo>
                  <a:lnTo>
                    <a:pt x="46740" y="121232"/>
                  </a:lnTo>
                  <a:lnTo>
                    <a:pt x="52757" y="104874"/>
                  </a:lnTo>
                  <a:lnTo>
                    <a:pt x="53274" y="103279"/>
                  </a:lnTo>
                  <a:lnTo>
                    <a:pt x="53475" y="102658"/>
                  </a:lnTo>
                  <a:lnTo>
                    <a:pt x="59566" y="83863"/>
                  </a:lnTo>
                  <a:lnTo>
                    <a:pt x="60244" y="81771"/>
                  </a:lnTo>
                  <a:lnTo>
                    <a:pt x="61398" y="77688"/>
                  </a:lnTo>
                  <a:lnTo>
                    <a:pt x="63815" y="69134"/>
                  </a:lnTo>
                  <a:lnTo>
                    <a:pt x="65021" y="64863"/>
                  </a:lnTo>
                  <a:lnTo>
                    <a:pt x="65518" y="62631"/>
                  </a:lnTo>
                  <a:lnTo>
                    <a:pt x="65556" y="62462"/>
                  </a:lnTo>
                  <a:lnTo>
                    <a:pt x="67374" y="54296"/>
                  </a:lnTo>
                  <a:lnTo>
                    <a:pt x="68301" y="49413"/>
                  </a:lnTo>
                  <a:lnTo>
                    <a:pt x="69181" y="43593"/>
                  </a:lnTo>
                  <a:lnTo>
                    <a:pt x="69281" y="43075"/>
                  </a:lnTo>
                  <a:lnTo>
                    <a:pt x="72188" y="28099"/>
                  </a:lnTo>
                  <a:lnTo>
                    <a:pt x="72243" y="27815"/>
                  </a:lnTo>
                  <a:lnTo>
                    <a:pt x="72366" y="27185"/>
                  </a:lnTo>
                  <a:lnTo>
                    <a:pt x="73187" y="22054"/>
                  </a:lnTo>
                  <a:lnTo>
                    <a:pt x="73460" y="20345"/>
                  </a:lnTo>
                  <a:lnTo>
                    <a:pt x="75397" y="8233"/>
                  </a:lnTo>
                  <a:lnTo>
                    <a:pt x="75432" y="8018"/>
                  </a:lnTo>
                  <a:lnTo>
                    <a:pt x="76613" y="0"/>
                  </a:lnTo>
                  <a:lnTo>
                    <a:pt x="91905" y="3866"/>
                  </a:lnTo>
                  <a:lnTo>
                    <a:pt x="97902" y="6590"/>
                  </a:lnTo>
                  <a:lnTo>
                    <a:pt x="127503" y="22370"/>
                  </a:lnTo>
                  <a:lnTo>
                    <a:pt x="135622" y="26878"/>
                  </a:lnTo>
                  <a:lnTo>
                    <a:pt x="136861" y="27566"/>
                  </a:lnTo>
                  <a:lnTo>
                    <a:pt x="179643" y="51319"/>
                  </a:lnTo>
                  <a:lnTo>
                    <a:pt x="180247" y="51654"/>
                  </a:lnTo>
                  <a:lnTo>
                    <a:pt x="180568" y="51830"/>
                  </a:lnTo>
                  <a:lnTo>
                    <a:pt x="181594" y="52393"/>
                  </a:lnTo>
                  <a:lnTo>
                    <a:pt x="196930" y="60801"/>
                  </a:lnTo>
                  <a:lnTo>
                    <a:pt x="198303" y="61549"/>
                  </a:lnTo>
                  <a:lnTo>
                    <a:pt x="205065" y="65232"/>
                  </a:lnTo>
                  <a:lnTo>
                    <a:pt x="213640" y="69903"/>
                  </a:lnTo>
                  <a:lnTo>
                    <a:pt x="214849" y="70555"/>
                  </a:lnTo>
                  <a:lnTo>
                    <a:pt x="232490" y="80068"/>
                  </a:lnTo>
                  <a:lnTo>
                    <a:pt x="247299" y="88054"/>
                  </a:lnTo>
                  <a:lnTo>
                    <a:pt x="249359" y="89169"/>
                  </a:lnTo>
                  <a:lnTo>
                    <a:pt x="266416" y="98402"/>
                  </a:lnTo>
                  <a:lnTo>
                    <a:pt x="266699" y="98555"/>
                  </a:lnTo>
                  <a:lnTo>
                    <a:pt x="267132" y="98789"/>
                  </a:lnTo>
                  <a:lnTo>
                    <a:pt x="287574" y="109854"/>
                  </a:lnTo>
                  <a:lnTo>
                    <a:pt x="297477" y="115202"/>
                  </a:lnTo>
                  <a:lnTo>
                    <a:pt x="298180" y="115704"/>
                  </a:lnTo>
                  <a:lnTo>
                    <a:pt x="297724" y="116563"/>
                  </a:lnTo>
                  <a:lnTo>
                    <a:pt x="291250" y="128768"/>
                  </a:lnTo>
                  <a:lnTo>
                    <a:pt x="289044" y="132926"/>
                  </a:lnTo>
                  <a:lnTo>
                    <a:pt x="283228" y="143890"/>
                  </a:lnTo>
                  <a:lnTo>
                    <a:pt x="281334" y="147461"/>
                  </a:lnTo>
                  <a:lnTo>
                    <a:pt x="279969" y="150034"/>
                  </a:lnTo>
                  <a:lnTo>
                    <a:pt x="274541" y="160266"/>
                  </a:lnTo>
                  <a:lnTo>
                    <a:pt x="271553" y="165900"/>
                  </a:lnTo>
                  <a:lnTo>
                    <a:pt x="270935" y="167064"/>
                  </a:lnTo>
                  <a:lnTo>
                    <a:pt x="268602" y="171462"/>
                  </a:lnTo>
                  <a:lnTo>
                    <a:pt x="260069" y="187548"/>
                  </a:lnTo>
                  <a:lnTo>
                    <a:pt x="249797" y="206912"/>
                  </a:lnTo>
                  <a:lnTo>
                    <a:pt x="249287" y="207873"/>
                  </a:lnTo>
                  <a:lnTo>
                    <a:pt x="246059" y="213959"/>
                  </a:lnTo>
                  <a:lnTo>
                    <a:pt x="239613" y="226109"/>
                  </a:lnTo>
                  <a:lnTo>
                    <a:pt x="238410" y="228379"/>
                  </a:lnTo>
                  <a:lnTo>
                    <a:pt x="253856" y="236911"/>
                  </a:lnTo>
                  <a:lnTo>
                    <a:pt x="254770" y="237415"/>
                  </a:lnTo>
                  <a:lnTo>
                    <a:pt x="274295" y="248200"/>
                  </a:lnTo>
                  <a:lnTo>
                    <a:pt x="287863" y="255694"/>
                  </a:lnTo>
                  <a:lnTo>
                    <a:pt x="289703" y="256710"/>
                  </a:lnTo>
                  <a:lnTo>
                    <a:pt x="287073" y="261521"/>
                  </a:lnTo>
                  <a:lnTo>
                    <a:pt x="268626" y="295262"/>
                  </a:lnTo>
                  <a:lnTo>
                    <a:pt x="264690" y="30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17"/>
            <p:cNvSpPr/>
            <p:nvPr/>
          </p:nvSpPr>
          <p:spPr>
            <a:xfrm>
              <a:off x="4691685" y="3422831"/>
              <a:ext cx="363513" cy="483623"/>
            </a:xfrm>
            <a:custGeom>
              <a:avLst/>
              <a:pathLst>
                <a:path w="363513" h="483623">
                  <a:moveTo>
                    <a:pt x="239528" y="458352"/>
                  </a:moveTo>
                  <a:lnTo>
                    <a:pt x="235452" y="461942"/>
                  </a:lnTo>
                  <a:lnTo>
                    <a:pt x="230705" y="466123"/>
                  </a:lnTo>
                  <a:lnTo>
                    <a:pt x="227860" y="468629"/>
                  </a:lnTo>
                  <a:lnTo>
                    <a:pt x="224644" y="471461"/>
                  </a:lnTo>
                  <a:lnTo>
                    <a:pt x="221525" y="474208"/>
                  </a:lnTo>
                  <a:lnTo>
                    <a:pt x="211751" y="482817"/>
                  </a:lnTo>
                  <a:lnTo>
                    <a:pt x="206703" y="479972"/>
                  </a:lnTo>
                  <a:lnTo>
                    <a:pt x="170759" y="459718"/>
                  </a:lnTo>
                  <a:lnTo>
                    <a:pt x="165979" y="467807"/>
                  </a:lnTo>
                  <a:lnTo>
                    <a:pt x="161243" y="475824"/>
                  </a:lnTo>
                  <a:lnTo>
                    <a:pt x="148066" y="468764"/>
                  </a:lnTo>
                  <a:lnTo>
                    <a:pt x="132274" y="460303"/>
                  </a:lnTo>
                  <a:lnTo>
                    <a:pt x="130883" y="459558"/>
                  </a:lnTo>
                  <a:lnTo>
                    <a:pt x="125581" y="469332"/>
                  </a:lnTo>
                  <a:lnTo>
                    <a:pt x="124419" y="471475"/>
                  </a:lnTo>
                  <a:lnTo>
                    <a:pt x="117829" y="483623"/>
                  </a:lnTo>
                  <a:lnTo>
                    <a:pt x="117029" y="483175"/>
                  </a:lnTo>
                  <a:lnTo>
                    <a:pt x="116776" y="483033"/>
                  </a:lnTo>
                  <a:lnTo>
                    <a:pt x="96093" y="471846"/>
                  </a:lnTo>
                  <a:lnTo>
                    <a:pt x="83968" y="465288"/>
                  </a:lnTo>
                  <a:lnTo>
                    <a:pt x="64559" y="454790"/>
                  </a:lnTo>
                  <a:lnTo>
                    <a:pt x="60458" y="452578"/>
                  </a:lnTo>
                  <a:lnTo>
                    <a:pt x="54081" y="449139"/>
                  </a:lnTo>
                  <a:lnTo>
                    <a:pt x="8843" y="424737"/>
                  </a:lnTo>
                  <a:lnTo>
                    <a:pt x="0" y="418611"/>
                  </a:lnTo>
                  <a:lnTo>
                    <a:pt x="476" y="417716"/>
                  </a:lnTo>
                  <a:lnTo>
                    <a:pt x="1702" y="415412"/>
                  </a:lnTo>
                  <a:lnTo>
                    <a:pt x="1981" y="414888"/>
                  </a:lnTo>
                  <a:lnTo>
                    <a:pt x="10267" y="399321"/>
                  </a:lnTo>
                  <a:lnTo>
                    <a:pt x="18233" y="384354"/>
                  </a:lnTo>
                  <a:lnTo>
                    <a:pt x="18595" y="383675"/>
                  </a:lnTo>
                  <a:lnTo>
                    <a:pt x="19915" y="381196"/>
                  </a:lnTo>
                  <a:lnTo>
                    <a:pt x="24431" y="372711"/>
                  </a:lnTo>
                  <a:lnTo>
                    <a:pt x="24650" y="372300"/>
                  </a:lnTo>
                  <a:lnTo>
                    <a:pt x="35836" y="351284"/>
                  </a:lnTo>
                  <a:lnTo>
                    <a:pt x="47631" y="329125"/>
                  </a:lnTo>
                  <a:lnTo>
                    <a:pt x="47755" y="328891"/>
                  </a:lnTo>
                  <a:lnTo>
                    <a:pt x="48144" y="328161"/>
                  </a:lnTo>
                  <a:lnTo>
                    <a:pt x="53819" y="317706"/>
                  </a:lnTo>
                  <a:lnTo>
                    <a:pt x="58528" y="309032"/>
                  </a:lnTo>
                  <a:lnTo>
                    <a:pt x="69342" y="289112"/>
                  </a:lnTo>
                  <a:lnTo>
                    <a:pt x="74121" y="280307"/>
                  </a:lnTo>
                  <a:lnTo>
                    <a:pt x="76798" y="275376"/>
                  </a:lnTo>
                  <a:lnTo>
                    <a:pt x="81544" y="266633"/>
                  </a:lnTo>
                  <a:lnTo>
                    <a:pt x="84936" y="260386"/>
                  </a:lnTo>
                  <a:lnTo>
                    <a:pt x="101540" y="228709"/>
                  </a:lnTo>
                  <a:lnTo>
                    <a:pt x="104955" y="222193"/>
                  </a:lnTo>
                  <a:lnTo>
                    <a:pt x="109342" y="213825"/>
                  </a:lnTo>
                  <a:lnTo>
                    <a:pt x="119607" y="194240"/>
                  </a:lnTo>
                  <a:lnTo>
                    <a:pt x="129610" y="175157"/>
                  </a:lnTo>
                  <a:lnTo>
                    <a:pt x="130449" y="173555"/>
                  </a:lnTo>
                  <a:lnTo>
                    <a:pt x="132873" y="169851"/>
                  </a:lnTo>
                  <a:lnTo>
                    <a:pt x="133338" y="169140"/>
                  </a:lnTo>
                  <a:lnTo>
                    <a:pt x="134358" y="167582"/>
                  </a:lnTo>
                  <a:lnTo>
                    <a:pt x="138625" y="161060"/>
                  </a:lnTo>
                  <a:lnTo>
                    <a:pt x="141084" y="157302"/>
                  </a:lnTo>
                  <a:lnTo>
                    <a:pt x="146333" y="146651"/>
                  </a:lnTo>
                  <a:lnTo>
                    <a:pt x="150330" y="138541"/>
                  </a:lnTo>
                  <a:lnTo>
                    <a:pt x="151456" y="136256"/>
                  </a:lnTo>
                  <a:lnTo>
                    <a:pt x="164476" y="112012"/>
                  </a:lnTo>
                  <a:lnTo>
                    <a:pt x="164606" y="111768"/>
                  </a:lnTo>
                  <a:lnTo>
                    <a:pt x="165472" y="110156"/>
                  </a:lnTo>
                  <a:lnTo>
                    <a:pt x="173598" y="95025"/>
                  </a:lnTo>
                  <a:lnTo>
                    <a:pt x="173753" y="94737"/>
                  </a:lnTo>
                  <a:lnTo>
                    <a:pt x="174293" y="93632"/>
                  </a:lnTo>
                  <a:lnTo>
                    <a:pt x="176845" y="88416"/>
                  </a:lnTo>
                  <a:lnTo>
                    <a:pt x="178202" y="85643"/>
                  </a:lnTo>
                  <a:lnTo>
                    <a:pt x="178425" y="85185"/>
                  </a:lnTo>
                  <a:lnTo>
                    <a:pt x="179469" y="83052"/>
                  </a:lnTo>
                  <a:lnTo>
                    <a:pt x="182242" y="77383"/>
                  </a:lnTo>
                  <a:lnTo>
                    <a:pt x="182651" y="76548"/>
                  </a:lnTo>
                  <a:lnTo>
                    <a:pt x="187381" y="64654"/>
                  </a:lnTo>
                  <a:lnTo>
                    <a:pt x="189635" y="58986"/>
                  </a:lnTo>
                  <a:lnTo>
                    <a:pt x="192883" y="47446"/>
                  </a:lnTo>
                  <a:lnTo>
                    <a:pt x="192920" y="47231"/>
                  </a:lnTo>
                  <a:lnTo>
                    <a:pt x="200832" y="1380"/>
                  </a:lnTo>
                  <a:lnTo>
                    <a:pt x="201012" y="337"/>
                  </a:lnTo>
                  <a:lnTo>
                    <a:pt x="201070" y="0"/>
                  </a:lnTo>
                  <a:lnTo>
                    <a:pt x="227224" y="4351"/>
                  </a:lnTo>
                  <a:lnTo>
                    <a:pt x="234564" y="5572"/>
                  </a:lnTo>
                  <a:lnTo>
                    <a:pt x="241332" y="6699"/>
                  </a:lnTo>
                  <a:lnTo>
                    <a:pt x="258250" y="9513"/>
                  </a:lnTo>
                  <a:lnTo>
                    <a:pt x="266150" y="10785"/>
                  </a:lnTo>
                  <a:lnTo>
                    <a:pt x="284018" y="13661"/>
                  </a:lnTo>
                  <a:lnTo>
                    <a:pt x="295691" y="15540"/>
                  </a:lnTo>
                  <a:lnTo>
                    <a:pt x="324832" y="20230"/>
                  </a:lnTo>
                  <a:lnTo>
                    <a:pt x="325218" y="20292"/>
                  </a:lnTo>
                  <a:lnTo>
                    <a:pt x="329303" y="20950"/>
                  </a:lnTo>
                  <a:lnTo>
                    <a:pt x="328129" y="28969"/>
                  </a:lnTo>
                  <a:lnTo>
                    <a:pt x="328075" y="29305"/>
                  </a:lnTo>
                  <a:lnTo>
                    <a:pt x="326157" y="41297"/>
                  </a:lnTo>
                  <a:lnTo>
                    <a:pt x="325883" y="43005"/>
                  </a:lnTo>
                  <a:lnTo>
                    <a:pt x="325063" y="48136"/>
                  </a:lnTo>
                  <a:lnTo>
                    <a:pt x="324940" y="48767"/>
                  </a:lnTo>
                  <a:lnTo>
                    <a:pt x="324885" y="49051"/>
                  </a:lnTo>
                  <a:lnTo>
                    <a:pt x="321978" y="64026"/>
                  </a:lnTo>
                  <a:lnTo>
                    <a:pt x="321878" y="64544"/>
                  </a:lnTo>
                  <a:lnTo>
                    <a:pt x="320998" y="70364"/>
                  </a:lnTo>
                  <a:lnTo>
                    <a:pt x="320071" y="75247"/>
                  </a:lnTo>
                  <a:lnTo>
                    <a:pt x="318253" y="83413"/>
                  </a:lnTo>
                  <a:lnTo>
                    <a:pt x="318215" y="83583"/>
                  </a:lnTo>
                  <a:lnTo>
                    <a:pt x="317718" y="85815"/>
                  </a:lnTo>
                  <a:lnTo>
                    <a:pt x="316512" y="90085"/>
                  </a:lnTo>
                  <a:lnTo>
                    <a:pt x="314095" y="98639"/>
                  </a:lnTo>
                  <a:lnTo>
                    <a:pt x="312907" y="102828"/>
                  </a:lnTo>
                  <a:lnTo>
                    <a:pt x="312263" y="104814"/>
                  </a:lnTo>
                  <a:lnTo>
                    <a:pt x="306172" y="123609"/>
                  </a:lnTo>
                  <a:lnTo>
                    <a:pt x="305971" y="124230"/>
                  </a:lnTo>
                  <a:lnTo>
                    <a:pt x="305454" y="125825"/>
                  </a:lnTo>
                  <a:lnTo>
                    <a:pt x="299437" y="142184"/>
                  </a:lnTo>
                  <a:lnTo>
                    <a:pt x="298538" y="144628"/>
                  </a:lnTo>
                  <a:lnTo>
                    <a:pt x="295258" y="152353"/>
                  </a:lnTo>
                  <a:lnTo>
                    <a:pt x="295077" y="152762"/>
                  </a:lnTo>
                  <a:lnTo>
                    <a:pt x="293261" y="156871"/>
                  </a:lnTo>
                  <a:lnTo>
                    <a:pt x="291240" y="161446"/>
                  </a:lnTo>
                  <a:lnTo>
                    <a:pt x="290790" y="162464"/>
                  </a:lnTo>
                  <a:lnTo>
                    <a:pt x="290266" y="163649"/>
                  </a:lnTo>
                  <a:lnTo>
                    <a:pt x="284348" y="175934"/>
                  </a:lnTo>
                  <a:lnTo>
                    <a:pt x="284084" y="176483"/>
                  </a:lnTo>
                  <a:lnTo>
                    <a:pt x="283350" y="178006"/>
                  </a:lnTo>
                  <a:lnTo>
                    <a:pt x="283140" y="178400"/>
                  </a:lnTo>
                  <a:lnTo>
                    <a:pt x="282261" y="180052"/>
                  </a:lnTo>
                  <a:lnTo>
                    <a:pt x="273225" y="197028"/>
                  </a:lnTo>
                  <a:lnTo>
                    <a:pt x="273122" y="197221"/>
                  </a:lnTo>
                  <a:lnTo>
                    <a:pt x="272716" y="197990"/>
                  </a:lnTo>
                  <a:lnTo>
                    <a:pt x="269583" y="203915"/>
                  </a:lnTo>
                  <a:lnTo>
                    <a:pt x="264300" y="213908"/>
                  </a:lnTo>
                  <a:lnTo>
                    <a:pt x="252696" y="235858"/>
                  </a:lnTo>
                  <a:lnTo>
                    <a:pt x="253295" y="236184"/>
                  </a:lnTo>
                  <a:lnTo>
                    <a:pt x="253838" y="236479"/>
                  </a:lnTo>
                  <a:lnTo>
                    <a:pt x="278812" y="250065"/>
                  </a:lnTo>
                  <a:lnTo>
                    <a:pt x="282661" y="252159"/>
                  </a:lnTo>
                  <a:lnTo>
                    <a:pt x="299200" y="261157"/>
                  </a:lnTo>
                  <a:lnTo>
                    <a:pt x="311809" y="268109"/>
                  </a:lnTo>
                  <a:lnTo>
                    <a:pt x="318039" y="271544"/>
                  </a:lnTo>
                  <a:lnTo>
                    <a:pt x="325809" y="275828"/>
                  </a:lnTo>
                  <a:lnTo>
                    <a:pt x="326060" y="275966"/>
                  </a:lnTo>
                  <a:lnTo>
                    <a:pt x="326705" y="276322"/>
                  </a:lnTo>
                  <a:lnTo>
                    <a:pt x="341524" y="284492"/>
                  </a:lnTo>
                  <a:lnTo>
                    <a:pt x="342375" y="284961"/>
                  </a:lnTo>
                  <a:lnTo>
                    <a:pt x="360123" y="294747"/>
                  </a:lnTo>
                  <a:lnTo>
                    <a:pt x="362578" y="296100"/>
                  </a:lnTo>
                  <a:lnTo>
                    <a:pt x="363513" y="296605"/>
                  </a:lnTo>
                  <a:lnTo>
                    <a:pt x="354066" y="313839"/>
                  </a:lnTo>
                  <a:lnTo>
                    <a:pt x="351239" y="318996"/>
                  </a:lnTo>
                  <a:lnTo>
                    <a:pt x="341189" y="337328"/>
                  </a:lnTo>
                  <a:lnTo>
                    <a:pt x="339023" y="341779"/>
                  </a:lnTo>
                  <a:lnTo>
                    <a:pt x="337966" y="343950"/>
                  </a:lnTo>
                  <a:lnTo>
                    <a:pt x="336542" y="346876"/>
                  </a:lnTo>
                  <a:lnTo>
                    <a:pt x="332464" y="352644"/>
                  </a:lnTo>
                  <a:lnTo>
                    <a:pt x="327856" y="356830"/>
                  </a:lnTo>
                  <a:lnTo>
                    <a:pt x="317826" y="365943"/>
                  </a:lnTo>
                  <a:lnTo>
                    <a:pt x="315819" y="367766"/>
                  </a:lnTo>
                  <a:lnTo>
                    <a:pt x="314714" y="368700"/>
                  </a:lnTo>
                  <a:lnTo>
                    <a:pt x="312401" y="370655"/>
                  </a:lnTo>
                  <a:lnTo>
                    <a:pt x="307240" y="375016"/>
                  </a:lnTo>
                  <a:lnTo>
                    <a:pt x="290353" y="389286"/>
                  </a:lnTo>
                  <a:lnTo>
                    <a:pt x="286353" y="392662"/>
                  </a:lnTo>
                  <a:lnTo>
                    <a:pt x="276824" y="400700"/>
                  </a:lnTo>
                  <a:lnTo>
                    <a:pt x="276506" y="400967"/>
                  </a:lnTo>
                  <a:lnTo>
                    <a:pt x="274767" y="402476"/>
                  </a:lnTo>
                  <a:lnTo>
                    <a:pt x="270901" y="405829"/>
                  </a:lnTo>
                  <a:lnTo>
                    <a:pt x="260280" y="415042"/>
                  </a:lnTo>
                  <a:lnTo>
                    <a:pt x="257931" y="417079"/>
                  </a:lnTo>
                  <a:lnTo>
                    <a:pt x="254923" y="419688"/>
                  </a:lnTo>
                  <a:lnTo>
                    <a:pt x="248389" y="425355"/>
                  </a:lnTo>
                  <a:lnTo>
                    <a:pt x="244242" y="428952"/>
                  </a:lnTo>
                  <a:lnTo>
                    <a:pt x="224817" y="445801"/>
                  </a:lnTo>
                  <a:lnTo>
                    <a:pt x="228766" y="448642"/>
                  </a:lnTo>
                  <a:lnTo>
                    <a:pt x="236422" y="45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18"/>
            <p:cNvSpPr/>
            <p:nvPr/>
          </p:nvSpPr>
          <p:spPr>
            <a:xfrm>
              <a:off x="4809578" y="3719436"/>
              <a:ext cx="476846" cy="334293"/>
            </a:xfrm>
            <a:custGeom>
              <a:avLst/>
              <a:pathLst>
                <a:path w="476846" h="334293">
                  <a:moveTo>
                    <a:pt x="436476" y="185263"/>
                  </a:moveTo>
                  <a:lnTo>
                    <a:pt x="433010" y="190366"/>
                  </a:lnTo>
                  <a:lnTo>
                    <a:pt x="431705" y="192288"/>
                  </a:lnTo>
                  <a:lnTo>
                    <a:pt x="415432" y="216248"/>
                  </a:lnTo>
                  <a:lnTo>
                    <a:pt x="411083" y="222651"/>
                  </a:lnTo>
                  <a:lnTo>
                    <a:pt x="397591" y="242518"/>
                  </a:lnTo>
                  <a:lnTo>
                    <a:pt x="396831" y="243636"/>
                  </a:lnTo>
                  <a:lnTo>
                    <a:pt x="395602" y="245446"/>
                  </a:lnTo>
                  <a:lnTo>
                    <a:pt x="395449" y="245677"/>
                  </a:lnTo>
                  <a:lnTo>
                    <a:pt x="393031" y="244081"/>
                  </a:lnTo>
                  <a:lnTo>
                    <a:pt x="376368" y="233079"/>
                  </a:lnTo>
                  <a:lnTo>
                    <a:pt x="371596" y="229924"/>
                  </a:lnTo>
                  <a:lnTo>
                    <a:pt x="370322" y="229081"/>
                  </a:lnTo>
                  <a:lnTo>
                    <a:pt x="356043" y="214573"/>
                  </a:lnTo>
                  <a:lnTo>
                    <a:pt x="348718" y="206205"/>
                  </a:lnTo>
                  <a:lnTo>
                    <a:pt x="348408" y="205851"/>
                  </a:lnTo>
                  <a:lnTo>
                    <a:pt x="334229" y="188240"/>
                  </a:lnTo>
                  <a:lnTo>
                    <a:pt x="334060" y="188031"/>
                  </a:lnTo>
                  <a:lnTo>
                    <a:pt x="325764" y="195528"/>
                  </a:lnTo>
                  <a:lnTo>
                    <a:pt x="318703" y="201908"/>
                  </a:lnTo>
                  <a:lnTo>
                    <a:pt x="314294" y="205892"/>
                  </a:lnTo>
                  <a:lnTo>
                    <a:pt x="308381" y="211235"/>
                  </a:lnTo>
                  <a:lnTo>
                    <a:pt x="294456" y="223818"/>
                  </a:lnTo>
                  <a:lnTo>
                    <a:pt x="284876" y="232473"/>
                  </a:lnTo>
                  <a:lnTo>
                    <a:pt x="284642" y="232685"/>
                  </a:lnTo>
                  <a:lnTo>
                    <a:pt x="249822" y="264149"/>
                  </a:lnTo>
                  <a:lnTo>
                    <a:pt x="249152" y="264754"/>
                  </a:lnTo>
                  <a:lnTo>
                    <a:pt x="242912" y="270234"/>
                  </a:lnTo>
                  <a:lnTo>
                    <a:pt x="215314" y="294473"/>
                  </a:lnTo>
                  <a:lnTo>
                    <a:pt x="213764" y="295834"/>
                  </a:lnTo>
                  <a:lnTo>
                    <a:pt x="209285" y="299575"/>
                  </a:lnTo>
                  <a:lnTo>
                    <a:pt x="189862" y="315795"/>
                  </a:lnTo>
                  <a:lnTo>
                    <a:pt x="185481" y="319453"/>
                  </a:lnTo>
                  <a:lnTo>
                    <a:pt x="170655" y="331834"/>
                  </a:lnTo>
                  <a:lnTo>
                    <a:pt x="167711" y="334293"/>
                  </a:lnTo>
                  <a:lnTo>
                    <a:pt x="144357" y="313598"/>
                  </a:lnTo>
                  <a:lnTo>
                    <a:pt x="141514" y="310718"/>
                  </a:lnTo>
                  <a:lnTo>
                    <a:pt x="140466" y="309657"/>
                  </a:lnTo>
                  <a:lnTo>
                    <a:pt x="139487" y="308664"/>
                  </a:lnTo>
                  <a:lnTo>
                    <a:pt x="137659" y="306814"/>
                  </a:lnTo>
                  <a:lnTo>
                    <a:pt x="133327" y="302164"/>
                  </a:lnTo>
                  <a:lnTo>
                    <a:pt x="131721" y="300439"/>
                  </a:lnTo>
                  <a:lnTo>
                    <a:pt x="116364" y="283954"/>
                  </a:lnTo>
                  <a:lnTo>
                    <a:pt x="116230" y="283803"/>
                  </a:lnTo>
                  <a:lnTo>
                    <a:pt x="99787" y="265174"/>
                  </a:lnTo>
                  <a:lnTo>
                    <a:pt x="96695" y="261672"/>
                  </a:lnTo>
                  <a:lnTo>
                    <a:pt x="86343" y="249943"/>
                  </a:lnTo>
                  <a:lnTo>
                    <a:pt x="84489" y="247843"/>
                  </a:lnTo>
                  <a:lnTo>
                    <a:pt x="83044" y="246151"/>
                  </a:lnTo>
                  <a:lnTo>
                    <a:pt x="70509" y="231473"/>
                  </a:lnTo>
                  <a:lnTo>
                    <a:pt x="68908" y="229599"/>
                  </a:lnTo>
                  <a:lnTo>
                    <a:pt x="65436" y="225533"/>
                  </a:lnTo>
                  <a:lnTo>
                    <a:pt x="64712" y="224685"/>
                  </a:lnTo>
                  <a:lnTo>
                    <a:pt x="60871" y="221153"/>
                  </a:lnTo>
                  <a:lnTo>
                    <a:pt x="56263" y="217816"/>
                  </a:lnTo>
                  <a:lnTo>
                    <a:pt x="51270" y="214878"/>
                  </a:lnTo>
                  <a:lnTo>
                    <a:pt x="49926" y="214087"/>
                  </a:lnTo>
                  <a:lnTo>
                    <a:pt x="39615" y="208818"/>
                  </a:lnTo>
                  <a:lnTo>
                    <a:pt x="31109" y="204471"/>
                  </a:lnTo>
                  <a:lnTo>
                    <a:pt x="30652" y="204215"/>
                  </a:lnTo>
                  <a:lnTo>
                    <a:pt x="3608" y="189073"/>
                  </a:lnTo>
                  <a:lnTo>
                    <a:pt x="0" y="186901"/>
                  </a:lnTo>
                  <a:lnTo>
                    <a:pt x="6526" y="174869"/>
                  </a:lnTo>
                  <a:lnTo>
                    <a:pt x="7689" y="172726"/>
                  </a:lnTo>
                  <a:lnTo>
                    <a:pt x="12991" y="162952"/>
                  </a:lnTo>
                  <a:lnTo>
                    <a:pt x="14381" y="163697"/>
                  </a:lnTo>
                  <a:lnTo>
                    <a:pt x="30173" y="172158"/>
                  </a:lnTo>
                  <a:lnTo>
                    <a:pt x="43350" y="179218"/>
                  </a:lnTo>
                  <a:lnTo>
                    <a:pt x="48087" y="171201"/>
                  </a:lnTo>
                  <a:lnTo>
                    <a:pt x="52866" y="163112"/>
                  </a:lnTo>
                  <a:lnTo>
                    <a:pt x="88810" y="183366"/>
                  </a:lnTo>
                  <a:lnTo>
                    <a:pt x="93858" y="186211"/>
                  </a:lnTo>
                  <a:lnTo>
                    <a:pt x="103632" y="177603"/>
                  </a:lnTo>
                  <a:lnTo>
                    <a:pt x="106751" y="174856"/>
                  </a:lnTo>
                  <a:lnTo>
                    <a:pt x="109967" y="172023"/>
                  </a:lnTo>
                  <a:lnTo>
                    <a:pt x="112813" y="169517"/>
                  </a:lnTo>
                  <a:lnTo>
                    <a:pt x="117559" y="165337"/>
                  </a:lnTo>
                  <a:lnTo>
                    <a:pt x="121635" y="161747"/>
                  </a:lnTo>
                  <a:lnTo>
                    <a:pt x="118529" y="158944"/>
                  </a:lnTo>
                  <a:lnTo>
                    <a:pt x="110873" y="152036"/>
                  </a:lnTo>
                  <a:lnTo>
                    <a:pt x="106924" y="149195"/>
                  </a:lnTo>
                  <a:lnTo>
                    <a:pt x="126349" y="132347"/>
                  </a:lnTo>
                  <a:lnTo>
                    <a:pt x="130496" y="128750"/>
                  </a:lnTo>
                  <a:lnTo>
                    <a:pt x="137030" y="123083"/>
                  </a:lnTo>
                  <a:lnTo>
                    <a:pt x="140039" y="120473"/>
                  </a:lnTo>
                  <a:lnTo>
                    <a:pt x="142387" y="118436"/>
                  </a:lnTo>
                  <a:lnTo>
                    <a:pt x="153008" y="109224"/>
                  </a:lnTo>
                  <a:lnTo>
                    <a:pt x="156874" y="105871"/>
                  </a:lnTo>
                  <a:lnTo>
                    <a:pt x="158614" y="104362"/>
                  </a:lnTo>
                  <a:lnTo>
                    <a:pt x="158931" y="104094"/>
                  </a:lnTo>
                  <a:lnTo>
                    <a:pt x="168460" y="96056"/>
                  </a:lnTo>
                  <a:lnTo>
                    <a:pt x="172461" y="92681"/>
                  </a:lnTo>
                  <a:lnTo>
                    <a:pt x="189347" y="78411"/>
                  </a:lnTo>
                  <a:lnTo>
                    <a:pt x="194508" y="74049"/>
                  </a:lnTo>
                  <a:lnTo>
                    <a:pt x="196821" y="72095"/>
                  </a:lnTo>
                  <a:lnTo>
                    <a:pt x="197926" y="71161"/>
                  </a:lnTo>
                  <a:lnTo>
                    <a:pt x="199933" y="69338"/>
                  </a:lnTo>
                  <a:lnTo>
                    <a:pt x="209963" y="60224"/>
                  </a:lnTo>
                  <a:lnTo>
                    <a:pt x="214571" y="56038"/>
                  </a:lnTo>
                  <a:lnTo>
                    <a:pt x="218649" y="50271"/>
                  </a:lnTo>
                  <a:lnTo>
                    <a:pt x="220073" y="47345"/>
                  </a:lnTo>
                  <a:lnTo>
                    <a:pt x="221130" y="45173"/>
                  </a:lnTo>
                  <a:lnTo>
                    <a:pt x="223296" y="40722"/>
                  </a:lnTo>
                  <a:lnTo>
                    <a:pt x="233346" y="22390"/>
                  </a:lnTo>
                  <a:lnTo>
                    <a:pt x="236173" y="17234"/>
                  </a:lnTo>
                  <a:lnTo>
                    <a:pt x="245620" y="0"/>
                  </a:lnTo>
                  <a:lnTo>
                    <a:pt x="255064" y="5096"/>
                  </a:lnTo>
                  <a:lnTo>
                    <a:pt x="255438" y="5298"/>
                  </a:lnTo>
                  <a:lnTo>
                    <a:pt x="258794" y="7109"/>
                  </a:lnTo>
                  <a:lnTo>
                    <a:pt x="262189" y="8942"/>
                  </a:lnTo>
                  <a:lnTo>
                    <a:pt x="273786" y="15201"/>
                  </a:lnTo>
                  <a:lnTo>
                    <a:pt x="275460" y="16104"/>
                  </a:lnTo>
                  <a:lnTo>
                    <a:pt x="278899" y="17960"/>
                  </a:lnTo>
                  <a:lnTo>
                    <a:pt x="292056" y="25062"/>
                  </a:lnTo>
                  <a:lnTo>
                    <a:pt x="324282" y="42454"/>
                  </a:lnTo>
                  <a:lnTo>
                    <a:pt x="326712" y="43766"/>
                  </a:lnTo>
                  <a:lnTo>
                    <a:pt x="333692" y="47533"/>
                  </a:lnTo>
                  <a:lnTo>
                    <a:pt x="334488" y="47963"/>
                  </a:lnTo>
                  <a:lnTo>
                    <a:pt x="357725" y="60504"/>
                  </a:lnTo>
                  <a:lnTo>
                    <a:pt x="359467" y="61444"/>
                  </a:lnTo>
                  <a:lnTo>
                    <a:pt x="363943" y="63860"/>
                  </a:lnTo>
                  <a:lnTo>
                    <a:pt x="375738" y="70226"/>
                  </a:lnTo>
                  <a:lnTo>
                    <a:pt x="376566" y="70681"/>
                  </a:lnTo>
                  <a:lnTo>
                    <a:pt x="385444" y="75561"/>
                  </a:lnTo>
                  <a:lnTo>
                    <a:pt x="386112" y="75928"/>
                  </a:lnTo>
                  <a:lnTo>
                    <a:pt x="391441" y="78858"/>
                  </a:lnTo>
                  <a:lnTo>
                    <a:pt x="393545" y="80014"/>
                  </a:lnTo>
                  <a:lnTo>
                    <a:pt x="403260" y="85354"/>
                  </a:lnTo>
                  <a:lnTo>
                    <a:pt x="411012" y="89616"/>
                  </a:lnTo>
                  <a:lnTo>
                    <a:pt x="449713" y="110889"/>
                  </a:lnTo>
                  <a:lnTo>
                    <a:pt x="451398" y="111815"/>
                  </a:lnTo>
                  <a:lnTo>
                    <a:pt x="469807" y="121935"/>
                  </a:lnTo>
                  <a:lnTo>
                    <a:pt x="476846" y="126513"/>
                  </a:lnTo>
                  <a:lnTo>
                    <a:pt x="472720" y="132019"/>
                  </a:lnTo>
                  <a:lnTo>
                    <a:pt x="468311" y="138183"/>
                  </a:lnTo>
                  <a:lnTo>
                    <a:pt x="466780" y="140322"/>
                  </a:lnTo>
                  <a:lnTo>
                    <a:pt x="462833" y="145840"/>
                  </a:lnTo>
                  <a:lnTo>
                    <a:pt x="462113" y="146921"/>
                  </a:lnTo>
                  <a:lnTo>
                    <a:pt x="455225" y="157264"/>
                  </a:lnTo>
                  <a:lnTo>
                    <a:pt x="444834" y="172869"/>
                  </a:lnTo>
                  <a:lnTo>
                    <a:pt x="442766" y="175974"/>
                  </a:lnTo>
                  <a:lnTo>
                    <a:pt x="441822" y="177392"/>
                  </a:lnTo>
                  <a:lnTo>
                    <a:pt x="440415" y="17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19"/>
            <p:cNvSpPr/>
            <p:nvPr/>
          </p:nvSpPr>
          <p:spPr>
            <a:xfrm>
              <a:off x="5991123" y="4111288"/>
              <a:ext cx="486892" cy="640076"/>
            </a:xfrm>
            <a:custGeom>
              <a:avLst/>
              <a:pathLst>
                <a:path w="486892" h="640076">
                  <a:moveTo>
                    <a:pt x="42411" y="130083"/>
                  </a:moveTo>
                  <a:lnTo>
                    <a:pt x="57171" y="133875"/>
                  </a:lnTo>
                  <a:lnTo>
                    <a:pt x="59296" y="127729"/>
                  </a:lnTo>
                  <a:lnTo>
                    <a:pt x="81822" y="133424"/>
                  </a:lnTo>
                  <a:lnTo>
                    <a:pt x="105177" y="147601"/>
                  </a:lnTo>
                  <a:lnTo>
                    <a:pt x="102019" y="153428"/>
                  </a:lnTo>
                  <a:lnTo>
                    <a:pt x="108891" y="157141"/>
                  </a:lnTo>
                  <a:lnTo>
                    <a:pt x="113341" y="159486"/>
                  </a:lnTo>
                  <a:lnTo>
                    <a:pt x="124066" y="165138"/>
                  </a:lnTo>
                  <a:lnTo>
                    <a:pt x="139952" y="167319"/>
                  </a:lnTo>
                  <a:lnTo>
                    <a:pt x="163307" y="145629"/>
                  </a:lnTo>
                  <a:lnTo>
                    <a:pt x="182276" y="107824"/>
                  </a:lnTo>
                  <a:lnTo>
                    <a:pt x="200652" y="89527"/>
                  </a:lnTo>
                  <a:lnTo>
                    <a:pt x="233467" y="45202"/>
                  </a:lnTo>
                  <a:lnTo>
                    <a:pt x="253106" y="0"/>
                  </a:lnTo>
                  <a:lnTo>
                    <a:pt x="286396" y="10705"/>
                  </a:lnTo>
                  <a:lnTo>
                    <a:pt x="323477" y="22630"/>
                  </a:lnTo>
                  <a:lnTo>
                    <a:pt x="316120" y="64405"/>
                  </a:lnTo>
                  <a:lnTo>
                    <a:pt x="366208" y="48793"/>
                  </a:lnTo>
                  <a:lnTo>
                    <a:pt x="372857" y="80052"/>
                  </a:lnTo>
                  <a:lnTo>
                    <a:pt x="335511" y="96909"/>
                  </a:lnTo>
                  <a:lnTo>
                    <a:pt x="291526" y="142313"/>
                  </a:lnTo>
                  <a:lnTo>
                    <a:pt x="289298" y="181226"/>
                  </a:lnTo>
                  <a:lnTo>
                    <a:pt x="291672" y="188234"/>
                  </a:lnTo>
                  <a:lnTo>
                    <a:pt x="296224" y="195989"/>
                  </a:lnTo>
                  <a:lnTo>
                    <a:pt x="298262" y="197758"/>
                  </a:lnTo>
                  <a:lnTo>
                    <a:pt x="337196" y="199479"/>
                  </a:lnTo>
                  <a:lnTo>
                    <a:pt x="343266" y="216927"/>
                  </a:lnTo>
                  <a:lnTo>
                    <a:pt x="349336" y="223519"/>
                  </a:lnTo>
                  <a:lnTo>
                    <a:pt x="362235" y="228560"/>
                  </a:lnTo>
                  <a:lnTo>
                    <a:pt x="378167" y="233385"/>
                  </a:lnTo>
                  <a:lnTo>
                    <a:pt x="395439" y="233627"/>
                  </a:lnTo>
                  <a:lnTo>
                    <a:pt x="413671" y="237059"/>
                  </a:lnTo>
                  <a:lnTo>
                    <a:pt x="429403" y="241861"/>
                  </a:lnTo>
                  <a:lnTo>
                    <a:pt x="436532" y="244417"/>
                  </a:lnTo>
                  <a:lnTo>
                    <a:pt x="482689" y="260967"/>
                  </a:lnTo>
                  <a:lnTo>
                    <a:pt x="486892" y="288482"/>
                  </a:lnTo>
                  <a:lnTo>
                    <a:pt x="486598" y="302311"/>
                  </a:lnTo>
                  <a:lnTo>
                    <a:pt x="455135" y="306094"/>
                  </a:lnTo>
                  <a:lnTo>
                    <a:pt x="444279" y="328453"/>
                  </a:lnTo>
                  <a:lnTo>
                    <a:pt x="436216" y="345060"/>
                  </a:lnTo>
                  <a:lnTo>
                    <a:pt x="453426" y="386730"/>
                  </a:lnTo>
                  <a:lnTo>
                    <a:pt x="428293" y="397150"/>
                  </a:lnTo>
                  <a:lnTo>
                    <a:pt x="419520" y="400301"/>
                  </a:lnTo>
                  <a:lnTo>
                    <a:pt x="413999" y="404391"/>
                  </a:lnTo>
                  <a:lnTo>
                    <a:pt x="397706" y="436895"/>
                  </a:lnTo>
                  <a:lnTo>
                    <a:pt x="355738" y="446346"/>
                  </a:lnTo>
                  <a:lnTo>
                    <a:pt x="322692" y="423332"/>
                  </a:lnTo>
                  <a:lnTo>
                    <a:pt x="317715" y="421441"/>
                  </a:lnTo>
                  <a:lnTo>
                    <a:pt x="316528" y="420811"/>
                  </a:lnTo>
                  <a:lnTo>
                    <a:pt x="302626" y="415568"/>
                  </a:lnTo>
                  <a:lnTo>
                    <a:pt x="291482" y="411449"/>
                  </a:lnTo>
                  <a:lnTo>
                    <a:pt x="277685" y="409800"/>
                  </a:lnTo>
                  <a:lnTo>
                    <a:pt x="208107" y="417178"/>
                  </a:lnTo>
                  <a:lnTo>
                    <a:pt x="204464" y="416053"/>
                  </a:lnTo>
                  <a:lnTo>
                    <a:pt x="199484" y="413387"/>
                  </a:lnTo>
                  <a:lnTo>
                    <a:pt x="198746" y="412285"/>
                  </a:lnTo>
                  <a:lnTo>
                    <a:pt x="169625" y="452405"/>
                  </a:lnTo>
                  <a:lnTo>
                    <a:pt x="166590" y="484588"/>
                  </a:lnTo>
                  <a:lnTo>
                    <a:pt x="187076" y="493506"/>
                  </a:lnTo>
                  <a:lnTo>
                    <a:pt x="174936" y="546240"/>
                  </a:lnTo>
                  <a:lnTo>
                    <a:pt x="143827" y="534608"/>
                  </a:lnTo>
                  <a:lnTo>
                    <a:pt x="127135" y="566403"/>
                  </a:lnTo>
                  <a:lnTo>
                    <a:pt x="102855" y="581138"/>
                  </a:lnTo>
                  <a:lnTo>
                    <a:pt x="58848" y="583076"/>
                  </a:lnTo>
                  <a:lnTo>
                    <a:pt x="74402" y="633872"/>
                  </a:lnTo>
                  <a:lnTo>
                    <a:pt x="44337" y="640076"/>
                  </a:lnTo>
                  <a:lnTo>
                    <a:pt x="38267" y="629219"/>
                  </a:lnTo>
                  <a:lnTo>
                    <a:pt x="30585" y="610704"/>
                  </a:lnTo>
                  <a:lnTo>
                    <a:pt x="28868" y="603466"/>
                  </a:lnTo>
                  <a:lnTo>
                    <a:pt x="27550" y="597908"/>
                  </a:lnTo>
                  <a:lnTo>
                    <a:pt x="26931" y="594930"/>
                  </a:lnTo>
                  <a:lnTo>
                    <a:pt x="25274" y="586954"/>
                  </a:lnTo>
                  <a:lnTo>
                    <a:pt x="24041" y="577066"/>
                  </a:lnTo>
                  <a:lnTo>
                    <a:pt x="22485" y="572557"/>
                  </a:lnTo>
                  <a:lnTo>
                    <a:pt x="23424" y="570720"/>
                  </a:lnTo>
                  <a:lnTo>
                    <a:pt x="27479" y="562789"/>
                  </a:lnTo>
                  <a:lnTo>
                    <a:pt x="30856" y="557247"/>
                  </a:lnTo>
                  <a:lnTo>
                    <a:pt x="32403" y="554707"/>
                  </a:lnTo>
                  <a:lnTo>
                    <a:pt x="35370" y="549838"/>
                  </a:lnTo>
                  <a:lnTo>
                    <a:pt x="35525" y="547128"/>
                  </a:lnTo>
                  <a:lnTo>
                    <a:pt x="40926" y="543377"/>
                  </a:lnTo>
                  <a:lnTo>
                    <a:pt x="41267" y="537485"/>
                  </a:lnTo>
                  <a:lnTo>
                    <a:pt x="41573" y="532185"/>
                  </a:lnTo>
                  <a:lnTo>
                    <a:pt x="42498" y="516201"/>
                  </a:lnTo>
                  <a:lnTo>
                    <a:pt x="43388" y="497040"/>
                  </a:lnTo>
                  <a:lnTo>
                    <a:pt x="39664" y="485018"/>
                  </a:lnTo>
                  <a:lnTo>
                    <a:pt x="37693" y="474046"/>
                  </a:lnTo>
                  <a:lnTo>
                    <a:pt x="37403" y="464783"/>
                  </a:lnTo>
                  <a:lnTo>
                    <a:pt x="37246" y="459792"/>
                  </a:lnTo>
                  <a:lnTo>
                    <a:pt x="38087" y="452555"/>
                  </a:lnTo>
                  <a:lnTo>
                    <a:pt x="38215" y="451457"/>
                  </a:lnTo>
                  <a:lnTo>
                    <a:pt x="36360" y="447941"/>
                  </a:lnTo>
                  <a:lnTo>
                    <a:pt x="38988" y="442690"/>
                  </a:lnTo>
                  <a:lnTo>
                    <a:pt x="44517" y="434122"/>
                  </a:lnTo>
                  <a:lnTo>
                    <a:pt x="46021" y="430885"/>
                  </a:lnTo>
                  <a:lnTo>
                    <a:pt x="39282" y="427698"/>
                  </a:lnTo>
                  <a:lnTo>
                    <a:pt x="35852" y="425237"/>
                  </a:lnTo>
                  <a:lnTo>
                    <a:pt x="33382" y="423818"/>
                  </a:lnTo>
                  <a:lnTo>
                    <a:pt x="32114" y="419909"/>
                  </a:lnTo>
                  <a:lnTo>
                    <a:pt x="31692" y="418606"/>
                  </a:lnTo>
                  <a:lnTo>
                    <a:pt x="30665" y="415436"/>
                  </a:lnTo>
                  <a:lnTo>
                    <a:pt x="29661" y="409686"/>
                  </a:lnTo>
                  <a:lnTo>
                    <a:pt x="29590" y="409278"/>
                  </a:lnTo>
                  <a:lnTo>
                    <a:pt x="28674" y="406288"/>
                  </a:lnTo>
                  <a:lnTo>
                    <a:pt x="27667" y="405521"/>
                  </a:lnTo>
                  <a:lnTo>
                    <a:pt x="27020" y="405028"/>
                  </a:lnTo>
                  <a:lnTo>
                    <a:pt x="27400" y="404875"/>
                  </a:lnTo>
                  <a:lnTo>
                    <a:pt x="29993" y="403832"/>
                  </a:lnTo>
                  <a:lnTo>
                    <a:pt x="33866" y="403769"/>
                  </a:lnTo>
                  <a:lnTo>
                    <a:pt x="34187" y="403841"/>
                  </a:lnTo>
                  <a:lnTo>
                    <a:pt x="38166" y="404732"/>
                  </a:lnTo>
                  <a:lnTo>
                    <a:pt x="42869" y="406022"/>
                  </a:lnTo>
                  <a:lnTo>
                    <a:pt x="46209" y="405998"/>
                  </a:lnTo>
                  <a:lnTo>
                    <a:pt x="49415" y="404415"/>
                  </a:lnTo>
                  <a:lnTo>
                    <a:pt x="53712" y="401201"/>
                  </a:lnTo>
                  <a:lnTo>
                    <a:pt x="55452" y="399899"/>
                  </a:lnTo>
                  <a:lnTo>
                    <a:pt x="57347" y="398482"/>
                  </a:lnTo>
                  <a:lnTo>
                    <a:pt x="63400" y="406757"/>
                  </a:lnTo>
                  <a:lnTo>
                    <a:pt x="66476" y="403762"/>
                  </a:lnTo>
                  <a:lnTo>
                    <a:pt x="71541" y="391290"/>
                  </a:lnTo>
                  <a:lnTo>
                    <a:pt x="90190" y="330812"/>
                  </a:lnTo>
                  <a:lnTo>
                    <a:pt x="90681" y="329130"/>
                  </a:lnTo>
                  <a:lnTo>
                    <a:pt x="94210" y="317036"/>
                  </a:lnTo>
                  <a:lnTo>
                    <a:pt x="94303" y="316720"/>
                  </a:lnTo>
                  <a:lnTo>
                    <a:pt x="100033" y="297081"/>
                  </a:lnTo>
                  <a:lnTo>
                    <a:pt x="100631" y="295140"/>
                  </a:lnTo>
                  <a:lnTo>
                    <a:pt x="100676" y="294994"/>
                  </a:lnTo>
                  <a:lnTo>
                    <a:pt x="100823" y="294518"/>
                  </a:lnTo>
                  <a:lnTo>
                    <a:pt x="107234" y="273619"/>
                  </a:lnTo>
                  <a:lnTo>
                    <a:pt x="108536" y="271997"/>
                  </a:lnTo>
                  <a:lnTo>
                    <a:pt x="110156" y="269980"/>
                  </a:lnTo>
                  <a:lnTo>
                    <a:pt x="113262" y="258717"/>
                  </a:lnTo>
                  <a:lnTo>
                    <a:pt x="115950" y="248973"/>
                  </a:lnTo>
                  <a:lnTo>
                    <a:pt x="116044" y="248590"/>
                  </a:lnTo>
                  <a:lnTo>
                    <a:pt x="116113" y="248310"/>
                  </a:lnTo>
                  <a:lnTo>
                    <a:pt x="121569" y="226130"/>
                  </a:lnTo>
                  <a:lnTo>
                    <a:pt x="121773" y="225297"/>
                  </a:lnTo>
                  <a:lnTo>
                    <a:pt x="124107" y="213949"/>
                  </a:lnTo>
                  <a:lnTo>
                    <a:pt x="124571" y="211691"/>
                  </a:lnTo>
                  <a:lnTo>
                    <a:pt x="124691" y="211014"/>
                  </a:lnTo>
                  <a:lnTo>
                    <a:pt x="125971" y="203761"/>
                  </a:lnTo>
                  <a:lnTo>
                    <a:pt x="126131" y="202859"/>
                  </a:lnTo>
                  <a:lnTo>
                    <a:pt x="114632" y="200415"/>
                  </a:lnTo>
                  <a:lnTo>
                    <a:pt x="111640" y="199779"/>
                  </a:lnTo>
                  <a:lnTo>
                    <a:pt x="103862" y="198126"/>
                  </a:lnTo>
                  <a:lnTo>
                    <a:pt x="90164" y="194609"/>
                  </a:lnTo>
                  <a:lnTo>
                    <a:pt x="74243" y="190521"/>
                  </a:lnTo>
                  <a:lnTo>
                    <a:pt x="66159" y="188815"/>
                  </a:lnTo>
                  <a:lnTo>
                    <a:pt x="65881" y="188756"/>
                  </a:lnTo>
                  <a:lnTo>
                    <a:pt x="59103" y="187355"/>
                  </a:lnTo>
                  <a:lnTo>
                    <a:pt x="51312" y="185616"/>
                  </a:lnTo>
                  <a:lnTo>
                    <a:pt x="45295" y="184330"/>
                  </a:lnTo>
                  <a:lnTo>
                    <a:pt x="44628" y="184206"/>
                  </a:lnTo>
                  <a:lnTo>
                    <a:pt x="41798" y="183680"/>
                  </a:lnTo>
                  <a:lnTo>
                    <a:pt x="34829" y="182384"/>
                  </a:lnTo>
                  <a:lnTo>
                    <a:pt x="28250" y="181160"/>
                  </a:lnTo>
                  <a:lnTo>
                    <a:pt x="22277" y="178712"/>
                  </a:lnTo>
                  <a:lnTo>
                    <a:pt x="19874" y="177508"/>
                  </a:lnTo>
                  <a:lnTo>
                    <a:pt x="15303" y="175218"/>
                  </a:lnTo>
                  <a:lnTo>
                    <a:pt x="9706" y="172790"/>
                  </a:lnTo>
                  <a:lnTo>
                    <a:pt x="5846" y="171678"/>
                  </a:lnTo>
                  <a:lnTo>
                    <a:pt x="3229" y="171290"/>
                  </a:lnTo>
                  <a:lnTo>
                    <a:pt x="2741" y="171375"/>
                  </a:lnTo>
                  <a:lnTo>
                    <a:pt x="2003" y="164705"/>
                  </a:lnTo>
                  <a:lnTo>
                    <a:pt x="1857" y="163387"/>
                  </a:lnTo>
                  <a:lnTo>
                    <a:pt x="1697" y="161940"/>
                  </a:lnTo>
                  <a:lnTo>
                    <a:pt x="1588" y="161216"/>
                  </a:lnTo>
                  <a:lnTo>
                    <a:pt x="1470" y="160429"/>
                  </a:lnTo>
                  <a:lnTo>
                    <a:pt x="1074" y="158778"/>
                  </a:lnTo>
                  <a:lnTo>
                    <a:pt x="899" y="158048"/>
                  </a:lnTo>
                  <a:lnTo>
                    <a:pt x="202" y="155139"/>
                  </a:lnTo>
                  <a:lnTo>
                    <a:pt x="0" y="153574"/>
                  </a:lnTo>
                  <a:lnTo>
                    <a:pt x="586" y="153227"/>
                  </a:lnTo>
                  <a:lnTo>
                    <a:pt x="1306" y="152800"/>
                  </a:lnTo>
                  <a:lnTo>
                    <a:pt x="1667" y="152587"/>
                  </a:lnTo>
                  <a:lnTo>
                    <a:pt x="7472" y="150842"/>
                  </a:lnTo>
                  <a:lnTo>
                    <a:pt x="15723" y="151773"/>
                  </a:lnTo>
                  <a:lnTo>
                    <a:pt x="20728" y="153207"/>
                  </a:lnTo>
                  <a:lnTo>
                    <a:pt x="22726" y="150183"/>
                  </a:lnTo>
                  <a:lnTo>
                    <a:pt x="26406" y="144614"/>
                  </a:lnTo>
                  <a:lnTo>
                    <a:pt x="24251" y="143653"/>
                  </a:lnTo>
                  <a:lnTo>
                    <a:pt x="24480" y="142753"/>
                  </a:lnTo>
                  <a:lnTo>
                    <a:pt x="27603" y="130498"/>
                  </a:lnTo>
                  <a:lnTo>
                    <a:pt x="28412" y="126444"/>
                  </a:lnTo>
                  <a:lnTo>
                    <a:pt x="31445" y="127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20"/>
            <p:cNvSpPr/>
            <p:nvPr/>
          </p:nvSpPr>
          <p:spPr>
            <a:xfrm>
              <a:off x="5637455" y="4106425"/>
              <a:ext cx="327272" cy="237815"/>
            </a:xfrm>
            <a:custGeom>
              <a:avLst/>
              <a:pathLst>
                <a:path w="327272" h="237815">
                  <a:moveTo>
                    <a:pt x="191505" y="3650"/>
                  </a:moveTo>
                  <a:lnTo>
                    <a:pt x="191084" y="13762"/>
                  </a:lnTo>
                  <a:lnTo>
                    <a:pt x="191040" y="14814"/>
                  </a:lnTo>
                  <a:lnTo>
                    <a:pt x="195699" y="15086"/>
                  </a:lnTo>
                  <a:lnTo>
                    <a:pt x="197007" y="15163"/>
                  </a:lnTo>
                  <a:lnTo>
                    <a:pt x="197411" y="15187"/>
                  </a:lnTo>
                  <a:lnTo>
                    <a:pt x="203983" y="15571"/>
                  </a:lnTo>
                  <a:lnTo>
                    <a:pt x="208671" y="15845"/>
                  </a:lnTo>
                  <a:lnTo>
                    <a:pt x="208810" y="14112"/>
                  </a:lnTo>
                  <a:lnTo>
                    <a:pt x="209543" y="4981"/>
                  </a:lnTo>
                  <a:lnTo>
                    <a:pt x="219035" y="5871"/>
                  </a:lnTo>
                  <a:lnTo>
                    <a:pt x="218713" y="8873"/>
                  </a:lnTo>
                  <a:lnTo>
                    <a:pt x="222096" y="8732"/>
                  </a:lnTo>
                  <a:lnTo>
                    <a:pt x="235192" y="8187"/>
                  </a:lnTo>
                  <a:lnTo>
                    <a:pt x="234826" y="11017"/>
                  </a:lnTo>
                  <a:lnTo>
                    <a:pt x="233976" y="17077"/>
                  </a:lnTo>
                  <a:lnTo>
                    <a:pt x="262547" y="47006"/>
                  </a:lnTo>
                  <a:lnTo>
                    <a:pt x="285213" y="75327"/>
                  </a:lnTo>
                  <a:lnTo>
                    <a:pt x="291231" y="79627"/>
                  </a:lnTo>
                  <a:lnTo>
                    <a:pt x="295840" y="81625"/>
                  </a:lnTo>
                  <a:lnTo>
                    <a:pt x="319447" y="105073"/>
                  </a:lnTo>
                  <a:lnTo>
                    <a:pt x="327272" y="143121"/>
                  </a:lnTo>
                  <a:lnTo>
                    <a:pt x="321604" y="148437"/>
                  </a:lnTo>
                  <a:lnTo>
                    <a:pt x="321909" y="162150"/>
                  </a:lnTo>
                  <a:lnTo>
                    <a:pt x="322626" y="168983"/>
                  </a:lnTo>
                  <a:lnTo>
                    <a:pt x="322763" y="170290"/>
                  </a:lnTo>
                  <a:lnTo>
                    <a:pt x="322384" y="176303"/>
                  </a:lnTo>
                  <a:lnTo>
                    <a:pt x="318922" y="178235"/>
                  </a:lnTo>
                  <a:lnTo>
                    <a:pt x="318233" y="178620"/>
                  </a:lnTo>
                  <a:lnTo>
                    <a:pt x="317547" y="179003"/>
                  </a:lnTo>
                  <a:lnTo>
                    <a:pt x="316228" y="179395"/>
                  </a:lnTo>
                  <a:lnTo>
                    <a:pt x="316057" y="179446"/>
                  </a:lnTo>
                  <a:lnTo>
                    <a:pt x="316526" y="180361"/>
                  </a:lnTo>
                  <a:lnTo>
                    <a:pt x="316778" y="180854"/>
                  </a:lnTo>
                  <a:lnTo>
                    <a:pt x="317545" y="185649"/>
                  </a:lnTo>
                  <a:lnTo>
                    <a:pt x="317649" y="186302"/>
                  </a:lnTo>
                  <a:lnTo>
                    <a:pt x="318400" y="191004"/>
                  </a:lnTo>
                  <a:lnTo>
                    <a:pt x="318675" y="194222"/>
                  </a:lnTo>
                  <a:lnTo>
                    <a:pt x="318813" y="195833"/>
                  </a:lnTo>
                  <a:lnTo>
                    <a:pt x="318848" y="196243"/>
                  </a:lnTo>
                  <a:lnTo>
                    <a:pt x="319212" y="198395"/>
                  </a:lnTo>
                  <a:lnTo>
                    <a:pt x="319719" y="201400"/>
                  </a:lnTo>
                  <a:lnTo>
                    <a:pt x="319938" y="202695"/>
                  </a:lnTo>
                  <a:lnTo>
                    <a:pt x="320504" y="206045"/>
                  </a:lnTo>
                  <a:lnTo>
                    <a:pt x="321760" y="205806"/>
                  </a:lnTo>
                  <a:lnTo>
                    <a:pt x="322292" y="211655"/>
                  </a:lnTo>
                  <a:lnTo>
                    <a:pt x="322290" y="214147"/>
                  </a:lnTo>
                  <a:lnTo>
                    <a:pt x="322199" y="214850"/>
                  </a:lnTo>
                  <a:lnTo>
                    <a:pt x="321282" y="215792"/>
                  </a:lnTo>
                  <a:lnTo>
                    <a:pt x="319884" y="217229"/>
                  </a:lnTo>
                  <a:lnTo>
                    <a:pt x="315138" y="219843"/>
                  </a:lnTo>
                  <a:lnTo>
                    <a:pt x="314986" y="220592"/>
                  </a:lnTo>
                  <a:lnTo>
                    <a:pt x="314590" y="222539"/>
                  </a:lnTo>
                  <a:lnTo>
                    <a:pt x="314493" y="223017"/>
                  </a:lnTo>
                  <a:lnTo>
                    <a:pt x="314239" y="224266"/>
                  </a:lnTo>
                  <a:lnTo>
                    <a:pt x="311975" y="235407"/>
                  </a:lnTo>
                  <a:lnTo>
                    <a:pt x="311452" y="237815"/>
                  </a:lnTo>
                  <a:lnTo>
                    <a:pt x="308044" y="236801"/>
                  </a:lnTo>
                  <a:lnTo>
                    <a:pt x="283981" y="230290"/>
                  </a:lnTo>
                  <a:lnTo>
                    <a:pt x="255333" y="222539"/>
                  </a:lnTo>
                  <a:lnTo>
                    <a:pt x="254845" y="222407"/>
                  </a:lnTo>
                  <a:lnTo>
                    <a:pt x="254026" y="222186"/>
                  </a:lnTo>
                  <a:lnTo>
                    <a:pt x="252140" y="221675"/>
                  </a:lnTo>
                  <a:lnTo>
                    <a:pt x="251903" y="221611"/>
                  </a:lnTo>
                  <a:lnTo>
                    <a:pt x="250931" y="221342"/>
                  </a:lnTo>
                  <a:lnTo>
                    <a:pt x="238943" y="218023"/>
                  </a:lnTo>
                  <a:lnTo>
                    <a:pt x="224422" y="214003"/>
                  </a:lnTo>
                  <a:lnTo>
                    <a:pt x="223897" y="213858"/>
                  </a:lnTo>
                  <a:lnTo>
                    <a:pt x="222986" y="213606"/>
                  </a:lnTo>
                  <a:lnTo>
                    <a:pt x="220295" y="212861"/>
                  </a:lnTo>
                  <a:lnTo>
                    <a:pt x="194531" y="206378"/>
                  </a:lnTo>
                  <a:lnTo>
                    <a:pt x="193261" y="206058"/>
                  </a:lnTo>
                  <a:lnTo>
                    <a:pt x="177331" y="201757"/>
                  </a:lnTo>
                  <a:lnTo>
                    <a:pt x="172451" y="200470"/>
                  </a:lnTo>
                  <a:lnTo>
                    <a:pt x="154491" y="195733"/>
                  </a:lnTo>
                  <a:lnTo>
                    <a:pt x="153201" y="195393"/>
                  </a:lnTo>
                  <a:lnTo>
                    <a:pt x="150940" y="194796"/>
                  </a:lnTo>
                  <a:lnTo>
                    <a:pt x="149377" y="194384"/>
                  </a:lnTo>
                  <a:lnTo>
                    <a:pt x="124317" y="187958"/>
                  </a:lnTo>
                  <a:lnTo>
                    <a:pt x="116650" y="185992"/>
                  </a:lnTo>
                  <a:lnTo>
                    <a:pt x="106880" y="183487"/>
                  </a:lnTo>
                  <a:lnTo>
                    <a:pt x="93387" y="180027"/>
                  </a:lnTo>
                  <a:lnTo>
                    <a:pt x="89146" y="178940"/>
                  </a:lnTo>
                  <a:lnTo>
                    <a:pt x="88168" y="178689"/>
                  </a:lnTo>
                  <a:lnTo>
                    <a:pt x="78100" y="176150"/>
                  </a:lnTo>
                  <a:lnTo>
                    <a:pt x="38380" y="166135"/>
                  </a:lnTo>
                  <a:lnTo>
                    <a:pt x="37182" y="165833"/>
                  </a:lnTo>
                  <a:lnTo>
                    <a:pt x="36417" y="165640"/>
                  </a:lnTo>
                  <a:lnTo>
                    <a:pt x="32688" y="164633"/>
                  </a:lnTo>
                  <a:lnTo>
                    <a:pt x="14065" y="159605"/>
                  </a:lnTo>
                  <a:lnTo>
                    <a:pt x="0" y="155807"/>
                  </a:lnTo>
                  <a:lnTo>
                    <a:pt x="8421" y="132576"/>
                  </a:lnTo>
                  <a:lnTo>
                    <a:pt x="9554" y="128859"/>
                  </a:lnTo>
                  <a:lnTo>
                    <a:pt x="12739" y="118405"/>
                  </a:lnTo>
                  <a:lnTo>
                    <a:pt x="15593" y="109038"/>
                  </a:lnTo>
                  <a:lnTo>
                    <a:pt x="15805" y="108381"/>
                  </a:lnTo>
                  <a:lnTo>
                    <a:pt x="16626" y="105836"/>
                  </a:lnTo>
                  <a:lnTo>
                    <a:pt x="20667" y="93312"/>
                  </a:lnTo>
                  <a:lnTo>
                    <a:pt x="21463" y="90844"/>
                  </a:lnTo>
                  <a:lnTo>
                    <a:pt x="24189" y="87359"/>
                  </a:lnTo>
                  <a:lnTo>
                    <a:pt x="24467" y="86451"/>
                  </a:lnTo>
                  <a:lnTo>
                    <a:pt x="25986" y="81481"/>
                  </a:lnTo>
                  <a:lnTo>
                    <a:pt x="29864" y="68792"/>
                  </a:lnTo>
                  <a:lnTo>
                    <a:pt x="31376" y="63843"/>
                  </a:lnTo>
                  <a:lnTo>
                    <a:pt x="31460" y="63568"/>
                  </a:lnTo>
                  <a:lnTo>
                    <a:pt x="32552" y="60239"/>
                  </a:lnTo>
                  <a:lnTo>
                    <a:pt x="33840" y="56306"/>
                  </a:lnTo>
                  <a:lnTo>
                    <a:pt x="34488" y="54330"/>
                  </a:lnTo>
                  <a:lnTo>
                    <a:pt x="38550" y="42067"/>
                  </a:lnTo>
                  <a:lnTo>
                    <a:pt x="39530" y="42303"/>
                  </a:lnTo>
                  <a:lnTo>
                    <a:pt x="47573" y="44248"/>
                  </a:lnTo>
                  <a:lnTo>
                    <a:pt x="68732" y="49362"/>
                  </a:lnTo>
                  <a:lnTo>
                    <a:pt x="70877" y="49881"/>
                  </a:lnTo>
                  <a:lnTo>
                    <a:pt x="77251" y="49803"/>
                  </a:lnTo>
                  <a:lnTo>
                    <a:pt x="82741" y="48133"/>
                  </a:lnTo>
                  <a:lnTo>
                    <a:pt x="86435" y="47010"/>
                  </a:lnTo>
                  <a:lnTo>
                    <a:pt x="91648" y="45424"/>
                  </a:lnTo>
                  <a:lnTo>
                    <a:pt x="92805" y="45072"/>
                  </a:lnTo>
                  <a:lnTo>
                    <a:pt x="94559" y="44539"/>
                  </a:lnTo>
                  <a:lnTo>
                    <a:pt x="93639" y="42669"/>
                  </a:lnTo>
                  <a:lnTo>
                    <a:pt x="94901" y="42177"/>
                  </a:lnTo>
                  <a:lnTo>
                    <a:pt x="100331" y="40062"/>
                  </a:lnTo>
                  <a:lnTo>
                    <a:pt x="101426" y="39635"/>
                  </a:lnTo>
                  <a:lnTo>
                    <a:pt x="125900" y="25222"/>
                  </a:lnTo>
                  <a:lnTo>
                    <a:pt x="130928" y="23418"/>
                  </a:lnTo>
                  <a:lnTo>
                    <a:pt x="142220" y="19367"/>
                  </a:lnTo>
                  <a:lnTo>
                    <a:pt x="148924" y="18387"/>
                  </a:lnTo>
                  <a:lnTo>
                    <a:pt x="152459" y="17870"/>
                  </a:lnTo>
                  <a:lnTo>
                    <a:pt x="153895" y="17661"/>
                  </a:lnTo>
                  <a:lnTo>
                    <a:pt x="164053" y="20341"/>
                  </a:lnTo>
                  <a:lnTo>
                    <a:pt x="165442" y="20708"/>
                  </a:lnTo>
                  <a:lnTo>
                    <a:pt x="166324" y="6003"/>
                  </a:lnTo>
                  <a:lnTo>
                    <a:pt x="173044" y="7040"/>
                  </a:lnTo>
                  <a:lnTo>
                    <a:pt x="174820" y="7313"/>
                  </a:lnTo>
                  <a:lnTo>
                    <a:pt x="174978" y="3650"/>
                  </a:lnTo>
                  <a:lnTo>
                    <a:pt x="175123" y="305"/>
                  </a:lnTo>
                  <a:lnTo>
                    <a:pt x="182723" y="229"/>
                  </a:lnTo>
                  <a:lnTo>
                    <a:pt x="183983" y="216"/>
                  </a:lnTo>
                  <a:lnTo>
                    <a:pt x="186778" y="137"/>
                  </a:lnTo>
                  <a:lnTo>
                    <a:pt x="1916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21"/>
            <p:cNvSpPr/>
            <p:nvPr/>
          </p:nvSpPr>
          <p:spPr>
            <a:xfrm>
              <a:off x="5903276" y="4233822"/>
              <a:ext cx="213977" cy="525404"/>
            </a:xfrm>
            <a:custGeom>
              <a:avLst/>
              <a:pathLst>
                <a:path w="213977" h="525404">
                  <a:moveTo>
                    <a:pt x="110573" y="27648"/>
                  </a:moveTo>
                  <a:lnTo>
                    <a:pt x="108575" y="30672"/>
                  </a:lnTo>
                  <a:lnTo>
                    <a:pt x="103570" y="29238"/>
                  </a:lnTo>
                  <a:lnTo>
                    <a:pt x="95318" y="28308"/>
                  </a:lnTo>
                  <a:lnTo>
                    <a:pt x="89514" y="30052"/>
                  </a:lnTo>
                  <a:lnTo>
                    <a:pt x="89073" y="30314"/>
                  </a:lnTo>
                  <a:lnTo>
                    <a:pt x="88433" y="30692"/>
                  </a:lnTo>
                  <a:lnTo>
                    <a:pt x="87846" y="31039"/>
                  </a:lnTo>
                  <a:lnTo>
                    <a:pt x="88049" y="32605"/>
                  </a:lnTo>
                  <a:lnTo>
                    <a:pt x="88746" y="35514"/>
                  </a:lnTo>
                  <a:lnTo>
                    <a:pt x="88921" y="36244"/>
                  </a:lnTo>
                  <a:lnTo>
                    <a:pt x="89316" y="37895"/>
                  </a:lnTo>
                  <a:lnTo>
                    <a:pt x="89435" y="38682"/>
                  </a:lnTo>
                  <a:lnTo>
                    <a:pt x="89544" y="39406"/>
                  </a:lnTo>
                  <a:lnTo>
                    <a:pt x="89704" y="40852"/>
                  </a:lnTo>
                  <a:lnTo>
                    <a:pt x="89850" y="42171"/>
                  </a:lnTo>
                  <a:lnTo>
                    <a:pt x="90588" y="48841"/>
                  </a:lnTo>
                  <a:lnTo>
                    <a:pt x="91075" y="48755"/>
                  </a:lnTo>
                  <a:lnTo>
                    <a:pt x="93693" y="49143"/>
                  </a:lnTo>
                  <a:lnTo>
                    <a:pt x="97553" y="50256"/>
                  </a:lnTo>
                  <a:lnTo>
                    <a:pt x="103150" y="52684"/>
                  </a:lnTo>
                  <a:lnTo>
                    <a:pt x="107721" y="54974"/>
                  </a:lnTo>
                  <a:lnTo>
                    <a:pt x="110123" y="56177"/>
                  </a:lnTo>
                  <a:lnTo>
                    <a:pt x="116097" y="58626"/>
                  </a:lnTo>
                  <a:lnTo>
                    <a:pt x="122675" y="59849"/>
                  </a:lnTo>
                  <a:lnTo>
                    <a:pt x="129645" y="61145"/>
                  </a:lnTo>
                  <a:lnTo>
                    <a:pt x="132475" y="61672"/>
                  </a:lnTo>
                  <a:lnTo>
                    <a:pt x="133142" y="61795"/>
                  </a:lnTo>
                  <a:lnTo>
                    <a:pt x="139158" y="63082"/>
                  </a:lnTo>
                  <a:lnTo>
                    <a:pt x="146950" y="64820"/>
                  </a:lnTo>
                  <a:lnTo>
                    <a:pt x="153728" y="66222"/>
                  </a:lnTo>
                  <a:lnTo>
                    <a:pt x="154006" y="66281"/>
                  </a:lnTo>
                  <a:lnTo>
                    <a:pt x="162090" y="67986"/>
                  </a:lnTo>
                  <a:lnTo>
                    <a:pt x="178011" y="72074"/>
                  </a:lnTo>
                  <a:lnTo>
                    <a:pt x="191708" y="75591"/>
                  </a:lnTo>
                  <a:lnTo>
                    <a:pt x="199486" y="77244"/>
                  </a:lnTo>
                  <a:lnTo>
                    <a:pt x="202479" y="77881"/>
                  </a:lnTo>
                  <a:lnTo>
                    <a:pt x="213977" y="80324"/>
                  </a:lnTo>
                  <a:lnTo>
                    <a:pt x="213818" y="81227"/>
                  </a:lnTo>
                  <a:lnTo>
                    <a:pt x="212537" y="88479"/>
                  </a:lnTo>
                  <a:lnTo>
                    <a:pt x="212418" y="89157"/>
                  </a:lnTo>
                  <a:lnTo>
                    <a:pt x="211953" y="91415"/>
                  </a:lnTo>
                  <a:lnTo>
                    <a:pt x="209620" y="102763"/>
                  </a:lnTo>
                  <a:lnTo>
                    <a:pt x="209415" y="103596"/>
                  </a:lnTo>
                  <a:lnTo>
                    <a:pt x="203960" y="125775"/>
                  </a:lnTo>
                  <a:lnTo>
                    <a:pt x="203891" y="126056"/>
                  </a:lnTo>
                  <a:lnTo>
                    <a:pt x="203797" y="126438"/>
                  </a:lnTo>
                  <a:lnTo>
                    <a:pt x="201109" y="136183"/>
                  </a:lnTo>
                  <a:lnTo>
                    <a:pt x="198002" y="147445"/>
                  </a:lnTo>
                  <a:lnTo>
                    <a:pt x="196382" y="149463"/>
                  </a:lnTo>
                  <a:lnTo>
                    <a:pt x="195070" y="151205"/>
                  </a:lnTo>
                  <a:lnTo>
                    <a:pt x="188669" y="171984"/>
                  </a:lnTo>
                  <a:lnTo>
                    <a:pt x="188523" y="172460"/>
                  </a:lnTo>
                  <a:lnTo>
                    <a:pt x="188478" y="172606"/>
                  </a:lnTo>
                  <a:lnTo>
                    <a:pt x="187880" y="174547"/>
                  </a:lnTo>
                  <a:lnTo>
                    <a:pt x="182149" y="194186"/>
                  </a:lnTo>
                  <a:lnTo>
                    <a:pt x="182057" y="194502"/>
                  </a:lnTo>
                  <a:lnTo>
                    <a:pt x="178528" y="206595"/>
                  </a:lnTo>
                  <a:lnTo>
                    <a:pt x="178037" y="208278"/>
                  </a:lnTo>
                  <a:lnTo>
                    <a:pt x="159388" y="268756"/>
                  </a:lnTo>
                  <a:lnTo>
                    <a:pt x="154323" y="281228"/>
                  </a:lnTo>
                  <a:lnTo>
                    <a:pt x="151247" y="284222"/>
                  </a:lnTo>
                  <a:lnTo>
                    <a:pt x="145194" y="275947"/>
                  </a:lnTo>
                  <a:lnTo>
                    <a:pt x="143299" y="277365"/>
                  </a:lnTo>
                  <a:lnTo>
                    <a:pt x="141558" y="278667"/>
                  </a:lnTo>
                  <a:lnTo>
                    <a:pt x="137261" y="281880"/>
                  </a:lnTo>
                  <a:lnTo>
                    <a:pt x="134055" y="283464"/>
                  </a:lnTo>
                  <a:lnTo>
                    <a:pt x="130715" y="283488"/>
                  </a:lnTo>
                  <a:lnTo>
                    <a:pt x="126012" y="282198"/>
                  </a:lnTo>
                  <a:lnTo>
                    <a:pt x="122034" y="281307"/>
                  </a:lnTo>
                  <a:lnTo>
                    <a:pt x="121712" y="281235"/>
                  </a:lnTo>
                  <a:lnTo>
                    <a:pt x="117840" y="281297"/>
                  </a:lnTo>
                  <a:lnTo>
                    <a:pt x="115246" y="282340"/>
                  </a:lnTo>
                  <a:lnTo>
                    <a:pt x="114866" y="282493"/>
                  </a:lnTo>
                  <a:lnTo>
                    <a:pt x="115514" y="282986"/>
                  </a:lnTo>
                  <a:lnTo>
                    <a:pt x="116521" y="283754"/>
                  </a:lnTo>
                  <a:lnTo>
                    <a:pt x="117437" y="286744"/>
                  </a:lnTo>
                  <a:lnTo>
                    <a:pt x="117508" y="287151"/>
                  </a:lnTo>
                  <a:lnTo>
                    <a:pt x="118511" y="292902"/>
                  </a:lnTo>
                  <a:lnTo>
                    <a:pt x="119539" y="296071"/>
                  </a:lnTo>
                  <a:lnTo>
                    <a:pt x="119961" y="297374"/>
                  </a:lnTo>
                  <a:lnTo>
                    <a:pt x="121228" y="301284"/>
                  </a:lnTo>
                  <a:lnTo>
                    <a:pt x="123699" y="302702"/>
                  </a:lnTo>
                  <a:lnTo>
                    <a:pt x="127129" y="305163"/>
                  </a:lnTo>
                  <a:lnTo>
                    <a:pt x="133868" y="308350"/>
                  </a:lnTo>
                  <a:lnTo>
                    <a:pt x="132364" y="311588"/>
                  </a:lnTo>
                  <a:lnTo>
                    <a:pt x="126835" y="320156"/>
                  </a:lnTo>
                  <a:lnTo>
                    <a:pt x="124207" y="325407"/>
                  </a:lnTo>
                  <a:lnTo>
                    <a:pt x="126061" y="328923"/>
                  </a:lnTo>
                  <a:lnTo>
                    <a:pt x="125934" y="330020"/>
                  </a:lnTo>
                  <a:lnTo>
                    <a:pt x="125093" y="337257"/>
                  </a:lnTo>
                  <a:lnTo>
                    <a:pt x="125249" y="342249"/>
                  </a:lnTo>
                  <a:lnTo>
                    <a:pt x="125539" y="351511"/>
                  </a:lnTo>
                  <a:lnTo>
                    <a:pt x="127511" y="362483"/>
                  </a:lnTo>
                  <a:lnTo>
                    <a:pt x="131234" y="374506"/>
                  </a:lnTo>
                  <a:lnTo>
                    <a:pt x="130344" y="393667"/>
                  </a:lnTo>
                  <a:lnTo>
                    <a:pt x="129420" y="409651"/>
                  </a:lnTo>
                  <a:lnTo>
                    <a:pt x="129113" y="414950"/>
                  </a:lnTo>
                  <a:lnTo>
                    <a:pt x="128773" y="420842"/>
                  </a:lnTo>
                  <a:lnTo>
                    <a:pt x="123372" y="424594"/>
                  </a:lnTo>
                  <a:lnTo>
                    <a:pt x="123217" y="427304"/>
                  </a:lnTo>
                  <a:lnTo>
                    <a:pt x="120250" y="432173"/>
                  </a:lnTo>
                  <a:lnTo>
                    <a:pt x="118702" y="434713"/>
                  </a:lnTo>
                  <a:lnTo>
                    <a:pt x="115326" y="440254"/>
                  </a:lnTo>
                  <a:lnTo>
                    <a:pt x="111270" y="448186"/>
                  </a:lnTo>
                  <a:lnTo>
                    <a:pt x="110331" y="450023"/>
                  </a:lnTo>
                  <a:lnTo>
                    <a:pt x="111887" y="454532"/>
                  </a:lnTo>
                  <a:lnTo>
                    <a:pt x="113120" y="464420"/>
                  </a:lnTo>
                  <a:lnTo>
                    <a:pt x="114778" y="472395"/>
                  </a:lnTo>
                  <a:lnTo>
                    <a:pt x="115397" y="475374"/>
                  </a:lnTo>
                  <a:lnTo>
                    <a:pt x="116715" y="480931"/>
                  </a:lnTo>
                  <a:lnTo>
                    <a:pt x="118432" y="488169"/>
                  </a:lnTo>
                  <a:lnTo>
                    <a:pt x="126114" y="506684"/>
                  </a:lnTo>
                  <a:lnTo>
                    <a:pt x="132184" y="517541"/>
                  </a:lnTo>
                  <a:lnTo>
                    <a:pt x="102118" y="525404"/>
                  </a:lnTo>
                  <a:lnTo>
                    <a:pt x="39285" y="428466"/>
                  </a:lnTo>
                  <a:lnTo>
                    <a:pt x="23399" y="391146"/>
                  </a:lnTo>
                  <a:lnTo>
                    <a:pt x="28128" y="388127"/>
                  </a:lnTo>
                  <a:lnTo>
                    <a:pt x="8224" y="346797"/>
                  </a:lnTo>
                  <a:lnTo>
                    <a:pt x="31698" y="332014"/>
                  </a:lnTo>
                  <a:lnTo>
                    <a:pt x="30275" y="328136"/>
                  </a:lnTo>
                  <a:lnTo>
                    <a:pt x="6815" y="321419"/>
                  </a:lnTo>
                  <a:lnTo>
                    <a:pt x="7756" y="311212"/>
                  </a:lnTo>
                  <a:lnTo>
                    <a:pt x="7840" y="305531"/>
                  </a:lnTo>
                  <a:lnTo>
                    <a:pt x="7815" y="304445"/>
                  </a:lnTo>
                  <a:lnTo>
                    <a:pt x="7697" y="299339"/>
                  </a:lnTo>
                  <a:lnTo>
                    <a:pt x="7609" y="295576"/>
                  </a:lnTo>
                  <a:lnTo>
                    <a:pt x="7582" y="294377"/>
                  </a:lnTo>
                  <a:lnTo>
                    <a:pt x="7691" y="293104"/>
                  </a:lnTo>
                  <a:lnTo>
                    <a:pt x="7788" y="291966"/>
                  </a:lnTo>
                  <a:lnTo>
                    <a:pt x="7831" y="290953"/>
                  </a:lnTo>
                  <a:lnTo>
                    <a:pt x="7847" y="290568"/>
                  </a:lnTo>
                  <a:lnTo>
                    <a:pt x="7993" y="287082"/>
                  </a:lnTo>
                  <a:lnTo>
                    <a:pt x="8309" y="279552"/>
                  </a:lnTo>
                  <a:lnTo>
                    <a:pt x="11804" y="279434"/>
                  </a:lnTo>
                  <a:lnTo>
                    <a:pt x="18372" y="279775"/>
                  </a:lnTo>
                  <a:lnTo>
                    <a:pt x="25392" y="281283"/>
                  </a:lnTo>
                  <a:lnTo>
                    <a:pt x="27179" y="281666"/>
                  </a:lnTo>
                  <a:lnTo>
                    <a:pt x="36166" y="284701"/>
                  </a:lnTo>
                  <a:lnTo>
                    <a:pt x="39030" y="274859"/>
                  </a:lnTo>
                  <a:lnTo>
                    <a:pt x="28702" y="271852"/>
                  </a:lnTo>
                  <a:lnTo>
                    <a:pt x="26035" y="271076"/>
                  </a:lnTo>
                  <a:lnTo>
                    <a:pt x="25708" y="270978"/>
                  </a:lnTo>
                  <a:lnTo>
                    <a:pt x="23169" y="270217"/>
                  </a:lnTo>
                  <a:lnTo>
                    <a:pt x="0" y="263852"/>
                  </a:lnTo>
                  <a:lnTo>
                    <a:pt x="4110" y="244110"/>
                  </a:lnTo>
                  <a:lnTo>
                    <a:pt x="4554" y="242134"/>
                  </a:lnTo>
                  <a:lnTo>
                    <a:pt x="4770" y="241170"/>
                  </a:lnTo>
                  <a:lnTo>
                    <a:pt x="4997" y="240159"/>
                  </a:lnTo>
                  <a:lnTo>
                    <a:pt x="11611" y="220747"/>
                  </a:lnTo>
                  <a:lnTo>
                    <a:pt x="11878" y="219963"/>
                  </a:lnTo>
                  <a:lnTo>
                    <a:pt x="19187" y="198509"/>
                  </a:lnTo>
                  <a:lnTo>
                    <a:pt x="19445" y="197752"/>
                  </a:lnTo>
                  <a:lnTo>
                    <a:pt x="23534" y="185750"/>
                  </a:lnTo>
                  <a:lnTo>
                    <a:pt x="26036" y="178405"/>
                  </a:lnTo>
                  <a:lnTo>
                    <a:pt x="26386" y="176139"/>
                  </a:lnTo>
                  <a:lnTo>
                    <a:pt x="26576" y="174914"/>
                  </a:lnTo>
                  <a:lnTo>
                    <a:pt x="34265" y="154655"/>
                  </a:lnTo>
                  <a:lnTo>
                    <a:pt x="34334" y="154474"/>
                  </a:lnTo>
                  <a:lnTo>
                    <a:pt x="34667" y="153594"/>
                  </a:lnTo>
                  <a:lnTo>
                    <a:pt x="36356" y="147414"/>
                  </a:lnTo>
                  <a:lnTo>
                    <a:pt x="39996" y="134094"/>
                  </a:lnTo>
                  <a:lnTo>
                    <a:pt x="46403" y="110647"/>
                  </a:lnTo>
                  <a:lnTo>
                    <a:pt x="45630" y="110417"/>
                  </a:lnTo>
                  <a:lnTo>
                    <a:pt x="46153" y="108010"/>
                  </a:lnTo>
                  <a:lnTo>
                    <a:pt x="48417" y="96869"/>
                  </a:lnTo>
                  <a:lnTo>
                    <a:pt x="48671" y="95619"/>
                  </a:lnTo>
                  <a:lnTo>
                    <a:pt x="48768" y="95142"/>
                  </a:lnTo>
                  <a:lnTo>
                    <a:pt x="49164" y="93194"/>
                  </a:lnTo>
                  <a:lnTo>
                    <a:pt x="49316" y="92445"/>
                  </a:lnTo>
                  <a:lnTo>
                    <a:pt x="54062" y="89831"/>
                  </a:lnTo>
                  <a:lnTo>
                    <a:pt x="55460" y="88394"/>
                  </a:lnTo>
                  <a:lnTo>
                    <a:pt x="56468" y="87359"/>
                  </a:lnTo>
                  <a:lnTo>
                    <a:pt x="56469" y="86749"/>
                  </a:lnTo>
                  <a:lnTo>
                    <a:pt x="56471" y="84258"/>
                  </a:lnTo>
                  <a:lnTo>
                    <a:pt x="55939" y="78409"/>
                  </a:lnTo>
                  <a:lnTo>
                    <a:pt x="54683" y="78647"/>
                  </a:lnTo>
                  <a:lnTo>
                    <a:pt x="54116" y="75298"/>
                  </a:lnTo>
                  <a:lnTo>
                    <a:pt x="53898" y="74002"/>
                  </a:lnTo>
                  <a:lnTo>
                    <a:pt x="53390" y="70998"/>
                  </a:lnTo>
                  <a:lnTo>
                    <a:pt x="53026" y="68846"/>
                  </a:lnTo>
                  <a:lnTo>
                    <a:pt x="52991" y="68435"/>
                  </a:lnTo>
                  <a:lnTo>
                    <a:pt x="52854" y="66825"/>
                  </a:lnTo>
                  <a:lnTo>
                    <a:pt x="52579" y="63606"/>
                  </a:lnTo>
                  <a:lnTo>
                    <a:pt x="51827" y="58905"/>
                  </a:lnTo>
                  <a:lnTo>
                    <a:pt x="51723" y="58252"/>
                  </a:lnTo>
                  <a:lnTo>
                    <a:pt x="50957" y="53457"/>
                  </a:lnTo>
                  <a:lnTo>
                    <a:pt x="50704" y="52964"/>
                  </a:lnTo>
                  <a:lnTo>
                    <a:pt x="50235" y="52048"/>
                  </a:lnTo>
                  <a:lnTo>
                    <a:pt x="50407" y="51997"/>
                  </a:lnTo>
                  <a:lnTo>
                    <a:pt x="51725" y="51605"/>
                  </a:lnTo>
                  <a:lnTo>
                    <a:pt x="52411" y="51223"/>
                  </a:lnTo>
                  <a:lnTo>
                    <a:pt x="53100" y="50838"/>
                  </a:lnTo>
                  <a:lnTo>
                    <a:pt x="56562" y="48906"/>
                  </a:lnTo>
                  <a:lnTo>
                    <a:pt x="56941" y="42893"/>
                  </a:lnTo>
                  <a:lnTo>
                    <a:pt x="56804" y="41585"/>
                  </a:lnTo>
                  <a:lnTo>
                    <a:pt x="56088" y="34753"/>
                  </a:lnTo>
                  <a:lnTo>
                    <a:pt x="70069" y="28039"/>
                  </a:lnTo>
                  <a:lnTo>
                    <a:pt x="71026" y="27579"/>
                  </a:lnTo>
                  <a:lnTo>
                    <a:pt x="83623" y="21408"/>
                  </a:lnTo>
                  <a:lnTo>
                    <a:pt x="86769" y="19867"/>
                  </a:lnTo>
                  <a:lnTo>
                    <a:pt x="87140" y="19739"/>
                  </a:lnTo>
                  <a:lnTo>
                    <a:pt x="87054" y="17054"/>
                  </a:lnTo>
                  <a:lnTo>
                    <a:pt x="87784" y="9861"/>
                  </a:lnTo>
                  <a:lnTo>
                    <a:pt x="92462" y="3870"/>
                  </a:lnTo>
                  <a:lnTo>
                    <a:pt x="92736" y="3761"/>
                  </a:lnTo>
                  <a:lnTo>
                    <a:pt x="99015" y="1288"/>
                  </a:lnTo>
                  <a:lnTo>
                    <a:pt x="102716" y="0"/>
                  </a:lnTo>
                  <a:lnTo>
                    <a:pt x="116259" y="3910"/>
                  </a:lnTo>
                  <a:lnTo>
                    <a:pt x="115449" y="7964"/>
                  </a:lnTo>
                  <a:lnTo>
                    <a:pt x="112327" y="20219"/>
                  </a:lnTo>
                  <a:lnTo>
                    <a:pt x="112098" y="21119"/>
                  </a:lnTo>
                  <a:lnTo>
                    <a:pt x="114253" y="2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22"/>
            <p:cNvSpPr/>
            <p:nvPr/>
          </p:nvSpPr>
          <p:spPr>
            <a:xfrm>
              <a:off x="4240988" y="4035527"/>
              <a:ext cx="416433" cy="438865"/>
            </a:xfrm>
            <a:custGeom>
              <a:avLst/>
              <a:pathLst>
                <a:path w="416433" h="438865">
                  <a:moveTo>
                    <a:pt x="210699" y="25320"/>
                  </a:moveTo>
                  <a:lnTo>
                    <a:pt x="221247" y="31112"/>
                  </a:lnTo>
                  <a:lnTo>
                    <a:pt x="230518" y="36203"/>
                  </a:lnTo>
                  <a:lnTo>
                    <a:pt x="230894" y="36420"/>
                  </a:lnTo>
                  <a:lnTo>
                    <a:pt x="233798" y="38091"/>
                  </a:lnTo>
                  <a:lnTo>
                    <a:pt x="235383" y="39003"/>
                  </a:lnTo>
                  <a:lnTo>
                    <a:pt x="254807" y="50527"/>
                  </a:lnTo>
                  <a:lnTo>
                    <a:pt x="264876" y="56501"/>
                  </a:lnTo>
                  <a:lnTo>
                    <a:pt x="269036" y="58895"/>
                  </a:lnTo>
                  <a:lnTo>
                    <a:pt x="292493" y="72211"/>
                  </a:lnTo>
                  <a:lnTo>
                    <a:pt x="298019" y="75348"/>
                  </a:lnTo>
                  <a:lnTo>
                    <a:pt x="302501" y="77895"/>
                  </a:lnTo>
                  <a:lnTo>
                    <a:pt x="328628" y="92740"/>
                  </a:lnTo>
                  <a:lnTo>
                    <a:pt x="340444" y="99453"/>
                  </a:lnTo>
                  <a:lnTo>
                    <a:pt x="344791" y="102030"/>
                  </a:lnTo>
                  <a:lnTo>
                    <a:pt x="364774" y="113875"/>
                  </a:lnTo>
                  <a:lnTo>
                    <a:pt x="381392" y="123724"/>
                  </a:lnTo>
                  <a:lnTo>
                    <a:pt x="382560" y="124417"/>
                  </a:lnTo>
                  <a:lnTo>
                    <a:pt x="385255" y="125932"/>
                  </a:lnTo>
                  <a:lnTo>
                    <a:pt x="411435" y="140658"/>
                  </a:lnTo>
                  <a:lnTo>
                    <a:pt x="416433" y="143469"/>
                  </a:lnTo>
                  <a:lnTo>
                    <a:pt x="412994" y="149298"/>
                  </a:lnTo>
                  <a:lnTo>
                    <a:pt x="411627" y="151690"/>
                  </a:lnTo>
                  <a:lnTo>
                    <a:pt x="404863" y="163524"/>
                  </a:lnTo>
                  <a:lnTo>
                    <a:pt x="399565" y="174083"/>
                  </a:lnTo>
                  <a:lnTo>
                    <a:pt x="394498" y="184183"/>
                  </a:lnTo>
                  <a:lnTo>
                    <a:pt x="393113" y="187161"/>
                  </a:lnTo>
                  <a:lnTo>
                    <a:pt x="389111" y="196275"/>
                  </a:lnTo>
                  <a:lnTo>
                    <a:pt x="388098" y="198594"/>
                  </a:lnTo>
                  <a:lnTo>
                    <a:pt x="386509" y="202232"/>
                  </a:lnTo>
                  <a:lnTo>
                    <a:pt x="386025" y="203611"/>
                  </a:lnTo>
                  <a:lnTo>
                    <a:pt x="383434" y="210997"/>
                  </a:lnTo>
                  <a:lnTo>
                    <a:pt x="370794" y="247018"/>
                  </a:lnTo>
                  <a:lnTo>
                    <a:pt x="370685" y="247330"/>
                  </a:lnTo>
                  <a:lnTo>
                    <a:pt x="369726" y="250061"/>
                  </a:lnTo>
                  <a:lnTo>
                    <a:pt x="369664" y="250281"/>
                  </a:lnTo>
                  <a:lnTo>
                    <a:pt x="369148" y="252108"/>
                  </a:lnTo>
                  <a:lnTo>
                    <a:pt x="369082" y="252344"/>
                  </a:lnTo>
                  <a:lnTo>
                    <a:pt x="369036" y="252507"/>
                  </a:lnTo>
                  <a:lnTo>
                    <a:pt x="368522" y="254323"/>
                  </a:lnTo>
                  <a:lnTo>
                    <a:pt x="368372" y="254856"/>
                  </a:lnTo>
                  <a:lnTo>
                    <a:pt x="368240" y="255323"/>
                  </a:lnTo>
                  <a:lnTo>
                    <a:pt x="367293" y="258676"/>
                  </a:lnTo>
                  <a:lnTo>
                    <a:pt x="366488" y="261524"/>
                  </a:lnTo>
                  <a:lnTo>
                    <a:pt x="366358" y="261983"/>
                  </a:lnTo>
                  <a:lnTo>
                    <a:pt x="365727" y="264219"/>
                  </a:lnTo>
                  <a:lnTo>
                    <a:pt x="364757" y="267652"/>
                  </a:lnTo>
                  <a:lnTo>
                    <a:pt x="363801" y="271033"/>
                  </a:lnTo>
                  <a:lnTo>
                    <a:pt x="363239" y="273301"/>
                  </a:lnTo>
                  <a:lnTo>
                    <a:pt x="360895" y="282759"/>
                  </a:lnTo>
                  <a:lnTo>
                    <a:pt x="358346" y="293043"/>
                  </a:lnTo>
                  <a:lnTo>
                    <a:pt x="358004" y="294104"/>
                  </a:lnTo>
                  <a:lnTo>
                    <a:pt x="355761" y="301069"/>
                  </a:lnTo>
                  <a:lnTo>
                    <a:pt x="352442" y="317427"/>
                  </a:lnTo>
                  <a:lnTo>
                    <a:pt x="350189" y="337057"/>
                  </a:lnTo>
                  <a:lnTo>
                    <a:pt x="348657" y="354236"/>
                  </a:lnTo>
                  <a:lnTo>
                    <a:pt x="348634" y="354492"/>
                  </a:lnTo>
                  <a:lnTo>
                    <a:pt x="348134" y="362449"/>
                  </a:lnTo>
                  <a:lnTo>
                    <a:pt x="348063" y="363572"/>
                  </a:lnTo>
                  <a:lnTo>
                    <a:pt x="347671" y="373452"/>
                  </a:lnTo>
                  <a:lnTo>
                    <a:pt x="347894" y="379450"/>
                  </a:lnTo>
                  <a:lnTo>
                    <a:pt x="347753" y="387906"/>
                  </a:lnTo>
                  <a:lnTo>
                    <a:pt x="347747" y="388225"/>
                  </a:lnTo>
                  <a:lnTo>
                    <a:pt x="348121" y="395592"/>
                  </a:lnTo>
                  <a:lnTo>
                    <a:pt x="349744" y="427570"/>
                  </a:lnTo>
                  <a:lnTo>
                    <a:pt x="351472" y="438300"/>
                  </a:lnTo>
                  <a:lnTo>
                    <a:pt x="351563" y="438865"/>
                  </a:lnTo>
                  <a:lnTo>
                    <a:pt x="327117" y="432919"/>
                  </a:lnTo>
                  <a:lnTo>
                    <a:pt x="319731" y="431122"/>
                  </a:lnTo>
                  <a:lnTo>
                    <a:pt x="290897" y="424109"/>
                  </a:lnTo>
                  <a:lnTo>
                    <a:pt x="271351" y="419355"/>
                  </a:lnTo>
                  <a:lnTo>
                    <a:pt x="246642" y="413346"/>
                  </a:lnTo>
                  <a:lnTo>
                    <a:pt x="243504" y="412583"/>
                  </a:lnTo>
                  <a:lnTo>
                    <a:pt x="227337" y="408651"/>
                  </a:lnTo>
                  <a:lnTo>
                    <a:pt x="220013" y="406870"/>
                  </a:lnTo>
                  <a:lnTo>
                    <a:pt x="219393" y="406759"/>
                  </a:lnTo>
                  <a:lnTo>
                    <a:pt x="195350" y="402430"/>
                  </a:lnTo>
                  <a:lnTo>
                    <a:pt x="193448" y="402195"/>
                  </a:lnTo>
                  <a:lnTo>
                    <a:pt x="181565" y="400726"/>
                  </a:lnTo>
                  <a:lnTo>
                    <a:pt x="169551" y="399545"/>
                  </a:lnTo>
                  <a:lnTo>
                    <a:pt x="168236" y="399416"/>
                  </a:lnTo>
                  <a:lnTo>
                    <a:pt x="165911" y="399188"/>
                  </a:lnTo>
                  <a:lnTo>
                    <a:pt x="165102" y="399139"/>
                  </a:lnTo>
                  <a:lnTo>
                    <a:pt x="144324" y="397905"/>
                  </a:lnTo>
                  <a:lnTo>
                    <a:pt x="142746" y="397811"/>
                  </a:lnTo>
                  <a:lnTo>
                    <a:pt x="124666" y="397870"/>
                  </a:lnTo>
                  <a:lnTo>
                    <a:pt x="122666" y="397876"/>
                  </a:lnTo>
                  <a:lnTo>
                    <a:pt x="111975" y="398435"/>
                  </a:lnTo>
                  <a:lnTo>
                    <a:pt x="96869" y="399225"/>
                  </a:lnTo>
                  <a:lnTo>
                    <a:pt x="86470" y="400328"/>
                  </a:lnTo>
                  <a:lnTo>
                    <a:pt x="78951" y="401125"/>
                  </a:lnTo>
                  <a:lnTo>
                    <a:pt x="69264" y="402924"/>
                  </a:lnTo>
                  <a:lnTo>
                    <a:pt x="68792" y="403012"/>
                  </a:lnTo>
                  <a:lnTo>
                    <a:pt x="67483" y="397681"/>
                  </a:lnTo>
                  <a:lnTo>
                    <a:pt x="66729" y="394613"/>
                  </a:lnTo>
                  <a:lnTo>
                    <a:pt x="65935" y="391380"/>
                  </a:lnTo>
                  <a:lnTo>
                    <a:pt x="65664" y="390275"/>
                  </a:lnTo>
                  <a:lnTo>
                    <a:pt x="65428" y="389316"/>
                  </a:lnTo>
                  <a:lnTo>
                    <a:pt x="64147" y="384101"/>
                  </a:lnTo>
                  <a:lnTo>
                    <a:pt x="62711" y="378255"/>
                  </a:lnTo>
                  <a:lnTo>
                    <a:pt x="61426" y="373022"/>
                  </a:lnTo>
                  <a:lnTo>
                    <a:pt x="61329" y="372629"/>
                  </a:lnTo>
                  <a:lnTo>
                    <a:pt x="61099" y="371462"/>
                  </a:lnTo>
                  <a:lnTo>
                    <a:pt x="60678" y="369328"/>
                  </a:lnTo>
                  <a:lnTo>
                    <a:pt x="58156" y="356541"/>
                  </a:lnTo>
                  <a:lnTo>
                    <a:pt x="57576" y="353605"/>
                  </a:lnTo>
                  <a:lnTo>
                    <a:pt x="57010" y="350734"/>
                  </a:lnTo>
                  <a:lnTo>
                    <a:pt x="55887" y="345041"/>
                  </a:lnTo>
                  <a:lnTo>
                    <a:pt x="53866" y="334796"/>
                  </a:lnTo>
                  <a:lnTo>
                    <a:pt x="53733" y="334121"/>
                  </a:lnTo>
                  <a:lnTo>
                    <a:pt x="53221" y="330717"/>
                  </a:lnTo>
                  <a:lnTo>
                    <a:pt x="52126" y="323446"/>
                  </a:lnTo>
                  <a:lnTo>
                    <a:pt x="51302" y="317973"/>
                  </a:lnTo>
                  <a:lnTo>
                    <a:pt x="51302" y="314722"/>
                  </a:lnTo>
                  <a:lnTo>
                    <a:pt x="51302" y="305465"/>
                  </a:lnTo>
                  <a:lnTo>
                    <a:pt x="51302" y="304619"/>
                  </a:lnTo>
                  <a:lnTo>
                    <a:pt x="51581" y="297419"/>
                  </a:lnTo>
                  <a:lnTo>
                    <a:pt x="51795" y="291864"/>
                  </a:lnTo>
                  <a:lnTo>
                    <a:pt x="52079" y="284514"/>
                  </a:lnTo>
                  <a:lnTo>
                    <a:pt x="52099" y="283994"/>
                  </a:lnTo>
                  <a:lnTo>
                    <a:pt x="52214" y="281018"/>
                  </a:lnTo>
                  <a:lnTo>
                    <a:pt x="51355" y="273188"/>
                  </a:lnTo>
                  <a:lnTo>
                    <a:pt x="51039" y="270301"/>
                  </a:lnTo>
                  <a:lnTo>
                    <a:pt x="50574" y="266059"/>
                  </a:lnTo>
                  <a:lnTo>
                    <a:pt x="50230" y="262923"/>
                  </a:lnTo>
                  <a:lnTo>
                    <a:pt x="44658" y="263983"/>
                  </a:lnTo>
                  <a:lnTo>
                    <a:pt x="41122" y="243810"/>
                  </a:lnTo>
                  <a:lnTo>
                    <a:pt x="37716" y="225233"/>
                  </a:lnTo>
                  <a:lnTo>
                    <a:pt x="36143" y="216656"/>
                  </a:lnTo>
                  <a:lnTo>
                    <a:pt x="35550" y="213421"/>
                  </a:lnTo>
                  <a:lnTo>
                    <a:pt x="29346" y="179714"/>
                  </a:lnTo>
                  <a:lnTo>
                    <a:pt x="24871" y="158037"/>
                  </a:lnTo>
                  <a:lnTo>
                    <a:pt x="21649" y="142430"/>
                  </a:lnTo>
                  <a:lnTo>
                    <a:pt x="11441" y="85781"/>
                  </a:lnTo>
                  <a:lnTo>
                    <a:pt x="1522" y="34123"/>
                  </a:lnTo>
                  <a:lnTo>
                    <a:pt x="90" y="25983"/>
                  </a:lnTo>
                  <a:lnTo>
                    <a:pt x="0" y="25465"/>
                  </a:lnTo>
                  <a:lnTo>
                    <a:pt x="7406" y="23926"/>
                  </a:lnTo>
                  <a:lnTo>
                    <a:pt x="7876" y="23828"/>
                  </a:lnTo>
                  <a:lnTo>
                    <a:pt x="9369" y="23528"/>
                  </a:lnTo>
                  <a:lnTo>
                    <a:pt x="12132" y="22974"/>
                  </a:lnTo>
                  <a:lnTo>
                    <a:pt x="32643" y="18857"/>
                  </a:lnTo>
                  <a:lnTo>
                    <a:pt x="35230" y="18337"/>
                  </a:lnTo>
                  <a:lnTo>
                    <a:pt x="49252" y="15523"/>
                  </a:lnTo>
                  <a:lnTo>
                    <a:pt x="57728" y="13693"/>
                  </a:lnTo>
                  <a:lnTo>
                    <a:pt x="65952" y="11996"/>
                  </a:lnTo>
                  <a:lnTo>
                    <a:pt x="72434" y="10657"/>
                  </a:lnTo>
                  <a:lnTo>
                    <a:pt x="74108" y="10312"/>
                  </a:lnTo>
                  <a:lnTo>
                    <a:pt x="74849" y="10159"/>
                  </a:lnTo>
                  <a:lnTo>
                    <a:pt x="75364" y="10052"/>
                  </a:lnTo>
                  <a:lnTo>
                    <a:pt x="75679" y="9987"/>
                  </a:lnTo>
                  <a:lnTo>
                    <a:pt x="85497" y="7861"/>
                  </a:lnTo>
                  <a:lnTo>
                    <a:pt x="87053" y="7524"/>
                  </a:lnTo>
                  <a:lnTo>
                    <a:pt x="93045" y="6412"/>
                  </a:lnTo>
                  <a:lnTo>
                    <a:pt x="114972" y="2345"/>
                  </a:lnTo>
                  <a:lnTo>
                    <a:pt x="119494" y="1655"/>
                  </a:lnTo>
                  <a:lnTo>
                    <a:pt x="121381" y="1367"/>
                  </a:lnTo>
                  <a:lnTo>
                    <a:pt x="133259" y="261"/>
                  </a:lnTo>
                  <a:lnTo>
                    <a:pt x="136229" y="168"/>
                  </a:lnTo>
                  <a:lnTo>
                    <a:pt x="141580" y="0"/>
                  </a:lnTo>
                  <a:lnTo>
                    <a:pt x="147112" y="213"/>
                  </a:lnTo>
                  <a:lnTo>
                    <a:pt x="149198" y="293"/>
                  </a:lnTo>
                  <a:lnTo>
                    <a:pt x="156386" y="1175"/>
                  </a:lnTo>
                  <a:lnTo>
                    <a:pt x="164009" y="3424"/>
                  </a:lnTo>
                  <a:lnTo>
                    <a:pt x="166703" y="4347"/>
                  </a:lnTo>
                  <a:lnTo>
                    <a:pt x="167151" y="4501"/>
                  </a:lnTo>
                  <a:lnTo>
                    <a:pt x="175009" y="7193"/>
                  </a:lnTo>
                  <a:lnTo>
                    <a:pt x="177334" y="8070"/>
                  </a:lnTo>
                  <a:lnTo>
                    <a:pt x="177461" y="8118"/>
                  </a:lnTo>
                  <a:lnTo>
                    <a:pt x="183181" y="10277"/>
                  </a:lnTo>
                  <a:lnTo>
                    <a:pt x="193896" y="15404"/>
                  </a:lnTo>
                  <a:lnTo>
                    <a:pt x="206183" y="22717"/>
                  </a:lnTo>
                  <a:lnTo>
                    <a:pt x="206395" y="2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23"/>
            <p:cNvSpPr/>
            <p:nvPr/>
          </p:nvSpPr>
          <p:spPr>
            <a:xfrm>
              <a:off x="4452938" y="4285589"/>
              <a:ext cx="510433" cy="387431"/>
            </a:xfrm>
            <a:custGeom>
              <a:avLst/>
              <a:pathLst>
                <a:path w="510433" h="387431">
                  <a:moveTo>
                    <a:pt x="317178" y="132116"/>
                  </a:moveTo>
                  <a:lnTo>
                    <a:pt x="317651" y="131613"/>
                  </a:lnTo>
                  <a:lnTo>
                    <a:pt x="317969" y="131274"/>
                  </a:lnTo>
                  <a:lnTo>
                    <a:pt x="318379" y="130839"/>
                  </a:lnTo>
                  <a:lnTo>
                    <a:pt x="318570" y="130635"/>
                  </a:lnTo>
                  <a:lnTo>
                    <a:pt x="319032" y="130143"/>
                  </a:lnTo>
                  <a:lnTo>
                    <a:pt x="319619" y="129518"/>
                  </a:lnTo>
                  <a:lnTo>
                    <a:pt x="320093" y="129015"/>
                  </a:lnTo>
                  <a:lnTo>
                    <a:pt x="320254" y="128843"/>
                  </a:lnTo>
                  <a:lnTo>
                    <a:pt x="320594" y="128482"/>
                  </a:lnTo>
                  <a:lnTo>
                    <a:pt x="321087" y="127957"/>
                  </a:lnTo>
                  <a:lnTo>
                    <a:pt x="321989" y="126998"/>
                  </a:lnTo>
                  <a:lnTo>
                    <a:pt x="322590" y="126357"/>
                  </a:lnTo>
                  <a:lnTo>
                    <a:pt x="323382" y="125515"/>
                  </a:lnTo>
                  <a:lnTo>
                    <a:pt x="324261" y="124580"/>
                  </a:lnTo>
                  <a:lnTo>
                    <a:pt x="324866" y="123936"/>
                  </a:lnTo>
                  <a:lnTo>
                    <a:pt x="325181" y="123601"/>
                  </a:lnTo>
                  <a:lnTo>
                    <a:pt x="325802" y="122940"/>
                  </a:lnTo>
                  <a:lnTo>
                    <a:pt x="326553" y="122141"/>
                  </a:lnTo>
                  <a:lnTo>
                    <a:pt x="327321" y="121324"/>
                  </a:lnTo>
                  <a:lnTo>
                    <a:pt x="327720" y="120899"/>
                  </a:lnTo>
                  <a:lnTo>
                    <a:pt x="327921" y="120685"/>
                  </a:lnTo>
                  <a:lnTo>
                    <a:pt x="328819" y="119730"/>
                  </a:lnTo>
                  <a:lnTo>
                    <a:pt x="329318" y="119199"/>
                  </a:lnTo>
                  <a:lnTo>
                    <a:pt x="329569" y="118932"/>
                  </a:lnTo>
                  <a:lnTo>
                    <a:pt x="330311" y="118142"/>
                  </a:lnTo>
                  <a:lnTo>
                    <a:pt x="330902" y="117513"/>
                  </a:lnTo>
                  <a:lnTo>
                    <a:pt x="331820" y="116537"/>
                  </a:lnTo>
                  <a:lnTo>
                    <a:pt x="332188" y="116145"/>
                  </a:lnTo>
                  <a:lnTo>
                    <a:pt x="332491" y="115823"/>
                  </a:lnTo>
                  <a:lnTo>
                    <a:pt x="332885" y="115404"/>
                  </a:lnTo>
                  <a:lnTo>
                    <a:pt x="333691" y="114546"/>
                  </a:lnTo>
                  <a:lnTo>
                    <a:pt x="334752" y="113417"/>
                  </a:lnTo>
                  <a:lnTo>
                    <a:pt x="337200" y="110813"/>
                  </a:lnTo>
                  <a:lnTo>
                    <a:pt x="337440" y="110557"/>
                  </a:lnTo>
                  <a:lnTo>
                    <a:pt x="337576" y="110412"/>
                  </a:lnTo>
                  <a:lnTo>
                    <a:pt x="339434" y="108436"/>
                  </a:lnTo>
                  <a:lnTo>
                    <a:pt x="341436" y="106305"/>
                  </a:lnTo>
                  <a:lnTo>
                    <a:pt x="341685" y="106040"/>
                  </a:lnTo>
                  <a:lnTo>
                    <a:pt x="341901" y="105811"/>
                  </a:lnTo>
                  <a:lnTo>
                    <a:pt x="343497" y="104112"/>
                  </a:lnTo>
                  <a:lnTo>
                    <a:pt x="344847" y="102676"/>
                  </a:lnTo>
                  <a:lnTo>
                    <a:pt x="345497" y="101984"/>
                  </a:lnTo>
                  <a:lnTo>
                    <a:pt x="348013" y="99307"/>
                  </a:lnTo>
                  <a:lnTo>
                    <a:pt x="349078" y="98173"/>
                  </a:lnTo>
                  <a:lnTo>
                    <a:pt x="349235" y="98006"/>
                  </a:lnTo>
                  <a:lnTo>
                    <a:pt x="349918" y="97280"/>
                  </a:lnTo>
                  <a:lnTo>
                    <a:pt x="351826" y="95250"/>
                  </a:lnTo>
                  <a:lnTo>
                    <a:pt x="352975" y="94028"/>
                  </a:lnTo>
                  <a:lnTo>
                    <a:pt x="353143" y="93849"/>
                  </a:lnTo>
                  <a:lnTo>
                    <a:pt x="353671" y="93287"/>
                  </a:lnTo>
                  <a:lnTo>
                    <a:pt x="355611" y="91223"/>
                  </a:lnTo>
                  <a:lnTo>
                    <a:pt x="356991" y="89755"/>
                  </a:lnTo>
                  <a:lnTo>
                    <a:pt x="357988" y="88694"/>
                  </a:lnTo>
                  <a:lnTo>
                    <a:pt x="358657" y="87982"/>
                  </a:lnTo>
                  <a:lnTo>
                    <a:pt x="359467" y="87120"/>
                  </a:lnTo>
                  <a:lnTo>
                    <a:pt x="361262" y="85210"/>
                  </a:lnTo>
                  <a:lnTo>
                    <a:pt x="363425" y="82908"/>
                  </a:lnTo>
                  <a:lnTo>
                    <a:pt x="363904" y="82398"/>
                  </a:lnTo>
                  <a:lnTo>
                    <a:pt x="365984" y="80185"/>
                  </a:lnTo>
                  <a:lnTo>
                    <a:pt x="366998" y="79107"/>
                  </a:lnTo>
                  <a:lnTo>
                    <a:pt x="368317" y="77703"/>
                  </a:lnTo>
                  <a:lnTo>
                    <a:pt x="368824" y="77164"/>
                  </a:lnTo>
                  <a:lnTo>
                    <a:pt x="370860" y="74997"/>
                  </a:lnTo>
                  <a:lnTo>
                    <a:pt x="372038" y="73744"/>
                  </a:lnTo>
                  <a:lnTo>
                    <a:pt x="373007" y="72713"/>
                  </a:lnTo>
                  <a:lnTo>
                    <a:pt x="375892" y="69643"/>
                  </a:lnTo>
                  <a:lnTo>
                    <a:pt x="377082" y="68377"/>
                  </a:lnTo>
                  <a:lnTo>
                    <a:pt x="377461" y="67974"/>
                  </a:lnTo>
                  <a:lnTo>
                    <a:pt x="377916" y="67490"/>
                  </a:lnTo>
                  <a:lnTo>
                    <a:pt x="380845" y="64373"/>
                  </a:lnTo>
                  <a:lnTo>
                    <a:pt x="381862" y="63291"/>
                  </a:lnTo>
                  <a:lnTo>
                    <a:pt x="382646" y="62457"/>
                  </a:lnTo>
                  <a:lnTo>
                    <a:pt x="382832" y="62259"/>
                  </a:lnTo>
                  <a:lnTo>
                    <a:pt x="386727" y="58114"/>
                  </a:lnTo>
                  <a:lnTo>
                    <a:pt x="387166" y="57647"/>
                  </a:lnTo>
                  <a:lnTo>
                    <a:pt x="387901" y="56866"/>
                  </a:lnTo>
                  <a:lnTo>
                    <a:pt x="390944" y="53628"/>
                  </a:lnTo>
                  <a:lnTo>
                    <a:pt x="391492" y="53044"/>
                  </a:lnTo>
                  <a:lnTo>
                    <a:pt x="391826" y="52689"/>
                  </a:lnTo>
                  <a:lnTo>
                    <a:pt x="393177" y="51251"/>
                  </a:lnTo>
                  <a:lnTo>
                    <a:pt x="395521" y="48757"/>
                  </a:lnTo>
                  <a:lnTo>
                    <a:pt x="396119" y="48121"/>
                  </a:lnTo>
                  <a:lnTo>
                    <a:pt x="396250" y="47982"/>
                  </a:lnTo>
                  <a:lnTo>
                    <a:pt x="397922" y="46203"/>
                  </a:lnTo>
                  <a:lnTo>
                    <a:pt x="399336" y="44698"/>
                  </a:lnTo>
                  <a:lnTo>
                    <a:pt x="400861" y="43075"/>
                  </a:lnTo>
                  <a:lnTo>
                    <a:pt x="401585" y="42305"/>
                  </a:lnTo>
                  <a:lnTo>
                    <a:pt x="401830" y="42044"/>
                  </a:lnTo>
                  <a:lnTo>
                    <a:pt x="403748" y="40004"/>
                  </a:lnTo>
                  <a:lnTo>
                    <a:pt x="404152" y="39574"/>
                  </a:lnTo>
                  <a:lnTo>
                    <a:pt x="405842" y="37776"/>
                  </a:lnTo>
                  <a:lnTo>
                    <a:pt x="406411" y="37170"/>
                  </a:lnTo>
                  <a:lnTo>
                    <a:pt x="406833" y="36722"/>
                  </a:lnTo>
                  <a:lnTo>
                    <a:pt x="407130" y="36405"/>
                  </a:lnTo>
                  <a:lnTo>
                    <a:pt x="407269" y="36257"/>
                  </a:lnTo>
                  <a:lnTo>
                    <a:pt x="407789" y="35715"/>
                  </a:lnTo>
                  <a:lnTo>
                    <a:pt x="408154" y="36004"/>
                  </a:lnTo>
                  <a:lnTo>
                    <a:pt x="411747" y="38842"/>
                  </a:lnTo>
                  <a:lnTo>
                    <a:pt x="419269" y="44786"/>
                  </a:lnTo>
                  <a:lnTo>
                    <a:pt x="445622" y="65609"/>
                  </a:lnTo>
                  <a:lnTo>
                    <a:pt x="450675" y="69602"/>
                  </a:lnTo>
                  <a:lnTo>
                    <a:pt x="451534" y="70280"/>
                  </a:lnTo>
                  <a:lnTo>
                    <a:pt x="469023" y="84100"/>
                  </a:lnTo>
                  <a:lnTo>
                    <a:pt x="479103" y="92064"/>
                  </a:lnTo>
                  <a:lnTo>
                    <a:pt x="494681" y="104373"/>
                  </a:lnTo>
                  <a:lnTo>
                    <a:pt x="495296" y="105121"/>
                  </a:lnTo>
                  <a:lnTo>
                    <a:pt x="495455" y="105314"/>
                  </a:lnTo>
                  <a:lnTo>
                    <a:pt x="495924" y="105885"/>
                  </a:lnTo>
                  <a:lnTo>
                    <a:pt x="496652" y="106771"/>
                  </a:lnTo>
                  <a:lnTo>
                    <a:pt x="498301" y="108776"/>
                  </a:lnTo>
                  <a:lnTo>
                    <a:pt x="510433" y="129743"/>
                  </a:lnTo>
                  <a:lnTo>
                    <a:pt x="504624" y="133514"/>
                  </a:lnTo>
                  <a:lnTo>
                    <a:pt x="495256" y="140105"/>
                  </a:lnTo>
                  <a:lnTo>
                    <a:pt x="488129" y="145992"/>
                  </a:lnTo>
                  <a:lnTo>
                    <a:pt x="486375" y="147441"/>
                  </a:lnTo>
                  <a:lnTo>
                    <a:pt x="477971" y="155614"/>
                  </a:lnTo>
                  <a:lnTo>
                    <a:pt x="470681" y="165098"/>
                  </a:lnTo>
                  <a:lnTo>
                    <a:pt x="463975" y="176003"/>
                  </a:lnTo>
                  <a:lnTo>
                    <a:pt x="457862" y="189321"/>
                  </a:lnTo>
                  <a:lnTo>
                    <a:pt x="456778" y="192458"/>
                  </a:lnTo>
                  <a:lnTo>
                    <a:pt x="451267" y="208394"/>
                  </a:lnTo>
                  <a:lnTo>
                    <a:pt x="447970" y="216151"/>
                  </a:lnTo>
                  <a:lnTo>
                    <a:pt x="447082" y="218240"/>
                  </a:lnTo>
                  <a:lnTo>
                    <a:pt x="446998" y="218438"/>
                  </a:lnTo>
                  <a:lnTo>
                    <a:pt x="442820" y="228267"/>
                  </a:lnTo>
                  <a:lnTo>
                    <a:pt x="437379" y="246098"/>
                  </a:lnTo>
                  <a:lnTo>
                    <a:pt x="437014" y="247297"/>
                  </a:lnTo>
                  <a:lnTo>
                    <a:pt x="435156" y="253385"/>
                  </a:lnTo>
                  <a:lnTo>
                    <a:pt x="426518" y="279250"/>
                  </a:lnTo>
                  <a:lnTo>
                    <a:pt x="420524" y="297111"/>
                  </a:lnTo>
                  <a:lnTo>
                    <a:pt x="410804" y="326074"/>
                  </a:lnTo>
                  <a:lnTo>
                    <a:pt x="407468" y="336016"/>
                  </a:lnTo>
                  <a:lnTo>
                    <a:pt x="407366" y="336318"/>
                  </a:lnTo>
                  <a:lnTo>
                    <a:pt x="402698" y="350229"/>
                  </a:lnTo>
                  <a:lnTo>
                    <a:pt x="377610" y="342418"/>
                  </a:lnTo>
                  <a:lnTo>
                    <a:pt x="376627" y="342167"/>
                  </a:lnTo>
                  <a:lnTo>
                    <a:pt x="371770" y="340926"/>
                  </a:lnTo>
                  <a:lnTo>
                    <a:pt x="367026" y="337942"/>
                  </a:lnTo>
                  <a:lnTo>
                    <a:pt x="363376" y="334336"/>
                  </a:lnTo>
                  <a:lnTo>
                    <a:pt x="358628" y="326524"/>
                  </a:lnTo>
                  <a:lnTo>
                    <a:pt x="354611" y="328579"/>
                  </a:lnTo>
                  <a:lnTo>
                    <a:pt x="336754" y="337714"/>
                  </a:lnTo>
                  <a:lnTo>
                    <a:pt x="315034" y="348825"/>
                  </a:lnTo>
                  <a:lnTo>
                    <a:pt x="296223" y="358448"/>
                  </a:lnTo>
                  <a:lnTo>
                    <a:pt x="284089" y="364655"/>
                  </a:lnTo>
                  <a:lnTo>
                    <a:pt x="283560" y="363755"/>
                  </a:lnTo>
                  <a:lnTo>
                    <a:pt x="280707" y="357743"/>
                  </a:lnTo>
                  <a:lnTo>
                    <a:pt x="277471" y="349061"/>
                  </a:lnTo>
                  <a:lnTo>
                    <a:pt x="267458" y="351038"/>
                  </a:lnTo>
                  <a:lnTo>
                    <a:pt x="254691" y="353558"/>
                  </a:lnTo>
                  <a:lnTo>
                    <a:pt x="246963" y="355084"/>
                  </a:lnTo>
                  <a:lnTo>
                    <a:pt x="227517" y="358923"/>
                  </a:lnTo>
                  <a:lnTo>
                    <a:pt x="221452" y="360120"/>
                  </a:lnTo>
                  <a:lnTo>
                    <a:pt x="220685" y="360272"/>
                  </a:lnTo>
                  <a:lnTo>
                    <a:pt x="208159" y="362745"/>
                  </a:lnTo>
                  <a:lnTo>
                    <a:pt x="195159" y="365311"/>
                  </a:lnTo>
                  <a:lnTo>
                    <a:pt x="183475" y="367618"/>
                  </a:lnTo>
                  <a:lnTo>
                    <a:pt x="179752" y="368353"/>
                  </a:lnTo>
                  <a:lnTo>
                    <a:pt x="178227" y="368654"/>
                  </a:lnTo>
                  <a:lnTo>
                    <a:pt x="173683" y="369551"/>
                  </a:lnTo>
                  <a:lnTo>
                    <a:pt x="163331" y="371595"/>
                  </a:lnTo>
                  <a:lnTo>
                    <a:pt x="163219" y="370760"/>
                  </a:lnTo>
                  <a:lnTo>
                    <a:pt x="147980" y="372527"/>
                  </a:lnTo>
                  <a:lnTo>
                    <a:pt x="123086" y="375415"/>
                  </a:lnTo>
                  <a:lnTo>
                    <a:pt x="91783" y="379046"/>
                  </a:lnTo>
                  <a:lnTo>
                    <a:pt x="61480" y="382561"/>
                  </a:lnTo>
                  <a:lnTo>
                    <a:pt x="58811" y="382870"/>
                  </a:lnTo>
                  <a:lnTo>
                    <a:pt x="52167" y="384257"/>
                  </a:lnTo>
                  <a:lnTo>
                    <a:pt x="36959" y="387431"/>
                  </a:lnTo>
                  <a:lnTo>
                    <a:pt x="34694" y="377370"/>
                  </a:lnTo>
                  <a:lnTo>
                    <a:pt x="34483" y="376429"/>
                  </a:lnTo>
                  <a:lnTo>
                    <a:pt x="31627" y="363740"/>
                  </a:lnTo>
                  <a:lnTo>
                    <a:pt x="30475" y="358623"/>
                  </a:lnTo>
                  <a:lnTo>
                    <a:pt x="30215" y="357290"/>
                  </a:lnTo>
                  <a:lnTo>
                    <a:pt x="22219" y="316329"/>
                  </a:lnTo>
                  <a:lnTo>
                    <a:pt x="17727" y="293311"/>
                  </a:lnTo>
                  <a:lnTo>
                    <a:pt x="17567" y="292493"/>
                  </a:lnTo>
                  <a:lnTo>
                    <a:pt x="17517" y="292235"/>
                  </a:lnTo>
                  <a:lnTo>
                    <a:pt x="13005" y="269122"/>
                  </a:lnTo>
                  <a:lnTo>
                    <a:pt x="12903" y="268600"/>
                  </a:lnTo>
                  <a:lnTo>
                    <a:pt x="12015" y="264047"/>
                  </a:lnTo>
                  <a:lnTo>
                    <a:pt x="11890" y="263411"/>
                  </a:lnTo>
                  <a:lnTo>
                    <a:pt x="9848" y="252948"/>
                  </a:lnTo>
                  <a:lnTo>
                    <a:pt x="3056" y="220320"/>
                  </a:lnTo>
                  <a:lnTo>
                    <a:pt x="2410" y="216830"/>
                  </a:lnTo>
                  <a:lnTo>
                    <a:pt x="679" y="207477"/>
                  </a:lnTo>
                  <a:lnTo>
                    <a:pt x="0" y="196891"/>
                  </a:lnTo>
                  <a:lnTo>
                    <a:pt x="968" y="189093"/>
                  </a:lnTo>
                  <a:lnTo>
                    <a:pt x="1358" y="185957"/>
                  </a:lnTo>
                  <a:lnTo>
                    <a:pt x="6402" y="161702"/>
                  </a:lnTo>
                  <a:lnTo>
                    <a:pt x="7443" y="156697"/>
                  </a:lnTo>
                  <a:lnTo>
                    <a:pt x="8063" y="156809"/>
                  </a:lnTo>
                  <a:lnTo>
                    <a:pt x="15386" y="158590"/>
                  </a:lnTo>
                  <a:lnTo>
                    <a:pt x="31553" y="162521"/>
                  </a:lnTo>
                  <a:lnTo>
                    <a:pt x="34692" y="163284"/>
                  </a:lnTo>
                  <a:lnTo>
                    <a:pt x="59400" y="169293"/>
                  </a:lnTo>
                  <a:lnTo>
                    <a:pt x="78946" y="174047"/>
                  </a:lnTo>
                  <a:lnTo>
                    <a:pt x="107780" y="181060"/>
                  </a:lnTo>
                  <a:lnTo>
                    <a:pt x="115167" y="182857"/>
                  </a:lnTo>
                  <a:lnTo>
                    <a:pt x="139612" y="188803"/>
                  </a:lnTo>
                  <a:lnTo>
                    <a:pt x="139521" y="188238"/>
                  </a:lnTo>
                  <a:lnTo>
                    <a:pt x="137793" y="177508"/>
                  </a:lnTo>
                  <a:lnTo>
                    <a:pt x="136171" y="145530"/>
                  </a:lnTo>
                  <a:lnTo>
                    <a:pt x="135797" y="138164"/>
                  </a:lnTo>
                  <a:lnTo>
                    <a:pt x="135802" y="137844"/>
                  </a:lnTo>
                  <a:lnTo>
                    <a:pt x="135943" y="129389"/>
                  </a:lnTo>
                  <a:lnTo>
                    <a:pt x="135720" y="123391"/>
                  </a:lnTo>
                  <a:lnTo>
                    <a:pt x="136113" y="113510"/>
                  </a:lnTo>
                  <a:lnTo>
                    <a:pt x="136183" y="112388"/>
                  </a:lnTo>
                  <a:lnTo>
                    <a:pt x="136683" y="104431"/>
                  </a:lnTo>
                  <a:lnTo>
                    <a:pt x="136712" y="104107"/>
                  </a:lnTo>
                  <a:lnTo>
                    <a:pt x="138238" y="86995"/>
                  </a:lnTo>
                  <a:lnTo>
                    <a:pt x="140491" y="67365"/>
                  </a:lnTo>
                  <a:lnTo>
                    <a:pt x="143810" y="51007"/>
                  </a:lnTo>
                  <a:lnTo>
                    <a:pt x="146053" y="44043"/>
                  </a:lnTo>
                  <a:lnTo>
                    <a:pt x="146395" y="42981"/>
                  </a:lnTo>
                  <a:lnTo>
                    <a:pt x="148944" y="32697"/>
                  </a:lnTo>
                  <a:lnTo>
                    <a:pt x="151289" y="23239"/>
                  </a:lnTo>
                  <a:lnTo>
                    <a:pt x="151851" y="20972"/>
                  </a:lnTo>
                  <a:lnTo>
                    <a:pt x="152806" y="17590"/>
                  </a:lnTo>
                  <a:lnTo>
                    <a:pt x="153776" y="14157"/>
                  </a:lnTo>
                  <a:lnTo>
                    <a:pt x="154408" y="11921"/>
                  </a:lnTo>
                  <a:lnTo>
                    <a:pt x="154537" y="11462"/>
                  </a:lnTo>
                  <a:lnTo>
                    <a:pt x="155342" y="8614"/>
                  </a:lnTo>
                  <a:lnTo>
                    <a:pt x="156289" y="5261"/>
                  </a:lnTo>
                  <a:lnTo>
                    <a:pt x="156421" y="4795"/>
                  </a:lnTo>
                  <a:lnTo>
                    <a:pt x="156572" y="4262"/>
                  </a:lnTo>
                  <a:lnTo>
                    <a:pt x="157085" y="2445"/>
                  </a:lnTo>
                  <a:lnTo>
                    <a:pt x="157131" y="2282"/>
                  </a:lnTo>
                  <a:lnTo>
                    <a:pt x="157198" y="2047"/>
                  </a:lnTo>
                  <a:lnTo>
                    <a:pt x="157714" y="219"/>
                  </a:lnTo>
                  <a:lnTo>
                    <a:pt x="157776" y="0"/>
                  </a:lnTo>
                  <a:lnTo>
                    <a:pt x="158860" y="602"/>
                  </a:lnTo>
                  <a:lnTo>
                    <a:pt x="164082" y="3504"/>
                  </a:lnTo>
                  <a:lnTo>
                    <a:pt x="171436" y="7496"/>
                  </a:lnTo>
                  <a:lnTo>
                    <a:pt x="171732" y="7697"/>
                  </a:lnTo>
                  <a:lnTo>
                    <a:pt x="175481" y="10252"/>
                  </a:lnTo>
                  <a:lnTo>
                    <a:pt x="177539" y="11654"/>
                  </a:lnTo>
                  <a:lnTo>
                    <a:pt x="183471" y="15696"/>
                  </a:lnTo>
                  <a:lnTo>
                    <a:pt x="184801" y="16603"/>
                  </a:lnTo>
                  <a:lnTo>
                    <a:pt x="185074" y="16788"/>
                  </a:lnTo>
                  <a:lnTo>
                    <a:pt x="186331" y="17645"/>
                  </a:lnTo>
                  <a:lnTo>
                    <a:pt x="196511" y="24582"/>
                  </a:lnTo>
                  <a:lnTo>
                    <a:pt x="200126" y="26825"/>
                  </a:lnTo>
                  <a:lnTo>
                    <a:pt x="202434" y="28257"/>
                  </a:lnTo>
                  <a:lnTo>
                    <a:pt x="206509" y="31089"/>
                  </a:lnTo>
                  <a:lnTo>
                    <a:pt x="215416" y="37544"/>
                  </a:lnTo>
                  <a:lnTo>
                    <a:pt x="217533" y="39079"/>
                  </a:lnTo>
                  <a:lnTo>
                    <a:pt x="228053" y="48428"/>
                  </a:lnTo>
                  <a:lnTo>
                    <a:pt x="240122" y="59688"/>
                  </a:lnTo>
                  <a:lnTo>
                    <a:pt x="241909" y="61355"/>
                  </a:lnTo>
                  <a:lnTo>
                    <a:pt x="256269" y="74765"/>
                  </a:lnTo>
                  <a:lnTo>
                    <a:pt x="272249" y="89714"/>
                  </a:lnTo>
                  <a:lnTo>
                    <a:pt x="278333" y="95399"/>
                  </a:lnTo>
                  <a:lnTo>
                    <a:pt x="285804" y="102380"/>
                  </a:lnTo>
                  <a:lnTo>
                    <a:pt x="286590" y="103115"/>
                  </a:lnTo>
                  <a:lnTo>
                    <a:pt x="297230" y="113057"/>
                  </a:lnTo>
                  <a:lnTo>
                    <a:pt x="300891" y="116557"/>
                  </a:lnTo>
                  <a:lnTo>
                    <a:pt x="307603" y="122973"/>
                  </a:lnTo>
                  <a:lnTo>
                    <a:pt x="312293" y="127459"/>
                  </a:lnTo>
                  <a:lnTo>
                    <a:pt x="315626" y="130647"/>
                  </a:lnTo>
                  <a:lnTo>
                    <a:pt x="315844" y="130855"/>
                  </a:lnTo>
                  <a:lnTo>
                    <a:pt x="316370" y="131352"/>
                  </a:lnTo>
                  <a:lnTo>
                    <a:pt x="316698" y="131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24"/>
            <p:cNvSpPr/>
            <p:nvPr/>
          </p:nvSpPr>
          <p:spPr>
            <a:xfrm>
              <a:off x="4737028" y="4382772"/>
              <a:ext cx="420564" cy="425903"/>
            </a:xfrm>
            <a:custGeom>
              <a:avLst/>
              <a:pathLst>
                <a:path w="420564" h="425903">
                  <a:moveTo>
                    <a:pt x="360593" y="10665"/>
                  </a:moveTo>
                  <a:lnTo>
                    <a:pt x="362348" y="24114"/>
                  </a:lnTo>
                  <a:lnTo>
                    <a:pt x="364047" y="31557"/>
                  </a:lnTo>
                  <a:lnTo>
                    <a:pt x="364395" y="33080"/>
                  </a:lnTo>
                  <a:lnTo>
                    <a:pt x="364613" y="33964"/>
                  </a:lnTo>
                  <a:lnTo>
                    <a:pt x="365978" y="39492"/>
                  </a:lnTo>
                  <a:lnTo>
                    <a:pt x="370888" y="59380"/>
                  </a:lnTo>
                  <a:lnTo>
                    <a:pt x="372958" y="67765"/>
                  </a:lnTo>
                  <a:lnTo>
                    <a:pt x="373834" y="71313"/>
                  </a:lnTo>
                  <a:lnTo>
                    <a:pt x="376151" y="80699"/>
                  </a:lnTo>
                  <a:lnTo>
                    <a:pt x="376313" y="81354"/>
                  </a:lnTo>
                  <a:lnTo>
                    <a:pt x="376588" y="82471"/>
                  </a:lnTo>
                  <a:lnTo>
                    <a:pt x="381450" y="102261"/>
                  </a:lnTo>
                  <a:lnTo>
                    <a:pt x="386151" y="121397"/>
                  </a:lnTo>
                  <a:lnTo>
                    <a:pt x="387470" y="126761"/>
                  </a:lnTo>
                  <a:lnTo>
                    <a:pt x="391074" y="140705"/>
                  </a:lnTo>
                  <a:lnTo>
                    <a:pt x="392011" y="144330"/>
                  </a:lnTo>
                  <a:lnTo>
                    <a:pt x="395623" y="158304"/>
                  </a:lnTo>
                  <a:lnTo>
                    <a:pt x="395917" y="159442"/>
                  </a:lnTo>
                  <a:lnTo>
                    <a:pt x="396371" y="161197"/>
                  </a:lnTo>
                  <a:lnTo>
                    <a:pt x="397366" y="165046"/>
                  </a:lnTo>
                  <a:lnTo>
                    <a:pt x="397825" y="166818"/>
                  </a:lnTo>
                  <a:lnTo>
                    <a:pt x="398940" y="171129"/>
                  </a:lnTo>
                  <a:lnTo>
                    <a:pt x="401782" y="182108"/>
                  </a:lnTo>
                  <a:lnTo>
                    <a:pt x="402535" y="185073"/>
                  </a:lnTo>
                  <a:lnTo>
                    <a:pt x="403995" y="190821"/>
                  </a:lnTo>
                  <a:lnTo>
                    <a:pt x="408493" y="208521"/>
                  </a:lnTo>
                  <a:lnTo>
                    <a:pt x="408713" y="209386"/>
                  </a:lnTo>
                  <a:lnTo>
                    <a:pt x="408957" y="210350"/>
                  </a:lnTo>
                  <a:lnTo>
                    <a:pt x="409095" y="210893"/>
                  </a:lnTo>
                  <a:lnTo>
                    <a:pt x="410232" y="215368"/>
                  </a:lnTo>
                  <a:lnTo>
                    <a:pt x="412634" y="224822"/>
                  </a:lnTo>
                  <a:lnTo>
                    <a:pt x="413619" y="228697"/>
                  </a:lnTo>
                  <a:lnTo>
                    <a:pt x="414734" y="233085"/>
                  </a:lnTo>
                  <a:lnTo>
                    <a:pt x="416772" y="240524"/>
                  </a:lnTo>
                  <a:lnTo>
                    <a:pt x="417801" y="244917"/>
                  </a:lnTo>
                  <a:lnTo>
                    <a:pt x="418012" y="245816"/>
                  </a:lnTo>
                  <a:lnTo>
                    <a:pt x="418671" y="249276"/>
                  </a:lnTo>
                  <a:lnTo>
                    <a:pt x="419616" y="254238"/>
                  </a:lnTo>
                  <a:lnTo>
                    <a:pt x="419979" y="256679"/>
                  </a:lnTo>
                  <a:lnTo>
                    <a:pt x="420491" y="260125"/>
                  </a:lnTo>
                  <a:lnTo>
                    <a:pt x="420564" y="266088"/>
                  </a:lnTo>
                  <a:lnTo>
                    <a:pt x="420199" y="273242"/>
                  </a:lnTo>
                  <a:lnTo>
                    <a:pt x="419910" y="275365"/>
                  </a:lnTo>
                  <a:lnTo>
                    <a:pt x="419397" y="279130"/>
                  </a:lnTo>
                  <a:lnTo>
                    <a:pt x="418863" y="281447"/>
                  </a:lnTo>
                  <a:lnTo>
                    <a:pt x="418501" y="283014"/>
                  </a:lnTo>
                  <a:lnTo>
                    <a:pt x="417282" y="288297"/>
                  </a:lnTo>
                  <a:lnTo>
                    <a:pt x="415605" y="292844"/>
                  </a:lnTo>
                  <a:lnTo>
                    <a:pt x="413578" y="297537"/>
                  </a:lnTo>
                  <a:lnTo>
                    <a:pt x="413126" y="298582"/>
                  </a:lnTo>
                  <a:lnTo>
                    <a:pt x="412878" y="299014"/>
                  </a:lnTo>
                  <a:lnTo>
                    <a:pt x="410428" y="303278"/>
                  </a:lnTo>
                  <a:lnTo>
                    <a:pt x="405907" y="309836"/>
                  </a:lnTo>
                  <a:lnTo>
                    <a:pt x="403282" y="312743"/>
                  </a:lnTo>
                  <a:lnTo>
                    <a:pt x="394751" y="321463"/>
                  </a:lnTo>
                  <a:lnTo>
                    <a:pt x="391113" y="324694"/>
                  </a:lnTo>
                  <a:lnTo>
                    <a:pt x="384177" y="330853"/>
                  </a:lnTo>
                  <a:lnTo>
                    <a:pt x="363177" y="349933"/>
                  </a:lnTo>
                  <a:lnTo>
                    <a:pt x="358583" y="354255"/>
                  </a:lnTo>
                  <a:lnTo>
                    <a:pt x="353748" y="358941"/>
                  </a:lnTo>
                  <a:lnTo>
                    <a:pt x="352968" y="359696"/>
                  </a:lnTo>
                  <a:lnTo>
                    <a:pt x="348301" y="364466"/>
                  </a:lnTo>
                  <a:lnTo>
                    <a:pt x="347115" y="365845"/>
                  </a:lnTo>
                  <a:lnTo>
                    <a:pt x="346867" y="366134"/>
                  </a:lnTo>
                  <a:lnTo>
                    <a:pt x="344535" y="368852"/>
                  </a:lnTo>
                  <a:lnTo>
                    <a:pt x="341520" y="372888"/>
                  </a:lnTo>
                  <a:lnTo>
                    <a:pt x="337947" y="378030"/>
                  </a:lnTo>
                  <a:lnTo>
                    <a:pt x="334939" y="383269"/>
                  </a:lnTo>
                  <a:lnTo>
                    <a:pt x="333062" y="387653"/>
                  </a:lnTo>
                  <a:lnTo>
                    <a:pt x="330247" y="394230"/>
                  </a:lnTo>
                  <a:lnTo>
                    <a:pt x="326762" y="403684"/>
                  </a:lnTo>
                  <a:lnTo>
                    <a:pt x="319799" y="424890"/>
                  </a:lnTo>
                  <a:lnTo>
                    <a:pt x="319493" y="425903"/>
                  </a:lnTo>
                  <a:lnTo>
                    <a:pt x="309671" y="422407"/>
                  </a:lnTo>
                  <a:lnTo>
                    <a:pt x="287587" y="414548"/>
                  </a:lnTo>
                  <a:lnTo>
                    <a:pt x="265350" y="406635"/>
                  </a:lnTo>
                  <a:lnTo>
                    <a:pt x="254759" y="402866"/>
                  </a:lnTo>
                  <a:lnTo>
                    <a:pt x="248995" y="400814"/>
                  </a:lnTo>
                  <a:lnTo>
                    <a:pt x="240510" y="396889"/>
                  </a:lnTo>
                  <a:lnTo>
                    <a:pt x="239089" y="396231"/>
                  </a:lnTo>
                  <a:lnTo>
                    <a:pt x="238712" y="396068"/>
                  </a:lnTo>
                  <a:lnTo>
                    <a:pt x="216076" y="386255"/>
                  </a:lnTo>
                  <a:lnTo>
                    <a:pt x="214115" y="385405"/>
                  </a:lnTo>
                  <a:lnTo>
                    <a:pt x="211815" y="384408"/>
                  </a:lnTo>
                  <a:lnTo>
                    <a:pt x="179485" y="371412"/>
                  </a:lnTo>
                  <a:lnTo>
                    <a:pt x="178447" y="370956"/>
                  </a:lnTo>
                  <a:lnTo>
                    <a:pt x="172923" y="368530"/>
                  </a:lnTo>
                  <a:lnTo>
                    <a:pt x="157312" y="361673"/>
                  </a:lnTo>
                  <a:lnTo>
                    <a:pt x="155971" y="361084"/>
                  </a:lnTo>
                  <a:lnTo>
                    <a:pt x="150872" y="359085"/>
                  </a:lnTo>
                  <a:lnTo>
                    <a:pt x="149680" y="358618"/>
                  </a:lnTo>
                  <a:lnTo>
                    <a:pt x="118476" y="346387"/>
                  </a:lnTo>
                  <a:lnTo>
                    <a:pt x="117766" y="346102"/>
                  </a:lnTo>
                  <a:lnTo>
                    <a:pt x="115468" y="345177"/>
                  </a:lnTo>
                  <a:lnTo>
                    <a:pt x="92989" y="336131"/>
                  </a:lnTo>
                  <a:lnTo>
                    <a:pt x="92514" y="335933"/>
                  </a:lnTo>
                  <a:lnTo>
                    <a:pt x="91176" y="335374"/>
                  </a:lnTo>
                  <a:lnTo>
                    <a:pt x="90619" y="335141"/>
                  </a:lnTo>
                  <a:lnTo>
                    <a:pt x="66168" y="324920"/>
                  </a:lnTo>
                  <a:lnTo>
                    <a:pt x="62906" y="323557"/>
                  </a:lnTo>
                  <a:lnTo>
                    <a:pt x="50845" y="318902"/>
                  </a:lnTo>
                  <a:lnTo>
                    <a:pt x="44595" y="315585"/>
                  </a:lnTo>
                  <a:lnTo>
                    <a:pt x="34471" y="308589"/>
                  </a:lnTo>
                  <a:lnTo>
                    <a:pt x="19911" y="296040"/>
                  </a:lnTo>
                  <a:lnTo>
                    <a:pt x="15649" y="290866"/>
                  </a:lnTo>
                  <a:lnTo>
                    <a:pt x="9042" y="282846"/>
                  </a:lnTo>
                  <a:lnTo>
                    <a:pt x="0" y="267473"/>
                  </a:lnTo>
                  <a:lnTo>
                    <a:pt x="12133" y="261266"/>
                  </a:lnTo>
                  <a:lnTo>
                    <a:pt x="30944" y="251642"/>
                  </a:lnTo>
                  <a:lnTo>
                    <a:pt x="52664" y="240531"/>
                  </a:lnTo>
                  <a:lnTo>
                    <a:pt x="70521" y="231397"/>
                  </a:lnTo>
                  <a:lnTo>
                    <a:pt x="74538" y="229341"/>
                  </a:lnTo>
                  <a:lnTo>
                    <a:pt x="79286" y="237153"/>
                  </a:lnTo>
                  <a:lnTo>
                    <a:pt x="82936" y="240759"/>
                  </a:lnTo>
                  <a:lnTo>
                    <a:pt x="87680" y="243743"/>
                  </a:lnTo>
                  <a:lnTo>
                    <a:pt x="92537" y="244984"/>
                  </a:lnTo>
                  <a:lnTo>
                    <a:pt x="93520" y="245236"/>
                  </a:lnTo>
                  <a:lnTo>
                    <a:pt x="118608" y="253046"/>
                  </a:lnTo>
                  <a:lnTo>
                    <a:pt x="123276" y="239135"/>
                  </a:lnTo>
                  <a:lnTo>
                    <a:pt x="123378" y="238833"/>
                  </a:lnTo>
                  <a:lnTo>
                    <a:pt x="126714" y="228891"/>
                  </a:lnTo>
                  <a:lnTo>
                    <a:pt x="136434" y="199928"/>
                  </a:lnTo>
                  <a:lnTo>
                    <a:pt x="142428" y="182067"/>
                  </a:lnTo>
                  <a:lnTo>
                    <a:pt x="151066" y="156203"/>
                  </a:lnTo>
                  <a:lnTo>
                    <a:pt x="152924" y="150114"/>
                  </a:lnTo>
                  <a:lnTo>
                    <a:pt x="153289" y="148915"/>
                  </a:lnTo>
                  <a:lnTo>
                    <a:pt x="158730" y="131084"/>
                  </a:lnTo>
                  <a:lnTo>
                    <a:pt x="162908" y="121256"/>
                  </a:lnTo>
                  <a:lnTo>
                    <a:pt x="162992" y="121057"/>
                  </a:lnTo>
                  <a:lnTo>
                    <a:pt x="163880" y="118968"/>
                  </a:lnTo>
                  <a:lnTo>
                    <a:pt x="167177" y="111211"/>
                  </a:lnTo>
                  <a:lnTo>
                    <a:pt x="172688" y="95275"/>
                  </a:lnTo>
                  <a:lnTo>
                    <a:pt x="173772" y="92138"/>
                  </a:lnTo>
                  <a:lnTo>
                    <a:pt x="179886" y="78820"/>
                  </a:lnTo>
                  <a:lnTo>
                    <a:pt x="186591" y="67916"/>
                  </a:lnTo>
                  <a:lnTo>
                    <a:pt x="193881" y="58432"/>
                  </a:lnTo>
                  <a:lnTo>
                    <a:pt x="202285" y="50258"/>
                  </a:lnTo>
                  <a:lnTo>
                    <a:pt x="204039" y="48809"/>
                  </a:lnTo>
                  <a:lnTo>
                    <a:pt x="211166" y="42922"/>
                  </a:lnTo>
                  <a:lnTo>
                    <a:pt x="220534" y="36332"/>
                  </a:lnTo>
                  <a:lnTo>
                    <a:pt x="226343" y="32560"/>
                  </a:lnTo>
                  <a:lnTo>
                    <a:pt x="240492" y="26535"/>
                  </a:lnTo>
                  <a:lnTo>
                    <a:pt x="252636" y="22384"/>
                  </a:lnTo>
                  <a:lnTo>
                    <a:pt x="254053" y="21900"/>
                  </a:lnTo>
                  <a:lnTo>
                    <a:pt x="261616" y="20029"/>
                  </a:lnTo>
                  <a:lnTo>
                    <a:pt x="261766" y="19992"/>
                  </a:lnTo>
                  <a:lnTo>
                    <a:pt x="263023" y="19681"/>
                  </a:lnTo>
                  <a:lnTo>
                    <a:pt x="264390" y="19348"/>
                  </a:lnTo>
                  <a:lnTo>
                    <a:pt x="292081" y="12605"/>
                  </a:lnTo>
                  <a:lnTo>
                    <a:pt x="292556" y="15961"/>
                  </a:lnTo>
                  <a:lnTo>
                    <a:pt x="294371" y="15512"/>
                  </a:lnTo>
                  <a:lnTo>
                    <a:pt x="310504" y="11525"/>
                  </a:lnTo>
                  <a:lnTo>
                    <a:pt x="310785" y="11455"/>
                  </a:lnTo>
                  <a:lnTo>
                    <a:pt x="312565" y="11015"/>
                  </a:lnTo>
                  <a:lnTo>
                    <a:pt x="317367" y="9828"/>
                  </a:lnTo>
                  <a:lnTo>
                    <a:pt x="325143" y="7906"/>
                  </a:lnTo>
                  <a:lnTo>
                    <a:pt x="330352" y="6619"/>
                  </a:lnTo>
                  <a:lnTo>
                    <a:pt x="331210" y="6407"/>
                  </a:lnTo>
                  <a:lnTo>
                    <a:pt x="333640" y="5806"/>
                  </a:lnTo>
                  <a:lnTo>
                    <a:pt x="337479" y="4932"/>
                  </a:lnTo>
                  <a:lnTo>
                    <a:pt x="345546" y="3094"/>
                  </a:lnTo>
                  <a:lnTo>
                    <a:pt x="349352" y="2226"/>
                  </a:lnTo>
                  <a:lnTo>
                    <a:pt x="350206" y="2032"/>
                  </a:lnTo>
                  <a:lnTo>
                    <a:pt x="357849" y="290"/>
                  </a:lnTo>
                  <a:lnTo>
                    <a:pt x="359126" y="0"/>
                  </a:lnTo>
                  <a:lnTo>
                    <a:pt x="359140" y="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25"/>
            <p:cNvSpPr/>
            <p:nvPr/>
          </p:nvSpPr>
          <p:spPr>
            <a:xfrm>
              <a:off x="4456014" y="4976407"/>
              <a:ext cx="521525" cy="520957"/>
            </a:xfrm>
            <a:custGeom>
              <a:avLst/>
              <a:pathLst>
                <a:path w="521525" h="520957">
                  <a:moveTo>
                    <a:pt x="521525" y="67477"/>
                  </a:moveTo>
                  <a:lnTo>
                    <a:pt x="521457" y="67684"/>
                  </a:lnTo>
                  <a:lnTo>
                    <a:pt x="513627" y="91605"/>
                  </a:lnTo>
                  <a:lnTo>
                    <a:pt x="513409" y="92271"/>
                  </a:lnTo>
                  <a:lnTo>
                    <a:pt x="512606" y="94725"/>
                  </a:lnTo>
                  <a:lnTo>
                    <a:pt x="512134" y="96115"/>
                  </a:lnTo>
                  <a:lnTo>
                    <a:pt x="511750" y="97246"/>
                  </a:lnTo>
                  <a:lnTo>
                    <a:pt x="500862" y="129324"/>
                  </a:lnTo>
                  <a:lnTo>
                    <a:pt x="497274" y="140068"/>
                  </a:lnTo>
                  <a:lnTo>
                    <a:pt x="496811" y="141454"/>
                  </a:lnTo>
                  <a:lnTo>
                    <a:pt x="493046" y="152726"/>
                  </a:lnTo>
                  <a:lnTo>
                    <a:pt x="476463" y="202369"/>
                  </a:lnTo>
                  <a:lnTo>
                    <a:pt x="476266" y="202960"/>
                  </a:lnTo>
                  <a:lnTo>
                    <a:pt x="470336" y="221457"/>
                  </a:lnTo>
                  <a:lnTo>
                    <a:pt x="468617" y="226817"/>
                  </a:lnTo>
                  <a:lnTo>
                    <a:pt x="468499" y="227185"/>
                  </a:lnTo>
                  <a:lnTo>
                    <a:pt x="465230" y="237381"/>
                  </a:lnTo>
                  <a:lnTo>
                    <a:pt x="460860" y="251013"/>
                  </a:lnTo>
                  <a:lnTo>
                    <a:pt x="459717" y="254578"/>
                  </a:lnTo>
                  <a:lnTo>
                    <a:pt x="459474" y="255628"/>
                  </a:lnTo>
                  <a:lnTo>
                    <a:pt x="458532" y="259693"/>
                  </a:lnTo>
                  <a:lnTo>
                    <a:pt x="458154" y="261036"/>
                  </a:lnTo>
                  <a:lnTo>
                    <a:pt x="458045" y="261423"/>
                  </a:lnTo>
                  <a:lnTo>
                    <a:pt x="454492" y="274040"/>
                  </a:lnTo>
                  <a:lnTo>
                    <a:pt x="445234" y="300880"/>
                  </a:lnTo>
                  <a:lnTo>
                    <a:pt x="444383" y="303349"/>
                  </a:lnTo>
                  <a:lnTo>
                    <a:pt x="443176" y="306847"/>
                  </a:lnTo>
                  <a:lnTo>
                    <a:pt x="440485" y="314649"/>
                  </a:lnTo>
                  <a:lnTo>
                    <a:pt x="440344" y="315060"/>
                  </a:lnTo>
                  <a:lnTo>
                    <a:pt x="437499" y="323454"/>
                  </a:lnTo>
                  <a:lnTo>
                    <a:pt x="433634" y="334859"/>
                  </a:lnTo>
                  <a:lnTo>
                    <a:pt x="425032" y="360240"/>
                  </a:lnTo>
                  <a:lnTo>
                    <a:pt x="421917" y="369432"/>
                  </a:lnTo>
                  <a:lnTo>
                    <a:pt x="420634" y="373540"/>
                  </a:lnTo>
                  <a:lnTo>
                    <a:pt x="414903" y="391881"/>
                  </a:lnTo>
                  <a:lnTo>
                    <a:pt x="407501" y="415574"/>
                  </a:lnTo>
                  <a:lnTo>
                    <a:pt x="407177" y="416683"/>
                  </a:lnTo>
                  <a:lnTo>
                    <a:pt x="406711" y="418275"/>
                  </a:lnTo>
                  <a:lnTo>
                    <a:pt x="402163" y="433835"/>
                  </a:lnTo>
                  <a:lnTo>
                    <a:pt x="399016" y="444599"/>
                  </a:lnTo>
                  <a:lnTo>
                    <a:pt x="398605" y="446004"/>
                  </a:lnTo>
                  <a:lnTo>
                    <a:pt x="398206" y="447370"/>
                  </a:lnTo>
                  <a:lnTo>
                    <a:pt x="393312" y="462018"/>
                  </a:lnTo>
                  <a:lnTo>
                    <a:pt x="390372" y="471180"/>
                  </a:lnTo>
                  <a:lnTo>
                    <a:pt x="388327" y="477554"/>
                  </a:lnTo>
                  <a:lnTo>
                    <a:pt x="382273" y="496420"/>
                  </a:lnTo>
                  <a:lnTo>
                    <a:pt x="382133" y="496820"/>
                  </a:lnTo>
                  <a:lnTo>
                    <a:pt x="373682" y="520957"/>
                  </a:lnTo>
                  <a:lnTo>
                    <a:pt x="373486" y="520839"/>
                  </a:lnTo>
                  <a:lnTo>
                    <a:pt x="345970" y="504239"/>
                  </a:lnTo>
                  <a:lnTo>
                    <a:pt x="325729" y="491954"/>
                  </a:lnTo>
                  <a:lnTo>
                    <a:pt x="305182" y="479611"/>
                  </a:lnTo>
                  <a:lnTo>
                    <a:pt x="284093" y="466815"/>
                  </a:lnTo>
                  <a:lnTo>
                    <a:pt x="262877" y="454032"/>
                  </a:lnTo>
                  <a:lnTo>
                    <a:pt x="253359" y="449016"/>
                  </a:lnTo>
                  <a:lnTo>
                    <a:pt x="240042" y="441998"/>
                  </a:lnTo>
                  <a:lnTo>
                    <a:pt x="237354" y="440582"/>
                  </a:lnTo>
                  <a:lnTo>
                    <a:pt x="234295" y="438970"/>
                  </a:lnTo>
                  <a:lnTo>
                    <a:pt x="221273" y="432107"/>
                  </a:lnTo>
                  <a:lnTo>
                    <a:pt x="189850" y="430482"/>
                  </a:lnTo>
                  <a:lnTo>
                    <a:pt x="175726" y="433336"/>
                  </a:lnTo>
                  <a:lnTo>
                    <a:pt x="175226" y="433437"/>
                  </a:lnTo>
                  <a:lnTo>
                    <a:pt x="174276" y="433629"/>
                  </a:lnTo>
                  <a:lnTo>
                    <a:pt x="164197" y="435665"/>
                  </a:lnTo>
                  <a:lnTo>
                    <a:pt x="139324" y="440932"/>
                  </a:lnTo>
                  <a:lnTo>
                    <a:pt x="114628" y="446221"/>
                  </a:lnTo>
                  <a:lnTo>
                    <a:pt x="90571" y="451389"/>
                  </a:lnTo>
                  <a:lnTo>
                    <a:pt x="89335" y="451661"/>
                  </a:lnTo>
                  <a:lnTo>
                    <a:pt x="81431" y="453396"/>
                  </a:lnTo>
                  <a:lnTo>
                    <a:pt x="74466" y="454926"/>
                  </a:lnTo>
                  <a:lnTo>
                    <a:pt x="68637" y="456206"/>
                  </a:lnTo>
                  <a:lnTo>
                    <a:pt x="33072" y="464013"/>
                  </a:lnTo>
                  <a:lnTo>
                    <a:pt x="27663" y="437418"/>
                  </a:lnTo>
                  <a:lnTo>
                    <a:pt x="21612" y="407673"/>
                  </a:lnTo>
                  <a:lnTo>
                    <a:pt x="2881" y="315495"/>
                  </a:lnTo>
                  <a:lnTo>
                    <a:pt x="1380" y="306274"/>
                  </a:lnTo>
                  <a:lnTo>
                    <a:pt x="261" y="299402"/>
                  </a:lnTo>
                  <a:lnTo>
                    <a:pt x="0" y="297798"/>
                  </a:lnTo>
                  <a:lnTo>
                    <a:pt x="16035" y="294548"/>
                  </a:lnTo>
                  <a:lnTo>
                    <a:pt x="20384" y="293350"/>
                  </a:lnTo>
                  <a:lnTo>
                    <a:pt x="26798" y="291446"/>
                  </a:lnTo>
                  <a:lnTo>
                    <a:pt x="32177" y="289850"/>
                  </a:lnTo>
                  <a:lnTo>
                    <a:pt x="34157" y="289263"/>
                  </a:lnTo>
                  <a:lnTo>
                    <a:pt x="36763" y="288108"/>
                  </a:lnTo>
                  <a:lnTo>
                    <a:pt x="38133" y="287501"/>
                  </a:lnTo>
                  <a:lnTo>
                    <a:pt x="42246" y="286120"/>
                  </a:lnTo>
                  <a:lnTo>
                    <a:pt x="43450" y="285716"/>
                  </a:lnTo>
                  <a:lnTo>
                    <a:pt x="48540" y="282964"/>
                  </a:lnTo>
                  <a:lnTo>
                    <a:pt x="52203" y="280983"/>
                  </a:lnTo>
                  <a:lnTo>
                    <a:pt x="55213" y="279355"/>
                  </a:lnTo>
                  <a:lnTo>
                    <a:pt x="67656" y="271493"/>
                  </a:lnTo>
                  <a:lnTo>
                    <a:pt x="80021" y="259671"/>
                  </a:lnTo>
                  <a:lnTo>
                    <a:pt x="81683" y="258082"/>
                  </a:lnTo>
                  <a:lnTo>
                    <a:pt x="98506" y="236085"/>
                  </a:lnTo>
                  <a:lnTo>
                    <a:pt x="106396" y="241629"/>
                  </a:lnTo>
                  <a:lnTo>
                    <a:pt x="111143" y="244965"/>
                  </a:lnTo>
                  <a:lnTo>
                    <a:pt x="127422" y="254752"/>
                  </a:lnTo>
                  <a:lnTo>
                    <a:pt x="128972" y="255684"/>
                  </a:lnTo>
                  <a:lnTo>
                    <a:pt x="129252" y="255852"/>
                  </a:lnTo>
                  <a:lnTo>
                    <a:pt x="131036" y="256925"/>
                  </a:lnTo>
                  <a:lnTo>
                    <a:pt x="131284" y="257074"/>
                  </a:lnTo>
                  <a:lnTo>
                    <a:pt x="191838" y="278064"/>
                  </a:lnTo>
                  <a:lnTo>
                    <a:pt x="199782" y="254752"/>
                  </a:lnTo>
                  <a:lnTo>
                    <a:pt x="200877" y="251537"/>
                  </a:lnTo>
                  <a:lnTo>
                    <a:pt x="204631" y="240523"/>
                  </a:lnTo>
                  <a:lnTo>
                    <a:pt x="214649" y="210465"/>
                  </a:lnTo>
                  <a:lnTo>
                    <a:pt x="216563" y="204760"/>
                  </a:lnTo>
                  <a:lnTo>
                    <a:pt x="226867" y="174049"/>
                  </a:lnTo>
                  <a:lnTo>
                    <a:pt x="238773" y="138563"/>
                  </a:lnTo>
                  <a:lnTo>
                    <a:pt x="238951" y="138043"/>
                  </a:lnTo>
                  <a:lnTo>
                    <a:pt x="239134" y="137508"/>
                  </a:lnTo>
                  <a:lnTo>
                    <a:pt x="248180" y="111091"/>
                  </a:lnTo>
                  <a:lnTo>
                    <a:pt x="248470" y="110217"/>
                  </a:lnTo>
                  <a:lnTo>
                    <a:pt x="248689" y="109557"/>
                  </a:lnTo>
                  <a:lnTo>
                    <a:pt x="255511" y="88993"/>
                  </a:lnTo>
                  <a:lnTo>
                    <a:pt x="260413" y="74215"/>
                  </a:lnTo>
                  <a:lnTo>
                    <a:pt x="274272" y="32438"/>
                  </a:lnTo>
                  <a:lnTo>
                    <a:pt x="274541" y="31628"/>
                  </a:lnTo>
                  <a:lnTo>
                    <a:pt x="285033" y="0"/>
                  </a:lnTo>
                  <a:lnTo>
                    <a:pt x="285888" y="298"/>
                  </a:lnTo>
                  <a:lnTo>
                    <a:pt x="311692" y="9299"/>
                  </a:lnTo>
                  <a:lnTo>
                    <a:pt x="313651" y="9766"/>
                  </a:lnTo>
                  <a:lnTo>
                    <a:pt x="320687" y="11444"/>
                  </a:lnTo>
                  <a:lnTo>
                    <a:pt x="321490" y="11570"/>
                  </a:lnTo>
                  <a:lnTo>
                    <a:pt x="328483" y="12670"/>
                  </a:lnTo>
                  <a:lnTo>
                    <a:pt x="340327" y="14202"/>
                  </a:lnTo>
                  <a:lnTo>
                    <a:pt x="354270" y="15275"/>
                  </a:lnTo>
                  <a:lnTo>
                    <a:pt x="368363" y="17267"/>
                  </a:lnTo>
                  <a:lnTo>
                    <a:pt x="370464" y="17684"/>
                  </a:lnTo>
                  <a:lnTo>
                    <a:pt x="372649" y="18119"/>
                  </a:lnTo>
                  <a:lnTo>
                    <a:pt x="373760" y="18339"/>
                  </a:lnTo>
                  <a:lnTo>
                    <a:pt x="389802" y="23549"/>
                  </a:lnTo>
                  <a:lnTo>
                    <a:pt x="390569" y="23817"/>
                  </a:lnTo>
                  <a:lnTo>
                    <a:pt x="392024" y="24193"/>
                  </a:lnTo>
                  <a:lnTo>
                    <a:pt x="393125" y="24582"/>
                  </a:lnTo>
                  <a:lnTo>
                    <a:pt x="395185" y="25309"/>
                  </a:lnTo>
                  <a:lnTo>
                    <a:pt x="395752" y="25510"/>
                  </a:lnTo>
                  <a:lnTo>
                    <a:pt x="402757" y="27983"/>
                  </a:lnTo>
                  <a:lnTo>
                    <a:pt x="409455" y="30348"/>
                  </a:lnTo>
                  <a:lnTo>
                    <a:pt x="419055" y="33528"/>
                  </a:lnTo>
                  <a:lnTo>
                    <a:pt x="420949" y="34156"/>
                  </a:lnTo>
                  <a:lnTo>
                    <a:pt x="421927" y="34480"/>
                  </a:lnTo>
                  <a:lnTo>
                    <a:pt x="472775" y="5132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26"/>
            <p:cNvSpPr/>
            <p:nvPr/>
          </p:nvSpPr>
          <p:spPr>
            <a:xfrm>
              <a:off x="4489091" y="5406890"/>
              <a:ext cx="340605" cy="641925"/>
            </a:xfrm>
            <a:custGeom>
              <a:avLst/>
              <a:pathLst>
                <a:path w="340605" h="641925">
                  <a:moveTo>
                    <a:pt x="159962" y="629184"/>
                  </a:moveTo>
                  <a:lnTo>
                    <a:pt x="155808" y="641925"/>
                  </a:lnTo>
                  <a:lnTo>
                    <a:pt x="131283" y="634696"/>
                  </a:lnTo>
                  <a:lnTo>
                    <a:pt x="129005" y="622193"/>
                  </a:lnTo>
                  <a:lnTo>
                    <a:pt x="98803" y="481118"/>
                  </a:lnTo>
                  <a:lnTo>
                    <a:pt x="93930" y="458619"/>
                  </a:lnTo>
                  <a:lnTo>
                    <a:pt x="73573" y="364631"/>
                  </a:lnTo>
                  <a:lnTo>
                    <a:pt x="36890" y="201419"/>
                  </a:lnTo>
                  <a:lnTo>
                    <a:pt x="16190" y="108579"/>
                  </a:lnTo>
                  <a:lnTo>
                    <a:pt x="0" y="33556"/>
                  </a:lnTo>
                  <a:lnTo>
                    <a:pt x="35560" y="25723"/>
                  </a:lnTo>
                  <a:lnTo>
                    <a:pt x="41389" y="24443"/>
                  </a:lnTo>
                  <a:lnTo>
                    <a:pt x="48354" y="22914"/>
                  </a:lnTo>
                  <a:lnTo>
                    <a:pt x="56257" y="21178"/>
                  </a:lnTo>
                  <a:lnTo>
                    <a:pt x="57493" y="20907"/>
                  </a:lnTo>
                  <a:lnTo>
                    <a:pt x="81550" y="15739"/>
                  </a:lnTo>
                  <a:lnTo>
                    <a:pt x="106246" y="10449"/>
                  </a:lnTo>
                  <a:lnTo>
                    <a:pt x="131122" y="5182"/>
                  </a:lnTo>
                  <a:lnTo>
                    <a:pt x="141198" y="3146"/>
                  </a:lnTo>
                  <a:lnTo>
                    <a:pt x="142148" y="2954"/>
                  </a:lnTo>
                  <a:lnTo>
                    <a:pt x="142648" y="2853"/>
                  </a:lnTo>
                  <a:lnTo>
                    <a:pt x="156772" y="0"/>
                  </a:lnTo>
                  <a:lnTo>
                    <a:pt x="188195" y="1625"/>
                  </a:lnTo>
                  <a:lnTo>
                    <a:pt x="201218" y="8487"/>
                  </a:lnTo>
                  <a:lnTo>
                    <a:pt x="204277" y="10099"/>
                  </a:lnTo>
                  <a:lnTo>
                    <a:pt x="206964" y="11516"/>
                  </a:lnTo>
                  <a:lnTo>
                    <a:pt x="220281" y="18534"/>
                  </a:lnTo>
                  <a:lnTo>
                    <a:pt x="229799" y="23550"/>
                  </a:lnTo>
                  <a:lnTo>
                    <a:pt x="251015" y="36332"/>
                  </a:lnTo>
                  <a:lnTo>
                    <a:pt x="272104" y="49129"/>
                  </a:lnTo>
                  <a:lnTo>
                    <a:pt x="292651" y="61472"/>
                  </a:lnTo>
                  <a:lnTo>
                    <a:pt x="312924" y="73775"/>
                  </a:lnTo>
                  <a:lnTo>
                    <a:pt x="340409" y="90356"/>
                  </a:lnTo>
                  <a:lnTo>
                    <a:pt x="340605" y="90474"/>
                  </a:lnTo>
                  <a:lnTo>
                    <a:pt x="339487" y="92374"/>
                  </a:lnTo>
                  <a:lnTo>
                    <a:pt x="299784" y="159854"/>
                  </a:lnTo>
                  <a:lnTo>
                    <a:pt x="288072" y="179064"/>
                  </a:lnTo>
                  <a:lnTo>
                    <a:pt x="287029" y="180775"/>
                  </a:lnTo>
                  <a:lnTo>
                    <a:pt x="275445" y="200083"/>
                  </a:lnTo>
                  <a:lnTo>
                    <a:pt x="274347" y="201903"/>
                  </a:lnTo>
                  <a:lnTo>
                    <a:pt x="272148" y="205548"/>
                  </a:lnTo>
                  <a:lnTo>
                    <a:pt x="267515" y="214109"/>
                  </a:lnTo>
                  <a:lnTo>
                    <a:pt x="265472" y="219240"/>
                  </a:lnTo>
                  <a:lnTo>
                    <a:pt x="264396" y="221941"/>
                  </a:lnTo>
                  <a:lnTo>
                    <a:pt x="262617" y="228020"/>
                  </a:lnTo>
                  <a:lnTo>
                    <a:pt x="262356" y="228915"/>
                  </a:lnTo>
                  <a:lnTo>
                    <a:pt x="261545" y="231686"/>
                  </a:lnTo>
                  <a:lnTo>
                    <a:pt x="260119" y="239519"/>
                  </a:lnTo>
                  <a:lnTo>
                    <a:pt x="259584" y="246805"/>
                  </a:lnTo>
                  <a:lnTo>
                    <a:pt x="259406" y="257096"/>
                  </a:lnTo>
                  <a:lnTo>
                    <a:pt x="259415" y="257294"/>
                  </a:lnTo>
                  <a:lnTo>
                    <a:pt x="259601" y="261583"/>
                  </a:lnTo>
                  <a:lnTo>
                    <a:pt x="259903" y="268543"/>
                  </a:lnTo>
                  <a:lnTo>
                    <a:pt x="260096" y="272992"/>
                  </a:lnTo>
                  <a:lnTo>
                    <a:pt x="260130" y="273797"/>
                  </a:lnTo>
                  <a:lnTo>
                    <a:pt x="260349" y="278831"/>
                  </a:lnTo>
                  <a:lnTo>
                    <a:pt x="260811" y="307997"/>
                  </a:lnTo>
                  <a:lnTo>
                    <a:pt x="260823" y="308755"/>
                  </a:lnTo>
                  <a:lnTo>
                    <a:pt x="260833" y="309392"/>
                  </a:lnTo>
                  <a:lnTo>
                    <a:pt x="260865" y="310271"/>
                  </a:lnTo>
                  <a:lnTo>
                    <a:pt x="261254" y="320926"/>
                  </a:lnTo>
                  <a:lnTo>
                    <a:pt x="262156" y="339023"/>
                  </a:lnTo>
                  <a:lnTo>
                    <a:pt x="262353" y="342965"/>
                  </a:lnTo>
                  <a:lnTo>
                    <a:pt x="262513" y="346494"/>
                  </a:lnTo>
                  <a:lnTo>
                    <a:pt x="263177" y="361073"/>
                  </a:lnTo>
                  <a:lnTo>
                    <a:pt x="263244" y="364097"/>
                  </a:lnTo>
                  <a:lnTo>
                    <a:pt x="263383" y="370352"/>
                  </a:lnTo>
                  <a:lnTo>
                    <a:pt x="263547" y="377741"/>
                  </a:lnTo>
                  <a:lnTo>
                    <a:pt x="263589" y="379603"/>
                  </a:lnTo>
                  <a:lnTo>
                    <a:pt x="262885" y="394124"/>
                  </a:lnTo>
                  <a:lnTo>
                    <a:pt x="262051" y="404973"/>
                  </a:lnTo>
                  <a:lnTo>
                    <a:pt x="260625" y="414541"/>
                  </a:lnTo>
                  <a:lnTo>
                    <a:pt x="260307" y="416674"/>
                  </a:lnTo>
                  <a:lnTo>
                    <a:pt x="259565" y="419965"/>
                  </a:lnTo>
                  <a:lnTo>
                    <a:pt x="257271" y="430138"/>
                  </a:lnTo>
                  <a:lnTo>
                    <a:pt x="254662" y="440245"/>
                  </a:lnTo>
                  <a:lnTo>
                    <a:pt x="252931" y="446301"/>
                  </a:lnTo>
                  <a:lnTo>
                    <a:pt x="251091" y="452739"/>
                  </a:lnTo>
                  <a:lnTo>
                    <a:pt x="250624" y="454149"/>
                  </a:lnTo>
                  <a:lnTo>
                    <a:pt x="249429" y="457764"/>
                  </a:lnTo>
                  <a:lnTo>
                    <a:pt x="247763" y="462785"/>
                  </a:lnTo>
                  <a:lnTo>
                    <a:pt x="240733" y="480408"/>
                  </a:lnTo>
                  <a:lnTo>
                    <a:pt x="240515" y="480954"/>
                  </a:lnTo>
                  <a:lnTo>
                    <a:pt x="236069" y="490928"/>
                  </a:lnTo>
                  <a:lnTo>
                    <a:pt x="235571" y="492044"/>
                  </a:lnTo>
                  <a:lnTo>
                    <a:pt x="231768" y="499589"/>
                  </a:lnTo>
                  <a:lnTo>
                    <a:pt x="230901" y="501309"/>
                  </a:lnTo>
                  <a:lnTo>
                    <a:pt x="224858" y="511837"/>
                  </a:lnTo>
                  <a:lnTo>
                    <a:pt x="217268" y="524767"/>
                  </a:lnTo>
                  <a:lnTo>
                    <a:pt x="210025" y="537105"/>
                  </a:lnTo>
                  <a:lnTo>
                    <a:pt x="209265" y="538373"/>
                  </a:lnTo>
                  <a:lnTo>
                    <a:pt x="201547" y="551243"/>
                  </a:lnTo>
                  <a:lnTo>
                    <a:pt x="191118" y="568635"/>
                  </a:lnTo>
                  <a:lnTo>
                    <a:pt x="189991" y="570514"/>
                  </a:lnTo>
                  <a:lnTo>
                    <a:pt x="182639" y="582611"/>
                  </a:lnTo>
                  <a:lnTo>
                    <a:pt x="177708" y="590726"/>
                  </a:lnTo>
                  <a:lnTo>
                    <a:pt x="170651" y="603296"/>
                  </a:lnTo>
                  <a:lnTo>
                    <a:pt x="164202" y="616722"/>
                  </a:lnTo>
                  <a:lnTo>
                    <a:pt x="162795" y="620754"/>
                  </a:lnTo>
                  <a:lnTo>
                    <a:pt x="161501" y="624463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27"/>
            <p:cNvSpPr/>
            <p:nvPr/>
          </p:nvSpPr>
          <p:spPr>
            <a:xfrm>
              <a:off x="5819684" y="3729003"/>
              <a:ext cx="151792" cy="401613"/>
            </a:xfrm>
            <a:custGeom>
              <a:avLst/>
              <a:pathLst>
                <a:path w="151792" h="401613">
                  <a:moveTo>
                    <a:pt x="59046" y="4721"/>
                  </a:moveTo>
                  <a:lnTo>
                    <a:pt x="73680" y="3137"/>
                  </a:lnTo>
                  <a:lnTo>
                    <a:pt x="79694" y="37308"/>
                  </a:lnTo>
                  <a:lnTo>
                    <a:pt x="66049" y="44388"/>
                  </a:lnTo>
                  <a:lnTo>
                    <a:pt x="67185" y="61133"/>
                  </a:lnTo>
                  <a:lnTo>
                    <a:pt x="45612" y="127100"/>
                  </a:lnTo>
                  <a:lnTo>
                    <a:pt x="53028" y="126701"/>
                  </a:lnTo>
                  <a:lnTo>
                    <a:pt x="67940" y="158347"/>
                  </a:lnTo>
                  <a:lnTo>
                    <a:pt x="72013" y="156617"/>
                  </a:lnTo>
                  <a:lnTo>
                    <a:pt x="93506" y="163712"/>
                  </a:lnTo>
                  <a:lnTo>
                    <a:pt x="115990" y="192255"/>
                  </a:lnTo>
                  <a:lnTo>
                    <a:pt x="145138" y="219463"/>
                  </a:lnTo>
                  <a:lnTo>
                    <a:pt x="151792" y="255041"/>
                  </a:lnTo>
                  <a:lnTo>
                    <a:pt x="150925" y="340627"/>
                  </a:lnTo>
                  <a:lnTo>
                    <a:pt x="122806" y="389001"/>
                  </a:lnTo>
                  <a:lnTo>
                    <a:pt x="98335" y="382013"/>
                  </a:lnTo>
                  <a:lnTo>
                    <a:pt x="95597" y="397195"/>
                  </a:lnTo>
                  <a:lnTo>
                    <a:pt x="77464" y="388492"/>
                  </a:lnTo>
                  <a:lnTo>
                    <a:pt x="77267" y="401613"/>
                  </a:lnTo>
                  <a:lnTo>
                    <a:pt x="73463" y="400875"/>
                  </a:lnTo>
                  <a:lnTo>
                    <a:pt x="64172" y="391070"/>
                  </a:lnTo>
                  <a:lnTo>
                    <a:pt x="52597" y="388439"/>
                  </a:lnTo>
                  <a:lnTo>
                    <a:pt x="52963" y="385609"/>
                  </a:lnTo>
                  <a:lnTo>
                    <a:pt x="53462" y="383294"/>
                  </a:lnTo>
                  <a:lnTo>
                    <a:pt x="55527" y="373717"/>
                  </a:lnTo>
                  <a:lnTo>
                    <a:pt x="55967" y="371675"/>
                  </a:lnTo>
                  <a:lnTo>
                    <a:pt x="68460" y="374121"/>
                  </a:lnTo>
                  <a:lnTo>
                    <a:pt x="77658" y="376982"/>
                  </a:lnTo>
                  <a:lnTo>
                    <a:pt x="89616" y="380703"/>
                  </a:lnTo>
                  <a:lnTo>
                    <a:pt x="94400" y="375129"/>
                  </a:lnTo>
                  <a:lnTo>
                    <a:pt x="85896" y="370053"/>
                  </a:lnTo>
                  <a:lnTo>
                    <a:pt x="80811" y="367018"/>
                  </a:lnTo>
                  <a:lnTo>
                    <a:pt x="92048" y="355747"/>
                  </a:lnTo>
                  <a:lnTo>
                    <a:pt x="94116" y="349974"/>
                  </a:lnTo>
                  <a:lnTo>
                    <a:pt x="97817" y="339643"/>
                  </a:lnTo>
                  <a:lnTo>
                    <a:pt x="97155" y="332511"/>
                  </a:lnTo>
                  <a:lnTo>
                    <a:pt x="96504" y="325488"/>
                  </a:lnTo>
                  <a:lnTo>
                    <a:pt x="97469" y="320700"/>
                  </a:lnTo>
                  <a:lnTo>
                    <a:pt x="98439" y="307532"/>
                  </a:lnTo>
                  <a:lnTo>
                    <a:pt x="98324" y="293364"/>
                  </a:lnTo>
                  <a:lnTo>
                    <a:pt x="98302" y="290624"/>
                  </a:lnTo>
                  <a:lnTo>
                    <a:pt x="98279" y="287798"/>
                  </a:lnTo>
                  <a:lnTo>
                    <a:pt x="98172" y="286012"/>
                  </a:lnTo>
                  <a:lnTo>
                    <a:pt x="97328" y="271877"/>
                  </a:lnTo>
                  <a:lnTo>
                    <a:pt x="96801" y="256806"/>
                  </a:lnTo>
                  <a:lnTo>
                    <a:pt x="96728" y="254727"/>
                  </a:lnTo>
                  <a:lnTo>
                    <a:pt x="96445" y="251775"/>
                  </a:lnTo>
                  <a:lnTo>
                    <a:pt x="95182" y="238599"/>
                  </a:lnTo>
                  <a:lnTo>
                    <a:pt x="93853" y="224373"/>
                  </a:lnTo>
                  <a:lnTo>
                    <a:pt x="93664" y="222353"/>
                  </a:lnTo>
                  <a:lnTo>
                    <a:pt x="92441" y="221607"/>
                  </a:lnTo>
                  <a:lnTo>
                    <a:pt x="87823" y="218791"/>
                  </a:lnTo>
                  <a:lnTo>
                    <a:pt x="84135" y="219132"/>
                  </a:lnTo>
                  <a:lnTo>
                    <a:pt x="83263" y="219213"/>
                  </a:lnTo>
                  <a:lnTo>
                    <a:pt x="62488" y="205092"/>
                  </a:lnTo>
                  <a:lnTo>
                    <a:pt x="57367" y="193849"/>
                  </a:lnTo>
                  <a:lnTo>
                    <a:pt x="57262" y="193618"/>
                  </a:lnTo>
                  <a:lnTo>
                    <a:pt x="56946" y="192924"/>
                  </a:lnTo>
                  <a:lnTo>
                    <a:pt x="55562" y="189886"/>
                  </a:lnTo>
                  <a:lnTo>
                    <a:pt x="53933" y="186848"/>
                  </a:lnTo>
                  <a:lnTo>
                    <a:pt x="49068" y="177777"/>
                  </a:lnTo>
                  <a:lnTo>
                    <a:pt x="48211" y="176179"/>
                  </a:lnTo>
                  <a:lnTo>
                    <a:pt x="47900" y="175599"/>
                  </a:lnTo>
                  <a:lnTo>
                    <a:pt x="42333" y="166804"/>
                  </a:lnTo>
                  <a:lnTo>
                    <a:pt x="39853" y="162885"/>
                  </a:lnTo>
                  <a:lnTo>
                    <a:pt x="34270" y="152638"/>
                  </a:lnTo>
                  <a:lnTo>
                    <a:pt x="29666" y="154723"/>
                  </a:lnTo>
                  <a:lnTo>
                    <a:pt x="13371" y="162103"/>
                  </a:lnTo>
                  <a:lnTo>
                    <a:pt x="10561" y="162871"/>
                  </a:lnTo>
                  <a:lnTo>
                    <a:pt x="9712" y="161256"/>
                  </a:lnTo>
                  <a:lnTo>
                    <a:pt x="9401" y="160665"/>
                  </a:lnTo>
                  <a:lnTo>
                    <a:pt x="3242" y="148763"/>
                  </a:lnTo>
                  <a:lnTo>
                    <a:pt x="681" y="140584"/>
                  </a:lnTo>
                  <a:lnTo>
                    <a:pt x="415" y="139737"/>
                  </a:lnTo>
                  <a:lnTo>
                    <a:pt x="70" y="138632"/>
                  </a:lnTo>
                  <a:lnTo>
                    <a:pt x="42" y="137078"/>
                  </a:lnTo>
                  <a:lnTo>
                    <a:pt x="0" y="134629"/>
                  </a:lnTo>
                  <a:lnTo>
                    <a:pt x="632" y="133642"/>
                  </a:lnTo>
                  <a:lnTo>
                    <a:pt x="3248" y="127436"/>
                  </a:lnTo>
                  <a:lnTo>
                    <a:pt x="6371" y="120025"/>
                  </a:lnTo>
                  <a:lnTo>
                    <a:pt x="6690" y="119268"/>
                  </a:lnTo>
                  <a:lnTo>
                    <a:pt x="9627" y="111497"/>
                  </a:lnTo>
                  <a:lnTo>
                    <a:pt x="12084" y="104997"/>
                  </a:lnTo>
                  <a:lnTo>
                    <a:pt x="12222" y="104631"/>
                  </a:lnTo>
                  <a:lnTo>
                    <a:pt x="18377" y="90185"/>
                  </a:lnTo>
                  <a:lnTo>
                    <a:pt x="24227" y="75427"/>
                  </a:lnTo>
                  <a:lnTo>
                    <a:pt x="24417" y="74946"/>
                  </a:lnTo>
                  <a:lnTo>
                    <a:pt x="30431" y="60693"/>
                  </a:lnTo>
                  <a:lnTo>
                    <a:pt x="30512" y="60500"/>
                  </a:lnTo>
                  <a:lnTo>
                    <a:pt x="34182" y="51302"/>
                  </a:lnTo>
                  <a:lnTo>
                    <a:pt x="34703" y="49997"/>
                  </a:lnTo>
                  <a:lnTo>
                    <a:pt x="18078" y="41981"/>
                  </a:lnTo>
                  <a:lnTo>
                    <a:pt x="5336" y="35837"/>
                  </a:lnTo>
                  <a:lnTo>
                    <a:pt x="4290" y="35333"/>
                  </a:lnTo>
                  <a:lnTo>
                    <a:pt x="6299" y="27376"/>
                  </a:lnTo>
                  <a:lnTo>
                    <a:pt x="13212" y="0"/>
                  </a:lnTo>
                  <a:lnTo>
                    <a:pt x="29106" y="1899"/>
                  </a:lnTo>
                  <a:lnTo>
                    <a:pt x="30489" y="2139"/>
                  </a:lnTo>
                  <a:lnTo>
                    <a:pt x="37580" y="3370"/>
                  </a:lnTo>
                  <a:lnTo>
                    <a:pt x="43869" y="4796"/>
                  </a:lnTo>
                  <a:lnTo>
                    <a:pt x="52101" y="6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28"/>
            <p:cNvSpPr/>
            <p:nvPr/>
          </p:nvSpPr>
          <p:spPr>
            <a:xfrm>
              <a:off x="6278051" y="3355056"/>
              <a:ext cx="106882" cy="106950"/>
            </a:xfrm>
            <a:custGeom>
              <a:avLst/>
              <a:pathLst>
                <a:path w="106882" h="106950">
                  <a:moveTo>
                    <a:pt x="4285" y="40284"/>
                  </a:moveTo>
                  <a:lnTo>
                    <a:pt x="4824" y="38865"/>
                  </a:lnTo>
                  <a:lnTo>
                    <a:pt x="17232" y="6202"/>
                  </a:lnTo>
                  <a:lnTo>
                    <a:pt x="18065" y="6164"/>
                  </a:lnTo>
                  <a:lnTo>
                    <a:pt x="18569" y="6141"/>
                  </a:lnTo>
                  <a:lnTo>
                    <a:pt x="21164" y="6023"/>
                  </a:lnTo>
                  <a:lnTo>
                    <a:pt x="37341" y="5287"/>
                  </a:lnTo>
                  <a:lnTo>
                    <a:pt x="43381" y="5287"/>
                  </a:lnTo>
                  <a:lnTo>
                    <a:pt x="46012" y="5287"/>
                  </a:lnTo>
                  <a:lnTo>
                    <a:pt x="47726" y="5287"/>
                  </a:lnTo>
                  <a:lnTo>
                    <a:pt x="62686" y="1014"/>
                  </a:lnTo>
                  <a:lnTo>
                    <a:pt x="65184" y="300"/>
                  </a:lnTo>
                  <a:lnTo>
                    <a:pt x="74185" y="20142"/>
                  </a:lnTo>
                  <a:lnTo>
                    <a:pt x="74369" y="20557"/>
                  </a:lnTo>
                  <a:lnTo>
                    <a:pt x="85603" y="19134"/>
                  </a:lnTo>
                  <a:lnTo>
                    <a:pt x="77040" y="1398"/>
                  </a:lnTo>
                  <a:lnTo>
                    <a:pt x="76690" y="672"/>
                  </a:lnTo>
                  <a:lnTo>
                    <a:pt x="81611" y="494"/>
                  </a:lnTo>
                  <a:lnTo>
                    <a:pt x="81979" y="464"/>
                  </a:lnTo>
                  <a:lnTo>
                    <a:pt x="84099" y="349"/>
                  </a:lnTo>
                  <a:lnTo>
                    <a:pt x="86517" y="96"/>
                  </a:lnTo>
                  <a:lnTo>
                    <a:pt x="87438" y="0"/>
                  </a:lnTo>
                  <a:lnTo>
                    <a:pt x="92034" y="9128"/>
                  </a:lnTo>
                  <a:lnTo>
                    <a:pt x="95626" y="16651"/>
                  </a:lnTo>
                  <a:lnTo>
                    <a:pt x="96030" y="17497"/>
                  </a:lnTo>
                  <a:lnTo>
                    <a:pt x="96222" y="17900"/>
                  </a:lnTo>
                  <a:lnTo>
                    <a:pt x="99570" y="17552"/>
                  </a:lnTo>
                  <a:lnTo>
                    <a:pt x="99899" y="17517"/>
                  </a:lnTo>
                  <a:lnTo>
                    <a:pt x="102122" y="17286"/>
                  </a:lnTo>
                  <a:lnTo>
                    <a:pt x="106597" y="21352"/>
                  </a:lnTo>
                  <a:lnTo>
                    <a:pt x="106639" y="23006"/>
                  </a:lnTo>
                  <a:lnTo>
                    <a:pt x="106882" y="32519"/>
                  </a:lnTo>
                  <a:lnTo>
                    <a:pt x="92712" y="39964"/>
                  </a:lnTo>
                  <a:lnTo>
                    <a:pt x="101036" y="58992"/>
                  </a:lnTo>
                  <a:lnTo>
                    <a:pt x="94469" y="76677"/>
                  </a:lnTo>
                  <a:lnTo>
                    <a:pt x="88564" y="92580"/>
                  </a:lnTo>
                  <a:lnTo>
                    <a:pt x="72488" y="85601"/>
                  </a:lnTo>
                  <a:lnTo>
                    <a:pt x="71004" y="86011"/>
                  </a:lnTo>
                  <a:lnTo>
                    <a:pt x="69498" y="86326"/>
                  </a:lnTo>
                  <a:lnTo>
                    <a:pt x="67976" y="86547"/>
                  </a:lnTo>
                  <a:lnTo>
                    <a:pt x="66444" y="86671"/>
                  </a:lnTo>
                  <a:lnTo>
                    <a:pt x="65159" y="86700"/>
                  </a:lnTo>
                  <a:lnTo>
                    <a:pt x="63874" y="86662"/>
                  </a:lnTo>
                  <a:lnTo>
                    <a:pt x="62313" y="86524"/>
                  </a:lnTo>
                  <a:lnTo>
                    <a:pt x="60370" y="86239"/>
                  </a:lnTo>
                  <a:lnTo>
                    <a:pt x="59747" y="86218"/>
                  </a:lnTo>
                  <a:lnTo>
                    <a:pt x="59124" y="86260"/>
                  </a:lnTo>
                  <a:lnTo>
                    <a:pt x="58285" y="86420"/>
                  </a:lnTo>
                  <a:lnTo>
                    <a:pt x="57475" y="86694"/>
                  </a:lnTo>
                  <a:lnTo>
                    <a:pt x="56708" y="87078"/>
                  </a:lnTo>
                  <a:lnTo>
                    <a:pt x="56000" y="87565"/>
                  </a:lnTo>
                  <a:lnTo>
                    <a:pt x="55571" y="87938"/>
                  </a:lnTo>
                  <a:lnTo>
                    <a:pt x="55176" y="88348"/>
                  </a:lnTo>
                  <a:lnTo>
                    <a:pt x="54819" y="88793"/>
                  </a:lnTo>
                  <a:lnTo>
                    <a:pt x="54502" y="89269"/>
                  </a:lnTo>
                  <a:lnTo>
                    <a:pt x="52097" y="94034"/>
                  </a:lnTo>
                  <a:lnTo>
                    <a:pt x="49157" y="103825"/>
                  </a:lnTo>
                  <a:lnTo>
                    <a:pt x="48933" y="104301"/>
                  </a:lnTo>
                  <a:lnTo>
                    <a:pt x="48661" y="104754"/>
                  </a:lnTo>
                  <a:lnTo>
                    <a:pt x="48343" y="105175"/>
                  </a:lnTo>
                  <a:lnTo>
                    <a:pt x="47985" y="105561"/>
                  </a:lnTo>
                  <a:lnTo>
                    <a:pt x="47589" y="105906"/>
                  </a:lnTo>
                  <a:lnTo>
                    <a:pt x="47161" y="106208"/>
                  </a:lnTo>
                  <a:lnTo>
                    <a:pt x="46704" y="106462"/>
                  </a:lnTo>
                  <a:lnTo>
                    <a:pt x="46223" y="106666"/>
                  </a:lnTo>
                  <a:lnTo>
                    <a:pt x="45725" y="106819"/>
                  </a:lnTo>
                  <a:lnTo>
                    <a:pt x="44895" y="106950"/>
                  </a:lnTo>
                  <a:lnTo>
                    <a:pt x="44056" y="106938"/>
                  </a:lnTo>
                  <a:lnTo>
                    <a:pt x="43230" y="106783"/>
                  </a:lnTo>
                  <a:lnTo>
                    <a:pt x="42442" y="106488"/>
                  </a:lnTo>
                  <a:lnTo>
                    <a:pt x="42039" y="106274"/>
                  </a:lnTo>
                  <a:lnTo>
                    <a:pt x="41657" y="106023"/>
                  </a:lnTo>
                  <a:lnTo>
                    <a:pt x="33602" y="100045"/>
                  </a:lnTo>
                  <a:lnTo>
                    <a:pt x="33327" y="99888"/>
                  </a:lnTo>
                  <a:lnTo>
                    <a:pt x="32591" y="99505"/>
                  </a:lnTo>
                  <a:lnTo>
                    <a:pt x="31837" y="99161"/>
                  </a:lnTo>
                  <a:lnTo>
                    <a:pt x="31067" y="98857"/>
                  </a:lnTo>
                  <a:lnTo>
                    <a:pt x="30282" y="98593"/>
                  </a:lnTo>
                  <a:lnTo>
                    <a:pt x="29486" y="98371"/>
                  </a:lnTo>
                  <a:lnTo>
                    <a:pt x="28679" y="98191"/>
                  </a:lnTo>
                  <a:lnTo>
                    <a:pt x="27864" y="98053"/>
                  </a:lnTo>
                  <a:lnTo>
                    <a:pt x="27044" y="97958"/>
                  </a:lnTo>
                  <a:lnTo>
                    <a:pt x="26218" y="97905"/>
                  </a:lnTo>
                  <a:lnTo>
                    <a:pt x="25390" y="97897"/>
                  </a:lnTo>
                  <a:lnTo>
                    <a:pt x="24563" y="97931"/>
                  </a:lnTo>
                  <a:lnTo>
                    <a:pt x="23739" y="98009"/>
                  </a:lnTo>
                  <a:lnTo>
                    <a:pt x="16345" y="99735"/>
                  </a:lnTo>
                  <a:lnTo>
                    <a:pt x="2560" y="102953"/>
                  </a:lnTo>
                  <a:lnTo>
                    <a:pt x="1132" y="76677"/>
                  </a:lnTo>
                  <a:lnTo>
                    <a:pt x="256" y="60564"/>
                  </a:lnTo>
                  <a:lnTo>
                    <a:pt x="0" y="55841"/>
                  </a:lnTo>
                  <a:lnTo>
                    <a:pt x="54" y="5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29"/>
            <p:cNvSpPr/>
            <p:nvPr/>
          </p:nvSpPr>
          <p:spPr>
            <a:xfrm>
              <a:off x="5427960" y="3552476"/>
              <a:ext cx="481645" cy="337679"/>
            </a:xfrm>
            <a:custGeom>
              <a:avLst/>
              <a:pathLst>
                <a:path w="481645" h="337679">
                  <a:moveTo>
                    <a:pt x="261980" y="276769"/>
                  </a:moveTo>
                  <a:lnTo>
                    <a:pt x="261498" y="276043"/>
                  </a:lnTo>
                  <a:lnTo>
                    <a:pt x="260186" y="274068"/>
                  </a:lnTo>
                  <a:lnTo>
                    <a:pt x="252799" y="270635"/>
                  </a:lnTo>
                  <a:lnTo>
                    <a:pt x="251195" y="269890"/>
                  </a:lnTo>
                  <a:lnTo>
                    <a:pt x="249307" y="270891"/>
                  </a:lnTo>
                  <a:lnTo>
                    <a:pt x="245818" y="268665"/>
                  </a:lnTo>
                  <a:lnTo>
                    <a:pt x="245573" y="268603"/>
                  </a:lnTo>
                  <a:lnTo>
                    <a:pt x="235944" y="266164"/>
                  </a:lnTo>
                  <a:lnTo>
                    <a:pt x="235986" y="265252"/>
                  </a:lnTo>
                  <a:lnTo>
                    <a:pt x="236032" y="264274"/>
                  </a:lnTo>
                  <a:lnTo>
                    <a:pt x="239711" y="262768"/>
                  </a:lnTo>
                  <a:lnTo>
                    <a:pt x="240273" y="262223"/>
                  </a:lnTo>
                  <a:lnTo>
                    <a:pt x="243854" y="258752"/>
                  </a:lnTo>
                  <a:lnTo>
                    <a:pt x="244681" y="257950"/>
                  </a:lnTo>
                  <a:lnTo>
                    <a:pt x="252026" y="250734"/>
                  </a:lnTo>
                  <a:lnTo>
                    <a:pt x="252795" y="249978"/>
                  </a:lnTo>
                  <a:lnTo>
                    <a:pt x="253496" y="249638"/>
                  </a:lnTo>
                  <a:lnTo>
                    <a:pt x="254331" y="249233"/>
                  </a:lnTo>
                  <a:lnTo>
                    <a:pt x="265585" y="243778"/>
                  </a:lnTo>
                  <a:lnTo>
                    <a:pt x="267077" y="242230"/>
                  </a:lnTo>
                  <a:lnTo>
                    <a:pt x="268564" y="240686"/>
                  </a:lnTo>
                  <a:lnTo>
                    <a:pt x="269478" y="239738"/>
                  </a:lnTo>
                  <a:lnTo>
                    <a:pt x="270305" y="238879"/>
                  </a:lnTo>
                  <a:lnTo>
                    <a:pt x="272592" y="234693"/>
                  </a:lnTo>
                  <a:lnTo>
                    <a:pt x="276432" y="222543"/>
                  </a:lnTo>
                  <a:lnTo>
                    <a:pt x="278988" y="215448"/>
                  </a:lnTo>
                  <a:lnTo>
                    <a:pt x="280293" y="211826"/>
                  </a:lnTo>
                  <a:lnTo>
                    <a:pt x="282036" y="206988"/>
                  </a:lnTo>
                  <a:lnTo>
                    <a:pt x="283130" y="203952"/>
                  </a:lnTo>
                  <a:lnTo>
                    <a:pt x="292278" y="178562"/>
                  </a:lnTo>
                  <a:lnTo>
                    <a:pt x="293513" y="175134"/>
                  </a:lnTo>
                  <a:lnTo>
                    <a:pt x="294091" y="173530"/>
                  </a:lnTo>
                  <a:lnTo>
                    <a:pt x="295064" y="170830"/>
                  </a:lnTo>
                  <a:lnTo>
                    <a:pt x="276039" y="163819"/>
                  </a:lnTo>
                  <a:lnTo>
                    <a:pt x="262350" y="158597"/>
                  </a:lnTo>
                  <a:lnTo>
                    <a:pt x="260935" y="157995"/>
                  </a:lnTo>
                  <a:lnTo>
                    <a:pt x="258740" y="157063"/>
                  </a:lnTo>
                  <a:lnTo>
                    <a:pt x="257999" y="156748"/>
                  </a:lnTo>
                  <a:lnTo>
                    <a:pt x="250970" y="163605"/>
                  </a:lnTo>
                  <a:lnTo>
                    <a:pt x="247249" y="163814"/>
                  </a:lnTo>
                  <a:lnTo>
                    <a:pt x="234919" y="159256"/>
                  </a:lnTo>
                  <a:lnTo>
                    <a:pt x="232089" y="158211"/>
                  </a:lnTo>
                  <a:lnTo>
                    <a:pt x="191435" y="143186"/>
                  </a:lnTo>
                  <a:lnTo>
                    <a:pt x="171812" y="135933"/>
                  </a:lnTo>
                  <a:lnTo>
                    <a:pt x="175270" y="131156"/>
                  </a:lnTo>
                  <a:lnTo>
                    <a:pt x="182958" y="118755"/>
                  </a:lnTo>
                  <a:lnTo>
                    <a:pt x="183543" y="117811"/>
                  </a:lnTo>
                  <a:lnTo>
                    <a:pt x="187903" y="110101"/>
                  </a:lnTo>
                  <a:lnTo>
                    <a:pt x="191503" y="98606"/>
                  </a:lnTo>
                  <a:lnTo>
                    <a:pt x="192053" y="96848"/>
                  </a:lnTo>
                  <a:lnTo>
                    <a:pt x="186181" y="103396"/>
                  </a:lnTo>
                  <a:lnTo>
                    <a:pt x="174937" y="115935"/>
                  </a:lnTo>
                  <a:lnTo>
                    <a:pt x="171458" y="119814"/>
                  </a:lnTo>
                  <a:lnTo>
                    <a:pt x="168611" y="122832"/>
                  </a:lnTo>
                  <a:lnTo>
                    <a:pt x="161057" y="130843"/>
                  </a:lnTo>
                  <a:lnTo>
                    <a:pt x="160816" y="131098"/>
                  </a:lnTo>
                  <a:lnTo>
                    <a:pt x="154664" y="135671"/>
                  </a:lnTo>
                  <a:lnTo>
                    <a:pt x="152679" y="137147"/>
                  </a:lnTo>
                  <a:lnTo>
                    <a:pt x="151792" y="137835"/>
                  </a:lnTo>
                  <a:lnTo>
                    <a:pt x="151426" y="138118"/>
                  </a:lnTo>
                  <a:lnTo>
                    <a:pt x="150123" y="139045"/>
                  </a:lnTo>
                  <a:lnTo>
                    <a:pt x="148755" y="139934"/>
                  </a:lnTo>
                  <a:lnTo>
                    <a:pt x="147352" y="140763"/>
                  </a:lnTo>
                  <a:lnTo>
                    <a:pt x="145915" y="141531"/>
                  </a:lnTo>
                  <a:lnTo>
                    <a:pt x="144448" y="142237"/>
                  </a:lnTo>
                  <a:lnTo>
                    <a:pt x="142216" y="143166"/>
                  </a:lnTo>
                  <a:lnTo>
                    <a:pt x="139932" y="143952"/>
                  </a:lnTo>
                  <a:lnTo>
                    <a:pt x="130033" y="145093"/>
                  </a:lnTo>
                  <a:lnTo>
                    <a:pt x="120638" y="144202"/>
                  </a:lnTo>
                  <a:lnTo>
                    <a:pt x="119563" y="143979"/>
                  </a:lnTo>
                  <a:lnTo>
                    <a:pt x="115239" y="143081"/>
                  </a:lnTo>
                  <a:lnTo>
                    <a:pt x="109870" y="141812"/>
                  </a:lnTo>
                  <a:lnTo>
                    <a:pt x="106670" y="140983"/>
                  </a:lnTo>
                  <a:lnTo>
                    <a:pt x="103484" y="140101"/>
                  </a:lnTo>
                  <a:lnTo>
                    <a:pt x="100312" y="139167"/>
                  </a:lnTo>
                  <a:lnTo>
                    <a:pt x="98866" y="138716"/>
                  </a:lnTo>
                  <a:lnTo>
                    <a:pt x="97154" y="138182"/>
                  </a:lnTo>
                  <a:lnTo>
                    <a:pt x="94013" y="137145"/>
                  </a:lnTo>
                  <a:lnTo>
                    <a:pt x="90888" y="136057"/>
                  </a:lnTo>
                  <a:lnTo>
                    <a:pt x="87780" y="134918"/>
                  </a:lnTo>
                  <a:lnTo>
                    <a:pt x="84691" y="133729"/>
                  </a:lnTo>
                  <a:lnTo>
                    <a:pt x="81510" y="132444"/>
                  </a:lnTo>
                  <a:lnTo>
                    <a:pt x="78350" y="131105"/>
                  </a:lnTo>
                  <a:lnTo>
                    <a:pt x="75212" y="129713"/>
                  </a:lnTo>
                  <a:lnTo>
                    <a:pt x="72097" y="128267"/>
                  </a:lnTo>
                  <a:lnTo>
                    <a:pt x="67391" y="125962"/>
                  </a:lnTo>
                  <a:lnTo>
                    <a:pt x="64907" y="124767"/>
                  </a:lnTo>
                  <a:lnTo>
                    <a:pt x="59775" y="122300"/>
                  </a:lnTo>
                  <a:lnTo>
                    <a:pt x="56652" y="120798"/>
                  </a:lnTo>
                  <a:lnTo>
                    <a:pt x="38087" y="111872"/>
                  </a:lnTo>
                  <a:lnTo>
                    <a:pt x="14658" y="100607"/>
                  </a:lnTo>
                  <a:lnTo>
                    <a:pt x="2771" y="94891"/>
                  </a:lnTo>
                  <a:lnTo>
                    <a:pt x="1679" y="94366"/>
                  </a:lnTo>
                  <a:lnTo>
                    <a:pt x="0" y="93559"/>
                  </a:lnTo>
                  <a:lnTo>
                    <a:pt x="111" y="93324"/>
                  </a:lnTo>
                  <a:lnTo>
                    <a:pt x="677" y="92133"/>
                  </a:lnTo>
                  <a:lnTo>
                    <a:pt x="15490" y="60962"/>
                  </a:lnTo>
                  <a:lnTo>
                    <a:pt x="18174" y="55315"/>
                  </a:lnTo>
                  <a:lnTo>
                    <a:pt x="18724" y="54029"/>
                  </a:lnTo>
                  <a:lnTo>
                    <a:pt x="19018" y="53340"/>
                  </a:lnTo>
                  <a:lnTo>
                    <a:pt x="22487" y="45227"/>
                  </a:lnTo>
                  <a:lnTo>
                    <a:pt x="22824" y="44441"/>
                  </a:lnTo>
                  <a:lnTo>
                    <a:pt x="23901" y="41922"/>
                  </a:lnTo>
                  <a:lnTo>
                    <a:pt x="26059" y="36875"/>
                  </a:lnTo>
                  <a:lnTo>
                    <a:pt x="34611" y="16387"/>
                  </a:lnTo>
                  <a:lnTo>
                    <a:pt x="35104" y="15176"/>
                  </a:lnTo>
                  <a:lnTo>
                    <a:pt x="35185" y="14978"/>
                  </a:lnTo>
                  <a:lnTo>
                    <a:pt x="35763" y="13560"/>
                  </a:lnTo>
                  <a:lnTo>
                    <a:pt x="38447" y="6968"/>
                  </a:lnTo>
                  <a:lnTo>
                    <a:pt x="40288" y="7483"/>
                  </a:lnTo>
                  <a:lnTo>
                    <a:pt x="51994" y="10759"/>
                  </a:lnTo>
                  <a:lnTo>
                    <a:pt x="62682" y="12306"/>
                  </a:lnTo>
                  <a:lnTo>
                    <a:pt x="63050" y="12359"/>
                  </a:lnTo>
                  <a:lnTo>
                    <a:pt x="101541" y="17931"/>
                  </a:lnTo>
                  <a:lnTo>
                    <a:pt x="102162" y="18004"/>
                  </a:lnTo>
                  <a:lnTo>
                    <a:pt x="120579" y="20167"/>
                  </a:lnTo>
                  <a:lnTo>
                    <a:pt x="150982" y="23736"/>
                  </a:lnTo>
                  <a:lnTo>
                    <a:pt x="228297" y="32814"/>
                  </a:lnTo>
                  <a:lnTo>
                    <a:pt x="228200" y="34684"/>
                  </a:lnTo>
                  <a:lnTo>
                    <a:pt x="239588" y="27017"/>
                  </a:lnTo>
                  <a:lnTo>
                    <a:pt x="249208" y="36304"/>
                  </a:lnTo>
                  <a:lnTo>
                    <a:pt x="261711" y="48373"/>
                  </a:lnTo>
                  <a:lnTo>
                    <a:pt x="273129" y="35578"/>
                  </a:lnTo>
                  <a:lnTo>
                    <a:pt x="273917" y="36465"/>
                  </a:lnTo>
                  <a:lnTo>
                    <a:pt x="286743" y="49380"/>
                  </a:lnTo>
                  <a:lnTo>
                    <a:pt x="304998" y="67760"/>
                  </a:lnTo>
                  <a:lnTo>
                    <a:pt x="304964" y="68793"/>
                  </a:lnTo>
                  <a:lnTo>
                    <a:pt x="313004" y="66522"/>
                  </a:lnTo>
                  <a:lnTo>
                    <a:pt x="317891" y="55140"/>
                  </a:lnTo>
                  <a:lnTo>
                    <a:pt x="319329" y="53838"/>
                  </a:lnTo>
                  <a:lnTo>
                    <a:pt x="314878" y="48113"/>
                  </a:lnTo>
                  <a:lnTo>
                    <a:pt x="303940" y="35918"/>
                  </a:lnTo>
                  <a:lnTo>
                    <a:pt x="303955" y="33830"/>
                  </a:lnTo>
                  <a:lnTo>
                    <a:pt x="307878" y="30401"/>
                  </a:lnTo>
                  <a:lnTo>
                    <a:pt x="318362" y="21309"/>
                  </a:lnTo>
                  <a:lnTo>
                    <a:pt x="326185" y="14525"/>
                  </a:lnTo>
                  <a:lnTo>
                    <a:pt x="334906" y="10816"/>
                  </a:lnTo>
                  <a:lnTo>
                    <a:pt x="340566" y="8409"/>
                  </a:lnTo>
                  <a:lnTo>
                    <a:pt x="348295" y="0"/>
                  </a:lnTo>
                  <a:lnTo>
                    <a:pt x="355854" y="1438"/>
                  </a:lnTo>
                  <a:lnTo>
                    <a:pt x="365527" y="11870"/>
                  </a:lnTo>
                  <a:lnTo>
                    <a:pt x="383953" y="31740"/>
                  </a:lnTo>
                  <a:lnTo>
                    <a:pt x="389394" y="25595"/>
                  </a:lnTo>
                  <a:lnTo>
                    <a:pt x="405170" y="30408"/>
                  </a:lnTo>
                  <a:lnTo>
                    <a:pt x="405949" y="30645"/>
                  </a:lnTo>
                  <a:lnTo>
                    <a:pt x="406432" y="31386"/>
                  </a:lnTo>
                  <a:lnTo>
                    <a:pt x="412510" y="40719"/>
                  </a:lnTo>
                  <a:lnTo>
                    <a:pt x="412891" y="42071"/>
                  </a:lnTo>
                  <a:lnTo>
                    <a:pt x="417207" y="36739"/>
                  </a:lnTo>
                  <a:lnTo>
                    <a:pt x="425900" y="45330"/>
                  </a:lnTo>
                  <a:lnTo>
                    <a:pt x="427508" y="46919"/>
                  </a:lnTo>
                  <a:lnTo>
                    <a:pt x="432478" y="51481"/>
                  </a:lnTo>
                  <a:lnTo>
                    <a:pt x="419787" y="57467"/>
                  </a:lnTo>
                  <a:lnTo>
                    <a:pt x="419487" y="57608"/>
                  </a:lnTo>
                  <a:lnTo>
                    <a:pt x="411733" y="61265"/>
                  </a:lnTo>
                  <a:lnTo>
                    <a:pt x="395512" y="73963"/>
                  </a:lnTo>
                  <a:lnTo>
                    <a:pt x="401384" y="79194"/>
                  </a:lnTo>
                  <a:lnTo>
                    <a:pt x="410430" y="87821"/>
                  </a:lnTo>
                  <a:lnTo>
                    <a:pt x="416622" y="95073"/>
                  </a:lnTo>
                  <a:lnTo>
                    <a:pt x="431828" y="84329"/>
                  </a:lnTo>
                  <a:lnTo>
                    <a:pt x="446777" y="102553"/>
                  </a:lnTo>
                  <a:lnTo>
                    <a:pt x="446445" y="103778"/>
                  </a:lnTo>
                  <a:lnTo>
                    <a:pt x="446173" y="105222"/>
                  </a:lnTo>
                  <a:lnTo>
                    <a:pt x="446015" y="106683"/>
                  </a:lnTo>
                  <a:lnTo>
                    <a:pt x="445972" y="108152"/>
                  </a:lnTo>
                  <a:lnTo>
                    <a:pt x="446043" y="109620"/>
                  </a:lnTo>
                  <a:lnTo>
                    <a:pt x="470093" y="117552"/>
                  </a:lnTo>
                  <a:lnTo>
                    <a:pt x="478988" y="122375"/>
                  </a:lnTo>
                  <a:lnTo>
                    <a:pt x="481645" y="124942"/>
                  </a:lnTo>
                  <a:lnTo>
                    <a:pt x="467060" y="148267"/>
                  </a:lnTo>
                  <a:lnTo>
                    <a:pt x="467526" y="151544"/>
                  </a:lnTo>
                  <a:lnTo>
                    <a:pt x="467848" y="153811"/>
                  </a:lnTo>
                  <a:lnTo>
                    <a:pt x="450770" y="181247"/>
                  </a:lnTo>
                  <a:lnTo>
                    <a:pt x="443825" y="183190"/>
                  </a:lnTo>
                  <a:lnTo>
                    <a:pt x="435593" y="181323"/>
                  </a:lnTo>
                  <a:lnTo>
                    <a:pt x="429304" y="179896"/>
                  </a:lnTo>
                  <a:lnTo>
                    <a:pt x="422214" y="178665"/>
                  </a:lnTo>
                  <a:lnTo>
                    <a:pt x="420830" y="178425"/>
                  </a:lnTo>
                  <a:lnTo>
                    <a:pt x="404936" y="176526"/>
                  </a:lnTo>
                  <a:lnTo>
                    <a:pt x="398023" y="203903"/>
                  </a:lnTo>
                  <a:lnTo>
                    <a:pt x="396014" y="211859"/>
                  </a:lnTo>
                  <a:lnTo>
                    <a:pt x="397060" y="212363"/>
                  </a:lnTo>
                  <a:lnTo>
                    <a:pt x="409802" y="218507"/>
                  </a:lnTo>
                  <a:lnTo>
                    <a:pt x="426427" y="226523"/>
                  </a:lnTo>
                  <a:lnTo>
                    <a:pt x="425906" y="227828"/>
                  </a:lnTo>
                  <a:lnTo>
                    <a:pt x="422236" y="237026"/>
                  </a:lnTo>
                  <a:lnTo>
                    <a:pt x="422155" y="237219"/>
                  </a:lnTo>
                  <a:lnTo>
                    <a:pt x="416141" y="251473"/>
                  </a:lnTo>
                  <a:lnTo>
                    <a:pt x="415951" y="251953"/>
                  </a:lnTo>
                  <a:lnTo>
                    <a:pt x="410101" y="266711"/>
                  </a:lnTo>
                  <a:lnTo>
                    <a:pt x="403946" y="281157"/>
                  </a:lnTo>
                  <a:lnTo>
                    <a:pt x="403808" y="281523"/>
                  </a:lnTo>
                  <a:lnTo>
                    <a:pt x="401351" y="288023"/>
                  </a:lnTo>
                  <a:lnTo>
                    <a:pt x="398414" y="295794"/>
                  </a:lnTo>
                  <a:lnTo>
                    <a:pt x="398095" y="296551"/>
                  </a:lnTo>
                  <a:lnTo>
                    <a:pt x="394972" y="303962"/>
                  </a:lnTo>
                  <a:lnTo>
                    <a:pt x="392356" y="310168"/>
                  </a:lnTo>
                  <a:lnTo>
                    <a:pt x="391724" y="311156"/>
                  </a:lnTo>
                  <a:lnTo>
                    <a:pt x="390315" y="313355"/>
                  </a:lnTo>
                  <a:lnTo>
                    <a:pt x="385998" y="321189"/>
                  </a:lnTo>
                  <a:lnTo>
                    <a:pt x="383920" y="324961"/>
                  </a:lnTo>
                  <a:lnTo>
                    <a:pt x="361827" y="324309"/>
                  </a:lnTo>
                  <a:lnTo>
                    <a:pt x="345126" y="335816"/>
                  </a:lnTo>
                  <a:lnTo>
                    <a:pt x="337243" y="326676"/>
                  </a:lnTo>
                  <a:lnTo>
                    <a:pt x="334089" y="328914"/>
                  </a:lnTo>
                  <a:lnTo>
                    <a:pt x="325539" y="333960"/>
                  </a:lnTo>
                  <a:lnTo>
                    <a:pt x="320308" y="337679"/>
                  </a:lnTo>
                  <a:lnTo>
                    <a:pt x="313044" y="326213"/>
                  </a:lnTo>
                  <a:lnTo>
                    <a:pt x="304812" y="328315"/>
                  </a:lnTo>
                  <a:lnTo>
                    <a:pt x="285520" y="315964"/>
                  </a:lnTo>
                  <a:lnTo>
                    <a:pt x="285691" y="314181"/>
                  </a:lnTo>
                  <a:lnTo>
                    <a:pt x="284268" y="306002"/>
                  </a:lnTo>
                  <a:lnTo>
                    <a:pt x="286610" y="296268"/>
                  </a:lnTo>
                  <a:lnTo>
                    <a:pt x="283932" y="294217"/>
                  </a:lnTo>
                  <a:lnTo>
                    <a:pt x="281229" y="292466"/>
                  </a:lnTo>
                  <a:lnTo>
                    <a:pt x="276960" y="289701"/>
                  </a:lnTo>
                  <a:lnTo>
                    <a:pt x="273826" y="287671"/>
                  </a:lnTo>
                  <a:lnTo>
                    <a:pt x="266581" y="282978"/>
                  </a:lnTo>
                  <a:lnTo>
                    <a:pt x="260752" y="279202"/>
                  </a:lnTo>
                  <a:lnTo>
                    <a:pt x="262630" y="277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30"/>
            <p:cNvSpPr/>
            <p:nvPr/>
          </p:nvSpPr>
          <p:spPr>
            <a:xfrm>
              <a:off x="5308144" y="3646036"/>
              <a:ext cx="293306" cy="300997"/>
            </a:xfrm>
            <a:custGeom>
              <a:avLst/>
              <a:pathLst>
                <a:path w="293306" h="300997">
                  <a:moveTo>
                    <a:pt x="263715" y="142534"/>
                  </a:moveTo>
                  <a:lnTo>
                    <a:pt x="266259" y="143657"/>
                  </a:lnTo>
                  <a:lnTo>
                    <a:pt x="272973" y="145117"/>
                  </a:lnTo>
                  <a:lnTo>
                    <a:pt x="272497" y="146413"/>
                  </a:lnTo>
                  <a:lnTo>
                    <a:pt x="272084" y="147540"/>
                  </a:lnTo>
                  <a:lnTo>
                    <a:pt x="269714" y="155656"/>
                  </a:lnTo>
                  <a:lnTo>
                    <a:pt x="269745" y="155919"/>
                  </a:lnTo>
                  <a:lnTo>
                    <a:pt x="271958" y="174698"/>
                  </a:lnTo>
                  <a:lnTo>
                    <a:pt x="272823" y="182043"/>
                  </a:lnTo>
                  <a:lnTo>
                    <a:pt x="273280" y="185920"/>
                  </a:lnTo>
                  <a:lnTo>
                    <a:pt x="273332" y="186078"/>
                  </a:lnTo>
                  <a:lnTo>
                    <a:pt x="276327" y="195139"/>
                  </a:lnTo>
                  <a:lnTo>
                    <a:pt x="281441" y="207208"/>
                  </a:lnTo>
                  <a:lnTo>
                    <a:pt x="286102" y="219469"/>
                  </a:lnTo>
                  <a:lnTo>
                    <a:pt x="287638" y="228001"/>
                  </a:lnTo>
                  <a:lnTo>
                    <a:pt x="287716" y="228431"/>
                  </a:lnTo>
                  <a:lnTo>
                    <a:pt x="291012" y="247914"/>
                  </a:lnTo>
                  <a:lnTo>
                    <a:pt x="291493" y="248828"/>
                  </a:lnTo>
                  <a:lnTo>
                    <a:pt x="291921" y="249769"/>
                  </a:lnTo>
                  <a:lnTo>
                    <a:pt x="292293" y="250734"/>
                  </a:lnTo>
                  <a:lnTo>
                    <a:pt x="292609" y="251721"/>
                  </a:lnTo>
                  <a:lnTo>
                    <a:pt x="292867" y="252724"/>
                  </a:lnTo>
                  <a:lnTo>
                    <a:pt x="293067" y="253742"/>
                  </a:lnTo>
                  <a:lnTo>
                    <a:pt x="293208" y="254769"/>
                  </a:lnTo>
                  <a:lnTo>
                    <a:pt x="293290" y="255804"/>
                  </a:lnTo>
                  <a:lnTo>
                    <a:pt x="293306" y="257135"/>
                  </a:lnTo>
                  <a:lnTo>
                    <a:pt x="293224" y="258464"/>
                  </a:lnTo>
                  <a:lnTo>
                    <a:pt x="293044" y="259783"/>
                  </a:lnTo>
                  <a:lnTo>
                    <a:pt x="292766" y="261084"/>
                  </a:lnTo>
                  <a:lnTo>
                    <a:pt x="292697" y="261348"/>
                  </a:lnTo>
                  <a:lnTo>
                    <a:pt x="289765" y="269766"/>
                  </a:lnTo>
                  <a:lnTo>
                    <a:pt x="272268" y="264266"/>
                  </a:lnTo>
                  <a:lnTo>
                    <a:pt x="267886" y="277842"/>
                  </a:lnTo>
                  <a:lnTo>
                    <a:pt x="262102" y="295760"/>
                  </a:lnTo>
                  <a:lnTo>
                    <a:pt x="260966" y="299279"/>
                  </a:lnTo>
                  <a:lnTo>
                    <a:pt x="260411" y="300997"/>
                  </a:lnTo>
                  <a:lnTo>
                    <a:pt x="220579" y="289933"/>
                  </a:lnTo>
                  <a:lnTo>
                    <a:pt x="219697" y="289687"/>
                  </a:lnTo>
                  <a:lnTo>
                    <a:pt x="218854" y="289451"/>
                  </a:lnTo>
                  <a:lnTo>
                    <a:pt x="217100" y="288961"/>
                  </a:lnTo>
                  <a:lnTo>
                    <a:pt x="171131" y="276109"/>
                  </a:lnTo>
                  <a:lnTo>
                    <a:pt x="170667" y="275979"/>
                  </a:lnTo>
                  <a:lnTo>
                    <a:pt x="121915" y="260397"/>
                  </a:lnTo>
                  <a:lnTo>
                    <a:pt x="109277" y="249558"/>
                  </a:lnTo>
                  <a:lnTo>
                    <a:pt x="94370" y="236771"/>
                  </a:lnTo>
                  <a:lnTo>
                    <a:pt x="93441" y="236192"/>
                  </a:lnTo>
                  <a:lnTo>
                    <a:pt x="91024" y="234684"/>
                  </a:lnTo>
                  <a:lnTo>
                    <a:pt x="89787" y="233912"/>
                  </a:lnTo>
                  <a:lnTo>
                    <a:pt x="89588" y="233787"/>
                  </a:lnTo>
                  <a:lnTo>
                    <a:pt x="81220" y="228566"/>
                  </a:lnTo>
                  <a:lnTo>
                    <a:pt x="67185" y="219175"/>
                  </a:lnTo>
                  <a:lnTo>
                    <a:pt x="46009" y="205006"/>
                  </a:lnTo>
                  <a:lnTo>
                    <a:pt x="25753" y="191454"/>
                  </a:lnTo>
                  <a:lnTo>
                    <a:pt x="12289" y="182445"/>
                  </a:lnTo>
                  <a:lnTo>
                    <a:pt x="2960" y="175715"/>
                  </a:lnTo>
                  <a:lnTo>
                    <a:pt x="1422" y="174606"/>
                  </a:lnTo>
                  <a:lnTo>
                    <a:pt x="0" y="173580"/>
                  </a:lnTo>
                  <a:lnTo>
                    <a:pt x="759" y="172681"/>
                  </a:lnTo>
                  <a:lnTo>
                    <a:pt x="7549" y="164648"/>
                  </a:lnTo>
                  <a:lnTo>
                    <a:pt x="11521" y="159949"/>
                  </a:lnTo>
                  <a:lnTo>
                    <a:pt x="20247" y="149626"/>
                  </a:lnTo>
                  <a:lnTo>
                    <a:pt x="20430" y="149409"/>
                  </a:lnTo>
                  <a:lnTo>
                    <a:pt x="22071" y="147468"/>
                  </a:lnTo>
                  <a:lnTo>
                    <a:pt x="29711" y="138914"/>
                  </a:lnTo>
                  <a:lnTo>
                    <a:pt x="33320" y="134873"/>
                  </a:lnTo>
                  <a:lnTo>
                    <a:pt x="34670" y="133179"/>
                  </a:lnTo>
                  <a:lnTo>
                    <a:pt x="35278" y="132417"/>
                  </a:lnTo>
                  <a:lnTo>
                    <a:pt x="36930" y="130346"/>
                  </a:lnTo>
                  <a:lnTo>
                    <a:pt x="58482" y="104351"/>
                  </a:lnTo>
                  <a:lnTo>
                    <a:pt x="58912" y="103796"/>
                  </a:lnTo>
                  <a:lnTo>
                    <a:pt x="67254" y="93037"/>
                  </a:lnTo>
                  <a:lnTo>
                    <a:pt x="70557" y="88778"/>
                  </a:lnTo>
                  <a:lnTo>
                    <a:pt x="75170" y="82828"/>
                  </a:lnTo>
                  <a:lnTo>
                    <a:pt x="82138" y="72271"/>
                  </a:lnTo>
                  <a:lnTo>
                    <a:pt x="84195" y="69154"/>
                  </a:lnTo>
                  <a:lnTo>
                    <a:pt x="86301" y="65963"/>
                  </a:lnTo>
                  <a:lnTo>
                    <a:pt x="97826" y="44949"/>
                  </a:lnTo>
                  <a:lnTo>
                    <a:pt x="100180" y="40135"/>
                  </a:lnTo>
                  <a:lnTo>
                    <a:pt x="101930" y="36559"/>
                  </a:lnTo>
                  <a:lnTo>
                    <a:pt x="103414" y="33526"/>
                  </a:lnTo>
                  <a:lnTo>
                    <a:pt x="109052" y="22001"/>
                  </a:lnTo>
                  <a:lnTo>
                    <a:pt x="111666" y="16656"/>
                  </a:lnTo>
                  <a:lnTo>
                    <a:pt x="119815" y="0"/>
                  </a:lnTo>
                  <a:lnTo>
                    <a:pt x="121494" y="807"/>
                  </a:lnTo>
                  <a:lnTo>
                    <a:pt x="122586" y="1332"/>
                  </a:lnTo>
                  <a:lnTo>
                    <a:pt x="134474" y="7047"/>
                  </a:lnTo>
                  <a:lnTo>
                    <a:pt x="157902" y="18312"/>
                  </a:lnTo>
                  <a:lnTo>
                    <a:pt x="176467" y="27239"/>
                  </a:lnTo>
                  <a:lnTo>
                    <a:pt x="179590" y="28740"/>
                  </a:lnTo>
                  <a:lnTo>
                    <a:pt x="184723" y="31208"/>
                  </a:lnTo>
                  <a:lnTo>
                    <a:pt x="187206" y="32402"/>
                  </a:lnTo>
                  <a:lnTo>
                    <a:pt x="191912" y="34708"/>
                  </a:lnTo>
                  <a:lnTo>
                    <a:pt x="195027" y="36153"/>
                  </a:lnTo>
                  <a:lnTo>
                    <a:pt x="198165" y="37545"/>
                  </a:lnTo>
                  <a:lnTo>
                    <a:pt x="201325" y="38884"/>
                  </a:lnTo>
                  <a:lnTo>
                    <a:pt x="204506" y="40169"/>
                  </a:lnTo>
                  <a:lnTo>
                    <a:pt x="207595" y="41359"/>
                  </a:lnTo>
                  <a:lnTo>
                    <a:pt x="210703" y="42498"/>
                  </a:lnTo>
                  <a:lnTo>
                    <a:pt x="213828" y="43585"/>
                  </a:lnTo>
                  <a:lnTo>
                    <a:pt x="216969" y="44622"/>
                  </a:lnTo>
                  <a:lnTo>
                    <a:pt x="218681" y="45156"/>
                  </a:lnTo>
                  <a:lnTo>
                    <a:pt x="220127" y="45608"/>
                  </a:lnTo>
                  <a:lnTo>
                    <a:pt x="223299" y="46541"/>
                  </a:lnTo>
                  <a:lnTo>
                    <a:pt x="226486" y="47423"/>
                  </a:lnTo>
                  <a:lnTo>
                    <a:pt x="229686" y="48253"/>
                  </a:lnTo>
                  <a:lnTo>
                    <a:pt x="235054" y="49521"/>
                  </a:lnTo>
                  <a:lnTo>
                    <a:pt x="239477" y="50440"/>
                  </a:lnTo>
                  <a:lnTo>
                    <a:pt x="240453" y="50642"/>
                  </a:lnTo>
                  <a:lnTo>
                    <a:pt x="249848" y="51533"/>
                  </a:lnTo>
                  <a:lnTo>
                    <a:pt x="252661" y="52640"/>
                  </a:lnTo>
                  <a:lnTo>
                    <a:pt x="266649" y="58145"/>
                  </a:lnTo>
                  <a:lnTo>
                    <a:pt x="277187" y="62235"/>
                  </a:lnTo>
                  <a:lnTo>
                    <a:pt x="282813" y="64418"/>
                  </a:lnTo>
                  <a:lnTo>
                    <a:pt x="283072" y="64508"/>
                  </a:lnTo>
                  <a:lnTo>
                    <a:pt x="276680" y="81044"/>
                  </a:lnTo>
                  <a:lnTo>
                    <a:pt x="275205" y="84858"/>
                  </a:lnTo>
                  <a:lnTo>
                    <a:pt x="272965" y="90653"/>
                  </a:lnTo>
                  <a:lnTo>
                    <a:pt x="271343" y="94851"/>
                  </a:lnTo>
                  <a:lnTo>
                    <a:pt x="271150" y="95348"/>
                  </a:lnTo>
                  <a:lnTo>
                    <a:pt x="270650" y="96643"/>
                  </a:lnTo>
                  <a:lnTo>
                    <a:pt x="268521" y="102151"/>
                  </a:lnTo>
                  <a:lnTo>
                    <a:pt x="267286" y="105346"/>
                  </a:lnTo>
                  <a:lnTo>
                    <a:pt x="266955" y="106824"/>
                  </a:lnTo>
                  <a:lnTo>
                    <a:pt x="263985" y="120080"/>
                  </a:lnTo>
                  <a:lnTo>
                    <a:pt x="262796" y="127068"/>
                  </a:lnTo>
                  <a:lnTo>
                    <a:pt x="262771" y="127215"/>
                  </a:lnTo>
                  <a:lnTo>
                    <a:pt x="259509" y="139739"/>
                  </a:lnTo>
                  <a:lnTo>
                    <a:pt x="260988" y="141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31"/>
            <p:cNvSpPr/>
            <p:nvPr/>
          </p:nvSpPr>
          <p:spPr>
            <a:xfrm>
              <a:off x="5105886" y="3819616"/>
              <a:ext cx="422838" cy="401968"/>
            </a:xfrm>
            <a:custGeom>
              <a:avLst/>
              <a:pathLst>
                <a:path w="422838" h="401968">
                  <a:moveTo>
                    <a:pt x="374713" y="261198"/>
                  </a:moveTo>
                  <a:lnTo>
                    <a:pt x="370454" y="274200"/>
                  </a:lnTo>
                  <a:lnTo>
                    <a:pt x="370337" y="274566"/>
                  </a:lnTo>
                  <a:lnTo>
                    <a:pt x="369452" y="277334"/>
                  </a:lnTo>
                  <a:lnTo>
                    <a:pt x="367727" y="282727"/>
                  </a:lnTo>
                  <a:lnTo>
                    <a:pt x="364349" y="293291"/>
                  </a:lnTo>
                  <a:lnTo>
                    <a:pt x="362856" y="297960"/>
                  </a:lnTo>
                  <a:lnTo>
                    <a:pt x="362728" y="298359"/>
                  </a:lnTo>
                  <a:lnTo>
                    <a:pt x="361941" y="300665"/>
                  </a:lnTo>
                  <a:lnTo>
                    <a:pt x="358203" y="311609"/>
                  </a:lnTo>
                  <a:lnTo>
                    <a:pt x="356722" y="315948"/>
                  </a:lnTo>
                  <a:lnTo>
                    <a:pt x="355313" y="320074"/>
                  </a:lnTo>
                  <a:lnTo>
                    <a:pt x="355089" y="320730"/>
                  </a:lnTo>
                  <a:lnTo>
                    <a:pt x="355007" y="321169"/>
                  </a:lnTo>
                  <a:lnTo>
                    <a:pt x="350733" y="320039"/>
                  </a:lnTo>
                  <a:lnTo>
                    <a:pt x="333165" y="315393"/>
                  </a:lnTo>
                  <a:lnTo>
                    <a:pt x="307260" y="308541"/>
                  </a:lnTo>
                  <a:lnTo>
                    <a:pt x="306637" y="308377"/>
                  </a:lnTo>
                  <a:lnTo>
                    <a:pt x="306062" y="308224"/>
                  </a:lnTo>
                  <a:lnTo>
                    <a:pt x="282943" y="302567"/>
                  </a:lnTo>
                  <a:lnTo>
                    <a:pt x="274776" y="300569"/>
                  </a:lnTo>
                  <a:lnTo>
                    <a:pt x="272703" y="300062"/>
                  </a:lnTo>
                  <a:lnTo>
                    <a:pt x="258107" y="296491"/>
                  </a:lnTo>
                  <a:lnTo>
                    <a:pt x="257813" y="296419"/>
                  </a:lnTo>
                  <a:lnTo>
                    <a:pt x="220508" y="285965"/>
                  </a:lnTo>
                  <a:lnTo>
                    <a:pt x="215007" y="284423"/>
                  </a:lnTo>
                  <a:lnTo>
                    <a:pt x="214817" y="284370"/>
                  </a:lnTo>
                  <a:lnTo>
                    <a:pt x="203895" y="281310"/>
                  </a:lnTo>
                  <a:lnTo>
                    <a:pt x="169341" y="271627"/>
                  </a:lnTo>
                  <a:lnTo>
                    <a:pt x="168426" y="271370"/>
                  </a:lnTo>
                  <a:lnTo>
                    <a:pt x="168036" y="272835"/>
                  </a:lnTo>
                  <a:lnTo>
                    <a:pt x="162024" y="295428"/>
                  </a:lnTo>
                  <a:lnTo>
                    <a:pt x="156352" y="317922"/>
                  </a:lnTo>
                  <a:lnTo>
                    <a:pt x="154476" y="324413"/>
                  </a:lnTo>
                  <a:lnTo>
                    <a:pt x="153570" y="327546"/>
                  </a:lnTo>
                  <a:lnTo>
                    <a:pt x="153101" y="329168"/>
                  </a:lnTo>
                  <a:lnTo>
                    <a:pt x="152449" y="331581"/>
                  </a:lnTo>
                  <a:lnTo>
                    <a:pt x="150870" y="337423"/>
                  </a:lnTo>
                  <a:lnTo>
                    <a:pt x="148907" y="344686"/>
                  </a:lnTo>
                  <a:lnTo>
                    <a:pt x="146830" y="350807"/>
                  </a:lnTo>
                  <a:lnTo>
                    <a:pt x="145007" y="356180"/>
                  </a:lnTo>
                  <a:lnTo>
                    <a:pt x="142121" y="364687"/>
                  </a:lnTo>
                  <a:lnTo>
                    <a:pt x="139276" y="373072"/>
                  </a:lnTo>
                  <a:lnTo>
                    <a:pt x="139200" y="373318"/>
                  </a:lnTo>
                  <a:lnTo>
                    <a:pt x="139020" y="373909"/>
                  </a:lnTo>
                  <a:lnTo>
                    <a:pt x="134800" y="386646"/>
                  </a:lnTo>
                  <a:lnTo>
                    <a:pt x="133938" y="389249"/>
                  </a:lnTo>
                  <a:lnTo>
                    <a:pt x="133436" y="390764"/>
                  </a:lnTo>
                  <a:lnTo>
                    <a:pt x="132538" y="393312"/>
                  </a:lnTo>
                  <a:lnTo>
                    <a:pt x="132330" y="393423"/>
                  </a:lnTo>
                  <a:lnTo>
                    <a:pt x="131230" y="394004"/>
                  </a:lnTo>
                  <a:lnTo>
                    <a:pt x="125950" y="396797"/>
                  </a:lnTo>
                  <a:lnTo>
                    <a:pt x="119862" y="400018"/>
                  </a:lnTo>
                  <a:lnTo>
                    <a:pt x="118515" y="400660"/>
                  </a:lnTo>
                  <a:lnTo>
                    <a:pt x="117175" y="400928"/>
                  </a:lnTo>
                  <a:lnTo>
                    <a:pt x="116604" y="401042"/>
                  </a:lnTo>
                  <a:lnTo>
                    <a:pt x="114682" y="401426"/>
                  </a:lnTo>
                  <a:lnTo>
                    <a:pt x="114004" y="401562"/>
                  </a:lnTo>
                  <a:lnTo>
                    <a:pt x="112290" y="401904"/>
                  </a:lnTo>
                  <a:lnTo>
                    <a:pt x="109082" y="401934"/>
                  </a:lnTo>
                  <a:lnTo>
                    <a:pt x="105630" y="401965"/>
                  </a:lnTo>
                  <a:lnTo>
                    <a:pt x="104971" y="401968"/>
                  </a:lnTo>
                  <a:lnTo>
                    <a:pt x="104104" y="401906"/>
                  </a:lnTo>
                  <a:lnTo>
                    <a:pt x="95446" y="401286"/>
                  </a:lnTo>
                  <a:lnTo>
                    <a:pt x="93268" y="401130"/>
                  </a:lnTo>
                  <a:lnTo>
                    <a:pt x="72596" y="399651"/>
                  </a:lnTo>
                  <a:lnTo>
                    <a:pt x="67482" y="399285"/>
                  </a:lnTo>
                  <a:lnTo>
                    <a:pt x="65598" y="399150"/>
                  </a:lnTo>
                  <a:lnTo>
                    <a:pt x="64068" y="399041"/>
                  </a:lnTo>
                  <a:lnTo>
                    <a:pt x="62610" y="398937"/>
                  </a:lnTo>
                  <a:lnTo>
                    <a:pt x="40802" y="397376"/>
                  </a:lnTo>
                  <a:lnTo>
                    <a:pt x="33849" y="396879"/>
                  </a:lnTo>
                  <a:lnTo>
                    <a:pt x="14585" y="395501"/>
                  </a:lnTo>
                  <a:lnTo>
                    <a:pt x="7839" y="395018"/>
                  </a:lnTo>
                  <a:lnTo>
                    <a:pt x="5857" y="394876"/>
                  </a:lnTo>
                  <a:lnTo>
                    <a:pt x="3287" y="394692"/>
                  </a:lnTo>
                  <a:lnTo>
                    <a:pt x="2366" y="394626"/>
                  </a:lnTo>
                  <a:lnTo>
                    <a:pt x="1611" y="394572"/>
                  </a:lnTo>
                  <a:lnTo>
                    <a:pt x="0" y="394309"/>
                  </a:lnTo>
                  <a:lnTo>
                    <a:pt x="383" y="385396"/>
                  </a:lnTo>
                  <a:lnTo>
                    <a:pt x="635" y="379549"/>
                  </a:lnTo>
                  <a:lnTo>
                    <a:pt x="994" y="371198"/>
                  </a:lnTo>
                  <a:lnTo>
                    <a:pt x="1075" y="370257"/>
                  </a:lnTo>
                  <a:lnTo>
                    <a:pt x="1884" y="360863"/>
                  </a:lnTo>
                  <a:lnTo>
                    <a:pt x="2562" y="352995"/>
                  </a:lnTo>
                  <a:lnTo>
                    <a:pt x="4466" y="336164"/>
                  </a:lnTo>
                  <a:lnTo>
                    <a:pt x="5333" y="331144"/>
                  </a:lnTo>
                  <a:lnTo>
                    <a:pt x="7155" y="320594"/>
                  </a:lnTo>
                  <a:lnTo>
                    <a:pt x="9301" y="312052"/>
                  </a:lnTo>
                  <a:lnTo>
                    <a:pt x="11163" y="304643"/>
                  </a:lnTo>
                  <a:lnTo>
                    <a:pt x="12420" y="299642"/>
                  </a:lnTo>
                  <a:lnTo>
                    <a:pt x="14592" y="292363"/>
                  </a:lnTo>
                  <a:lnTo>
                    <a:pt x="15847" y="288160"/>
                  </a:lnTo>
                  <a:lnTo>
                    <a:pt x="16452" y="286132"/>
                  </a:lnTo>
                  <a:lnTo>
                    <a:pt x="20709" y="274569"/>
                  </a:lnTo>
                  <a:lnTo>
                    <a:pt x="22063" y="270970"/>
                  </a:lnTo>
                  <a:lnTo>
                    <a:pt x="25189" y="262662"/>
                  </a:lnTo>
                  <a:lnTo>
                    <a:pt x="25739" y="261548"/>
                  </a:lnTo>
                  <a:lnTo>
                    <a:pt x="30203" y="252493"/>
                  </a:lnTo>
                  <a:lnTo>
                    <a:pt x="36122" y="241361"/>
                  </a:lnTo>
                  <a:lnTo>
                    <a:pt x="36579" y="240501"/>
                  </a:lnTo>
                  <a:lnTo>
                    <a:pt x="39525" y="235714"/>
                  </a:lnTo>
                  <a:lnTo>
                    <a:pt x="43767" y="228821"/>
                  </a:lnTo>
                  <a:lnTo>
                    <a:pt x="46526" y="224339"/>
                  </a:lnTo>
                  <a:lnTo>
                    <a:pt x="57056" y="207564"/>
                  </a:lnTo>
                  <a:lnTo>
                    <a:pt x="58705" y="205161"/>
                  </a:lnTo>
                  <a:lnTo>
                    <a:pt x="59838" y="203510"/>
                  </a:lnTo>
                  <a:lnTo>
                    <a:pt x="61120" y="201643"/>
                  </a:lnTo>
                  <a:lnTo>
                    <a:pt x="64652" y="196497"/>
                  </a:lnTo>
                  <a:lnTo>
                    <a:pt x="67469" y="192392"/>
                  </a:lnTo>
                  <a:lnTo>
                    <a:pt x="73111" y="184172"/>
                  </a:lnTo>
                  <a:lnTo>
                    <a:pt x="73296" y="183904"/>
                  </a:lnTo>
                  <a:lnTo>
                    <a:pt x="82149" y="171121"/>
                  </a:lnTo>
                  <a:lnTo>
                    <a:pt x="83010" y="169822"/>
                  </a:lnTo>
                  <a:lnTo>
                    <a:pt x="86322" y="164828"/>
                  </a:lnTo>
                  <a:lnTo>
                    <a:pt x="88994" y="160798"/>
                  </a:lnTo>
                  <a:lnTo>
                    <a:pt x="99141" y="145497"/>
                  </a:lnTo>
                  <a:lnTo>
                    <a:pt x="99294" y="145266"/>
                  </a:lnTo>
                  <a:lnTo>
                    <a:pt x="100523" y="143456"/>
                  </a:lnTo>
                  <a:lnTo>
                    <a:pt x="101283" y="142338"/>
                  </a:lnTo>
                  <a:lnTo>
                    <a:pt x="114775" y="122471"/>
                  </a:lnTo>
                  <a:lnTo>
                    <a:pt x="119124" y="116068"/>
                  </a:lnTo>
                  <a:lnTo>
                    <a:pt x="135397" y="92108"/>
                  </a:lnTo>
                  <a:lnTo>
                    <a:pt x="136702" y="90186"/>
                  </a:lnTo>
                  <a:lnTo>
                    <a:pt x="140168" y="85083"/>
                  </a:lnTo>
                  <a:lnTo>
                    <a:pt x="144107" y="79284"/>
                  </a:lnTo>
                  <a:lnTo>
                    <a:pt x="145514" y="77212"/>
                  </a:lnTo>
                  <a:lnTo>
                    <a:pt x="146458" y="75794"/>
                  </a:lnTo>
                  <a:lnTo>
                    <a:pt x="148526" y="72689"/>
                  </a:lnTo>
                  <a:lnTo>
                    <a:pt x="158917" y="57084"/>
                  </a:lnTo>
                  <a:lnTo>
                    <a:pt x="165805" y="46741"/>
                  </a:lnTo>
                  <a:lnTo>
                    <a:pt x="166525" y="45660"/>
                  </a:lnTo>
                  <a:lnTo>
                    <a:pt x="170473" y="40142"/>
                  </a:lnTo>
                  <a:lnTo>
                    <a:pt x="172003" y="38003"/>
                  </a:lnTo>
                  <a:lnTo>
                    <a:pt x="176412" y="31839"/>
                  </a:lnTo>
                  <a:lnTo>
                    <a:pt x="180538" y="26333"/>
                  </a:lnTo>
                  <a:lnTo>
                    <a:pt x="196991" y="6386"/>
                  </a:lnTo>
                  <a:lnTo>
                    <a:pt x="202258" y="0"/>
                  </a:lnTo>
                  <a:lnTo>
                    <a:pt x="203681" y="1026"/>
                  </a:lnTo>
                  <a:lnTo>
                    <a:pt x="205218" y="2135"/>
                  </a:lnTo>
                  <a:lnTo>
                    <a:pt x="214547" y="8865"/>
                  </a:lnTo>
                  <a:lnTo>
                    <a:pt x="228011" y="17874"/>
                  </a:lnTo>
                  <a:lnTo>
                    <a:pt x="248267" y="31426"/>
                  </a:lnTo>
                  <a:lnTo>
                    <a:pt x="269443" y="45595"/>
                  </a:lnTo>
                  <a:lnTo>
                    <a:pt x="283479" y="54986"/>
                  </a:lnTo>
                  <a:lnTo>
                    <a:pt x="291847" y="60207"/>
                  </a:lnTo>
                  <a:lnTo>
                    <a:pt x="292046" y="60332"/>
                  </a:lnTo>
                  <a:lnTo>
                    <a:pt x="293283" y="61104"/>
                  </a:lnTo>
                  <a:lnTo>
                    <a:pt x="295700" y="62612"/>
                  </a:lnTo>
                  <a:lnTo>
                    <a:pt x="296628" y="63191"/>
                  </a:lnTo>
                  <a:lnTo>
                    <a:pt x="311536" y="75978"/>
                  </a:lnTo>
                  <a:lnTo>
                    <a:pt x="324173" y="86817"/>
                  </a:lnTo>
                  <a:lnTo>
                    <a:pt x="372926" y="102399"/>
                  </a:lnTo>
                  <a:lnTo>
                    <a:pt x="373390" y="102529"/>
                  </a:lnTo>
                  <a:lnTo>
                    <a:pt x="419359" y="115381"/>
                  </a:lnTo>
                  <a:lnTo>
                    <a:pt x="421113" y="115871"/>
                  </a:lnTo>
                  <a:lnTo>
                    <a:pt x="421955" y="116106"/>
                  </a:lnTo>
                  <a:lnTo>
                    <a:pt x="422838" y="116353"/>
                  </a:lnTo>
                  <a:lnTo>
                    <a:pt x="415804" y="137503"/>
                  </a:lnTo>
                  <a:lnTo>
                    <a:pt x="407957" y="161098"/>
                  </a:lnTo>
                  <a:lnTo>
                    <a:pt x="400672" y="183003"/>
                  </a:lnTo>
                  <a:lnTo>
                    <a:pt x="393139" y="205654"/>
                  </a:lnTo>
                  <a:lnTo>
                    <a:pt x="386487" y="225655"/>
                  </a:lnTo>
                  <a:lnTo>
                    <a:pt x="385220" y="229464"/>
                  </a:lnTo>
                  <a:lnTo>
                    <a:pt x="377757" y="25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32"/>
            <p:cNvSpPr/>
            <p:nvPr/>
          </p:nvSpPr>
          <p:spPr>
            <a:xfrm>
              <a:off x="5383304" y="2306917"/>
              <a:ext cx="504620" cy="449364"/>
            </a:xfrm>
            <a:custGeom>
              <a:avLst/>
              <a:pathLst>
                <a:path w="504620" h="449364">
                  <a:moveTo>
                    <a:pt x="358199" y="333700"/>
                  </a:moveTo>
                  <a:lnTo>
                    <a:pt x="352764" y="340923"/>
                  </a:lnTo>
                  <a:lnTo>
                    <a:pt x="350218" y="345047"/>
                  </a:lnTo>
                  <a:lnTo>
                    <a:pt x="350127" y="345194"/>
                  </a:lnTo>
                  <a:lnTo>
                    <a:pt x="347450" y="349532"/>
                  </a:lnTo>
                  <a:lnTo>
                    <a:pt x="346206" y="351546"/>
                  </a:lnTo>
                  <a:lnTo>
                    <a:pt x="341913" y="359589"/>
                  </a:lnTo>
                  <a:lnTo>
                    <a:pt x="339286" y="364508"/>
                  </a:lnTo>
                  <a:lnTo>
                    <a:pt x="336931" y="368919"/>
                  </a:lnTo>
                  <a:lnTo>
                    <a:pt x="335567" y="371474"/>
                  </a:lnTo>
                  <a:lnTo>
                    <a:pt x="335494" y="371612"/>
                  </a:lnTo>
                  <a:lnTo>
                    <a:pt x="333628" y="375107"/>
                  </a:lnTo>
                  <a:lnTo>
                    <a:pt x="327031" y="387696"/>
                  </a:lnTo>
                  <a:lnTo>
                    <a:pt x="317175" y="406506"/>
                  </a:lnTo>
                  <a:lnTo>
                    <a:pt x="316112" y="408534"/>
                  </a:lnTo>
                  <a:lnTo>
                    <a:pt x="315351" y="409987"/>
                  </a:lnTo>
                  <a:lnTo>
                    <a:pt x="304886" y="429960"/>
                  </a:lnTo>
                  <a:lnTo>
                    <a:pt x="297943" y="443211"/>
                  </a:lnTo>
                  <a:lnTo>
                    <a:pt x="294819" y="449173"/>
                  </a:lnTo>
                  <a:lnTo>
                    <a:pt x="294716" y="449364"/>
                  </a:lnTo>
                  <a:lnTo>
                    <a:pt x="291718" y="447736"/>
                  </a:lnTo>
                  <a:lnTo>
                    <a:pt x="282581" y="442773"/>
                  </a:lnTo>
                  <a:lnTo>
                    <a:pt x="278932" y="440790"/>
                  </a:lnTo>
                  <a:lnTo>
                    <a:pt x="273838" y="438023"/>
                  </a:lnTo>
                  <a:lnTo>
                    <a:pt x="270797" y="436372"/>
                  </a:lnTo>
                  <a:lnTo>
                    <a:pt x="268195" y="434958"/>
                  </a:lnTo>
                  <a:lnTo>
                    <a:pt x="268051" y="434633"/>
                  </a:lnTo>
                  <a:lnTo>
                    <a:pt x="267818" y="434106"/>
                  </a:lnTo>
                  <a:lnTo>
                    <a:pt x="267475" y="433331"/>
                  </a:lnTo>
                  <a:lnTo>
                    <a:pt x="267008" y="432273"/>
                  </a:lnTo>
                  <a:lnTo>
                    <a:pt x="267271" y="431812"/>
                  </a:lnTo>
                  <a:lnTo>
                    <a:pt x="267818" y="430856"/>
                  </a:lnTo>
                  <a:lnTo>
                    <a:pt x="268287" y="430036"/>
                  </a:lnTo>
                  <a:lnTo>
                    <a:pt x="267818" y="429652"/>
                  </a:lnTo>
                  <a:lnTo>
                    <a:pt x="267523" y="429409"/>
                  </a:lnTo>
                  <a:lnTo>
                    <a:pt x="264670" y="427069"/>
                  </a:lnTo>
                  <a:lnTo>
                    <a:pt x="263775" y="426290"/>
                  </a:lnTo>
                  <a:lnTo>
                    <a:pt x="259631" y="422686"/>
                  </a:lnTo>
                  <a:lnTo>
                    <a:pt x="257199" y="420570"/>
                  </a:lnTo>
                  <a:lnTo>
                    <a:pt x="255591" y="419171"/>
                  </a:lnTo>
                  <a:lnTo>
                    <a:pt x="255009" y="418665"/>
                  </a:lnTo>
                  <a:lnTo>
                    <a:pt x="254810" y="418492"/>
                  </a:lnTo>
                  <a:lnTo>
                    <a:pt x="251683" y="415772"/>
                  </a:lnTo>
                  <a:lnTo>
                    <a:pt x="242801" y="408023"/>
                  </a:lnTo>
                  <a:lnTo>
                    <a:pt x="242080" y="407394"/>
                  </a:lnTo>
                  <a:lnTo>
                    <a:pt x="241667" y="407033"/>
                  </a:lnTo>
                  <a:lnTo>
                    <a:pt x="231979" y="398581"/>
                  </a:lnTo>
                  <a:lnTo>
                    <a:pt x="223137" y="390866"/>
                  </a:lnTo>
                  <a:lnTo>
                    <a:pt x="222623" y="390470"/>
                  </a:lnTo>
                  <a:lnTo>
                    <a:pt x="219762" y="388271"/>
                  </a:lnTo>
                  <a:lnTo>
                    <a:pt x="218118" y="387007"/>
                  </a:lnTo>
                  <a:lnTo>
                    <a:pt x="217166" y="386275"/>
                  </a:lnTo>
                  <a:lnTo>
                    <a:pt x="207039" y="378489"/>
                  </a:lnTo>
                  <a:lnTo>
                    <a:pt x="204787" y="376758"/>
                  </a:lnTo>
                  <a:lnTo>
                    <a:pt x="202750" y="375192"/>
                  </a:lnTo>
                  <a:lnTo>
                    <a:pt x="199082" y="372372"/>
                  </a:lnTo>
                  <a:lnTo>
                    <a:pt x="197729" y="371332"/>
                  </a:lnTo>
                  <a:lnTo>
                    <a:pt x="196913" y="370704"/>
                  </a:lnTo>
                  <a:lnTo>
                    <a:pt x="195945" y="370222"/>
                  </a:lnTo>
                  <a:lnTo>
                    <a:pt x="195339" y="369921"/>
                  </a:lnTo>
                  <a:lnTo>
                    <a:pt x="194361" y="369434"/>
                  </a:lnTo>
                  <a:lnTo>
                    <a:pt x="188093" y="366315"/>
                  </a:lnTo>
                  <a:lnTo>
                    <a:pt x="179275" y="361927"/>
                  </a:lnTo>
                  <a:lnTo>
                    <a:pt x="178014" y="361314"/>
                  </a:lnTo>
                  <a:lnTo>
                    <a:pt x="177136" y="360887"/>
                  </a:lnTo>
                  <a:lnTo>
                    <a:pt x="174647" y="359676"/>
                  </a:lnTo>
                  <a:lnTo>
                    <a:pt x="169367" y="357108"/>
                  </a:lnTo>
                  <a:lnTo>
                    <a:pt x="168798" y="356831"/>
                  </a:lnTo>
                  <a:lnTo>
                    <a:pt x="168419" y="356646"/>
                  </a:lnTo>
                  <a:lnTo>
                    <a:pt x="167008" y="355960"/>
                  </a:lnTo>
                  <a:lnTo>
                    <a:pt x="139583" y="342618"/>
                  </a:lnTo>
                  <a:lnTo>
                    <a:pt x="133390" y="339606"/>
                  </a:lnTo>
                  <a:lnTo>
                    <a:pt x="131003" y="338445"/>
                  </a:lnTo>
                  <a:lnTo>
                    <a:pt x="130189" y="339978"/>
                  </a:lnTo>
                  <a:lnTo>
                    <a:pt x="124604" y="350500"/>
                  </a:lnTo>
                  <a:lnTo>
                    <a:pt x="122060" y="355291"/>
                  </a:lnTo>
                  <a:lnTo>
                    <a:pt x="119167" y="360741"/>
                  </a:lnTo>
                  <a:lnTo>
                    <a:pt x="112462" y="371126"/>
                  </a:lnTo>
                  <a:lnTo>
                    <a:pt x="111509" y="372601"/>
                  </a:lnTo>
                  <a:lnTo>
                    <a:pt x="108647" y="376955"/>
                  </a:lnTo>
                  <a:lnTo>
                    <a:pt x="108070" y="377834"/>
                  </a:lnTo>
                  <a:lnTo>
                    <a:pt x="105696" y="376520"/>
                  </a:lnTo>
                  <a:lnTo>
                    <a:pt x="102788" y="374911"/>
                  </a:lnTo>
                  <a:lnTo>
                    <a:pt x="99924" y="373327"/>
                  </a:lnTo>
                  <a:lnTo>
                    <a:pt x="95271" y="370753"/>
                  </a:lnTo>
                  <a:lnTo>
                    <a:pt x="95105" y="370661"/>
                  </a:lnTo>
                  <a:lnTo>
                    <a:pt x="86000" y="365625"/>
                  </a:lnTo>
                  <a:lnTo>
                    <a:pt x="85568" y="365386"/>
                  </a:lnTo>
                  <a:lnTo>
                    <a:pt x="85376" y="365279"/>
                  </a:lnTo>
                  <a:lnTo>
                    <a:pt x="82396" y="363631"/>
                  </a:lnTo>
                  <a:lnTo>
                    <a:pt x="81446" y="363106"/>
                  </a:lnTo>
                  <a:lnTo>
                    <a:pt x="76853" y="360565"/>
                  </a:lnTo>
                  <a:lnTo>
                    <a:pt x="71148" y="357409"/>
                  </a:lnTo>
                  <a:lnTo>
                    <a:pt x="65775" y="354436"/>
                  </a:lnTo>
                  <a:lnTo>
                    <a:pt x="60197" y="351351"/>
                  </a:lnTo>
                  <a:lnTo>
                    <a:pt x="59505" y="350968"/>
                  </a:lnTo>
                  <a:lnTo>
                    <a:pt x="53588" y="347695"/>
                  </a:lnTo>
                  <a:lnTo>
                    <a:pt x="52457" y="347069"/>
                  </a:lnTo>
                  <a:lnTo>
                    <a:pt x="46428" y="343734"/>
                  </a:lnTo>
                  <a:lnTo>
                    <a:pt x="41946" y="341255"/>
                  </a:lnTo>
                  <a:lnTo>
                    <a:pt x="40417" y="340409"/>
                  </a:lnTo>
                  <a:lnTo>
                    <a:pt x="36059" y="337998"/>
                  </a:lnTo>
                  <a:lnTo>
                    <a:pt x="35924" y="337923"/>
                  </a:lnTo>
                  <a:lnTo>
                    <a:pt x="35046" y="337438"/>
                  </a:lnTo>
                  <a:lnTo>
                    <a:pt x="34311" y="337031"/>
                  </a:lnTo>
                  <a:lnTo>
                    <a:pt x="34125" y="336928"/>
                  </a:lnTo>
                  <a:lnTo>
                    <a:pt x="29924" y="334605"/>
                  </a:lnTo>
                  <a:lnTo>
                    <a:pt x="29593" y="334421"/>
                  </a:lnTo>
                  <a:lnTo>
                    <a:pt x="27577" y="333306"/>
                  </a:lnTo>
                  <a:lnTo>
                    <a:pt x="20136" y="329190"/>
                  </a:lnTo>
                  <a:lnTo>
                    <a:pt x="10597" y="323913"/>
                  </a:lnTo>
                  <a:lnTo>
                    <a:pt x="9537" y="323327"/>
                  </a:lnTo>
                  <a:lnTo>
                    <a:pt x="6465" y="321627"/>
                  </a:lnTo>
                  <a:lnTo>
                    <a:pt x="5530" y="321110"/>
                  </a:lnTo>
                  <a:lnTo>
                    <a:pt x="4572" y="320580"/>
                  </a:lnTo>
                  <a:lnTo>
                    <a:pt x="3421" y="319943"/>
                  </a:lnTo>
                  <a:lnTo>
                    <a:pt x="0" y="318051"/>
                  </a:lnTo>
                  <a:lnTo>
                    <a:pt x="100" y="317868"/>
                  </a:lnTo>
                  <a:lnTo>
                    <a:pt x="1695" y="314955"/>
                  </a:lnTo>
                  <a:lnTo>
                    <a:pt x="3050" y="312479"/>
                  </a:lnTo>
                  <a:lnTo>
                    <a:pt x="4417" y="309984"/>
                  </a:lnTo>
                  <a:lnTo>
                    <a:pt x="6884" y="305478"/>
                  </a:lnTo>
                  <a:lnTo>
                    <a:pt x="8427" y="302660"/>
                  </a:lnTo>
                  <a:lnTo>
                    <a:pt x="10810" y="298307"/>
                  </a:lnTo>
                  <a:lnTo>
                    <a:pt x="14819" y="290986"/>
                  </a:lnTo>
                  <a:lnTo>
                    <a:pt x="20337" y="280907"/>
                  </a:lnTo>
                  <a:lnTo>
                    <a:pt x="22886" y="276251"/>
                  </a:lnTo>
                  <a:lnTo>
                    <a:pt x="26068" y="270441"/>
                  </a:lnTo>
                  <a:lnTo>
                    <a:pt x="29309" y="264522"/>
                  </a:lnTo>
                  <a:lnTo>
                    <a:pt x="32492" y="258707"/>
                  </a:lnTo>
                  <a:lnTo>
                    <a:pt x="36515" y="251360"/>
                  </a:lnTo>
                  <a:lnTo>
                    <a:pt x="36998" y="250478"/>
                  </a:lnTo>
                  <a:lnTo>
                    <a:pt x="40609" y="243883"/>
                  </a:lnTo>
                  <a:lnTo>
                    <a:pt x="41916" y="241496"/>
                  </a:lnTo>
                  <a:lnTo>
                    <a:pt x="44735" y="236347"/>
                  </a:lnTo>
                  <a:lnTo>
                    <a:pt x="44900" y="236049"/>
                  </a:lnTo>
                  <a:lnTo>
                    <a:pt x="46179" y="233731"/>
                  </a:lnTo>
                  <a:lnTo>
                    <a:pt x="48845" y="228897"/>
                  </a:lnTo>
                  <a:lnTo>
                    <a:pt x="51095" y="224819"/>
                  </a:lnTo>
                  <a:lnTo>
                    <a:pt x="55023" y="217701"/>
                  </a:lnTo>
                  <a:lnTo>
                    <a:pt x="57547" y="213125"/>
                  </a:lnTo>
                  <a:lnTo>
                    <a:pt x="58773" y="210903"/>
                  </a:lnTo>
                  <a:lnTo>
                    <a:pt x="59239" y="210058"/>
                  </a:lnTo>
                  <a:lnTo>
                    <a:pt x="62056" y="204954"/>
                  </a:lnTo>
                  <a:lnTo>
                    <a:pt x="68270" y="193689"/>
                  </a:lnTo>
                  <a:lnTo>
                    <a:pt x="69933" y="190676"/>
                  </a:lnTo>
                  <a:lnTo>
                    <a:pt x="70345" y="189928"/>
                  </a:lnTo>
                  <a:lnTo>
                    <a:pt x="70937" y="188856"/>
                  </a:lnTo>
                  <a:lnTo>
                    <a:pt x="73359" y="184407"/>
                  </a:lnTo>
                  <a:lnTo>
                    <a:pt x="74899" y="181578"/>
                  </a:lnTo>
                  <a:lnTo>
                    <a:pt x="79109" y="173845"/>
                  </a:lnTo>
                  <a:lnTo>
                    <a:pt x="83157" y="166409"/>
                  </a:lnTo>
                  <a:lnTo>
                    <a:pt x="89367" y="155002"/>
                  </a:lnTo>
                  <a:lnTo>
                    <a:pt x="91697" y="150721"/>
                  </a:lnTo>
                  <a:lnTo>
                    <a:pt x="93938" y="146606"/>
                  </a:lnTo>
                  <a:lnTo>
                    <a:pt x="96688" y="141554"/>
                  </a:lnTo>
                  <a:lnTo>
                    <a:pt x="104017" y="128090"/>
                  </a:lnTo>
                  <a:lnTo>
                    <a:pt x="104923" y="126426"/>
                  </a:lnTo>
                  <a:lnTo>
                    <a:pt x="109601" y="117834"/>
                  </a:lnTo>
                  <a:lnTo>
                    <a:pt x="112147" y="113158"/>
                  </a:lnTo>
                  <a:lnTo>
                    <a:pt x="112280" y="112913"/>
                  </a:lnTo>
                  <a:lnTo>
                    <a:pt x="118246" y="101954"/>
                  </a:lnTo>
                  <a:lnTo>
                    <a:pt x="118892" y="100768"/>
                  </a:lnTo>
                  <a:lnTo>
                    <a:pt x="121683" y="95641"/>
                  </a:lnTo>
                  <a:lnTo>
                    <a:pt x="128968" y="82259"/>
                  </a:lnTo>
                  <a:lnTo>
                    <a:pt x="130000" y="80362"/>
                  </a:lnTo>
                  <a:lnTo>
                    <a:pt x="141597" y="59061"/>
                  </a:lnTo>
                  <a:lnTo>
                    <a:pt x="141728" y="58820"/>
                  </a:lnTo>
                  <a:lnTo>
                    <a:pt x="143399" y="55845"/>
                  </a:lnTo>
                  <a:lnTo>
                    <a:pt x="143894" y="54964"/>
                  </a:lnTo>
                  <a:lnTo>
                    <a:pt x="144321" y="54204"/>
                  </a:lnTo>
                  <a:lnTo>
                    <a:pt x="152320" y="39967"/>
                  </a:lnTo>
                  <a:lnTo>
                    <a:pt x="161689" y="23293"/>
                  </a:lnTo>
                  <a:lnTo>
                    <a:pt x="169241" y="9852"/>
                  </a:lnTo>
                  <a:lnTo>
                    <a:pt x="172920" y="3305"/>
                  </a:lnTo>
                  <a:lnTo>
                    <a:pt x="174777" y="0"/>
                  </a:lnTo>
                  <a:lnTo>
                    <a:pt x="184155" y="14118"/>
                  </a:lnTo>
                  <a:lnTo>
                    <a:pt x="193910" y="28803"/>
                  </a:lnTo>
                  <a:lnTo>
                    <a:pt x="198119" y="35141"/>
                  </a:lnTo>
                  <a:lnTo>
                    <a:pt x="204952" y="44365"/>
                  </a:lnTo>
                  <a:lnTo>
                    <a:pt x="215690" y="58860"/>
                  </a:lnTo>
                  <a:lnTo>
                    <a:pt x="219232" y="62782"/>
                  </a:lnTo>
                  <a:lnTo>
                    <a:pt x="231603" y="76480"/>
                  </a:lnTo>
                  <a:lnTo>
                    <a:pt x="236004" y="80894"/>
                  </a:lnTo>
                  <a:lnTo>
                    <a:pt x="249505" y="94438"/>
                  </a:lnTo>
                  <a:lnTo>
                    <a:pt x="250157" y="95054"/>
                  </a:lnTo>
                  <a:lnTo>
                    <a:pt x="264548" y="108646"/>
                  </a:lnTo>
                  <a:lnTo>
                    <a:pt x="275695" y="119174"/>
                  </a:lnTo>
                  <a:lnTo>
                    <a:pt x="278612" y="121962"/>
                  </a:lnTo>
                  <a:lnTo>
                    <a:pt x="279098" y="122427"/>
                  </a:lnTo>
                  <a:lnTo>
                    <a:pt x="294151" y="136817"/>
                  </a:lnTo>
                  <a:lnTo>
                    <a:pt x="307221" y="149312"/>
                  </a:lnTo>
                  <a:lnTo>
                    <a:pt x="333964" y="174878"/>
                  </a:lnTo>
                  <a:lnTo>
                    <a:pt x="342331" y="182876"/>
                  </a:lnTo>
                  <a:lnTo>
                    <a:pt x="349468" y="188983"/>
                  </a:lnTo>
                  <a:lnTo>
                    <a:pt x="356586" y="195075"/>
                  </a:lnTo>
                  <a:lnTo>
                    <a:pt x="359019" y="196091"/>
                  </a:lnTo>
                  <a:lnTo>
                    <a:pt x="368821" y="200184"/>
                  </a:lnTo>
                  <a:lnTo>
                    <a:pt x="379685" y="204721"/>
                  </a:lnTo>
                  <a:lnTo>
                    <a:pt x="387122" y="207827"/>
                  </a:lnTo>
                  <a:lnTo>
                    <a:pt x="387418" y="207951"/>
                  </a:lnTo>
                  <a:lnTo>
                    <a:pt x="405251" y="216027"/>
                  </a:lnTo>
                  <a:lnTo>
                    <a:pt x="426088" y="225465"/>
                  </a:lnTo>
                  <a:lnTo>
                    <a:pt x="442782" y="233025"/>
                  </a:lnTo>
                  <a:lnTo>
                    <a:pt x="444052" y="233583"/>
                  </a:lnTo>
                  <a:lnTo>
                    <a:pt x="492179" y="254711"/>
                  </a:lnTo>
                  <a:lnTo>
                    <a:pt x="504620" y="260769"/>
                  </a:lnTo>
                  <a:lnTo>
                    <a:pt x="502385" y="261752"/>
                  </a:lnTo>
                  <a:lnTo>
                    <a:pt x="499206" y="263150"/>
                  </a:lnTo>
                  <a:lnTo>
                    <a:pt x="488685" y="267777"/>
                  </a:lnTo>
                  <a:lnTo>
                    <a:pt x="483442" y="270083"/>
                  </a:lnTo>
                  <a:lnTo>
                    <a:pt x="483162" y="270206"/>
                  </a:lnTo>
                  <a:lnTo>
                    <a:pt x="480755" y="271264"/>
                  </a:lnTo>
                  <a:lnTo>
                    <a:pt x="477475" y="272420"/>
                  </a:lnTo>
                  <a:lnTo>
                    <a:pt x="475622" y="273073"/>
                  </a:lnTo>
                  <a:lnTo>
                    <a:pt x="472403" y="274207"/>
                  </a:lnTo>
                  <a:lnTo>
                    <a:pt x="471658" y="274469"/>
                  </a:lnTo>
                  <a:lnTo>
                    <a:pt x="462672" y="277636"/>
                  </a:lnTo>
                  <a:lnTo>
                    <a:pt x="455856" y="280037"/>
                  </a:lnTo>
                  <a:lnTo>
                    <a:pt x="448377" y="282672"/>
                  </a:lnTo>
                  <a:lnTo>
                    <a:pt x="447075" y="283131"/>
                  </a:lnTo>
                  <a:lnTo>
                    <a:pt x="441872" y="284963"/>
                  </a:lnTo>
                  <a:lnTo>
                    <a:pt x="438303" y="286220"/>
                  </a:lnTo>
                  <a:lnTo>
                    <a:pt x="413964" y="294794"/>
                  </a:lnTo>
                  <a:lnTo>
                    <a:pt x="409920" y="296218"/>
                  </a:lnTo>
                  <a:lnTo>
                    <a:pt x="408434" y="296742"/>
                  </a:lnTo>
                  <a:lnTo>
                    <a:pt x="399971" y="300458"/>
                  </a:lnTo>
                  <a:lnTo>
                    <a:pt x="398987" y="300890"/>
                  </a:lnTo>
                  <a:lnTo>
                    <a:pt x="394887" y="303110"/>
                  </a:lnTo>
                  <a:lnTo>
                    <a:pt x="390859" y="305292"/>
                  </a:lnTo>
                  <a:lnTo>
                    <a:pt x="387694" y="307006"/>
                  </a:lnTo>
                  <a:lnTo>
                    <a:pt x="375250" y="315931"/>
                  </a:lnTo>
                  <a:lnTo>
                    <a:pt x="367880" y="322679"/>
                  </a:lnTo>
                  <a:lnTo>
                    <a:pt x="366140" y="324272"/>
                  </a:lnTo>
                  <a:lnTo>
                    <a:pt x="364771" y="325526"/>
                  </a:lnTo>
                  <a:lnTo>
                    <a:pt x="359313" y="332220"/>
                  </a:lnTo>
                  <a:lnTo>
                    <a:pt x="358850" y="332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33"/>
            <p:cNvSpPr/>
            <p:nvPr/>
          </p:nvSpPr>
          <p:spPr>
            <a:xfrm>
              <a:off x="4953762" y="2067985"/>
              <a:ext cx="613958" cy="507497"/>
            </a:xfrm>
            <a:custGeom>
              <a:avLst/>
              <a:pathLst>
                <a:path w="613958" h="507497">
                  <a:moveTo>
                    <a:pt x="473364" y="474535"/>
                  </a:moveTo>
                  <a:lnTo>
                    <a:pt x="468579" y="472562"/>
                  </a:lnTo>
                  <a:lnTo>
                    <a:pt x="459180" y="468686"/>
                  </a:lnTo>
                  <a:lnTo>
                    <a:pt x="458260" y="468306"/>
                  </a:lnTo>
                  <a:lnTo>
                    <a:pt x="456156" y="467131"/>
                  </a:lnTo>
                  <a:lnTo>
                    <a:pt x="455870" y="466971"/>
                  </a:lnTo>
                  <a:lnTo>
                    <a:pt x="437572" y="456745"/>
                  </a:lnTo>
                  <a:lnTo>
                    <a:pt x="417578" y="445571"/>
                  </a:lnTo>
                  <a:lnTo>
                    <a:pt x="416225" y="444816"/>
                  </a:lnTo>
                  <a:lnTo>
                    <a:pt x="393232" y="431966"/>
                  </a:lnTo>
                  <a:lnTo>
                    <a:pt x="403211" y="416208"/>
                  </a:lnTo>
                  <a:lnTo>
                    <a:pt x="420971" y="388163"/>
                  </a:lnTo>
                  <a:lnTo>
                    <a:pt x="420044" y="387644"/>
                  </a:lnTo>
                  <a:lnTo>
                    <a:pt x="409994" y="382017"/>
                  </a:lnTo>
                  <a:lnTo>
                    <a:pt x="401094" y="377034"/>
                  </a:lnTo>
                  <a:lnTo>
                    <a:pt x="384868" y="395054"/>
                  </a:lnTo>
                  <a:lnTo>
                    <a:pt x="384284" y="394303"/>
                  </a:lnTo>
                  <a:lnTo>
                    <a:pt x="379671" y="388375"/>
                  </a:lnTo>
                  <a:lnTo>
                    <a:pt x="372349" y="378967"/>
                  </a:lnTo>
                  <a:lnTo>
                    <a:pt x="372183" y="378753"/>
                  </a:lnTo>
                  <a:lnTo>
                    <a:pt x="385604" y="364675"/>
                  </a:lnTo>
                  <a:lnTo>
                    <a:pt x="393378" y="356521"/>
                  </a:lnTo>
                  <a:lnTo>
                    <a:pt x="403915" y="345205"/>
                  </a:lnTo>
                  <a:lnTo>
                    <a:pt x="408835" y="339922"/>
                  </a:lnTo>
                  <a:lnTo>
                    <a:pt x="408472" y="339641"/>
                  </a:lnTo>
                  <a:lnTo>
                    <a:pt x="407188" y="338647"/>
                  </a:lnTo>
                  <a:lnTo>
                    <a:pt x="406657" y="338236"/>
                  </a:lnTo>
                  <a:lnTo>
                    <a:pt x="394620" y="328914"/>
                  </a:lnTo>
                  <a:lnTo>
                    <a:pt x="393777" y="328264"/>
                  </a:lnTo>
                  <a:lnTo>
                    <a:pt x="377072" y="315398"/>
                  </a:lnTo>
                  <a:lnTo>
                    <a:pt x="347043" y="347593"/>
                  </a:lnTo>
                  <a:lnTo>
                    <a:pt x="346422" y="346795"/>
                  </a:lnTo>
                  <a:lnTo>
                    <a:pt x="338615" y="337383"/>
                  </a:lnTo>
                  <a:lnTo>
                    <a:pt x="324399" y="356439"/>
                  </a:lnTo>
                  <a:lnTo>
                    <a:pt x="308005" y="375553"/>
                  </a:lnTo>
                  <a:lnTo>
                    <a:pt x="294236" y="391635"/>
                  </a:lnTo>
                  <a:lnTo>
                    <a:pt x="293219" y="392823"/>
                  </a:lnTo>
                  <a:lnTo>
                    <a:pt x="286103" y="401129"/>
                  </a:lnTo>
                  <a:lnTo>
                    <a:pt x="285443" y="401864"/>
                  </a:lnTo>
                  <a:lnTo>
                    <a:pt x="280582" y="407286"/>
                  </a:lnTo>
                  <a:lnTo>
                    <a:pt x="280412" y="407476"/>
                  </a:lnTo>
                  <a:lnTo>
                    <a:pt x="247107" y="444620"/>
                  </a:lnTo>
                  <a:lnTo>
                    <a:pt x="203298" y="493480"/>
                  </a:lnTo>
                  <a:lnTo>
                    <a:pt x="190730" y="507497"/>
                  </a:lnTo>
                  <a:lnTo>
                    <a:pt x="189099" y="506163"/>
                  </a:lnTo>
                  <a:lnTo>
                    <a:pt x="177849" y="496858"/>
                  </a:lnTo>
                  <a:lnTo>
                    <a:pt x="162430" y="484105"/>
                  </a:lnTo>
                  <a:lnTo>
                    <a:pt x="161131" y="483030"/>
                  </a:lnTo>
                  <a:lnTo>
                    <a:pt x="145565" y="470154"/>
                  </a:lnTo>
                  <a:lnTo>
                    <a:pt x="141089" y="466452"/>
                  </a:lnTo>
                  <a:lnTo>
                    <a:pt x="140479" y="465947"/>
                  </a:lnTo>
                  <a:lnTo>
                    <a:pt x="140331" y="465825"/>
                  </a:lnTo>
                  <a:lnTo>
                    <a:pt x="138988" y="464714"/>
                  </a:lnTo>
                  <a:lnTo>
                    <a:pt x="121704" y="450486"/>
                  </a:lnTo>
                  <a:lnTo>
                    <a:pt x="117095" y="446691"/>
                  </a:lnTo>
                  <a:lnTo>
                    <a:pt x="101408" y="433777"/>
                  </a:lnTo>
                  <a:lnTo>
                    <a:pt x="84332" y="419720"/>
                  </a:lnTo>
                  <a:lnTo>
                    <a:pt x="69503" y="407512"/>
                  </a:lnTo>
                  <a:lnTo>
                    <a:pt x="49336" y="390910"/>
                  </a:lnTo>
                  <a:lnTo>
                    <a:pt x="48443" y="390175"/>
                  </a:lnTo>
                  <a:lnTo>
                    <a:pt x="29361" y="374883"/>
                  </a:lnTo>
                  <a:lnTo>
                    <a:pt x="20901" y="368103"/>
                  </a:lnTo>
                  <a:lnTo>
                    <a:pt x="13900" y="362492"/>
                  </a:lnTo>
                  <a:lnTo>
                    <a:pt x="7293" y="357197"/>
                  </a:lnTo>
                  <a:lnTo>
                    <a:pt x="0" y="351353"/>
                  </a:lnTo>
                  <a:lnTo>
                    <a:pt x="3251" y="345350"/>
                  </a:lnTo>
                  <a:lnTo>
                    <a:pt x="29565" y="296781"/>
                  </a:lnTo>
                  <a:lnTo>
                    <a:pt x="36272" y="284400"/>
                  </a:lnTo>
                  <a:lnTo>
                    <a:pt x="52051" y="255274"/>
                  </a:lnTo>
                  <a:lnTo>
                    <a:pt x="53282" y="253365"/>
                  </a:lnTo>
                  <a:lnTo>
                    <a:pt x="53411" y="253163"/>
                  </a:lnTo>
                  <a:lnTo>
                    <a:pt x="54767" y="251059"/>
                  </a:lnTo>
                  <a:lnTo>
                    <a:pt x="55570" y="249812"/>
                  </a:lnTo>
                  <a:lnTo>
                    <a:pt x="56312" y="248463"/>
                  </a:lnTo>
                  <a:lnTo>
                    <a:pt x="58281" y="244880"/>
                  </a:lnTo>
                  <a:lnTo>
                    <a:pt x="60451" y="240931"/>
                  </a:lnTo>
                  <a:lnTo>
                    <a:pt x="62201" y="237747"/>
                  </a:lnTo>
                  <a:lnTo>
                    <a:pt x="62452" y="237290"/>
                  </a:lnTo>
                  <a:lnTo>
                    <a:pt x="66940" y="229123"/>
                  </a:lnTo>
                  <a:lnTo>
                    <a:pt x="67694" y="227751"/>
                  </a:lnTo>
                  <a:lnTo>
                    <a:pt x="94466" y="179039"/>
                  </a:lnTo>
                  <a:lnTo>
                    <a:pt x="94728" y="178562"/>
                  </a:lnTo>
                  <a:lnTo>
                    <a:pt x="94990" y="178085"/>
                  </a:lnTo>
                  <a:lnTo>
                    <a:pt x="97041" y="174353"/>
                  </a:lnTo>
                  <a:lnTo>
                    <a:pt x="99441" y="169986"/>
                  </a:lnTo>
                  <a:lnTo>
                    <a:pt x="104772" y="160285"/>
                  </a:lnTo>
                  <a:lnTo>
                    <a:pt x="124040" y="125227"/>
                  </a:lnTo>
                  <a:lnTo>
                    <a:pt x="129504" y="115284"/>
                  </a:lnTo>
                  <a:lnTo>
                    <a:pt x="133449" y="108106"/>
                  </a:lnTo>
                  <a:lnTo>
                    <a:pt x="144265" y="88424"/>
                  </a:lnTo>
                  <a:lnTo>
                    <a:pt x="145143" y="86827"/>
                  </a:lnTo>
                  <a:lnTo>
                    <a:pt x="145521" y="86139"/>
                  </a:lnTo>
                  <a:lnTo>
                    <a:pt x="150280" y="77479"/>
                  </a:lnTo>
                  <a:lnTo>
                    <a:pt x="159024" y="61569"/>
                  </a:lnTo>
                  <a:lnTo>
                    <a:pt x="163519" y="53390"/>
                  </a:lnTo>
                  <a:lnTo>
                    <a:pt x="171589" y="38706"/>
                  </a:lnTo>
                  <a:lnTo>
                    <a:pt x="174995" y="32509"/>
                  </a:lnTo>
                  <a:lnTo>
                    <a:pt x="177019" y="28825"/>
                  </a:lnTo>
                  <a:lnTo>
                    <a:pt x="177894" y="27218"/>
                  </a:lnTo>
                  <a:lnTo>
                    <a:pt x="178344" y="26393"/>
                  </a:lnTo>
                  <a:lnTo>
                    <a:pt x="178698" y="25743"/>
                  </a:lnTo>
                  <a:lnTo>
                    <a:pt x="179474" y="24318"/>
                  </a:lnTo>
                  <a:lnTo>
                    <a:pt x="182960" y="17917"/>
                  </a:lnTo>
                  <a:lnTo>
                    <a:pt x="186510" y="11397"/>
                  </a:lnTo>
                  <a:lnTo>
                    <a:pt x="189351" y="6182"/>
                  </a:lnTo>
                  <a:lnTo>
                    <a:pt x="192717" y="0"/>
                  </a:lnTo>
                  <a:lnTo>
                    <a:pt x="199529" y="3652"/>
                  </a:lnTo>
                  <a:lnTo>
                    <a:pt x="208302" y="8356"/>
                  </a:lnTo>
                  <a:lnTo>
                    <a:pt x="228409" y="19138"/>
                  </a:lnTo>
                  <a:lnTo>
                    <a:pt x="228792" y="19344"/>
                  </a:lnTo>
                  <a:lnTo>
                    <a:pt x="244893" y="28480"/>
                  </a:lnTo>
                  <a:lnTo>
                    <a:pt x="252045" y="32538"/>
                  </a:lnTo>
                  <a:lnTo>
                    <a:pt x="252234" y="32645"/>
                  </a:lnTo>
                  <a:lnTo>
                    <a:pt x="252435" y="32759"/>
                  </a:lnTo>
                  <a:lnTo>
                    <a:pt x="253677" y="33384"/>
                  </a:lnTo>
                  <a:lnTo>
                    <a:pt x="268309" y="40757"/>
                  </a:lnTo>
                  <a:lnTo>
                    <a:pt x="273490" y="43367"/>
                  </a:lnTo>
                  <a:lnTo>
                    <a:pt x="274539" y="43896"/>
                  </a:lnTo>
                  <a:lnTo>
                    <a:pt x="288790" y="51076"/>
                  </a:lnTo>
                  <a:lnTo>
                    <a:pt x="290616" y="51996"/>
                  </a:lnTo>
                  <a:lnTo>
                    <a:pt x="295947" y="54683"/>
                  </a:lnTo>
                  <a:lnTo>
                    <a:pt x="315136" y="67306"/>
                  </a:lnTo>
                  <a:lnTo>
                    <a:pt x="299439" y="87451"/>
                  </a:lnTo>
                  <a:lnTo>
                    <a:pt x="309033" y="95758"/>
                  </a:lnTo>
                  <a:lnTo>
                    <a:pt x="312546" y="99045"/>
                  </a:lnTo>
                  <a:lnTo>
                    <a:pt x="313628" y="100058"/>
                  </a:lnTo>
                  <a:lnTo>
                    <a:pt x="321363" y="107192"/>
                  </a:lnTo>
                  <a:lnTo>
                    <a:pt x="325714" y="111205"/>
                  </a:lnTo>
                  <a:lnTo>
                    <a:pt x="326007" y="111472"/>
                  </a:lnTo>
                  <a:lnTo>
                    <a:pt x="326334" y="111205"/>
                  </a:lnTo>
                  <a:lnTo>
                    <a:pt x="327054" y="110620"/>
                  </a:lnTo>
                  <a:lnTo>
                    <a:pt x="327476" y="110276"/>
                  </a:lnTo>
                  <a:lnTo>
                    <a:pt x="328788" y="109208"/>
                  </a:lnTo>
                  <a:lnTo>
                    <a:pt x="329448" y="108759"/>
                  </a:lnTo>
                  <a:lnTo>
                    <a:pt x="329804" y="108578"/>
                  </a:lnTo>
                  <a:lnTo>
                    <a:pt x="332948" y="106989"/>
                  </a:lnTo>
                  <a:lnTo>
                    <a:pt x="334283" y="106640"/>
                  </a:lnTo>
                  <a:lnTo>
                    <a:pt x="337769" y="106150"/>
                  </a:lnTo>
                  <a:lnTo>
                    <a:pt x="338812" y="106150"/>
                  </a:lnTo>
                  <a:lnTo>
                    <a:pt x="340352" y="106552"/>
                  </a:lnTo>
                  <a:lnTo>
                    <a:pt x="341659" y="107117"/>
                  </a:lnTo>
                  <a:lnTo>
                    <a:pt x="343459" y="107896"/>
                  </a:lnTo>
                  <a:lnTo>
                    <a:pt x="344456" y="108433"/>
                  </a:lnTo>
                  <a:lnTo>
                    <a:pt x="345622" y="109162"/>
                  </a:lnTo>
                  <a:lnTo>
                    <a:pt x="349165" y="111803"/>
                  </a:lnTo>
                  <a:lnTo>
                    <a:pt x="350530" y="112917"/>
                  </a:lnTo>
                  <a:lnTo>
                    <a:pt x="350981" y="113285"/>
                  </a:lnTo>
                  <a:lnTo>
                    <a:pt x="357437" y="119439"/>
                  </a:lnTo>
                  <a:lnTo>
                    <a:pt x="358591" y="120539"/>
                  </a:lnTo>
                  <a:lnTo>
                    <a:pt x="368544" y="130027"/>
                  </a:lnTo>
                  <a:lnTo>
                    <a:pt x="369175" y="130646"/>
                  </a:lnTo>
                  <a:lnTo>
                    <a:pt x="384293" y="145503"/>
                  </a:lnTo>
                  <a:lnTo>
                    <a:pt x="405106" y="165956"/>
                  </a:lnTo>
                  <a:lnTo>
                    <a:pt x="406029" y="166822"/>
                  </a:lnTo>
                  <a:lnTo>
                    <a:pt x="408453" y="163781"/>
                  </a:lnTo>
                  <a:lnTo>
                    <a:pt x="420517" y="148642"/>
                  </a:lnTo>
                  <a:lnTo>
                    <a:pt x="432196" y="133984"/>
                  </a:lnTo>
                  <a:lnTo>
                    <a:pt x="451124" y="155838"/>
                  </a:lnTo>
                  <a:lnTo>
                    <a:pt x="452025" y="157051"/>
                  </a:lnTo>
                  <a:lnTo>
                    <a:pt x="466417" y="176437"/>
                  </a:lnTo>
                  <a:lnTo>
                    <a:pt x="467538" y="177838"/>
                  </a:lnTo>
                  <a:lnTo>
                    <a:pt x="484242" y="161561"/>
                  </a:lnTo>
                  <a:lnTo>
                    <a:pt x="502073" y="141245"/>
                  </a:lnTo>
                  <a:lnTo>
                    <a:pt x="502746" y="140560"/>
                  </a:lnTo>
                  <a:lnTo>
                    <a:pt x="506432" y="136803"/>
                  </a:lnTo>
                  <a:lnTo>
                    <a:pt x="509657" y="134961"/>
                  </a:lnTo>
                  <a:lnTo>
                    <a:pt x="514058" y="133045"/>
                  </a:lnTo>
                  <a:lnTo>
                    <a:pt x="514555" y="132982"/>
                  </a:lnTo>
                  <a:lnTo>
                    <a:pt x="514755" y="132908"/>
                  </a:lnTo>
                  <a:lnTo>
                    <a:pt x="532642" y="130061"/>
                  </a:lnTo>
                  <a:lnTo>
                    <a:pt x="532606" y="129803"/>
                  </a:lnTo>
                  <a:lnTo>
                    <a:pt x="549431" y="127390"/>
                  </a:lnTo>
                  <a:lnTo>
                    <a:pt x="550759" y="127200"/>
                  </a:lnTo>
                  <a:lnTo>
                    <a:pt x="551042" y="127159"/>
                  </a:lnTo>
                  <a:lnTo>
                    <a:pt x="551836" y="127045"/>
                  </a:lnTo>
                  <a:lnTo>
                    <a:pt x="552440" y="126959"/>
                  </a:lnTo>
                  <a:lnTo>
                    <a:pt x="552612" y="126934"/>
                  </a:lnTo>
                  <a:lnTo>
                    <a:pt x="552694" y="127484"/>
                  </a:lnTo>
                  <a:lnTo>
                    <a:pt x="552774" y="127927"/>
                  </a:lnTo>
                  <a:lnTo>
                    <a:pt x="553039" y="129404"/>
                  </a:lnTo>
                  <a:lnTo>
                    <a:pt x="555817" y="144896"/>
                  </a:lnTo>
                  <a:lnTo>
                    <a:pt x="556178" y="146907"/>
                  </a:lnTo>
                  <a:lnTo>
                    <a:pt x="556807" y="150938"/>
                  </a:lnTo>
                  <a:lnTo>
                    <a:pt x="556942" y="151805"/>
                  </a:lnTo>
                  <a:lnTo>
                    <a:pt x="558428" y="161330"/>
                  </a:lnTo>
                  <a:lnTo>
                    <a:pt x="559184" y="166178"/>
                  </a:lnTo>
                  <a:lnTo>
                    <a:pt x="561980" y="171851"/>
                  </a:lnTo>
                  <a:lnTo>
                    <a:pt x="570017" y="188164"/>
                  </a:lnTo>
                  <a:lnTo>
                    <a:pt x="582699" y="203245"/>
                  </a:lnTo>
                  <a:lnTo>
                    <a:pt x="586674" y="207974"/>
                  </a:lnTo>
                  <a:lnTo>
                    <a:pt x="587550" y="209016"/>
                  </a:lnTo>
                  <a:lnTo>
                    <a:pt x="597395" y="213626"/>
                  </a:lnTo>
                  <a:lnTo>
                    <a:pt x="599960" y="214826"/>
                  </a:lnTo>
                  <a:lnTo>
                    <a:pt x="602267" y="215907"/>
                  </a:lnTo>
                  <a:lnTo>
                    <a:pt x="605944" y="217628"/>
                  </a:lnTo>
                  <a:lnTo>
                    <a:pt x="613265" y="221056"/>
                  </a:lnTo>
                  <a:lnTo>
                    <a:pt x="613958" y="221381"/>
                  </a:lnTo>
                  <a:lnTo>
                    <a:pt x="612861" y="223405"/>
                  </a:lnTo>
                  <a:lnTo>
                    <a:pt x="611343" y="226165"/>
                  </a:lnTo>
                  <a:lnTo>
                    <a:pt x="604318" y="238931"/>
                  </a:lnTo>
                  <a:lnTo>
                    <a:pt x="602461" y="242236"/>
                  </a:lnTo>
                  <a:lnTo>
                    <a:pt x="598783" y="248784"/>
                  </a:lnTo>
                  <a:lnTo>
                    <a:pt x="591231" y="262224"/>
                  </a:lnTo>
                  <a:lnTo>
                    <a:pt x="581862" y="278899"/>
                  </a:lnTo>
                  <a:lnTo>
                    <a:pt x="573863" y="293135"/>
                  </a:lnTo>
                  <a:lnTo>
                    <a:pt x="573436" y="293896"/>
                  </a:lnTo>
                  <a:lnTo>
                    <a:pt x="572941" y="294776"/>
                  </a:lnTo>
                  <a:lnTo>
                    <a:pt x="571269" y="297752"/>
                  </a:lnTo>
                  <a:lnTo>
                    <a:pt x="571138" y="297992"/>
                  </a:lnTo>
                  <a:lnTo>
                    <a:pt x="559542" y="319293"/>
                  </a:lnTo>
                  <a:lnTo>
                    <a:pt x="558509" y="321190"/>
                  </a:lnTo>
                  <a:lnTo>
                    <a:pt x="551224" y="334572"/>
                  </a:lnTo>
                  <a:lnTo>
                    <a:pt x="548433" y="339699"/>
                  </a:lnTo>
                  <a:lnTo>
                    <a:pt x="547787" y="340886"/>
                  </a:lnTo>
                  <a:lnTo>
                    <a:pt x="541822" y="351844"/>
                  </a:lnTo>
                  <a:lnTo>
                    <a:pt x="541688" y="352089"/>
                  </a:lnTo>
                  <a:lnTo>
                    <a:pt x="539143" y="356765"/>
                  </a:lnTo>
                  <a:lnTo>
                    <a:pt x="534465" y="365357"/>
                  </a:lnTo>
                  <a:lnTo>
                    <a:pt x="533559" y="367021"/>
                  </a:lnTo>
                  <a:lnTo>
                    <a:pt x="526230" y="380485"/>
                  </a:lnTo>
                  <a:lnTo>
                    <a:pt x="523479" y="385537"/>
                  </a:lnTo>
                  <a:lnTo>
                    <a:pt x="521239" y="389652"/>
                  </a:lnTo>
                  <a:lnTo>
                    <a:pt x="518908" y="393933"/>
                  </a:lnTo>
                  <a:lnTo>
                    <a:pt x="512699" y="405340"/>
                  </a:lnTo>
                  <a:lnTo>
                    <a:pt x="508651" y="412776"/>
                  </a:lnTo>
                  <a:lnTo>
                    <a:pt x="504441" y="420509"/>
                  </a:lnTo>
                  <a:lnTo>
                    <a:pt x="502901" y="423338"/>
                  </a:lnTo>
                  <a:lnTo>
                    <a:pt x="500478" y="427788"/>
                  </a:lnTo>
                  <a:lnTo>
                    <a:pt x="499887" y="428860"/>
                  </a:lnTo>
                  <a:lnTo>
                    <a:pt x="499474" y="429607"/>
                  </a:lnTo>
                  <a:lnTo>
                    <a:pt x="497812" y="432620"/>
                  </a:lnTo>
                  <a:lnTo>
                    <a:pt x="491597" y="443885"/>
                  </a:lnTo>
                  <a:lnTo>
                    <a:pt x="488781" y="448989"/>
                  </a:lnTo>
                  <a:lnTo>
                    <a:pt x="488315" y="449834"/>
                  </a:lnTo>
                  <a:lnTo>
                    <a:pt x="487089" y="452056"/>
                  </a:lnTo>
                  <a:lnTo>
                    <a:pt x="484564" y="456632"/>
                  </a:lnTo>
                  <a:lnTo>
                    <a:pt x="480637" y="463750"/>
                  </a:lnTo>
                  <a:lnTo>
                    <a:pt x="478387" y="467828"/>
                  </a:lnTo>
                  <a:lnTo>
                    <a:pt x="475720" y="472662"/>
                  </a:lnTo>
                  <a:lnTo>
                    <a:pt x="474441" y="47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34"/>
            <p:cNvSpPr/>
            <p:nvPr/>
          </p:nvSpPr>
          <p:spPr>
            <a:xfrm>
              <a:off x="5146480" y="1944883"/>
              <a:ext cx="377455" cy="300915"/>
            </a:xfrm>
            <a:custGeom>
              <a:avLst/>
              <a:pathLst>
                <a:path w="377455" h="300915">
                  <a:moveTo>
                    <a:pt x="299884" y="40779"/>
                  </a:moveTo>
                  <a:lnTo>
                    <a:pt x="299986" y="42989"/>
                  </a:lnTo>
                  <a:lnTo>
                    <a:pt x="300299" y="49826"/>
                  </a:lnTo>
                  <a:lnTo>
                    <a:pt x="300714" y="58873"/>
                  </a:lnTo>
                  <a:lnTo>
                    <a:pt x="300745" y="59195"/>
                  </a:lnTo>
                  <a:lnTo>
                    <a:pt x="301254" y="64448"/>
                  </a:lnTo>
                  <a:lnTo>
                    <a:pt x="301794" y="69974"/>
                  </a:lnTo>
                  <a:lnTo>
                    <a:pt x="302903" y="74433"/>
                  </a:lnTo>
                  <a:lnTo>
                    <a:pt x="304716" y="81718"/>
                  </a:lnTo>
                  <a:lnTo>
                    <a:pt x="315479" y="115652"/>
                  </a:lnTo>
                  <a:lnTo>
                    <a:pt x="315567" y="115931"/>
                  </a:lnTo>
                  <a:lnTo>
                    <a:pt x="321308" y="134031"/>
                  </a:lnTo>
                  <a:lnTo>
                    <a:pt x="325054" y="145839"/>
                  </a:lnTo>
                  <a:lnTo>
                    <a:pt x="325150" y="146143"/>
                  </a:lnTo>
                  <a:lnTo>
                    <a:pt x="325317" y="146237"/>
                  </a:lnTo>
                  <a:lnTo>
                    <a:pt x="327979" y="147724"/>
                  </a:lnTo>
                  <a:lnTo>
                    <a:pt x="328137" y="147812"/>
                  </a:lnTo>
                  <a:lnTo>
                    <a:pt x="329880" y="148786"/>
                  </a:lnTo>
                  <a:lnTo>
                    <a:pt x="330124" y="148922"/>
                  </a:lnTo>
                  <a:lnTo>
                    <a:pt x="334182" y="151190"/>
                  </a:lnTo>
                  <a:lnTo>
                    <a:pt x="336363" y="152408"/>
                  </a:lnTo>
                  <a:lnTo>
                    <a:pt x="337359" y="152965"/>
                  </a:lnTo>
                  <a:lnTo>
                    <a:pt x="341753" y="155420"/>
                  </a:lnTo>
                  <a:lnTo>
                    <a:pt x="343356" y="156316"/>
                  </a:lnTo>
                  <a:lnTo>
                    <a:pt x="344576" y="156997"/>
                  </a:lnTo>
                  <a:lnTo>
                    <a:pt x="346306" y="157964"/>
                  </a:lnTo>
                  <a:lnTo>
                    <a:pt x="348271" y="159062"/>
                  </a:lnTo>
                  <a:lnTo>
                    <a:pt x="349746" y="159886"/>
                  </a:lnTo>
                  <a:lnTo>
                    <a:pt x="353864" y="162187"/>
                  </a:lnTo>
                  <a:lnTo>
                    <a:pt x="355628" y="163172"/>
                  </a:lnTo>
                  <a:lnTo>
                    <a:pt x="358331" y="164682"/>
                  </a:lnTo>
                  <a:lnTo>
                    <a:pt x="360972" y="166158"/>
                  </a:lnTo>
                  <a:lnTo>
                    <a:pt x="365226" y="168535"/>
                  </a:lnTo>
                  <a:lnTo>
                    <a:pt x="367478" y="169793"/>
                  </a:lnTo>
                  <a:lnTo>
                    <a:pt x="372440" y="172566"/>
                  </a:lnTo>
                  <a:lnTo>
                    <a:pt x="374175" y="173535"/>
                  </a:lnTo>
                  <a:lnTo>
                    <a:pt x="375353" y="174193"/>
                  </a:lnTo>
                  <a:lnTo>
                    <a:pt x="377455" y="175368"/>
                  </a:lnTo>
                  <a:lnTo>
                    <a:pt x="366424" y="196433"/>
                  </a:lnTo>
                  <a:lnTo>
                    <a:pt x="357776" y="212946"/>
                  </a:lnTo>
                  <a:lnTo>
                    <a:pt x="357567" y="213346"/>
                  </a:lnTo>
                  <a:lnTo>
                    <a:pt x="356898" y="214623"/>
                  </a:lnTo>
                  <a:lnTo>
                    <a:pt x="355847" y="218835"/>
                  </a:lnTo>
                  <a:lnTo>
                    <a:pt x="356278" y="226023"/>
                  </a:lnTo>
                  <a:lnTo>
                    <a:pt x="359894" y="250037"/>
                  </a:lnTo>
                  <a:lnTo>
                    <a:pt x="359722" y="250062"/>
                  </a:lnTo>
                  <a:lnTo>
                    <a:pt x="359118" y="250148"/>
                  </a:lnTo>
                  <a:lnTo>
                    <a:pt x="358324" y="250262"/>
                  </a:lnTo>
                  <a:lnTo>
                    <a:pt x="358041" y="250303"/>
                  </a:lnTo>
                  <a:lnTo>
                    <a:pt x="356714" y="250493"/>
                  </a:lnTo>
                  <a:lnTo>
                    <a:pt x="339889" y="252906"/>
                  </a:lnTo>
                  <a:lnTo>
                    <a:pt x="339925" y="253164"/>
                  </a:lnTo>
                  <a:lnTo>
                    <a:pt x="322037" y="256011"/>
                  </a:lnTo>
                  <a:lnTo>
                    <a:pt x="321838" y="256085"/>
                  </a:lnTo>
                  <a:lnTo>
                    <a:pt x="321341" y="256147"/>
                  </a:lnTo>
                  <a:lnTo>
                    <a:pt x="316939" y="258064"/>
                  </a:lnTo>
                  <a:lnTo>
                    <a:pt x="313714" y="259905"/>
                  </a:lnTo>
                  <a:lnTo>
                    <a:pt x="310028" y="263662"/>
                  </a:lnTo>
                  <a:lnTo>
                    <a:pt x="309355" y="264348"/>
                  </a:lnTo>
                  <a:lnTo>
                    <a:pt x="291524" y="284664"/>
                  </a:lnTo>
                  <a:lnTo>
                    <a:pt x="274800" y="300915"/>
                  </a:lnTo>
                  <a:lnTo>
                    <a:pt x="273699" y="299539"/>
                  </a:lnTo>
                  <a:lnTo>
                    <a:pt x="259307" y="280154"/>
                  </a:lnTo>
                  <a:lnTo>
                    <a:pt x="258407" y="278941"/>
                  </a:lnTo>
                  <a:lnTo>
                    <a:pt x="239479" y="257087"/>
                  </a:lnTo>
                  <a:lnTo>
                    <a:pt x="227799" y="271744"/>
                  </a:lnTo>
                  <a:lnTo>
                    <a:pt x="215735" y="286883"/>
                  </a:lnTo>
                  <a:lnTo>
                    <a:pt x="213293" y="289948"/>
                  </a:lnTo>
                  <a:lnTo>
                    <a:pt x="212389" y="289059"/>
                  </a:lnTo>
                  <a:lnTo>
                    <a:pt x="191575" y="268605"/>
                  </a:lnTo>
                  <a:lnTo>
                    <a:pt x="176457" y="253749"/>
                  </a:lnTo>
                  <a:lnTo>
                    <a:pt x="175827" y="253129"/>
                  </a:lnTo>
                  <a:lnTo>
                    <a:pt x="165873" y="243642"/>
                  </a:lnTo>
                  <a:lnTo>
                    <a:pt x="164719" y="242542"/>
                  </a:lnTo>
                  <a:lnTo>
                    <a:pt x="158263" y="236388"/>
                  </a:lnTo>
                  <a:lnTo>
                    <a:pt x="157812" y="236020"/>
                  </a:lnTo>
                  <a:lnTo>
                    <a:pt x="156447" y="234905"/>
                  </a:lnTo>
                  <a:lnTo>
                    <a:pt x="152904" y="232264"/>
                  </a:lnTo>
                  <a:lnTo>
                    <a:pt x="151738" y="231535"/>
                  </a:lnTo>
                  <a:lnTo>
                    <a:pt x="150741" y="230999"/>
                  </a:lnTo>
                  <a:lnTo>
                    <a:pt x="148941" y="230220"/>
                  </a:lnTo>
                  <a:lnTo>
                    <a:pt x="147635" y="229654"/>
                  </a:lnTo>
                  <a:lnTo>
                    <a:pt x="146095" y="229253"/>
                  </a:lnTo>
                  <a:lnTo>
                    <a:pt x="145051" y="229253"/>
                  </a:lnTo>
                  <a:lnTo>
                    <a:pt x="141565" y="229743"/>
                  </a:lnTo>
                  <a:lnTo>
                    <a:pt x="140139" y="230129"/>
                  </a:lnTo>
                  <a:lnTo>
                    <a:pt x="137086" y="231681"/>
                  </a:lnTo>
                  <a:lnTo>
                    <a:pt x="136731" y="231861"/>
                  </a:lnTo>
                  <a:lnTo>
                    <a:pt x="136070" y="232311"/>
                  </a:lnTo>
                  <a:lnTo>
                    <a:pt x="134758" y="233379"/>
                  </a:lnTo>
                  <a:lnTo>
                    <a:pt x="134336" y="233723"/>
                  </a:lnTo>
                  <a:lnTo>
                    <a:pt x="133617" y="234308"/>
                  </a:lnTo>
                  <a:lnTo>
                    <a:pt x="133287" y="234576"/>
                  </a:lnTo>
                  <a:lnTo>
                    <a:pt x="132997" y="234308"/>
                  </a:lnTo>
                  <a:lnTo>
                    <a:pt x="128645" y="230295"/>
                  </a:lnTo>
                  <a:lnTo>
                    <a:pt x="120907" y="223157"/>
                  </a:lnTo>
                  <a:lnTo>
                    <a:pt x="119828" y="222148"/>
                  </a:lnTo>
                  <a:lnTo>
                    <a:pt x="116315" y="218861"/>
                  </a:lnTo>
                  <a:lnTo>
                    <a:pt x="106891" y="210336"/>
                  </a:lnTo>
                  <a:lnTo>
                    <a:pt x="122418" y="190408"/>
                  </a:lnTo>
                  <a:lnTo>
                    <a:pt x="103224" y="177782"/>
                  </a:lnTo>
                  <a:lnTo>
                    <a:pt x="97898" y="175098"/>
                  </a:lnTo>
                  <a:lnTo>
                    <a:pt x="96072" y="174178"/>
                  </a:lnTo>
                  <a:lnTo>
                    <a:pt x="81821" y="166998"/>
                  </a:lnTo>
                  <a:lnTo>
                    <a:pt x="80773" y="166470"/>
                  </a:lnTo>
                  <a:lnTo>
                    <a:pt x="75592" y="163859"/>
                  </a:lnTo>
                  <a:lnTo>
                    <a:pt x="60959" y="156487"/>
                  </a:lnTo>
                  <a:lnTo>
                    <a:pt x="59705" y="155855"/>
                  </a:lnTo>
                  <a:lnTo>
                    <a:pt x="59516" y="155748"/>
                  </a:lnTo>
                  <a:lnTo>
                    <a:pt x="59327" y="155641"/>
                  </a:lnTo>
                  <a:lnTo>
                    <a:pt x="52175" y="151583"/>
                  </a:lnTo>
                  <a:lnTo>
                    <a:pt x="36074" y="142447"/>
                  </a:lnTo>
                  <a:lnTo>
                    <a:pt x="35667" y="142228"/>
                  </a:lnTo>
                  <a:lnTo>
                    <a:pt x="15584" y="131459"/>
                  </a:lnTo>
                  <a:lnTo>
                    <a:pt x="6811" y="126755"/>
                  </a:lnTo>
                  <a:lnTo>
                    <a:pt x="0" y="123102"/>
                  </a:lnTo>
                  <a:lnTo>
                    <a:pt x="833" y="121572"/>
                  </a:lnTo>
                  <a:lnTo>
                    <a:pt x="24461" y="78261"/>
                  </a:lnTo>
                  <a:lnTo>
                    <a:pt x="38202" y="53075"/>
                  </a:lnTo>
                  <a:lnTo>
                    <a:pt x="38423" y="52669"/>
                  </a:lnTo>
                  <a:lnTo>
                    <a:pt x="38626" y="52298"/>
                  </a:lnTo>
                  <a:lnTo>
                    <a:pt x="45978" y="38822"/>
                  </a:lnTo>
                  <a:lnTo>
                    <a:pt x="57958" y="16862"/>
                  </a:lnTo>
                  <a:lnTo>
                    <a:pt x="65168" y="3647"/>
                  </a:lnTo>
                  <a:lnTo>
                    <a:pt x="67151" y="0"/>
                  </a:lnTo>
                  <a:lnTo>
                    <a:pt x="74808" y="3769"/>
                  </a:lnTo>
                  <a:lnTo>
                    <a:pt x="80127" y="6696"/>
                  </a:lnTo>
                  <a:lnTo>
                    <a:pt x="89663" y="11798"/>
                  </a:lnTo>
                  <a:lnTo>
                    <a:pt x="104789" y="19890"/>
                  </a:lnTo>
                  <a:lnTo>
                    <a:pt x="106454" y="20781"/>
                  </a:lnTo>
                  <a:lnTo>
                    <a:pt x="128431" y="32967"/>
                  </a:lnTo>
                  <a:lnTo>
                    <a:pt x="177068" y="59936"/>
                  </a:lnTo>
                  <a:lnTo>
                    <a:pt x="201543" y="73507"/>
                  </a:lnTo>
                  <a:lnTo>
                    <a:pt x="202516" y="71793"/>
                  </a:lnTo>
                  <a:lnTo>
                    <a:pt x="205049" y="67327"/>
                  </a:lnTo>
                  <a:lnTo>
                    <a:pt x="208573" y="61115"/>
                  </a:lnTo>
                  <a:lnTo>
                    <a:pt x="212070" y="54952"/>
                  </a:lnTo>
                  <a:lnTo>
                    <a:pt x="225201" y="29629"/>
                  </a:lnTo>
                  <a:lnTo>
                    <a:pt x="227659" y="27893"/>
                  </a:lnTo>
                  <a:lnTo>
                    <a:pt x="245797" y="38798"/>
                  </a:lnTo>
                  <a:lnTo>
                    <a:pt x="248708" y="40548"/>
                  </a:lnTo>
                  <a:lnTo>
                    <a:pt x="259269" y="20095"/>
                  </a:lnTo>
                  <a:lnTo>
                    <a:pt x="260471" y="17768"/>
                  </a:lnTo>
                  <a:lnTo>
                    <a:pt x="270982" y="23905"/>
                  </a:lnTo>
                  <a:lnTo>
                    <a:pt x="280235" y="29307"/>
                  </a:lnTo>
                  <a:lnTo>
                    <a:pt x="291572" y="3592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35"/>
            <p:cNvSpPr/>
            <p:nvPr/>
          </p:nvSpPr>
          <p:spPr>
            <a:xfrm>
              <a:off x="6187275" y="2849656"/>
              <a:ext cx="367094" cy="233024"/>
            </a:xfrm>
            <a:custGeom>
              <a:avLst/>
              <a:pathLst>
                <a:path w="367094" h="233024">
                  <a:moveTo>
                    <a:pt x="252525" y="20005"/>
                  </a:moveTo>
                  <a:lnTo>
                    <a:pt x="253366" y="23259"/>
                  </a:lnTo>
                  <a:lnTo>
                    <a:pt x="257515" y="22520"/>
                  </a:lnTo>
                  <a:lnTo>
                    <a:pt x="271015" y="19333"/>
                  </a:lnTo>
                  <a:lnTo>
                    <a:pt x="273706" y="27299"/>
                  </a:lnTo>
                  <a:lnTo>
                    <a:pt x="274595" y="29802"/>
                  </a:lnTo>
                  <a:lnTo>
                    <a:pt x="276290" y="33803"/>
                  </a:lnTo>
                  <a:lnTo>
                    <a:pt x="277840" y="36981"/>
                  </a:lnTo>
                  <a:lnTo>
                    <a:pt x="279125" y="38991"/>
                  </a:lnTo>
                  <a:lnTo>
                    <a:pt x="280337" y="40887"/>
                  </a:lnTo>
                  <a:lnTo>
                    <a:pt x="282445" y="43019"/>
                  </a:lnTo>
                  <a:lnTo>
                    <a:pt x="288116" y="47669"/>
                  </a:lnTo>
                  <a:lnTo>
                    <a:pt x="289190" y="48550"/>
                  </a:lnTo>
                  <a:lnTo>
                    <a:pt x="295090" y="53388"/>
                  </a:lnTo>
                  <a:lnTo>
                    <a:pt x="301876" y="58110"/>
                  </a:lnTo>
                  <a:lnTo>
                    <a:pt x="302004" y="59447"/>
                  </a:lnTo>
                  <a:lnTo>
                    <a:pt x="302273" y="61846"/>
                  </a:lnTo>
                  <a:lnTo>
                    <a:pt x="307140" y="65223"/>
                  </a:lnTo>
                  <a:lnTo>
                    <a:pt x="304084" y="69305"/>
                  </a:lnTo>
                  <a:lnTo>
                    <a:pt x="299756" y="75079"/>
                  </a:lnTo>
                  <a:lnTo>
                    <a:pt x="299617" y="77982"/>
                  </a:lnTo>
                  <a:lnTo>
                    <a:pt x="299306" y="81252"/>
                  </a:lnTo>
                  <a:lnTo>
                    <a:pt x="299006" y="85359"/>
                  </a:lnTo>
                  <a:lnTo>
                    <a:pt x="300073" y="87751"/>
                  </a:lnTo>
                  <a:lnTo>
                    <a:pt x="302965" y="94033"/>
                  </a:lnTo>
                  <a:lnTo>
                    <a:pt x="304564" y="97506"/>
                  </a:lnTo>
                  <a:lnTo>
                    <a:pt x="305867" y="100335"/>
                  </a:lnTo>
                  <a:lnTo>
                    <a:pt x="307313" y="99437"/>
                  </a:lnTo>
                  <a:lnTo>
                    <a:pt x="321806" y="105856"/>
                  </a:lnTo>
                  <a:lnTo>
                    <a:pt x="328060" y="108200"/>
                  </a:lnTo>
                  <a:lnTo>
                    <a:pt x="336033" y="111188"/>
                  </a:lnTo>
                  <a:lnTo>
                    <a:pt x="337257" y="112295"/>
                  </a:lnTo>
                  <a:lnTo>
                    <a:pt x="343265" y="117731"/>
                  </a:lnTo>
                  <a:lnTo>
                    <a:pt x="342451" y="120006"/>
                  </a:lnTo>
                  <a:lnTo>
                    <a:pt x="341012" y="124032"/>
                  </a:lnTo>
                  <a:lnTo>
                    <a:pt x="345043" y="127062"/>
                  </a:lnTo>
                  <a:lnTo>
                    <a:pt x="340894" y="132635"/>
                  </a:lnTo>
                  <a:lnTo>
                    <a:pt x="346876" y="135540"/>
                  </a:lnTo>
                  <a:lnTo>
                    <a:pt x="352257" y="138152"/>
                  </a:lnTo>
                  <a:lnTo>
                    <a:pt x="355120" y="139542"/>
                  </a:lnTo>
                  <a:lnTo>
                    <a:pt x="352156" y="147661"/>
                  </a:lnTo>
                  <a:lnTo>
                    <a:pt x="367094" y="156385"/>
                  </a:lnTo>
                  <a:lnTo>
                    <a:pt x="363063" y="165352"/>
                  </a:lnTo>
                  <a:lnTo>
                    <a:pt x="334729" y="150932"/>
                  </a:lnTo>
                  <a:lnTo>
                    <a:pt x="323585" y="147418"/>
                  </a:lnTo>
                  <a:lnTo>
                    <a:pt x="321688" y="149478"/>
                  </a:lnTo>
                  <a:lnTo>
                    <a:pt x="318487" y="149236"/>
                  </a:lnTo>
                  <a:lnTo>
                    <a:pt x="312678" y="149236"/>
                  </a:lnTo>
                  <a:lnTo>
                    <a:pt x="309833" y="151296"/>
                  </a:lnTo>
                  <a:lnTo>
                    <a:pt x="304735" y="162080"/>
                  </a:lnTo>
                  <a:lnTo>
                    <a:pt x="304498" y="165594"/>
                  </a:lnTo>
                  <a:lnTo>
                    <a:pt x="303312" y="171410"/>
                  </a:lnTo>
                  <a:lnTo>
                    <a:pt x="300111" y="175167"/>
                  </a:lnTo>
                  <a:lnTo>
                    <a:pt x="302601" y="179650"/>
                  </a:lnTo>
                  <a:lnTo>
                    <a:pt x="297740" y="185103"/>
                  </a:lnTo>
                  <a:lnTo>
                    <a:pt x="298570" y="193706"/>
                  </a:lnTo>
                  <a:lnTo>
                    <a:pt x="296554" y="194675"/>
                  </a:lnTo>
                  <a:lnTo>
                    <a:pt x="299637" y="211276"/>
                  </a:lnTo>
                  <a:lnTo>
                    <a:pt x="271302" y="211518"/>
                  </a:lnTo>
                  <a:lnTo>
                    <a:pt x="266797" y="204369"/>
                  </a:lnTo>
                  <a:lnTo>
                    <a:pt x="252334" y="202794"/>
                  </a:lnTo>
                  <a:lnTo>
                    <a:pt x="247118" y="200249"/>
                  </a:lnTo>
                  <a:lnTo>
                    <a:pt x="251860" y="177106"/>
                  </a:lnTo>
                  <a:lnTo>
                    <a:pt x="247822" y="175662"/>
                  </a:lnTo>
                  <a:lnTo>
                    <a:pt x="247033" y="175804"/>
                  </a:lnTo>
                  <a:lnTo>
                    <a:pt x="240953" y="175651"/>
                  </a:lnTo>
                  <a:lnTo>
                    <a:pt x="237159" y="176136"/>
                  </a:lnTo>
                  <a:lnTo>
                    <a:pt x="228979" y="177106"/>
                  </a:lnTo>
                  <a:lnTo>
                    <a:pt x="221510" y="178560"/>
                  </a:lnTo>
                  <a:lnTo>
                    <a:pt x="215464" y="179892"/>
                  </a:lnTo>
                  <a:lnTo>
                    <a:pt x="207485" y="181939"/>
                  </a:lnTo>
                  <a:lnTo>
                    <a:pt x="197625" y="184160"/>
                  </a:lnTo>
                  <a:lnTo>
                    <a:pt x="198723" y="191962"/>
                  </a:lnTo>
                  <a:lnTo>
                    <a:pt x="210872" y="209052"/>
                  </a:lnTo>
                  <a:lnTo>
                    <a:pt x="216112" y="216904"/>
                  </a:lnTo>
                  <a:lnTo>
                    <a:pt x="224714" y="230897"/>
                  </a:lnTo>
                  <a:lnTo>
                    <a:pt x="220966" y="233024"/>
                  </a:lnTo>
                  <a:lnTo>
                    <a:pt x="211006" y="216643"/>
                  </a:lnTo>
                  <a:lnTo>
                    <a:pt x="207421" y="214694"/>
                  </a:lnTo>
                  <a:lnTo>
                    <a:pt x="200054" y="204530"/>
                  </a:lnTo>
                  <a:lnTo>
                    <a:pt x="193109" y="194948"/>
                  </a:lnTo>
                  <a:lnTo>
                    <a:pt x="190806" y="185696"/>
                  </a:lnTo>
                  <a:lnTo>
                    <a:pt x="189171" y="179122"/>
                  </a:lnTo>
                  <a:lnTo>
                    <a:pt x="188528" y="176540"/>
                  </a:lnTo>
                  <a:lnTo>
                    <a:pt x="183751" y="174887"/>
                  </a:lnTo>
                  <a:lnTo>
                    <a:pt x="182287" y="174441"/>
                  </a:lnTo>
                  <a:lnTo>
                    <a:pt x="180809" y="174045"/>
                  </a:lnTo>
                  <a:lnTo>
                    <a:pt x="179093" y="173651"/>
                  </a:lnTo>
                  <a:lnTo>
                    <a:pt x="177362" y="173325"/>
                  </a:lnTo>
                  <a:lnTo>
                    <a:pt x="175621" y="173067"/>
                  </a:lnTo>
                  <a:lnTo>
                    <a:pt x="173872" y="172877"/>
                  </a:lnTo>
                  <a:lnTo>
                    <a:pt x="172758" y="171723"/>
                  </a:lnTo>
                  <a:lnTo>
                    <a:pt x="171588" y="170628"/>
                  </a:lnTo>
                  <a:lnTo>
                    <a:pt x="170364" y="169596"/>
                  </a:lnTo>
                  <a:lnTo>
                    <a:pt x="169090" y="168630"/>
                  </a:lnTo>
                  <a:lnTo>
                    <a:pt x="167770" y="167732"/>
                  </a:lnTo>
                  <a:lnTo>
                    <a:pt x="166405" y="166905"/>
                  </a:lnTo>
                  <a:lnTo>
                    <a:pt x="165001" y="166150"/>
                  </a:lnTo>
                  <a:lnTo>
                    <a:pt x="163561" y="165471"/>
                  </a:lnTo>
                  <a:lnTo>
                    <a:pt x="162019" y="164841"/>
                  </a:lnTo>
                  <a:lnTo>
                    <a:pt x="160445" y="164296"/>
                  </a:lnTo>
                  <a:lnTo>
                    <a:pt x="154726" y="164442"/>
                  </a:lnTo>
                  <a:lnTo>
                    <a:pt x="155309" y="165568"/>
                  </a:lnTo>
                  <a:lnTo>
                    <a:pt x="155936" y="166668"/>
                  </a:lnTo>
                  <a:lnTo>
                    <a:pt x="156607" y="167742"/>
                  </a:lnTo>
                  <a:lnTo>
                    <a:pt x="157320" y="168787"/>
                  </a:lnTo>
                  <a:lnTo>
                    <a:pt x="158251" y="170028"/>
                  </a:lnTo>
                  <a:lnTo>
                    <a:pt x="159242" y="171221"/>
                  </a:lnTo>
                  <a:lnTo>
                    <a:pt x="163908" y="177336"/>
                  </a:lnTo>
                  <a:lnTo>
                    <a:pt x="167588" y="182189"/>
                  </a:lnTo>
                  <a:lnTo>
                    <a:pt x="188375" y="219569"/>
                  </a:lnTo>
                  <a:lnTo>
                    <a:pt x="189744" y="222031"/>
                  </a:lnTo>
                  <a:lnTo>
                    <a:pt x="181854" y="226659"/>
                  </a:lnTo>
                  <a:lnTo>
                    <a:pt x="181566" y="226249"/>
                  </a:lnTo>
                  <a:lnTo>
                    <a:pt x="177429" y="218713"/>
                  </a:lnTo>
                  <a:lnTo>
                    <a:pt x="172801" y="210280"/>
                  </a:lnTo>
                  <a:lnTo>
                    <a:pt x="169529" y="204357"/>
                  </a:lnTo>
                  <a:lnTo>
                    <a:pt x="169273" y="203892"/>
                  </a:lnTo>
                  <a:lnTo>
                    <a:pt x="164346" y="194972"/>
                  </a:lnTo>
                  <a:lnTo>
                    <a:pt x="162995" y="192321"/>
                  </a:lnTo>
                  <a:lnTo>
                    <a:pt x="162557" y="191523"/>
                  </a:lnTo>
                  <a:lnTo>
                    <a:pt x="161564" y="189714"/>
                  </a:lnTo>
                  <a:lnTo>
                    <a:pt x="160054" y="187154"/>
                  </a:lnTo>
                  <a:lnTo>
                    <a:pt x="158466" y="184644"/>
                  </a:lnTo>
                  <a:lnTo>
                    <a:pt x="156802" y="182186"/>
                  </a:lnTo>
                  <a:lnTo>
                    <a:pt x="155064" y="179782"/>
                  </a:lnTo>
                  <a:lnTo>
                    <a:pt x="153253" y="177435"/>
                  </a:lnTo>
                  <a:lnTo>
                    <a:pt x="152679" y="176737"/>
                  </a:lnTo>
                  <a:lnTo>
                    <a:pt x="151372" y="175147"/>
                  </a:lnTo>
                  <a:lnTo>
                    <a:pt x="146061" y="170727"/>
                  </a:lnTo>
                  <a:lnTo>
                    <a:pt x="145592" y="170422"/>
                  </a:lnTo>
                  <a:lnTo>
                    <a:pt x="138820" y="179668"/>
                  </a:lnTo>
                  <a:lnTo>
                    <a:pt x="135659" y="176668"/>
                  </a:lnTo>
                  <a:lnTo>
                    <a:pt x="133208" y="175542"/>
                  </a:lnTo>
                  <a:lnTo>
                    <a:pt x="131028" y="175915"/>
                  </a:lnTo>
                  <a:lnTo>
                    <a:pt x="129184" y="176584"/>
                  </a:lnTo>
                  <a:lnTo>
                    <a:pt x="122642" y="182450"/>
                  </a:lnTo>
                  <a:lnTo>
                    <a:pt x="110784" y="193084"/>
                  </a:lnTo>
                  <a:lnTo>
                    <a:pt x="110450" y="193385"/>
                  </a:lnTo>
                  <a:lnTo>
                    <a:pt x="110784" y="193815"/>
                  </a:lnTo>
                  <a:lnTo>
                    <a:pt x="111674" y="195152"/>
                  </a:lnTo>
                  <a:lnTo>
                    <a:pt x="110784" y="195925"/>
                  </a:lnTo>
                  <a:lnTo>
                    <a:pt x="90202" y="213798"/>
                  </a:lnTo>
                  <a:lnTo>
                    <a:pt x="89269" y="212584"/>
                  </a:lnTo>
                  <a:lnTo>
                    <a:pt x="72869" y="193050"/>
                  </a:lnTo>
                  <a:lnTo>
                    <a:pt x="70709" y="190478"/>
                  </a:lnTo>
                  <a:lnTo>
                    <a:pt x="54160" y="170782"/>
                  </a:lnTo>
                  <a:lnTo>
                    <a:pt x="44728" y="159243"/>
                  </a:lnTo>
                  <a:lnTo>
                    <a:pt x="33901" y="145998"/>
                  </a:lnTo>
                  <a:lnTo>
                    <a:pt x="31529" y="132422"/>
                  </a:lnTo>
                  <a:lnTo>
                    <a:pt x="29309" y="119716"/>
                  </a:lnTo>
                  <a:lnTo>
                    <a:pt x="28984" y="117858"/>
                  </a:lnTo>
                  <a:lnTo>
                    <a:pt x="27131" y="107248"/>
                  </a:lnTo>
                  <a:lnTo>
                    <a:pt x="21282" y="96156"/>
                  </a:lnTo>
                  <a:lnTo>
                    <a:pt x="18767" y="91386"/>
                  </a:lnTo>
                  <a:lnTo>
                    <a:pt x="14486" y="83268"/>
                  </a:lnTo>
                  <a:lnTo>
                    <a:pt x="14327" y="82965"/>
                  </a:lnTo>
                  <a:lnTo>
                    <a:pt x="10738" y="76826"/>
                  </a:lnTo>
                  <a:lnTo>
                    <a:pt x="1440" y="60924"/>
                  </a:lnTo>
                  <a:lnTo>
                    <a:pt x="0" y="58460"/>
                  </a:lnTo>
                  <a:lnTo>
                    <a:pt x="484" y="58347"/>
                  </a:lnTo>
                  <a:lnTo>
                    <a:pt x="12337" y="55546"/>
                  </a:lnTo>
                  <a:lnTo>
                    <a:pt x="12543" y="55497"/>
                  </a:lnTo>
                  <a:lnTo>
                    <a:pt x="64627" y="43187"/>
                  </a:lnTo>
                  <a:lnTo>
                    <a:pt x="82611" y="38937"/>
                  </a:lnTo>
                  <a:lnTo>
                    <a:pt x="110061" y="32449"/>
                  </a:lnTo>
                  <a:lnTo>
                    <a:pt x="154124" y="22034"/>
                  </a:lnTo>
                  <a:lnTo>
                    <a:pt x="170850" y="18081"/>
                  </a:lnTo>
                  <a:lnTo>
                    <a:pt x="195052" y="12361"/>
                  </a:lnTo>
                  <a:lnTo>
                    <a:pt x="244664" y="635"/>
                  </a:lnTo>
                  <a:lnTo>
                    <a:pt x="246200" y="272"/>
                  </a:lnTo>
                  <a:lnTo>
                    <a:pt x="247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36"/>
            <p:cNvSpPr/>
            <p:nvPr/>
          </p:nvSpPr>
          <p:spPr>
            <a:xfrm>
              <a:off x="6586591" y="2428303"/>
              <a:ext cx="256094" cy="554853"/>
            </a:xfrm>
            <a:custGeom>
              <a:avLst/>
              <a:pathLst>
                <a:path w="256094" h="554853">
                  <a:moveTo>
                    <a:pt x="108817" y="71806"/>
                  </a:moveTo>
                  <a:lnTo>
                    <a:pt x="135213" y="79552"/>
                  </a:lnTo>
                  <a:lnTo>
                    <a:pt x="136800" y="74508"/>
                  </a:lnTo>
                  <a:lnTo>
                    <a:pt x="159842" y="66002"/>
                  </a:lnTo>
                  <a:lnTo>
                    <a:pt x="161245" y="45926"/>
                  </a:lnTo>
                  <a:lnTo>
                    <a:pt x="173823" y="32692"/>
                  </a:lnTo>
                  <a:lnTo>
                    <a:pt x="214795" y="38702"/>
                  </a:lnTo>
                  <a:lnTo>
                    <a:pt x="210766" y="72996"/>
                  </a:lnTo>
                  <a:lnTo>
                    <a:pt x="227464" y="76590"/>
                  </a:lnTo>
                  <a:lnTo>
                    <a:pt x="238253" y="77444"/>
                  </a:lnTo>
                  <a:lnTo>
                    <a:pt x="243715" y="81580"/>
                  </a:lnTo>
                  <a:lnTo>
                    <a:pt x="250357" y="94147"/>
                  </a:lnTo>
                  <a:lnTo>
                    <a:pt x="251174" y="95692"/>
                  </a:lnTo>
                  <a:lnTo>
                    <a:pt x="256094" y="104528"/>
                  </a:lnTo>
                  <a:lnTo>
                    <a:pt x="255878" y="104592"/>
                  </a:lnTo>
                  <a:lnTo>
                    <a:pt x="253484" y="105308"/>
                  </a:lnTo>
                  <a:lnTo>
                    <a:pt x="247575" y="107075"/>
                  </a:lnTo>
                  <a:lnTo>
                    <a:pt x="247559" y="107918"/>
                  </a:lnTo>
                  <a:lnTo>
                    <a:pt x="247422" y="115217"/>
                  </a:lnTo>
                  <a:lnTo>
                    <a:pt x="251009" y="118216"/>
                  </a:lnTo>
                  <a:lnTo>
                    <a:pt x="247632" y="119856"/>
                  </a:lnTo>
                  <a:lnTo>
                    <a:pt x="243721" y="116413"/>
                  </a:lnTo>
                  <a:lnTo>
                    <a:pt x="243201" y="115868"/>
                  </a:lnTo>
                  <a:lnTo>
                    <a:pt x="242435" y="114901"/>
                  </a:lnTo>
                  <a:lnTo>
                    <a:pt x="232385" y="101316"/>
                  </a:lnTo>
                  <a:lnTo>
                    <a:pt x="232168" y="102137"/>
                  </a:lnTo>
                  <a:lnTo>
                    <a:pt x="228819" y="114759"/>
                  </a:lnTo>
                  <a:lnTo>
                    <a:pt x="226976" y="114167"/>
                  </a:lnTo>
                  <a:lnTo>
                    <a:pt x="226800" y="114820"/>
                  </a:lnTo>
                  <a:lnTo>
                    <a:pt x="225702" y="118901"/>
                  </a:lnTo>
                  <a:lnTo>
                    <a:pt x="222079" y="132361"/>
                  </a:lnTo>
                  <a:lnTo>
                    <a:pt x="220835" y="128995"/>
                  </a:lnTo>
                  <a:lnTo>
                    <a:pt x="218770" y="128036"/>
                  </a:lnTo>
                  <a:lnTo>
                    <a:pt x="216339" y="131205"/>
                  </a:lnTo>
                  <a:lnTo>
                    <a:pt x="212982" y="135582"/>
                  </a:lnTo>
                  <a:lnTo>
                    <a:pt x="212254" y="136530"/>
                  </a:lnTo>
                  <a:lnTo>
                    <a:pt x="210362" y="138997"/>
                  </a:lnTo>
                  <a:lnTo>
                    <a:pt x="209675" y="139916"/>
                  </a:lnTo>
                  <a:lnTo>
                    <a:pt x="207290" y="153786"/>
                  </a:lnTo>
                  <a:lnTo>
                    <a:pt x="207260" y="157891"/>
                  </a:lnTo>
                  <a:lnTo>
                    <a:pt x="207238" y="160910"/>
                  </a:lnTo>
                  <a:lnTo>
                    <a:pt x="207417" y="166074"/>
                  </a:lnTo>
                  <a:lnTo>
                    <a:pt x="207515" y="168915"/>
                  </a:lnTo>
                  <a:lnTo>
                    <a:pt x="209289" y="169332"/>
                  </a:lnTo>
                  <a:lnTo>
                    <a:pt x="210052" y="169511"/>
                  </a:lnTo>
                  <a:lnTo>
                    <a:pt x="212763" y="171442"/>
                  </a:lnTo>
                  <a:lnTo>
                    <a:pt x="216113" y="173370"/>
                  </a:lnTo>
                  <a:lnTo>
                    <a:pt x="217573" y="174211"/>
                  </a:lnTo>
                  <a:lnTo>
                    <a:pt x="223835" y="174922"/>
                  </a:lnTo>
                  <a:lnTo>
                    <a:pt x="225054" y="175061"/>
                  </a:lnTo>
                  <a:lnTo>
                    <a:pt x="227936" y="175061"/>
                  </a:lnTo>
                  <a:lnTo>
                    <a:pt x="229942" y="175061"/>
                  </a:lnTo>
                  <a:lnTo>
                    <a:pt x="232724" y="175153"/>
                  </a:lnTo>
                  <a:lnTo>
                    <a:pt x="233048" y="175164"/>
                  </a:lnTo>
                  <a:lnTo>
                    <a:pt x="231910" y="191954"/>
                  </a:lnTo>
                  <a:lnTo>
                    <a:pt x="233193" y="192119"/>
                  </a:lnTo>
                  <a:lnTo>
                    <a:pt x="236869" y="192631"/>
                  </a:lnTo>
                  <a:lnTo>
                    <a:pt x="239599" y="192679"/>
                  </a:lnTo>
                  <a:lnTo>
                    <a:pt x="243435" y="192822"/>
                  </a:lnTo>
                  <a:lnTo>
                    <a:pt x="243274" y="194850"/>
                  </a:lnTo>
                  <a:lnTo>
                    <a:pt x="242087" y="209769"/>
                  </a:lnTo>
                  <a:lnTo>
                    <a:pt x="241575" y="215935"/>
                  </a:lnTo>
                  <a:lnTo>
                    <a:pt x="241550" y="216517"/>
                  </a:lnTo>
                  <a:lnTo>
                    <a:pt x="241086" y="227087"/>
                  </a:lnTo>
                  <a:lnTo>
                    <a:pt x="241021" y="228564"/>
                  </a:lnTo>
                  <a:lnTo>
                    <a:pt x="239760" y="257273"/>
                  </a:lnTo>
                  <a:lnTo>
                    <a:pt x="239666" y="259424"/>
                  </a:lnTo>
                  <a:lnTo>
                    <a:pt x="239514" y="262886"/>
                  </a:lnTo>
                  <a:lnTo>
                    <a:pt x="239362" y="266346"/>
                  </a:lnTo>
                  <a:lnTo>
                    <a:pt x="238892" y="277048"/>
                  </a:lnTo>
                  <a:lnTo>
                    <a:pt x="238721" y="280945"/>
                  </a:lnTo>
                  <a:lnTo>
                    <a:pt x="238700" y="281436"/>
                  </a:lnTo>
                  <a:lnTo>
                    <a:pt x="238607" y="283541"/>
                  </a:lnTo>
                  <a:lnTo>
                    <a:pt x="238592" y="283899"/>
                  </a:lnTo>
                  <a:lnTo>
                    <a:pt x="238577" y="284227"/>
                  </a:lnTo>
                  <a:lnTo>
                    <a:pt x="238559" y="284641"/>
                  </a:lnTo>
                  <a:lnTo>
                    <a:pt x="238007" y="294957"/>
                  </a:lnTo>
                  <a:lnTo>
                    <a:pt x="237375" y="306789"/>
                  </a:lnTo>
                  <a:lnTo>
                    <a:pt x="237331" y="307877"/>
                  </a:lnTo>
                  <a:lnTo>
                    <a:pt x="237276" y="309264"/>
                  </a:lnTo>
                  <a:lnTo>
                    <a:pt x="236514" y="328388"/>
                  </a:lnTo>
                  <a:lnTo>
                    <a:pt x="236402" y="333271"/>
                  </a:lnTo>
                  <a:lnTo>
                    <a:pt x="236229" y="340819"/>
                  </a:lnTo>
                  <a:lnTo>
                    <a:pt x="235958" y="352613"/>
                  </a:lnTo>
                  <a:lnTo>
                    <a:pt x="235842" y="357650"/>
                  </a:lnTo>
                  <a:lnTo>
                    <a:pt x="235465" y="374070"/>
                  </a:lnTo>
                  <a:lnTo>
                    <a:pt x="235461" y="374254"/>
                  </a:lnTo>
                  <a:lnTo>
                    <a:pt x="235268" y="382649"/>
                  </a:lnTo>
                  <a:lnTo>
                    <a:pt x="235207" y="385292"/>
                  </a:lnTo>
                  <a:lnTo>
                    <a:pt x="235194" y="385888"/>
                  </a:lnTo>
                  <a:lnTo>
                    <a:pt x="233237" y="385771"/>
                  </a:lnTo>
                  <a:lnTo>
                    <a:pt x="223302" y="385179"/>
                  </a:lnTo>
                  <a:lnTo>
                    <a:pt x="215454" y="384712"/>
                  </a:lnTo>
                  <a:lnTo>
                    <a:pt x="207038" y="384210"/>
                  </a:lnTo>
                  <a:lnTo>
                    <a:pt x="204898" y="384083"/>
                  </a:lnTo>
                  <a:lnTo>
                    <a:pt x="198866" y="383723"/>
                  </a:lnTo>
                  <a:lnTo>
                    <a:pt x="192459" y="383409"/>
                  </a:lnTo>
                  <a:lnTo>
                    <a:pt x="192284" y="386975"/>
                  </a:lnTo>
                  <a:lnTo>
                    <a:pt x="191082" y="411568"/>
                  </a:lnTo>
                  <a:lnTo>
                    <a:pt x="190464" y="424198"/>
                  </a:lnTo>
                  <a:lnTo>
                    <a:pt x="190221" y="429155"/>
                  </a:lnTo>
                  <a:lnTo>
                    <a:pt x="189983" y="434025"/>
                  </a:lnTo>
                  <a:lnTo>
                    <a:pt x="188898" y="456218"/>
                  </a:lnTo>
                  <a:lnTo>
                    <a:pt x="167371" y="454961"/>
                  </a:lnTo>
                  <a:lnTo>
                    <a:pt x="164254" y="454779"/>
                  </a:lnTo>
                  <a:lnTo>
                    <a:pt x="162461" y="454561"/>
                  </a:lnTo>
                  <a:lnTo>
                    <a:pt x="168371" y="457929"/>
                  </a:lnTo>
                  <a:lnTo>
                    <a:pt x="182374" y="469133"/>
                  </a:lnTo>
                  <a:lnTo>
                    <a:pt x="185154" y="470662"/>
                  </a:lnTo>
                  <a:lnTo>
                    <a:pt x="182607" y="476806"/>
                  </a:lnTo>
                  <a:lnTo>
                    <a:pt x="178565" y="487658"/>
                  </a:lnTo>
                  <a:lnTo>
                    <a:pt x="175387" y="496399"/>
                  </a:lnTo>
                  <a:lnTo>
                    <a:pt x="175234" y="496821"/>
                  </a:lnTo>
                  <a:lnTo>
                    <a:pt x="174783" y="498617"/>
                  </a:lnTo>
                  <a:lnTo>
                    <a:pt x="175067" y="499853"/>
                  </a:lnTo>
                  <a:lnTo>
                    <a:pt x="178173" y="506871"/>
                  </a:lnTo>
                  <a:lnTo>
                    <a:pt x="182252" y="512140"/>
                  </a:lnTo>
                  <a:lnTo>
                    <a:pt x="184730" y="514457"/>
                  </a:lnTo>
                  <a:lnTo>
                    <a:pt x="190367" y="517076"/>
                  </a:lnTo>
                  <a:lnTo>
                    <a:pt x="196316" y="519841"/>
                  </a:lnTo>
                  <a:lnTo>
                    <a:pt x="196678" y="519989"/>
                  </a:lnTo>
                  <a:lnTo>
                    <a:pt x="197110" y="520167"/>
                  </a:lnTo>
                  <a:lnTo>
                    <a:pt x="196996" y="520473"/>
                  </a:lnTo>
                  <a:lnTo>
                    <a:pt x="193180" y="530720"/>
                  </a:lnTo>
                  <a:lnTo>
                    <a:pt x="193034" y="531100"/>
                  </a:lnTo>
                  <a:lnTo>
                    <a:pt x="192449" y="530918"/>
                  </a:lnTo>
                  <a:lnTo>
                    <a:pt x="190807" y="530176"/>
                  </a:lnTo>
                  <a:lnTo>
                    <a:pt x="190650" y="530105"/>
                  </a:lnTo>
                  <a:lnTo>
                    <a:pt x="184835" y="527478"/>
                  </a:lnTo>
                  <a:lnTo>
                    <a:pt x="180200" y="524863"/>
                  </a:lnTo>
                  <a:lnTo>
                    <a:pt x="179413" y="524419"/>
                  </a:lnTo>
                  <a:lnTo>
                    <a:pt x="173293" y="520966"/>
                  </a:lnTo>
                  <a:lnTo>
                    <a:pt x="165160" y="529788"/>
                  </a:lnTo>
                  <a:lnTo>
                    <a:pt x="165414" y="529970"/>
                  </a:lnTo>
                  <a:lnTo>
                    <a:pt x="165224" y="530222"/>
                  </a:lnTo>
                  <a:lnTo>
                    <a:pt x="162176" y="534252"/>
                  </a:lnTo>
                  <a:lnTo>
                    <a:pt x="159388" y="537939"/>
                  </a:lnTo>
                  <a:lnTo>
                    <a:pt x="157983" y="539796"/>
                  </a:lnTo>
                  <a:lnTo>
                    <a:pt x="156192" y="542164"/>
                  </a:lnTo>
                  <a:lnTo>
                    <a:pt x="156071" y="542303"/>
                  </a:lnTo>
                  <a:lnTo>
                    <a:pt x="154402" y="544215"/>
                  </a:lnTo>
                  <a:lnTo>
                    <a:pt x="150876" y="548258"/>
                  </a:lnTo>
                  <a:lnTo>
                    <a:pt x="146281" y="553845"/>
                  </a:lnTo>
                  <a:lnTo>
                    <a:pt x="145678" y="554853"/>
                  </a:lnTo>
                  <a:lnTo>
                    <a:pt x="140259" y="549673"/>
                  </a:lnTo>
                  <a:lnTo>
                    <a:pt x="129501" y="539389"/>
                  </a:lnTo>
                  <a:lnTo>
                    <a:pt x="125981" y="513001"/>
                  </a:lnTo>
                  <a:lnTo>
                    <a:pt x="124227" y="512506"/>
                  </a:lnTo>
                  <a:lnTo>
                    <a:pt x="65935" y="493418"/>
                  </a:lnTo>
                  <a:lnTo>
                    <a:pt x="65285" y="493205"/>
                  </a:lnTo>
                  <a:lnTo>
                    <a:pt x="65297" y="492435"/>
                  </a:lnTo>
                  <a:lnTo>
                    <a:pt x="65310" y="491626"/>
                  </a:lnTo>
                  <a:lnTo>
                    <a:pt x="65334" y="490080"/>
                  </a:lnTo>
                  <a:lnTo>
                    <a:pt x="65382" y="487081"/>
                  </a:lnTo>
                  <a:lnTo>
                    <a:pt x="65384" y="486933"/>
                  </a:lnTo>
                  <a:lnTo>
                    <a:pt x="65457" y="482354"/>
                  </a:lnTo>
                  <a:lnTo>
                    <a:pt x="65466" y="481774"/>
                  </a:lnTo>
                  <a:lnTo>
                    <a:pt x="65512" y="478757"/>
                  </a:lnTo>
                  <a:lnTo>
                    <a:pt x="65505" y="477680"/>
                  </a:lnTo>
                  <a:lnTo>
                    <a:pt x="65499" y="476743"/>
                  </a:lnTo>
                  <a:lnTo>
                    <a:pt x="65487" y="474973"/>
                  </a:lnTo>
                  <a:lnTo>
                    <a:pt x="65478" y="473585"/>
                  </a:lnTo>
                  <a:lnTo>
                    <a:pt x="65468" y="471966"/>
                  </a:lnTo>
                  <a:lnTo>
                    <a:pt x="65457" y="470354"/>
                  </a:lnTo>
                  <a:lnTo>
                    <a:pt x="65456" y="470095"/>
                  </a:lnTo>
                  <a:lnTo>
                    <a:pt x="65448" y="468890"/>
                  </a:lnTo>
                  <a:lnTo>
                    <a:pt x="65440" y="467911"/>
                  </a:lnTo>
                  <a:lnTo>
                    <a:pt x="65680" y="462552"/>
                  </a:lnTo>
                  <a:lnTo>
                    <a:pt x="65838" y="459017"/>
                  </a:lnTo>
                  <a:lnTo>
                    <a:pt x="66256" y="459301"/>
                  </a:lnTo>
                  <a:lnTo>
                    <a:pt x="69443" y="461470"/>
                  </a:lnTo>
                  <a:lnTo>
                    <a:pt x="68820" y="460032"/>
                  </a:lnTo>
                  <a:lnTo>
                    <a:pt x="68473" y="459234"/>
                  </a:lnTo>
                  <a:lnTo>
                    <a:pt x="67548" y="457102"/>
                  </a:lnTo>
                  <a:lnTo>
                    <a:pt x="67016" y="455877"/>
                  </a:lnTo>
                  <a:lnTo>
                    <a:pt x="66562" y="454829"/>
                  </a:lnTo>
                  <a:lnTo>
                    <a:pt x="66354" y="454351"/>
                  </a:lnTo>
                  <a:lnTo>
                    <a:pt x="65670" y="452780"/>
                  </a:lnTo>
                  <a:lnTo>
                    <a:pt x="65485" y="452356"/>
                  </a:lnTo>
                  <a:lnTo>
                    <a:pt x="64791" y="450762"/>
                  </a:lnTo>
                  <a:lnTo>
                    <a:pt x="64195" y="449393"/>
                  </a:lnTo>
                  <a:lnTo>
                    <a:pt x="68312" y="447258"/>
                  </a:lnTo>
                  <a:lnTo>
                    <a:pt x="63985" y="438452"/>
                  </a:lnTo>
                  <a:lnTo>
                    <a:pt x="63898" y="438275"/>
                  </a:lnTo>
                  <a:lnTo>
                    <a:pt x="60439" y="435178"/>
                  </a:lnTo>
                  <a:lnTo>
                    <a:pt x="60340" y="434947"/>
                  </a:lnTo>
                  <a:lnTo>
                    <a:pt x="60158" y="434523"/>
                  </a:lnTo>
                  <a:lnTo>
                    <a:pt x="59537" y="433070"/>
                  </a:lnTo>
                  <a:lnTo>
                    <a:pt x="59337" y="432601"/>
                  </a:lnTo>
                  <a:lnTo>
                    <a:pt x="59276" y="432459"/>
                  </a:lnTo>
                  <a:lnTo>
                    <a:pt x="58994" y="431800"/>
                  </a:lnTo>
                  <a:lnTo>
                    <a:pt x="58773" y="431284"/>
                  </a:lnTo>
                  <a:lnTo>
                    <a:pt x="58620" y="430926"/>
                  </a:lnTo>
                  <a:lnTo>
                    <a:pt x="58474" y="430584"/>
                  </a:lnTo>
                  <a:lnTo>
                    <a:pt x="58374" y="430350"/>
                  </a:lnTo>
                  <a:lnTo>
                    <a:pt x="58224" y="429999"/>
                  </a:lnTo>
                  <a:lnTo>
                    <a:pt x="58100" y="429710"/>
                  </a:lnTo>
                  <a:lnTo>
                    <a:pt x="57954" y="429367"/>
                  </a:lnTo>
                  <a:lnTo>
                    <a:pt x="57823" y="429060"/>
                  </a:lnTo>
                  <a:lnTo>
                    <a:pt x="57705" y="428785"/>
                  </a:lnTo>
                  <a:lnTo>
                    <a:pt x="57505" y="428318"/>
                  </a:lnTo>
                  <a:lnTo>
                    <a:pt x="56659" y="426327"/>
                  </a:lnTo>
                  <a:lnTo>
                    <a:pt x="57498" y="426050"/>
                  </a:lnTo>
                  <a:lnTo>
                    <a:pt x="60957" y="424905"/>
                  </a:lnTo>
                  <a:lnTo>
                    <a:pt x="62353" y="424443"/>
                  </a:lnTo>
                  <a:lnTo>
                    <a:pt x="64222" y="423825"/>
                  </a:lnTo>
                  <a:lnTo>
                    <a:pt x="65256" y="423483"/>
                  </a:lnTo>
                  <a:lnTo>
                    <a:pt x="66295" y="423139"/>
                  </a:lnTo>
                  <a:lnTo>
                    <a:pt x="67611" y="422146"/>
                  </a:lnTo>
                  <a:lnTo>
                    <a:pt x="68490" y="421483"/>
                  </a:lnTo>
                  <a:lnTo>
                    <a:pt x="70284" y="420129"/>
                  </a:lnTo>
                  <a:lnTo>
                    <a:pt x="70862" y="419693"/>
                  </a:lnTo>
                  <a:lnTo>
                    <a:pt x="72255" y="418642"/>
                  </a:lnTo>
                  <a:lnTo>
                    <a:pt x="73311" y="417845"/>
                  </a:lnTo>
                  <a:lnTo>
                    <a:pt x="73714" y="417541"/>
                  </a:lnTo>
                  <a:lnTo>
                    <a:pt x="74487" y="416958"/>
                  </a:lnTo>
                  <a:lnTo>
                    <a:pt x="75760" y="415997"/>
                  </a:lnTo>
                  <a:lnTo>
                    <a:pt x="76395" y="415518"/>
                  </a:lnTo>
                  <a:lnTo>
                    <a:pt x="77638" y="414581"/>
                  </a:lnTo>
                  <a:lnTo>
                    <a:pt x="79436" y="413224"/>
                  </a:lnTo>
                  <a:lnTo>
                    <a:pt x="80126" y="412468"/>
                  </a:lnTo>
                  <a:lnTo>
                    <a:pt x="80575" y="411975"/>
                  </a:lnTo>
                  <a:lnTo>
                    <a:pt x="80931" y="411585"/>
                  </a:lnTo>
                  <a:lnTo>
                    <a:pt x="81367" y="411108"/>
                  </a:lnTo>
                  <a:lnTo>
                    <a:pt x="81673" y="410773"/>
                  </a:lnTo>
                  <a:lnTo>
                    <a:pt x="82398" y="410692"/>
                  </a:lnTo>
                  <a:lnTo>
                    <a:pt x="82574" y="410870"/>
                  </a:lnTo>
                  <a:lnTo>
                    <a:pt x="82917" y="411216"/>
                  </a:lnTo>
                  <a:lnTo>
                    <a:pt x="83513" y="411474"/>
                  </a:lnTo>
                  <a:lnTo>
                    <a:pt x="83618" y="411217"/>
                  </a:lnTo>
                  <a:lnTo>
                    <a:pt x="83754" y="410885"/>
                  </a:lnTo>
                  <a:lnTo>
                    <a:pt x="83828" y="410705"/>
                  </a:lnTo>
                  <a:lnTo>
                    <a:pt x="83959" y="410384"/>
                  </a:lnTo>
                  <a:lnTo>
                    <a:pt x="84051" y="410157"/>
                  </a:lnTo>
                  <a:lnTo>
                    <a:pt x="84186" y="409828"/>
                  </a:lnTo>
                  <a:lnTo>
                    <a:pt x="84276" y="409608"/>
                  </a:lnTo>
                  <a:lnTo>
                    <a:pt x="84430" y="409230"/>
                  </a:lnTo>
                  <a:lnTo>
                    <a:pt x="84591" y="408837"/>
                  </a:lnTo>
                  <a:lnTo>
                    <a:pt x="84782" y="408369"/>
                  </a:lnTo>
                  <a:lnTo>
                    <a:pt x="85213" y="407315"/>
                  </a:lnTo>
                  <a:lnTo>
                    <a:pt x="85570" y="406443"/>
                  </a:lnTo>
                  <a:lnTo>
                    <a:pt x="85848" y="405693"/>
                  </a:lnTo>
                  <a:lnTo>
                    <a:pt x="86081" y="405063"/>
                  </a:lnTo>
                  <a:lnTo>
                    <a:pt x="86274" y="404542"/>
                  </a:lnTo>
                  <a:lnTo>
                    <a:pt x="86402" y="404176"/>
                  </a:lnTo>
                  <a:lnTo>
                    <a:pt x="86601" y="403543"/>
                  </a:lnTo>
                  <a:lnTo>
                    <a:pt x="86681" y="403288"/>
                  </a:lnTo>
                  <a:lnTo>
                    <a:pt x="86865" y="402688"/>
                  </a:lnTo>
                  <a:lnTo>
                    <a:pt x="87045" y="402099"/>
                  </a:lnTo>
                  <a:lnTo>
                    <a:pt x="87406" y="400917"/>
                  </a:lnTo>
                  <a:lnTo>
                    <a:pt x="87552" y="400441"/>
                  </a:lnTo>
                  <a:lnTo>
                    <a:pt x="87963" y="399097"/>
                  </a:lnTo>
                  <a:lnTo>
                    <a:pt x="88050" y="398810"/>
                  </a:lnTo>
                  <a:lnTo>
                    <a:pt x="88464" y="397456"/>
                  </a:lnTo>
                  <a:lnTo>
                    <a:pt x="88656" y="396829"/>
                  </a:lnTo>
                  <a:lnTo>
                    <a:pt x="88955" y="395849"/>
                  </a:lnTo>
                  <a:lnTo>
                    <a:pt x="89181" y="395110"/>
                  </a:lnTo>
                  <a:lnTo>
                    <a:pt x="89476" y="394146"/>
                  </a:lnTo>
                  <a:lnTo>
                    <a:pt x="89667" y="393523"/>
                  </a:lnTo>
                  <a:lnTo>
                    <a:pt x="90095" y="392122"/>
                  </a:lnTo>
                  <a:lnTo>
                    <a:pt x="90193" y="391800"/>
                  </a:lnTo>
                  <a:lnTo>
                    <a:pt x="90581" y="390530"/>
                  </a:lnTo>
                  <a:lnTo>
                    <a:pt x="90812" y="389776"/>
                  </a:lnTo>
                  <a:lnTo>
                    <a:pt x="90884" y="389540"/>
                  </a:lnTo>
                  <a:lnTo>
                    <a:pt x="91129" y="388739"/>
                  </a:lnTo>
                  <a:lnTo>
                    <a:pt x="91275" y="388259"/>
                  </a:lnTo>
                  <a:lnTo>
                    <a:pt x="91444" y="387708"/>
                  </a:lnTo>
                  <a:lnTo>
                    <a:pt x="92103" y="385551"/>
                  </a:lnTo>
                  <a:lnTo>
                    <a:pt x="92280" y="384973"/>
                  </a:lnTo>
                  <a:lnTo>
                    <a:pt x="92978" y="382692"/>
                  </a:lnTo>
                  <a:lnTo>
                    <a:pt x="93508" y="380956"/>
                  </a:lnTo>
                  <a:lnTo>
                    <a:pt x="93979" y="379415"/>
                  </a:lnTo>
                  <a:lnTo>
                    <a:pt x="94387" y="378081"/>
                  </a:lnTo>
                  <a:lnTo>
                    <a:pt x="91826" y="377675"/>
                  </a:lnTo>
                  <a:lnTo>
                    <a:pt x="85695" y="376858"/>
                  </a:lnTo>
                  <a:lnTo>
                    <a:pt x="85429" y="376823"/>
                  </a:lnTo>
                  <a:lnTo>
                    <a:pt x="71889" y="375020"/>
                  </a:lnTo>
                  <a:lnTo>
                    <a:pt x="68181" y="374527"/>
                  </a:lnTo>
                  <a:lnTo>
                    <a:pt x="58519" y="373241"/>
                  </a:lnTo>
                  <a:lnTo>
                    <a:pt x="54602" y="372719"/>
                  </a:lnTo>
                  <a:lnTo>
                    <a:pt x="54188" y="372664"/>
                  </a:lnTo>
                  <a:lnTo>
                    <a:pt x="50902" y="372227"/>
                  </a:lnTo>
                  <a:lnTo>
                    <a:pt x="49339" y="371943"/>
                  </a:lnTo>
                  <a:lnTo>
                    <a:pt x="48768" y="371839"/>
                  </a:lnTo>
                  <a:lnTo>
                    <a:pt x="47773" y="371657"/>
                  </a:lnTo>
                  <a:lnTo>
                    <a:pt x="38952" y="370046"/>
                  </a:lnTo>
                  <a:lnTo>
                    <a:pt x="33234" y="369225"/>
                  </a:lnTo>
                  <a:lnTo>
                    <a:pt x="27380" y="368385"/>
                  </a:lnTo>
                  <a:lnTo>
                    <a:pt x="26868" y="368312"/>
                  </a:lnTo>
                  <a:lnTo>
                    <a:pt x="20127" y="367344"/>
                  </a:lnTo>
                  <a:lnTo>
                    <a:pt x="17071" y="366906"/>
                  </a:lnTo>
                  <a:lnTo>
                    <a:pt x="967" y="364594"/>
                  </a:lnTo>
                  <a:lnTo>
                    <a:pt x="0" y="364596"/>
                  </a:lnTo>
                  <a:lnTo>
                    <a:pt x="10" y="363866"/>
                  </a:lnTo>
                  <a:lnTo>
                    <a:pt x="36" y="359753"/>
                  </a:lnTo>
                  <a:lnTo>
                    <a:pt x="49" y="357581"/>
                  </a:lnTo>
                  <a:lnTo>
                    <a:pt x="143" y="342278"/>
                  </a:lnTo>
                  <a:lnTo>
                    <a:pt x="177" y="336624"/>
                  </a:lnTo>
                  <a:lnTo>
                    <a:pt x="180" y="336131"/>
                  </a:lnTo>
                  <a:lnTo>
                    <a:pt x="194" y="333432"/>
                  </a:lnTo>
                  <a:lnTo>
                    <a:pt x="197" y="332943"/>
                  </a:lnTo>
                  <a:lnTo>
                    <a:pt x="198" y="332776"/>
                  </a:lnTo>
                  <a:lnTo>
                    <a:pt x="203" y="331930"/>
                  </a:lnTo>
                  <a:lnTo>
                    <a:pt x="227" y="327404"/>
                  </a:lnTo>
                  <a:lnTo>
                    <a:pt x="241" y="324786"/>
                  </a:lnTo>
                  <a:lnTo>
                    <a:pt x="243" y="324453"/>
                  </a:lnTo>
                  <a:lnTo>
                    <a:pt x="250" y="323172"/>
                  </a:lnTo>
                  <a:lnTo>
                    <a:pt x="286" y="316456"/>
                  </a:lnTo>
                  <a:lnTo>
                    <a:pt x="295" y="314803"/>
                  </a:lnTo>
                  <a:lnTo>
                    <a:pt x="309" y="312253"/>
                  </a:lnTo>
                  <a:lnTo>
                    <a:pt x="319" y="310414"/>
                  </a:lnTo>
                  <a:lnTo>
                    <a:pt x="323" y="309621"/>
                  </a:lnTo>
                  <a:lnTo>
                    <a:pt x="344" y="308180"/>
                  </a:lnTo>
                  <a:lnTo>
                    <a:pt x="363" y="306883"/>
                  </a:lnTo>
                  <a:lnTo>
                    <a:pt x="382" y="305551"/>
                  </a:lnTo>
                  <a:lnTo>
                    <a:pt x="492" y="297953"/>
                  </a:lnTo>
                  <a:lnTo>
                    <a:pt x="508" y="296820"/>
                  </a:lnTo>
                  <a:lnTo>
                    <a:pt x="614" y="289519"/>
                  </a:lnTo>
                  <a:lnTo>
                    <a:pt x="650" y="286978"/>
                  </a:lnTo>
                  <a:lnTo>
                    <a:pt x="672" y="285516"/>
                  </a:lnTo>
                  <a:lnTo>
                    <a:pt x="748" y="282940"/>
                  </a:lnTo>
                  <a:lnTo>
                    <a:pt x="847" y="279630"/>
                  </a:lnTo>
                  <a:lnTo>
                    <a:pt x="950" y="276154"/>
                  </a:lnTo>
                  <a:lnTo>
                    <a:pt x="1031" y="273423"/>
                  </a:lnTo>
                  <a:lnTo>
                    <a:pt x="1053" y="272696"/>
                  </a:lnTo>
                  <a:lnTo>
                    <a:pt x="1188" y="268132"/>
                  </a:lnTo>
                  <a:lnTo>
                    <a:pt x="1211" y="267364"/>
                  </a:lnTo>
                  <a:lnTo>
                    <a:pt x="1275" y="265235"/>
                  </a:lnTo>
                  <a:lnTo>
                    <a:pt x="1349" y="262727"/>
                  </a:lnTo>
                  <a:lnTo>
                    <a:pt x="1353" y="262595"/>
                  </a:lnTo>
                  <a:lnTo>
                    <a:pt x="1422" y="260256"/>
                  </a:lnTo>
                  <a:lnTo>
                    <a:pt x="1491" y="257959"/>
                  </a:lnTo>
                  <a:lnTo>
                    <a:pt x="1575" y="255122"/>
                  </a:lnTo>
                  <a:lnTo>
                    <a:pt x="1619" y="253638"/>
                  </a:lnTo>
                  <a:lnTo>
                    <a:pt x="1881" y="244812"/>
                  </a:lnTo>
                  <a:lnTo>
                    <a:pt x="1893" y="244429"/>
                  </a:lnTo>
                  <a:lnTo>
                    <a:pt x="1917" y="243611"/>
                  </a:lnTo>
                  <a:lnTo>
                    <a:pt x="1998" y="240901"/>
                  </a:lnTo>
                  <a:lnTo>
                    <a:pt x="2010" y="240471"/>
                  </a:lnTo>
                  <a:lnTo>
                    <a:pt x="9902" y="240113"/>
                  </a:lnTo>
                  <a:lnTo>
                    <a:pt x="9880" y="239299"/>
                  </a:lnTo>
                  <a:lnTo>
                    <a:pt x="9877" y="239146"/>
                  </a:lnTo>
                  <a:lnTo>
                    <a:pt x="9863" y="238655"/>
                  </a:lnTo>
                  <a:lnTo>
                    <a:pt x="9824" y="237232"/>
                  </a:lnTo>
                  <a:lnTo>
                    <a:pt x="9811" y="236750"/>
                  </a:lnTo>
                  <a:lnTo>
                    <a:pt x="9774" y="235357"/>
                  </a:lnTo>
                  <a:lnTo>
                    <a:pt x="9757" y="234733"/>
                  </a:lnTo>
                  <a:lnTo>
                    <a:pt x="9751" y="234507"/>
                  </a:lnTo>
                  <a:lnTo>
                    <a:pt x="9725" y="233544"/>
                  </a:lnTo>
                  <a:lnTo>
                    <a:pt x="9703" y="232755"/>
                  </a:lnTo>
                  <a:lnTo>
                    <a:pt x="9639" y="230377"/>
                  </a:lnTo>
                  <a:lnTo>
                    <a:pt x="9627" y="229933"/>
                  </a:lnTo>
                  <a:lnTo>
                    <a:pt x="9605" y="229147"/>
                  </a:lnTo>
                  <a:lnTo>
                    <a:pt x="9576" y="228061"/>
                  </a:lnTo>
                  <a:lnTo>
                    <a:pt x="9510" y="225617"/>
                  </a:lnTo>
                  <a:lnTo>
                    <a:pt x="9491" y="224908"/>
                  </a:lnTo>
                  <a:lnTo>
                    <a:pt x="9476" y="224359"/>
                  </a:lnTo>
                  <a:lnTo>
                    <a:pt x="9404" y="221702"/>
                  </a:lnTo>
                  <a:lnTo>
                    <a:pt x="9388" y="221116"/>
                  </a:lnTo>
                  <a:lnTo>
                    <a:pt x="9353" y="219810"/>
                  </a:lnTo>
                  <a:lnTo>
                    <a:pt x="9343" y="219443"/>
                  </a:lnTo>
                  <a:lnTo>
                    <a:pt x="9304" y="218035"/>
                  </a:lnTo>
                  <a:lnTo>
                    <a:pt x="9282" y="217215"/>
                  </a:lnTo>
                  <a:lnTo>
                    <a:pt x="9258" y="216311"/>
                  </a:lnTo>
                  <a:lnTo>
                    <a:pt x="9252" y="216086"/>
                  </a:lnTo>
                  <a:lnTo>
                    <a:pt x="9183" y="213557"/>
                  </a:lnTo>
                  <a:lnTo>
                    <a:pt x="9172" y="213128"/>
                  </a:lnTo>
                  <a:lnTo>
                    <a:pt x="9150" y="212322"/>
                  </a:lnTo>
                  <a:lnTo>
                    <a:pt x="9133" y="211690"/>
                  </a:lnTo>
                  <a:lnTo>
                    <a:pt x="9049" y="208615"/>
                  </a:lnTo>
                  <a:lnTo>
                    <a:pt x="9036" y="208113"/>
                  </a:lnTo>
                  <a:lnTo>
                    <a:pt x="8974" y="205849"/>
                  </a:lnTo>
                  <a:lnTo>
                    <a:pt x="8969" y="205658"/>
                  </a:lnTo>
                  <a:lnTo>
                    <a:pt x="8933" y="204338"/>
                  </a:lnTo>
                  <a:lnTo>
                    <a:pt x="8912" y="203544"/>
                  </a:lnTo>
                  <a:lnTo>
                    <a:pt x="8891" y="202760"/>
                  </a:lnTo>
                  <a:lnTo>
                    <a:pt x="8868" y="201917"/>
                  </a:lnTo>
                  <a:lnTo>
                    <a:pt x="8858" y="201534"/>
                  </a:lnTo>
                  <a:lnTo>
                    <a:pt x="8699" y="195679"/>
                  </a:lnTo>
                  <a:lnTo>
                    <a:pt x="8691" y="195382"/>
                  </a:lnTo>
                  <a:lnTo>
                    <a:pt x="8635" y="193334"/>
                  </a:lnTo>
                  <a:lnTo>
                    <a:pt x="8472" y="187297"/>
                  </a:lnTo>
                  <a:lnTo>
                    <a:pt x="8437" y="186000"/>
                  </a:lnTo>
                  <a:lnTo>
                    <a:pt x="8372" y="183619"/>
                  </a:lnTo>
                  <a:lnTo>
                    <a:pt x="8339" y="183021"/>
                  </a:lnTo>
                  <a:lnTo>
                    <a:pt x="7767" y="172698"/>
                  </a:lnTo>
                  <a:lnTo>
                    <a:pt x="7550" y="168784"/>
                  </a:lnTo>
                  <a:lnTo>
                    <a:pt x="7442" y="166841"/>
                  </a:lnTo>
                  <a:lnTo>
                    <a:pt x="7244" y="163252"/>
                  </a:lnTo>
                  <a:lnTo>
                    <a:pt x="7073" y="160179"/>
                  </a:lnTo>
                  <a:lnTo>
                    <a:pt x="6941" y="157792"/>
                  </a:lnTo>
                  <a:lnTo>
                    <a:pt x="6901" y="157076"/>
                  </a:lnTo>
                  <a:lnTo>
                    <a:pt x="6477" y="149415"/>
                  </a:lnTo>
                  <a:lnTo>
                    <a:pt x="6275" y="145788"/>
                  </a:lnTo>
                  <a:lnTo>
                    <a:pt x="6074" y="142147"/>
                  </a:lnTo>
                  <a:lnTo>
                    <a:pt x="5774" y="136746"/>
                  </a:lnTo>
                  <a:lnTo>
                    <a:pt x="5935" y="135660"/>
                  </a:lnTo>
                  <a:lnTo>
                    <a:pt x="6432" y="132316"/>
                  </a:lnTo>
                  <a:lnTo>
                    <a:pt x="6497" y="131874"/>
                  </a:lnTo>
                  <a:lnTo>
                    <a:pt x="6520" y="131723"/>
                  </a:lnTo>
                  <a:lnTo>
                    <a:pt x="6931" y="128946"/>
                  </a:lnTo>
                  <a:lnTo>
                    <a:pt x="7222" y="126986"/>
                  </a:lnTo>
                  <a:lnTo>
                    <a:pt x="7491" y="125174"/>
                  </a:lnTo>
                  <a:lnTo>
                    <a:pt x="8088" y="121148"/>
                  </a:lnTo>
                  <a:lnTo>
                    <a:pt x="8654" y="117328"/>
                  </a:lnTo>
                  <a:lnTo>
                    <a:pt x="9167" y="113873"/>
                  </a:lnTo>
                  <a:lnTo>
                    <a:pt x="9293" y="113019"/>
                  </a:lnTo>
                  <a:lnTo>
                    <a:pt x="9528" y="111436"/>
                  </a:lnTo>
                  <a:lnTo>
                    <a:pt x="9804" y="109578"/>
                  </a:lnTo>
                  <a:lnTo>
                    <a:pt x="8942" y="109236"/>
                  </a:lnTo>
                  <a:lnTo>
                    <a:pt x="11191" y="100146"/>
                  </a:lnTo>
                  <a:lnTo>
                    <a:pt x="11338" y="99553"/>
                  </a:lnTo>
                  <a:lnTo>
                    <a:pt x="11846" y="97499"/>
                  </a:lnTo>
                  <a:lnTo>
                    <a:pt x="16268" y="87167"/>
                  </a:lnTo>
                  <a:lnTo>
                    <a:pt x="18357" y="83028"/>
                  </a:lnTo>
                  <a:lnTo>
                    <a:pt x="18605" y="82547"/>
                  </a:lnTo>
                  <a:lnTo>
                    <a:pt x="22142" y="75692"/>
                  </a:lnTo>
                  <a:lnTo>
                    <a:pt x="26338" y="67559"/>
                  </a:lnTo>
                  <a:lnTo>
                    <a:pt x="28584" y="62539"/>
                  </a:lnTo>
                  <a:lnTo>
                    <a:pt x="28853" y="61938"/>
                  </a:lnTo>
                  <a:lnTo>
                    <a:pt x="29342" y="60500"/>
                  </a:lnTo>
                  <a:lnTo>
                    <a:pt x="29597" y="59752"/>
                  </a:lnTo>
                  <a:lnTo>
                    <a:pt x="25587" y="57185"/>
                  </a:lnTo>
                  <a:lnTo>
                    <a:pt x="24045" y="55554"/>
                  </a:lnTo>
                  <a:lnTo>
                    <a:pt x="23782" y="53485"/>
                  </a:lnTo>
                  <a:lnTo>
                    <a:pt x="25299" y="49898"/>
                  </a:lnTo>
                  <a:lnTo>
                    <a:pt x="28476" y="47572"/>
                  </a:lnTo>
                  <a:lnTo>
                    <a:pt x="30672" y="45025"/>
                  </a:lnTo>
                  <a:lnTo>
                    <a:pt x="43391" y="32951"/>
                  </a:lnTo>
                  <a:lnTo>
                    <a:pt x="76694" y="0"/>
                  </a:lnTo>
                  <a:lnTo>
                    <a:pt x="125503" y="34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37"/>
            <p:cNvSpPr/>
            <p:nvPr/>
          </p:nvSpPr>
          <p:spPr>
            <a:xfrm>
              <a:off x="6793830" y="2409298"/>
              <a:ext cx="391490" cy="307368"/>
            </a:xfrm>
            <a:custGeom>
              <a:avLst/>
              <a:pathLst>
                <a:path w="391490" h="307368">
                  <a:moveTo>
                    <a:pt x="364973" y="152762"/>
                  </a:moveTo>
                  <a:lnTo>
                    <a:pt x="363586" y="160280"/>
                  </a:lnTo>
                  <a:lnTo>
                    <a:pt x="363320" y="164725"/>
                  </a:lnTo>
                  <a:lnTo>
                    <a:pt x="363280" y="165405"/>
                  </a:lnTo>
                  <a:lnTo>
                    <a:pt x="363185" y="166992"/>
                  </a:lnTo>
                  <a:lnTo>
                    <a:pt x="362681" y="175439"/>
                  </a:lnTo>
                  <a:lnTo>
                    <a:pt x="362646" y="176017"/>
                  </a:lnTo>
                  <a:lnTo>
                    <a:pt x="362598" y="176827"/>
                  </a:lnTo>
                  <a:lnTo>
                    <a:pt x="362590" y="176961"/>
                  </a:lnTo>
                  <a:lnTo>
                    <a:pt x="362532" y="177937"/>
                  </a:lnTo>
                  <a:lnTo>
                    <a:pt x="362458" y="179175"/>
                  </a:lnTo>
                  <a:lnTo>
                    <a:pt x="362415" y="179883"/>
                  </a:lnTo>
                  <a:lnTo>
                    <a:pt x="362144" y="185493"/>
                  </a:lnTo>
                  <a:lnTo>
                    <a:pt x="362014" y="188185"/>
                  </a:lnTo>
                  <a:lnTo>
                    <a:pt x="361977" y="188963"/>
                  </a:lnTo>
                  <a:lnTo>
                    <a:pt x="361873" y="191103"/>
                  </a:lnTo>
                  <a:lnTo>
                    <a:pt x="361120" y="191127"/>
                  </a:lnTo>
                  <a:lnTo>
                    <a:pt x="335131" y="189419"/>
                  </a:lnTo>
                  <a:lnTo>
                    <a:pt x="334030" y="192007"/>
                  </a:lnTo>
                  <a:lnTo>
                    <a:pt x="331125" y="198830"/>
                  </a:lnTo>
                  <a:lnTo>
                    <a:pt x="330124" y="202581"/>
                  </a:lnTo>
                  <a:lnTo>
                    <a:pt x="329607" y="204517"/>
                  </a:lnTo>
                  <a:lnTo>
                    <a:pt x="323180" y="222079"/>
                  </a:lnTo>
                  <a:lnTo>
                    <a:pt x="322413" y="232334"/>
                  </a:lnTo>
                  <a:lnTo>
                    <a:pt x="322099" y="234753"/>
                  </a:lnTo>
                  <a:lnTo>
                    <a:pt x="323449" y="238892"/>
                  </a:lnTo>
                  <a:lnTo>
                    <a:pt x="324508" y="241881"/>
                  </a:lnTo>
                  <a:lnTo>
                    <a:pt x="323667" y="244275"/>
                  </a:lnTo>
                  <a:lnTo>
                    <a:pt x="323361" y="252527"/>
                  </a:lnTo>
                  <a:lnTo>
                    <a:pt x="324369" y="257197"/>
                  </a:lnTo>
                  <a:lnTo>
                    <a:pt x="326624" y="267645"/>
                  </a:lnTo>
                  <a:lnTo>
                    <a:pt x="326549" y="269375"/>
                  </a:lnTo>
                  <a:lnTo>
                    <a:pt x="326532" y="269768"/>
                  </a:lnTo>
                  <a:lnTo>
                    <a:pt x="326195" y="277532"/>
                  </a:lnTo>
                  <a:lnTo>
                    <a:pt x="326017" y="281643"/>
                  </a:lnTo>
                  <a:lnTo>
                    <a:pt x="320180" y="284329"/>
                  </a:lnTo>
                  <a:lnTo>
                    <a:pt x="318425" y="285136"/>
                  </a:lnTo>
                  <a:lnTo>
                    <a:pt x="308727" y="289599"/>
                  </a:lnTo>
                  <a:lnTo>
                    <a:pt x="301280" y="293424"/>
                  </a:lnTo>
                  <a:lnTo>
                    <a:pt x="297512" y="295359"/>
                  </a:lnTo>
                  <a:lnTo>
                    <a:pt x="297232" y="295503"/>
                  </a:lnTo>
                  <a:lnTo>
                    <a:pt x="285786" y="295910"/>
                  </a:lnTo>
                  <a:lnTo>
                    <a:pt x="282575" y="296477"/>
                  </a:lnTo>
                  <a:lnTo>
                    <a:pt x="271078" y="298506"/>
                  </a:lnTo>
                  <a:lnTo>
                    <a:pt x="270946" y="298634"/>
                  </a:lnTo>
                  <a:lnTo>
                    <a:pt x="266195" y="299494"/>
                  </a:lnTo>
                  <a:lnTo>
                    <a:pt x="265550" y="295802"/>
                  </a:lnTo>
                  <a:lnTo>
                    <a:pt x="265455" y="295259"/>
                  </a:lnTo>
                  <a:lnTo>
                    <a:pt x="264752" y="291231"/>
                  </a:lnTo>
                  <a:lnTo>
                    <a:pt x="261600" y="273184"/>
                  </a:lnTo>
                  <a:lnTo>
                    <a:pt x="260570" y="273268"/>
                  </a:lnTo>
                  <a:lnTo>
                    <a:pt x="255714" y="273476"/>
                  </a:lnTo>
                  <a:lnTo>
                    <a:pt x="253652" y="273564"/>
                  </a:lnTo>
                  <a:lnTo>
                    <a:pt x="245974" y="273893"/>
                  </a:lnTo>
                  <a:lnTo>
                    <a:pt x="225112" y="276199"/>
                  </a:lnTo>
                  <a:lnTo>
                    <a:pt x="224307" y="277142"/>
                  </a:lnTo>
                  <a:lnTo>
                    <a:pt x="222406" y="279370"/>
                  </a:lnTo>
                  <a:lnTo>
                    <a:pt x="219096" y="280056"/>
                  </a:lnTo>
                  <a:lnTo>
                    <a:pt x="214707" y="280966"/>
                  </a:lnTo>
                  <a:lnTo>
                    <a:pt x="201005" y="283808"/>
                  </a:lnTo>
                  <a:lnTo>
                    <a:pt x="194123" y="285236"/>
                  </a:lnTo>
                  <a:lnTo>
                    <a:pt x="191278" y="285826"/>
                  </a:lnTo>
                  <a:lnTo>
                    <a:pt x="155621" y="293434"/>
                  </a:lnTo>
                  <a:lnTo>
                    <a:pt x="153157" y="293960"/>
                  </a:lnTo>
                  <a:lnTo>
                    <a:pt x="151691" y="294384"/>
                  </a:lnTo>
                  <a:lnTo>
                    <a:pt x="141112" y="297446"/>
                  </a:lnTo>
                  <a:lnTo>
                    <a:pt x="139288" y="297942"/>
                  </a:lnTo>
                  <a:lnTo>
                    <a:pt x="137511" y="298426"/>
                  </a:lnTo>
                  <a:lnTo>
                    <a:pt x="123566" y="302220"/>
                  </a:lnTo>
                  <a:lnTo>
                    <a:pt x="122106" y="302556"/>
                  </a:lnTo>
                  <a:lnTo>
                    <a:pt x="118775" y="303323"/>
                  </a:lnTo>
                  <a:lnTo>
                    <a:pt x="102618" y="307045"/>
                  </a:lnTo>
                  <a:lnTo>
                    <a:pt x="101197" y="307368"/>
                  </a:lnTo>
                  <a:lnTo>
                    <a:pt x="91887" y="307368"/>
                  </a:lnTo>
                  <a:lnTo>
                    <a:pt x="85499" y="307368"/>
                  </a:lnTo>
                  <a:lnTo>
                    <a:pt x="80578" y="307363"/>
                  </a:lnTo>
                  <a:lnTo>
                    <a:pt x="73929" y="306861"/>
                  </a:lnTo>
                  <a:lnTo>
                    <a:pt x="62670" y="306011"/>
                  </a:lnTo>
                  <a:lnTo>
                    <a:pt x="47686" y="304881"/>
                  </a:lnTo>
                  <a:lnTo>
                    <a:pt x="38784" y="304209"/>
                  </a:lnTo>
                  <a:lnTo>
                    <a:pt x="38396" y="304179"/>
                  </a:lnTo>
                  <a:lnTo>
                    <a:pt x="35550" y="303965"/>
                  </a:lnTo>
                  <a:lnTo>
                    <a:pt x="31320" y="303645"/>
                  </a:lnTo>
                  <a:lnTo>
                    <a:pt x="31338" y="303232"/>
                  </a:lnTo>
                  <a:lnTo>
                    <a:pt x="31353" y="302904"/>
                  </a:lnTo>
                  <a:lnTo>
                    <a:pt x="31369" y="302546"/>
                  </a:lnTo>
                  <a:lnTo>
                    <a:pt x="31461" y="300441"/>
                  </a:lnTo>
                  <a:lnTo>
                    <a:pt x="31482" y="299950"/>
                  </a:lnTo>
                  <a:lnTo>
                    <a:pt x="31653" y="296053"/>
                  </a:lnTo>
                  <a:lnTo>
                    <a:pt x="32123" y="285351"/>
                  </a:lnTo>
                  <a:lnTo>
                    <a:pt x="32275" y="281891"/>
                  </a:lnTo>
                  <a:lnTo>
                    <a:pt x="32427" y="278428"/>
                  </a:lnTo>
                  <a:lnTo>
                    <a:pt x="32522" y="276278"/>
                  </a:lnTo>
                  <a:lnTo>
                    <a:pt x="33782" y="247569"/>
                  </a:lnTo>
                  <a:lnTo>
                    <a:pt x="33847" y="246091"/>
                  </a:lnTo>
                  <a:lnTo>
                    <a:pt x="34311" y="235521"/>
                  </a:lnTo>
                  <a:lnTo>
                    <a:pt x="34336" y="234939"/>
                  </a:lnTo>
                  <a:lnTo>
                    <a:pt x="34848" y="228774"/>
                  </a:lnTo>
                  <a:lnTo>
                    <a:pt x="36035" y="213855"/>
                  </a:lnTo>
                  <a:lnTo>
                    <a:pt x="36196" y="211827"/>
                  </a:lnTo>
                  <a:lnTo>
                    <a:pt x="32360" y="211684"/>
                  </a:lnTo>
                  <a:lnTo>
                    <a:pt x="29631" y="211636"/>
                  </a:lnTo>
                  <a:lnTo>
                    <a:pt x="25954" y="211124"/>
                  </a:lnTo>
                  <a:lnTo>
                    <a:pt x="24671" y="210959"/>
                  </a:lnTo>
                  <a:lnTo>
                    <a:pt x="25809" y="194169"/>
                  </a:lnTo>
                  <a:lnTo>
                    <a:pt x="25485" y="194158"/>
                  </a:lnTo>
                  <a:lnTo>
                    <a:pt x="22703" y="194066"/>
                  </a:lnTo>
                  <a:lnTo>
                    <a:pt x="20697" y="194066"/>
                  </a:lnTo>
                  <a:lnTo>
                    <a:pt x="17815" y="194066"/>
                  </a:lnTo>
                  <a:lnTo>
                    <a:pt x="16596" y="193927"/>
                  </a:lnTo>
                  <a:lnTo>
                    <a:pt x="10334" y="193215"/>
                  </a:lnTo>
                  <a:lnTo>
                    <a:pt x="8874" y="192375"/>
                  </a:lnTo>
                  <a:lnTo>
                    <a:pt x="5524" y="190447"/>
                  </a:lnTo>
                  <a:lnTo>
                    <a:pt x="2813" y="188516"/>
                  </a:lnTo>
                  <a:lnTo>
                    <a:pt x="2050" y="188336"/>
                  </a:lnTo>
                  <a:lnTo>
                    <a:pt x="276" y="187919"/>
                  </a:lnTo>
                  <a:lnTo>
                    <a:pt x="178" y="185079"/>
                  </a:lnTo>
                  <a:lnTo>
                    <a:pt x="0" y="179915"/>
                  </a:lnTo>
                  <a:lnTo>
                    <a:pt x="21" y="176896"/>
                  </a:lnTo>
                  <a:lnTo>
                    <a:pt x="51" y="172791"/>
                  </a:lnTo>
                  <a:lnTo>
                    <a:pt x="2436" y="158921"/>
                  </a:lnTo>
                  <a:lnTo>
                    <a:pt x="3123" y="158002"/>
                  </a:lnTo>
                  <a:lnTo>
                    <a:pt x="5015" y="155535"/>
                  </a:lnTo>
                  <a:lnTo>
                    <a:pt x="5743" y="154587"/>
                  </a:lnTo>
                  <a:lnTo>
                    <a:pt x="9100" y="150210"/>
                  </a:lnTo>
                  <a:lnTo>
                    <a:pt x="11531" y="147041"/>
                  </a:lnTo>
                  <a:lnTo>
                    <a:pt x="13596" y="148000"/>
                  </a:lnTo>
                  <a:lnTo>
                    <a:pt x="14840" y="151366"/>
                  </a:lnTo>
                  <a:lnTo>
                    <a:pt x="18463" y="137906"/>
                  </a:lnTo>
                  <a:lnTo>
                    <a:pt x="19561" y="133825"/>
                  </a:lnTo>
                  <a:lnTo>
                    <a:pt x="19737" y="133172"/>
                  </a:lnTo>
                  <a:lnTo>
                    <a:pt x="21580" y="133763"/>
                  </a:lnTo>
                  <a:lnTo>
                    <a:pt x="24929" y="121142"/>
                  </a:lnTo>
                  <a:lnTo>
                    <a:pt x="25146" y="120321"/>
                  </a:lnTo>
                  <a:lnTo>
                    <a:pt x="35196" y="133906"/>
                  </a:lnTo>
                  <a:lnTo>
                    <a:pt x="35962" y="134872"/>
                  </a:lnTo>
                  <a:lnTo>
                    <a:pt x="36482" y="135418"/>
                  </a:lnTo>
                  <a:lnTo>
                    <a:pt x="40393" y="138861"/>
                  </a:lnTo>
                  <a:lnTo>
                    <a:pt x="43770" y="137221"/>
                  </a:lnTo>
                  <a:lnTo>
                    <a:pt x="40183" y="134222"/>
                  </a:lnTo>
                  <a:lnTo>
                    <a:pt x="40320" y="126923"/>
                  </a:lnTo>
                  <a:lnTo>
                    <a:pt x="40336" y="126080"/>
                  </a:lnTo>
                  <a:lnTo>
                    <a:pt x="46245" y="124313"/>
                  </a:lnTo>
                  <a:lnTo>
                    <a:pt x="48639" y="123597"/>
                  </a:lnTo>
                  <a:lnTo>
                    <a:pt x="48855" y="123532"/>
                  </a:lnTo>
                  <a:lnTo>
                    <a:pt x="43935" y="114697"/>
                  </a:lnTo>
                  <a:lnTo>
                    <a:pt x="43082" y="113083"/>
                  </a:lnTo>
                  <a:lnTo>
                    <a:pt x="44779" y="98876"/>
                  </a:lnTo>
                  <a:lnTo>
                    <a:pt x="50280" y="97325"/>
                  </a:lnTo>
                  <a:lnTo>
                    <a:pt x="54453" y="72315"/>
                  </a:lnTo>
                  <a:lnTo>
                    <a:pt x="115033" y="43740"/>
                  </a:lnTo>
                  <a:lnTo>
                    <a:pt x="152840" y="25907"/>
                  </a:lnTo>
                  <a:lnTo>
                    <a:pt x="217393" y="103917"/>
                  </a:lnTo>
                  <a:lnTo>
                    <a:pt x="255278" y="107486"/>
                  </a:lnTo>
                  <a:lnTo>
                    <a:pt x="261048" y="99037"/>
                  </a:lnTo>
                  <a:lnTo>
                    <a:pt x="274660" y="83461"/>
                  </a:lnTo>
                  <a:lnTo>
                    <a:pt x="264245" y="67856"/>
                  </a:lnTo>
                  <a:lnTo>
                    <a:pt x="281886" y="54091"/>
                  </a:lnTo>
                  <a:lnTo>
                    <a:pt x="277713" y="35479"/>
                  </a:lnTo>
                  <a:lnTo>
                    <a:pt x="281507" y="6010"/>
                  </a:lnTo>
                  <a:lnTo>
                    <a:pt x="296871" y="0"/>
                  </a:lnTo>
                  <a:lnTo>
                    <a:pt x="316409" y="7948"/>
                  </a:lnTo>
                  <a:lnTo>
                    <a:pt x="323318" y="34803"/>
                  </a:lnTo>
                  <a:lnTo>
                    <a:pt x="343093" y="33257"/>
                  </a:lnTo>
                  <a:lnTo>
                    <a:pt x="355862" y="32065"/>
                  </a:lnTo>
                  <a:lnTo>
                    <a:pt x="387596" y="65654"/>
                  </a:lnTo>
                  <a:lnTo>
                    <a:pt x="388378" y="69702"/>
                  </a:lnTo>
                  <a:lnTo>
                    <a:pt x="391490" y="113172"/>
                  </a:lnTo>
                  <a:lnTo>
                    <a:pt x="382599" y="131045"/>
                  </a:lnTo>
                  <a:lnTo>
                    <a:pt x="377429" y="128480"/>
                  </a:lnTo>
                  <a:lnTo>
                    <a:pt x="371638" y="140711"/>
                  </a:lnTo>
                  <a:lnTo>
                    <a:pt x="367702" y="146051"/>
                  </a:lnTo>
                  <a:lnTo>
                    <a:pt x="366655" y="147472"/>
                  </a:lnTo>
                  <a:lnTo>
                    <a:pt x="365713" y="148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38"/>
            <p:cNvSpPr/>
            <p:nvPr/>
          </p:nvSpPr>
          <p:spPr>
            <a:xfrm>
              <a:off x="6821785" y="2549374"/>
              <a:ext cx="457521" cy="365027"/>
            </a:xfrm>
            <a:custGeom>
              <a:avLst/>
              <a:pathLst>
                <a:path w="457521" h="365027">
                  <a:moveTo>
                    <a:pt x="337605" y="344809"/>
                  </a:moveTo>
                  <a:lnTo>
                    <a:pt x="338106" y="363585"/>
                  </a:lnTo>
                  <a:lnTo>
                    <a:pt x="331179" y="365027"/>
                  </a:lnTo>
                  <a:lnTo>
                    <a:pt x="308574" y="364791"/>
                  </a:lnTo>
                  <a:lnTo>
                    <a:pt x="305851" y="364743"/>
                  </a:lnTo>
                  <a:lnTo>
                    <a:pt x="288185" y="364429"/>
                  </a:lnTo>
                  <a:lnTo>
                    <a:pt x="258151" y="364303"/>
                  </a:lnTo>
                  <a:lnTo>
                    <a:pt x="258175" y="362713"/>
                  </a:lnTo>
                  <a:lnTo>
                    <a:pt x="258201" y="361032"/>
                  </a:lnTo>
                  <a:lnTo>
                    <a:pt x="229683" y="361380"/>
                  </a:lnTo>
                  <a:lnTo>
                    <a:pt x="229471" y="338308"/>
                  </a:lnTo>
                  <a:lnTo>
                    <a:pt x="229086" y="296637"/>
                  </a:lnTo>
                  <a:lnTo>
                    <a:pt x="229220" y="293489"/>
                  </a:lnTo>
                  <a:lnTo>
                    <a:pt x="229387" y="289553"/>
                  </a:lnTo>
                  <a:lnTo>
                    <a:pt x="229402" y="289207"/>
                  </a:lnTo>
                  <a:lnTo>
                    <a:pt x="229599" y="284552"/>
                  </a:lnTo>
                  <a:lnTo>
                    <a:pt x="229676" y="282756"/>
                  </a:lnTo>
                  <a:lnTo>
                    <a:pt x="229879" y="277954"/>
                  </a:lnTo>
                  <a:lnTo>
                    <a:pt x="230096" y="272842"/>
                  </a:lnTo>
                  <a:lnTo>
                    <a:pt x="230169" y="271123"/>
                  </a:lnTo>
                  <a:lnTo>
                    <a:pt x="230280" y="268508"/>
                  </a:lnTo>
                  <a:lnTo>
                    <a:pt x="229424" y="268492"/>
                  </a:lnTo>
                  <a:lnTo>
                    <a:pt x="228236" y="268469"/>
                  </a:lnTo>
                  <a:lnTo>
                    <a:pt x="223020" y="268275"/>
                  </a:lnTo>
                  <a:lnTo>
                    <a:pt x="221900" y="268262"/>
                  </a:lnTo>
                  <a:lnTo>
                    <a:pt x="221351" y="268255"/>
                  </a:lnTo>
                  <a:lnTo>
                    <a:pt x="207911" y="268098"/>
                  </a:lnTo>
                  <a:lnTo>
                    <a:pt x="199994" y="268005"/>
                  </a:lnTo>
                  <a:lnTo>
                    <a:pt x="190991" y="267900"/>
                  </a:lnTo>
                  <a:lnTo>
                    <a:pt x="178036" y="267748"/>
                  </a:lnTo>
                  <a:lnTo>
                    <a:pt x="177448" y="267742"/>
                  </a:lnTo>
                  <a:lnTo>
                    <a:pt x="176877" y="267752"/>
                  </a:lnTo>
                  <a:lnTo>
                    <a:pt x="173430" y="267813"/>
                  </a:lnTo>
                  <a:lnTo>
                    <a:pt x="171994" y="267839"/>
                  </a:lnTo>
                  <a:lnTo>
                    <a:pt x="165374" y="267985"/>
                  </a:lnTo>
                  <a:lnTo>
                    <a:pt x="164703" y="268000"/>
                  </a:lnTo>
                  <a:lnTo>
                    <a:pt x="157094" y="268169"/>
                  </a:lnTo>
                  <a:lnTo>
                    <a:pt x="143251" y="268476"/>
                  </a:lnTo>
                  <a:lnTo>
                    <a:pt x="138788" y="268575"/>
                  </a:lnTo>
                  <a:lnTo>
                    <a:pt x="130501" y="268759"/>
                  </a:lnTo>
                  <a:lnTo>
                    <a:pt x="126906" y="268833"/>
                  </a:lnTo>
                  <a:lnTo>
                    <a:pt x="124404" y="268885"/>
                  </a:lnTo>
                  <a:lnTo>
                    <a:pt x="108522" y="269211"/>
                  </a:lnTo>
                  <a:lnTo>
                    <a:pt x="102778" y="269329"/>
                  </a:lnTo>
                  <a:lnTo>
                    <a:pt x="102247" y="269340"/>
                  </a:lnTo>
                  <a:lnTo>
                    <a:pt x="99819" y="269390"/>
                  </a:lnTo>
                  <a:lnTo>
                    <a:pt x="99060" y="269383"/>
                  </a:lnTo>
                  <a:lnTo>
                    <a:pt x="87167" y="269273"/>
                  </a:lnTo>
                  <a:lnTo>
                    <a:pt x="84028" y="269244"/>
                  </a:lnTo>
                  <a:lnTo>
                    <a:pt x="82775" y="269157"/>
                  </a:lnTo>
                  <a:lnTo>
                    <a:pt x="77436" y="268784"/>
                  </a:lnTo>
                  <a:lnTo>
                    <a:pt x="74306" y="268566"/>
                  </a:lnTo>
                  <a:lnTo>
                    <a:pt x="73478" y="268517"/>
                  </a:lnTo>
                  <a:lnTo>
                    <a:pt x="65154" y="268032"/>
                  </a:lnTo>
                  <a:lnTo>
                    <a:pt x="63123" y="267953"/>
                  </a:lnTo>
                  <a:lnTo>
                    <a:pt x="62887" y="267944"/>
                  </a:lnTo>
                  <a:lnTo>
                    <a:pt x="50537" y="267459"/>
                  </a:lnTo>
                  <a:lnTo>
                    <a:pt x="49078" y="267402"/>
                  </a:lnTo>
                  <a:lnTo>
                    <a:pt x="47788" y="267337"/>
                  </a:lnTo>
                  <a:lnTo>
                    <a:pt x="41985" y="267044"/>
                  </a:lnTo>
                  <a:lnTo>
                    <a:pt x="34036" y="266643"/>
                  </a:lnTo>
                  <a:lnTo>
                    <a:pt x="31247" y="266502"/>
                  </a:lnTo>
                  <a:lnTo>
                    <a:pt x="28924" y="266384"/>
                  </a:lnTo>
                  <a:lnTo>
                    <a:pt x="27262" y="266299"/>
                  </a:lnTo>
                  <a:lnTo>
                    <a:pt x="24175" y="266141"/>
                  </a:lnTo>
                  <a:lnTo>
                    <a:pt x="16141" y="265730"/>
                  </a:lnTo>
                  <a:lnTo>
                    <a:pt x="13151" y="265577"/>
                  </a:lnTo>
                  <a:lnTo>
                    <a:pt x="7158" y="265270"/>
                  </a:lnTo>
                  <a:lnTo>
                    <a:pt x="6272" y="265214"/>
                  </a:lnTo>
                  <a:lnTo>
                    <a:pt x="1123" y="264887"/>
                  </a:lnTo>
                  <a:lnTo>
                    <a:pt x="281" y="264833"/>
                  </a:lnTo>
                  <a:lnTo>
                    <a:pt x="0" y="264817"/>
                  </a:lnTo>
                  <a:lnTo>
                    <a:pt x="13" y="264221"/>
                  </a:lnTo>
                  <a:lnTo>
                    <a:pt x="74" y="261577"/>
                  </a:lnTo>
                  <a:lnTo>
                    <a:pt x="267" y="253183"/>
                  </a:lnTo>
                  <a:lnTo>
                    <a:pt x="271" y="252999"/>
                  </a:lnTo>
                  <a:lnTo>
                    <a:pt x="648" y="236579"/>
                  </a:lnTo>
                  <a:lnTo>
                    <a:pt x="764" y="231542"/>
                  </a:lnTo>
                  <a:lnTo>
                    <a:pt x="1035" y="219748"/>
                  </a:lnTo>
                  <a:lnTo>
                    <a:pt x="1208" y="212200"/>
                  </a:lnTo>
                  <a:lnTo>
                    <a:pt x="1320" y="207317"/>
                  </a:lnTo>
                  <a:lnTo>
                    <a:pt x="2082" y="188193"/>
                  </a:lnTo>
                  <a:lnTo>
                    <a:pt x="2137" y="186806"/>
                  </a:lnTo>
                  <a:lnTo>
                    <a:pt x="2181" y="185718"/>
                  </a:lnTo>
                  <a:lnTo>
                    <a:pt x="2813" y="173886"/>
                  </a:lnTo>
                  <a:lnTo>
                    <a:pt x="3365" y="163569"/>
                  </a:lnTo>
                  <a:lnTo>
                    <a:pt x="7595" y="163889"/>
                  </a:lnTo>
                  <a:lnTo>
                    <a:pt x="10440" y="164103"/>
                  </a:lnTo>
                  <a:lnTo>
                    <a:pt x="10829" y="164133"/>
                  </a:lnTo>
                  <a:lnTo>
                    <a:pt x="19731" y="164805"/>
                  </a:lnTo>
                  <a:lnTo>
                    <a:pt x="34715" y="165935"/>
                  </a:lnTo>
                  <a:lnTo>
                    <a:pt x="45974" y="166785"/>
                  </a:lnTo>
                  <a:lnTo>
                    <a:pt x="52696" y="167293"/>
                  </a:lnTo>
                  <a:lnTo>
                    <a:pt x="57544" y="167293"/>
                  </a:lnTo>
                  <a:lnTo>
                    <a:pt x="63932" y="167293"/>
                  </a:lnTo>
                  <a:lnTo>
                    <a:pt x="73258" y="167293"/>
                  </a:lnTo>
                  <a:lnTo>
                    <a:pt x="74663" y="166969"/>
                  </a:lnTo>
                  <a:lnTo>
                    <a:pt x="90820" y="163247"/>
                  </a:lnTo>
                  <a:lnTo>
                    <a:pt x="94151" y="162480"/>
                  </a:lnTo>
                  <a:lnTo>
                    <a:pt x="95611" y="162144"/>
                  </a:lnTo>
                  <a:lnTo>
                    <a:pt x="109556" y="158350"/>
                  </a:lnTo>
                  <a:lnTo>
                    <a:pt x="111333" y="157866"/>
                  </a:lnTo>
                  <a:lnTo>
                    <a:pt x="113157" y="157370"/>
                  </a:lnTo>
                  <a:lnTo>
                    <a:pt x="123736" y="154308"/>
                  </a:lnTo>
                  <a:lnTo>
                    <a:pt x="125202" y="153884"/>
                  </a:lnTo>
                  <a:lnTo>
                    <a:pt x="127666" y="153358"/>
                  </a:lnTo>
                  <a:lnTo>
                    <a:pt x="163323" y="145750"/>
                  </a:lnTo>
                  <a:lnTo>
                    <a:pt x="166168" y="145160"/>
                  </a:lnTo>
                  <a:lnTo>
                    <a:pt x="173050" y="143732"/>
                  </a:lnTo>
                  <a:lnTo>
                    <a:pt x="186752" y="140890"/>
                  </a:lnTo>
                  <a:lnTo>
                    <a:pt x="191141" y="139980"/>
                  </a:lnTo>
                  <a:lnTo>
                    <a:pt x="194451" y="139294"/>
                  </a:lnTo>
                  <a:lnTo>
                    <a:pt x="196352" y="137066"/>
                  </a:lnTo>
                  <a:lnTo>
                    <a:pt x="197157" y="136123"/>
                  </a:lnTo>
                  <a:lnTo>
                    <a:pt x="218019" y="133817"/>
                  </a:lnTo>
                  <a:lnTo>
                    <a:pt x="225697" y="133488"/>
                  </a:lnTo>
                  <a:lnTo>
                    <a:pt x="227759" y="133400"/>
                  </a:lnTo>
                  <a:lnTo>
                    <a:pt x="232615" y="133193"/>
                  </a:lnTo>
                  <a:lnTo>
                    <a:pt x="233645" y="133108"/>
                  </a:lnTo>
                  <a:lnTo>
                    <a:pt x="236797" y="151155"/>
                  </a:lnTo>
                  <a:lnTo>
                    <a:pt x="237500" y="155183"/>
                  </a:lnTo>
                  <a:lnTo>
                    <a:pt x="237595" y="155726"/>
                  </a:lnTo>
                  <a:lnTo>
                    <a:pt x="238240" y="159418"/>
                  </a:lnTo>
                  <a:lnTo>
                    <a:pt x="242991" y="158558"/>
                  </a:lnTo>
                  <a:lnTo>
                    <a:pt x="243123" y="158430"/>
                  </a:lnTo>
                  <a:lnTo>
                    <a:pt x="254619" y="156401"/>
                  </a:lnTo>
                  <a:lnTo>
                    <a:pt x="257831" y="155834"/>
                  </a:lnTo>
                  <a:lnTo>
                    <a:pt x="269277" y="155427"/>
                  </a:lnTo>
                  <a:lnTo>
                    <a:pt x="269557" y="155283"/>
                  </a:lnTo>
                  <a:lnTo>
                    <a:pt x="273325" y="153348"/>
                  </a:lnTo>
                  <a:lnTo>
                    <a:pt x="280772" y="149523"/>
                  </a:lnTo>
                  <a:lnTo>
                    <a:pt x="290470" y="145060"/>
                  </a:lnTo>
                  <a:lnTo>
                    <a:pt x="292225" y="144253"/>
                  </a:lnTo>
                  <a:lnTo>
                    <a:pt x="298062" y="141567"/>
                  </a:lnTo>
                  <a:lnTo>
                    <a:pt x="298240" y="137456"/>
                  </a:lnTo>
                  <a:lnTo>
                    <a:pt x="298577" y="129692"/>
                  </a:lnTo>
                  <a:lnTo>
                    <a:pt x="298594" y="129299"/>
                  </a:lnTo>
                  <a:lnTo>
                    <a:pt x="298669" y="127569"/>
                  </a:lnTo>
                  <a:lnTo>
                    <a:pt x="296413" y="117121"/>
                  </a:lnTo>
                  <a:lnTo>
                    <a:pt x="295405" y="112451"/>
                  </a:lnTo>
                  <a:lnTo>
                    <a:pt x="295712" y="104199"/>
                  </a:lnTo>
                  <a:lnTo>
                    <a:pt x="296553" y="101805"/>
                  </a:lnTo>
                  <a:lnTo>
                    <a:pt x="295494" y="98816"/>
                  </a:lnTo>
                  <a:lnTo>
                    <a:pt x="294144" y="94677"/>
                  </a:lnTo>
                  <a:lnTo>
                    <a:pt x="294458" y="92258"/>
                  </a:lnTo>
                  <a:lnTo>
                    <a:pt x="295225" y="82003"/>
                  </a:lnTo>
                  <a:lnTo>
                    <a:pt x="301651" y="64441"/>
                  </a:lnTo>
                  <a:lnTo>
                    <a:pt x="302169" y="62505"/>
                  </a:lnTo>
                  <a:lnTo>
                    <a:pt x="303170" y="58754"/>
                  </a:lnTo>
                  <a:lnTo>
                    <a:pt x="306075" y="51931"/>
                  </a:lnTo>
                  <a:lnTo>
                    <a:pt x="307176" y="49343"/>
                  </a:lnTo>
                  <a:lnTo>
                    <a:pt x="333165" y="51052"/>
                  </a:lnTo>
                  <a:lnTo>
                    <a:pt x="333918" y="51027"/>
                  </a:lnTo>
                  <a:lnTo>
                    <a:pt x="334022" y="48887"/>
                  </a:lnTo>
                  <a:lnTo>
                    <a:pt x="334059" y="48110"/>
                  </a:lnTo>
                  <a:lnTo>
                    <a:pt x="334189" y="45417"/>
                  </a:lnTo>
                  <a:lnTo>
                    <a:pt x="334460" y="39807"/>
                  </a:lnTo>
                  <a:lnTo>
                    <a:pt x="334503" y="39099"/>
                  </a:lnTo>
                  <a:lnTo>
                    <a:pt x="334576" y="37861"/>
                  </a:lnTo>
                  <a:lnTo>
                    <a:pt x="334635" y="36885"/>
                  </a:lnTo>
                  <a:lnTo>
                    <a:pt x="334643" y="36751"/>
                  </a:lnTo>
                  <a:lnTo>
                    <a:pt x="334691" y="35941"/>
                  </a:lnTo>
                  <a:lnTo>
                    <a:pt x="334726" y="35363"/>
                  </a:lnTo>
                  <a:lnTo>
                    <a:pt x="335230" y="26916"/>
                  </a:lnTo>
                  <a:lnTo>
                    <a:pt x="335325" y="25329"/>
                  </a:lnTo>
                  <a:lnTo>
                    <a:pt x="335365" y="24650"/>
                  </a:lnTo>
                  <a:lnTo>
                    <a:pt x="335631" y="20204"/>
                  </a:lnTo>
                  <a:lnTo>
                    <a:pt x="337018" y="12686"/>
                  </a:lnTo>
                  <a:lnTo>
                    <a:pt x="352905" y="13118"/>
                  </a:lnTo>
                  <a:lnTo>
                    <a:pt x="357647" y="12815"/>
                  </a:lnTo>
                  <a:lnTo>
                    <a:pt x="363575" y="12663"/>
                  </a:lnTo>
                  <a:lnTo>
                    <a:pt x="374648" y="13199"/>
                  </a:lnTo>
                  <a:lnTo>
                    <a:pt x="383939" y="13648"/>
                  </a:lnTo>
                  <a:lnTo>
                    <a:pt x="387395" y="3759"/>
                  </a:lnTo>
                  <a:lnTo>
                    <a:pt x="394166" y="6048"/>
                  </a:lnTo>
                  <a:lnTo>
                    <a:pt x="404195" y="9335"/>
                  </a:lnTo>
                  <a:lnTo>
                    <a:pt x="410721" y="11559"/>
                  </a:lnTo>
                  <a:lnTo>
                    <a:pt x="413075" y="12195"/>
                  </a:lnTo>
                  <a:lnTo>
                    <a:pt x="416670" y="13127"/>
                  </a:lnTo>
                  <a:lnTo>
                    <a:pt x="418321" y="13491"/>
                  </a:lnTo>
                  <a:lnTo>
                    <a:pt x="418918" y="4775"/>
                  </a:lnTo>
                  <a:lnTo>
                    <a:pt x="419366" y="0"/>
                  </a:lnTo>
                  <a:lnTo>
                    <a:pt x="445879" y="979"/>
                  </a:lnTo>
                  <a:lnTo>
                    <a:pt x="451656" y="1192"/>
                  </a:lnTo>
                  <a:lnTo>
                    <a:pt x="455581" y="1337"/>
                  </a:lnTo>
                  <a:lnTo>
                    <a:pt x="456617" y="5145"/>
                  </a:lnTo>
                  <a:lnTo>
                    <a:pt x="457521" y="8471"/>
                  </a:lnTo>
                  <a:lnTo>
                    <a:pt x="455318" y="11528"/>
                  </a:lnTo>
                  <a:lnTo>
                    <a:pt x="453435" y="14140"/>
                  </a:lnTo>
                  <a:lnTo>
                    <a:pt x="450804" y="17790"/>
                  </a:lnTo>
                  <a:lnTo>
                    <a:pt x="450548" y="18381"/>
                  </a:lnTo>
                  <a:lnTo>
                    <a:pt x="448296" y="23587"/>
                  </a:lnTo>
                  <a:lnTo>
                    <a:pt x="446859" y="35686"/>
                  </a:lnTo>
                  <a:lnTo>
                    <a:pt x="446764" y="38235"/>
                  </a:lnTo>
                  <a:lnTo>
                    <a:pt x="446509" y="45769"/>
                  </a:lnTo>
                  <a:lnTo>
                    <a:pt x="446484" y="48116"/>
                  </a:lnTo>
                  <a:lnTo>
                    <a:pt x="446461" y="51536"/>
                  </a:lnTo>
                  <a:lnTo>
                    <a:pt x="446424" y="56961"/>
                  </a:lnTo>
                  <a:lnTo>
                    <a:pt x="446361" y="66138"/>
                  </a:lnTo>
                  <a:lnTo>
                    <a:pt x="441601" y="66126"/>
                  </a:lnTo>
                  <a:lnTo>
                    <a:pt x="441630" y="68950"/>
                  </a:lnTo>
                  <a:lnTo>
                    <a:pt x="441797" y="85371"/>
                  </a:lnTo>
                  <a:lnTo>
                    <a:pt x="441845" y="90019"/>
                  </a:lnTo>
                  <a:lnTo>
                    <a:pt x="441848" y="90387"/>
                  </a:lnTo>
                  <a:lnTo>
                    <a:pt x="441856" y="91172"/>
                  </a:lnTo>
                  <a:lnTo>
                    <a:pt x="441858" y="91369"/>
                  </a:lnTo>
                  <a:lnTo>
                    <a:pt x="441860" y="91529"/>
                  </a:lnTo>
                  <a:lnTo>
                    <a:pt x="441885" y="115411"/>
                  </a:lnTo>
                  <a:lnTo>
                    <a:pt x="441905" y="135094"/>
                  </a:lnTo>
                  <a:lnTo>
                    <a:pt x="441908" y="137320"/>
                  </a:lnTo>
                  <a:lnTo>
                    <a:pt x="441865" y="139391"/>
                  </a:lnTo>
                  <a:lnTo>
                    <a:pt x="441826" y="141254"/>
                  </a:lnTo>
                  <a:lnTo>
                    <a:pt x="441732" y="145855"/>
                  </a:lnTo>
                  <a:lnTo>
                    <a:pt x="441640" y="150295"/>
                  </a:lnTo>
                  <a:lnTo>
                    <a:pt x="441347" y="164481"/>
                  </a:lnTo>
                  <a:lnTo>
                    <a:pt x="441244" y="169512"/>
                  </a:lnTo>
                  <a:lnTo>
                    <a:pt x="440770" y="192478"/>
                  </a:lnTo>
                  <a:lnTo>
                    <a:pt x="440726" y="194623"/>
                  </a:lnTo>
                  <a:lnTo>
                    <a:pt x="440350" y="212852"/>
                  </a:lnTo>
                  <a:lnTo>
                    <a:pt x="440314" y="214580"/>
                  </a:lnTo>
                  <a:lnTo>
                    <a:pt x="440182" y="214584"/>
                  </a:lnTo>
                  <a:lnTo>
                    <a:pt x="436250" y="215438"/>
                  </a:lnTo>
                  <a:lnTo>
                    <a:pt x="431082" y="217085"/>
                  </a:lnTo>
                  <a:lnTo>
                    <a:pt x="424814" y="219917"/>
                  </a:lnTo>
                  <a:lnTo>
                    <a:pt x="417993" y="222999"/>
                  </a:lnTo>
                  <a:lnTo>
                    <a:pt x="407367" y="228103"/>
                  </a:lnTo>
                  <a:lnTo>
                    <a:pt x="383630" y="239505"/>
                  </a:lnTo>
                  <a:lnTo>
                    <a:pt x="381668" y="240447"/>
                  </a:lnTo>
                  <a:lnTo>
                    <a:pt x="370388" y="245834"/>
                  </a:lnTo>
                  <a:lnTo>
                    <a:pt x="382972" y="275265"/>
                  </a:lnTo>
                  <a:lnTo>
                    <a:pt x="399273" y="303782"/>
                  </a:lnTo>
                  <a:lnTo>
                    <a:pt x="399617" y="304384"/>
                  </a:lnTo>
                  <a:lnTo>
                    <a:pt x="400743" y="306353"/>
                  </a:lnTo>
                  <a:lnTo>
                    <a:pt x="385711" y="318817"/>
                  </a:lnTo>
                  <a:lnTo>
                    <a:pt x="337818" y="333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39"/>
            <p:cNvSpPr/>
            <p:nvPr/>
          </p:nvSpPr>
          <p:spPr>
            <a:xfrm>
              <a:off x="7192174" y="2520316"/>
              <a:ext cx="828339" cy="390244"/>
            </a:xfrm>
            <a:custGeom>
              <a:avLst/>
              <a:pathLst>
                <a:path w="828339" h="390244">
                  <a:moveTo>
                    <a:pt x="512353" y="84919"/>
                  </a:moveTo>
                  <a:lnTo>
                    <a:pt x="567172" y="89572"/>
                  </a:lnTo>
                  <a:lnTo>
                    <a:pt x="574949" y="150255"/>
                  </a:lnTo>
                  <a:lnTo>
                    <a:pt x="539667" y="160530"/>
                  </a:lnTo>
                  <a:lnTo>
                    <a:pt x="534804" y="196787"/>
                  </a:lnTo>
                  <a:lnTo>
                    <a:pt x="534744" y="198875"/>
                  </a:lnTo>
                  <a:lnTo>
                    <a:pt x="639526" y="221584"/>
                  </a:lnTo>
                  <a:lnTo>
                    <a:pt x="651638" y="219670"/>
                  </a:lnTo>
                  <a:lnTo>
                    <a:pt x="668792" y="215636"/>
                  </a:lnTo>
                  <a:lnTo>
                    <a:pt x="674206" y="215121"/>
                  </a:lnTo>
                  <a:lnTo>
                    <a:pt x="675523" y="215163"/>
                  </a:lnTo>
                  <a:lnTo>
                    <a:pt x="705095" y="224102"/>
                  </a:lnTo>
                  <a:lnTo>
                    <a:pt x="711544" y="216298"/>
                  </a:lnTo>
                  <a:lnTo>
                    <a:pt x="758699" y="240501"/>
                  </a:lnTo>
                  <a:lnTo>
                    <a:pt x="761078" y="241107"/>
                  </a:lnTo>
                  <a:lnTo>
                    <a:pt x="801172" y="204221"/>
                  </a:lnTo>
                  <a:lnTo>
                    <a:pt x="827490" y="228900"/>
                  </a:lnTo>
                  <a:lnTo>
                    <a:pt x="802734" y="251714"/>
                  </a:lnTo>
                  <a:lnTo>
                    <a:pt x="823795" y="276844"/>
                  </a:lnTo>
                  <a:lnTo>
                    <a:pt x="828339" y="312280"/>
                  </a:lnTo>
                  <a:lnTo>
                    <a:pt x="811394" y="320147"/>
                  </a:lnTo>
                  <a:lnTo>
                    <a:pt x="787656" y="331169"/>
                  </a:lnTo>
                  <a:lnTo>
                    <a:pt x="778303" y="343211"/>
                  </a:lnTo>
                  <a:lnTo>
                    <a:pt x="765367" y="359281"/>
                  </a:lnTo>
                  <a:lnTo>
                    <a:pt x="766032" y="365022"/>
                  </a:lnTo>
                  <a:lnTo>
                    <a:pt x="769767" y="377926"/>
                  </a:lnTo>
                  <a:lnTo>
                    <a:pt x="753762" y="382107"/>
                  </a:lnTo>
                  <a:lnTo>
                    <a:pt x="751450" y="375200"/>
                  </a:lnTo>
                  <a:lnTo>
                    <a:pt x="747182" y="369929"/>
                  </a:lnTo>
                  <a:lnTo>
                    <a:pt x="747538" y="361023"/>
                  </a:lnTo>
                  <a:lnTo>
                    <a:pt x="724776" y="351935"/>
                  </a:lnTo>
                  <a:lnTo>
                    <a:pt x="731355" y="340121"/>
                  </a:lnTo>
                  <a:lnTo>
                    <a:pt x="735039" y="304299"/>
                  </a:lnTo>
                  <a:lnTo>
                    <a:pt x="734640" y="297925"/>
                  </a:lnTo>
                  <a:lnTo>
                    <a:pt x="733421" y="278481"/>
                  </a:lnTo>
                  <a:lnTo>
                    <a:pt x="707009" y="270825"/>
                  </a:lnTo>
                  <a:lnTo>
                    <a:pt x="702091" y="267903"/>
                  </a:lnTo>
                  <a:lnTo>
                    <a:pt x="652708" y="283709"/>
                  </a:lnTo>
                  <a:lnTo>
                    <a:pt x="609335" y="285116"/>
                  </a:lnTo>
                  <a:lnTo>
                    <a:pt x="589130" y="315143"/>
                  </a:lnTo>
                  <a:lnTo>
                    <a:pt x="570615" y="312694"/>
                  </a:lnTo>
                  <a:lnTo>
                    <a:pt x="553828" y="270526"/>
                  </a:lnTo>
                  <a:lnTo>
                    <a:pt x="473448" y="279105"/>
                  </a:lnTo>
                  <a:lnTo>
                    <a:pt x="449026" y="280560"/>
                  </a:lnTo>
                  <a:lnTo>
                    <a:pt x="383406" y="288312"/>
                  </a:lnTo>
                  <a:lnTo>
                    <a:pt x="382256" y="292102"/>
                  </a:lnTo>
                  <a:lnTo>
                    <a:pt x="439961" y="337268"/>
                  </a:lnTo>
                  <a:lnTo>
                    <a:pt x="467366" y="346137"/>
                  </a:lnTo>
                  <a:lnTo>
                    <a:pt x="480621" y="344974"/>
                  </a:lnTo>
                  <a:lnTo>
                    <a:pt x="497005" y="354942"/>
                  </a:lnTo>
                  <a:lnTo>
                    <a:pt x="488754" y="365599"/>
                  </a:lnTo>
                  <a:lnTo>
                    <a:pt x="502393" y="371959"/>
                  </a:lnTo>
                  <a:lnTo>
                    <a:pt x="497005" y="390244"/>
                  </a:lnTo>
                  <a:lnTo>
                    <a:pt x="463810" y="376915"/>
                  </a:lnTo>
                  <a:lnTo>
                    <a:pt x="416094" y="361580"/>
                  </a:lnTo>
                  <a:lnTo>
                    <a:pt x="390951" y="386553"/>
                  </a:lnTo>
                  <a:lnTo>
                    <a:pt x="387727" y="389461"/>
                  </a:lnTo>
                  <a:lnTo>
                    <a:pt x="371604" y="363482"/>
                  </a:lnTo>
                  <a:lnTo>
                    <a:pt x="381338" y="357211"/>
                  </a:lnTo>
                  <a:lnTo>
                    <a:pt x="378465" y="352771"/>
                  </a:lnTo>
                  <a:lnTo>
                    <a:pt x="377134" y="351214"/>
                  </a:lnTo>
                  <a:lnTo>
                    <a:pt x="363575" y="349154"/>
                  </a:lnTo>
                  <a:lnTo>
                    <a:pt x="355383" y="350091"/>
                  </a:lnTo>
                  <a:lnTo>
                    <a:pt x="352271" y="352418"/>
                  </a:lnTo>
                  <a:lnTo>
                    <a:pt x="346058" y="355764"/>
                  </a:lnTo>
                  <a:lnTo>
                    <a:pt x="336598" y="356932"/>
                  </a:lnTo>
                  <a:lnTo>
                    <a:pt x="336204" y="356981"/>
                  </a:lnTo>
                  <a:lnTo>
                    <a:pt x="336052" y="359986"/>
                  </a:lnTo>
                  <a:lnTo>
                    <a:pt x="334973" y="360110"/>
                  </a:lnTo>
                  <a:lnTo>
                    <a:pt x="331997" y="365035"/>
                  </a:lnTo>
                  <a:lnTo>
                    <a:pt x="314022" y="367846"/>
                  </a:lnTo>
                  <a:lnTo>
                    <a:pt x="301754" y="362196"/>
                  </a:lnTo>
                  <a:lnTo>
                    <a:pt x="300837" y="361932"/>
                  </a:lnTo>
                  <a:lnTo>
                    <a:pt x="271182" y="353364"/>
                  </a:lnTo>
                  <a:lnTo>
                    <a:pt x="193736" y="314106"/>
                  </a:lnTo>
                  <a:lnTo>
                    <a:pt x="157228" y="314977"/>
                  </a:lnTo>
                  <a:lnTo>
                    <a:pt x="154741" y="297978"/>
                  </a:lnTo>
                  <a:lnTo>
                    <a:pt x="154125" y="293769"/>
                  </a:lnTo>
                  <a:lnTo>
                    <a:pt x="145161" y="295302"/>
                  </a:lnTo>
                  <a:lnTo>
                    <a:pt x="125740" y="295674"/>
                  </a:lnTo>
                  <a:lnTo>
                    <a:pt x="111040" y="294506"/>
                  </a:lnTo>
                  <a:lnTo>
                    <a:pt x="92978" y="294404"/>
                  </a:lnTo>
                  <a:lnTo>
                    <a:pt x="85633" y="294363"/>
                  </a:lnTo>
                  <a:lnTo>
                    <a:pt x="67611" y="305969"/>
                  </a:lnTo>
                  <a:lnTo>
                    <a:pt x="66570" y="306639"/>
                  </a:lnTo>
                  <a:lnTo>
                    <a:pt x="64038" y="310820"/>
                  </a:lnTo>
                  <a:lnTo>
                    <a:pt x="63148" y="312290"/>
                  </a:lnTo>
                  <a:lnTo>
                    <a:pt x="29228" y="333442"/>
                  </a:lnTo>
                  <a:lnTo>
                    <a:pt x="28884" y="332840"/>
                  </a:lnTo>
                  <a:lnTo>
                    <a:pt x="12583" y="304323"/>
                  </a:lnTo>
                  <a:lnTo>
                    <a:pt x="0" y="274892"/>
                  </a:lnTo>
                  <a:lnTo>
                    <a:pt x="11280" y="269505"/>
                  </a:lnTo>
                  <a:lnTo>
                    <a:pt x="13241" y="268563"/>
                  </a:lnTo>
                  <a:lnTo>
                    <a:pt x="36978" y="257161"/>
                  </a:lnTo>
                  <a:lnTo>
                    <a:pt x="47604" y="252056"/>
                  </a:lnTo>
                  <a:lnTo>
                    <a:pt x="54425" y="248975"/>
                  </a:lnTo>
                  <a:lnTo>
                    <a:pt x="60693" y="246143"/>
                  </a:lnTo>
                  <a:lnTo>
                    <a:pt x="65862" y="244495"/>
                  </a:lnTo>
                  <a:lnTo>
                    <a:pt x="69793" y="243642"/>
                  </a:lnTo>
                  <a:lnTo>
                    <a:pt x="69925" y="243638"/>
                  </a:lnTo>
                  <a:lnTo>
                    <a:pt x="69961" y="241910"/>
                  </a:lnTo>
                  <a:lnTo>
                    <a:pt x="70337" y="223681"/>
                  </a:lnTo>
                  <a:lnTo>
                    <a:pt x="70381" y="221536"/>
                  </a:lnTo>
                  <a:lnTo>
                    <a:pt x="70856" y="198530"/>
                  </a:lnTo>
                  <a:lnTo>
                    <a:pt x="70959" y="193539"/>
                  </a:lnTo>
                  <a:lnTo>
                    <a:pt x="71251" y="179352"/>
                  </a:lnTo>
                  <a:lnTo>
                    <a:pt x="71343" y="174913"/>
                  </a:lnTo>
                  <a:lnTo>
                    <a:pt x="71438" y="170312"/>
                  </a:lnTo>
                  <a:lnTo>
                    <a:pt x="71476" y="168449"/>
                  </a:lnTo>
                  <a:lnTo>
                    <a:pt x="71519" y="166378"/>
                  </a:lnTo>
                  <a:lnTo>
                    <a:pt x="71516" y="164152"/>
                  </a:lnTo>
                  <a:lnTo>
                    <a:pt x="71496" y="144469"/>
                  </a:lnTo>
                  <a:lnTo>
                    <a:pt x="71471" y="120587"/>
                  </a:lnTo>
                  <a:lnTo>
                    <a:pt x="71469" y="120427"/>
                  </a:lnTo>
                  <a:lnTo>
                    <a:pt x="71467" y="120230"/>
                  </a:lnTo>
                  <a:lnTo>
                    <a:pt x="71459" y="119445"/>
                  </a:lnTo>
                  <a:lnTo>
                    <a:pt x="71456" y="119077"/>
                  </a:lnTo>
                  <a:lnTo>
                    <a:pt x="71408" y="114429"/>
                  </a:lnTo>
                  <a:lnTo>
                    <a:pt x="71241" y="98008"/>
                  </a:lnTo>
                  <a:lnTo>
                    <a:pt x="71212" y="95184"/>
                  </a:lnTo>
                  <a:lnTo>
                    <a:pt x="75972" y="95196"/>
                  </a:lnTo>
                  <a:lnTo>
                    <a:pt x="76035" y="86019"/>
                  </a:lnTo>
                  <a:lnTo>
                    <a:pt x="76072" y="80594"/>
                  </a:lnTo>
                  <a:lnTo>
                    <a:pt x="76095" y="77174"/>
                  </a:lnTo>
                  <a:lnTo>
                    <a:pt x="76121" y="74781"/>
                  </a:lnTo>
                  <a:lnTo>
                    <a:pt x="76375" y="67292"/>
                  </a:lnTo>
                  <a:lnTo>
                    <a:pt x="76470" y="64744"/>
                  </a:lnTo>
                  <a:lnTo>
                    <a:pt x="77907" y="52645"/>
                  </a:lnTo>
                  <a:lnTo>
                    <a:pt x="80159" y="47439"/>
                  </a:lnTo>
                  <a:lnTo>
                    <a:pt x="80415" y="46848"/>
                  </a:lnTo>
                  <a:lnTo>
                    <a:pt x="83046" y="43197"/>
                  </a:lnTo>
                  <a:lnTo>
                    <a:pt x="84929" y="40586"/>
                  </a:lnTo>
                  <a:lnTo>
                    <a:pt x="87132" y="37529"/>
                  </a:lnTo>
                  <a:lnTo>
                    <a:pt x="86228" y="34203"/>
                  </a:lnTo>
                  <a:lnTo>
                    <a:pt x="85192" y="30395"/>
                  </a:lnTo>
                  <a:lnTo>
                    <a:pt x="81267" y="30250"/>
                  </a:lnTo>
                  <a:lnTo>
                    <a:pt x="75491" y="30037"/>
                  </a:lnTo>
                  <a:lnTo>
                    <a:pt x="75986" y="29165"/>
                  </a:lnTo>
                  <a:lnTo>
                    <a:pt x="79629" y="22754"/>
                  </a:lnTo>
                  <a:lnTo>
                    <a:pt x="84438" y="15031"/>
                  </a:lnTo>
                  <a:lnTo>
                    <a:pt x="91526" y="7997"/>
                  </a:lnTo>
                  <a:lnTo>
                    <a:pt x="100773" y="0"/>
                  </a:lnTo>
                  <a:lnTo>
                    <a:pt x="114762" y="11874"/>
                  </a:lnTo>
                  <a:lnTo>
                    <a:pt x="110046" y="17091"/>
                  </a:lnTo>
                  <a:lnTo>
                    <a:pt x="102118" y="30684"/>
                  </a:lnTo>
                  <a:lnTo>
                    <a:pt x="100744" y="34210"/>
                  </a:lnTo>
                  <a:lnTo>
                    <a:pt x="95791" y="46920"/>
                  </a:lnTo>
                  <a:lnTo>
                    <a:pt x="94761" y="49563"/>
                  </a:lnTo>
                  <a:lnTo>
                    <a:pt x="93638" y="52446"/>
                  </a:lnTo>
                  <a:lnTo>
                    <a:pt x="90779" y="60599"/>
                  </a:lnTo>
                  <a:lnTo>
                    <a:pt x="89685" y="63718"/>
                  </a:lnTo>
                  <a:lnTo>
                    <a:pt x="88669" y="71867"/>
                  </a:lnTo>
                  <a:lnTo>
                    <a:pt x="88350" y="74425"/>
                  </a:lnTo>
                  <a:lnTo>
                    <a:pt x="88394" y="81732"/>
                  </a:lnTo>
                  <a:lnTo>
                    <a:pt x="88697" y="83521"/>
                  </a:lnTo>
                  <a:lnTo>
                    <a:pt x="89880" y="90511"/>
                  </a:lnTo>
                  <a:lnTo>
                    <a:pt x="90797" y="97532"/>
                  </a:lnTo>
                  <a:lnTo>
                    <a:pt x="91752" y="104243"/>
                  </a:lnTo>
                  <a:lnTo>
                    <a:pt x="92272" y="107870"/>
                  </a:lnTo>
                  <a:lnTo>
                    <a:pt x="103270" y="106802"/>
                  </a:lnTo>
                  <a:lnTo>
                    <a:pt x="103213" y="102740"/>
                  </a:lnTo>
                  <a:lnTo>
                    <a:pt x="103159" y="94238"/>
                  </a:lnTo>
                  <a:lnTo>
                    <a:pt x="140154" y="91992"/>
                  </a:lnTo>
                  <a:lnTo>
                    <a:pt x="155474" y="91392"/>
                  </a:lnTo>
                  <a:lnTo>
                    <a:pt x="176615" y="90565"/>
                  </a:lnTo>
                  <a:lnTo>
                    <a:pt x="177211" y="88277"/>
                  </a:lnTo>
                  <a:lnTo>
                    <a:pt x="184180" y="72978"/>
                  </a:lnTo>
                  <a:lnTo>
                    <a:pt x="188216" y="72473"/>
                  </a:lnTo>
                  <a:lnTo>
                    <a:pt x="191099" y="72112"/>
                  </a:lnTo>
                  <a:lnTo>
                    <a:pt x="207416" y="70070"/>
                  </a:lnTo>
                  <a:lnTo>
                    <a:pt x="215241" y="67283"/>
                  </a:lnTo>
                  <a:lnTo>
                    <a:pt x="224606" y="57225"/>
                  </a:lnTo>
                  <a:lnTo>
                    <a:pt x="227457" y="53913"/>
                  </a:lnTo>
                  <a:lnTo>
                    <a:pt x="235008" y="45139"/>
                  </a:lnTo>
                  <a:lnTo>
                    <a:pt x="238319" y="47370"/>
                  </a:lnTo>
                  <a:lnTo>
                    <a:pt x="247369" y="53469"/>
                  </a:lnTo>
                  <a:lnTo>
                    <a:pt x="247720" y="53913"/>
                  </a:lnTo>
                  <a:lnTo>
                    <a:pt x="258394" y="67404"/>
                  </a:lnTo>
                  <a:lnTo>
                    <a:pt x="263179" y="69834"/>
                  </a:lnTo>
                  <a:lnTo>
                    <a:pt x="268563" y="72568"/>
                  </a:lnTo>
                  <a:lnTo>
                    <a:pt x="277481" y="77098"/>
                  </a:lnTo>
                  <a:lnTo>
                    <a:pt x="289099" y="79400"/>
                  </a:lnTo>
                  <a:lnTo>
                    <a:pt x="299295" y="78067"/>
                  </a:lnTo>
                  <a:lnTo>
                    <a:pt x="306527" y="72129"/>
                  </a:lnTo>
                  <a:lnTo>
                    <a:pt x="311739" y="60336"/>
                  </a:lnTo>
                  <a:lnTo>
                    <a:pt x="318542" y="44943"/>
                  </a:lnTo>
                  <a:lnTo>
                    <a:pt x="322047" y="41001"/>
                  </a:lnTo>
                  <a:lnTo>
                    <a:pt x="325614" y="36990"/>
                  </a:lnTo>
                  <a:lnTo>
                    <a:pt x="328236" y="34817"/>
                  </a:lnTo>
                  <a:lnTo>
                    <a:pt x="334387" y="29719"/>
                  </a:lnTo>
                  <a:lnTo>
                    <a:pt x="339603" y="24630"/>
                  </a:lnTo>
                  <a:lnTo>
                    <a:pt x="341173" y="23378"/>
                  </a:lnTo>
                  <a:lnTo>
                    <a:pt x="350763" y="15727"/>
                  </a:lnTo>
                  <a:lnTo>
                    <a:pt x="355894" y="9093"/>
                  </a:lnTo>
                  <a:lnTo>
                    <a:pt x="356846" y="7861"/>
                  </a:lnTo>
                  <a:lnTo>
                    <a:pt x="358410" y="7329"/>
                  </a:lnTo>
                  <a:lnTo>
                    <a:pt x="366472" y="4588"/>
                  </a:lnTo>
                  <a:lnTo>
                    <a:pt x="372829" y="6298"/>
                  </a:lnTo>
                  <a:lnTo>
                    <a:pt x="373230" y="6406"/>
                  </a:lnTo>
                  <a:lnTo>
                    <a:pt x="373721" y="9123"/>
                  </a:lnTo>
                  <a:lnTo>
                    <a:pt x="375557" y="19290"/>
                  </a:lnTo>
                  <a:lnTo>
                    <a:pt x="375968" y="26940"/>
                  </a:lnTo>
                  <a:lnTo>
                    <a:pt x="376506" y="36981"/>
                  </a:lnTo>
                  <a:lnTo>
                    <a:pt x="375986" y="43929"/>
                  </a:lnTo>
                  <a:lnTo>
                    <a:pt x="374965" y="57580"/>
                  </a:lnTo>
                  <a:lnTo>
                    <a:pt x="360145" y="73211"/>
                  </a:lnTo>
                  <a:lnTo>
                    <a:pt x="354616" y="77103"/>
                  </a:lnTo>
                  <a:lnTo>
                    <a:pt x="349760" y="80520"/>
                  </a:lnTo>
                  <a:lnTo>
                    <a:pt x="351012" y="84974"/>
                  </a:lnTo>
                  <a:lnTo>
                    <a:pt x="357607" y="102140"/>
                  </a:lnTo>
                  <a:lnTo>
                    <a:pt x="342666" y="142672"/>
                  </a:lnTo>
                  <a:lnTo>
                    <a:pt x="325583" y="150903"/>
                  </a:lnTo>
                  <a:lnTo>
                    <a:pt x="285676" y="170133"/>
                  </a:lnTo>
                  <a:lnTo>
                    <a:pt x="299750" y="196650"/>
                  </a:lnTo>
                  <a:lnTo>
                    <a:pt x="305791" y="197998"/>
                  </a:lnTo>
                  <a:lnTo>
                    <a:pt x="333386" y="202402"/>
                  </a:lnTo>
                  <a:lnTo>
                    <a:pt x="378209" y="205009"/>
                  </a:lnTo>
                  <a:lnTo>
                    <a:pt x="388836" y="204016"/>
                  </a:lnTo>
                  <a:lnTo>
                    <a:pt x="389014" y="203999"/>
                  </a:lnTo>
                  <a:lnTo>
                    <a:pt x="413606" y="203534"/>
                  </a:lnTo>
                  <a:lnTo>
                    <a:pt x="431845" y="204714"/>
                  </a:lnTo>
                  <a:lnTo>
                    <a:pt x="442308" y="211120"/>
                  </a:lnTo>
                  <a:lnTo>
                    <a:pt x="480213" y="199255"/>
                  </a:lnTo>
                  <a:lnTo>
                    <a:pt x="476199" y="187500"/>
                  </a:lnTo>
                  <a:lnTo>
                    <a:pt x="514439" y="154133"/>
                  </a:lnTo>
                  <a:lnTo>
                    <a:pt x="476123" y="136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40"/>
            <p:cNvSpPr/>
            <p:nvPr/>
          </p:nvSpPr>
          <p:spPr>
            <a:xfrm>
              <a:off x="5254417" y="2624968"/>
              <a:ext cx="423603" cy="335741"/>
            </a:xfrm>
            <a:custGeom>
              <a:avLst/>
              <a:pathLst>
                <a:path w="423603" h="335741">
                  <a:moveTo>
                    <a:pt x="234583" y="58469"/>
                  </a:moveTo>
                  <a:lnTo>
                    <a:pt x="236957" y="59782"/>
                  </a:lnTo>
                  <a:lnTo>
                    <a:pt x="237534" y="58904"/>
                  </a:lnTo>
                  <a:lnTo>
                    <a:pt x="240396" y="54550"/>
                  </a:lnTo>
                  <a:lnTo>
                    <a:pt x="241348" y="53075"/>
                  </a:lnTo>
                  <a:lnTo>
                    <a:pt x="248054" y="42690"/>
                  </a:lnTo>
                  <a:lnTo>
                    <a:pt x="250947" y="37240"/>
                  </a:lnTo>
                  <a:lnTo>
                    <a:pt x="253491" y="32449"/>
                  </a:lnTo>
                  <a:lnTo>
                    <a:pt x="259076" y="21927"/>
                  </a:lnTo>
                  <a:lnTo>
                    <a:pt x="259890" y="20394"/>
                  </a:lnTo>
                  <a:lnTo>
                    <a:pt x="262277" y="21555"/>
                  </a:lnTo>
                  <a:lnTo>
                    <a:pt x="268470" y="24567"/>
                  </a:lnTo>
                  <a:lnTo>
                    <a:pt x="295895" y="37909"/>
                  </a:lnTo>
                  <a:lnTo>
                    <a:pt x="297306" y="38595"/>
                  </a:lnTo>
                  <a:lnTo>
                    <a:pt x="297685" y="38780"/>
                  </a:lnTo>
                  <a:lnTo>
                    <a:pt x="298254" y="39057"/>
                  </a:lnTo>
                  <a:lnTo>
                    <a:pt x="303581" y="41648"/>
                  </a:lnTo>
                  <a:lnTo>
                    <a:pt x="306023" y="42836"/>
                  </a:lnTo>
                  <a:lnTo>
                    <a:pt x="306901" y="43263"/>
                  </a:lnTo>
                  <a:lnTo>
                    <a:pt x="308162" y="43876"/>
                  </a:lnTo>
                  <a:lnTo>
                    <a:pt x="316980" y="48264"/>
                  </a:lnTo>
                  <a:lnTo>
                    <a:pt x="323248" y="51383"/>
                  </a:lnTo>
                  <a:lnTo>
                    <a:pt x="324226" y="51870"/>
                  </a:lnTo>
                  <a:lnTo>
                    <a:pt x="324832" y="52171"/>
                  </a:lnTo>
                  <a:lnTo>
                    <a:pt x="325800" y="52653"/>
                  </a:lnTo>
                  <a:lnTo>
                    <a:pt x="326616" y="53281"/>
                  </a:lnTo>
                  <a:lnTo>
                    <a:pt x="327969" y="54321"/>
                  </a:lnTo>
                  <a:lnTo>
                    <a:pt x="331637" y="57141"/>
                  </a:lnTo>
                  <a:lnTo>
                    <a:pt x="333674" y="58707"/>
                  </a:lnTo>
                  <a:lnTo>
                    <a:pt x="335926" y="60438"/>
                  </a:lnTo>
                  <a:lnTo>
                    <a:pt x="346053" y="68224"/>
                  </a:lnTo>
                  <a:lnTo>
                    <a:pt x="347005" y="68956"/>
                  </a:lnTo>
                  <a:lnTo>
                    <a:pt x="348649" y="70220"/>
                  </a:lnTo>
                  <a:lnTo>
                    <a:pt x="351510" y="72419"/>
                  </a:lnTo>
                  <a:lnTo>
                    <a:pt x="352024" y="72815"/>
                  </a:lnTo>
                  <a:lnTo>
                    <a:pt x="360866" y="80530"/>
                  </a:lnTo>
                  <a:lnTo>
                    <a:pt x="370554" y="88982"/>
                  </a:lnTo>
                  <a:lnTo>
                    <a:pt x="370967" y="89343"/>
                  </a:lnTo>
                  <a:lnTo>
                    <a:pt x="371688" y="89972"/>
                  </a:lnTo>
                  <a:lnTo>
                    <a:pt x="380570" y="97721"/>
                  </a:lnTo>
                  <a:lnTo>
                    <a:pt x="383696" y="100441"/>
                  </a:lnTo>
                  <a:lnTo>
                    <a:pt x="383896" y="100614"/>
                  </a:lnTo>
                  <a:lnTo>
                    <a:pt x="384478" y="101120"/>
                  </a:lnTo>
                  <a:lnTo>
                    <a:pt x="386086" y="102519"/>
                  </a:lnTo>
                  <a:lnTo>
                    <a:pt x="388518" y="104635"/>
                  </a:lnTo>
                  <a:lnTo>
                    <a:pt x="392662" y="108239"/>
                  </a:lnTo>
                  <a:lnTo>
                    <a:pt x="393557" y="109018"/>
                  </a:lnTo>
                  <a:lnTo>
                    <a:pt x="396410" y="111358"/>
                  </a:lnTo>
                  <a:lnTo>
                    <a:pt x="396705" y="111601"/>
                  </a:lnTo>
                  <a:lnTo>
                    <a:pt x="397174" y="111985"/>
                  </a:lnTo>
                  <a:lnTo>
                    <a:pt x="396705" y="112805"/>
                  </a:lnTo>
                  <a:lnTo>
                    <a:pt x="396158" y="113761"/>
                  </a:lnTo>
                  <a:lnTo>
                    <a:pt x="395895" y="114222"/>
                  </a:lnTo>
                  <a:lnTo>
                    <a:pt x="396362" y="115280"/>
                  </a:lnTo>
                  <a:lnTo>
                    <a:pt x="396705" y="116055"/>
                  </a:lnTo>
                  <a:lnTo>
                    <a:pt x="396938" y="116582"/>
                  </a:lnTo>
                  <a:lnTo>
                    <a:pt x="397082" y="116907"/>
                  </a:lnTo>
                  <a:lnTo>
                    <a:pt x="399684" y="118321"/>
                  </a:lnTo>
                  <a:lnTo>
                    <a:pt x="402725" y="119972"/>
                  </a:lnTo>
                  <a:lnTo>
                    <a:pt x="407826" y="122743"/>
                  </a:lnTo>
                  <a:lnTo>
                    <a:pt x="411468" y="124722"/>
                  </a:lnTo>
                  <a:lnTo>
                    <a:pt x="420605" y="129685"/>
                  </a:lnTo>
                  <a:lnTo>
                    <a:pt x="423603" y="131313"/>
                  </a:lnTo>
                  <a:lnTo>
                    <a:pt x="415589" y="146082"/>
                  </a:lnTo>
                  <a:lnTo>
                    <a:pt x="410444" y="155924"/>
                  </a:lnTo>
                  <a:lnTo>
                    <a:pt x="408969" y="158744"/>
                  </a:lnTo>
                  <a:lnTo>
                    <a:pt x="407479" y="161594"/>
                  </a:lnTo>
                  <a:lnTo>
                    <a:pt x="405347" y="165673"/>
                  </a:lnTo>
                  <a:lnTo>
                    <a:pt x="394711" y="186014"/>
                  </a:lnTo>
                  <a:lnTo>
                    <a:pt x="392337" y="190554"/>
                  </a:lnTo>
                  <a:lnTo>
                    <a:pt x="390847" y="193405"/>
                  </a:lnTo>
                  <a:lnTo>
                    <a:pt x="390574" y="193907"/>
                  </a:lnTo>
                  <a:lnTo>
                    <a:pt x="386952" y="200570"/>
                  </a:lnTo>
                  <a:lnTo>
                    <a:pt x="384348" y="205362"/>
                  </a:lnTo>
                  <a:lnTo>
                    <a:pt x="377972" y="217091"/>
                  </a:lnTo>
                  <a:lnTo>
                    <a:pt x="377777" y="217449"/>
                  </a:lnTo>
                  <a:lnTo>
                    <a:pt x="372791" y="226575"/>
                  </a:lnTo>
                  <a:lnTo>
                    <a:pt x="365397" y="240109"/>
                  </a:lnTo>
                  <a:lnTo>
                    <a:pt x="365137" y="240586"/>
                  </a:lnTo>
                  <a:lnTo>
                    <a:pt x="364485" y="241778"/>
                  </a:lnTo>
                  <a:lnTo>
                    <a:pt x="361025" y="248201"/>
                  </a:lnTo>
                  <a:lnTo>
                    <a:pt x="360211" y="249711"/>
                  </a:lnTo>
                  <a:lnTo>
                    <a:pt x="357567" y="254619"/>
                  </a:lnTo>
                  <a:lnTo>
                    <a:pt x="352412" y="264186"/>
                  </a:lnTo>
                  <a:lnTo>
                    <a:pt x="350752" y="267266"/>
                  </a:lnTo>
                  <a:lnTo>
                    <a:pt x="350508" y="267719"/>
                  </a:lnTo>
                  <a:lnTo>
                    <a:pt x="346469" y="275658"/>
                  </a:lnTo>
                  <a:lnTo>
                    <a:pt x="340944" y="286517"/>
                  </a:lnTo>
                  <a:lnTo>
                    <a:pt x="340853" y="286708"/>
                  </a:lnTo>
                  <a:lnTo>
                    <a:pt x="335794" y="297295"/>
                  </a:lnTo>
                  <a:lnTo>
                    <a:pt x="334150" y="301267"/>
                  </a:lnTo>
                  <a:lnTo>
                    <a:pt x="330858" y="309218"/>
                  </a:lnTo>
                  <a:lnTo>
                    <a:pt x="330240" y="310710"/>
                  </a:lnTo>
                  <a:lnTo>
                    <a:pt x="329157" y="313326"/>
                  </a:lnTo>
                  <a:lnTo>
                    <a:pt x="323511" y="326966"/>
                  </a:lnTo>
                  <a:lnTo>
                    <a:pt x="320204" y="335147"/>
                  </a:lnTo>
                  <a:lnTo>
                    <a:pt x="319985" y="335741"/>
                  </a:lnTo>
                  <a:lnTo>
                    <a:pt x="316994" y="335047"/>
                  </a:lnTo>
                  <a:lnTo>
                    <a:pt x="315540" y="334710"/>
                  </a:lnTo>
                  <a:lnTo>
                    <a:pt x="302276" y="331635"/>
                  </a:lnTo>
                  <a:lnTo>
                    <a:pt x="302002" y="331572"/>
                  </a:lnTo>
                  <a:lnTo>
                    <a:pt x="294007" y="329718"/>
                  </a:lnTo>
                  <a:lnTo>
                    <a:pt x="291256" y="329081"/>
                  </a:lnTo>
                  <a:lnTo>
                    <a:pt x="289827" y="328749"/>
                  </a:lnTo>
                  <a:lnTo>
                    <a:pt x="285200" y="327677"/>
                  </a:lnTo>
                  <a:lnTo>
                    <a:pt x="283184" y="327209"/>
                  </a:lnTo>
                  <a:lnTo>
                    <a:pt x="282610" y="327076"/>
                  </a:lnTo>
                  <a:lnTo>
                    <a:pt x="279356" y="326322"/>
                  </a:lnTo>
                  <a:lnTo>
                    <a:pt x="264120" y="322790"/>
                  </a:lnTo>
                  <a:lnTo>
                    <a:pt x="260220" y="321886"/>
                  </a:lnTo>
                  <a:lnTo>
                    <a:pt x="259155" y="321639"/>
                  </a:lnTo>
                  <a:lnTo>
                    <a:pt x="257142" y="321172"/>
                  </a:lnTo>
                  <a:lnTo>
                    <a:pt x="250555" y="319676"/>
                  </a:lnTo>
                  <a:lnTo>
                    <a:pt x="248324" y="319169"/>
                  </a:lnTo>
                  <a:lnTo>
                    <a:pt x="235488" y="316254"/>
                  </a:lnTo>
                  <a:lnTo>
                    <a:pt x="234844" y="316107"/>
                  </a:lnTo>
                  <a:lnTo>
                    <a:pt x="234161" y="315952"/>
                  </a:lnTo>
                  <a:lnTo>
                    <a:pt x="230708" y="315168"/>
                  </a:lnTo>
                  <a:lnTo>
                    <a:pt x="225429" y="313969"/>
                  </a:lnTo>
                  <a:lnTo>
                    <a:pt x="222767" y="313364"/>
                  </a:lnTo>
                  <a:lnTo>
                    <a:pt x="214622" y="311522"/>
                  </a:lnTo>
                  <a:lnTo>
                    <a:pt x="210380" y="310563"/>
                  </a:lnTo>
                  <a:lnTo>
                    <a:pt x="209371" y="310334"/>
                  </a:lnTo>
                  <a:lnTo>
                    <a:pt x="207541" y="309920"/>
                  </a:lnTo>
                  <a:lnTo>
                    <a:pt x="202709" y="308827"/>
                  </a:lnTo>
                  <a:lnTo>
                    <a:pt x="190195" y="305997"/>
                  </a:lnTo>
                  <a:lnTo>
                    <a:pt x="188067" y="305516"/>
                  </a:lnTo>
                  <a:lnTo>
                    <a:pt x="186647" y="305194"/>
                  </a:lnTo>
                  <a:lnTo>
                    <a:pt x="185632" y="304965"/>
                  </a:lnTo>
                  <a:lnTo>
                    <a:pt x="184691" y="304752"/>
                  </a:lnTo>
                  <a:lnTo>
                    <a:pt x="173625" y="302249"/>
                  </a:lnTo>
                  <a:lnTo>
                    <a:pt x="167559" y="300877"/>
                  </a:lnTo>
                  <a:lnTo>
                    <a:pt x="166615" y="300663"/>
                  </a:lnTo>
                  <a:lnTo>
                    <a:pt x="160479" y="300892"/>
                  </a:lnTo>
                  <a:lnTo>
                    <a:pt x="159382" y="301265"/>
                  </a:lnTo>
                  <a:lnTo>
                    <a:pt x="157578" y="301877"/>
                  </a:lnTo>
                  <a:lnTo>
                    <a:pt x="152746" y="303519"/>
                  </a:lnTo>
                  <a:lnTo>
                    <a:pt x="147664" y="305245"/>
                  </a:lnTo>
                  <a:lnTo>
                    <a:pt x="145881" y="305850"/>
                  </a:lnTo>
                  <a:lnTo>
                    <a:pt x="136030" y="309196"/>
                  </a:lnTo>
                  <a:lnTo>
                    <a:pt x="133605" y="310020"/>
                  </a:lnTo>
                  <a:lnTo>
                    <a:pt x="130854" y="310955"/>
                  </a:lnTo>
                  <a:lnTo>
                    <a:pt x="130637" y="311036"/>
                  </a:lnTo>
                  <a:lnTo>
                    <a:pt x="129778" y="311356"/>
                  </a:lnTo>
                  <a:lnTo>
                    <a:pt x="126822" y="312455"/>
                  </a:lnTo>
                  <a:lnTo>
                    <a:pt x="123003" y="313876"/>
                  </a:lnTo>
                  <a:lnTo>
                    <a:pt x="119708" y="315102"/>
                  </a:lnTo>
                  <a:lnTo>
                    <a:pt x="117872" y="315785"/>
                  </a:lnTo>
                  <a:lnTo>
                    <a:pt x="118756" y="313698"/>
                  </a:lnTo>
                  <a:lnTo>
                    <a:pt x="121655" y="306861"/>
                  </a:lnTo>
                  <a:lnTo>
                    <a:pt x="125381" y="298072"/>
                  </a:lnTo>
                  <a:lnTo>
                    <a:pt x="125479" y="297842"/>
                  </a:lnTo>
                  <a:lnTo>
                    <a:pt x="76608" y="273307"/>
                  </a:lnTo>
                  <a:lnTo>
                    <a:pt x="76171" y="273085"/>
                  </a:lnTo>
                  <a:lnTo>
                    <a:pt x="65835" y="267837"/>
                  </a:lnTo>
                  <a:lnTo>
                    <a:pt x="61778" y="265777"/>
                  </a:lnTo>
                  <a:lnTo>
                    <a:pt x="51096" y="260353"/>
                  </a:lnTo>
                  <a:lnTo>
                    <a:pt x="47979" y="258770"/>
                  </a:lnTo>
                  <a:lnTo>
                    <a:pt x="46633" y="258087"/>
                  </a:lnTo>
                  <a:lnTo>
                    <a:pt x="35503" y="252436"/>
                  </a:lnTo>
                  <a:lnTo>
                    <a:pt x="32424" y="250873"/>
                  </a:lnTo>
                  <a:lnTo>
                    <a:pt x="30179" y="249733"/>
                  </a:lnTo>
                  <a:lnTo>
                    <a:pt x="29158" y="249214"/>
                  </a:lnTo>
                  <a:lnTo>
                    <a:pt x="28740" y="249002"/>
                  </a:lnTo>
                  <a:lnTo>
                    <a:pt x="25888" y="247554"/>
                  </a:lnTo>
                  <a:lnTo>
                    <a:pt x="24944" y="247074"/>
                  </a:lnTo>
                  <a:lnTo>
                    <a:pt x="23257" y="246218"/>
                  </a:lnTo>
                  <a:lnTo>
                    <a:pt x="20959" y="245051"/>
                  </a:lnTo>
                  <a:lnTo>
                    <a:pt x="20569" y="244853"/>
                  </a:lnTo>
                  <a:lnTo>
                    <a:pt x="18733" y="243921"/>
                  </a:lnTo>
                  <a:lnTo>
                    <a:pt x="17891" y="243493"/>
                  </a:lnTo>
                  <a:lnTo>
                    <a:pt x="15501" y="242280"/>
                  </a:lnTo>
                  <a:lnTo>
                    <a:pt x="13552" y="241290"/>
                  </a:lnTo>
                  <a:lnTo>
                    <a:pt x="12172" y="240589"/>
                  </a:lnTo>
                  <a:lnTo>
                    <a:pt x="11174" y="240083"/>
                  </a:lnTo>
                  <a:lnTo>
                    <a:pt x="10211" y="239594"/>
                  </a:lnTo>
                  <a:lnTo>
                    <a:pt x="9411" y="239187"/>
                  </a:lnTo>
                  <a:lnTo>
                    <a:pt x="7768" y="238353"/>
                  </a:lnTo>
                  <a:lnTo>
                    <a:pt x="6699" y="237811"/>
                  </a:lnTo>
                  <a:lnTo>
                    <a:pt x="5591" y="237248"/>
                  </a:lnTo>
                  <a:lnTo>
                    <a:pt x="5161" y="237029"/>
                  </a:lnTo>
                  <a:lnTo>
                    <a:pt x="3756" y="236316"/>
                  </a:lnTo>
                  <a:lnTo>
                    <a:pt x="3428" y="236150"/>
                  </a:lnTo>
                  <a:lnTo>
                    <a:pt x="2411" y="235633"/>
                  </a:lnTo>
                  <a:lnTo>
                    <a:pt x="1408" y="235124"/>
                  </a:lnTo>
                  <a:lnTo>
                    <a:pt x="1242" y="235040"/>
                  </a:lnTo>
                  <a:lnTo>
                    <a:pt x="519" y="234673"/>
                  </a:lnTo>
                  <a:lnTo>
                    <a:pt x="0" y="234409"/>
                  </a:lnTo>
                  <a:lnTo>
                    <a:pt x="120" y="234190"/>
                  </a:lnTo>
                  <a:lnTo>
                    <a:pt x="1355" y="231943"/>
                  </a:lnTo>
                  <a:lnTo>
                    <a:pt x="6066" y="223376"/>
                  </a:lnTo>
                  <a:lnTo>
                    <a:pt x="19940" y="198143"/>
                  </a:lnTo>
                  <a:lnTo>
                    <a:pt x="21763" y="194828"/>
                  </a:lnTo>
                  <a:lnTo>
                    <a:pt x="23257" y="192111"/>
                  </a:lnTo>
                  <a:lnTo>
                    <a:pt x="23758" y="191199"/>
                  </a:lnTo>
                  <a:lnTo>
                    <a:pt x="32098" y="176030"/>
                  </a:lnTo>
                  <a:lnTo>
                    <a:pt x="40005" y="161651"/>
                  </a:lnTo>
                  <a:lnTo>
                    <a:pt x="41416" y="159083"/>
                  </a:lnTo>
                  <a:lnTo>
                    <a:pt x="44047" y="154298"/>
                  </a:lnTo>
                  <a:lnTo>
                    <a:pt x="45775" y="151156"/>
                  </a:lnTo>
                  <a:lnTo>
                    <a:pt x="46570" y="149710"/>
                  </a:lnTo>
                  <a:lnTo>
                    <a:pt x="52358" y="139184"/>
                  </a:lnTo>
                  <a:lnTo>
                    <a:pt x="57602" y="129646"/>
                  </a:lnTo>
                  <a:lnTo>
                    <a:pt x="58241" y="128484"/>
                  </a:lnTo>
                  <a:lnTo>
                    <a:pt x="62897" y="120015"/>
                  </a:lnTo>
                  <a:lnTo>
                    <a:pt x="67144" y="112292"/>
                  </a:lnTo>
                  <a:lnTo>
                    <a:pt x="69347" y="108284"/>
                  </a:lnTo>
                  <a:lnTo>
                    <a:pt x="78345" y="91920"/>
                  </a:lnTo>
                  <a:lnTo>
                    <a:pt x="83880" y="81854"/>
                  </a:lnTo>
                  <a:lnTo>
                    <a:pt x="93354" y="64623"/>
                  </a:lnTo>
                  <a:lnTo>
                    <a:pt x="93955" y="63530"/>
                  </a:lnTo>
                  <a:lnTo>
                    <a:pt x="97858" y="56431"/>
                  </a:lnTo>
                  <a:lnTo>
                    <a:pt x="100438" y="51740"/>
                  </a:lnTo>
                  <a:lnTo>
                    <a:pt x="103121" y="46859"/>
                  </a:lnTo>
                  <a:lnTo>
                    <a:pt x="104350" y="44625"/>
                  </a:lnTo>
                  <a:lnTo>
                    <a:pt x="120071" y="16033"/>
                  </a:lnTo>
                  <a:lnTo>
                    <a:pt x="128886" y="0"/>
                  </a:lnTo>
                  <a:lnTo>
                    <a:pt x="132308" y="1892"/>
                  </a:lnTo>
                  <a:lnTo>
                    <a:pt x="133459" y="2529"/>
                  </a:lnTo>
                  <a:lnTo>
                    <a:pt x="134417" y="3059"/>
                  </a:lnTo>
                  <a:lnTo>
                    <a:pt x="135352" y="3576"/>
                  </a:lnTo>
                  <a:lnTo>
                    <a:pt x="138424" y="5276"/>
                  </a:lnTo>
                  <a:lnTo>
                    <a:pt x="139484" y="5862"/>
                  </a:lnTo>
                  <a:lnTo>
                    <a:pt x="149023" y="11139"/>
                  </a:lnTo>
                  <a:lnTo>
                    <a:pt x="156464" y="15255"/>
                  </a:lnTo>
                  <a:lnTo>
                    <a:pt x="158479" y="16370"/>
                  </a:lnTo>
                  <a:lnTo>
                    <a:pt x="158811" y="16553"/>
                  </a:lnTo>
                  <a:lnTo>
                    <a:pt x="163012" y="18877"/>
                  </a:lnTo>
                  <a:lnTo>
                    <a:pt x="163198" y="18980"/>
                  </a:lnTo>
                  <a:lnTo>
                    <a:pt x="163933" y="19387"/>
                  </a:lnTo>
                  <a:lnTo>
                    <a:pt x="164811" y="19872"/>
                  </a:lnTo>
                  <a:lnTo>
                    <a:pt x="164946" y="19947"/>
                  </a:lnTo>
                  <a:lnTo>
                    <a:pt x="169304" y="22358"/>
                  </a:lnTo>
                  <a:lnTo>
                    <a:pt x="170833" y="23204"/>
                  </a:lnTo>
                  <a:lnTo>
                    <a:pt x="175315" y="25683"/>
                  </a:lnTo>
                  <a:lnTo>
                    <a:pt x="181344" y="29018"/>
                  </a:lnTo>
                  <a:lnTo>
                    <a:pt x="182475" y="29644"/>
                  </a:lnTo>
                  <a:lnTo>
                    <a:pt x="188392" y="32917"/>
                  </a:lnTo>
                  <a:lnTo>
                    <a:pt x="189084" y="33300"/>
                  </a:lnTo>
                  <a:lnTo>
                    <a:pt x="194662" y="36385"/>
                  </a:lnTo>
                  <a:lnTo>
                    <a:pt x="200035" y="39358"/>
                  </a:lnTo>
                  <a:lnTo>
                    <a:pt x="205740" y="42514"/>
                  </a:lnTo>
                  <a:lnTo>
                    <a:pt x="210333" y="45055"/>
                  </a:lnTo>
                  <a:lnTo>
                    <a:pt x="211283" y="45580"/>
                  </a:lnTo>
                  <a:lnTo>
                    <a:pt x="214263" y="47228"/>
                  </a:lnTo>
                  <a:lnTo>
                    <a:pt x="214455" y="47335"/>
                  </a:lnTo>
                  <a:lnTo>
                    <a:pt x="214887" y="47574"/>
                  </a:lnTo>
                  <a:lnTo>
                    <a:pt x="223992" y="52610"/>
                  </a:lnTo>
                  <a:lnTo>
                    <a:pt x="224158" y="52702"/>
                  </a:lnTo>
                  <a:lnTo>
                    <a:pt x="228810" y="55276"/>
                  </a:lnTo>
                  <a:lnTo>
                    <a:pt x="231674" y="568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41"/>
            <p:cNvSpPr/>
            <p:nvPr/>
          </p:nvSpPr>
          <p:spPr>
            <a:xfrm>
              <a:off x="4907241" y="2383378"/>
              <a:ext cx="520961" cy="519447"/>
            </a:xfrm>
            <a:custGeom>
              <a:avLst/>
              <a:pathLst>
                <a:path w="520961" h="519447">
                  <a:moveTo>
                    <a:pt x="519886" y="159143"/>
                  </a:moveTo>
                  <a:lnTo>
                    <a:pt x="520961" y="159591"/>
                  </a:lnTo>
                  <a:lnTo>
                    <a:pt x="520798" y="159886"/>
                  </a:lnTo>
                  <a:lnTo>
                    <a:pt x="517979" y="165035"/>
                  </a:lnTo>
                  <a:lnTo>
                    <a:pt x="516672" y="167422"/>
                  </a:lnTo>
                  <a:lnTo>
                    <a:pt x="513061" y="174017"/>
                  </a:lnTo>
                  <a:lnTo>
                    <a:pt x="512579" y="174899"/>
                  </a:lnTo>
                  <a:lnTo>
                    <a:pt x="508556" y="182246"/>
                  </a:lnTo>
                  <a:lnTo>
                    <a:pt x="505372" y="188061"/>
                  </a:lnTo>
                  <a:lnTo>
                    <a:pt x="502131" y="193980"/>
                  </a:lnTo>
                  <a:lnTo>
                    <a:pt x="498950" y="199790"/>
                  </a:lnTo>
                  <a:lnTo>
                    <a:pt x="496401" y="204446"/>
                  </a:lnTo>
                  <a:lnTo>
                    <a:pt x="490882" y="214525"/>
                  </a:lnTo>
                  <a:lnTo>
                    <a:pt x="486873" y="221846"/>
                  </a:lnTo>
                  <a:lnTo>
                    <a:pt x="484490" y="226199"/>
                  </a:lnTo>
                  <a:lnTo>
                    <a:pt x="482947" y="229017"/>
                  </a:lnTo>
                  <a:lnTo>
                    <a:pt x="480480" y="233523"/>
                  </a:lnTo>
                  <a:lnTo>
                    <a:pt x="479113" y="236018"/>
                  </a:lnTo>
                  <a:lnTo>
                    <a:pt x="477758" y="238494"/>
                  </a:lnTo>
                  <a:lnTo>
                    <a:pt x="476163" y="241407"/>
                  </a:lnTo>
                  <a:lnTo>
                    <a:pt x="476063" y="241590"/>
                  </a:lnTo>
                  <a:lnTo>
                    <a:pt x="467247" y="257623"/>
                  </a:lnTo>
                  <a:lnTo>
                    <a:pt x="451526" y="286215"/>
                  </a:lnTo>
                  <a:lnTo>
                    <a:pt x="450298" y="288449"/>
                  </a:lnTo>
                  <a:lnTo>
                    <a:pt x="447614" y="293330"/>
                  </a:lnTo>
                  <a:lnTo>
                    <a:pt x="445035" y="298021"/>
                  </a:lnTo>
                  <a:lnTo>
                    <a:pt x="441131" y="305121"/>
                  </a:lnTo>
                  <a:lnTo>
                    <a:pt x="440531" y="306213"/>
                  </a:lnTo>
                  <a:lnTo>
                    <a:pt x="431057" y="323444"/>
                  </a:lnTo>
                  <a:lnTo>
                    <a:pt x="425521" y="333510"/>
                  </a:lnTo>
                  <a:lnTo>
                    <a:pt x="416524" y="349874"/>
                  </a:lnTo>
                  <a:lnTo>
                    <a:pt x="414320" y="353882"/>
                  </a:lnTo>
                  <a:lnTo>
                    <a:pt x="410074" y="361605"/>
                  </a:lnTo>
                  <a:lnTo>
                    <a:pt x="405417" y="370074"/>
                  </a:lnTo>
                  <a:lnTo>
                    <a:pt x="404778" y="371236"/>
                  </a:lnTo>
                  <a:lnTo>
                    <a:pt x="399534" y="380774"/>
                  </a:lnTo>
                  <a:lnTo>
                    <a:pt x="393747" y="391300"/>
                  </a:lnTo>
                  <a:lnTo>
                    <a:pt x="392951" y="392746"/>
                  </a:lnTo>
                  <a:lnTo>
                    <a:pt x="391224" y="395888"/>
                  </a:lnTo>
                  <a:lnTo>
                    <a:pt x="388593" y="400673"/>
                  </a:lnTo>
                  <a:lnTo>
                    <a:pt x="387181" y="403241"/>
                  </a:lnTo>
                  <a:lnTo>
                    <a:pt x="379275" y="417620"/>
                  </a:lnTo>
                  <a:lnTo>
                    <a:pt x="370934" y="432789"/>
                  </a:lnTo>
                  <a:lnTo>
                    <a:pt x="370433" y="433701"/>
                  </a:lnTo>
                  <a:lnTo>
                    <a:pt x="368939" y="436418"/>
                  </a:lnTo>
                  <a:lnTo>
                    <a:pt x="367116" y="439733"/>
                  </a:lnTo>
                  <a:lnTo>
                    <a:pt x="353242" y="464966"/>
                  </a:lnTo>
                  <a:lnTo>
                    <a:pt x="348532" y="473533"/>
                  </a:lnTo>
                  <a:lnTo>
                    <a:pt x="347296" y="475780"/>
                  </a:lnTo>
                  <a:lnTo>
                    <a:pt x="347176" y="475999"/>
                  </a:lnTo>
                  <a:lnTo>
                    <a:pt x="323131" y="519208"/>
                  </a:lnTo>
                  <a:lnTo>
                    <a:pt x="322998" y="519447"/>
                  </a:lnTo>
                  <a:lnTo>
                    <a:pt x="295048" y="503664"/>
                  </a:lnTo>
                  <a:lnTo>
                    <a:pt x="293163" y="502599"/>
                  </a:lnTo>
                  <a:lnTo>
                    <a:pt x="280486" y="495613"/>
                  </a:lnTo>
                  <a:lnTo>
                    <a:pt x="277042" y="493715"/>
                  </a:lnTo>
                  <a:lnTo>
                    <a:pt x="273478" y="491583"/>
                  </a:lnTo>
                  <a:lnTo>
                    <a:pt x="263154" y="485410"/>
                  </a:lnTo>
                  <a:lnTo>
                    <a:pt x="261379" y="484335"/>
                  </a:lnTo>
                  <a:lnTo>
                    <a:pt x="248761" y="476701"/>
                  </a:lnTo>
                  <a:lnTo>
                    <a:pt x="248339" y="476445"/>
                  </a:lnTo>
                  <a:lnTo>
                    <a:pt x="246948" y="475620"/>
                  </a:lnTo>
                  <a:lnTo>
                    <a:pt x="244527" y="474185"/>
                  </a:lnTo>
                  <a:lnTo>
                    <a:pt x="240778" y="471962"/>
                  </a:lnTo>
                  <a:lnTo>
                    <a:pt x="235533" y="468852"/>
                  </a:lnTo>
                  <a:lnTo>
                    <a:pt x="231608" y="466524"/>
                  </a:lnTo>
                  <a:lnTo>
                    <a:pt x="228104" y="464447"/>
                  </a:lnTo>
                  <a:lnTo>
                    <a:pt x="227387" y="464045"/>
                  </a:lnTo>
                  <a:lnTo>
                    <a:pt x="219257" y="459485"/>
                  </a:lnTo>
                  <a:lnTo>
                    <a:pt x="207368" y="452718"/>
                  </a:lnTo>
                  <a:lnTo>
                    <a:pt x="192277" y="444128"/>
                  </a:lnTo>
                  <a:lnTo>
                    <a:pt x="191049" y="443429"/>
                  </a:lnTo>
                  <a:lnTo>
                    <a:pt x="181349" y="438224"/>
                  </a:lnTo>
                  <a:lnTo>
                    <a:pt x="180980" y="438026"/>
                  </a:lnTo>
                  <a:lnTo>
                    <a:pt x="169336" y="431778"/>
                  </a:lnTo>
                  <a:lnTo>
                    <a:pt x="121842" y="404668"/>
                  </a:lnTo>
                  <a:lnTo>
                    <a:pt x="120847" y="404100"/>
                  </a:lnTo>
                  <a:lnTo>
                    <a:pt x="104801" y="394941"/>
                  </a:lnTo>
                  <a:lnTo>
                    <a:pt x="88421" y="386063"/>
                  </a:lnTo>
                  <a:lnTo>
                    <a:pt x="88080" y="385878"/>
                  </a:lnTo>
                  <a:lnTo>
                    <a:pt x="87478" y="385551"/>
                  </a:lnTo>
                  <a:lnTo>
                    <a:pt x="77055" y="379902"/>
                  </a:lnTo>
                  <a:lnTo>
                    <a:pt x="28200" y="352993"/>
                  </a:lnTo>
                  <a:lnTo>
                    <a:pt x="22555" y="350109"/>
                  </a:lnTo>
                  <a:lnTo>
                    <a:pt x="0" y="338475"/>
                  </a:lnTo>
                  <a:lnTo>
                    <a:pt x="2958" y="328304"/>
                  </a:lnTo>
                  <a:lnTo>
                    <a:pt x="11100" y="312214"/>
                  </a:lnTo>
                  <a:lnTo>
                    <a:pt x="28200" y="294737"/>
                  </a:lnTo>
                  <a:lnTo>
                    <a:pt x="47938" y="280360"/>
                  </a:lnTo>
                  <a:lnTo>
                    <a:pt x="49218" y="279428"/>
                  </a:lnTo>
                  <a:lnTo>
                    <a:pt x="51813" y="277538"/>
                  </a:lnTo>
                  <a:lnTo>
                    <a:pt x="70073" y="263914"/>
                  </a:lnTo>
                  <a:lnTo>
                    <a:pt x="81351" y="255500"/>
                  </a:lnTo>
                  <a:lnTo>
                    <a:pt x="92132" y="247457"/>
                  </a:lnTo>
                  <a:lnTo>
                    <a:pt x="121505" y="225542"/>
                  </a:lnTo>
                  <a:lnTo>
                    <a:pt x="121878" y="225263"/>
                  </a:lnTo>
                  <a:lnTo>
                    <a:pt x="120274" y="222813"/>
                  </a:lnTo>
                  <a:lnTo>
                    <a:pt x="135683" y="206975"/>
                  </a:lnTo>
                  <a:lnTo>
                    <a:pt x="138015" y="204578"/>
                  </a:lnTo>
                  <a:lnTo>
                    <a:pt x="159302" y="181102"/>
                  </a:lnTo>
                  <a:lnTo>
                    <a:pt x="187001" y="150555"/>
                  </a:lnTo>
                  <a:lnTo>
                    <a:pt x="187611" y="151060"/>
                  </a:lnTo>
                  <a:lnTo>
                    <a:pt x="192086" y="154762"/>
                  </a:lnTo>
                  <a:lnTo>
                    <a:pt x="207652" y="167637"/>
                  </a:lnTo>
                  <a:lnTo>
                    <a:pt x="208952" y="168712"/>
                  </a:lnTo>
                  <a:lnTo>
                    <a:pt x="224371" y="181466"/>
                  </a:lnTo>
                  <a:lnTo>
                    <a:pt x="235620" y="190771"/>
                  </a:lnTo>
                  <a:lnTo>
                    <a:pt x="237252" y="192104"/>
                  </a:lnTo>
                  <a:lnTo>
                    <a:pt x="249820" y="178087"/>
                  </a:lnTo>
                  <a:lnTo>
                    <a:pt x="293742" y="129102"/>
                  </a:lnTo>
                  <a:lnTo>
                    <a:pt x="326934" y="92083"/>
                  </a:lnTo>
                  <a:lnTo>
                    <a:pt x="327104" y="91894"/>
                  </a:lnTo>
                  <a:lnTo>
                    <a:pt x="331965" y="86472"/>
                  </a:lnTo>
                  <a:lnTo>
                    <a:pt x="332625" y="85736"/>
                  </a:lnTo>
                  <a:lnTo>
                    <a:pt x="339741" y="77431"/>
                  </a:lnTo>
                  <a:lnTo>
                    <a:pt x="340758" y="76243"/>
                  </a:lnTo>
                  <a:lnTo>
                    <a:pt x="354653" y="60013"/>
                  </a:lnTo>
                  <a:lnTo>
                    <a:pt x="370943" y="41021"/>
                  </a:lnTo>
                  <a:lnTo>
                    <a:pt x="385137" y="21991"/>
                  </a:lnTo>
                  <a:lnTo>
                    <a:pt x="392944" y="31402"/>
                  </a:lnTo>
                  <a:lnTo>
                    <a:pt x="393565" y="32201"/>
                  </a:lnTo>
                  <a:lnTo>
                    <a:pt x="423599" y="0"/>
                  </a:lnTo>
                  <a:lnTo>
                    <a:pt x="440299" y="12871"/>
                  </a:lnTo>
                  <a:lnTo>
                    <a:pt x="441142" y="13521"/>
                  </a:lnTo>
                  <a:lnTo>
                    <a:pt x="453301" y="22938"/>
                  </a:lnTo>
                  <a:lnTo>
                    <a:pt x="453710" y="23254"/>
                  </a:lnTo>
                  <a:lnTo>
                    <a:pt x="454994" y="24249"/>
                  </a:lnTo>
                  <a:lnTo>
                    <a:pt x="455356" y="24530"/>
                  </a:lnTo>
                  <a:lnTo>
                    <a:pt x="450437" y="29813"/>
                  </a:lnTo>
                  <a:lnTo>
                    <a:pt x="439900" y="41129"/>
                  </a:lnTo>
                  <a:lnTo>
                    <a:pt x="432126" y="49283"/>
                  </a:lnTo>
                  <a:lnTo>
                    <a:pt x="418704" y="63360"/>
                  </a:lnTo>
                  <a:lnTo>
                    <a:pt x="418871" y="63574"/>
                  </a:lnTo>
                  <a:lnTo>
                    <a:pt x="426193" y="72983"/>
                  </a:lnTo>
                  <a:lnTo>
                    <a:pt x="430805" y="78911"/>
                  </a:lnTo>
                  <a:lnTo>
                    <a:pt x="431390" y="79662"/>
                  </a:lnTo>
                  <a:lnTo>
                    <a:pt x="447616" y="61642"/>
                  </a:lnTo>
                  <a:lnTo>
                    <a:pt x="456516" y="66625"/>
                  </a:lnTo>
                  <a:lnTo>
                    <a:pt x="466565" y="72251"/>
                  </a:lnTo>
                  <a:lnTo>
                    <a:pt x="467493" y="72770"/>
                  </a:lnTo>
                  <a:lnTo>
                    <a:pt x="449733" y="100816"/>
                  </a:lnTo>
                  <a:lnTo>
                    <a:pt x="439806" y="116603"/>
                  </a:lnTo>
                  <a:lnTo>
                    <a:pt x="462747" y="129423"/>
                  </a:lnTo>
                  <a:lnTo>
                    <a:pt x="464099" y="130179"/>
                  </a:lnTo>
                  <a:lnTo>
                    <a:pt x="484169" y="141395"/>
                  </a:lnTo>
                  <a:lnTo>
                    <a:pt x="502442" y="151607"/>
                  </a:lnTo>
                  <a:lnTo>
                    <a:pt x="502678" y="151738"/>
                  </a:lnTo>
                  <a:lnTo>
                    <a:pt x="504782" y="152914"/>
                  </a:lnTo>
                  <a:lnTo>
                    <a:pt x="505808" y="153337"/>
                  </a:lnTo>
                  <a:lnTo>
                    <a:pt x="515101" y="157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42"/>
            <p:cNvSpPr/>
            <p:nvPr/>
          </p:nvSpPr>
          <p:spPr>
            <a:xfrm>
              <a:off x="5557992" y="2618494"/>
              <a:ext cx="600066" cy="470964"/>
            </a:xfrm>
            <a:custGeom>
              <a:avLst/>
              <a:pathLst>
                <a:path w="600066" h="470964">
                  <a:moveTo>
                    <a:pt x="350675" y="29726"/>
                  </a:moveTo>
                  <a:lnTo>
                    <a:pt x="367587" y="47342"/>
                  </a:lnTo>
                  <a:lnTo>
                    <a:pt x="387900" y="68501"/>
                  </a:lnTo>
                  <a:lnTo>
                    <a:pt x="390175" y="77253"/>
                  </a:lnTo>
                  <a:lnTo>
                    <a:pt x="391125" y="80909"/>
                  </a:lnTo>
                  <a:lnTo>
                    <a:pt x="390548" y="88854"/>
                  </a:lnTo>
                  <a:lnTo>
                    <a:pt x="382775" y="100098"/>
                  </a:lnTo>
                  <a:lnTo>
                    <a:pt x="379971" y="104154"/>
                  </a:lnTo>
                  <a:lnTo>
                    <a:pt x="376218" y="109582"/>
                  </a:lnTo>
                  <a:lnTo>
                    <a:pt x="374010" y="112776"/>
                  </a:lnTo>
                  <a:lnTo>
                    <a:pt x="368363" y="120944"/>
                  </a:lnTo>
                  <a:lnTo>
                    <a:pt x="369503" y="125188"/>
                  </a:lnTo>
                  <a:lnTo>
                    <a:pt x="371292" y="131847"/>
                  </a:lnTo>
                  <a:lnTo>
                    <a:pt x="372691" y="137038"/>
                  </a:lnTo>
                  <a:lnTo>
                    <a:pt x="372826" y="137042"/>
                  </a:lnTo>
                  <a:lnTo>
                    <a:pt x="373074" y="137050"/>
                  </a:lnTo>
                  <a:lnTo>
                    <a:pt x="373527" y="137065"/>
                  </a:lnTo>
                  <a:lnTo>
                    <a:pt x="374093" y="137084"/>
                  </a:lnTo>
                  <a:lnTo>
                    <a:pt x="379646" y="137257"/>
                  </a:lnTo>
                  <a:lnTo>
                    <a:pt x="381009" y="136887"/>
                  </a:lnTo>
                  <a:lnTo>
                    <a:pt x="381190" y="135874"/>
                  </a:lnTo>
                  <a:lnTo>
                    <a:pt x="381380" y="134810"/>
                  </a:lnTo>
                  <a:lnTo>
                    <a:pt x="381492" y="134185"/>
                  </a:lnTo>
                  <a:lnTo>
                    <a:pt x="381802" y="132453"/>
                  </a:lnTo>
                  <a:lnTo>
                    <a:pt x="381928" y="131753"/>
                  </a:lnTo>
                  <a:lnTo>
                    <a:pt x="382012" y="131280"/>
                  </a:lnTo>
                  <a:lnTo>
                    <a:pt x="382565" y="128193"/>
                  </a:lnTo>
                  <a:lnTo>
                    <a:pt x="383551" y="125339"/>
                  </a:lnTo>
                  <a:lnTo>
                    <a:pt x="384200" y="123463"/>
                  </a:lnTo>
                  <a:lnTo>
                    <a:pt x="384578" y="122237"/>
                  </a:lnTo>
                  <a:lnTo>
                    <a:pt x="385106" y="120525"/>
                  </a:lnTo>
                  <a:lnTo>
                    <a:pt x="385207" y="120198"/>
                  </a:lnTo>
                  <a:lnTo>
                    <a:pt x="385692" y="119196"/>
                  </a:lnTo>
                  <a:lnTo>
                    <a:pt x="385919" y="118729"/>
                  </a:lnTo>
                  <a:lnTo>
                    <a:pt x="385784" y="118030"/>
                  </a:lnTo>
                  <a:lnTo>
                    <a:pt x="385684" y="117510"/>
                  </a:lnTo>
                  <a:lnTo>
                    <a:pt x="385757" y="117375"/>
                  </a:lnTo>
                  <a:lnTo>
                    <a:pt x="385872" y="117160"/>
                  </a:lnTo>
                  <a:lnTo>
                    <a:pt x="386424" y="116137"/>
                  </a:lnTo>
                  <a:lnTo>
                    <a:pt x="386749" y="115533"/>
                  </a:lnTo>
                  <a:lnTo>
                    <a:pt x="386827" y="115387"/>
                  </a:lnTo>
                  <a:lnTo>
                    <a:pt x="386974" y="115116"/>
                  </a:lnTo>
                  <a:lnTo>
                    <a:pt x="387485" y="114167"/>
                  </a:lnTo>
                  <a:lnTo>
                    <a:pt x="387759" y="113804"/>
                  </a:lnTo>
                  <a:lnTo>
                    <a:pt x="388415" y="112935"/>
                  </a:lnTo>
                  <a:lnTo>
                    <a:pt x="389304" y="111758"/>
                  </a:lnTo>
                  <a:lnTo>
                    <a:pt x="389919" y="110944"/>
                  </a:lnTo>
                  <a:lnTo>
                    <a:pt x="391267" y="109158"/>
                  </a:lnTo>
                  <a:lnTo>
                    <a:pt x="391885" y="108341"/>
                  </a:lnTo>
                  <a:lnTo>
                    <a:pt x="392190" y="107765"/>
                  </a:lnTo>
                  <a:lnTo>
                    <a:pt x="392311" y="107537"/>
                  </a:lnTo>
                  <a:lnTo>
                    <a:pt x="393853" y="104627"/>
                  </a:lnTo>
                  <a:lnTo>
                    <a:pt x="394693" y="103043"/>
                  </a:lnTo>
                  <a:lnTo>
                    <a:pt x="395721" y="101104"/>
                  </a:lnTo>
                  <a:lnTo>
                    <a:pt x="399187" y="99794"/>
                  </a:lnTo>
                  <a:lnTo>
                    <a:pt x="401427" y="100358"/>
                  </a:lnTo>
                  <a:lnTo>
                    <a:pt x="406922" y="101848"/>
                  </a:lnTo>
                  <a:lnTo>
                    <a:pt x="409404" y="102478"/>
                  </a:lnTo>
                  <a:lnTo>
                    <a:pt x="410877" y="102851"/>
                  </a:lnTo>
                  <a:lnTo>
                    <a:pt x="411642" y="103043"/>
                  </a:lnTo>
                  <a:lnTo>
                    <a:pt x="417305" y="104463"/>
                  </a:lnTo>
                  <a:lnTo>
                    <a:pt x="417554" y="104627"/>
                  </a:lnTo>
                  <a:lnTo>
                    <a:pt x="419263" y="105770"/>
                  </a:lnTo>
                  <a:lnTo>
                    <a:pt x="419224" y="106085"/>
                  </a:lnTo>
                  <a:lnTo>
                    <a:pt x="418075" y="115387"/>
                  </a:lnTo>
                  <a:lnTo>
                    <a:pt x="417869" y="117051"/>
                  </a:lnTo>
                  <a:lnTo>
                    <a:pt x="417614" y="119120"/>
                  </a:lnTo>
                  <a:lnTo>
                    <a:pt x="417507" y="119983"/>
                  </a:lnTo>
                  <a:lnTo>
                    <a:pt x="417193" y="122527"/>
                  </a:lnTo>
                  <a:lnTo>
                    <a:pt x="416898" y="129346"/>
                  </a:lnTo>
                  <a:lnTo>
                    <a:pt x="416817" y="131230"/>
                  </a:lnTo>
                  <a:lnTo>
                    <a:pt x="416548" y="137455"/>
                  </a:lnTo>
                  <a:lnTo>
                    <a:pt x="415248" y="139696"/>
                  </a:lnTo>
                  <a:lnTo>
                    <a:pt x="414775" y="140511"/>
                  </a:lnTo>
                  <a:lnTo>
                    <a:pt x="414743" y="141165"/>
                  </a:lnTo>
                  <a:lnTo>
                    <a:pt x="414221" y="151575"/>
                  </a:lnTo>
                  <a:lnTo>
                    <a:pt x="414204" y="151919"/>
                  </a:lnTo>
                  <a:lnTo>
                    <a:pt x="413744" y="161107"/>
                  </a:lnTo>
                  <a:lnTo>
                    <a:pt x="413757" y="172185"/>
                  </a:lnTo>
                  <a:lnTo>
                    <a:pt x="413771" y="183699"/>
                  </a:lnTo>
                  <a:lnTo>
                    <a:pt x="413773" y="185332"/>
                  </a:lnTo>
                  <a:lnTo>
                    <a:pt x="413786" y="195512"/>
                  </a:lnTo>
                  <a:lnTo>
                    <a:pt x="413788" y="197688"/>
                  </a:lnTo>
                  <a:lnTo>
                    <a:pt x="413788" y="197976"/>
                  </a:lnTo>
                  <a:lnTo>
                    <a:pt x="413789" y="198348"/>
                  </a:lnTo>
                  <a:lnTo>
                    <a:pt x="413790" y="198922"/>
                  </a:lnTo>
                  <a:lnTo>
                    <a:pt x="414930" y="198943"/>
                  </a:lnTo>
                  <a:lnTo>
                    <a:pt x="415838" y="198960"/>
                  </a:lnTo>
                  <a:lnTo>
                    <a:pt x="418024" y="199001"/>
                  </a:lnTo>
                  <a:lnTo>
                    <a:pt x="419003" y="199019"/>
                  </a:lnTo>
                  <a:lnTo>
                    <a:pt x="421722" y="199070"/>
                  </a:lnTo>
                  <a:lnTo>
                    <a:pt x="426222" y="199155"/>
                  </a:lnTo>
                  <a:lnTo>
                    <a:pt x="429656" y="199219"/>
                  </a:lnTo>
                  <a:lnTo>
                    <a:pt x="434690" y="199314"/>
                  </a:lnTo>
                  <a:lnTo>
                    <a:pt x="435226" y="199324"/>
                  </a:lnTo>
                  <a:lnTo>
                    <a:pt x="436480" y="199347"/>
                  </a:lnTo>
                  <a:lnTo>
                    <a:pt x="436873" y="199355"/>
                  </a:lnTo>
                  <a:lnTo>
                    <a:pt x="437235" y="199362"/>
                  </a:lnTo>
                  <a:lnTo>
                    <a:pt x="437632" y="199369"/>
                  </a:lnTo>
                  <a:lnTo>
                    <a:pt x="438393" y="199383"/>
                  </a:lnTo>
                  <a:lnTo>
                    <a:pt x="442853" y="199467"/>
                  </a:lnTo>
                  <a:lnTo>
                    <a:pt x="445564" y="199518"/>
                  </a:lnTo>
                  <a:lnTo>
                    <a:pt x="459941" y="199787"/>
                  </a:lnTo>
                  <a:lnTo>
                    <a:pt x="462584" y="199816"/>
                  </a:lnTo>
                  <a:lnTo>
                    <a:pt x="466249" y="199856"/>
                  </a:lnTo>
                  <a:lnTo>
                    <a:pt x="468718" y="199883"/>
                  </a:lnTo>
                  <a:lnTo>
                    <a:pt x="474148" y="199943"/>
                  </a:lnTo>
                  <a:lnTo>
                    <a:pt x="478765" y="199993"/>
                  </a:lnTo>
                  <a:lnTo>
                    <a:pt x="481423" y="200022"/>
                  </a:lnTo>
                  <a:lnTo>
                    <a:pt x="485820" y="200070"/>
                  </a:lnTo>
                  <a:lnTo>
                    <a:pt x="492448" y="200143"/>
                  </a:lnTo>
                  <a:lnTo>
                    <a:pt x="498072" y="200204"/>
                  </a:lnTo>
                  <a:lnTo>
                    <a:pt x="505322" y="200284"/>
                  </a:lnTo>
                  <a:lnTo>
                    <a:pt x="505949" y="200291"/>
                  </a:lnTo>
                  <a:lnTo>
                    <a:pt x="511892" y="200356"/>
                  </a:lnTo>
                  <a:lnTo>
                    <a:pt x="518416" y="200427"/>
                  </a:lnTo>
                  <a:lnTo>
                    <a:pt x="523787" y="200486"/>
                  </a:lnTo>
                  <a:lnTo>
                    <a:pt x="526826" y="200519"/>
                  </a:lnTo>
                  <a:lnTo>
                    <a:pt x="535968" y="200619"/>
                  </a:lnTo>
                  <a:lnTo>
                    <a:pt x="545587" y="200724"/>
                  </a:lnTo>
                  <a:lnTo>
                    <a:pt x="547924" y="200716"/>
                  </a:lnTo>
                  <a:lnTo>
                    <a:pt x="574766" y="199405"/>
                  </a:lnTo>
                  <a:lnTo>
                    <a:pt x="576726" y="199310"/>
                  </a:lnTo>
                  <a:lnTo>
                    <a:pt x="580557" y="199123"/>
                  </a:lnTo>
                  <a:lnTo>
                    <a:pt x="587775" y="214804"/>
                  </a:lnTo>
                  <a:lnTo>
                    <a:pt x="600066" y="241505"/>
                  </a:lnTo>
                  <a:lnTo>
                    <a:pt x="597894" y="242834"/>
                  </a:lnTo>
                  <a:lnTo>
                    <a:pt x="592635" y="246054"/>
                  </a:lnTo>
                  <a:lnTo>
                    <a:pt x="590700" y="247239"/>
                  </a:lnTo>
                  <a:lnTo>
                    <a:pt x="585984" y="250126"/>
                  </a:lnTo>
                  <a:lnTo>
                    <a:pt x="576049" y="256209"/>
                  </a:lnTo>
                  <a:lnTo>
                    <a:pt x="560132" y="265954"/>
                  </a:lnTo>
                  <a:lnTo>
                    <a:pt x="558145" y="267272"/>
                  </a:lnTo>
                  <a:lnTo>
                    <a:pt x="555163" y="269250"/>
                  </a:lnTo>
                  <a:lnTo>
                    <a:pt x="551352" y="272319"/>
                  </a:lnTo>
                  <a:lnTo>
                    <a:pt x="550520" y="273097"/>
                  </a:lnTo>
                  <a:lnTo>
                    <a:pt x="549816" y="273756"/>
                  </a:lnTo>
                  <a:lnTo>
                    <a:pt x="548571" y="274921"/>
                  </a:lnTo>
                  <a:lnTo>
                    <a:pt x="548079" y="275339"/>
                  </a:lnTo>
                  <a:lnTo>
                    <a:pt x="543497" y="279234"/>
                  </a:lnTo>
                  <a:lnTo>
                    <a:pt x="542962" y="279556"/>
                  </a:lnTo>
                  <a:lnTo>
                    <a:pt x="541078" y="280688"/>
                  </a:lnTo>
                  <a:lnTo>
                    <a:pt x="537901" y="281997"/>
                  </a:lnTo>
                  <a:lnTo>
                    <a:pt x="532732" y="282482"/>
                  </a:lnTo>
                  <a:lnTo>
                    <a:pt x="523580" y="282191"/>
                  </a:lnTo>
                  <a:lnTo>
                    <a:pt x="515504" y="282026"/>
                  </a:lnTo>
                  <a:lnTo>
                    <a:pt x="503374" y="281778"/>
                  </a:lnTo>
                  <a:lnTo>
                    <a:pt x="503015" y="281771"/>
                  </a:lnTo>
                  <a:lnTo>
                    <a:pt x="502420" y="281758"/>
                  </a:lnTo>
                  <a:lnTo>
                    <a:pt x="500483" y="281719"/>
                  </a:lnTo>
                  <a:lnTo>
                    <a:pt x="488614" y="281476"/>
                  </a:lnTo>
                  <a:lnTo>
                    <a:pt x="486694" y="281437"/>
                  </a:lnTo>
                  <a:lnTo>
                    <a:pt x="480592" y="281312"/>
                  </a:lnTo>
                  <a:lnTo>
                    <a:pt x="480210" y="281304"/>
                  </a:lnTo>
                  <a:lnTo>
                    <a:pt x="480003" y="281300"/>
                  </a:lnTo>
                  <a:lnTo>
                    <a:pt x="466279" y="281020"/>
                  </a:lnTo>
                  <a:lnTo>
                    <a:pt x="458266" y="280856"/>
                  </a:lnTo>
                  <a:lnTo>
                    <a:pt x="448419" y="280654"/>
                  </a:lnTo>
                  <a:lnTo>
                    <a:pt x="435757" y="280396"/>
                  </a:lnTo>
                  <a:lnTo>
                    <a:pt x="434943" y="280379"/>
                  </a:lnTo>
                  <a:lnTo>
                    <a:pt x="431995" y="280380"/>
                  </a:lnTo>
                  <a:lnTo>
                    <a:pt x="427103" y="280381"/>
                  </a:lnTo>
                  <a:lnTo>
                    <a:pt x="417286" y="280384"/>
                  </a:lnTo>
                  <a:lnTo>
                    <a:pt x="412048" y="280386"/>
                  </a:lnTo>
                  <a:lnTo>
                    <a:pt x="390751" y="280425"/>
                  </a:lnTo>
                  <a:lnTo>
                    <a:pt x="389774" y="280427"/>
                  </a:lnTo>
                  <a:lnTo>
                    <a:pt x="386011" y="280360"/>
                  </a:lnTo>
                  <a:lnTo>
                    <a:pt x="374999" y="280166"/>
                  </a:lnTo>
                  <a:lnTo>
                    <a:pt x="367989" y="280043"/>
                  </a:lnTo>
                  <a:lnTo>
                    <a:pt x="356388" y="279838"/>
                  </a:lnTo>
                  <a:lnTo>
                    <a:pt x="349152" y="279711"/>
                  </a:lnTo>
                  <a:lnTo>
                    <a:pt x="344207" y="279623"/>
                  </a:lnTo>
                  <a:lnTo>
                    <a:pt x="342353" y="315529"/>
                  </a:lnTo>
                  <a:lnTo>
                    <a:pt x="341029" y="341176"/>
                  </a:lnTo>
                  <a:lnTo>
                    <a:pt x="339070" y="379130"/>
                  </a:lnTo>
                  <a:lnTo>
                    <a:pt x="336801" y="379721"/>
                  </a:lnTo>
                  <a:lnTo>
                    <a:pt x="331986" y="380974"/>
                  </a:lnTo>
                  <a:lnTo>
                    <a:pt x="329227" y="381692"/>
                  </a:lnTo>
                  <a:lnTo>
                    <a:pt x="328613" y="381852"/>
                  </a:lnTo>
                  <a:lnTo>
                    <a:pt x="328102" y="381985"/>
                  </a:lnTo>
                  <a:lnTo>
                    <a:pt x="327535" y="382132"/>
                  </a:lnTo>
                  <a:lnTo>
                    <a:pt x="327139" y="382324"/>
                  </a:lnTo>
                  <a:lnTo>
                    <a:pt x="323648" y="384008"/>
                  </a:lnTo>
                  <a:lnTo>
                    <a:pt x="320817" y="385375"/>
                  </a:lnTo>
                  <a:lnTo>
                    <a:pt x="320605" y="385477"/>
                  </a:lnTo>
                  <a:lnTo>
                    <a:pt x="318582" y="386453"/>
                  </a:lnTo>
                  <a:lnTo>
                    <a:pt x="317321" y="387062"/>
                  </a:lnTo>
                  <a:lnTo>
                    <a:pt x="312528" y="391364"/>
                  </a:lnTo>
                  <a:lnTo>
                    <a:pt x="305688" y="397502"/>
                  </a:lnTo>
                  <a:lnTo>
                    <a:pt x="264847" y="444244"/>
                  </a:lnTo>
                  <a:lnTo>
                    <a:pt x="264144" y="445048"/>
                  </a:lnTo>
                  <a:lnTo>
                    <a:pt x="261292" y="448313"/>
                  </a:lnTo>
                  <a:lnTo>
                    <a:pt x="260942" y="448713"/>
                  </a:lnTo>
                  <a:lnTo>
                    <a:pt x="258306" y="451730"/>
                  </a:lnTo>
                  <a:lnTo>
                    <a:pt x="257862" y="452239"/>
                  </a:lnTo>
                  <a:lnTo>
                    <a:pt x="255747" y="454663"/>
                  </a:lnTo>
                  <a:lnTo>
                    <a:pt x="251342" y="459711"/>
                  </a:lnTo>
                  <a:lnTo>
                    <a:pt x="248943" y="462460"/>
                  </a:lnTo>
                  <a:lnTo>
                    <a:pt x="243700" y="465931"/>
                  </a:lnTo>
                  <a:lnTo>
                    <a:pt x="233229" y="469904"/>
                  </a:lnTo>
                  <a:lnTo>
                    <a:pt x="225115" y="469316"/>
                  </a:lnTo>
                  <a:lnTo>
                    <a:pt x="224673" y="469153"/>
                  </a:lnTo>
                  <a:lnTo>
                    <a:pt x="223576" y="468748"/>
                  </a:lnTo>
                  <a:lnTo>
                    <a:pt x="220357" y="467560"/>
                  </a:lnTo>
                  <a:lnTo>
                    <a:pt x="219693" y="467315"/>
                  </a:lnTo>
                  <a:lnTo>
                    <a:pt x="219264" y="467157"/>
                  </a:lnTo>
                  <a:lnTo>
                    <a:pt x="218573" y="466902"/>
                  </a:lnTo>
                  <a:lnTo>
                    <a:pt x="218359" y="466823"/>
                  </a:lnTo>
                  <a:lnTo>
                    <a:pt x="217792" y="466614"/>
                  </a:lnTo>
                  <a:lnTo>
                    <a:pt x="217512" y="466510"/>
                  </a:lnTo>
                  <a:lnTo>
                    <a:pt x="217114" y="466363"/>
                  </a:lnTo>
                  <a:lnTo>
                    <a:pt x="216901" y="466285"/>
                  </a:lnTo>
                  <a:lnTo>
                    <a:pt x="216669" y="466199"/>
                  </a:lnTo>
                  <a:lnTo>
                    <a:pt x="216537" y="466151"/>
                  </a:lnTo>
                  <a:lnTo>
                    <a:pt x="216062" y="465975"/>
                  </a:lnTo>
                  <a:lnTo>
                    <a:pt x="215915" y="465921"/>
                  </a:lnTo>
                  <a:lnTo>
                    <a:pt x="215583" y="465798"/>
                  </a:lnTo>
                  <a:lnTo>
                    <a:pt x="214988" y="465547"/>
                  </a:lnTo>
                  <a:lnTo>
                    <a:pt x="214694" y="465391"/>
                  </a:lnTo>
                  <a:lnTo>
                    <a:pt x="214348" y="465207"/>
                  </a:lnTo>
                  <a:lnTo>
                    <a:pt x="214180" y="465117"/>
                  </a:lnTo>
                  <a:lnTo>
                    <a:pt x="213853" y="464943"/>
                  </a:lnTo>
                  <a:lnTo>
                    <a:pt x="213421" y="464713"/>
                  </a:lnTo>
                  <a:lnTo>
                    <a:pt x="213213" y="464602"/>
                  </a:lnTo>
                  <a:lnTo>
                    <a:pt x="212822" y="464395"/>
                  </a:lnTo>
                  <a:lnTo>
                    <a:pt x="212618" y="464286"/>
                  </a:lnTo>
                  <a:lnTo>
                    <a:pt x="212308" y="464121"/>
                  </a:lnTo>
                  <a:lnTo>
                    <a:pt x="211535" y="463709"/>
                  </a:lnTo>
                  <a:lnTo>
                    <a:pt x="210363" y="463086"/>
                  </a:lnTo>
                  <a:lnTo>
                    <a:pt x="209635" y="462698"/>
                  </a:lnTo>
                  <a:lnTo>
                    <a:pt x="209293" y="462516"/>
                  </a:lnTo>
                  <a:lnTo>
                    <a:pt x="208633" y="462165"/>
                  </a:lnTo>
                  <a:lnTo>
                    <a:pt x="207361" y="461488"/>
                  </a:lnTo>
                  <a:lnTo>
                    <a:pt x="206870" y="461226"/>
                  </a:lnTo>
                  <a:lnTo>
                    <a:pt x="206423" y="460988"/>
                  </a:lnTo>
                  <a:lnTo>
                    <a:pt x="204718" y="460081"/>
                  </a:lnTo>
                  <a:lnTo>
                    <a:pt x="203980" y="459688"/>
                  </a:lnTo>
                  <a:lnTo>
                    <a:pt x="203483" y="459424"/>
                  </a:lnTo>
                  <a:lnTo>
                    <a:pt x="203193" y="459270"/>
                  </a:lnTo>
                  <a:lnTo>
                    <a:pt x="202180" y="458730"/>
                  </a:lnTo>
                  <a:lnTo>
                    <a:pt x="201843" y="458551"/>
                  </a:lnTo>
                  <a:lnTo>
                    <a:pt x="201242" y="458231"/>
                  </a:lnTo>
                  <a:lnTo>
                    <a:pt x="200893" y="458045"/>
                  </a:lnTo>
                  <a:lnTo>
                    <a:pt x="200571" y="457874"/>
                  </a:lnTo>
                  <a:lnTo>
                    <a:pt x="200154" y="457747"/>
                  </a:lnTo>
                  <a:lnTo>
                    <a:pt x="199937" y="457974"/>
                  </a:lnTo>
                  <a:lnTo>
                    <a:pt x="199815" y="458101"/>
                  </a:lnTo>
                  <a:lnTo>
                    <a:pt x="199606" y="458319"/>
                  </a:lnTo>
                  <a:lnTo>
                    <a:pt x="199058" y="458891"/>
                  </a:lnTo>
                  <a:lnTo>
                    <a:pt x="198783" y="459178"/>
                  </a:lnTo>
                  <a:lnTo>
                    <a:pt x="198487" y="459487"/>
                  </a:lnTo>
                  <a:lnTo>
                    <a:pt x="196414" y="461650"/>
                  </a:lnTo>
                  <a:lnTo>
                    <a:pt x="196156" y="461918"/>
                  </a:lnTo>
                  <a:lnTo>
                    <a:pt x="195007" y="463117"/>
                  </a:lnTo>
                  <a:lnTo>
                    <a:pt x="189357" y="469013"/>
                  </a:lnTo>
                  <a:lnTo>
                    <a:pt x="189100" y="469281"/>
                  </a:lnTo>
                  <a:lnTo>
                    <a:pt x="188285" y="470131"/>
                  </a:lnTo>
                  <a:lnTo>
                    <a:pt x="187665" y="470778"/>
                  </a:lnTo>
                  <a:lnTo>
                    <a:pt x="187070" y="470964"/>
                  </a:lnTo>
                  <a:lnTo>
                    <a:pt x="185613" y="469923"/>
                  </a:lnTo>
                  <a:lnTo>
                    <a:pt x="185113" y="469566"/>
                  </a:lnTo>
                  <a:lnTo>
                    <a:pt x="183714" y="468566"/>
                  </a:lnTo>
                  <a:lnTo>
                    <a:pt x="183377" y="468322"/>
                  </a:lnTo>
                  <a:lnTo>
                    <a:pt x="182689" y="467777"/>
                  </a:lnTo>
                  <a:lnTo>
                    <a:pt x="181937" y="467181"/>
                  </a:lnTo>
                  <a:lnTo>
                    <a:pt x="179853" y="465530"/>
                  </a:lnTo>
                  <a:lnTo>
                    <a:pt x="179100" y="464933"/>
                  </a:lnTo>
                  <a:lnTo>
                    <a:pt x="178175" y="464200"/>
                  </a:lnTo>
                  <a:lnTo>
                    <a:pt x="176874" y="463169"/>
                  </a:lnTo>
                  <a:lnTo>
                    <a:pt x="176475" y="462853"/>
                  </a:lnTo>
                  <a:lnTo>
                    <a:pt x="175899" y="462396"/>
                  </a:lnTo>
                  <a:lnTo>
                    <a:pt x="175174" y="461822"/>
                  </a:lnTo>
                  <a:lnTo>
                    <a:pt x="174948" y="461643"/>
                  </a:lnTo>
                  <a:lnTo>
                    <a:pt x="174084" y="460958"/>
                  </a:lnTo>
                  <a:lnTo>
                    <a:pt x="173752" y="460695"/>
                  </a:lnTo>
                  <a:lnTo>
                    <a:pt x="172807" y="459946"/>
                  </a:lnTo>
                  <a:lnTo>
                    <a:pt x="172550" y="459742"/>
                  </a:lnTo>
                  <a:lnTo>
                    <a:pt x="171068" y="458568"/>
                  </a:lnTo>
                  <a:lnTo>
                    <a:pt x="168415" y="456466"/>
                  </a:lnTo>
                  <a:lnTo>
                    <a:pt x="167819" y="455993"/>
                  </a:lnTo>
                  <a:lnTo>
                    <a:pt x="166897" y="455263"/>
                  </a:lnTo>
                  <a:lnTo>
                    <a:pt x="165336" y="454226"/>
                  </a:lnTo>
                  <a:lnTo>
                    <a:pt x="164861" y="453910"/>
                  </a:lnTo>
                  <a:lnTo>
                    <a:pt x="164427" y="453622"/>
                  </a:lnTo>
                  <a:lnTo>
                    <a:pt x="163557" y="453044"/>
                  </a:lnTo>
                  <a:lnTo>
                    <a:pt x="163061" y="452715"/>
                  </a:lnTo>
                  <a:lnTo>
                    <a:pt x="162582" y="452396"/>
                  </a:lnTo>
                  <a:lnTo>
                    <a:pt x="162132" y="452097"/>
                  </a:lnTo>
                  <a:lnTo>
                    <a:pt x="161859" y="451916"/>
                  </a:lnTo>
                  <a:lnTo>
                    <a:pt x="161556" y="451715"/>
                  </a:lnTo>
                  <a:lnTo>
                    <a:pt x="161342" y="451572"/>
                  </a:lnTo>
                  <a:lnTo>
                    <a:pt x="160994" y="451342"/>
                  </a:lnTo>
                  <a:lnTo>
                    <a:pt x="160702" y="451147"/>
                  </a:lnTo>
                  <a:lnTo>
                    <a:pt x="160467" y="450992"/>
                  </a:lnTo>
                  <a:lnTo>
                    <a:pt x="159598" y="450414"/>
                  </a:lnTo>
                  <a:lnTo>
                    <a:pt x="159034" y="450039"/>
                  </a:lnTo>
                  <a:lnTo>
                    <a:pt x="158742" y="449846"/>
                  </a:lnTo>
                  <a:lnTo>
                    <a:pt x="158489" y="449677"/>
                  </a:lnTo>
                  <a:lnTo>
                    <a:pt x="157799" y="449219"/>
                  </a:lnTo>
                  <a:lnTo>
                    <a:pt x="157246" y="448851"/>
                  </a:lnTo>
                  <a:lnTo>
                    <a:pt x="157064" y="448730"/>
                  </a:lnTo>
                  <a:lnTo>
                    <a:pt x="155447" y="447656"/>
                  </a:lnTo>
                  <a:lnTo>
                    <a:pt x="154747" y="447192"/>
                  </a:lnTo>
                  <a:lnTo>
                    <a:pt x="153557" y="446401"/>
                  </a:lnTo>
                  <a:lnTo>
                    <a:pt x="153397" y="446295"/>
                  </a:lnTo>
                  <a:lnTo>
                    <a:pt x="152401" y="445633"/>
                  </a:lnTo>
                  <a:lnTo>
                    <a:pt x="152250" y="445533"/>
                  </a:lnTo>
                  <a:lnTo>
                    <a:pt x="151860" y="445362"/>
                  </a:lnTo>
                  <a:lnTo>
                    <a:pt x="151677" y="445281"/>
                  </a:lnTo>
                  <a:lnTo>
                    <a:pt x="151321" y="445125"/>
                  </a:lnTo>
                  <a:lnTo>
                    <a:pt x="150931" y="444954"/>
                  </a:lnTo>
                  <a:lnTo>
                    <a:pt x="150550" y="444787"/>
                  </a:lnTo>
                  <a:lnTo>
                    <a:pt x="150404" y="444723"/>
                  </a:lnTo>
                  <a:lnTo>
                    <a:pt x="149993" y="444543"/>
                  </a:lnTo>
                  <a:lnTo>
                    <a:pt x="149596" y="444368"/>
                  </a:lnTo>
                  <a:lnTo>
                    <a:pt x="149413" y="444288"/>
                  </a:lnTo>
                  <a:lnTo>
                    <a:pt x="149099" y="444150"/>
                  </a:lnTo>
                  <a:lnTo>
                    <a:pt x="148749" y="443997"/>
                  </a:lnTo>
                  <a:lnTo>
                    <a:pt x="148449" y="443865"/>
                  </a:lnTo>
                  <a:lnTo>
                    <a:pt x="148153" y="443735"/>
                  </a:lnTo>
                  <a:lnTo>
                    <a:pt x="147385" y="443398"/>
                  </a:lnTo>
                  <a:lnTo>
                    <a:pt x="146802" y="443142"/>
                  </a:lnTo>
                  <a:lnTo>
                    <a:pt x="146237" y="442894"/>
                  </a:lnTo>
                  <a:lnTo>
                    <a:pt x="145310" y="442488"/>
                  </a:lnTo>
                  <a:lnTo>
                    <a:pt x="144825" y="442275"/>
                  </a:lnTo>
                  <a:lnTo>
                    <a:pt x="143691" y="441777"/>
                  </a:lnTo>
                  <a:lnTo>
                    <a:pt x="143546" y="441713"/>
                  </a:lnTo>
                  <a:lnTo>
                    <a:pt x="142680" y="441333"/>
                  </a:lnTo>
                  <a:lnTo>
                    <a:pt x="142230" y="441136"/>
                  </a:lnTo>
                  <a:lnTo>
                    <a:pt x="141216" y="440691"/>
                  </a:lnTo>
                  <a:lnTo>
                    <a:pt x="140891" y="440548"/>
                  </a:lnTo>
                  <a:lnTo>
                    <a:pt x="140350" y="440311"/>
                  </a:lnTo>
                  <a:lnTo>
                    <a:pt x="139729" y="440038"/>
                  </a:lnTo>
                  <a:lnTo>
                    <a:pt x="139497" y="439937"/>
                  </a:lnTo>
                  <a:lnTo>
                    <a:pt x="137391" y="439012"/>
                  </a:lnTo>
                  <a:lnTo>
                    <a:pt x="137006" y="438844"/>
                  </a:lnTo>
                  <a:lnTo>
                    <a:pt x="135039" y="437980"/>
                  </a:lnTo>
                  <a:lnTo>
                    <a:pt x="134375" y="437689"/>
                  </a:lnTo>
                  <a:lnTo>
                    <a:pt x="133731" y="437406"/>
                  </a:lnTo>
                  <a:lnTo>
                    <a:pt x="132706" y="436957"/>
                  </a:lnTo>
                  <a:lnTo>
                    <a:pt x="131094" y="436249"/>
                  </a:lnTo>
                  <a:lnTo>
                    <a:pt x="130283" y="435893"/>
                  </a:lnTo>
                  <a:lnTo>
                    <a:pt x="128698" y="435198"/>
                  </a:lnTo>
                  <a:lnTo>
                    <a:pt x="128520" y="435120"/>
                  </a:lnTo>
                  <a:lnTo>
                    <a:pt x="128118" y="434943"/>
                  </a:lnTo>
                  <a:lnTo>
                    <a:pt x="127110" y="434501"/>
                  </a:lnTo>
                  <a:lnTo>
                    <a:pt x="126941" y="434427"/>
                  </a:lnTo>
                  <a:lnTo>
                    <a:pt x="125706" y="433885"/>
                  </a:lnTo>
                  <a:lnTo>
                    <a:pt x="125133" y="433634"/>
                  </a:lnTo>
                  <a:lnTo>
                    <a:pt x="124300" y="433268"/>
                  </a:lnTo>
                  <a:lnTo>
                    <a:pt x="121538" y="432056"/>
                  </a:lnTo>
                  <a:lnTo>
                    <a:pt x="118953" y="430921"/>
                  </a:lnTo>
                  <a:lnTo>
                    <a:pt x="116752" y="429955"/>
                  </a:lnTo>
                  <a:lnTo>
                    <a:pt x="115398" y="429361"/>
                  </a:lnTo>
                  <a:lnTo>
                    <a:pt x="114398" y="428923"/>
                  </a:lnTo>
                  <a:lnTo>
                    <a:pt x="110870" y="427374"/>
                  </a:lnTo>
                  <a:lnTo>
                    <a:pt x="107993" y="426112"/>
                  </a:lnTo>
                  <a:lnTo>
                    <a:pt x="107776" y="426017"/>
                  </a:lnTo>
                  <a:lnTo>
                    <a:pt x="107257" y="425789"/>
                  </a:lnTo>
                  <a:lnTo>
                    <a:pt x="106774" y="425577"/>
                  </a:lnTo>
                  <a:lnTo>
                    <a:pt x="105640" y="425079"/>
                  </a:lnTo>
                  <a:lnTo>
                    <a:pt x="104232" y="424462"/>
                  </a:lnTo>
                  <a:lnTo>
                    <a:pt x="104049" y="424381"/>
                  </a:lnTo>
                  <a:lnTo>
                    <a:pt x="102792" y="423830"/>
                  </a:lnTo>
                  <a:lnTo>
                    <a:pt x="102120" y="423535"/>
                  </a:lnTo>
                  <a:lnTo>
                    <a:pt x="101249" y="423152"/>
                  </a:lnTo>
                  <a:lnTo>
                    <a:pt x="100881" y="422991"/>
                  </a:lnTo>
                  <a:lnTo>
                    <a:pt x="100500" y="422824"/>
                  </a:lnTo>
                  <a:lnTo>
                    <a:pt x="99669" y="422528"/>
                  </a:lnTo>
                  <a:lnTo>
                    <a:pt x="99525" y="422477"/>
                  </a:lnTo>
                  <a:lnTo>
                    <a:pt x="97974" y="421925"/>
                  </a:lnTo>
                  <a:lnTo>
                    <a:pt x="96942" y="421558"/>
                  </a:lnTo>
                  <a:lnTo>
                    <a:pt x="95909" y="421190"/>
                  </a:lnTo>
                  <a:lnTo>
                    <a:pt x="95347" y="420990"/>
                  </a:lnTo>
                  <a:lnTo>
                    <a:pt x="92333" y="419918"/>
                  </a:lnTo>
                  <a:lnTo>
                    <a:pt x="88142" y="418426"/>
                  </a:lnTo>
                  <a:lnTo>
                    <a:pt x="87506" y="418200"/>
                  </a:lnTo>
                  <a:lnTo>
                    <a:pt x="84297" y="417058"/>
                  </a:lnTo>
                  <a:lnTo>
                    <a:pt x="81686" y="416129"/>
                  </a:lnTo>
                  <a:lnTo>
                    <a:pt x="78553" y="415014"/>
                  </a:lnTo>
                  <a:lnTo>
                    <a:pt x="76317" y="414219"/>
                  </a:lnTo>
                  <a:lnTo>
                    <a:pt x="74490" y="413569"/>
                  </a:lnTo>
                  <a:lnTo>
                    <a:pt x="69029" y="411626"/>
                  </a:lnTo>
                  <a:lnTo>
                    <a:pt x="65616" y="410411"/>
                  </a:lnTo>
                  <a:lnTo>
                    <a:pt x="64592" y="410047"/>
                  </a:lnTo>
                  <a:lnTo>
                    <a:pt x="62595" y="409336"/>
                  </a:lnTo>
                  <a:lnTo>
                    <a:pt x="59538" y="408248"/>
                  </a:lnTo>
                  <a:lnTo>
                    <a:pt x="58876" y="408013"/>
                  </a:lnTo>
                  <a:lnTo>
                    <a:pt x="57926" y="407675"/>
                  </a:lnTo>
                  <a:lnTo>
                    <a:pt x="57667" y="407583"/>
                  </a:lnTo>
                  <a:lnTo>
                    <a:pt x="57527" y="407139"/>
                  </a:lnTo>
                  <a:lnTo>
                    <a:pt x="57484" y="407004"/>
                  </a:lnTo>
                  <a:lnTo>
                    <a:pt x="57323" y="406491"/>
                  </a:lnTo>
                  <a:lnTo>
                    <a:pt x="57178" y="406032"/>
                  </a:lnTo>
                  <a:lnTo>
                    <a:pt x="57126" y="405870"/>
                  </a:lnTo>
                  <a:lnTo>
                    <a:pt x="56907" y="405174"/>
                  </a:lnTo>
                  <a:lnTo>
                    <a:pt x="56467" y="405041"/>
                  </a:lnTo>
                  <a:lnTo>
                    <a:pt x="55718" y="404815"/>
                  </a:lnTo>
                  <a:lnTo>
                    <a:pt x="55210" y="404662"/>
                  </a:lnTo>
                  <a:lnTo>
                    <a:pt x="53200" y="404055"/>
                  </a:lnTo>
                  <a:lnTo>
                    <a:pt x="52610" y="403877"/>
                  </a:lnTo>
                  <a:lnTo>
                    <a:pt x="50930" y="403370"/>
                  </a:lnTo>
                  <a:lnTo>
                    <a:pt x="50076" y="403112"/>
                  </a:lnTo>
                  <a:lnTo>
                    <a:pt x="49923" y="403066"/>
                  </a:lnTo>
                  <a:lnTo>
                    <a:pt x="49006" y="402789"/>
                  </a:lnTo>
                  <a:lnTo>
                    <a:pt x="48217" y="402551"/>
                  </a:lnTo>
                  <a:lnTo>
                    <a:pt x="47813" y="402429"/>
                  </a:lnTo>
                  <a:lnTo>
                    <a:pt x="46500" y="402033"/>
                  </a:lnTo>
                  <a:lnTo>
                    <a:pt x="45193" y="401638"/>
                  </a:lnTo>
                  <a:lnTo>
                    <a:pt x="43500" y="401128"/>
                  </a:lnTo>
                  <a:lnTo>
                    <a:pt x="42338" y="400777"/>
                  </a:lnTo>
                  <a:lnTo>
                    <a:pt x="41615" y="400558"/>
                  </a:lnTo>
                  <a:lnTo>
                    <a:pt x="40576" y="400245"/>
                  </a:lnTo>
                  <a:lnTo>
                    <a:pt x="37143" y="399209"/>
                  </a:lnTo>
                  <a:lnTo>
                    <a:pt x="35680" y="398767"/>
                  </a:lnTo>
                  <a:lnTo>
                    <a:pt x="35074" y="398584"/>
                  </a:lnTo>
                  <a:lnTo>
                    <a:pt x="34860" y="398520"/>
                  </a:lnTo>
                  <a:lnTo>
                    <a:pt x="33266" y="398039"/>
                  </a:lnTo>
                  <a:lnTo>
                    <a:pt x="31726" y="397574"/>
                  </a:lnTo>
                  <a:lnTo>
                    <a:pt x="29842" y="397005"/>
                  </a:lnTo>
                  <a:lnTo>
                    <a:pt x="28702" y="396661"/>
                  </a:lnTo>
                  <a:lnTo>
                    <a:pt x="28158" y="396497"/>
                  </a:lnTo>
                  <a:lnTo>
                    <a:pt x="26137" y="395887"/>
                  </a:lnTo>
                  <a:lnTo>
                    <a:pt x="25346" y="395648"/>
                  </a:lnTo>
                  <a:lnTo>
                    <a:pt x="25123" y="395581"/>
                  </a:lnTo>
                  <a:lnTo>
                    <a:pt x="24579" y="395417"/>
                  </a:lnTo>
                  <a:lnTo>
                    <a:pt x="23588" y="395117"/>
                  </a:lnTo>
                  <a:lnTo>
                    <a:pt x="23427" y="395069"/>
                  </a:lnTo>
                  <a:lnTo>
                    <a:pt x="22891" y="394907"/>
                  </a:lnTo>
                  <a:lnTo>
                    <a:pt x="21957" y="394625"/>
                  </a:lnTo>
                  <a:lnTo>
                    <a:pt x="21762" y="394566"/>
                  </a:lnTo>
                  <a:lnTo>
                    <a:pt x="20806" y="394278"/>
                  </a:lnTo>
                  <a:lnTo>
                    <a:pt x="20428" y="394164"/>
                  </a:lnTo>
                  <a:lnTo>
                    <a:pt x="20250" y="394110"/>
                  </a:lnTo>
                  <a:lnTo>
                    <a:pt x="19654" y="393930"/>
                  </a:lnTo>
                  <a:lnTo>
                    <a:pt x="19445" y="393867"/>
                  </a:lnTo>
                  <a:lnTo>
                    <a:pt x="19092" y="393760"/>
                  </a:lnTo>
                  <a:lnTo>
                    <a:pt x="18152" y="393477"/>
                  </a:lnTo>
                  <a:lnTo>
                    <a:pt x="17930" y="393410"/>
                  </a:lnTo>
                  <a:lnTo>
                    <a:pt x="16538" y="392989"/>
                  </a:lnTo>
                  <a:lnTo>
                    <a:pt x="15339" y="392628"/>
                  </a:lnTo>
                  <a:lnTo>
                    <a:pt x="15060" y="392550"/>
                  </a:lnTo>
                  <a:lnTo>
                    <a:pt x="14022" y="392309"/>
                  </a:lnTo>
                  <a:lnTo>
                    <a:pt x="13767" y="392250"/>
                  </a:lnTo>
                  <a:lnTo>
                    <a:pt x="13112" y="392097"/>
                  </a:lnTo>
                  <a:lnTo>
                    <a:pt x="12783" y="392021"/>
                  </a:lnTo>
                  <a:lnTo>
                    <a:pt x="12221" y="391890"/>
                  </a:lnTo>
                  <a:lnTo>
                    <a:pt x="11684" y="391765"/>
                  </a:lnTo>
                  <a:lnTo>
                    <a:pt x="11449" y="391711"/>
                  </a:lnTo>
                  <a:lnTo>
                    <a:pt x="10293" y="391442"/>
                  </a:lnTo>
                  <a:lnTo>
                    <a:pt x="10125" y="391403"/>
                  </a:lnTo>
                  <a:lnTo>
                    <a:pt x="9870" y="391343"/>
                  </a:lnTo>
                  <a:lnTo>
                    <a:pt x="8718" y="391076"/>
                  </a:lnTo>
                  <a:lnTo>
                    <a:pt x="8487" y="391022"/>
                  </a:lnTo>
                  <a:lnTo>
                    <a:pt x="7745" y="390849"/>
                  </a:lnTo>
                  <a:lnTo>
                    <a:pt x="7437" y="390778"/>
                  </a:lnTo>
                  <a:lnTo>
                    <a:pt x="6655" y="390596"/>
                  </a:lnTo>
                  <a:lnTo>
                    <a:pt x="6301" y="390514"/>
                  </a:lnTo>
                  <a:lnTo>
                    <a:pt x="5638" y="390359"/>
                  </a:lnTo>
                  <a:lnTo>
                    <a:pt x="4905" y="390189"/>
                  </a:lnTo>
                  <a:lnTo>
                    <a:pt x="4308" y="390050"/>
                  </a:lnTo>
                  <a:lnTo>
                    <a:pt x="1213" y="389331"/>
                  </a:lnTo>
                  <a:lnTo>
                    <a:pt x="580" y="389184"/>
                  </a:lnTo>
                  <a:lnTo>
                    <a:pt x="409" y="389144"/>
                  </a:lnTo>
                  <a:lnTo>
                    <a:pt x="0" y="389045"/>
                  </a:lnTo>
                  <a:lnTo>
                    <a:pt x="304" y="388147"/>
                  </a:lnTo>
                  <a:lnTo>
                    <a:pt x="446" y="387729"/>
                  </a:lnTo>
                  <a:lnTo>
                    <a:pt x="1417" y="384871"/>
                  </a:lnTo>
                  <a:lnTo>
                    <a:pt x="3842" y="377731"/>
                  </a:lnTo>
                  <a:lnTo>
                    <a:pt x="5616" y="372510"/>
                  </a:lnTo>
                  <a:lnTo>
                    <a:pt x="6362" y="370313"/>
                  </a:lnTo>
                  <a:lnTo>
                    <a:pt x="10054" y="359442"/>
                  </a:lnTo>
                  <a:lnTo>
                    <a:pt x="11712" y="354948"/>
                  </a:lnTo>
                  <a:lnTo>
                    <a:pt x="12429" y="353006"/>
                  </a:lnTo>
                  <a:lnTo>
                    <a:pt x="12977" y="351518"/>
                  </a:lnTo>
                  <a:lnTo>
                    <a:pt x="13102" y="351180"/>
                  </a:lnTo>
                  <a:lnTo>
                    <a:pt x="16409" y="342214"/>
                  </a:lnTo>
                  <a:lnTo>
                    <a:pt x="16628" y="341621"/>
                  </a:lnTo>
                  <a:lnTo>
                    <a:pt x="19935" y="333440"/>
                  </a:lnTo>
                  <a:lnTo>
                    <a:pt x="25582" y="319800"/>
                  </a:lnTo>
                  <a:lnTo>
                    <a:pt x="26665" y="317184"/>
                  </a:lnTo>
                  <a:lnTo>
                    <a:pt x="27283" y="315691"/>
                  </a:lnTo>
                  <a:lnTo>
                    <a:pt x="30610" y="307655"/>
                  </a:lnTo>
                  <a:lnTo>
                    <a:pt x="32219" y="303768"/>
                  </a:lnTo>
                  <a:lnTo>
                    <a:pt x="37277" y="293182"/>
                  </a:lnTo>
                  <a:lnTo>
                    <a:pt x="37369" y="292991"/>
                  </a:lnTo>
                  <a:lnTo>
                    <a:pt x="42893" y="282132"/>
                  </a:lnTo>
                  <a:lnTo>
                    <a:pt x="46932" y="274193"/>
                  </a:lnTo>
                  <a:lnTo>
                    <a:pt x="47176" y="273740"/>
                  </a:lnTo>
                  <a:lnTo>
                    <a:pt x="48836" y="270659"/>
                  </a:lnTo>
                  <a:lnTo>
                    <a:pt x="53991" y="261092"/>
                  </a:lnTo>
                  <a:lnTo>
                    <a:pt x="56636" y="256185"/>
                  </a:lnTo>
                  <a:lnTo>
                    <a:pt x="57449" y="254674"/>
                  </a:lnTo>
                  <a:lnTo>
                    <a:pt x="60910" y="248252"/>
                  </a:lnTo>
                  <a:lnTo>
                    <a:pt x="61561" y="247060"/>
                  </a:lnTo>
                  <a:lnTo>
                    <a:pt x="61822" y="246583"/>
                  </a:lnTo>
                  <a:lnTo>
                    <a:pt x="69216" y="233048"/>
                  </a:lnTo>
                  <a:lnTo>
                    <a:pt x="74201" y="223923"/>
                  </a:lnTo>
                  <a:lnTo>
                    <a:pt x="74397" y="223564"/>
                  </a:lnTo>
                  <a:lnTo>
                    <a:pt x="80772" y="211836"/>
                  </a:lnTo>
                  <a:lnTo>
                    <a:pt x="83377" y="207044"/>
                  </a:lnTo>
                  <a:lnTo>
                    <a:pt x="86999" y="200380"/>
                  </a:lnTo>
                  <a:lnTo>
                    <a:pt x="87330" y="199766"/>
                  </a:lnTo>
                  <a:lnTo>
                    <a:pt x="88762" y="197028"/>
                  </a:lnTo>
                  <a:lnTo>
                    <a:pt x="91136" y="192488"/>
                  </a:lnTo>
                  <a:lnTo>
                    <a:pt x="101771" y="172146"/>
                  </a:lnTo>
                  <a:lnTo>
                    <a:pt x="103903" y="168068"/>
                  </a:lnTo>
                  <a:lnTo>
                    <a:pt x="105394" y="165218"/>
                  </a:lnTo>
                  <a:lnTo>
                    <a:pt x="106868" y="162398"/>
                  </a:lnTo>
                  <a:lnTo>
                    <a:pt x="112039" y="152509"/>
                  </a:lnTo>
                  <a:lnTo>
                    <a:pt x="120027" y="137787"/>
                  </a:lnTo>
                  <a:lnTo>
                    <a:pt x="120131" y="137596"/>
                  </a:lnTo>
                  <a:lnTo>
                    <a:pt x="123255" y="131634"/>
                  </a:lnTo>
                  <a:lnTo>
                    <a:pt x="130197" y="118383"/>
                  </a:lnTo>
                  <a:lnTo>
                    <a:pt x="140662" y="98409"/>
                  </a:lnTo>
                  <a:lnTo>
                    <a:pt x="141424" y="96956"/>
                  </a:lnTo>
                  <a:lnTo>
                    <a:pt x="142486" y="94928"/>
                  </a:lnTo>
                  <a:lnTo>
                    <a:pt x="152343" y="76118"/>
                  </a:lnTo>
                  <a:lnTo>
                    <a:pt x="158939" y="63530"/>
                  </a:lnTo>
                  <a:lnTo>
                    <a:pt x="160805" y="60034"/>
                  </a:lnTo>
                  <a:lnTo>
                    <a:pt x="160879" y="59897"/>
                  </a:lnTo>
                  <a:lnTo>
                    <a:pt x="162243" y="57342"/>
                  </a:lnTo>
                  <a:lnTo>
                    <a:pt x="164598" y="52931"/>
                  </a:lnTo>
                  <a:lnTo>
                    <a:pt x="167224" y="48011"/>
                  </a:lnTo>
                  <a:lnTo>
                    <a:pt x="171518" y="39968"/>
                  </a:lnTo>
                  <a:lnTo>
                    <a:pt x="172761" y="37954"/>
                  </a:lnTo>
                  <a:lnTo>
                    <a:pt x="175439" y="33616"/>
                  </a:lnTo>
                  <a:lnTo>
                    <a:pt x="175529" y="33470"/>
                  </a:lnTo>
                  <a:lnTo>
                    <a:pt x="178075" y="29345"/>
                  </a:lnTo>
                  <a:lnTo>
                    <a:pt x="183511" y="22123"/>
                  </a:lnTo>
                  <a:lnTo>
                    <a:pt x="184162" y="21258"/>
                  </a:lnTo>
                  <a:lnTo>
                    <a:pt x="184625" y="20643"/>
                  </a:lnTo>
                  <a:lnTo>
                    <a:pt x="184987" y="20957"/>
                  </a:lnTo>
                  <a:lnTo>
                    <a:pt x="185334" y="21258"/>
                  </a:lnTo>
                  <a:lnTo>
                    <a:pt x="185580" y="21471"/>
                  </a:lnTo>
                  <a:lnTo>
                    <a:pt x="186001" y="21836"/>
                  </a:lnTo>
                  <a:lnTo>
                    <a:pt x="186523" y="22289"/>
                  </a:lnTo>
                  <a:lnTo>
                    <a:pt x="186785" y="22515"/>
                  </a:lnTo>
                  <a:lnTo>
                    <a:pt x="186948" y="22657"/>
                  </a:lnTo>
                  <a:lnTo>
                    <a:pt x="188076" y="23635"/>
                  </a:lnTo>
                  <a:lnTo>
                    <a:pt x="188969" y="24409"/>
                  </a:lnTo>
                  <a:lnTo>
                    <a:pt x="189667" y="25015"/>
                  </a:lnTo>
                  <a:lnTo>
                    <a:pt x="190741" y="25945"/>
                  </a:lnTo>
                  <a:lnTo>
                    <a:pt x="192966" y="27875"/>
                  </a:lnTo>
                  <a:lnTo>
                    <a:pt x="193779" y="28579"/>
                  </a:lnTo>
                  <a:lnTo>
                    <a:pt x="194526" y="29227"/>
                  </a:lnTo>
                  <a:lnTo>
                    <a:pt x="200926" y="34775"/>
                  </a:lnTo>
                  <a:lnTo>
                    <a:pt x="202121" y="35812"/>
                  </a:lnTo>
                  <a:lnTo>
                    <a:pt x="205154" y="38441"/>
                  </a:lnTo>
                  <a:lnTo>
                    <a:pt x="208741" y="36399"/>
                  </a:lnTo>
                  <a:lnTo>
                    <a:pt x="234063" y="21984"/>
                  </a:lnTo>
                  <a:lnTo>
                    <a:pt x="244817" y="15689"/>
                  </a:lnTo>
                  <a:lnTo>
                    <a:pt x="251517" y="12718"/>
                  </a:lnTo>
                  <a:lnTo>
                    <a:pt x="271625" y="2735"/>
                  </a:lnTo>
                  <a:lnTo>
                    <a:pt x="283841" y="0"/>
                  </a:lnTo>
                  <a:lnTo>
                    <a:pt x="293324" y="264"/>
                  </a:lnTo>
                  <a:lnTo>
                    <a:pt x="303729" y="1538"/>
                  </a:lnTo>
                  <a:lnTo>
                    <a:pt x="313373" y="6825"/>
                  </a:lnTo>
                  <a:lnTo>
                    <a:pt x="337634" y="21486"/>
                  </a:lnTo>
                  <a:lnTo>
                    <a:pt x="341001" y="23614"/>
                  </a:lnTo>
                  <a:lnTo>
                    <a:pt x="341897" y="2418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43"/>
            <p:cNvSpPr/>
            <p:nvPr/>
          </p:nvSpPr>
          <p:spPr>
            <a:xfrm>
              <a:off x="6088292" y="2903726"/>
              <a:ext cx="396292" cy="392780"/>
            </a:xfrm>
            <a:custGeom>
              <a:avLst/>
              <a:pathLst>
                <a:path w="396292" h="392780">
                  <a:moveTo>
                    <a:pt x="170616" y="290219"/>
                  </a:moveTo>
                  <a:lnTo>
                    <a:pt x="170124" y="290683"/>
                  </a:lnTo>
                  <a:lnTo>
                    <a:pt x="166412" y="294185"/>
                  </a:lnTo>
                  <a:lnTo>
                    <a:pt x="160968" y="292871"/>
                  </a:lnTo>
                  <a:lnTo>
                    <a:pt x="159811" y="292663"/>
                  </a:lnTo>
                  <a:lnTo>
                    <a:pt x="158644" y="292531"/>
                  </a:lnTo>
                  <a:lnTo>
                    <a:pt x="157114" y="292474"/>
                  </a:lnTo>
                  <a:lnTo>
                    <a:pt x="155584" y="292545"/>
                  </a:lnTo>
                  <a:lnTo>
                    <a:pt x="154066" y="292746"/>
                  </a:lnTo>
                  <a:lnTo>
                    <a:pt x="152569" y="293075"/>
                  </a:lnTo>
                  <a:lnTo>
                    <a:pt x="151419" y="293420"/>
                  </a:lnTo>
                  <a:lnTo>
                    <a:pt x="150293" y="293840"/>
                  </a:lnTo>
                  <a:lnTo>
                    <a:pt x="149196" y="294334"/>
                  </a:lnTo>
                  <a:lnTo>
                    <a:pt x="148133" y="294900"/>
                  </a:lnTo>
                  <a:lnTo>
                    <a:pt x="137215" y="301902"/>
                  </a:lnTo>
                  <a:lnTo>
                    <a:pt x="138153" y="309264"/>
                  </a:lnTo>
                  <a:lnTo>
                    <a:pt x="141010" y="310490"/>
                  </a:lnTo>
                  <a:lnTo>
                    <a:pt x="141579" y="318017"/>
                  </a:lnTo>
                  <a:lnTo>
                    <a:pt x="141866" y="321806"/>
                  </a:lnTo>
                  <a:lnTo>
                    <a:pt x="144729" y="322305"/>
                  </a:lnTo>
                  <a:lnTo>
                    <a:pt x="144078" y="330959"/>
                  </a:lnTo>
                  <a:lnTo>
                    <a:pt x="129620" y="326013"/>
                  </a:lnTo>
                  <a:lnTo>
                    <a:pt x="126843" y="325064"/>
                  </a:lnTo>
                  <a:lnTo>
                    <a:pt x="124203" y="326164"/>
                  </a:lnTo>
                  <a:lnTo>
                    <a:pt x="114384" y="324595"/>
                  </a:lnTo>
                  <a:lnTo>
                    <a:pt x="105434" y="327382"/>
                  </a:lnTo>
                  <a:lnTo>
                    <a:pt x="100085" y="330812"/>
                  </a:lnTo>
                  <a:lnTo>
                    <a:pt x="97061" y="334986"/>
                  </a:lnTo>
                  <a:lnTo>
                    <a:pt x="92206" y="347675"/>
                  </a:lnTo>
                  <a:lnTo>
                    <a:pt x="95104" y="357519"/>
                  </a:lnTo>
                  <a:lnTo>
                    <a:pt x="99965" y="357882"/>
                  </a:lnTo>
                  <a:lnTo>
                    <a:pt x="99999" y="374555"/>
                  </a:lnTo>
                  <a:lnTo>
                    <a:pt x="98414" y="377552"/>
                  </a:lnTo>
                  <a:lnTo>
                    <a:pt x="93842" y="386200"/>
                  </a:lnTo>
                  <a:lnTo>
                    <a:pt x="90363" y="392780"/>
                  </a:lnTo>
                  <a:lnTo>
                    <a:pt x="63900" y="379148"/>
                  </a:lnTo>
                  <a:lnTo>
                    <a:pt x="50858" y="371264"/>
                  </a:lnTo>
                  <a:lnTo>
                    <a:pt x="42942" y="364241"/>
                  </a:lnTo>
                  <a:lnTo>
                    <a:pt x="30462" y="357718"/>
                  </a:lnTo>
                  <a:lnTo>
                    <a:pt x="30211" y="342624"/>
                  </a:lnTo>
                  <a:lnTo>
                    <a:pt x="27842" y="328878"/>
                  </a:lnTo>
                  <a:lnTo>
                    <a:pt x="32912" y="327625"/>
                  </a:lnTo>
                  <a:lnTo>
                    <a:pt x="33409" y="327502"/>
                  </a:lnTo>
                  <a:lnTo>
                    <a:pt x="41955" y="325389"/>
                  </a:lnTo>
                  <a:lnTo>
                    <a:pt x="40776" y="320219"/>
                  </a:lnTo>
                  <a:lnTo>
                    <a:pt x="39806" y="315964"/>
                  </a:lnTo>
                  <a:lnTo>
                    <a:pt x="38149" y="308693"/>
                  </a:lnTo>
                  <a:lnTo>
                    <a:pt x="40811" y="307409"/>
                  </a:lnTo>
                  <a:lnTo>
                    <a:pt x="42266" y="306986"/>
                  </a:lnTo>
                  <a:lnTo>
                    <a:pt x="46632" y="305716"/>
                  </a:lnTo>
                  <a:lnTo>
                    <a:pt x="50011" y="304734"/>
                  </a:lnTo>
                  <a:lnTo>
                    <a:pt x="53035" y="302479"/>
                  </a:lnTo>
                  <a:lnTo>
                    <a:pt x="54580" y="301328"/>
                  </a:lnTo>
                  <a:lnTo>
                    <a:pt x="56638" y="299846"/>
                  </a:lnTo>
                  <a:lnTo>
                    <a:pt x="63313" y="295042"/>
                  </a:lnTo>
                  <a:lnTo>
                    <a:pt x="68231" y="291502"/>
                  </a:lnTo>
                  <a:lnTo>
                    <a:pt x="68611" y="291227"/>
                  </a:lnTo>
                  <a:lnTo>
                    <a:pt x="71612" y="288533"/>
                  </a:lnTo>
                  <a:lnTo>
                    <a:pt x="72022" y="288166"/>
                  </a:lnTo>
                  <a:lnTo>
                    <a:pt x="75923" y="284662"/>
                  </a:lnTo>
                  <a:lnTo>
                    <a:pt x="77219" y="283500"/>
                  </a:lnTo>
                  <a:lnTo>
                    <a:pt x="79911" y="281043"/>
                  </a:lnTo>
                  <a:lnTo>
                    <a:pt x="85016" y="273940"/>
                  </a:lnTo>
                  <a:lnTo>
                    <a:pt x="86792" y="271468"/>
                  </a:lnTo>
                  <a:lnTo>
                    <a:pt x="91925" y="264325"/>
                  </a:lnTo>
                  <a:lnTo>
                    <a:pt x="92560" y="263441"/>
                  </a:lnTo>
                  <a:lnTo>
                    <a:pt x="93041" y="256103"/>
                  </a:lnTo>
                  <a:lnTo>
                    <a:pt x="93037" y="255926"/>
                  </a:lnTo>
                  <a:lnTo>
                    <a:pt x="91315" y="254753"/>
                  </a:lnTo>
                  <a:lnTo>
                    <a:pt x="82178" y="248527"/>
                  </a:lnTo>
                  <a:lnTo>
                    <a:pt x="84438" y="244728"/>
                  </a:lnTo>
                  <a:lnTo>
                    <a:pt x="83652" y="243939"/>
                  </a:lnTo>
                  <a:lnTo>
                    <a:pt x="101390" y="229706"/>
                  </a:lnTo>
                  <a:lnTo>
                    <a:pt x="111566" y="221541"/>
                  </a:lnTo>
                  <a:lnTo>
                    <a:pt x="122837" y="212497"/>
                  </a:lnTo>
                  <a:lnTo>
                    <a:pt x="129112" y="207462"/>
                  </a:lnTo>
                  <a:lnTo>
                    <a:pt x="128999" y="207324"/>
                  </a:lnTo>
                  <a:lnTo>
                    <a:pt x="127859" y="205932"/>
                  </a:lnTo>
                  <a:lnTo>
                    <a:pt x="127479" y="205469"/>
                  </a:lnTo>
                  <a:lnTo>
                    <a:pt x="111206" y="185599"/>
                  </a:lnTo>
                  <a:lnTo>
                    <a:pt x="110944" y="185279"/>
                  </a:lnTo>
                  <a:lnTo>
                    <a:pt x="95405" y="166307"/>
                  </a:lnTo>
                  <a:lnTo>
                    <a:pt x="94429" y="165243"/>
                  </a:lnTo>
                  <a:lnTo>
                    <a:pt x="93119" y="166340"/>
                  </a:lnTo>
                  <a:lnTo>
                    <a:pt x="74528" y="181915"/>
                  </a:lnTo>
                  <a:lnTo>
                    <a:pt x="54995" y="157409"/>
                  </a:lnTo>
                  <a:lnTo>
                    <a:pt x="41317" y="140247"/>
                  </a:lnTo>
                  <a:lnTo>
                    <a:pt x="47581" y="134467"/>
                  </a:lnTo>
                  <a:lnTo>
                    <a:pt x="42478" y="126323"/>
                  </a:lnTo>
                  <a:lnTo>
                    <a:pt x="38383" y="119788"/>
                  </a:lnTo>
                  <a:lnTo>
                    <a:pt x="37160" y="117836"/>
                  </a:lnTo>
                  <a:lnTo>
                    <a:pt x="32138" y="109821"/>
                  </a:lnTo>
                  <a:lnTo>
                    <a:pt x="24001" y="96835"/>
                  </a:lnTo>
                  <a:lnTo>
                    <a:pt x="14298" y="81349"/>
                  </a:lnTo>
                  <a:lnTo>
                    <a:pt x="0" y="58515"/>
                  </a:lnTo>
                  <a:lnTo>
                    <a:pt x="1537" y="57548"/>
                  </a:lnTo>
                  <a:lnTo>
                    <a:pt x="20225" y="46212"/>
                  </a:lnTo>
                  <a:lnTo>
                    <a:pt x="37817" y="35542"/>
                  </a:lnTo>
                  <a:lnTo>
                    <a:pt x="41498" y="33309"/>
                  </a:lnTo>
                  <a:lnTo>
                    <a:pt x="64171" y="19557"/>
                  </a:lnTo>
                  <a:lnTo>
                    <a:pt x="70297" y="15841"/>
                  </a:lnTo>
                  <a:lnTo>
                    <a:pt x="95816" y="363"/>
                  </a:lnTo>
                  <a:lnTo>
                    <a:pt x="96415" y="0"/>
                  </a:lnTo>
                  <a:lnTo>
                    <a:pt x="97116" y="1199"/>
                  </a:lnTo>
                  <a:lnTo>
                    <a:pt x="98304" y="3230"/>
                  </a:lnTo>
                  <a:lnTo>
                    <a:pt x="98982" y="4390"/>
                  </a:lnTo>
                  <a:lnTo>
                    <a:pt x="100423" y="6855"/>
                  </a:lnTo>
                  <a:lnTo>
                    <a:pt x="109747" y="22801"/>
                  </a:lnTo>
                  <a:lnTo>
                    <a:pt x="113310" y="28896"/>
                  </a:lnTo>
                  <a:lnTo>
                    <a:pt x="113469" y="29198"/>
                  </a:lnTo>
                  <a:lnTo>
                    <a:pt x="117750" y="37317"/>
                  </a:lnTo>
                  <a:lnTo>
                    <a:pt x="120265" y="42087"/>
                  </a:lnTo>
                  <a:lnTo>
                    <a:pt x="126113" y="53178"/>
                  </a:lnTo>
                  <a:lnTo>
                    <a:pt x="127967" y="63788"/>
                  </a:lnTo>
                  <a:lnTo>
                    <a:pt x="128292" y="65646"/>
                  </a:lnTo>
                  <a:lnTo>
                    <a:pt x="130512" y="78352"/>
                  </a:lnTo>
                  <a:lnTo>
                    <a:pt x="132884" y="91928"/>
                  </a:lnTo>
                  <a:lnTo>
                    <a:pt x="143710" y="105173"/>
                  </a:lnTo>
                  <a:lnTo>
                    <a:pt x="153143" y="116712"/>
                  </a:lnTo>
                  <a:lnTo>
                    <a:pt x="169692" y="136408"/>
                  </a:lnTo>
                  <a:lnTo>
                    <a:pt x="171851" y="138980"/>
                  </a:lnTo>
                  <a:lnTo>
                    <a:pt x="188252" y="158515"/>
                  </a:lnTo>
                  <a:lnTo>
                    <a:pt x="189185" y="159728"/>
                  </a:lnTo>
                  <a:lnTo>
                    <a:pt x="209767" y="141855"/>
                  </a:lnTo>
                  <a:lnTo>
                    <a:pt x="210747" y="141004"/>
                  </a:lnTo>
                  <a:lnTo>
                    <a:pt x="209767" y="139745"/>
                  </a:lnTo>
                  <a:lnTo>
                    <a:pt x="209432" y="139315"/>
                  </a:lnTo>
                  <a:lnTo>
                    <a:pt x="209767" y="139015"/>
                  </a:lnTo>
                  <a:lnTo>
                    <a:pt x="221625" y="128381"/>
                  </a:lnTo>
                  <a:lnTo>
                    <a:pt x="228167" y="122514"/>
                  </a:lnTo>
                  <a:lnTo>
                    <a:pt x="230011" y="121846"/>
                  </a:lnTo>
                  <a:lnTo>
                    <a:pt x="232191" y="121472"/>
                  </a:lnTo>
                  <a:lnTo>
                    <a:pt x="234641" y="122599"/>
                  </a:lnTo>
                  <a:lnTo>
                    <a:pt x="237802" y="125598"/>
                  </a:lnTo>
                  <a:lnTo>
                    <a:pt x="244575" y="116352"/>
                  </a:lnTo>
                  <a:lnTo>
                    <a:pt x="245043" y="116657"/>
                  </a:lnTo>
                  <a:lnTo>
                    <a:pt x="250355" y="121077"/>
                  </a:lnTo>
                  <a:lnTo>
                    <a:pt x="251662" y="122667"/>
                  </a:lnTo>
                  <a:lnTo>
                    <a:pt x="252236" y="123366"/>
                  </a:lnTo>
                  <a:lnTo>
                    <a:pt x="254047" y="125713"/>
                  </a:lnTo>
                  <a:lnTo>
                    <a:pt x="255785" y="128116"/>
                  </a:lnTo>
                  <a:lnTo>
                    <a:pt x="257449" y="130575"/>
                  </a:lnTo>
                  <a:lnTo>
                    <a:pt x="259037" y="133085"/>
                  </a:lnTo>
                  <a:lnTo>
                    <a:pt x="260547" y="135644"/>
                  </a:lnTo>
                  <a:lnTo>
                    <a:pt x="261540" y="137453"/>
                  </a:lnTo>
                  <a:lnTo>
                    <a:pt x="261978" y="138251"/>
                  </a:lnTo>
                  <a:lnTo>
                    <a:pt x="263329" y="140902"/>
                  </a:lnTo>
                  <a:lnTo>
                    <a:pt x="268256" y="149823"/>
                  </a:lnTo>
                  <a:lnTo>
                    <a:pt x="268512" y="150287"/>
                  </a:lnTo>
                  <a:lnTo>
                    <a:pt x="271784" y="156210"/>
                  </a:lnTo>
                  <a:lnTo>
                    <a:pt x="276412" y="164643"/>
                  </a:lnTo>
                  <a:lnTo>
                    <a:pt x="280549" y="172179"/>
                  </a:lnTo>
                  <a:lnTo>
                    <a:pt x="280837" y="172589"/>
                  </a:lnTo>
                  <a:lnTo>
                    <a:pt x="288727" y="167961"/>
                  </a:lnTo>
                  <a:lnTo>
                    <a:pt x="287358" y="165500"/>
                  </a:lnTo>
                  <a:lnTo>
                    <a:pt x="266571" y="128119"/>
                  </a:lnTo>
                  <a:lnTo>
                    <a:pt x="262891" y="123266"/>
                  </a:lnTo>
                  <a:lnTo>
                    <a:pt x="258225" y="117151"/>
                  </a:lnTo>
                  <a:lnTo>
                    <a:pt x="257234" y="115959"/>
                  </a:lnTo>
                  <a:lnTo>
                    <a:pt x="256303" y="114717"/>
                  </a:lnTo>
                  <a:lnTo>
                    <a:pt x="255590" y="113672"/>
                  </a:lnTo>
                  <a:lnTo>
                    <a:pt x="254919" y="112598"/>
                  </a:lnTo>
                  <a:lnTo>
                    <a:pt x="254292" y="111498"/>
                  </a:lnTo>
                  <a:lnTo>
                    <a:pt x="253709" y="110372"/>
                  </a:lnTo>
                  <a:lnTo>
                    <a:pt x="259428" y="110227"/>
                  </a:lnTo>
                  <a:lnTo>
                    <a:pt x="261001" y="110771"/>
                  </a:lnTo>
                  <a:lnTo>
                    <a:pt x="262544" y="111401"/>
                  </a:lnTo>
                  <a:lnTo>
                    <a:pt x="263984" y="112081"/>
                  </a:lnTo>
                  <a:lnTo>
                    <a:pt x="265388" y="112835"/>
                  </a:lnTo>
                  <a:lnTo>
                    <a:pt x="266752" y="113663"/>
                  </a:lnTo>
                  <a:lnTo>
                    <a:pt x="268073" y="114561"/>
                  </a:lnTo>
                  <a:lnTo>
                    <a:pt x="269347" y="115527"/>
                  </a:lnTo>
                  <a:lnTo>
                    <a:pt x="270571" y="116558"/>
                  </a:lnTo>
                  <a:lnTo>
                    <a:pt x="271741" y="117653"/>
                  </a:lnTo>
                  <a:lnTo>
                    <a:pt x="272854" y="118808"/>
                  </a:lnTo>
                  <a:lnTo>
                    <a:pt x="274604" y="118997"/>
                  </a:lnTo>
                  <a:lnTo>
                    <a:pt x="276345" y="119255"/>
                  </a:lnTo>
                  <a:lnTo>
                    <a:pt x="278075" y="119581"/>
                  </a:lnTo>
                  <a:lnTo>
                    <a:pt x="279792" y="119975"/>
                  </a:lnTo>
                  <a:lnTo>
                    <a:pt x="281270" y="120371"/>
                  </a:lnTo>
                  <a:lnTo>
                    <a:pt x="282734" y="120817"/>
                  </a:lnTo>
                  <a:lnTo>
                    <a:pt x="287511" y="122470"/>
                  </a:lnTo>
                  <a:lnTo>
                    <a:pt x="288153" y="125053"/>
                  </a:lnTo>
                  <a:lnTo>
                    <a:pt x="289789" y="131626"/>
                  </a:lnTo>
                  <a:lnTo>
                    <a:pt x="292092" y="140878"/>
                  </a:lnTo>
                  <a:lnTo>
                    <a:pt x="299036" y="150461"/>
                  </a:lnTo>
                  <a:lnTo>
                    <a:pt x="306403" y="160625"/>
                  </a:lnTo>
                  <a:lnTo>
                    <a:pt x="309988" y="162573"/>
                  </a:lnTo>
                  <a:lnTo>
                    <a:pt x="319948" y="178954"/>
                  </a:lnTo>
                  <a:lnTo>
                    <a:pt x="323697" y="176827"/>
                  </a:lnTo>
                  <a:lnTo>
                    <a:pt x="315095" y="162834"/>
                  </a:lnTo>
                  <a:lnTo>
                    <a:pt x="309855" y="154982"/>
                  </a:lnTo>
                  <a:lnTo>
                    <a:pt x="297705" y="137892"/>
                  </a:lnTo>
                  <a:lnTo>
                    <a:pt x="296608" y="130090"/>
                  </a:lnTo>
                  <a:lnTo>
                    <a:pt x="306468" y="127869"/>
                  </a:lnTo>
                  <a:lnTo>
                    <a:pt x="309193" y="131494"/>
                  </a:lnTo>
                  <a:lnTo>
                    <a:pt x="328436" y="151875"/>
                  </a:lnTo>
                  <a:lnTo>
                    <a:pt x="327487" y="162296"/>
                  </a:lnTo>
                  <a:lnTo>
                    <a:pt x="330065" y="168036"/>
                  </a:lnTo>
                  <a:lnTo>
                    <a:pt x="332111" y="172595"/>
                  </a:lnTo>
                  <a:lnTo>
                    <a:pt x="328673" y="174776"/>
                  </a:lnTo>
                  <a:lnTo>
                    <a:pt x="333534" y="181198"/>
                  </a:lnTo>
                  <a:lnTo>
                    <a:pt x="339139" y="185000"/>
                  </a:lnTo>
                  <a:lnTo>
                    <a:pt x="344078" y="188349"/>
                  </a:lnTo>
                  <a:lnTo>
                    <a:pt x="347448" y="185000"/>
                  </a:lnTo>
                  <a:lnTo>
                    <a:pt x="348590" y="183864"/>
                  </a:lnTo>
                  <a:lnTo>
                    <a:pt x="350029" y="185000"/>
                  </a:lnTo>
                  <a:lnTo>
                    <a:pt x="356783" y="190332"/>
                  </a:lnTo>
                  <a:lnTo>
                    <a:pt x="353192" y="194050"/>
                  </a:lnTo>
                  <a:lnTo>
                    <a:pt x="361038" y="208826"/>
                  </a:lnTo>
                  <a:lnTo>
                    <a:pt x="360682" y="216581"/>
                  </a:lnTo>
                  <a:lnTo>
                    <a:pt x="355704" y="232333"/>
                  </a:lnTo>
                  <a:lnTo>
                    <a:pt x="355044" y="240702"/>
                  </a:lnTo>
                  <a:lnTo>
                    <a:pt x="354919" y="242290"/>
                  </a:lnTo>
                  <a:lnTo>
                    <a:pt x="354608" y="246226"/>
                  </a:lnTo>
                  <a:lnTo>
                    <a:pt x="350487" y="246025"/>
                  </a:lnTo>
                  <a:lnTo>
                    <a:pt x="353214" y="268442"/>
                  </a:lnTo>
                  <a:lnTo>
                    <a:pt x="349657" y="269169"/>
                  </a:lnTo>
                  <a:lnTo>
                    <a:pt x="354518" y="285043"/>
                  </a:lnTo>
                  <a:lnTo>
                    <a:pt x="367203" y="302491"/>
                  </a:lnTo>
                  <a:lnTo>
                    <a:pt x="388855" y="310709"/>
                  </a:lnTo>
                  <a:lnTo>
                    <a:pt x="390064" y="314706"/>
                  </a:lnTo>
                  <a:lnTo>
                    <a:pt x="394798" y="317859"/>
                  </a:lnTo>
                  <a:lnTo>
                    <a:pt x="395631" y="318413"/>
                  </a:lnTo>
                  <a:lnTo>
                    <a:pt x="396292" y="318853"/>
                  </a:lnTo>
                  <a:lnTo>
                    <a:pt x="394600" y="321990"/>
                  </a:lnTo>
                  <a:lnTo>
                    <a:pt x="392109" y="326607"/>
                  </a:lnTo>
                  <a:lnTo>
                    <a:pt x="389519" y="331407"/>
                  </a:lnTo>
                  <a:lnTo>
                    <a:pt x="389351" y="331720"/>
                  </a:lnTo>
                  <a:lnTo>
                    <a:pt x="387868" y="334468"/>
                  </a:lnTo>
                  <a:lnTo>
                    <a:pt x="387070" y="334106"/>
                  </a:lnTo>
                  <a:lnTo>
                    <a:pt x="383239" y="332368"/>
                  </a:lnTo>
                  <a:lnTo>
                    <a:pt x="382529" y="331807"/>
                  </a:lnTo>
                  <a:lnTo>
                    <a:pt x="376133" y="326744"/>
                  </a:lnTo>
                  <a:lnTo>
                    <a:pt x="359984" y="321805"/>
                  </a:lnTo>
                  <a:lnTo>
                    <a:pt x="357668" y="320938"/>
                  </a:lnTo>
                  <a:lnTo>
                    <a:pt x="350497" y="320587"/>
                  </a:lnTo>
                  <a:lnTo>
                    <a:pt x="338156" y="304728"/>
                  </a:lnTo>
                  <a:lnTo>
                    <a:pt x="319757" y="281086"/>
                  </a:lnTo>
                  <a:lnTo>
                    <a:pt x="319144" y="281577"/>
                  </a:lnTo>
                  <a:lnTo>
                    <a:pt x="300986" y="296112"/>
                  </a:lnTo>
                  <a:lnTo>
                    <a:pt x="303848" y="299937"/>
                  </a:lnTo>
                  <a:lnTo>
                    <a:pt x="304700" y="301077"/>
                  </a:lnTo>
                  <a:lnTo>
                    <a:pt x="295298" y="308759"/>
                  </a:lnTo>
                  <a:lnTo>
                    <a:pt x="285478" y="316784"/>
                  </a:lnTo>
                  <a:lnTo>
                    <a:pt x="283450" y="315297"/>
                  </a:lnTo>
                  <a:lnTo>
                    <a:pt x="280563" y="313182"/>
                  </a:lnTo>
                  <a:lnTo>
                    <a:pt x="270576" y="307292"/>
                  </a:lnTo>
                  <a:lnTo>
                    <a:pt x="263506" y="303393"/>
                  </a:lnTo>
                  <a:lnTo>
                    <a:pt x="261240" y="302143"/>
                  </a:lnTo>
                  <a:lnTo>
                    <a:pt x="251311" y="298962"/>
                  </a:lnTo>
                  <a:lnTo>
                    <a:pt x="236344" y="294872"/>
                  </a:lnTo>
                  <a:lnTo>
                    <a:pt x="231647" y="293706"/>
                  </a:lnTo>
                  <a:lnTo>
                    <a:pt x="219027" y="290572"/>
                  </a:lnTo>
                  <a:lnTo>
                    <a:pt x="201181" y="288195"/>
                  </a:lnTo>
                  <a:lnTo>
                    <a:pt x="194696" y="287805"/>
                  </a:lnTo>
                  <a:lnTo>
                    <a:pt x="178931" y="286857"/>
                  </a:lnTo>
                  <a:lnTo>
                    <a:pt x="177256" y="285984"/>
                  </a:lnTo>
                  <a:lnTo>
                    <a:pt x="175604" y="285125"/>
                  </a:lnTo>
                  <a:lnTo>
                    <a:pt x="174168" y="286752"/>
                  </a:lnTo>
                  <a:lnTo>
                    <a:pt x="173983" y="286961"/>
                  </a:lnTo>
                  <a:lnTo>
                    <a:pt x="173583" y="287353"/>
                  </a:lnTo>
                  <a:lnTo>
                    <a:pt x="172053" y="288852"/>
                  </a:lnTo>
                  <a:lnTo>
                    <a:pt x="171737" y="289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44"/>
            <p:cNvSpPr/>
            <p:nvPr/>
          </p:nvSpPr>
          <p:spPr>
            <a:xfrm>
              <a:off x="4331249" y="2899080"/>
              <a:ext cx="500115" cy="699047"/>
            </a:xfrm>
            <a:custGeom>
              <a:avLst/>
              <a:pathLst>
                <a:path w="500115" h="699047">
                  <a:moveTo>
                    <a:pt x="500115" y="78480"/>
                  </a:moveTo>
                  <a:lnTo>
                    <a:pt x="499702" y="79245"/>
                  </a:lnTo>
                  <a:lnTo>
                    <a:pt x="499569" y="79489"/>
                  </a:lnTo>
                  <a:lnTo>
                    <a:pt x="499364" y="79868"/>
                  </a:lnTo>
                  <a:lnTo>
                    <a:pt x="499259" y="80062"/>
                  </a:lnTo>
                  <a:lnTo>
                    <a:pt x="498948" y="80636"/>
                  </a:lnTo>
                  <a:lnTo>
                    <a:pt x="498674" y="81143"/>
                  </a:lnTo>
                  <a:lnTo>
                    <a:pt x="484043" y="108162"/>
                  </a:lnTo>
                  <a:lnTo>
                    <a:pt x="482431" y="111139"/>
                  </a:lnTo>
                  <a:lnTo>
                    <a:pt x="481649" y="112584"/>
                  </a:lnTo>
                  <a:lnTo>
                    <a:pt x="464205" y="144797"/>
                  </a:lnTo>
                  <a:lnTo>
                    <a:pt x="462476" y="147991"/>
                  </a:lnTo>
                  <a:lnTo>
                    <a:pt x="461675" y="149470"/>
                  </a:lnTo>
                  <a:lnTo>
                    <a:pt x="461081" y="150566"/>
                  </a:lnTo>
                  <a:lnTo>
                    <a:pt x="447116" y="176357"/>
                  </a:lnTo>
                  <a:lnTo>
                    <a:pt x="444412" y="181351"/>
                  </a:lnTo>
                  <a:lnTo>
                    <a:pt x="443818" y="182448"/>
                  </a:lnTo>
                  <a:lnTo>
                    <a:pt x="443612" y="182827"/>
                  </a:lnTo>
                  <a:lnTo>
                    <a:pt x="432267" y="203516"/>
                  </a:lnTo>
                  <a:lnTo>
                    <a:pt x="418982" y="227744"/>
                  </a:lnTo>
                  <a:lnTo>
                    <a:pt x="402761" y="257326"/>
                  </a:lnTo>
                  <a:lnTo>
                    <a:pt x="389011" y="282401"/>
                  </a:lnTo>
                  <a:lnTo>
                    <a:pt x="371717" y="313938"/>
                  </a:lnTo>
                  <a:lnTo>
                    <a:pt x="360958" y="333558"/>
                  </a:lnTo>
                  <a:lnTo>
                    <a:pt x="360192" y="334956"/>
                  </a:lnTo>
                  <a:lnTo>
                    <a:pt x="363292" y="336702"/>
                  </a:lnTo>
                  <a:lnTo>
                    <a:pt x="360323" y="343139"/>
                  </a:lnTo>
                  <a:lnTo>
                    <a:pt x="352062" y="358600"/>
                  </a:lnTo>
                  <a:lnTo>
                    <a:pt x="351922" y="358863"/>
                  </a:lnTo>
                  <a:lnTo>
                    <a:pt x="340958" y="379383"/>
                  </a:lnTo>
                  <a:lnTo>
                    <a:pt x="339340" y="382411"/>
                  </a:lnTo>
                  <a:lnTo>
                    <a:pt x="330355" y="399228"/>
                  </a:lnTo>
                  <a:lnTo>
                    <a:pt x="328499" y="398239"/>
                  </a:lnTo>
                  <a:lnTo>
                    <a:pt x="298855" y="382437"/>
                  </a:lnTo>
                  <a:lnTo>
                    <a:pt x="274078" y="369230"/>
                  </a:lnTo>
                  <a:lnTo>
                    <a:pt x="273564" y="370169"/>
                  </a:lnTo>
                  <a:lnTo>
                    <a:pt x="273095" y="371028"/>
                  </a:lnTo>
                  <a:lnTo>
                    <a:pt x="260684" y="393727"/>
                  </a:lnTo>
                  <a:lnTo>
                    <a:pt x="257465" y="399616"/>
                  </a:lnTo>
                  <a:lnTo>
                    <a:pt x="248191" y="416578"/>
                  </a:lnTo>
                  <a:lnTo>
                    <a:pt x="247359" y="418099"/>
                  </a:lnTo>
                  <a:lnTo>
                    <a:pt x="240061" y="431449"/>
                  </a:lnTo>
                  <a:lnTo>
                    <a:pt x="234215" y="442221"/>
                  </a:lnTo>
                  <a:lnTo>
                    <a:pt x="228992" y="451844"/>
                  </a:lnTo>
                  <a:lnTo>
                    <a:pt x="201362" y="502751"/>
                  </a:lnTo>
                  <a:lnTo>
                    <a:pt x="197881" y="509164"/>
                  </a:lnTo>
                  <a:lnTo>
                    <a:pt x="183727" y="535243"/>
                  </a:lnTo>
                  <a:lnTo>
                    <a:pt x="173652" y="553807"/>
                  </a:lnTo>
                  <a:lnTo>
                    <a:pt x="173052" y="554911"/>
                  </a:lnTo>
                  <a:lnTo>
                    <a:pt x="170279" y="560020"/>
                  </a:lnTo>
                  <a:lnTo>
                    <a:pt x="147181" y="602579"/>
                  </a:lnTo>
                  <a:lnTo>
                    <a:pt x="140753" y="614422"/>
                  </a:lnTo>
                  <a:lnTo>
                    <a:pt x="138929" y="617783"/>
                  </a:lnTo>
                  <a:lnTo>
                    <a:pt x="133617" y="627570"/>
                  </a:lnTo>
                  <a:lnTo>
                    <a:pt x="107706" y="675310"/>
                  </a:lnTo>
                  <a:lnTo>
                    <a:pt x="99194" y="690994"/>
                  </a:lnTo>
                  <a:lnTo>
                    <a:pt x="98637" y="692020"/>
                  </a:lnTo>
                  <a:lnTo>
                    <a:pt x="98474" y="692320"/>
                  </a:lnTo>
                  <a:lnTo>
                    <a:pt x="95808" y="697232"/>
                  </a:lnTo>
                  <a:lnTo>
                    <a:pt x="94823" y="699047"/>
                  </a:lnTo>
                  <a:lnTo>
                    <a:pt x="52467" y="673707"/>
                  </a:lnTo>
                  <a:lnTo>
                    <a:pt x="38842" y="666304"/>
                  </a:lnTo>
                  <a:lnTo>
                    <a:pt x="1702" y="646127"/>
                  </a:lnTo>
                  <a:lnTo>
                    <a:pt x="0" y="645202"/>
                  </a:lnTo>
                  <a:lnTo>
                    <a:pt x="3502" y="640519"/>
                  </a:lnTo>
                  <a:lnTo>
                    <a:pt x="3932" y="639944"/>
                  </a:lnTo>
                  <a:lnTo>
                    <a:pt x="4206" y="639589"/>
                  </a:lnTo>
                  <a:lnTo>
                    <a:pt x="7969" y="634725"/>
                  </a:lnTo>
                  <a:lnTo>
                    <a:pt x="9262" y="632947"/>
                  </a:lnTo>
                  <a:lnTo>
                    <a:pt x="12956" y="627868"/>
                  </a:lnTo>
                  <a:lnTo>
                    <a:pt x="18953" y="618523"/>
                  </a:lnTo>
                  <a:lnTo>
                    <a:pt x="21387" y="614943"/>
                  </a:lnTo>
                  <a:lnTo>
                    <a:pt x="26329" y="606880"/>
                  </a:lnTo>
                  <a:lnTo>
                    <a:pt x="27858" y="604384"/>
                  </a:lnTo>
                  <a:lnTo>
                    <a:pt x="30649" y="599651"/>
                  </a:lnTo>
                  <a:lnTo>
                    <a:pt x="38669" y="585177"/>
                  </a:lnTo>
                  <a:lnTo>
                    <a:pt x="44839" y="574042"/>
                  </a:lnTo>
                  <a:lnTo>
                    <a:pt x="45219" y="573341"/>
                  </a:lnTo>
                  <a:lnTo>
                    <a:pt x="48604" y="567096"/>
                  </a:lnTo>
                  <a:lnTo>
                    <a:pt x="49129" y="566126"/>
                  </a:lnTo>
                  <a:lnTo>
                    <a:pt x="60988" y="544247"/>
                  </a:lnTo>
                  <a:lnTo>
                    <a:pt x="66943" y="533141"/>
                  </a:lnTo>
                  <a:lnTo>
                    <a:pt x="71537" y="524572"/>
                  </a:lnTo>
                  <a:lnTo>
                    <a:pt x="74108" y="519777"/>
                  </a:lnTo>
                  <a:lnTo>
                    <a:pt x="91223" y="488213"/>
                  </a:lnTo>
                  <a:lnTo>
                    <a:pt x="93667" y="483586"/>
                  </a:lnTo>
                  <a:lnTo>
                    <a:pt x="94068" y="482938"/>
                  </a:lnTo>
                  <a:lnTo>
                    <a:pt x="96312" y="479322"/>
                  </a:lnTo>
                  <a:lnTo>
                    <a:pt x="97048" y="478136"/>
                  </a:lnTo>
                  <a:lnTo>
                    <a:pt x="116568" y="441981"/>
                  </a:lnTo>
                  <a:lnTo>
                    <a:pt x="119289" y="437056"/>
                  </a:lnTo>
                  <a:lnTo>
                    <a:pt x="124454" y="427708"/>
                  </a:lnTo>
                  <a:lnTo>
                    <a:pt x="134116" y="410220"/>
                  </a:lnTo>
                  <a:lnTo>
                    <a:pt x="138247" y="402855"/>
                  </a:lnTo>
                  <a:lnTo>
                    <a:pt x="140870" y="398179"/>
                  </a:lnTo>
                  <a:lnTo>
                    <a:pt x="140969" y="398004"/>
                  </a:lnTo>
                  <a:lnTo>
                    <a:pt x="141466" y="397118"/>
                  </a:lnTo>
                  <a:lnTo>
                    <a:pt x="149395" y="382982"/>
                  </a:lnTo>
                  <a:lnTo>
                    <a:pt x="155076" y="372854"/>
                  </a:lnTo>
                  <a:lnTo>
                    <a:pt x="164274" y="355706"/>
                  </a:lnTo>
                  <a:lnTo>
                    <a:pt x="167934" y="348884"/>
                  </a:lnTo>
                  <a:lnTo>
                    <a:pt x="173138" y="339182"/>
                  </a:lnTo>
                  <a:lnTo>
                    <a:pt x="177051" y="331886"/>
                  </a:lnTo>
                  <a:lnTo>
                    <a:pt x="179448" y="327417"/>
                  </a:lnTo>
                  <a:lnTo>
                    <a:pt x="183470" y="319919"/>
                  </a:lnTo>
                  <a:lnTo>
                    <a:pt x="183796" y="319356"/>
                  </a:lnTo>
                  <a:lnTo>
                    <a:pt x="192432" y="304446"/>
                  </a:lnTo>
                  <a:lnTo>
                    <a:pt x="195519" y="299114"/>
                  </a:lnTo>
                  <a:lnTo>
                    <a:pt x="196022" y="298247"/>
                  </a:lnTo>
                  <a:lnTo>
                    <a:pt x="196252" y="297825"/>
                  </a:lnTo>
                  <a:lnTo>
                    <a:pt x="196408" y="297538"/>
                  </a:lnTo>
                  <a:lnTo>
                    <a:pt x="196666" y="297065"/>
                  </a:lnTo>
                  <a:lnTo>
                    <a:pt x="201298" y="288564"/>
                  </a:lnTo>
                  <a:lnTo>
                    <a:pt x="218688" y="256647"/>
                  </a:lnTo>
                  <a:lnTo>
                    <a:pt x="220112" y="254097"/>
                  </a:lnTo>
                  <a:lnTo>
                    <a:pt x="220491" y="253418"/>
                  </a:lnTo>
                  <a:lnTo>
                    <a:pt x="232516" y="231887"/>
                  </a:lnTo>
                  <a:lnTo>
                    <a:pt x="235209" y="227065"/>
                  </a:lnTo>
                  <a:lnTo>
                    <a:pt x="245462" y="207973"/>
                  </a:lnTo>
                  <a:lnTo>
                    <a:pt x="255615" y="189070"/>
                  </a:lnTo>
                  <a:lnTo>
                    <a:pt x="257115" y="186278"/>
                  </a:lnTo>
                  <a:lnTo>
                    <a:pt x="258835" y="183073"/>
                  </a:lnTo>
                  <a:lnTo>
                    <a:pt x="262195" y="176818"/>
                  </a:lnTo>
                  <a:lnTo>
                    <a:pt x="262914" y="175480"/>
                  </a:lnTo>
                  <a:lnTo>
                    <a:pt x="267371" y="167513"/>
                  </a:lnTo>
                  <a:lnTo>
                    <a:pt x="272675" y="158031"/>
                  </a:lnTo>
                  <a:lnTo>
                    <a:pt x="275953" y="152173"/>
                  </a:lnTo>
                  <a:lnTo>
                    <a:pt x="281947" y="141459"/>
                  </a:lnTo>
                  <a:lnTo>
                    <a:pt x="290535" y="126109"/>
                  </a:lnTo>
                  <a:lnTo>
                    <a:pt x="291327" y="124636"/>
                  </a:lnTo>
                  <a:lnTo>
                    <a:pt x="291784" y="123787"/>
                  </a:lnTo>
                  <a:lnTo>
                    <a:pt x="300482" y="107624"/>
                  </a:lnTo>
                  <a:lnTo>
                    <a:pt x="304066" y="100963"/>
                  </a:lnTo>
                  <a:lnTo>
                    <a:pt x="308434" y="93065"/>
                  </a:lnTo>
                  <a:lnTo>
                    <a:pt x="311865" y="86861"/>
                  </a:lnTo>
                  <a:lnTo>
                    <a:pt x="312061" y="86505"/>
                  </a:lnTo>
                  <a:lnTo>
                    <a:pt x="312180" y="86287"/>
                  </a:lnTo>
                  <a:lnTo>
                    <a:pt x="320211" y="71496"/>
                  </a:lnTo>
                  <a:lnTo>
                    <a:pt x="325653" y="61564"/>
                  </a:lnTo>
                  <a:lnTo>
                    <a:pt x="329692" y="54192"/>
                  </a:lnTo>
                  <a:lnTo>
                    <a:pt x="331137" y="51555"/>
                  </a:lnTo>
                  <a:lnTo>
                    <a:pt x="333272" y="47658"/>
                  </a:lnTo>
                  <a:lnTo>
                    <a:pt x="335279" y="43993"/>
                  </a:lnTo>
                  <a:lnTo>
                    <a:pt x="339805" y="35235"/>
                  </a:lnTo>
                  <a:lnTo>
                    <a:pt x="344409" y="26322"/>
                  </a:lnTo>
                  <a:lnTo>
                    <a:pt x="345920" y="23540"/>
                  </a:lnTo>
                  <a:lnTo>
                    <a:pt x="354804" y="7175"/>
                  </a:lnTo>
                  <a:lnTo>
                    <a:pt x="358700" y="0"/>
                  </a:lnTo>
                  <a:lnTo>
                    <a:pt x="360533" y="1016"/>
                  </a:lnTo>
                  <a:lnTo>
                    <a:pt x="381542" y="12668"/>
                  </a:lnTo>
                  <a:lnTo>
                    <a:pt x="399934" y="22867"/>
                  </a:lnTo>
                  <a:lnTo>
                    <a:pt x="428032" y="38450"/>
                  </a:lnTo>
                  <a:lnTo>
                    <a:pt x="439316" y="44708"/>
                  </a:lnTo>
                  <a:lnTo>
                    <a:pt x="446529" y="48708"/>
                  </a:lnTo>
                  <a:lnTo>
                    <a:pt x="447440" y="49214"/>
                  </a:lnTo>
                  <a:lnTo>
                    <a:pt x="447605" y="49305"/>
                  </a:lnTo>
                  <a:lnTo>
                    <a:pt x="448247" y="49661"/>
                  </a:lnTo>
                  <a:lnTo>
                    <a:pt x="448593" y="49852"/>
                  </a:lnTo>
                  <a:lnTo>
                    <a:pt x="449037" y="50098"/>
                  </a:lnTo>
                  <a:lnTo>
                    <a:pt x="449192" y="50184"/>
                  </a:lnTo>
                  <a:lnTo>
                    <a:pt x="449418" y="50309"/>
                  </a:lnTo>
                  <a:lnTo>
                    <a:pt x="449606" y="50413"/>
                  </a:lnTo>
                  <a:lnTo>
                    <a:pt x="450350" y="50825"/>
                  </a:lnTo>
                  <a:lnTo>
                    <a:pt x="450967" y="51167"/>
                  </a:lnTo>
                  <a:lnTo>
                    <a:pt x="451868" y="51666"/>
                  </a:lnTo>
                  <a:lnTo>
                    <a:pt x="452905" y="52240"/>
                  </a:lnTo>
                  <a:lnTo>
                    <a:pt x="454016" y="52855"/>
                  </a:lnTo>
                  <a:lnTo>
                    <a:pt x="455551" y="53706"/>
                  </a:lnTo>
                  <a:lnTo>
                    <a:pt x="456334" y="54139"/>
                  </a:lnTo>
                  <a:lnTo>
                    <a:pt x="456580" y="54275"/>
                  </a:lnTo>
                  <a:lnTo>
                    <a:pt x="458633" y="55412"/>
                  </a:lnTo>
                  <a:lnTo>
                    <a:pt x="459493" y="55888"/>
                  </a:lnTo>
                  <a:lnTo>
                    <a:pt x="460097" y="56223"/>
                  </a:lnTo>
                  <a:lnTo>
                    <a:pt x="461168" y="56816"/>
                  </a:lnTo>
                  <a:lnTo>
                    <a:pt x="462560" y="57587"/>
                  </a:lnTo>
                  <a:lnTo>
                    <a:pt x="464112" y="58446"/>
                  </a:lnTo>
                  <a:lnTo>
                    <a:pt x="464814" y="58835"/>
                  </a:lnTo>
                  <a:lnTo>
                    <a:pt x="466628" y="59839"/>
                  </a:lnTo>
                  <a:lnTo>
                    <a:pt x="467365" y="60248"/>
                  </a:lnTo>
                  <a:lnTo>
                    <a:pt x="469413" y="61382"/>
                  </a:lnTo>
                  <a:lnTo>
                    <a:pt x="470089" y="61756"/>
                  </a:lnTo>
                  <a:lnTo>
                    <a:pt x="470307" y="61877"/>
                  </a:lnTo>
                  <a:lnTo>
                    <a:pt x="472353" y="63009"/>
                  </a:lnTo>
                  <a:lnTo>
                    <a:pt x="472972" y="63352"/>
                  </a:lnTo>
                  <a:lnTo>
                    <a:pt x="475030" y="64492"/>
                  </a:lnTo>
                  <a:lnTo>
                    <a:pt x="475619" y="64818"/>
                  </a:lnTo>
                  <a:lnTo>
                    <a:pt x="478412" y="66365"/>
                  </a:lnTo>
                  <a:lnTo>
                    <a:pt x="478571" y="66453"/>
                  </a:lnTo>
                  <a:lnTo>
                    <a:pt x="481475" y="68061"/>
                  </a:lnTo>
                  <a:lnTo>
                    <a:pt x="482333" y="68537"/>
                  </a:lnTo>
                  <a:lnTo>
                    <a:pt x="484378" y="69669"/>
                  </a:lnTo>
                  <a:lnTo>
                    <a:pt x="485211" y="70130"/>
                  </a:lnTo>
                  <a:lnTo>
                    <a:pt x="485657" y="70377"/>
                  </a:lnTo>
                  <a:lnTo>
                    <a:pt x="487618" y="71463"/>
                  </a:lnTo>
                  <a:lnTo>
                    <a:pt x="488478" y="71939"/>
                  </a:lnTo>
                  <a:lnTo>
                    <a:pt x="490822" y="73237"/>
                  </a:lnTo>
                  <a:lnTo>
                    <a:pt x="491191" y="73441"/>
                  </a:lnTo>
                  <a:lnTo>
                    <a:pt x="493649" y="74802"/>
                  </a:lnTo>
                  <a:lnTo>
                    <a:pt x="493829" y="74902"/>
                  </a:lnTo>
                  <a:lnTo>
                    <a:pt x="495375" y="75759"/>
                  </a:lnTo>
                  <a:lnTo>
                    <a:pt x="497477" y="76923"/>
                  </a:lnTo>
                  <a:lnTo>
                    <a:pt x="498374" y="77419"/>
                  </a:lnTo>
                  <a:lnTo>
                    <a:pt x="499909" y="78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45"/>
            <p:cNvSpPr/>
            <p:nvPr/>
          </p:nvSpPr>
          <p:spPr>
            <a:xfrm>
              <a:off x="4338437" y="2977487"/>
              <a:ext cx="701394" cy="930456"/>
            </a:xfrm>
            <a:custGeom>
              <a:avLst/>
              <a:pathLst>
                <a:path w="701394" h="930456">
                  <a:moveTo>
                    <a:pt x="575087" y="301172"/>
                  </a:moveTo>
                  <a:lnTo>
                    <a:pt x="571373" y="324607"/>
                  </a:lnTo>
                  <a:lnTo>
                    <a:pt x="600886" y="329358"/>
                  </a:lnTo>
                  <a:lnTo>
                    <a:pt x="668536" y="340248"/>
                  </a:lnTo>
                  <a:lnTo>
                    <a:pt x="701394" y="345537"/>
                  </a:lnTo>
                  <a:lnTo>
                    <a:pt x="697469" y="370690"/>
                  </a:lnTo>
                  <a:lnTo>
                    <a:pt x="686444" y="441343"/>
                  </a:lnTo>
                  <a:lnTo>
                    <a:pt x="685910" y="444765"/>
                  </a:lnTo>
                  <a:lnTo>
                    <a:pt x="683892" y="457697"/>
                  </a:lnTo>
                  <a:lnTo>
                    <a:pt x="682551" y="466293"/>
                  </a:lnTo>
                  <a:lnTo>
                    <a:pt x="678465" y="465636"/>
                  </a:lnTo>
                  <a:lnTo>
                    <a:pt x="678079" y="465574"/>
                  </a:lnTo>
                  <a:lnTo>
                    <a:pt x="648939" y="460883"/>
                  </a:lnTo>
                  <a:lnTo>
                    <a:pt x="637266" y="459004"/>
                  </a:lnTo>
                  <a:lnTo>
                    <a:pt x="619398" y="456129"/>
                  </a:lnTo>
                  <a:lnTo>
                    <a:pt x="611498" y="454857"/>
                  </a:lnTo>
                  <a:lnTo>
                    <a:pt x="594580" y="452042"/>
                  </a:lnTo>
                  <a:lnTo>
                    <a:pt x="587812" y="450916"/>
                  </a:lnTo>
                  <a:lnTo>
                    <a:pt x="580472" y="449695"/>
                  </a:lnTo>
                  <a:lnTo>
                    <a:pt x="554318" y="445343"/>
                  </a:lnTo>
                  <a:lnTo>
                    <a:pt x="554260" y="445681"/>
                  </a:lnTo>
                  <a:lnTo>
                    <a:pt x="554080" y="446724"/>
                  </a:lnTo>
                  <a:lnTo>
                    <a:pt x="546168" y="492575"/>
                  </a:lnTo>
                  <a:lnTo>
                    <a:pt x="546131" y="492790"/>
                  </a:lnTo>
                  <a:lnTo>
                    <a:pt x="542882" y="504329"/>
                  </a:lnTo>
                  <a:lnTo>
                    <a:pt x="540628" y="509997"/>
                  </a:lnTo>
                  <a:lnTo>
                    <a:pt x="535898" y="521892"/>
                  </a:lnTo>
                  <a:lnTo>
                    <a:pt x="535490" y="522726"/>
                  </a:lnTo>
                  <a:lnTo>
                    <a:pt x="532716" y="528396"/>
                  </a:lnTo>
                  <a:lnTo>
                    <a:pt x="531673" y="530529"/>
                  </a:lnTo>
                  <a:lnTo>
                    <a:pt x="531449" y="530986"/>
                  </a:lnTo>
                  <a:lnTo>
                    <a:pt x="530093" y="533760"/>
                  </a:lnTo>
                  <a:lnTo>
                    <a:pt x="527541" y="538976"/>
                  </a:lnTo>
                  <a:lnTo>
                    <a:pt x="527000" y="540081"/>
                  </a:lnTo>
                  <a:lnTo>
                    <a:pt x="526846" y="540369"/>
                  </a:lnTo>
                  <a:lnTo>
                    <a:pt x="518720" y="555500"/>
                  </a:lnTo>
                  <a:lnTo>
                    <a:pt x="517854" y="557112"/>
                  </a:lnTo>
                  <a:lnTo>
                    <a:pt x="517723" y="557355"/>
                  </a:lnTo>
                  <a:lnTo>
                    <a:pt x="504704" y="581599"/>
                  </a:lnTo>
                  <a:lnTo>
                    <a:pt x="503577" y="583885"/>
                  </a:lnTo>
                  <a:lnTo>
                    <a:pt x="499581" y="591995"/>
                  </a:lnTo>
                  <a:lnTo>
                    <a:pt x="494332" y="602646"/>
                  </a:lnTo>
                  <a:lnTo>
                    <a:pt x="491873" y="606404"/>
                  </a:lnTo>
                  <a:lnTo>
                    <a:pt x="487606" y="612926"/>
                  </a:lnTo>
                  <a:lnTo>
                    <a:pt x="486586" y="614484"/>
                  </a:lnTo>
                  <a:lnTo>
                    <a:pt x="486121" y="615195"/>
                  </a:lnTo>
                  <a:lnTo>
                    <a:pt x="483697" y="618899"/>
                  </a:lnTo>
                  <a:lnTo>
                    <a:pt x="482857" y="620501"/>
                  </a:lnTo>
                  <a:lnTo>
                    <a:pt x="472855" y="639584"/>
                  </a:lnTo>
                  <a:lnTo>
                    <a:pt x="462589" y="659168"/>
                  </a:lnTo>
                  <a:lnTo>
                    <a:pt x="458203" y="667537"/>
                  </a:lnTo>
                  <a:lnTo>
                    <a:pt x="454787" y="674053"/>
                  </a:lnTo>
                  <a:lnTo>
                    <a:pt x="438183" y="705730"/>
                  </a:lnTo>
                  <a:lnTo>
                    <a:pt x="434792" y="711977"/>
                  </a:lnTo>
                  <a:lnTo>
                    <a:pt x="430046" y="720720"/>
                  </a:lnTo>
                  <a:lnTo>
                    <a:pt x="427369" y="725651"/>
                  </a:lnTo>
                  <a:lnTo>
                    <a:pt x="422589" y="734456"/>
                  </a:lnTo>
                  <a:lnTo>
                    <a:pt x="411776" y="754376"/>
                  </a:lnTo>
                  <a:lnTo>
                    <a:pt x="407067" y="763050"/>
                  </a:lnTo>
                  <a:lnTo>
                    <a:pt x="401391" y="773504"/>
                  </a:lnTo>
                  <a:lnTo>
                    <a:pt x="401002" y="774235"/>
                  </a:lnTo>
                  <a:lnTo>
                    <a:pt x="400878" y="774468"/>
                  </a:lnTo>
                  <a:lnTo>
                    <a:pt x="389084" y="796627"/>
                  </a:lnTo>
                  <a:lnTo>
                    <a:pt x="377898" y="817643"/>
                  </a:lnTo>
                  <a:lnTo>
                    <a:pt x="377679" y="818055"/>
                  </a:lnTo>
                  <a:lnTo>
                    <a:pt x="373163" y="826539"/>
                  </a:lnTo>
                  <a:lnTo>
                    <a:pt x="371843" y="829019"/>
                  </a:lnTo>
                  <a:lnTo>
                    <a:pt x="371481" y="829698"/>
                  </a:lnTo>
                  <a:lnTo>
                    <a:pt x="363515" y="844664"/>
                  </a:lnTo>
                  <a:lnTo>
                    <a:pt x="355229" y="860232"/>
                  </a:lnTo>
                  <a:lnTo>
                    <a:pt x="354950" y="860756"/>
                  </a:lnTo>
                  <a:lnTo>
                    <a:pt x="353724" y="863059"/>
                  </a:lnTo>
                  <a:lnTo>
                    <a:pt x="353247" y="863955"/>
                  </a:lnTo>
                  <a:lnTo>
                    <a:pt x="344220" y="879463"/>
                  </a:lnTo>
                  <a:lnTo>
                    <a:pt x="328121" y="907357"/>
                  </a:lnTo>
                  <a:lnTo>
                    <a:pt x="323709" y="915065"/>
                  </a:lnTo>
                  <a:lnTo>
                    <a:pt x="316750" y="927224"/>
                  </a:lnTo>
                  <a:lnTo>
                    <a:pt x="314840" y="930456"/>
                  </a:lnTo>
                  <a:lnTo>
                    <a:pt x="291122" y="917454"/>
                  </a:lnTo>
                  <a:lnTo>
                    <a:pt x="274479" y="908330"/>
                  </a:lnTo>
                  <a:lnTo>
                    <a:pt x="269009" y="905332"/>
                  </a:lnTo>
                  <a:lnTo>
                    <a:pt x="261763" y="901359"/>
                  </a:lnTo>
                  <a:lnTo>
                    <a:pt x="247732" y="893668"/>
                  </a:lnTo>
                  <a:lnTo>
                    <a:pt x="247550" y="893568"/>
                  </a:lnTo>
                  <a:lnTo>
                    <a:pt x="218167" y="877472"/>
                  </a:lnTo>
                  <a:lnTo>
                    <a:pt x="217765" y="877247"/>
                  </a:lnTo>
                  <a:lnTo>
                    <a:pt x="175052" y="853285"/>
                  </a:lnTo>
                  <a:lnTo>
                    <a:pt x="174875" y="853186"/>
                  </a:lnTo>
                  <a:lnTo>
                    <a:pt x="174678" y="852307"/>
                  </a:lnTo>
                  <a:lnTo>
                    <a:pt x="174683" y="851520"/>
                  </a:lnTo>
                  <a:lnTo>
                    <a:pt x="174688" y="850676"/>
                  </a:lnTo>
                  <a:lnTo>
                    <a:pt x="174697" y="849222"/>
                  </a:lnTo>
                  <a:lnTo>
                    <a:pt x="174698" y="849077"/>
                  </a:lnTo>
                  <a:lnTo>
                    <a:pt x="174704" y="848025"/>
                  </a:lnTo>
                  <a:lnTo>
                    <a:pt x="174570" y="847950"/>
                  </a:lnTo>
                  <a:lnTo>
                    <a:pt x="150888" y="834792"/>
                  </a:lnTo>
                  <a:lnTo>
                    <a:pt x="139913" y="828694"/>
                  </a:lnTo>
                  <a:lnTo>
                    <a:pt x="78063" y="794328"/>
                  </a:lnTo>
                  <a:lnTo>
                    <a:pt x="72565" y="797227"/>
                  </a:lnTo>
                  <a:lnTo>
                    <a:pt x="71001" y="796403"/>
                  </a:lnTo>
                  <a:lnTo>
                    <a:pt x="69761" y="795749"/>
                  </a:lnTo>
                  <a:lnTo>
                    <a:pt x="47028" y="783766"/>
                  </a:lnTo>
                  <a:lnTo>
                    <a:pt x="41358" y="781020"/>
                  </a:lnTo>
                  <a:lnTo>
                    <a:pt x="30917" y="775963"/>
                  </a:lnTo>
                  <a:lnTo>
                    <a:pt x="27066" y="775581"/>
                  </a:lnTo>
                  <a:lnTo>
                    <a:pt x="15268" y="774412"/>
                  </a:lnTo>
                  <a:lnTo>
                    <a:pt x="13934" y="774468"/>
                  </a:lnTo>
                  <a:lnTo>
                    <a:pt x="3792" y="774897"/>
                  </a:lnTo>
                  <a:lnTo>
                    <a:pt x="3761" y="774753"/>
                  </a:lnTo>
                  <a:lnTo>
                    <a:pt x="3674" y="774348"/>
                  </a:lnTo>
                  <a:lnTo>
                    <a:pt x="2367" y="768266"/>
                  </a:lnTo>
                  <a:lnTo>
                    <a:pt x="69" y="757525"/>
                  </a:lnTo>
                  <a:lnTo>
                    <a:pt x="0" y="757202"/>
                  </a:lnTo>
                  <a:lnTo>
                    <a:pt x="13613" y="743710"/>
                  </a:lnTo>
                  <a:lnTo>
                    <a:pt x="28464" y="726001"/>
                  </a:lnTo>
                  <a:lnTo>
                    <a:pt x="37341" y="714738"/>
                  </a:lnTo>
                  <a:lnTo>
                    <a:pt x="40427" y="710822"/>
                  </a:lnTo>
                  <a:lnTo>
                    <a:pt x="41091" y="709554"/>
                  </a:lnTo>
                  <a:lnTo>
                    <a:pt x="47155" y="697962"/>
                  </a:lnTo>
                  <a:lnTo>
                    <a:pt x="47695" y="696930"/>
                  </a:lnTo>
                  <a:lnTo>
                    <a:pt x="51119" y="690387"/>
                  </a:lnTo>
                  <a:lnTo>
                    <a:pt x="61266" y="670992"/>
                  </a:lnTo>
                  <a:lnTo>
                    <a:pt x="64824" y="664191"/>
                  </a:lnTo>
                  <a:lnTo>
                    <a:pt x="68030" y="658064"/>
                  </a:lnTo>
                  <a:lnTo>
                    <a:pt x="72467" y="649584"/>
                  </a:lnTo>
                  <a:lnTo>
                    <a:pt x="72735" y="649070"/>
                  </a:lnTo>
                  <a:lnTo>
                    <a:pt x="75301" y="644166"/>
                  </a:lnTo>
                  <a:lnTo>
                    <a:pt x="75410" y="643958"/>
                  </a:lnTo>
                  <a:lnTo>
                    <a:pt x="78742" y="637590"/>
                  </a:lnTo>
                  <a:lnTo>
                    <a:pt x="81956" y="631447"/>
                  </a:lnTo>
                  <a:lnTo>
                    <a:pt x="82285" y="630817"/>
                  </a:lnTo>
                  <a:lnTo>
                    <a:pt x="82584" y="630246"/>
                  </a:lnTo>
                  <a:lnTo>
                    <a:pt x="82694" y="630035"/>
                  </a:lnTo>
                  <a:lnTo>
                    <a:pt x="82783" y="629865"/>
                  </a:lnTo>
                  <a:lnTo>
                    <a:pt x="85410" y="624845"/>
                  </a:lnTo>
                  <a:lnTo>
                    <a:pt x="86923" y="621952"/>
                  </a:lnTo>
                  <a:lnTo>
                    <a:pt x="87635" y="620641"/>
                  </a:lnTo>
                  <a:lnTo>
                    <a:pt x="88620" y="618826"/>
                  </a:lnTo>
                  <a:lnTo>
                    <a:pt x="91286" y="613914"/>
                  </a:lnTo>
                  <a:lnTo>
                    <a:pt x="91449" y="613614"/>
                  </a:lnTo>
                  <a:lnTo>
                    <a:pt x="92006" y="612587"/>
                  </a:lnTo>
                  <a:lnTo>
                    <a:pt x="100518" y="596903"/>
                  </a:lnTo>
                  <a:lnTo>
                    <a:pt x="126429" y="549164"/>
                  </a:lnTo>
                  <a:lnTo>
                    <a:pt x="131741" y="539377"/>
                  </a:lnTo>
                  <a:lnTo>
                    <a:pt x="133565" y="536015"/>
                  </a:lnTo>
                  <a:lnTo>
                    <a:pt x="139993" y="524172"/>
                  </a:lnTo>
                  <a:lnTo>
                    <a:pt x="163092" y="481614"/>
                  </a:lnTo>
                  <a:lnTo>
                    <a:pt x="165865" y="476504"/>
                  </a:lnTo>
                  <a:lnTo>
                    <a:pt x="166464" y="475400"/>
                  </a:lnTo>
                  <a:lnTo>
                    <a:pt x="176539" y="456837"/>
                  </a:lnTo>
                  <a:lnTo>
                    <a:pt x="190694" y="430758"/>
                  </a:lnTo>
                  <a:lnTo>
                    <a:pt x="194174" y="424345"/>
                  </a:lnTo>
                  <a:lnTo>
                    <a:pt x="221804" y="373437"/>
                  </a:lnTo>
                  <a:lnTo>
                    <a:pt x="227027" y="363814"/>
                  </a:lnTo>
                  <a:lnTo>
                    <a:pt x="232873" y="353043"/>
                  </a:lnTo>
                  <a:lnTo>
                    <a:pt x="240172" y="339693"/>
                  </a:lnTo>
                  <a:lnTo>
                    <a:pt x="241004" y="338171"/>
                  </a:lnTo>
                  <a:lnTo>
                    <a:pt x="250277" y="321209"/>
                  </a:lnTo>
                  <a:lnTo>
                    <a:pt x="253497" y="315320"/>
                  </a:lnTo>
                  <a:lnTo>
                    <a:pt x="265907" y="292621"/>
                  </a:lnTo>
                  <a:lnTo>
                    <a:pt x="266376" y="291762"/>
                  </a:lnTo>
                  <a:lnTo>
                    <a:pt x="266890" y="290823"/>
                  </a:lnTo>
                  <a:lnTo>
                    <a:pt x="291667" y="304031"/>
                  </a:lnTo>
                  <a:lnTo>
                    <a:pt x="321312" y="319832"/>
                  </a:lnTo>
                  <a:lnTo>
                    <a:pt x="323167" y="320822"/>
                  </a:lnTo>
                  <a:lnTo>
                    <a:pt x="332153" y="304004"/>
                  </a:lnTo>
                  <a:lnTo>
                    <a:pt x="333771" y="300976"/>
                  </a:lnTo>
                  <a:lnTo>
                    <a:pt x="344734" y="280456"/>
                  </a:lnTo>
                  <a:lnTo>
                    <a:pt x="344875" y="280194"/>
                  </a:lnTo>
                  <a:lnTo>
                    <a:pt x="353136" y="264732"/>
                  </a:lnTo>
                  <a:lnTo>
                    <a:pt x="356105" y="258295"/>
                  </a:lnTo>
                  <a:lnTo>
                    <a:pt x="353004" y="256549"/>
                  </a:lnTo>
                  <a:lnTo>
                    <a:pt x="353771" y="255152"/>
                  </a:lnTo>
                  <a:lnTo>
                    <a:pt x="364529" y="235531"/>
                  </a:lnTo>
                  <a:lnTo>
                    <a:pt x="381823" y="203994"/>
                  </a:lnTo>
                  <a:lnTo>
                    <a:pt x="395573" y="178920"/>
                  </a:lnTo>
                  <a:lnTo>
                    <a:pt x="411794" y="149338"/>
                  </a:lnTo>
                  <a:lnTo>
                    <a:pt x="425080" y="125110"/>
                  </a:lnTo>
                  <a:lnTo>
                    <a:pt x="436424" y="104421"/>
                  </a:lnTo>
                  <a:lnTo>
                    <a:pt x="436630" y="104042"/>
                  </a:lnTo>
                  <a:lnTo>
                    <a:pt x="437224" y="102944"/>
                  </a:lnTo>
                  <a:lnTo>
                    <a:pt x="439928" y="97950"/>
                  </a:lnTo>
                  <a:lnTo>
                    <a:pt x="453894" y="72160"/>
                  </a:lnTo>
                  <a:lnTo>
                    <a:pt x="454488" y="71063"/>
                  </a:lnTo>
                  <a:lnTo>
                    <a:pt x="455288" y="69585"/>
                  </a:lnTo>
                  <a:lnTo>
                    <a:pt x="457018" y="66391"/>
                  </a:lnTo>
                  <a:lnTo>
                    <a:pt x="474461" y="34178"/>
                  </a:lnTo>
                  <a:lnTo>
                    <a:pt x="475243" y="32733"/>
                  </a:lnTo>
                  <a:lnTo>
                    <a:pt x="476856" y="29755"/>
                  </a:lnTo>
                  <a:lnTo>
                    <a:pt x="491549" y="2620"/>
                  </a:lnTo>
                  <a:lnTo>
                    <a:pt x="491760" y="2229"/>
                  </a:lnTo>
                  <a:lnTo>
                    <a:pt x="492071" y="1656"/>
                  </a:lnTo>
                  <a:lnTo>
                    <a:pt x="492177" y="1461"/>
                  </a:lnTo>
                  <a:lnTo>
                    <a:pt x="492381" y="1083"/>
                  </a:lnTo>
                  <a:lnTo>
                    <a:pt x="492514" y="838"/>
                  </a:lnTo>
                  <a:lnTo>
                    <a:pt x="492968" y="0"/>
                  </a:lnTo>
                  <a:lnTo>
                    <a:pt x="494567" y="885"/>
                  </a:lnTo>
                  <a:lnTo>
                    <a:pt x="495521" y="1413"/>
                  </a:lnTo>
                  <a:lnTo>
                    <a:pt x="495810" y="1574"/>
                  </a:lnTo>
                  <a:lnTo>
                    <a:pt x="498404" y="3010"/>
                  </a:lnTo>
                  <a:lnTo>
                    <a:pt x="499693" y="3723"/>
                  </a:lnTo>
                  <a:lnTo>
                    <a:pt x="501236" y="4578"/>
                  </a:lnTo>
                  <a:lnTo>
                    <a:pt x="502426" y="5237"/>
                  </a:lnTo>
                  <a:lnTo>
                    <a:pt x="502825" y="5458"/>
                  </a:lnTo>
                  <a:lnTo>
                    <a:pt x="505465" y="6920"/>
                  </a:lnTo>
                  <a:lnTo>
                    <a:pt x="505980" y="7205"/>
                  </a:lnTo>
                  <a:lnTo>
                    <a:pt x="506862" y="7693"/>
                  </a:lnTo>
                  <a:lnTo>
                    <a:pt x="508865" y="8803"/>
                  </a:lnTo>
                  <a:lnTo>
                    <a:pt x="510457" y="9684"/>
                  </a:lnTo>
                  <a:lnTo>
                    <a:pt x="511430" y="10223"/>
                  </a:lnTo>
                  <a:lnTo>
                    <a:pt x="514068" y="11684"/>
                  </a:lnTo>
                  <a:lnTo>
                    <a:pt x="515819" y="12654"/>
                  </a:lnTo>
                  <a:lnTo>
                    <a:pt x="517587" y="13632"/>
                  </a:lnTo>
                  <a:lnTo>
                    <a:pt x="521025" y="15537"/>
                  </a:lnTo>
                  <a:lnTo>
                    <a:pt x="526164" y="18382"/>
                  </a:lnTo>
                  <a:lnTo>
                    <a:pt x="527326" y="19026"/>
                  </a:lnTo>
                  <a:lnTo>
                    <a:pt x="530651" y="20867"/>
                  </a:lnTo>
                  <a:lnTo>
                    <a:pt x="531579" y="21381"/>
                  </a:lnTo>
                  <a:lnTo>
                    <a:pt x="531793" y="21500"/>
                  </a:lnTo>
                  <a:lnTo>
                    <a:pt x="542306" y="27321"/>
                  </a:lnTo>
                  <a:lnTo>
                    <a:pt x="544732" y="28665"/>
                  </a:lnTo>
                  <a:lnTo>
                    <a:pt x="554446" y="34044"/>
                  </a:lnTo>
                  <a:lnTo>
                    <a:pt x="556439" y="35148"/>
                  </a:lnTo>
                  <a:lnTo>
                    <a:pt x="561870" y="38155"/>
                  </a:lnTo>
                  <a:lnTo>
                    <a:pt x="565033" y="39907"/>
                  </a:lnTo>
                  <a:lnTo>
                    <a:pt x="567857" y="41470"/>
                  </a:lnTo>
                  <a:lnTo>
                    <a:pt x="575612" y="45765"/>
                  </a:lnTo>
                  <a:lnTo>
                    <a:pt x="578102" y="47144"/>
                  </a:lnTo>
                  <a:lnTo>
                    <a:pt x="582482" y="49569"/>
                  </a:lnTo>
                  <a:lnTo>
                    <a:pt x="586607" y="51854"/>
                  </a:lnTo>
                  <a:lnTo>
                    <a:pt x="587857" y="52546"/>
                  </a:lnTo>
                  <a:lnTo>
                    <a:pt x="589804" y="53624"/>
                  </a:lnTo>
                  <a:lnTo>
                    <a:pt x="600213" y="59388"/>
                  </a:lnTo>
                  <a:lnTo>
                    <a:pt x="602373" y="60584"/>
                  </a:lnTo>
                  <a:lnTo>
                    <a:pt x="601517" y="62105"/>
                  </a:lnTo>
                  <a:lnTo>
                    <a:pt x="593865" y="75693"/>
                  </a:lnTo>
                  <a:lnTo>
                    <a:pt x="585559" y="90442"/>
                  </a:lnTo>
                  <a:lnTo>
                    <a:pt x="583477" y="94140"/>
                  </a:lnTo>
                  <a:lnTo>
                    <a:pt x="576126" y="107192"/>
                  </a:lnTo>
                  <a:lnTo>
                    <a:pt x="573316" y="112656"/>
                  </a:lnTo>
                  <a:lnTo>
                    <a:pt x="568178" y="122643"/>
                  </a:lnTo>
                  <a:lnTo>
                    <a:pt x="563175" y="132370"/>
                  </a:lnTo>
                  <a:lnTo>
                    <a:pt x="583441" y="143457"/>
                  </a:lnTo>
                  <a:lnTo>
                    <a:pt x="581536" y="146726"/>
                  </a:lnTo>
                  <a:lnTo>
                    <a:pt x="575453" y="157168"/>
                  </a:lnTo>
                  <a:lnTo>
                    <a:pt x="575236" y="157541"/>
                  </a:lnTo>
                  <a:lnTo>
                    <a:pt x="568302" y="169442"/>
                  </a:lnTo>
                  <a:lnTo>
                    <a:pt x="566231" y="172997"/>
                  </a:lnTo>
                  <a:lnTo>
                    <a:pt x="565350" y="174619"/>
                  </a:lnTo>
                  <a:lnTo>
                    <a:pt x="560529" y="183495"/>
                  </a:lnTo>
                  <a:lnTo>
                    <a:pt x="557916" y="188306"/>
                  </a:lnTo>
                  <a:lnTo>
                    <a:pt x="556459" y="190989"/>
                  </a:lnTo>
                  <a:lnTo>
                    <a:pt x="555967" y="191894"/>
                  </a:lnTo>
                  <a:lnTo>
                    <a:pt x="554183" y="195179"/>
                  </a:lnTo>
                  <a:lnTo>
                    <a:pt x="553352" y="196703"/>
                  </a:lnTo>
                  <a:lnTo>
                    <a:pt x="544926" y="212159"/>
                  </a:lnTo>
                  <a:lnTo>
                    <a:pt x="542686" y="216268"/>
                  </a:lnTo>
                  <a:lnTo>
                    <a:pt x="544565" y="217279"/>
                  </a:lnTo>
                  <a:lnTo>
                    <a:pt x="548825" y="219692"/>
                  </a:lnTo>
                  <a:lnTo>
                    <a:pt x="588992" y="242447"/>
                  </a:lnTo>
                  <a:lnTo>
                    <a:pt x="588632" y="243531"/>
                  </a:lnTo>
                  <a:lnTo>
                    <a:pt x="587336" y="247420"/>
                  </a:lnTo>
                  <a:lnTo>
                    <a:pt x="584882" y="254782"/>
                  </a:lnTo>
                  <a:lnTo>
                    <a:pt x="583253" y="260794"/>
                  </a:lnTo>
                  <a:lnTo>
                    <a:pt x="582491" y="263606"/>
                  </a:lnTo>
                  <a:lnTo>
                    <a:pt x="582415" y="263903"/>
                  </a:lnTo>
                  <a:lnTo>
                    <a:pt x="581520" y="267393"/>
                  </a:lnTo>
                  <a:lnTo>
                    <a:pt x="579886" y="273766"/>
                  </a:lnTo>
                  <a:lnTo>
                    <a:pt x="578905" y="277589"/>
                  </a:lnTo>
                  <a:lnTo>
                    <a:pt x="577444" y="285463"/>
                  </a:lnTo>
                  <a:lnTo>
                    <a:pt x="575140" y="30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46"/>
            <p:cNvSpPr/>
            <p:nvPr/>
          </p:nvSpPr>
          <p:spPr>
            <a:xfrm>
              <a:off x="5289394" y="2925631"/>
              <a:ext cx="285007" cy="478868"/>
            </a:xfrm>
            <a:custGeom>
              <a:avLst/>
              <a:pathLst>
                <a:path w="285007" h="478868">
                  <a:moveTo>
                    <a:pt x="206126" y="466626"/>
                  </a:moveTo>
                  <a:lnTo>
                    <a:pt x="206063" y="467159"/>
                  </a:lnTo>
                  <a:lnTo>
                    <a:pt x="204404" y="478868"/>
                  </a:lnTo>
                  <a:lnTo>
                    <a:pt x="204043" y="478799"/>
                  </a:lnTo>
                  <a:lnTo>
                    <a:pt x="203566" y="478709"/>
                  </a:lnTo>
                  <a:lnTo>
                    <a:pt x="203122" y="478625"/>
                  </a:lnTo>
                  <a:lnTo>
                    <a:pt x="202903" y="478584"/>
                  </a:lnTo>
                  <a:lnTo>
                    <a:pt x="199337" y="477910"/>
                  </a:lnTo>
                  <a:lnTo>
                    <a:pt x="198326" y="477719"/>
                  </a:lnTo>
                  <a:lnTo>
                    <a:pt x="192956" y="476704"/>
                  </a:lnTo>
                  <a:lnTo>
                    <a:pt x="192317" y="476583"/>
                  </a:lnTo>
                  <a:lnTo>
                    <a:pt x="188451" y="475853"/>
                  </a:lnTo>
                  <a:lnTo>
                    <a:pt x="185302" y="475257"/>
                  </a:lnTo>
                  <a:lnTo>
                    <a:pt x="183889" y="474991"/>
                  </a:lnTo>
                  <a:lnTo>
                    <a:pt x="180690" y="474386"/>
                  </a:lnTo>
                  <a:lnTo>
                    <a:pt x="177821" y="473844"/>
                  </a:lnTo>
                  <a:lnTo>
                    <a:pt x="177528" y="473789"/>
                  </a:lnTo>
                  <a:lnTo>
                    <a:pt x="174872" y="473287"/>
                  </a:lnTo>
                  <a:lnTo>
                    <a:pt x="171522" y="472653"/>
                  </a:lnTo>
                  <a:lnTo>
                    <a:pt x="169707" y="472311"/>
                  </a:lnTo>
                  <a:lnTo>
                    <a:pt x="163934" y="471220"/>
                  </a:lnTo>
                  <a:lnTo>
                    <a:pt x="163278" y="471096"/>
                  </a:lnTo>
                  <a:lnTo>
                    <a:pt x="162489" y="470947"/>
                  </a:lnTo>
                  <a:lnTo>
                    <a:pt x="162113" y="470875"/>
                  </a:lnTo>
                  <a:lnTo>
                    <a:pt x="156176" y="469754"/>
                  </a:lnTo>
                  <a:lnTo>
                    <a:pt x="155672" y="469658"/>
                  </a:lnTo>
                  <a:lnTo>
                    <a:pt x="150359" y="468654"/>
                  </a:lnTo>
                  <a:lnTo>
                    <a:pt x="137102" y="466658"/>
                  </a:lnTo>
                  <a:lnTo>
                    <a:pt x="123296" y="469061"/>
                  </a:lnTo>
                  <a:lnTo>
                    <a:pt x="111357" y="466706"/>
                  </a:lnTo>
                  <a:lnTo>
                    <a:pt x="97698" y="464011"/>
                  </a:lnTo>
                  <a:lnTo>
                    <a:pt x="95700" y="463630"/>
                  </a:lnTo>
                  <a:lnTo>
                    <a:pt x="95410" y="463574"/>
                  </a:lnTo>
                  <a:lnTo>
                    <a:pt x="94801" y="463458"/>
                  </a:lnTo>
                  <a:lnTo>
                    <a:pt x="88430" y="462241"/>
                  </a:lnTo>
                  <a:lnTo>
                    <a:pt x="87326" y="462030"/>
                  </a:lnTo>
                  <a:lnTo>
                    <a:pt x="80017" y="460634"/>
                  </a:lnTo>
                  <a:lnTo>
                    <a:pt x="79885" y="460608"/>
                  </a:lnTo>
                  <a:lnTo>
                    <a:pt x="79636" y="460561"/>
                  </a:lnTo>
                  <a:lnTo>
                    <a:pt x="72297" y="459159"/>
                  </a:lnTo>
                  <a:lnTo>
                    <a:pt x="70130" y="458744"/>
                  </a:lnTo>
                  <a:lnTo>
                    <a:pt x="66105" y="457976"/>
                  </a:lnTo>
                  <a:lnTo>
                    <a:pt x="65058" y="457307"/>
                  </a:lnTo>
                  <a:lnTo>
                    <a:pt x="63753" y="456473"/>
                  </a:lnTo>
                  <a:lnTo>
                    <a:pt x="62140" y="455443"/>
                  </a:lnTo>
                  <a:lnTo>
                    <a:pt x="59399" y="453692"/>
                  </a:lnTo>
                  <a:lnTo>
                    <a:pt x="58854" y="453344"/>
                  </a:lnTo>
                  <a:lnTo>
                    <a:pt x="58502" y="453119"/>
                  </a:lnTo>
                  <a:lnTo>
                    <a:pt x="57422" y="452914"/>
                  </a:lnTo>
                  <a:lnTo>
                    <a:pt x="54372" y="452335"/>
                  </a:lnTo>
                  <a:lnTo>
                    <a:pt x="51101" y="451714"/>
                  </a:lnTo>
                  <a:lnTo>
                    <a:pt x="46661" y="450871"/>
                  </a:lnTo>
                  <a:lnTo>
                    <a:pt x="45544" y="450659"/>
                  </a:lnTo>
                  <a:lnTo>
                    <a:pt x="42555" y="450092"/>
                  </a:lnTo>
                  <a:lnTo>
                    <a:pt x="40665" y="449733"/>
                  </a:lnTo>
                  <a:lnTo>
                    <a:pt x="37955" y="449219"/>
                  </a:lnTo>
                  <a:lnTo>
                    <a:pt x="37095" y="449056"/>
                  </a:lnTo>
                  <a:lnTo>
                    <a:pt x="36630" y="448967"/>
                  </a:lnTo>
                  <a:lnTo>
                    <a:pt x="31344" y="447964"/>
                  </a:lnTo>
                  <a:lnTo>
                    <a:pt x="30456" y="447796"/>
                  </a:lnTo>
                  <a:lnTo>
                    <a:pt x="29859" y="447682"/>
                  </a:lnTo>
                  <a:lnTo>
                    <a:pt x="27437" y="447223"/>
                  </a:lnTo>
                  <a:lnTo>
                    <a:pt x="24291" y="446626"/>
                  </a:lnTo>
                  <a:lnTo>
                    <a:pt x="23609" y="446496"/>
                  </a:lnTo>
                  <a:lnTo>
                    <a:pt x="22078" y="446205"/>
                  </a:lnTo>
                  <a:lnTo>
                    <a:pt x="20052" y="445821"/>
                  </a:lnTo>
                  <a:lnTo>
                    <a:pt x="16739" y="445192"/>
                  </a:lnTo>
                  <a:lnTo>
                    <a:pt x="9920" y="443898"/>
                  </a:lnTo>
                  <a:lnTo>
                    <a:pt x="5687" y="443094"/>
                  </a:lnTo>
                  <a:lnTo>
                    <a:pt x="4705" y="442908"/>
                  </a:lnTo>
                  <a:lnTo>
                    <a:pt x="3957" y="442766"/>
                  </a:lnTo>
                  <a:lnTo>
                    <a:pt x="3029" y="442590"/>
                  </a:lnTo>
                  <a:lnTo>
                    <a:pt x="675" y="442143"/>
                  </a:lnTo>
                  <a:lnTo>
                    <a:pt x="386" y="442088"/>
                  </a:lnTo>
                  <a:lnTo>
                    <a:pt x="0" y="442015"/>
                  </a:lnTo>
                  <a:lnTo>
                    <a:pt x="26" y="441862"/>
                  </a:lnTo>
                  <a:lnTo>
                    <a:pt x="50" y="441726"/>
                  </a:lnTo>
                  <a:lnTo>
                    <a:pt x="98" y="441451"/>
                  </a:lnTo>
                  <a:lnTo>
                    <a:pt x="128" y="441282"/>
                  </a:lnTo>
                  <a:lnTo>
                    <a:pt x="159" y="441106"/>
                  </a:lnTo>
                  <a:lnTo>
                    <a:pt x="181" y="440979"/>
                  </a:lnTo>
                  <a:lnTo>
                    <a:pt x="211" y="440806"/>
                  </a:lnTo>
                  <a:lnTo>
                    <a:pt x="236" y="440664"/>
                  </a:lnTo>
                  <a:lnTo>
                    <a:pt x="266" y="440496"/>
                  </a:lnTo>
                  <a:lnTo>
                    <a:pt x="290" y="440359"/>
                  </a:lnTo>
                  <a:lnTo>
                    <a:pt x="347" y="440031"/>
                  </a:lnTo>
                  <a:lnTo>
                    <a:pt x="405" y="439698"/>
                  </a:lnTo>
                  <a:lnTo>
                    <a:pt x="449" y="439448"/>
                  </a:lnTo>
                  <a:lnTo>
                    <a:pt x="476" y="439298"/>
                  </a:lnTo>
                  <a:lnTo>
                    <a:pt x="512" y="439091"/>
                  </a:lnTo>
                  <a:lnTo>
                    <a:pt x="535" y="438960"/>
                  </a:lnTo>
                  <a:lnTo>
                    <a:pt x="599" y="438594"/>
                  </a:lnTo>
                  <a:lnTo>
                    <a:pt x="665" y="438217"/>
                  </a:lnTo>
                  <a:lnTo>
                    <a:pt x="712" y="437951"/>
                  </a:lnTo>
                  <a:lnTo>
                    <a:pt x="742" y="437776"/>
                  </a:lnTo>
                  <a:lnTo>
                    <a:pt x="771" y="437610"/>
                  </a:lnTo>
                  <a:lnTo>
                    <a:pt x="796" y="437471"/>
                  </a:lnTo>
                  <a:lnTo>
                    <a:pt x="821" y="437329"/>
                  </a:lnTo>
                  <a:lnTo>
                    <a:pt x="852" y="437151"/>
                  </a:lnTo>
                  <a:lnTo>
                    <a:pt x="906" y="436844"/>
                  </a:lnTo>
                  <a:lnTo>
                    <a:pt x="932" y="436693"/>
                  </a:lnTo>
                  <a:lnTo>
                    <a:pt x="957" y="436551"/>
                  </a:lnTo>
                  <a:lnTo>
                    <a:pt x="1058" y="435976"/>
                  </a:lnTo>
                  <a:lnTo>
                    <a:pt x="1113" y="435659"/>
                  </a:lnTo>
                  <a:lnTo>
                    <a:pt x="1138" y="435518"/>
                  </a:lnTo>
                  <a:lnTo>
                    <a:pt x="1166" y="435359"/>
                  </a:lnTo>
                  <a:lnTo>
                    <a:pt x="1215" y="435079"/>
                  </a:lnTo>
                  <a:lnTo>
                    <a:pt x="1274" y="434743"/>
                  </a:lnTo>
                  <a:lnTo>
                    <a:pt x="1331" y="434419"/>
                  </a:lnTo>
                  <a:lnTo>
                    <a:pt x="1372" y="434182"/>
                  </a:lnTo>
                  <a:lnTo>
                    <a:pt x="1421" y="433904"/>
                  </a:lnTo>
                  <a:lnTo>
                    <a:pt x="1451" y="433732"/>
                  </a:lnTo>
                  <a:lnTo>
                    <a:pt x="1476" y="433590"/>
                  </a:lnTo>
                  <a:lnTo>
                    <a:pt x="1503" y="433433"/>
                  </a:lnTo>
                  <a:lnTo>
                    <a:pt x="1530" y="433283"/>
                  </a:lnTo>
                  <a:lnTo>
                    <a:pt x="1572" y="433040"/>
                  </a:lnTo>
                  <a:lnTo>
                    <a:pt x="1622" y="432758"/>
                  </a:lnTo>
                  <a:lnTo>
                    <a:pt x="1667" y="432500"/>
                  </a:lnTo>
                  <a:lnTo>
                    <a:pt x="1707" y="432271"/>
                  </a:lnTo>
                  <a:lnTo>
                    <a:pt x="1738" y="432093"/>
                  </a:lnTo>
                  <a:lnTo>
                    <a:pt x="1782" y="431843"/>
                  </a:lnTo>
                  <a:lnTo>
                    <a:pt x="1822" y="431617"/>
                  </a:lnTo>
                  <a:lnTo>
                    <a:pt x="1853" y="431438"/>
                  </a:lnTo>
                  <a:lnTo>
                    <a:pt x="1907" y="431130"/>
                  </a:lnTo>
                  <a:lnTo>
                    <a:pt x="1944" y="430916"/>
                  </a:lnTo>
                  <a:lnTo>
                    <a:pt x="2030" y="430427"/>
                  </a:lnTo>
                  <a:lnTo>
                    <a:pt x="2081" y="430135"/>
                  </a:lnTo>
                  <a:lnTo>
                    <a:pt x="2137" y="429815"/>
                  </a:lnTo>
                  <a:lnTo>
                    <a:pt x="2170" y="429627"/>
                  </a:lnTo>
                  <a:lnTo>
                    <a:pt x="2207" y="429418"/>
                  </a:lnTo>
                  <a:lnTo>
                    <a:pt x="2259" y="429120"/>
                  </a:lnTo>
                  <a:lnTo>
                    <a:pt x="2296" y="428907"/>
                  </a:lnTo>
                  <a:lnTo>
                    <a:pt x="2350" y="428600"/>
                  </a:lnTo>
                  <a:lnTo>
                    <a:pt x="2385" y="428401"/>
                  </a:lnTo>
                  <a:lnTo>
                    <a:pt x="2472" y="427905"/>
                  </a:lnTo>
                  <a:lnTo>
                    <a:pt x="2533" y="427554"/>
                  </a:lnTo>
                  <a:lnTo>
                    <a:pt x="2583" y="427271"/>
                  </a:lnTo>
                  <a:lnTo>
                    <a:pt x="2608" y="427129"/>
                  </a:lnTo>
                  <a:lnTo>
                    <a:pt x="2679" y="426724"/>
                  </a:lnTo>
                  <a:lnTo>
                    <a:pt x="2755" y="426287"/>
                  </a:lnTo>
                  <a:lnTo>
                    <a:pt x="2813" y="425956"/>
                  </a:lnTo>
                  <a:lnTo>
                    <a:pt x="2841" y="425801"/>
                  </a:lnTo>
                  <a:lnTo>
                    <a:pt x="2894" y="425495"/>
                  </a:lnTo>
                  <a:lnTo>
                    <a:pt x="2932" y="425279"/>
                  </a:lnTo>
                  <a:lnTo>
                    <a:pt x="2970" y="425061"/>
                  </a:lnTo>
                  <a:lnTo>
                    <a:pt x="3027" y="424734"/>
                  </a:lnTo>
                  <a:lnTo>
                    <a:pt x="3061" y="424546"/>
                  </a:lnTo>
                  <a:lnTo>
                    <a:pt x="3123" y="424189"/>
                  </a:lnTo>
                  <a:lnTo>
                    <a:pt x="3159" y="423985"/>
                  </a:lnTo>
                  <a:lnTo>
                    <a:pt x="3217" y="423652"/>
                  </a:lnTo>
                  <a:lnTo>
                    <a:pt x="3253" y="423448"/>
                  </a:lnTo>
                  <a:lnTo>
                    <a:pt x="3304" y="423157"/>
                  </a:lnTo>
                  <a:lnTo>
                    <a:pt x="3347" y="422909"/>
                  </a:lnTo>
                  <a:lnTo>
                    <a:pt x="3390" y="422665"/>
                  </a:lnTo>
                  <a:lnTo>
                    <a:pt x="3433" y="422419"/>
                  </a:lnTo>
                  <a:lnTo>
                    <a:pt x="3485" y="422126"/>
                  </a:lnTo>
                  <a:lnTo>
                    <a:pt x="3510" y="421980"/>
                  </a:lnTo>
                  <a:lnTo>
                    <a:pt x="3544" y="421789"/>
                  </a:lnTo>
                  <a:lnTo>
                    <a:pt x="3749" y="420617"/>
                  </a:lnTo>
                  <a:lnTo>
                    <a:pt x="3863" y="419963"/>
                  </a:lnTo>
                  <a:lnTo>
                    <a:pt x="3965" y="419386"/>
                  </a:lnTo>
                  <a:lnTo>
                    <a:pt x="4026" y="419036"/>
                  </a:lnTo>
                  <a:lnTo>
                    <a:pt x="4148" y="418341"/>
                  </a:lnTo>
                  <a:lnTo>
                    <a:pt x="4230" y="417869"/>
                  </a:lnTo>
                  <a:lnTo>
                    <a:pt x="4331" y="417294"/>
                  </a:lnTo>
                  <a:lnTo>
                    <a:pt x="4431" y="416723"/>
                  </a:lnTo>
                  <a:lnTo>
                    <a:pt x="4520" y="416216"/>
                  </a:lnTo>
                  <a:lnTo>
                    <a:pt x="4600" y="415763"/>
                  </a:lnTo>
                  <a:lnTo>
                    <a:pt x="4687" y="415264"/>
                  </a:lnTo>
                  <a:lnTo>
                    <a:pt x="4780" y="414732"/>
                  </a:lnTo>
                  <a:lnTo>
                    <a:pt x="4898" y="414059"/>
                  </a:lnTo>
                  <a:lnTo>
                    <a:pt x="4963" y="413688"/>
                  </a:lnTo>
                  <a:lnTo>
                    <a:pt x="5037" y="413264"/>
                  </a:lnTo>
                  <a:lnTo>
                    <a:pt x="5156" y="412588"/>
                  </a:lnTo>
                  <a:lnTo>
                    <a:pt x="5254" y="412025"/>
                  </a:lnTo>
                  <a:lnTo>
                    <a:pt x="5317" y="411668"/>
                  </a:lnTo>
                  <a:lnTo>
                    <a:pt x="5394" y="411231"/>
                  </a:lnTo>
                  <a:lnTo>
                    <a:pt x="5449" y="410916"/>
                  </a:lnTo>
                  <a:lnTo>
                    <a:pt x="5478" y="410750"/>
                  </a:lnTo>
                  <a:lnTo>
                    <a:pt x="5531" y="410448"/>
                  </a:lnTo>
                  <a:lnTo>
                    <a:pt x="5572" y="410214"/>
                  </a:lnTo>
                  <a:lnTo>
                    <a:pt x="5614" y="409974"/>
                  </a:lnTo>
                  <a:lnTo>
                    <a:pt x="5675" y="409623"/>
                  </a:lnTo>
                  <a:lnTo>
                    <a:pt x="5713" y="409409"/>
                  </a:lnTo>
                  <a:lnTo>
                    <a:pt x="5781" y="409021"/>
                  </a:lnTo>
                  <a:lnTo>
                    <a:pt x="5819" y="408804"/>
                  </a:lnTo>
                  <a:lnTo>
                    <a:pt x="5877" y="408472"/>
                  </a:lnTo>
                  <a:lnTo>
                    <a:pt x="5918" y="408238"/>
                  </a:lnTo>
                  <a:lnTo>
                    <a:pt x="5961" y="407993"/>
                  </a:lnTo>
                  <a:lnTo>
                    <a:pt x="6016" y="407680"/>
                  </a:lnTo>
                  <a:lnTo>
                    <a:pt x="6051" y="407478"/>
                  </a:lnTo>
                  <a:lnTo>
                    <a:pt x="6104" y="407179"/>
                  </a:lnTo>
                  <a:lnTo>
                    <a:pt x="6137" y="406986"/>
                  </a:lnTo>
                  <a:lnTo>
                    <a:pt x="6184" y="406722"/>
                  </a:lnTo>
                  <a:lnTo>
                    <a:pt x="6223" y="406496"/>
                  </a:lnTo>
                  <a:lnTo>
                    <a:pt x="6272" y="406217"/>
                  </a:lnTo>
                  <a:lnTo>
                    <a:pt x="6313" y="405984"/>
                  </a:lnTo>
                  <a:lnTo>
                    <a:pt x="6353" y="405754"/>
                  </a:lnTo>
                  <a:lnTo>
                    <a:pt x="6388" y="405557"/>
                  </a:lnTo>
                  <a:lnTo>
                    <a:pt x="6466" y="405109"/>
                  </a:lnTo>
                  <a:lnTo>
                    <a:pt x="6536" y="404712"/>
                  </a:lnTo>
                  <a:lnTo>
                    <a:pt x="6601" y="404342"/>
                  </a:lnTo>
                  <a:lnTo>
                    <a:pt x="6712" y="403709"/>
                  </a:lnTo>
                  <a:lnTo>
                    <a:pt x="6859" y="402869"/>
                  </a:lnTo>
                  <a:lnTo>
                    <a:pt x="6897" y="402651"/>
                  </a:lnTo>
                  <a:lnTo>
                    <a:pt x="6960" y="402294"/>
                  </a:lnTo>
                  <a:lnTo>
                    <a:pt x="6990" y="402119"/>
                  </a:lnTo>
                  <a:lnTo>
                    <a:pt x="7056" y="401744"/>
                  </a:lnTo>
                  <a:lnTo>
                    <a:pt x="7135" y="401295"/>
                  </a:lnTo>
                  <a:lnTo>
                    <a:pt x="7183" y="401020"/>
                  </a:lnTo>
                  <a:lnTo>
                    <a:pt x="7260" y="400577"/>
                  </a:lnTo>
                  <a:lnTo>
                    <a:pt x="7320" y="400236"/>
                  </a:lnTo>
                  <a:lnTo>
                    <a:pt x="7391" y="399834"/>
                  </a:lnTo>
                  <a:lnTo>
                    <a:pt x="7437" y="399572"/>
                  </a:lnTo>
                  <a:lnTo>
                    <a:pt x="7515" y="399127"/>
                  </a:lnTo>
                  <a:lnTo>
                    <a:pt x="7579" y="398760"/>
                  </a:lnTo>
                  <a:lnTo>
                    <a:pt x="7663" y="398278"/>
                  </a:lnTo>
                  <a:lnTo>
                    <a:pt x="7703" y="398051"/>
                  </a:lnTo>
                  <a:lnTo>
                    <a:pt x="7782" y="397600"/>
                  </a:lnTo>
                  <a:lnTo>
                    <a:pt x="7843" y="397254"/>
                  </a:lnTo>
                  <a:lnTo>
                    <a:pt x="7883" y="397022"/>
                  </a:lnTo>
                  <a:lnTo>
                    <a:pt x="7965" y="396555"/>
                  </a:lnTo>
                  <a:lnTo>
                    <a:pt x="8015" y="396271"/>
                  </a:lnTo>
                  <a:lnTo>
                    <a:pt x="8075" y="395931"/>
                  </a:lnTo>
                  <a:lnTo>
                    <a:pt x="8104" y="395762"/>
                  </a:lnTo>
                  <a:lnTo>
                    <a:pt x="8129" y="395620"/>
                  </a:lnTo>
                  <a:lnTo>
                    <a:pt x="8156" y="395465"/>
                  </a:lnTo>
                  <a:lnTo>
                    <a:pt x="8187" y="395288"/>
                  </a:lnTo>
                  <a:lnTo>
                    <a:pt x="8230" y="395042"/>
                  </a:lnTo>
                  <a:lnTo>
                    <a:pt x="8261" y="394864"/>
                  </a:lnTo>
                  <a:lnTo>
                    <a:pt x="8290" y="394702"/>
                  </a:lnTo>
                  <a:lnTo>
                    <a:pt x="8336" y="394437"/>
                  </a:lnTo>
                  <a:lnTo>
                    <a:pt x="8391" y="394125"/>
                  </a:lnTo>
                  <a:lnTo>
                    <a:pt x="8440" y="393846"/>
                  </a:lnTo>
                  <a:lnTo>
                    <a:pt x="8464" y="393706"/>
                  </a:lnTo>
                  <a:lnTo>
                    <a:pt x="8518" y="393402"/>
                  </a:lnTo>
                  <a:lnTo>
                    <a:pt x="8543" y="393259"/>
                  </a:lnTo>
                  <a:lnTo>
                    <a:pt x="8593" y="392971"/>
                  </a:lnTo>
                  <a:lnTo>
                    <a:pt x="8620" y="392818"/>
                  </a:lnTo>
                  <a:lnTo>
                    <a:pt x="8669" y="392540"/>
                  </a:lnTo>
                  <a:lnTo>
                    <a:pt x="8713" y="392289"/>
                  </a:lnTo>
                  <a:lnTo>
                    <a:pt x="8752" y="392065"/>
                  </a:lnTo>
                  <a:lnTo>
                    <a:pt x="8790" y="391850"/>
                  </a:lnTo>
                  <a:lnTo>
                    <a:pt x="8822" y="391668"/>
                  </a:lnTo>
                  <a:lnTo>
                    <a:pt x="8868" y="391404"/>
                  </a:lnTo>
                  <a:lnTo>
                    <a:pt x="8908" y="391173"/>
                  </a:lnTo>
                  <a:lnTo>
                    <a:pt x="8953" y="390919"/>
                  </a:lnTo>
                  <a:lnTo>
                    <a:pt x="8983" y="390747"/>
                  </a:lnTo>
                  <a:lnTo>
                    <a:pt x="9024" y="390515"/>
                  </a:lnTo>
                  <a:lnTo>
                    <a:pt x="9096" y="390102"/>
                  </a:lnTo>
                  <a:lnTo>
                    <a:pt x="9173" y="389660"/>
                  </a:lnTo>
                  <a:lnTo>
                    <a:pt x="9217" y="389411"/>
                  </a:lnTo>
                  <a:lnTo>
                    <a:pt x="9277" y="389071"/>
                  </a:lnTo>
                  <a:lnTo>
                    <a:pt x="9337" y="388724"/>
                  </a:lnTo>
                  <a:lnTo>
                    <a:pt x="9367" y="388554"/>
                  </a:lnTo>
                  <a:lnTo>
                    <a:pt x="9412" y="388301"/>
                  </a:lnTo>
                  <a:lnTo>
                    <a:pt x="9446" y="388104"/>
                  </a:lnTo>
                  <a:lnTo>
                    <a:pt x="9501" y="387790"/>
                  </a:lnTo>
                  <a:lnTo>
                    <a:pt x="9526" y="387646"/>
                  </a:lnTo>
                  <a:lnTo>
                    <a:pt x="9550" y="387513"/>
                  </a:lnTo>
                  <a:lnTo>
                    <a:pt x="9584" y="387317"/>
                  </a:lnTo>
                  <a:lnTo>
                    <a:pt x="9625" y="387082"/>
                  </a:lnTo>
                  <a:lnTo>
                    <a:pt x="9667" y="386845"/>
                  </a:lnTo>
                  <a:lnTo>
                    <a:pt x="9710" y="386600"/>
                  </a:lnTo>
                  <a:lnTo>
                    <a:pt x="9749" y="386375"/>
                  </a:lnTo>
                  <a:lnTo>
                    <a:pt x="9840" y="385857"/>
                  </a:lnTo>
                  <a:lnTo>
                    <a:pt x="9883" y="385610"/>
                  </a:lnTo>
                  <a:lnTo>
                    <a:pt x="9952" y="385216"/>
                  </a:lnTo>
                  <a:lnTo>
                    <a:pt x="9990" y="384998"/>
                  </a:lnTo>
                  <a:lnTo>
                    <a:pt x="10015" y="384860"/>
                  </a:lnTo>
                  <a:lnTo>
                    <a:pt x="10044" y="384691"/>
                  </a:lnTo>
                  <a:lnTo>
                    <a:pt x="10067" y="384558"/>
                  </a:lnTo>
                  <a:lnTo>
                    <a:pt x="10091" y="384422"/>
                  </a:lnTo>
                  <a:lnTo>
                    <a:pt x="10125" y="384229"/>
                  </a:lnTo>
                  <a:lnTo>
                    <a:pt x="10200" y="383802"/>
                  </a:lnTo>
                  <a:lnTo>
                    <a:pt x="10228" y="383643"/>
                  </a:lnTo>
                  <a:lnTo>
                    <a:pt x="10255" y="383489"/>
                  </a:lnTo>
                  <a:lnTo>
                    <a:pt x="10492" y="382132"/>
                  </a:lnTo>
                  <a:lnTo>
                    <a:pt x="10819" y="380266"/>
                  </a:lnTo>
                  <a:lnTo>
                    <a:pt x="10961" y="379458"/>
                  </a:lnTo>
                  <a:lnTo>
                    <a:pt x="11031" y="379059"/>
                  </a:lnTo>
                  <a:lnTo>
                    <a:pt x="11055" y="378920"/>
                  </a:lnTo>
                  <a:lnTo>
                    <a:pt x="11111" y="378602"/>
                  </a:lnTo>
                  <a:lnTo>
                    <a:pt x="11156" y="378347"/>
                  </a:lnTo>
                  <a:lnTo>
                    <a:pt x="11255" y="377782"/>
                  </a:lnTo>
                  <a:lnTo>
                    <a:pt x="11310" y="377464"/>
                  </a:lnTo>
                  <a:lnTo>
                    <a:pt x="11400" y="376955"/>
                  </a:lnTo>
                  <a:lnTo>
                    <a:pt x="11463" y="376591"/>
                  </a:lnTo>
                  <a:lnTo>
                    <a:pt x="11523" y="376253"/>
                  </a:lnTo>
                  <a:lnTo>
                    <a:pt x="11593" y="375853"/>
                  </a:lnTo>
                  <a:lnTo>
                    <a:pt x="11659" y="375475"/>
                  </a:lnTo>
                  <a:lnTo>
                    <a:pt x="11721" y="375123"/>
                  </a:lnTo>
                  <a:lnTo>
                    <a:pt x="11784" y="374759"/>
                  </a:lnTo>
                  <a:lnTo>
                    <a:pt x="11860" y="374325"/>
                  </a:lnTo>
                  <a:lnTo>
                    <a:pt x="11886" y="374180"/>
                  </a:lnTo>
                  <a:lnTo>
                    <a:pt x="11940" y="373872"/>
                  </a:lnTo>
                  <a:lnTo>
                    <a:pt x="11965" y="373726"/>
                  </a:lnTo>
                  <a:lnTo>
                    <a:pt x="12026" y="373377"/>
                  </a:lnTo>
                  <a:lnTo>
                    <a:pt x="12108" y="372910"/>
                  </a:lnTo>
                  <a:lnTo>
                    <a:pt x="12146" y="372695"/>
                  </a:lnTo>
                  <a:lnTo>
                    <a:pt x="12189" y="372451"/>
                  </a:lnTo>
                  <a:lnTo>
                    <a:pt x="12229" y="372220"/>
                  </a:lnTo>
                  <a:lnTo>
                    <a:pt x="12296" y="371838"/>
                  </a:lnTo>
                  <a:lnTo>
                    <a:pt x="12319" y="371706"/>
                  </a:lnTo>
                  <a:lnTo>
                    <a:pt x="12362" y="371464"/>
                  </a:lnTo>
                  <a:lnTo>
                    <a:pt x="12403" y="371227"/>
                  </a:lnTo>
                  <a:lnTo>
                    <a:pt x="12443" y="370999"/>
                  </a:lnTo>
                  <a:lnTo>
                    <a:pt x="12485" y="370760"/>
                  </a:lnTo>
                  <a:lnTo>
                    <a:pt x="12526" y="370524"/>
                  </a:lnTo>
                  <a:lnTo>
                    <a:pt x="12572" y="370265"/>
                  </a:lnTo>
                  <a:lnTo>
                    <a:pt x="12614" y="370027"/>
                  </a:lnTo>
                  <a:lnTo>
                    <a:pt x="12696" y="369554"/>
                  </a:lnTo>
                  <a:lnTo>
                    <a:pt x="12767" y="369152"/>
                  </a:lnTo>
                  <a:lnTo>
                    <a:pt x="12815" y="368876"/>
                  </a:lnTo>
                  <a:lnTo>
                    <a:pt x="12838" y="368747"/>
                  </a:lnTo>
                  <a:lnTo>
                    <a:pt x="12884" y="368486"/>
                  </a:lnTo>
                  <a:lnTo>
                    <a:pt x="12907" y="368355"/>
                  </a:lnTo>
                  <a:lnTo>
                    <a:pt x="12949" y="368112"/>
                  </a:lnTo>
                  <a:lnTo>
                    <a:pt x="12972" y="367981"/>
                  </a:lnTo>
                  <a:lnTo>
                    <a:pt x="13008" y="367776"/>
                  </a:lnTo>
                  <a:lnTo>
                    <a:pt x="13052" y="367525"/>
                  </a:lnTo>
                  <a:lnTo>
                    <a:pt x="13097" y="367270"/>
                  </a:lnTo>
                  <a:lnTo>
                    <a:pt x="13123" y="367122"/>
                  </a:lnTo>
                  <a:lnTo>
                    <a:pt x="13165" y="366882"/>
                  </a:lnTo>
                  <a:lnTo>
                    <a:pt x="13233" y="366491"/>
                  </a:lnTo>
                  <a:lnTo>
                    <a:pt x="13319" y="366002"/>
                  </a:lnTo>
                  <a:lnTo>
                    <a:pt x="13342" y="365870"/>
                  </a:lnTo>
                  <a:lnTo>
                    <a:pt x="13393" y="365578"/>
                  </a:lnTo>
                  <a:lnTo>
                    <a:pt x="13524" y="364834"/>
                  </a:lnTo>
                  <a:lnTo>
                    <a:pt x="13569" y="364572"/>
                  </a:lnTo>
                  <a:lnTo>
                    <a:pt x="13718" y="363725"/>
                  </a:lnTo>
                  <a:lnTo>
                    <a:pt x="13746" y="363563"/>
                  </a:lnTo>
                  <a:lnTo>
                    <a:pt x="13776" y="363393"/>
                  </a:lnTo>
                  <a:lnTo>
                    <a:pt x="13950" y="362400"/>
                  </a:lnTo>
                  <a:lnTo>
                    <a:pt x="14051" y="361825"/>
                  </a:lnTo>
                  <a:lnTo>
                    <a:pt x="14599" y="358697"/>
                  </a:lnTo>
                  <a:lnTo>
                    <a:pt x="14638" y="358475"/>
                  </a:lnTo>
                  <a:lnTo>
                    <a:pt x="14881" y="357086"/>
                  </a:lnTo>
                  <a:lnTo>
                    <a:pt x="15421" y="354005"/>
                  </a:lnTo>
                  <a:lnTo>
                    <a:pt x="15701" y="352405"/>
                  </a:lnTo>
                  <a:lnTo>
                    <a:pt x="15852" y="351543"/>
                  </a:lnTo>
                  <a:lnTo>
                    <a:pt x="16056" y="350379"/>
                  </a:lnTo>
                  <a:lnTo>
                    <a:pt x="16546" y="347583"/>
                  </a:lnTo>
                  <a:lnTo>
                    <a:pt x="16701" y="346696"/>
                  </a:lnTo>
                  <a:lnTo>
                    <a:pt x="17077" y="344548"/>
                  </a:lnTo>
                  <a:lnTo>
                    <a:pt x="17375" y="342847"/>
                  </a:lnTo>
                  <a:lnTo>
                    <a:pt x="17743" y="340750"/>
                  </a:lnTo>
                  <a:lnTo>
                    <a:pt x="17964" y="339488"/>
                  </a:lnTo>
                  <a:lnTo>
                    <a:pt x="18110" y="338650"/>
                  </a:lnTo>
                  <a:lnTo>
                    <a:pt x="18544" y="336175"/>
                  </a:lnTo>
                  <a:lnTo>
                    <a:pt x="18703" y="335267"/>
                  </a:lnTo>
                  <a:lnTo>
                    <a:pt x="18826" y="334564"/>
                  </a:lnTo>
                  <a:lnTo>
                    <a:pt x="19373" y="331443"/>
                  </a:lnTo>
                  <a:lnTo>
                    <a:pt x="20022" y="327749"/>
                  </a:lnTo>
                  <a:lnTo>
                    <a:pt x="20344" y="325916"/>
                  </a:lnTo>
                  <a:lnTo>
                    <a:pt x="21320" y="320357"/>
                  </a:lnTo>
                  <a:lnTo>
                    <a:pt x="21373" y="320057"/>
                  </a:lnTo>
                  <a:lnTo>
                    <a:pt x="21840" y="317401"/>
                  </a:lnTo>
                  <a:lnTo>
                    <a:pt x="22032" y="316306"/>
                  </a:lnTo>
                  <a:lnTo>
                    <a:pt x="22450" y="313926"/>
                  </a:lnTo>
                  <a:lnTo>
                    <a:pt x="22612" y="313000"/>
                  </a:lnTo>
                  <a:lnTo>
                    <a:pt x="22996" y="310814"/>
                  </a:lnTo>
                  <a:lnTo>
                    <a:pt x="23130" y="310051"/>
                  </a:lnTo>
                  <a:lnTo>
                    <a:pt x="25235" y="298069"/>
                  </a:lnTo>
                  <a:lnTo>
                    <a:pt x="26891" y="288644"/>
                  </a:lnTo>
                  <a:lnTo>
                    <a:pt x="27230" y="286714"/>
                  </a:lnTo>
                  <a:lnTo>
                    <a:pt x="28108" y="281713"/>
                  </a:lnTo>
                  <a:lnTo>
                    <a:pt x="29409" y="274311"/>
                  </a:lnTo>
                  <a:lnTo>
                    <a:pt x="30572" y="267685"/>
                  </a:lnTo>
                  <a:lnTo>
                    <a:pt x="31004" y="265379"/>
                  </a:lnTo>
                  <a:lnTo>
                    <a:pt x="31159" y="264554"/>
                  </a:lnTo>
                  <a:lnTo>
                    <a:pt x="31254" y="264046"/>
                  </a:lnTo>
                  <a:lnTo>
                    <a:pt x="31316" y="263717"/>
                  </a:lnTo>
                  <a:lnTo>
                    <a:pt x="31649" y="261937"/>
                  </a:lnTo>
                  <a:lnTo>
                    <a:pt x="31835" y="260945"/>
                  </a:lnTo>
                  <a:lnTo>
                    <a:pt x="32039" y="259857"/>
                  </a:lnTo>
                  <a:lnTo>
                    <a:pt x="32253" y="258713"/>
                  </a:lnTo>
                  <a:lnTo>
                    <a:pt x="32739" y="256118"/>
                  </a:lnTo>
                  <a:lnTo>
                    <a:pt x="33109" y="254145"/>
                  </a:lnTo>
                  <a:lnTo>
                    <a:pt x="33704" y="250966"/>
                  </a:lnTo>
                  <a:lnTo>
                    <a:pt x="34051" y="249116"/>
                  </a:lnTo>
                  <a:lnTo>
                    <a:pt x="34634" y="246002"/>
                  </a:lnTo>
                  <a:lnTo>
                    <a:pt x="34702" y="245638"/>
                  </a:lnTo>
                  <a:lnTo>
                    <a:pt x="34947" y="244330"/>
                  </a:lnTo>
                  <a:lnTo>
                    <a:pt x="35156" y="243215"/>
                  </a:lnTo>
                  <a:lnTo>
                    <a:pt x="35638" y="240640"/>
                  </a:lnTo>
                  <a:lnTo>
                    <a:pt x="35671" y="240464"/>
                  </a:lnTo>
                  <a:lnTo>
                    <a:pt x="36142" y="237978"/>
                  </a:lnTo>
                  <a:lnTo>
                    <a:pt x="36352" y="236873"/>
                  </a:lnTo>
                  <a:lnTo>
                    <a:pt x="36571" y="235714"/>
                  </a:lnTo>
                  <a:lnTo>
                    <a:pt x="37178" y="232510"/>
                  </a:lnTo>
                  <a:lnTo>
                    <a:pt x="37315" y="231788"/>
                  </a:lnTo>
                  <a:lnTo>
                    <a:pt x="37918" y="228603"/>
                  </a:lnTo>
                  <a:lnTo>
                    <a:pt x="37972" y="228319"/>
                  </a:lnTo>
                  <a:lnTo>
                    <a:pt x="38470" y="225691"/>
                  </a:lnTo>
                  <a:lnTo>
                    <a:pt x="40440" y="215291"/>
                  </a:lnTo>
                  <a:lnTo>
                    <a:pt x="40611" y="214388"/>
                  </a:lnTo>
                  <a:lnTo>
                    <a:pt x="41320" y="210646"/>
                  </a:lnTo>
                  <a:lnTo>
                    <a:pt x="41373" y="210367"/>
                  </a:lnTo>
                  <a:lnTo>
                    <a:pt x="41620" y="209064"/>
                  </a:lnTo>
                  <a:lnTo>
                    <a:pt x="41652" y="208892"/>
                  </a:lnTo>
                  <a:lnTo>
                    <a:pt x="41736" y="208450"/>
                  </a:lnTo>
                  <a:lnTo>
                    <a:pt x="41913" y="207515"/>
                  </a:lnTo>
                  <a:lnTo>
                    <a:pt x="42135" y="206342"/>
                  </a:lnTo>
                  <a:lnTo>
                    <a:pt x="42365" y="205128"/>
                  </a:lnTo>
                  <a:lnTo>
                    <a:pt x="42749" y="203105"/>
                  </a:lnTo>
                  <a:lnTo>
                    <a:pt x="42785" y="202910"/>
                  </a:lnTo>
                  <a:lnTo>
                    <a:pt x="43111" y="201190"/>
                  </a:lnTo>
                  <a:lnTo>
                    <a:pt x="43176" y="200804"/>
                  </a:lnTo>
                  <a:lnTo>
                    <a:pt x="43378" y="199605"/>
                  </a:lnTo>
                  <a:lnTo>
                    <a:pt x="43525" y="198731"/>
                  </a:lnTo>
                  <a:lnTo>
                    <a:pt x="43677" y="197831"/>
                  </a:lnTo>
                  <a:lnTo>
                    <a:pt x="43742" y="197442"/>
                  </a:lnTo>
                  <a:lnTo>
                    <a:pt x="44023" y="195771"/>
                  </a:lnTo>
                  <a:lnTo>
                    <a:pt x="44241" y="194480"/>
                  </a:lnTo>
                  <a:lnTo>
                    <a:pt x="44394" y="193573"/>
                  </a:lnTo>
                  <a:lnTo>
                    <a:pt x="44439" y="193306"/>
                  </a:lnTo>
                  <a:lnTo>
                    <a:pt x="44461" y="193172"/>
                  </a:lnTo>
                  <a:lnTo>
                    <a:pt x="44628" y="192179"/>
                  </a:lnTo>
                  <a:lnTo>
                    <a:pt x="44669" y="191940"/>
                  </a:lnTo>
                  <a:lnTo>
                    <a:pt x="44858" y="190813"/>
                  </a:lnTo>
                  <a:lnTo>
                    <a:pt x="45020" y="189852"/>
                  </a:lnTo>
                  <a:lnTo>
                    <a:pt x="45056" y="189639"/>
                  </a:lnTo>
                  <a:lnTo>
                    <a:pt x="45229" y="188612"/>
                  </a:lnTo>
                  <a:lnTo>
                    <a:pt x="45258" y="188439"/>
                  </a:lnTo>
                  <a:lnTo>
                    <a:pt x="45457" y="187254"/>
                  </a:lnTo>
                  <a:lnTo>
                    <a:pt x="45486" y="187087"/>
                  </a:lnTo>
                  <a:lnTo>
                    <a:pt x="45541" y="186756"/>
                  </a:lnTo>
                  <a:lnTo>
                    <a:pt x="45642" y="186159"/>
                  </a:lnTo>
                  <a:lnTo>
                    <a:pt x="45666" y="186015"/>
                  </a:lnTo>
                  <a:lnTo>
                    <a:pt x="45820" y="185099"/>
                  </a:lnTo>
                  <a:lnTo>
                    <a:pt x="45875" y="184775"/>
                  </a:lnTo>
                  <a:lnTo>
                    <a:pt x="46032" y="183840"/>
                  </a:lnTo>
                  <a:lnTo>
                    <a:pt x="46427" y="181497"/>
                  </a:lnTo>
                  <a:lnTo>
                    <a:pt x="46849" y="178987"/>
                  </a:lnTo>
                  <a:lnTo>
                    <a:pt x="47096" y="177519"/>
                  </a:lnTo>
                  <a:lnTo>
                    <a:pt x="47329" y="176139"/>
                  </a:lnTo>
                  <a:lnTo>
                    <a:pt x="47388" y="175788"/>
                  </a:lnTo>
                  <a:lnTo>
                    <a:pt x="47514" y="175039"/>
                  </a:lnTo>
                  <a:lnTo>
                    <a:pt x="47671" y="174105"/>
                  </a:lnTo>
                  <a:lnTo>
                    <a:pt x="47771" y="173513"/>
                  </a:lnTo>
                  <a:lnTo>
                    <a:pt x="47909" y="172692"/>
                  </a:lnTo>
                  <a:lnTo>
                    <a:pt x="48027" y="171990"/>
                  </a:lnTo>
                  <a:lnTo>
                    <a:pt x="48138" y="171331"/>
                  </a:lnTo>
                  <a:lnTo>
                    <a:pt x="48238" y="170737"/>
                  </a:lnTo>
                  <a:lnTo>
                    <a:pt x="48409" y="169720"/>
                  </a:lnTo>
                  <a:lnTo>
                    <a:pt x="49159" y="165266"/>
                  </a:lnTo>
                  <a:lnTo>
                    <a:pt x="49472" y="163409"/>
                  </a:lnTo>
                  <a:lnTo>
                    <a:pt x="49808" y="161414"/>
                  </a:lnTo>
                  <a:lnTo>
                    <a:pt x="50386" y="157983"/>
                  </a:lnTo>
                  <a:lnTo>
                    <a:pt x="51044" y="154071"/>
                  </a:lnTo>
                  <a:lnTo>
                    <a:pt x="51739" y="149946"/>
                  </a:lnTo>
                  <a:lnTo>
                    <a:pt x="51815" y="149490"/>
                  </a:lnTo>
                  <a:lnTo>
                    <a:pt x="52523" y="145288"/>
                  </a:lnTo>
                  <a:lnTo>
                    <a:pt x="52784" y="143740"/>
                  </a:lnTo>
                  <a:lnTo>
                    <a:pt x="52826" y="143489"/>
                  </a:lnTo>
                  <a:lnTo>
                    <a:pt x="53449" y="139788"/>
                  </a:lnTo>
                  <a:lnTo>
                    <a:pt x="53700" y="138296"/>
                  </a:lnTo>
                  <a:lnTo>
                    <a:pt x="53857" y="137363"/>
                  </a:lnTo>
                  <a:lnTo>
                    <a:pt x="54147" y="135638"/>
                  </a:lnTo>
                  <a:lnTo>
                    <a:pt x="54231" y="135154"/>
                  </a:lnTo>
                  <a:lnTo>
                    <a:pt x="54534" y="133388"/>
                  </a:lnTo>
                  <a:lnTo>
                    <a:pt x="54860" y="131490"/>
                  </a:lnTo>
                  <a:lnTo>
                    <a:pt x="55248" y="129226"/>
                  </a:lnTo>
                  <a:lnTo>
                    <a:pt x="55469" y="127942"/>
                  </a:lnTo>
                  <a:lnTo>
                    <a:pt x="55958" y="125092"/>
                  </a:lnTo>
                  <a:lnTo>
                    <a:pt x="56574" y="121506"/>
                  </a:lnTo>
                  <a:lnTo>
                    <a:pt x="57410" y="116637"/>
                  </a:lnTo>
                  <a:lnTo>
                    <a:pt x="58743" y="108873"/>
                  </a:lnTo>
                  <a:lnTo>
                    <a:pt x="60542" y="98392"/>
                  </a:lnTo>
                  <a:lnTo>
                    <a:pt x="64168" y="77277"/>
                  </a:lnTo>
                  <a:lnTo>
                    <a:pt x="64264" y="76715"/>
                  </a:lnTo>
                  <a:lnTo>
                    <a:pt x="64379" y="76044"/>
                  </a:lnTo>
                  <a:lnTo>
                    <a:pt x="64465" y="75541"/>
                  </a:lnTo>
                  <a:lnTo>
                    <a:pt x="64570" y="74927"/>
                  </a:lnTo>
                  <a:lnTo>
                    <a:pt x="64705" y="74141"/>
                  </a:lnTo>
                  <a:lnTo>
                    <a:pt x="64891" y="73061"/>
                  </a:lnTo>
                  <a:lnTo>
                    <a:pt x="65243" y="71007"/>
                  </a:lnTo>
                  <a:lnTo>
                    <a:pt x="65268" y="70864"/>
                  </a:lnTo>
                  <a:lnTo>
                    <a:pt x="66341" y="64615"/>
                  </a:lnTo>
                  <a:lnTo>
                    <a:pt x="67387" y="58517"/>
                  </a:lnTo>
                  <a:lnTo>
                    <a:pt x="67729" y="56527"/>
                  </a:lnTo>
                  <a:lnTo>
                    <a:pt x="67902" y="55520"/>
                  </a:lnTo>
                  <a:lnTo>
                    <a:pt x="70181" y="47739"/>
                  </a:lnTo>
                  <a:lnTo>
                    <a:pt x="71385" y="43834"/>
                  </a:lnTo>
                  <a:lnTo>
                    <a:pt x="71629" y="43043"/>
                  </a:lnTo>
                  <a:lnTo>
                    <a:pt x="72152" y="41346"/>
                  </a:lnTo>
                  <a:lnTo>
                    <a:pt x="72773" y="39333"/>
                  </a:lnTo>
                  <a:lnTo>
                    <a:pt x="74732" y="32978"/>
                  </a:lnTo>
                  <a:lnTo>
                    <a:pt x="74971" y="32203"/>
                  </a:lnTo>
                  <a:lnTo>
                    <a:pt x="75485" y="31093"/>
                  </a:lnTo>
                  <a:lnTo>
                    <a:pt x="77222" y="27349"/>
                  </a:lnTo>
                  <a:lnTo>
                    <a:pt x="77565" y="26610"/>
                  </a:lnTo>
                  <a:lnTo>
                    <a:pt x="78367" y="24881"/>
                  </a:lnTo>
                  <a:lnTo>
                    <a:pt x="78931" y="23666"/>
                  </a:lnTo>
                  <a:lnTo>
                    <a:pt x="79890" y="21599"/>
                  </a:lnTo>
                  <a:lnTo>
                    <a:pt x="81027" y="19147"/>
                  </a:lnTo>
                  <a:lnTo>
                    <a:pt x="81278" y="18607"/>
                  </a:lnTo>
                  <a:lnTo>
                    <a:pt x="81433" y="18273"/>
                  </a:lnTo>
                  <a:lnTo>
                    <a:pt x="81609" y="17892"/>
                  </a:lnTo>
                  <a:lnTo>
                    <a:pt x="81809" y="17461"/>
                  </a:lnTo>
                  <a:lnTo>
                    <a:pt x="81947" y="17165"/>
                  </a:lnTo>
                  <a:lnTo>
                    <a:pt x="82105" y="16824"/>
                  </a:lnTo>
                  <a:lnTo>
                    <a:pt x="82275" y="16456"/>
                  </a:lnTo>
                  <a:lnTo>
                    <a:pt x="82415" y="16155"/>
                  </a:lnTo>
                  <a:lnTo>
                    <a:pt x="82476" y="16024"/>
                  </a:lnTo>
                  <a:lnTo>
                    <a:pt x="82641" y="15669"/>
                  </a:lnTo>
                  <a:lnTo>
                    <a:pt x="82894" y="15122"/>
                  </a:lnTo>
                  <a:lnTo>
                    <a:pt x="84730" y="14439"/>
                  </a:lnTo>
                  <a:lnTo>
                    <a:pt x="88026" y="13213"/>
                  </a:lnTo>
                  <a:lnTo>
                    <a:pt x="91845" y="11792"/>
                  </a:lnTo>
                  <a:lnTo>
                    <a:pt x="94801" y="10692"/>
                  </a:lnTo>
                  <a:lnTo>
                    <a:pt x="95660" y="10372"/>
                  </a:lnTo>
                  <a:lnTo>
                    <a:pt x="95901" y="10282"/>
                  </a:lnTo>
                  <a:lnTo>
                    <a:pt x="98628" y="9356"/>
                  </a:lnTo>
                  <a:lnTo>
                    <a:pt x="101052" y="8533"/>
                  </a:lnTo>
                  <a:lnTo>
                    <a:pt x="110904" y="5187"/>
                  </a:lnTo>
                  <a:lnTo>
                    <a:pt x="112687" y="4581"/>
                  </a:lnTo>
                  <a:lnTo>
                    <a:pt x="117769" y="2855"/>
                  </a:lnTo>
                  <a:lnTo>
                    <a:pt x="122600" y="1214"/>
                  </a:lnTo>
                  <a:lnTo>
                    <a:pt x="124405" y="601"/>
                  </a:lnTo>
                  <a:lnTo>
                    <a:pt x="125502" y="228"/>
                  </a:lnTo>
                  <a:lnTo>
                    <a:pt x="131638" y="0"/>
                  </a:lnTo>
                  <a:lnTo>
                    <a:pt x="132582" y="213"/>
                  </a:lnTo>
                  <a:lnTo>
                    <a:pt x="138648" y="1585"/>
                  </a:lnTo>
                  <a:lnTo>
                    <a:pt x="149714" y="4088"/>
                  </a:lnTo>
                  <a:lnTo>
                    <a:pt x="150654" y="4301"/>
                  </a:lnTo>
                  <a:lnTo>
                    <a:pt x="151669" y="4531"/>
                  </a:lnTo>
                  <a:lnTo>
                    <a:pt x="153090" y="4852"/>
                  </a:lnTo>
                  <a:lnTo>
                    <a:pt x="155218" y="5333"/>
                  </a:lnTo>
                  <a:lnTo>
                    <a:pt x="167732" y="8164"/>
                  </a:lnTo>
                  <a:lnTo>
                    <a:pt x="172564" y="9257"/>
                  </a:lnTo>
                  <a:lnTo>
                    <a:pt x="174394" y="9671"/>
                  </a:lnTo>
                  <a:lnTo>
                    <a:pt x="175403" y="9899"/>
                  </a:lnTo>
                  <a:lnTo>
                    <a:pt x="179644" y="10858"/>
                  </a:lnTo>
                  <a:lnTo>
                    <a:pt x="187790" y="12701"/>
                  </a:lnTo>
                  <a:lnTo>
                    <a:pt x="190451" y="13305"/>
                  </a:lnTo>
                  <a:lnTo>
                    <a:pt x="195731" y="14504"/>
                  </a:lnTo>
                  <a:lnTo>
                    <a:pt x="199184" y="15289"/>
                  </a:lnTo>
                  <a:lnTo>
                    <a:pt x="199867" y="15444"/>
                  </a:lnTo>
                  <a:lnTo>
                    <a:pt x="200511" y="15590"/>
                  </a:lnTo>
                  <a:lnTo>
                    <a:pt x="213346" y="18505"/>
                  </a:lnTo>
                  <a:lnTo>
                    <a:pt x="215578" y="19012"/>
                  </a:lnTo>
                  <a:lnTo>
                    <a:pt x="222164" y="20508"/>
                  </a:lnTo>
                  <a:lnTo>
                    <a:pt x="224177" y="20975"/>
                  </a:lnTo>
                  <a:lnTo>
                    <a:pt x="225243" y="21222"/>
                  </a:lnTo>
                  <a:lnTo>
                    <a:pt x="229142" y="22126"/>
                  </a:lnTo>
                  <a:lnTo>
                    <a:pt x="244379" y="25658"/>
                  </a:lnTo>
                  <a:lnTo>
                    <a:pt x="247633" y="26413"/>
                  </a:lnTo>
                  <a:lnTo>
                    <a:pt x="248206" y="26546"/>
                  </a:lnTo>
                  <a:lnTo>
                    <a:pt x="250223" y="27013"/>
                  </a:lnTo>
                  <a:lnTo>
                    <a:pt x="254850" y="28086"/>
                  </a:lnTo>
                  <a:lnTo>
                    <a:pt x="256279" y="28417"/>
                  </a:lnTo>
                  <a:lnTo>
                    <a:pt x="259030" y="29055"/>
                  </a:lnTo>
                  <a:lnTo>
                    <a:pt x="267025" y="30908"/>
                  </a:lnTo>
                  <a:lnTo>
                    <a:pt x="267299" y="30972"/>
                  </a:lnTo>
                  <a:lnTo>
                    <a:pt x="280563" y="34047"/>
                  </a:lnTo>
                  <a:lnTo>
                    <a:pt x="282016" y="34384"/>
                  </a:lnTo>
                  <a:lnTo>
                    <a:pt x="285007" y="35077"/>
                  </a:lnTo>
                  <a:lnTo>
                    <a:pt x="281700" y="44043"/>
                  </a:lnTo>
                  <a:lnTo>
                    <a:pt x="281576" y="44380"/>
                  </a:lnTo>
                  <a:lnTo>
                    <a:pt x="281027" y="45868"/>
                  </a:lnTo>
                  <a:lnTo>
                    <a:pt x="280310" y="47811"/>
                  </a:lnTo>
                  <a:lnTo>
                    <a:pt x="278652" y="52305"/>
                  </a:lnTo>
                  <a:lnTo>
                    <a:pt x="274922" y="63288"/>
                  </a:lnTo>
                  <a:lnTo>
                    <a:pt x="274214" y="65372"/>
                  </a:lnTo>
                  <a:lnTo>
                    <a:pt x="272440" y="70594"/>
                  </a:lnTo>
                  <a:lnTo>
                    <a:pt x="270015" y="77734"/>
                  </a:lnTo>
                  <a:lnTo>
                    <a:pt x="269045" y="80592"/>
                  </a:lnTo>
                  <a:lnTo>
                    <a:pt x="268903" y="81010"/>
                  </a:lnTo>
                  <a:lnTo>
                    <a:pt x="268596" y="81911"/>
                  </a:lnTo>
                  <a:lnTo>
                    <a:pt x="268099" y="84230"/>
                  </a:lnTo>
                  <a:lnTo>
                    <a:pt x="267491" y="87060"/>
                  </a:lnTo>
                  <a:lnTo>
                    <a:pt x="267345" y="87744"/>
                  </a:lnTo>
                  <a:lnTo>
                    <a:pt x="267090" y="88930"/>
                  </a:lnTo>
                  <a:lnTo>
                    <a:pt x="266913" y="89755"/>
                  </a:lnTo>
                  <a:lnTo>
                    <a:pt x="265540" y="96153"/>
                  </a:lnTo>
                  <a:lnTo>
                    <a:pt x="264090" y="102907"/>
                  </a:lnTo>
                  <a:lnTo>
                    <a:pt x="263753" y="104478"/>
                  </a:lnTo>
                  <a:lnTo>
                    <a:pt x="262735" y="109222"/>
                  </a:lnTo>
                  <a:lnTo>
                    <a:pt x="262546" y="110101"/>
                  </a:lnTo>
                  <a:lnTo>
                    <a:pt x="262403" y="110770"/>
                  </a:lnTo>
                  <a:lnTo>
                    <a:pt x="261458" y="115175"/>
                  </a:lnTo>
                  <a:lnTo>
                    <a:pt x="261040" y="117480"/>
                  </a:lnTo>
                  <a:lnTo>
                    <a:pt x="260899" y="118255"/>
                  </a:lnTo>
                  <a:lnTo>
                    <a:pt x="260290" y="121620"/>
                  </a:lnTo>
                  <a:lnTo>
                    <a:pt x="259286" y="127161"/>
                  </a:lnTo>
                  <a:lnTo>
                    <a:pt x="258656" y="130640"/>
                  </a:lnTo>
                  <a:lnTo>
                    <a:pt x="258439" y="131836"/>
                  </a:lnTo>
                  <a:lnTo>
                    <a:pt x="258308" y="132558"/>
                  </a:lnTo>
                  <a:lnTo>
                    <a:pt x="258209" y="133133"/>
                  </a:lnTo>
                  <a:lnTo>
                    <a:pt x="258181" y="133293"/>
                  </a:lnTo>
                  <a:lnTo>
                    <a:pt x="257756" y="135752"/>
                  </a:lnTo>
                  <a:lnTo>
                    <a:pt x="256901" y="140697"/>
                  </a:lnTo>
                  <a:lnTo>
                    <a:pt x="256601" y="142429"/>
                  </a:lnTo>
                  <a:lnTo>
                    <a:pt x="255248" y="150258"/>
                  </a:lnTo>
                  <a:lnTo>
                    <a:pt x="255099" y="151117"/>
                  </a:lnTo>
                  <a:lnTo>
                    <a:pt x="255014" y="151612"/>
                  </a:lnTo>
                  <a:lnTo>
                    <a:pt x="254672" y="153589"/>
                  </a:lnTo>
                  <a:lnTo>
                    <a:pt x="254330" y="155564"/>
                  </a:lnTo>
                  <a:lnTo>
                    <a:pt x="253995" y="157503"/>
                  </a:lnTo>
                  <a:lnTo>
                    <a:pt x="253820" y="158513"/>
                  </a:lnTo>
                  <a:lnTo>
                    <a:pt x="253549" y="160084"/>
                  </a:lnTo>
                  <a:lnTo>
                    <a:pt x="252617" y="165473"/>
                  </a:lnTo>
                  <a:lnTo>
                    <a:pt x="252149" y="168178"/>
                  </a:lnTo>
                  <a:lnTo>
                    <a:pt x="251523" y="171801"/>
                  </a:lnTo>
                  <a:lnTo>
                    <a:pt x="250692" y="176604"/>
                  </a:lnTo>
                  <a:lnTo>
                    <a:pt x="250275" y="179019"/>
                  </a:lnTo>
                  <a:lnTo>
                    <a:pt x="250249" y="179166"/>
                  </a:lnTo>
                  <a:lnTo>
                    <a:pt x="250069" y="180209"/>
                  </a:lnTo>
                  <a:lnTo>
                    <a:pt x="249697" y="182359"/>
                  </a:lnTo>
                  <a:lnTo>
                    <a:pt x="248762" y="187617"/>
                  </a:lnTo>
                  <a:lnTo>
                    <a:pt x="248590" y="188584"/>
                  </a:lnTo>
                  <a:lnTo>
                    <a:pt x="248479" y="189204"/>
                  </a:lnTo>
                  <a:lnTo>
                    <a:pt x="245491" y="206001"/>
                  </a:lnTo>
                  <a:lnTo>
                    <a:pt x="243822" y="215388"/>
                  </a:lnTo>
                  <a:lnTo>
                    <a:pt x="240380" y="234733"/>
                  </a:lnTo>
                  <a:lnTo>
                    <a:pt x="237566" y="250555"/>
                  </a:lnTo>
                  <a:lnTo>
                    <a:pt x="235841" y="260249"/>
                  </a:lnTo>
                  <a:lnTo>
                    <a:pt x="235755" y="260770"/>
                  </a:lnTo>
                  <a:lnTo>
                    <a:pt x="235483" y="262407"/>
                  </a:lnTo>
                  <a:lnTo>
                    <a:pt x="232865" y="278177"/>
                  </a:lnTo>
                  <a:lnTo>
                    <a:pt x="229068" y="301051"/>
                  </a:lnTo>
                  <a:lnTo>
                    <a:pt x="227242" y="312051"/>
                  </a:lnTo>
                  <a:lnTo>
                    <a:pt x="221983" y="343731"/>
                  </a:lnTo>
                  <a:lnTo>
                    <a:pt x="221571" y="346601"/>
                  </a:lnTo>
                  <a:lnTo>
                    <a:pt x="221480" y="347230"/>
                  </a:lnTo>
                  <a:lnTo>
                    <a:pt x="220833" y="351732"/>
                  </a:lnTo>
                  <a:lnTo>
                    <a:pt x="219989" y="357604"/>
                  </a:lnTo>
                  <a:lnTo>
                    <a:pt x="219463" y="361260"/>
                  </a:lnTo>
                  <a:lnTo>
                    <a:pt x="218172" y="370245"/>
                  </a:lnTo>
                  <a:lnTo>
                    <a:pt x="217422" y="375456"/>
                  </a:lnTo>
                  <a:lnTo>
                    <a:pt x="215771" y="386945"/>
                  </a:lnTo>
                  <a:lnTo>
                    <a:pt x="214784" y="393808"/>
                  </a:lnTo>
                  <a:lnTo>
                    <a:pt x="214669" y="394609"/>
                  </a:lnTo>
                  <a:lnTo>
                    <a:pt x="214554" y="395406"/>
                  </a:lnTo>
                  <a:lnTo>
                    <a:pt x="214424" y="396309"/>
                  </a:lnTo>
                  <a:lnTo>
                    <a:pt x="212782" y="410223"/>
                  </a:lnTo>
                  <a:lnTo>
                    <a:pt x="207295" y="456724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47"/>
            <p:cNvSpPr/>
            <p:nvPr/>
          </p:nvSpPr>
          <p:spPr>
            <a:xfrm>
              <a:off x="4870231" y="2842863"/>
              <a:ext cx="509665" cy="710773"/>
            </a:xfrm>
            <a:custGeom>
              <a:avLst/>
              <a:pathLst>
                <a:path w="509665" h="710773">
                  <a:moveTo>
                    <a:pt x="332058" y="44178"/>
                  </a:moveTo>
                  <a:lnTo>
                    <a:pt x="360007" y="59962"/>
                  </a:lnTo>
                  <a:lnTo>
                    <a:pt x="360140" y="59722"/>
                  </a:lnTo>
                  <a:lnTo>
                    <a:pt x="384185" y="16513"/>
                  </a:lnTo>
                  <a:lnTo>
                    <a:pt x="384705" y="16777"/>
                  </a:lnTo>
                  <a:lnTo>
                    <a:pt x="385428" y="17144"/>
                  </a:lnTo>
                  <a:lnTo>
                    <a:pt x="385594" y="17229"/>
                  </a:lnTo>
                  <a:lnTo>
                    <a:pt x="386597" y="17738"/>
                  </a:lnTo>
                  <a:lnTo>
                    <a:pt x="387614" y="18254"/>
                  </a:lnTo>
                  <a:lnTo>
                    <a:pt x="387942" y="18420"/>
                  </a:lnTo>
                  <a:lnTo>
                    <a:pt x="389346" y="19134"/>
                  </a:lnTo>
                  <a:lnTo>
                    <a:pt x="389776" y="19352"/>
                  </a:lnTo>
                  <a:lnTo>
                    <a:pt x="390885" y="19915"/>
                  </a:lnTo>
                  <a:lnTo>
                    <a:pt x="391983" y="20472"/>
                  </a:lnTo>
                  <a:lnTo>
                    <a:pt x="393597" y="21292"/>
                  </a:lnTo>
                  <a:lnTo>
                    <a:pt x="394397" y="21698"/>
                  </a:lnTo>
                  <a:lnTo>
                    <a:pt x="395360" y="22187"/>
                  </a:lnTo>
                  <a:lnTo>
                    <a:pt x="396358" y="22694"/>
                  </a:lnTo>
                  <a:lnTo>
                    <a:pt x="397738" y="23395"/>
                  </a:lnTo>
                  <a:lnTo>
                    <a:pt x="399687" y="24384"/>
                  </a:lnTo>
                  <a:lnTo>
                    <a:pt x="402077" y="25598"/>
                  </a:lnTo>
                  <a:lnTo>
                    <a:pt x="402919" y="26025"/>
                  </a:lnTo>
                  <a:lnTo>
                    <a:pt x="404755" y="26957"/>
                  </a:lnTo>
                  <a:lnTo>
                    <a:pt x="405145" y="27156"/>
                  </a:lnTo>
                  <a:lnTo>
                    <a:pt x="407442" y="28322"/>
                  </a:lnTo>
                  <a:lnTo>
                    <a:pt x="409129" y="29179"/>
                  </a:lnTo>
                  <a:lnTo>
                    <a:pt x="410074" y="29658"/>
                  </a:lnTo>
                  <a:lnTo>
                    <a:pt x="412926" y="31106"/>
                  </a:lnTo>
                  <a:lnTo>
                    <a:pt x="413344" y="31319"/>
                  </a:lnTo>
                  <a:lnTo>
                    <a:pt x="414365" y="31837"/>
                  </a:lnTo>
                  <a:lnTo>
                    <a:pt x="416610" y="32977"/>
                  </a:lnTo>
                  <a:lnTo>
                    <a:pt x="419689" y="34540"/>
                  </a:lnTo>
                  <a:lnTo>
                    <a:pt x="430819" y="40192"/>
                  </a:lnTo>
                  <a:lnTo>
                    <a:pt x="432164" y="40875"/>
                  </a:lnTo>
                  <a:lnTo>
                    <a:pt x="435282" y="42458"/>
                  </a:lnTo>
                  <a:lnTo>
                    <a:pt x="446054" y="47927"/>
                  </a:lnTo>
                  <a:lnTo>
                    <a:pt x="450021" y="49942"/>
                  </a:lnTo>
                  <a:lnTo>
                    <a:pt x="460356" y="55190"/>
                  </a:lnTo>
                  <a:lnTo>
                    <a:pt x="460851" y="55440"/>
                  </a:lnTo>
                  <a:lnTo>
                    <a:pt x="509665" y="79947"/>
                  </a:lnTo>
                  <a:lnTo>
                    <a:pt x="509567" y="80177"/>
                  </a:lnTo>
                  <a:lnTo>
                    <a:pt x="505841" y="88966"/>
                  </a:lnTo>
                  <a:lnTo>
                    <a:pt x="502942" y="95803"/>
                  </a:lnTo>
                  <a:lnTo>
                    <a:pt x="501961" y="98097"/>
                  </a:lnTo>
                  <a:lnTo>
                    <a:pt x="501804" y="98437"/>
                  </a:lnTo>
                  <a:lnTo>
                    <a:pt x="501639" y="98792"/>
                  </a:lnTo>
                  <a:lnTo>
                    <a:pt x="501578" y="98924"/>
                  </a:lnTo>
                  <a:lnTo>
                    <a:pt x="501439" y="99225"/>
                  </a:lnTo>
                  <a:lnTo>
                    <a:pt x="501268" y="99592"/>
                  </a:lnTo>
                  <a:lnTo>
                    <a:pt x="501110" y="99933"/>
                  </a:lnTo>
                  <a:lnTo>
                    <a:pt x="500972" y="100229"/>
                  </a:lnTo>
                  <a:lnTo>
                    <a:pt x="500716" y="100782"/>
                  </a:lnTo>
                  <a:lnTo>
                    <a:pt x="500596" y="101041"/>
                  </a:lnTo>
                  <a:lnTo>
                    <a:pt x="500441" y="101375"/>
                  </a:lnTo>
                  <a:lnTo>
                    <a:pt x="500190" y="101915"/>
                  </a:lnTo>
                  <a:lnTo>
                    <a:pt x="499053" y="104367"/>
                  </a:lnTo>
                  <a:lnTo>
                    <a:pt x="498094" y="106434"/>
                  </a:lnTo>
                  <a:lnTo>
                    <a:pt x="497530" y="107649"/>
                  </a:lnTo>
                  <a:lnTo>
                    <a:pt x="496728" y="109378"/>
                  </a:lnTo>
                  <a:lnTo>
                    <a:pt x="496385" y="110117"/>
                  </a:lnTo>
                  <a:lnTo>
                    <a:pt x="494649" y="113861"/>
                  </a:lnTo>
                  <a:lnTo>
                    <a:pt x="494134" y="114971"/>
                  </a:lnTo>
                  <a:lnTo>
                    <a:pt x="493895" y="115746"/>
                  </a:lnTo>
                  <a:lnTo>
                    <a:pt x="491936" y="122101"/>
                  </a:lnTo>
                  <a:lnTo>
                    <a:pt x="491314" y="124119"/>
                  </a:lnTo>
                  <a:lnTo>
                    <a:pt x="490792" y="125811"/>
                  </a:lnTo>
                  <a:lnTo>
                    <a:pt x="490541" y="126626"/>
                  </a:lnTo>
                  <a:lnTo>
                    <a:pt x="489345" y="130507"/>
                  </a:lnTo>
                  <a:lnTo>
                    <a:pt x="487065" y="138288"/>
                  </a:lnTo>
                  <a:lnTo>
                    <a:pt x="486892" y="139295"/>
                  </a:lnTo>
                  <a:lnTo>
                    <a:pt x="486551" y="141285"/>
                  </a:lnTo>
                  <a:lnTo>
                    <a:pt x="485504" y="147383"/>
                  </a:lnTo>
                  <a:lnTo>
                    <a:pt x="484431" y="153632"/>
                  </a:lnTo>
                  <a:lnTo>
                    <a:pt x="484406" y="153775"/>
                  </a:lnTo>
                  <a:lnTo>
                    <a:pt x="484054" y="155829"/>
                  </a:lnTo>
                  <a:lnTo>
                    <a:pt x="483868" y="156909"/>
                  </a:lnTo>
                  <a:lnTo>
                    <a:pt x="483733" y="157695"/>
                  </a:lnTo>
                  <a:lnTo>
                    <a:pt x="483628" y="158309"/>
                  </a:lnTo>
                  <a:lnTo>
                    <a:pt x="483542" y="158812"/>
                  </a:lnTo>
                  <a:lnTo>
                    <a:pt x="483427" y="159483"/>
                  </a:lnTo>
                  <a:lnTo>
                    <a:pt x="483331" y="160045"/>
                  </a:lnTo>
                  <a:lnTo>
                    <a:pt x="479705" y="181160"/>
                  </a:lnTo>
                  <a:lnTo>
                    <a:pt x="477906" y="191641"/>
                  </a:lnTo>
                  <a:lnTo>
                    <a:pt x="476573" y="199405"/>
                  </a:lnTo>
                  <a:lnTo>
                    <a:pt x="475724" y="204351"/>
                  </a:lnTo>
                  <a:lnTo>
                    <a:pt x="475121" y="207863"/>
                  </a:lnTo>
                  <a:lnTo>
                    <a:pt x="474632" y="210710"/>
                  </a:lnTo>
                  <a:lnTo>
                    <a:pt x="474411" y="211995"/>
                  </a:lnTo>
                  <a:lnTo>
                    <a:pt x="474023" y="214258"/>
                  </a:lnTo>
                  <a:lnTo>
                    <a:pt x="473697" y="216157"/>
                  </a:lnTo>
                  <a:lnTo>
                    <a:pt x="473394" y="217922"/>
                  </a:lnTo>
                  <a:lnTo>
                    <a:pt x="473311" y="218406"/>
                  </a:lnTo>
                  <a:lnTo>
                    <a:pt x="473020" y="220131"/>
                  </a:lnTo>
                  <a:lnTo>
                    <a:pt x="472863" y="221064"/>
                  </a:lnTo>
                  <a:lnTo>
                    <a:pt x="472612" y="222556"/>
                  </a:lnTo>
                  <a:lnTo>
                    <a:pt x="471984" y="226288"/>
                  </a:lnTo>
                  <a:lnTo>
                    <a:pt x="471947" y="226508"/>
                  </a:lnTo>
                  <a:lnTo>
                    <a:pt x="471686" y="228057"/>
                  </a:lnTo>
                  <a:lnTo>
                    <a:pt x="470979" y="232258"/>
                  </a:lnTo>
                  <a:lnTo>
                    <a:pt x="470902" y="232714"/>
                  </a:lnTo>
                  <a:lnTo>
                    <a:pt x="470207" y="236839"/>
                  </a:lnTo>
                  <a:lnTo>
                    <a:pt x="469549" y="240751"/>
                  </a:lnTo>
                  <a:lnTo>
                    <a:pt x="468971" y="244182"/>
                  </a:lnTo>
                  <a:lnTo>
                    <a:pt x="468635" y="246177"/>
                  </a:lnTo>
                  <a:lnTo>
                    <a:pt x="468322" y="248035"/>
                  </a:lnTo>
                  <a:lnTo>
                    <a:pt x="467573" y="252488"/>
                  </a:lnTo>
                  <a:lnTo>
                    <a:pt x="467401" y="253505"/>
                  </a:lnTo>
                  <a:lnTo>
                    <a:pt x="467301" y="254099"/>
                  </a:lnTo>
                  <a:lnTo>
                    <a:pt x="467191" y="254758"/>
                  </a:lnTo>
                  <a:lnTo>
                    <a:pt x="467072" y="255460"/>
                  </a:lnTo>
                  <a:lnTo>
                    <a:pt x="466934" y="256281"/>
                  </a:lnTo>
                  <a:lnTo>
                    <a:pt x="466834" y="256873"/>
                  </a:lnTo>
                  <a:lnTo>
                    <a:pt x="466656" y="257934"/>
                  </a:lnTo>
                  <a:lnTo>
                    <a:pt x="466551" y="258556"/>
                  </a:lnTo>
                  <a:lnTo>
                    <a:pt x="466466" y="259058"/>
                  </a:lnTo>
                  <a:lnTo>
                    <a:pt x="466260" y="260287"/>
                  </a:lnTo>
                  <a:lnTo>
                    <a:pt x="466012" y="261755"/>
                  </a:lnTo>
                  <a:lnTo>
                    <a:pt x="465590" y="264265"/>
                  </a:lnTo>
                  <a:lnTo>
                    <a:pt x="465176" y="266723"/>
                  </a:lnTo>
                  <a:lnTo>
                    <a:pt x="465038" y="267543"/>
                  </a:lnTo>
                  <a:lnTo>
                    <a:pt x="464983" y="267867"/>
                  </a:lnTo>
                  <a:lnTo>
                    <a:pt x="464829" y="268783"/>
                  </a:lnTo>
                  <a:lnTo>
                    <a:pt x="464805" y="268927"/>
                  </a:lnTo>
                  <a:lnTo>
                    <a:pt x="464705" y="269524"/>
                  </a:lnTo>
                  <a:lnTo>
                    <a:pt x="464649" y="269855"/>
                  </a:lnTo>
                  <a:lnTo>
                    <a:pt x="464621" y="270022"/>
                  </a:lnTo>
                  <a:lnTo>
                    <a:pt x="464421" y="271207"/>
                  </a:lnTo>
                  <a:lnTo>
                    <a:pt x="464392" y="271380"/>
                  </a:lnTo>
                  <a:lnTo>
                    <a:pt x="464219" y="272407"/>
                  </a:lnTo>
                  <a:lnTo>
                    <a:pt x="464183" y="272620"/>
                  </a:lnTo>
                  <a:lnTo>
                    <a:pt x="464015" y="273621"/>
                  </a:lnTo>
                  <a:lnTo>
                    <a:pt x="463832" y="274708"/>
                  </a:lnTo>
                  <a:lnTo>
                    <a:pt x="463791" y="274948"/>
                  </a:lnTo>
                  <a:lnTo>
                    <a:pt x="463624" y="275940"/>
                  </a:lnTo>
                  <a:lnTo>
                    <a:pt x="463602" y="276074"/>
                  </a:lnTo>
                  <a:lnTo>
                    <a:pt x="463557" y="276341"/>
                  </a:lnTo>
                  <a:lnTo>
                    <a:pt x="463398" y="277282"/>
                  </a:lnTo>
                  <a:lnTo>
                    <a:pt x="463187" y="278539"/>
                  </a:lnTo>
                  <a:lnTo>
                    <a:pt x="462905" y="280210"/>
                  </a:lnTo>
                  <a:lnTo>
                    <a:pt x="462840" y="280599"/>
                  </a:lnTo>
                  <a:lnTo>
                    <a:pt x="462688" y="281499"/>
                  </a:lnTo>
                  <a:lnTo>
                    <a:pt x="462541" y="282373"/>
                  </a:lnTo>
                  <a:lnTo>
                    <a:pt x="462339" y="283572"/>
                  </a:lnTo>
                  <a:lnTo>
                    <a:pt x="462274" y="283958"/>
                  </a:lnTo>
                  <a:lnTo>
                    <a:pt x="461948" y="285679"/>
                  </a:lnTo>
                  <a:lnTo>
                    <a:pt x="461912" y="285873"/>
                  </a:lnTo>
                  <a:lnTo>
                    <a:pt x="461528" y="287896"/>
                  </a:lnTo>
                  <a:lnTo>
                    <a:pt x="461298" y="289110"/>
                  </a:lnTo>
                  <a:lnTo>
                    <a:pt x="461076" y="290283"/>
                  </a:lnTo>
                  <a:lnTo>
                    <a:pt x="460899" y="291218"/>
                  </a:lnTo>
                  <a:lnTo>
                    <a:pt x="460815" y="291660"/>
                  </a:lnTo>
                  <a:lnTo>
                    <a:pt x="460783" y="291832"/>
                  </a:lnTo>
                  <a:lnTo>
                    <a:pt x="460536" y="293135"/>
                  </a:lnTo>
                  <a:lnTo>
                    <a:pt x="460483" y="293414"/>
                  </a:lnTo>
                  <a:lnTo>
                    <a:pt x="459774" y="297156"/>
                  </a:lnTo>
                  <a:lnTo>
                    <a:pt x="459603" y="298060"/>
                  </a:lnTo>
                  <a:lnTo>
                    <a:pt x="457633" y="308459"/>
                  </a:lnTo>
                  <a:lnTo>
                    <a:pt x="457135" y="311087"/>
                  </a:lnTo>
                  <a:lnTo>
                    <a:pt x="457082" y="311371"/>
                  </a:lnTo>
                  <a:lnTo>
                    <a:pt x="456478" y="314557"/>
                  </a:lnTo>
                  <a:lnTo>
                    <a:pt x="456341" y="315278"/>
                  </a:lnTo>
                  <a:lnTo>
                    <a:pt x="455734" y="318483"/>
                  </a:lnTo>
                  <a:lnTo>
                    <a:pt x="455515" y="319641"/>
                  </a:lnTo>
                  <a:lnTo>
                    <a:pt x="455306" y="320746"/>
                  </a:lnTo>
                  <a:lnTo>
                    <a:pt x="454835" y="323232"/>
                  </a:lnTo>
                  <a:lnTo>
                    <a:pt x="454801" y="323408"/>
                  </a:lnTo>
                  <a:lnTo>
                    <a:pt x="454319" y="325983"/>
                  </a:lnTo>
                  <a:lnTo>
                    <a:pt x="454110" y="327098"/>
                  </a:lnTo>
                  <a:lnTo>
                    <a:pt x="453865" y="328407"/>
                  </a:lnTo>
                  <a:lnTo>
                    <a:pt x="453797" y="328770"/>
                  </a:lnTo>
                  <a:lnTo>
                    <a:pt x="453214" y="331884"/>
                  </a:lnTo>
                  <a:lnTo>
                    <a:pt x="452867" y="333734"/>
                  </a:lnTo>
                  <a:lnTo>
                    <a:pt x="452272" y="336913"/>
                  </a:lnTo>
                  <a:lnTo>
                    <a:pt x="451902" y="338886"/>
                  </a:lnTo>
                  <a:lnTo>
                    <a:pt x="451416" y="341481"/>
                  </a:lnTo>
                  <a:lnTo>
                    <a:pt x="451202" y="342625"/>
                  </a:lnTo>
                  <a:lnTo>
                    <a:pt x="450998" y="343713"/>
                  </a:lnTo>
                  <a:lnTo>
                    <a:pt x="450812" y="344705"/>
                  </a:lnTo>
                  <a:lnTo>
                    <a:pt x="450479" y="346485"/>
                  </a:lnTo>
                  <a:lnTo>
                    <a:pt x="450417" y="346814"/>
                  </a:lnTo>
                  <a:lnTo>
                    <a:pt x="450322" y="347322"/>
                  </a:lnTo>
                  <a:lnTo>
                    <a:pt x="450168" y="348147"/>
                  </a:lnTo>
                  <a:lnTo>
                    <a:pt x="449736" y="350454"/>
                  </a:lnTo>
                  <a:lnTo>
                    <a:pt x="448572" y="357080"/>
                  </a:lnTo>
                  <a:lnTo>
                    <a:pt x="447271" y="364481"/>
                  </a:lnTo>
                  <a:lnTo>
                    <a:pt x="446393" y="369482"/>
                  </a:lnTo>
                  <a:lnTo>
                    <a:pt x="446054" y="371412"/>
                  </a:lnTo>
                  <a:lnTo>
                    <a:pt x="444398" y="380837"/>
                  </a:lnTo>
                  <a:lnTo>
                    <a:pt x="442294" y="392819"/>
                  </a:lnTo>
                  <a:lnTo>
                    <a:pt x="442159" y="393582"/>
                  </a:lnTo>
                  <a:lnTo>
                    <a:pt x="441776" y="395768"/>
                  </a:lnTo>
                  <a:lnTo>
                    <a:pt x="441613" y="396694"/>
                  </a:lnTo>
                  <a:lnTo>
                    <a:pt x="441195" y="399074"/>
                  </a:lnTo>
                  <a:lnTo>
                    <a:pt x="441003" y="400169"/>
                  </a:lnTo>
                  <a:lnTo>
                    <a:pt x="440536" y="402825"/>
                  </a:lnTo>
                  <a:lnTo>
                    <a:pt x="440484" y="403125"/>
                  </a:lnTo>
                  <a:lnTo>
                    <a:pt x="439507" y="408685"/>
                  </a:lnTo>
                  <a:lnTo>
                    <a:pt x="439185" y="410517"/>
                  </a:lnTo>
                  <a:lnTo>
                    <a:pt x="438536" y="414211"/>
                  </a:lnTo>
                  <a:lnTo>
                    <a:pt x="437989" y="417332"/>
                  </a:lnTo>
                  <a:lnTo>
                    <a:pt x="437866" y="418035"/>
                  </a:lnTo>
                  <a:lnTo>
                    <a:pt x="437707" y="418943"/>
                  </a:lnTo>
                  <a:lnTo>
                    <a:pt x="437274" y="421418"/>
                  </a:lnTo>
                  <a:lnTo>
                    <a:pt x="437127" y="422256"/>
                  </a:lnTo>
                  <a:lnTo>
                    <a:pt x="436906" y="423518"/>
                  </a:lnTo>
                  <a:lnTo>
                    <a:pt x="436538" y="425616"/>
                  </a:lnTo>
                  <a:lnTo>
                    <a:pt x="436241" y="427316"/>
                  </a:lnTo>
                  <a:lnTo>
                    <a:pt x="435864" y="429464"/>
                  </a:lnTo>
                  <a:lnTo>
                    <a:pt x="435709" y="430351"/>
                  </a:lnTo>
                  <a:lnTo>
                    <a:pt x="435200" y="433260"/>
                  </a:lnTo>
                  <a:lnTo>
                    <a:pt x="435016" y="434311"/>
                  </a:lnTo>
                  <a:lnTo>
                    <a:pt x="434864" y="435173"/>
                  </a:lnTo>
                  <a:lnTo>
                    <a:pt x="434584" y="436773"/>
                  </a:lnTo>
                  <a:lnTo>
                    <a:pt x="434044" y="439854"/>
                  </a:lnTo>
                  <a:lnTo>
                    <a:pt x="433801" y="441244"/>
                  </a:lnTo>
                  <a:lnTo>
                    <a:pt x="433762" y="441465"/>
                  </a:lnTo>
                  <a:lnTo>
                    <a:pt x="433214" y="444593"/>
                  </a:lnTo>
                  <a:lnTo>
                    <a:pt x="433093" y="445286"/>
                  </a:lnTo>
                  <a:lnTo>
                    <a:pt x="432939" y="446162"/>
                  </a:lnTo>
                  <a:lnTo>
                    <a:pt x="432909" y="446331"/>
                  </a:lnTo>
                  <a:lnTo>
                    <a:pt x="432881" y="446493"/>
                  </a:lnTo>
                  <a:lnTo>
                    <a:pt x="432733" y="447340"/>
                  </a:lnTo>
                  <a:lnTo>
                    <a:pt x="432687" y="447602"/>
                  </a:lnTo>
                  <a:lnTo>
                    <a:pt x="432556" y="448346"/>
                  </a:lnTo>
                  <a:lnTo>
                    <a:pt x="432505" y="448640"/>
                  </a:lnTo>
                  <a:lnTo>
                    <a:pt x="432426" y="449091"/>
                  </a:lnTo>
                  <a:lnTo>
                    <a:pt x="432359" y="449470"/>
                  </a:lnTo>
                  <a:lnTo>
                    <a:pt x="432313" y="449735"/>
                  </a:lnTo>
                  <a:lnTo>
                    <a:pt x="432286" y="449890"/>
                  </a:lnTo>
                  <a:lnTo>
                    <a:pt x="432241" y="450143"/>
                  </a:lnTo>
                  <a:lnTo>
                    <a:pt x="432200" y="450381"/>
                  </a:lnTo>
                  <a:lnTo>
                    <a:pt x="432161" y="450604"/>
                  </a:lnTo>
                  <a:lnTo>
                    <a:pt x="432135" y="450749"/>
                  </a:lnTo>
                  <a:lnTo>
                    <a:pt x="432093" y="450992"/>
                  </a:lnTo>
                  <a:lnTo>
                    <a:pt x="432070" y="451123"/>
                  </a:lnTo>
                  <a:lnTo>
                    <a:pt x="432027" y="451367"/>
                  </a:lnTo>
                  <a:lnTo>
                    <a:pt x="432001" y="451515"/>
                  </a:lnTo>
                  <a:lnTo>
                    <a:pt x="431957" y="451767"/>
                  </a:lnTo>
                  <a:lnTo>
                    <a:pt x="431891" y="452144"/>
                  </a:lnTo>
                  <a:lnTo>
                    <a:pt x="431800" y="452665"/>
                  </a:lnTo>
                  <a:lnTo>
                    <a:pt x="431759" y="452896"/>
                  </a:lnTo>
                  <a:lnTo>
                    <a:pt x="431718" y="453129"/>
                  </a:lnTo>
                  <a:lnTo>
                    <a:pt x="431674" y="453381"/>
                  </a:lnTo>
                  <a:lnTo>
                    <a:pt x="431636" y="453600"/>
                  </a:lnTo>
                  <a:lnTo>
                    <a:pt x="431596" y="453827"/>
                  </a:lnTo>
                  <a:lnTo>
                    <a:pt x="431552" y="454077"/>
                  </a:lnTo>
                  <a:lnTo>
                    <a:pt x="431507" y="454336"/>
                  </a:lnTo>
                  <a:lnTo>
                    <a:pt x="431483" y="454474"/>
                  </a:lnTo>
                  <a:lnTo>
                    <a:pt x="431419" y="454835"/>
                  </a:lnTo>
                  <a:lnTo>
                    <a:pt x="431381" y="455054"/>
                  </a:lnTo>
                  <a:lnTo>
                    <a:pt x="431335" y="455314"/>
                  </a:lnTo>
                  <a:lnTo>
                    <a:pt x="431303" y="455500"/>
                  </a:lnTo>
                  <a:lnTo>
                    <a:pt x="431220" y="455973"/>
                  </a:lnTo>
                  <a:lnTo>
                    <a:pt x="431155" y="456344"/>
                  </a:lnTo>
                  <a:lnTo>
                    <a:pt x="431128" y="456495"/>
                  </a:lnTo>
                  <a:lnTo>
                    <a:pt x="431077" y="456789"/>
                  </a:lnTo>
                  <a:lnTo>
                    <a:pt x="431049" y="456948"/>
                  </a:lnTo>
                  <a:lnTo>
                    <a:pt x="431024" y="457093"/>
                  </a:lnTo>
                  <a:lnTo>
                    <a:pt x="430947" y="457527"/>
                  </a:lnTo>
                  <a:lnTo>
                    <a:pt x="430884" y="457891"/>
                  </a:lnTo>
                  <a:lnTo>
                    <a:pt x="430822" y="458244"/>
                  </a:lnTo>
                  <a:lnTo>
                    <a:pt x="430756" y="458621"/>
                  </a:lnTo>
                  <a:lnTo>
                    <a:pt x="430686" y="459022"/>
                  </a:lnTo>
                  <a:lnTo>
                    <a:pt x="430627" y="459359"/>
                  </a:lnTo>
                  <a:lnTo>
                    <a:pt x="430563" y="459723"/>
                  </a:lnTo>
                  <a:lnTo>
                    <a:pt x="430474" y="460232"/>
                  </a:lnTo>
                  <a:lnTo>
                    <a:pt x="430418" y="460550"/>
                  </a:lnTo>
                  <a:lnTo>
                    <a:pt x="430319" y="461116"/>
                  </a:lnTo>
                  <a:lnTo>
                    <a:pt x="430274" y="461370"/>
                  </a:lnTo>
                  <a:lnTo>
                    <a:pt x="430218" y="461688"/>
                  </a:lnTo>
                  <a:lnTo>
                    <a:pt x="430194" y="461827"/>
                  </a:lnTo>
                  <a:lnTo>
                    <a:pt x="430124" y="462226"/>
                  </a:lnTo>
                  <a:lnTo>
                    <a:pt x="429968" y="463117"/>
                  </a:lnTo>
                  <a:lnTo>
                    <a:pt x="429656" y="464900"/>
                  </a:lnTo>
                  <a:lnTo>
                    <a:pt x="429418" y="466257"/>
                  </a:lnTo>
                  <a:lnTo>
                    <a:pt x="429386" y="466439"/>
                  </a:lnTo>
                  <a:lnTo>
                    <a:pt x="429330" y="466760"/>
                  </a:lnTo>
                  <a:lnTo>
                    <a:pt x="429287" y="467004"/>
                  </a:lnTo>
                  <a:lnTo>
                    <a:pt x="429254" y="467190"/>
                  </a:lnTo>
                  <a:lnTo>
                    <a:pt x="429231" y="467326"/>
                  </a:lnTo>
                  <a:lnTo>
                    <a:pt x="429207" y="467459"/>
                  </a:lnTo>
                  <a:lnTo>
                    <a:pt x="429178" y="467628"/>
                  </a:lnTo>
                  <a:lnTo>
                    <a:pt x="429153" y="467766"/>
                  </a:lnTo>
                  <a:lnTo>
                    <a:pt x="429083" y="468169"/>
                  </a:lnTo>
                  <a:lnTo>
                    <a:pt x="429039" y="468418"/>
                  </a:lnTo>
                  <a:lnTo>
                    <a:pt x="428948" y="468937"/>
                  </a:lnTo>
                  <a:lnTo>
                    <a:pt x="428910" y="469154"/>
                  </a:lnTo>
                  <a:lnTo>
                    <a:pt x="428869" y="469391"/>
                  </a:lnTo>
                  <a:lnTo>
                    <a:pt x="428824" y="469647"/>
                  </a:lnTo>
                  <a:lnTo>
                    <a:pt x="428785" y="469867"/>
                  </a:lnTo>
                  <a:lnTo>
                    <a:pt x="428739" y="470133"/>
                  </a:lnTo>
                  <a:lnTo>
                    <a:pt x="428713" y="470282"/>
                  </a:lnTo>
                  <a:lnTo>
                    <a:pt x="428689" y="470414"/>
                  </a:lnTo>
                  <a:lnTo>
                    <a:pt x="428655" y="470611"/>
                  </a:lnTo>
                  <a:lnTo>
                    <a:pt x="428606" y="470892"/>
                  </a:lnTo>
                  <a:lnTo>
                    <a:pt x="428562" y="471141"/>
                  </a:lnTo>
                  <a:lnTo>
                    <a:pt x="428530" y="471322"/>
                  </a:lnTo>
                  <a:lnTo>
                    <a:pt x="428483" y="471592"/>
                  </a:lnTo>
                  <a:lnTo>
                    <a:pt x="428426" y="471917"/>
                  </a:lnTo>
                  <a:lnTo>
                    <a:pt x="428366" y="472258"/>
                  </a:lnTo>
                  <a:lnTo>
                    <a:pt x="428306" y="472602"/>
                  </a:lnTo>
                  <a:lnTo>
                    <a:pt x="428225" y="473063"/>
                  </a:lnTo>
                  <a:lnTo>
                    <a:pt x="428171" y="473373"/>
                  </a:lnTo>
                  <a:lnTo>
                    <a:pt x="428146" y="473515"/>
                  </a:lnTo>
                  <a:lnTo>
                    <a:pt x="428105" y="473747"/>
                  </a:lnTo>
                  <a:lnTo>
                    <a:pt x="428056" y="474027"/>
                  </a:lnTo>
                  <a:lnTo>
                    <a:pt x="428015" y="474264"/>
                  </a:lnTo>
                  <a:lnTo>
                    <a:pt x="427985" y="474436"/>
                  </a:lnTo>
                  <a:lnTo>
                    <a:pt x="427938" y="474705"/>
                  </a:lnTo>
                  <a:lnTo>
                    <a:pt x="427915" y="474833"/>
                  </a:lnTo>
                  <a:lnTo>
                    <a:pt x="427862" y="475139"/>
                  </a:lnTo>
                  <a:lnTo>
                    <a:pt x="427820" y="475375"/>
                  </a:lnTo>
                  <a:lnTo>
                    <a:pt x="427783" y="475586"/>
                  </a:lnTo>
                  <a:lnTo>
                    <a:pt x="427739" y="475841"/>
                  </a:lnTo>
                  <a:lnTo>
                    <a:pt x="427706" y="476027"/>
                  </a:lnTo>
                  <a:lnTo>
                    <a:pt x="427662" y="476278"/>
                  </a:lnTo>
                  <a:lnTo>
                    <a:pt x="427628" y="476474"/>
                  </a:lnTo>
                  <a:lnTo>
                    <a:pt x="427591" y="476681"/>
                  </a:lnTo>
                  <a:lnTo>
                    <a:pt x="427541" y="476971"/>
                  </a:lnTo>
                  <a:lnTo>
                    <a:pt x="427482" y="477305"/>
                  </a:lnTo>
                  <a:lnTo>
                    <a:pt x="427453" y="477470"/>
                  </a:lnTo>
                  <a:lnTo>
                    <a:pt x="427425" y="477633"/>
                  </a:lnTo>
                  <a:lnTo>
                    <a:pt x="427375" y="477918"/>
                  </a:lnTo>
                  <a:lnTo>
                    <a:pt x="427350" y="478056"/>
                  </a:lnTo>
                  <a:lnTo>
                    <a:pt x="427319" y="478233"/>
                  </a:lnTo>
                  <a:lnTo>
                    <a:pt x="427292" y="478388"/>
                  </a:lnTo>
                  <a:lnTo>
                    <a:pt x="427267" y="478530"/>
                  </a:lnTo>
                  <a:lnTo>
                    <a:pt x="427217" y="478819"/>
                  </a:lnTo>
                  <a:lnTo>
                    <a:pt x="427163" y="479127"/>
                  </a:lnTo>
                  <a:lnTo>
                    <a:pt x="427103" y="479467"/>
                  </a:lnTo>
                  <a:lnTo>
                    <a:pt x="427046" y="479790"/>
                  </a:lnTo>
                  <a:lnTo>
                    <a:pt x="427006" y="480022"/>
                  </a:lnTo>
                  <a:lnTo>
                    <a:pt x="426945" y="480368"/>
                  </a:lnTo>
                  <a:lnTo>
                    <a:pt x="426866" y="480819"/>
                  </a:lnTo>
                  <a:lnTo>
                    <a:pt x="426826" y="481046"/>
                  </a:lnTo>
                  <a:lnTo>
                    <a:pt x="426742" y="481528"/>
                  </a:lnTo>
                  <a:lnTo>
                    <a:pt x="426678" y="481895"/>
                  </a:lnTo>
                  <a:lnTo>
                    <a:pt x="426600" y="482340"/>
                  </a:lnTo>
                  <a:lnTo>
                    <a:pt x="426554" y="482602"/>
                  </a:lnTo>
                  <a:lnTo>
                    <a:pt x="426483" y="483004"/>
                  </a:lnTo>
                  <a:lnTo>
                    <a:pt x="426424" y="483346"/>
                  </a:lnTo>
                  <a:lnTo>
                    <a:pt x="426346" y="483788"/>
                  </a:lnTo>
                  <a:lnTo>
                    <a:pt x="426298" y="484063"/>
                  </a:lnTo>
                  <a:lnTo>
                    <a:pt x="426219" y="484512"/>
                  </a:lnTo>
                  <a:lnTo>
                    <a:pt x="426153" y="484887"/>
                  </a:lnTo>
                  <a:lnTo>
                    <a:pt x="426123" y="485062"/>
                  </a:lnTo>
                  <a:lnTo>
                    <a:pt x="426052" y="485468"/>
                  </a:lnTo>
                  <a:lnTo>
                    <a:pt x="426022" y="485638"/>
                  </a:lnTo>
                  <a:lnTo>
                    <a:pt x="425875" y="486477"/>
                  </a:lnTo>
                  <a:lnTo>
                    <a:pt x="425755" y="487162"/>
                  </a:lnTo>
                  <a:lnTo>
                    <a:pt x="425695" y="487506"/>
                  </a:lnTo>
                  <a:lnTo>
                    <a:pt x="425611" y="487982"/>
                  </a:lnTo>
                  <a:lnTo>
                    <a:pt x="425544" y="488367"/>
                  </a:lnTo>
                  <a:lnTo>
                    <a:pt x="425517" y="488523"/>
                  </a:lnTo>
                  <a:lnTo>
                    <a:pt x="425476" y="488752"/>
                  </a:lnTo>
                  <a:lnTo>
                    <a:pt x="425435" y="488986"/>
                  </a:lnTo>
                  <a:lnTo>
                    <a:pt x="425387" y="489264"/>
                  </a:lnTo>
                  <a:lnTo>
                    <a:pt x="425347" y="489490"/>
                  </a:lnTo>
                  <a:lnTo>
                    <a:pt x="425301" y="489755"/>
                  </a:lnTo>
                  <a:lnTo>
                    <a:pt x="425266" y="489949"/>
                  </a:lnTo>
                  <a:lnTo>
                    <a:pt x="425214" y="490246"/>
                  </a:lnTo>
                  <a:lnTo>
                    <a:pt x="425179" y="490448"/>
                  </a:lnTo>
                  <a:lnTo>
                    <a:pt x="425124" y="490761"/>
                  </a:lnTo>
                  <a:lnTo>
                    <a:pt x="425081" y="491006"/>
                  </a:lnTo>
                  <a:lnTo>
                    <a:pt x="425040" y="491240"/>
                  </a:lnTo>
                  <a:lnTo>
                    <a:pt x="424982" y="491572"/>
                  </a:lnTo>
                  <a:lnTo>
                    <a:pt x="424944" y="491789"/>
                  </a:lnTo>
                  <a:lnTo>
                    <a:pt x="424876" y="492177"/>
                  </a:lnTo>
                  <a:lnTo>
                    <a:pt x="424839" y="492391"/>
                  </a:lnTo>
                  <a:lnTo>
                    <a:pt x="424777" y="492742"/>
                  </a:lnTo>
                  <a:lnTo>
                    <a:pt x="424735" y="492983"/>
                  </a:lnTo>
                  <a:lnTo>
                    <a:pt x="424694" y="493216"/>
                  </a:lnTo>
                  <a:lnTo>
                    <a:pt x="424641" y="493518"/>
                  </a:lnTo>
                  <a:lnTo>
                    <a:pt x="424612" y="493684"/>
                  </a:lnTo>
                  <a:lnTo>
                    <a:pt x="424533" y="494132"/>
                  </a:lnTo>
                  <a:lnTo>
                    <a:pt x="424480" y="494437"/>
                  </a:lnTo>
                  <a:lnTo>
                    <a:pt x="424378" y="495019"/>
                  </a:lnTo>
                  <a:lnTo>
                    <a:pt x="424319" y="495356"/>
                  </a:lnTo>
                  <a:lnTo>
                    <a:pt x="424200" y="496032"/>
                  </a:lnTo>
                  <a:lnTo>
                    <a:pt x="424126" y="496456"/>
                  </a:lnTo>
                  <a:lnTo>
                    <a:pt x="424061" y="496827"/>
                  </a:lnTo>
                  <a:lnTo>
                    <a:pt x="423943" y="497501"/>
                  </a:lnTo>
                  <a:lnTo>
                    <a:pt x="423850" y="498032"/>
                  </a:lnTo>
                  <a:lnTo>
                    <a:pt x="423763" y="498531"/>
                  </a:lnTo>
                  <a:lnTo>
                    <a:pt x="423683" y="498984"/>
                  </a:lnTo>
                  <a:lnTo>
                    <a:pt x="423594" y="499491"/>
                  </a:lnTo>
                  <a:lnTo>
                    <a:pt x="423494" y="500063"/>
                  </a:lnTo>
                  <a:lnTo>
                    <a:pt x="423394" y="500637"/>
                  </a:lnTo>
                  <a:lnTo>
                    <a:pt x="423311" y="501110"/>
                  </a:lnTo>
                  <a:lnTo>
                    <a:pt x="423189" y="501804"/>
                  </a:lnTo>
                  <a:lnTo>
                    <a:pt x="423112" y="502242"/>
                  </a:lnTo>
                  <a:lnTo>
                    <a:pt x="423027" y="502731"/>
                  </a:lnTo>
                  <a:lnTo>
                    <a:pt x="422912" y="503385"/>
                  </a:lnTo>
                  <a:lnTo>
                    <a:pt x="422697" y="504611"/>
                  </a:lnTo>
                  <a:lnTo>
                    <a:pt x="422673" y="504748"/>
                  </a:lnTo>
                  <a:lnTo>
                    <a:pt x="422648" y="504894"/>
                  </a:lnTo>
                  <a:lnTo>
                    <a:pt x="422596" y="505187"/>
                  </a:lnTo>
                  <a:lnTo>
                    <a:pt x="422553" y="505433"/>
                  </a:lnTo>
                  <a:lnTo>
                    <a:pt x="422510" y="505677"/>
                  </a:lnTo>
                  <a:lnTo>
                    <a:pt x="422467" y="505925"/>
                  </a:lnTo>
                  <a:lnTo>
                    <a:pt x="422416" y="506217"/>
                  </a:lnTo>
                  <a:lnTo>
                    <a:pt x="422362" y="506524"/>
                  </a:lnTo>
                  <a:lnTo>
                    <a:pt x="422322" y="506753"/>
                  </a:lnTo>
                  <a:lnTo>
                    <a:pt x="422286" y="506957"/>
                  </a:lnTo>
                  <a:lnTo>
                    <a:pt x="422224" y="507314"/>
                  </a:lnTo>
                  <a:lnTo>
                    <a:pt x="422191" y="507503"/>
                  </a:lnTo>
                  <a:lnTo>
                    <a:pt x="422133" y="507829"/>
                  </a:lnTo>
                  <a:lnTo>
                    <a:pt x="422095" y="508047"/>
                  </a:lnTo>
                  <a:lnTo>
                    <a:pt x="422057" y="508263"/>
                  </a:lnTo>
                  <a:lnTo>
                    <a:pt x="422004" y="508569"/>
                  </a:lnTo>
                  <a:lnTo>
                    <a:pt x="421976" y="508724"/>
                  </a:lnTo>
                  <a:lnTo>
                    <a:pt x="421896" y="509181"/>
                  </a:lnTo>
                  <a:lnTo>
                    <a:pt x="421829" y="509564"/>
                  </a:lnTo>
                  <a:lnTo>
                    <a:pt x="421771" y="509897"/>
                  </a:lnTo>
                  <a:lnTo>
                    <a:pt x="421746" y="510040"/>
                  </a:lnTo>
                  <a:lnTo>
                    <a:pt x="421697" y="510322"/>
                  </a:lnTo>
                  <a:lnTo>
                    <a:pt x="421622" y="510748"/>
                  </a:lnTo>
                  <a:lnTo>
                    <a:pt x="421548" y="511169"/>
                  </a:lnTo>
                  <a:lnTo>
                    <a:pt x="421513" y="511368"/>
                  </a:lnTo>
                  <a:lnTo>
                    <a:pt x="421460" y="511675"/>
                  </a:lnTo>
                  <a:lnTo>
                    <a:pt x="421422" y="511888"/>
                  </a:lnTo>
                  <a:lnTo>
                    <a:pt x="421370" y="512186"/>
                  </a:lnTo>
                  <a:lnTo>
                    <a:pt x="421333" y="512396"/>
                  </a:lnTo>
                  <a:lnTo>
                    <a:pt x="421300" y="512584"/>
                  </a:lnTo>
                  <a:lnTo>
                    <a:pt x="421244" y="512903"/>
                  </a:lnTo>
                  <a:lnTo>
                    <a:pt x="421176" y="513296"/>
                  </a:lnTo>
                  <a:lnTo>
                    <a:pt x="421108" y="513684"/>
                  </a:lnTo>
                  <a:lnTo>
                    <a:pt x="421070" y="513898"/>
                  </a:lnTo>
                  <a:lnTo>
                    <a:pt x="421016" y="514206"/>
                  </a:lnTo>
                  <a:lnTo>
                    <a:pt x="420985" y="514385"/>
                  </a:lnTo>
                  <a:lnTo>
                    <a:pt x="420933" y="514681"/>
                  </a:lnTo>
                  <a:lnTo>
                    <a:pt x="420896" y="514889"/>
                  </a:lnTo>
                  <a:lnTo>
                    <a:pt x="420868" y="515050"/>
                  </a:lnTo>
                  <a:lnTo>
                    <a:pt x="420815" y="515356"/>
                  </a:lnTo>
                  <a:lnTo>
                    <a:pt x="420765" y="515638"/>
                  </a:lnTo>
                  <a:lnTo>
                    <a:pt x="420718" y="515910"/>
                  </a:lnTo>
                  <a:lnTo>
                    <a:pt x="420691" y="516063"/>
                  </a:lnTo>
                  <a:lnTo>
                    <a:pt x="420667" y="516201"/>
                  </a:lnTo>
                  <a:lnTo>
                    <a:pt x="420639" y="516358"/>
                  </a:lnTo>
                  <a:lnTo>
                    <a:pt x="420614" y="516500"/>
                  </a:lnTo>
                  <a:lnTo>
                    <a:pt x="420563" y="516791"/>
                  </a:lnTo>
                  <a:lnTo>
                    <a:pt x="420535" y="516950"/>
                  </a:lnTo>
                  <a:lnTo>
                    <a:pt x="420484" y="517245"/>
                  </a:lnTo>
                  <a:lnTo>
                    <a:pt x="420420" y="517607"/>
                  </a:lnTo>
                  <a:lnTo>
                    <a:pt x="420362" y="517937"/>
                  </a:lnTo>
                  <a:lnTo>
                    <a:pt x="420329" y="518127"/>
                  </a:lnTo>
                  <a:lnTo>
                    <a:pt x="420301" y="518286"/>
                  </a:lnTo>
                  <a:lnTo>
                    <a:pt x="420254" y="518554"/>
                  </a:lnTo>
                  <a:lnTo>
                    <a:pt x="420147" y="519168"/>
                  </a:lnTo>
                  <a:lnTo>
                    <a:pt x="420120" y="519320"/>
                  </a:lnTo>
                  <a:lnTo>
                    <a:pt x="420095" y="519461"/>
                  </a:lnTo>
                  <a:lnTo>
                    <a:pt x="420048" y="519731"/>
                  </a:lnTo>
                  <a:lnTo>
                    <a:pt x="420015" y="519919"/>
                  </a:lnTo>
                  <a:lnTo>
                    <a:pt x="419984" y="520097"/>
                  </a:lnTo>
                  <a:lnTo>
                    <a:pt x="419959" y="520239"/>
                  </a:lnTo>
                  <a:lnTo>
                    <a:pt x="419935" y="520378"/>
                  </a:lnTo>
                  <a:lnTo>
                    <a:pt x="419906" y="520544"/>
                  </a:lnTo>
                  <a:lnTo>
                    <a:pt x="419875" y="520719"/>
                  </a:lnTo>
                  <a:lnTo>
                    <a:pt x="419824" y="521009"/>
                  </a:lnTo>
                  <a:lnTo>
                    <a:pt x="419749" y="521439"/>
                  </a:lnTo>
                  <a:lnTo>
                    <a:pt x="419698" y="521728"/>
                  </a:lnTo>
                  <a:lnTo>
                    <a:pt x="419675" y="521859"/>
                  </a:lnTo>
                  <a:lnTo>
                    <a:pt x="419639" y="522066"/>
                  </a:lnTo>
                  <a:lnTo>
                    <a:pt x="419599" y="522295"/>
                  </a:lnTo>
                  <a:lnTo>
                    <a:pt x="419559" y="522523"/>
                  </a:lnTo>
                  <a:lnTo>
                    <a:pt x="419490" y="522915"/>
                  </a:lnTo>
                  <a:lnTo>
                    <a:pt x="419453" y="523127"/>
                  </a:lnTo>
                  <a:lnTo>
                    <a:pt x="419429" y="523264"/>
                  </a:lnTo>
                  <a:lnTo>
                    <a:pt x="419399" y="523432"/>
                  </a:lnTo>
                  <a:lnTo>
                    <a:pt x="419374" y="523575"/>
                  </a:lnTo>
                  <a:lnTo>
                    <a:pt x="419344" y="523747"/>
                  </a:lnTo>
                  <a:lnTo>
                    <a:pt x="419322" y="523874"/>
                  </a:lnTo>
                  <a:lnTo>
                    <a:pt x="419291" y="524050"/>
                  </a:lnTo>
                  <a:lnTo>
                    <a:pt x="419244" y="524320"/>
                  </a:lnTo>
                  <a:lnTo>
                    <a:pt x="419213" y="524494"/>
                  </a:lnTo>
                  <a:lnTo>
                    <a:pt x="419190" y="524630"/>
                  </a:lnTo>
                  <a:lnTo>
                    <a:pt x="419163" y="524783"/>
                  </a:lnTo>
                  <a:lnTo>
                    <a:pt x="418961" y="525936"/>
                  </a:lnTo>
                  <a:lnTo>
                    <a:pt x="418284" y="529803"/>
                  </a:lnTo>
                  <a:lnTo>
                    <a:pt x="417630" y="533540"/>
                  </a:lnTo>
                  <a:lnTo>
                    <a:pt x="415262" y="547071"/>
                  </a:lnTo>
                  <a:lnTo>
                    <a:pt x="408474" y="585864"/>
                  </a:lnTo>
                  <a:lnTo>
                    <a:pt x="404825" y="606713"/>
                  </a:lnTo>
                  <a:lnTo>
                    <a:pt x="404129" y="608421"/>
                  </a:lnTo>
                  <a:lnTo>
                    <a:pt x="395824" y="628809"/>
                  </a:lnTo>
                  <a:lnTo>
                    <a:pt x="392973" y="635690"/>
                  </a:lnTo>
                  <a:lnTo>
                    <a:pt x="386018" y="652473"/>
                  </a:lnTo>
                  <a:lnTo>
                    <a:pt x="385691" y="653263"/>
                  </a:lnTo>
                  <a:lnTo>
                    <a:pt x="385581" y="653528"/>
                  </a:lnTo>
                  <a:lnTo>
                    <a:pt x="380321" y="666151"/>
                  </a:lnTo>
                  <a:lnTo>
                    <a:pt x="365830" y="700921"/>
                  </a:lnTo>
                  <a:lnTo>
                    <a:pt x="365758" y="701093"/>
                  </a:lnTo>
                  <a:lnTo>
                    <a:pt x="361724" y="710773"/>
                  </a:lnTo>
                  <a:lnTo>
                    <a:pt x="341283" y="699708"/>
                  </a:lnTo>
                  <a:lnTo>
                    <a:pt x="340849" y="699473"/>
                  </a:lnTo>
                  <a:lnTo>
                    <a:pt x="340567" y="699320"/>
                  </a:lnTo>
                  <a:lnTo>
                    <a:pt x="323510" y="690087"/>
                  </a:lnTo>
                  <a:lnTo>
                    <a:pt x="321450" y="688973"/>
                  </a:lnTo>
                  <a:lnTo>
                    <a:pt x="306640" y="680986"/>
                  </a:lnTo>
                  <a:lnTo>
                    <a:pt x="289000" y="671473"/>
                  </a:lnTo>
                  <a:lnTo>
                    <a:pt x="287790" y="670821"/>
                  </a:lnTo>
                  <a:lnTo>
                    <a:pt x="279216" y="666151"/>
                  </a:lnTo>
                  <a:lnTo>
                    <a:pt x="272454" y="662467"/>
                  </a:lnTo>
                  <a:lnTo>
                    <a:pt x="271080" y="661719"/>
                  </a:lnTo>
                  <a:lnTo>
                    <a:pt x="255744" y="653311"/>
                  </a:lnTo>
                  <a:lnTo>
                    <a:pt x="254718" y="652749"/>
                  </a:lnTo>
                  <a:lnTo>
                    <a:pt x="254328" y="652535"/>
                  </a:lnTo>
                  <a:lnTo>
                    <a:pt x="253793" y="652238"/>
                  </a:lnTo>
                  <a:lnTo>
                    <a:pt x="211012" y="628484"/>
                  </a:lnTo>
                  <a:lnTo>
                    <a:pt x="209772" y="627796"/>
                  </a:lnTo>
                  <a:lnTo>
                    <a:pt x="201654" y="623288"/>
                  </a:lnTo>
                  <a:lnTo>
                    <a:pt x="172053" y="607508"/>
                  </a:lnTo>
                  <a:lnTo>
                    <a:pt x="166056" y="604784"/>
                  </a:lnTo>
                  <a:lnTo>
                    <a:pt x="150757" y="600917"/>
                  </a:lnTo>
                  <a:lnTo>
                    <a:pt x="152098" y="592320"/>
                  </a:lnTo>
                  <a:lnTo>
                    <a:pt x="154116" y="579388"/>
                  </a:lnTo>
                  <a:lnTo>
                    <a:pt x="154650" y="575967"/>
                  </a:lnTo>
                  <a:lnTo>
                    <a:pt x="165675" y="505313"/>
                  </a:lnTo>
                  <a:lnTo>
                    <a:pt x="169600" y="480161"/>
                  </a:lnTo>
                  <a:lnTo>
                    <a:pt x="136742" y="474871"/>
                  </a:lnTo>
                  <a:lnTo>
                    <a:pt x="69092" y="463982"/>
                  </a:lnTo>
                  <a:lnTo>
                    <a:pt x="39579" y="459231"/>
                  </a:lnTo>
                  <a:lnTo>
                    <a:pt x="43293" y="435795"/>
                  </a:lnTo>
                  <a:lnTo>
                    <a:pt x="43346" y="435437"/>
                  </a:lnTo>
                  <a:lnTo>
                    <a:pt x="45650" y="420086"/>
                  </a:lnTo>
                  <a:lnTo>
                    <a:pt x="47111" y="412213"/>
                  </a:lnTo>
                  <a:lnTo>
                    <a:pt x="48092" y="408389"/>
                  </a:lnTo>
                  <a:lnTo>
                    <a:pt x="49726" y="402016"/>
                  </a:lnTo>
                  <a:lnTo>
                    <a:pt x="50621" y="398527"/>
                  </a:lnTo>
                  <a:lnTo>
                    <a:pt x="50697" y="398230"/>
                  </a:lnTo>
                  <a:lnTo>
                    <a:pt x="51459" y="395417"/>
                  </a:lnTo>
                  <a:lnTo>
                    <a:pt x="53088" y="389406"/>
                  </a:lnTo>
                  <a:lnTo>
                    <a:pt x="55542" y="382044"/>
                  </a:lnTo>
                  <a:lnTo>
                    <a:pt x="56807" y="378137"/>
                  </a:lnTo>
                  <a:lnTo>
                    <a:pt x="57198" y="377070"/>
                  </a:lnTo>
                  <a:lnTo>
                    <a:pt x="17031" y="354316"/>
                  </a:lnTo>
                  <a:lnTo>
                    <a:pt x="12771" y="351902"/>
                  </a:lnTo>
                  <a:lnTo>
                    <a:pt x="10892" y="350892"/>
                  </a:lnTo>
                  <a:lnTo>
                    <a:pt x="13132" y="346782"/>
                  </a:lnTo>
                  <a:lnTo>
                    <a:pt x="21558" y="331327"/>
                  </a:lnTo>
                  <a:lnTo>
                    <a:pt x="22389" y="329802"/>
                  </a:lnTo>
                  <a:lnTo>
                    <a:pt x="24173" y="326518"/>
                  </a:lnTo>
                  <a:lnTo>
                    <a:pt x="24665" y="325613"/>
                  </a:lnTo>
                  <a:lnTo>
                    <a:pt x="26122" y="322929"/>
                  </a:lnTo>
                  <a:lnTo>
                    <a:pt x="28735" y="318119"/>
                  </a:lnTo>
                  <a:lnTo>
                    <a:pt x="33556" y="309243"/>
                  </a:lnTo>
                  <a:lnTo>
                    <a:pt x="34437" y="307621"/>
                  </a:lnTo>
                  <a:lnTo>
                    <a:pt x="36508" y="304065"/>
                  </a:lnTo>
                  <a:lnTo>
                    <a:pt x="43442" y="292164"/>
                  </a:lnTo>
                  <a:lnTo>
                    <a:pt x="43659" y="291791"/>
                  </a:lnTo>
                  <a:lnTo>
                    <a:pt x="49742" y="281350"/>
                  </a:lnTo>
                  <a:lnTo>
                    <a:pt x="51647" y="278081"/>
                  </a:lnTo>
                  <a:lnTo>
                    <a:pt x="31381" y="266993"/>
                  </a:lnTo>
                  <a:lnTo>
                    <a:pt x="36384" y="257267"/>
                  </a:lnTo>
                  <a:lnTo>
                    <a:pt x="41540" y="247244"/>
                  </a:lnTo>
                  <a:lnTo>
                    <a:pt x="44332" y="241816"/>
                  </a:lnTo>
                  <a:lnTo>
                    <a:pt x="51683" y="228763"/>
                  </a:lnTo>
                  <a:lnTo>
                    <a:pt x="53765" y="225065"/>
                  </a:lnTo>
                  <a:lnTo>
                    <a:pt x="62071" y="210317"/>
                  </a:lnTo>
                  <a:lnTo>
                    <a:pt x="69723" y="196728"/>
                  </a:lnTo>
                  <a:lnTo>
                    <a:pt x="70579" y="195208"/>
                  </a:lnTo>
                  <a:lnTo>
                    <a:pt x="68419" y="194011"/>
                  </a:lnTo>
                  <a:lnTo>
                    <a:pt x="58010" y="188247"/>
                  </a:lnTo>
                  <a:lnTo>
                    <a:pt x="56063" y="187169"/>
                  </a:lnTo>
                  <a:lnTo>
                    <a:pt x="54813" y="186477"/>
                  </a:lnTo>
                  <a:lnTo>
                    <a:pt x="50688" y="184193"/>
                  </a:lnTo>
                  <a:lnTo>
                    <a:pt x="46308" y="181767"/>
                  </a:lnTo>
                  <a:lnTo>
                    <a:pt x="43818" y="180388"/>
                  </a:lnTo>
                  <a:lnTo>
                    <a:pt x="36063" y="176094"/>
                  </a:lnTo>
                  <a:lnTo>
                    <a:pt x="33239" y="174530"/>
                  </a:lnTo>
                  <a:lnTo>
                    <a:pt x="30076" y="172778"/>
                  </a:lnTo>
                  <a:lnTo>
                    <a:pt x="24645" y="169771"/>
                  </a:lnTo>
                  <a:lnTo>
                    <a:pt x="22652" y="168667"/>
                  </a:lnTo>
                  <a:lnTo>
                    <a:pt x="12938" y="163288"/>
                  </a:lnTo>
                  <a:lnTo>
                    <a:pt x="10512" y="161945"/>
                  </a:lnTo>
                  <a:lnTo>
                    <a:pt x="0" y="156123"/>
                  </a:lnTo>
                  <a:lnTo>
                    <a:pt x="18364" y="122139"/>
                  </a:lnTo>
                  <a:lnTo>
                    <a:pt x="30397" y="100206"/>
                  </a:lnTo>
                  <a:lnTo>
                    <a:pt x="37920" y="86493"/>
                  </a:lnTo>
                  <a:lnTo>
                    <a:pt x="42228" y="78641"/>
                  </a:lnTo>
                  <a:lnTo>
                    <a:pt x="54430" y="56399"/>
                  </a:lnTo>
                  <a:lnTo>
                    <a:pt x="55929" y="53667"/>
                  </a:lnTo>
                  <a:lnTo>
                    <a:pt x="66530" y="34344"/>
                  </a:lnTo>
                  <a:lnTo>
                    <a:pt x="97988" y="51855"/>
                  </a:lnTo>
                  <a:lnTo>
                    <a:pt x="98651" y="52225"/>
                  </a:lnTo>
                  <a:lnTo>
                    <a:pt x="134214" y="72021"/>
                  </a:lnTo>
                  <a:lnTo>
                    <a:pt x="161529" y="87226"/>
                  </a:lnTo>
                  <a:lnTo>
                    <a:pt x="170629" y="92292"/>
                  </a:lnTo>
                  <a:lnTo>
                    <a:pt x="171016" y="92507"/>
                  </a:lnTo>
                  <a:lnTo>
                    <a:pt x="197006" y="106974"/>
                  </a:lnTo>
                  <a:lnTo>
                    <a:pt x="218583" y="68707"/>
                  </a:lnTo>
                  <a:lnTo>
                    <a:pt x="223229" y="60466"/>
                  </a:lnTo>
                  <a:lnTo>
                    <a:pt x="231467" y="45389"/>
                  </a:lnTo>
                  <a:lnTo>
                    <a:pt x="231593" y="45157"/>
                  </a:lnTo>
                  <a:lnTo>
                    <a:pt x="242614" y="24986"/>
                  </a:lnTo>
                  <a:lnTo>
                    <a:pt x="256266" y="0"/>
                  </a:lnTo>
                  <a:lnTo>
                    <a:pt x="264397" y="4559"/>
                  </a:lnTo>
                  <a:lnTo>
                    <a:pt x="265114" y="4962"/>
                  </a:lnTo>
                  <a:lnTo>
                    <a:pt x="268617" y="7039"/>
                  </a:lnTo>
                  <a:lnTo>
                    <a:pt x="272543" y="9367"/>
                  </a:lnTo>
                  <a:lnTo>
                    <a:pt x="277788" y="12476"/>
                  </a:lnTo>
                  <a:lnTo>
                    <a:pt x="281536" y="14699"/>
                  </a:lnTo>
                  <a:lnTo>
                    <a:pt x="283957" y="16135"/>
                  </a:lnTo>
                  <a:lnTo>
                    <a:pt x="285348" y="16959"/>
                  </a:lnTo>
                  <a:lnTo>
                    <a:pt x="285771" y="17215"/>
                  </a:lnTo>
                  <a:lnTo>
                    <a:pt x="298388" y="24850"/>
                  </a:lnTo>
                  <a:lnTo>
                    <a:pt x="300164" y="25924"/>
                  </a:lnTo>
                  <a:lnTo>
                    <a:pt x="310487" y="32098"/>
                  </a:lnTo>
                  <a:lnTo>
                    <a:pt x="314053" y="34230"/>
                  </a:lnTo>
                  <a:lnTo>
                    <a:pt x="317495" y="36127"/>
                  </a:lnTo>
                  <a:lnTo>
                    <a:pt x="330172" y="4311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48"/>
            <p:cNvSpPr/>
            <p:nvPr/>
          </p:nvSpPr>
          <p:spPr>
            <a:xfrm>
              <a:off x="5495458" y="3007601"/>
              <a:ext cx="372159" cy="409063"/>
            </a:xfrm>
            <a:custGeom>
              <a:avLst/>
              <a:pathLst>
                <a:path w="372159" h="409063">
                  <a:moveTo>
                    <a:pt x="250040" y="81838"/>
                  </a:moveTo>
                  <a:lnTo>
                    <a:pt x="250242" y="81627"/>
                  </a:lnTo>
                  <a:lnTo>
                    <a:pt x="250820" y="81024"/>
                  </a:lnTo>
                  <a:lnTo>
                    <a:pt x="251634" y="80175"/>
                  </a:lnTo>
                  <a:lnTo>
                    <a:pt x="251891" y="79907"/>
                  </a:lnTo>
                  <a:lnTo>
                    <a:pt x="257542" y="74011"/>
                  </a:lnTo>
                  <a:lnTo>
                    <a:pt x="258691" y="72812"/>
                  </a:lnTo>
                  <a:lnTo>
                    <a:pt x="258948" y="72543"/>
                  </a:lnTo>
                  <a:lnTo>
                    <a:pt x="261021" y="70381"/>
                  </a:lnTo>
                  <a:lnTo>
                    <a:pt x="261317" y="70071"/>
                  </a:lnTo>
                  <a:lnTo>
                    <a:pt x="261592" y="69785"/>
                  </a:lnTo>
                  <a:lnTo>
                    <a:pt x="262141" y="69213"/>
                  </a:lnTo>
                  <a:lnTo>
                    <a:pt x="262349" y="68995"/>
                  </a:lnTo>
                  <a:lnTo>
                    <a:pt x="262472" y="68867"/>
                  </a:lnTo>
                  <a:lnTo>
                    <a:pt x="262797" y="68603"/>
                  </a:lnTo>
                  <a:lnTo>
                    <a:pt x="263170" y="68802"/>
                  </a:lnTo>
                  <a:lnTo>
                    <a:pt x="263427" y="68939"/>
                  </a:lnTo>
                  <a:lnTo>
                    <a:pt x="263776" y="69125"/>
                  </a:lnTo>
                  <a:lnTo>
                    <a:pt x="264378" y="69445"/>
                  </a:lnTo>
                  <a:lnTo>
                    <a:pt x="264714" y="69624"/>
                  </a:lnTo>
                  <a:lnTo>
                    <a:pt x="265728" y="70163"/>
                  </a:lnTo>
                  <a:lnTo>
                    <a:pt x="266017" y="70317"/>
                  </a:lnTo>
                  <a:lnTo>
                    <a:pt x="266514" y="70582"/>
                  </a:lnTo>
                  <a:lnTo>
                    <a:pt x="267255" y="70976"/>
                  </a:lnTo>
                  <a:lnTo>
                    <a:pt x="268969" y="71888"/>
                  </a:lnTo>
                  <a:lnTo>
                    <a:pt x="269404" y="72120"/>
                  </a:lnTo>
                  <a:lnTo>
                    <a:pt x="270015" y="72445"/>
                  </a:lnTo>
                  <a:lnTo>
                    <a:pt x="271168" y="73059"/>
                  </a:lnTo>
                  <a:lnTo>
                    <a:pt x="271828" y="73410"/>
                  </a:lnTo>
                  <a:lnTo>
                    <a:pt x="272252" y="73636"/>
                  </a:lnTo>
                  <a:lnTo>
                    <a:pt x="272898" y="73980"/>
                  </a:lnTo>
                  <a:lnTo>
                    <a:pt x="274069" y="74603"/>
                  </a:lnTo>
                  <a:lnTo>
                    <a:pt x="274973" y="75084"/>
                  </a:lnTo>
                  <a:lnTo>
                    <a:pt x="275152" y="75179"/>
                  </a:lnTo>
                  <a:lnTo>
                    <a:pt x="275357" y="75288"/>
                  </a:lnTo>
                  <a:lnTo>
                    <a:pt x="275747" y="75496"/>
                  </a:lnTo>
                  <a:lnTo>
                    <a:pt x="276020" y="75641"/>
                  </a:lnTo>
                  <a:lnTo>
                    <a:pt x="276387" y="75837"/>
                  </a:lnTo>
                  <a:lnTo>
                    <a:pt x="276715" y="76011"/>
                  </a:lnTo>
                  <a:lnTo>
                    <a:pt x="276882" y="76100"/>
                  </a:lnTo>
                  <a:lnTo>
                    <a:pt x="277288" y="76316"/>
                  </a:lnTo>
                  <a:lnTo>
                    <a:pt x="277737" y="76551"/>
                  </a:lnTo>
                  <a:lnTo>
                    <a:pt x="278244" y="76739"/>
                  </a:lnTo>
                  <a:lnTo>
                    <a:pt x="278449" y="76814"/>
                  </a:lnTo>
                  <a:lnTo>
                    <a:pt x="278674" y="76897"/>
                  </a:lnTo>
                  <a:lnTo>
                    <a:pt x="279072" y="77044"/>
                  </a:lnTo>
                  <a:lnTo>
                    <a:pt x="279207" y="77094"/>
                  </a:lnTo>
                  <a:lnTo>
                    <a:pt x="279436" y="77178"/>
                  </a:lnTo>
                  <a:lnTo>
                    <a:pt x="279734" y="77289"/>
                  </a:lnTo>
                  <a:lnTo>
                    <a:pt x="280171" y="77450"/>
                  </a:lnTo>
                  <a:lnTo>
                    <a:pt x="280684" y="77639"/>
                  </a:lnTo>
                  <a:lnTo>
                    <a:pt x="280894" y="77717"/>
                  </a:lnTo>
                  <a:lnTo>
                    <a:pt x="281394" y="77901"/>
                  </a:lnTo>
                  <a:lnTo>
                    <a:pt x="281843" y="78067"/>
                  </a:lnTo>
                  <a:lnTo>
                    <a:pt x="282227" y="78209"/>
                  </a:lnTo>
                  <a:lnTo>
                    <a:pt x="282978" y="78486"/>
                  </a:lnTo>
                  <a:lnTo>
                    <a:pt x="286110" y="79642"/>
                  </a:lnTo>
                  <a:lnTo>
                    <a:pt x="287208" y="80047"/>
                  </a:lnTo>
                  <a:lnTo>
                    <a:pt x="288153" y="80781"/>
                  </a:lnTo>
                  <a:lnTo>
                    <a:pt x="288411" y="81319"/>
                  </a:lnTo>
                  <a:lnTo>
                    <a:pt x="288532" y="81572"/>
                  </a:lnTo>
                  <a:lnTo>
                    <a:pt x="288597" y="81708"/>
                  </a:lnTo>
                  <a:lnTo>
                    <a:pt x="288863" y="82262"/>
                  </a:lnTo>
                  <a:lnTo>
                    <a:pt x="289231" y="83030"/>
                  </a:lnTo>
                  <a:lnTo>
                    <a:pt x="289459" y="83505"/>
                  </a:lnTo>
                  <a:lnTo>
                    <a:pt x="289620" y="83842"/>
                  </a:lnTo>
                  <a:lnTo>
                    <a:pt x="290172" y="84993"/>
                  </a:lnTo>
                  <a:lnTo>
                    <a:pt x="290452" y="85577"/>
                  </a:lnTo>
                  <a:lnTo>
                    <a:pt x="290551" y="85784"/>
                  </a:lnTo>
                  <a:lnTo>
                    <a:pt x="291344" y="87438"/>
                  </a:lnTo>
                  <a:lnTo>
                    <a:pt x="291411" y="87578"/>
                  </a:lnTo>
                  <a:lnTo>
                    <a:pt x="293550" y="88985"/>
                  </a:lnTo>
                  <a:lnTo>
                    <a:pt x="296026" y="91515"/>
                  </a:lnTo>
                  <a:lnTo>
                    <a:pt x="297772" y="93297"/>
                  </a:lnTo>
                  <a:lnTo>
                    <a:pt x="298556" y="94099"/>
                  </a:lnTo>
                  <a:lnTo>
                    <a:pt x="302454" y="98079"/>
                  </a:lnTo>
                  <a:lnTo>
                    <a:pt x="303307" y="98951"/>
                  </a:lnTo>
                  <a:lnTo>
                    <a:pt x="313904" y="99175"/>
                  </a:lnTo>
                  <a:lnTo>
                    <a:pt x="317785" y="99256"/>
                  </a:lnTo>
                  <a:lnTo>
                    <a:pt x="318197" y="99264"/>
                  </a:lnTo>
                  <a:lnTo>
                    <a:pt x="321054" y="99323"/>
                  </a:lnTo>
                  <a:lnTo>
                    <a:pt x="324344" y="99391"/>
                  </a:lnTo>
                  <a:lnTo>
                    <a:pt x="324900" y="99403"/>
                  </a:lnTo>
                  <a:lnTo>
                    <a:pt x="329059" y="99976"/>
                  </a:lnTo>
                  <a:lnTo>
                    <a:pt x="330194" y="100133"/>
                  </a:lnTo>
                  <a:lnTo>
                    <a:pt x="331190" y="100371"/>
                  </a:lnTo>
                  <a:lnTo>
                    <a:pt x="332997" y="100803"/>
                  </a:lnTo>
                  <a:lnTo>
                    <a:pt x="336188" y="101565"/>
                  </a:lnTo>
                  <a:lnTo>
                    <a:pt x="336494" y="102049"/>
                  </a:lnTo>
                  <a:lnTo>
                    <a:pt x="336632" y="102267"/>
                  </a:lnTo>
                  <a:lnTo>
                    <a:pt x="336838" y="102592"/>
                  </a:lnTo>
                  <a:lnTo>
                    <a:pt x="336946" y="102762"/>
                  </a:lnTo>
                  <a:lnTo>
                    <a:pt x="337132" y="103056"/>
                  </a:lnTo>
                  <a:lnTo>
                    <a:pt x="337302" y="103323"/>
                  </a:lnTo>
                  <a:lnTo>
                    <a:pt x="337470" y="103588"/>
                  </a:lnTo>
                  <a:lnTo>
                    <a:pt x="337562" y="103735"/>
                  </a:lnTo>
                  <a:lnTo>
                    <a:pt x="337815" y="104134"/>
                  </a:lnTo>
                  <a:lnTo>
                    <a:pt x="338011" y="104443"/>
                  </a:lnTo>
                  <a:lnTo>
                    <a:pt x="338214" y="104773"/>
                  </a:lnTo>
                  <a:lnTo>
                    <a:pt x="338345" y="104986"/>
                  </a:lnTo>
                  <a:lnTo>
                    <a:pt x="338830" y="105777"/>
                  </a:lnTo>
                  <a:lnTo>
                    <a:pt x="339103" y="106222"/>
                  </a:lnTo>
                  <a:lnTo>
                    <a:pt x="339539" y="106933"/>
                  </a:lnTo>
                  <a:lnTo>
                    <a:pt x="339641" y="107099"/>
                  </a:lnTo>
                  <a:lnTo>
                    <a:pt x="340321" y="108206"/>
                  </a:lnTo>
                  <a:lnTo>
                    <a:pt x="340703" y="108830"/>
                  </a:lnTo>
                  <a:lnTo>
                    <a:pt x="340964" y="109255"/>
                  </a:lnTo>
                  <a:lnTo>
                    <a:pt x="341078" y="109441"/>
                  </a:lnTo>
                  <a:lnTo>
                    <a:pt x="341395" y="109958"/>
                  </a:lnTo>
                  <a:lnTo>
                    <a:pt x="341491" y="110113"/>
                  </a:lnTo>
                  <a:lnTo>
                    <a:pt x="341712" y="110473"/>
                  </a:lnTo>
                  <a:lnTo>
                    <a:pt x="341935" y="110837"/>
                  </a:lnTo>
                  <a:lnTo>
                    <a:pt x="342277" y="111394"/>
                  </a:lnTo>
                  <a:lnTo>
                    <a:pt x="343133" y="112789"/>
                  </a:lnTo>
                  <a:lnTo>
                    <a:pt x="343695" y="113705"/>
                  </a:lnTo>
                  <a:lnTo>
                    <a:pt x="343918" y="114068"/>
                  </a:lnTo>
                  <a:lnTo>
                    <a:pt x="344106" y="114374"/>
                  </a:lnTo>
                  <a:lnTo>
                    <a:pt x="344504" y="115023"/>
                  </a:lnTo>
                  <a:lnTo>
                    <a:pt x="344759" y="115438"/>
                  </a:lnTo>
                  <a:lnTo>
                    <a:pt x="344848" y="115584"/>
                  </a:lnTo>
                  <a:lnTo>
                    <a:pt x="345026" y="115874"/>
                  </a:lnTo>
                  <a:lnTo>
                    <a:pt x="345112" y="116015"/>
                  </a:lnTo>
                  <a:lnTo>
                    <a:pt x="345312" y="116340"/>
                  </a:lnTo>
                  <a:lnTo>
                    <a:pt x="345407" y="116495"/>
                  </a:lnTo>
                  <a:lnTo>
                    <a:pt x="345538" y="116709"/>
                  </a:lnTo>
                  <a:lnTo>
                    <a:pt x="345795" y="117127"/>
                  </a:lnTo>
                  <a:lnTo>
                    <a:pt x="346729" y="118649"/>
                  </a:lnTo>
                  <a:lnTo>
                    <a:pt x="347062" y="119192"/>
                  </a:lnTo>
                  <a:lnTo>
                    <a:pt x="347817" y="120422"/>
                  </a:lnTo>
                  <a:lnTo>
                    <a:pt x="347927" y="120600"/>
                  </a:lnTo>
                  <a:lnTo>
                    <a:pt x="348754" y="121338"/>
                  </a:lnTo>
                  <a:lnTo>
                    <a:pt x="349375" y="121890"/>
                  </a:lnTo>
                  <a:lnTo>
                    <a:pt x="349848" y="122312"/>
                  </a:lnTo>
                  <a:lnTo>
                    <a:pt x="350136" y="122569"/>
                  </a:lnTo>
                  <a:lnTo>
                    <a:pt x="350481" y="122875"/>
                  </a:lnTo>
                  <a:lnTo>
                    <a:pt x="350779" y="123141"/>
                  </a:lnTo>
                  <a:lnTo>
                    <a:pt x="351321" y="123624"/>
                  </a:lnTo>
                  <a:lnTo>
                    <a:pt x="351510" y="123792"/>
                  </a:lnTo>
                  <a:lnTo>
                    <a:pt x="351958" y="124191"/>
                  </a:lnTo>
                  <a:lnTo>
                    <a:pt x="352534" y="124704"/>
                  </a:lnTo>
                  <a:lnTo>
                    <a:pt x="352751" y="124898"/>
                  </a:lnTo>
                  <a:lnTo>
                    <a:pt x="353157" y="125259"/>
                  </a:lnTo>
                  <a:lnTo>
                    <a:pt x="353471" y="125539"/>
                  </a:lnTo>
                  <a:lnTo>
                    <a:pt x="354214" y="126201"/>
                  </a:lnTo>
                  <a:lnTo>
                    <a:pt x="354405" y="126371"/>
                  </a:lnTo>
                  <a:lnTo>
                    <a:pt x="354636" y="126576"/>
                  </a:lnTo>
                  <a:lnTo>
                    <a:pt x="355004" y="126904"/>
                  </a:lnTo>
                  <a:lnTo>
                    <a:pt x="355838" y="127647"/>
                  </a:lnTo>
                  <a:lnTo>
                    <a:pt x="356194" y="127964"/>
                  </a:lnTo>
                  <a:lnTo>
                    <a:pt x="356423" y="128168"/>
                  </a:lnTo>
                  <a:lnTo>
                    <a:pt x="357045" y="128722"/>
                  </a:lnTo>
                  <a:lnTo>
                    <a:pt x="357187" y="128849"/>
                  </a:lnTo>
                  <a:lnTo>
                    <a:pt x="357426" y="129061"/>
                  </a:lnTo>
                  <a:lnTo>
                    <a:pt x="358024" y="129731"/>
                  </a:lnTo>
                  <a:lnTo>
                    <a:pt x="358176" y="129902"/>
                  </a:lnTo>
                  <a:lnTo>
                    <a:pt x="358461" y="130220"/>
                  </a:lnTo>
                  <a:lnTo>
                    <a:pt x="358621" y="130400"/>
                  </a:lnTo>
                  <a:lnTo>
                    <a:pt x="358914" y="130727"/>
                  </a:lnTo>
                  <a:lnTo>
                    <a:pt x="359343" y="131207"/>
                  </a:lnTo>
                  <a:lnTo>
                    <a:pt x="359548" y="131437"/>
                  </a:lnTo>
                  <a:lnTo>
                    <a:pt x="359953" y="131893"/>
                  </a:lnTo>
                  <a:lnTo>
                    <a:pt x="360181" y="132407"/>
                  </a:lnTo>
                  <a:lnTo>
                    <a:pt x="360265" y="132599"/>
                  </a:lnTo>
                  <a:lnTo>
                    <a:pt x="360449" y="133012"/>
                  </a:lnTo>
                  <a:lnTo>
                    <a:pt x="360707" y="133595"/>
                  </a:lnTo>
                  <a:lnTo>
                    <a:pt x="360938" y="134118"/>
                  </a:lnTo>
                  <a:lnTo>
                    <a:pt x="361202" y="134713"/>
                  </a:lnTo>
                  <a:lnTo>
                    <a:pt x="361307" y="134951"/>
                  </a:lnTo>
                  <a:lnTo>
                    <a:pt x="361350" y="135128"/>
                  </a:lnTo>
                  <a:lnTo>
                    <a:pt x="360884" y="135362"/>
                  </a:lnTo>
                  <a:lnTo>
                    <a:pt x="360635" y="135487"/>
                  </a:lnTo>
                  <a:lnTo>
                    <a:pt x="360031" y="135790"/>
                  </a:lnTo>
                  <a:lnTo>
                    <a:pt x="359856" y="135878"/>
                  </a:lnTo>
                  <a:lnTo>
                    <a:pt x="359460" y="136077"/>
                  </a:lnTo>
                  <a:lnTo>
                    <a:pt x="358942" y="136337"/>
                  </a:lnTo>
                  <a:lnTo>
                    <a:pt x="358613" y="136502"/>
                  </a:lnTo>
                  <a:lnTo>
                    <a:pt x="358113" y="136753"/>
                  </a:lnTo>
                  <a:lnTo>
                    <a:pt x="357714" y="136953"/>
                  </a:lnTo>
                  <a:lnTo>
                    <a:pt x="357230" y="137196"/>
                  </a:lnTo>
                  <a:lnTo>
                    <a:pt x="356971" y="137326"/>
                  </a:lnTo>
                  <a:lnTo>
                    <a:pt x="356828" y="137398"/>
                  </a:lnTo>
                  <a:lnTo>
                    <a:pt x="356305" y="137661"/>
                  </a:lnTo>
                  <a:lnTo>
                    <a:pt x="355259" y="138186"/>
                  </a:lnTo>
                  <a:lnTo>
                    <a:pt x="354464" y="139024"/>
                  </a:lnTo>
                  <a:lnTo>
                    <a:pt x="354021" y="139490"/>
                  </a:lnTo>
                  <a:lnTo>
                    <a:pt x="353508" y="140032"/>
                  </a:lnTo>
                  <a:lnTo>
                    <a:pt x="352856" y="140720"/>
                  </a:lnTo>
                  <a:lnTo>
                    <a:pt x="352083" y="141534"/>
                  </a:lnTo>
                  <a:lnTo>
                    <a:pt x="351623" y="142020"/>
                  </a:lnTo>
                  <a:lnTo>
                    <a:pt x="350764" y="142925"/>
                  </a:lnTo>
                  <a:lnTo>
                    <a:pt x="350252" y="143465"/>
                  </a:lnTo>
                  <a:lnTo>
                    <a:pt x="349642" y="144108"/>
                  </a:lnTo>
                  <a:lnTo>
                    <a:pt x="349123" y="144655"/>
                  </a:lnTo>
                  <a:lnTo>
                    <a:pt x="348536" y="145275"/>
                  </a:lnTo>
                  <a:lnTo>
                    <a:pt x="348377" y="145442"/>
                  </a:lnTo>
                  <a:lnTo>
                    <a:pt x="348103" y="145731"/>
                  </a:lnTo>
                  <a:lnTo>
                    <a:pt x="347840" y="146008"/>
                  </a:lnTo>
                  <a:lnTo>
                    <a:pt x="347142" y="146744"/>
                  </a:lnTo>
                  <a:lnTo>
                    <a:pt x="346948" y="146949"/>
                  </a:lnTo>
                  <a:lnTo>
                    <a:pt x="346723" y="147186"/>
                  </a:lnTo>
                  <a:lnTo>
                    <a:pt x="346403" y="147524"/>
                  </a:lnTo>
                  <a:lnTo>
                    <a:pt x="345992" y="147957"/>
                  </a:lnTo>
                  <a:lnTo>
                    <a:pt x="345863" y="148081"/>
                  </a:lnTo>
                  <a:lnTo>
                    <a:pt x="345454" y="148474"/>
                  </a:lnTo>
                  <a:lnTo>
                    <a:pt x="345245" y="148675"/>
                  </a:lnTo>
                  <a:lnTo>
                    <a:pt x="344877" y="149028"/>
                  </a:lnTo>
                  <a:lnTo>
                    <a:pt x="344635" y="149261"/>
                  </a:lnTo>
                  <a:lnTo>
                    <a:pt x="344133" y="149743"/>
                  </a:lnTo>
                  <a:lnTo>
                    <a:pt x="343582" y="150273"/>
                  </a:lnTo>
                  <a:lnTo>
                    <a:pt x="343317" y="150527"/>
                  </a:lnTo>
                  <a:lnTo>
                    <a:pt x="342716" y="151106"/>
                  </a:lnTo>
                  <a:lnTo>
                    <a:pt x="342416" y="151394"/>
                  </a:lnTo>
                  <a:lnTo>
                    <a:pt x="341506" y="152268"/>
                  </a:lnTo>
                  <a:lnTo>
                    <a:pt x="341367" y="152402"/>
                  </a:lnTo>
                  <a:lnTo>
                    <a:pt x="341173" y="152588"/>
                  </a:lnTo>
                  <a:lnTo>
                    <a:pt x="340646" y="153095"/>
                  </a:lnTo>
                  <a:lnTo>
                    <a:pt x="340419" y="153313"/>
                  </a:lnTo>
                  <a:lnTo>
                    <a:pt x="340156" y="153566"/>
                  </a:lnTo>
                  <a:lnTo>
                    <a:pt x="339891" y="153820"/>
                  </a:lnTo>
                  <a:lnTo>
                    <a:pt x="339406" y="154287"/>
                  </a:lnTo>
                  <a:lnTo>
                    <a:pt x="338852" y="154819"/>
                  </a:lnTo>
                  <a:lnTo>
                    <a:pt x="338556" y="155104"/>
                  </a:lnTo>
                  <a:lnTo>
                    <a:pt x="336788" y="156802"/>
                  </a:lnTo>
                  <a:lnTo>
                    <a:pt x="336536" y="157045"/>
                  </a:lnTo>
                  <a:lnTo>
                    <a:pt x="334451" y="159049"/>
                  </a:lnTo>
                  <a:lnTo>
                    <a:pt x="333957" y="159523"/>
                  </a:lnTo>
                  <a:lnTo>
                    <a:pt x="332529" y="160895"/>
                  </a:lnTo>
                  <a:lnTo>
                    <a:pt x="331741" y="161654"/>
                  </a:lnTo>
                  <a:lnTo>
                    <a:pt x="330547" y="162800"/>
                  </a:lnTo>
                  <a:lnTo>
                    <a:pt x="330021" y="163306"/>
                  </a:lnTo>
                  <a:lnTo>
                    <a:pt x="329608" y="163703"/>
                  </a:lnTo>
                  <a:lnTo>
                    <a:pt x="329269" y="164029"/>
                  </a:lnTo>
                  <a:lnTo>
                    <a:pt x="327969" y="165278"/>
                  </a:lnTo>
                  <a:lnTo>
                    <a:pt x="327786" y="165454"/>
                  </a:lnTo>
                  <a:lnTo>
                    <a:pt x="327614" y="165794"/>
                  </a:lnTo>
                  <a:lnTo>
                    <a:pt x="327804" y="165992"/>
                  </a:lnTo>
                  <a:lnTo>
                    <a:pt x="327972" y="166166"/>
                  </a:lnTo>
                  <a:lnTo>
                    <a:pt x="328185" y="166388"/>
                  </a:lnTo>
                  <a:lnTo>
                    <a:pt x="329043" y="167282"/>
                  </a:lnTo>
                  <a:lnTo>
                    <a:pt x="329798" y="168068"/>
                  </a:lnTo>
                  <a:lnTo>
                    <a:pt x="330872" y="169187"/>
                  </a:lnTo>
                  <a:lnTo>
                    <a:pt x="331562" y="169906"/>
                  </a:lnTo>
                  <a:lnTo>
                    <a:pt x="332819" y="171215"/>
                  </a:lnTo>
                  <a:lnTo>
                    <a:pt x="333349" y="171767"/>
                  </a:lnTo>
                  <a:lnTo>
                    <a:pt x="335158" y="173651"/>
                  </a:lnTo>
                  <a:lnTo>
                    <a:pt x="335378" y="173880"/>
                  </a:lnTo>
                  <a:lnTo>
                    <a:pt x="336607" y="175160"/>
                  </a:lnTo>
                  <a:lnTo>
                    <a:pt x="337305" y="175888"/>
                  </a:lnTo>
                  <a:lnTo>
                    <a:pt x="338250" y="176871"/>
                  </a:lnTo>
                  <a:lnTo>
                    <a:pt x="338868" y="177515"/>
                  </a:lnTo>
                  <a:lnTo>
                    <a:pt x="339793" y="178478"/>
                  </a:lnTo>
                  <a:lnTo>
                    <a:pt x="340850" y="179580"/>
                  </a:lnTo>
                  <a:lnTo>
                    <a:pt x="341030" y="179767"/>
                  </a:lnTo>
                  <a:lnTo>
                    <a:pt x="341402" y="180154"/>
                  </a:lnTo>
                  <a:lnTo>
                    <a:pt x="341595" y="180356"/>
                  </a:lnTo>
                  <a:lnTo>
                    <a:pt x="342265" y="181053"/>
                  </a:lnTo>
                  <a:lnTo>
                    <a:pt x="342546" y="181345"/>
                  </a:lnTo>
                  <a:lnTo>
                    <a:pt x="343531" y="182371"/>
                  </a:lnTo>
                  <a:lnTo>
                    <a:pt x="343948" y="182806"/>
                  </a:lnTo>
                  <a:lnTo>
                    <a:pt x="345048" y="183951"/>
                  </a:lnTo>
                  <a:lnTo>
                    <a:pt x="345352" y="184268"/>
                  </a:lnTo>
                  <a:lnTo>
                    <a:pt x="345988" y="184930"/>
                  </a:lnTo>
                  <a:lnTo>
                    <a:pt x="346426" y="185387"/>
                  </a:lnTo>
                  <a:lnTo>
                    <a:pt x="347477" y="186481"/>
                  </a:lnTo>
                  <a:lnTo>
                    <a:pt x="347761" y="186777"/>
                  </a:lnTo>
                  <a:lnTo>
                    <a:pt x="348207" y="187242"/>
                  </a:lnTo>
                  <a:lnTo>
                    <a:pt x="348914" y="187978"/>
                  </a:lnTo>
                  <a:lnTo>
                    <a:pt x="349245" y="188323"/>
                  </a:lnTo>
                  <a:lnTo>
                    <a:pt x="349753" y="188853"/>
                  </a:lnTo>
                  <a:lnTo>
                    <a:pt x="350016" y="189126"/>
                  </a:lnTo>
                  <a:lnTo>
                    <a:pt x="350423" y="189550"/>
                  </a:lnTo>
                  <a:lnTo>
                    <a:pt x="350781" y="189923"/>
                  </a:lnTo>
                  <a:lnTo>
                    <a:pt x="351263" y="190424"/>
                  </a:lnTo>
                  <a:lnTo>
                    <a:pt x="351637" y="190815"/>
                  </a:lnTo>
                  <a:lnTo>
                    <a:pt x="352172" y="191371"/>
                  </a:lnTo>
                  <a:lnTo>
                    <a:pt x="352540" y="191755"/>
                  </a:lnTo>
                  <a:lnTo>
                    <a:pt x="352966" y="192199"/>
                  </a:lnTo>
                  <a:lnTo>
                    <a:pt x="354178" y="193461"/>
                  </a:lnTo>
                  <a:lnTo>
                    <a:pt x="354649" y="193952"/>
                  </a:lnTo>
                  <a:lnTo>
                    <a:pt x="354970" y="194286"/>
                  </a:lnTo>
                  <a:lnTo>
                    <a:pt x="355112" y="194434"/>
                  </a:lnTo>
                  <a:lnTo>
                    <a:pt x="355278" y="194607"/>
                  </a:lnTo>
                  <a:lnTo>
                    <a:pt x="355425" y="194759"/>
                  </a:lnTo>
                  <a:lnTo>
                    <a:pt x="356185" y="195551"/>
                  </a:lnTo>
                  <a:lnTo>
                    <a:pt x="359985" y="199509"/>
                  </a:lnTo>
                  <a:lnTo>
                    <a:pt x="362009" y="201617"/>
                  </a:lnTo>
                  <a:lnTo>
                    <a:pt x="364238" y="203938"/>
                  </a:lnTo>
                  <a:lnTo>
                    <a:pt x="366337" y="206125"/>
                  </a:lnTo>
                  <a:lnTo>
                    <a:pt x="369987" y="209926"/>
                  </a:lnTo>
                  <a:lnTo>
                    <a:pt x="371808" y="211823"/>
                  </a:lnTo>
                  <a:lnTo>
                    <a:pt x="372159" y="212189"/>
                  </a:lnTo>
                  <a:lnTo>
                    <a:pt x="372028" y="212329"/>
                  </a:lnTo>
                  <a:lnTo>
                    <a:pt x="371706" y="212672"/>
                  </a:lnTo>
                  <a:lnTo>
                    <a:pt x="371363" y="213038"/>
                  </a:lnTo>
                  <a:lnTo>
                    <a:pt x="370794" y="213645"/>
                  </a:lnTo>
                  <a:lnTo>
                    <a:pt x="370097" y="214389"/>
                  </a:lnTo>
                  <a:lnTo>
                    <a:pt x="368899" y="215667"/>
                  </a:lnTo>
                  <a:lnTo>
                    <a:pt x="365449" y="219345"/>
                  </a:lnTo>
                  <a:lnTo>
                    <a:pt x="361826" y="223209"/>
                  </a:lnTo>
                  <a:lnTo>
                    <a:pt x="358913" y="226317"/>
                  </a:lnTo>
                  <a:lnTo>
                    <a:pt x="357751" y="227556"/>
                  </a:lnTo>
                  <a:lnTo>
                    <a:pt x="356450" y="228943"/>
                  </a:lnTo>
                  <a:lnTo>
                    <a:pt x="356266" y="229140"/>
                  </a:lnTo>
                  <a:lnTo>
                    <a:pt x="356052" y="229368"/>
                  </a:lnTo>
                  <a:lnTo>
                    <a:pt x="355502" y="229954"/>
                  </a:lnTo>
                  <a:lnTo>
                    <a:pt x="355241" y="230232"/>
                  </a:lnTo>
                  <a:lnTo>
                    <a:pt x="355111" y="230371"/>
                  </a:lnTo>
                  <a:lnTo>
                    <a:pt x="354900" y="230596"/>
                  </a:lnTo>
                  <a:lnTo>
                    <a:pt x="354419" y="231110"/>
                  </a:lnTo>
                  <a:lnTo>
                    <a:pt x="353766" y="231806"/>
                  </a:lnTo>
                  <a:lnTo>
                    <a:pt x="352995" y="232628"/>
                  </a:lnTo>
                  <a:lnTo>
                    <a:pt x="349846" y="235987"/>
                  </a:lnTo>
                  <a:lnTo>
                    <a:pt x="348233" y="237707"/>
                  </a:lnTo>
                  <a:lnTo>
                    <a:pt x="347986" y="237971"/>
                  </a:lnTo>
                  <a:lnTo>
                    <a:pt x="347742" y="238230"/>
                  </a:lnTo>
                  <a:lnTo>
                    <a:pt x="346937" y="239089"/>
                  </a:lnTo>
                  <a:lnTo>
                    <a:pt x="345212" y="240924"/>
                  </a:lnTo>
                  <a:lnTo>
                    <a:pt x="343369" y="242681"/>
                  </a:lnTo>
                  <a:lnTo>
                    <a:pt x="342423" y="243583"/>
                  </a:lnTo>
                  <a:lnTo>
                    <a:pt x="340967" y="244971"/>
                  </a:lnTo>
                  <a:lnTo>
                    <a:pt x="339223" y="246635"/>
                  </a:lnTo>
                  <a:lnTo>
                    <a:pt x="337347" y="248423"/>
                  </a:lnTo>
                  <a:lnTo>
                    <a:pt x="336332" y="249391"/>
                  </a:lnTo>
                  <a:lnTo>
                    <a:pt x="334635" y="251009"/>
                  </a:lnTo>
                  <a:lnTo>
                    <a:pt x="334291" y="251338"/>
                  </a:lnTo>
                  <a:lnTo>
                    <a:pt x="333708" y="251893"/>
                  </a:lnTo>
                  <a:lnTo>
                    <a:pt x="331090" y="254390"/>
                  </a:lnTo>
                  <a:lnTo>
                    <a:pt x="330286" y="255156"/>
                  </a:lnTo>
                  <a:lnTo>
                    <a:pt x="326811" y="258469"/>
                  </a:lnTo>
                  <a:lnTo>
                    <a:pt x="326263" y="258991"/>
                  </a:lnTo>
                  <a:lnTo>
                    <a:pt x="325917" y="259322"/>
                  </a:lnTo>
                  <a:lnTo>
                    <a:pt x="325502" y="259717"/>
                  </a:lnTo>
                  <a:lnTo>
                    <a:pt x="325216" y="259990"/>
                  </a:lnTo>
                  <a:lnTo>
                    <a:pt x="324898" y="260293"/>
                  </a:lnTo>
                  <a:lnTo>
                    <a:pt x="324550" y="260625"/>
                  </a:lnTo>
                  <a:lnTo>
                    <a:pt x="324264" y="260898"/>
                  </a:lnTo>
                  <a:lnTo>
                    <a:pt x="324070" y="261083"/>
                  </a:lnTo>
                  <a:lnTo>
                    <a:pt x="323290" y="261826"/>
                  </a:lnTo>
                  <a:lnTo>
                    <a:pt x="323161" y="261950"/>
                  </a:lnTo>
                  <a:lnTo>
                    <a:pt x="322076" y="262984"/>
                  </a:lnTo>
                  <a:lnTo>
                    <a:pt x="321478" y="263554"/>
                  </a:lnTo>
                  <a:lnTo>
                    <a:pt x="321027" y="263984"/>
                  </a:lnTo>
                  <a:lnTo>
                    <a:pt x="319961" y="265001"/>
                  </a:lnTo>
                  <a:lnTo>
                    <a:pt x="319650" y="265297"/>
                  </a:lnTo>
                  <a:lnTo>
                    <a:pt x="318291" y="266593"/>
                  </a:lnTo>
                  <a:lnTo>
                    <a:pt x="316963" y="267860"/>
                  </a:lnTo>
                  <a:lnTo>
                    <a:pt x="312833" y="271797"/>
                  </a:lnTo>
                  <a:lnTo>
                    <a:pt x="312358" y="272250"/>
                  </a:lnTo>
                  <a:lnTo>
                    <a:pt x="312131" y="272466"/>
                  </a:lnTo>
                  <a:lnTo>
                    <a:pt x="311470" y="273096"/>
                  </a:lnTo>
                  <a:lnTo>
                    <a:pt x="310761" y="273773"/>
                  </a:lnTo>
                  <a:lnTo>
                    <a:pt x="310511" y="274011"/>
                  </a:lnTo>
                  <a:lnTo>
                    <a:pt x="308255" y="276162"/>
                  </a:lnTo>
                  <a:lnTo>
                    <a:pt x="307493" y="276889"/>
                  </a:lnTo>
                  <a:lnTo>
                    <a:pt x="307021" y="277338"/>
                  </a:lnTo>
                  <a:lnTo>
                    <a:pt x="306483" y="277852"/>
                  </a:lnTo>
                  <a:lnTo>
                    <a:pt x="305165" y="279108"/>
                  </a:lnTo>
                  <a:lnTo>
                    <a:pt x="304879" y="279381"/>
                  </a:lnTo>
                  <a:lnTo>
                    <a:pt x="304607" y="279641"/>
                  </a:lnTo>
                  <a:lnTo>
                    <a:pt x="304323" y="279912"/>
                  </a:lnTo>
                  <a:lnTo>
                    <a:pt x="296329" y="287533"/>
                  </a:lnTo>
                  <a:lnTo>
                    <a:pt x="295793" y="288044"/>
                  </a:lnTo>
                  <a:lnTo>
                    <a:pt x="285014" y="298322"/>
                  </a:lnTo>
                  <a:lnTo>
                    <a:pt x="282452" y="300765"/>
                  </a:lnTo>
                  <a:lnTo>
                    <a:pt x="281289" y="301874"/>
                  </a:lnTo>
                  <a:lnTo>
                    <a:pt x="276962" y="305999"/>
                  </a:lnTo>
                  <a:lnTo>
                    <a:pt x="266524" y="315952"/>
                  </a:lnTo>
                  <a:lnTo>
                    <a:pt x="263384" y="318946"/>
                  </a:lnTo>
                  <a:lnTo>
                    <a:pt x="249633" y="332057"/>
                  </a:lnTo>
                  <a:lnTo>
                    <a:pt x="244527" y="336926"/>
                  </a:lnTo>
                  <a:lnTo>
                    <a:pt x="233969" y="346993"/>
                  </a:lnTo>
                  <a:lnTo>
                    <a:pt x="231438" y="349406"/>
                  </a:lnTo>
                  <a:lnTo>
                    <a:pt x="231019" y="349806"/>
                  </a:lnTo>
                  <a:lnTo>
                    <a:pt x="229058" y="351675"/>
                  </a:lnTo>
                  <a:lnTo>
                    <a:pt x="219021" y="361501"/>
                  </a:lnTo>
                  <a:lnTo>
                    <a:pt x="212860" y="367531"/>
                  </a:lnTo>
                  <a:lnTo>
                    <a:pt x="202612" y="377563"/>
                  </a:lnTo>
                  <a:lnTo>
                    <a:pt x="201374" y="378776"/>
                  </a:lnTo>
                  <a:lnTo>
                    <a:pt x="198982" y="381424"/>
                  </a:lnTo>
                  <a:lnTo>
                    <a:pt x="197960" y="382323"/>
                  </a:lnTo>
                  <a:lnTo>
                    <a:pt x="195391" y="384581"/>
                  </a:lnTo>
                  <a:lnTo>
                    <a:pt x="188187" y="390914"/>
                  </a:lnTo>
                  <a:lnTo>
                    <a:pt x="186195" y="392665"/>
                  </a:lnTo>
                  <a:lnTo>
                    <a:pt x="177490" y="400318"/>
                  </a:lnTo>
                  <a:lnTo>
                    <a:pt x="174162" y="403243"/>
                  </a:lnTo>
                  <a:lnTo>
                    <a:pt x="167542" y="409063"/>
                  </a:lnTo>
                  <a:lnTo>
                    <a:pt x="167151" y="408933"/>
                  </a:lnTo>
                  <a:lnTo>
                    <a:pt x="164516" y="408063"/>
                  </a:lnTo>
                  <a:lnTo>
                    <a:pt x="164010" y="407963"/>
                  </a:lnTo>
                  <a:lnTo>
                    <a:pt x="157225" y="406620"/>
                  </a:lnTo>
                  <a:lnTo>
                    <a:pt x="154888" y="406313"/>
                  </a:lnTo>
                  <a:lnTo>
                    <a:pt x="153432" y="406121"/>
                  </a:lnTo>
                  <a:lnTo>
                    <a:pt x="149522" y="405606"/>
                  </a:lnTo>
                  <a:lnTo>
                    <a:pt x="143575" y="404822"/>
                  </a:lnTo>
                  <a:lnTo>
                    <a:pt x="135675" y="403781"/>
                  </a:lnTo>
                  <a:lnTo>
                    <a:pt x="134459" y="403621"/>
                  </a:lnTo>
                  <a:lnTo>
                    <a:pt x="133264" y="403463"/>
                  </a:lnTo>
                  <a:lnTo>
                    <a:pt x="129352" y="402948"/>
                  </a:lnTo>
                  <a:lnTo>
                    <a:pt x="120572" y="401798"/>
                  </a:lnTo>
                  <a:lnTo>
                    <a:pt x="114726" y="401033"/>
                  </a:lnTo>
                  <a:lnTo>
                    <a:pt x="113632" y="400889"/>
                  </a:lnTo>
                  <a:lnTo>
                    <a:pt x="109266" y="400318"/>
                  </a:lnTo>
                  <a:lnTo>
                    <a:pt x="102045" y="399372"/>
                  </a:lnTo>
                  <a:lnTo>
                    <a:pt x="89791" y="397767"/>
                  </a:lnTo>
                  <a:lnTo>
                    <a:pt x="84490" y="397073"/>
                  </a:lnTo>
                  <a:lnTo>
                    <a:pt x="81050" y="396623"/>
                  </a:lnTo>
                  <a:lnTo>
                    <a:pt x="80045" y="396491"/>
                  </a:lnTo>
                  <a:lnTo>
                    <a:pt x="74952" y="395772"/>
                  </a:lnTo>
                  <a:lnTo>
                    <a:pt x="61500" y="393873"/>
                  </a:lnTo>
                  <a:lnTo>
                    <a:pt x="61002" y="393803"/>
                  </a:lnTo>
                  <a:lnTo>
                    <a:pt x="38530" y="390630"/>
                  </a:lnTo>
                  <a:lnTo>
                    <a:pt x="35884" y="390256"/>
                  </a:lnTo>
                  <a:lnTo>
                    <a:pt x="35149" y="390152"/>
                  </a:lnTo>
                  <a:lnTo>
                    <a:pt x="33796" y="389961"/>
                  </a:lnTo>
                  <a:lnTo>
                    <a:pt x="32493" y="389777"/>
                  </a:lnTo>
                  <a:lnTo>
                    <a:pt x="15746" y="387413"/>
                  </a:lnTo>
                  <a:lnTo>
                    <a:pt x="13367" y="387077"/>
                  </a:lnTo>
                  <a:lnTo>
                    <a:pt x="13202" y="387054"/>
                  </a:lnTo>
                  <a:lnTo>
                    <a:pt x="11821" y="386859"/>
                  </a:lnTo>
                  <a:lnTo>
                    <a:pt x="0" y="385190"/>
                  </a:lnTo>
                  <a:lnTo>
                    <a:pt x="63" y="384656"/>
                  </a:lnTo>
                  <a:lnTo>
                    <a:pt x="1231" y="374755"/>
                  </a:lnTo>
                  <a:lnTo>
                    <a:pt x="6719" y="328254"/>
                  </a:lnTo>
                  <a:lnTo>
                    <a:pt x="8361" y="314340"/>
                  </a:lnTo>
                  <a:lnTo>
                    <a:pt x="8491" y="313433"/>
                  </a:lnTo>
                  <a:lnTo>
                    <a:pt x="8605" y="312640"/>
                  </a:lnTo>
                  <a:lnTo>
                    <a:pt x="8720" y="311839"/>
                  </a:lnTo>
                  <a:lnTo>
                    <a:pt x="9714" y="304927"/>
                  </a:lnTo>
                  <a:lnTo>
                    <a:pt x="11359" y="293487"/>
                  </a:lnTo>
                  <a:lnTo>
                    <a:pt x="12108" y="288275"/>
                  </a:lnTo>
                  <a:lnTo>
                    <a:pt x="13400" y="279288"/>
                  </a:lnTo>
                  <a:lnTo>
                    <a:pt x="13925" y="275634"/>
                  </a:lnTo>
                  <a:lnTo>
                    <a:pt x="14769" y="269763"/>
                  </a:lnTo>
                  <a:lnTo>
                    <a:pt x="15417" y="265261"/>
                  </a:lnTo>
                  <a:lnTo>
                    <a:pt x="15507" y="264632"/>
                  </a:lnTo>
                  <a:lnTo>
                    <a:pt x="15920" y="261762"/>
                  </a:lnTo>
                  <a:lnTo>
                    <a:pt x="21178" y="230082"/>
                  </a:lnTo>
                  <a:lnTo>
                    <a:pt x="23004" y="219082"/>
                  </a:lnTo>
                  <a:lnTo>
                    <a:pt x="26801" y="196208"/>
                  </a:lnTo>
                  <a:lnTo>
                    <a:pt x="29419" y="180438"/>
                  </a:lnTo>
                  <a:lnTo>
                    <a:pt x="29691" y="178801"/>
                  </a:lnTo>
                  <a:lnTo>
                    <a:pt x="29778" y="178280"/>
                  </a:lnTo>
                  <a:lnTo>
                    <a:pt x="31502" y="168586"/>
                  </a:lnTo>
                  <a:lnTo>
                    <a:pt x="34317" y="152763"/>
                  </a:lnTo>
                  <a:lnTo>
                    <a:pt x="37758" y="133419"/>
                  </a:lnTo>
                  <a:lnTo>
                    <a:pt x="39428" y="124032"/>
                  </a:lnTo>
                  <a:lnTo>
                    <a:pt x="42416" y="107235"/>
                  </a:lnTo>
                  <a:lnTo>
                    <a:pt x="42526" y="106615"/>
                  </a:lnTo>
                  <a:lnTo>
                    <a:pt x="42698" y="105648"/>
                  </a:lnTo>
                  <a:lnTo>
                    <a:pt x="43639" y="100359"/>
                  </a:lnTo>
                  <a:lnTo>
                    <a:pt x="44005" y="98239"/>
                  </a:lnTo>
                  <a:lnTo>
                    <a:pt x="44186" y="97197"/>
                  </a:lnTo>
                  <a:lnTo>
                    <a:pt x="44223" y="96980"/>
                  </a:lnTo>
                  <a:lnTo>
                    <a:pt x="44629" y="94635"/>
                  </a:lnTo>
                  <a:lnTo>
                    <a:pt x="45459" y="89832"/>
                  </a:lnTo>
                  <a:lnTo>
                    <a:pt x="46085" y="86209"/>
                  </a:lnTo>
                  <a:lnTo>
                    <a:pt x="46553" y="83504"/>
                  </a:lnTo>
                  <a:lnTo>
                    <a:pt x="47485" y="78114"/>
                  </a:lnTo>
                  <a:lnTo>
                    <a:pt x="47756" y="76544"/>
                  </a:lnTo>
                  <a:lnTo>
                    <a:pt x="47931" y="75534"/>
                  </a:lnTo>
                  <a:lnTo>
                    <a:pt x="48281" y="73510"/>
                  </a:lnTo>
                  <a:lnTo>
                    <a:pt x="48608" y="71620"/>
                  </a:lnTo>
                  <a:lnTo>
                    <a:pt x="48950" y="69643"/>
                  </a:lnTo>
                  <a:lnTo>
                    <a:pt x="49035" y="69148"/>
                  </a:lnTo>
                  <a:lnTo>
                    <a:pt x="49184" y="68289"/>
                  </a:lnTo>
                  <a:lnTo>
                    <a:pt x="50538" y="60460"/>
                  </a:lnTo>
                  <a:lnTo>
                    <a:pt x="50837" y="58727"/>
                  </a:lnTo>
                  <a:lnTo>
                    <a:pt x="51692" y="53783"/>
                  </a:lnTo>
                  <a:lnTo>
                    <a:pt x="52117" y="51323"/>
                  </a:lnTo>
                  <a:lnTo>
                    <a:pt x="52145" y="51163"/>
                  </a:lnTo>
                  <a:lnTo>
                    <a:pt x="52244" y="50589"/>
                  </a:lnTo>
                  <a:lnTo>
                    <a:pt x="52375" y="49867"/>
                  </a:lnTo>
                  <a:lnTo>
                    <a:pt x="52595" y="48652"/>
                  </a:lnTo>
                  <a:lnTo>
                    <a:pt x="53222" y="45192"/>
                  </a:lnTo>
                  <a:lnTo>
                    <a:pt x="54226" y="39651"/>
                  </a:lnTo>
                  <a:lnTo>
                    <a:pt x="54836" y="36286"/>
                  </a:lnTo>
                  <a:lnTo>
                    <a:pt x="54976" y="35510"/>
                  </a:lnTo>
                  <a:lnTo>
                    <a:pt x="55394" y="33206"/>
                  </a:lnTo>
                  <a:lnTo>
                    <a:pt x="56339" y="28801"/>
                  </a:lnTo>
                  <a:lnTo>
                    <a:pt x="56483" y="28132"/>
                  </a:lnTo>
                  <a:lnTo>
                    <a:pt x="56671" y="27253"/>
                  </a:lnTo>
                  <a:lnTo>
                    <a:pt x="57689" y="22509"/>
                  </a:lnTo>
                  <a:lnTo>
                    <a:pt x="58027" y="20938"/>
                  </a:lnTo>
                  <a:lnTo>
                    <a:pt x="59476" y="14184"/>
                  </a:lnTo>
                  <a:lnTo>
                    <a:pt x="60849" y="7786"/>
                  </a:lnTo>
                  <a:lnTo>
                    <a:pt x="61026" y="6961"/>
                  </a:lnTo>
                  <a:lnTo>
                    <a:pt x="61281" y="5775"/>
                  </a:lnTo>
                  <a:lnTo>
                    <a:pt x="61428" y="5091"/>
                  </a:lnTo>
                  <a:lnTo>
                    <a:pt x="62035" y="2261"/>
                  </a:lnTo>
                  <a:lnTo>
                    <a:pt x="62780" y="0"/>
                  </a:lnTo>
                  <a:lnTo>
                    <a:pt x="62945" y="38"/>
                  </a:lnTo>
                  <a:lnTo>
                    <a:pt x="63194" y="96"/>
                  </a:lnTo>
                  <a:lnTo>
                    <a:pt x="63748" y="224"/>
                  </a:lnTo>
                  <a:lnTo>
                    <a:pt x="66842" y="944"/>
                  </a:lnTo>
                  <a:lnTo>
                    <a:pt x="67483" y="1093"/>
                  </a:lnTo>
                  <a:lnTo>
                    <a:pt x="68172" y="1253"/>
                  </a:lnTo>
                  <a:lnTo>
                    <a:pt x="68836" y="1407"/>
                  </a:lnTo>
                  <a:lnTo>
                    <a:pt x="69275" y="1509"/>
                  </a:lnTo>
                  <a:lnTo>
                    <a:pt x="69972" y="1671"/>
                  </a:lnTo>
                  <a:lnTo>
                    <a:pt x="70279" y="1743"/>
                  </a:lnTo>
                  <a:lnTo>
                    <a:pt x="71071" y="1927"/>
                  </a:lnTo>
                  <a:lnTo>
                    <a:pt x="71253" y="1969"/>
                  </a:lnTo>
                  <a:lnTo>
                    <a:pt x="72404" y="2237"/>
                  </a:lnTo>
                  <a:lnTo>
                    <a:pt x="72659" y="2296"/>
                  </a:lnTo>
                  <a:lnTo>
                    <a:pt x="72828" y="2335"/>
                  </a:lnTo>
                  <a:lnTo>
                    <a:pt x="73983" y="2604"/>
                  </a:lnTo>
                  <a:lnTo>
                    <a:pt x="74218" y="2659"/>
                  </a:lnTo>
                  <a:lnTo>
                    <a:pt x="74755" y="2784"/>
                  </a:lnTo>
                  <a:lnTo>
                    <a:pt x="75317" y="2914"/>
                  </a:lnTo>
                  <a:lnTo>
                    <a:pt x="75646" y="2991"/>
                  </a:lnTo>
                  <a:lnTo>
                    <a:pt x="76410" y="3168"/>
                  </a:lnTo>
                  <a:lnTo>
                    <a:pt x="76557" y="3202"/>
                  </a:lnTo>
                  <a:lnTo>
                    <a:pt x="77689" y="3466"/>
                  </a:lnTo>
                  <a:lnTo>
                    <a:pt x="77874" y="3521"/>
                  </a:lnTo>
                  <a:lnTo>
                    <a:pt x="79116" y="3896"/>
                  </a:lnTo>
                  <a:lnTo>
                    <a:pt x="80464" y="4303"/>
                  </a:lnTo>
                  <a:lnTo>
                    <a:pt x="80686" y="4370"/>
                  </a:lnTo>
                  <a:lnTo>
                    <a:pt x="81626" y="4654"/>
                  </a:lnTo>
                  <a:lnTo>
                    <a:pt x="81980" y="4761"/>
                  </a:lnTo>
                  <a:lnTo>
                    <a:pt x="82189" y="4824"/>
                  </a:lnTo>
                  <a:lnTo>
                    <a:pt x="82784" y="5004"/>
                  </a:lnTo>
                  <a:lnTo>
                    <a:pt x="82962" y="5057"/>
                  </a:lnTo>
                  <a:lnTo>
                    <a:pt x="83341" y="5172"/>
                  </a:lnTo>
                  <a:lnTo>
                    <a:pt x="84297" y="5460"/>
                  </a:lnTo>
                  <a:lnTo>
                    <a:pt x="84492" y="5519"/>
                  </a:lnTo>
                  <a:lnTo>
                    <a:pt x="85549" y="5838"/>
                  </a:lnTo>
                  <a:lnTo>
                    <a:pt x="85962" y="5963"/>
                  </a:lnTo>
                  <a:lnTo>
                    <a:pt x="86122" y="6011"/>
                  </a:lnTo>
                  <a:lnTo>
                    <a:pt x="87114" y="6310"/>
                  </a:lnTo>
                  <a:lnTo>
                    <a:pt x="87657" y="6474"/>
                  </a:lnTo>
                  <a:lnTo>
                    <a:pt x="87881" y="6542"/>
                  </a:lnTo>
                  <a:lnTo>
                    <a:pt x="88671" y="6780"/>
                  </a:lnTo>
                  <a:lnTo>
                    <a:pt x="90692" y="7390"/>
                  </a:lnTo>
                  <a:lnTo>
                    <a:pt x="91237" y="7555"/>
                  </a:lnTo>
                  <a:lnTo>
                    <a:pt x="92377" y="7899"/>
                  </a:lnTo>
                  <a:lnTo>
                    <a:pt x="94261" y="8467"/>
                  </a:lnTo>
                  <a:lnTo>
                    <a:pt x="95801" y="8932"/>
                  </a:lnTo>
                  <a:lnTo>
                    <a:pt x="97395" y="9413"/>
                  </a:lnTo>
                  <a:lnTo>
                    <a:pt x="97608" y="9478"/>
                  </a:lnTo>
                  <a:lnTo>
                    <a:pt x="98215" y="9661"/>
                  </a:lnTo>
                  <a:lnTo>
                    <a:pt x="99678" y="10102"/>
                  </a:lnTo>
                  <a:lnTo>
                    <a:pt x="103111" y="11139"/>
                  </a:lnTo>
                  <a:lnTo>
                    <a:pt x="104150" y="11452"/>
                  </a:lnTo>
                  <a:lnTo>
                    <a:pt x="104873" y="11670"/>
                  </a:lnTo>
                  <a:lnTo>
                    <a:pt x="106035" y="12021"/>
                  </a:lnTo>
                  <a:lnTo>
                    <a:pt x="107728" y="12532"/>
                  </a:lnTo>
                  <a:lnTo>
                    <a:pt x="109035" y="12927"/>
                  </a:lnTo>
                  <a:lnTo>
                    <a:pt x="110401" y="13339"/>
                  </a:lnTo>
                  <a:lnTo>
                    <a:pt x="110752" y="13445"/>
                  </a:lnTo>
                  <a:lnTo>
                    <a:pt x="111540" y="13683"/>
                  </a:lnTo>
                  <a:lnTo>
                    <a:pt x="112457" y="13959"/>
                  </a:lnTo>
                  <a:lnTo>
                    <a:pt x="112610" y="14006"/>
                  </a:lnTo>
                  <a:lnTo>
                    <a:pt x="113483" y="14269"/>
                  </a:lnTo>
                  <a:lnTo>
                    <a:pt x="115144" y="14771"/>
                  </a:lnTo>
                  <a:lnTo>
                    <a:pt x="115735" y="14949"/>
                  </a:lnTo>
                  <a:lnTo>
                    <a:pt x="117745" y="15555"/>
                  </a:lnTo>
                  <a:lnTo>
                    <a:pt x="118253" y="15709"/>
                  </a:lnTo>
                  <a:lnTo>
                    <a:pt x="119001" y="15935"/>
                  </a:lnTo>
                  <a:lnTo>
                    <a:pt x="119441" y="16067"/>
                  </a:lnTo>
                  <a:lnTo>
                    <a:pt x="119661" y="16763"/>
                  </a:lnTo>
                  <a:lnTo>
                    <a:pt x="119712" y="16925"/>
                  </a:lnTo>
                  <a:lnTo>
                    <a:pt x="119857" y="17385"/>
                  </a:lnTo>
                  <a:lnTo>
                    <a:pt x="120019" y="17897"/>
                  </a:lnTo>
                  <a:lnTo>
                    <a:pt x="120095" y="18138"/>
                  </a:lnTo>
                  <a:lnTo>
                    <a:pt x="120201" y="18476"/>
                  </a:lnTo>
                  <a:lnTo>
                    <a:pt x="120460" y="18568"/>
                  </a:lnTo>
                  <a:lnTo>
                    <a:pt x="121410" y="18906"/>
                  </a:lnTo>
                  <a:lnTo>
                    <a:pt x="122073" y="19142"/>
                  </a:lnTo>
                  <a:lnTo>
                    <a:pt x="125129" y="20230"/>
                  </a:lnTo>
                  <a:lnTo>
                    <a:pt x="127126" y="20940"/>
                  </a:lnTo>
                  <a:lnTo>
                    <a:pt x="128151" y="21305"/>
                  </a:lnTo>
                  <a:lnTo>
                    <a:pt x="131564" y="22519"/>
                  </a:lnTo>
                  <a:lnTo>
                    <a:pt x="137025" y="24462"/>
                  </a:lnTo>
                  <a:lnTo>
                    <a:pt x="138852" y="25113"/>
                  </a:lnTo>
                  <a:lnTo>
                    <a:pt x="141087" y="25908"/>
                  </a:lnTo>
                  <a:lnTo>
                    <a:pt x="144221" y="27023"/>
                  </a:lnTo>
                  <a:lnTo>
                    <a:pt x="146831" y="27952"/>
                  </a:lnTo>
                  <a:lnTo>
                    <a:pt x="150040" y="29094"/>
                  </a:lnTo>
                  <a:lnTo>
                    <a:pt x="150676" y="29320"/>
                  </a:lnTo>
                  <a:lnTo>
                    <a:pt x="154868" y="30812"/>
                  </a:lnTo>
                  <a:lnTo>
                    <a:pt x="157881" y="31884"/>
                  </a:lnTo>
                  <a:lnTo>
                    <a:pt x="158444" y="32084"/>
                  </a:lnTo>
                  <a:lnTo>
                    <a:pt x="159476" y="32452"/>
                  </a:lnTo>
                  <a:lnTo>
                    <a:pt x="160509" y="32819"/>
                  </a:lnTo>
                  <a:lnTo>
                    <a:pt x="162059" y="33371"/>
                  </a:lnTo>
                  <a:lnTo>
                    <a:pt x="162203" y="33422"/>
                  </a:lnTo>
                  <a:lnTo>
                    <a:pt x="163035" y="33718"/>
                  </a:lnTo>
                  <a:lnTo>
                    <a:pt x="163416" y="33885"/>
                  </a:lnTo>
                  <a:lnTo>
                    <a:pt x="163783" y="34046"/>
                  </a:lnTo>
                  <a:lnTo>
                    <a:pt x="164655" y="34429"/>
                  </a:lnTo>
                  <a:lnTo>
                    <a:pt x="165327" y="34723"/>
                  </a:lnTo>
                  <a:lnTo>
                    <a:pt x="166584" y="35275"/>
                  </a:lnTo>
                  <a:lnTo>
                    <a:pt x="166766" y="35355"/>
                  </a:lnTo>
                  <a:lnTo>
                    <a:pt x="168174" y="35973"/>
                  </a:lnTo>
                  <a:lnTo>
                    <a:pt x="169369" y="36497"/>
                  </a:lnTo>
                  <a:lnTo>
                    <a:pt x="169846" y="36707"/>
                  </a:lnTo>
                  <a:lnTo>
                    <a:pt x="170311" y="36911"/>
                  </a:lnTo>
                  <a:lnTo>
                    <a:pt x="170527" y="37005"/>
                  </a:lnTo>
                  <a:lnTo>
                    <a:pt x="173404" y="38268"/>
                  </a:lnTo>
                  <a:lnTo>
                    <a:pt x="176933" y="39816"/>
                  </a:lnTo>
                  <a:lnTo>
                    <a:pt x="177932" y="40255"/>
                  </a:lnTo>
                  <a:lnTo>
                    <a:pt x="179286" y="40849"/>
                  </a:lnTo>
                  <a:lnTo>
                    <a:pt x="181487" y="41815"/>
                  </a:lnTo>
                  <a:lnTo>
                    <a:pt x="184072" y="42949"/>
                  </a:lnTo>
                  <a:lnTo>
                    <a:pt x="186835" y="44162"/>
                  </a:lnTo>
                  <a:lnTo>
                    <a:pt x="187668" y="44527"/>
                  </a:lnTo>
                  <a:lnTo>
                    <a:pt x="188241" y="44779"/>
                  </a:lnTo>
                  <a:lnTo>
                    <a:pt x="189475" y="45320"/>
                  </a:lnTo>
                  <a:lnTo>
                    <a:pt x="189645" y="45395"/>
                  </a:lnTo>
                  <a:lnTo>
                    <a:pt x="190652" y="45837"/>
                  </a:lnTo>
                  <a:lnTo>
                    <a:pt x="191055" y="46013"/>
                  </a:lnTo>
                  <a:lnTo>
                    <a:pt x="191232" y="46091"/>
                  </a:lnTo>
                  <a:lnTo>
                    <a:pt x="192817" y="46787"/>
                  </a:lnTo>
                  <a:lnTo>
                    <a:pt x="193628" y="47143"/>
                  </a:lnTo>
                  <a:lnTo>
                    <a:pt x="195241" y="47850"/>
                  </a:lnTo>
                  <a:lnTo>
                    <a:pt x="196265" y="48300"/>
                  </a:lnTo>
                  <a:lnTo>
                    <a:pt x="196910" y="48583"/>
                  </a:lnTo>
                  <a:lnTo>
                    <a:pt x="197573" y="48874"/>
                  </a:lnTo>
                  <a:lnTo>
                    <a:pt x="199541" y="49737"/>
                  </a:lnTo>
                  <a:lnTo>
                    <a:pt x="199925" y="49906"/>
                  </a:lnTo>
                  <a:lnTo>
                    <a:pt x="202031" y="50830"/>
                  </a:lnTo>
                  <a:lnTo>
                    <a:pt x="202263" y="50932"/>
                  </a:lnTo>
                  <a:lnTo>
                    <a:pt x="202884" y="51204"/>
                  </a:lnTo>
                  <a:lnTo>
                    <a:pt x="203521" y="51484"/>
                  </a:lnTo>
                  <a:lnTo>
                    <a:pt x="203750" y="51584"/>
                  </a:lnTo>
                  <a:lnTo>
                    <a:pt x="204764" y="52029"/>
                  </a:lnTo>
                  <a:lnTo>
                    <a:pt x="205248" y="52242"/>
                  </a:lnTo>
                  <a:lnTo>
                    <a:pt x="206080" y="52607"/>
                  </a:lnTo>
                  <a:lnTo>
                    <a:pt x="206225" y="52671"/>
                  </a:lnTo>
                  <a:lnTo>
                    <a:pt x="207360" y="53168"/>
                  </a:lnTo>
                  <a:lnTo>
                    <a:pt x="207845" y="53381"/>
                  </a:lnTo>
                  <a:lnTo>
                    <a:pt x="208772" y="53788"/>
                  </a:lnTo>
                  <a:lnTo>
                    <a:pt x="209336" y="54036"/>
                  </a:lnTo>
                  <a:lnTo>
                    <a:pt x="209919" y="54292"/>
                  </a:lnTo>
                  <a:lnTo>
                    <a:pt x="210688" y="54629"/>
                  </a:lnTo>
                  <a:lnTo>
                    <a:pt x="210983" y="54758"/>
                  </a:lnTo>
                  <a:lnTo>
                    <a:pt x="211377" y="54931"/>
                  </a:lnTo>
                  <a:lnTo>
                    <a:pt x="211734" y="55088"/>
                  </a:lnTo>
                  <a:lnTo>
                    <a:pt x="211947" y="55182"/>
                  </a:lnTo>
                  <a:lnTo>
                    <a:pt x="212130" y="55262"/>
                  </a:lnTo>
                  <a:lnTo>
                    <a:pt x="212528" y="55436"/>
                  </a:lnTo>
                  <a:lnTo>
                    <a:pt x="212938" y="55616"/>
                  </a:lnTo>
                  <a:lnTo>
                    <a:pt x="213084" y="55680"/>
                  </a:lnTo>
                  <a:lnTo>
                    <a:pt x="213638" y="55923"/>
                  </a:lnTo>
                  <a:lnTo>
                    <a:pt x="213855" y="56019"/>
                  </a:lnTo>
                  <a:lnTo>
                    <a:pt x="214212" y="56175"/>
                  </a:lnTo>
                  <a:lnTo>
                    <a:pt x="214394" y="56255"/>
                  </a:lnTo>
                  <a:lnTo>
                    <a:pt x="214796" y="56434"/>
                  </a:lnTo>
                  <a:lnTo>
                    <a:pt x="214982" y="56558"/>
                  </a:lnTo>
                  <a:lnTo>
                    <a:pt x="215932" y="57189"/>
                  </a:lnTo>
                  <a:lnTo>
                    <a:pt x="216091" y="57295"/>
                  </a:lnTo>
                  <a:lnTo>
                    <a:pt x="217282" y="58085"/>
                  </a:lnTo>
                  <a:lnTo>
                    <a:pt x="217981" y="58550"/>
                  </a:lnTo>
                  <a:lnTo>
                    <a:pt x="219598" y="59624"/>
                  </a:lnTo>
                  <a:lnTo>
                    <a:pt x="219780" y="59745"/>
                  </a:lnTo>
                  <a:lnTo>
                    <a:pt x="220333" y="60112"/>
                  </a:lnTo>
                  <a:lnTo>
                    <a:pt x="221023" y="60571"/>
                  </a:lnTo>
                  <a:lnTo>
                    <a:pt x="221277" y="60739"/>
                  </a:lnTo>
                  <a:lnTo>
                    <a:pt x="221568" y="60933"/>
                  </a:lnTo>
                  <a:lnTo>
                    <a:pt x="222152" y="61321"/>
                  </a:lnTo>
                  <a:lnTo>
                    <a:pt x="223096" y="61948"/>
                  </a:lnTo>
                  <a:lnTo>
                    <a:pt x="223236" y="62041"/>
                  </a:lnTo>
                  <a:lnTo>
                    <a:pt x="223564" y="62259"/>
                  </a:lnTo>
                  <a:lnTo>
                    <a:pt x="223876" y="62466"/>
                  </a:lnTo>
                  <a:lnTo>
                    <a:pt x="224214" y="62691"/>
                  </a:lnTo>
                  <a:lnTo>
                    <a:pt x="224394" y="62810"/>
                  </a:lnTo>
                  <a:lnTo>
                    <a:pt x="224744" y="63043"/>
                  </a:lnTo>
                  <a:lnTo>
                    <a:pt x="225116" y="63290"/>
                  </a:lnTo>
                  <a:lnTo>
                    <a:pt x="225595" y="63608"/>
                  </a:lnTo>
                  <a:lnTo>
                    <a:pt x="226091" y="63938"/>
                  </a:lnTo>
                  <a:lnTo>
                    <a:pt x="227071" y="64588"/>
                  </a:lnTo>
                  <a:lnTo>
                    <a:pt x="227395" y="64804"/>
                  </a:lnTo>
                  <a:lnTo>
                    <a:pt x="227870" y="65119"/>
                  </a:lnTo>
                  <a:lnTo>
                    <a:pt x="229431" y="66157"/>
                  </a:lnTo>
                  <a:lnTo>
                    <a:pt x="230353" y="66887"/>
                  </a:lnTo>
                  <a:lnTo>
                    <a:pt x="230950" y="67360"/>
                  </a:lnTo>
                  <a:lnTo>
                    <a:pt x="233603" y="69462"/>
                  </a:lnTo>
                  <a:lnTo>
                    <a:pt x="235084" y="70636"/>
                  </a:lnTo>
                  <a:lnTo>
                    <a:pt x="235341" y="70840"/>
                  </a:lnTo>
                  <a:lnTo>
                    <a:pt x="236286" y="71588"/>
                  </a:lnTo>
                  <a:lnTo>
                    <a:pt x="236618" y="71851"/>
                  </a:lnTo>
                  <a:lnTo>
                    <a:pt x="237483" y="72537"/>
                  </a:lnTo>
                  <a:lnTo>
                    <a:pt x="237728" y="72731"/>
                  </a:lnTo>
                  <a:lnTo>
                    <a:pt x="238433" y="73290"/>
                  </a:lnTo>
                  <a:lnTo>
                    <a:pt x="239010" y="73747"/>
                  </a:lnTo>
                  <a:lnTo>
                    <a:pt x="239409" y="74063"/>
                  </a:lnTo>
                  <a:lnTo>
                    <a:pt x="240710" y="75094"/>
                  </a:lnTo>
                  <a:lnTo>
                    <a:pt x="241635" y="75827"/>
                  </a:lnTo>
                  <a:lnTo>
                    <a:pt x="242388" y="76424"/>
                  </a:lnTo>
                  <a:lnTo>
                    <a:pt x="244472" y="78075"/>
                  </a:lnTo>
                  <a:lnTo>
                    <a:pt x="245224" y="78671"/>
                  </a:lnTo>
                  <a:lnTo>
                    <a:pt x="245946" y="79243"/>
                  </a:lnTo>
                  <a:lnTo>
                    <a:pt x="246249" y="79460"/>
                  </a:lnTo>
                  <a:lnTo>
                    <a:pt x="247648" y="80460"/>
                  </a:lnTo>
                  <a:lnTo>
                    <a:pt x="248147" y="8081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49"/>
            <p:cNvSpPr/>
            <p:nvPr/>
          </p:nvSpPr>
          <p:spPr>
            <a:xfrm>
              <a:off x="5466407" y="3309475"/>
              <a:ext cx="558207" cy="367944"/>
            </a:xfrm>
            <a:custGeom>
              <a:avLst/>
              <a:pathLst>
                <a:path w="558207" h="367944">
                  <a:moveTo>
                    <a:pt x="365889" y="59345"/>
                  </a:moveTo>
                  <a:lnTo>
                    <a:pt x="366907" y="60428"/>
                  </a:lnTo>
                  <a:lnTo>
                    <a:pt x="369822" y="58217"/>
                  </a:lnTo>
                  <a:lnTo>
                    <a:pt x="373535" y="61983"/>
                  </a:lnTo>
                  <a:lnTo>
                    <a:pt x="383822" y="72416"/>
                  </a:lnTo>
                  <a:lnTo>
                    <a:pt x="386666" y="73444"/>
                  </a:lnTo>
                  <a:lnTo>
                    <a:pt x="387002" y="73737"/>
                  </a:lnTo>
                  <a:lnTo>
                    <a:pt x="395737" y="81355"/>
                  </a:lnTo>
                  <a:lnTo>
                    <a:pt x="394323" y="81804"/>
                  </a:lnTo>
                  <a:lnTo>
                    <a:pt x="389990" y="83180"/>
                  </a:lnTo>
                  <a:lnTo>
                    <a:pt x="384536" y="84341"/>
                  </a:lnTo>
                  <a:lnTo>
                    <a:pt x="384363" y="84329"/>
                  </a:lnTo>
                  <a:lnTo>
                    <a:pt x="382250" y="84178"/>
                  </a:lnTo>
                  <a:lnTo>
                    <a:pt x="372930" y="83050"/>
                  </a:lnTo>
                  <a:lnTo>
                    <a:pt x="360902" y="82943"/>
                  </a:lnTo>
                  <a:lnTo>
                    <a:pt x="350252" y="81230"/>
                  </a:lnTo>
                  <a:lnTo>
                    <a:pt x="350343" y="81714"/>
                  </a:lnTo>
                  <a:lnTo>
                    <a:pt x="351212" y="86355"/>
                  </a:lnTo>
                  <a:lnTo>
                    <a:pt x="355364" y="92078"/>
                  </a:lnTo>
                  <a:lnTo>
                    <a:pt x="361437" y="98517"/>
                  </a:lnTo>
                  <a:lnTo>
                    <a:pt x="362328" y="99462"/>
                  </a:lnTo>
                  <a:lnTo>
                    <a:pt x="367083" y="101371"/>
                  </a:lnTo>
                  <a:lnTo>
                    <a:pt x="374880" y="104502"/>
                  </a:lnTo>
                  <a:lnTo>
                    <a:pt x="386829" y="109300"/>
                  </a:lnTo>
                  <a:lnTo>
                    <a:pt x="397439" y="112865"/>
                  </a:lnTo>
                  <a:lnTo>
                    <a:pt x="398062" y="113074"/>
                  </a:lnTo>
                  <a:lnTo>
                    <a:pt x="399380" y="114106"/>
                  </a:lnTo>
                  <a:lnTo>
                    <a:pt x="403928" y="117664"/>
                  </a:lnTo>
                  <a:lnTo>
                    <a:pt x="407883" y="120758"/>
                  </a:lnTo>
                  <a:lnTo>
                    <a:pt x="410957" y="123163"/>
                  </a:lnTo>
                  <a:lnTo>
                    <a:pt x="411713" y="124163"/>
                  </a:lnTo>
                  <a:lnTo>
                    <a:pt x="415388" y="129020"/>
                  </a:lnTo>
                  <a:lnTo>
                    <a:pt x="417277" y="130058"/>
                  </a:lnTo>
                  <a:lnTo>
                    <a:pt x="420280" y="131708"/>
                  </a:lnTo>
                  <a:lnTo>
                    <a:pt x="426966" y="135382"/>
                  </a:lnTo>
                  <a:lnTo>
                    <a:pt x="435600" y="140126"/>
                  </a:lnTo>
                  <a:lnTo>
                    <a:pt x="437122" y="140753"/>
                  </a:lnTo>
                  <a:lnTo>
                    <a:pt x="439077" y="141557"/>
                  </a:lnTo>
                  <a:lnTo>
                    <a:pt x="439430" y="141702"/>
                  </a:lnTo>
                  <a:lnTo>
                    <a:pt x="443913" y="143547"/>
                  </a:lnTo>
                  <a:lnTo>
                    <a:pt x="444113" y="143688"/>
                  </a:lnTo>
                  <a:lnTo>
                    <a:pt x="445237" y="144480"/>
                  </a:lnTo>
                  <a:lnTo>
                    <a:pt x="446500" y="145371"/>
                  </a:lnTo>
                  <a:lnTo>
                    <a:pt x="449189" y="147267"/>
                  </a:lnTo>
                  <a:lnTo>
                    <a:pt x="454725" y="154353"/>
                  </a:lnTo>
                  <a:lnTo>
                    <a:pt x="459160" y="158909"/>
                  </a:lnTo>
                  <a:lnTo>
                    <a:pt x="460426" y="160209"/>
                  </a:lnTo>
                  <a:lnTo>
                    <a:pt x="460779" y="163136"/>
                  </a:lnTo>
                  <a:lnTo>
                    <a:pt x="466740" y="170342"/>
                  </a:lnTo>
                  <a:lnTo>
                    <a:pt x="472382" y="177163"/>
                  </a:lnTo>
                  <a:lnTo>
                    <a:pt x="472721" y="177574"/>
                  </a:lnTo>
                  <a:lnTo>
                    <a:pt x="472967" y="177871"/>
                  </a:lnTo>
                  <a:lnTo>
                    <a:pt x="475425" y="181025"/>
                  </a:lnTo>
                  <a:lnTo>
                    <a:pt x="476418" y="182298"/>
                  </a:lnTo>
                  <a:lnTo>
                    <a:pt x="477391" y="183546"/>
                  </a:lnTo>
                  <a:lnTo>
                    <a:pt x="478013" y="184345"/>
                  </a:lnTo>
                  <a:lnTo>
                    <a:pt x="478242" y="184639"/>
                  </a:lnTo>
                  <a:lnTo>
                    <a:pt x="498997" y="197598"/>
                  </a:lnTo>
                  <a:lnTo>
                    <a:pt x="512949" y="222621"/>
                  </a:lnTo>
                  <a:lnTo>
                    <a:pt x="519329" y="220018"/>
                  </a:lnTo>
                  <a:lnTo>
                    <a:pt x="540319" y="256470"/>
                  </a:lnTo>
                  <a:lnTo>
                    <a:pt x="541226" y="265775"/>
                  </a:lnTo>
                  <a:lnTo>
                    <a:pt x="558207" y="270300"/>
                  </a:lnTo>
                  <a:lnTo>
                    <a:pt x="555101" y="278008"/>
                  </a:lnTo>
                  <a:lnTo>
                    <a:pt x="538447" y="304892"/>
                  </a:lnTo>
                  <a:lnTo>
                    <a:pt x="530018" y="299302"/>
                  </a:lnTo>
                  <a:lnTo>
                    <a:pt x="519431" y="306045"/>
                  </a:lnTo>
                  <a:lnTo>
                    <a:pt x="528094" y="312292"/>
                  </a:lnTo>
                  <a:lnTo>
                    <a:pt x="526680" y="321917"/>
                  </a:lnTo>
                  <a:lnTo>
                    <a:pt x="519690" y="345519"/>
                  </a:lnTo>
                  <a:lnTo>
                    <a:pt x="474841" y="354311"/>
                  </a:lnTo>
                  <a:lnTo>
                    <a:pt x="443197" y="367944"/>
                  </a:lnTo>
                  <a:lnTo>
                    <a:pt x="440541" y="365376"/>
                  </a:lnTo>
                  <a:lnTo>
                    <a:pt x="431645" y="360554"/>
                  </a:lnTo>
                  <a:lnTo>
                    <a:pt x="407595" y="352622"/>
                  </a:lnTo>
                  <a:lnTo>
                    <a:pt x="407524" y="351154"/>
                  </a:lnTo>
                  <a:lnTo>
                    <a:pt x="407567" y="349684"/>
                  </a:lnTo>
                  <a:lnTo>
                    <a:pt x="407725" y="348223"/>
                  </a:lnTo>
                  <a:lnTo>
                    <a:pt x="407997" y="346780"/>
                  </a:lnTo>
                  <a:lnTo>
                    <a:pt x="408329" y="345554"/>
                  </a:lnTo>
                  <a:lnTo>
                    <a:pt x="393380" y="327331"/>
                  </a:lnTo>
                  <a:lnTo>
                    <a:pt x="378174" y="338074"/>
                  </a:lnTo>
                  <a:lnTo>
                    <a:pt x="371982" y="330823"/>
                  </a:lnTo>
                  <a:lnTo>
                    <a:pt x="362936" y="322195"/>
                  </a:lnTo>
                  <a:lnTo>
                    <a:pt x="357064" y="316965"/>
                  </a:lnTo>
                  <a:lnTo>
                    <a:pt x="373285" y="304267"/>
                  </a:lnTo>
                  <a:lnTo>
                    <a:pt x="381039" y="300610"/>
                  </a:lnTo>
                  <a:lnTo>
                    <a:pt x="381339" y="300468"/>
                  </a:lnTo>
                  <a:lnTo>
                    <a:pt x="394030" y="294483"/>
                  </a:lnTo>
                  <a:lnTo>
                    <a:pt x="389060" y="289921"/>
                  </a:lnTo>
                  <a:lnTo>
                    <a:pt x="387452" y="288332"/>
                  </a:lnTo>
                  <a:lnTo>
                    <a:pt x="378759" y="279741"/>
                  </a:lnTo>
                  <a:lnTo>
                    <a:pt x="374443" y="285072"/>
                  </a:lnTo>
                  <a:lnTo>
                    <a:pt x="374063" y="283720"/>
                  </a:lnTo>
                  <a:lnTo>
                    <a:pt x="367984" y="274387"/>
                  </a:lnTo>
                  <a:lnTo>
                    <a:pt x="367501" y="273647"/>
                  </a:lnTo>
                  <a:lnTo>
                    <a:pt x="366722" y="273409"/>
                  </a:lnTo>
                  <a:lnTo>
                    <a:pt x="350947" y="268596"/>
                  </a:lnTo>
                  <a:lnTo>
                    <a:pt x="345505" y="274741"/>
                  </a:lnTo>
                  <a:lnTo>
                    <a:pt x="327080" y="254872"/>
                  </a:lnTo>
                  <a:lnTo>
                    <a:pt x="317406" y="244440"/>
                  </a:lnTo>
                  <a:lnTo>
                    <a:pt x="309848" y="243001"/>
                  </a:lnTo>
                  <a:lnTo>
                    <a:pt x="302118" y="251410"/>
                  </a:lnTo>
                  <a:lnTo>
                    <a:pt x="296458" y="253817"/>
                  </a:lnTo>
                  <a:lnTo>
                    <a:pt x="287737" y="257526"/>
                  </a:lnTo>
                  <a:lnTo>
                    <a:pt x="279914" y="264310"/>
                  </a:lnTo>
                  <a:lnTo>
                    <a:pt x="269430" y="273403"/>
                  </a:lnTo>
                  <a:lnTo>
                    <a:pt x="265507" y="276832"/>
                  </a:lnTo>
                  <a:lnTo>
                    <a:pt x="265493" y="278920"/>
                  </a:lnTo>
                  <a:lnTo>
                    <a:pt x="276434" y="291119"/>
                  </a:lnTo>
                  <a:lnTo>
                    <a:pt x="280881" y="296839"/>
                  </a:lnTo>
                  <a:lnTo>
                    <a:pt x="279443" y="298142"/>
                  </a:lnTo>
                  <a:lnTo>
                    <a:pt x="274556" y="309523"/>
                  </a:lnTo>
                  <a:lnTo>
                    <a:pt x="266516" y="311794"/>
                  </a:lnTo>
                  <a:lnTo>
                    <a:pt x="266550" y="310762"/>
                  </a:lnTo>
                  <a:lnTo>
                    <a:pt x="248295" y="292381"/>
                  </a:lnTo>
                  <a:lnTo>
                    <a:pt x="235469" y="279467"/>
                  </a:lnTo>
                  <a:lnTo>
                    <a:pt x="234681" y="278579"/>
                  </a:lnTo>
                  <a:lnTo>
                    <a:pt x="223263" y="291375"/>
                  </a:lnTo>
                  <a:lnTo>
                    <a:pt x="210760" y="279306"/>
                  </a:lnTo>
                  <a:lnTo>
                    <a:pt x="201140" y="270019"/>
                  </a:lnTo>
                  <a:lnTo>
                    <a:pt x="189752" y="277686"/>
                  </a:lnTo>
                  <a:lnTo>
                    <a:pt x="189849" y="275815"/>
                  </a:lnTo>
                  <a:lnTo>
                    <a:pt x="112534" y="266738"/>
                  </a:lnTo>
                  <a:lnTo>
                    <a:pt x="82131" y="263168"/>
                  </a:lnTo>
                  <a:lnTo>
                    <a:pt x="63715" y="261006"/>
                  </a:lnTo>
                  <a:lnTo>
                    <a:pt x="63093" y="260933"/>
                  </a:lnTo>
                  <a:lnTo>
                    <a:pt x="24602" y="255361"/>
                  </a:lnTo>
                  <a:lnTo>
                    <a:pt x="24234" y="255307"/>
                  </a:lnTo>
                  <a:lnTo>
                    <a:pt x="13546" y="253760"/>
                  </a:lnTo>
                  <a:lnTo>
                    <a:pt x="1840" y="250484"/>
                  </a:lnTo>
                  <a:lnTo>
                    <a:pt x="0" y="249969"/>
                  </a:lnTo>
                  <a:lnTo>
                    <a:pt x="454" y="248514"/>
                  </a:lnTo>
                  <a:lnTo>
                    <a:pt x="954" y="246913"/>
                  </a:lnTo>
                  <a:lnTo>
                    <a:pt x="3169" y="239820"/>
                  </a:lnTo>
                  <a:lnTo>
                    <a:pt x="3542" y="238626"/>
                  </a:lnTo>
                  <a:lnTo>
                    <a:pt x="8070" y="224278"/>
                  </a:lnTo>
                  <a:lnTo>
                    <a:pt x="8264" y="223662"/>
                  </a:lnTo>
                  <a:lnTo>
                    <a:pt x="11061" y="211026"/>
                  </a:lnTo>
                  <a:lnTo>
                    <a:pt x="12751" y="203389"/>
                  </a:lnTo>
                  <a:lnTo>
                    <a:pt x="14535" y="194142"/>
                  </a:lnTo>
                  <a:lnTo>
                    <a:pt x="15711" y="188046"/>
                  </a:lnTo>
                  <a:lnTo>
                    <a:pt x="15849" y="187328"/>
                  </a:lnTo>
                  <a:lnTo>
                    <a:pt x="15913" y="186996"/>
                  </a:lnTo>
                  <a:lnTo>
                    <a:pt x="16057" y="186253"/>
                  </a:lnTo>
                  <a:lnTo>
                    <a:pt x="18654" y="168152"/>
                  </a:lnTo>
                  <a:lnTo>
                    <a:pt x="18737" y="167512"/>
                  </a:lnTo>
                  <a:lnTo>
                    <a:pt x="19900" y="158563"/>
                  </a:lnTo>
                  <a:lnTo>
                    <a:pt x="21607" y="145425"/>
                  </a:lnTo>
                  <a:lnTo>
                    <a:pt x="22569" y="138021"/>
                  </a:lnTo>
                  <a:lnTo>
                    <a:pt x="22668" y="137260"/>
                  </a:lnTo>
                  <a:lnTo>
                    <a:pt x="24403" y="121747"/>
                  </a:lnTo>
                  <a:lnTo>
                    <a:pt x="27009" y="98443"/>
                  </a:lnTo>
                  <a:lnTo>
                    <a:pt x="27391" y="95024"/>
                  </a:lnTo>
                  <a:lnTo>
                    <a:pt x="29177" y="83333"/>
                  </a:lnTo>
                  <a:lnTo>
                    <a:pt x="40872" y="84985"/>
                  </a:lnTo>
                  <a:lnTo>
                    <a:pt x="42253" y="85179"/>
                  </a:lnTo>
                  <a:lnTo>
                    <a:pt x="42418" y="85203"/>
                  </a:lnTo>
                  <a:lnTo>
                    <a:pt x="44797" y="85539"/>
                  </a:lnTo>
                  <a:lnTo>
                    <a:pt x="61544" y="87903"/>
                  </a:lnTo>
                  <a:lnTo>
                    <a:pt x="62847" y="88087"/>
                  </a:lnTo>
                  <a:lnTo>
                    <a:pt x="64199" y="88278"/>
                  </a:lnTo>
                  <a:lnTo>
                    <a:pt x="64934" y="88382"/>
                  </a:lnTo>
                  <a:lnTo>
                    <a:pt x="67581" y="88755"/>
                  </a:lnTo>
                  <a:lnTo>
                    <a:pt x="90053" y="91928"/>
                  </a:lnTo>
                  <a:lnTo>
                    <a:pt x="90550" y="91998"/>
                  </a:lnTo>
                  <a:lnTo>
                    <a:pt x="104003" y="93898"/>
                  </a:lnTo>
                  <a:lnTo>
                    <a:pt x="109096" y="94617"/>
                  </a:lnTo>
                  <a:lnTo>
                    <a:pt x="110101" y="94748"/>
                  </a:lnTo>
                  <a:lnTo>
                    <a:pt x="113540" y="95199"/>
                  </a:lnTo>
                  <a:lnTo>
                    <a:pt x="118841" y="95893"/>
                  </a:lnTo>
                  <a:lnTo>
                    <a:pt x="131096" y="97498"/>
                  </a:lnTo>
                  <a:lnTo>
                    <a:pt x="138317" y="98443"/>
                  </a:lnTo>
                  <a:lnTo>
                    <a:pt x="142778" y="99027"/>
                  </a:lnTo>
                  <a:lnTo>
                    <a:pt x="143777" y="99158"/>
                  </a:lnTo>
                  <a:lnTo>
                    <a:pt x="149622" y="99924"/>
                  </a:lnTo>
                  <a:lnTo>
                    <a:pt x="158432" y="101077"/>
                  </a:lnTo>
                  <a:lnTo>
                    <a:pt x="162315" y="101589"/>
                  </a:lnTo>
                  <a:lnTo>
                    <a:pt x="163510" y="101746"/>
                  </a:lnTo>
                  <a:lnTo>
                    <a:pt x="164726" y="101907"/>
                  </a:lnTo>
                  <a:lnTo>
                    <a:pt x="172626" y="102948"/>
                  </a:lnTo>
                  <a:lnTo>
                    <a:pt x="178573" y="103731"/>
                  </a:lnTo>
                  <a:lnTo>
                    <a:pt x="182483" y="104246"/>
                  </a:lnTo>
                  <a:lnTo>
                    <a:pt x="183939" y="104438"/>
                  </a:lnTo>
                  <a:lnTo>
                    <a:pt x="186276" y="104746"/>
                  </a:lnTo>
                  <a:lnTo>
                    <a:pt x="193060" y="106088"/>
                  </a:lnTo>
                  <a:lnTo>
                    <a:pt x="193567" y="106188"/>
                  </a:lnTo>
                  <a:lnTo>
                    <a:pt x="196201" y="107059"/>
                  </a:lnTo>
                  <a:lnTo>
                    <a:pt x="196593" y="107188"/>
                  </a:lnTo>
                  <a:lnTo>
                    <a:pt x="203213" y="101368"/>
                  </a:lnTo>
                  <a:lnTo>
                    <a:pt x="206540" y="98443"/>
                  </a:lnTo>
                  <a:lnTo>
                    <a:pt x="215246" y="90791"/>
                  </a:lnTo>
                  <a:lnTo>
                    <a:pt x="217237" y="89040"/>
                  </a:lnTo>
                  <a:lnTo>
                    <a:pt x="224442" y="82706"/>
                  </a:lnTo>
                  <a:lnTo>
                    <a:pt x="227010" y="80448"/>
                  </a:lnTo>
                  <a:lnTo>
                    <a:pt x="228032" y="79550"/>
                  </a:lnTo>
                  <a:lnTo>
                    <a:pt x="230424" y="76901"/>
                  </a:lnTo>
                  <a:lnTo>
                    <a:pt x="231663" y="75689"/>
                  </a:lnTo>
                  <a:lnTo>
                    <a:pt x="241911" y="65657"/>
                  </a:lnTo>
                  <a:lnTo>
                    <a:pt x="248071" y="59627"/>
                  </a:lnTo>
                  <a:lnTo>
                    <a:pt x="258109" y="49801"/>
                  </a:lnTo>
                  <a:lnTo>
                    <a:pt x="260070" y="47931"/>
                  </a:lnTo>
                  <a:lnTo>
                    <a:pt x="260489" y="47532"/>
                  </a:lnTo>
                  <a:lnTo>
                    <a:pt x="263020" y="45118"/>
                  </a:lnTo>
                  <a:lnTo>
                    <a:pt x="273578" y="35052"/>
                  </a:lnTo>
                  <a:lnTo>
                    <a:pt x="278684" y="30183"/>
                  </a:lnTo>
                  <a:lnTo>
                    <a:pt x="292435" y="17071"/>
                  </a:lnTo>
                  <a:lnTo>
                    <a:pt x="295574" y="14078"/>
                  </a:lnTo>
                  <a:lnTo>
                    <a:pt x="306013" y="4125"/>
                  </a:lnTo>
                  <a:lnTo>
                    <a:pt x="310340" y="0"/>
                  </a:lnTo>
                  <a:lnTo>
                    <a:pt x="319193" y="9225"/>
                  </a:lnTo>
                  <a:lnTo>
                    <a:pt x="325558" y="15857"/>
                  </a:lnTo>
                  <a:lnTo>
                    <a:pt x="340195" y="31649"/>
                  </a:lnTo>
                  <a:lnTo>
                    <a:pt x="340865" y="32371"/>
                  </a:lnTo>
                  <a:lnTo>
                    <a:pt x="354481" y="47062"/>
                  </a:lnTo>
                  <a:lnTo>
                    <a:pt x="354753" y="47355"/>
                  </a:lnTo>
                  <a:lnTo>
                    <a:pt x="364416" y="57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50"/>
            <p:cNvSpPr/>
            <p:nvPr/>
          </p:nvSpPr>
          <p:spPr>
            <a:xfrm>
              <a:off x="5095171" y="4214073"/>
              <a:ext cx="358511" cy="359136"/>
            </a:xfrm>
            <a:custGeom>
              <a:avLst/>
              <a:pathLst>
                <a:path w="358511" h="359136">
                  <a:moveTo>
                    <a:pt x="199868" y="202505"/>
                  </a:moveTo>
                  <a:lnTo>
                    <a:pt x="200493" y="202330"/>
                  </a:lnTo>
                  <a:lnTo>
                    <a:pt x="212956" y="199395"/>
                  </a:lnTo>
                  <a:lnTo>
                    <a:pt x="214099" y="199126"/>
                  </a:lnTo>
                  <a:lnTo>
                    <a:pt x="215114" y="198887"/>
                  </a:lnTo>
                  <a:lnTo>
                    <a:pt x="221714" y="197333"/>
                  </a:lnTo>
                  <a:lnTo>
                    <a:pt x="219179" y="205198"/>
                  </a:lnTo>
                  <a:lnTo>
                    <a:pt x="218702" y="206678"/>
                  </a:lnTo>
                  <a:lnTo>
                    <a:pt x="215244" y="217414"/>
                  </a:lnTo>
                  <a:lnTo>
                    <a:pt x="246985" y="226294"/>
                  </a:lnTo>
                  <a:lnTo>
                    <a:pt x="251787" y="214343"/>
                  </a:lnTo>
                  <a:lnTo>
                    <a:pt x="281262" y="234987"/>
                  </a:lnTo>
                  <a:lnTo>
                    <a:pt x="311725" y="257923"/>
                  </a:lnTo>
                  <a:lnTo>
                    <a:pt x="316802" y="262058"/>
                  </a:lnTo>
                  <a:lnTo>
                    <a:pt x="320969" y="267851"/>
                  </a:lnTo>
                  <a:lnTo>
                    <a:pt x="329613" y="277622"/>
                  </a:lnTo>
                  <a:lnTo>
                    <a:pt x="330244" y="278608"/>
                  </a:lnTo>
                  <a:lnTo>
                    <a:pt x="330839" y="280013"/>
                  </a:lnTo>
                  <a:lnTo>
                    <a:pt x="332439" y="282856"/>
                  </a:lnTo>
                  <a:lnTo>
                    <a:pt x="340477" y="289181"/>
                  </a:lnTo>
                  <a:lnTo>
                    <a:pt x="357222" y="299541"/>
                  </a:lnTo>
                  <a:lnTo>
                    <a:pt x="358511" y="300435"/>
                  </a:lnTo>
                  <a:lnTo>
                    <a:pt x="356161" y="311529"/>
                  </a:lnTo>
                  <a:lnTo>
                    <a:pt x="343682" y="321788"/>
                  </a:lnTo>
                  <a:lnTo>
                    <a:pt x="323217" y="328029"/>
                  </a:lnTo>
                  <a:lnTo>
                    <a:pt x="307442" y="326638"/>
                  </a:lnTo>
                  <a:lnTo>
                    <a:pt x="293975" y="331799"/>
                  </a:lnTo>
                  <a:lnTo>
                    <a:pt x="279582" y="342587"/>
                  </a:lnTo>
                  <a:lnTo>
                    <a:pt x="271426" y="357789"/>
                  </a:lnTo>
                  <a:lnTo>
                    <a:pt x="270793" y="359136"/>
                  </a:lnTo>
                  <a:lnTo>
                    <a:pt x="266785" y="354959"/>
                  </a:lnTo>
                  <a:lnTo>
                    <a:pt x="263126" y="351009"/>
                  </a:lnTo>
                  <a:lnTo>
                    <a:pt x="262247" y="349702"/>
                  </a:lnTo>
                  <a:lnTo>
                    <a:pt x="261496" y="348585"/>
                  </a:lnTo>
                  <a:lnTo>
                    <a:pt x="259866" y="347162"/>
                  </a:lnTo>
                  <a:lnTo>
                    <a:pt x="257761" y="345980"/>
                  </a:lnTo>
                  <a:lnTo>
                    <a:pt x="257581" y="345928"/>
                  </a:lnTo>
                  <a:lnTo>
                    <a:pt x="254868" y="345141"/>
                  </a:lnTo>
                  <a:lnTo>
                    <a:pt x="253994" y="344887"/>
                  </a:lnTo>
                  <a:lnTo>
                    <a:pt x="248728" y="343360"/>
                  </a:lnTo>
                  <a:lnTo>
                    <a:pt x="244907" y="342251"/>
                  </a:lnTo>
                  <a:lnTo>
                    <a:pt x="240427" y="340952"/>
                  </a:lnTo>
                  <a:lnTo>
                    <a:pt x="229916" y="337903"/>
                  </a:lnTo>
                  <a:lnTo>
                    <a:pt x="229344" y="337716"/>
                  </a:lnTo>
                  <a:lnTo>
                    <a:pt x="227318" y="337048"/>
                  </a:lnTo>
                  <a:lnTo>
                    <a:pt x="224624" y="336159"/>
                  </a:lnTo>
                  <a:lnTo>
                    <a:pt x="217712" y="333879"/>
                  </a:lnTo>
                  <a:lnTo>
                    <a:pt x="207772" y="330599"/>
                  </a:lnTo>
                  <a:lnTo>
                    <a:pt x="197053" y="327179"/>
                  </a:lnTo>
                  <a:lnTo>
                    <a:pt x="195917" y="326816"/>
                  </a:lnTo>
                  <a:lnTo>
                    <a:pt x="189252" y="324689"/>
                  </a:lnTo>
                  <a:lnTo>
                    <a:pt x="183904" y="322983"/>
                  </a:lnTo>
                  <a:lnTo>
                    <a:pt x="172140" y="319229"/>
                  </a:lnTo>
                  <a:lnTo>
                    <a:pt x="170657" y="318756"/>
                  </a:lnTo>
                  <a:lnTo>
                    <a:pt x="168021" y="319056"/>
                  </a:lnTo>
                  <a:lnTo>
                    <a:pt x="165854" y="317625"/>
                  </a:lnTo>
                  <a:lnTo>
                    <a:pt x="158223" y="315331"/>
                  </a:lnTo>
                  <a:lnTo>
                    <a:pt x="152641" y="309082"/>
                  </a:lnTo>
                  <a:lnTo>
                    <a:pt x="150848" y="307076"/>
                  </a:lnTo>
                  <a:lnTo>
                    <a:pt x="148274" y="307699"/>
                  </a:lnTo>
                  <a:lnTo>
                    <a:pt x="140021" y="309695"/>
                  </a:lnTo>
                  <a:lnTo>
                    <a:pt x="134259" y="311088"/>
                  </a:lnTo>
                  <a:lnTo>
                    <a:pt x="133484" y="311276"/>
                  </a:lnTo>
                  <a:lnTo>
                    <a:pt x="127028" y="312837"/>
                  </a:lnTo>
                  <a:lnTo>
                    <a:pt x="124191" y="313523"/>
                  </a:lnTo>
                  <a:lnTo>
                    <a:pt x="124050" y="313557"/>
                  </a:lnTo>
                  <a:lnTo>
                    <a:pt x="121103" y="314270"/>
                  </a:lnTo>
                  <a:lnTo>
                    <a:pt x="115365" y="315657"/>
                  </a:lnTo>
                  <a:lnTo>
                    <a:pt x="115101" y="315721"/>
                  </a:lnTo>
                  <a:lnTo>
                    <a:pt x="112565" y="316335"/>
                  </a:lnTo>
                  <a:lnTo>
                    <a:pt x="111573" y="316575"/>
                  </a:lnTo>
                  <a:lnTo>
                    <a:pt x="109742" y="317017"/>
                  </a:lnTo>
                  <a:lnTo>
                    <a:pt x="108859" y="317251"/>
                  </a:lnTo>
                  <a:lnTo>
                    <a:pt x="108397" y="317373"/>
                  </a:lnTo>
                  <a:lnTo>
                    <a:pt x="104835" y="318313"/>
                  </a:lnTo>
                  <a:lnTo>
                    <a:pt x="102296" y="318984"/>
                  </a:lnTo>
                  <a:lnTo>
                    <a:pt x="101373" y="319227"/>
                  </a:lnTo>
                  <a:lnTo>
                    <a:pt x="100305" y="319510"/>
                  </a:lnTo>
                  <a:lnTo>
                    <a:pt x="98374" y="320019"/>
                  </a:lnTo>
                  <a:lnTo>
                    <a:pt x="95624" y="320745"/>
                  </a:lnTo>
                  <a:lnTo>
                    <a:pt x="93360" y="321343"/>
                  </a:lnTo>
                  <a:lnTo>
                    <a:pt x="92689" y="321520"/>
                  </a:lnTo>
                  <a:lnTo>
                    <a:pt x="89093" y="322470"/>
                  </a:lnTo>
                  <a:lnTo>
                    <a:pt x="87779" y="322817"/>
                  </a:lnTo>
                  <a:lnTo>
                    <a:pt x="83979" y="323820"/>
                  </a:lnTo>
                  <a:lnTo>
                    <a:pt x="79239" y="325072"/>
                  </a:lnTo>
                  <a:lnTo>
                    <a:pt x="77734" y="325469"/>
                  </a:lnTo>
                  <a:lnTo>
                    <a:pt x="73835" y="326499"/>
                  </a:lnTo>
                  <a:lnTo>
                    <a:pt x="70549" y="327367"/>
                  </a:lnTo>
                  <a:lnTo>
                    <a:pt x="68010" y="328037"/>
                  </a:lnTo>
                  <a:lnTo>
                    <a:pt x="65351" y="328739"/>
                  </a:lnTo>
                  <a:lnTo>
                    <a:pt x="64912" y="328855"/>
                  </a:lnTo>
                  <a:lnTo>
                    <a:pt x="62415" y="329515"/>
                  </a:lnTo>
                  <a:lnTo>
                    <a:pt x="58837" y="330459"/>
                  </a:lnTo>
                  <a:lnTo>
                    <a:pt x="56990" y="330947"/>
                  </a:lnTo>
                  <a:lnTo>
                    <a:pt x="52249" y="332199"/>
                  </a:lnTo>
                  <a:lnTo>
                    <a:pt x="51751" y="332331"/>
                  </a:lnTo>
                  <a:lnTo>
                    <a:pt x="50723" y="332602"/>
                  </a:lnTo>
                  <a:lnTo>
                    <a:pt x="48674" y="333143"/>
                  </a:lnTo>
                  <a:lnTo>
                    <a:pt x="46536" y="333708"/>
                  </a:lnTo>
                  <a:lnTo>
                    <a:pt x="46033" y="333840"/>
                  </a:lnTo>
                  <a:lnTo>
                    <a:pt x="45573" y="333962"/>
                  </a:lnTo>
                  <a:lnTo>
                    <a:pt x="45004" y="334112"/>
                  </a:lnTo>
                  <a:lnTo>
                    <a:pt x="42599" y="334747"/>
                  </a:lnTo>
                  <a:lnTo>
                    <a:pt x="42195" y="334854"/>
                  </a:lnTo>
                  <a:lnTo>
                    <a:pt x="41969" y="334914"/>
                  </a:lnTo>
                  <a:lnTo>
                    <a:pt x="40938" y="335186"/>
                  </a:lnTo>
                  <a:lnTo>
                    <a:pt x="40409" y="335326"/>
                  </a:lnTo>
                  <a:lnTo>
                    <a:pt x="39665" y="335450"/>
                  </a:lnTo>
                  <a:lnTo>
                    <a:pt x="39224" y="333745"/>
                  </a:lnTo>
                  <a:lnTo>
                    <a:pt x="38210" y="329824"/>
                  </a:lnTo>
                  <a:lnTo>
                    <a:pt x="37775" y="328141"/>
                  </a:lnTo>
                  <a:lnTo>
                    <a:pt x="37481" y="327003"/>
                  </a:lnTo>
                  <a:lnTo>
                    <a:pt x="33868" y="313029"/>
                  </a:lnTo>
                  <a:lnTo>
                    <a:pt x="32931" y="309404"/>
                  </a:lnTo>
                  <a:lnTo>
                    <a:pt x="29327" y="295460"/>
                  </a:lnTo>
                  <a:lnTo>
                    <a:pt x="28008" y="290094"/>
                  </a:lnTo>
                  <a:lnTo>
                    <a:pt x="23307" y="270960"/>
                  </a:lnTo>
                  <a:lnTo>
                    <a:pt x="19768" y="256556"/>
                  </a:lnTo>
                  <a:lnTo>
                    <a:pt x="18445" y="251170"/>
                  </a:lnTo>
                  <a:lnTo>
                    <a:pt x="18171" y="250053"/>
                  </a:lnTo>
                  <a:lnTo>
                    <a:pt x="18009" y="249398"/>
                  </a:lnTo>
                  <a:lnTo>
                    <a:pt x="15692" y="240012"/>
                  </a:lnTo>
                  <a:lnTo>
                    <a:pt x="14816" y="236464"/>
                  </a:lnTo>
                  <a:lnTo>
                    <a:pt x="12745" y="228079"/>
                  </a:lnTo>
                  <a:lnTo>
                    <a:pt x="7835" y="208191"/>
                  </a:lnTo>
                  <a:lnTo>
                    <a:pt x="6470" y="202663"/>
                  </a:lnTo>
                  <a:lnTo>
                    <a:pt x="6252" y="201779"/>
                  </a:lnTo>
                  <a:lnTo>
                    <a:pt x="5904" y="200256"/>
                  </a:lnTo>
                  <a:lnTo>
                    <a:pt x="4205" y="192813"/>
                  </a:lnTo>
                  <a:lnTo>
                    <a:pt x="2451" y="179364"/>
                  </a:lnTo>
                  <a:lnTo>
                    <a:pt x="998" y="168832"/>
                  </a:lnTo>
                  <a:lnTo>
                    <a:pt x="983" y="168698"/>
                  </a:lnTo>
                  <a:lnTo>
                    <a:pt x="21" y="141316"/>
                  </a:lnTo>
                  <a:lnTo>
                    <a:pt x="0" y="140697"/>
                  </a:lnTo>
                  <a:lnTo>
                    <a:pt x="86" y="137156"/>
                  </a:lnTo>
                  <a:lnTo>
                    <a:pt x="293" y="128638"/>
                  </a:lnTo>
                  <a:lnTo>
                    <a:pt x="438" y="127006"/>
                  </a:lnTo>
                  <a:lnTo>
                    <a:pt x="1171" y="118783"/>
                  </a:lnTo>
                  <a:lnTo>
                    <a:pt x="1397" y="116243"/>
                  </a:lnTo>
                  <a:lnTo>
                    <a:pt x="3969" y="98702"/>
                  </a:lnTo>
                  <a:lnTo>
                    <a:pt x="4046" y="98181"/>
                  </a:lnTo>
                  <a:lnTo>
                    <a:pt x="4602" y="94389"/>
                  </a:lnTo>
                  <a:lnTo>
                    <a:pt x="6634" y="81050"/>
                  </a:lnTo>
                  <a:lnTo>
                    <a:pt x="7615" y="74611"/>
                  </a:lnTo>
                  <a:lnTo>
                    <a:pt x="8524" y="68642"/>
                  </a:lnTo>
                  <a:lnTo>
                    <a:pt x="8766" y="65573"/>
                  </a:lnTo>
                  <a:lnTo>
                    <a:pt x="9311" y="58641"/>
                  </a:lnTo>
                  <a:lnTo>
                    <a:pt x="9761" y="50135"/>
                  </a:lnTo>
                  <a:lnTo>
                    <a:pt x="10053" y="39473"/>
                  </a:lnTo>
                  <a:lnTo>
                    <a:pt x="10194" y="34303"/>
                  </a:lnTo>
                  <a:lnTo>
                    <a:pt x="10294" y="30630"/>
                  </a:lnTo>
                  <a:lnTo>
                    <a:pt x="10339" y="28970"/>
                  </a:lnTo>
                  <a:lnTo>
                    <a:pt x="10392" y="24213"/>
                  </a:lnTo>
                  <a:lnTo>
                    <a:pt x="10416" y="22071"/>
                  </a:lnTo>
                  <a:lnTo>
                    <a:pt x="10449" y="19065"/>
                  </a:lnTo>
                  <a:lnTo>
                    <a:pt x="10523" y="12330"/>
                  </a:lnTo>
                  <a:lnTo>
                    <a:pt x="10567" y="8383"/>
                  </a:lnTo>
                  <a:lnTo>
                    <a:pt x="10584" y="6219"/>
                  </a:lnTo>
                  <a:lnTo>
                    <a:pt x="10600" y="4128"/>
                  </a:lnTo>
                  <a:lnTo>
                    <a:pt x="10616" y="2135"/>
                  </a:lnTo>
                  <a:lnTo>
                    <a:pt x="10708" y="0"/>
                  </a:lnTo>
                  <a:lnTo>
                    <a:pt x="12327" y="116"/>
                  </a:lnTo>
                  <a:lnTo>
                    <a:pt x="13082" y="170"/>
                  </a:lnTo>
                  <a:lnTo>
                    <a:pt x="14003" y="235"/>
                  </a:lnTo>
                  <a:lnTo>
                    <a:pt x="16573" y="419"/>
                  </a:lnTo>
                  <a:lnTo>
                    <a:pt x="18590" y="564"/>
                  </a:lnTo>
                  <a:lnTo>
                    <a:pt x="25302" y="1044"/>
                  </a:lnTo>
                  <a:lnTo>
                    <a:pt x="44566" y="2422"/>
                  </a:lnTo>
                  <a:lnTo>
                    <a:pt x="51519" y="2920"/>
                  </a:lnTo>
                  <a:lnTo>
                    <a:pt x="73327" y="4480"/>
                  </a:lnTo>
                  <a:lnTo>
                    <a:pt x="74784" y="4584"/>
                  </a:lnTo>
                  <a:lnTo>
                    <a:pt x="76314" y="4694"/>
                  </a:lnTo>
                  <a:lnTo>
                    <a:pt x="78199" y="4829"/>
                  </a:lnTo>
                  <a:lnTo>
                    <a:pt x="83312" y="5194"/>
                  </a:lnTo>
                  <a:lnTo>
                    <a:pt x="103985" y="6674"/>
                  </a:lnTo>
                  <a:lnTo>
                    <a:pt x="106162" y="6829"/>
                  </a:lnTo>
                  <a:lnTo>
                    <a:pt x="114820" y="7449"/>
                  </a:lnTo>
                  <a:lnTo>
                    <a:pt x="115805" y="7513"/>
                  </a:lnTo>
                  <a:lnTo>
                    <a:pt x="116346" y="7508"/>
                  </a:lnTo>
                  <a:lnTo>
                    <a:pt x="119798" y="7477"/>
                  </a:lnTo>
                  <a:lnTo>
                    <a:pt x="123006" y="7448"/>
                  </a:lnTo>
                  <a:lnTo>
                    <a:pt x="124720" y="7105"/>
                  </a:lnTo>
                  <a:lnTo>
                    <a:pt x="125398" y="6969"/>
                  </a:lnTo>
                  <a:lnTo>
                    <a:pt x="127320" y="6585"/>
                  </a:lnTo>
                  <a:lnTo>
                    <a:pt x="127891" y="6471"/>
                  </a:lnTo>
                  <a:lnTo>
                    <a:pt x="129290" y="6191"/>
                  </a:lnTo>
                  <a:lnTo>
                    <a:pt x="129502" y="6260"/>
                  </a:lnTo>
                  <a:lnTo>
                    <a:pt x="129734" y="6335"/>
                  </a:lnTo>
                  <a:lnTo>
                    <a:pt x="129996" y="6420"/>
                  </a:lnTo>
                  <a:lnTo>
                    <a:pt x="130808" y="6683"/>
                  </a:lnTo>
                  <a:lnTo>
                    <a:pt x="130972" y="6737"/>
                  </a:lnTo>
                  <a:lnTo>
                    <a:pt x="131193" y="6808"/>
                  </a:lnTo>
                  <a:lnTo>
                    <a:pt x="131951" y="7054"/>
                  </a:lnTo>
                  <a:lnTo>
                    <a:pt x="132443" y="7214"/>
                  </a:lnTo>
                  <a:lnTo>
                    <a:pt x="133007" y="7397"/>
                  </a:lnTo>
                  <a:lnTo>
                    <a:pt x="134686" y="7941"/>
                  </a:lnTo>
                  <a:lnTo>
                    <a:pt x="135372" y="8164"/>
                  </a:lnTo>
                  <a:lnTo>
                    <a:pt x="137336" y="8801"/>
                  </a:lnTo>
                  <a:lnTo>
                    <a:pt x="137820" y="8958"/>
                  </a:lnTo>
                  <a:lnTo>
                    <a:pt x="137994" y="9014"/>
                  </a:lnTo>
                  <a:lnTo>
                    <a:pt x="138600" y="9211"/>
                  </a:lnTo>
                  <a:lnTo>
                    <a:pt x="140038" y="9677"/>
                  </a:lnTo>
                  <a:lnTo>
                    <a:pt x="140495" y="9755"/>
                  </a:lnTo>
                  <a:lnTo>
                    <a:pt x="144419" y="10388"/>
                  </a:lnTo>
                  <a:lnTo>
                    <a:pt x="145476" y="10559"/>
                  </a:lnTo>
                  <a:lnTo>
                    <a:pt x="148340" y="11021"/>
                  </a:lnTo>
                  <a:lnTo>
                    <a:pt x="149943" y="11280"/>
                  </a:lnTo>
                  <a:lnTo>
                    <a:pt x="151503" y="11532"/>
                  </a:lnTo>
                  <a:lnTo>
                    <a:pt x="154572" y="12027"/>
                  </a:lnTo>
                  <a:lnTo>
                    <a:pt x="155219" y="12131"/>
                  </a:lnTo>
                  <a:lnTo>
                    <a:pt x="156679" y="12367"/>
                  </a:lnTo>
                  <a:lnTo>
                    <a:pt x="157825" y="12552"/>
                  </a:lnTo>
                  <a:lnTo>
                    <a:pt x="162176" y="13254"/>
                  </a:lnTo>
                  <a:lnTo>
                    <a:pt x="162833" y="13343"/>
                  </a:lnTo>
                  <a:lnTo>
                    <a:pt x="163046" y="13371"/>
                  </a:lnTo>
                  <a:lnTo>
                    <a:pt x="163317" y="13408"/>
                  </a:lnTo>
                  <a:lnTo>
                    <a:pt x="167971" y="14037"/>
                  </a:lnTo>
                  <a:lnTo>
                    <a:pt x="168644" y="14128"/>
                  </a:lnTo>
                  <a:lnTo>
                    <a:pt x="170667" y="14402"/>
                  </a:lnTo>
                  <a:lnTo>
                    <a:pt x="174806" y="14961"/>
                  </a:lnTo>
                  <a:lnTo>
                    <a:pt x="176999" y="15258"/>
                  </a:lnTo>
                  <a:lnTo>
                    <a:pt x="177585" y="15337"/>
                  </a:lnTo>
                  <a:lnTo>
                    <a:pt x="180093" y="15676"/>
                  </a:lnTo>
                  <a:lnTo>
                    <a:pt x="181145" y="15804"/>
                  </a:lnTo>
                  <a:lnTo>
                    <a:pt x="182481" y="15735"/>
                  </a:lnTo>
                  <a:lnTo>
                    <a:pt x="187104" y="15496"/>
                  </a:lnTo>
                  <a:lnTo>
                    <a:pt x="187810" y="15462"/>
                  </a:lnTo>
                  <a:lnTo>
                    <a:pt x="187999" y="15459"/>
                  </a:lnTo>
                  <a:lnTo>
                    <a:pt x="191127" y="15408"/>
                  </a:lnTo>
                  <a:lnTo>
                    <a:pt x="193801" y="15365"/>
                  </a:lnTo>
                  <a:lnTo>
                    <a:pt x="194718" y="15350"/>
                  </a:lnTo>
                  <a:lnTo>
                    <a:pt x="195427" y="15338"/>
                  </a:lnTo>
                  <a:lnTo>
                    <a:pt x="196341" y="15323"/>
                  </a:lnTo>
                  <a:lnTo>
                    <a:pt x="197442" y="15346"/>
                  </a:lnTo>
                  <a:lnTo>
                    <a:pt x="197628" y="15349"/>
                  </a:lnTo>
                  <a:lnTo>
                    <a:pt x="200209" y="15401"/>
                  </a:lnTo>
                  <a:lnTo>
                    <a:pt x="202382" y="15445"/>
                  </a:lnTo>
                  <a:lnTo>
                    <a:pt x="203342" y="15464"/>
                  </a:lnTo>
                  <a:lnTo>
                    <a:pt x="205342" y="15504"/>
                  </a:lnTo>
                  <a:lnTo>
                    <a:pt x="205991" y="15517"/>
                  </a:lnTo>
                  <a:lnTo>
                    <a:pt x="206249" y="15570"/>
                  </a:lnTo>
                  <a:lnTo>
                    <a:pt x="206522" y="15626"/>
                  </a:lnTo>
                  <a:lnTo>
                    <a:pt x="207845" y="15898"/>
                  </a:lnTo>
                  <a:lnTo>
                    <a:pt x="208475" y="16028"/>
                  </a:lnTo>
                  <a:lnTo>
                    <a:pt x="208808" y="16096"/>
                  </a:lnTo>
                  <a:lnTo>
                    <a:pt x="210149" y="16372"/>
                  </a:lnTo>
                  <a:lnTo>
                    <a:pt x="213558" y="17073"/>
                  </a:lnTo>
                  <a:lnTo>
                    <a:pt x="215596" y="17563"/>
                  </a:lnTo>
                  <a:lnTo>
                    <a:pt x="215545" y="18119"/>
                  </a:lnTo>
                  <a:lnTo>
                    <a:pt x="215201" y="21923"/>
                  </a:lnTo>
                  <a:lnTo>
                    <a:pt x="214176" y="33266"/>
                  </a:lnTo>
                  <a:lnTo>
                    <a:pt x="213716" y="36650"/>
                  </a:lnTo>
                  <a:lnTo>
                    <a:pt x="213530" y="38022"/>
                  </a:lnTo>
                  <a:lnTo>
                    <a:pt x="208970" y="92100"/>
                  </a:lnTo>
                  <a:lnTo>
                    <a:pt x="203190" y="145553"/>
                  </a:lnTo>
                  <a:lnTo>
                    <a:pt x="203123" y="146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51"/>
            <p:cNvSpPr/>
            <p:nvPr/>
          </p:nvSpPr>
          <p:spPr>
            <a:xfrm>
              <a:off x="4610715" y="3906006"/>
              <a:ext cx="382841" cy="511378"/>
            </a:xfrm>
            <a:custGeom>
              <a:avLst/>
              <a:pathLst>
                <a:path w="382841" h="511378">
                  <a:moveTo>
                    <a:pt x="159767" y="511311"/>
                  </a:moveTo>
                  <a:lnTo>
                    <a:pt x="159062" y="511378"/>
                  </a:lnTo>
                  <a:lnTo>
                    <a:pt x="158737" y="511072"/>
                  </a:lnTo>
                  <a:lnTo>
                    <a:pt x="158230" y="510593"/>
                  </a:lnTo>
                  <a:lnTo>
                    <a:pt x="158006" y="510380"/>
                  </a:lnTo>
                  <a:lnTo>
                    <a:pt x="157849" y="510231"/>
                  </a:lnTo>
                  <a:lnTo>
                    <a:pt x="154516" y="507043"/>
                  </a:lnTo>
                  <a:lnTo>
                    <a:pt x="149827" y="502557"/>
                  </a:lnTo>
                  <a:lnTo>
                    <a:pt x="143114" y="496141"/>
                  </a:lnTo>
                  <a:lnTo>
                    <a:pt x="139453" y="492641"/>
                  </a:lnTo>
                  <a:lnTo>
                    <a:pt x="128813" y="482698"/>
                  </a:lnTo>
                  <a:lnTo>
                    <a:pt x="128027" y="481964"/>
                  </a:lnTo>
                  <a:lnTo>
                    <a:pt x="120556" y="474982"/>
                  </a:lnTo>
                  <a:lnTo>
                    <a:pt x="114472" y="469297"/>
                  </a:lnTo>
                  <a:lnTo>
                    <a:pt x="98492" y="454349"/>
                  </a:lnTo>
                  <a:lnTo>
                    <a:pt x="84132" y="440939"/>
                  </a:lnTo>
                  <a:lnTo>
                    <a:pt x="82345" y="439272"/>
                  </a:lnTo>
                  <a:lnTo>
                    <a:pt x="70276" y="428012"/>
                  </a:lnTo>
                  <a:lnTo>
                    <a:pt x="59756" y="418662"/>
                  </a:lnTo>
                  <a:lnTo>
                    <a:pt x="57640" y="417128"/>
                  </a:lnTo>
                  <a:lnTo>
                    <a:pt x="48732" y="410672"/>
                  </a:lnTo>
                  <a:lnTo>
                    <a:pt x="44657" y="407840"/>
                  </a:lnTo>
                  <a:lnTo>
                    <a:pt x="42349" y="406408"/>
                  </a:lnTo>
                  <a:lnTo>
                    <a:pt x="38734" y="404165"/>
                  </a:lnTo>
                  <a:lnTo>
                    <a:pt x="28554" y="397229"/>
                  </a:lnTo>
                  <a:lnTo>
                    <a:pt x="27297" y="396372"/>
                  </a:lnTo>
                  <a:lnTo>
                    <a:pt x="27025" y="396186"/>
                  </a:lnTo>
                  <a:lnTo>
                    <a:pt x="25694" y="395280"/>
                  </a:lnTo>
                  <a:lnTo>
                    <a:pt x="19762" y="391238"/>
                  </a:lnTo>
                  <a:lnTo>
                    <a:pt x="17704" y="389835"/>
                  </a:lnTo>
                  <a:lnTo>
                    <a:pt x="13955" y="387281"/>
                  </a:lnTo>
                  <a:lnTo>
                    <a:pt x="13659" y="387079"/>
                  </a:lnTo>
                  <a:lnTo>
                    <a:pt x="6305" y="383087"/>
                  </a:lnTo>
                  <a:lnTo>
                    <a:pt x="1084" y="380186"/>
                  </a:lnTo>
                  <a:lnTo>
                    <a:pt x="0" y="379582"/>
                  </a:lnTo>
                  <a:lnTo>
                    <a:pt x="957" y="376852"/>
                  </a:lnTo>
                  <a:lnTo>
                    <a:pt x="1067" y="376540"/>
                  </a:lnTo>
                  <a:lnTo>
                    <a:pt x="13706" y="340519"/>
                  </a:lnTo>
                  <a:lnTo>
                    <a:pt x="16298" y="333133"/>
                  </a:lnTo>
                  <a:lnTo>
                    <a:pt x="16781" y="331754"/>
                  </a:lnTo>
                  <a:lnTo>
                    <a:pt x="18370" y="328116"/>
                  </a:lnTo>
                  <a:lnTo>
                    <a:pt x="19403" y="325745"/>
                  </a:lnTo>
                  <a:lnTo>
                    <a:pt x="23386" y="316683"/>
                  </a:lnTo>
                  <a:lnTo>
                    <a:pt x="24770" y="313705"/>
                  </a:lnTo>
                  <a:lnTo>
                    <a:pt x="29838" y="303605"/>
                  </a:lnTo>
                  <a:lnTo>
                    <a:pt x="35136" y="293046"/>
                  </a:lnTo>
                  <a:lnTo>
                    <a:pt x="41900" y="281212"/>
                  </a:lnTo>
                  <a:lnTo>
                    <a:pt x="43266" y="278820"/>
                  </a:lnTo>
                  <a:lnTo>
                    <a:pt x="46706" y="272991"/>
                  </a:lnTo>
                  <a:lnTo>
                    <a:pt x="46781" y="272864"/>
                  </a:lnTo>
                  <a:lnTo>
                    <a:pt x="48146" y="270569"/>
                  </a:lnTo>
                  <a:lnTo>
                    <a:pt x="49931" y="267589"/>
                  </a:lnTo>
                  <a:lnTo>
                    <a:pt x="50897" y="265976"/>
                  </a:lnTo>
                  <a:lnTo>
                    <a:pt x="56241" y="257052"/>
                  </a:lnTo>
                  <a:lnTo>
                    <a:pt x="63639" y="244699"/>
                  </a:lnTo>
                  <a:lnTo>
                    <a:pt x="68583" y="236442"/>
                  </a:lnTo>
                  <a:lnTo>
                    <a:pt x="78251" y="219459"/>
                  </a:lnTo>
                  <a:lnTo>
                    <a:pt x="85616" y="206523"/>
                  </a:lnTo>
                  <a:lnTo>
                    <a:pt x="95969" y="188336"/>
                  </a:lnTo>
                  <a:lnTo>
                    <a:pt x="108392" y="164946"/>
                  </a:lnTo>
                  <a:lnTo>
                    <a:pt x="109304" y="163297"/>
                  </a:lnTo>
                  <a:lnTo>
                    <a:pt x="114574" y="153774"/>
                  </a:lnTo>
                  <a:lnTo>
                    <a:pt x="121303" y="141613"/>
                  </a:lnTo>
                  <a:lnTo>
                    <a:pt x="126393" y="132416"/>
                  </a:lnTo>
                  <a:lnTo>
                    <a:pt x="140589" y="106764"/>
                  </a:lnTo>
                  <a:lnTo>
                    <a:pt x="141850" y="104485"/>
                  </a:lnTo>
                  <a:lnTo>
                    <a:pt x="143689" y="101035"/>
                  </a:lnTo>
                  <a:lnTo>
                    <a:pt x="156600" y="76819"/>
                  </a:lnTo>
                  <a:lnTo>
                    <a:pt x="164849" y="61348"/>
                  </a:lnTo>
                  <a:lnTo>
                    <a:pt x="165889" y="59471"/>
                  </a:lnTo>
                  <a:lnTo>
                    <a:pt x="175993" y="41234"/>
                  </a:lnTo>
                  <a:lnTo>
                    <a:pt x="188068" y="18608"/>
                  </a:lnTo>
                  <a:lnTo>
                    <a:pt x="190562" y="13933"/>
                  </a:lnTo>
                  <a:lnTo>
                    <a:pt x="190663" y="13744"/>
                  </a:lnTo>
                  <a:lnTo>
                    <a:pt x="192381" y="10526"/>
                  </a:lnTo>
                  <a:lnTo>
                    <a:pt x="193037" y="9297"/>
                  </a:lnTo>
                  <a:lnTo>
                    <a:pt x="195004" y="5610"/>
                  </a:lnTo>
                  <a:lnTo>
                    <a:pt x="195116" y="5401"/>
                  </a:lnTo>
                  <a:lnTo>
                    <a:pt x="195440" y="4794"/>
                  </a:lnTo>
                  <a:lnTo>
                    <a:pt x="195550" y="4588"/>
                  </a:lnTo>
                  <a:lnTo>
                    <a:pt x="197998" y="0"/>
                  </a:lnTo>
                  <a:lnTo>
                    <a:pt x="198799" y="448"/>
                  </a:lnTo>
                  <a:lnTo>
                    <a:pt x="202470" y="2503"/>
                  </a:lnTo>
                  <a:lnTo>
                    <a:pt x="229514" y="17645"/>
                  </a:lnTo>
                  <a:lnTo>
                    <a:pt x="229971" y="17901"/>
                  </a:lnTo>
                  <a:lnTo>
                    <a:pt x="238477" y="22248"/>
                  </a:lnTo>
                  <a:lnTo>
                    <a:pt x="248789" y="27518"/>
                  </a:lnTo>
                  <a:lnTo>
                    <a:pt x="250133" y="28309"/>
                  </a:lnTo>
                  <a:lnTo>
                    <a:pt x="255125" y="31247"/>
                  </a:lnTo>
                  <a:lnTo>
                    <a:pt x="259734" y="34583"/>
                  </a:lnTo>
                  <a:lnTo>
                    <a:pt x="263574" y="38116"/>
                  </a:lnTo>
                  <a:lnTo>
                    <a:pt x="264298" y="38964"/>
                  </a:lnTo>
                  <a:lnTo>
                    <a:pt x="267770" y="43029"/>
                  </a:lnTo>
                  <a:lnTo>
                    <a:pt x="269371" y="44904"/>
                  </a:lnTo>
                  <a:lnTo>
                    <a:pt x="281906" y="59582"/>
                  </a:lnTo>
                  <a:lnTo>
                    <a:pt x="283351" y="61274"/>
                  </a:lnTo>
                  <a:lnTo>
                    <a:pt x="285205" y="63374"/>
                  </a:lnTo>
                  <a:lnTo>
                    <a:pt x="295558" y="75102"/>
                  </a:lnTo>
                  <a:lnTo>
                    <a:pt x="298649" y="78605"/>
                  </a:lnTo>
                  <a:lnTo>
                    <a:pt x="315092" y="97233"/>
                  </a:lnTo>
                  <a:lnTo>
                    <a:pt x="315226" y="97385"/>
                  </a:lnTo>
                  <a:lnTo>
                    <a:pt x="330583" y="113869"/>
                  </a:lnTo>
                  <a:lnTo>
                    <a:pt x="332190" y="115594"/>
                  </a:lnTo>
                  <a:lnTo>
                    <a:pt x="336522" y="120244"/>
                  </a:lnTo>
                  <a:lnTo>
                    <a:pt x="338349" y="122095"/>
                  </a:lnTo>
                  <a:lnTo>
                    <a:pt x="339328" y="123087"/>
                  </a:lnTo>
                  <a:lnTo>
                    <a:pt x="340376" y="124149"/>
                  </a:lnTo>
                  <a:lnTo>
                    <a:pt x="343219" y="127028"/>
                  </a:lnTo>
                  <a:lnTo>
                    <a:pt x="366592" y="147744"/>
                  </a:lnTo>
                  <a:lnTo>
                    <a:pt x="366746" y="147918"/>
                  </a:lnTo>
                  <a:lnTo>
                    <a:pt x="367054" y="148267"/>
                  </a:lnTo>
                  <a:lnTo>
                    <a:pt x="367197" y="148428"/>
                  </a:lnTo>
                  <a:lnTo>
                    <a:pt x="367943" y="149271"/>
                  </a:lnTo>
                  <a:lnTo>
                    <a:pt x="368156" y="149511"/>
                  </a:lnTo>
                  <a:lnTo>
                    <a:pt x="368454" y="149849"/>
                  </a:lnTo>
                  <a:lnTo>
                    <a:pt x="368826" y="150268"/>
                  </a:lnTo>
                  <a:lnTo>
                    <a:pt x="369237" y="150733"/>
                  </a:lnTo>
                  <a:lnTo>
                    <a:pt x="369414" y="150933"/>
                  </a:lnTo>
                  <a:lnTo>
                    <a:pt x="369818" y="151390"/>
                  </a:lnTo>
                  <a:lnTo>
                    <a:pt x="370493" y="152152"/>
                  </a:lnTo>
                  <a:lnTo>
                    <a:pt x="370995" y="152720"/>
                  </a:lnTo>
                  <a:lnTo>
                    <a:pt x="371313" y="153080"/>
                  </a:lnTo>
                  <a:lnTo>
                    <a:pt x="371804" y="153634"/>
                  </a:lnTo>
                  <a:lnTo>
                    <a:pt x="372564" y="154493"/>
                  </a:lnTo>
                  <a:lnTo>
                    <a:pt x="372870" y="154839"/>
                  </a:lnTo>
                  <a:lnTo>
                    <a:pt x="373081" y="155077"/>
                  </a:lnTo>
                  <a:lnTo>
                    <a:pt x="373904" y="156007"/>
                  </a:lnTo>
                  <a:lnTo>
                    <a:pt x="374227" y="156372"/>
                  </a:lnTo>
                  <a:lnTo>
                    <a:pt x="374785" y="157003"/>
                  </a:lnTo>
                  <a:lnTo>
                    <a:pt x="375128" y="157390"/>
                  </a:lnTo>
                  <a:lnTo>
                    <a:pt x="375675" y="158009"/>
                  </a:lnTo>
                  <a:lnTo>
                    <a:pt x="376354" y="158776"/>
                  </a:lnTo>
                  <a:lnTo>
                    <a:pt x="376573" y="159023"/>
                  </a:lnTo>
                  <a:lnTo>
                    <a:pt x="376913" y="159408"/>
                  </a:lnTo>
                  <a:lnTo>
                    <a:pt x="377918" y="160544"/>
                  </a:lnTo>
                  <a:lnTo>
                    <a:pt x="378063" y="160708"/>
                  </a:lnTo>
                  <a:lnTo>
                    <a:pt x="378442" y="161135"/>
                  </a:lnTo>
                  <a:lnTo>
                    <a:pt x="379149" y="161934"/>
                  </a:lnTo>
                  <a:lnTo>
                    <a:pt x="379795" y="162665"/>
                  </a:lnTo>
                  <a:lnTo>
                    <a:pt x="380338" y="163278"/>
                  </a:lnTo>
                  <a:lnTo>
                    <a:pt x="380488" y="163447"/>
                  </a:lnTo>
                  <a:lnTo>
                    <a:pt x="380632" y="163610"/>
                  </a:lnTo>
                  <a:lnTo>
                    <a:pt x="381193" y="164244"/>
                  </a:lnTo>
                  <a:lnTo>
                    <a:pt x="381612" y="164717"/>
                  </a:lnTo>
                  <a:lnTo>
                    <a:pt x="381969" y="165121"/>
                  </a:lnTo>
                  <a:lnTo>
                    <a:pt x="382524" y="165748"/>
                  </a:lnTo>
                  <a:lnTo>
                    <a:pt x="382841" y="166106"/>
                  </a:lnTo>
                  <a:lnTo>
                    <a:pt x="367849" y="186231"/>
                  </a:lnTo>
                  <a:lnTo>
                    <a:pt x="367041" y="187316"/>
                  </a:lnTo>
                  <a:lnTo>
                    <a:pt x="358507" y="200158"/>
                  </a:lnTo>
                  <a:lnTo>
                    <a:pt x="350298" y="212624"/>
                  </a:lnTo>
                  <a:lnTo>
                    <a:pt x="336239" y="231484"/>
                  </a:lnTo>
                  <a:lnTo>
                    <a:pt x="335205" y="232870"/>
                  </a:lnTo>
                  <a:lnTo>
                    <a:pt x="307851" y="270711"/>
                  </a:lnTo>
                  <a:lnTo>
                    <a:pt x="306720" y="272182"/>
                  </a:lnTo>
                  <a:lnTo>
                    <a:pt x="306305" y="272722"/>
                  </a:lnTo>
                  <a:lnTo>
                    <a:pt x="305859" y="273301"/>
                  </a:lnTo>
                  <a:lnTo>
                    <a:pt x="305719" y="273484"/>
                  </a:lnTo>
                  <a:lnTo>
                    <a:pt x="304904" y="274544"/>
                  </a:lnTo>
                  <a:lnTo>
                    <a:pt x="304765" y="274724"/>
                  </a:lnTo>
                  <a:lnTo>
                    <a:pt x="304515" y="275050"/>
                  </a:lnTo>
                  <a:lnTo>
                    <a:pt x="304163" y="275508"/>
                  </a:lnTo>
                  <a:lnTo>
                    <a:pt x="302663" y="277460"/>
                  </a:lnTo>
                  <a:lnTo>
                    <a:pt x="302548" y="277622"/>
                  </a:lnTo>
                  <a:lnTo>
                    <a:pt x="302058" y="278319"/>
                  </a:lnTo>
                  <a:lnTo>
                    <a:pt x="301149" y="279612"/>
                  </a:lnTo>
                  <a:lnTo>
                    <a:pt x="300651" y="280319"/>
                  </a:lnTo>
                  <a:lnTo>
                    <a:pt x="300368" y="280723"/>
                  </a:lnTo>
                  <a:lnTo>
                    <a:pt x="299649" y="281744"/>
                  </a:lnTo>
                  <a:lnTo>
                    <a:pt x="299050" y="282596"/>
                  </a:lnTo>
                  <a:lnTo>
                    <a:pt x="298537" y="283326"/>
                  </a:lnTo>
                  <a:lnTo>
                    <a:pt x="298313" y="283644"/>
                  </a:lnTo>
                  <a:lnTo>
                    <a:pt x="297864" y="284283"/>
                  </a:lnTo>
                  <a:lnTo>
                    <a:pt x="297661" y="284571"/>
                  </a:lnTo>
                  <a:lnTo>
                    <a:pt x="296439" y="286308"/>
                  </a:lnTo>
                  <a:lnTo>
                    <a:pt x="296277" y="286539"/>
                  </a:lnTo>
                  <a:lnTo>
                    <a:pt x="295892" y="287087"/>
                  </a:lnTo>
                  <a:lnTo>
                    <a:pt x="294408" y="289197"/>
                  </a:lnTo>
                  <a:lnTo>
                    <a:pt x="294071" y="289676"/>
                  </a:lnTo>
                  <a:lnTo>
                    <a:pt x="293768" y="290106"/>
                  </a:lnTo>
                  <a:lnTo>
                    <a:pt x="292947" y="291274"/>
                  </a:lnTo>
                  <a:lnTo>
                    <a:pt x="291259" y="293674"/>
                  </a:lnTo>
                  <a:lnTo>
                    <a:pt x="290597" y="294615"/>
                  </a:lnTo>
                  <a:lnTo>
                    <a:pt x="289678" y="295923"/>
                  </a:lnTo>
                  <a:lnTo>
                    <a:pt x="287969" y="298352"/>
                  </a:lnTo>
                  <a:lnTo>
                    <a:pt x="287034" y="299682"/>
                  </a:lnTo>
                  <a:lnTo>
                    <a:pt x="286809" y="300001"/>
                  </a:lnTo>
                  <a:lnTo>
                    <a:pt x="286611" y="300283"/>
                  </a:lnTo>
                  <a:lnTo>
                    <a:pt x="284913" y="302697"/>
                  </a:lnTo>
                  <a:lnTo>
                    <a:pt x="284553" y="303209"/>
                  </a:lnTo>
                  <a:lnTo>
                    <a:pt x="283063" y="305327"/>
                  </a:lnTo>
                  <a:lnTo>
                    <a:pt x="282717" y="305819"/>
                  </a:lnTo>
                  <a:lnTo>
                    <a:pt x="282463" y="306181"/>
                  </a:lnTo>
                  <a:lnTo>
                    <a:pt x="281525" y="307515"/>
                  </a:lnTo>
                  <a:lnTo>
                    <a:pt x="280447" y="309048"/>
                  </a:lnTo>
                  <a:lnTo>
                    <a:pt x="280282" y="309282"/>
                  </a:lnTo>
                  <a:lnTo>
                    <a:pt x="279345" y="310615"/>
                  </a:lnTo>
                  <a:lnTo>
                    <a:pt x="279038" y="311051"/>
                  </a:lnTo>
                  <a:lnTo>
                    <a:pt x="278127" y="312346"/>
                  </a:lnTo>
                  <a:lnTo>
                    <a:pt x="276835" y="314184"/>
                  </a:lnTo>
                  <a:lnTo>
                    <a:pt x="276487" y="314678"/>
                  </a:lnTo>
                  <a:lnTo>
                    <a:pt x="276314" y="314924"/>
                  </a:lnTo>
                  <a:lnTo>
                    <a:pt x="275898" y="315516"/>
                  </a:lnTo>
                  <a:lnTo>
                    <a:pt x="274434" y="317597"/>
                  </a:lnTo>
                  <a:lnTo>
                    <a:pt x="273529" y="318883"/>
                  </a:lnTo>
                  <a:lnTo>
                    <a:pt x="273060" y="319550"/>
                  </a:lnTo>
                  <a:lnTo>
                    <a:pt x="272761" y="319976"/>
                  </a:lnTo>
                  <a:lnTo>
                    <a:pt x="272067" y="320963"/>
                  </a:lnTo>
                  <a:lnTo>
                    <a:pt x="270774" y="322800"/>
                  </a:lnTo>
                  <a:lnTo>
                    <a:pt x="269899" y="324045"/>
                  </a:lnTo>
                  <a:lnTo>
                    <a:pt x="269013" y="325304"/>
                  </a:lnTo>
                  <a:lnTo>
                    <a:pt x="268599" y="325893"/>
                  </a:lnTo>
                  <a:lnTo>
                    <a:pt x="268159" y="326519"/>
                  </a:lnTo>
                  <a:lnTo>
                    <a:pt x="267526" y="327419"/>
                  </a:lnTo>
                  <a:lnTo>
                    <a:pt x="266017" y="329565"/>
                  </a:lnTo>
                  <a:lnTo>
                    <a:pt x="265752" y="329942"/>
                  </a:lnTo>
                  <a:lnTo>
                    <a:pt x="265393" y="330452"/>
                  </a:lnTo>
                  <a:lnTo>
                    <a:pt x="264948" y="331085"/>
                  </a:lnTo>
                  <a:lnTo>
                    <a:pt x="264474" y="331758"/>
                  </a:lnTo>
                  <a:lnTo>
                    <a:pt x="263144" y="333650"/>
                  </a:lnTo>
                  <a:lnTo>
                    <a:pt x="262918" y="333971"/>
                  </a:lnTo>
                  <a:lnTo>
                    <a:pt x="261923" y="335386"/>
                  </a:lnTo>
                  <a:lnTo>
                    <a:pt x="261772" y="335601"/>
                  </a:lnTo>
                  <a:lnTo>
                    <a:pt x="261124" y="336522"/>
                  </a:lnTo>
                  <a:lnTo>
                    <a:pt x="260605" y="337260"/>
                  </a:lnTo>
                  <a:lnTo>
                    <a:pt x="260501" y="337408"/>
                  </a:lnTo>
                  <a:lnTo>
                    <a:pt x="260265" y="337743"/>
                  </a:lnTo>
                  <a:lnTo>
                    <a:pt x="259377" y="339006"/>
                  </a:lnTo>
                  <a:lnTo>
                    <a:pt x="257969" y="341009"/>
                  </a:lnTo>
                  <a:lnTo>
                    <a:pt x="257078" y="342275"/>
                  </a:lnTo>
                  <a:lnTo>
                    <a:pt x="256780" y="342698"/>
                  </a:lnTo>
                  <a:lnTo>
                    <a:pt x="256635" y="342904"/>
                  </a:lnTo>
                  <a:lnTo>
                    <a:pt x="255560" y="344434"/>
                  </a:lnTo>
                  <a:lnTo>
                    <a:pt x="254534" y="345892"/>
                  </a:lnTo>
                  <a:lnTo>
                    <a:pt x="253170" y="347832"/>
                  </a:lnTo>
                  <a:lnTo>
                    <a:pt x="253052" y="347999"/>
                  </a:lnTo>
                  <a:lnTo>
                    <a:pt x="252639" y="348587"/>
                  </a:lnTo>
                  <a:lnTo>
                    <a:pt x="252285" y="349090"/>
                  </a:lnTo>
                  <a:lnTo>
                    <a:pt x="251669" y="349965"/>
                  </a:lnTo>
                  <a:lnTo>
                    <a:pt x="251066" y="350823"/>
                  </a:lnTo>
                  <a:lnTo>
                    <a:pt x="250716" y="351321"/>
                  </a:lnTo>
                  <a:lnTo>
                    <a:pt x="249766" y="352672"/>
                  </a:lnTo>
                  <a:lnTo>
                    <a:pt x="249609" y="352894"/>
                  </a:lnTo>
                  <a:lnTo>
                    <a:pt x="248679" y="354217"/>
                  </a:lnTo>
                  <a:lnTo>
                    <a:pt x="247771" y="355508"/>
                  </a:lnTo>
                  <a:lnTo>
                    <a:pt x="246997" y="356608"/>
                  </a:lnTo>
                  <a:lnTo>
                    <a:pt x="245983" y="358050"/>
                  </a:lnTo>
                  <a:lnTo>
                    <a:pt x="245108" y="359294"/>
                  </a:lnTo>
                  <a:lnTo>
                    <a:pt x="244940" y="359533"/>
                  </a:lnTo>
                  <a:lnTo>
                    <a:pt x="244684" y="359898"/>
                  </a:lnTo>
                  <a:lnTo>
                    <a:pt x="243811" y="361138"/>
                  </a:lnTo>
                  <a:lnTo>
                    <a:pt x="242081" y="363598"/>
                  </a:lnTo>
                  <a:lnTo>
                    <a:pt x="241988" y="363731"/>
                  </a:lnTo>
                  <a:lnTo>
                    <a:pt x="241430" y="364525"/>
                  </a:lnTo>
                  <a:lnTo>
                    <a:pt x="240981" y="365163"/>
                  </a:lnTo>
                  <a:lnTo>
                    <a:pt x="239344" y="367490"/>
                  </a:lnTo>
                  <a:lnTo>
                    <a:pt x="239081" y="367864"/>
                  </a:lnTo>
                  <a:lnTo>
                    <a:pt x="238756" y="368326"/>
                  </a:lnTo>
                  <a:lnTo>
                    <a:pt x="238318" y="368873"/>
                  </a:lnTo>
                  <a:lnTo>
                    <a:pt x="237888" y="369409"/>
                  </a:lnTo>
                  <a:lnTo>
                    <a:pt x="236317" y="371369"/>
                  </a:lnTo>
                  <a:lnTo>
                    <a:pt x="235906" y="371882"/>
                  </a:lnTo>
                  <a:lnTo>
                    <a:pt x="235348" y="372578"/>
                  </a:lnTo>
                  <a:lnTo>
                    <a:pt x="235150" y="372825"/>
                  </a:lnTo>
                  <a:lnTo>
                    <a:pt x="234732" y="373347"/>
                  </a:lnTo>
                  <a:lnTo>
                    <a:pt x="233231" y="375219"/>
                  </a:lnTo>
                  <a:lnTo>
                    <a:pt x="232791" y="375768"/>
                  </a:lnTo>
                  <a:lnTo>
                    <a:pt x="231510" y="377366"/>
                  </a:lnTo>
                  <a:lnTo>
                    <a:pt x="230359" y="378802"/>
                  </a:lnTo>
                  <a:lnTo>
                    <a:pt x="230098" y="379127"/>
                  </a:lnTo>
                  <a:lnTo>
                    <a:pt x="229893" y="379383"/>
                  </a:lnTo>
                  <a:lnTo>
                    <a:pt x="228550" y="381059"/>
                  </a:lnTo>
                  <a:lnTo>
                    <a:pt x="227702" y="382116"/>
                  </a:lnTo>
                  <a:lnTo>
                    <a:pt x="227599" y="382245"/>
                  </a:lnTo>
                  <a:lnTo>
                    <a:pt x="227093" y="382877"/>
                  </a:lnTo>
                  <a:lnTo>
                    <a:pt x="226069" y="384153"/>
                  </a:lnTo>
                  <a:lnTo>
                    <a:pt x="225014" y="385470"/>
                  </a:lnTo>
                  <a:lnTo>
                    <a:pt x="224829" y="385700"/>
                  </a:lnTo>
                  <a:lnTo>
                    <a:pt x="224644" y="385932"/>
                  </a:lnTo>
                  <a:lnTo>
                    <a:pt x="223898" y="386862"/>
                  </a:lnTo>
                  <a:lnTo>
                    <a:pt x="223365" y="387527"/>
                  </a:lnTo>
                  <a:lnTo>
                    <a:pt x="223010" y="387971"/>
                  </a:lnTo>
                  <a:lnTo>
                    <a:pt x="222246" y="388923"/>
                  </a:lnTo>
                  <a:lnTo>
                    <a:pt x="221910" y="389343"/>
                  </a:lnTo>
                  <a:lnTo>
                    <a:pt x="221607" y="389720"/>
                  </a:lnTo>
                  <a:lnTo>
                    <a:pt x="221127" y="390318"/>
                  </a:lnTo>
                  <a:lnTo>
                    <a:pt x="220906" y="390595"/>
                  </a:lnTo>
                  <a:lnTo>
                    <a:pt x="220796" y="390731"/>
                  </a:lnTo>
                  <a:lnTo>
                    <a:pt x="220498" y="391104"/>
                  </a:lnTo>
                  <a:lnTo>
                    <a:pt x="220241" y="391789"/>
                  </a:lnTo>
                  <a:lnTo>
                    <a:pt x="220521" y="392010"/>
                  </a:lnTo>
                  <a:lnTo>
                    <a:pt x="220856" y="392274"/>
                  </a:lnTo>
                  <a:lnTo>
                    <a:pt x="221005" y="392392"/>
                  </a:lnTo>
                  <a:lnTo>
                    <a:pt x="221511" y="392791"/>
                  </a:lnTo>
                  <a:lnTo>
                    <a:pt x="221762" y="392990"/>
                  </a:lnTo>
                  <a:lnTo>
                    <a:pt x="221900" y="393099"/>
                  </a:lnTo>
                  <a:lnTo>
                    <a:pt x="222246" y="393372"/>
                  </a:lnTo>
                  <a:lnTo>
                    <a:pt x="222379" y="393477"/>
                  </a:lnTo>
                  <a:lnTo>
                    <a:pt x="222770" y="393786"/>
                  </a:lnTo>
                  <a:lnTo>
                    <a:pt x="223015" y="393980"/>
                  </a:lnTo>
                  <a:lnTo>
                    <a:pt x="223664" y="394492"/>
                  </a:lnTo>
                  <a:lnTo>
                    <a:pt x="223811" y="394608"/>
                  </a:lnTo>
                  <a:lnTo>
                    <a:pt x="223995" y="394753"/>
                  </a:lnTo>
                  <a:lnTo>
                    <a:pt x="224220" y="394931"/>
                  </a:lnTo>
                  <a:lnTo>
                    <a:pt x="224357" y="395039"/>
                  </a:lnTo>
                  <a:lnTo>
                    <a:pt x="224686" y="395299"/>
                  </a:lnTo>
                  <a:lnTo>
                    <a:pt x="224818" y="395403"/>
                  </a:lnTo>
                  <a:lnTo>
                    <a:pt x="225349" y="395823"/>
                  </a:lnTo>
                  <a:lnTo>
                    <a:pt x="225517" y="395955"/>
                  </a:lnTo>
                  <a:lnTo>
                    <a:pt x="225794" y="396174"/>
                  </a:lnTo>
                  <a:lnTo>
                    <a:pt x="226117" y="396429"/>
                  </a:lnTo>
                  <a:lnTo>
                    <a:pt x="226398" y="396651"/>
                  </a:lnTo>
                  <a:lnTo>
                    <a:pt x="226778" y="396951"/>
                  </a:lnTo>
                  <a:lnTo>
                    <a:pt x="227036" y="397154"/>
                  </a:lnTo>
                  <a:lnTo>
                    <a:pt x="227221" y="397301"/>
                  </a:lnTo>
                  <a:lnTo>
                    <a:pt x="227502" y="397523"/>
                  </a:lnTo>
                  <a:lnTo>
                    <a:pt x="227872" y="397815"/>
                  </a:lnTo>
                  <a:lnTo>
                    <a:pt x="228443" y="398266"/>
                  </a:lnTo>
                  <a:lnTo>
                    <a:pt x="229099" y="398784"/>
                  </a:lnTo>
                  <a:lnTo>
                    <a:pt x="229229" y="398886"/>
                  </a:lnTo>
                  <a:lnTo>
                    <a:pt x="229431" y="399046"/>
                  </a:lnTo>
                  <a:lnTo>
                    <a:pt x="229824" y="399356"/>
                  </a:lnTo>
                  <a:lnTo>
                    <a:pt x="230462" y="399860"/>
                  </a:lnTo>
                  <a:lnTo>
                    <a:pt x="230765" y="400100"/>
                  </a:lnTo>
                  <a:lnTo>
                    <a:pt x="231007" y="400290"/>
                  </a:lnTo>
                  <a:lnTo>
                    <a:pt x="231452" y="400642"/>
                  </a:lnTo>
                  <a:lnTo>
                    <a:pt x="231848" y="400955"/>
                  </a:lnTo>
                  <a:lnTo>
                    <a:pt x="232606" y="401553"/>
                  </a:lnTo>
                  <a:lnTo>
                    <a:pt x="232883" y="401772"/>
                  </a:lnTo>
                  <a:lnTo>
                    <a:pt x="233749" y="402456"/>
                  </a:lnTo>
                  <a:lnTo>
                    <a:pt x="234413" y="402980"/>
                  </a:lnTo>
                  <a:lnTo>
                    <a:pt x="234631" y="403152"/>
                  </a:lnTo>
                  <a:lnTo>
                    <a:pt x="234784" y="403273"/>
                  </a:lnTo>
                  <a:lnTo>
                    <a:pt x="235465" y="403811"/>
                  </a:lnTo>
                  <a:lnTo>
                    <a:pt x="235927" y="404176"/>
                  </a:lnTo>
                  <a:lnTo>
                    <a:pt x="236297" y="404468"/>
                  </a:lnTo>
                  <a:lnTo>
                    <a:pt x="236494" y="404624"/>
                  </a:lnTo>
                  <a:lnTo>
                    <a:pt x="237055" y="405067"/>
                  </a:lnTo>
                  <a:lnTo>
                    <a:pt x="237651" y="405537"/>
                  </a:lnTo>
                  <a:lnTo>
                    <a:pt x="238084" y="405879"/>
                  </a:lnTo>
                  <a:lnTo>
                    <a:pt x="238289" y="406041"/>
                  </a:lnTo>
                  <a:lnTo>
                    <a:pt x="238505" y="406212"/>
                  </a:lnTo>
                  <a:lnTo>
                    <a:pt x="239326" y="406860"/>
                  </a:lnTo>
                  <a:lnTo>
                    <a:pt x="239732" y="407180"/>
                  </a:lnTo>
                  <a:lnTo>
                    <a:pt x="240331" y="407654"/>
                  </a:lnTo>
                  <a:lnTo>
                    <a:pt x="240583" y="407853"/>
                  </a:lnTo>
                  <a:lnTo>
                    <a:pt x="241072" y="408239"/>
                  </a:lnTo>
                  <a:lnTo>
                    <a:pt x="241770" y="408790"/>
                  </a:lnTo>
                  <a:lnTo>
                    <a:pt x="241944" y="408928"/>
                  </a:lnTo>
                  <a:lnTo>
                    <a:pt x="242326" y="409229"/>
                  </a:lnTo>
                  <a:lnTo>
                    <a:pt x="243015" y="409773"/>
                  </a:lnTo>
                  <a:lnTo>
                    <a:pt x="243169" y="409895"/>
                  </a:lnTo>
                  <a:lnTo>
                    <a:pt x="243513" y="410166"/>
                  </a:lnTo>
                  <a:lnTo>
                    <a:pt x="243742" y="410347"/>
                  </a:lnTo>
                  <a:lnTo>
                    <a:pt x="244589" y="411016"/>
                  </a:lnTo>
                  <a:lnTo>
                    <a:pt x="245458" y="411702"/>
                  </a:lnTo>
                  <a:lnTo>
                    <a:pt x="245649" y="411853"/>
                  </a:lnTo>
                  <a:lnTo>
                    <a:pt x="245840" y="412004"/>
                  </a:lnTo>
                  <a:lnTo>
                    <a:pt x="246473" y="412503"/>
                  </a:lnTo>
                  <a:lnTo>
                    <a:pt x="246932" y="412866"/>
                  </a:lnTo>
                  <a:lnTo>
                    <a:pt x="247283" y="413143"/>
                  </a:lnTo>
                  <a:lnTo>
                    <a:pt x="247763" y="413522"/>
                  </a:lnTo>
                  <a:lnTo>
                    <a:pt x="247959" y="413677"/>
                  </a:lnTo>
                  <a:lnTo>
                    <a:pt x="248137" y="413818"/>
                  </a:lnTo>
                  <a:lnTo>
                    <a:pt x="248723" y="414280"/>
                  </a:lnTo>
                  <a:lnTo>
                    <a:pt x="249058" y="414545"/>
                  </a:lnTo>
                  <a:lnTo>
                    <a:pt x="249262" y="414706"/>
                  </a:lnTo>
                  <a:lnTo>
                    <a:pt x="249949" y="415354"/>
                  </a:lnTo>
                  <a:lnTo>
                    <a:pt x="249492" y="415841"/>
                  </a:lnTo>
                  <a:lnTo>
                    <a:pt x="249353" y="415989"/>
                  </a:lnTo>
                  <a:lnTo>
                    <a:pt x="248972" y="416395"/>
                  </a:lnTo>
                  <a:lnTo>
                    <a:pt x="248551" y="416842"/>
                  </a:lnTo>
                  <a:lnTo>
                    <a:pt x="248065" y="417359"/>
                  </a:lnTo>
                  <a:lnTo>
                    <a:pt x="246375" y="419157"/>
                  </a:lnTo>
                  <a:lnTo>
                    <a:pt x="245954" y="419606"/>
                  </a:lnTo>
                  <a:lnTo>
                    <a:pt x="244052" y="421629"/>
                  </a:lnTo>
                  <a:lnTo>
                    <a:pt x="243808" y="421889"/>
                  </a:lnTo>
                  <a:lnTo>
                    <a:pt x="243085" y="422659"/>
                  </a:lnTo>
                  <a:lnTo>
                    <a:pt x="241559" y="424282"/>
                  </a:lnTo>
                  <a:lnTo>
                    <a:pt x="240145" y="425786"/>
                  </a:lnTo>
                  <a:lnTo>
                    <a:pt x="238473" y="427565"/>
                  </a:lnTo>
                  <a:lnTo>
                    <a:pt x="238342" y="427705"/>
                  </a:lnTo>
                  <a:lnTo>
                    <a:pt x="237744" y="428341"/>
                  </a:lnTo>
                  <a:lnTo>
                    <a:pt x="235400" y="430835"/>
                  </a:lnTo>
                  <a:lnTo>
                    <a:pt x="234049" y="432273"/>
                  </a:lnTo>
                  <a:lnTo>
                    <a:pt x="233715" y="432628"/>
                  </a:lnTo>
                  <a:lnTo>
                    <a:pt x="233167" y="433211"/>
                  </a:lnTo>
                  <a:lnTo>
                    <a:pt x="230011" y="436569"/>
                  </a:lnTo>
                  <a:lnTo>
                    <a:pt x="229390" y="437230"/>
                  </a:lnTo>
                  <a:lnTo>
                    <a:pt x="228950" y="437698"/>
                  </a:lnTo>
                  <a:lnTo>
                    <a:pt x="225055" y="441842"/>
                  </a:lnTo>
                  <a:lnTo>
                    <a:pt x="224869" y="442041"/>
                  </a:lnTo>
                  <a:lnTo>
                    <a:pt x="224085" y="442875"/>
                  </a:lnTo>
                  <a:lnTo>
                    <a:pt x="223069" y="443956"/>
                  </a:lnTo>
                  <a:lnTo>
                    <a:pt x="220139" y="447074"/>
                  </a:lnTo>
                  <a:lnTo>
                    <a:pt x="219684" y="447558"/>
                  </a:lnTo>
                  <a:lnTo>
                    <a:pt x="219306" y="447960"/>
                  </a:lnTo>
                  <a:lnTo>
                    <a:pt x="218116" y="449226"/>
                  </a:lnTo>
                  <a:lnTo>
                    <a:pt x="215230" y="452296"/>
                  </a:lnTo>
                  <a:lnTo>
                    <a:pt x="214234" y="453356"/>
                  </a:lnTo>
                  <a:lnTo>
                    <a:pt x="213083" y="454580"/>
                  </a:lnTo>
                  <a:lnTo>
                    <a:pt x="211047" y="456747"/>
                  </a:lnTo>
                  <a:lnTo>
                    <a:pt x="210540" y="457287"/>
                  </a:lnTo>
                  <a:lnTo>
                    <a:pt x="209221" y="458690"/>
                  </a:lnTo>
                  <a:lnTo>
                    <a:pt x="208208" y="459769"/>
                  </a:lnTo>
                  <a:lnTo>
                    <a:pt x="206127" y="461982"/>
                  </a:lnTo>
                  <a:lnTo>
                    <a:pt x="205559" y="462587"/>
                  </a:lnTo>
                  <a:lnTo>
                    <a:pt x="203485" y="464794"/>
                  </a:lnTo>
                  <a:lnTo>
                    <a:pt x="201690" y="466704"/>
                  </a:lnTo>
                  <a:lnTo>
                    <a:pt x="200880" y="467566"/>
                  </a:lnTo>
                  <a:lnTo>
                    <a:pt x="200211" y="468277"/>
                  </a:lnTo>
                  <a:lnTo>
                    <a:pt x="199214" y="469338"/>
                  </a:lnTo>
                  <a:lnTo>
                    <a:pt x="197834" y="470806"/>
                  </a:lnTo>
                  <a:lnTo>
                    <a:pt x="195894" y="472870"/>
                  </a:lnTo>
                  <a:lnTo>
                    <a:pt x="195366" y="473433"/>
                  </a:lnTo>
                  <a:lnTo>
                    <a:pt x="195198" y="473611"/>
                  </a:lnTo>
                  <a:lnTo>
                    <a:pt x="194049" y="474833"/>
                  </a:lnTo>
                  <a:lnTo>
                    <a:pt x="192141" y="476864"/>
                  </a:lnTo>
                  <a:lnTo>
                    <a:pt x="191459" y="477590"/>
                  </a:lnTo>
                  <a:lnTo>
                    <a:pt x="191302" y="477757"/>
                  </a:lnTo>
                  <a:lnTo>
                    <a:pt x="190236" y="478891"/>
                  </a:lnTo>
                  <a:lnTo>
                    <a:pt x="187666" y="481625"/>
                  </a:lnTo>
                  <a:lnTo>
                    <a:pt x="187070" y="482260"/>
                  </a:lnTo>
                  <a:lnTo>
                    <a:pt x="185721" y="483695"/>
                  </a:lnTo>
                  <a:lnTo>
                    <a:pt x="184124" y="485394"/>
                  </a:lnTo>
                  <a:lnTo>
                    <a:pt x="183908" y="485624"/>
                  </a:lnTo>
                  <a:lnTo>
                    <a:pt x="183659" y="485889"/>
                  </a:lnTo>
                  <a:lnTo>
                    <a:pt x="181657" y="488019"/>
                  </a:lnTo>
                  <a:lnTo>
                    <a:pt x="179799" y="489996"/>
                  </a:lnTo>
                  <a:lnTo>
                    <a:pt x="179663" y="490140"/>
                  </a:lnTo>
                  <a:lnTo>
                    <a:pt x="179324" y="490501"/>
                  </a:lnTo>
                  <a:lnTo>
                    <a:pt x="176976" y="493000"/>
                  </a:lnTo>
                  <a:lnTo>
                    <a:pt x="175876" y="494170"/>
                  </a:lnTo>
                  <a:lnTo>
                    <a:pt x="175108" y="494987"/>
                  </a:lnTo>
                  <a:lnTo>
                    <a:pt x="174714" y="495406"/>
                  </a:lnTo>
                  <a:lnTo>
                    <a:pt x="174412" y="495728"/>
                  </a:lnTo>
                  <a:lnTo>
                    <a:pt x="174043" y="496120"/>
                  </a:lnTo>
                  <a:lnTo>
                    <a:pt x="173125" y="497097"/>
                  </a:lnTo>
                  <a:lnTo>
                    <a:pt x="172535" y="497725"/>
                  </a:lnTo>
                  <a:lnTo>
                    <a:pt x="171792" y="498516"/>
                  </a:lnTo>
                  <a:lnTo>
                    <a:pt x="171438" y="498893"/>
                  </a:lnTo>
                  <a:lnTo>
                    <a:pt x="171042" y="499313"/>
                  </a:lnTo>
                  <a:lnTo>
                    <a:pt x="170144" y="500269"/>
                  </a:lnTo>
                  <a:lnTo>
                    <a:pt x="169943" y="500483"/>
                  </a:lnTo>
                  <a:lnTo>
                    <a:pt x="169544" y="500907"/>
                  </a:lnTo>
                  <a:lnTo>
                    <a:pt x="168776" y="501725"/>
                  </a:lnTo>
                  <a:lnTo>
                    <a:pt x="168025" y="502524"/>
                  </a:lnTo>
                  <a:lnTo>
                    <a:pt x="167404" y="503184"/>
                  </a:lnTo>
                  <a:lnTo>
                    <a:pt x="167089" y="503519"/>
                  </a:lnTo>
                  <a:lnTo>
                    <a:pt x="166396" y="504257"/>
                  </a:lnTo>
                  <a:lnTo>
                    <a:pt x="165606" y="505098"/>
                  </a:lnTo>
                  <a:lnTo>
                    <a:pt x="164814" y="505941"/>
                  </a:lnTo>
                  <a:lnTo>
                    <a:pt x="164212" y="506581"/>
                  </a:lnTo>
                  <a:lnTo>
                    <a:pt x="163310" y="507540"/>
                  </a:lnTo>
                  <a:lnTo>
                    <a:pt x="162817" y="508065"/>
                  </a:lnTo>
                  <a:lnTo>
                    <a:pt x="162477" y="508427"/>
                  </a:lnTo>
                  <a:lnTo>
                    <a:pt x="162316" y="508598"/>
                  </a:lnTo>
                  <a:lnTo>
                    <a:pt x="161733" y="509218"/>
                  </a:lnTo>
                  <a:lnTo>
                    <a:pt x="161255" y="509727"/>
                  </a:lnTo>
                  <a:lnTo>
                    <a:pt x="160793" y="510219"/>
                  </a:lnTo>
                  <a:lnTo>
                    <a:pt x="160602" y="510422"/>
                  </a:lnTo>
                  <a:lnTo>
                    <a:pt x="160192" y="5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52"/>
            <p:cNvSpPr/>
            <p:nvPr/>
          </p:nvSpPr>
          <p:spPr>
            <a:xfrm>
              <a:off x="4217741" y="3745753"/>
              <a:ext cx="590973" cy="433228"/>
            </a:xfrm>
            <a:custGeom>
              <a:avLst/>
              <a:pathLst>
                <a:path w="590973" h="433228">
                  <a:moveTo>
                    <a:pt x="473944" y="95688"/>
                  </a:moveTo>
                  <a:lnTo>
                    <a:pt x="482787" y="101814"/>
                  </a:lnTo>
                  <a:lnTo>
                    <a:pt x="528026" y="126216"/>
                  </a:lnTo>
                  <a:lnTo>
                    <a:pt x="534402" y="129655"/>
                  </a:lnTo>
                  <a:lnTo>
                    <a:pt x="538503" y="131867"/>
                  </a:lnTo>
                  <a:lnTo>
                    <a:pt x="557912" y="142365"/>
                  </a:lnTo>
                  <a:lnTo>
                    <a:pt x="570038" y="148923"/>
                  </a:lnTo>
                  <a:lnTo>
                    <a:pt x="590824" y="160168"/>
                  </a:lnTo>
                  <a:lnTo>
                    <a:pt x="590973" y="160252"/>
                  </a:lnTo>
                  <a:lnTo>
                    <a:pt x="588524" y="164840"/>
                  </a:lnTo>
                  <a:lnTo>
                    <a:pt x="588415" y="165046"/>
                  </a:lnTo>
                  <a:lnTo>
                    <a:pt x="588090" y="165653"/>
                  </a:lnTo>
                  <a:lnTo>
                    <a:pt x="587979" y="165862"/>
                  </a:lnTo>
                  <a:lnTo>
                    <a:pt x="586011" y="169549"/>
                  </a:lnTo>
                  <a:lnTo>
                    <a:pt x="585355" y="170779"/>
                  </a:lnTo>
                  <a:lnTo>
                    <a:pt x="583638" y="173996"/>
                  </a:lnTo>
                  <a:lnTo>
                    <a:pt x="583537" y="174186"/>
                  </a:lnTo>
                  <a:lnTo>
                    <a:pt x="581042" y="178860"/>
                  </a:lnTo>
                  <a:lnTo>
                    <a:pt x="568968" y="201486"/>
                  </a:lnTo>
                  <a:lnTo>
                    <a:pt x="558864" y="219723"/>
                  </a:lnTo>
                  <a:lnTo>
                    <a:pt x="557824" y="221601"/>
                  </a:lnTo>
                  <a:lnTo>
                    <a:pt x="549575" y="237072"/>
                  </a:lnTo>
                  <a:lnTo>
                    <a:pt x="536664" y="261287"/>
                  </a:lnTo>
                  <a:lnTo>
                    <a:pt x="534775" y="264827"/>
                  </a:lnTo>
                  <a:lnTo>
                    <a:pt x="533563" y="267016"/>
                  </a:lnTo>
                  <a:lnTo>
                    <a:pt x="519368" y="292668"/>
                  </a:lnTo>
                  <a:lnTo>
                    <a:pt x="514278" y="301866"/>
                  </a:lnTo>
                  <a:lnTo>
                    <a:pt x="507549" y="314026"/>
                  </a:lnTo>
                  <a:lnTo>
                    <a:pt x="502279" y="323550"/>
                  </a:lnTo>
                  <a:lnTo>
                    <a:pt x="501323" y="325277"/>
                  </a:lnTo>
                  <a:lnTo>
                    <a:pt x="488944" y="348589"/>
                  </a:lnTo>
                  <a:lnTo>
                    <a:pt x="478590" y="366775"/>
                  </a:lnTo>
                  <a:lnTo>
                    <a:pt x="471226" y="379711"/>
                  </a:lnTo>
                  <a:lnTo>
                    <a:pt x="461558" y="396694"/>
                  </a:lnTo>
                  <a:lnTo>
                    <a:pt x="456614" y="404951"/>
                  </a:lnTo>
                  <a:lnTo>
                    <a:pt x="449216" y="417304"/>
                  </a:lnTo>
                  <a:lnTo>
                    <a:pt x="443871" y="426229"/>
                  </a:lnTo>
                  <a:lnTo>
                    <a:pt x="442905" y="427842"/>
                  </a:lnTo>
                  <a:lnTo>
                    <a:pt x="441121" y="430821"/>
                  </a:lnTo>
                  <a:lnTo>
                    <a:pt x="439756" y="433116"/>
                  </a:lnTo>
                  <a:lnTo>
                    <a:pt x="439653" y="433228"/>
                  </a:lnTo>
                  <a:lnTo>
                    <a:pt x="434682" y="430432"/>
                  </a:lnTo>
                  <a:lnTo>
                    <a:pt x="408502" y="415706"/>
                  </a:lnTo>
                  <a:lnTo>
                    <a:pt x="405807" y="414190"/>
                  </a:lnTo>
                  <a:lnTo>
                    <a:pt x="404639" y="413498"/>
                  </a:lnTo>
                  <a:lnTo>
                    <a:pt x="388021" y="403649"/>
                  </a:lnTo>
                  <a:lnTo>
                    <a:pt x="368038" y="391804"/>
                  </a:lnTo>
                  <a:lnTo>
                    <a:pt x="363691" y="389227"/>
                  </a:lnTo>
                  <a:lnTo>
                    <a:pt x="351876" y="382514"/>
                  </a:lnTo>
                  <a:lnTo>
                    <a:pt x="325749" y="367669"/>
                  </a:lnTo>
                  <a:lnTo>
                    <a:pt x="321266" y="365122"/>
                  </a:lnTo>
                  <a:lnTo>
                    <a:pt x="315740" y="361985"/>
                  </a:lnTo>
                  <a:lnTo>
                    <a:pt x="292283" y="348669"/>
                  </a:lnTo>
                  <a:lnTo>
                    <a:pt x="288123" y="346275"/>
                  </a:lnTo>
                  <a:lnTo>
                    <a:pt x="278054" y="340301"/>
                  </a:lnTo>
                  <a:lnTo>
                    <a:pt x="258630" y="328777"/>
                  </a:lnTo>
                  <a:lnTo>
                    <a:pt x="257045" y="327865"/>
                  </a:lnTo>
                  <a:lnTo>
                    <a:pt x="254141" y="326194"/>
                  </a:lnTo>
                  <a:lnTo>
                    <a:pt x="253765" y="325977"/>
                  </a:lnTo>
                  <a:lnTo>
                    <a:pt x="244494" y="320886"/>
                  </a:lnTo>
                  <a:lnTo>
                    <a:pt x="233946" y="315094"/>
                  </a:lnTo>
                  <a:lnTo>
                    <a:pt x="229643" y="312617"/>
                  </a:lnTo>
                  <a:lnTo>
                    <a:pt x="229430" y="312491"/>
                  </a:lnTo>
                  <a:lnTo>
                    <a:pt x="217143" y="305178"/>
                  </a:lnTo>
                  <a:lnTo>
                    <a:pt x="206428" y="300051"/>
                  </a:lnTo>
                  <a:lnTo>
                    <a:pt x="200708" y="297892"/>
                  </a:lnTo>
                  <a:lnTo>
                    <a:pt x="200581" y="297844"/>
                  </a:lnTo>
                  <a:lnTo>
                    <a:pt x="198256" y="296967"/>
                  </a:lnTo>
                  <a:lnTo>
                    <a:pt x="190398" y="294275"/>
                  </a:lnTo>
                  <a:lnTo>
                    <a:pt x="189950" y="294121"/>
                  </a:lnTo>
                  <a:lnTo>
                    <a:pt x="187256" y="293198"/>
                  </a:lnTo>
                  <a:lnTo>
                    <a:pt x="179633" y="290949"/>
                  </a:lnTo>
                  <a:lnTo>
                    <a:pt x="172446" y="290067"/>
                  </a:lnTo>
                  <a:lnTo>
                    <a:pt x="170359" y="289987"/>
                  </a:lnTo>
                  <a:lnTo>
                    <a:pt x="164827" y="289773"/>
                  </a:lnTo>
                  <a:lnTo>
                    <a:pt x="159476" y="289942"/>
                  </a:lnTo>
                  <a:lnTo>
                    <a:pt x="156506" y="290035"/>
                  </a:lnTo>
                  <a:lnTo>
                    <a:pt x="144628" y="291141"/>
                  </a:lnTo>
                  <a:lnTo>
                    <a:pt x="142741" y="291429"/>
                  </a:lnTo>
                  <a:lnTo>
                    <a:pt x="138220" y="292119"/>
                  </a:lnTo>
                  <a:lnTo>
                    <a:pt x="116292" y="296186"/>
                  </a:lnTo>
                  <a:lnTo>
                    <a:pt x="110300" y="297298"/>
                  </a:lnTo>
                  <a:lnTo>
                    <a:pt x="108745" y="297635"/>
                  </a:lnTo>
                  <a:lnTo>
                    <a:pt x="98926" y="299761"/>
                  </a:lnTo>
                  <a:lnTo>
                    <a:pt x="98612" y="299826"/>
                  </a:lnTo>
                  <a:lnTo>
                    <a:pt x="98096" y="299933"/>
                  </a:lnTo>
                  <a:lnTo>
                    <a:pt x="97356" y="300085"/>
                  </a:lnTo>
                  <a:lnTo>
                    <a:pt x="95682" y="300431"/>
                  </a:lnTo>
                  <a:lnTo>
                    <a:pt x="89200" y="301770"/>
                  </a:lnTo>
                  <a:lnTo>
                    <a:pt x="80866" y="303490"/>
                  </a:lnTo>
                  <a:lnTo>
                    <a:pt x="72499" y="305297"/>
                  </a:lnTo>
                  <a:lnTo>
                    <a:pt x="58477" y="308111"/>
                  </a:lnTo>
                  <a:lnTo>
                    <a:pt x="55890" y="308631"/>
                  </a:lnTo>
                  <a:lnTo>
                    <a:pt x="35332" y="312757"/>
                  </a:lnTo>
                  <a:lnTo>
                    <a:pt x="32493" y="313327"/>
                  </a:lnTo>
                  <a:lnTo>
                    <a:pt x="31115" y="313604"/>
                  </a:lnTo>
                  <a:lnTo>
                    <a:pt x="26386" y="289275"/>
                  </a:lnTo>
                  <a:lnTo>
                    <a:pt x="26033" y="287334"/>
                  </a:lnTo>
                  <a:lnTo>
                    <a:pt x="25569" y="284788"/>
                  </a:lnTo>
                  <a:lnTo>
                    <a:pt x="24512" y="278981"/>
                  </a:lnTo>
                  <a:lnTo>
                    <a:pt x="9619" y="197145"/>
                  </a:lnTo>
                  <a:lnTo>
                    <a:pt x="5008" y="171807"/>
                  </a:lnTo>
                  <a:lnTo>
                    <a:pt x="0" y="144284"/>
                  </a:lnTo>
                  <a:lnTo>
                    <a:pt x="24160" y="139986"/>
                  </a:lnTo>
                  <a:lnTo>
                    <a:pt x="55639" y="134386"/>
                  </a:lnTo>
                  <a:lnTo>
                    <a:pt x="66688" y="130678"/>
                  </a:lnTo>
                  <a:lnTo>
                    <a:pt x="74604" y="126295"/>
                  </a:lnTo>
                  <a:lnTo>
                    <a:pt x="81860" y="119553"/>
                  </a:lnTo>
                  <a:lnTo>
                    <a:pt x="84446" y="116398"/>
                  </a:lnTo>
                  <a:lnTo>
                    <a:pt x="86972" y="113317"/>
                  </a:lnTo>
                  <a:lnTo>
                    <a:pt x="87210" y="112749"/>
                  </a:lnTo>
                  <a:lnTo>
                    <a:pt x="90930" y="103878"/>
                  </a:lnTo>
                  <a:lnTo>
                    <a:pt x="92607" y="97444"/>
                  </a:lnTo>
                  <a:lnTo>
                    <a:pt x="92389" y="92889"/>
                  </a:lnTo>
                  <a:lnTo>
                    <a:pt x="92167" y="88230"/>
                  </a:lnTo>
                  <a:lnTo>
                    <a:pt x="85427" y="54357"/>
                  </a:lnTo>
                  <a:lnTo>
                    <a:pt x="84452" y="49337"/>
                  </a:lnTo>
                  <a:lnTo>
                    <a:pt x="78100" y="16630"/>
                  </a:lnTo>
                  <a:lnTo>
                    <a:pt x="77301" y="12516"/>
                  </a:lnTo>
                  <a:lnTo>
                    <a:pt x="119489" y="977"/>
                  </a:lnTo>
                  <a:lnTo>
                    <a:pt x="123064" y="0"/>
                  </a:lnTo>
                  <a:lnTo>
                    <a:pt x="124371" y="6081"/>
                  </a:lnTo>
                  <a:lnTo>
                    <a:pt x="124458" y="6486"/>
                  </a:lnTo>
                  <a:lnTo>
                    <a:pt x="124489" y="6630"/>
                  </a:lnTo>
                  <a:lnTo>
                    <a:pt x="134631" y="6202"/>
                  </a:lnTo>
                  <a:lnTo>
                    <a:pt x="135965" y="6145"/>
                  </a:lnTo>
                  <a:lnTo>
                    <a:pt x="147762" y="7315"/>
                  </a:lnTo>
                  <a:lnTo>
                    <a:pt x="151614" y="7696"/>
                  </a:lnTo>
                  <a:lnTo>
                    <a:pt x="162055" y="12753"/>
                  </a:lnTo>
                  <a:lnTo>
                    <a:pt x="167759" y="15517"/>
                  </a:lnTo>
                  <a:lnTo>
                    <a:pt x="190458" y="27483"/>
                  </a:lnTo>
                  <a:lnTo>
                    <a:pt x="191697" y="28136"/>
                  </a:lnTo>
                  <a:lnTo>
                    <a:pt x="193261" y="28960"/>
                  </a:lnTo>
                  <a:lnTo>
                    <a:pt x="198760" y="26061"/>
                  </a:lnTo>
                  <a:lnTo>
                    <a:pt x="260610" y="60427"/>
                  </a:lnTo>
                  <a:lnTo>
                    <a:pt x="271584" y="66525"/>
                  </a:lnTo>
                  <a:lnTo>
                    <a:pt x="295266" y="79684"/>
                  </a:lnTo>
                  <a:lnTo>
                    <a:pt x="295400" y="79758"/>
                  </a:lnTo>
                  <a:lnTo>
                    <a:pt x="295394" y="80811"/>
                  </a:lnTo>
                  <a:lnTo>
                    <a:pt x="295393" y="80955"/>
                  </a:lnTo>
                  <a:lnTo>
                    <a:pt x="295385" y="82409"/>
                  </a:lnTo>
                  <a:lnTo>
                    <a:pt x="295380" y="83253"/>
                  </a:lnTo>
                  <a:lnTo>
                    <a:pt x="295375" y="84041"/>
                  </a:lnTo>
                  <a:lnTo>
                    <a:pt x="295572" y="84919"/>
                  </a:lnTo>
                  <a:lnTo>
                    <a:pt x="295748" y="85018"/>
                  </a:lnTo>
                  <a:lnTo>
                    <a:pt x="338462" y="108980"/>
                  </a:lnTo>
                  <a:lnTo>
                    <a:pt x="338863" y="109206"/>
                  </a:lnTo>
                  <a:lnTo>
                    <a:pt x="368246" y="125301"/>
                  </a:lnTo>
                  <a:lnTo>
                    <a:pt x="368428" y="125401"/>
                  </a:lnTo>
                  <a:lnTo>
                    <a:pt x="382459" y="133093"/>
                  </a:lnTo>
                  <a:lnTo>
                    <a:pt x="389706" y="137065"/>
                  </a:lnTo>
                  <a:lnTo>
                    <a:pt x="395176" y="140064"/>
                  </a:lnTo>
                  <a:lnTo>
                    <a:pt x="411818" y="149187"/>
                  </a:lnTo>
                  <a:lnTo>
                    <a:pt x="435583" y="162215"/>
                  </a:lnTo>
                  <a:lnTo>
                    <a:pt x="437447" y="158958"/>
                  </a:lnTo>
                  <a:lnTo>
                    <a:pt x="444406" y="146798"/>
                  </a:lnTo>
                  <a:lnTo>
                    <a:pt x="448817" y="139091"/>
                  </a:lnTo>
                  <a:lnTo>
                    <a:pt x="464917" y="111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53"/>
            <p:cNvSpPr/>
            <p:nvPr/>
          </p:nvSpPr>
          <p:spPr>
            <a:xfrm>
              <a:off x="4830778" y="3907468"/>
              <a:ext cx="374248" cy="507865"/>
            </a:xfrm>
            <a:custGeom>
              <a:avLst/>
              <a:pathLst>
                <a:path w="374248" h="507865">
                  <a:moveTo>
                    <a:pt x="216754" y="486829"/>
                  </a:moveTo>
                  <a:lnTo>
                    <a:pt x="200621" y="490816"/>
                  </a:lnTo>
                  <a:lnTo>
                    <a:pt x="198807" y="491265"/>
                  </a:lnTo>
                  <a:lnTo>
                    <a:pt x="198331" y="487909"/>
                  </a:lnTo>
                  <a:lnTo>
                    <a:pt x="170641" y="494652"/>
                  </a:lnTo>
                  <a:lnTo>
                    <a:pt x="169273" y="494985"/>
                  </a:lnTo>
                  <a:lnTo>
                    <a:pt x="168017" y="495296"/>
                  </a:lnTo>
                  <a:lnTo>
                    <a:pt x="167866" y="495333"/>
                  </a:lnTo>
                  <a:lnTo>
                    <a:pt x="160303" y="497205"/>
                  </a:lnTo>
                  <a:lnTo>
                    <a:pt x="158887" y="497689"/>
                  </a:lnTo>
                  <a:lnTo>
                    <a:pt x="146742" y="501839"/>
                  </a:lnTo>
                  <a:lnTo>
                    <a:pt x="132593" y="507865"/>
                  </a:lnTo>
                  <a:lnTo>
                    <a:pt x="120462" y="486898"/>
                  </a:lnTo>
                  <a:lnTo>
                    <a:pt x="118813" y="484893"/>
                  </a:lnTo>
                  <a:lnTo>
                    <a:pt x="118084" y="484007"/>
                  </a:lnTo>
                  <a:lnTo>
                    <a:pt x="117615" y="483436"/>
                  </a:lnTo>
                  <a:lnTo>
                    <a:pt x="117456" y="483243"/>
                  </a:lnTo>
                  <a:lnTo>
                    <a:pt x="116841" y="482495"/>
                  </a:lnTo>
                  <a:lnTo>
                    <a:pt x="101263" y="470186"/>
                  </a:lnTo>
                  <a:lnTo>
                    <a:pt x="91184" y="462221"/>
                  </a:lnTo>
                  <a:lnTo>
                    <a:pt x="73694" y="448402"/>
                  </a:lnTo>
                  <a:lnTo>
                    <a:pt x="72836" y="447724"/>
                  </a:lnTo>
                  <a:lnTo>
                    <a:pt x="67783" y="443731"/>
                  </a:lnTo>
                  <a:lnTo>
                    <a:pt x="41430" y="422908"/>
                  </a:lnTo>
                  <a:lnTo>
                    <a:pt x="33907" y="416964"/>
                  </a:lnTo>
                  <a:lnTo>
                    <a:pt x="30315" y="414125"/>
                  </a:lnTo>
                  <a:lnTo>
                    <a:pt x="29581" y="413546"/>
                  </a:lnTo>
                  <a:lnTo>
                    <a:pt x="29190" y="413237"/>
                  </a:lnTo>
                  <a:lnTo>
                    <a:pt x="28960" y="413055"/>
                  </a:lnTo>
                  <a:lnTo>
                    <a:pt x="28660" y="412818"/>
                  </a:lnTo>
                  <a:lnTo>
                    <a:pt x="28074" y="412356"/>
                  </a:lnTo>
                  <a:lnTo>
                    <a:pt x="27896" y="412215"/>
                  </a:lnTo>
                  <a:lnTo>
                    <a:pt x="27622" y="411999"/>
                  </a:lnTo>
                  <a:lnTo>
                    <a:pt x="27152" y="411627"/>
                  </a:lnTo>
                  <a:lnTo>
                    <a:pt x="26870" y="411404"/>
                  </a:lnTo>
                  <a:lnTo>
                    <a:pt x="26410" y="411041"/>
                  </a:lnTo>
                  <a:lnTo>
                    <a:pt x="25777" y="410542"/>
                  </a:lnTo>
                  <a:lnTo>
                    <a:pt x="25587" y="410391"/>
                  </a:lnTo>
                  <a:lnTo>
                    <a:pt x="25283" y="410152"/>
                  </a:lnTo>
                  <a:lnTo>
                    <a:pt x="24446" y="409490"/>
                  </a:lnTo>
                  <a:lnTo>
                    <a:pt x="23631" y="408847"/>
                  </a:lnTo>
                  <a:lnTo>
                    <a:pt x="23451" y="408705"/>
                  </a:lnTo>
                  <a:lnTo>
                    <a:pt x="23107" y="408433"/>
                  </a:lnTo>
                  <a:lnTo>
                    <a:pt x="22952" y="408311"/>
                  </a:lnTo>
                  <a:lnTo>
                    <a:pt x="22263" y="407767"/>
                  </a:lnTo>
                  <a:lnTo>
                    <a:pt x="21879" y="407463"/>
                  </a:lnTo>
                  <a:lnTo>
                    <a:pt x="21707" y="407328"/>
                  </a:lnTo>
                  <a:lnTo>
                    <a:pt x="21009" y="406777"/>
                  </a:lnTo>
                  <a:lnTo>
                    <a:pt x="20521" y="406391"/>
                  </a:lnTo>
                  <a:lnTo>
                    <a:pt x="20239" y="406169"/>
                  </a:lnTo>
                  <a:lnTo>
                    <a:pt x="19669" y="405718"/>
                  </a:lnTo>
                  <a:lnTo>
                    <a:pt x="19263" y="405398"/>
                  </a:lnTo>
                  <a:lnTo>
                    <a:pt x="18405" y="404720"/>
                  </a:lnTo>
                  <a:lnTo>
                    <a:pt x="18227" y="404579"/>
                  </a:lnTo>
                  <a:lnTo>
                    <a:pt x="18021" y="404417"/>
                  </a:lnTo>
                  <a:lnTo>
                    <a:pt x="17588" y="404075"/>
                  </a:lnTo>
                  <a:lnTo>
                    <a:pt x="16993" y="403605"/>
                  </a:lnTo>
                  <a:lnTo>
                    <a:pt x="16421" y="403153"/>
                  </a:lnTo>
                  <a:lnTo>
                    <a:pt x="16234" y="403006"/>
                  </a:lnTo>
                  <a:lnTo>
                    <a:pt x="15864" y="402714"/>
                  </a:lnTo>
                  <a:lnTo>
                    <a:pt x="15402" y="402349"/>
                  </a:lnTo>
                  <a:lnTo>
                    <a:pt x="14721" y="401811"/>
                  </a:lnTo>
                  <a:lnTo>
                    <a:pt x="14498" y="401635"/>
                  </a:lnTo>
                  <a:lnTo>
                    <a:pt x="14351" y="401518"/>
                  </a:lnTo>
                  <a:lnTo>
                    <a:pt x="13565" y="400898"/>
                  </a:lnTo>
                  <a:lnTo>
                    <a:pt x="12675" y="400195"/>
                  </a:lnTo>
                  <a:lnTo>
                    <a:pt x="12543" y="400091"/>
                  </a:lnTo>
                  <a:lnTo>
                    <a:pt x="11786" y="399493"/>
                  </a:lnTo>
                  <a:lnTo>
                    <a:pt x="11390" y="399180"/>
                  </a:lnTo>
                  <a:lnTo>
                    <a:pt x="10905" y="398798"/>
                  </a:lnTo>
                  <a:lnTo>
                    <a:pt x="10703" y="398638"/>
                  </a:lnTo>
                  <a:lnTo>
                    <a:pt x="10399" y="398398"/>
                  </a:lnTo>
                  <a:lnTo>
                    <a:pt x="9761" y="397894"/>
                  </a:lnTo>
                  <a:lnTo>
                    <a:pt x="9368" y="397584"/>
                  </a:lnTo>
                  <a:lnTo>
                    <a:pt x="9166" y="397424"/>
                  </a:lnTo>
                  <a:lnTo>
                    <a:pt x="8935" y="397242"/>
                  </a:lnTo>
                  <a:lnTo>
                    <a:pt x="8309" y="396748"/>
                  </a:lnTo>
                  <a:lnTo>
                    <a:pt x="7590" y="396180"/>
                  </a:lnTo>
                  <a:lnTo>
                    <a:pt x="7439" y="396061"/>
                  </a:lnTo>
                  <a:lnTo>
                    <a:pt x="7159" y="395839"/>
                  </a:lnTo>
                  <a:lnTo>
                    <a:pt x="6973" y="395693"/>
                  </a:lnTo>
                  <a:lnTo>
                    <a:pt x="6715" y="395489"/>
                  </a:lnTo>
                  <a:lnTo>
                    <a:pt x="6336" y="395189"/>
                  </a:lnTo>
                  <a:lnTo>
                    <a:pt x="5883" y="394832"/>
                  </a:lnTo>
                  <a:lnTo>
                    <a:pt x="5731" y="394712"/>
                  </a:lnTo>
                  <a:lnTo>
                    <a:pt x="5454" y="394493"/>
                  </a:lnTo>
                  <a:lnTo>
                    <a:pt x="5286" y="394361"/>
                  </a:lnTo>
                  <a:lnTo>
                    <a:pt x="4755" y="393941"/>
                  </a:lnTo>
                  <a:lnTo>
                    <a:pt x="4623" y="393837"/>
                  </a:lnTo>
                  <a:lnTo>
                    <a:pt x="4294" y="393577"/>
                  </a:lnTo>
                  <a:lnTo>
                    <a:pt x="4157" y="393469"/>
                  </a:lnTo>
                  <a:lnTo>
                    <a:pt x="3933" y="393292"/>
                  </a:lnTo>
                  <a:lnTo>
                    <a:pt x="3748" y="393146"/>
                  </a:lnTo>
                  <a:lnTo>
                    <a:pt x="3503" y="392953"/>
                  </a:lnTo>
                  <a:lnTo>
                    <a:pt x="2953" y="392518"/>
                  </a:lnTo>
                  <a:lnTo>
                    <a:pt x="2708" y="392324"/>
                  </a:lnTo>
                  <a:lnTo>
                    <a:pt x="2316" y="392015"/>
                  </a:lnTo>
                  <a:lnTo>
                    <a:pt x="2107" y="391850"/>
                  </a:lnTo>
                  <a:lnTo>
                    <a:pt x="1838" y="391637"/>
                  </a:lnTo>
                  <a:lnTo>
                    <a:pt x="1700" y="391528"/>
                  </a:lnTo>
                  <a:lnTo>
                    <a:pt x="1448" y="391330"/>
                  </a:lnTo>
                  <a:lnTo>
                    <a:pt x="942" y="390930"/>
                  </a:lnTo>
                  <a:lnTo>
                    <a:pt x="793" y="390812"/>
                  </a:lnTo>
                  <a:lnTo>
                    <a:pt x="458" y="390548"/>
                  </a:lnTo>
                  <a:lnTo>
                    <a:pt x="0" y="390186"/>
                  </a:lnTo>
                  <a:lnTo>
                    <a:pt x="436" y="389642"/>
                  </a:lnTo>
                  <a:lnTo>
                    <a:pt x="734" y="389270"/>
                  </a:lnTo>
                  <a:lnTo>
                    <a:pt x="844" y="389133"/>
                  </a:lnTo>
                  <a:lnTo>
                    <a:pt x="1065" y="388857"/>
                  </a:lnTo>
                  <a:lnTo>
                    <a:pt x="1544" y="388258"/>
                  </a:lnTo>
                  <a:lnTo>
                    <a:pt x="1909" y="387804"/>
                  </a:lnTo>
                  <a:lnTo>
                    <a:pt x="2184" y="387461"/>
                  </a:lnTo>
                  <a:lnTo>
                    <a:pt x="2947" y="386509"/>
                  </a:lnTo>
                  <a:lnTo>
                    <a:pt x="3303" y="386065"/>
                  </a:lnTo>
                  <a:lnTo>
                    <a:pt x="3835" y="385401"/>
                  </a:lnTo>
                  <a:lnTo>
                    <a:pt x="4581" y="384470"/>
                  </a:lnTo>
                  <a:lnTo>
                    <a:pt x="4767" y="384238"/>
                  </a:lnTo>
                  <a:lnTo>
                    <a:pt x="4952" y="384008"/>
                  </a:lnTo>
                  <a:lnTo>
                    <a:pt x="6007" y="382691"/>
                  </a:lnTo>
                  <a:lnTo>
                    <a:pt x="7030" y="381415"/>
                  </a:lnTo>
                  <a:lnTo>
                    <a:pt x="7536" y="380783"/>
                  </a:lnTo>
                  <a:lnTo>
                    <a:pt x="7640" y="380654"/>
                  </a:lnTo>
                  <a:lnTo>
                    <a:pt x="8487" y="379597"/>
                  </a:lnTo>
                  <a:lnTo>
                    <a:pt x="9831" y="377921"/>
                  </a:lnTo>
                  <a:lnTo>
                    <a:pt x="10035" y="377665"/>
                  </a:lnTo>
                  <a:lnTo>
                    <a:pt x="10296" y="377340"/>
                  </a:lnTo>
                  <a:lnTo>
                    <a:pt x="11448" y="375904"/>
                  </a:lnTo>
                  <a:lnTo>
                    <a:pt x="12812" y="374202"/>
                  </a:lnTo>
                  <a:lnTo>
                    <a:pt x="13168" y="373757"/>
                  </a:lnTo>
                  <a:lnTo>
                    <a:pt x="14669" y="371885"/>
                  </a:lnTo>
                  <a:lnTo>
                    <a:pt x="15087" y="371363"/>
                  </a:lnTo>
                  <a:lnTo>
                    <a:pt x="15285" y="371116"/>
                  </a:lnTo>
                  <a:lnTo>
                    <a:pt x="15843" y="370420"/>
                  </a:lnTo>
                  <a:lnTo>
                    <a:pt x="16254" y="369907"/>
                  </a:lnTo>
                  <a:lnTo>
                    <a:pt x="17825" y="367947"/>
                  </a:lnTo>
                  <a:lnTo>
                    <a:pt x="18255" y="367411"/>
                  </a:lnTo>
                  <a:lnTo>
                    <a:pt x="18693" y="366865"/>
                  </a:lnTo>
                  <a:lnTo>
                    <a:pt x="19019" y="366402"/>
                  </a:lnTo>
                  <a:lnTo>
                    <a:pt x="19282" y="366028"/>
                  </a:lnTo>
                  <a:lnTo>
                    <a:pt x="20918" y="363701"/>
                  </a:lnTo>
                  <a:lnTo>
                    <a:pt x="21367" y="363063"/>
                  </a:lnTo>
                  <a:lnTo>
                    <a:pt x="21925" y="362269"/>
                  </a:lnTo>
                  <a:lnTo>
                    <a:pt x="22018" y="362137"/>
                  </a:lnTo>
                  <a:lnTo>
                    <a:pt x="23749" y="359676"/>
                  </a:lnTo>
                  <a:lnTo>
                    <a:pt x="24621" y="358436"/>
                  </a:lnTo>
                  <a:lnTo>
                    <a:pt x="24878" y="358071"/>
                  </a:lnTo>
                  <a:lnTo>
                    <a:pt x="25046" y="357833"/>
                  </a:lnTo>
                  <a:lnTo>
                    <a:pt x="25921" y="356588"/>
                  </a:lnTo>
                  <a:lnTo>
                    <a:pt x="26935" y="355146"/>
                  </a:lnTo>
                  <a:lnTo>
                    <a:pt x="27774" y="353953"/>
                  </a:lnTo>
                  <a:lnTo>
                    <a:pt x="28617" y="352755"/>
                  </a:lnTo>
                  <a:lnTo>
                    <a:pt x="29547" y="351432"/>
                  </a:lnTo>
                  <a:lnTo>
                    <a:pt x="29703" y="351210"/>
                  </a:lnTo>
                  <a:lnTo>
                    <a:pt x="30715" y="349771"/>
                  </a:lnTo>
                  <a:lnTo>
                    <a:pt x="31003" y="349361"/>
                  </a:lnTo>
                  <a:lnTo>
                    <a:pt x="31607" y="348503"/>
                  </a:lnTo>
                  <a:lnTo>
                    <a:pt x="32223" y="347628"/>
                  </a:lnTo>
                  <a:lnTo>
                    <a:pt x="32576" y="347125"/>
                  </a:lnTo>
                  <a:lnTo>
                    <a:pt x="32989" y="346537"/>
                  </a:lnTo>
                  <a:lnTo>
                    <a:pt x="33107" y="346370"/>
                  </a:lnTo>
                  <a:lnTo>
                    <a:pt x="34472" y="344430"/>
                  </a:lnTo>
                  <a:lnTo>
                    <a:pt x="35497" y="342972"/>
                  </a:lnTo>
                  <a:lnTo>
                    <a:pt x="36573" y="341442"/>
                  </a:lnTo>
                  <a:lnTo>
                    <a:pt x="36783" y="341144"/>
                  </a:lnTo>
                  <a:lnTo>
                    <a:pt x="37015" y="340813"/>
                  </a:lnTo>
                  <a:lnTo>
                    <a:pt x="37987" y="339432"/>
                  </a:lnTo>
                  <a:lnTo>
                    <a:pt x="39314" y="337544"/>
                  </a:lnTo>
                  <a:lnTo>
                    <a:pt x="40202" y="336281"/>
                  </a:lnTo>
                  <a:lnTo>
                    <a:pt x="40438" y="335946"/>
                  </a:lnTo>
                  <a:lnTo>
                    <a:pt x="40543" y="335798"/>
                  </a:lnTo>
                  <a:lnTo>
                    <a:pt x="41061" y="335060"/>
                  </a:lnTo>
                  <a:lnTo>
                    <a:pt x="41709" y="334139"/>
                  </a:lnTo>
                  <a:lnTo>
                    <a:pt x="41860" y="333924"/>
                  </a:lnTo>
                  <a:lnTo>
                    <a:pt x="42856" y="332509"/>
                  </a:lnTo>
                  <a:lnTo>
                    <a:pt x="43082" y="332188"/>
                  </a:lnTo>
                  <a:lnTo>
                    <a:pt x="44412" y="330296"/>
                  </a:lnTo>
                  <a:lnTo>
                    <a:pt x="44970" y="329502"/>
                  </a:lnTo>
                  <a:lnTo>
                    <a:pt x="45331" y="328990"/>
                  </a:lnTo>
                  <a:lnTo>
                    <a:pt x="45689" y="328480"/>
                  </a:lnTo>
                  <a:lnTo>
                    <a:pt x="45954" y="328103"/>
                  </a:lnTo>
                  <a:lnTo>
                    <a:pt x="47463" y="325958"/>
                  </a:lnTo>
                  <a:lnTo>
                    <a:pt x="48096" y="325057"/>
                  </a:lnTo>
                  <a:lnTo>
                    <a:pt x="48537" y="324431"/>
                  </a:lnTo>
                  <a:lnTo>
                    <a:pt x="48951" y="323842"/>
                  </a:lnTo>
                  <a:lnTo>
                    <a:pt x="49836" y="322583"/>
                  </a:lnTo>
                  <a:lnTo>
                    <a:pt x="50712" y="321338"/>
                  </a:lnTo>
                  <a:lnTo>
                    <a:pt x="52004" y="319501"/>
                  </a:lnTo>
                  <a:lnTo>
                    <a:pt x="52698" y="318514"/>
                  </a:lnTo>
                  <a:lnTo>
                    <a:pt x="52998" y="318088"/>
                  </a:lnTo>
                  <a:lnTo>
                    <a:pt x="53467" y="317421"/>
                  </a:lnTo>
                  <a:lnTo>
                    <a:pt x="54372" y="316135"/>
                  </a:lnTo>
                  <a:lnTo>
                    <a:pt x="55835" y="314054"/>
                  </a:lnTo>
                  <a:lnTo>
                    <a:pt x="56251" y="313462"/>
                  </a:lnTo>
                  <a:lnTo>
                    <a:pt x="56424" y="313216"/>
                  </a:lnTo>
                  <a:lnTo>
                    <a:pt x="56772" y="312722"/>
                  </a:lnTo>
                  <a:lnTo>
                    <a:pt x="58065" y="310884"/>
                  </a:lnTo>
                  <a:lnTo>
                    <a:pt x="58975" y="309589"/>
                  </a:lnTo>
                  <a:lnTo>
                    <a:pt x="59282" y="309153"/>
                  </a:lnTo>
                  <a:lnTo>
                    <a:pt x="60219" y="307821"/>
                  </a:lnTo>
                  <a:lnTo>
                    <a:pt x="60384" y="307586"/>
                  </a:lnTo>
                  <a:lnTo>
                    <a:pt x="61462" y="306053"/>
                  </a:lnTo>
                  <a:lnTo>
                    <a:pt x="62401" y="304719"/>
                  </a:lnTo>
                  <a:lnTo>
                    <a:pt x="62720" y="304265"/>
                  </a:lnTo>
                  <a:lnTo>
                    <a:pt x="63001" y="303866"/>
                  </a:lnTo>
                  <a:lnTo>
                    <a:pt x="64491" y="301747"/>
                  </a:lnTo>
                  <a:lnTo>
                    <a:pt x="64897" y="301169"/>
                  </a:lnTo>
                  <a:lnTo>
                    <a:pt x="66569" y="298792"/>
                  </a:lnTo>
                  <a:lnTo>
                    <a:pt x="66746" y="298540"/>
                  </a:lnTo>
                  <a:lnTo>
                    <a:pt x="66971" y="298220"/>
                  </a:lnTo>
                  <a:lnTo>
                    <a:pt x="67906" y="296890"/>
                  </a:lnTo>
                  <a:lnTo>
                    <a:pt x="69654" y="294405"/>
                  </a:lnTo>
                  <a:lnTo>
                    <a:pt x="70544" y="293140"/>
                  </a:lnTo>
                  <a:lnTo>
                    <a:pt x="71196" y="292213"/>
                  </a:lnTo>
                  <a:lnTo>
                    <a:pt x="72884" y="289812"/>
                  </a:lnTo>
                  <a:lnTo>
                    <a:pt x="73706" y="288645"/>
                  </a:lnTo>
                  <a:lnTo>
                    <a:pt x="74008" y="288214"/>
                  </a:lnTo>
                  <a:lnTo>
                    <a:pt x="74413" y="287639"/>
                  </a:lnTo>
                  <a:lnTo>
                    <a:pt x="75829" y="285625"/>
                  </a:lnTo>
                  <a:lnTo>
                    <a:pt x="76214" y="285077"/>
                  </a:lnTo>
                  <a:lnTo>
                    <a:pt x="76377" y="284846"/>
                  </a:lnTo>
                  <a:lnTo>
                    <a:pt x="77598" y="283109"/>
                  </a:lnTo>
                  <a:lnTo>
                    <a:pt x="77801" y="282821"/>
                  </a:lnTo>
                  <a:lnTo>
                    <a:pt x="78250" y="282183"/>
                  </a:lnTo>
                  <a:lnTo>
                    <a:pt x="78474" y="281865"/>
                  </a:lnTo>
                  <a:lnTo>
                    <a:pt x="78988" y="281134"/>
                  </a:lnTo>
                  <a:lnTo>
                    <a:pt x="79587" y="280283"/>
                  </a:lnTo>
                  <a:lnTo>
                    <a:pt x="80305" y="279261"/>
                  </a:lnTo>
                  <a:lnTo>
                    <a:pt x="80589" y="278857"/>
                  </a:lnTo>
                  <a:lnTo>
                    <a:pt x="81086" y="278150"/>
                  </a:lnTo>
                  <a:lnTo>
                    <a:pt x="81996" y="276857"/>
                  </a:lnTo>
                  <a:lnTo>
                    <a:pt x="82486" y="276161"/>
                  </a:lnTo>
                  <a:lnTo>
                    <a:pt x="82615" y="275979"/>
                  </a:lnTo>
                  <a:lnTo>
                    <a:pt x="84100" y="274046"/>
                  </a:lnTo>
                  <a:lnTo>
                    <a:pt x="84452" y="273589"/>
                  </a:lnTo>
                  <a:lnTo>
                    <a:pt x="84703" y="273262"/>
                  </a:lnTo>
                  <a:lnTo>
                    <a:pt x="84841" y="273082"/>
                  </a:lnTo>
                  <a:lnTo>
                    <a:pt x="85656" y="272022"/>
                  </a:lnTo>
                  <a:lnTo>
                    <a:pt x="85843" y="271779"/>
                  </a:lnTo>
                  <a:lnTo>
                    <a:pt x="86242" y="271260"/>
                  </a:lnTo>
                  <a:lnTo>
                    <a:pt x="86657" y="270720"/>
                  </a:lnTo>
                  <a:lnTo>
                    <a:pt x="87788" y="269249"/>
                  </a:lnTo>
                  <a:lnTo>
                    <a:pt x="115143" y="231408"/>
                  </a:lnTo>
                  <a:lnTo>
                    <a:pt x="116176" y="230022"/>
                  </a:lnTo>
                  <a:lnTo>
                    <a:pt x="130235" y="211162"/>
                  </a:lnTo>
                  <a:lnTo>
                    <a:pt x="138449" y="198690"/>
                  </a:lnTo>
                  <a:lnTo>
                    <a:pt x="146978" y="185854"/>
                  </a:lnTo>
                  <a:lnTo>
                    <a:pt x="147787" y="184769"/>
                  </a:lnTo>
                  <a:lnTo>
                    <a:pt x="162730" y="164590"/>
                  </a:lnTo>
                  <a:lnTo>
                    <a:pt x="162259" y="164057"/>
                  </a:lnTo>
                  <a:lnTo>
                    <a:pt x="161906" y="163659"/>
                  </a:lnTo>
                  <a:lnTo>
                    <a:pt x="161549" y="163255"/>
                  </a:lnTo>
                  <a:lnTo>
                    <a:pt x="161130" y="162782"/>
                  </a:lnTo>
                  <a:lnTo>
                    <a:pt x="160569" y="162148"/>
                  </a:lnTo>
                  <a:lnTo>
                    <a:pt x="160425" y="161985"/>
                  </a:lnTo>
                  <a:lnTo>
                    <a:pt x="160276" y="161816"/>
                  </a:lnTo>
                  <a:lnTo>
                    <a:pt x="159733" y="161203"/>
                  </a:lnTo>
                  <a:lnTo>
                    <a:pt x="159086" y="160472"/>
                  </a:lnTo>
                  <a:lnTo>
                    <a:pt x="158379" y="159673"/>
                  </a:lnTo>
                  <a:lnTo>
                    <a:pt x="158001" y="159246"/>
                  </a:lnTo>
                  <a:lnTo>
                    <a:pt x="157856" y="159082"/>
                  </a:lnTo>
                  <a:lnTo>
                    <a:pt x="156851" y="157946"/>
                  </a:lnTo>
                  <a:lnTo>
                    <a:pt x="156510" y="157561"/>
                  </a:lnTo>
                  <a:lnTo>
                    <a:pt x="156291" y="157314"/>
                  </a:lnTo>
                  <a:lnTo>
                    <a:pt x="155613" y="156547"/>
                  </a:lnTo>
                  <a:lnTo>
                    <a:pt x="155065" y="155928"/>
                  </a:lnTo>
                  <a:lnTo>
                    <a:pt x="154722" y="155541"/>
                  </a:lnTo>
                  <a:lnTo>
                    <a:pt x="154164" y="154910"/>
                  </a:lnTo>
                  <a:lnTo>
                    <a:pt x="153841" y="154545"/>
                  </a:lnTo>
                  <a:lnTo>
                    <a:pt x="153019" y="153616"/>
                  </a:lnTo>
                  <a:lnTo>
                    <a:pt x="152808" y="153377"/>
                  </a:lnTo>
                  <a:lnTo>
                    <a:pt x="152502" y="153031"/>
                  </a:lnTo>
                  <a:lnTo>
                    <a:pt x="151741" y="152172"/>
                  </a:lnTo>
                  <a:lnTo>
                    <a:pt x="151251" y="151618"/>
                  </a:lnTo>
                  <a:lnTo>
                    <a:pt x="150933" y="151258"/>
                  </a:lnTo>
                  <a:lnTo>
                    <a:pt x="150411" y="150669"/>
                  </a:lnTo>
                  <a:lnTo>
                    <a:pt x="149754" y="149926"/>
                  </a:lnTo>
                  <a:lnTo>
                    <a:pt x="149351" y="149471"/>
                  </a:lnTo>
                  <a:lnTo>
                    <a:pt x="149174" y="149271"/>
                  </a:lnTo>
                  <a:lnTo>
                    <a:pt x="148763" y="148806"/>
                  </a:lnTo>
                  <a:lnTo>
                    <a:pt x="148392" y="148387"/>
                  </a:lnTo>
                  <a:lnTo>
                    <a:pt x="148093" y="148049"/>
                  </a:lnTo>
                  <a:lnTo>
                    <a:pt x="147759" y="147671"/>
                  </a:lnTo>
                  <a:lnTo>
                    <a:pt x="147134" y="146966"/>
                  </a:lnTo>
                  <a:lnTo>
                    <a:pt x="146992" y="146805"/>
                  </a:lnTo>
                  <a:lnTo>
                    <a:pt x="146683" y="146456"/>
                  </a:lnTo>
                  <a:lnTo>
                    <a:pt x="146511" y="146261"/>
                  </a:lnTo>
                  <a:lnTo>
                    <a:pt x="149455" y="143803"/>
                  </a:lnTo>
                  <a:lnTo>
                    <a:pt x="164280" y="131422"/>
                  </a:lnTo>
                  <a:lnTo>
                    <a:pt x="168662" y="127763"/>
                  </a:lnTo>
                  <a:lnTo>
                    <a:pt x="188084" y="111543"/>
                  </a:lnTo>
                  <a:lnTo>
                    <a:pt x="192564" y="107803"/>
                  </a:lnTo>
                  <a:lnTo>
                    <a:pt x="194114" y="106441"/>
                  </a:lnTo>
                  <a:lnTo>
                    <a:pt x="221712" y="82203"/>
                  </a:lnTo>
                  <a:lnTo>
                    <a:pt x="227952" y="76722"/>
                  </a:lnTo>
                  <a:lnTo>
                    <a:pt x="228621" y="76117"/>
                  </a:lnTo>
                  <a:lnTo>
                    <a:pt x="263442" y="44654"/>
                  </a:lnTo>
                  <a:lnTo>
                    <a:pt x="263676" y="44442"/>
                  </a:lnTo>
                  <a:lnTo>
                    <a:pt x="273255" y="35786"/>
                  </a:lnTo>
                  <a:lnTo>
                    <a:pt x="287180" y="23204"/>
                  </a:lnTo>
                  <a:lnTo>
                    <a:pt x="293093" y="17861"/>
                  </a:lnTo>
                  <a:lnTo>
                    <a:pt x="297502" y="13877"/>
                  </a:lnTo>
                  <a:lnTo>
                    <a:pt x="304563" y="7496"/>
                  </a:lnTo>
                  <a:lnTo>
                    <a:pt x="312860" y="0"/>
                  </a:lnTo>
                  <a:lnTo>
                    <a:pt x="313029" y="209"/>
                  </a:lnTo>
                  <a:lnTo>
                    <a:pt x="327208" y="17820"/>
                  </a:lnTo>
                  <a:lnTo>
                    <a:pt x="327517" y="18173"/>
                  </a:lnTo>
                  <a:lnTo>
                    <a:pt x="334843" y="26541"/>
                  </a:lnTo>
                  <a:lnTo>
                    <a:pt x="349121" y="41049"/>
                  </a:lnTo>
                  <a:lnTo>
                    <a:pt x="350396" y="41892"/>
                  </a:lnTo>
                  <a:lnTo>
                    <a:pt x="355168" y="45048"/>
                  </a:lnTo>
                  <a:lnTo>
                    <a:pt x="371830" y="56049"/>
                  </a:lnTo>
                  <a:lnTo>
                    <a:pt x="374248" y="57646"/>
                  </a:lnTo>
                  <a:lnTo>
                    <a:pt x="364102" y="72947"/>
                  </a:lnTo>
                  <a:lnTo>
                    <a:pt x="361430" y="76977"/>
                  </a:lnTo>
                  <a:lnTo>
                    <a:pt x="358118" y="81971"/>
                  </a:lnTo>
                  <a:lnTo>
                    <a:pt x="357257" y="83269"/>
                  </a:lnTo>
                  <a:lnTo>
                    <a:pt x="348404" y="96053"/>
                  </a:lnTo>
                  <a:lnTo>
                    <a:pt x="348219" y="96321"/>
                  </a:lnTo>
                  <a:lnTo>
                    <a:pt x="342577" y="104540"/>
                  </a:lnTo>
                  <a:lnTo>
                    <a:pt x="339759" y="108646"/>
                  </a:lnTo>
                  <a:lnTo>
                    <a:pt x="336227" y="113792"/>
                  </a:lnTo>
                  <a:lnTo>
                    <a:pt x="334946" y="115658"/>
                  </a:lnTo>
                  <a:lnTo>
                    <a:pt x="333813" y="117309"/>
                  </a:lnTo>
                  <a:lnTo>
                    <a:pt x="332164" y="119712"/>
                  </a:lnTo>
                  <a:lnTo>
                    <a:pt x="321634" y="136487"/>
                  </a:lnTo>
                  <a:lnTo>
                    <a:pt x="318875" y="140970"/>
                  </a:lnTo>
                  <a:lnTo>
                    <a:pt x="314633" y="147862"/>
                  </a:lnTo>
                  <a:lnTo>
                    <a:pt x="311687" y="152650"/>
                  </a:lnTo>
                  <a:lnTo>
                    <a:pt x="311230" y="153509"/>
                  </a:lnTo>
                  <a:lnTo>
                    <a:pt x="305310" y="164641"/>
                  </a:lnTo>
                  <a:lnTo>
                    <a:pt x="300846" y="173696"/>
                  </a:lnTo>
                  <a:lnTo>
                    <a:pt x="300297" y="174810"/>
                  </a:lnTo>
                  <a:lnTo>
                    <a:pt x="297171" y="183119"/>
                  </a:lnTo>
                  <a:lnTo>
                    <a:pt x="295816" y="186717"/>
                  </a:lnTo>
                  <a:lnTo>
                    <a:pt x="291560" y="198281"/>
                  </a:lnTo>
                  <a:lnTo>
                    <a:pt x="290955" y="200309"/>
                  </a:lnTo>
                  <a:lnTo>
                    <a:pt x="289700" y="204511"/>
                  </a:lnTo>
                  <a:lnTo>
                    <a:pt x="287527" y="211791"/>
                  </a:lnTo>
                  <a:lnTo>
                    <a:pt x="286271" y="216792"/>
                  </a:lnTo>
                  <a:lnTo>
                    <a:pt x="284409" y="224200"/>
                  </a:lnTo>
                  <a:lnTo>
                    <a:pt x="282263" y="232742"/>
                  </a:lnTo>
                  <a:lnTo>
                    <a:pt x="280441" y="243292"/>
                  </a:lnTo>
                  <a:lnTo>
                    <a:pt x="279574" y="248313"/>
                  </a:lnTo>
                  <a:lnTo>
                    <a:pt x="277670" y="265143"/>
                  </a:lnTo>
                  <a:lnTo>
                    <a:pt x="276992" y="273012"/>
                  </a:lnTo>
                  <a:lnTo>
                    <a:pt x="276183" y="282405"/>
                  </a:lnTo>
                  <a:lnTo>
                    <a:pt x="276102" y="283347"/>
                  </a:lnTo>
                  <a:lnTo>
                    <a:pt x="275742" y="291698"/>
                  </a:lnTo>
                  <a:lnTo>
                    <a:pt x="275491" y="297544"/>
                  </a:lnTo>
                  <a:lnTo>
                    <a:pt x="275101" y="306605"/>
                  </a:lnTo>
                  <a:lnTo>
                    <a:pt x="275009" y="308740"/>
                  </a:lnTo>
                  <a:lnTo>
                    <a:pt x="274993" y="310733"/>
                  </a:lnTo>
                  <a:lnTo>
                    <a:pt x="274977" y="312824"/>
                  </a:lnTo>
                  <a:lnTo>
                    <a:pt x="274960" y="314989"/>
                  </a:lnTo>
                  <a:lnTo>
                    <a:pt x="274916" y="318936"/>
                  </a:lnTo>
                  <a:lnTo>
                    <a:pt x="274842" y="325670"/>
                  </a:lnTo>
                  <a:lnTo>
                    <a:pt x="274809" y="328676"/>
                  </a:lnTo>
                  <a:lnTo>
                    <a:pt x="274785" y="330819"/>
                  </a:lnTo>
                  <a:lnTo>
                    <a:pt x="274732" y="335575"/>
                  </a:lnTo>
                  <a:lnTo>
                    <a:pt x="274687" y="337235"/>
                  </a:lnTo>
                  <a:lnTo>
                    <a:pt x="274587" y="340908"/>
                  </a:lnTo>
                  <a:lnTo>
                    <a:pt x="274445" y="346078"/>
                  </a:lnTo>
                  <a:lnTo>
                    <a:pt x="274154" y="356740"/>
                  </a:lnTo>
                  <a:lnTo>
                    <a:pt x="273704" y="365247"/>
                  </a:lnTo>
                  <a:lnTo>
                    <a:pt x="273159" y="372178"/>
                  </a:lnTo>
                  <a:lnTo>
                    <a:pt x="272917" y="375247"/>
                  </a:lnTo>
                  <a:lnTo>
                    <a:pt x="272008" y="381217"/>
                  </a:lnTo>
                  <a:lnTo>
                    <a:pt x="271027" y="387655"/>
                  </a:lnTo>
                  <a:lnTo>
                    <a:pt x="268995" y="400995"/>
                  </a:lnTo>
                  <a:lnTo>
                    <a:pt x="268439" y="404786"/>
                  </a:lnTo>
                  <a:lnTo>
                    <a:pt x="268362" y="405307"/>
                  </a:lnTo>
                  <a:lnTo>
                    <a:pt x="265790" y="422849"/>
                  </a:lnTo>
                  <a:lnTo>
                    <a:pt x="265553" y="425509"/>
                  </a:lnTo>
                  <a:lnTo>
                    <a:pt x="264831" y="433611"/>
                  </a:lnTo>
                  <a:lnTo>
                    <a:pt x="264686" y="435243"/>
                  </a:lnTo>
                  <a:lnTo>
                    <a:pt x="264479" y="443761"/>
                  </a:lnTo>
                  <a:lnTo>
                    <a:pt x="264392" y="447303"/>
                  </a:lnTo>
                  <a:lnTo>
                    <a:pt x="264414" y="447921"/>
                  </a:lnTo>
                  <a:lnTo>
                    <a:pt x="265374" y="475304"/>
                  </a:lnTo>
                  <a:lnTo>
                    <a:pt x="264100" y="475595"/>
                  </a:lnTo>
                  <a:lnTo>
                    <a:pt x="256456" y="477336"/>
                  </a:lnTo>
                  <a:lnTo>
                    <a:pt x="255603" y="477531"/>
                  </a:lnTo>
                  <a:lnTo>
                    <a:pt x="251796" y="478398"/>
                  </a:lnTo>
                  <a:lnTo>
                    <a:pt x="243729" y="480236"/>
                  </a:lnTo>
                  <a:lnTo>
                    <a:pt x="239890" y="481111"/>
                  </a:lnTo>
                  <a:lnTo>
                    <a:pt x="237461" y="481711"/>
                  </a:lnTo>
                  <a:lnTo>
                    <a:pt x="236602" y="481923"/>
                  </a:lnTo>
                  <a:lnTo>
                    <a:pt x="231394" y="483211"/>
                  </a:lnTo>
                  <a:lnTo>
                    <a:pt x="223617" y="485133"/>
                  </a:lnTo>
                  <a:lnTo>
                    <a:pt x="218816" y="486320"/>
                  </a:lnTo>
                  <a:lnTo>
                    <a:pt x="217036" y="486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54"/>
            <p:cNvSpPr/>
            <p:nvPr/>
          </p:nvSpPr>
          <p:spPr>
            <a:xfrm>
              <a:off x="4616270" y="4634651"/>
              <a:ext cx="440252" cy="409233"/>
            </a:xfrm>
            <a:custGeom>
              <a:avLst/>
              <a:pathLst>
                <a:path w="440252" h="409233">
                  <a:moveTo>
                    <a:pt x="368054" y="389156"/>
                  </a:moveTo>
                  <a:lnTo>
                    <a:pt x="361269" y="409233"/>
                  </a:lnTo>
                  <a:lnTo>
                    <a:pt x="312519" y="393083"/>
                  </a:lnTo>
                  <a:lnTo>
                    <a:pt x="261670" y="376237"/>
                  </a:lnTo>
                  <a:lnTo>
                    <a:pt x="260692" y="375913"/>
                  </a:lnTo>
                  <a:lnTo>
                    <a:pt x="258799" y="375285"/>
                  </a:lnTo>
                  <a:lnTo>
                    <a:pt x="249198" y="372105"/>
                  </a:lnTo>
                  <a:lnTo>
                    <a:pt x="242501" y="369740"/>
                  </a:lnTo>
                  <a:lnTo>
                    <a:pt x="235495" y="367266"/>
                  </a:lnTo>
                  <a:lnTo>
                    <a:pt x="234929" y="367066"/>
                  </a:lnTo>
                  <a:lnTo>
                    <a:pt x="232869" y="366339"/>
                  </a:lnTo>
                  <a:lnTo>
                    <a:pt x="231768" y="365950"/>
                  </a:lnTo>
                  <a:lnTo>
                    <a:pt x="230313" y="365574"/>
                  </a:lnTo>
                  <a:lnTo>
                    <a:pt x="229546" y="365306"/>
                  </a:lnTo>
                  <a:lnTo>
                    <a:pt x="213504" y="360096"/>
                  </a:lnTo>
                  <a:lnTo>
                    <a:pt x="212393" y="359876"/>
                  </a:lnTo>
                  <a:lnTo>
                    <a:pt x="210208" y="359441"/>
                  </a:lnTo>
                  <a:lnTo>
                    <a:pt x="208107" y="359024"/>
                  </a:lnTo>
                  <a:lnTo>
                    <a:pt x="194014" y="357032"/>
                  </a:lnTo>
                  <a:lnTo>
                    <a:pt x="180071" y="355959"/>
                  </a:lnTo>
                  <a:lnTo>
                    <a:pt x="168227" y="354427"/>
                  </a:lnTo>
                  <a:lnTo>
                    <a:pt x="161234" y="353327"/>
                  </a:lnTo>
                  <a:lnTo>
                    <a:pt x="160431" y="353201"/>
                  </a:lnTo>
                  <a:lnTo>
                    <a:pt x="153395" y="351523"/>
                  </a:lnTo>
                  <a:lnTo>
                    <a:pt x="151436" y="351056"/>
                  </a:lnTo>
                  <a:lnTo>
                    <a:pt x="125632" y="342055"/>
                  </a:lnTo>
                  <a:lnTo>
                    <a:pt x="124777" y="341756"/>
                  </a:lnTo>
                  <a:lnTo>
                    <a:pt x="67728" y="322105"/>
                  </a:lnTo>
                  <a:lnTo>
                    <a:pt x="66856" y="321800"/>
                  </a:lnTo>
                  <a:lnTo>
                    <a:pt x="65577" y="321379"/>
                  </a:lnTo>
                  <a:lnTo>
                    <a:pt x="63007" y="320535"/>
                  </a:lnTo>
                  <a:lnTo>
                    <a:pt x="61371" y="319998"/>
                  </a:lnTo>
                  <a:lnTo>
                    <a:pt x="54721" y="318397"/>
                  </a:lnTo>
                  <a:lnTo>
                    <a:pt x="48806" y="317563"/>
                  </a:lnTo>
                  <a:lnTo>
                    <a:pt x="37670" y="316794"/>
                  </a:lnTo>
                  <a:lnTo>
                    <a:pt x="30422" y="316394"/>
                  </a:lnTo>
                  <a:lnTo>
                    <a:pt x="13887" y="315654"/>
                  </a:lnTo>
                  <a:lnTo>
                    <a:pt x="13537" y="315639"/>
                  </a:lnTo>
                  <a:lnTo>
                    <a:pt x="13393" y="293876"/>
                  </a:lnTo>
                  <a:lnTo>
                    <a:pt x="13266" y="286935"/>
                  </a:lnTo>
                  <a:lnTo>
                    <a:pt x="13220" y="284449"/>
                  </a:lnTo>
                  <a:lnTo>
                    <a:pt x="13114" y="278644"/>
                  </a:lnTo>
                  <a:lnTo>
                    <a:pt x="12755" y="273110"/>
                  </a:lnTo>
                  <a:lnTo>
                    <a:pt x="11814" y="244542"/>
                  </a:lnTo>
                  <a:lnTo>
                    <a:pt x="11801" y="244138"/>
                  </a:lnTo>
                  <a:lnTo>
                    <a:pt x="10242" y="196799"/>
                  </a:lnTo>
                  <a:lnTo>
                    <a:pt x="10202" y="195592"/>
                  </a:lnTo>
                  <a:lnTo>
                    <a:pt x="9869" y="179439"/>
                  </a:lnTo>
                  <a:lnTo>
                    <a:pt x="9834" y="177732"/>
                  </a:lnTo>
                  <a:lnTo>
                    <a:pt x="9491" y="161127"/>
                  </a:lnTo>
                  <a:lnTo>
                    <a:pt x="9485" y="160829"/>
                  </a:lnTo>
                  <a:lnTo>
                    <a:pt x="8718" y="123634"/>
                  </a:lnTo>
                  <a:lnTo>
                    <a:pt x="8713" y="123401"/>
                  </a:lnTo>
                  <a:lnTo>
                    <a:pt x="8235" y="109444"/>
                  </a:lnTo>
                  <a:lnTo>
                    <a:pt x="7997" y="102482"/>
                  </a:lnTo>
                  <a:lnTo>
                    <a:pt x="7714" y="94224"/>
                  </a:lnTo>
                  <a:lnTo>
                    <a:pt x="7501" y="89147"/>
                  </a:lnTo>
                  <a:lnTo>
                    <a:pt x="7076" y="82983"/>
                  </a:lnTo>
                  <a:lnTo>
                    <a:pt x="6579" y="77399"/>
                  </a:lnTo>
                  <a:lnTo>
                    <a:pt x="6081" y="72165"/>
                  </a:lnTo>
                  <a:lnTo>
                    <a:pt x="5798" y="69204"/>
                  </a:lnTo>
                  <a:lnTo>
                    <a:pt x="4592" y="58253"/>
                  </a:lnTo>
                  <a:lnTo>
                    <a:pt x="3058" y="45847"/>
                  </a:lnTo>
                  <a:lnTo>
                    <a:pt x="3007" y="45437"/>
                  </a:lnTo>
                  <a:lnTo>
                    <a:pt x="2954" y="45006"/>
                  </a:lnTo>
                  <a:lnTo>
                    <a:pt x="2251" y="39324"/>
                  </a:lnTo>
                  <a:lnTo>
                    <a:pt x="710" y="27836"/>
                  </a:lnTo>
                  <a:lnTo>
                    <a:pt x="0" y="22534"/>
                  </a:lnTo>
                  <a:lnTo>
                    <a:pt x="10352" y="20490"/>
                  </a:lnTo>
                  <a:lnTo>
                    <a:pt x="14896" y="19593"/>
                  </a:lnTo>
                  <a:lnTo>
                    <a:pt x="16421" y="19292"/>
                  </a:lnTo>
                  <a:lnTo>
                    <a:pt x="20143" y="18557"/>
                  </a:lnTo>
                  <a:lnTo>
                    <a:pt x="31827" y="16250"/>
                  </a:lnTo>
                  <a:lnTo>
                    <a:pt x="44827" y="13684"/>
                  </a:lnTo>
                  <a:lnTo>
                    <a:pt x="57354" y="11210"/>
                  </a:lnTo>
                  <a:lnTo>
                    <a:pt x="58120" y="11059"/>
                  </a:lnTo>
                  <a:lnTo>
                    <a:pt x="64186" y="9862"/>
                  </a:lnTo>
                  <a:lnTo>
                    <a:pt x="83631" y="6023"/>
                  </a:lnTo>
                  <a:lnTo>
                    <a:pt x="91360" y="4497"/>
                  </a:lnTo>
                  <a:lnTo>
                    <a:pt x="104127" y="1976"/>
                  </a:lnTo>
                  <a:lnTo>
                    <a:pt x="114139" y="0"/>
                  </a:lnTo>
                  <a:lnTo>
                    <a:pt x="117375" y="8682"/>
                  </a:lnTo>
                  <a:lnTo>
                    <a:pt x="120228" y="14694"/>
                  </a:lnTo>
                  <a:lnTo>
                    <a:pt x="120758" y="15594"/>
                  </a:lnTo>
                  <a:lnTo>
                    <a:pt x="129800" y="30967"/>
                  </a:lnTo>
                  <a:lnTo>
                    <a:pt x="136408" y="38988"/>
                  </a:lnTo>
                  <a:lnTo>
                    <a:pt x="140669" y="44161"/>
                  </a:lnTo>
                  <a:lnTo>
                    <a:pt x="155229" y="56710"/>
                  </a:lnTo>
                  <a:lnTo>
                    <a:pt x="165354" y="63706"/>
                  </a:lnTo>
                  <a:lnTo>
                    <a:pt x="171603" y="67023"/>
                  </a:lnTo>
                  <a:lnTo>
                    <a:pt x="183665" y="71678"/>
                  </a:lnTo>
                  <a:lnTo>
                    <a:pt x="186926" y="73041"/>
                  </a:lnTo>
                  <a:lnTo>
                    <a:pt x="211377" y="83262"/>
                  </a:lnTo>
                  <a:lnTo>
                    <a:pt x="211935" y="83495"/>
                  </a:lnTo>
                  <a:lnTo>
                    <a:pt x="213273" y="84054"/>
                  </a:lnTo>
                  <a:lnTo>
                    <a:pt x="213748" y="84253"/>
                  </a:lnTo>
                  <a:lnTo>
                    <a:pt x="236226" y="93298"/>
                  </a:lnTo>
                  <a:lnTo>
                    <a:pt x="238525" y="94223"/>
                  </a:lnTo>
                  <a:lnTo>
                    <a:pt x="239235" y="94509"/>
                  </a:lnTo>
                  <a:lnTo>
                    <a:pt x="270438" y="106739"/>
                  </a:lnTo>
                  <a:lnTo>
                    <a:pt x="271630" y="107206"/>
                  </a:lnTo>
                  <a:lnTo>
                    <a:pt x="276730" y="109205"/>
                  </a:lnTo>
                  <a:lnTo>
                    <a:pt x="278071" y="109794"/>
                  </a:lnTo>
                  <a:lnTo>
                    <a:pt x="293682" y="116651"/>
                  </a:lnTo>
                  <a:lnTo>
                    <a:pt x="299206" y="119077"/>
                  </a:lnTo>
                  <a:lnTo>
                    <a:pt x="300244" y="119533"/>
                  </a:lnTo>
                  <a:lnTo>
                    <a:pt x="332573" y="132530"/>
                  </a:lnTo>
                  <a:lnTo>
                    <a:pt x="334873" y="133527"/>
                  </a:lnTo>
                  <a:lnTo>
                    <a:pt x="336834" y="134377"/>
                  </a:lnTo>
                  <a:lnTo>
                    <a:pt x="359471" y="144189"/>
                  </a:lnTo>
                  <a:lnTo>
                    <a:pt x="359848" y="144353"/>
                  </a:lnTo>
                  <a:lnTo>
                    <a:pt x="361268" y="145010"/>
                  </a:lnTo>
                  <a:lnTo>
                    <a:pt x="369754" y="148936"/>
                  </a:lnTo>
                  <a:lnTo>
                    <a:pt x="375517" y="150987"/>
                  </a:lnTo>
                  <a:lnTo>
                    <a:pt x="386108" y="154756"/>
                  </a:lnTo>
                  <a:lnTo>
                    <a:pt x="408345" y="162669"/>
                  </a:lnTo>
                  <a:lnTo>
                    <a:pt x="430429" y="170529"/>
                  </a:lnTo>
                  <a:lnTo>
                    <a:pt x="440252" y="174024"/>
                  </a:lnTo>
                  <a:lnTo>
                    <a:pt x="437397" y="183477"/>
                  </a:lnTo>
                  <a:lnTo>
                    <a:pt x="436001" y="188097"/>
                  </a:lnTo>
                  <a:lnTo>
                    <a:pt x="435567" y="189381"/>
                  </a:lnTo>
                  <a:lnTo>
                    <a:pt x="428629" y="209911"/>
                  </a:lnTo>
                  <a:lnTo>
                    <a:pt x="418694" y="239310"/>
                  </a:lnTo>
                  <a:lnTo>
                    <a:pt x="411712" y="259969"/>
                  </a:lnTo>
                  <a:lnTo>
                    <a:pt x="404299" y="281907"/>
                  </a:lnTo>
                  <a:lnTo>
                    <a:pt x="403864" y="283194"/>
                  </a:lnTo>
                  <a:lnTo>
                    <a:pt x="402244" y="287986"/>
                  </a:lnTo>
                  <a:lnTo>
                    <a:pt x="402163" y="288228"/>
                  </a:lnTo>
                  <a:lnTo>
                    <a:pt x="388520" y="328595"/>
                  </a:lnTo>
                  <a:lnTo>
                    <a:pt x="385357" y="337956"/>
                  </a:lnTo>
                  <a:lnTo>
                    <a:pt x="385271" y="338211"/>
                  </a:lnTo>
                  <a:lnTo>
                    <a:pt x="369030" y="386269"/>
                  </a:lnTo>
                  <a:lnTo>
                    <a:pt x="368194" y="38874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55"/>
            <p:cNvSpPr/>
            <p:nvPr/>
          </p:nvSpPr>
          <p:spPr>
            <a:xfrm>
              <a:off x="3948981" y="3002634"/>
              <a:ext cx="477091" cy="1059356"/>
            </a:xfrm>
            <a:custGeom>
              <a:avLst/>
              <a:pathLst>
                <a:path w="477091" h="1059356">
                  <a:moveTo>
                    <a:pt x="119920" y="248192"/>
                  </a:moveTo>
                  <a:lnTo>
                    <a:pt x="126191" y="265126"/>
                  </a:lnTo>
                  <a:lnTo>
                    <a:pt x="144037" y="239866"/>
                  </a:lnTo>
                  <a:lnTo>
                    <a:pt x="159219" y="218378"/>
                  </a:lnTo>
                  <a:lnTo>
                    <a:pt x="161831" y="214667"/>
                  </a:lnTo>
                  <a:lnTo>
                    <a:pt x="183126" y="184418"/>
                  </a:lnTo>
                  <a:lnTo>
                    <a:pt x="230197" y="117556"/>
                  </a:lnTo>
                  <a:lnTo>
                    <a:pt x="233324" y="113113"/>
                  </a:lnTo>
                  <a:lnTo>
                    <a:pt x="236180" y="109085"/>
                  </a:lnTo>
                  <a:lnTo>
                    <a:pt x="236587" y="111888"/>
                  </a:lnTo>
                  <a:lnTo>
                    <a:pt x="240942" y="141862"/>
                  </a:lnTo>
                  <a:lnTo>
                    <a:pt x="247125" y="184418"/>
                  </a:lnTo>
                  <a:lnTo>
                    <a:pt x="247823" y="189220"/>
                  </a:lnTo>
                  <a:lnTo>
                    <a:pt x="255231" y="240206"/>
                  </a:lnTo>
                  <a:lnTo>
                    <a:pt x="256112" y="246269"/>
                  </a:lnTo>
                  <a:lnTo>
                    <a:pt x="260412" y="275864"/>
                  </a:lnTo>
                  <a:lnTo>
                    <a:pt x="264054" y="300937"/>
                  </a:lnTo>
                  <a:lnTo>
                    <a:pt x="264130" y="301455"/>
                  </a:lnTo>
                  <a:lnTo>
                    <a:pt x="268352" y="330518"/>
                  </a:lnTo>
                  <a:lnTo>
                    <a:pt x="268598" y="332227"/>
                  </a:lnTo>
                  <a:lnTo>
                    <a:pt x="268828" y="333832"/>
                  </a:lnTo>
                  <a:lnTo>
                    <a:pt x="268980" y="334889"/>
                  </a:lnTo>
                  <a:lnTo>
                    <a:pt x="270874" y="348085"/>
                  </a:lnTo>
                  <a:lnTo>
                    <a:pt x="278153" y="398781"/>
                  </a:lnTo>
                  <a:lnTo>
                    <a:pt x="283753" y="437780"/>
                  </a:lnTo>
                  <a:lnTo>
                    <a:pt x="284286" y="441496"/>
                  </a:lnTo>
                  <a:lnTo>
                    <a:pt x="285041" y="446751"/>
                  </a:lnTo>
                  <a:lnTo>
                    <a:pt x="290820" y="487001"/>
                  </a:lnTo>
                  <a:lnTo>
                    <a:pt x="297088" y="530664"/>
                  </a:lnTo>
                  <a:lnTo>
                    <a:pt x="281465" y="576570"/>
                  </a:lnTo>
                  <a:lnTo>
                    <a:pt x="260744" y="639355"/>
                  </a:lnTo>
                  <a:lnTo>
                    <a:pt x="260324" y="640629"/>
                  </a:lnTo>
                  <a:lnTo>
                    <a:pt x="261256" y="640122"/>
                  </a:lnTo>
                  <a:lnTo>
                    <a:pt x="283154" y="628204"/>
                  </a:lnTo>
                  <a:lnTo>
                    <a:pt x="292327" y="622266"/>
                  </a:lnTo>
                  <a:lnTo>
                    <a:pt x="299167" y="617838"/>
                  </a:lnTo>
                  <a:lnTo>
                    <a:pt x="307803" y="612248"/>
                  </a:lnTo>
                  <a:lnTo>
                    <a:pt x="309735" y="610809"/>
                  </a:lnTo>
                  <a:lnTo>
                    <a:pt x="319922" y="603220"/>
                  </a:lnTo>
                  <a:lnTo>
                    <a:pt x="339682" y="586084"/>
                  </a:lnTo>
                  <a:lnTo>
                    <a:pt x="340139" y="585659"/>
                  </a:lnTo>
                  <a:lnTo>
                    <a:pt x="359648" y="567494"/>
                  </a:lnTo>
                  <a:lnTo>
                    <a:pt x="369181" y="557383"/>
                  </a:lnTo>
                  <a:lnTo>
                    <a:pt x="372199" y="553896"/>
                  </a:lnTo>
                  <a:lnTo>
                    <a:pt x="375757" y="549787"/>
                  </a:lnTo>
                  <a:lnTo>
                    <a:pt x="381610" y="542528"/>
                  </a:lnTo>
                  <a:lnTo>
                    <a:pt x="382268" y="541648"/>
                  </a:lnTo>
                  <a:lnTo>
                    <a:pt x="383970" y="542573"/>
                  </a:lnTo>
                  <a:lnTo>
                    <a:pt x="384973" y="543118"/>
                  </a:lnTo>
                  <a:lnTo>
                    <a:pt x="386924" y="544178"/>
                  </a:lnTo>
                  <a:lnTo>
                    <a:pt x="421227" y="562814"/>
                  </a:lnTo>
                  <a:lnTo>
                    <a:pt x="434735" y="570152"/>
                  </a:lnTo>
                  <a:lnTo>
                    <a:pt x="477091" y="595493"/>
                  </a:lnTo>
                  <a:lnTo>
                    <a:pt x="476379" y="596805"/>
                  </a:lnTo>
                  <a:lnTo>
                    <a:pt x="474866" y="599697"/>
                  </a:lnTo>
                  <a:lnTo>
                    <a:pt x="472239" y="604718"/>
                  </a:lnTo>
                  <a:lnTo>
                    <a:pt x="472151" y="604887"/>
                  </a:lnTo>
                  <a:lnTo>
                    <a:pt x="472040" y="605099"/>
                  </a:lnTo>
                  <a:lnTo>
                    <a:pt x="471742" y="605669"/>
                  </a:lnTo>
                  <a:lnTo>
                    <a:pt x="471412" y="606299"/>
                  </a:lnTo>
                  <a:lnTo>
                    <a:pt x="468198" y="612442"/>
                  </a:lnTo>
                  <a:lnTo>
                    <a:pt x="464866" y="618810"/>
                  </a:lnTo>
                  <a:lnTo>
                    <a:pt x="464757" y="619019"/>
                  </a:lnTo>
                  <a:lnTo>
                    <a:pt x="462192" y="623923"/>
                  </a:lnTo>
                  <a:lnTo>
                    <a:pt x="461923" y="624436"/>
                  </a:lnTo>
                  <a:lnTo>
                    <a:pt x="457486" y="632916"/>
                  </a:lnTo>
                  <a:lnTo>
                    <a:pt x="454280" y="639044"/>
                  </a:lnTo>
                  <a:lnTo>
                    <a:pt x="450722" y="645845"/>
                  </a:lnTo>
                  <a:lnTo>
                    <a:pt x="440575" y="665240"/>
                  </a:lnTo>
                  <a:lnTo>
                    <a:pt x="437152" y="671783"/>
                  </a:lnTo>
                  <a:lnTo>
                    <a:pt x="436612" y="672815"/>
                  </a:lnTo>
                  <a:lnTo>
                    <a:pt x="430547" y="684407"/>
                  </a:lnTo>
                  <a:lnTo>
                    <a:pt x="429883" y="685675"/>
                  </a:lnTo>
                  <a:lnTo>
                    <a:pt x="426797" y="689591"/>
                  </a:lnTo>
                  <a:lnTo>
                    <a:pt x="417920" y="700854"/>
                  </a:lnTo>
                  <a:lnTo>
                    <a:pt x="403069" y="718562"/>
                  </a:lnTo>
                  <a:lnTo>
                    <a:pt x="392113" y="729422"/>
                  </a:lnTo>
                  <a:lnTo>
                    <a:pt x="389456" y="732055"/>
                  </a:lnTo>
                  <a:lnTo>
                    <a:pt x="389525" y="732377"/>
                  </a:lnTo>
                  <a:lnTo>
                    <a:pt x="390679" y="737771"/>
                  </a:lnTo>
                  <a:lnTo>
                    <a:pt x="391240" y="740392"/>
                  </a:lnTo>
                  <a:lnTo>
                    <a:pt x="391824" y="743119"/>
                  </a:lnTo>
                  <a:lnTo>
                    <a:pt x="388249" y="744096"/>
                  </a:lnTo>
                  <a:lnTo>
                    <a:pt x="380256" y="746282"/>
                  </a:lnTo>
                  <a:lnTo>
                    <a:pt x="377150" y="747132"/>
                  </a:lnTo>
                  <a:lnTo>
                    <a:pt x="351880" y="754043"/>
                  </a:lnTo>
                  <a:lnTo>
                    <a:pt x="350469" y="754429"/>
                  </a:lnTo>
                  <a:lnTo>
                    <a:pt x="346060" y="755635"/>
                  </a:lnTo>
                  <a:lnTo>
                    <a:pt x="346859" y="759749"/>
                  </a:lnTo>
                  <a:lnTo>
                    <a:pt x="347482" y="762955"/>
                  </a:lnTo>
                  <a:lnTo>
                    <a:pt x="353212" y="792457"/>
                  </a:lnTo>
                  <a:lnTo>
                    <a:pt x="354187" y="797476"/>
                  </a:lnTo>
                  <a:lnTo>
                    <a:pt x="360927" y="831349"/>
                  </a:lnTo>
                  <a:lnTo>
                    <a:pt x="361149" y="836008"/>
                  </a:lnTo>
                  <a:lnTo>
                    <a:pt x="361366" y="840563"/>
                  </a:lnTo>
                  <a:lnTo>
                    <a:pt x="359690" y="846997"/>
                  </a:lnTo>
                  <a:lnTo>
                    <a:pt x="355970" y="855868"/>
                  </a:lnTo>
                  <a:lnTo>
                    <a:pt x="355732" y="856436"/>
                  </a:lnTo>
                  <a:lnTo>
                    <a:pt x="353206" y="859517"/>
                  </a:lnTo>
                  <a:lnTo>
                    <a:pt x="350620" y="862672"/>
                  </a:lnTo>
                  <a:lnTo>
                    <a:pt x="343364" y="869414"/>
                  </a:lnTo>
                  <a:lnTo>
                    <a:pt x="335448" y="873797"/>
                  </a:lnTo>
                  <a:lnTo>
                    <a:pt x="324399" y="877505"/>
                  </a:lnTo>
                  <a:lnTo>
                    <a:pt x="292919" y="883105"/>
                  </a:lnTo>
                  <a:lnTo>
                    <a:pt x="268759" y="887403"/>
                  </a:lnTo>
                  <a:lnTo>
                    <a:pt x="273768" y="914926"/>
                  </a:lnTo>
                  <a:lnTo>
                    <a:pt x="278379" y="940264"/>
                  </a:lnTo>
                  <a:lnTo>
                    <a:pt x="293272" y="1022100"/>
                  </a:lnTo>
                  <a:lnTo>
                    <a:pt x="294329" y="1027907"/>
                  </a:lnTo>
                  <a:lnTo>
                    <a:pt x="294792" y="1030453"/>
                  </a:lnTo>
                  <a:lnTo>
                    <a:pt x="295146" y="1032394"/>
                  </a:lnTo>
                  <a:lnTo>
                    <a:pt x="299874" y="1056723"/>
                  </a:lnTo>
                  <a:lnTo>
                    <a:pt x="299413" y="1056819"/>
                  </a:lnTo>
                  <a:lnTo>
                    <a:pt x="296930" y="1057335"/>
                  </a:lnTo>
                  <a:lnTo>
                    <a:pt x="292655" y="1058224"/>
                  </a:lnTo>
                  <a:lnTo>
                    <a:pt x="291939" y="1058372"/>
                  </a:lnTo>
                  <a:lnTo>
                    <a:pt x="291552" y="1058453"/>
                  </a:lnTo>
                  <a:lnTo>
                    <a:pt x="291184" y="1058529"/>
                  </a:lnTo>
                  <a:lnTo>
                    <a:pt x="290275" y="1058718"/>
                  </a:lnTo>
                  <a:lnTo>
                    <a:pt x="288341" y="1059120"/>
                  </a:lnTo>
                  <a:lnTo>
                    <a:pt x="287210" y="1059356"/>
                  </a:lnTo>
                  <a:lnTo>
                    <a:pt x="287078" y="1058697"/>
                  </a:lnTo>
                  <a:lnTo>
                    <a:pt x="286562" y="1056118"/>
                  </a:lnTo>
                  <a:lnTo>
                    <a:pt x="286089" y="1053753"/>
                  </a:lnTo>
                  <a:lnTo>
                    <a:pt x="285738" y="1051996"/>
                  </a:lnTo>
                  <a:lnTo>
                    <a:pt x="285631" y="1051459"/>
                  </a:lnTo>
                  <a:lnTo>
                    <a:pt x="284892" y="1047768"/>
                  </a:lnTo>
                  <a:lnTo>
                    <a:pt x="283951" y="1043061"/>
                  </a:lnTo>
                  <a:lnTo>
                    <a:pt x="283490" y="1040757"/>
                  </a:lnTo>
                  <a:lnTo>
                    <a:pt x="282407" y="1035339"/>
                  </a:lnTo>
                  <a:lnTo>
                    <a:pt x="282245" y="1034532"/>
                  </a:lnTo>
                  <a:lnTo>
                    <a:pt x="282084" y="1033645"/>
                  </a:lnTo>
                  <a:lnTo>
                    <a:pt x="273470" y="1035066"/>
                  </a:lnTo>
                  <a:lnTo>
                    <a:pt x="271817" y="1035339"/>
                  </a:lnTo>
                  <a:lnTo>
                    <a:pt x="269773" y="1035676"/>
                  </a:lnTo>
                  <a:lnTo>
                    <a:pt x="267408" y="1036066"/>
                  </a:lnTo>
                  <a:lnTo>
                    <a:pt x="264057" y="1035125"/>
                  </a:lnTo>
                  <a:lnTo>
                    <a:pt x="261631" y="1033561"/>
                  </a:lnTo>
                  <a:lnTo>
                    <a:pt x="253837" y="1028536"/>
                  </a:lnTo>
                  <a:lnTo>
                    <a:pt x="249521" y="1029004"/>
                  </a:lnTo>
                  <a:lnTo>
                    <a:pt x="244675" y="1029530"/>
                  </a:lnTo>
                  <a:lnTo>
                    <a:pt x="242409" y="1029776"/>
                  </a:lnTo>
                  <a:lnTo>
                    <a:pt x="237866" y="1030270"/>
                  </a:lnTo>
                  <a:lnTo>
                    <a:pt x="228246" y="1031314"/>
                  </a:lnTo>
                  <a:lnTo>
                    <a:pt x="190198" y="1035445"/>
                  </a:lnTo>
                  <a:lnTo>
                    <a:pt x="189412" y="1035530"/>
                  </a:lnTo>
                  <a:lnTo>
                    <a:pt x="186595" y="1035836"/>
                  </a:lnTo>
                  <a:lnTo>
                    <a:pt x="166325" y="1038037"/>
                  </a:lnTo>
                  <a:lnTo>
                    <a:pt x="165074" y="1038173"/>
                  </a:lnTo>
                  <a:lnTo>
                    <a:pt x="148108" y="1040015"/>
                  </a:lnTo>
                  <a:lnTo>
                    <a:pt x="147736" y="1040055"/>
                  </a:lnTo>
                  <a:lnTo>
                    <a:pt x="143725" y="1040491"/>
                  </a:lnTo>
                  <a:lnTo>
                    <a:pt x="136243" y="1041303"/>
                  </a:lnTo>
                  <a:lnTo>
                    <a:pt x="124953" y="1042529"/>
                  </a:lnTo>
                  <a:lnTo>
                    <a:pt x="121896" y="1042861"/>
                  </a:lnTo>
                  <a:lnTo>
                    <a:pt x="120794" y="1042980"/>
                  </a:lnTo>
                  <a:lnTo>
                    <a:pt x="118171" y="1043265"/>
                  </a:lnTo>
                  <a:lnTo>
                    <a:pt x="115218" y="1043586"/>
                  </a:lnTo>
                  <a:lnTo>
                    <a:pt x="110324" y="1044155"/>
                  </a:lnTo>
                  <a:lnTo>
                    <a:pt x="103940" y="1044897"/>
                  </a:lnTo>
                  <a:lnTo>
                    <a:pt x="102549" y="1045059"/>
                  </a:lnTo>
                  <a:lnTo>
                    <a:pt x="98813" y="1045493"/>
                  </a:lnTo>
                  <a:lnTo>
                    <a:pt x="93460" y="1046107"/>
                  </a:lnTo>
                  <a:lnTo>
                    <a:pt x="93434" y="1045683"/>
                  </a:lnTo>
                  <a:lnTo>
                    <a:pt x="93419" y="1045443"/>
                  </a:lnTo>
                  <a:lnTo>
                    <a:pt x="93375" y="1044743"/>
                  </a:lnTo>
                  <a:lnTo>
                    <a:pt x="93309" y="1043677"/>
                  </a:lnTo>
                  <a:lnTo>
                    <a:pt x="93287" y="1043328"/>
                  </a:lnTo>
                  <a:lnTo>
                    <a:pt x="93274" y="1043112"/>
                  </a:lnTo>
                  <a:lnTo>
                    <a:pt x="93236" y="1042499"/>
                  </a:lnTo>
                  <a:lnTo>
                    <a:pt x="93226" y="1041525"/>
                  </a:lnTo>
                  <a:lnTo>
                    <a:pt x="93186" y="1037550"/>
                  </a:lnTo>
                  <a:lnTo>
                    <a:pt x="93177" y="1036595"/>
                  </a:lnTo>
                  <a:lnTo>
                    <a:pt x="93164" y="1035350"/>
                  </a:lnTo>
                  <a:lnTo>
                    <a:pt x="92879" y="1032606"/>
                  </a:lnTo>
                  <a:lnTo>
                    <a:pt x="92759" y="1031454"/>
                  </a:lnTo>
                  <a:lnTo>
                    <a:pt x="92154" y="1025645"/>
                  </a:lnTo>
                  <a:lnTo>
                    <a:pt x="92139" y="1025496"/>
                  </a:lnTo>
                  <a:lnTo>
                    <a:pt x="91643" y="1020737"/>
                  </a:lnTo>
                  <a:lnTo>
                    <a:pt x="91511" y="1019468"/>
                  </a:lnTo>
                  <a:lnTo>
                    <a:pt x="91222" y="1016688"/>
                  </a:lnTo>
                  <a:lnTo>
                    <a:pt x="91110" y="1015612"/>
                  </a:lnTo>
                  <a:lnTo>
                    <a:pt x="90872" y="1013332"/>
                  </a:lnTo>
                  <a:lnTo>
                    <a:pt x="90459" y="1009359"/>
                  </a:lnTo>
                  <a:lnTo>
                    <a:pt x="90359" y="1008397"/>
                  </a:lnTo>
                  <a:lnTo>
                    <a:pt x="89698" y="1002052"/>
                  </a:lnTo>
                  <a:lnTo>
                    <a:pt x="89636" y="1001448"/>
                  </a:lnTo>
                  <a:lnTo>
                    <a:pt x="89582" y="1000909"/>
                  </a:lnTo>
                  <a:lnTo>
                    <a:pt x="89163" y="996672"/>
                  </a:lnTo>
                  <a:lnTo>
                    <a:pt x="89053" y="995555"/>
                  </a:lnTo>
                  <a:lnTo>
                    <a:pt x="88525" y="990220"/>
                  </a:lnTo>
                  <a:lnTo>
                    <a:pt x="88415" y="989106"/>
                  </a:lnTo>
                  <a:lnTo>
                    <a:pt x="88061" y="985531"/>
                  </a:lnTo>
                  <a:lnTo>
                    <a:pt x="87929" y="984190"/>
                  </a:lnTo>
                  <a:lnTo>
                    <a:pt x="87846" y="983352"/>
                  </a:lnTo>
                  <a:lnTo>
                    <a:pt x="87614" y="981005"/>
                  </a:lnTo>
                  <a:lnTo>
                    <a:pt x="87431" y="979154"/>
                  </a:lnTo>
                  <a:lnTo>
                    <a:pt x="87069" y="975498"/>
                  </a:lnTo>
                  <a:lnTo>
                    <a:pt x="86879" y="973579"/>
                  </a:lnTo>
                  <a:lnTo>
                    <a:pt x="86568" y="970433"/>
                  </a:lnTo>
                  <a:lnTo>
                    <a:pt x="86505" y="969790"/>
                  </a:lnTo>
                  <a:lnTo>
                    <a:pt x="86286" y="967579"/>
                  </a:lnTo>
                  <a:lnTo>
                    <a:pt x="85688" y="961539"/>
                  </a:lnTo>
                  <a:lnTo>
                    <a:pt x="85616" y="960795"/>
                  </a:lnTo>
                  <a:lnTo>
                    <a:pt x="85586" y="960444"/>
                  </a:lnTo>
                  <a:lnTo>
                    <a:pt x="85139" y="955254"/>
                  </a:lnTo>
                  <a:lnTo>
                    <a:pt x="85006" y="953711"/>
                  </a:lnTo>
                  <a:lnTo>
                    <a:pt x="84780" y="951080"/>
                  </a:lnTo>
                  <a:lnTo>
                    <a:pt x="84306" y="945568"/>
                  </a:lnTo>
                  <a:lnTo>
                    <a:pt x="84199" y="944329"/>
                  </a:lnTo>
                  <a:lnTo>
                    <a:pt x="84092" y="943087"/>
                  </a:lnTo>
                  <a:lnTo>
                    <a:pt x="83746" y="939064"/>
                  </a:lnTo>
                  <a:lnTo>
                    <a:pt x="83637" y="937789"/>
                  </a:lnTo>
                  <a:lnTo>
                    <a:pt x="83450" y="935615"/>
                  </a:lnTo>
                  <a:lnTo>
                    <a:pt x="83015" y="930567"/>
                  </a:lnTo>
                  <a:lnTo>
                    <a:pt x="82916" y="929412"/>
                  </a:lnTo>
                  <a:lnTo>
                    <a:pt x="82849" y="928632"/>
                  </a:lnTo>
                  <a:lnTo>
                    <a:pt x="82668" y="926524"/>
                  </a:lnTo>
                  <a:lnTo>
                    <a:pt x="82418" y="923774"/>
                  </a:lnTo>
                  <a:lnTo>
                    <a:pt x="82253" y="921959"/>
                  </a:lnTo>
                  <a:lnTo>
                    <a:pt x="82202" y="921395"/>
                  </a:lnTo>
                  <a:lnTo>
                    <a:pt x="82116" y="920455"/>
                  </a:lnTo>
                  <a:lnTo>
                    <a:pt x="81694" y="915808"/>
                  </a:lnTo>
                  <a:lnTo>
                    <a:pt x="81472" y="913362"/>
                  </a:lnTo>
                  <a:lnTo>
                    <a:pt x="80915" y="907229"/>
                  </a:lnTo>
                  <a:lnTo>
                    <a:pt x="80808" y="906052"/>
                  </a:lnTo>
                  <a:lnTo>
                    <a:pt x="80072" y="897948"/>
                  </a:lnTo>
                  <a:lnTo>
                    <a:pt x="79922" y="896296"/>
                  </a:lnTo>
                  <a:lnTo>
                    <a:pt x="79635" y="893135"/>
                  </a:lnTo>
                  <a:lnTo>
                    <a:pt x="79315" y="889611"/>
                  </a:lnTo>
                  <a:lnTo>
                    <a:pt x="79189" y="888227"/>
                  </a:lnTo>
                  <a:lnTo>
                    <a:pt x="78786" y="883787"/>
                  </a:lnTo>
                  <a:lnTo>
                    <a:pt x="78637" y="882147"/>
                  </a:lnTo>
                  <a:lnTo>
                    <a:pt x="78468" y="880284"/>
                  </a:lnTo>
                  <a:lnTo>
                    <a:pt x="78442" y="879997"/>
                  </a:lnTo>
                  <a:lnTo>
                    <a:pt x="78014" y="875289"/>
                  </a:lnTo>
                  <a:lnTo>
                    <a:pt x="77900" y="874031"/>
                  </a:lnTo>
                  <a:lnTo>
                    <a:pt x="77409" y="868624"/>
                  </a:lnTo>
                  <a:lnTo>
                    <a:pt x="77228" y="866633"/>
                  </a:lnTo>
                  <a:lnTo>
                    <a:pt x="77216" y="866502"/>
                  </a:lnTo>
                  <a:lnTo>
                    <a:pt x="77113" y="865365"/>
                  </a:lnTo>
                  <a:lnTo>
                    <a:pt x="76775" y="861645"/>
                  </a:lnTo>
                  <a:lnTo>
                    <a:pt x="76651" y="860287"/>
                  </a:lnTo>
                  <a:lnTo>
                    <a:pt x="76490" y="858510"/>
                  </a:lnTo>
                  <a:lnTo>
                    <a:pt x="75841" y="851369"/>
                  </a:lnTo>
                  <a:lnTo>
                    <a:pt x="75698" y="849788"/>
                  </a:lnTo>
                  <a:lnTo>
                    <a:pt x="75093" y="843129"/>
                  </a:lnTo>
                  <a:lnTo>
                    <a:pt x="74891" y="840904"/>
                  </a:lnTo>
                  <a:lnTo>
                    <a:pt x="74804" y="839947"/>
                  </a:lnTo>
                  <a:lnTo>
                    <a:pt x="74375" y="835229"/>
                  </a:lnTo>
                  <a:lnTo>
                    <a:pt x="74198" y="833276"/>
                  </a:lnTo>
                  <a:lnTo>
                    <a:pt x="73699" y="827789"/>
                  </a:lnTo>
                  <a:lnTo>
                    <a:pt x="73531" y="825931"/>
                  </a:lnTo>
                  <a:lnTo>
                    <a:pt x="73517" y="825783"/>
                  </a:lnTo>
                  <a:lnTo>
                    <a:pt x="72936" y="819380"/>
                  </a:lnTo>
                  <a:lnTo>
                    <a:pt x="72844" y="818372"/>
                  </a:lnTo>
                  <a:lnTo>
                    <a:pt x="72156" y="810801"/>
                  </a:lnTo>
                  <a:lnTo>
                    <a:pt x="72139" y="810608"/>
                  </a:lnTo>
                  <a:lnTo>
                    <a:pt x="71463" y="803167"/>
                  </a:lnTo>
                  <a:lnTo>
                    <a:pt x="71304" y="801413"/>
                  </a:lnTo>
                  <a:lnTo>
                    <a:pt x="71210" y="800426"/>
                  </a:lnTo>
                  <a:lnTo>
                    <a:pt x="70772" y="795797"/>
                  </a:lnTo>
                  <a:lnTo>
                    <a:pt x="70617" y="794165"/>
                  </a:lnTo>
                  <a:lnTo>
                    <a:pt x="70311" y="790928"/>
                  </a:lnTo>
                  <a:lnTo>
                    <a:pt x="67231" y="758391"/>
                  </a:lnTo>
                  <a:lnTo>
                    <a:pt x="66153" y="747005"/>
                  </a:lnTo>
                  <a:lnTo>
                    <a:pt x="59549" y="677231"/>
                  </a:lnTo>
                  <a:lnTo>
                    <a:pt x="58748" y="668762"/>
                  </a:lnTo>
                  <a:lnTo>
                    <a:pt x="57640" y="655905"/>
                  </a:lnTo>
                  <a:lnTo>
                    <a:pt x="56727" y="645301"/>
                  </a:lnTo>
                  <a:lnTo>
                    <a:pt x="55361" y="629452"/>
                  </a:lnTo>
                  <a:lnTo>
                    <a:pt x="54934" y="624497"/>
                  </a:lnTo>
                  <a:lnTo>
                    <a:pt x="49197" y="557902"/>
                  </a:lnTo>
                  <a:lnTo>
                    <a:pt x="49096" y="556729"/>
                  </a:lnTo>
                  <a:lnTo>
                    <a:pt x="48824" y="553573"/>
                  </a:lnTo>
                  <a:lnTo>
                    <a:pt x="44696" y="509408"/>
                  </a:lnTo>
                  <a:lnTo>
                    <a:pt x="41370" y="473823"/>
                  </a:lnTo>
                  <a:lnTo>
                    <a:pt x="37661" y="437462"/>
                  </a:lnTo>
                  <a:lnTo>
                    <a:pt x="34422" y="405713"/>
                  </a:lnTo>
                  <a:lnTo>
                    <a:pt x="34267" y="404192"/>
                  </a:lnTo>
                  <a:lnTo>
                    <a:pt x="32705" y="384753"/>
                  </a:lnTo>
                  <a:lnTo>
                    <a:pt x="29746" y="347912"/>
                  </a:lnTo>
                  <a:lnTo>
                    <a:pt x="29163" y="340659"/>
                  </a:lnTo>
                  <a:lnTo>
                    <a:pt x="29017" y="339113"/>
                  </a:lnTo>
                  <a:lnTo>
                    <a:pt x="28835" y="337193"/>
                  </a:lnTo>
                  <a:lnTo>
                    <a:pt x="28379" y="332362"/>
                  </a:lnTo>
                  <a:lnTo>
                    <a:pt x="25549" y="302404"/>
                  </a:lnTo>
                  <a:lnTo>
                    <a:pt x="24629" y="292662"/>
                  </a:lnTo>
                  <a:lnTo>
                    <a:pt x="18305" y="225715"/>
                  </a:lnTo>
                  <a:lnTo>
                    <a:pt x="14271" y="183001"/>
                  </a:lnTo>
                  <a:lnTo>
                    <a:pt x="14071" y="180883"/>
                  </a:lnTo>
                  <a:lnTo>
                    <a:pt x="13311" y="173041"/>
                  </a:lnTo>
                  <a:lnTo>
                    <a:pt x="13088" y="170841"/>
                  </a:lnTo>
                  <a:lnTo>
                    <a:pt x="11997" y="160091"/>
                  </a:lnTo>
                  <a:lnTo>
                    <a:pt x="6938" y="110197"/>
                  </a:lnTo>
                  <a:lnTo>
                    <a:pt x="2363" y="65091"/>
                  </a:lnTo>
                  <a:lnTo>
                    <a:pt x="1154" y="53162"/>
                  </a:lnTo>
                  <a:lnTo>
                    <a:pt x="645" y="48146"/>
                  </a:lnTo>
                  <a:lnTo>
                    <a:pt x="570" y="47402"/>
                  </a:lnTo>
                  <a:lnTo>
                    <a:pt x="407" y="41523"/>
                  </a:lnTo>
                  <a:lnTo>
                    <a:pt x="341" y="39166"/>
                  </a:lnTo>
                  <a:lnTo>
                    <a:pt x="269" y="36532"/>
                  </a:lnTo>
                  <a:lnTo>
                    <a:pt x="176" y="33199"/>
                  </a:lnTo>
                  <a:lnTo>
                    <a:pt x="101" y="30488"/>
                  </a:lnTo>
                  <a:lnTo>
                    <a:pt x="61" y="29046"/>
                  </a:lnTo>
                  <a:lnTo>
                    <a:pt x="30" y="27908"/>
                  </a:lnTo>
                  <a:lnTo>
                    <a:pt x="24" y="27711"/>
                  </a:lnTo>
                  <a:lnTo>
                    <a:pt x="11" y="27227"/>
                  </a:lnTo>
                  <a:lnTo>
                    <a:pt x="0" y="26817"/>
                  </a:lnTo>
                  <a:lnTo>
                    <a:pt x="7550" y="26112"/>
                  </a:lnTo>
                  <a:lnTo>
                    <a:pt x="20072" y="14217"/>
                  </a:lnTo>
                  <a:lnTo>
                    <a:pt x="33261" y="5280"/>
                  </a:lnTo>
                  <a:lnTo>
                    <a:pt x="40172" y="0"/>
                  </a:lnTo>
                  <a:lnTo>
                    <a:pt x="41148" y="2037"/>
                  </a:lnTo>
                  <a:lnTo>
                    <a:pt x="41274" y="2300"/>
                  </a:lnTo>
                  <a:lnTo>
                    <a:pt x="41621" y="3133"/>
                  </a:lnTo>
                  <a:lnTo>
                    <a:pt x="41701" y="3326"/>
                  </a:lnTo>
                  <a:lnTo>
                    <a:pt x="42862" y="6116"/>
                  </a:lnTo>
                  <a:lnTo>
                    <a:pt x="48219" y="14897"/>
                  </a:lnTo>
                  <a:lnTo>
                    <a:pt x="48768" y="16201"/>
                  </a:lnTo>
                  <a:lnTo>
                    <a:pt x="49066" y="16907"/>
                  </a:lnTo>
                  <a:lnTo>
                    <a:pt x="53143" y="26574"/>
                  </a:lnTo>
                  <a:lnTo>
                    <a:pt x="54146" y="28953"/>
                  </a:lnTo>
                  <a:lnTo>
                    <a:pt x="56873" y="38163"/>
                  </a:lnTo>
                  <a:lnTo>
                    <a:pt x="57606" y="43942"/>
                  </a:lnTo>
                  <a:lnTo>
                    <a:pt x="58533" y="51249"/>
                  </a:lnTo>
                  <a:lnTo>
                    <a:pt x="61777" y="64872"/>
                  </a:lnTo>
                  <a:lnTo>
                    <a:pt x="67306" y="88085"/>
                  </a:lnTo>
                  <a:lnTo>
                    <a:pt x="67417" y="88593"/>
                  </a:lnTo>
                  <a:lnTo>
                    <a:pt x="71308" y="106297"/>
                  </a:lnTo>
                  <a:lnTo>
                    <a:pt x="75960" y="127466"/>
                  </a:lnTo>
                  <a:lnTo>
                    <a:pt x="82150" y="158856"/>
                  </a:lnTo>
                  <a:lnTo>
                    <a:pt x="82406" y="160157"/>
                  </a:lnTo>
                  <a:lnTo>
                    <a:pt x="83253" y="164451"/>
                  </a:lnTo>
                  <a:lnTo>
                    <a:pt x="84007" y="168276"/>
                  </a:lnTo>
                  <a:lnTo>
                    <a:pt x="85326" y="174966"/>
                  </a:lnTo>
                  <a:lnTo>
                    <a:pt x="92306" y="204474"/>
                  </a:lnTo>
                  <a:lnTo>
                    <a:pt x="93363" y="208942"/>
                  </a:lnTo>
                  <a:lnTo>
                    <a:pt x="93520" y="209606"/>
                  </a:lnTo>
                  <a:lnTo>
                    <a:pt x="97833" y="212100"/>
                  </a:lnTo>
                  <a:lnTo>
                    <a:pt x="98137" y="212276"/>
                  </a:lnTo>
                  <a:lnTo>
                    <a:pt x="99729" y="213196"/>
                  </a:lnTo>
                  <a:lnTo>
                    <a:pt x="115671" y="236717"/>
                  </a:lnTo>
                  <a:lnTo>
                    <a:pt x="119136" y="246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56"/>
            <p:cNvSpPr/>
            <p:nvPr/>
          </p:nvSpPr>
          <p:spPr>
            <a:xfrm>
              <a:off x="4047795" y="4031171"/>
              <a:ext cx="263125" cy="430100"/>
            </a:xfrm>
            <a:custGeom>
              <a:avLst/>
              <a:pathLst>
                <a:path w="263125" h="430100">
                  <a:moveTo>
                    <a:pt x="165243" y="6588"/>
                  </a:moveTo>
                  <a:lnTo>
                    <a:pt x="168594" y="7530"/>
                  </a:lnTo>
                  <a:lnTo>
                    <a:pt x="171008" y="7132"/>
                  </a:lnTo>
                  <a:lnTo>
                    <a:pt x="173004" y="6802"/>
                  </a:lnTo>
                  <a:lnTo>
                    <a:pt x="174656" y="6530"/>
                  </a:lnTo>
                  <a:lnTo>
                    <a:pt x="183270" y="5109"/>
                  </a:lnTo>
                  <a:lnTo>
                    <a:pt x="183432" y="5996"/>
                  </a:lnTo>
                  <a:lnTo>
                    <a:pt x="183593" y="6802"/>
                  </a:lnTo>
                  <a:lnTo>
                    <a:pt x="184677" y="12221"/>
                  </a:lnTo>
                  <a:lnTo>
                    <a:pt x="185137" y="14525"/>
                  </a:lnTo>
                  <a:lnTo>
                    <a:pt x="186079" y="19232"/>
                  </a:lnTo>
                  <a:lnTo>
                    <a:pt x="186817" y="22923"/>
                  </a:lnTo>
                  <a:lnTo>
                    <a:pt x="186924" y="23460"/>
                  </a:lnTo>
                  <a:lnTo>
                    <a:pt x="187276" y="25217"/>
                  </a:lnTo>
                  <a:lnTo>
                    <a:pt x="187749" y="27582"/>
                  </a:lnTo>
                  <a:lnTo>
                    <a:pt x="188264" y="30161"/>
                  </a:lnTo>
                  <a:lnTo>
                    <a:pt x="188400" y="30819"/>
                  </a:lnTo>
                  <a:lnTo>
                    <a:pt x="189528" y="30584"/>
                  </a:lnTo>
                  <a:lnTo>
                    <a:pt x="191584" y="30157"/>
                  </a:lnTo>
                  <a:lnTo>
                    <a:pt x="192536" y="29959"/>
                  </a:lnTo>
                  <a:lnTo>
                    <a:pt x="192876" y="29888"/>
                  </a:lnTo>
                  <a:lnTo>
                    <a:pt x="193193" y="29822"/>
                  </a:lnTo>
                  <a:lnTo>
                    <a:pt x="193284" y="30339"/>
                  </a:lnTo>
                  <a:lnTo>
                    <a:pt x="194716" y="38480"/>
                  </a:lnTo>
                  <a:lnTo>
                    <a:pt x="195173" y="40862"/>
                  </a:lnTo>
                  <a:lnTo>
                    <a:pt x="195391" y="42000"/>
                  </a:lnTo>
                  <a:lnTo>
                    <a:pt x="195609" y="43133"/>
                  </a:lnTo>
                  <a:lnTo>
                    <a:pt x="202290" y="77932"/>
                  </a:lnTo>
                  <a:lnTo>
                    <a:pt x="202513" y="79093"/>
                  </a:lnTo>
                  <a:lnTo>
                    <a:pt x="202883" y="81020"/>
                  </a:lnTo>
                  <a:lnTo>
                    <a:pt x="204634" y="90138"/>
                  </a:lnTo>
                  <a:lnTo>
                    <a:pt x="204980" y="92058"/>
                  </a:lnTo>
                  <a:lnTo>
                    <a:pt x="205198" y="93267"/>
                  </a:lnTo>
                  <a:lnTo>
                    <a:pt x="213581" y="139787"/>
                  </a:lnTo>
                  <a:lnTo>
                    <a:pt x="213755" y="140751"/>
                  </a:lnTo>
                  <a:lnTo>
                    <a:pt x="214558" y="145208"/>
                  </a:lnTo>
                  <a:lnTo>
                    <a:pt x="214729" y="146157"/>
                  </a:lnTo>
                  <a:lnTo>
                    <a:pt x="214842" y="146787"/>
                  </a:lnTo>
                  <a:lnTo>
                    <a:pt x="216453" y="154590"/>
                  </a:lnTo>
                  <a:lnTo>
                    <a:pt x="216681" y="155692"/>
                  </a:lnTo>
                  <a:lnTo>
                    <a:pt x="216962" y="157057"/>
                  </a:lnTo>
                  <a:lnTo>
                    <a:pt x="218064" y="162394"/>
                  </a:lnTo>
                  <a:lnTo>
                    <a:pt x="219360" y="168670"/>
                  </a:lnTo>
                  <a:lnTo>
                    <a:pt x="220139" y="172444"/>
                  </a:lnTo>
                  <a:lnTo>
                    <a:pt x="220452" y="173959"/>
                  </a:lnTo>
                  <a:lnTo>
                    <a:pt x="221008" y="176654"/>
                  </a:lnTo>
                  <a:lnTo>
                    <a:pt x="221234" y="177749"/>
                  </a:lnTo>
                  <a:lnTo>
                    <a:pt x="222539" y="184071"/>
                  </a:lnTo>
                  <a:lnTo>
                    <a:pt x="223424" y="188877"/>
                  </a:lnTo>
                  <a:lnTo>
                    <a:pt x="223593" y="189798"/>
                  </a:lnTo>
                  <a:lnTo>
                    <a:pt x="224501" y="194733"/>
                  </a:lnTo>
                  <a:lnTo>
                    <a:pt x="224697" y="195798"/>
                  </a:lnTo>
                  <a:lnTo>
                    <a:pt x="225674" y="201101"/>
                  </a:lnTo>
                  <a:lnTo>
                    <a:pt x="225908" y="202376"/>
                  </a:lnTo>
                  <a:lnTo>
                    <a:pt x="226916" y="207851"/>
                  </a:lnTo>
                  <a:lnTo>
                    <a:pt x="227087" y="208783"/>
                  </a:lnTo>
                  <a:lnTo>
                    <a:pt x="228743" y="217777"/>
                  </a:lnTo>
                  <a:lnTo>
                    <a:pt x="229336" y="221013"/>
                  </a:lnTo>
                  <a:lnTo>
                    <a:pt x="229470" y="221740"/>
                  </a:lnTo>
                  <a:lnTo>
                    <a:pt x="230105" y="225208"/>
                  </a:lnTo>
                  <a:lnTo>
                    <a:pt x="230543" y="227595"/>
                  </a:lnTo>
                  <a:lnTo>
                    <a:pt x="230691" y="228399"/>
                  </a:lnTo>
                  <a:lnTo>
                    <a:pt x="230909" y="229590"/>
                  </a:lnTo>
                  <a:lnTo>
                    <a:pt x="231056" y="230393"/>
                  </a:lnTo>
                  <a:lnTo>
                    <a:pt x="231207" y="231217"/>
                  </a:lnTo>
                  <a:lnTo>
                    <a:pt x="232016" y="235627"/>
                  </a:lnTo>
                  <a:lnTo>
                    <a:pt x="232293" y="237137"/>
                  </a:lnTo>
                  <a:lnTo>
                    <a:pt x="233152" y="241821"/>
                  </a:lnTo>
                  <a:lnTo>
                    <a:pt x="233441" y="243399"/>
                  </a:lnTo>
                  <a:lnTo>
                    <a:pt x="234316" y="248167"/>
                  </a:lnTo>
                  <a:lnTo>
                    <a:pt x="235045" y="252330"/>
                  </a:lnTo>
                  <a:lnTo>
                    <a:pt x="235302" y="253798"/>
                  </a:lnTo>
                  <a:lnTo>
                    <a:pt x="237382" y="265662"/>
                  </a:lnTo>
                  <a:lnTo>
                    <a:pt x="237851" y="268340"/>
                  </a:lnTo>
                  <a:lnTo>
                    <a:pt x="243423" y="267280"/>
                  </a:lnTo>
                  <a:lnTo>
                    <a:pt x="243767" y="270416"/>
                  </a:lnTo>
                  <a:lnTo>
                    <a:pt x="244232" y="274658"/>
                  </a:lnTo>
                  <a:lnTo>
                    <a:pt x="244549" y="277544"/>
                  </a:lnTo>
                  <a:lnTo>
                    <a:pt x="245407" y="285374"/>
                  </a:lnTo>
                  <a:lnTo>
                    <a:pt x="245292" y="288350"/>
                  </a:lnTo>
                  <a:lnTo>
                    <a:pt x="245272" y="288871"/>
                  </a:lnTo>
                  <a:lnTo>
                    <a:pt x="244988" y="296221"/>
                  </a:lnTo>
                  <a:lnTo>
                    <a:pt x="244774" y="301775"/>
                  </a:lnTo>
                  <a:lnTo>
                    <a:pt x="244496" y="308976"/>
                  </a:lnTo>
                  <a:lnTo>
                    <a:pt x="244496" y="309821"/>
                  </a:lnTo>
                  <a:lnTo>
                    <a:pt x="244496" y="319079"/>
                  </a:lnTo>
                  <a:lnTo>
                    <a:pt x="244496" y="322329"/>
                  </a:lnTo>
                  <a:lnTo>
                    <a:pt x="245320" y="327803"/>
                  </a:lnTo>
                  <a:lnTo>
                    <a:pt x="246414" y="335073"/>
                  </a:lnTo>
                  <a:lnTo>
                    <a:pt x="246926" y="338478"/>
                  </a:lnTo>
                  <a:lnTo>
                    <a:pt x="247060" y="339152"/>
                  </a:lnTo>
                  <a:lnTo>
                    <a:pt x="249081" y="349398"/>
                  </a:lnTo>
                  <a:lnTo>
                    <a:pt x="250204" y="355091"/>
                  </a:lnTo>
                  <a:lnTo>
                    <a:pt x="250770" y="357962"/>
                  </a:lnTo>
                  <a:lnTo>
                    <a:pt x="251349" y="360898"/>
                  </a:lnTo>
                  <a:lnTo>
                    <a:pt x="253871" y="373684"/>
                  </a:lnTo>
                  <a:lnTo>
                    <a:pt x="254292" y="375818"/>
                  </a:lnTo>
                  <a:lnTo>
                    <a:pt x="254522" y="376986"/>
                  </a:lnTo>
                  <a:lnTo>
                    <a:pt x="254621" y="377387"/>
                  </a:lnTo>
                  <a:lnTo>
                    <a:pt x="255904" y="382612"/>
                  </a:lnTo>
                  <a:lnTo>
                    <a:pt x="257340" y="388458"/>
                  </a:lnTo>
                  <a:lnTo>
                    <a:pt x="258621" y="393672"/>
                  </a:lnTo>
                  <a:lnTo>
                    <a:pt x="258857" y="394632"/>
                  </a:lnTo>
                  <a:lnTo>
                    <a:pt x="259128" y="395737"/>
                  </a:lnTo>
                  <a:lnTo>
                    <a:pt x="259923" y="398970"/>
                  </a:lnTo>
                  <a:lnTo>
                    <a:pt x="260676" y="402038"/>
                  </a:lnTo>
                  <a:lnTo>
                    <a:pt x="261986" y="407368"/>
                  </a:lnTo>
                  <a:lnTo>
                    <a:pt x="263125" y="412898"/>
                  </a:lnTo>
                  <a:lnTo>
                    <a:pt x="260350" y="416812"/>
                  </a:lnTo>
                  <a:lnTo>
                    <a:pt x="250795" y="418688"/>
                  </a:lnTo>
                  <a:lnTo>
                    <a:pt x="250498" y="418746"/>
                  </a:lnTo>
                  <a:lnTo>
                    <a:pt x="249984" y="418860"/>
                  </a:lnTo>
                  <a:lnTo>
                    <a:pt x="239246" y="421234"/>
                  </a:lnTo>
                  <a:lnTo>
                    <a:pt x="231031" y="423050"/>
                  </a:lnTo>
                  <a:lnTo>
                    <a:pt x="230439" y="423181"/>
                  </a:lnTo>
                  <a:lnTo>
                    <a:pt x="216358" y="426110"/>
                  </a:lnTo>
                  <a:lnTo>
                    <a:pt x="215224" y="426346"/>
                  </a:lnTo>
                  <a:lnTo>
                    <a:pt x="214185" y="426562"/>
                  </a:lnTo>
                  <a:lnTo>
                    <a:pt x="196674" y="430100"/>
                  </a:lnTo>
                  <a:lnTo>
                    <a:pt x="189888" y="393149"/>
                  </a:lnTo>
                  <a:lnTo>
                    <a:pt x="189641" y="391803"/>
                  </a:lnTo>
                  <a:lnTo>
                    <a:pt x="189391" y="391858"/>
                  </a:lnTo>
                  <a:lnTo>
                    <a:pt x="177473" y="393985"/>
                  </a:lnTo>
                  <a:lnTo>
                    <a:pt x="175925" y="394261"/>
                  </a:lnTo>
                  <a:lnTo>
                    <a:pt x="173306" y="394729"/>
                  </a:lnTo>
                  <a:lnTo>
                    <a:pt x="173155" y="394756"/>
                  </a:lnTo>
                  <a:lnTo>
                    <a:pt x="157510" y="397631"/>
                  </a:lnTo>
                  <a:lnTo>
                    <a:pt x="149416" y="399118"/>
                  </a:lnTo>
                  <a:lnTo>
                    <a:pt x="146445" y="399664"/>
                  </a:lnTo>
                  <a:lnTo>
                    <a:pt x="143329" y="400191"/>
                  </a:lnTo>
                  <a:lnTo>
                    <a:pt x="132074" y="402095"/>
                  </a:lnTo>
                  <a:lnTo>
                    <a:pt x="125384" y="403227"/>
                  </a:lnTo>
                  <a:lnTo>
                    <a:pt x="124170" y="403432"/>
                  </a:lnTo>
                  <a:lnTo>
                    <a:pt x="122989" y="403632"/>
                  </a:lnTo>
                  <a:lnTo>
                    <a:pt x="102779" y="407063"/>
                  </a:lnTo>
                  <a:lnTo>
                    <a:pt x="100415" y="407464"/>
                  </a:lnTo>
                  <a:lnTo>
                    <a:pt x="98736" y="407749"/>
                  </a:lnTo>
                  <a:lnTo>
                    <a:pt x="83800" y="410284"/>
                  </a:lnTo>
                  <a:lnTo>
                    <a:pt x="80262" y="410884"/>
                  </a:lnTo>
                  <a:lnTo>
                    <a:pt x="78696" y="411156"/>
                  </a:lnTo>
                  <a:lnTo>
                    <a:pt x="56446" y="415013"/>
                  </a:lnTo>
                  <a:lnTo>
                    <a:pt x="54733" y="415310"/>
                  </a:lnTo>
                  <a:lnTo>
                    <a:pt x="54037" y="415431"/>
                  </a:lnTo>
                  <a:lnTo>
                    <a:pt x="47113" y="417041"/>
                  </a:lnTo>
                  <a:lnTo>
                    <a:pt x="46422" y="417201"/>
                  </a:lnTo>
                  <a:lnTo>
                    <a:pt x="38164" y="419121"/>
                  </a:lnTo>
                  <a:lnTo>
                    <a:pt x="35040" y="419847"/>
                  </a:lnTo>
                  <a:lnTo>
                    <a:pt x="34804" y="418144"/>
                  </a:lnTo>
                  <a:lnTo>
                    <a:pt x="34633" y="416915"/>
                  </a:lnTo>
                  <a:lnTo>
                    <a:pt x="34553" y="416340"/>
                  </a:lnTo>
                  <a:lnTo>
                    <a:pt x="34482" y="415827"/>
                  </a:lnTo>
                  <a:lnTo>
                    <a:pt x="32478" y="401371"/>
                  </a:lnTo>
                  <a:lnTo>
                    <a:pt x="31792" y="396422"/>
                  </a:lnTo>
                  <a:lnTo>
                    <a:pt x="31515" y="394426"/>
                  </a:lnTo>
                  <a:lnTo>
                    <a:pt x="31414" y="393320"/>
                  </a:lnTo>
                  <a:lnTo>
                    <a:pt x="30721" y="385766"/>
                  </a:lnTo>
                  <a:lnTo>
                    <a:pt x="29909" y="376918"/>
                  </a:lnTo>
                  <a:lnTo>
                    <a:pt x="28901" y="365929"/>
                  </a:lnTo>
                  <a:lnTo>
                    <a:pt x="26341" y="338020"/>
                  </a:lnTo>
                  <a:lnTo>
                    <a:pt x="26180" y="336264"/>
                  </a:lnTo>
                  <a:lnTo>
                    <a:pt x="25575" y="329570"/>
                  </a:lnTo>
                  <a:lnTo>
                    <a:pt x="25116" y="324501"/>
                  </a:lnTo>
                  <a:lnTo>
                    <a:pt x="24644" y="319277"/>
                  </a:lnTo>
                  <a:lnTo>
                    <a:pt x="24204" y="314424"/>
                  </a:lnTo>
                  <a:lnTo>
                    <a:pt x="23269" y="304085"/>
                  </a:lnTo>
                  <a:lnTo>
                    <a:pt x="21850" y="288397"/>
                  </a:lnTo>
                  <a:lnTo>
                    <a:pt x="21557" y="285154"/>
                  </a:lnTo>
                  <a:lnTo>
                    <a:pt x="20229" y="271112"/>
                  </a:lnTo>
                  <a:lnTo>
                    <a:pt x="20005" y="268733"/>
                  </a:lnTo>
                  <a:lnTo>
                    <a:pt x="19881" y="267425"/>
                  </a:lnTo>
                  <a:lnTo>
                    <a:pt x="19518" y="263585"/>
                  </a:lnTo>
                  <a:lnTo>
                    <a:pt x="18552" y="253357"/>
                  </a:lnTo>
                  <a:lnTo>
                    <a:pt x="18448" y="252261"/>
                  </a:lnTo>
                  <a:lnTo>
                    <a:pt x="17227" y="239337"/>
                  </a:lnTo>
                  <a:lnTo>
                    <a:pt x="15735" y="223552"/>
                  </a:lnTo>
                  <a:lnTo>
                    <a:pt x="15510" y="221175"/>
                  </a:lnTo>
                  <a:lnTo>
                    <a:pt x="14990" y="215607"/>
                  </a:lnTo>
                  <a:lnTo>
                    <a:pt x="14697" y="212464"/>
                  </a:lnTo>
                  <a:lnTo>
                    <a:pt x="13412" y="198704"/>
                  </a:lnTo>
                  <a:lnTo>
                    <a:pt x="12523" y="189186"/>
                  </a:lnTo>
                  <a:lnTo>
                    <a:pt x="12304" y="186291"/>
                  </a:lnTo>
                  <a:lnTo>
                    <a:pt x="11614" y="177166"/>
                  </a:lnTo>
                  <a:lnTo>
                    <a:pt x="8892" y="141155"/>
                  </a:lnTo>
                  <a:lnTo>
                    <a:pt x="8829" y="140320"/>
                  </a:lnTo>
                  <a:lnTo>
                    <a:pt x="7501" y="122752"/>
                  </a:lnTo>
                  <a:lnTo>
                    <a:pt x="6329" y="107241"/>
                  </a:lnTo>
                  <a:lnTo>
                    <a:pt x="4979" y="87991"/>
                  </a:lnTo>
                  <a:lnTo>
                    <a:pt x="4430" y="80160"/>
                  </a:lnTo>
                  <a:lnTo>
                    <a:pt x="3961" y="73465"/>
                  </a:lnTo>
                  <a:lnTo>
                    <a:pt x="3894" y="72507"/>
                  </a:lnTo>
                  <a:lnTo>
                    <a:pt x="3836" y="71686"/>
                  </a:lnTo>
                  <a:lnTo>
                    <a:pt x="1112" y="32827"/>
                  </a:lnTo>
                  <a:lnTo>
                    <a:pt x="1032" y="31680"/>
                  </a:lnTo>
                  <a:lnTo>
                    <a:pt x="797" y="28337"/>
                  </a:lnTo>
                  <a:lnTo>
                    <a:pt x="610" y="25661"/>
                  </a:lnTo>
                  <a:lnTo>
                    <a:pt x="449" y="23370"/>
                  </a:lnTo>
                  <a:lnTo>
                    <a:pt x="370" y="22243"/>
                  </a:lnTo>
                  <a:lnTo>
                    <a:pt x="293" y="21143"/>
                  </a:lnTo>
                  <a:lnTo>
                    <a:pt x="0" y="16957"/>
                  </a:lnTo>
                  <a:lnTo>
                    <a:pt x="3735" y="16523"/>
                  </a:lnTo>
                  <a:lnTo>
                    <a:pt x="5126" y="16361"/>
                  </a:lnTo>
                  <a:lnTo>
                    <a:pt x="11511" y="15619"/>
                  </a:lnTo>
                  <a:lnTo>
                    <a:pt x="16404" y="15050"/>
                  </a:lnTo>
                  <a:lnTo>
                    <a:pt x="19358" y="14729"/>
                  </a:lnTo>
                  <a:lnTo>
                    <a:pt x="21980" y="14444"/>
                  </a:lnTo>
                  <a:lnTo>
                    <a:pt x="23083" y="14325"/>
                  </a:lnTo>
                  <a:lnTo>
                    <a:pt x="26139" y="13993"/>
                  </a:lnTo>
                  <a:lnTo>
                    <a:pt x="37429" y="12767"/>
                  </a:lnTo>
                  <a:lnTo>
                    <a:pt x="44911" y="11955"/>
                  </a:lnTo>
                  <a:lnTo>
                    <a:pt x="48922" y="11519"/>
                  </a:lnTo>
                  <a:lnTo>
                    <a:pt x="49294" y="11479"/>
                  </a:lnTo>
                  <a:lnTo>
                    <a:pt x="66260" y="9637"/>
                  </a:lnTo>
                  <a:lnTo>
                    <a:pt x="67511" y="9501"/>
                  </a:lnTo>
                  <a:lnTo>
                    <a:pt x="87781" y="7300"/>
                  </a:lnTo>
                  <a:lnTo>
                    <a:pt x="90598" y="6994"/>
                  </a:lnTo>
                  <a:lnTo>
                    <a:pt x="91384" y="6909"/>
                  </a:lnTo>
                  <a:lnTo>
                    <a:pt x="129433" y="2778"/>
                  </a:lnTo>
                  <a:lnTo>
                    <a:pt x="139052" y="1733"/>
                  </a:lnTo>
                  <a:lnTo>
                    <a:pt x="143595" y="1240"/>
                  </a:lnTo>
                  <a:lnTo>
                    <a:pt x="145861" y="994"/>
                  </a:lnTo>
                  <a:lnTo>
                    <a:pt x="150707" y="468"/>
                  </a:lnTo>
                  <a:lnTo>
                    <a:pt x="155023" y="0"/>
                  </a:lnTo>
                  <a:lnTo>
                    <a:pt x="162817" y="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57"/>
            <p:cNvSpPr/>
            <p:nvPr/>
          </p:nvSpPr>
          <p:spPr>
            <a:xfrm>
              <a:off x="5550043" y="4272259"/>
              <a:ext cx="399636" cy="296200"/>
            </a:xfrm>
            <a:custGeom>
              <a:avLst/>
              <a:pathLst>
                <a:path w="399636" h="296200">
                  <a:moveTo>
                    <a:pt x="387492" y="116234"/>
                  </a:moveTo>
                  <a:lnTo>
                    <a:pt x="379809" y="136477"/>
                  </a:lnTo>
                  <a:lnTo>
                    <a:pt x="379620" y="137702"/>
                  </a:lnTo>
                  <a:lnTo>
                    <a:pt x="379269" y="139969"/>
                  </a:lnTo>
                  <a:lnTo>
                    <a:pt x="376767" y="147313"/>
                  </a:lnTo>
                  <a:lnTo>
                    <a:pt x="372678" y="159315"/>
                  </a:lnTo>
                  <a:lnTo>
                    <a:pt x="372380" y="160190"/>
                  </a:lnTo>
                  <a:lnTo>
                    <a:pt x="365111" y="181527"/>
                  </a:lnTo>
                  <a:lnTo>
                    <a:pt x="364844" y="182311"/>
                  </a:lnTo>
                  <a:lnTo>
                    <a:pt x="358231" y="201722"/>
                  </a:lnTo>
                  <a:lnTo>
                    <a:pt x="357990" y="202794"/>
                  </a:lnTo>
                  <a:lnTo>
                    <a:pt x="357787" y="203698"/>
                  </a:lnTo>
                  <a:lnTo>
                    <a:pt x="357343" y="205674"/>
                  </a:lnTo>
                  <a:lnTo>
                    <a:pt x="353233" y="225416"/>
                  </a:lnTo>
                  <a:lnTo>
                    <a:pt x="376402" y="231780"/>
                  </a:lnTo>
                  <a:lnTo>
                    <a:pt x="378941" y="232541"/>
                  </a:lnTo>
                  <a:lnTo>
                    <a:pt x="379268" y="232639"/>
                  </a:lnTo>
                  <a:lnTo>
                    <a:pt x="381936" y="233416"/>
                  </a:lnTo>
                  <a:lnTo>
                    <a:pt x="392263" y="236423"/>
                  </a:lnTo>
                  <a:lnTo>
                    <a:pt x="389399" y="246265"/>
                  </a:lnTo>
                  <a:lnTo>
                    <a:pt x="380412" y="243230"/>
                  </a:lnTo>
                  <a:lnTo>
                    <a:pt x="378625" y="242846"/>
                  </a:lnTo>
                  <a:lnTo>
                    <a:pt x="371605" y="241338"/>
                  </a:lnTo>
                  <a:lnTo>
                    <a:pt x="365037" y="240997"/>
                  </a:lnTo>
                  <a:lnTo>
                    <a:pt x="361539" y="241185"/>
                  </a:lnTo>
                  <a:lnTo>
                    <a:pt x="361226" y="248646"/>
                  </a:lnTo>
                  <a:lnTo>
                    <a:pt x="361080" y="252132"/>
                  </a:lnTo>
                  <a:lnTo>
                    <a:pt x="361064" y="252516"/>
                  </a:lnTo>
                  <a:lnTo>
                    <a:pt x="361022" y="253529"/>
                  </a:lnTo>
                  <a:lnTo>
                    <a:pt x="360924" y="254667"/>
                  </a:lnTo>
                  <a:lnTo>
                    <a:pt x="360815" y="255941"/>
                  </a:lnTo>
                  <a:lnTo>
                    <a:pt x="360843" y="257140"/>
                  </a:lnTo>
                  <a:lnTo>
                    <a:pt x="360930" y="260903"/>
                  </a:lnTo>
                  <a:lnTo>
                    <a:pt x="361049" y="266009"/>
                  </a:lnTo>
                  <a:lnTo>
                    <a:pt x="361058" y="266426"/>
                  </a:lnTo>
                  <a:lnTo>
                    <a:pt x="361074" y="267094"/>
                  </a:lnTo>
                  <a:lnTo>
                    <a:pt x="360989" y="272775"/>
                  </a:lnTo>
                  <a:lnTo>
                    <a:pt x="360764" y="275225"/>
                  </a:lnTo>
                  <a:lnTo>
                    <a:pt x="360048" y="282983"/>
                  </a:lnTo>
                  <a:lnTo>
                    <a:pt x="308281" y="287931"/>
                  </a:lnTo>
                  <a:lnTo>
                    <a:pt x="261776" y="296200"/>
                  </a:lnTo>
                  <a:lnTo>
                    <a:pt x="222061" y="262575"/>
                  </a:lnTo>
                  <a:lnTo>
                    <a:pt x="242215" y="247125"/>
                  </a:lnTo>
                  <a:lnTo>
                    <a:pt x="265265" y="231570"/>
                  </a:lnTo>
                  <a:lnTo>
                    <a:pt x="267616" y="226798"/>
                  </a:lnTo>
                  <a:lnTo>
                    <a:pt x="267357" y="224588"/>
                  </a:lnTo>
                  <a:lnTo>
                    <a:pt x="265434" y="222010"/>
                  </a:lnTo>
                  <a:lnTo>
                    <a:pt x="235822" y="209764"/>
                  </a:lnTo>
                  <a:lnTo>
                    <a:pt x="230700" y="209078"/>
                  </a:lnTo>
                  <a:lnTo>
                    <a:pt x="207864" y="225496"/>
                  </a:lnTo>
                  <a:lnTo>
                    <a:pt x="190259" y="231676"/>
                  </a:lnTo>
                  <a:lnTo>
                    <a:pt x="138465" y="251682"/>
                  </a:lnTo>
                  <a:lnTo>
                    <a:pt x="133208" y="257195"/>
                  </a:lnTo>
                  <a:lnTo>
                    <a:pt x="134671" y="268161"/>
                  </a:lnTo>
                  <a:lnTo>
                    <a:pt x="131380" y="275087"/>
                  </a:lnTo>
                  <a:lnTo>
                    <a:pt x="121303" y="283872"/>
                  </a:lnTo>
                  <a:lnTo>
                    <a:pt x="116413" y="284023"/>
                  </a:lnTo>
                  <a:lnTo>
                    <a:pt x="106700" y="287326"/>
                  </a:lnTo>
                  <a:lnTo>
                    <a:pt x="95556" y="289508"/>
                  </a:lnTo>
                  <a:lnTo>
                    <a:pt x="82650" y="279648"/>
                  </a:lnTo>
                  <a:lnTo>
                    <a:pt x="65673" y="271408"/>
                  </a:lnTo>
                  <a:lnTo>
                    <a:pt x="67686" y="267190"/>
                  </a:lnTo>
                  <a:lnTo>
                    <a:pt x="65673" y="242957"/>
                  </a:lnTo>
                  <a:lnTo>
                    <a:pt x="56677" y="240586"/>
                  </a:lnTo>
                  <a:lnTo>
                    <a:pt x="48971" y="232407"/>
                  </a:lnTo>
                  <a:lnTo>
                    <a:pt x="48822" y="177985"/>
                  </a:lnTo>
                  <a:lnTo>
                    <a:pt x="46057" y="171399"/>
                  </a:lnTo>
                  <a:lnTo>
                    <a:pt x="39604" y="169750"/>
                  </a:lnTo>
                  <a:lnTo>
                    <a:pt x="27609" y="173183"/>
                  </a:lnTo>
                  <a:lnTo>
                    <a:pt x="18788" y="177691"/>
                  </a:lnTo>
                  <a:lnTo>
                    <a:pt x="16683" y="171994"/>
                  </a:lnTo>
                  <a:lnTo>
                    <a:pt x="13283" y="162789"/>
                  </a:lnTo>
                  <a:lnTo>
                    <a:pt x="12827" y="161720"/>
                  </a:lnTo>
                  <a:lnTo>
                    <a:pt x="10197" y="150241"/>
                  </a:lnTo>
                  <a:lnTo>
                    <a:pt x="9430" y="146892"/>
                  </a:lnTo>
                  <a:lnTo>
                    <a:pt x="9424" y="146195"/>
                  </a:lnTo>
                  <a:lnTo>
                    <a:pt x="9378" y="140859"/>
                  </a:lnTo>
                  <a:lnTo>
                    <a:pt x="11985" y="136626"/>
                  </a:lnTo>
                  <a:lnTo>
                    <a:pt x="12810" y="135287"/>
                  </a:lnTo>
                  <a:lnTo>
                    <a:pt x="8699" y="130269"/>
                  </a:lnTo>
                  <a:lnTo>
                    <a:pt x="1399" y="121359"/>
                  </a:lnTo>
                  <a:lnTo>
                    <a:pt x="907" y="120428"/>
                  </a:lnTo>
                  <a:lnTo>
                    <a:pt x="747" y="120124"/>
                  </a:lnTo>
                  <a:lnTo>
                    <a:pt x="0" y="118711"/>
                  </a:lnTo>
                  <a:lnTo>
                    <a:pt x="4100" y="115894"/>
                  </a:lnTo>
                  <a:lnTo>
                    <a:pt x="16058" y="115401"/>
                  </a:lnTo>
                  <a:lnTo>
                    <a:pt x="18097" y="115323"/>
                  </a:lnTo>
                  <a:lnTo>
                    <a:pt x="18398" y="115311"/>
                  </a:lnTo>
                  <a:lnTo>
                    <a:pt x="19935" y="115252"/>
                  </a:lnTo>
                  <a:lnTo>
                    <a:pt x="20872" y="115216"/>
                  </a:lnTo>
                  <a:lnTo>
                    <a:pt x="22910" y="115138"/>
                  </a:lnTo>
                  <a:lnTo>
                    <a:pt x="24880" y="115062"/>
                  </a:lnTo>
                  <a:lnTo>
                    <a:pt x="27321" y="115349"/>
                  </a:lnTo>
                  <a:lnTo>
                    <a:pt x="38622" y="116677"/>
                  </a:lnTo>
                  <a:lnTo>
                    <a:pt x="46636" y="117619"/>
                  </a:lnTo>
                  <a:lnTo>
                    <a:pt x="46802" y="117639"/>
                  </a:lnTo>
                  <a:lnTo>
                    <a:pt x="55829" y="118700"/>
                  </a:lnTo>
                  <a:lnTo>
                    <a:pt x="56197" y="118770"/>
                  </a:lnTo>
                  <a:lnTo>
                    <a:pt x="67686" y="120940"/>
                  </a:lnTo>
                  <a:lnTo>
                    <a:pt x="68543" y="121102"/>
                  </a:lnTo>
                  <a:lnTo>
                    <a:pt x="75434" y="122404"/>
                  </a:lnTo>
                  <a:lnTo>
                    <a:pt x="85453" y="124297"/>
                  </a:lnTo>
                  <a:lnTo>
                    <a:pt x="85511" y="124124"/>
                  </a:lnTo>
                  <a:lnTo>
                    <a:pt x="85932" y="122872"/>
                  </a:lnTo>
                  <a:lnTo>
                    <a:pt x="86568" y="120978"/>
                  </a:lnTo>
                  <a:lnTo>
                    <a:pt x="86703" y="120576"/>
                  </a:lnTo>
                  <a:lnTo>
                    <a:pt x="89368" y="112647"/>
                  </a:lnTo>
                  <a:lnTo>
                    <a:pt x="89832" y="111266"/>
                  </a:lnTo>
                  <a:lnTo>
                    <a:pt x="93652" y="99898"/>
                  </a:lnTo>
                  <a:lnTo>
                    <a:pt x="94114" y="98603"/>
                  </a:lnTo>
                  <a:lnTo>
                    <a:pt x="94521" y="97248"/>
                  </a:lnTo>
                  <a:lnTo>
                    <a:pt x="94653" y="96811"/>
                  </a:lnTo>
                  <a:lnTo>
                    <a:pt x="95077" y="95403"/>
                  </a:lnTo>
                  <a:lnTo>
                    <a:pt x="95137" y="95203"/>
                  </a:lnTo>
                  <a:lnTo>
                    <a:pt x="95991" y="92713"/>
                  </a:lnTo>
                  <a:lnTo>
                    <a:pt x="96852" y="90206"/>
                  </a:lnTo>
                  <a:lnTo>
                    <a:pt x="97390" y="88637"/>
                  </a:lnTo>
                  <a:lnTo>
                    <a:pt x="98013" y="86824"/>
                  </a:lnTo>
                  <a:lnTo>
                    <a:pt x="100217" y="80401"/>
                  </a:lnTo>
                  <a:lnTo>
                    <a:pt x="100406" y="79852"/>
                  </a:lnTo>
                  <a:lnTo>
                    <a:pt x="100818" y="78649"/>
                  </a:lnTo>
                  <a:lnTo>
                    <a:pt x="102277" y="74400"/>
                  </a:lnTo>
                  <a:lnTo>
                    <a:pt x="102402" y="74035"/>
                  </a:lnTo>
                  <a:lnTo>
                    <a:pt x="102450" y="73894"/>
                  </a:lnTo>
                  <a:lnTo>
                    <a:pt x="102609" y="73432"/>
                  </a:lnTo>
                  <a:lnTo>
                    <a:pt x="102675" y="73240"/>
                  </a:lnTo>
                  <a:lnTo>
                    <a:pt x="102733" y="73069"/>
                  </a:lnTo>
                  <a:lnTo>
                    <a:pt x="102962" y="72404"/>
                  </a:lnTo>
                  <a:lnTo>
                    <a:pt x="103007" y="72272"/>
                  </a:lnTo>
                  <a:lnTo>
                    <a:pt x="103421" y="71067"/>
                  </a:lnTo>
                  <a:lnTo>
                    <a:pt x="104180" y="68823"/>
                  </a:lnTo>
                  <a:lnTo>
                    <a:pt x="104911" y="66661"/>
                  </a:lnTo>
                  <a:lnTo>
                    <a:pt x="105098" y="66107"/>
                  </a:lnTo>
                  <a:lnTo>
                    <a:pt x="105554" y="64759"/>
                  </a:lnTo>
                  <a:lnTo>
                    <a:pt x="106029" y="63353"/>
                  </a:lnTo>
                  <a:lnTo>
                    <a:pt x="106235" y="62745"/>
                  </a:lnTo>
                  <a:lnTo>
                    <a:pt x="109081" y="54328"/>
                  </a:lnTo>
                  <a:lnTo>
                    <a:pt x="109479" y="53150"/>
                  </a:lnTo>
                  <a:lnTo>
                    <a:pt x="110213" y="50981"/>
                  </a:lnTo>
                  <a:lnTo>
                    <a:pt x="110529" y="50045"/>
                  </a:lnTo>
                  <a:lnTo>
                    <a:pt x="111041" y="48531"/>
                  </a:lnTo>
                  <a:lnTo>
                    <a:pt x="111287" y="47804"/>
                  </a:lnTo>
                  <a:lnTo>
                    <a:pt x="111472" y="47249"/>
                  </a:lnTo>
                  <a:lnTo>
                    <a:pt x="111541" y="47014"/>
                  </a:lnTo>
                  <a:lnTo>
                    <a:pt x="111974" y="45551"/>
                  </a:lnTo>
                  <a:lnTo>
                    <a:pt x="112094" y="45146"/>
                  </a:lnTo>
                  <a:lnTo>
                    <a:pt x="115285" y="34356"/>
                  </a:lnTo>
                  <a:lnTo>
                    <a:pt x="119953" y="18571"/>
                  </a:lnTo>
                  <a:lnTo>
                    <a:pt x="120234" y="17448"/>
                  </a:lnTo>
                  <a:lnTo>
                    <a:pt x="122858" y="6947"/>
                  </a:lnTo>
                  <a:lnTo>
                    <a:pt x="124594" y="0"/>
                  </a:lnTo>
                  <a:lnTo>
                    <a:pt x="125792" y="301"/>
                  </a:lnTo>
                  <a:lnTo>
                    <a:pt x="125965" y="345"/>
                  </a:lnTo>
                  <a:lnTo>
                    <a:pt x="138786" y="3578"/>
                  </a:lnTo>
                  <a:lnTo>
                    <a:pt x="139423" y="3738"/>
                  </a:lnTo>
                  <a:lnTo>
                    <a:pt x="165512" y="10317"/>
                  </a:lnTo>
                  <a:lnTo>
                    <a:pt x="166397" y="10540"/>
                  </a:lnTo>
                  <a:lnTo>
                    <a:pt x="175580" y="12855"/>
                  </a:lnTo>
                  <a:lnTo>
                    <a:pt x="176558" y="13106"/>
                  </a:lnTo>
                  <a:lnTo>
                    <a:pt x="180799" y="14193"/>
                  </a:lnTo>
                  <a:lnTo>
                    <a:pt x="194291" y="17653"/>
                  </a:lnTo>
                  <a:lnTo>
                    <a:pt x="204062" y="20158"/>
                  </a:lnTo>
                  <a:lnTo>
                    <a:pt x="209544" y="21564"/>
                  </a:lnTo>
                  <a:lnTo>
                    <a:pt x="211729" y="22124"/>
                  </a:lnTo>
                  <a:lnTo>
                    <a:pt x="232721" y="27507"/>
                  </a:lnTo>
                  <a:lnTo>
                    <a:pt x="236789" y="28550"/>
                  </a:lnTo>
                  <a:lnTo>
                    <a:pt x="238352" y="28963"/>
                  </a:lnTo>
                  <a:lnTo>
                    <a:pt x="239146" y="29172"/>
                  </a:lnTo>
                  <a:lnTo>
                    <a:pt x="240168" y="29442"/>
                  </a:lnTo>
                  <a:lnTo>
                    <a:pt x="240612" y="29559"/>
                  </a:lnTo>
                  <a:lnTo>
                    <a:pt x="241903" y="29899"/>
                  </a:lnTo>
                  <a:lnTo>
                    <a:pt x="259863" y="34636"/>
                  </a:lnTo>
                  <a:lnTo>
                    <a:pt x="264743" y="35923"/>
                  </a:lnTo>
                  <a:lnTo>
                    <a:pt x="280673" y="40224"/>
                  </a:lnTo>
                  <a:lnTo>
                    <a:pt x="281954" y="40547"/>
                  </a:lnTo>
                  <a:lnTo>
                    <a:pt x="307706" y="47027"/>
                  </a:lnTo>
                  <a:lnTo>
                    <a:pt x="310398" y="47772"/>
                  </a:lnTo>
                  <a:lnTo>
                    <a:pt x="311308" y="48024"/>
                  </a:lnTo>
                  <a:lnTo>
                    <a:pt x="311834" y="48170"/>
                  </a:lnTo>
                  <a:lnTo>
                    <a:pt x="326354" y="52189"/>
                  </a:lnTo>
                  <a:lnTo>
                    <a:pt x="338342" y="55508"/>
                  </a:lnTo>
                  <a:lnTo>
                    <a:pt x="339314" y="55777"/>
                  </a:lnTo>
                  <a:lnTo>
                    <a:pt x="339551" y="55841"/>
                  </a:lnTo>
                  <a:lnTo>
                    <a:pt x="341437" y="56352"/>
                  </a:lnTo>
                  <a:lnTo>
                    <a:pt x="342257" y="56573"/>
                  </a:lnTo>
                  <a:lnTo>
                    <a:pt x="342744" y="56705"/>
                  </a:lnTo>
                  <a:lnTo>
                    <a:pt x="371393" y="64457"/>
                  </a:lnTo>
                  <a:lnTo>
                    <a:pt x="395455" y="70967"/>
                  </a:lnTo>
                  <a:lnTo>
                    <a:pt x="398863" y="71981"/>
                  </a:lnTo>
                  <a:lnTo>
                    <a:pt x="399636" y="72211"/>
                  </a:lnTo>
                  <a:lnTo>
                    <a:pt x="393229" y="95657"/>
                  </a:lnTo>
                  <a:lnTo>
                    <a:pt x="389590" y="108978"/>
                  </a:lnTo>
                  <a:lnTo>
                    <a:pt x="387901" y="115158"/>
                  </a:lnTo>
                  <a:lnTo>
                    <a:pt x="387567" y="11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58"/>
            <p:cNvSpPr/>
            <p:nvPr/>
          </p:nvSpPr>
          <p:spPr>
            <a:xfrm>
              <a:off x="4078085" y="4422974"/>
              <a:ext cx="433480" cy="415078"/>
            </a:xfrm>
            <a:custGeom>
              <a:avLst/>
              <a:pathLst>
                <a:path w="433480" h="415078">
                  <a:moveTo>
                    <a:pt x="159598" y="1346"/>
                  </a:moveTo>
                  <a:lnTo>
                    <a:pt x="166384" y="38297"/>
                  </a:lnTo>
                  <a:lnTo>
                    <a:pt x="183894" y="34759"/>
                  </a:lnTo>
                  <a:lnTo>
                    <a:pt x="184934" y="34543"/>
                  </a:lnTo>
                  <a:lnTo>
                    <a:pt x="186068" y="34307"/>
                  </a:lnTo>
                  <a:lnTo>
                    <a:pt x="200148" y="31378"/>
                  </a:lnTo>
                  <a:lnTo>
                    <a:pt x="200741" y="31247"/>
                  </a:lnTo>
                  <a:lnTo>
                    <a:pt x="208956" y="29431"/>
                  </a:lnTo>
                  <a:lnTo>
                    <a:pt x="219693" y="27057"/>
                  </a:lnTo>
                  <a:lnTo>
                    <a:pt x="220207" y="26943"/>
                  </a:lnTo>
                  <a:lnTo>
                    <a:pt x="220504" y="26885"/>
                  </a:lnTo>
                  <a:lnTo>
                    <a:pt x="230060" y="25009"/>
                  </a:lnTo>
                  <a:lnTo>
                    <a:pt x="232834" y="21095"/>
                  </a:lnTo>
                  <a:lnTo>
                    <a:pt x="231695" y="15565"/>
                  </a:lnTo>
                  <a:lnTo>
                    <a:pt x="232167" y="15477"/>
                  </a:lnTo>
                  <a:lnTo>
                    <a:pt x="238283" y="14342"/>
                  </a:lnTo>
                  <a:lnTo>
                    <a:pt x="241854" y="13679"/>
                  </a:lnTo>
                  <a:lnTo>
                    <a:pt x="249373" y="12881"/>
                  </a:lnTo>
                  <a:lnTo>
                    <a:pt x="259771" y="11778"/>
                  </a:lnTo>
                  <a:lnTo>
                    <a:pt x="274877" y="10989"/>
                  </a:lnTo>
                  <a:lnTo>
                    <a:pt x="285569" y="10430"/>
                  </a:lnTo>
                  <a:lnTo>
                    <a:pt x="287686" y="10423"/>
                  </a:lnTo>
                  <a:lnTo>
                    <a:pt x="289834" y="10416"/>
                  </a:lnTo>
                  <a:lnTo>
                    <a:pt x="305649" y="10364"/>
                  </a:lnTo>
                  <a:lnTo>
                    <a:pt x="307227" y="10458"/>
                  </a:lnTo>
                  <a:lnTo>
                    <a:pt x="328005" y="11693"/>
                  </a:lnTo>
                  <a:lnTo>
                    <a:pt x="328814" y="11741"/>
                  </a:lnTo>
                  <a:lnTo>
                    <a:pt x="331139" y="11969"/>
                  </a:lnTo>
                  <a:lnTo>
                    <a:pt x="332454" y="12099"/>
                  </a:lnTo>
                  <a:lnTo>
                    <a:pt x="344468" y="13279"/>
                  </a:lnTo>
                  <a:lnTo>
                    <a:pt x="356351" y="14749"/>
                  </a:lnTo>
                  <a:lnTo>
                    <a:pt x="358253" y="14984"/>
                  </a:lnTo>
                  <a:lnTo>
                    <a:pt x="378602" y="18647"/>
                  </a:lnTo>
                  <a:lnTo>
                    <a:pt x="379747" y="18853"/>
                  </a:lnTo>
                  <a:lnTo>
                    <a:pt x="382080" y="19273"/>
                  </a:lnTo>
                  <a:lnTo>
                    <a:pt x="382296" y="19312"/>
                  </a:lnTo>
                  <a:lnTo>
                    <a:pt x="381255" y="24318"/>
                  </a:lnTo>
                  <a:lnTo>
                    <a:pt x="376211" y="48572"/>
                  </a:lnTo>
                  <a:lnTo>
                    <a:pt x="375807" y="51823"/>
                  </a:lnTo>
                  <a:lnTo>
                    <a:pt x="374853" y="59506"/>
                  </a:lnTo>
                  <a:lnTo>
                    <a:pt x="375532" y="70093"/>
                  </a:lnTo>
                  <a:lnTo>
                    <a:pt x="377263" y="79446"/>
                  </a:lnTo>
                  <a:lnTo>
                    <a:pt x="377909" y="82935"/>
                  </a:lnTo>
                  <a:lnTo>
                    <a:pt x="384701" y="115563"/>
                  </a:lnTo>
                  <a:lnTo>
                    <a:pt x="386744" y="126026"/>
                  </a:lnTo>
                  <a:lnTo>
                    <a:pt x="386868" y="126663"/>
                  </a:lnTo>
                  <a:lnTo>
                    <a:pt x="387757" y="131215"/>
                  </a:lnTo>
                  <a:lnTo>
                    <a:pt x="387858" y="131737"/>
                  </a:lnTo>
                  <a:lnTo>
                    <a:pt x="392370" y="154850"/>
                  </a:lnTo>
                  <a:lnTo>
                    <a:pt x="392420" y="155108"/>
                  </a:lnTo>
                  <a:lnTo>
                    <a:pt x="392580" y="155927"/>
                  </a:lnTo>
                  <a:lnTo>
                    <a:pt x="397073" y="178944"/>
                  </a:lnTo>
                  <a:lnTo>
                    <a:pt x="405070" y="219913"/>
                  </a:lnTo>
                  <a:lnTo>
                    <a:pt x="405328" y="221238"/>
                  </a:lnTo>
                  <a:lnTo>
                    <a:pt x="406480" y="226355"/>
                  </a:lnTo>
                  <a:lnTo>
                    <a:pt x="409336" y="239044"/>
                  </a:lnTo>
                  <a:lnTo>
                    <a:pt x="409548" y="239985"/>
                  </a:lnTo>
                  <a:lnTo>
                    <a:pt x="411812" y="250046"/>
                  </a:lnTo>
                  <a:lnTo>
                    <a:pt x="416442" y="274698"/>
                  </a:lnTo>
                  <a:lnTo>
                    <a:pt x="421901" y="302646"/>
                  </a:lnTo>
                  <a:lnTo>
                    <a:pt x="424392" y="315396"/>
                  </a:lnTo>
                  <a:lnTo>
                    <a:pt x="425907" y="323152"/>
                  </a:lnTo>
                  <a:lnTo>
                    <a:pt x="430262" y="342943"/>
                  </a:lnTo>
                  <a:lnTo>
                    <a:pt x="433480" y="356700"/>
                  </a:lnTo>
                  <a:lnTo>
                    <a:pt x="432620" y="356884"/>
                  </a:lnTo>
                  <a:lnTo>
                    <a:pt x="411953" y="361056"/>
                  </a:lnTo>
                  <a:lnTo>
                    <a:pt x="381959" y="367110"/>
                  </a:lnTo>
                  <a:lnTo>
                    <a:pt x="368999" y="369620"/>
                  </a:lnTo>
                  <a:lnTo>
                    <a:pt x="367967" y="369820"/>
                  </a:lnTo>
                  <a:lnTo>
                    <a:pt x="354066" y="372511"/>
                  </a:lnTo>
                  <a:lnTo>
                    <a:pt x="324466" y="378243"/>
                  </a:lnTo>
                  <a:lnTo>
                    <a:pt x="323516" y="378427"/>
                  </a:lnTo>
                  <a:lnTo>
                    <a:pt x="321069" y="378901"/>
                  </a:lnTo>
                  <a:lnTo>
                    <a:pt x="317525" y="379587"/>
                  </a:lnTo>
                  <a:lnTo>
                    <a:pt x="314350" y="380202"/>
                  </a:lnTo>
                  <a:lnTo>
                    <a:pt x="313907" y="378327"/>
                  </a:lnTo>
                  <a:lnTo>
                    <a:pt x="313666" y="377308"/>
                  </a:lnTo>
                  <a:lnTo>
                    <a:pt x="313575" y="376922"/>
                  </a:lnTo>
                  <a:lnTo>
                    <a:pt x="312730" y="376975"/>
                  </a:lnTo>
                  <a:lnTo>
                    <a:pt x="311767" y="377036"/>
                  </a:lnTo>
                  <a:lnTo>
                    <a:pt x="306662" y="377356"/>
                  </a:lnTo>
                  <a:lnTo>
                    <a:pt x="295618" y="378050"/>
                  </a:lnTo>
                  <a:lnTo>
                    <a:pt x="293121" y="378445"/>
                  </a:lnTo>
                  <a:lnTo>
                    <a:pt x="290912" y="378794"/>
                  </a:lnTo>
                  <a:lnTo>
                    <a:pt x="290646" y="378836"/>
                  </a:lnTo>
                  <a:lnTo>
                    <a:pt x="290361" y="378881"/>
                  </a:lnTo>
                  <a:lnTo>
                    <a:pt x="290228" y="378902"/>
                  </a:lnTo>
                  <a:lnTo>
                    <a:pt x="289645" y="378994"/>
                  </a:lnTo>
                  <a:lnTo>
                    <a:pt x="289212" y="379063"/>
                  </a:lnTo>
                  <a:lnTo>
                    <a:pt x="284142" y="379864"/>
                  </a:lnTo>
                  <a:lnTo>
                    <a:pt x="280495" y="380441"/>
                  </a:lnTo>
                  <a:lnTo>
                    <a:pt x="279218" y="380643"/>
                  </a:lnTo>
                  <a:lnTo>
                    <a:pt x="268436" y="382348"/>
                  </a:lnTo>
                  <a:lnTo>
                    <a:pt x="259058" y="383830"/>
                  </a:lnTo>
                  <a:lnTo>
                    <a:pt x="249164" y="385394"/>
                  </a:lnTo>
                  <a:lnTo>
                    <a:pt x="240070" y="386832"/>
                  </a:lnTo>
                  <a:lnTo>
                    <a:pt x="238594" y="387066"/>
                  </a:lnTo>
                  <a:lnTo>
                    <a:pt x="223188" y="389638"/>
                  </a:lnTo>
                  <a:lnTo>
                    <a:pt x="221055" y="389993"/>
                  </a:lnTo>
                  <a:lnTo>
                    <a:pt x="216757" y="390711"/>
                  </a:lnTo>
                  <a:lnTo>
                    <a:pt x="203197" y="392975"/>
                  </a:lnTo>
                  <a:lnTo>
                    <a:pt x="202333" y="393119"/>
                  </a:lnTo>
                  <a:lnTo>
                    <a:pt x="191173" y="394893"/>
                  </a:lnTo>
                  <a:lnTo>
                    <a:pt x="183447" y="396061"/>
                  </a:lnTo>
                  <a:lnTo>
                    <a:pt x="177359" y="396982"/>
                  </a:lnTo>
                  <a:lnTo>
                    <a:pt x="167836" y="398422"/>
                  </a:lnTo>
                  <a:lnTo>
                    <a:pt x="158760" y="399794"/>
                  </a:lnTo>
                  <a:lnTo>
                    <a:pt x="117686" y="406005"/>
                  </a:lnTo>
                  <a:lnTo>
                    <a:pt x="102811" y="408254"/>
                  </a:lnTo>
                  <a:lnTo>
                    <a:pt x="72253" y="412874"/>
                  </a:lnTo>
                  <a:lnTo>
                    <a:pt x="63020" y="414270"/>
                  </a:lnTo>
                  <a:lnTo>
                    <a:pt x="61618" y="414469"/>
                  </a:lnTo>
                  <a:lnTo>
                    <a:pt x="61142" y="414536"/>
                  </a:lnTo>
                  <a:lnTo>
                    <a:pt x="59962" y="414703"/>
                  </a:lnTo>
                  <a:lnTo>
                    <a:pt x="58310" y="414937"/>
                  </a:lnTo>
                  <a:lnTo>
                    <a:pt x="57962" y="414986"/>
                  </a:lnTo>
                  <a:lnTo>
                    <a:pt x="57309" y="415078"/>
                  </a:lnTo>
                  <a:lnTo>
                    <a:pt x="57224" y="414507"/>
                  </a:lnTo>
                  <a:lnTo>
                    <a:pt x="57111" y="413755"/>
                  </a:lnTo>
                  <a:lnTo>
                    <a:pt x="57074" y="413514"/>
                  </a:lnTo>
                  <a:lnTo>
                    <a:pt x="56988" y="412940"/>
                  </a:lnTo>
                  <a:lnTo>
                    <a:pt x="56911" y="412426"/>
                  </a:lnTo>
                  <a:lnTo>
                    <a:pt x="56650" y="410690"/>
                  </a:lnTo>
                  <a:lnTo>
                    <a:pt x="55609" y="403759"/>
                  </a:lnTo>
                  <a:lnTo>
                    <a:pt x="54601" y="397053"/>
                  </a:lnTo>
                  <a:lnTo>
                    <a:pt x="53813" y="391809"/>
                  </a:lnTo>
                  <a:lnTo>
                    <a:pt x="50960" y="372824"/>
                  </a:lnTo>
                  <a:lnTo>
                    <a:pt x="50387" y="369011"/>
                  </a:lnTo>
                  <a:lnTo>
                    <a:pt x="48599" y="357112"/>
                  </a:lnTo>
                  <a:lnTo>
                    <a:pt x="47918" y="352582"/>
                  </a:lnTo>
                  <a:lnTo>
                    <a:pt x="47159" y="347530"/>
                  </a:lnTo>
                  <a:lnTo>
                    <a:pt x="45292" y="335109"/>
                  </a:lnTo>
                  <a:lnTo>
                    <a:pt x="44095" y="327142"/>
                  </a:lnTo>
                  <a:lnTo>
                    <a:pt x="43423" y="322670"/>
                  </a:lnTo>
                  <a:lnTo>
                    <a:pt x="41357" y="308924"/>
                  </a:lnTo>
                  <a:lnTo>
                    <a:pt x="40740" y="304816"/>
                  </a:lnTo>
                  <a:lnTo>
                    <a:pt x="39707" y="297947"/>
                  </a:lnTo>
                  <a:lnTo>
                    <a:pt x="37554" y="283617"/>
                  </a:lnTo>
                  <a:lnTo>
                    <a:pt x="35414" y="269374"/>
                  </a:lnTo>
                  <a:lnTo>
                    <a:pt x="34682" y="264504"/>
                  </a:lnTo>
                  <a:lnTo>
                    <a:pt x="34528" y="263483"/>
                  </a:lnTo>
                  <a:lnTo>
                    <a:pt x="31509" y="243394"/>
                  </a:lnTo>
                  <a:lnTo>
                    <a:pt x="30479" y="236909"/>
                  </a:lnTo>
                  <a:lnTo>
                    <a:pt x="24958" y="202147"/>
                  </a:lnTo>
                  <a:lnTo>
                    <a:pt x="23787" y="194774"/>
                  </a:lnTo>
                  <a:lnTo>
                    <a:pt x="19854" y="170013"/>
                  </a:lnTo>
                  <a:lnTo>
                    <a:pt x="19268" y="166320"/>
                  </a:lnTo>
                  <a:lnTo>
                    <a:pt x="15930" y="145301"/>
                  </a:lnTo>
                  <a:lnTo>
                    <a:pt x="15597" y="143089"/>
                  </a:lnTo>
                  <a:lnTo>
                    <a:pt x="14923" y="138595"/>
                  </a:lnTo>
                  <a:lnTo>
                    <a:pt x="13623" y="129943"/>
                  </a:lnTo>
                  <a:lnTo>
                    <a:pt x="13229" y="127319"/>
                  </a:lnTo>
                  <a:lnTo>
                    <a:pt x="12865" y="124891"/>
                  </a:lnTo>
                  <a:lnTo>
                    <a:pt x="11615" y="116570"/>
                  </a:lnTo>
                  <a:lnTo>
                    <a:pt x="6445" y="82141"/>
                  </a:lnTo>
                  <a:lnTo>
                    <a:pt x="3665" y="63054"/>
                  </a:lnTo>
                  <a:lnTo>
                    <a:pt x="2876" y="57642"/>
                  </a:lnTo>
                  <a:lnTo>
                    <a:pt x="0" y="34610"/>
                  </a:lnTo>
                  <a:lnTo>
                    <a:pt x="424" y="34024"/>
                  </a:lnTo>
                  <a:lnTo>
                    <a:pt x="1318" y="32787"/>
                  </a:lnTo>
                  <a:lnTo>
                    <a:pt x="1623" y="32366"/>
                  </a:lnTo>
                  <a:lnTo>
                    <a:pt x="3252" y="30113"/>
                  </a:lnTo>
                  <a:lnTo>
                    <a:pt x="3515" y="29750"/>
                  </a:lnTo>
                  <a:lnTo>
                    <a:pt x="4749" y="28044"/>
                  </a:lnTo>
                  <a:lnTo>
                    <a:pt x="7874" y="27317"/>
                  </a:lnTo>
                  <a:lnTo>
                    <a:pt x="16131" y="25398"/>
                  </a:lnTo>
                  <a:lnTo>
                    <a:pt x="16822" y="25237"/>
                  </a:lnTo>
                  <a:lnTo>
                    <a:pt x="23746" y="23628"/>
                  </a:lnTo>
                  <a:lnTo>
                    <a:pt x="24442" y="23507"/>
                  </a:lnTo>
                  <a:lnTo>
                    <a:pt x="26155" y="23210"/>
                  </a:lnTo>
                  <a:lnTo>
                    <a:pt x="48405" y="19353"/>
                  </a:lnTo>
                  <a:lnTo>
                    <a:pt x="49972" y="19081"/>
                  </a:lnTo>
                  <a:lnTo>
                    <a:pt x="53509" y="18481"/>
                  </a:lnTo>
                  <a:lnTo>
                    <a:pt x="68445" y="15945"/>
                  </a:lnTo>
                  <a:lnTo>
                    <a:pt x="70125" y="15660"/>
                  </a:lnTo>
                  <a:lnTo>
                    <a:pt x="72488" y="15259"/>
                  </a:lnTo>
                  <a:lnTo>
                    <a:pt x="92699" y="11829"/>
                  </a:lnTo>
                  <a:lnTo>
                    <a:pt x="93880" y="11629"/>
                  </a:lnTo>
                  <a:lnTo>
                    <a:pt x="95093" y="11424"/>
                  </a:lnTo>
                  <a:lnTo>
                    <a:pt x="101783" y="10292"/>
                  </a:lnTo>
                  <a:lnTo>
                    <a:pt x="113039" y="8388"/>
                  </a:lnTo>
                  <a:lnTo>
                    <a:pt x="116154" y="7861"/>
                  </a:lnTo>
                  <a:lnTo>
                    <a:pt x="119126" y="7315"/>
                  </a:lnTo>
                  <a:lnTo>
                    <a:pt x="127220" y="5827"/>
                  </a:lnTo>
                  <a:lnTo>
                    <a:pt x="142864" y="2952"/>
                  </a:lnTo>
                  <a:lnTo>
                    <a:pt x="143015" y="2925"/>
                  </a:lnTo>
                  <a:lnTo>
                    <a:pt x="145634" y="2458"/>
                  </a:lnTo>
                  <a:lnTo>
                    <a:pt x="147182" y="2182"/>
                  </a:lnTo>
                  <a:lnTo>
                    <a:pt x="159101" y="55"/>
                  </a:lnTo>
                  <a:lnTo>
                    <a:pt x="159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59"/>
            <p:cNvSpPr/>
            <p:nvPr/>
          </p:nvSpPr>
          <p:spPr>
            <a:xfrm>
              <a:off x="5476340" y="3863633"/>
              <a:ext cx="441782" cy="292673"/>
            </a:xfrm>
            <a:custGeom>
              <a:avLst/>
              <a:pathLst>
                <a:path w="441782" h="292673">
                  <a:moveTo>
                    <a:pt x="344024" y="5954"/>
                  </a:moveTo>
                  <a:lnTo>
                    <a:pt x="346585" y="14134"/>
                  </a:lnTo>
                  <a:lnTo>
                    <a:pt x="352744" y="26035"/>
                  </a:lnTo>
                  <a:lnTo>
                    <a:pt x="353055" y="26626"/>
                  </a:lnTo>
                  <a:lnTo>
                    <a:pt x="353904" y="28241"/>
                  </a:lnTo>
                  <a:lnTo>
                    <a:pt x="356714" y="27473"/>
                  </a:lnTo>
                  <a:lnTo>
                    <a:pt x="366587" y="23001"/>
                  </a:lnTo>
                  <a:lnTo>
                    <a:pt x="373009" y="20093"/>
                  </a:lnTo>
                  <a:lnTo>
                    <a:pt x="377613" y="18008"/>
                  </a:lnTo>
                  <a:lnTo>
                    <a:pt x="383196" y="28255"/>
                  </a:lnTo>
                  <a:lnTo>
                    <a:pt x="385677" y="32174"/>
                  </a:lnTo>
                  <a:lnTo>
                    <a:pt x="391243" y="40969"/>
                  </a:lnTo>
                  <a:lnTo>
                    <a:pt x="391554" y="41549"/>
                  </a:lnTo>
                  <a:lnTo>
                    <a:pt x="392411" y="43147"/>
                  </a:lnTo>
                  <a:lnTo>
                    <a:pt x="397276" y="52218"/>
                  </a:lnTo>
                  <a:lnTo>
                    <a:pt x="398905" y="55256"/>
                  </a:lnTo>
                  <a:lnTo>
                    <a:pt x="400289" y="58294"/>
                  </a:lnTo>
                  <a:lnTo>
                    <a:pt x="400605" y="58988"/>
                  </a:lnTo>
                  <a:lnTo>
                    <a:pt x="400710" y="59219"/>
                  </a:lnTo>
                  <a:lnTo>
                    <a:pt x="405831" y="70463"/>
                  </a:lnTo>
                  <a:lnTo>
                    <a:pt x="426606" y="84583"/>
                  </a:lnTo>
                  <a:lnTo>
                    <a:pt x="427478" y="84502"/>
                  </a:lnTo>
                  <a:lnTo>
                    <a:pt x="431166" y="84161"/>
                  </a:lnTo>
                  <a:lnTo>
                    <a:pt x="435784" y="86977"/>
                  </a:lnTo>
                  <a:lnTo>
                    <a:pt x="437007" y="87723"/>
                  </a:lnTo>
                  <a:lnTo>
                    <a:pt x="437196" y="89744"/>
                  </a:lnTo>
                  <a:lnTo>
                    <a:pt x="438525" y="103969"/>
                  </a:lnTo>
                  <a:lnTo>
                    <a:pt x="439788" y="117145"/>
                  </a:lnTo>
                  <a:lnTo>
                    <a:pt x="440071" y="120097"/>
                  </a:lnTo>
                  <a:lnTo>
                    <a:pt x="440144" y="122176"/>
                  </a:lnTo>
                  <a:lnTo>
                    <a:pt x="440671" y="137247"/>
                  </a:lnTo>
                  <a:lnTo>
                    <a:pt x="440732" y="138280"/>
                  </a:lnTo>
                  <a:lnTo>
                    <a:pt x="441515" y="151382"/>
                  </a:lnTo>
                  <a:lnTo>
                    <a:pt x="441622" y="153168"/>
                  </a:lnTo>
                  <a:lnTo>
                    <a:pt x="441637" y="155059"/>
                  </a:lnTo>
                  <a:lnTo>
                    <a:pt x="441645" y="155994"/>
                  </a:lnTo>
                  <a:lnTo>
                    <a:pt x="441667" y="158734"/>
                  </a:lnTo>
                  <a:lnTo>
                    <a:pt x="441701" y="162896"/>
                  </a:lnTo>
                  <a:lnTo>
                    <a:pt x="441759" y="170125"/>
                  </a:lnTo>
                  <a:lnTo>
                    <a:pt x="441782" y="172902"/>
                  </a:lnTo>
                  <a:lnTo>
                    <a:pt x="441401" y="178071"/>
                  </a:lnTo>
                  <a:lnTo>
                    <a:pt x="440812" y="186070"/>
                  </a:lnTo>
                  <a:lnTo>
                    <a:pt x="440644" y="186900"/>
                  </a:lnTo>
                  <a:lnTo>
                    <a:pt x="439847" y="190858"/>
                  </a:lnTo>
                  <a:lnTo>
                    <a:pt x="439897" y="191400"/>
                  </a:lnTo>
                  <a:lnTo>
                    <a:pt x="440498" y="197881"/>
                  </a:lnTo>
                  <a:lnTo>
                    <a:pt x="440976" y="203025"/>
                  </a:lnTo>
                  <a:lnTo>
                    <a:pt x="441160" y="205013"/>
                  </a:lnTo>
                  <a:lnTo>
                    <a:pt x="440445" y="207009"/>
                  </a:lnTo>
                  <a:lnTo>
                    <a:pt x="437459" y="215345"/>
                  </a:lnTo>
                  <a:lnTo>
                    <a:pt x="435391" y="221117"/>
                  </a:lnTo>
                  <a:lnTo>
                    <a:pt x="434649" y="221861"/>
                  </a:lnTo>
                  <a:lnTo>
                    <a:pt x="433742" y="222771"/>
                  </a:lnTo>
                  <a:lnTo>
                    <a:pt x="424894" y="231646"/>
                  </a:lnTo>
                  <a:lnTo>
                    <a:pt x="424155" y="232388"/>
                  </a:lnTo>
                  <a:lnTo>
                    <a:pt x="429239" y="235423"/>
                  </a:lnTo>
                  <a:lnTo>
                    <a:pt x="437743" y="240499"/>
                  </a:lnTo>
                  <a:lnTo>
                    <a:pt x="432959" y="246073"/>
                  </a:lnTo>
                  <a:lnTo>
                    <a:pt x="421001" y="242352"/>
                  </a:lnTo>
                  <a:lnTo>
                    <a:pt x="412257" y="239632"/>
                  </a:lnTo>
                  <a:lnTo>
                    <a:pt x="411995" y="239550"/>
                  </a:lnTo>
                  <a:lnTo>
                    <a:pt x="411803" y="239491"/>
                  </a:lnTo>
                  <a:lnTo>
                    <a:pt x="399310" y="237046"/>
                  </a:lnTo>
                  <a:lnTo>
                    <a:pt x="398870" y="239087"/>
                  </a:lnTo>
                  <a:lnTo>
                    <a:pt x="396805" y="248664"/>
                  </a:lnTo>
                  <a:lnTo>
                    <a:pt x="396306" y="250979"/>
                  </a:lnTo>
                  <a:lnTo>
                    <a:pt x="388460" y="251306"/>
                  </a:lnTo>
                  <a:lnTo>
                    <a:pt x="383211" y="251524"/>
                  </a:lnTo>
                  <a:lnTo>
                    <a:pt x="379827" y="251665"/>
                  </a:lnTo>
                  <a:lnTo>
                    <a:pt x="380149" y="248663"/>
                  </a:lnTo>
                  <a:lnTo>
                    <a:pt x="370657" y="247773"/>
                  </a:lnTo>
                  <a:lnTo>
                    <a:pt x="369924" y="256905"/>
                  </a:lnTo>
                  <a:lnTo>
                    <a:pt x="369785" y="258637"/>
                  </a:lnTo>
                  <a:lnTo>
                    <a:pt x="365097" y="258363"/>
                  </a:lnTo>
                  <a:lnTo>
                    <a:pt x="358525" y="257979"/>
                  </a:lnTo>
                  <a:lnTo>
                    <a:pt x="358121" y="257955"/>
                  </a:lnTo>
                  <a:lnTo>
                    <a:pt x="356813" y="257879"/>
                  </a:lnTo>
                  <a:lnTo>
                    <a:pt x="352154" y="257607"/>
                  </a:lnTo>
                  <a:lnTo>
                    <a:pt x="352198" y="256555"/>
                  </a:lnTo>
                  <a:lnTo>
                    <a:pt x="352619" y="246442"/>
                  </a:lnTo>
                  <a:lnTo>
                    <a:pt x="352771" y="242792"/>
                  </a:lnTo>
                  <a:lnTo>
                    <a:pt x="347892" y="242929"/>
                  </a:lnTo>
                  <a:lnTo>
                    <a:pt x="345097" y="243008"/>
                  </a:lnTo>
                  <a:lnTo>
                    <a:pt x="343837" y="243021"/>
                  </a:lnTo>
                  <a:lnTo>
                    <a:pt x="336237" y="243098"/>
                  </a:lnTo>
                  <a:lnTo>
                    <a:pt x="336092" y="246442"/>
                  </a:lnTo>
                  <a:lnTo>
                    <a:pt x="335934" y="250106"/>
                  </a:lnTo>
                  <a:lnTo>
                    <a:pt x="334158" y="249832"/>
                  </a:lnTo>
                  <a:lnTo>
                    <a:pt x="327438" y="248796"/>
                  </a:lnTo>
                  <a:lnTo>
                    <a:pt x="326556" y="263500"/>
                  </a:lnTo>
                  <a:lnTo>
                    <a:pt x="325167" y="263134"/>
                  </a:lnTo>
                  <a:lnTo>
                    <a:pt x="315009" y="260453"/>
                  </a:lnTo>
                  <a:lnTo>
                    <a:pt x="313573" y="260663"/>
                  </a:lnTo>
                  <a:lnTo>
                    <a:pt x="310039" y="261179"/>
                  </a:lnTo>
                  <a:lnTo>
                    <a:pt x="303334" y="262159"/>
                  </a:lnTo>
                  <a:lnTo>
                    <a:pt x="292042" y="266210"/>
                  </a:lnTo>
                  <a:lnTo>
                    <a:pt x="287014" y="268014"/>
                  </a:lnTo>
                  <a:lnTo>
                    <a:pt x="262540" y="282428"/>
                  </a:lnTo>
                  <a:lnTo>
                    <a:pt x="261445" y="282854"/>
                  </a:lnTo>
                  <a:lnTo>
                    <a:pt x="256015" y="284970"/>
                  </a:lnTo>
                  <a:lnTo>
                    <a:pt x="254753" y="285462"/>
                  </a:lnTo>
                  <a:lnTo>
                    <a:pt x="255656" y="287336"/>
                  </a:lnTo>
                  <a:lnTo>
                    <a:pt x="253919" y="287865"/>
                  </a:lnTo>
                  <a:lnTo>
                    <a:pt x="252762" y="288217"/>
                  </a:lnTo>
                  <a:lnTo>
                    <a:pt x="247549" y="289802"/>
                  </a:lnTo>
                  <a:lnTo>
                    <a:pt x="243855" y="290926"/>
                  </a:lnTo>
                  <a:lnTo>
                    <a:pt x="238365" y="292595"/>
                  </a:lnTo>
                  <a:lnTo>
                    <a:pt x="231991" y="292673"/>
                  </a:lnTo>
                  <a:lnTo>
                    <a:pt x="229846" y="292155"/>
                  </a:lnTo>
                  <a:lnTo>
                    <a:pt x="208687" y="287040"/>
                  </a:lnTo>
                  <a:lnTo>
                    <a:pt x="200644" y="285096"/>
                  </a:lnTo>
                  <a:lnTo>
                    <a:pt x="199625" y="284850"/>
                  </a:lnTo>
                  <a:lnTo>
                    <a:pt x="198062" y="284454"/>
                  </a:lnTo>
                  <a:lnTo>
                    <a:pt x="192913" y="283151"/>
                  </a:lnTo>
                  <a:lnTo>
                    <a:pt x="192720" y="283102"/>
                  </a:lnTo>
                  <a:lnTo>
                    <a:pt x="187008" y="281657"/>
                  </a:lnTo>
                  <a:lnTo>
                    <a:pt x="177192" y="279172"/>
                  </a:lnTo>
                  <a:lnTo>
                    <a:pt x="163002" y="275581"/>
                  </a:lnTo>
                  <a:lnTo>
                    <a:pt x="160555" y="274962"/>
                  </a:lnTo>
                  <a:lnTo>
                    <a:pt x="159422" y="274675"/>
                  </a:lnTo>
                  <a:lnTo>
                    <a:pt x="157369" y="274156"/>
                  </a:lnTo>
                  <a:lnTo>
                    <a:pt x="156179" y="273854"/>
                  </a:lnTo>
                  <a:lnTo>
                    <a:pt x="120318" y="264779"/>
                  </a:lnTo>
                  <a:lnTo>
                    <a:pt x="119682" y="264618"/>
                  </a:lnTo>
                  <a:lnTo>
                    <a:pt x="119418" y="264551"/>
                  </a:lnTo>
                  <a:lnTo>
                    <a:pt x="114687" y="263215"/>
                  </a:lnTo>
                  <a:lnTo>
                    <a:pt x="111940" y="262439"/>
                  </a:lnTo>
                  <a:lnTo>
                    <a:pt x="102370" y="259737"/>
                  </a:lnTo>
                  <a:lnTo>
                    <a:pt x="94980" y="257650"/>
                  </a:lnTo>
                  <a:lnTo>
                    <a:pt x="93683" y="257284"/>
                  </a:lnTo>
                  <a:lnTo>
                    <a:pt x="81623" y="253878"/>
                  </a:lnTo>
                  <a:lnTo>
                    <a:pt x="80440" y="253544"/>
                  </a:lnTo>
                  <a:lnTo>
                    <a:pt x="80258" y="253492"/>
                  </a:lnTo>
                  <a:lnTo>
                    <a:pt x="74636" y="251915"/>
                  </a:lnTo>
                  <a:lnTo>
                    <a:pt x="46697" y="244080"/>
                  </a:lnTo>
                  <a:lnTo>
                    <a:pt x="40084" y="242225"/>
                  </a:lnTo>
                  <a:lnTo>
                    <a:pt x="39397" y="242032"/>
                  </a:lnTo>
                  <a:lnTo>
                    <a:pt x="14235" y="234465"/>
                  </a:lnTo>
                  <a:lnTo>
                    <a:pt x="0" y="230184"/>
                  </a:lnTo>
                  <a:lnTo>
                    <a:pt x="4259" y="217181"/>
                  </a:lnTo>
                  <a:lnTo>
                    <a:pt x="7302" y="207889"/>
                  </a:lnTo>
                  <a:lnTo>
                    <a:pt x="14766" y="185448"/>
                  </a:lnTo>
                  <a:lnTo>
                    <a:pt x="16033" y="181638"/>
                  </a:lnTo>
                  <a:lnTo>
                    <a:pt x="22684" y="161637"/>
                  </a:lnTo>
                  <a:lnTo>
                    <a:pt x="30217" y="138986"/>
                  </a:lnTo>
                  <a:lnTo>
                    <a:pt x="37502" y="117082"/>
                  </a:lnTo>
                  <a:lnTo>
                    <a:pt x="45349" y="93487"/>
                  </a:lnTo>
                  <a:lnTo>
                    <a:pt x="52383" y="72337"/>
                  </a:lnTo>
                  <a:lnTo>
                    <a:pt x="92215" y="83401"/>
                  </a:lnTo>
                  <a:lnTo>
                    <a:pt x="99027" y="85293"/>
                  </a:lnTo>
                  <a:lnTo>
                    <a:pt x="132630" y="94626"/>
                  </a:lnTo>
                  <a:lnTo>
                    <a:pt x="153968" y="100553"/>
                  </a:lnTo>
                  <a:lnTo>
                    <a:pt x="159783" y="102169"/>
                  </a:lnTo>
                  <a:lnTo>
                    <a:pt x="173062" y="105857"/>
                  </a:lnTo>
                  <a:lnTo>
                    <a:pt x="194787" y="111892"/>
                  </a:lnTo>
                  <a:lnTo>
                    <a:pt x="212032" y="116682"/>
                  </a:lnTo>
                  <a:lnTo>
                    <a:pt x="216494" y="117921"/>
                  </a:lnTo>
                  <a:lnTo>
                    <a:pt x="218537" y="108826"/>
                  </a:lnTo>
                  <a:lnTo>
                    <a:pt x="219837" y="103040"/>
                  </a:lnTo>
                  <a:lnTo>
                    <a:pt x="220223" y="101323"/>
                  </a:lnTo>
                  <a:lnTo>
                    <a:pt x="220385" y="100272"/>
                  </a:lnTo>
                  <a:lnTo>
                    <a:pt x="228373" y="103027"/>
                  </a:lnTo>
                  <a:lnTo>
                    <a:pt x="231621" y="105003"/>
                  </a:lnTo>
                  <a:lnTo>
                    <a:pt x="232116" y="105494"/>
                  </a:lnTo>
                  <a:lnTo>
                    <a:pt x="232638" y="105954"/>
                  </a:lnTo>
                  <a:lnTo>
                    <a:pt x="233186" y="106381"/>
                  </a:lnTo>
                  <a:lnTo>
                    <a:pt x="233870" y="106838"/>
                  </a:lnTo>
                  <a:lnTo>
                    <a:pt x="234778" y="107357"/>
                  </a:lnTo>
                  <a:lnTo>
                    <a:pt x="235851" y="107832"/>
                  </a:lnTo>
                  <a:lnTo>
                    <a:pt x="237069" y="108219"/>
                  </a:lnTo>
                  <a:lnTo>
                    <a:pt x="238322" y="108466"/>
                  </a:lnTo>
                  <a:lnTo>
                    <a:pt x="242098" y="108558"/>
                  </a:lnTo>
                  <a:lnTo>
                    <a:pt x="245715" y="98084"/>
                  </a:lnTo>
                  <a:lnTo>
                    <a:pt x="245824" y="97864"/>
                  </a:lnTo>
                  <a:lnTo>
                    <a:pt x="249549" y="90341"/>
                  </a:lnTo>
                  <a:lnTo>
                    <a:pt x="254027" y="81295"/>
                  </a:lnTo>
                  <a:lnTo>
                    <a:pt x="254562" y="79815"/>
                  </a:lnTo>
                  <a:lnTo>
                    <a:pt x="254685" y="79473"/>
                  </a:lnTo>
                  <a:lnTo>
                    <a:pt x="255861" y="76174"/>
                  </a:lnTo>
                  <a:lnTo>
                    <a:pt x="256917" y="71089"/>
                  </a:lnTo>
                  <a:lnTo>
                    <a:pt x="257345" y="63094"/>
                  </a:lnTo>
                  <a:lnTo>
                    <a:pt x="257441" y="61307"/>
                  </a:lnTo>
                  <a:lnTo>
                    <a:pt x="257539" y="60870"/>
                  </a:lnTo>
                  <a:lnTo>
                    <a:pt x="257834" y="59544"/>
                  </a:lnTo>
                  <a:lnTo>
                    <a:pt x="258126" y="58801"/>
                  </a:lnTo>
                  <a:lnTo>
                    <a:pt x="270509" y="59394"/>
                  </a:lnTo>
                  <a:lnTo>
                    <a:pt x="270554" y="58175"/>
                  </a:lnTo>
                  <a:lnTo>
                    <a:pt x="270878" y="49506"/>
                  </a:lnTo>
                  <a:lnTo>
                    <a:pt x="270922" y="48338"/>
                  </a:lnTo>
                  <a:lnTo>
                    <a:pt x="270451" y="42224"/>
                  </a:lnTo>
                  <a:lnTo>
                    <a:pt x="269780" y="33525"/>
                  </a:lnTo>
                  <a:lnTo>
                    <a:pt x="269541" y="30706"/>
                  </a:lnTo>
                  <a:lnTo>
                    <a:pt x="269313" y="28028"/>
                  </a:lnTo>
                  <a:lnTo>
                    <a:pt x="269497" y="27922"/>
                  </a:lnTo>
                  <a:lnTo>
                    <a:pt x="271927" y="26523"/>
                  </a:lnTo>
                  <a:lnTo>
                    <a:pt x="272898" y="25833"/>
                  </a:lnTo>
                  <a:lnTo>
                    <a:pt x="277158" y="22804"/>
                  </a:lnTo>
                  <a:lnTo>
                    <a:pt x="285708" y="17758"/>
                  </a:lnTo>
                  <a:lnTo>
                    <a:pt x="287604" y="16412"/>
                  </a:lnTo>
                  <a:lnTo>
                    <a:pt x="287738" y="16317"/>
                  </a:lnTo>
                  <a:lnTo>
                    <a:pt x="288862" y="15520"/>
                  </a:lnTo>
                  <a:lnTo>
                    <a:pt x="296745" y="24660"/>
                  </a:lnTo>
                  <a:lnTo>
                    <a:pt x="313446" y="13153"/>
                  </a:lnTo>
                  <a:lnTo>
                    <a:pt x="335539" y="13805"/>
                  </a:lnTo>
                  <a:lnTo>
                    <a:pt x="337617" y="10033"/>
                  </a:lnTo>
                  <a:lnTo>
                    <a:pt x="341934" y="2199"/>
                  </a:lnTo>
                  <a:lnTo>
                    <a:pt x="343343" y="0"/>
                  </a:lnTo>
                  <a:lnTo>
                    <a:pt x="343385" y="2448"/>
                  </a:lnTo>
                  <a:lnTo>
                    <a:pt x="343413" y="4002"/>
                  </a:lnTo>
                  <a:lnTo>
                    <a:pt x="343759" y="5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60"/>
            <p:cNvSpPr/>
            <p:nvPr/>
          </p:nvSpPr>
          <p:spPr>
            <a:xfrm>
              <a:off x="5897062" y="2599115"/>
              <a:ext cx="537544" cy="401568"/>
            </a:xfrm>
            <a:custGeom>
              <a:avLst/>
              <a:pathLst>
                <a:path w="537544" h="401568">
                  <a:moveTo>
                    <a:pt x="407254" y="0"/>
                  </a:moveTo>
                  <a:lnTo>
                    <a:pt x="397112" y="11457"/>
                  </a:lnTo>
                  <a:lnTo>
                    <a:pt x="401383" y="20732"/>
                  </a:lnTo>
                  <a:lnTo>
                    <a:pt x="404585" y="32190"/>
                  </a:lnTo>
                  <a:lnTo>
                    <a:pt x="412593" y="50194"/>
                  </a:lnTo>
                  <a:lnTo>
                    <a:pt x="422735" y="59470"/>
                  </a:lnTo>
                  <a:lnTo>
                    <a:pt x="431241" y="62545"/>
                  </a:lnTo>
                  <a:lnTo>
                    <a:pt x="430775" y="63786"/>
                  </a:lnTo>
                  <a:lnTo>
                    <a:pt x="431187" y="64082"/>
                  </a:lnTo>
                  <a:lnTo>
                    <a:pt x="431575" y="64331"/>
                  </a:lnTo>
                  <a:lnTo>
                    <a:pt x="441422" y="71439"/>
                  </a:lnTo>
                  <a:lnTo>
                    <a:pt x="443778" y="73139"/>
                  </a:lnTo>
                  <a:lnTo>
                    <a:pt x="444411" y="73596"/>
                  </a:lnTo>
                  <a:lnTo>
                    <a:pt x="447051" y="75502"/>
                  </a:lnTo>
                  <a:lnTo>
                    <a:pt x="444976" y="78630"/>
                  </a:lnTo>
                  <a:lnTo>
                    <a:pt x="442447" y="82444"/>
                  </a:lnTo>
                  <a:lnTo>
                    <a:pt x="445946" y="84881"/>
                  </a:lnTo>
                  <a:lnTo>
                    <a:pt x="442912" y="93764"/>
                  </a:lnTo>
                  <a:lnTo>
                    <a:pt x="442801" y="94090"/>
                  </a:lnTo>
                  <a:lnTo>
                    <a:pt x="442773" y="94246"/>
                  </a:lnTo>
                  <a:lnTo>
                    <a:pt x="440960" y="104440"/>
                  </a:lnTo>
                  <a:lnTo>
                    <a:pt x="440728" y="105298"/>
                  </a:lnTo>
                  <a:lnTo>
                    <a:pt x="440433" y="106135"/>
                  </a:lnTo>
                  <a:lnTo>
                    <a:pt x="440077" y="106947"/>
                  </a:lnTo>
                  <a:lnTo>
                    <a:pt x="439660" y="107728"/>
                  </a:lnTo>
                  <a:lnTo>
                    <a:pt x="439141" y="108537"/>
                  </a:lnTo>
                  <a:lnTo>
                    <a:pt x="438516" y="109410"/>
                  </a:lnTo>
                  <a:lnTo>
                    <a:pt x="437869" y="110229"/>
                  </a:lnTo>
                  <a:lnTo>
                    <a:pt x="437708" y="110414"/>
                  </a:lnTo>
                  <a:lnTo>
                    <a:pt x="437166" y="111036"/>
                  </a:lnTo>
                  <a:lnTo>
                    <a:pt x="436465" y="111769"/>
                  </a:lnTo>
                  <a:lnTo>
                    <a:pt x="436137" y="112082"/>
                  </a:lnTo>
                  <a:lnTo>
                    <a:pt x="435722" y="112478"/>
                  </a:lnTo>
                  <a:lnTo>
                    <a:pt x="434942" y="113155"/>
                  </a:lnTo>
                  <a:lnTo>
                    <a:pt x="434747" y="113309"/>
                  </a:lnTo>
                  <a:lnTo>
                    <a:pt x="434132" y="113794"/>
                  </a:lnTo>
                  <a:lnTo>
                    <a:pt x="432877" y="114670"/>
                  </a:lnTo>
                  <a:lnTo>
                    <a:pt x="431566" y="115456"/>
                  </a:lnTo>
                  <a:lnTo>
                    <a:pt x="430922" y="115706"/>
                  </a:lnTo>
                  <a:lnTo>
                    <a:pt x="427140" y="117189"/>
                  </a:lnTo>
                  <a:lnTo>
                    <a:pt x="427109" y="118683"/>
                  </a:lnTo>
                  <a:lnTo>
                    <a:pt x="429233" y="127889"/>
                  </a:lnTo>
                  <a:lnTo>
                    <a:pt x="430337" y="131685"/>
                  </a:lnTo>
                  <a:lnTo>
                    <a:pt x="431393" y="135314"/>
                  </a:lnTo>
                  <a:lnTo>
                    <a:pt x="432727" y="139898"/>
                  </a:lnTo>
                  <a:lnTo>
                    <a:pt x="435164" y="139401"/>
                  </a:lnTo>
                  <a:lnTo>
                    <a:pt x="443744" y="137652"/>
                  </a:lnTo>
                  <a:lnTo>
                    <a:pt x="455214" y="135314"/>
                  </a:lnTo>
                  <a:lnTo>
                    <a:pt x="470893" y="132118"/>
                  </a:lnTo>
                  <a:lnTo>
                    <a:pt x="472130" y="135314"/>
                  </a:lnTo>
                  <a:lnTo>
                    <a:pt x="473864" y="139799"/>
                  </a:lnTo>
                  <a:lnTo>
                    <a:pt x="477187" y="148387"/>
                  </a:lnTo>
                  <a:lnTo>
                    <a:pt x="479753" y="155019"/>
                  </a:lnTo>
                  <a:lnTo>
                    <a:pt x="480641" y="157792"/>
                  </a:lnTo>
                  <a:lnTo>
                    <a:pt x="482756" y="164396"/>
                  </a:lnTo>
                  <a:lnTo>
                    <a:pt x="483724" y="167420"/>
                  </a:lnTo>
                  <a:lnTo>
                    <a:pt x="487415" y="178942"/>
                  </a:lnTo>
                  <a:lnTo>
                    <a:pt x="487564" y="179407"/>
                  </a:lnTo>
                  <a:lnTo>
                    <a:pt x="490203" y="187647"/>
                  </a:lnTo>
                  <a:lnTo>
                    <a:pt x="492380" y="194446"/>
                  </a:lnTo>
                  <a:lnTo>
                    <a:pt x="494158" y="199997"/>
                  </a:lnTo>
                  <a:lnTo>
                    <a:pt x="496100" y="206060"/>
                  </a:lnTo>
                  <a:lnTo>
                    <a:pt x="496263" y="206567"/>
                  </a:lnTo>
                  <a:lnTo>
                    <a:pt x="496353" y="206848"/>
                  </a:lnTo>
                  <a:lnTo>
                    <a:pt x="506268" y="204579"/>
                  </a:lnTo>
                  <a:lnTo>
                    <a:pt x="514020" y="202804"/>
                  </a:lnTo>
                  <a:lnTo>
                    <a:pt x="520695" y="201276"/>
                  </a:lnTo>
                  <a:lnTo>
                    <a:pt x="523627" y="200605"/>
                  </a:lnTo>
                  <a:lnTo>
                    <a:pt x="524647" y="200559"/>
                  </a:lnTo>
                  <a:lnTo>
                    <a:pt x="531560" y="227303"/>
                  </a:lnTo>
                  <a:lnTo>
                    <a:pt x="537544" y="250546"/>
                  </a:lnTo>
                  <a:lnTo>
                    <a:pt x="536413" y="250813"/>
                  </a:lnTo>
                  <a:lnTo>
                    <a:pt x="534877" y="251176"/>
                  </a:lnTo>
                  <a:lnTo>
                    <a:pt x="485265" y="262902"/>
                  </a:lnTo>
                  <a:lnTo>
                    <a:pt x="461063" y="268622"/>
                  </a:lnTo>
                  <a:lnTo>
                    <a:pt x="444337" y="272575"/>
                  </a:lnTo>
                  <a:lnTo>
                    <a:pt x="400274" y="282990"/>
                  </a:lnTo>
                  <a:lnTo>
                    <a:pt x="372823" y="289477"/>
                  </a:lnTo>
                  <a:lnTo>
                    <a:pt x="354840" y="293728"/>
                  </a:lnTo>
                  <a:lnTo>
                    <a:pt x="302756" y="306038"/>
                  </a:lnTo>
                  <a:lnTo>
                    <a:pt x="302550" y="306087"/>
                  </a:lnTo>
                  <a:lnTo>
                    <a:pt x="290697" y="308888"/>
                  </a:lnTo>
                  <a:lnTo>
                    <a:pt x="290212" y="309001"/>
                  </a:lnTo>
                  <a:lnTo>
                    <a:pt x="289534" y="307841"/>
                  </a:lnTo>
                  <a:lnTo>
                    <a:pt x="288347" y="305810"/>
                  </a:lnTo>
                  <a:lnTo>
                    <a:pt x="287645" y="304610"/>
                  </a:lnTo>
                  <a:lnTo>
                    <a:pt x="287046" y="304974"/>
                  </a:lnTo>
                  <a:lnTo>
                    <a:pt x="282846" y="307521"/>
                  </a:lnTo>
                  <a:lnTo>
                    <a:pt x="261527" y="320452"/>
                  </a:lnTo>
                  <a:lnTo>
                    <a:pt x="255401" y="324168"/>
                  </a:lnTo>
                  <a:lnTo>
                    <a:pt x="238723" y="334284"/>
                  </a:lnTo>
                  <a:lnTo>
                    <a:pt x="233829" y="337252"/>
                  </a:lnTo>
                  <a:lnTo>
                    <a:pt x="232728" y="337920"/>
                  </a:lnTo>
                  <a:lnTo>
                    <a:pt x="229047" y="340153"/>
                  </a:lnTo>
                  <a:lnTo>
                    <a:pt x="227921" y="340836"/>
                  </a:lnTo>
                  <a:lnTo>
                    <a:pt x="211455" y="350823"/>
                  </a:lnTo>
                  <a:lnTo>
                    <a:pt x="192767" y="362158"/>
                  </a:lnTo>
                  <a:lnTo>
                    <a:pt x="191223" y="363130"/>
                  </a:lnTo>
                  <a:lnTo>
                    <a:pt x="188521" y="364830"/>
                  </a:lnTo>
                  <a:lnTo>
                    <a:pt x="177780" y="371588"/>
                  </a:lnTo>
                  <a:lnTo>
                    <a:pt x="177571" y="371720"/>
                  </a:lnTo>
                  <a:lnTo>
                    <a:pt x="171772" y="375368"/>
                  </a:lnTo>
                  <a:lnTo>
                    <a:pt x="157034" y="384641"/>
                  </a:lnTo>
                  <a:lnTo>
                    <a:pt x="155552" y="385574"/>
                  </a:lnTo>
                  <a:lnTo>
                    <a:pt x="154734" y="386088"/>
                  </a:lnTo>
                  <a:lnTo>
                    <a:pt x="151979" y="387503"/>
                  </a:lnTo>
                  <a:lnTo>
                    <a:pt x="151239" y="387883"/>
                  </a:lnTo>
                  <a:lnTo>
                    <a:pt x="136087" y="395660"/>
                  </a:lnTo>
                  <a:lnTo>
                    <a:pt x="133929" y="396494"/>
                  </a:lnTo>
                  <a:lnTo>
                    <a:pt x="131755" y="397285"/>
                  </a:lnTo>
                  <a:lnTo>
                    <a:pt x="130057" y="397866"/>
                  </a:lnTo>
                  <a:lnTo>
                    <a:pt x="129567" y="398033"/>
                  </a:lnTo>
                  <a:lnTo>
                    <a:pt x="127366" y="398737"/>
                  </a:lnTo>
                  <a:lnTo>
                    <a:pt x="125151" y="399398"/>
                  </a:lnTo>
                  <a:lnTo>
                    <a:pt x="122924" y="400014"/>
                  </a:lnTo>
                  <a:lnTo>
                    <a:pt x="120686" y="400586"/>
                  </a:lnTo>
                  <a:lnTo>
                    <a:pt x="118754" y="401039"/>
                  </a:lnTo>
                  <a:lnTo>
                    <a:pt x="115206" y="401401"/>
                  </a:lnTo>
                  <a:lnTo>
                    <a:pt x="111965" y="401552"/>
                  </a:lnTo>
                  <a:lnTo>
                    <a:pt x="110696" y="401559"/>
                  </a:lnTo>
                  <a:lnTo>
                    <a:pt x="108721" y="401568"/>
                  </a:lnTo>
                  <a:lnTo>
                    <a:pt x="105479" y="401448"/>
                  </a:lnTo>
                  <a:lnTo>
                    <a:pt x="102792" y="401245"/>
                  </a:lnTo>
                  <a:lnTo>
                    <a:pt x="100114" y="400949"/>
                  </a:lnTo>
                  <a:lnTo>
                    <a:pt x="95078" y="400209"/>
                  </a:lnTo>
                  <a:lnTo>
                    <a:pt x="94610" y="400141"/>
                  </a:lnTo>
                  <a:lnTo>
                    <a:pt x="89994" y="399463"/>
                  </a:lnTo>
                  <a:lnTo>
                    <a:pt x="84058" y="399400"/>
                  </a:lnTo>
                  <a:lnTo>
                    <a:pt x="75915" y="399313"/>
                  </a:lnTo>
                  <a:lnTo>
                    <a:pt x="71432" y="399266"/>
                  </a:lnTo>
                  <a:lnTo>
                    <a:pt x="31353" y="398841"/>
                  </a:lnTo>
                  <a:lnTo>
                    <a:pt x="23548" y="398759"/>
                  </a:lnTo>
                  <a:lnTo>
                    <a:pt x="17318" y="398693"/>
                  </a:lnTo>
                  <a:lnTo>
                    <a:pt x="0" y="398509"/>
                  </a:lnTo>
                  <a:lnTo>
                    <a:pt x="1959" y="360556"/>
                  </a:lnTo>
                  <a:lnTo>
                    <a:pt x="3283" y="334908"/>
                  </a:lnTo>
                  <a:lnTo>
                    <a:pt x="5137" y="299002"/>
                  </a:lnTo>
                  <a:lnTo>
                    <a:pt x="10082" y="299090"/>
                  </a:lnTo>
                  <a:lnTo>
                    <a:pt x="10272" y="299093"/>
                  </a:lnTo>
                  <a:lnTo>
                    <a:pt x="17318" y="299217"/>
                  </a:lnTo>
                  <a:lnTo>
                    <a:pt x="28919" y="299422"/>
                  </a:lnTo>
                  <a:lnTo>
                    <a:pt x="35096" y="299531"/>
                  </a:lnTo>
                  <a:lnTo>
                    <a:pt x="35929" y="299545"/>
                  </a:lnTo>
                  <a:lnTo>
                    <a:pt x="46941" y="299740"/>
                  </a:lnTo>
                  <a:lnTo>
                    <a:pt x="50704" y="299806"/>
                  </a:lnTo>
                  <a:lnTo>
                    <a:pt x="51681" y="299804"/>
                  </a:lnTo>
                  <a:lnTo>
                    <a:pt x="53496" y="299801"/>
                  </a:lnTo>
                  <a:lnTo>
                    <a:pt x="72978" y="299765"/>
                  </a:lnTo>
                  <a:lnTo>
                    <a:pt x="78216" y="299763"/>
                  </a:lnTo>
                  <a:lnTo>
                    <a:pt x="88033" y="299760"/>
                  </a:lnTo>
                  <a:lnTo>
                    <a:pt x="92925" y="299759"/>
                  </a:lnTo>
                  <a:lnTo>
                    <a:pt x="93148" y="299759"/>
                  </a:lnTo>
                  <a:lnTo>
                    <a:pt x="95873" y="299758"/>
                  </a:lnTo>
                  <a:lnTo>
                    <a:pt x="96687" y="299775"/>
                  </a:lnTo>
                  <a:lnTo>
                    <a:pt x="100344" y="299850"/>
                  </a:lnTo>
                  <a:lnTo>
                    <a:pt x="109349" y="300034"/>
                  </a:lnTo>
                  <a:lnTo>
                    <a:pt x="118090" y="300212"/>
                  </a:lnTo>
                  <a:lnTo>
                    <a:pt x="119244" y="300236"/>
                  </a:lnTo>
                  <a:lnTo>
                    <a:pt x="122007" y="300292"/>
                  </a:lnTo>
                  <a:lnTo>
                    <a:pt x="127209" y="300399"/>
                  </a:lnTo>
                  <a:lnTo>
                    <a:pt x="139745" y="300655"/>
                  </a:lnTo>
                  <a:lnTo>
                    <a:pt x="140933" y="300679"/>
                  </a:lnTo>
                  <a:lnTo>
                    <a:pt x="141140" y="300684"/>
                  </a:lnTo>
                  <a:lnTo>
                    <a:pt x="141522" y="300691"/>
                  </a:lnTo>
                  <a:lnTo>
                    <a:pt x="144891" y="300760"/>
                  </a:lnTo>
                  <a:lnTo>
                    <a:pt x="147624" y="300816"/>
                  </a:lnTo>
                  <a:lnTo>
                    <a:pt x="149544" y="300855"/>
                  </a:lnTo>
                  <a:lnTo>
                    <a:pt x="161413" y="301098"/>
                  </a:lnTo>
                  <a:lnTo>
                    <a:pt x="163403" y="301139"/>
                  </a:lnTo>
                  <a:lnTo>
                    <a:pt x="163945" y="301150"/>
                  </a:lnTo>
                  <a:lnTo>
                    <a:pt x="164304" y="301157"/>
                  </a:lnTo>
                  <a:lnTo>
                    <a:pt x="176434" y="301405"/>
                  </a:lnTo>
                  <a:lnTo>
                    <a:pt x="184510" y="301570"/>
                  </a:lnTo>
                  <a:lnTo>
                    <a:pt x="193662" y="301861"/>
                  </a:lnTo>
                  <a:lnTo>
                    <a:pt x="198831" y="301376"/>
                  </a:lnTo>
                  <a:lnTo>
                    <a:pt x="202008" y="300068"/>
                  </a:lnTo>
                  <a:lnTo>
                    <a:pt x="203892" y="298935"/>
                  </a:lnTo>
                  <a:lnTo>
                    <a:pt x="204427" y="298614"/>
                  </a:lnTo>
                  <a:lnTo>
                    <a:pt x="209048" y="294685"/>
                  </a:lnTo>
                  <a:lnTo>
                    <a:pt x="209501" y="294300"/>
                  </a:lnTo>
                  <a:lnTo>
                    <a:pt x="210746" y="293135"/>
                  </a:lnTo>
                  <a:lnTo>
                    <a:pt x="211450" y="292476"/>
                  </a:lnTo>
                  <a:lnTo>
                    <a:pt x="212299" y="291682"/>
                  </a:lnTo>
                  <a:lnTo>
                    <a:pt x="212807" y="291273"/>
                  </a:lnTo>
                  <a:lnTo>
                    <a:pt x="216093" y="288629"/>
                  </a:lnTo>
                  <a:lnTo>
                    <a:pt x="219075" y="286651"/>
                  </a:lnTo>
                  <a:lnTo>
                    <a:pt x="221062" y="285333"/>
                  </a:lnTo>
                  <a:lnTo>
                    <a:pt x="236979" y="275588"/>
                  </a:lnTo>
                  <a:lnTo>
                    <a:pt x="246914" y="269505"/>
                  </a:lnTo>
                  <a:lnTo>
                    <a:pt x="251630" y="266618"/>
                  </a:lnTo>
                  <a:lnTo>
                    <a:pt x="253565" y="265433"/>
                  </a:lnTo>
                  <a:lnTo>
                    <a:pt x="256358" y="263723"/>
                  </a:lnTo>
                  <a:lnTo>
                    <a:pt x="258824" y="262213"/>
                  </a:lnTo>
                  <a:lnTo>
                    <a:pt x="260996" y="260884"/>
                  </a:lnTo>
                  <a:lnTo>
                    <a:pt x="248702" y="234176"/>
                  </a:lnTo>
                  <a:lnTo>
                    <a:pt x="241487" y="218502"/>
                  </a:lnTo>
                  <a:lnTo>
                    <a:pt x="239441" y="214057"/>
                  </a:lnTo>
                  <a:lnTo>
                    <a:pt x="238641" y="212319"/>
                  </a:lnTo>
                  <a:lnTo>
                    <a:pt x="242296" y="211007"/>
                  </a:lnTo>
                  <a:lnTo>
                    <a:pt x="243836" y="210455"/>
                  </a:lnTo>
                  <a:lnTo>
                    <a:pt x="251268" y="207788"/>
                  </a:lnTo>
                  <a:lnTo>
                    <a:pt x="263201" y="203720"/>
                  </a:lnTo>
                  <a:lnTo>
                    <a:pt x="268222" y="202007"/>
                  </a:lnTo>
                  <a:lnTo>
                    <a:pt x="289314" y="197298"/>
                  </a:lnTo>
                  <a:lnTo>
                    <a:pt x="290419" y="197052"/>
                  </a:lnTo>
                  <a:lnTo>
                    <a:pt x="288339" y="191360"/>
                  </a:lnTo>
                  <a:lnTo>
                    <a:pt x="283783" y="178892"/>
                  </a:lnTo>
                  <a:lnTo>
                    <a:pt x="283445" y="177967"/>
                  </a:lnTo>
                  <a:lnTo>
                    <a:pt x="282485" y="175338"/>
                  </a:lnTo>
                  <a:lnTo>
                    <a:pt x="278753" y="165126"/>
                  </a:lnTo>
                  <a:lnTo>
                    <a:pt x="279540" y="164769"/>
                  </a:lnTo>
                  <a:lnTo>
                    <a:pt x="283235" y="163086"/>
                  </a:lnTo>
                  <a:lnTo>
                    <a:pt x="283903" y="162732"/>
                  </a:lnTo>
                  <a:lnTo>
                    <a:pt x="287126" y="161028"/>
                  </a:lnTo>
                  <a:lnTo>
                    <a:pt x="287551" y="160804"/>
                  </a:lnTo>
                  <a:lnTo>
                    <a:pt x="288908" y="159889"/>
                  </a:lnTo>
                  <a:lnTo>
                    <a:pt x="293266" y="156949"/>
                  </a:lnTo>
                  <a:lnTo>
                    <a:pt x="293584" y="155894"/>
                  </a:lnTo>
                  <a:lnTo>
                    <a:pt x="293763" y="155303"/>
                  </a:lnTo>
                  <a:lnTo>
                    <a:pt x="292903" y="152744"/>
                  </a:lnTo>
                  <a:lnTo>
                    <a:pt x="292333" y="151050"/>
                  </a:lnTo>
                  <a:lnTo>
                    <a:pt x="290706" y="149934"/>
                  </a:lnTo>
                  <a:lnTo>
                    <a:pt x="287838" y="147968"/>
                  </a:lnTo>
                  <a:lnTo>
                    <a:pt x="287755" y="146829"/>
                  </a:lnTo>
                  <a:lnTo>
                    <a:pt x="287399" y="141964"/>
                  </a:lnTo>
                  <a:lnTo>
                    <a:pt x="287186" y="139049"/>
                  </a:lnTo>
                  <a:lnTo>
                    <a:pt x="287166" y="138778"/>
                  </a:lnTo>
                  <a:lnTo>
                    <a:pt x="286964" y="136063"/>
                  </a:lnTo>
                  <a:lnTo>
                    <a:pt x="286503" y="129890"/>
                  </a:lnTo>
                  <a:lnTo>
                    <a:pt x="286436" y="128936"/>
                  </a:lnTo>
                  <a:lnTo>
                    <a:pt x="286747" y="122553"/>
                  </a:lnTo>
                  <a:lnTo>
                    <a:pt x="286997" y="117429"/>
                  </a:lnTo>
                  <a:lnTo>
                    <a:pt x="287539" y="106288"/>
                  </a:lnTo>
                  <a:lnTo>
                    <a:pt x="287584" y="105370"/>
                  </a:lnTo>
                  <a:lnTo>
                    <a:pt x="294087" y="91114"/>
                  </a:lnTo>
                  <a:lnTo>
                    <a:pt x="294087" y="72564"/>
                  </a:lnTo>
                  <a:lnTo>
                    <a:pt x="289817" y="59470"/>
                  </a:lnTo>
                  <a:lnTo>
                    <a:pt x="286080" y="49103"/>
                  </a:lnTo>
                  <a:lnTo>
                    <a:pt x="288303" y="34363"/>
                  </a:lnTo>
                  <a:lnTo>
                    <a:pt x="299959" y="28916"/>
                  </a:lnTo>
                  <a:lnTo>
                    <a:pt x="318642" y="15276"/>
                  </a:lnTo>
                  <a:lnTo>
                    <a:pt x="321845" y="6547"/>
                  </a:lnTo>
                  <a:lnTo>
                    <a:pt x="330920" y="1636"/>
                  </a:lnTo>
                  <a:lnTo>
                    <a:pt x="356543" y="3819"/>
                  </a:lnTo>
                  <a:lnTo>
                    <a:pt x="3757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61"/>
            <p:cNvSpPr/>
            <p:nvPr/>
          </p:nvSpPr>
          <p:spPr>
            <a:xfrm>
              <a:off x="5502327" y="2120317"/>
              <a:ext cx="453590" cy="447368"/>
            </a:xfrm>
            <a:custGeom>
              <a:avLst/>
              <a:pathLst>
                <a:path w="453590" h="447368">
                  <a:moveTo>
                    <a:pt x="352779" y="358151"/>
                  </a:moveTo>
                  <a:lnTo>
                    <a:pt x="353055" y="358591"/>
                  </a:lnTo>
                  <a:lnTo>
                    <a:pt x="354722" y="357574"/>
                  </a:lnTo>
                  <a:lnTo>
                    <a:pt x="356480" y="356502"/>
                  </a:lnTo>
                  <a:lnTo>
                    <a:pt x="360697" y="353929"/>
                  </a:lnTo>
                  <a:lnTo>
                    <a:pt x="370827" y="347749"/>
                  </a:lnTo>
                  <a:lnTo>
                    <a:pt x="373963" y="345836"/>
                  </a:lnTo>
                  <a:lnTo>
                    <a:pt x="382959" y="340347"/>
                  </a:lnTo>
                  <a:lnTo>
                    <a:pt x="386375" y="338264"/>
                  </a:lnTo>
                  <a:lnTo>
                    <a:pt x="390774" y="335580"/>
                  </a:lnTo>
                  <a:lnTo>
                    <a:pt x="392877" y="334297"/>
                  </a:lnTo>
                  <a:lnTo>
                    <a:pt x="397438" y="331514"/>
                  </a:lnTo>
                  <a:lnTo>
                    <a:pt x="400767" y="329483"/>
                  </a:lnTo>
                  <a:lnTo>
                    <a:pt x="408336" y="324866"/>
                  </a:lnTo>
                  <a:lnTo>
                    <a:pt x="409433" y="324196"/>
                  </a:lnTo>
                  <a:lnTo>
                    <a:pt x="410013" y="323843"/>
                  </a:lnTo>
                  <a:lnTo>
                    <a:pt x="410642" y="323459"/>
                  </a:lnTo>
                  <a:lnTo>
                    <a:pt x="411136" y="323159"/>
                  </a:lnTo>
                  <a:lnTo>
                    <a:pt x="411333" y="323462"/>
                  </a:lnTo>
                  <a:lnTo>
                    <a:pt x="412690" y="325537"/>
                  </a:lnTo>
                  <a:lnTo>
                    <a:pt x="413119" y="326193"/>
                  </a:lnTo>
                  <a:lnTo>
                    <a:pt x="413394" y="326614"/>
                  </a:lnTo>
                  <a:lnTo>
                    <a:pt x="414609" y="328475"/>
                  </a:lnTo>
                  <a:lnTo>
                    <a:pt x="415239" y="329438"/>
                  </a:lnTo>
                  <a:lnTo>
                    <a:pt x="415793" y="330285"/>
                  </a:lnTo>
                  <a:lnTo>
                    <a:pt x="416415" y="331237"/>
                  </a:lnTo>
                  <a:lnTo>
                    <a:pt x="416792" y="331814"/>
                  </a:lnTo>
                  <a:lnTo>
                    <a:pt x="417342" y="332656"/>
                  </a:lnTo>
                  <a:lnTo>
                    <a:pt x="419152" y="335425"/>
                  </a:lnTo>
                  <a:lnTo>
                    <a:pt x="419585" y="336087"/>
                  </a:lnTo>
                  <a:lnTo>
                    <a:pt x="421357" y="338798"/>
                  </a:lnTo>
                  <a:lnTo>
                    <a:pt x="421462" y="338959"/>
                  </a:lnTo>
                  <a:lnTo>
                    <a:pt x="422078" y="339955"/>
                  </a:lnTo>
                  <a:lnTo>
                    <a:pt x="423106" y="341619"/>
                  </a:lnTo>
                  <a:lnTo>
                    <a:pt x="423534" y="342312"/>
                  </a:lnTo>
                  <a:lnTo>
                    <a:pt x="424192" y="343376"/>
                  </a:lnTo>
                  <a:lnTo>
                    <a:pt x="426369" y="346898"/>
                  </a:lnTo>
                  <a:lnTo>
                    <a:pt x="427290" y="348388"/>
                  </a:lnTo>
                  <a:lnTo>
                    <a:pt x="428325" y="350062"/>
                  </a:lnTo>
                  <a:lnTo>
                    <a:pt x="429757" y="352379"/>
                  </a:lnTo>
                  <a:lnTo>
                    <a:pt x="430847" y="354142"/>
                  </a:lnTo>
                  <a:lnTo>
                    <a:pt x="435726" y="362034"/>
                  </a:lnTo>
                  <a:lnTo>
                    <a:pt x="436321" y="362998"/>
                  </a:lnTo>
                  <a:lnTo>
                    <a:pt x="436572" y="363404"/>
                  </a:lnTo>
                  <a:lnTo>
                    <a:pt x="437419" y="364774"/>
                  </a:lnTo>
                  <a:lnTo>
                    <a:pt x="442116" y="372373"/>
                  </a:lnTo>
                  <a:lnTo>
                    <a:pt x="443282" y="374258"/>
                  </a:lnTo>
                  <a:lnTo>
                    <a:pt x="443383" y="374421"/>
                  </a:lnTo>
                  <a:lnTo>
                    <a:pt x="447204" y="380603"/>
                  </a:lnTo>
                  <a:lnTo>
                    <a:pt x="448815" y="383209"/>
                  </a:lnTo>
                  <a:lnTo>
                    <a:pt x="449305" y="384002"/>
                  </a:lnTo>
                  <a:lnTo>
                    <a:pt x="449580" y="384446"/>
                  </a:lnTo>
                  <a:lnTo>
                    <a:pt x="450153" y="385374"/>
                  </a:lnTo>
                  <a:lnTo>
                    <a:pt x="441242" y="390578"/>
                  </a:lnTo>
                  <a:lnTo>
                    <a:pt x="440836" y="390816"/>
                  </a:lnTo>
                  <a:lnTo>
                    <a:pt x="440404" y="391068"/>
                  </a:lnTo>
                  <a:lnTo>
                    <a:pt x="447776" y="406296"/>
                  </a:lnTo>
                  <a:lnTo>
                    <a:pt x="450409" y="412170"/>
                  </a:lnTo>
                  <a:lnTo>
                    <a:pt x="452303" y="416394"/>
                  </a:lnTo>
                  <a:lnTo>
                    <a:pt x="452627" y="417117"/>
                  </a:lnTo>
                  <a:lnTo>
                    <a:pt x="452993" y="417805"/>
                  </a:lnTo>
                  <a:lnTo>
                    <a:pt x="453279" y="417664"/>
                  </a:lnTo>
                  <a:lnTo>
                    <a:pt x="453590" y="418306"/>
                  </a:lnTo>
                  <a:lnTo>
                    <a:pt x="452560" y="418738"/>
                  </a:lnTo>
                  <a:lnTo>
                    <a:pt x="449031" y="420218"/>
                  </a:lnTo>
                  <a:lnTo>
                    <a:pt x="448410" y="420427"/>
                  </a:lnTo>
                  <a:lnTo>
                    <a:pt x="447158" y="420849"/>
                  </a:lnTo>
                  <a:lnTo>
                    <a:pt x="442663" y="422362"/>
                  </a:lnTo>
                  <a:lnTo>
                    <a:pt x="439319" y="423827"/>
                  </a:lnTo>
                  <a:lnTo>
                    <a:pt x="438694" y="424101"/>
                  </a:lnTo>
                  <a:lnTo>
                    <a:pt x="436287" y="425156"/>
                  </a:lnTo>
                  <a:lnTo>
                    <a:pt x="417013" y="433602"/>
                  </a:lnTo>
                  <a:lnTo>
                    <a:pt x="404868" y="438923"/>
                  </a:lnTo>
                  <a:lnTo>
                    <a:pt x="404581" y="439049"/>
                  </a:lnTo>
                  <a:lnTo>
                    <a:pt x="404093" y="439262"/>
                  </a:lnTo>
                  <a:lnTo>
                    <a:pt x="401455" y="440415"/>
                  </a:lnTo>
                  <a:lnTo>
                    <a:pt x="393900" y="443717"/>
                  </a:lnTo>
                  <a:lnTo>
                    <a:pt x="386087" y="447153"/>
                  </a:lnTo>
                  <a:lnTo>
                    <a:pt x="385596" y="447368"/>
                  </a:lnTo>
                  <a:lnTo>
                    <a:pt x="384999" y="447077"/>
                  </a:lnTo>
                  <a:lnTo>
                    <a:pt x="373155" y="441310"/>
                  </a:lnTo>
                  <a:lnTo>
                    <a:pt x="325029" y="420182"/>
                  </a:lnTo>
                  <a:lnTo>
                    <a:pt x="323759" y="419624"/>
                  </a:lnTo>
                  <a:lnTo>
                    <a:pt x="307065" y="412064"/>
                  </a:lnTo>
                  <a:lnTo>
                    <a:pt x="286228" y="402627"/>
                  </a:lnTo>
                  <a:lnTo>
                    <a:pt x="268395" y="394550"/>
                  </a:lnTo>
                  <a:lnTo>
                    <a:pt x="268098" y="394426"/>
                  </a:lnTo>
                  <a:lnTo>
                    <a:pt x="260661" y="391320"/>
                  </a:lnTo>
                  <a:lnTo>
                    <a:pt x="249797" y="386783"/>
                  </a:lnTo>
                  <a:lnTo>
                    <a:pt x="239996" y="382690"/>
                  </a:lnTo>
                  <a:lnTo>
                    <a:pt x="237563" y="381674"/>
                  </a:lnTo>
                  <a:lnTo>
                    <a:pt x="230444" y="375582"/>
                  </a:lnTo>
                  <a:lnTo>
                    <a:pt x="223308" y="369476"/>
                  </a:lnTo>
                  <a:lnTo>
                    <a:pt x="214941" y="361477"/>
                  </a:lnTo>
                  <a:lnTo>
                    <a:pt x="188198" y="335911"/>
                  </a:lnTo>
                  <a:lnTo>
                    <a:pt x="175128" y="323416"/>
                  </a:lnTo>
                  <a:lnTo>
                    <a:pt x="160075" y="309026"/>
                  </a:lnTo>
                  <a:lnTo>
                    <a:pt x="159589" y="308562"/>
                  </a:lnTo>
                  <a:lnTo>
                    <a:pt x="156672" y="305773"/>
                  </a:lnTo>
                  <a:lnTo>
                    <a:pt x="145524" y="295245"/>
                  </a:lnTo>
                  <a:lnTo>
                    <a:pt x="131134" y="281654"/>
                  </a:lnTo>
                  <a:lnTo>
                    <a:pt x="130482" y="281038"/>
                  </a:lnTo>
                  <a:lnTo>
                    <a:pt x="116980" y="267494"/>
                  </a:lnTo>
                  <a:lnTo>
                    <a:pt x="112580" y="263079"/>
                  </a:lnTo>
                  <a:lnTo>
                    <a:pt x="100209" y="249381"/>
                  </a:lnTo>
                  <a:lnTo>
                    <a:pt x="96667" y="245459"/>
                  </a:lnTo>
                  <a:lnTo>
                    <a:pt x="85929" y="230964"/>
                  </a:lnTo>
                  <a:lnTo>
                    <a:pt x="79096" y="221740"/>
                  </a:lnTo>
                  <a:lnTo>
                    <a:pt x="74886" y="215403"/>
                  </a:lnTo>
                  <a:lnTo>
                    <a:pt x="65131" y="200717"/>
                  </a:lnTo>
                  <a:lnTo>
                    <a:pt x="61490" y="195234"/>
                  </a:lnTo>
                  <a:lnTo>
                    <a:pt x="60343" y="193507"/>
                  </a:lnTo>
                  <a:lnTo>
                    <a:pt x="57582" y="189351"/>
                  </a:lnTo>
                  <a:lnTo>
                    <a:pt x="56398" y="187569"/>
                  </a:lnTo>
                  <a:lnTo>
                    <a:pt x="55796" y="186521"/>
                  </a:lnTo>
                  <a:lnTo>
                    <a:pt x="62778" y="173833"/>
                  </a:lnTo>
                  <a:lnTo>
                    <a:pt x="64296" y="171073"/>
                  </a:lnTo>
                  <a:lnTo>
                    <a:pt x="65393" y="169049"/>
                  </a:lnTo>
                  <a:lnTo>
                    <a:pt x="64700" y="168724"/>
                  </a:lnTo>
                  <a:lnTo>
                    <a:pt x="62217" y="167561"/>
                  </a:lnTo>
                  <a:lnTo>
                    <a:pt x="58130" y="165648"/>
                  </a:lnTo>
                  <a:lnTo>
                    <a:pt x="57379" y="165296"/>
                  </a:lnTo>
                  <a:lnTo>
                    <a:pt x="56881" y="165063"/>
                  </a:lnTo>
                  <a:lnTo>
                    <a:pt x="53702" y="163575"/>
                  </a:lnTo>
                  <a:lnTo>
                    <a:pt x="51395" y="162494"/>
                  </a:lnTo>
                  <a:lnTo>
                    <a:pt x="48831" y="161294"/>
                  </a:lnTo>
                  <a:lnTo>
                    <a:pt x="38985" y="156684"/>
                  </a:lnTo>
                  <a:lnTo>
                    <a:pt x="38109" y="155642"/>
                  </a:lnTo>
                  <a:lnTo>
                    <a:pt x="34134" y="150913"/>
                  </a:lnTo>
                  <a:lnTo>
                    <a:pt x="21452" y="135831"/>
                  </a:lnTo>
                  <a:lnTo>
                    <a:pt x="13415" y="119519"/>
                  </a:lnTo>
                  <a:lnTo>
                    <a:pt x="10620" y="113846"/>
                  </a:lnTo>
                  <a:lnTo>
                    <a:pt x="9863" y="108998"/>
                  </a:lnTo>
                  <a:lnTo>
                    <a:pt x="8377" y="99473"/>
                  </a:lnTo>
                  <a:lnTo>
                    <a:pt x="8242" y="98606"/>
                  </a:lnTo>
                  <a:lnTo>
                    <a:pt x="7613" y="94575"/>
                  </a:lnTo>
                  <a:lnTo>
                    <a:pt x="7252" y="92564"/>
                  </a:lnTo>
                  <a:lnTo>
                    <a:pt x="4474" y="77072"/>
                  </a:lnTo>
                  <a:lnTo>
                    <a:pt x="4209" y="75595"/>
                  </a:lnTo>
                  <a:lnTo>
                    <a:pt x="4130" y="75152"/>
                  </a:lnTo>
                  <a:lnTo>
                    <a:pt x="4047" y="74602"/>
                  </a:lnTo>
                  <a:lnTo>
                    <a:pt x="431" y="50588"/>
                  </a:lnTo>
                  <a:lnTo>
                    <a:pt x="0" y="43400"/>
                  </a:lnTo>
                  <a:lnTo>
                    <a:pt x="1051" y="39188"/>
                  </a:lnTo>
                  <a:lnTo>
                    <a:pt x="1720" y="37911"/>
                  </a:lnTo>
                  <a:lnTo>
                    <a:pt x="1929" y="37512"/>
                  </a:lnTo>
                  <a:lnTo>
                    <a:pt x="10641" y="20874"/>
                  </a:lnTo>
                  <a:lnTo>
                    <a:pt x="21729" y="0"/>
                  </a:lnTo>
                  <a:lnTo>
                    <a:pt x="26035" y="2378"/>
                  </a:lnTo>
                  <a:lnTo>
                    <a:pt x="34501" y="7055"/>
                  </a:lnTo>
                  <a:lnTo>
                    <a:pt x="35035" y="7350"/>
                  </a:lnTo>
                  <a:lnTo>
                    <a:pt x="35695" y="7714"/>
                  </a:lnTo>
                  <a:lnTo>
                    <a:pt x="36419" y="8114"/>
                  </a:lnTo>
                  <a:lnTo>
                    <a:pt x="38346" y="9178"/>
                  </a:lnTo>
                  <a:lnTo>
                    <a:pt x="38730" y="9390"/>
                  </a:lnTo>
                  <a:lnTo>
                    <a:pt x="39037" y="9560"/>
                  </a:lnTo>
                  <a:lnTo>
                    <a:pt x="40552" y="10397"/>
                  </a:lnTo>
                  <a:lnTo>
                    <a:pt x="41470" y="10904"/>
                  </a:lnTo>
                  <a:lnTo>
                    <a:pt x="41617" y="10985"/>
                  </a:lnTo>
                  <a:lnTo>
                    <a:pt x="42333" y="11380"/>
                  </a:lnTo>
                  <a:lnTo>
                    <a:pt x="42554" y="11502"/>
                  </a:lnTo>
                  <a:lnTo>
                    <a:pt x="44120" y="12367"/>
                  </a:lnTo>
                  <a:lnTo>
                    <a:pt x="45643" y="13209"/>
                  </a:lnTo>
                  <a:lnTo>
                    <a:pt x="46510" y="13688"/>
                  </a:lnTo>
                  <a:lnTo>
                    <a:pt x="48010" y="14516"/>
                  </a:lnTo>
                  <a:lnTo>
                    <a:pt x="48767" y="14934"/>
                  </a:lnTo>
                  <a:lnTo>
                    <a:pt x="50023" y="15628"/>
                  </a:lnTo>
                  <a:lnTo>
                    <a:pt x="50199" y="15725"/>
                  </a:lnTo>
                  <a:lnTo>
                    <a:pt x="50447" y="15862"/>
                  </a:lnTo>
                  <a:lnTo>
                    <a:pt x="50722" y="16014"/>
                  </a:lnTo>
                  <a:lnTo>
                    <a:pt x="50952" y="16141"/>
                  </a:lnTo>
                  <a:lnTo>
                    <a:pt x="52132" y="16793"/>
                  </a:lnTo>
                  <a:lnTo>
                    <a:pt x="52878" y="17205"/>
                  </a:lnTo>
                  <a:lnTo>
                    <a:pt x="54038" y="17846"/>
                  </a:lnTo>
                  <a:lnTo>
                    <a:pt x="54637" y="18177"/>
                  </a:lnTo>
                  <a:lnTo>
                    <a:pt x="56418" y="19160"/>
                  </a:lnTo>
                  <a:lnTo>
                    <a:pt x="56695" y="19314"/>
                  </a:lnTo>
                  <a:lnTo>
                    <a:pt x="57497" y="19756"/>
                  </a:lnTo>
                  <a:lnTo>
                    <a:pt x="58163" y="20124"/>
                  </a:lnTo>
                  <a:lnTo>
                    <a:pt x="58759" y="20454"/>
                  </a:lnTo>
                  <a:lnTo>
                    <a:pt x="59130" y="20659"/>
                  </a:lnTo>
                  <a:lnTo>
                    <a:pt x="59594" y="20915"/>
                  </a:lnTo>
                  <a:lnTo>
                    <a:pt x="60695" y="21523"/>
                  </a:lnTo>
                  <a:lnTo>
                    <a:pt x="60966" y="21673"/>
                  </a:lnTo>
                  <a:lnTo>
                    <a:pt x="61337" y="21878"/>
                  </a:lnTo>
                  <a:lnTo>
                    <a:pt x="61609" y="22028"/>
                  </a:lnTo>
                  <a:lnTo>
                    <a:pt x="62038" y="22265"/>
                  </a:lnTo>
                  <a:lnTo>
                    <a:pt x="62294" y="22407"/>
                  </a:lnTo>
                  <a:lnTo>
                    <a:pt x="62437" y="22485"/>
                  </a:lnTo>
                  <a:lnTo>
                    <a:pt x="63422" y="23030"/>
                  </a:lnTo>
                  <a:lnTo>
                    <a:pt x="64056" y="23380"/>
                  </a:lnTo>
                  <a:lnTo>
                    <a:pt x="64923" y="23858"/>
                  </a:lnTo>
                  <a:lnTo>
                    <a:pt x="65402" y="24123"/>
                  </a:lnTo>
                  <a:lnTo>
                    <a:pt x="66971" y="24990"/>
                  </a:lnTo>
                  <a:lnTo>
                    <a:pt x="67783" y="25438"/>
                  </a:lnTo>
                  <a:lnTo>
                    <a:pt x="68298" y="25723"/>
                  </a:lnTo>
                  <a:lnTo>
                    <a:pt x="68648" y="25916"/>
                  </a:lnTo>
                  <a:lnTo>
                    <a:pt x="69491" y="26382"/>
                  </a:lnTo>
                  <a:lnTo>
                    <a:pt x="72625" y="28113"/>
                  </a:lnTo>
                  <a:lnTo>
                    <a:pt x="74598" y="29202"/>
                  </a:lnTo>
                  <a:lnTo>
                    <a:pt x="76601" y="30309"/>
                  </a:lnTo>
                  <a:lnTo>
                    <a:pt x="76734" y="30382"/>
                  </a:lnTo>
                  <a:lnTo>
                    <a:pt x="77862" y="31006"/>
                  </a:lnTo>
                  <a:lnTo>
                    <a:pt x="79459" y="31888"/>
                  </a:lnTo>
                  <a:lnTo>
                    <a:pt x="81237" y="32869"/>
                  </a:lnTo>
                  <a:lnTo>
                    <a:pt x="83508" y="34124"/>
                  </a:lnTo>
                  <a:lnTo>
                    <a:pt x="85022" y="34961"/>
                  </a:lnTo>
                  <a:lnTo>
                    <a:pt x="85204" y="35061"/>
                  </a:lnTo>
                  <a:lnTo>
                    <a:pt x="86080" y="35545"/>
                  </a:lnTo>
                  <a:lnTo>
                    <a:pt x="86514" y="35785"/>
                  </a:lnTo>
                  <a:lnTo>
                    <a:pt x="88150" y="36688"/>
                  </a:lnTo>
                  <a:lnTo>
                    <a:pt x="88599" y="36936"/>
                  </a:lnTo>
                  <a:lnTo>
                    <a:pt x="88864" y="37083"/>
                  </a:lnTo>
                  <a:lnTo>
                    <a:pt x="89551" y="37462"/>
                  </a:lnTo>
                  <a:lnTo>
                    <a:pt x="90252" y="37849"/>
                  </a:lnTo>
                  <a:lnTo>
                    <a:pt x="90650" y="38069"/>
                  </a:lnTo>
                  <a:lnTo>
                    <a:pt x="91165" y="38354"/>
                  </a:lnTo>
                  <a:lnTo>
                    <a:pt x="91340" y="38450"/>
                  </a:lnTo>
                  <a:lnTo>
                    <a:pt x="91609" y="38599"/>
                  </a:lnTo>
                  <a:lnTo>
                    <a:pt x="91884" y="38751"/>
                  </a:lnTo>
                  <a:lnTo>
                    <a:pt x="92344" y="39005"/>
                  </a:lnTo>
                  <a:lnTo>
                    <a:pt x="92807" y="39261"/>
                  </a:lnTo>
                  <a:lnTo>
                    <a:pt x="93050" y="39395"/>
                  </a:lnTo>
                  <a:lnTo>
                    <a:pt x="93368" y="39570"/>
                  </a:lnTo>
                  <a:lnTo>
                    <a:pt x="93674" y="39740"/>
                  </a:lnTo>
                  <a:lnTo>
                    <a:pt x="93972" y="39904"/>
                  </a:lnTo>
                  <a:lnTo>
                    <a:pt x="94418" y="40151"/>
                  </a:lnTo>
                  <a:lnTo>
                    <a:pt x="95294" y="40634"/>
                  </a:lnTo>
                  <a:lnTo>
                    <a:pt x="95745" y="40883"/>
                  </a:lnTo>
                  <a:lnTo>
                    <a:pt x="97649" y="41935"/>
                  </a:lnTo>
                  <a:lnTo>
                    <a:pt x="99091" y="42732"/>
                  </a:lnTo>
                  <a:lnTo>
                    <a:pt x="101417" y="44016"/>
                  </a:lnTo>
                  <a:lnTo>
                    <a:pt x="102233" y="44467"/>
                  </a:lnTo>
                  <a:lnTo>
                    <a:pt x="102730" y="44742"/>
                  </a:lnTo>
                  <a:lnTo>
                    <a:pt x="105277" y="46149"/>
                  </a:lnTo>
                  <a:lnTo>
                    <a:pt x="106936" y="47065"/>
                  </a:lnTo>
                  <a:lnTo>
                    <a:pt x="109521" y="48493"/>
                  </a:lnTo>
                  <a:lnTo>
                    <a:pt x="112319" y="50038"/>
                  </a:lnTo>
                  <a:lnTo>
                    <a:pt x="112934" y="50378"/>
                  </a:lnTo>
                  <a:lnTo>
                    <a:pt x="113520" y="50702"/>
                  </a:lnTo>
                  <a:lnTo>
                    <a:pt x="114841" y="51462"/>
                  </a:lnTo>
                  <a:lnTo>
                    <a:pt x="116010" y="52135"/>
                  </a:lnTo>
                  <a:lnTo>
                    <a:pt x="116655" y="52506"/>
                  </a:lnTo>
                  <a:lnTo>
                    <a:pt x="122913" y="56108"/>
                  </a:lnTo>
                  <a:lnTo>
                    <a:pt x="124306" y="56909"/>
                  </a:lnTo>
                  <a:lnTo>
                    <a:pt x="124663" y="57115"/>
                  </a:lnTo>
                  <a:lnTo>
                    <a:pt x="124809" y="57199"/>
                  </a:lnTo>
                  <a:lnTo>
                    <a:pt x="125953" y="57858"/>
                  </a:lnTo>
                  <a:lnTo>
                    <a:pt x="126543" y="58197"/>
                  </a:lnTo>
                  <a:lnTo>
                    <a:pt x="131370" y="60975"/>
                  </a:lnTo>
                  <a:lnTo>
                    <a:pt x="131950" y="61309"/>
                  </a:lnTo>
                  <a:lnTo>
                    <a:pt x="132799" y="61798"/>
                  </a:lnTo>
                  <a:lnTo>
                    <a:pt x="133329" y="62103"/>
                  </a:lnTo>
                  <a:lnTo>
                    <a:pt x="133589" y="62253"/>
                  </a:lnTo>
                  <a:lnTo>
                    <a:pt x="136395" y="63868"/>
                  </a:lnTo>
                  <a:lnTo>
                    <a:pt x="138050" y="64820"/>
                  </a:lnTo>
                  <a:lnTo>
                    <a:pt x="138758" y="65227"/>
                  </a:lnTo>
                  <a:lnTo>
                    <a:pt x="139037" y="65388"/>
                  </a:lnTo>
                  <a:lnTo>
                    <a:pt x="139754" y="65800"/>
                  </a:lnTo>
                  <a:lnTo>
                    <a:pt x="141785" y="66969"/>
                  </a:lnTo>
                  <a:lnTo>
                    <a:pt x="142684" y="67487"/>
                  </a:lnTo>
                  <a:lnTo>
                    <a:pt x="143538" y="67979"/>
                  </a:lnTo>
                  <a:lnTo>
                    <a:pt x="145169" y="68917"/>
                  </a:lnTo>
                  <a:lnTo>
                    <a:pt x="146566" y="69721"/>
                  </a:lnTo>
                  <a:lnTo>
                    <a:pt x="147906" y="70492"/>
                  </a:lnTo>
                  <a:lnTo>
                    <a:pt x="148829" y="71235"/>
                  </a:lnTo>
                  <a:lnTo>
                    <a:pt x="149208" y="71540"/>
                  </a:lnTo>
                  <a:lnTo>
                    <a:pt x="150738" y="72770"/>
                  </a:lnTo>
                  <a:lnTo>
                    <a:pt x="151463" y="73353"/>
                  </a:lnTo>
                  <a:lnTo>
                    <a:pt x="151756" y="73589"/>
                  </a:lnTo>
                  <a:lnTo>
                    <a:pt x="152333" y="74053"/>
                  </a:lnTo>
                  <a:lnTo>
                    <a:pt x="152619" y="74283"/>
                  </a:lnTo>
                  <a:lnTo>
                    <a:pt x="153142" y="74704"/>
                  </a:lnTo>
                  <a:lnTo>
                    <a:pt x="153626" y="75093"/>
                  </a:lnTo>
                  <a:lnTo>
                    <a:pt x="155233" y="76385"/>
                  </a:lnTo>
                  <a:lnTo>
                    <a:pt x="156483" y="77407"/>
                  </a:lnTo>
                  <a:lnTo>
                    <a:pt x="157018" y="78034"/>
                  </a:lnTo>
                  <a:lnTo>
                    <a:pt x="157373" y="78450"/>
                  </a:lnTo>
                  <a:lnTo>
                    <a:pt x="157564" y="78674"/>
                  </a:lnTo>
                  <a:lnTo>
                    <a:pt x="157717" y="78854"/>
                  </a:lnTo>
                  <a:lnTo>
                    <a:pt x="157828" y="78984"/>
                  </a:lnTo>
                  <a:lnTo>
                    <a:pt x="157942" y="79117"/>
                  </a:lnTo>
                  <a:lnTo>
                    <a:pt x="158128" y="79336"/>
                  </a:lnTo>
                  <a:lnTo>
                    <a:pt x="158375" y="79625"/>
                  </a:lnTo>
                  <a:lnTo>
                    <a:pt x="158700" y="80006"/>
                  </a:lnTo>
                  <a:lnTo>
                    <a:pt x="158967" y="80320"/>
                  </a:lnTo>
                  <a:lnTo>
                    <a:pt x="159472" y="80911"/>
                  </a:lnTo>
                  <a:lnTo>
                    <a:pt x="159753" y="81240"/>
                  </a:lnTo>
                  <a:lnTo>
                    <a:pt x="159871" y="81379"/>
                  </a:lnTo>
                  <a:lnTo>
                    <a:pt x="160405" y="82005"/>
                  </a:lnTo>
                  <a:lnTo>
                    <a:pt x="160732" y="82389"/>
                  </a:lnTo>
                  <a:lnTo>
                    <a:pt x="161014" y="82719"/>
                  </a:lnTo>
                  <a:lnTo>
                    <a:pt x="161648" y="83463"/>
                  </a:lnTo>
                  <a:lnTo>
                    <a:pt x="161919" y="83780"/>
                  </a:lnTo>
                  <a:lnTo>
                    <a:pt x="162089" y="83979"/>
                  </a:lnTo>
                  <a:lnTo>
                    <a:pt x="162413" y="84437"/>
                  </a:lnTo>
                  <a:lnTo>
                    <a:pt x="162534" y="84609"/>
                  </a:lnTo>
                  <a:lnTo>
                    <a:pt x="162691" y="84831"/>
                  </a:lnTo>
                  <a:lnTo>
                    <a:pt x="163076" y="85375"/>
                  </a:lnTo>
                  <a:lnTo>
                    <a:pt x="163523" y="86008"/>
                  </a:lnTo>
                  <a:lnTo>
                    <a:pt x="163710" y="86272"/>
                  </a:lnTo>
                  <a:lnTo>
                    <a:pt x="163823" y="86432"/>
                  </a:lnTo>
                  <a:lnTo>
                    <a:pt x="164554" y="87466"/>
                  </a:lnTo>
                  <a:lnTo>
                    <a:pt x="165190" y="88365"/>
                  </a:lnTo>
                  <a:lnTo>
                    <a:pt x="165684" y="89064"/>
                  </a:lnTo>
                  <a:lnTo>
                    <a:pt x="166449" y="90145"/>
                  </a:lnTo>
                  <a:lnTo>
                    <a:pt x="166748" y="90568"/>
                  </a:lnTo>
                  <a:lnTo>
                    <a:pt x="167405" y="91498"/>
                  </a:lnTo>
                  <a:lnTo>
                    <a:pt x="167535" y="91681"/>
                  </a:lnTo>
                  <a:lnTo>
                    <a:pt x="167730" y="91958"/>
                  </a:lnTo>
                  <a:lnTo>
                    <a:pt x="167834" y="92105"/>
                  </a:lnTo>
                  <a:lnTo>
                    <a:pt x="168469" y="93002"/>
                  </a:lnTo>
                  <a:lnTo>
                    <a:pt x="168893" y="93602"/>
                  </a:lnTo>
                  <a:lnTo>
                    <a:pt x="169250" y="94108"/>
                  </a:lnTo>
                  <a:lnTo>
                    <a:pt x="169612" y="94619"/>
                  </a:lnTo>
                  <a:lnTo>
                    <a:pt x="169821" y="94914"/>
                  </a:lnTo>
                  <a:lnTo>
                    <a:pt x="170722" y="96189"/>
                  </a:lnTo>
                  <a:lnTo>
                    <a:pt x="170999" y="96580"/>
                  </a:lnTo>
                  <a:lnTo>
                    <a:pt x="171166" y="96816"/>
                  </a:lnTo>
                  <a:lnTo>
                    <a:pt x="171277" y="96974"/>
                  </a:lnTo>
                  <a:lnTo>
                    <a:pt x="171542" y="97348"/>
                  </a:lnTo>
                  <a:lnTo>
                    <a:pt x="171778" y="97683"/>
                  </a:lnTo>
                  <a:lnTo>
                    <a:pt x="172077" y="98105"/>
                  </a:lnTo>
                  <a:lnTo>
                    <a:pt x="172183" y="98255"/>
                  </a:lnTo>
                  <a:lnTo>
                    <a:pt x="172646" y="98910"/>
                  </a:lnTo>
                  <a:lnTo>
                    <a:pt x="172953" y="99344"/>
                  </a:lnTo>
                  <a:lnTo>
                    <a:pt x="173210" y="99708"/>
                  </a:lnTo>
                  <a:lnTo>
                    <a:pt x="173513" y="100136"/>
                  </a:lnTo>
                  <a:lnTo>
                    <a:pt x="174479" y="101503"/>
                  </a:lnTo>
                  <a:lnTo>
                    <a:pt x="174874" y="102061"/>
                  </a:lnTo>
                  <a:lnTo>
                    <a:pt x="175807" y="103381"/>
                  </a:lnTo>
                  <a:lnTo>
                    <a:pt x="176258" y="104019"/>
                  </a:lnTo>
                  <a:lnTo>
                    <a:pt x="176384" y="104197"/>
                  </a:lnTo>
                  <a:lnTo>
                    <a:pt x="176650" y="104608"/>
                  </a:lnTo>
                  <a:lnTo>
                    <a:pt x="177559" y="106017"/>
                  </a:lnTo>
                  <a:lnTo>
                    <a:pt x="177790" y="106374"/>
                  </a:lnTo>
                  <a:lnTo>
                    <a:pt x="178443" y="107385"/>
                  </a:lnTo>
                  <a:lnTo>
                    <a:pt x="178607" y="107640"/>
                  </a:lnTo>
                  <a:lnTo>
                    <a:pt x="178910" y="108109"/>
                  </a:lnTo>
                  <a:lnTo>
                    <a:pt x="179036" y="108303"/>
                  </a:lnTo>
                  <a:lnTo>
                    <a:pt x="179142" y="108468"/>
                  </a:lnTo>
                  <a:lnTo>
                    <a:pt x="179471" y="108977"/>
                  </a:lnTo>
                  <a:lnTo>
                    <a:pt x="180115" y="109975"/>
                  </a:lnTo>
                  <a:lnTo>
                    <a:pt x="180294" y="110252"/>
                  </a:lnTo>
                  <a:lnTo>
                    <a:pt x="180510" y="110587"/>
                  </a:lnTo>
                  <a:lnTo>
                    <a:pt x="180799" y="111034"/>
                  </a:lnTo>
                  <a:lnTo>
                    <a:pt x="180960" y="111283"/>
                  </a:lnTo>
                  <a:lnTo>
                    <a:pt x="181808" y="112596"/>
                  </a:lnTo>
                  <a:lnTo>
                    <a:pt x="181949" y="112815"/>
                  </a:lnTo>
                  <a:lnTo>
                    <a:pt x="182821" y="114165"/>
                  </a:lnTo>
                  <a:lnTo>
                    <a:pt x="183107" y="114609"/>
                  </a:lnTo>
                  <a:lnTo>
                    <a:pt x="183652" y="115452"/>
                  </a:lnTo>
                  <a:lnTo>
                    <a:pt x="183780" y="115651"/>
                  </a:lnTo>
                  <a:lnTo>
                    <a:pt x="183937" y="115893"/>
                  </a:lnTo>
                  <a:lnTo>
                    <a:pt x="184180" y="116270"/>
                  </a:lnTo>
                  <a:lnTo>
                    <a:pt x="184523" y="116802"/>
                  </a:lnTo>
                  <a:lnTo>
                    <a:pt x="184961" y="117480"/>
                  </a:lnTo>
                  <a:lnTo>
                    <a:pt x="185198" y="117846"/>
                  </a:lnTo>
                  <a:lnTo>
                    <a:pt x="185282" y="117976"/>
                  </a:lnTo>
                  <a:lnTo>
                    <a:pt x="185404" y="118165"/>
                  </a:lnTo>
                  <a:lnTo>
                    <a:pt x="185596" y="118463"/>
                  </a:lnTo>
                  <a:lnTo>
                    <a:pt x="185788" y="118761"/>
                  </a:lnTo>
                  <a:lnTo>
                    <a:pt x="185890" y="118918"/>
                  </a:lnTo>
                  <a:lnTo>
                    <a:pt x="186114" y="119265"/>
                  </a:lnTo>
                  <a:lnTo>
                    <a:pt x="186197" y="119393"/>
                  </a:lnTo>
                  <a:lnTo>
                    <a:pt x="186281" y="119524"/>
                  </a:lnTo>
                  <a:lnTo>
                    <a:pt x="186389" y="119691"/>
                  </a:lnTo>
                  <a:lnTo>
                    <a:pt x="187057" y="120726"/>
                  </a:lnTo>
                  <a:lnTo>
                    <a:pt x="187296" y="121096"/>
                  </a:lnTo>
                  <a:lnTo>
                    <a:pt x="187426" y="121297"/>
                  </a:lnTo>
                  <a:lnTo>
                    <a:pt x="188205" y="122503"/>
                  </a:lnTo>
                  <a:lnTo>
                    <a:pt x="188758" y="123359"/>
                  </a:lnTo>
                  <a:lnTo>
                    <a:pt x="188895" y="123572"/>
                  </a:lnTo>
                  <a:lnTo>
                    <a:pt x="188998" y="123732"/>
                  </a:lnTo>
                  <a:lnTo>
                    <a:pt x="189101" y="123891"/>
                  </a:lnTo>
                  <a:lnTo>
                    <a:pt x="189328" y="124243"/>
                  </a:lnTo>
                  <a:lnTo>
                    <a:pt x="189970" y="125237"/>
                  </a:lnTo>
                  <a:lnTo>
                    <a:pt x="190910" y="126692"/>
                  </a:lnTo>
                  <a:lnTo>
                    <a:pt x="191422" y="127486"/>
                  </a:lnTo>
                  <a:lnTo>
                    <a:pt x="192315" y="128869"/>
                  </a:lnTo>
                  <a:lnTo>
                    <a:pt x="193575" y="130820"/>
                  </a:lnTo>
                  <a:lnTo>
                    <a:pt x="194722" y="132596"/>
                  </a:lnTo>
                  <a:lnTo>
                    <a:pt x="195248" y="133410"/>
                  </a:lnTo>
                  <a:lnTo>
                    <a:pt x="195352" y="133572"/>
                  </a:lnTo>
                  <a:lnTo>
                    <a:pt x="196588" y="135486"/>
                  </a:lnTo>
                  <a:lnTo>
                    <a:pt x="196780" y="135783"/>
                  </a:lnTo>
                  <a:lnTo>
                    <a:pt x="196863" y="135912"/>
                  </a:lnTo>
                  <a:lnTo>
                    <a:pt x="197951" y="137598"/>
                  </a:lnTo>
                  <a:lnTo>
                    <a:pt x="198417" y="138319"/>
                  </a:lnTo>
                  <a:lnTo>
                    <a:pt x="199673" y="140264"/>
                  </a:lnTo>
                  <a:lnTo>
                    <a:pt x="200484" y="141520"/>
                  </a:lnTo>
                  <a:lnTo>
                    <a:pt x="201022" y="142354"/>
                  </a:lnTo>
                  <a:lnTo>
                    <a:pt x="201822" y="143592"/>
                  </a:lnTo>
                  <a:lnTo>
                    <a:pt x="202001" y="143869"/>
                  </a:lnTo>
                  <a:lnTo>
                    <a:pt x="204580" y="147864"/>
                  </a:lnTo>
                  <a:lnTo>
                    <a:pt x="204812" y="148222"/>
                  </a:lnTo>
                  <a:lnTo>
                    <a:pt x="205763" y="149695"/>
                  </a:lnTo>
                  <a:lnTo>
                    <a:pt x="207258" y="152010"/>
                  </a:lnTo>
                  <a:lnTo>
                    <a:pt x="209037" y="154766"/>
                  </a:lnTo>
                  <a:lnTo>
                    <a:pt x="209259" y="155110"/>
                  </a:lnTo>
                  <a:lnTo>
                    <a:pt x="209789" y="155930"/>
                  </a:lnTo>
                  <a:lnTo>
                    <a:pt x="210983" y="157780"/>
                  </a:lnTo>
                  <a:lnTo>
                    <a:pt x="213210" y="161228"/>
                  </a:lnTo>
                  <a:lnTo>
                    <a:pt x="213940" y="162359"/>
                  </a:lnTo>
                  <a:lnTo>
                    <a:pt x="215153" y="164237"/>
                  </a:lnTo>
                  <a:lnTo>
                    <a:pt x="216536" y="166380"/>
                  </a:lnTo>
                  <a:lnTo>
                    <a:pt x="217150" y="167330"/>
                  </a:lnTo>
                  <a:lnTo>
                    <a:pt x="217625" y="168065"/>
                  </a:lnTo>
                  <a:lnTo>
                    <a:pt x="217794" y="168327"/>
                  </a:lnTo>
                  <a:lnTo>
                    <a:pt x="218185" y="168933"/>
                  </a:lnTo>
                  <a:lnTo>
                    <a:pt x="219220" y="170536"/>
                  </a:lnTo>
                  <a:lnTo>
                    <a:pt x="219687" y="171259"/>
                  </a:lnTo>
                  <a:lnTo>
                    <a:pt x="220071" y="171853"/>
                  </a:lnTo>
                  <a:lnTo>
                    <a:pt x="220461" y="172457"/>
                  </a:lnTo>
                  <a:lnTo>
                    <a:pt x="220545" y="172588"/>
                  </a:lnTo>
                  <a:lnTo>
                    <a:pt x="221337" y="173815"/>
                  </a:lnTo>
                  <a:lnTo>
                    <a:pt x="223030" y="176436"/>
                  </a:lnTo>
                  <a:lnTo>
                    <a:pt x="223309" y="176869"/>
                  </a:lnTo>
                  <a:lnTo>
                    <a:pt x="223572" y="177276"/>
                  </a:lnTo>
                  <a:lnTo>
                    <a:pt x="224686" y="179002"/>
                  </a:lnTo>
                  <a:lnTo>
                    <a:pt x="225264" y="179896"/>
                  </a:lnTo>
                  <a:lnTo>
                    <a:pt x="226710" y="182136"/>
                  </a:lnTo>
                  <a:lnTo>
                    <a:pt x="227088" y="182722"/>
                  </a:lnTo>
                  <a:lnTo>
                    <a:pt x="228116" y="184314"/>
                  </a:lnTo>
                  <a:lnTo>
                    <a:pt x="229279" y="186114"/>
                  </a:lnTo>
                  <a:lnTo>
                    <a:pt x="229566" y="186558"/>
                  </a:lnTo>
                  <a:lnTo>
                    <a:pt x="230256" y="187627"/>
                  </a:lnTo>
                  <a:lnTo>
                    <a:pt x="232469" y="191055"/>
                  </a:lnTo>
                  <a:lnTo>
                    <a:pt x="233208" y="192199"/>
                  </a:lnTo>
                  <a:lnTo>
                    <a:pt x="234306" y="193899"/>
                  </a:lnTo>
                  <a:lnTo>
                    <a:pt x="234437" y="194103"/>
                  </a:lnTo>
                  <a:lnTo>
                    <a:pt x="237056" y="198159"/>
                  </a:lnTo>
                  <a:lnTo>
                    <a:pt x="238960" y="201107"/>
                  </a:lnTo>
                  <a:lnTo>
                    <a:pt x="240155" y="202957"/>
                  </a:lnTo>
                  <a:lnTo>
                    <a:pt x="240766" y="203903"/>
                  </a:lnTo>
                  <a:lnTo>
                    <a:pt x="240896" y="204105"/>
                  </a:lnTo>
                  <a:lnTo>
                    <a:pt x="241987" y="205829"/>
                  </a:lnTo>
                  <a:lnTo>
                    <a:pt x="243431" y="208111"/>
                  </a:lnTo>
                  <a:lnTo>
                    <a:pt x="245697" y="211694"/>
                  </a:lnTo>
                  <a:lnTo>
                    <a:pt x="246183" y="212461"/>
                  </a:lnTo>
                  <a:lnTo>
                    <a:pt x="247815" y="215041"/>
                  </a:lnTo>
                  <a:lnTo>
                    <a:pt x="251038" y="220135"/>
                  </a:lnTo>
                  <a:lnTo>
                    <a:pt x="251729" y="221227"/>
                  </a:lnTo>
                  <a:lnTo>
                    <a:pt x="252728" y="222806"/>
                  </a:lnTo>
                  <a:lnTo>
                    <a:pt x="253044" y="223305"/>
                  </a:lnTo>
                  <a:lnTo>
                    <a:pt x="253318" y="223738"/>
                  </a:lnTo>
                  <a:lnTo>
                    <a:pt x="253553" y="224110"/>
                  </a:lnTo>
                  <a:lnTo>
                    <a:pt x="254964" y="226339"/>
                  </a:lnTo>
                  <a:lnTo>
                    <a:pt x="255871" y="227774"/>
                  </a:lnTo>
                  <a:lnTo>
                    <a:pt x="257834" y="230875"/>
                  </a:lnTo>
                  <a:lnTo>
                    <a:pt x="259466" y="233455"/>
                  </a:lnTo>
                  <a:lnTo>
                    <a:pt x="261251" y="236276"/>
                  </a:lnTo>
                  <a:lnTo>
                    <a:pt x="261855" y="237230"/>
                  </a:lnTo>
                  <a:lnTo>
                    <a:pt x="263085" y="239175"/>
                  </a:lnTo>
                  <a:lnTo>
                    <a:pt x="263696" y="240141"/>
                  </a:lnTo>
                  <a:lnTo>
                    <a:pt x="264373" y="241211"/>
                  </a:lnTo>
                  <a:lnTo>
                    <a:pt x="264745" y="241798"/>
                  </a:lnTo>
                  <a:lnTo>
                    <a:pt x="265536" y="243049"/>
                  </a:lnTo>
                  <a:lnTo>
                    <a:pt x="265882" y="243595"/>
                  </a:lnTo>
                  <a:lnTo>
                    <a:pt x="266669" y="244839"/>
                  </a:lnTo>
                  <a:lnTo>
                    <a:pt x="267685" y="246446"/>
                  </a:lnTo>
                  <a:lnTo>
                    <a:pt x="268405" y="247583"/>
                  </a:lnTo>
                  <a:lnTo>
                    <a:pt x="270669" y="251161"/>
                  </a:lnTo>
                  <a:lnTo>
                    <a:pt x="271426" y="252359"/>
                  </a:lnTo>
                  <a:lnTo>
                    <a:pt x="272037" y="253256"/>
                  </a:lnTo>
                  <a:lnTo>
                    <a:pt x="273268" y="255065"/>
                  </a:lnTo>
                  <a:lnTo>
                    <a:pt x="275074" y="257718"/>
                  </a:lnTo>
                  <a:lnTo>
                    <a:pt x="276239" y="259430"/>
                  </a:lnTo>
                  <a:lnTo>
                    <a:pt x="277842" y="261786"/>
                  </a:lnTo>
                  <a:lnTo>
                    <a:pt x="278711" y="263063"/>
                  </a:lnTo>
                  <a:lnTo>
                    <a:pt x="280635" y="265890"/>
                  </a:lnTo>
                  <a:lnTo>
                    <a:pt x="281723" y="267488"/>
                  </a:lnTo>
                  <a:lnTo>
                    <a:pt x="283293" y="269771"/>
                  </a:lnTo>
                  <a:lnTo>
                    <a:pt x="285635" y="272166"/>
                  </a:lnTo>
                  <a:lnTo>
                    <a:pt x="286917" y="273476"/>
                  </a:lnTo>
                  <a:lnTo>
                    <a:pt x="287604" y="274178"/>
                  </a:lnTo>
                  <a:lnTo>
                    <a:pt x="288962" y="275566"/>
                  </a:lnTo>
                  <a:lnTo>
                    <a:pt x="290067" y="276695"/>
                  </a:lnTo>
                  <a:lnTo>
                    <a:pt x="291081" y="277732"/>
                  </a:lnTo>
                  <a:lnTo>
                    <a:pt x="295556" y="282306"/>
                  </a:lnTo>
                  <a:lnTo>
                    <a:pt x="297553" y="284347"/>
                  </a:lnTo>
                  <a:lnTo>
                    <a:pt x="298396" y="285209"/>
                  </a:lnTo>
                  <a:lnTo>
                    <a:pt x="299928" y="286774"/>
                  </a:lnTo>
                  <a:lnTo>
                    <a:pt x="300237" y="287032"/>
                  </a:lnTo>
                  <a:lnTo>
                    <a:pt x="300676" y="287398"/>
                  </a:lnTo>
                  <a:lnTo>
                    <a:pt x="301332" y="287945"/>
                  </a:lnTo>
                  <a:lnTo>
                    <a:pt x="305090" y="291081"/>
                  </a:lnTo>
                  <a:lnTo>
                    <a:pt x="306679" y="292407"/>
                  </a:lnTo>
                  <a:lnTo>
                    <a:pt x="307209" y="292848"/>
                  </a:lnTo>
                  <a:lnTo>
                    <a:pt x="307885" y="293412"/>
                  </a:lnTo>
                  <a:lnTo>
                    <a:pt x="309673" y="294904"/>
                  </a:lnTo>
                  <a:lnTo>
                    <a:pt x="309955" y="295139"/>
                  </a:lnTo>
                  <a:lnTo>
                    <a:pt x="311418" y="296760"/>
                  </a:lnTo>
                  <a:lnTo>
                    <a:pt x="313616" y="299194"/>
                  </a:lnTo>
                  <a:lnTo>
                    <a:pt x="313881" y="299488"/>
                  </a:lnTo>
                  <a:lnTo>
                    <a:pt x="315124" y="300865"/>
                  </a:lnTo>
                  <a:lnTo>
                    <a:pt x="316098" y="301943"/>
                  </a:lnTo>
                  <a:lnTo>
                    <a:pt x="316391" y="302268"/>
                  </a:lnTo>
                  <a:lnTo>
                    <a:pt x="316627" y="302529"/>
                  </a:lnTo>
                  <a:lnTo>
                    <a:pt x="316765" y="302706"/>
                  </a:lnTo>
                  <a:lnTo>
                    <a:pt x="320949" y="308074"/>
                  </a:lnTo>
                  <a:lnTo>
                    <a:pt x="321364" y="308607"/>
                  </a:lnTo>
                  <a:lnTo>
                    <a:pt x="321757" y="309112"/>
                  </a:lnTo>
                  <a:lnTo>
                    <a:pt x="322099" y="309550"/>
                  </a:lnTo>
                  <a:lnTo>
                    <a:pt x="322781" y="310425"/>
                  </a:lnTo>
                  <a:lnTo>
                    <a:pt x="322897" y="310610"/>
                  </a:lnTo>
                  <a:lnTo>
                    <a:pt x="323055" y="310861"/>
                  </a:lnTo>
                  <a:lnTo>
                    <a:pt x="326024" y="315585"/>
                  </a:lnTo>
                  <a:lnTo>
                    <a:pt x="326771" y="316773"/>
                  </a:lnTo>
                  <a:lnTo>
                    <a:pt x="327147" y="317372"/>
                  </a:lnTo>
                  <a:lnTo>
                    <a:pt x="327670" y="318204"/>
                  </a:lnTo>
                  <a:lnTo>
                    <a:pt x="327847" y="318486"/>
                  </a:lnTo>
                  <a:lnTo>
                    <a:pt x="328451" y="319446"/>
                  </a:lnTo>
                  <a:lnTo>
                    <a:pt x="329209" y="320651"/>
                  </a:lnTo>
                  <a:lnTo>
                    <a:pt x="331893" y="324922"/>
                  </a:lnTo>
                  <a:lnTo>
                    <a:pt x="332127" y="325294"/>
                  </a:lnTo>
                  <a:lnTo>
                    <a:pt x="332441" y="325794"/>
                  </a:lnTo>
                  <a:lnTo>
                    <a:pt x="333293" y="327149"/>
                  </a:lnTo>
                  <a:lnTo>
                    <a:pt x="334113" y="328455"/>
                  </a:lnTo>
                  <a:lnTo>
                    <a:pt x="335187" y="330163"/>
                  </a:lnTo>
                  <a:lnTo>
                    <a:pt x="336679" y="332537"/>
                  </a:lnTo>
                  <a:lnTo>
                    <a:pt x="337557" y="333933"/>
                  </a:lnTo>
                  <a:lnTo>
                    <a:pt x="337977" y="334602"/>
                  </a:lnTo>
                  <a:lnTo>
                    <a:pt x="339064" y="336331"/>
                  </a:lnTo>
                  <a:lnTo>
                    <a:pt x="340672" y="338889"/>
                  </a:lnTo>
                  <a:lnTo>
                    <a:pt x="341163" y="339671"/>
                  </a:lnTo>
                  <a:lnTo>
                    <a:pt x="341684" y="340499"/>
                  </a:lnTo>
                  <a:lnTo>
                    <a:pt x="342161" y="341259"/>
                  </a:lnTo>
                  <a:lnTo>
                    <a:pt x="342293" y="341469"/>
                  </a:lnTo>
                  <a:lnTo>
                    <a:pt x="342874" y="342393"/>
                  </a:lnTo>
                  <a:lnTo>
                    <a:pt x="343967" y="344132"/>
                  </a:lnTo>
                  <a:lnTo>
                    <a:pt x="344066" y="344290"/>
                  </a:lnTo>
                  <a:lnTo>
                    <a:pt x="344461" y="344917"/>
                  </a:lnTo>
                  <a:lnTo>
                    <a:pt x="344564" y="345081"/>
                  </a:lnTo>
                  <a:lnTo>
                    <a:pt x="345264" y="346195"/>
                  </a:lnTo>
                  <a:lnTo>
                    <a:pt x="345971" y="347321"/>
                  </a:lnTo>
                  <a:lnTo>
                    <a:pt x="346084" y="347500"/>
                  </a:lnTo>
                  <a:lnTo>
                    <a:pt x="346438" y="348064"/>
                  </a:lnTo>
                  <a:lnTo>
                    <a:pt x="346917" y="348826"/>
                  </a:lnTo>
                  <a:lnTo>
                    <a:pt x="347053" y="349042"/>
                  </a:lnTo>
                  <a:lnTo>
                    <a:pt x="347412" y="349613"/>
                  </a:lnTo>
                  <a:lnTo>
                    <a:pt x="348010" y="350565"/>
                  </a:lnTo>
                  <a:lnTo>
                    <a:pt x="348148" y="350783"/>
                  </a:lnTo>
                  <a:lnTo>
                    <a:pt x="348391" y="351170"/>
                  </a:lnTo>
                  <a:lnTo>
                    <a:pt x="348721" y="351695"/>
                  </a:lnTo>
                  <a:lnTo>
                    <a:pt x="348973" y="352096"/>
                  </a:lnTo>
                  <a:lnTo>
                    <a:pt x="349275" y="352577"/>
                  </a:lnTo>
                  <a:lnTo>
                    <a:pt x="349848" y="353488"/>
                  </a:lnTo>
                  <a:lnTo>
                    <a:pt x="350139" y="353952"/>
                  </a:lnTo>
                  <a:lnTo>
                    <a:pt x="350515" y="354550"/>
                  </a:lnTo>
                  <a:lnTo>
                    <a:pt x="350796" y="354997"/>
                  </a:lnTo>
                  <a:lnTo>
                    <a:pt x="351024" y="355360"/>
                  </a:lnTo>
                  <a:lnTo>
                    <a:pt x="351200" y="355640"/>
                  </a:lnTo>
                  <a:lnTo>
                    <a:pt x="351558" y="356208"/>
                  </a:lnTo>
                  <a:lnTo>
                    <a:pt x="351779" y="356560"/>
                  </a:lnTo>
                  <a:lnTo>
                    <a:pt x="352143" y="357139"/>
                  </a:lnTo>
                  <a:lnTo>
                    <a:pt x="352319" y="357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62"/>
            <p:cNvSpPr/>
            <p:nvPr/>
          </p:nvSpPr>
          <p:spPr>
            <a:xfrm>
              <a:off x="6294175" y="2441587"/>
              <a:ext cx="386798" cy="498813"/>
            </a:xfrm>
            <a:custGeom>
              <a:avLst/>
              <a:pathLst>
                <a:path w="386798" h="498813">
                  <a:moveTo>
                    <a:pt x="292908" y="284668"/>
                  </a:moveTo>
                  <a:lnTo>
                    <a:pt x="292799" y="292267"/>
                  </a:lnTo>
                  <a:lnTo>
                    <a:pt x="292779" y="293599"/>
                  </a:lnTo>
                  <a:lnTo>
                    <a:pt x="292760" y="294896"/>
                  </a:lnTo>
                  <a:lnTo>
                    <a:pt x="292740" y="296337"/>
                  </a:lnTo>
                  <a:lnTo>
                    <a:pt x="292735" y="297129"/>
                  </a:lnTo>
                  <a:lnTo>
                    <a:pt x="292725" y="298969"/>
                  </a:lnTo>
                  <a:lnTo>
                    <a:pt x="292711" y="301518"/>
                  </a:lnTo>
                  <a:lnTo>
                    <a:pt x="292703" y="303171"/>
                  </a:lnTo>
                  <a:lnTo>
                    <a:pt x="292666" y="309887"/>
                  </a:lnTo>
                  <a:lnTo>
                    <a:pt x="292659" y="311169"/>
                  </a:lnTo>
                  <a:lnTo>
                    <a:pt x="292658" y="311501"/>
                  </a:lnTo>
                  <a:lnTo>
                    <a:pt x="292643" y="314120"/>
                  </a:lnTo>
                  <a:lnTo>
                    <a:pt x="292619" y="318646"/>
                  </a:lnTo>
                  <a:lnTo>
                    <a:pt x="292614" y="319491"/>
                  </a:lnTo>
                  <a:lnTo>
                    <a:pt x="292614" y="319658"/>
                  </a:lnTo>
                  <a:lnTo>
                    <a:pt x="292611" y="320147"/>
                  </a:lnTo>
                  <a:lnTo>
                    <a:pt x="292596" y="322846"/>
                  </a:lnTo>
                  <a:lnTo>
                    <a:pt x="292594" y="323340"/>
                  </a:lnTo>
                  <a:lnTo>
                    <a:pt x="292559" y="328994"/>
                  </a:lnTo>
                  <a:lnTo>
                    <a:pt x="292465" y="344297"/>
                  </a:lnTo>
                  <a:lnTo>
                    <a:pt x="292452" y="346468"/>
                  </a:lnTo>
                  <a:lnTo>
                    <a:pt x="292427" y="350582"/>
                  </a:lnTo>
                  <a:lnTo>
                    <a:pt x="292416" y="351311"/>
                  </a:lnTo>
                  <a:lnTo>
                    <a:pt x="293383" y="351310"/>
                  </a:lnTo>
                  <a:lnTo>
                    <a:pt x="296536" y="351762"/>
                  </a:lnTo>
                  <a:lnTo>
                    <a:pt x="309487" y="353621"/>
                  </a:lnTo>
                  <a:lnTo>
                    <a:pt x="312544" y="354060"/>
                  </a:lnTo>
                  <a:lnTo>
                    <a:pt x="319285" y="355027"/>
                  </a:lnTo>
                  <a:lnTo>
                    <a:pt x="319797" y="355101"/>
                  </a:lnTo>
                  <a:lnTo>
                    <a:pt x="325650" y="355941"/>
                  </a:lnTo>
                  <a:lnTo>
                    <a:pt x="331368" y="356761"/>
                  </a:lnTo>
                  <a:lnTo>
                    <a:pt x="340190" y="358373"/>
                  </a:lnTo>
                  <a:lnTo>
                    <a:pt x="341184" y="358555"/>
                  </a:lnTo>
                  <a:lnTo>
                    <a:pt x="341756" y="358658"/>
                  </a:lnTo>
                  <a:lnTo>
                    <a:pt x="343318" y="358942"/>
                  </a:lnTo>
                  <a:lnTo>
                    <a:pt x="346604" y="359380"/>
                  </a:lnTo>
                  <a:lnTo>
                    <a:pt x="347018" y="359435"/>
                  </a:lnTo>
                  <a:lnTo>
                    <a:pt x="350935" y="359956"/>
                  </a:lnTo>
                  <a:lnTo>
                    <a:pt x="360597" y="361243"/>
                  </a:lnTo>
                  <a:lnTo>
                    <a:pt x="364305" y="361736"/>
                  </a:lnTo>
                  <a:lnTo>
                    <a:pt x="377845" y="363539"/>
                  </a:lnTo>
                  <a:lnTo>
                    <a:pt x="378112" y="363574"/>
                  </a:lnTo>
                  <a:lnTo>
                    <a:pt x="382403" y="364145"/>
                  </a:lnTo>
                  <a:lnTo>
                    <a:pt x="384243" y="364390"/>
                  </a:lnTo>
                  <a:lnTo>
                    <a:pt x="386798" y="364814"/>
                  </a:lnTo>
                  <a:lnTo>
                    <a:pt x="386396" y="366131"/>
                  </a:lnTo>
                  <a:lnTo>
                    <a:pt x="385919" y="367690"/>
                  </a:lnTo>
                  <a:lnTo>
                    <a:pt x="385394" y="369407"/>
                  </a:lnTo>
                  <a:lnTo>
                    <a:pt x="384696" y="371689"/>
                  </a:lnTo>
                  <a:lnTo>
                    <a:pt x="384520" y="372267"/>
                  </a:lnTo>
                  <a:lnTo>
                    <a:pt x="383861" y="374423"/>
                  </a:lnTo>
                  <a:lnTo>
                    <a:pt x="383692" y="374975"/>
                  </a:lnTo>
                  <a:lnTo>
                    <a:pt x="383545" y="375455"/>
                  </a:lnTo>
                  <a:lnTo>
                    <a:pt x="383300" y="376256"/>
                  </a:lnTo>
                  <a:lnTo>
                    <a:pt x="383228" y="376492"/>
                  </a:lnTo>
                  <a:lnTo>
                    <a:pt x="382998" y="377245"/>
                  </a:lnTo>
                  <a:lnTo>
                    <a:pt x="382610" y="378515"/>
                  </a:lnTo>
                  <a:lnTo>
                    <a:pt x="382511" y="378838"/>
                  </a:lnTo>
                  <a:lnTo>
                    <a:pt x="382083" y="380238"/>
                  </a:lnTo>
                  <a:lnTo>
                    <a:pt x="381893" y="380861"/>
                  </a:lnTo>
                  <a:lnTo>
                    <a:pt x="381598" y="381826"/>
                  </a:lnTo>
                  <a:lnTo>
                    <a:pt x="381372" y="382565"/>
                  </a:lnTo>
                  <a:lnTo>
                    <a:pt x="381072" y="383544"/>
                  </a:lnTo>
                  <a:lnTo>
                    <a:pt x="380881" y="384172"/>
                  </a:lnTo>
                  <a:lnTo>
                    <a:pt x="380467" y="385526"/>
                  </a:lnTo>
                  <a:lnTo>
                    <a:pt x="380379" y="385812"/>
                  </a:lnTo>
                  <a:lnTo>
                    <a:pt x="379968" y="387157"/>
                  </a:lnTo>
                  <a:lnTo>
                    <a:pt x="379823" y="387632"/>
                  </a:lnTo>
                  <a:lnTo>
                    <a:pt x="379461" y="388815"/>
                  </a:lnTo>
                  <a:lnTo>
                    <a:pt x="379281" y="389404"/>
                  </a:lnTo>
                  <a:lnTo>
                    <a:pt x="379098" y="390004"/>
                  </a:lnTo>
                  <a:lnTo>
                    <a:pt x="379018" y="390258"/>
                  </a:lnTo>
                  <a:lnTo>
                    <a:pt x="378775" y="391032"/>
                  </a:lnTo>
                  <a:lnTo>
                    <a:pt x="378691" y="391258"/>
                  </a:lnTo>
                  <a:lnTo>
                    <a:pt x="378498" y="391779"/>
                  </a:lnTo>
                  <a:lnTo>
                    <a:pt x="378264" y="392409"/>
                  </a:lnTo>
                  <a:lnTo>
                    <a:pt x="377938" y="393277"/>
                  </a:lnTo>
                  <a:lnTo>
                    <a:pt x="377630" y="394030"/>
                  </a:lnTo>
                  <a:lnTo>
                    <a:pt x="377199" y="395085"/>
                  </a:lnTo>
                  <a:lnTo>
                    <a:pt x="377008" y="395552"/>
                  </a:lnTo>
                  <a:lnTo>
                    <a:pt x="376796" y="396071"/>
                  </a:lnTo>
                  <a:lnTo>
                    <a:pt x="376692" y="396324"/>
                  </a:lnTo>
                  <a:lnTo>
                    <a:pt x="376602" y="396544"/>
                  </a:lnTo>
                  <a:lnTo>
                    <a:pt x="376458" y="396896"/>
                  </a:lnTo>
                  <a:lnTo>
                    <a:pt x="376375" y="397100"/>
                  </a:lnTo>
                  <a:lnTo>
                    <a:pt x="376244" y="397420"/>
                  </a:lnTo>
                  <a:lnTo>
                    <a:pt x="376170" y="397600"/>
                  </a:lnTo>
                  <a:lnTo>
                    <a:pt x="376034" y="397933"/>
                  </a:lnTo>
                  <a:lnTo>
                    <a:pt x="375486" y="398086"/>
                  </a:lnTo>
                  <a:lnTo>
                    <a:pt x="375333" y="397932"/>
                  </a:lnTo>
                  <a:lnTo>
                    <a:pt x="374991" y="397586"/>
                  </a:lnTo>
                  <a:lnTo>
                    <a:pt x="374457" y="397085"/>
                  </a:lnTo>
                  <a:lnTo>
                    <a:pt x="374089" y="397488"/>
                  </a:lnTo>
                  <a:lnTo>
                    <a:pt x="373739" y="397872"/>
                  </a:lnTo>
                  <a:lnTo>
                    <a:pt x="373348" y="398301"/>
                  </a:lnTo>
                  <a:lnTo>
                    <a:pt x="372906" y="398785"/>
                  </a:lnTo>
                  <a:lnTo>
                    <a:pt x="372542" y="399183"/>
                  </a:lnTo>
                  <a:lnTo>
                    <a:pt x="371848" y="399942"/>
                  </a:lnTo>
                  <a:lnTo>
                    <a:pt x="370054" y="401296"/>
                  </a:lnTo>
                  <a:lnTo>
                    <a:pt x="368812" y="402234"/>
                  </a:lnTo>
                  <a:lnTo>
                    <a:pt x="368177" y="402713"/>
                  </a:lnTo>
                  <a:lnTo>
                    <a:pt x="366904" y="403673"/>
                  </a:lnTo>
                  <a:lnTo>
                    <a:pt x="366131" y="404257"/>
                  </a:lnTo>
                  <a:lnTo>
                    <a:pt x="365727" y="404561"/>
                  </a:lnTo>
                  <a:lnTo>
                    <a:pt x="364671" y="405358"/>
                  </a:lnTo>
                  <a:lnTo>
                    <a:pt x="363278" y="406409"/>
                  </a:lnTo>
                  <a:lnTo>
                    <a:pt x="362701" y="406845"/>
                  </a:lnTo>
                  <a:lnTo>
                    <a:pt x="360906" y="408199"/>
                  </a:lnTo>
                  <a:lnTo>
                    <a:pt x="360028" y="408862"/>
                  </a:lnTo>
                  <a:lnTo>
                    <a:pt x="358712" y="409855"/>
                  </a:lnTo>
                  <a:lnTo>
                    <a:pt x="357673" y="410198"/>
                  </a:lnTo>
                  <a:lnTo>
                    <a:pt x="356638" y="410541"/>
                  </a:lnTo>
                  <a:lnTo>
                    <a:pt x="354770" y="411159"/>
                  </a:lnTo>
                  <a:lnTo>
                    <a:pt x="353374" y="411621"/>
                  </a:lnTo>
                  <a:lnTo>
                    <a:pt x="349914" y="412766"/>
                  </a:lnTo>
                  <a:lnTo>
                    <a:pt x="349071" y="413045"/>
                  </a:lnTo>
                  <a:lnTo>
                    <a:pt x="349990" y="415193"/>
                  </a:lnTo>
                  <a:lnTo>
                    <a:pt x="350121" y="415501"/>
                  </a:lnTo>
                  <a:lnTo>
                    <a:pt x="350239" y="415776"/>
                  </a:lnTo>
                  <a:lnTo>
                    <a:pt x="350370" y="416082"/>
                  </a:lnTo>
                  <a:lnTo>
                    <a:pt x="350517" y="416425"/>
                  </a:lnTo>
                  <a:lnTo>
                    <a:pt x="350640" y="416714"/>
                  </a:lnTo>
                  <a:lnTo>
                    <a:pt x="350790" y="417065"/>
                  </a:lnTo>
                  <a:lnTo>
                    <a:pt x="350890" y="417300"/>
                  </a:lnTo>
                  <a:lnTo>
                    <a:pt x="351057" y="417689"/>
                  </a:lnTo>
                  <a:lnTo>
                    <a:pt x="351190" y="418000"/>
                  </a:lnTo>
                  <a:lnTo>
                    <a:pt x="351458" y="418628"/>
                  </a:lnTo>
                  <a:lnTo>
                    <a:pt x="351692" y="419175"/>
                  </a:lnTo>
                  <a:lnTo>
                    <a:pt x="351753" y="419316"/>
                  </a:lnTo>
                  <a:lnTo>
                    <a:pt x="351953" y="419785"/>
                  </a:lnTo>
                  <a:lnTo>
                    <a:pt x="352575" y="421238"/>
                  </a:lnTo>
                  <a:lnTo>
                    <a:pt x="352756" y="421662"/>
                  </a:lnTo>
                  <a:lnTo>
                    <a:pt x="352855" y="421894"/>
                  </a:lnTo>
                  <a:lnTo>
                    <a:pt x="356315" y="424990"/>
                  </a:lnTo>
                  <a:lnTo>
                    <a:pt x="356402" y="425167"/>
                  </a:lnTo>
                  <a:lnTo>
                    <a:pt x="360728" y="433974"/>
                  </a:lnTo>
                  <a:lnTo>
                    <a:pt x="356612" y="436109"/>
                  </a:lnTo>
                  <a:lnTo>
                    <a:pt x="357208" y="437478"/>
                  </a:lnTo>
                  <a:lnTo>
                    <a:pt x="357901" y="439071"/>
                  </a:lnTo>
                  <a:lnTo>
                    <a:pt x="358086" y="439495"/>
                  </a:lnTo>
                  <a:lnTo>
                    <a:pt x="358770" y="441066"/>
                  </a:lnTo>
                  <a:lnTo>
                    <a:pt x="358978" y="441544"/>
                  </a:lnTo>
                  <a:lnTo>
                    <a:pt x="359433" y="442592"/>
                  </a:lnTo>
                  <a:lnTo>
                    <a:pt x="359965" y="443817"/>
                  </a:lnTo>
                  <a:lnTo>
                    <a:pt x="360890" y="445949"/>
                  </a:lnTo>
                  <a:lnTo>
                    <a:pt x="361236" y="446747"/>
                  </a:lnTo>
                  <a:lnTo>
                    <a:pt x="361860" y="448185"/>
                  </a:lnTo>
                  <a:lnTo>
                    <a:pt x="358672" y="446016"/>
                  </a:lnTo>
                  <a:lnTo>
                    <a:pt x="358254" y="445732"/>
                  </a:lnTo>
                  <a:lnTo>
                    <a:pt x="358096" y="449268"/>
                  </a:lnTo>
                  <a:lnTo>
                    <a:pt x="357858" y="454644"/>
                  </a:lnTo>
                  <a:lnTo>
                    <a:pt x="357864" y="455605"/>
                  </a:lnTo>
                  <a:lnTo>
                    <a:pt x="357872" y="456811"/>
                  </a:lnTo>
                  <a:lnTo>
                    <a:pt x="357874" y="457070"/>
                  </a:lnTo>
                  <a:lnTo>
                    <a:pt x="357884" y="458681"/>
                  </a:lnTo>
                  <a:lnTo>
                    <a:pt x="357895" y="460301"/>
                  </a:lnTo>
                  <a:lnTo>
                    <a:pt x="357904" y="461689"/>
                  </a:lnTo>
                  <a:lnTo>
                    <a:pt x="357915" y="463459"/>
                  </a:lnTo>
                  <a:lnTo>
                    <a:pt x="357922" y="464395"/>
                  </a:lnTo>
                  <a:lnTo>
                    <a:pt x="357929" y="465564"/>
                  </a:lnTo>
                  <a:lnTo>
                    <a:pt x="357883" y="468490"/>
                  </a:lnTo>
                  <a:lnTo>
                    <a:pt x="357874" y="469070"/>
                  </a:lnTo>
                  <a:lnTo>
                    <a:pt x="357801" y="473649"/>
                  </a:lnTo>
                  <a:lnTo>
                    <a:pt x="357798" y="473797"/>
                  </a:lnTo>
                  <a:lnTo>
                    <a:pt x="357751" y="476796"/>
                  </a:lnTo>
                  <a:lnTo>
                    <a:pt x="357727" y="478341"/>
                  </a:lnTo>
                  <a:lnTo>
                    <a:pt x="357714" y="479150"/>
                  </a:lnTo>
                  <a:lnTo>
                    <a:pt x="357701" y="479921"/>
                  </a:lnTo>
                  <a:lnTo>
                    <a:pt x="331099" y="482139"/>
                  </a:lnTo>
                  <a:lnTo>
                    <a:pt x="327077" y="482062"/>
                  </a:lnTo>
                  <a:lnTo>
                    <a:pt x="311068" y="473609"/>
                  </a:lnTo>
                  <a:lnTo>
                    <a:pt x="301128" y="484621"/>
                  </a:lnTo>
                  <a:lnTo>
                    <a:pt x="266945" y="488658"/>
                  </a:lnTo>
                  <a:lnTo>
                    <a:pt x="263039" y="489119"/>
                  </a:lnTo>
                  <a:lnTo>
                    <a:pt x="257804" y="496409"/>
                  </a:lnTo>
                  <a:lnTo>
                    <a:pt x="233979" y="498813"/>
                  </a:lnTo>
                  <a:lnTo>
                    <a:pt x="219652" y="472200"/>
                  </a:lnTo>
                  <a:lnTo>
                    <a:pt x="214578" y="474982"/>
                  </a:lnTo>
                  <a:lnTo>
                    <a:pt x="212853" y="472963"/>
                  </a:lnTo>
                  <a:lnTo>
                    <a:pt x="207234" y="466784"/>
                  </a:lnTo>
                  <a:lnTo>
                    <a:pt x="202154" y="471511"/>
                  </a:lnTo>
                  <a:lnTo>
                    <a:pt x="200240" y="473292"/>
                  </a:lnTo>
                  <a:lnTo>
                    <a:pt x="199668" y="472895"/>
                  </a:lnTo>
                  <a:lnTo>
                    <a:pt x="195373" y="469914"/>
                  </a:lnTo>
                  <a:lnTo>
                    <a:pt x="195104" y="467515"/>
                  </a:lnTo>
                  <a:lnTo>
                    <a:pt x="194976" y="466179"/>
                  </a:lnTo>
                  <a:lnTo>
                    <a:pt x="193633" y="465244"/>
                  </a:lnTo>
                  <a:lnTo>
                    <a:pt x="188190" y="461456"/>
                  </a:lnTo>
                  <a:lnTo>
                    <a:pt x="187144" y="460598"/>
                  </a:lnTo>
                  <a:lnTo>
                    <a:pt x="186682" y="460220"/>
                  </a:lnTo>
                  <a:lnTo>
                    <a:pt x="182291" y="456619"/>
                  </a:lnTo>
                  <a:lnTo>
                    <a:pt x="181216" y="455738"/>
                  </a:lnTo>
                  <a:lnTo>
                    <a:pt x="175545" y="451088"/>
                  </a:lnTo>
                  <a:lnTo>
                    <a:pt x="175189" y="450728"/>
                  </a:lnTo>
                  <a:lnTo>
                    <a:pt x="173437" y="448956"/>
                  </a:lnTo>
                  <a:lnTo>
                    <a:pt x="172226" y="447060"/>
                  </a:lnTo>
                  <a:lnTo>
                    <a:pt x="170940" y="445049"/>
                  </a:lnTo>
                  <a:lnTo>
                    <a:pt x="169391" y="441872"/>
                  </a:lnTo>
                  <a:lnTo>
                    <a:pt x="167696" y="437871"/>
                  </a:lnTo>
                  <a:lnTo>
                    <a:pt x="166806" y="435368"/>
                  </a:lnTo>
                  <a:lnTo>
                    <a:pt x="164115" y="427401"/>
                  </a:lnTo>
                  <a:lnTo>
                    <a:pt x="150615" y="430589"/>
                  </a:lnTo>
                  <a:lnTo>
                    <a:pt x="146467" y="431328"/>
                  </a:lnTo>
                  <a:lnTo>
                    <a:pt x="145622" y="428059"/>
                  </a:lnTo>
                  <a:lnTo>
                    <a:pt x="140454" y="408068"/>
                  </a:lnTo>
                  <a:lnTo>
                    <a:pt x="134448" y="384831"/>
                  </a:lnTo>
                  <a:lnTo>
                    <a:pt x="127534" y="358087"/>
                  </a:lnTo>
                  <a:lnTo>
                    <a:pt x="126489" y="358138"/>
                  </a:lnTo>
                  <a:lnTo>
                    <a:pt x="123583" y="358804"/>
                  </a:lnTo>
                  <a:lnTo>
                    <a:pt x="116908" y="360332"/>
                  </a:lnTo>
                  <a:lnTo>
                    <a:pt x="109155" y="362106"/>
                  </a:lnTo>
                  <a:lnTo>
                    <a:pt x="99240" y="364376"/>
                  </a:lnTo>
                  <a:lnTo>
                    <a:pt x="99150" y="364095"/>
                  </a:lnTo>
                  <a:lnTo>
                    <a:pt x="98987" y="363588"/>
                  </a:lnTo>
                  <a:lnTo>
                    <a:pt x="97046" y="357525"/>
                  </a:lnTo>
                  <a:lnTo>
                    <a:pt x="95268" y="351974"/>
                  </a:lnTo>
                  <a:lnTo>
                    <a:pt x="93090" y="345175"/>
                  </a:lnTo>
                  <a:lnTo>
                    <a:pt x="90451" y="336934"/>
                  </a:lnTo>
                  <a:lnTo>
                    <a:pt x="90302" y="336470"/>
                  </a:lnTo>
                  <a:lnTo>
                    <a:pt x="86612" y="324948"/>
                  </a:lnTo>
                  <a:lnTo>
                    <a:pt x="85643" y="321923"/>
                  </a:lnTo>
                  <a:lnTo>
                    <a:pt x="83528" y="315319"/>
                  </a:lnTo>
                  <a:lnTo>
                    <a:pt x="82640" y="312547"/>
                  </a:lnTo>
                  <a:lnTo>
                    <a:pt x="80074" y="305914"/>
                  </a:lnTo>
                  <a:lnTo>
                    <a:pt x="76752" y="297327"/>
                  </a:lnTo>
                  <a:lnTo>
                    <a:pt x="75017" y="292842"/>
                  </a:lnTo>
                  <a:lnTo>
                    <a:pt x="73780" y="289646"/>
                  </a:lnTo>
                  <a:lnTo>
                    <a:pt x="58101" y="292842"/>
                  </a:lnTo>
                  <a:lnTo>
                    <a:pt x="46632" y="295180"/>
                  </a:lnTo>
                  <a:lnTo>
                    <a:pt x="38051" y="296929"/>
                  </a:lnTo>
                  <a:lnTo>
                    <a:pt x="35614" y="297426"/>
                  </a:lnTo>
                  <a:lnTo>
                    <a:pt x="34281" y="292842"/>
                  </a:lnTo>
                  <a:lnTo>
                    <a:pt x="33224" y="289213"/>
                  </a:lnTo>
                  <a:lnTo>
                    <a:pt x="32120" y="285417"/>
                  </a:lnTo>
                  <a:lnTo>
                    <a:pt x="29997" y="276210"/>
                  </a:lnTo>
                  <a:lnTo>
                    <a:pt x="30028" y="274704"/>
                  </a:lnTo>
                  <a:lnTo>
                    <a:pt x="33809" y="273234"/>
                  </a:lnTo>
                  <a:lnTo>
                    <a:pt x="34453" y="272984"/>
                  </a:lnTo>
                  <a:lnTo>
                    <a:pt x="35765" y="272198"/>
                  </a:lnTo>
                  <a:lnTo>
                    <a:pt x="37020" y="271321"/>
                  </a:lnTo>
                  <a:lnTo>
                    <a:pt x="37634" y="270837"/>
                  </a:lnTo>
                  <a:lnTo>
                    <a:pt x="37830" y="270682"/>
                  </a:lnTo>
                  <a:lnTo>
                    <a:pt x="38609" y="270005"/>
                  </a:lnTo>
                  <a:lnTo>
                    <a:pt x="39024" y="269610"/>
                  </a:lnTo>
                  <a:lnTo>
                    <a:pt x="39357" y="269292"/>
                  </a:lnTo>
                  <a:lnTo>
                    <a:pt x="40072" y="268544"/>
                  </a:lnTo>
                  <a:lnTo>
                    <a:pt x="40595" y="267942"/>
                  </a:lnTo>
                  <a:lnTo>
                    <a:pt x="40756" y="267757"/>
                  </a:lnTo>
                  <a:lnTo>
                    <a:pt x="41403" y="266938"/>
                  </a:lnTo>
                  <a:lnTo>
                    <a:pt x="42029" y="266065"/>
                  </a:lnTo>
                  <a:lnTo>
                    <a:pt x="42548" y="265256"/>
                  </a:lnTo>
                  <a:lnTo>
                    <a:pt x="42964" y="264475"/>
                  </a:lnTo>
                  <a:lnTo>
                    <a:pt x="43321" y="263663"/>
                  </a:lnTo>
                  <a:lnTo>
                    <a:pt x="43616" y="262826"/>
                  </a:lnTo>
                  <a:lnTo>
                    <a:pt x="43848" y="261968"/>
                  </a:lnTo>
                  <a:lnTo>
                    <a:pt x="45661" y="251774"/>
                  </a:lnTo>
                  <a:lnTo>
                    <a:pt x="45688" y="251618"/>
                  </a:lnTo>
                  <a:lnTo>
                    <a:pt x="45800" y="251291"/>
                  </a:lnTo>
                  <a:lnTo>
                    <a:pt x="48834" y="242409"/>
                  </a:lnTo>
                  <a:lnTo>
                    <a:pt x="45334" y="239972"/>
                  </a:lnTo>
                  <a:lnTo>
                    <a:pt x="47863" y="236158"/>
                  </a:lnTo>
                  <a:lnTo>
                    <a:pt x="49938" y="233030"/>
                  </a:lnTo>
                  <a:lnTo>
                    <a:pt x="47299" y="231124"/>
                  </a:lnTo>
                  <a:lnTo>
                    <a:pt x="46665" y="230667"/>
                  </a:lnTo>
                  <a:lnTo>
                    <a:pt x="44309" y="228966"/>
                  </a:lnTo>
                  <a:lnTo>
                    <a:pt x="34463" y="221859"/>
                  </a:lnTo>
                  <a:lnTo>
                    <a:pt x="34058" y="221600"/>
                  </a:lnTo>
                  <a:lnTo>
                    <a:pt x="33662" y="221314"/>
                  </a:lnTo>
                  <a:lnTo>
                    <a:pt x="34129" y="220073"/>
                  </a:lnTo>
                  <a:lnTo>
                    <a:pt x="25622" y="216997"/>
                  </a:lnTo>
                  <a:lnTo>
                    <a:pt x="15480" y="207722"/>
                  </a:lnTo>
                  <a:lnTo>
                    <a:pt x="7473" y="189717"/>
                  </a:lnTo>
                  <a:lnTo>
                    <a:pt x="4270" y="178260"/>
                  </a:lnTo>
                  <a:lnTo>
                    <a:pt x="0" y="168985"/>
                  </a:lnTo>
                  <a:lnTo>
                    <a:pt x="10142" y="157527"/>
                  </a:lnTo>
                  <a:lnTo>
                    <a:pt x="23487" y="153162"/>
                  </a:lnTo>
                  <a:lnTo>
                    <a:pt x="42170" y="146070"/>
                  </a:lnTo>
                  <a:lnTo>
                    <a:pt x="54448" y="140614"/>
                  </a:lnTo>
                  <a:lnTo>
                    <a:pt x="73665" y="127519"/>
                  </a:lnTo>
                  <a:lnTo>
                    <a:pt x="84341" y="111697"/>
                  </a:lnTo>
                  <a:lnTo>
                    <a:pt x="100889" y="100785"/>
                  </a:lnTo>
                  <a:lnTo>
                    <a:pt x="123309" y="95329"/>
                  </a:lnTo>
                  <a:lnTo>
                    <a:pt x="143594" y="91510"/>
                  </a:lnTo>
                  <a:lnTo>
                    <a:pt x="167615" y="91510"/>
                  </a:lnTo>
                  <a:lnTo>
                    <a:pt x="175347" y="85174"/>
                  </a:lnTo>
                  <a:lnTo>
                    <a:pt x="181886" y="83156"/>
                  </a:lnTo>
                  <a:lnTo>
                    <a:pt x="186276" y="80097"/>
                  </a:lnTo>
                  <a:lnTo>
                    <a:pt x="187154" y="79486"/>
                  </a:lnTo>
                  <a:lnTo>
                    <a:pt x="188345" y="78257"/>
                  </a:lnTo>
                  <a:lnTo>
                    <a:pt x="194615" y="71787"/>
                  </a:lnTo>
                  <a:lnTo>
                    <a:pt x="209906" y="58751"/>
                  </a:lnTo>
                  <a:lnTo>
                    <a:pt x="222373" y="50209"/>
                  </a:lnTo>
                  <a:lnTo>
                    <a:pt x="226089" y="46204"/>
                  </a:lnTo>
                  <a:lnTo>
                    <a:pt x="248945" y="21568"/>
                  </a:lnTo>
                  <a:lnTo>
                    <a:pt x="278346" y="3392"/>
                  </a:lnTo>
                  <a:lnTo>
                    <a:pt x="308222" y="0"/>
                  </a:lnTo>
                  <a:lnTo>
                    <a:pt x="303578" y="22123"/>
                  </a:lnTo>
                  <a:lnTo>
                    <a:pt x="302399" y="27744"/>
                  </a:lnTo>
                  <a:lnTo>
                    <a:pt x="320893" y="34287"/>
                  </a:lnTo>
                  <a:lnTo>
                    <a:pt x="317716" y="36614"/>
                  </a:lnTo>
                  <a:lnTo>
                    <a:pt x="316198" y="40200"/>
                  </a:lnTo>
                  <a:lnTo>
                    <a:pt x="316461" y="42270"/>
                  </a:lnTo>
                  <a:lnTo>
                    <a:pt x="318003" y="43900"/>
                  </a:lnTo>
                  <a:lnTo>
                    <a:pt x="322013" y="46468"/>
                  </a:lnTo>
                  <a:lnTo>
                    <a:pt x="321758" y="47216"/>
                  </a:lnTo>
                  <a:lnTo>
                    <a:pt x="321269" y="48653"/>
                  </a:lnTo>
                  <a:lnTo>
                    <a:pt x="321000" y="49254"/>
                  </a:lnTo>
                  <a:lnTo>
                    <a:pt x="319948" y="51607"/>
                  </a:lnTo>
                  <a:lnTo>
                    <a:pt x="318754" y="54274"/>
                  </a:lnTo>
                  <a:lnTo>
                    <a:pt x="315897" y="59812"/>
                  </a:lnTo>
                  <a:lnTo>
                    <a:pt x="314558" y="62407"/>
                  </a:lnTo>
                  <a:lnTo>
                    <a:pt x="311021" y="69262"/>
                  </a:lnTo>
                  <a:lnTo>
                    <a:pt x="310772" y="69745"/>
                  </a:lnTo>
                  <a:lnTo>
                    <a:pt x="309287" y="72688"/>
                  </a:lnTo>
                  <a:lnTo>
                    <a:pt x="308908" y="73440"/>
                  </a:lnTo>
                  <a:lnTo>
                    <a:pt x="308684" y="73883"/>
                  </a:lnTo>
                  <a:lnTo>
                    <a:pt x="304262" y="84214"/>
                  </a:lnTo>
                  <a:lnTo>
                    <a:pt x="303754" y="86268"/>
                  </a:lnTo>
                  <a:lnTo>
                    <a:pt x="303607" y="86862"/>
                  </a:lnTo>
                  <a:lnTo>
                    <a:pt x="301359" y="95952"/>
                  </a:lnTo>
                  <a:lnTo>
                    <a:pt x="302220" y="96294"/>
                  </a:lnTo>
                  <a:lnTo>
                    <a:pt x="301945" y="98152"/>
                  </a:lnTo>
                  <a:lnTo>
                    <a:pt x="301710" y="99735"/>
                  </a:lnTo>
                  <a:lnTo>
                    <a:pt x="301583" y="100588"/>
                  </a:lnTo>
                  <a:lnTo>
                    <a:pt x="301071" y="104043"/>
                  </a:lnTo>
                  <a:lnTo>
                    <a:pt x="300504" y="107864"/>
                  </a:lnTo>
                  <a:lnTo>
                    <a:pt x="299907" y="111890"/>
                  </a:lnTo>
                  <a:lnTo>
                    <a:pt x="299627" y="113776"/>
                  </a:lnTo>
                  <a:lnTo>
                    <a:pt x="299348" y="115661"/>
                  </a:lnTo>
                  <a:lnTo>
                    <a:pt x="298936" y="118438"/>
                  </a:lnTo>
                  <a:lnTo>
                    <a:pt x="298914" y="118590"/>
                  </a:lnTo>
                  <a:lnTo>
                    <a:pt x="298848" y="119031"/>
                  </a:lnTo>
                  <a:lnTo>
                    <a:pt x="298352" y="122376"/>
                  </a:lnTo>
                  <a:lnTo>
                    <a:pt x="298195" y="123534"/>
                  </a:lnTo>
                  <a:lnTo>
                    <a:pt x="298490" y="128862"/>
                  </a:lnTo>
                  <a:lnTo>
                    <a:pt x="298692" y="132504"/>
                  </a:lnTo>
                  <a:lnTo>
                    <a:pt x="298893" y="136131"/>
                  </a:lnTo>
                  <a:lnTo>
                    <a:pt x="299318" y="143791"/>
                  </a:lnTo>
                  <a:lnTo>
                    <a:pt x="299357" y="144507"/>
                  </a:lnTo>
                  <a:lnTo>
                    <a:pt x="299440" y="146001"/>
                  </a:lnTo>
                  <a:lnTo>
                    <a:pt x="299490" y="146894"/>
                  </a:lnTo>
                  <a:lnTo>
                    <a:pt x="299660" y="149968"/>
                  </a:lnTo>
                  <a:lnTo>
                    <a:pt x="299859" y="153556"/>
                  </a:lnTo>
                  <a:lnTo>
                    <a:pt x="299967" y="155499"/>
                  </a:lnTo>
                  <a:lnTo>
                    <a:pt x="300183" y="159414"/>
                  </a:lnTo>
                  <a:lnTo>
                    <a:pt x="300697" y="168683"/>
                  </a:lnTo>
                  <a:lnTo>
                    <a:pt x="300756" y="169736"/>
                  </a:lnTo>
                  <a:lnTo>
                    <a:pt x="300789" y="170334"/>
                  </a:lnTo>
                  <a:lnTo>
                    <a:pt x="300854" y="172732"/>
                  </a:lnTo>
                  <a:lnTo>
                    <a:pt x="300888" y="174013"/>
                  </a:lnTo>
                  <a:lnTo>
                    <a:pt x="301052" y="180049"/>
                  </a:lnTo>
                  <a:lnTo>
                    <a:pt x="301108" y="182097"/>
                  </a:lnTo>
                  <a:lnTo>
                    <a:pt x="301115" y="182395"/>
                  </a:lnTo>
                  <a:lnTo>
                    <a:pt x="301274" y="188249"/>
                  </a:lnTo>
                  <a:lnTo>
                    <a:pt x="301284" y="188633"/>
                  </a:lnTo>
                  <a:lnTo>
                    <a:pt x="301307" y="189476"/>
                  </a:lnTo>
                  <a:lnTo>
                    <a:pt x="301328" y="190260"/>
                  </a:lnTo>
                  <a:lnTo>
                    <a:pt x="301350" y="191053"/>
                  </a:lnTo>
                  <a:lnTo>
                    <a:pt x="301386" y="192374"/>
                  </a:lnTo>
                  <a:lnTo>
                    <a:pt x="301391" y="192565"/>
                  </a:lnTo>
                  <a:lnTo>
                    <a:pt x="301452" y="194829"/>
                  </a:lnTo>
                  <a:lnTo>
                    <a:pt x="301466" y="195330"/>
                  </a:lnTo>
                  <a:lnTo>
                    <a:pt x="301549" y="198406"/>
                  </a:lnTo>
                  <a:lnTo>
                    <a:pt x="301566" y="199037"/>
                  </a:lnTo>
                  <a:lnTo>
                    <a:pt x="301588" y="199844"/>
                  </a:lnTo>
                  <a:lnTo>
                    <a:pt x="301600" y="200273"/>
                  </a:lnTo>
                  <a:lnTo>
                    <a:pt x="301668" y="202802"/>
                  </a:lnTo>
                  <a:lnTo>
                    <a:pt x="301674" y="203026"/>
                  </a:lnTo>
                  <a:lnTo>
                    <a:pt x="301699" y="203930"/>
                  </a:lnTo>
                  <a:lnTo>
                    <a:pt x="301721" y="204750"/>
                  </a:lnTo>
                  <a:lnTo>
                    <a:pt x="301759" y="206159"/>
                  </a:lnTo>
                  <a:lnTo>
                    <a:pt x="301769" y="206526"/>
                  </a:lnTo>
                  <a:lnTo>
                    <a:pt x="301804" y="207831"/>
                  </a:lnTo>
                  <a:lnTo>
                    <a:pt x="301820" y="208418"/>
                  </a:lnTo>
                  <a:lnTo>
                    <a:pt x="301892" y="211074"/>
                  </a:lnTo>
                  <a:lnTo>
                    <a:pt x="301907" y="211623"/>
                  </a:lnTo>
                  <a:lnTo>
                    <a:pt x="301926" y="212333"/>
                  </a:lnTo>
                  <a:lnTo>
                    <a:pt x="301992" y="214777"/>
                  </a:lnTo>
                  <a:lnTo>
                    <a:pt x="302022" y="215863"/>
                  </a:lnTo>
                  <a:lnTo>
                    <a:pt x="302043" y="216649"/>
                  </a:lnTo>
                  <a:lnTo>
                    <a:pt x="302055" y="217092"/>
                  </a:lnTo>
                  <a:lnTo>
                    <a:pt x="302120" y="219471"/>
                  </a:lnTo>
                  <a:lnTo>
                    <a:pt x="302141" y="220260"/>
                  </a:lnTo>
                  <a:lnTo>
                    <a:pt x="302167" y="221223"/>
                  </a:lnTo>
                  <a:lnTo>
                    <a:pt x="302173" y="221449"/>
                  </a:lnTo>
                  <a:lnTo>
                    <a:pt x="302190" y="222072"/>
                  </a:lnTo>
                  <a:lnTo>
                    <a:pt x="302228" y="223465"/>
                  </a:lnTo>
                  <a:lnTo>
                    <a:pt x="302241" y="223948"/>
                  </a:lnTo>
                  <a:lnTo>
                    <a:pt x="302280" y="225371"/>
                  </a:lnTo>
                  <a:lnTo>
                    <a:pt x="302293" y="225862"/>
                  </a:lnTo>
                  <a:lnTo>
                    <a:pt x="302297" y="226014"/>
                  </a:lnTo>
                  <a:lnTo>
                    <a:pt x="302286" y="226883"/>
                  </a:lnTo>
                  <a:lnTo>
                    <a:pt x="294423" y="227314"/>
                  </a:lnTo>
                  <a:lnTo>
                    <a:pt x="294414" y="227617"/>
                  </a:lnTo>
                  <a:lnTo>
                    <a:pt x="294333" y="230327"/>
                  </a:lnTo>
                  <a:lnTo>
                    <a:pt x="294309" y="231144"/>
                  </a:lnTo>
                  <a:lnTo>
                    <a:pt x="294298" y="231528"/>
                  </a:lnTo>
                  <a:lnTo>
                    <a:pt x="294035" y="240353"/>
                  </a:lnTo>
                  <a:lnTo>
                    <a:pt x="293991" y="241838"/>
                  </a:lnTo>
                  <a:lnTo>
                    <a:pt x="293907" y="244674"/>
                  </a:lnTo>
                  <a:lnTo>
                    <a:pt x="293839" y="246972"/>
                  </a:lnTo>
                  <a:lnTo>
                    <a:pt x="293769" y="249311"/>
                  </a:lnTo>
                  <a:lnTo>
                    <a:pt x="293765" y="249442"/>
                  </a:lnTo>
                  <a:lnTo>
                    <a:pt x="293691" y="251950"/>
                  </a:lnTo>
                  <a:lnTo>
                    <a:pt x="293628" y="254080"/>
                  </a:lnTo>
                  <a:lnTo>
                    <a:pt x="293605" y="254848"/>
                  </a:lnTo>
                  <a:lnTo>
                    <a:pt x="293469" y="259412"/>
                  </a:lnTo>
                  <a:lnTo>
                    <a:pt x="293447" y="260138"/>
                  </a:lnTo>
                  <a:lnTo>
                    <a:pt x="293366" y="262870"/>
                  </a:lnTo>
                  <a:lnTo>
                    <a:pt x="293263" y="266345"/>
                  </a:lnTo>
                  <a:lnTo>
                    <a:pt x="293165" y="269655"/>
                  </a:lnTo>
                  <a:lnTo>
                    <a:pt x="293086" y="272343"/>
                  </a:lnTo>
                  <a:lnTo>
                    <a:pt x="293067" y="273694"/>
                  </a:lnTo>
                  <a:lnTo>
                    <a:pt x="293030" y="276235"/>
                  </a:lnTo>
                  <a:lnTo>
                    <a:pt x="292925" y="283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63"/>
            <p:cNvSpPr/>
            <p:nvPr/>
          </p:nvSpPr>
          <p:spPr>
            <a:xfrm>
              <a:off x="3989154" y="2361141"/>
              <a:ext cx="930723" cy="1282123"/>
            </a:xfrm>
            <a:custGeom>
              <a:avLst/>
              <a:pathLst>
                <a:path w="930723" h="1282123">
                  <a:moveTo>
                    <a:pt x="354458" y="6450"/>
                  </a:moveTo>
                  <a:lnTo>
                    <a:pt x="352629" y="10025"/>
                  </a:lnTo>
                  <a:lnTo>
                    <a:pt x="356834" y="12153"/>
                  </a:lnTo>
                  <a:lnTo>
                    <a:pt x="357388" y="12406"/>
                  </a:lnTo>
                  <a:lnTo>
                    <a:pt x="358718" y="13237"/>
                  </a:lnTo>
                  <a:lnTo>
                    <a:pt x="362566" y="16091"/>
                  </a:lnTo>
                  <a:lnTo>
                    <a:pt x="364125" y="16890"/>
                  </a:lnTo>
                  <a:lnTo>
                    <a:pt x="366695" y="17744"/>
                  </a:lnTo>
                  <a:lnTo>
                    <a:pt x="372693" y="19377"/>
                  </a:lnTo>
                  <a:lnTo>
                    <a:pt x="375927" y="20595"/>
                  </a:lnTo>
                  <a:lnTo>
                    <a:pt x="376776" y="20915"/>
                  </a:lnTo>
                  <a:lnTo>
                    <a:pt x="377126" y="21047"/>
                  </a:lnTo>
                  <a:lnTo>
                    <a:pt x="382457" y="23054"/>
                  </a:lnTo>
                  <a:lnTo>
                    <a:pt x="383339" y="23386"/>
                  </a:lnTo>
                  <a:lnTo>
                    <a:pt x="384604" y="23863"/>
                  </a:lnTo>
                  <a:lnTo>
                    <a:pt x="389589" y="25740"/>
                  </a:lnTo>
                  <a:lnTo>
                    <a:pt x="390215" y="25975"/>
                  </a:lnTo>
                  <a:lnTo>
                    <a:pt x="391220" y="26354"/>
                  </a:lnTo>
                  <a:lnTo>
                    <a:pt x="391434" y="26435"/>
                  </a:lnTo>
                  <a:lnTo>
                    <a:pt x="393806" y="27352"/>
                  </a:lnTo>
                  <a:lnTo>
                    <a:pt x="394667" y="27684"/>
                  </a:lnTo>
                  <a:lnTo>
                    <a:pt x="398952" y="29341"/>
                  </a:lnTo>
                  <a:lnTo>
                    <a:pt x="399284" y="29470"/>
                  </a:lnTo>
                  <a:lnTo>
                    <a:pt x="400032" y="29759"/>
                  </a:lnTo>
                  <a:lnTo>
                    <a:pt x="401002" y="30134"/>
                  </a:lnTo>
                  <a:lnTo>
                    <a:pt x="402805" y="30831"/>
                  </a:lnTo>
                  <a:lnTo>
                    <a:pt x="403667" y="31164"/>
                  </a:lnTo>
                  <a:lnTo>
                    <a:pt x="403846" y="31221"/>
                  </a:lnTo>
                  <a:lnTo>
                    <a:pt x="404897" y="31551"/>
                  </a:lnTo>
                  <a:lnTo>
                    <a:pt x="412732" y="34015"/>
                  </a:lnTo>
                  <a:lnTo>
                    <a:pt x="427929" y="37136"/>
                  </a:lnTo>
                  <a:lnTo>
                    <a:pt x="437003" y="39491"/>
                  </a:lnTo>
                  <a:lnTo>
                    <a:pt x="438779" y="39773"/>
                  </a:lnTo>
                  <a:lnTo>
                    <a:pt x="440677" y="40075"/>
                  </a:lnTo>
                  <a:lnTo>
                    <a:pt x="443353" y="40289"/>
                  </a:lnTo>
                  <a:lnTo>
                    <a:pt x="447953" y="41695"/>
                  </a:lnTo>
                  <a:lnTo>
                    <a:pt x="453583" y="43713"/>
                  </a:lnTo>
                  <a:lnTo>
                    <a:pt x="455882" y="44322"/>
                  </a:lnTo>
                  <a:lnTo>
                    <a:pt x="459020" y="45153"/>
                  </a:lnTo>
                  <a:lnTo>
                    <a:pt x="463000" y="46207"/>
                  </a:lnTo>
                  <a:lnTo>
                    <a:pt x="463870" y="46322"/>
                  </a:lnTo>
                  <a:lnTo>
                    <a:pt x="469636" y="45994"/>
                  </a:lnTo>
                  <a:lnTo>
                    <a:pt x="484236" y="45403"/>
                  </a:lnTo>
                  <a:lnTo>
                    <a:pt x="553806" y="42583"/>
                  </a:lnTo>
                  <a:lnTo>
                    <a:pt x="555982" y="42470"/>
                  </a:lnTo>
                  <a:lnTo>
                    <a:pt x="561251" y="42198"/>
                  </a:lnTo>
                  <a:lnTo>
                    <a:pt x="561527" y="42184"/>
                  </a:lnTo>
                  <a:lnTo>
                    <a:pt x="604427" y="39963"/>
                  </a:lnTo>
                  <a:lnTo>
                    <a:pt x="605560" y="39905"/>
                  </a:lnTo>
                  <a:lnTo>
                    <a:pt x="616051" y="39362"/>
                  </a:lnTo>
                  <a:lnTo>
                    <a:pt x="616755" y="39325"/>
                  </a:lnTo>
                  <a:lnTo>
                    <a:pt x="617768" y="39273"/>
                  </a:lnTo>
                  <a:lnTo>
                    <a:pt x="662815" y="37186"/>
                  </a:lnTo>
                  <a:lnTo>
                    <a:pt x="678173" y="36474"/>
                  </a:lnTo>
                  <a:lnTo>
                    <a:pt x="691154" y="35873"/>
                  </a:lnTo>
                  <a:lnTo>
                    <a:pt x="703898" y="37039"/>
                  </a:lnTo>
                  <a:lnTo>
                    <a:pt x="704585" y="37102"/>
                  </a:lnTo>
                  <a:lnTo>
                    <a:pt x="712752" y="37850"/>
                  </a:lnTo>
                  <a:lnTo>
                    <a:pt x="751435" y="48393"/>
                  </a:lnTo>
                  <a:lnTo>
                    <a:pt x="763211" y="52770"/>
                  </a:lnTo>
                  <a:lnTo>
                    <a:pt x="793986" y="64208"/>
                  </a:lnTo>
                  <a:lnTo>
                    <a:pt x="796513" y="65275"/>
                  </a:lnTo>
                  <a:lnTo>
                    <a:pt x="820040" y="75207"/>
                  </a:lnTo>
                  <a:lnTo>
                    <a:pt x="820475" y="75390"/>
                  </a:lnTo>
                  <a:lnTo>
                    <a:pt x="820682" y="75478"/>
                  </a:lnTo>
                  <a:lnTo>
                    <a:pt x="823643" y="76728"/>
                  </a:lnTo>
                  <a:lnTo>
                    <a:pt x="859828" y="98509"/>
                  </a:lnTo>
                  <a:lnTo>
                    <a:pt x="866559" y="100436"/>
                  </a:lnTo>
                  <a:lnTo>
                    <a:pt x="872751" y="99335"/>
                  </a:lnTo>
                  <a:lnTo>
                    <a:pt x="877058" y="96858"/>
                  </a:lnTo>
                  <a:lnTo>
                    <a:pt x="885943" y="88879"/>
                  </a:lnTo>
                  <a:lnTo>
                    <a:pt x="891596" y="86677"/>
                  </a:lnTo>
                  <a:lnTo>
                    <a:pt x="898327" y="88328"/>
                  </a:lnTo>
                  <a:lnTo>
                    <a:pt x="903677" y="93247"/>
                  </a:lnTo>
                  <a:lnTo>
                    <a:pt x="930723" y="118108"/>
                  </a:lnTo>
                  <a:lnTo>
                    <a:pt x="930465" y="118585"/>
                  </a:lnTo>
                  <a:lnTo>
                    <a:pt x="928800" y="121668"/>
                  </a:lnTo>
                  <a:lnTo>
                    <a:pt x="921486" y="135206"/>
                  </a:lnTo>
                  <a:lnTo>
                    <a:pt x="917636" y="142331"/>
                  </a:lnTo>
                  <a:lnTo>
                    <a:pt x="906497" y="162949"/>
                  </a:lnTo>
                  <a:lnTo>
                    <a:pt x="891076" y="191465"/>
                  </a:lnTo>
                  <a:lnTo>
                    <a:pt x="889950" y="193547"/>
                  </a:lnTo>
                  <a:lnTo>
                    <a:pt x="877838" y="215944"/>
                  </a:lnTo>
                  <a:lnTo>
                    <a:pt x="877506" y="216557"/>
                  </a:lnTo>
                  <a:lnTo>
                    <a:pt x="877210" y="217105"/>
                  </a:lnTo>
                  <a:lnTo>
                    <a:pt x="865876" y="237713"/>
                  </a:lnTo>
                  <a:lnTo>
                    <a:pt x="851647" y="263586"/>
                  </a:lnTo>
                  <a:lnTo>
                    <a:pt x="845322" y="275088"/>
                  </a:lnTo>
                  <a:lnTo>
                    <a:pt x="844261" y="277016"/>
                  </a:lnTo>
                  <a:lnTo>
                    <a:pt x="826879" y="308779"/>
                  </a:lnTo>
                  <a:lnTo>
                    <a:pt x="823537" y="314885"/>
                  </a:lnTo>
                  <a:lnTo>
                    <a:pt x="822494" y="316792"/>
                  </a:lnTo>
                  <a:lnTo>
                    <a:pt x="795210" y="366648"/>
                  </a:lnTo>
                  <a:lnTo>
                    <a:pt x="795061" y="366921"/>
                  </a:lnTo>
                  <a:lnTo>
                    <a:pt x="779872" y="394752"/>
                  </a:lnTo>
                  <a:lnTo>
                    <a:pt x="764146" y="423566"/>
                  </a:lnTo>
                  <a:lnTo>
                    <a:pt x="763746" y="424289"/>
                  </a:lnTo>
                  <a:lnTo>
                    <a:pt x="762024" y="427399"/>
                  </a:lnTo>
                  <a:lnTo>
                    <a:pt x="745953" y="456412"/>
                  </a:lnTo>
                  <a:lnTo>
                    <a:pt x="736835" y="472874"/>
                  </a:lnTo>
                  <a:lnTo>
                    <a:pt x="732400" y="480881"/>
                  </a:lnTo>
                  <a:lnTo>
                    <a:pt x="731971" y="481655"/>
                  </a:lnTo>
                  <a:lnTo>
                    <a:pt x="724537" y="495076"/>
                  </a:lnTo>
                  <a:lnTo>
                    <a:pt x="724438" y="495255"/>
                  </a:lnTo>
                  <a:lnTo>
                    <a:pt x="722450" y="498845"/>
                  </a:lnTo>
                  <a:lnTo>
                    <a:pt x="705075" y="530213"/>
                  </a:lnTo>
                  <a:lnTo>
                    <a:pt x="700796" y="537939"/>
                  </a:lnTo>
                  <a:lnTo>
                    <a:pt x="697944" y="543192"/>
                  </a:lnTo>
                  <a:lnTo>
                    <a:pt x="696900" y="545115"/>
                  </a:lnTo>
                  <a:lnTo>
                    <a:pt x="688015" y="561480"/>
                  </a:lnTo>
                  <a:lnTo>
                    <a:pt x="686505" y="564262"/>
                  </a:lnTo>
                  <a:lnTo>
                    <a:pt x="681900" y="573174"/>
                  </a:lnTo>
                  <a:lnTo>
                    <a:pt x="677375" y="581933"/>
                  </a:lnTo>
                  <a:lnTo>
                    <a:pt x="675367" y="585598"/>
                  </a:lnTo>
                  <a:lnTo>
                    <a:pt x="673232" y="589494"/>
                  </a:lnTo>
                  <a:lnTo>
                    <a:pt x="671787" y="592131"/>
                  </a:lnTo>
                  <a:lnTo>
                    <a:pt x="671507" y="592643"/>
                  </a:lnTo>
                  <a:lnTo>
                    <a:pt x="667748" y="599503"/>
                  </a:lnTo>
                  <a:lnTo>
                    <a:pt x="662945" y="608270"/>
                  </a:lnTo>
                  <a:lnTo>
                    <a:pt x="662306" y="609436"/>
                  </a:lnTo>
                  <a:lnTo>
                    <a:pt x="654276" y="624226"/>
                  </a:lnTo>
                  <a:lnTo>
                    <a:pt x="654157" y="624444"/>
                  </a:lnTo>
                  <a:lnTo>
                    <a:pt x="653960" y="624800"/>
                  </a:lnTo>
                  <a:lnTo>
                    <a:pt x="650529" y="631004"/>
                  </a:lnTo>
                  <a:lnTo>
                    <a:pt x="646161" y="638903"/>
                  </a:lnTo>
                  <a:lnTo>
                    <a:pt x="642577" y="645563"/>
                  </a:lnTo>
                  <a:lnTo>
                    <a:pt x="633880" y="661727"/>
                  </a:lnTo>
                  <a:lnTo>
                    <a:pt x="633423" y="662575"/>
                  </a:lnTo>
                  <a:lnTo>
                    <a:pt x="632630" y="664048"/>
                  </a:lnTo>
                  <a:lnTo>
                    <a:pt x="624042" y="679399"/>
                  </a:lnTo>
                  <a:lnTo>
                    <a:pt x="618048" y="690113"/>
                  </a:lnTo>
                  <a:lnTo>
                    <a:pt x="614771" y="695971"/>
                  </a:lnTo>
                  <a:lnTo>
                    <a:pt x="609467" y="705452"/>
                  </a:lnTo>
                  <a:lnTo>
                    <a:pt x="605010" y="713419"/>
                  </a:lnTo>
                  <a:lnTo>
                    <a:pt x="604291" y="714758"/>
                  </a:lnTo>
                  <a:lnTo>
                    <a:pt x="600931" y="721013"/>
                  </a:lnTo>
                  <a:lnTo>
                    <a:pt x="599210" y="724217"/>
                  </a:lnTo>
                  <a:lnTo>
                    <a:pt x="597711" y="727010"/>
                  </a:lnTo>
                  <a:lnTo>
                    <a:pt x="587558" y="745913"/>
                  </a:lnTo>
                  <a:lnTo>
                    <a:pt x="577305" y="765004"/>
                  </a:lnTo>
                  <a:lnTo>
                    <a:pt x="574612" y="769826"/>
                  </a:lnTo>
                  <a:lnTo>
                    <a:pt x="562587" y="791357"/>
                  </a:lnTo>
                  <a:lnTo>
                    <a:pt x="562207" y="792037"/>
                  </a:lnTo>
                  <a:lnTo>
                    <a:pt x="560765" y="794619"/>
                  </a:lnTo>
                  <a:lnTo>
                    <a:pt x="543393" y="826503"/>
                  </a:lnTo>
                  <a:lnTo>
                    <a:pt x="538762" y="835004"/>
                  </a:lnTo>
                  <a:lnTo>
                    <a:pt x="538504" y="835478"/>
                  </a:lnTo>
                  <a:lnTo>
                    <a:pt x="538347" y="835765"/>
                  </a:lnTo>
                  <a:lnTo>
                    <a:pt x="538117" y="836187"/>
                  </a:lnTo>
                  <a:lnTo>
                    <a:pt x="537615" y="837054"/>
                  </a:lnTo>
                  <a:lnTo>
                    <a:pt x="534527" y="842385"/>
                  </a:lnTo>
                  <a:lnTo>
                    <a:pt x="525892" y="857296"/>
                  </a:lnTo>
                  <a:lnTo>
                    <a:pt x="525566" y="857859"/>
                  </a:lnTo>
                  <a:lnTo>
                    <a:pt x="521544" y="865357"/>
                  </a:lnTo>
                  <a:lnTo>
                    <a:pt x="519147" y="869826"/>
                  </a:lnTo>
                  <a:lnTo>
                    <a:pt x="515233" y="877122"/>
                  </a:lnTo>
                  <a:lnTo>
                    <a:pt x="510029" y="886824"/>
                  </a:lnTo>
                  <a:lnTo>
                    <a:pt x="509759" y="887328"/>
                  </a:lnTo>
                  <a:lnTo>
                    <a:pt x="506370" y="893646"/>
                  </a:lnTo>
                  <a:lnTo>
                    <a:pt x="497172" y="910794"/>
                  </a:lnTo>
                  <a:lnTo>
                    <a:pt x="491491" y="920921"/>
                  </a:lnTo>
                  <a:lnTo>
                    <a:pt x="483561" y="935057"/>
                  </a:lnTo>
                  <a:lnTo>
                    <a:pt x="483064" y="935944"/>
                  </a:lnTo>
                  <a:lnTo>
                    <a:pt x="482966" y="936119"/>
                  </a:lnTo>
                  <a:lnTo>
                    <a:pt x="480343" y="940795"/>
                  </a:lnTo>
                  <a:lnTo>
                    <a:pt x="476212" y="948160"/>
                  </a:lnTo>
                  <a:lnTo>
                    <a:pt x="466550" y="965647"/>
                  </a:lnTo>
                  <a:lnTo>
                    <a:pt x="461385" y="974996"/>
                  </a:lnTo>
                  <a:lnTo>
                    <a:pt x="458664" y="979921"/>
                  </a:lnTo>
                  <a:lnTo>
                    <a:pt x="439144" y="1016076"/>
                  </a:lnTo>
                  <a:lnTo>
                    <a:pt x="438408" y="1017262"/>
                  </a:lnTo>
                  <a:lnTo>
                    <a:pt x="436164" y="1020878"/>
                  </a:lnTo>
                  <a:lnTo>
                    <a:pt x="435737" y="1021567"/>
                  </a:lnTo>
                  <a:lnTo>
                    <a:pt x="433319" y="1026153"/>
                  </a:lnTo>
                  <a:lnTo>
                    <a:pt x="416204" y="1057716"/>
                  </a:lnTo>
                  <a:lnTo>
                    <a:pt x="413633" y="1062511"/>
                  </a:lnTo>
                  <a:lnTo>
                    <a:pt x="409038" y="1071080"/>
                  </a:lnTo>
                  <a:lnTo>
                    <a:pt x="403084" y="1082187"/>
                  </a:lnTo>
                  <a:lnTo>
                    <a:pt x="391225" y="1104066"/>
                  </a:lnTo>
                  <a:lnTo>
                    <a:pt x="390699" y="1105035"/>
                  </a:lnTo>
                  <a:lnTo>
                    <a:pt x="387314" y="1111281"/>
                  </a:lnTo>
                  <a:lnTo>
                    <a:pt x="386934" y="1111982"/>
                  </a:lnTo>
                  <a:lnTo>
                    <a:pt x="380765" y="1123116"/>
                  </a:lnTo>
                  <a:lnTo>
                    <a:pt x="372745" y="1137590"/>
                  </a:lnTo>
                  <a:lnTo>
                    <a:pt x="369954" y="1142324"/>
                  </a:lnTo>
                  <a:lnTo>
                    <a:pt x="368424" y="1144819"/>
                  </a:lnTo>
                  <a:lnTo>
                    <a:pt x="363482" y="1152882"/>
                  </a:lnTo>
                  <a:lnTo>
                    <a:pt x="361048" y="1156463"/>
                  </a:lnTo>
                  <a:lnTo>
                    <a:pt x="355052" y="1165808"/>
                  </a:lnTo>
                  <a:lnTo>
                    <a:pt x="351358" y="1170887"/>
                  </a:lnTo>
                  <a:lnTo>
                    <a:pt x="350064" y="1172665"/>
                  </a:lnTo>
                  <a:lnTo>
                    <a:pt x="346302" y="1177528"/>
                  </a:lnTo>
                  <a:lnTo>
                    <a:pt x="346027" y="1177884"/>
                  </a:lnTo>
                  <a:lnTo>
                    <a:pt x="345597" y="1178458"/>
                  </a:lnTo>
                  <a:lnTo>
                    <a:pt x="342095" y="1183142"/>
                  </a:lnTo>
                  <a:lnTo>
                    <a:pt x="341437" y="1184021"/>
                  </a:lnTo>
                  <a:lnTo>
                    <a:pt x="335584" y="1191281"/>
                  </a:lnTo>
                  <a:lnTo>
                    <a:pt x="332027" y="1195390"/>
                  </a:lnTo>
                  <a:lnTo>
                    <a:pt x="329008" y="1198876"/>
                  </a:lnTo>
                  <a:lnTo>
                    <a:pt x="319475" y="1208987"/>
                  </a:lnTo>
                  <a:lnTo>
                    <a:pt x="299966" y="1227152"/>
                  </a:lnTo>
                  <a:lnTo>
                    <a:pt x="299510" y="1227577"/>
                  </a:lnTo>
                  <a:lnTo>
                    <a:pt x="279750" y="1244714"/>
                  </a:lnTo>
                  <a:lnTo>
                    <a:pt x="269562" y="1252302"/>
                  </a:lnTo>
                  <a:lnTo>
                    <a:pt x="267630" y="1253741"/>
                  </a:lnTo>
                  <a:lnTo>
                    <a:pt x="258994" y="1259332"/>
                  </a:lnTo>
                  <a:lnTo>
                    <a:pt x="252154" y="1263759"/>
                  </a:lnTo>
                  <a:lnTo>
                    <a:pt x="242981" y="1269698"/>
                  </a:lnTo>
                  <a:lnTo>
                    <a:pt x="221083" y="1281616"/>
                  </a:lnTo>
                  <a:lnTo>
                    <a:pt x="220151" y="1282123"/>
                  </a:lnTo>
                  <a:lnTo>
                    <a:pt x="220571" y="1280849"/>
                  </a:lnTo>
                  <a:lnTo>
                    <a:pt x="241292" y="1218064"/>
                  </a:lnTo>
                  <a:lnTo>
                    <a:pt x="256916" y="1172158"/>
                  </a:lnTo>
                  <a:lnTo>
                    <a:pt x="250647" y="1128495"/>
                  </a:lnTo>
                  <a:lnTo>
                    <a:pt x="244868" y="1088245"/>
                  </a:lnTo>
                  <a:lnTo>
                    <a:pt x="244113" y="1082990"/>
                  </a:lnTo>
                  <a:lnTo>
                    <a:pt x="243580" y="1079273"/>
                  </a:lnTo>
                  <a:lnTo>
                    <a:pt x="237980" y="1040274"/>
                  </a:lnTo>
                  <a:lnTo>
                    <a:pt x="230702" y="989578"/>
                  </a:lnTo>
                  <a:lnTo>
                    <a:pt x="228807" y="976383"/>
                  </a:lnTo>
                  <a:lnTo>
                    <a:pt x="228655" y="975326"/>
                  </a:lnTo>
                  <a:lnTo>
                    <a:pt x="228425" y="973721"/>
                  </a:lnTo>
                  <a:lnTo>
                    <a:pt x="228179" y="972011"/>
                  </a:lnTo>
                  <a:lnTo>
                    <a:pt x="223957" y="942949"/>
                  </a:lnTo>
                  <a:lnTo>
                    <a:pt x="223882" y="942430"/>
                  </a:lnTo>
                  <a:lnTo>
                    <a:pt x="220239" y="917357"/>
                  </a:lnTo>
                  <a:lnTo>
                    <a:pt x="215939" y="887763"/>
                  </a:lnTo>
                  <a:lnTo>
                    <a:pt x="215058" y="881700"/>
                  </a:lnTo>
                  <a:lnTo>
                    <a:pt x="207650" y="830714"/>
                  </a:lnTo>
                  <a:lnTo>
                    <a:pt x="206952" y="825911"/>
                  </a:lnTo>
                  <a:lnTo>
                    <a:pt x="200769" y="783356"/>
                  </a:lnTo>
                  <a:lnTo>
                    <a:pt x="196414" y="753381"/>
                  </a:lnTo>
                  <a:lnTo>
                    <a:pt x="196007" y="750579"/>
                  </a:lnTo>
                  <a:lnTo>
                    <a:pt x="193151" y="754607"/>
                  </a:lnTo>
                  <a:lnTo>
                    <a:pt x="190024" y="759049"/>
                  </a:lnTo>
                  <a:lnTo>
                    <a:pt x="142954" y="825911"/>
                  </a:lnTo>
                  <a:lnTo>
                    <a:pt x="121658" y="856161"/>
                  </a:lnTo>
                  <a:lnTo>
                    <a:pt x="119046" y="859872"/>
                  </a:lnTo>
                  <a:lnTo>
                    <a:pt x="103864" y="881360"/>
                  </a:lnTo>
                  <a:lnTo>
                    <a:pt x="86018" y="906620"/>
                  </a:lnTo>
                  <a:lnTo>
                    <a:pt x="79748" y="889686"/>
                  </a:lnTo>
                  <a:lnTo>
                    <a:pt x="78963" y="887567"/>
                  </a:lnTo>
                  <a:lnTo>
                    <a:pt x="75499" y="878211"/>
                  </a:lnTo>
                  <a:lnTo>
                    <a:pt x="59556" y="854690"/>
                  </a:lnTo>
                  <a:lnTo>
                    <a:pt x="57964" y="853769"/>
                  </a:lnTo>
                  <a:lnTo>
                    <a:pt x="57660" y="853594"/>
                  </a:lnTo>
                  <a:lnTo>
                    <a:pt x="53348" y="851100"/>
                  </a:lnTo>
                  <a:lnTo>
                    <a:pt x="53191" y="850436"/>
                  </a:lnTo>
                  <a:lnTo>
                    <a:pt x="52133" y="845967"/>
                  </a:lnTo>
                  <a:lnTo>
                    <a:pt x="45153" y="816459"/>
                  </a:lnTo>
                  <a:lnTo>
                    <a:pt x="43834" y="809769"/>
                  </a:lnTo>
                  <a:lnTo>
                    <a:pt x="43080" y="805945"/>
                  </a:lnTo>
                  <a:lnTo>
                    <a:pt x="42233" y="801651"/>
                  </a:lnTo>
                  <a:lnTo>
                    <a:pt x="41977" y="800350"/>
                  </a:lnTo>
                  <a:lnTo>
                    <a:pt x="35787" y="768960"/>
                  </a:lnTo>
                  <a:lnTo>
                    <a:pt x="31135" y="747790"/>
                  </a:lnTo>
                  <a:lnTo>
                    <a:pt x="27244" y="730086"/>
                  </a:lnTo>
                  <a:lnTo>
                    <a:pt x="27133" y="729579"/>
                  </a:lnTo>
                  <a:lnTo>
                    <a:pt x="21604" y="706365"/>
                  </a:lnTo>
                  <a:lnTo>
                    <a:pt x="18360" y="692743"/>
                  </a:lnTo>
                  <a:lnTo>
                    <a:pt x="17433" y="685436"/>
                  </a:lnTo>
                  <a:lnTo>
                    <a:pt x="16700" y="679656"/>
                  </a:lnTo>
                  <a:lnTo>
                    <a:pt x="13974" y="670447"/>
                  </a:lnTo>
                  <a:lnTo>
                    <a:pt x="12970" y="668067"/>
                  </a:lnTo>
                  <a:lnTo>
                    <a:pt x="8893" y="658401"/>
                  </a:lnTo>
                  <a:lnTo>
                    <a:pt x="8595" y="657694"/>
                  </a:lnTo>
                  <a:lnTo>
                    <a:pt x="8046" y="656391"/>
                  </a:lnTo>
                  <a:lnTo>
                    <a:pt x="2689" y="647609"/>
                  </a:lnTo>
                  <a:lnTo>
                    <a:pt x="1528" y="644820"/>
                  </a:lnTo>
                  <a:lnTo>
                    <a:pt x="1448" y="644627"/>
                  </a:lnTo>
                  <a:lnTo>
                    <a:pt x="1101" y="643794"/>
                  </a:lnTo>
                  <a:lnTo>
                    <a:pt x="975" y="643531"/>
                  </a:lnTo>
                  <a:lnTo>
                    <a:pt x="0" y="641493"/>
                  </a:lnTo>
                  <a:lnTo>
                    <a:pt x="225" y="641321"/>
                  </a:lnTo>
                  <a:lnTo>
                    <a:pt x="730" y="640935"/>
                  </a:lnTo>
                  <a:lnTo>
                    <a:pt x="8352" y="635111"/>
                  </a:lnTo>
                  <a:lnTo>
                    <a:pt x="11489" y="629719"/>
                  </a:lnTo>
                  <a:lnTo>
                    <a:pt x="11612" y="629507"/>
                  </a:lnTo>
                  <a:lnTo>
                    <a:pt x="13094" y="625569"/>
                  </a:lnTo>
                  <a:lnTo>
                    <a:pt x="16128" y="618702"/>
                  </a:lnTo>
                  <a:lnTo>
                    <a:pt x="17243" y="616178"/>
                  </a:lnTo>
                  <a:lnTo>
                    <a:pt x="22563" y="600627"/>
                  </a:lnTo>
                  <a:lnTo>
                    <a:pt x="26485" y="589162"/>
                  </a:lnTo>
                  <a:lnTo>
                    <a:pt x="30497" y="578822"/>
                  </a:lnTo>
                  <a:lnTo>
                    <a:pt x="34769" y="565508"/>
                  </a:lnTo>
                  <a:lnTo>
                    <a:pt x="39010" y="552291"/>
                  </a:lnTo>
                  <a:lnTo>
                    <a:pt x="40218" y="548529"/>
                  </a:lnTo>
                  <a:lnTo>
                    <a:pt x="44012" y="540047"/>
                  </a:lnTo>
                  <a:lnTo>
                    <a:pt x="46383" y="526960"/>
                  </a:lnTo>
                  <a:lnTo>
                    <a:pt x="47292" y="522249"/>
                  </a:lnTo>
                  <a:lnTo>
                    <a:pt x="50866" y="503731"/>
                  </a:lnTo>
                  <a:lnTo>
                    <a:pt x="52733" y="494059"/>
                  </a:lnTo>
                  <a:lnTo>
                    <a:pt x="53259" y="491336"/>
                  </a:lnTo>
                  <a:lnTo>
                    <a:pt x="56815" y="480915"/>
                  </a:lnTo>
                  <a:lnTo>
                    <a:pt x="57375" y="479597"/>
                  </a:lnTo>
                  <a:lnTo>
                    <a:pt x="59600" y="474357"/>
                  </a:lnTo>
                  <a:lnTo>
                    <a:pt x="62269" y="468071"/>
                  </a:lnTo>
                  <a:lnTo>
                    <a:pt x="63993" y="463733"/>
                  </a:lnTo>
                  <a:lnTo>
                    <a:pt x="68434" y="452561"/>
                  </a:lnTo>
                  <a:lnTo>
                    <a:pt x="72702" y="442382"/>
                  </a:lnTo>
                  <a:lnTo>
                    <a:pt x="74323" y="433067"/>
                  </a:lnTo>
                  <a:lnTo>
                    <a:pt x="76809" y="418779"/>
                  </a:lnTo>
                  <a:lnTo>
                    <a:pt x="77894" y="412544"/>
                  </a:lnTo>
                  <a:lnTo>
                    <a:pt x="77975" y="412247"/>
                  </a:lnTo>
                  <a:lnTo>
                    <a:pt x="82340" y="396185"/>
                  </a:lnTo>
                  <a:lnTo>
                    <a:pt x="87576" y="380600"/>
                  </a:lnTo>
                  <a:lnTo>
                    <a:pt x="92364" y="366347"/>
                  </a:lnTo>
                  <a:lnTo>
                    <a:pt x="92476" y="366014"/>
                  </a:lnTo>
                  <a:lnTo>
                    <a:pt x="104391" y="335842"/>
                  </a:lnTo>
                  <a:lnTo>
                    <a:pt x="106169" y="332373"/>
                  </a:lnTo>
                  <a:lnTo>
                    <a:pt x="110259" y="324391"/>
                  </a:lnTo>
                  <a:lnTo>
                    <a:pt x="112571" y="318938"/>
                  </a:lnTo>
                  <a:lnTo>
                    <a:pt x="112765" y="318293"/>
                  </a:lnTo>
                  <a:lnTo>
                    <a:pt x="114952" y="310998"/>
                  </a:lnTo>
                  <a:lnTo>
                    <a:pt x="115950" y="307669"/>
                  </a:lnTo>
                  <a:lnTo>
                    <a:pt x="121463" y="296582"/>
                  </a:lnTo>
                  <a:lnTo>
                    <a:pt x="129006" y="288112"/>
                  </a:lnTo>
                  <a:lnTo>
                    <a:pt x="132067" y="284874"/>
                  </a:lnTo>
                  <a:lnTo>
                    <a:pt x="138179" y="278406"/>
                  </a:lnTo>
                  <a:lnTo>
                    <a:pt x="145470" y="269864"/>
                  </a:lnTo>
                  <a:lnTo>
                    <a:pt x="150045" y="264083"/>
                  </a:lnTo>
                  <a:lnTo>
                    <a:pt x="158274" y="253687"/>
                  </a:lnTo>
                  <a:lnTo>
                    <a:pt x="169833" y="236420"/>
                  </a:lnTo>
                  <a:lnTo>
                    <a:pt x="173390" y="230710"/>
                  </a:lnTo>
                  <a:lnTo>
                    <a:pt x="179631" y="220691"/>
                  </a:lnTo>
                  <a:lnTo>
                    <a:pt x="182160" y="216631"/>
                  </a:lnTo>
                  <a:lnTo>
                    <a:pt x="185656" y="213403"/>
                  </a:lnTo>
                  <a:lnTo>
                    <a:pt x="186913" y="211785"/>
                  </a:lnTo>
                  <a:lnTo>
                    <a:pt x="197014" y="203061"/>
                  </a:lnTo>
                  <a:lnTo>
                    <a:pt x="204557" y="200163"/>
                  </a:lnTo>
                  <a:lnTo>
                    <a:pt x="217073" y="195355"/>
                  </a:lnTo>
                  <a:lnTo>
                    <a:pt x="244104" y="189538"/>
                  </a:lnTo>
                  <a:lnTo>
                    <a:pt x="254715" y="185731"/>
                  </a:lnTo>
                  <a:lnTo>
                    <a:pt x="257477" y="184740"/>
                  </a:lnTo>
                  <a:lnTo>
                    <a:pt x="258497" y="184180"/>
                  </a:lnTo>
                  <a:lnTo>
                    <a:pt x="265159" y="180523"/>
                  </a:lnTo>
                  <a:lnTo>
                    <a:pt x="267861" y="176700"/>
                  </a:lnTo>
                  <a:lnTo>
                    <a:pt x="271310" y="171818"/>
                  </a:lnTo>
                  <a:lnTo>
                    <a:pt x="272171" y="170416"/>
                  </a:lnTo>
                  <a:lnTo>
                    <a:pt x="273712" y="167903"/>
                  </a:lnTo>
                  <a:lnTo>
                    <a:pt x="275940" y="164272"/>
                  </a:lnTo>
                  <a:lnTo>
                    <a:pt x="277660" y="160676"/>
                  </a:lnTo>
                  <a:lnTo>
                    <a:pt x="292263" y="130137"/>
                  </a:lnTo>
                  <a:lnTo>
                    <a:pt x="298800" y="116469"/>
                  </a:lnTo>
                  <a:lnTo>
                    <a:pt x="301120" y="111617"/>
                  </a:lnTo>
                  <a:lnTo>
                    <a:pt x="312438" y="87948"/>
                  </a:lnTo>
                  <a:lnTo>
                    <a:pt x="314169" y="81790"/>
                  </a:lnTo>
                  <a:lnTo>
                    <a:pt x="318696" y="65690"/>
                  </a:lnTo>
                  <a:lnTo>
                    <a:pt x="321922" y="54214"/>
                  </a:lnTo>
                  <a:lnTo>
                    <a:pt x="326543" y="40712"/>
                  </a:lnTo>
                  <a:lnTo>
                    <a:pt x="330214" y="29988"/>
                  </a:lnTo>
                  <a:lnTo>
                    <a:pt x="334457" y="22234"/>
                  </a:lnTo>
                  <a:lnTo>
                    <a:pt x="335772" y="19832"/>
                  </a:lnTo>
                  <a:lnTo>
                    <a:pt x="338099" y="15579"/>
                  </a:lnTo>
                  <a:lnTo>
                    <a:pt x="339782" y="12601"/>
                  </a:lnTo>
                  <a:lnTo>
                    <a:pt x="340315" y="11656"/>
                  </a:lnTo>
                  <a:lnTo>
                    <a:pt x="340596" y="11159"/>
                  </a:lnTo>
                  <a:lnTo>
                    <a:pt x="341784" y="9056"/>
                  </a:lnTo>
                  <a:lnTo>
                    <a:pt x="342505" y="7781"/>
                  </a:lnTo>
                  <a:lnTo>
                    <a:pt x="342762" y="7843"/>
                  </a:lnTo>
                  <a:lnTo>
                    <a:pt x="344784" y="3792"/>
                  </a:lnTo>
                  <a:lnTo>
                    <a:pt x="345315" y="2729"/>
                  </a:lnTo>
                  <a:lnTo>
                    <a:pt x="345387" y="2583"/>
                  </a:lnTo>
                  <a:lnTo>
                    <a:pt x="345606" y="2145"/>
                  </a:lnTo>
                  <a:lnTo>
                    <a:pt x="345754" y="1849"/>
                  </a:lnTo>
                  <a:lnTo>
                    <a:pt x="346269" y="817"/>
                  </a:lnTo>
                  <a:lnTo>
                    <a:pt x="346441" y="473"/>
                  </a:lnTo>
                  <a:lnTo>
                    <a:pt x="346562" y="230"/>
                  </a:lnTo>
                  <a:lnTo>
                    <a:pt x="346677" y="0"/>
                  </a:lnTo>
                  <a:lnTo>
                    <a:pt x="347322" y="324"/>
                  </a:lnTo>
                  <a:lnTo>
                    <a:pt x="355508" y="4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64"/>
            <p:cNvSpPr/>
            <p:nvPr/>
          </p:nvSpPr>
          <p:spPr>
            <a:xfrm>
              <a:off x="4714924" y="1508760"/>
              <a:ext cx="580695" cy="591290"/>
            </a:xfrm>
            <a:custGeom>
              <a:avLst/>
              <a:pathLst>
                <a:path w="580695" h="591290">
                  <a:moveTo>
                    <a:pt x="522566" y="410587"/>
                  </a:moveTo>
                  <a:lnTo>
                    <a:pt x="506364" y="439893"/>
                  </a:lnTo>
                  <a:lnTo>
                    <a:pt x="498707" y="436123"/>
                  </a:lnTo>
                  <a:lnTo>
                    <a:pt x="497300" y="438710"/>
                  </a:lnTo>
                  <a:lnTo>
                    <a:pt x="496724" y="439770"/>
                  </a:lnTo>
                  <a:lnTo>
                    <a:pt x="489514" y="452985"/>
                  </a:lnTo>
                  <a:lnTo>
                    <a:pt x="477534" y="474945"/>
                  </a:lnTo>
                  <a:lnTo>
                    <a:pt x="470181" y="488421"/>
                  </a:lnTo>
                  <a:lnTo>
                    <a:pt x="469979" y="488792"/>
                  </a:lnTo>
                  <a:lnTo>
                    <a:pt x="469758" y="489198"/>
                  </a:lnTo>
                  <a:lnTo>
                    <a:pt x="466871" y="494489"/>
                  </a:lnTo>
                  <a:lnTo>
                    <a:pt x="465260" y="497442"/>
                  </a:lnTo>
                  <a:lnTo>
                    <a:pt x="459268" y="508425"/>
                  </a:lnTo>
                  <a:lnTo>
                    <a:pt x="458286" y="510226"/>
                  </a:lnTo>
                  <a:lnTo>
                    <a:pt x="456017" y="514385"/>
                  </a:lnTo>
                  <a:lnTo>
                    <a:pt x="446666" y="531526"/>
                  </a:lnTo>
                  <a:lnTo>
                    <a:pt x="444287" y="535885"/>
                  </a:lnTo>
                  <a:lnTo>
                    <a:pt x="432388" y="557696"/>
                  </a:lnTo>
                  <a:lnTo>
                    <a:pt x="431544" y="559246"/>
                  </a:lnTo>
                  <a:lnTo>
                    <a:pt x="429252" y="563454"/>
                  </a:lnTo>
                  <a:lnTo>
                    <a:pt x="428189" y="565408"/>
                  </a:lnTo>
                  <a:lnTo>
                    <a:pt x="427561" y="566560"/>
                  </a:lnTo>
                  <a:lnTo>
                    <a:pt x="425349" y="570623"/>
                  </a:lnTo>
                  <a:lnTo>
                    <a:pt x="421798" y="577143"/>
                  </a:lnTo>
                  <a:lnTo>
                    <a:pt x="419301" y="581728"/>
                  </a:lnTo>
                  <a:lnTo>
                    <a:pt x="418312" y="583543"/>
                  </a:lnTo>
                  <a:lnTo>
                    <a:pt x="417536" y="584969"/>
                  </a:lnTo>
                  <a:lnTo>
                    <a:pt x="417182" y="585619"/>
                  </a:lnTo>
                  <a:lnTo>
                    <a:pt x="416672" y="586387"/>
                  </a:lnTo>
                  <a:lnTo>
                    <a:pt x="369937" y="541847"/>
                  </a:lnTo>
                  <a:lnTo>
                    <a:pt x="369379" y="541315"/>
                  </a:lnTo>
                  <a:lnTo>
                    <a:pt x="369241" y="541183"/>
                  </a:lnTo>
                  <a:lnTo>
                    <a:pt x="368465" y="540444"/>
                  </a:lnTo>
                  <a:lnTo>
                    <a:pt x="368179" y="540172"/>
                  </a:lnTo>
                  <a:lnTo>
                    <a:pt x="367549" y="539571"/>
                  </a:lnTo>
                  <a:lnTo>
                    <a:pt x="366792" y="538849"/>
                  </a:lnTo>
                  <a:lnTo>
                    <a:pt x="366332" y="538411"/>
                  </a:lnTo>
                  <a:lnTo>
                    <a:pt x="365116" y="537309"/>
                  </a:lnTo>
                  <a:lnTo>
                    <a:pt x="364632" y="538048"/>
                  </a:lnTo>
                  <a:lnTo>
                    <a:pt x="364271" y="538447"/>
                  </a:lnTo>
                  <a:lnTo>
                    <a:pt x="363647" y="539134"/>
                  </a:lnTo>
                  <a:lnTo>
                    <a:pt x="363525" y="539269"/>
                  </a:lnTo>
                  <a:lnTo>
                    <a:pt x="362676" y="540205"/>
                  </a:lnTo>
                  <a:lnTo>
                    <a:pt x="360764" y="542315"/>
                  </a:lnTo>
                  <a:lnTo>
                    <a:pt x="359117" y="544132"/>
                  </a:lnTo>
                  <a:lnTo>
                    <a:pt x="358742" y="544545"/>
                  </a:lnTo>
                  <a:lnTo>
                    <a:pt x="355930" y="547647"/>
                  </a:lnTo>
                  <a:lnTo>
                    <a:pt x="351540" y="552490"/>
                  </a:lnTo>
                  <a:lnTo>
                    <a:pt x="348816" y="555494"/>
                  </a:lnTo>
                  <a:lnTo>
                    <a:pt x="342918" y="561999"/>
                  </a:lnTo>
                  <a:lnTo>
                    <a:pt x="324356" y="582479"/>
                  </a:lnTo>
                  <a:lnTo>
                    <a:pt x="316368" y="591290"/>
                  </a:lnTo>
                  <a:lnTo>
                    <a:pt x="303082" y="578162"/>
                  </a:lnTo>
                  <a:lnTo>
                    <a:pt x="321056" y="557586"/>
                  </a:lnTo>
                  <a:lnTo>
                    <a:pt x="320369" y="556955"/>
                  </a:lnTo>
                  <a:lnTo>
                    <a:pt x="311699" y="552740"/>
                  </a:lnTo>
                  <a:lnTo>
                    <a:pt x="280118" y="537385"/>
                  </a:lnTo>
                  <a:lnTo>
                    <a:pt x="271419" y="548050"/>
                  </a:lnTo>
                  <a:lnTo>
                    <a:pt x="257010" y="545595"/>
                  </a:lnTo>
                  <a:lnTo>
                    <a:pt x="255456" y="545331"/>
                  </a:lnTo>
                  <a:lnTo>
                    <a:pt x="253061" y="544893"/>
                  </a:lnTo>
                  <a:lnTo>
                    <a:pt x="243767" y="543195"/>
                  </a:lnTo>
                  <a:lnTo>
                    <a:pt x="217968" y="538483"/>
                  </a:lnTo>
                  <a:lnTo>
                    <a:pt x="205849" y="536269"/>
                  </a:lnTo>
                  <a:lnTo>
                    <a:pt x="205030" y="536120"/>
                  </a:lnTo>
                  <a:lnTo>
                    <a:pt x="204891" y="536095"/>
                  </a:lnTo>
                  <a:lnTo>
                    <a:pt x="177346" y="533996"/>
                  </a:lnTo>
                  <a:lnTo>
                    <a:pt x="176084" y="533900"/>
                  </a:lnTo>
                  <a:lnTo>
                    <a:pt x="157015" y="532447"/>
                  </a:lnTo>
                  <a:lnTo>
                    <a:pt x="130358" y="530277"/>
                  </a:lnTo>
                  <a:lnTo>
                    <a:pt x="128967" y="530164"/>
                  </a:lnTo>
                  <a:lnTo>
                    <a:pt x="128738" y="530145"/>
                  </a:lnTo>
                  <a:lnTo>
                    <a:pt x="117411" y="529223"/>
                  </a:lnTo>
                  <a:lnTo>
                    <a:pt x="116697" y="529188"/>
                  </a:lnTo>
                  <a:lnTo>
                    <a:pt x="115957" y="529152"/>
                  </a:lnTo>
                  <a:lnTo>
                    <a:pt x="85938" y="527673"/>
                  </a:lnTo>
                  <a:lnTo>
                    <a:pt x="71889" y="526981"/>
                  </a:lnTo>
                  <a:lnTo>
                    <a:pt x="52803" y="524498"/>
                  </a:lnTo>
                  <a:lnTo>
                    <a:pt x="49615" y="523750"/>
                  </a:lnTo>
                  <a:lnTo>
                    <a:pt x="39963" y="521483"/>
                  </a:lnTo>
                  <a:lnTo>
                    <a:pt x="27991" y="517050"/>
                  </a:lnTo>
                  <a:lnTo>
                    <a:pt x="25133" y="514321"/>
                  </a:lnTo>
                  <a:lnTo>
                    <a:pt x="24168" y="512562"/>
                  </a:lnTo>
                  <a:lnTo>
                    <a:pt x="22458" y="509444"/>
                  </a:lnTo>
                  <a:lnTo>
                    <a:pt x="4646" y="476960"/>
                  </a:lnTo>
                  <a:lnTo>
                    <a:pt x="3984" y="475751"/>
                  </a:lnTo>
                  <a:lnTo>
                    <a:pt x="2960" y="473885"/>
                  </a:lnTo>
                  <a:lnTo>
                    <a:pt x="0" y="470968"/>
                  </a:lnTo>
                  <a:lnTo>
                    <a:pt x="742" y="469839"/>
                  </a:lnTo>
                  <a:lnTo>
                    <a:pt x="2759" y="466768"/>
                  </a:lnTo>
                  <a:lnTo>
                    <a:pt x="10353" y="455211"/>
                  </a:lnTo>
                  <a:lnTo>
                    <a:pt x="13455" y="450490"/>
                  </a:lnTo>
                  <a:lnTo>
                    <a:pt x="13764" y="450086"/>
                  </a:lnTo>
                  <a:lnTo>
                    <a:pt x="25430" y="434857"/>
                  </a:lnTo>
                  <a:lnTo>
                    <a:pt x="27984" y="430039"/>
                  </a:lnTo>
                  <a:lnTo>
                    <a:pt x="33862" y="418303"/>
                  </a:lnTo>
                  <a:lnTo>
                    <a:pt x="36117" y="413801"/>
                  </a:lnTo>
                  <a:lnTo>
                    <a:pt x="38961" y="408494"/>
                  </a:lnTo>
                  <a:lnTo>
                    <a:pt x="39987" y="406580"/>
                  </a:lnTo>
                  <a:lnTo>
                    <a:pt x="41442" y="403817"/>
                  </a:lnTo>
                  <a:lnTo>
                    <a:pt x="44365" y="400971"/>
                  </a:lnTo>
                  <a:lnTo>
                    <a:pt x="49002" y="397213"/>
                  </a:lnTo>
                  <a:lnTo>
                    <a:pt x="49233" y="397102"/>
                  </a:lnTo>
                  <a:lnTo>
                    <a:pt x="58332" y="392696"/>
                  </a:lnTo>
                  <a:lnTo>
                    <a:pt x="65502" y="389384"/>
                  </a:lnTo>
                  <a:lnTo>
                    <a:pt x="69823" y="386874"/>
                  </a:lnTo>
                  <a:lnTo>
                    <a:pt x="75127" y="383059"/>
                  </a:lnTo>
                  <a:lnTo>
                    <a:pt x="79547" y="379144"/>
                  </a:lnTo>
                  <a:lnTo>
                    <a:pt x="83082" y="375230"/>
                  </a:lnTo>
                  <a:lnTo>
                    <a:pt x="86716" y="370010"/>
                  </a:lnTo>
                  <a:lnTo>
                    <a:pt x="89220" y="365209"/>
                  </a:lnTo>
                  <a:lnTo>
                    <a:pt x="91862" y="357937"/>
                  </a:lnTo>
                  <a:lnTo>
                    <a:pt x="94141" y="346424"/>
                  </a:lnTo>
                  <a:lnTo>
                    <a:pt x="96944" y="335290"/>
                  </a:lnTo>
                  <a:lnTo>
                    <a:pt x="98164" y="330719"/>
                  </a:lnTo>
                  <a:lnTo>
                    <a:pt x="100603" y="325940"/>
                  </a:lnTo>
                  <a:lnTo>
                    <a:pt x="104466" y="320746"/>
                  </a:lnTo>
                  <a:lnTo>
                    <a:pt x="109834" y="315621"/>
                  </a:lnTo>
                  <a:lnTo>
                    <a:pt x="111158" y="313246"/>
                  </a:lnTo>
                  <a:lnTo>
                    <a:pt x="111622" y="312413"/>
                  </a:lnTo>
                  <a:lnTo>
                    <a:pt x="94202" y="299185"/>
                  </a:lnTo>
                  <a:lnTo>
                    <a:pt x="93734" y="298767"/>
                  </a:lnTo>
                  <a:lnTo>
                    <a:pt x="91988" y="297207"/>
                  </a:lnTo>
                  <a:lnTo>
                    <a:pt x="83040" y="289213"/>
                  </a:lnTo>
                  <a:lnTo>
                    <a:pt x="90480" y="282386"/>
                  </a:lnTo>
                  <a:lnTo>
                    <a:pt x="90603" y="282225"/>
                  </a:lnTo>
                  <a:lnTo>
                    <a:pt x="101152" y="268350"/>
                  </a:lnTo>
                  <a:lnTo>
                    <a:pt x="101921" y="267340"/>
                  </a:lnTo>
                  <a:lnTo>
                    <a:pt x="103325" y="265493"/>
                  </a:lnTo>
                  <a:lnTo>
                    <a:pt x="107433" y="260090"/>
                  </a:lnTo>
                  <a:lnTo>
                    <a:pt x="124268" y="240218"/>
                  </a:lnTo>
                  <a:lnTo>
                    <a:pt x="131025" y="231978"/>
                  </a:lnTo>
                  <a:lnTo>
                    <a:pt x="133518" y="228468"/>
                  </a:lnTo>
                  <a:lnTo>
                    <a:pt x="134499" y="227086"/>
                  </a:lnTo>
                  <a:lnTo>
                    <a:pt x="146112" y="210733"/>
                  </a:lnTo>
                  <a:lnTo>
                    <a:pt x="147030" y="209441"/>
                  </a:lnTo>
                  <a:lnTo>
                    <a:pt x="156070" y="194557"/>
                  </a:lnTo>
                  <a:lnTo>
                    <a:pt x="162403" y="184905"/>
                  </a:lnTo>
                  <a:lnTo>
                    <a:pt x="169358" y="174305"/>
                  </a:lnTo>
                  <a:lnTo>
                    <a:pt x="172667" y="169262"/>
                  </a:lnTo>
                  <a:lnTo>
                    <a:pt x="182639" y="151298"/>
                  </a:lnTo>
                  <a:lnTo>
                    <a:pt x="184523" y="147905"/>
                  </a:lnTo>
                  <a:lnTo>
                    <a:pt x="191488" y="133819"/>
                  </a:lnTo>
                  <a:lnTo>
                    <a:pt x="200972" y="119127"/>
                  </a:lnTo>
                  <a:lnTo>
                    <a:pt x="203612" y="115893"/>
                  </a:lnTo>
                  <a:lnTo>
                    <a:pt x="210350" y="107637"/>
                  </a:lnTo>
                  <a:lnTo>
                    <a:pt x="216212" y="102406"/>
                  </a:lnTo>
                  <a:lnTo>
                    <a:pt x="217389" y="101355"/>
                  </a:lnTo>
                  <a:lnTo>
                    <a:pt x="227442" y="91468"/>
                  </a:lnTo>
                  <a:lnTo>
                    <a:pt x="236547" y="79835"/>
                  </a:lnTo>
                  <a:lnTo>
                    <a:pt x="243945" y="68590"/>
                  </a:lnTo>
                  <a:lnTo>
                    <a:pt x="250394" y="58121"/>
                  </a:lnTo>
                  <a:lnTo>
                    <a:pt x="256085" y="51723"/>
                  </a:lnTo>
                  <a:lnTo>
                    <a:pt x="271070" y="40091"/>
                  </a:lnTo>
                  <a:lnTo>
                    <a:pt x="272499" y="38590"/>
                  </a:lnTo>
                  <a:lnTo>
                    <a:pt x="283458" y="27083"/>
                  </a:lnTo>
                  <a:lnTo>
                    <a:pt x="286360" y="24036"/>
                  </a:lnTo>
                  <a:lnTo>
                    <a:pt x="302916" y="0"/>
                  </a:lnTo>
                  <a:lnTo>
                    <a:pt x="327519" y="22361"/>
                  </a:lnTo>
                  <a:lnTo>
                    <a:pt x="354304" y="31116"/>
                  </a:lnTo>
                  <a:lnTo>
                    <a:pt x="361558" y="32151"/>
                  </a:lnTo>
                  <a:lnTo>
                    <a:pt x="376542" y="40095"/>
                  </a:lnTo>
                  <a:lnTo>
                    <a:pt x="383327" y="45943"/>
                  </a:lnTo>
                  <a:lnTo>
                    <a:pt x="390831" y="52411"/>
                  </a:lnTo>
                  <a:lnTo>
                    <a:pt x="393256" y="54627"/>
                  </a:lnTo>
                  <a:lnTo>
                    <a:pt x="396448" y="57543"/>
                  </a:lnTo>
                  <a:lnTo>
                    <a:pt x="407008" y="67192"/>
                  </a:lnTo>
                  <a:lnTo>
                    <a:pt x="407973" y="67647"/>
                  </a:lnTo>
                  <a:lnTo>
                    <a:pt x="412792" y="74244"/>
                  </a:lnTo>
                  <a:lnTo>
                    <a:pt x="417230" y="80320"/>
                  </a:lnTo>
                  <a:lnTo>
                    <a:pt x="419238" y="83069"/>
                  </a:lnTo>
                  <a:lnTo>
                    <a:pt x="419712" y="87855"/>
                  </a:lnTo>
                  <a:lnTo>
                    <a:pt x="421236" y="91747"/>
                  </a:lnTo>
                  <a:lnTo>
                    <a:pt x="430730" y="103599"/>
                  </a:lnTo>
                  <a:lnTo>
                    <a:pt x="436932" y="111341"/>
                  </a:lnTo>
                  <a:lnTo>
                    <a:pt x="463399" y="144382"/>
                  </a:lnTo>
                  <a:lnTo>
                    <a:pt x="464105" y="145266"/>
                  </a:lnTo>
                  <a:lnTo>
                    <a:pt x="465528" y="147051"/>
                  </a:lnTo>
                  <a:lnTo>
                    <a:pt x="485628" y="172252"/>
                  </a:lnTo>
                  <a:lnTo>
                    <a:pt x="489448" y="177531"/>
                  </a:lnTo>
                  <a:lnTo>
                    <a:pt x="505478" y="199686"/>
                  </a:lnTo>
                  <a:lnTo>
                    <a:pt x="507224" y="202146"/>
                  </a:lnTo>
                  <a:lnTo>
                    <a:pt x="539324" y="247357"/>
                  </a:lnTo>
                  <a:lnTo>
                    <a:pt x="550528" y="263136"/>
                  </a:lnTo>
                  <a:lnTo>
                    <a:pt x="574967" y="297557"/>
                  </a:lnTo>
                  <a:lnTo>
                    <a:pt x="575173" y="297847"/>
                  </a:lnTo>
                  <a:lnTo>
                    <a:pt x="579545" y="304004"/>
                  </a:lnTo>
                  <a:lnTo>
                    <a:pt x="580695" y="305625"/>
                  </a:lnTo>
                  <a:lnTo>
                    <a:pt x="580000" y="306705"/>
                  </a:lnTo>
                  <a:lnTo>
                    <a:pt x="578745" y="308975"/>
                  </a:lnTo>
                  <a:lnTo>
                    <a:pt x="571837" y="321470"/>
                  </a:lnTo>
                  <a:lnTo>
                    <a:pt x="569951" y="324880"/>
                  </a:lnTo>
                  <a:lnTo>
                    <a:pt x="543140" y="373375"/>
                  </a:lnTo>
                  <a:lnTo>
                    <a:pt x="541326" y="376656"/>
                  </a:lnTo>
                  <a:lnTo>
                    <a:pt x="535299" y="387557"/>
                  </a:lnTo>
                  <a:lnTo>
                    <a:pt x="532852" y="391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65"/>
            <p:cNvSpPr/>
            <p:nvPr/>
          </p:nvSpPr>
          <p:spPr>
            <a:xfrm>
              <a:off x="4335926" y="1798014"/>
              <a:ext cx="795731" cy="681235"/>
            </a:xfrm>
            <a:custGeom>
              <a:avLst/>
              <a:pathLst>
                <a:path w="795731" h="681235">
                  <a:moveTo>
                    <a:pt x="650455" y="258802"/>
                  </a:moveTo>
                  <a:lnTo>
                    <a:pt x="659116" y="248131"/>
                  </a:lnTo>
                  <a:lnTo>
                    <a:pt x="690698" y="263486"/>
                  </a:lnTo>
                  <a:lnTo>
                    <a:pt x="699367" y="267701"/>
                  </a:lnTo>
                  <a:lnTo>
                    <a:pt x="700054" y="268332"/>
                  </a:lnTo>
                  <a:lnTo>
                    <a:pt x="682080" y="288907"/>
                  </a:lnTo>
                  <a:lnTo>
                    <a:pt x="695366" y="302036"/>
                  </a:lnTo>
                  <a:lnTo>
                    <a:pt x="703354" y="293225"/>
                  </a:lnTo>
                  <a:lnTo>
                    <a:pt x="721916" y="272745"/>
                  </a:lnTo>
                  <a:lnTo>
                    <a:pt x="727814" y="266240"/>
                  </a:lnTo>
                  <a:lnTo>
                    <a:pt x="730538" y="263235"/>
                  </a:lnTo>
                  <a:lnTo>
                    <a:pt x="734928" y="258393"/>
                  </a:lnTo>
                  <a:lnTo>
                    <a:pt x="737741" y="255291"/>
                  </a:lnTo>
                  <a:lnTo>
                    <a:pt x="738115" y="254878"/>
                  </a:lnTo>
                  <a:lnTo>
                    <a:pt x="739762" y="253061"/>
                  </a:lnTo>
                  <a:lnTo>
                    <a:pt x="741675" y="250951"/>
                  </a:lnTo>
                  <a:lnTo>
                    <a:pt x="742523" y="250015"/>
                  </a:lnTo>
                  <a:lnTo>
                    <a:pt x="742645" y="249880"/>
                  </a:lnTo>
                  <a:lnTo>
                    <a:pt x="743269" y="249193"/>
                  </a:lnTo>
                  <a:lnTo>
                    <a:pt x="743733" y="248680"/>
                  </a:lnTo>
                  <a:lnTo>
                    <a:pt x="744316" y="248190"/>
                  </a:lnTo>
                  <a:lnTo>
                    <a:pt x="745330" y="249157"/>
                  </a:lnTo>
                  <a:lnTo>
                    <a:pt x="745790" y="249595"/>
                  </a:lnTo>
                  <a:lnTo>
                    <a:pt x="746547" y="250317"/>
                  </a:lnTo>
                  <a:lnTo>
                    <a:pt x="747177" y="250918"/>
                  </a:lnTo>
                  <a:lnTo>
                    <a:pt x="747463" y="251189"/>
                  </a:lnTo>
                  <a:lnTo>
                    <a:pt x="748239" y="251929"/>
                  </a:lnTo>
                  <a:lnTo>
                    <a:pt x="748377" y="252061"/>
                  </a:lnTo>
                  <a:lnTo>
                    <a:pt x="748935" y="252592"/>
                  </a:lnTo>
                  <a:lnTo>
                    <a:pt x="795731" y="297190"/>
                  </a:lnTo>
                  <a:lnTo>
                    <a:pt x="795393" y="297811"/>
                  </a:lnTo>
                  <a:lnTo>
                    <a:pt x="794856" y="298797"/>
                  </a:lnTo>
                  <a:lnTo>
                    <a:pt x="792831" y="302481"/>
                  </a:lnTo>
                  <a:lnTo>
                    <a:pt x="789425" y="308678"/>
                  </a:lnTo>
                  <a:lnTo>
                    <a:pt x="781355" y="323362"/>
                  </a:lnTo>
                  <a:lnTo>
                    <a:pt x="776861" y="331540"/>
                  </a:lnTo>
                  <a:lnTo>
                    <a:pt x="773644" y="337393"/>
                  </a:lnTo>
                  <a:lnTo>
                    <a:pt x="772228" y="339970"/>
                  </a:lnTo>
                  <a:lnTo>
                    <a:pt x="768117" y="347451"/>
                  </a:lnTo>
                  <a:lnTo>
                    <a:pt x="767490" y="348590"/>
                  </a:lnTo>
                  <a:lnTo>
                    <a:pt x="765752" y="351753"/>
                  </a:lnTo>
                  <a:lnTo>
                    <a:pt x="763357" y="356111"/>
                  </a:lnTo>
                  <a:lnTo>
                    <a:pt x="762979" y="356799"/>
                  </a:lnTo>
                  <a:lnTo>
                    <a:pt x="762098" y="358403"/>
                  </a:lnTo>
                  <a:lnTo>
                    <a:pt x="751285" y="378077"/>
                  </a:lnTo>
                  <a:lnTo>
                    <a:pt x="747822" y="384379"/>
                  </a:lnTo>
                  <a:lnTo>
                    <a:pt x="747340" y="385256"/>
                  </a:lnTo>
                  <a:lnTo>
                    <a:pt x="743220" y="392753"/>
                  </a:lnTo>
                  <a:lnTo>
                    <a:pt x="741876" y="395198"/>
                  </a:lnTo>
                  <a:lnTo>
                    <a:pt x="740040" y="398540"/>
                  </a:lnTo>
                  <a:lnTo>
                    <a:pt x="738946" y="400530"/>
                  </a:lnTo>
                  <a:lnTo>
                    <a:pt x="725308" y="425345"/>
                  </a:lnTo>
                  <a:lnTo>
                    <a:pt x="722553" y="430358"/>
                  </a:lnTo>
                  <a:lnTo>
                    <a:pt x="722267" y="430878"/>
                  </a:lnTo>
                  <a:lnTo>
                    <a:pt x="717277" y="439958"/>
                  </a:lnTo>
                  <a:lnTo>
                    <a:pt x="714877" y="444325"/>
                  </a:lnTo>
                  <a:lnTo>
                    <a:pt x="714166" y="445620"/>
                  </a:lnTo>
                  <a:lnTo>
                    <a:pt x="712826" y="448056"/>
                  </a:lnTo>
                  <a:lnTo>
                    <a:pt x="712564" y="448533"/>
                  </a:lnTo>
                  <a:lnTo>
                    <a:pt x="712302" y="449010"/>
                  </a:lnTo>
                  <a:lnTo>
                    <a:pt x="705843" y="460763"/>
                  </a:lnTo>
                  <a:lnTo>
                    <a:pt x="685530" y="497723"/>
                  </a:lnTo>
                  <a:lnTo>
                    <a:pt x="684777" y="499095"/>
                  </a:lnTo>
                  <a:lnTo>
                    <a:pt x="680288" y="507262"/>
                  </a:lnTo>
                  <a:lnTo>
                    <a:pt x="680037" y="507719"/>
                  </a:lnTo>
                  <a:lnTo>
                    <a:pt x="678287" y="510903"/>
                  </a:lnTo>
                  <a:lnTo>
                    <a:pt x="676117" y="514852"/>
                  </a:lnTo>
                  <a:lnTo>
                    <a:pt x="674148" y="518435"/>
                  </a:lnTo>
                  <a:lnTo>
                    <a:pt x="673407" y="519784"/>
                  </a:lnTo>
                  <a:lnTo>
                    <a:pt x="672604" y="521030"/>
                  </a:lnTo>
                  <a:lnTo>
                    <a:pt x="671247" y="523135"/>
                  </a:lnTo>
                  <a:lnTo>
                    <a:pt x="671118" y="523336"/>
                  </a:lnTo>
                  <a:lnTo>
                    <a:pt x="669888" y="525246"/>
                  </a:lnTo>
                  <a:lnTo>
                    <a:pt x="654108" y="554372"/>
                  </a:lnTo>
                  <a:lnTo>
                    <a:pt x="647401" y="566752"/>
                  </a:lnTo>
                  <a:lnTo>
                    <a:pt x="621088" y="615322"/>
                  </a:lnTo>
                  <a:lnTo>
                    <a:pt x="617836" y="621325"/>
                  </a:lnTo>
                  <a:lnTo>
                    <a:pt x="612071" y="631518"/>
                  </a:lnTo>
                  <a:lnTo>
                    <a:pt x="610269" y="634702"/>
                  </a:lnTo>
                  <a:lnTo>
                    <a:pt x="590602" y="669476"/>
                  </a:lnTo>
                  <a:lnTo>
                    <a:pt x="588142" y="673824"/>
                  </a:lnTo>
                  <a:lnTo>
                    <a:pt x="583950" y="681235"/>
                  </a:lnTo>
                  <a:lnTo>
                    <a:pt x="556905" y="656374"/>
                  </a:lnTo>
                  <a:lnTo>
                    <a:pt x="551554" y="651455"/>
                  </a:lnTo>
                  <a:lnTo>
                    <a:pt x="544824" y="649804"/>
                  </a:lnTo>
                  <a:lnTo>
                    <a:pt x="539170" y="652006"/>
                  </a:lnTo>
                  <a:lnTo>
                    <a:pt x="530286" y="659986"/>
                  </a:lnTo>
                  <a:lnTo>
                    <a:pt x="525978" y="662462"/>
                  </a:lnTo>
                  <a:lnTo>
                    <a:pt x="519786" y="663563"/>
                  </a:lnTo>
                  <a:lnTo>
                    <a:pt x="513056" y="661637"/>
                  </a:lnTo>
                  <a:lnTo>
                    <a:pt x="476870" y="639855"/>
                  </a:lnTo>
                  <a:lnTo>
                    <a:pt x="473840" y="638576"/>
                  </a:lnTo>
                  <a:lnTo>
                    <a:pt x="473702" y="638517"/>
                  </a:lnTo>
                  <a:lnTo>
                    <a:pt x="473268" y="638334"/>
                  </a:lnTo>
                  <a:lnTo>
                    <a:pt x="449741" y="628402"/>
                  </a:lnTo>
                  <a:lnTo>
                    <a:pt x="447214" y="627335"/>
                  </a:lnTo>
                  <a:lnTo>
                    <a:pt x="416439" y="615897"/>
                  </a:lnTo>
                  <a:lnTo>
                    <a:pt x="404662" y="611520"/>
                  </a:lnTo>
                  <a:lnTo>
                    <a:pt x="365980" y="600977"/>
                  </a:lnTo>
                  <a:lnTo>
                    <a:pt x="357813" y="600229"/>
                  </a:lnTo>
                  <a:lnTo>
                    <a:pt x="357126" y="600166"/>
                  </a:lnTo>
                  <a:lnTo>
                    <a:pt x="344382" y="599000"/>
                  </a:lnTo>
                  <a:lnTo>
                    <a:pt x="331400" y="599601"/>
                  </a:lnTo>
                  <a:lnTo>
                    <a:pt x="316043" y="600313"/>
                  </a:lnTo>
                  <a:lnTo>
                    <a:pt x="270995" y="602400"/>
                  </a:lnTo>
                  <a:lnTo>
                    <a:pt x="269982" y="602453"/>
                  </a:lnTo>
                  <a:lnTo>
                    <a:pt x="269279" y="602489"/>
                  </a:lnTo>
                  <a:lnTo>
                    <a:pt x="258788" y="603032"/>
                  </a:lnTo>
                  <a:lnTo>
                    <a:pt x="257654" y="603091"/>
                  </a:lnTo>
                  <a:lnTo>
                    <a:pt x="214755" y="605311"/>
                  </a:lnTo>
                  <a:lnTo>
                    <a:pt x="214479" y="605325"/>
                  </a:lnTo>
                  <a:lnTo>
                    <a:pt x="209210" y="605598"/>
                  </a:lnTo>
                  <a:lnTo>
                    <a:pt x="207033" y="605710"/>
                  </a:lnTo>
                  <a:lnTo>
                    <a:pt x="137464" y="608530"/>
                  </a:lnTo>
                  <a:lnTo>
                    <a:pt x="122863" y="609122"/>
                  </a:lnTo>
                  <a:lnTo>
                    <a:pt x="117097" y="609449"/>
                  </a:lnTo>
                  <a:lnTo>
                    <a:pt x="116228" y="609334"/>
                  </a:lnTo>
                  <a:lnTo>
                    <a:pt x="112248" y="608280"/>
                  </a:lnTo>
                  <a:lnTo>
                    <a:pt x="109109" y="607449"/>
                  </a:lnTo>
                  <a:lnTo>
                    <a:pt x="106811" y="606840"/>
                  </a:lnTo>
                  <a:lnTo>
                    <a:pt x="101181" y="604822"/>
                  </a:lnTo>
                  <a:lnTo>
                    <a:pt x="96581" y="603416"/>
                  </a:lnTo>
                  <a:lnTo>
                    <a:pt x="93905" y="603202"/>
                  </a:lnTo>
                  <a:lnTo>
                    <a:pt x="92006" y="602900"/>
                  </a:lnTo>
                  <a:lnTo>
                    <a:pt x="90230" y="602618"/>
                  </a:lnTo>
                  <a:lnTo>
                    <a:pt x="81146" y="600261"/>
                  </a:lnTo>
                  <a:lnTo>
                    <a:pt x="65960" y="597142"/>
                  </a:lnTo>
                  <a:lnTo>
                    <a:pt x="58125" y="594678"/>
                  </a:lnTo>
                  <a:lnTo>
                    <a:pt x="57066" y="594345"/>
                  </a:lnTo>
                  <a:lnTo>
                    <a:pt x="56895" y="594292"/>
                  </a:lnTo>
                  <a:lnTo>
                    <a:pt x="56032" y="593958"/>
                  </a:lnTo>
                  <a:lnTo>
                    <a:pt x="54230" y="593261"/>
                  </a:lnTo>
                  <a:lnTo>
                    <a:pt x="53260" y="592886"/>
                  </a:lnTo>
                  <a:lnTo>
                    <a:pt x="52512" y="592597"/>
                  </a:lnTo>
                  <a:lnTo>
                    <a:pt x="52180" y="592468"/>
                  </a:lnTo>
                  <a:lnTo>
                    <a:pt x="47894" y="590812"/>
                  </a:lnTo>
                  <a:lnTo>
                    <a:pt x="47034" y="590479"/>
                  </a:lnTo>
                  <a:lnTo>
                    <a:pt x="44662" y="589562"/>
                  </a:lnTo>
                  <a:lnTo>
                    <a:pt x="44448" y="589481"/>
                  </a:lnTo>
                  <a:lnTo>
                    <a:pt x="43442" y="589103"/>
                  </a:lnTo>
                  <a:lnTo>
                    <a:pt x="42816" y="588867"/>
                  </a:lnTo>
                  <a:lnTo>
                    <a:pt x="37832" y="586990"/>
                  </a:lnTo>
                  <a:lnTo>
                    <a:pt x="36566" y="586513"/>
                  </a:lnTo>
                  <a:lnTo>
                    <a:pt x="35684" y="586181"/>
                  </a:lnTo>
                  <a:lnTo>
                    <a:pt x="30354" y="584174"/>
                  </a:lnTo>
                  <a:lnTo>
                    <a:pt x="30004" y="584042"/>
                  </a:lnTo>
                  <a:lnTo>
                    <a:pt x="29154" y="583722"/>
                  </a:lnTo>
                  <a:lnTo>
                    <a:pt x="25921" y="582505"/>
                  </a:lnTo>
                  <a:lnTo>
                    <a:pt x="19922" y="580871"/>
                  </a:lnTo>
                  <a:lnTo>
                    <a:pt x="17353" y="580017"/>
                  </a:lnTo>
                  <a:lnTo>
                    <a:pt x="15794" y="579218"/>
                  </a:lnTo>
                  <a:lnTo>
                    <a:pt x="11946" y="576364"/>
                  </a:lnTo>
                  <a:lnTo>
                    <a:pt x="10615" y="575533"/>
                  </a:lnTo>
                  <a:lnTo>
                    <a:pt x="10062" y="575281"/>
                  </a:lnTo>
                  <a:lnTo>
                    <a:pt x="5856" y="573152"/>
                  </a:lnTo>
                  <a:lnTo>
                    <a:pt x="7686" y="569577"/>
                  </a:lnTo>
                  <a:lnTo>
                    <a:pt x="8736" y="567526"/>
                  </a:lnTo>
                  <a:lnTo>
                    <a:pt x="549" y="563451"/>
                  </a:lnTo>
                  <a:lnTo>
                    <a:pt x="0" y="562937"/>
                  </a:lnTo>
                  <a:lnTo>
                    <a:pt x="210" y="562514"/>
                  </a:lnTo>
                  <a:lnTo>
                    <a:pt x="405" y="562124"/>
                  </a:lnTo>
                  <a:lnTo>
                    <a:pt x="753" y="561428"/>
                  </a:lnTo>
                  <a:lnTo>
                    <a:pt x="1049" y="560833"/>
                  </a:lnTo>
                  <a:lnTo>
                    <a:pt x="1590" y="559750"/>
                  </a:lnTo>
                  <a:lnTo>
                    <a:pt x="2684" y="557662"/>
                  </a:lnTo>
                  <a:lnTo>
                    <a:pt x="3716" y="555693"/>
                  </a:lnTo>
                  <a:lnTo>
                    <a:pt x="4809" y="553606"/>
                  </a:lnTo>
                  <a:lnTo>
                    <a:pt x="7948" y="547613"/>
                  </a:lnTo>
                  <a:lnTo>
                    <a:pt x="15204" y="533764"/>
                  </a:lnTo>
                  <a:lnTo>
                    <a:pt x="16735" y="530840"/>
                  </a:lnTo>
                  <a:lnTo>
                    <a:pt x="21744" y="521278"/>
                  </a:lnTo>
                  <a:lnTo>
                    <a:pt x="32195" y="500973"/>
                  </a:lnTo>
                  <a:lnTo>
                    <a:pt x="50681" y="465051"/>
                  </a:lnTo>
                  <a:lnTo>
                    <a:pt x="50908" y="464610"/>
                  </a:lnTo>
                  <a:lnTo>
                    <a:pt x="61979" y="444809"/>
                  </a:lnTo>
                  <a:lnTo>
                    <a:pt x="75093" y="421352"/>
                  </a:lnTo>
                  <a:lnTo>
                    <a:pt x="90551" y="397505"/>
                  </a:lnTo>
                  <a:lnTo>
                    <a:pt x="93943" y="392271"/>
                  </a:lnTo>
                  <a:lnTo>
                    <a:pt x="111015" y="373368"/>
                  </a:lnTo>
                  <a:lnTo>
                    <a:pt x="117951" y="367017"/>
                  </a:lnTo>
                  <a:lnTo>
                    <a:pt x="124675" y="360860"/>
                  </a:lnTo>
                  <a:lnTo>
                    <a:pt x="125200" y="360523"/>
                  </a:lnTo>
                  <a:lnTo>
                    <a:pt x="139586" y="348043"/>
                  </a:lnTo>
                  <a:lnTo>
                    <a:pt x="148585" y="339531"/>
                  </a:lnTo>
                  <a:lnTo>
                    <a:pt x="160328" y="328424"/>
                  </a:lnTo>
                  <a:lnTo>
                    <a:pt x="170584" y="313289"/>
                  </a:lnTo>
                  <a:lnTo>
                    <a:pt x="171125" y="312490"/>
                  </a:lnTo>
                  <a:lnTo>
                    <a:pt x="180369" y="298847"/>
                  </a:lnTo>
                  <a:lnTo>
                    <a:pt x="194700" y="277922"/>
                  </a:lnTo>
                  <a:lnTo>
                    <a:pt x="195307" y="277036"/>
                  </a:lnTo>
                  <a:lnTo>
                    <a:pt x="207636" y="265161"/>
                  </a:lnTo>
                  <a:lnTo>
                    <a:pt x="213394" y="260900"/>
                  </a:lnTo>
                  <a:lnTo>
                    <a:pt x="213606" y="260714"/>
                  </a:lnTo>
                  <a:lnTo>
                    <a:pt x="222557" y="252333"/>
                  </a:lnTo>
                  <a:lnTo>
                    <a:pt x="226191" y="248874"/>
                  </a:lnTo>
                  <a:lnTo>
                    <a:pt x="228701" y="246486"/>
                  </a:lnTo>
                  <a:lnTo>
                    <a:pt x="239747" y="235974"/>
                  </a:lnTo>
                  <a:lnTo>
                    <a:pt x="247325" y="227593"/>
                  </a:lnTo>
                  <a:lnTo>
                    <a:pt x="261383" y="212043"/>
                  </a:lnTo>
                  <a:lnTo>
                    <a:pt x="271622" y="197074"/>
                  </a:lnTo>
                  <a:lnTo>
                    <a:pt x="278830" y="186536"/>
                  </a:lnTo>
                  <a:lnTo>
                    <a:pt x="303666" y="156990"/>
                  </a:lnTo>
                  <a:lnTo>
                    <a:pt x="317271" y="140804"/>
                  </a:lnTo>
                  <a:lnTo>
                    <a:pt x="328091" y="128733"/>
                  </a:lnTo>
                  <a:lnTo>
                    <a:pt x="336684" y="119144"/>
                  </a:lnTo>
                  <a:lnTo>
                    <a:pt x="361284" y="90215"/>
                  </a:lnTo>
                  <a:lnTo>
                    <a:pt x="363721" y="87596"/>
                  </a:lnTo>
                  <a:lnTo>
                    <a:pt x="370179" y="80654"/>
                  </a:lnTo>
                  <a:lnTo>
                    <a:pt x="378666" y="71530"/>
                  </a:lnTo>
                  <a:lnTo>
                    <a:pt x="393822" y="53667"/>
                  </a:lnTo>
                  <a:lnTo>
                    <a:pt x="404985" y="40510"/>
                  </a:lnTo>
                  <a:lnTo>
                    <a:pt x="424191" y="21123"/>
                  </a:lnTo>
                  <a:lnTo>
                    <a:pt x="431995" y="16979"/>
                  </a:lnTo>
                  <a:lnTo>
                    <a:pt x="433364" y="16252"/>
                  </a:lnTo>
                  <a:lnTo>
                    <a:pt x="442448" y="11429"/>
                  </a:lnTo>
                  <a:lnTo>
                    <a:pt x="451390" y="6728"/>
                  </a:lnTo>
                  <a:lnTo>
                    <a:pt x="455833" y="4393"/>
                  </a:lnTo>
                  <a:lnTo>
                    <a:pt x="459045" y="2704"/>
                  </a:lnTo>
                  <a:lnTo>
                    <a:pt x="461293" y="642"/>
                  </a:lnTo>
                  <a:lnTo>
                    <a:pt x="461668" y="298"/>
                  </a:lnTo>
                  <a:lnTo>
                    <a:pt x="461852" y="129"/>
                  </a:lnTo>
                  <a:lnTo>
                    <a:pt x="462082" y="0"/>
                  </a:lnTo>
                  <a:lnTo>
                    <a:pt x="470986" y="7953"/>
                  </a:lnTo>
                  <a:lnTo>
                    <a:pt x="472732" y="9513"/>
                  </a:lnTo>
                  <a:lnTo>
                    <a:pt x="473200" y="9931"/>
                  </a:lnTo>
                  <a:lnTo>
                    <a:pt x="490621" y="23159"/>
                  </a:lnTo>
                  <a:lnTo>
                    <a:pt x="490156" y="23992"/>
                  </a:lnTo>
                  <a:lnTo>
                    <a:pt x="488832" y="26367"/>
                  </a:lnTo>
                  <a:lnTo>
                    <a:pt x="483464" y="31492"/>
                  </a:lnTo>
                  <a:lnTo>
                    <a:pt x="479602" y="36686"/>
                  </a:lnTo>
                  <a:lnTo>
                    <a:pt x="477162" y="41465"/>
                  </a:lnTo>
                  <a:lnTo>
                    <a:pt x="475942" y="46036"/>
                  </a:lnTo>
                  <a:lnTo>
                    <a:pt x="473139" y="57170"/>
                  </a:lnTo>
                  <a:lnTo>
                    <a:pt x="470860" y="68683"/>
                  </a:lnTo>
                  <a:lnTo>
                    <a:pt x="468218" y="75954"/>
                  </a:lnTo>
                  <a:lnTo>
                    <a:pt x="465714" y="80755"/>
                  </a:lnTo>
                  <a:lnTo>
                    <a:pt x="462081" y="85975"/>
                  </a:lnTo>
                  <a:lnTo>
                    <a:pt x="458545" y="89890"/>
                  </a:lnTo>
                  <a:lnTo>
                    <a:pt x="454125" y="93805"/>
                  </a:lnTo>
                  <a:lnTo>
                    <a:pt x="448822" y="97620"/>
                  </a:lnTo>
                  <a:lnTo>
                    <a:pt x="444500" y="100129"/>
                  </a:lnTo>
                  <a:lnTo>
                    <a:pt x="437330" y="103442"/>
                  </a:lnTo>
                  <a:lnTo>
                    <a:pt x="428232" y="107847"/>
                  </a:lnTo>
                  <a:lnTo>
                    <a:pt x="428000" y="107959"/>
                  </a:lnTo>
                  <a:lnTo>
                    <a:pt x="423364" y="111717"/>
                  </a:lnTo>
                  <a:lnTo>
                    <a:pt x="420440" y="114563"/>
                  </a:lnTo>
                  <a:lnTo>
                    <a:pt x="418985" y="117326"/>
                  </a:lnTo>
                  <a:lnTo>
                    <a:pt x="417960" y="119240"/>
                  </a:lnTo>
                  <a:lnTo>
                    <a:pt x="415115" y="124547"/>
                  </a:lnTo>
                  <a:lnTo>
                    <a:pt x="412860" y="129049"/>
                  </a:lnTo>
                  <a:lnTo>
                    <a:pt x="406982" y="140785"/>
                  </a:lnTo>
                  <a:lnTo>
                    <a:pt x="404429" y="145603"/>
                  </a:lnTo>
                  <a:lnTo>
                    <a:pt x="392762" y="160832"/>
                  </a:lnTo>
                  <a:lnTo>
                    <a:pt x="392453" y="161236"/>
                  </a:lnTo>
                  <a:lnTo>
                    <a:pt x="389351" y="165957"/>
                  </a:lnTo>
                  <a:lnTo>
                    <a:pt x="381757" y="177514"/>
                  </a:lnTo>
                  <a:lnTo>
                    <a:pt x="379740" y="180585"/>
                  </a:lnTo>
                  <a:lnTo>
                    <a:pt x="378998" y="181714"/>
                  </a:lnTo>
                  <a:lnTo>
                    <a:pt x="381959" y="184631"/>
                  </a:lnTo>
                  <a:lnTo>
                    <a:pt x="382982" y="186497"/>
                  </a:lnTo>
                  <a:lnTo>
                    <a:pt x="383645" y="187706"/>
                  </a:lnTo>
                  <a:lnTo>
                    <a:pt x="401456" y="220189"/>
                  </a:lnTo>
                  <a:lnTo>
                    <a:pt x="403166" y="223308"/>
                  </a:lnTo>
                  <a:lnTo>
                    <a:pt x="404131" y="225067"/>
                  </a:lnTo>
                  <a:lnTo>
                    <a:pt x="406989" y="227795"/>
                  </a:lnTo>
                  <a:lnTo>
                    <a:pt x="418961" y="232229"/>
                  </a:lnTo>
                  <a:lnTo>
                    <a:pt x="428613" y="234495"/>
                  </a:lnTo>
                  <a:lnTo>
                    <a:pt x="431801" y="235244"/>
                  </a:lnTo>
                  <a:lnTo>
                    <a:pt x="450887" y="237727"/>
                  </a:lnTo>
                  <a:lnTo>
                    <a:pt x="464936" y="238419"/>
                  </a:lnTo>
                  <a:lnTo>
                    <a:pt x="494955" y="239897"/>
                  </a:lnTo>
                  <a:lnTo>
                    <a:pt x="495695" y="239934"/>
                  </a:lnTo>
                  <a:lnTo>
                    <a:pt x="496409" y="239969"/>
                  </a:lnTo>
                  <a:lnTo>
                    <a:pt x="507736" y="240891"/>
                  </a:lnTo>
                  <a:lnTo>
                    <a:pt x="507965" y="240910"/>
                  </a:lnTo>
                  <a:lnTo>
                    <a:pt x="509356" y="241023"/>
                  </a:lnTo>
                  <a:lnTo>
                    <a:pt x="536013" y="243193"/>
                  </a:lnTo>
                  <a:lnTo>
                    <a:pt x="555082" y="244646"/>
                  </a:lnTo>
                  <a:lnTo>
                    <a:pt x="556344" y="244742"/>
                  </a:lnTo>
                  <a:lnTo>
                    <a:pt x="583889" y="246840"/>
                  </a:lnTo>
                  <a:lnTo>
                    <a:pt x="584028" y="246866"/>
                  </a:lnTo>
                  <a:lnTo>
                    <a:pt x="584847" y="247015"/>
                  </a:lnTo>
                  <a:lnTo>
                    <a:pt x="596966" y="249229"/>
                  </a:lnTo>
                  <a:lnTo>
                    <a:pt x="622765" y="253941"/>
                  </a:lnTo>
                  <a:lnTo>
                    <a:pt x="632059" y="255639"/>
                  </a:lnTo>
                  <a:lnTo>
                    <a:pt x="634454" y="256076"/>
                  </a:lnTo>
                  <a:lnTo>
                    <a:pt x="636008" y="256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66"/>
            <p:cNvSpPr/>
            <p:nvPr/>
          </p:nvSpPr>
          <p:spPr>
            <a:xfrm>
              <a:off x="5742618" y="2500625"/>
              <a:ext cx="448532" cy="318594"/>
            </a:xfrm>
            <a:custGeom>
              <a:avLst/>
              <a:pathLst>
                <a:path w="448532" h="318594">
                  <a:moveTo>
                    <a:pt x="272150" y="10832"/>
                  </a:moveTo>
                  <a:lnTo>
                    <a:pt x="276760" y="15263"/>
                  </a:lnTo>
                  <a:lnTo>
                    <a:pt x="282622" y="10832"/>
                  </a:lnTo>
                  <a:lnTo>
                    <a:pt x="284006" y="9785"/>
                  </a:lnTo>
                  <a:lnTo>
                    <a:pt x="285046" y="8999"/>
                  </a:lnTo>
                  <a:lnTo>
                    <a:pt x="286961" y="10832"/>
                  </a:lnTo>
                  <a:lnTo>
                    <a:pt x="294747" y="18283"/>
                  </a:lnTo>
                  <a:lnTo>
                    <a:pt x="295039" y="18563"/>
                  </a:lnTo>
                  <a:lnTo>
                    <a:pt x="294532" y="19002"/>
                  </a:lnTo>
                  <a:lnTo>
                    <a:pt x="293046" y="20290"/>
                  </a:lnTo>
                  <a:lnTo>
                    <a:pt x="293748" y="21247"/>
                  </a:lnTo>
                  <a:lnTo>
                    <a:pt x="298502" y="27725"/>
                  </a:lnTo>
                  <a:lnTo>
                    <a:pt x="297442" y="28349"/>
                  </a:lnTo>
                  <a:lnTo>
                    <a:pt x="290858" y="32221"/>
                  </a:lnTo>
                  <a:lnTo>
                    <a:pt x="289255" y="33164"/>
                  </a:lnTo>
                  <a:lnTo>
                    <a:pt x="282192" y="37318"/>
                  </a:lnTo>
                  <a:lnTo>
                    <a:pt x="279586" y="41031"/>
                  </a:lnTo>
                  <a:lnTo>
                    <a:pt x="278428" y="42680"/>
                  </a:lnTo>
                  <a:lnTo>
                    <a:pt x="277902" y="47325"/>
                  </a:lnTo>
                  <a:lnTo>
                    <a:pt x="278160" y="53659"/>
                  </a:lnTo>
                  <a:lnTo>
                    <a:pt x="278178" y="54099"/>
                  </a:lnTo>
                  <a:lnTo>
                    <a:pt x="278842" y="54215"/>
                  </a:lnTo>
                  <a:lnTo>
                    <a:pt x="280747" y="54338"/>
                  </a:lnTo>
                  <a:lnTo>
                    <a:pt x="295475" y="55293"/>
                  </a:lnTo>
                  <a:lnTo>
                    <a:pt x="295620" y="57484"/>
                  </a:lnTo>
                  <a:lnTo>
                    <a:pt x="298862" y="67749"/>
                  </a:lnTo>
                  <a:lnTo>
                    <a:pt x="300854" y="74054"/>
                  </a:lnTo>
                  <a:lnTo>
                    <a:pt x="303450" y="73982"/>
                  </a:lnTo>
                  <a:lnTo>
                    <a:pt x="306825" y="81563"/>
                  </a:lnTo>
                  <a:lnTo>
                    <a:pt x="307547" y="83185"/>
                  </a:lnTo>
                  <a:lnTo>
                    <a:pt x="309072" y="84370"/>
                  </a:lnTo>
                  <a:lnTo>
                    <a:pt x="309845" y="84970"/>
                  </a:lnTo>
                  <a:lnTo>
                    <a:pt x="311802" y="85714"/>
                  </a:lnTo>
                  <a:lnTo>
                    <a:pt x="317872" y="87084"/>
                  </a:lnTo>
                  <a:lnTo>
                    <a:pt x="320068" y="88143"/>
                  </a:lnTo>
                  <a:lnTo>
                    <a:pt x="323018" y="90643"/>
                  </a:lnTo>
                  <a:lnTo>
                    <a:pt x="324491" y="92667"/>
                  </a:lnTo>
                  <a:lnTo>
                    <a:pt x="324982" y="93660"/>
                  </a:lnTo>
                  <a:lnTo>
                    <a:pt x="328955" y="101691"/>
                  </a:lnTo>
                  <a:lnTo>
                    <a:pt x="329488" y="103160"/>
                  </a:lnTo>
                  <a:lnTo>
                    <a:pt x="330637" y="106323"/>
                  </a:lnTo>
                  <a:lnTo>
                    <a:pt x="331538" y="108040"/>
                  </a:lnTo>
                  <a:lnTo>
                    <a:pt x="331683" y="108282"/>
                  </a:lnTo>
                  <a:lnTo>
                    <a:pt x="332451" y="109560"/>
                  </a:lnTo>
                  <a:lnTo>
                    <a:pt x="333048" y="110554"/>
                  </a:lnTo>
                  <a:lnTo>
                    <a:pt x="333500" y="111265"/>
                  </a:lnTo>
                  <a:lnTo>
                    <a:pt x="333662" y="111469"/>
                  </a:lnTo>
                  <a:lnTo>
                    <a:pt x="341045" y="124752"/>
                  </a:lnTo>
                  <a:lnTo>
                    <a:pt x="341175" y="124955"/>
                  </a:lnTo>
                  <a:lnTo>
                    <a:pt x="346206" y="132831"/>
                  </a:lnTo>
                  <a:lnTo>
                    <a:pt x="348990" y="136945"/>
                  </a:lnTo>
                  <a:lnTo>
                    <a:pt x="349721" y="138025"/>
                  </a:lnTo>
                  <a:lnTo>
                    <a:pt x="353762" y="143996"/>
                  </a:lnTo>
                  <a:lnTo>
                    <a:pt x="356324" y="147670"/>
                  </a:lnTo>
                  <a:lnTo>
                    <a:pt x="356902" y="148526"/>
                  </a:lnTo>
                  <a:lnTo>
                    <a:pt x="377536" y="147048"/>
                  </a:lnTo>
                  <a:lnTo>
                    <a:pt x="390347" y="149776"/>
                  </a:lnTo>
                  <a:lnTo>
                    <a:pt x="417037" y="141046"/>
                  </a:lnTo>
                  <a:lnTo>
                    <a:pt x="435721" y="136136"/>
                  </a:lnTo>
                  <a:lnTo>
                    <a:pt x="442747" y="132853"/>
                  </a:lnTo>
                  <a:lnTo>
                    <a:pt x="440525" y="147593"/>
                  </a:lnTo>
                  <a:lnTo>
                    <a:pt x="444262" y="157960"/>
                  </a:lnTo>
                  <a:lnTo>
                    <a:pt x="448532" y="171054"/>
                  </a:lnTo>
                  <a:lnTo>
                    <a:pt x="448532" y="189604"/>
                  </a:lnTo>
                  <a:lnTo>
                    <a:pt x="442029" y="203860"/>
                  </a:lnTo>
                  <a:lnTo>
                    <a:pt x="441984" y="204779"/>
                  </a:lnTo>
                  <a:lnTo>
                    <a:pt x="441441" y="215919"/>
                  </a:lnTo>
                  <a:lnTo>
                    <a:pt x="441192" y="221043"/>
                  </a:lnTo>
                  <a:lnTo>
                    <a:pt x="440880" y="227461"/>
                  </a:lnTo>
                  <a:lnTo>
                    <a:pt x="440948" y="228380"/>
                  </a:lnTo>
                  <a:lnTo>
                    <a:pt x="441408" y="234553"/>
                  </a:lnTo>
                  <a:lnTo>
                    <a:pt x="441611" y="237268"/>
                  </a:lnTo>
                  <a:lnTo>
                    <a:pt x="441631" y="237540"/>
                  </a:lnTo>
                  <a:lnTo>
                    <a:pt x="441844" y="240455"/>
                  </a:lnTo>
                  <a:lnTo>
                    <a:pt x="442200" y="245319"/>
                  </a:lnTo>
                  <a:lnTo>
                    <a:pt x="442283" y="246458"/>
                  </a:lnTo>
                  <a:lnTo>
                    <a:pt x="445151" y="248425"/>
                  </a:lnTo>
                  <a:lnTo>
                    <a:pt x="446778" y="249541"/>
                  </a:lnTo>
                  <a:lnTo>
                    <a:pt x="447348" y="251234"/>
                  </a:lnTo>
                  <a:lnTo>
                    <a:pt x="448208" y="253793"/>
                  </a:lnTo>
                  <a:lnTo>
                    <a:pt x="448005" y="254465"/>
                  </a:lnTo>
                  <a:lnTo>
                    <a:pt x="447710" y="255439"/>
                  </a:lnTo>
                  <a:lnTo>
                    <a:pt x="443353" y="258379"/>
                  </a:lnTo>
                  <a:lnTo>
                    <a:pt x="441996" y="259294"/>
                  </a:lnTo>
                  <a:lnTo>
                    <a:pt x="441571" y="259519"/>
                  </a:lnTo>
                  <a:lnTo>
                    <a:pt x="438348" y="261223"/>
                  </a:lnTo>
                  <a:lnTo>
                    <a:pt x="437565" y="261637"/>
                  </a:lnTo>
                  <a:lnTo>
                    <a:pt x="433985" y="263259"/>
                  </a:lnTo>
                  <a:lnTo>
                    <a:pt x="433198" y="263616"/>
                  </a:lnTo>
                  <a:lnTo>
                    <a:pt x="436930" y="273829"/>
                  </a:lnTo>
                  <a:lnTo>
                    <a:pt x="437890" y="276457"/>
                  </a:lnTo>
                  <a:lnTo>
                    <a:pt x="438228" y="277383"/>
                  </a:lnTo>
                  <a:lnTo>
                    <a:pt x="442784" y="289850"/>
                  </a:lnTo>
                  <a:lnTo>
                    <a:pt x="444863" y="295542"/>
                  </a:lnTo>
                  <a:lnTo>
                    <a:pt x="443758" y="295789"/>
                  </a:lnTo>
                  <a:lnTo>
                    <a:pt x="422667" y="300498"/>
                  </a:lnTo>
                  <a:lnTo>
                    <a:pt x="417645" y="302210"/>
                  </a:lnTo>
                  <a:lnTo>
                    <a:pt x="405713" y="306279"/>
                  </a:lnTo>
                  <a:lnTo>
                    <a:pt x="398281" y="308945"/>
                  </a:lnTo>
                  <a:lnTo>
                    <a:pt x="396741" y="309498"/>
                  </a:lnTo>
                  <a:lnTo>
                    <a:pt x="393086" y="310809"/>
                  </a:lnTo>
                  <a:lnTo>
                    <a:pt x="393886" y="312548"/>
                  </a:lnTo>
                  <a:lnTo>
                    <a:pt x="395932" y="316992"/>
                  </a:lnTo>
                  <a:lnTo>
                    <a:pt x="392101" y="317179"/>
                  </a:lnTo>
                  <a:lnTo>
                    <a:pt x="390140" y="317275"/>
                  </a:lnTo>
                  <a:lnTo>
                    <a:pt x="363299" y="318586"/>
                  </a:lnTo>
                  <a:lnTo>
                    <a:pt x="360962" y="318594"/>
                  </a:lnTo>
                  <a:lnTo>
                    <a:pt x="351343" y="318488"/>
                  </a:lnTo>
                  <a:lnTo>
                    <a:pt x="342201" y="318388"/>
                  </a:lnTo>
                  <a:lnTo>
                    <a:pt x="339162" y="318355"/>
                  </a:lnTo>
                  <a:lnTo>
                    <a:pt x="333791" y="318296"/>
                  </a:lnTo>
                  <a:lnTo>
                    <a:pt x="327267" y="318225"/>
                  </a:lnTo>
                  <a:lnTo>
                    <a:pt x="321323" y="318160"/>
                  </a:lnTo>
                  <a:lnTo>
                    <a:pt x="320697" y="318153"/>
                  </a:lnTo>
                  <a:lnTo>
                    <a:pt x="313447" y="318074"/>
                  </a:lnTo>
                  <a:lnTo>
                    <a:pt x="307823" y="318012"/>
                  </a:lnTo>
                  <a:lnTo>
                    <a:pt x="301195" y="317940"/>
                  </a:lnTo>
                  <a:lnTo>
                    <a:pt x="296798" y="317892"/>
                  </a:lnTo>
                  <a:lnTo>
                    <a:pt x="294140" y="317863"/>
                  </a:lnTo>
                  <a:lnTo>
                    <a:pt x="289523" y="317812"/>
                  </a:lnTo>
                  <a:lnTo>
                    <a:pt x="284093" y="317753"/>
                  </a:lnTo>
                  <a:lnTo>
                    <a:pt x="281623" y="317726"/>
                  </a:lnTo>
                  <a:lnTo>
                    <a:pt x="277958" y="317686"/>
                  </a:lnTo>
                  <a:lnTo>
                    <a:pt x="275316" y="317657"/>
                  </a:lnTo>
                  <a:lnTo>
                    <a:pt x="260939" y="317387"/>
                  </a:lnTo>
                  <a:lnTo>
                    <a:pt x="258228" y="317336"/>
                  </a:lnTo>
                  <a:lnTo>
                    <a:pt x="253768" y="317253"/>
                  </a:lnTo>
                  <a:lnTo>
                    <a:pt x="252969" y="317238"/>
                  </a:lnTo>
                  <a:lnTo>
                    <a:pt x="252610" y="317231"/>
                  </a:lnTo>
                  <a:lnTo>
                    <a:pt x="252248" y="317224"/>
                  </a:lnTo>
                  <a:lnTo>
                    <a:pt x="251835" y="317216"/>
                  </a:lnTo>
                  <a:lnTo>
                    <a:pt x="250600" y="317193"/>
                  </a:lnTo>
                  <a:lnTo>
                    <a:pt x="250020" y="317182"/>
                  </a:lnTo>
                  <a:lnTo>
                    <a:pt x="245031" y="317089"/>
                  </a:lnTo>
                  <a:lnTo>
                    <a:pt x="241597" y="317024"/>
                  </a:lnTo>
                  <a:lnTo>
                    <a:pt x="237097" y="316940"/>
                  </a:lnTo>
                  <a:lnTo>
                    <a:pt x="234378" y="316889"/>
                  </a:lnTo>
                  <a:lnTo>
                    <a:pt x="233399" y="316871"/>
                  </a:lnTo>
                  <a:lnTo>
                    <a:pt x="231213" y="316830"/>
                  </a:lnTo>
                  <a:lnTo>
                    <a:pt x="230304" y="316813"/>
                  </a:lnTo>
                  <a:lnTo>
                    <a:pt x="229164" y="316791"/>
                  </a:lnTo>
                  <a:lnTo>
                    <a:pt x="229164" y="316217"/>
                  </a:lnTo>
                  <a:lnTo>
                    <a:pt x="229163" y="315846"/>
                  </a:lnTo>
                  <a:lnTo>
                    <a:pt x="229163" y="315558"/>
                  </a:lnTo>
                  <a:lnTo>
                    <a:pt x="229160" y="313382"/>
                  </a:lnTo>
                  <a:lnTo>
                    <a:pt x="229148" y="303201"/>
                  </a:lnTo>
                  <a:lnTo>
                    <a:pt x="229146" y="301569"/>
                  </a:lnTo>
                  <a:lnTo>
                    <a:pt x="229132" y="290054"/>
                  </a:lnTo>
                  <a:lnTo>
                    <a:pt x="229119" y="278977"/>
                  </a:lnTo>
                  <a:lnTo>
                    <a:pt x="229579" y="269789"/>
                  </a:lnTo>
                  <a:lnTo>
                    <a:pt x="229596" y="269445"/>
                  </a:lnTo>
                  <a:lnTo>
                    <a:pt x="230117" y="259034"/>
                  </a:lnTo>
                  <a:lnTo>
                    <a:pt x="230150" y="258381"/>
                  </a:lnTo>
                  <a:lnTo>
                    <a:pt x="230623" y="257566"/>
                  </a:lnTo>
                  <a:lnTo>
                    <a:pt x="231923" y="255325"/>
                  </a:lnTo>
                  <a:lnTo>
                    <a:pt x="232192" y="249099"/>
                  </a:lnTo>
                  <a:lnTo>
                    <a:pt x="232273" y="247216"/>
                  </a:lnTo>
                  <a:lnTo>
                    <a:pt x="232568" y="240396"/>
                  </a:lnTo>
                  <a:lnTo>
                    <a:pt x="232882" y="237852"/>
                  </a:lnTo>
                  <a:lnTo>
                    <a:pt x="232988" y="236990"/>
                  </a:lnTo>
                  <a:lnTo>
                    <a:pt x="233244" y="234920"/>
                  </a:lnTo>
                  <a:lnTo>
                    <a:pt x="233450" y="233257"/>
                  </a:lnTo>
                  <a:lnTo>
                    <a:pt x="234599" y="223954"/>
                  </a:lnTo>
                  <a:lnTo>
                    <a:pt x="234641" y="223632"/>
                  </a:lnTo>
                  <a:lnTo>
                    <a:pt x="232928" y="222497"/>
                  </a:lnTo>
                  <a:lnTo>
                    <a:pt x="232680" y="222332"/>
                  </a:lnTo>
                  <a:lnTo>
                    <a:pt x="227017" y="220913"/>
                  </a:lnTo>
                  <a:lnTo>
                    <a:pt x="226251" y="220721"/>
                  </a:lnTo>
                  <a:lnTo>
                    <a:pt x="224779" y="220347"/>
                  </a:lnTo>
                  <a:lnTo>
                    <a:pt x="222296" y="219717"/>
                  </a:lnTo>
                  <a:lnTo>
                    <a:pt x="216801" y="218228"/>
                  </a:lnTo>
                  <a:lnTo>
                    <a:pt x="214562" y="217664"/>
                  </a:lnTo>
                  <a:lnTo>
                    <a:pt x="211058" y="219044"/>
                  </a:lnTo>
                  <a:lnTo>
                    <a:pt x="210068" y="220913"/>
                  </a:lnTo>
                  <a:lnTo>
                    <a:pt x="209228" y="222497"/>
                  </a:lnTo>
                  <a:lnTo>
                    <a:pt x="207686" y="225406"/>
                  </a:lnTo>
                  <a:lnTo>
                    <a:pt x="207565" y="225634"/>
                  </a:lnTo>
                  <a:lnTo>
                    <a:pt x="207259" y="226210"/>
                  </a:lnTo>
                  <a:lnTo>
                    <a:pt x="206642" y="227028"/>
                  </a:lnTo>
                  <a:lnTo>
                    <a:pt x="205294" y="228813"/>
                  </a:lnTo>
                  <a:lnTo>
                    <a:pt x="204679" y="229628"/>
                  </a:lnTo>
                  <a:lnTo>
                    <a:pt x="203790" y="230804"/>
                  </a:lnTo>
                  <a:lnTo>
                    <a:pt x="203134" y="231674"/>
                  </a:lnTo>
                  <a:lnTo>
                    <a:pt x="202859" y="232037"/>
                  </a:lnTo>
                  <a:lnTo>
                    <a:pt x="202348" y="232985"/>
                  </a:lnTo>
                  <a:lnTo>
                    <a:pt x="202202" y="233257"/>
                  </a:lnTo>
                  <a:lnTo>
                    <a:pt x="202124" y="233402"/>
                  </a:lnTo>
                  <a:lnTo>
                    <a:pt x="201798" y="234006"/>
                  </a:lnTo>
                  <a:lnTo>
                    <a:pt x="201247" y="235030"/>
                  </a:lnTo>
                  <a:lnTo>
                    <a:pt x="201132" y="235244"/>
                  </a:lnTo>
                  <a:lnTo>
                    <a:pt x="201059" y="235379"/>
                  </a:lnTo>
                  <a:lnTo>
                    <a:pt x="201159" y="235900"/>
                  </a:lnTo>
                  <a:lnTo>
                    <a:pt x="201294" y="236598"/>
                  </a:lnTo>
                  <a:lnTo>
                    <a:pt x="201067" y="237065"/>
                  </a:lnTo>
                  <a:lnTo>
                    <a:pt x="200582" y="238067"/>
                  </a:lnTo>
                  <a:lnTo>
                    <a:pt x="200481" y="238394"/>
                  </a:lnTo>
                  <a:lnTo>
                    <a:pt x="199953" y="240106"/>
                  </a:lnTo>
                  <a:lnTo>
                    <a:pt x="199575" y="241333"/>
                  </a:lnTo>
                  <a:lnTo>
                    <a:pt x="198926" y="243208"/>
                  </a:lnTo>
                  <a:lnTo>
                    <a:pt x="197939" y="246062"/>
                  </a:lnTo>
                  <a:lnTo>
                    <a:pt x="197387" y="249149"/>
                  </a:lnTo>
                  <a:lnTo>
                    <a:pt x="197285" y="249717"/>
                  </a:lnTo>
                  <a:lnTo>
                    <a:pt x="197177" y="250322"/>
                  </a:lnTo>
                  <a:lnTo>
                    <a:pt x="196867" y="252054"/>
                  </a:lnTo>
                  <a:lnTo>
                    <a:pt x="196755" y="252679"/>
                  </a:lnTo>
                  <a:lnTo>
                    <a:pt x="196565" y="253743"/>
                  </a:lnTo>
                  <a:lnTo>
                    <a:pt x="196383" y="254756"/>
                  </a:lnTo>
                  <a:lnTo>
                    <a:pt x="195021" y="255126"/>
                  </a:lnTo>
                  <a:lnTo>
                    <a:pt x="189468" y="254953"/>
                  </a:lnTo>
                  <a:lnTo>
                    <a:pt x="188901" y="254935"/>
                  </a:lnTo>
                  <a:lnTo>
                    <a:pt x="188448" y="254920"/>
                  </a:lnTo>
                  <a:lnTo>
                    <a:pt x="188201" y="254911"/>
                  </a:lnTo>
                  <a:lnTo>
                    <a:pt x="188062" y="254907"/>
                  </a:lnTo>
                  <a:lnTo>
                    <a:pt x="186667" y="249717"/>
                  </a:lnTo>
                  <a:lnTo>
                    <a:pt x="184878" y="243057"/>
                  </a:lnTo>
                  <a:lnTo>
                    <a:pt x="183738" y="238814"/>
                  </a:lnTo>
                  <a:lnTo>
                    <a:pt x="189385" y="230646"/>
                  </a:lnTo>
                  <a:lnTo>
                    <a:pt x="191593" y="227451"/>
                  </a:lnTo>
                  <a:lnTo>
                    <a:pt x="195346" y="222023"/>
                  </a:lnTo>
                  <a:lnTo>
                    <a:pt x="198150" y="217967"/>
                  </a:lnTo>
                  <a:lnTo>
                    <a:pt x="205923" y="206724"/>
                  </a:lnTo>
                  <a:lnTo>
                    <a:pt x="206500" y="198779"/>
                  </a:lnTo>
                  <a:lnTo>
                    <a:pt x="205550" y="195123"/>
                  </a:lnTo>
                  <a:lnTo>
                    <a:pt x="203275" y="186371"/>
                  </a:lnTo>
                  <a:lnTo>
                    <a:pt x="182962" y="165212"/>
                  </a:lnTo>
                  <a:lnTo>
                    <a:pt x="166049" y="147596"/>
                  </a:lnTo>
                  <a:lnTo>
                    <a:pt x="157272" y="142050"/>
                  </a:lnTo>
                  <a:lnTo>
                    <a:pt x="156376" y="141483"/>
                  </a:lnTo>
                  <a:lnTo>
                    <a:pt x="153009" y="139356"/>
                  </a:lnTo>
                  <a:lnTo>
                    <a:pt x="128748" y="124694"/>
                  </a:lnTo>
                  <a:lnTo>
                    <a:pt x="119104" y="119407"/>
                  </a:lnTo>
                  <a:lnTo>
                    <a:pt x="108699" y="118134"/>
                  </a:lnTo>
                  <a:lnTo>
                    <a:pt x="99216" y="117869"/>
                  </a:lnTo>
                  <a:lnTo>
                    <a:pt x="87000" y="120604"/>
                  </a:lnTo>
                  <a:lnTo>
                    <a:pt x="66892" y="130587"/>
                  </a:lnTo>
                  <a:lnTo>
                    <a:pt x="60192" y="133558"/>
                  </a:lnTo>
                  <a:lnTo>
                    <a:pt x="49438" y="139853"/>
                  </a:lnTo>
                  <a:lnTo>
                    <a:pt x="24116" y="154268"/>
                  </a:lnTo>
                  <a:lnTo>
                    <a:pt x="20529" y="156310"/>
                  </a:lnTo>
                  <a:lnTo>
                    <a:pt x="17496" y="153681"/>
                  </a:lnTo>
                  <a:lnTo>
                    <a:pt x="16301" y="152645"/>
                  </a:lnTo>
                  <a:lnTo>
                    <a:pt x="9901" y="147096"/>
                  </a:lnTo>
                  <a:lnTo>
                    <a:pt x="9154" y="146449"/>
                  </a:lnTo>
                  <a:lnTo>
                    <a:pt x="8341" y="145744"/>
                  </a:lnTo>
                  <a:lnTo>
                    <a:pt x="6115" y="143815"/>
                  </a:lnTo>
                  <a:lnTo>
                    <a:pt x="5042" y="142884"/>
                  </a:lnTo>
                  <a:lnTo>
                    <a:pt x="4344" y="142278"/>
                  </a:lnTo>
                  <a:lnTo>
                    <a:pt x="3451" y="141505"/>
                  </a:lnTo>
                  <a:lnTo>
                    <a:pt x="2322" y="140526"/>
                  </a:lnTo>
                  <a:lnTo>
                    <a:pt x="2159" y="140385"/>
                  </a:lnTo>
                  <a:lnTo>
                    <a:pt x="1898" y="140158"/>
                  </a:lnTo>
                  <a:lnTo>
                    <a:pt x="1376" y="139705"/>
                  </a:lnTo>
                  <a:lnTo>
                    <a:pt x="842" y="139243"/>
                  </a:lnTo>
                  <a:lnTo>
                    <a:pt x="622" y="139052"/>
                  </a:lnTo>
                  <a:lnTo>
                    <a:pt x="362" y="138826"/>
                  </a:lnTo>
                  <a:lnTo>
                    <a:pt x="0" y="138512"/>
                  </a:lnTo>
                  <a:lnTo>
                    <a:pt x="5457" y="131818"/>
                  </a:lnTo>
                  <a:lnTo>
                    <a:pt x="6827" y="130564"/>
                  </a:lnTo>
                  <a:lnTo>
                    <a:pt x="8567" y="128971"/>
                  </a:lnTo>
                  <a:lnTo>
                    <a:pt x="15936" y="122223"/>
                  </a:lnTo>
                  <a:lnTo>
                    <a:pt x="28380" y="113298"/>
                  </a:lnTo>
                  <a:lnTo>
                    <a:pt x="31545" y="111584"/>
                  </a:lnTo>
                  <a:lnTo>
                    <a:pt x="35573" y="109402"/>
                  </a:lnTo>
                  <a:lnTo>
                    <a:pt x="39673" y="107182"/>
                  </a:lnTo>
                  <a:lnTo>
                    <a:pt x="40657" y="106750"/>
                  </a:lnTo>
                  <a:lnTo>
                    <a:pt x="49120" y="103034"/>
                  </a:lnTo>
                  <a:lnTo>
                    <a:pt x="50606" y="102510"/>
                  </a:lnTo>
                  <a:lnTo>
                    <a:pt x="54651" y="101086"/>
                  </a:lnTo>
                  <a:lnTo>
                    <a:pt x="78990" y="92512"/>
                  </a:lnTo>
                  <a:lnTo>
                    <a:pt x="82558" y="91255"/>
                  </a:lnTo>
                  <a:lnTo>
                    <a:pt x="87061" y="89669"/>
                  </a:lnTo>
                  <a:lnTo>
                    <a:pt x="87761" y="89423"/>
                  </a:lnTo>
                  <a:lnTo>
                    <a:pt x="88485" y="89168"/>
                  </a:lnTo>
                  <a:lnTo>
                    <a:pt x="89063" y="88964"/>
                  </a:lnTo>
                  <a:lnTo>
                    <a:pt x="96543" y="86329"/>
                  </a:lnTo>
                  <a:lnTo>
                    <a:pt x="103358" y="83928"/>
                  </a:lnTo>
                  <a:lnTo>
                    <a:pt x="112344" y="80761"/>
                  </a:lnTo>
                  <a:lnTo>
                    <a:pt x="113089" y="80499"/>
                  </a:lnTo>
                  <a:lnTo>
                    <a:pt x="116352" y="79349"/>
                  </a:lnTo>
                  <a:lnTo>
                    <a:pt x="118162" y="78712"/>
                  </a:lnTo>
                  <a:lnTo>
                    <a:pt x="121441" y="77556"/>
                  </a:lnTo>
                  <a:lnTo>
                    <a:pt x="123848" y="76498"/>
                  </a:lnTo>
                  <a:lnTo>
                    <a:pt x="124129" y="76375"/>
                  </a:lnTo>
                  <a:lnTo>
                    <a:pt x="129372" y="74069"/>
                  </a:lnTo>
                  <a:lnTo>
                    <a:pt x="139892" y="69442"/>
                  </a:lnTo>
                  <a:lnTo>
                    <a:pt x="143072" y="68044"/>
                  </a:lnTo>
                  <a:lnTo>
                    <a:pt x="145336" y="67048"/>
                  </a:lnTo>
                  <a:lnTo>
                    <a:pt x="145796" y="66846"/>
                  </a:lnTo>
                  <a:lnTo>
                    <a:pt x="153683" y="63377"/>
                  </a:lnTo>
                  <a:lnTo>
                    <a:pt x="161165" y="60107"/>
                  </a:lnTo>
                  <a:lnTo>
                    <a:pt x="163802" y="58955"/>
                  </a:lnTo>
                  <a:lnTo>
                    <a:pt x="164291" y="58741"/>
                  </a:lnTo>
                  <a:lnTo>
                    <a:pt x="164578" y="58616"/>
                  </a:lnTo>
                  <a:lnTo>
                    <a:pt x="176722" y="53294"/>
                  </a:lnTo>
                  <a:lnTo>
                    <a:pt x="195996" y="44849"/>
                  </a:lnTo>
                  <a:lnTo>
                    <a:pt x="198404" y="43794"/>
                  </a:lnTo>
                  <a:lnTo>
                    <a:pt x="199029" y="43520"/>
                  </a:lnTo>
                  <a:lnTo>
                    <a:pt x="202372" y="42054"/>
                  </a:lnTo>
                  <a:lnTo>
                    <a:pt x="206868" y="40541"/>
                  </a:lnTo>
                  <a:lnTo>
                    <a:pt x="208120" y="40120"/>
                  </a:lnTo>
                  <a:lnTo>
                    <a:pt x="208741" y="39911"/>
                  </a:lnTo>
                  <a:lnTo>
                    <a:pt x="212270" y="38431"/>
                  </a:lnTo>
                  <a:lnTo>
                    <a:pt x="213326" y="37985"/>
                  </a:lnTo>
                  <a:lnTo>
                    <a:pt x="223690" y="32314"/>
                  </a:lnTo>
                  <a:lnTo>
                    <a:pt x="230007" y="28784"/>
                  </a:lnTo>
                  <a:lnTo>
                    <a:pt x="231182" y="28127"/>
                  </a:lnTo>
                  <a:lnTo>
                    <a:pt x="234422" y="25461"/>
                  </a:lnTo>
                  <a:lnTo>
                    <a:pt x="241640" y="19522"/>
                  </a:lnTo>
                  <a:lnTo>
                    <a:pt x="244109" y="17491"/>
                  </a:lnTo>
                  <a:lnTo>
                    <a:pt x="247288" y="14312"/>
                  </a:lnTo>
                  <a:lnTo>
                    <a:pt x="255012" y="6591"/>
                  </a:lnTo>
                  <a:lnTo>
                    <a:pt x="260804" y="0"/>
                  </a:lnTo>
                  <a:lnTo>
                    <a:pt x="261952" y="1029"/>
                  </a:lnTo>
                  <a:lnTo>
                    <a:pt x="262095" y="1166"/>
                  </a:lnTo>
                  <a:lnTo>
                    <a:pt x="267451" y="631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67"/>
            <p:cNvSpPr/>
            <p:nvPr/>
          </p:nvSpPr>
          <p:spPr>
            <a:xfrm>
              <a:off x="5557993" y="3649325"/>
              <a:ext cx="190275" cy="332228"/>
            </a:xfrm>
            <a:custGeom>
              <a:avLst/>
              <a:pathLst>
                <a:path w="190275" h="332228">
                  <a:moveTo>
                    <a:pt x="104885" y="62407"/>
                  </a:moveTo>
                  <a:lnTo>
                    <a:pt x="117216" y="66965"/>
                  </a:lnTo>
                  <a:lnTo>
                    <a:pt x="120936" y="66756"/>
                  </a:lnTo>
                  <a:lnTo>
                    <a:pt x="127966" y="59899"/>
                  </a:lnTo>
                  <a:lnTo>
                    <a:pt x="128706" y="60214"/>
                  </a:lnTo>
                  <a:lnTo>
                    <a:pt x="130217" y="60856"/>
                  </a:lnTo>
                  <a:lnTo>
                    <a:pt x="130901" y="61146"/>
                  </a:lnTo>
                  <a:lnTo>
                    <a:pt x="132316" y="61748"/>
                  </a:lnTo>
                  <a:lnTo>
                    <a:pt x="146005" y="66970"/>
                  </a:lnTo>
                  <a:lnTo>
                    <a:pt x="146671" y="67215"/>
                  </a:lnTo>
                  <a:lnTo>
                    <a:pt x="146989" y="67333"/>
                  </a:lnTo>
                  <a:lnTo>
                    <a:pt x="165030" y="73982"/>
                  </a:lnTo>
                  <a:lnTo>
                    <a:pt x="164578" y="75236"/>
                  </a:lnTo>
                  <a:lnTo>
                    <a:pt x="164057" y="76681"/>
                  </a:lnTo>
                  <a:lnTo>
                    <a:pt x="163480" y="78285"/>
                  </a:lnTo>
                  <a:lnTo>
                    <a:pt x="162244" y="81713"/>
                  </a:lnTo>
                  <a:lnTo>
                    <a:pt x="154198" y="104047"/>
                  </a:lnTo>
                  <a:lnTo>
                    <a:pt x="154119" y="104266"/>
                  </a:lnTo>
                  <a:lnTo>
                    <a:pt x="153097" y="107103"/>
                  </a:lnTo>
                  <a:lnTo>
                    <a:pt x="152003" y="110139"/>
                  </a:lnTo>
                  <a:lnTo>
                    <a:pt x="150260" y="114977"/>
                  </a:lnTo>
                  <a:lnTo>
                    <a:pt x="148955" y="118599"/>
                  </a:lnTo>
                  <a:lnTo>
                    <a:pt x="146398" y="125694"/>
                  </a:lnTo>
                  <a:lnTo>
                    <a:pt x="146172" y="126411"/>
                  </a:lnTo>
                  <a:lnTo>
                    <a:pt x="142558" y="137844"/>
                  </a:lnTo>
                  <a:lnTo>
                    <a:pt x="140271" y="142030"/>
                  </a:lnTo>
                  <a:lnTo>
                    <a:pt x="139444" y="142889"/>
                  </a:lnTo>
                  <a:lnTo>
                    <a:pt x="139055" y="143293"/>
                  </a:lnTo>
                  <a:lnTo>
                    <a:pt x="138531" y="143837"/>
                  </a:lnTo>
                  <a:lnTo>
                    <a:pt x="137043" y="145381"/>
                  </a:lnTo>
                  <a:lnTo>
                    <a:pt x="136536" y="145908"/>
                  </a:lnTo>
                  <a:lnTo>
                    <a:pt x="135552" y="146929"/>
                  </a:lnTo>
                  <a:lnTo>
                    <a:pt x="124298" y="152384"/>
                  </a:lnTo>
                  <a:lnTo>
                    <a:pt x="123463" y="152789"/>
                  </a:lnTo>
                  <a:lnTo>
                    <a:pt x="122761" y="153129"/>
                  </a:lnTo>
                  <a:lnTo>
                    <a:pt x="121992" y="153885"/>
                  </a:lnTo>
                  <a:lnTo>
                    <a:pt x="114648" y="161101"/>
                  </a:lnTo>
                  <a:lnTo>
                    <a:pt x="113820" y="161903"/>
                  </a:lnTo>
                  <a:lnTo>
                    <a:pt x="112903" y="162792"/>
                  </a:lnTo>
                  <a:lnTo>
                    <a:pt x="110239" y="165374"/>
                  </a:lnTo>
                  <a:lnTo>
                    <a:pt x="109678" y="165919"/>
                  </a:lnTo>
                  <a:lnTo>
                    <a:pt x="105998" y="167425"/>
                  </a:lnTo>
                  <a:lnTo>
                    <a:pt x="105970" y="168027"/>
                  </a:lnTo>
                  <a:lnTo>
                    <a:pt x="105952" y="168403"/>
                  </a:lnTo>
                  <a:lnTo>
                    <a:pt x="105910" y="169315"/>
                  </a:lnTo>
                  <a:lnTo>
                    <a:pt x="115540" y="171754"/>
                  </a:lnTo>
                  <a:lnTo>
                    <a:pt x="115784" y="171816"/>
                  </a:lnTo>
                  <a:lnTo>
                    <a:pt x="119274" y="174042"/>
                  </a:lnTo>
                  <a:lnTo>
                    <a:pt x="120928" y="173165"/>
                  </a:lnTo>
                  <a:lnTo>
                    <a:pt x="121162" y="173041"/>
                  </a:lnTo>
                  <a:lnTo>
                    <a:pt x="121931" y="173398"/>
                  </a:lnTo>
                  <a:lnTo>
                    <a:pt x="122766" y="173786"/>
                  </a:lnTo>
                  <a:lnTo>
                    <a:pt x="130153" y="177219"/>
                  </a:lnTo>
                  <a:lnTo>
                    <a:pt x="131464" y="179194"/>
                  </a:lnTo>
                  <a:lnTo>
                    <a:pt x="131946" y="179920"/>
                  </a:lnTo>
                  <a:lnTo>
                    <a:pt x="132596" y="180899"/>
                  </a:lnTo>
                  <a:lnTo>
                    <a:pt x="130718" y="182353"/>
                  </a:lnTo>
                  <a:lnTo>
                    <a:pt x="136137" y="185863"/>
                  </a:lnTo>
                  <a:lnTo>
                    <a:pt x="136548" y="186129"/>
                  </a:lnTo>
                  <a:lnTo>
                    <a:pt x="143792" y="190822"/>
                  </a:lnTo>
                  <a:lnTo>
                    <a:pt x="144695" y="191406"/>
                  </a:lnTo>
                  <a:lnTo>
                    <a:pt x="146927" y="192852"/>
                  </a:lnTo>
                  <a:lnTo>
                    <a:pt x="149030" y="194215"/>
                  </a:lnTo>
                  <a:lnTo>
                    <a:pt x="149558" y="194557"/>
                  </a:lnTo>
                  <a:lnTo>
                    <a:pt x="151195" y="195617"/>
                  </a:lnTo>
                  <a:lnTo>
                    <a:pt x="153898" y="197368"/>
                  </a:lnTo>
                  <a:lnTo>
                    <a:pt x="156576" y="199419"/>
                  </a:lnTo>
                  <a:lnTo>
                    <a:pt x="155886" y="202287"/>
                  </a:lnTo>
                  <a:lnTo>
                    <a:pt x="155552" y="203676"/>
                  </a:lnTo>
                  <a:lnTo>
                    <a:pt x="155295" y="204746"/>
                  </a:lnTo>
                  <a:lnTo>
                    <a:pt x="154235" y="209153"/>
                  </a:lnTo>
                  <a:lnTo>
                    <a:pt x="155657" y="217332"/>
                  </a:lnTo>
                  <a:lnTo>
                    <a:pt x="155572" y="218223"/>
                  </a:lnTo>
                  <a:lnTo>
                    <a:pt x="155486" y="219115"/>
                  </a:lnTo>
                  <a:lnTo>
                    <a:pt x="174779" y="231466"/>
                  </a:lnTo>
                  <a:lnTo>
                    <a:pt x="183011" y="229364"/>
                  </a:lnTo>
                  <a:lnTo>
                    <a:pt x="190275" y="240830"/>
                  </a:lnTo>
                  <a:lnTo>
                    <a:pt x="187845" y="242229"/>
                  </a:lnTo>
                  <a:lnTo>
                    <a:pt x="187660" y="242335"/>
                  </a:lnTo>
                  <a:lnTo>
                    <a:pt x="187888" y="245013"/>
                  </a:lnTo>
                  <a:lnTo>
                    <a:pt x="188128" y="247833"/>
                  </a:lnTo>
                  <a:lnTo>
                    <a:pt x="188798" y="256531"/>
                  </a:lnTo>
                  <a:lnTo>
                    <a:pt x="189269" y="262645"/>
                  </a:lnTo>
                  <a:lnTo>
                    <a:pt x="189226" y="263813"/>
                  </a:lnTo>
                  <a:lnTo>
                    <a:pt x="188902" y="272482"/>
                  </a:lnTo>
                  <a:lnTo>
                    <a:pt x="188856" y="273701"/>
                  </a:lnTo>
                  <a:lnTo>
                    <a:pt x="176348" y="273102"/>
                  </a:lnTo>
                  <a:lnTo>
                    <a:pt x="176181" y="273851"/>
                  </a:lnTo>
                  <a:lnTo>
                    <a:pt x="175886" y="275177"/>
                  </a:lnTo>
                  <a:lnTo>
                    <a:pt x="175789" y="275614"/>
                  </a:lnTo>
                  <a:lnTo>
                    <a:pt x="175693" y="277402"/>
                  </a:lnTo>
                  <a:lnTo>
                    <a:pt x="175264" y="285396"/>
                  </a:lnTo>
                  <a:lnTo>
                    <a:pt x="174209" y="290481"/>
                  </a:lnTo>
                  <a:lnTo>
                    <a:pt x="173032" y="293780"/>
                  </a:lnTo>
                  <a:lnTo>
                    <a:pt x="172885" y="294189"/>
                  </a:lnTo>
                  <a:lnTo>
                    <a:pt x="172375" y="295602"/>
                  </a:lnTo>
                  <a:lnTo>
                    <a:pt x="167896" y="304648"/>
                  </a:lnTo>
                  <a:lnTo>
                    <a:pt x="164172" y="312172"/>
                  </a:lnTo>
                  <a:lnTo>
                    <a:pt x="164063" y="312391"/>
                  </a:lnTo>
                  <a:lnTo>
                    <a:pt x="160445" y="322865"/>
                  </a:lnTo>
                  <a:lnTo>
                    <a:pt x="156670" y="322773"/>
                  </a:lnTo>
                  <a:lnTo>
                    <a:pt x="155417" y="322527"/>
                  </a:lnTo>
                  <a:lnTo>
                    <a:pt x="154198" y="322139"/>
                  </a:lnTo>
                  <a:lnTo>
                    <a:pt x="153126" y="321665"/>
                  </a:lnTo>
                  <a:lnTo>
                    <a:pt x="152084" y="321066"/>
                  </a:lnTo>
                  <a:lnTo>
                    <a:pt x="151533" y="320688"/>
                  </a:lnTo>
                  <a:lnTo>
                    <a:pt x="150985" y="320261"/>
                  </a:lnTo>
                  <a:lnTo>
                    <a:pt x="150463" y="319801"/>
                  </a:lnTo>
                  <a:lnTo>
                    <a:pt x="149969" y="319310"/>
                  </a:lnTo>
                  <a:lnTo>
                    <a:pt x="146698" y="317326"/>
                  </a:lnTo>
                  <a:lnTo>
                    <a:pt x="138733" y="314579"/>
                  </a:lnTo>
                  <a:lnTo>
                    <a:pt x="138570" y="315630"/>
                  </a:lnTo>
                  <a:lnTo>
                    <a:pt x="138185" y="317347"/>
                  </a:lnTo>
                  <a:lnTo>
                    <a:pt x="136884" y="323134"/>
                  </a:lnTo>
                  <a:lnTo>
                    <a:pt x="134841" y="332228"/>
                  </a:lnTo>
                  <a:lnTo>
                    <a:pt x="130380" y="330989"/>
                  </a:lnTo>
                  <a:lnTo>
                    <a:pt x="113135" y="326199"/>
                  </a:lnTo>
                  <a:lnTo>
                    <a:pt x="91409" y="320164"/>
                  </a:lnTo>
                  <a:lnTo>
                    <a:pt x="78130" y="316476"/>
                  </a:lnTo>
                  <a:lnTo>
                    <a:pt x="72315" y="314860"/>
                  </a:lnTo>
                  <a:lnTo>
                    <a:pt x="50977" y="308934"/>
                  </a:lnTo>
                  <a:lnTo>
                    <a:pt x="17374" y="299600"/>
                  </a:lnTo>
                  <a:lnTo>
                    <a:pt x="10585" y="297638"/>
                  </a:lnTo>
                  <a:lnTo>
                    <a:pt x="11117" y="295990"/>
                  </a:lnTo>
                  <a:lnTo>
                    <a:pt x="12253" y="292471"/>
                  </a:lnTo>
                  <a:lnTo>
                    <a:pt x="18037" y="274553"/>
                  </a:lnTo>
                  <a:lnTo>
                    <a:pt x="22419" y="260977"/>
                  </a:lnTo>
                  <a:lnTo>
                    <a:pt x="39916" y="266477"/>
                  </a:lnTo>
                  <a:lnTo>
                    <a:pt x="42849" y="258059"/>
                  </a:lnTo>
                  <a:lnTo>
                    <a:pt x="42918" y="257794"/>
                  </a:lnTo>
                  <a:lnTo>
                    <a:pt x="43195" y="256493"/>
                  </a:lnTo>
                  <a:lnTo>
                    <a:pt x="43375" y="255175"/>
                  </a:lnTo>
                  <a:lnTo>
                    <a:pt x="43457" y="253846"/>
                  </a:lnTo>
                  <a:lnTo>
                    <a:pt x="43441" y="252514"/>
                  </a:lnTo>
                  <a:lnTo>
                    <a:pt x="43360" y="251480"/>
                  </a:lnTo>
                  <a:lnTo>
                    <a:pt x="43219" y="250452"/>
                  </a:lnTo>
                  <a:lnTo>
                    <a:pt x="43019" y="249435"/>
                  </a:lnTo>
                  <a:lnTo>
                    <a:pt x="42760" y="248431"/>
                  </a:lnTo>
                  <a:lnTo>
                    <a:pt x="42444" y="247445"/>
                  </a:lnTo>
                  <a:lnTo>
                    <a:pt x="42072" y="246480"/>
                  </a:lnTo>
                  <a:lnTo>
                    <a:pt x="41645" y="245538"/>
                  </a:lnTo>
                  <a:lnTo>
                    <a:pt x="41164" y="244625"/>
                  </a:lnTo>
                  <a:lnTo>
                    <a:pt x="41017" y="243760"/>
                  </a:lnTo>
                  <a:lnTo>
                    <a:pt x="37867" y="225141"/>
                  </a:lnTo>
                  <a:lnTo>
                    <a:pt x="37790" y="224712"/>
                  </a:lnTo>
                  <a:lnTo>
                    <a:pt x="36254" y="216179"/>
                  </a:lnTo>
                  <a:lnTo>
                    <a:pt x="31592" y="203919"/>
                  </a:lnTo>
                  <a:lnTo>
                    <a:pt x="26478" y="191849"/>
                  </a:lnTo>
                  <a:lnTo>
                    <a:pt x="23483" y="182788"/>
                  </a:lnTo>
                  <a:lnTo>
                    <a:pt x="23431" y="182631"/>
                  </a:lnTo>
                  <a:lnTo>
                    <a:pt x="22968" y="178703"/>
                  </a:lnTo>
                  <a:lnTo>
                    <a:pt x="22109" y="171408"/>
                  </a:lnTo>
                  <a:lnTo>
                    <a:pt x="20185" y="155076"/>
                  </a:lnTo>
                  <a:lnTo>
                    <a:pt x="19897" y="152630"/>
                  </a:lnTo>
                  <a:lnTo>
                    <a:pt x="19866" y="152366"/>
                  </a:lnTo>
                  <a:lnTo>
                    <a:pt x="22235" y="144251"/>
                  </a:lnTo>
                  <a:lnTo>
                    <a:pt x="22649" y="143124"/>
                  </a:lnTo>
                  <a:lnTo>
                    <a:pt x="23124" y="141827"/>
                  </a:lnTo>
                  <a:lnTo>
                    <a:pt x="16410" y="140368"/>
                  </a:lnTo>
                  <a:lnTo>
                    <a:pt x="13866" y="139244"/>
                  </a:lnTo>
                  <a:lnTo>
                    <a:pt x="11139" y="138040"/>
                  </a:lnTo>
                  <a:lnTo>
                    <a:pt x="9660" y="136450"/>
                  </a:lnTo>
                  <a:lnTo>
                    <a:pt x="12922" y="123926"/>
                  </a:lnTo>
                  <a:lnTo>
                    <a:pt x="12947" y="123779"/>
                  </a:lnTo>
                  <a:lnTo>
                    <a:pt x="14136" y="116791"/>
                  </a:lnTo>
                  <a:lnTo>
                    <a:pt x="17106" y="103535"/>
                  </a:lnTo>
                  <a:lnTo>
                    <a:pt x="17437" y="102057"/>
                  </a:lnTo>
                  <a:lnTo>
                    <a:pt x="18672" y="98862"/>
                  </a:lnTo>
                  <a:lnTo>
                    <a:pt x="20801" y="93353"/>
                  </a:lnTo>
                  <a:lnTo>
                    <a:pt x="21302" y="92059"/>
                  </a:lnTo>
                  <a:lnTo>
                    <a:pt x="21494" y="91561"/>
                  </a:lnTo>
                  <a:lnTo>
                    <a:pt x="23117" y="87363"/>
                  </a:lnTo>
                  <a:lnTo>
                    <a:pt x="25357" y="81568"/>
                  </a:lnTo>
                  <a:lnTo>
                    <a:pt x="26831" y="77754"/>
                  </a:lnTo>
                  <a:lnTo>
                    <a:pt x="33223" y="61218"/>
                  </a:lnTo>
                  <a:lnTo>
                    <a:pt x="32965" y="61128"/>
                  </a:lnTo>
                  <a:lnTo>
                    <a:pt x="27339" y="58945"/>
                  </a:lnTo>
                  <a:lnTo>
                    <a:pt x="16800" y="54856"/>
                  </a:lnTo>
                  <a:lnTo>
                    <a:pt x="2812" y="49351"/>
                  </a:lnTo>
                  <a:lnTo>
                    <a:pt x="0" y="48244"/>
                  </a:lnTo>
                  <a:lnTo>
                    <a:pt x="9898" y="47103"/>
                  </a:lnTo>
                  <a:lnTo>
                    <a:pt x="12183" y="46318"/>
                  </a:lnTo>
                  <a:lnTo>
                    <a:pt x="14414" y="45388"/>
                  </a:lnTo>
                  <a:lnTo>
                    <a:pt x="15881" y="44682"/>
                  </a:lnTo>
                  <a:lnTo>
                    <a:pt x="17318" y="43914"/>
                  </a:lnTo>
                  <a:lnTo>
                    <a:pt x="18722" y="43085"/>
                  </a:lnTo>
                  <a:lnTo>
                    <a:pt x="20090" y="42196"/>
                  </a:lnTo>
                  <a:lnTo>
                    <a:pt x="21393" y="41269"/>
                  </a:lnTo>
                  <a:lnTo>
                    <a:pt x="21758" y="40986"/>
                  </a:lnTo>
                  <a:lnTo>
                    <a:pt x="22645" y="40298"/>
                  </a:lnTo>
                  <a:lnTo>
                    <a:pt x="24630" y="38822"/>
                  </a:lnTo>
                  <a:lnTo>
                    <a:pt x="28760" y="35752"/>
                  </a:lnTo>
                  <a:lnTo>
                    <a:pt x="30783" y="34249"/>
                  </a:lnTo>
                  <a:lnTo>
                    <a:pt x="31023" y="33994"/>
                  </a:lnTo>
                  <a:lnTo>
                    <a:pt x="38578" y="25983"/>
                  </a:lnTo>
                  <a:lnTo>
                    <a:pt x="41424" y="22965"/>
                  </a:lnTo>
                  <a:lnTo>
                    <a:pt x="44903" y="19086"/>
                  </a:lnTo>
                  <a:lnTo>
                    <a:pt x="56148" y="6547"/>
                  </a:lnTo>
                  <a:lnTo>
                    <a:pt x="62020" y="0"/>
                  </a:lnTo>
                  <a:lnTo>
                    <a:pt x="61469" y="1757"/>
                  </a:lnTo>
                  <a:lnTo>
                    <a:pt x="57870" y="13252"/>
                  </a:lnTo>
                  <a:lnTo>
                    <a:pt x="53509" y="20962"/>
                  </a:lnTo>
                  <a:lnTo>
                    <a:pt x="52924" y="21906"/>
                  </a:lnTo>
                  <a:lnTo>
                    <a:pt x="45237" y="34307"/>
                  </a:lnTo>
                  <a:lnTo>
                    <a:pt x="41778" y="39084"/>
                  </a:lnTo>
                  <a:lnTo>
                    <a:pt x="61401" y="46337"/>
                  </a:lnTo>
                  <a:lnTo>
                    <a:pt x="99128" y="60280"/>
                  </a:lnTo>
                  <a:lnTo>
                    <a:pt x="102055" y="61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68"/>
            <p:cNvSpPr/>
            <p:nvPr/>
          </p:nvSpPr>
          <p:spPr>
            <a:xfrm>
              <a:off x="6209233" y="3184812"/>
              <a:ext cx="707411" cy="351659"/>
            </a:xfrm>
            <a:custGeom>
              <a:avLst/>
              <a:pathLst>
                <a:path w="707411" h="351659">
                  <a:moveTo>
                    <a:pt x="217235" y="23668"/>
                  </a:moveTo>
                  <a:lnTo>
                    <a:pt x="229556" y="39500"/>
                  </a:lnTo>
                  <a:lnTo>
                    <a:pt x="236728" y="39851"/>
                  </a:lnTo>
                  <a:lnTo>
                    <a:pt x="239043" y="40719"/>
                  </a:lnTo>
                  <a:lnTo>
                    <a:pt x="255193" y="45658"/>
                  </a:lnTo>
                  <a:lnTo>
                    <a:pt x="261121" y="50350"/>
                  </a:lnTo>
                  <a:lnTo>
                    <a:pt x="261693" y="50803"/>
                  </a:lnTo>
                  <a:lnTo>
                    <a:pt x="262298" y="51282"/>
                  </a:lnTo>
                  <a:lnTo>
                    <a:pt x="266130" y="53020"/>
                  </a:lnTo>
                  <a:lnTo>
                    <a:pt x="266927" y="53382"/>
                  </a:lnTo>
                  <a:lnTo>
                    <a:pt x="267722" y="51908"/>
                  </a:lnTo>
                  <a:lnTo>
                    <a:pt x="268410" y="50633"/>
                  </a:lnTo>
                  <a:lnTo>
                    <a:pt x="268579" y="50321"/>
                  </a:lnTo>
                  <a:lnTo>
                    <a:pt x="268674" y="50143"/>
                  </a:lnTo>
                  <a:lnTo>
                    <a:pt x="271168" y="45520"/>
                  </a:lnTo>
                  <a:lnTo>
                    <a:pt x="272911" y="42289"/>
                  </a:lnTo>
                  <a:lnTo>
                    <a:pt x="273659" y="40904"/>
                  </a:lnTo>
                  <a:lnTo>
                    <a:pt x="274116" y="40057"/>
                  </a:lnTo>
                  <a:lnTo>
                    <a:pt x="275351" y="37767"/>
                  </a:lnTo>
                  <a:lnTo>
                    <a:pt x="274691" y="37327"/>
                  </a:lnTo>
                  <a:lnTo>
                    <a:pt x="273858" y="36772"/>
                  </a:lnTo>
                  <a:lnTo>
                    <a:pt x="269124" y="33619"/>
                  </a:lnTo>
                  <a:lnTo>
                    <a:pt x="267914" y="29623"/>
                  </a:lnTo>
                  <a:lnTo>
                    <a:pt x="266039" y="23427"/>
                  </a:lnTo>
                  <a:lnTo>
                    <a:pt x="267983" y="20009"/>
                  </a:lnTo>
                  <a:lnTo>
                    <a:pt x="269463" y="17406"/>
                  </a:lnTo>
                  <a:lnTo>
                    <a:pt x="276903" y="5959"/>
                  </a:lnTo>
                  <a:lnTo>
                    <a:pt x="323557" y="30115"/>
                  </a:lnTo>
                  <a:lnTo>
                    <a:pt x="334584" y="35825"/>
                  </a:lnTo>
                  <a:lnTo>
                    <a:pt x="338258" y="36822"/>
                  </a:lnTo>
                  <a:lnTo>
                    <a:pt x="344810" y="38600"/>
                  </a:lnTo>
                  <a:lnTo>
                    <a:pt x="358164" y="32783"/>
                  </a:lnTo>
                  <a:lnTo>
                    <a:pt x="380622" y="47518"/>
                  </a:lnTo>
                  <a:lnTo>
                    <a:pt x="395039" y="51938"/>
                  </a:lnTo>
                  <a:lnTo>
                    <a:pt x="406799" y="45889"/>
                  </a:lnTo>
                  <a:lnTo>
                    <a:pt x="412793" y="45657"/>
                  </a:lnTo>
                  <a:lnTo>
                    <a:pt x="413097" y="43330"/>
                  </a:lnTo>
                  <a:lnTo>
                    <a:pt x="419925" y="43718"/>
                  </a:lnTo>
                  <a:lnTo>
                    <a:pt x="420305" y="37436"/>
                  </a:lnTo>
                  <a:lnTo>
                    <a:pt x="434038" y="36816"/>
                  </a:lnTo>
                  <a:lnTo>
                    <a:pt x="438894" y="37592"/>
                  </a:lnTo>
                  <a:lnTo>
                    <a:pt x="452172" y="36273"/>
                  </a:lnTo>
                  <a:lnTo>
                    <a:pt x="454979" y="29139"/>
                  </a:lnTo>
                  <a:lnTo>
                    <a:pt x="458212" y="29819"/>
                  </a:lnTo>
                  <a:lnTo>
                    <a:pt x="459015" y="29988"/>
                  </a:lnTo>
                  <a:lnTo>
                    <a:pt x="462718" y="30767"/>
                  </a:lnTo>
                  <a:lnTo>
                    <a:pt x="464436" y="30968"/>
                  </a:lnTo>
                  <a:lnTo>
                    <a:pt x="467658" y="24284"/>
                  </a:lnTo>
                  <a:lnTo>
                    <a:pt x="468485" y="22857"/>
                  </a:lnTo>
                  <a:lnTo>
                    <a:pt x="481389" y="28363"/>
                  </a:lnTo>
                  <a:lnTo>
                    <a:pt x="475345" y="37400"/>
                  </a:lnTo>
                  <a:lnTo>
                    <a:pt x="485253" y="44106"/>
                  </a:lnTo>
                  <a:lnTo>
                    <a:pt x="468885" y="63256"/>
                  </a:lnTo>
                  <a:lnTo>
                    <a:pt x="466186" y="66414"/>
                  </a:lnTo>
                  <a:lnTo>
                    <a:pt x="452482" y="73231"/>
                  </a:lnTo>
                  <a:lnTo>
                    <a:pt x="445647" y="78305"/>
                  </a:lnTo>
                  <a:lnTo>
                    <a:pt x="434569" y="90015"/>
                  </a:lnTo>
                  <a:lnTo>
                    <a:pt x="438970" y="98701"/>
                  </a:lnTo>
                  <a:lnTo>
                    <a:pt x="418332" y="115219"/>
                  </a:lnTo>
                  <a:lnTo>
                    <a:pt x="440068" y="137952"/>
                  </a:lnTo>
                  <a:lnTo>
                    <a:pt x="462619" y="115162"/>
                  </a:lnTo>
                  <a:lnTo>
                    <a:pt x="493827" y="135537"/>
                  </a:lnTo>
                  <a:lnTo>
                    <a:pt x="529412" y="153684"/>
                  </a:lnTo>
                  <a:lnTo>
                    <a:pt x="533130" y="164991"/>
                  </a:lnTo>
                  <a:lnTo>
                    <a:pt x="534932" y="170468"/>
                  </a:lnTo>
                  <a:lnTo>
                    <a:pt x="535482" y="172141"/>
                  </a:lnTo>
                  <a:lnTo>
                    <a:pt x="528944" y="176176"/>
                  </a:lnTo>
                  <a:lnTo>
                    <a:pt x="527679" y="176957"/>
                  </a:lnTo>
                  <a:lnTo>
                    <a:pt x="520155" y="181602"/>
                  </a:lnTo>
                  <a:lnTo>
                    <a:pt x="517348" y="187030"/>
                  </a:lnTo>
                  <a:lnTo>
                    <a:pt x="514844" y="192381"/>
                  </a:lnTo>
                  <a:lnTo>
                    <a:pt x="528577" y="198353"/>
                  </a:lnTo>
                  <a:lnTo>
                    <a:pt x="530474" y="202928"/>
                  </a:lnTo>
                  <a:lnTo>
                    <a:pt x="532455" y="204403"/>
                  </a:lnTo>
                  <a:lnTo>
                    <a:pt x="549215" y="216887"/>
                  </a:lnTo>
                  <a:lnTo>
                    <a:pt x="554299" y="204247"/>
                  </a:lnTo>
                  <a:lnTo>
                    <a:pt x="569246" y="214561"/>
                  </a:lnTo>
                  <a:lnTo>
                    <a:pt x="576780" y="224692"/>
                  </a:lnTo>
                  <a:lnTo>
                    <a:pt x="578862" y="227492"/>
                  </a:lnTo>
                  <a:lnTo>
                    <a:pt x="579337" y="228132"/>
                  </a:lnTo>
                  <a:lnTo>
                    <a:pt x="575382" y="233213"/>
                  </a:lnTo>
                  <a:lnTo>
                    <a:pt x="574026" y="234956"/>
                  </a:lnTo>
                  <a:lnTo>
                    <a:pt x="575067" y="235927"/>
                  </a:lnTo>
                  <a:lnTo>
                    <a:pt x="584345" y="244573"/>
                  </a:lnTo>
                  <a:lnTo>
                    <a:pt x="583982" y="245361"/>
                  </a:lnTo>
                  <a:lnTo>
                    <a:pt x="583131" y="247209"/>
                  </a:lnTo>
                  <a:lnTo>
                    <a:pt x="584215" y="247770"/>
                  </a:lnTo>
                  <a:lnTo>
                    <a:pt x="601568" y="256748"/>
                  </a:lnTo>
                  <a:lnTo>
                    <a:pt x="608852" y="256670"/>
                  </a:lnTo>
                  <a:lnTo>
                    <a:pt x="611887" y="256515"/>
                  </a:lnTo>
                  <a:lnTo>
                    <a:pt x="615074" y="255507"/>
                  </a:lnTo>
                  <a:lnTo>
                    <a:pt x="617806" y="254266"/>
                  </a:lnTo>
                  <a:lnTo>
                    <a:pt x="620006" y="253181"/>
                  </a:lnTo>
                  <a:lnTo>
                    <a:pt x="622965" y="251319"/>
                  </a:lnTo>
                  <a:lnTo>
                    <a:pt x="624558" y="250079"/>
                  </a:lnTo>
                  <a:lnTo>
                    <a:pt x="626227" y="249070"/>
                  </a:lnTo>
                  <a:lnTo>
                    <a:pt x="629035" y="247287"/>
                  </a:lnTo>
                  <a:lnTo>
                    <a:pt x="631802" y="245590"/>
                  </a:lnTo>
                  <a:lnTo>
                    <a:pt x="632829" y="244960"/>
                  </a:lnTo>
                  <a:lnTo>
                    <a:pt x="638769" y="243140"/>
                  </a:lnTo>
                  <a:lnTo>
                    <a:pt x="649487" y="243728"/>
                  </a:lnTo>
                  <a:lnTo>
                    <a:pt x="651891" y="243860"/>
                  </a:lnTo>
                  <a:lnTo>
                    <a:pt x="653351" y="243940"/>
                  </a:lnTo>
                  <a:lnTo>
                    <a:pt x="660037" y="248084"/>
                  </a:lnTo>
                  <a:lnTo>
                    <a:pt x="665870" y="253173"/>
                  </a:lnTo>
                  <a:lnTo>
                    <a:pt x="667968" y="256936"/>
                  </a:lnTo>
                  <a:lnTo>
                    <a:pt x="668363" y="257645"/>
                  </a:lnTo>
                  <a:lnTo>
                    <a:pt x="669356" y="259425"/>
                  </a:lnTo>
                  <a:lnTo>
                    <a:pt x="671561" y="258917"/>
                  </a:lnTo>
                  <a:lnTo>
                    <a:pt x="677176" y="266745"/>
                  </a:lnTo>
                  <a:lnTo>
                    <a:pt x="684775" y="268797"/>
                  </a:lnTo>
                  <a:lnTo>
                    <a:pt x="686469" y="268605"/>
                  </a:lnTo>
                  <a:lnTo>
                    <a:pt x="687079" y="268535"/>
                  </a:lnTo>
                  <a:lnTo>
                    <a:pt x="689431" y="267993"/>
                  </a:lnTo>
                  <a:lnTo>
                    <a:pt x="692921" y="266752"/>
                  </a:lnTo>
                  <a:lnTo>
                    <a:pt x="694892" y="266414"/>
                  </a:lnTo>
                  <a:lnTo>
                    <a:pt x="696177" y="268895"/>
                  </a:lnTo>
                  <a:lnTo>
                    <a:pt x="697026" y="270534"/>
                  </a:lnTo>
                  <a:lnTo>
                    <a:pt x="701758" y="267807"/>
                  </a:lnTo>
                  <a:lnTo>
                    <a:pt x="702930" y="267132"/>
                  </a:lnTo>
                  <a:lnTo>
                    <a:pt x="707411" y="271421"/>
                  </a:lnTo>
                  <a:lnTo>
                    <a:pt x="705110" y="273686"/>
                  </a:lnTo>
                  <a:lnTo>
                    <a:pt x="703937" y="274841"/>
                  </a:lnTo>
                  <a:lnTo>
                    <a:pt x="703570" y="275202"/>
                  </a:lnTo>
                  <a:lnTo>
                    <a:pt x="698378" y="278546"/>
                  </a:lnTo>
                  <a:lnTo>
                    <a:pt x="692829" y="280582"/>
                  </a:lnTo>
                  <a:lnTo>
                    <a:pt x="691371" y="280909"/>
                  </a:lnTo>
                  <a:lnTo>
                    <a:pt x="691905" y="282981"/>
                  </a:lnTo>
                  <a:lnTo>
                    <a:pt x="687068" y="284217"/>
                  </a:lnTo>
                  <a:lnTo>
                    <a:pt x="682052" y="283622"/>
                  </a:lnTo>
                  <a:lnTo>
                    <a:pt x="681479" y="283554"/>
                  </a:lnTo>
                  <a:lnTo>
                    <a:pt x="678531" y="283204"/>
                  </a:lnTo>
                  <a:lnTo>
                    <a:pt x="674761" y="282433"/>
                  </a:lnTo>
                  <a:lnTo>
                    <a:pt x="672777" y="281497"/>
                  </a:lnTo>
                  <a:lnTo>
                    <a:pt x="670138" y="280252"/>
                  </a:lnTo>
                  <a:lnTo>
                    <a:pt x="666818" y="278192"/>
                  </a:lnTo>
                  <a:lnTo>
                    <a:pt x="664566" y="275648"/>
                  </a:lnTo>
                  <a:lnTo>
                    <a:pt x="661721" y="273709"/>
                  </a:lnTo>
                  <a:lnTo>
                    <a:pt x="659468" y="271286"/>
                  </a:lnTo>
                  <a:lnTo>
                    <a:pt x="655911" y="266560"/>
                  </a:lnTo>
                  <a:lnTo>
                    <a:pt x="654844" y="265469"/>
                  </a:lnTo>
                  <a:lnTo>
                    <a:pt x="653066" y="262440"/>
                  </a:lnTo>
                  <a:lnTo>
                    <a:pt x="651051" y="260259"/>
                  </a:lnTo>
                  <a:lnTo>
                    <a:pt x="648324" y="258805"/>
                  </a:lnTo>
                  <a:lnTo>
                    <a:pt x="643463" y="258320"/>
                  </a:lnTo>
                  <a:lnTo>
                    <a:pt x="639195" y="259047"/>
                  </a:lnTo>
                  <a:lnTo>
                    <a:pt x="631845" y="262804"/>
                  </a:lnTo>
                  <a:lnTo>
                    <a:pt x="633860" y="266439"/>
                  </a:lnTo>
                  <a:lnTo>
                    <a:pt x="625799" y="270801"/>
                  </a:lnTo>
                  <a:lnTo>
                    <a:pt x="622835" y="266923"/>
                  </a:lnTo>
                  <a:lnTo>
                    <a:pt x="612402" y="270437"/>
                  </a:lnTo>
                  <a:lnTo>
                    <a:pt x="602681" y="270437"/>
                  </a:lnTo>
                  <a:lnTo>
                    <a:pt x="593789" y="286553"/>
                  </a:lnTo>
                  <a:lnTo>
                    <a:pt x="593365" y="289901"/>
                  </a:lnTo>
                  <a:lnTo>
                    <a:pt x="592758" y="294688"/>
                  </a:lnTo>
                  <a:lnTo>
                    <a:pt x="592817" y="298176"/>
                  </a:lnTo>
                  <a:lnTo>
                    <a:pt x="593244" y="300357"/>
                  </a:lnTo>
                  <a:lnTo>
                    <a:pt x="597654" y="305083"/>
                  </a:lnTo>
                  <a:lnTo>
                    <a:pt x="592604" y="310788"/>
                  </a:lnTo>
                  <a:lnTo>
                    <a:pt x="590341" y="308899"/>
                  </a:lnTo>
                  <a:lnTo>
                    <a:pt x="586795" y="305941"/>
                  </a:lnTo>
                  <a:lnTo>
                    <a:pt x="584779" y="300488"/>
                  </a:lnTo>
                  <a:lnTo>
                    <a:pt x="585728" y="289219"/>
                  </a:lnTo>
                  <a:lnTo>
                    <a:pt x="580511" y="287644"/>
                  </a:lnTo>
                  <a:lnTo>
                    <a:pt x="583001" y="274921"/>
                  </a:lnTo>
                  <a:lnTo>
                    <a:pt x="588454" y="266923"/>
                  </a:lnTo>
                  <a:lnTo>
                    <a:pt x="568537" y="257957"/>
                  </a:lnTo>
                  <a:lnTo>
                    <a:pt x="563321" y="265712"/>
                  </a:lnTo>
                  <a:lnTo>
                    <a:pt x="552177" y="264863"/>
                  </a:lnTo>
                  <a:lnTo>
                    <a:pt x="551734" y="265593"/>
                  </a:lnTo>
                  <a:lnTo>
                    <a:pt x="549450" y="269347"/>
                  </a:lnTo>
                  <a:lnTo>
                    <a:pt x="534918" y="260998"/>
                  </a:lnTo>
                  <a:lnTo>
                    <a:pt x="533209" y="260017"/>
                  </a:lnTo>
                  <a:lnTo>
                    <a:pt x="534918" y="252353"/>
                  </a:lnTo>
                  <a:lnTo>
                    <a:pt x="535465" y="249898"/>
                  </a:lnTo>
                  <a:lnTo>
                    <a:pt x="538425" y="236630"/>
                  </a:lnTo>
                  <a:lnTo>
                    <a:pt x="534918" y="235475"/>
                  </a:lnTo>
                  <a:lnTo>
                    <a:pt x="529427" y="233666"/>
                  </a:lnTo>
                  <a:lnTo>
                    <a:pt x="525611" y="232408"/>
                  </a:lnTo>
                  <a:lnTo>
                    <a:pt x="524667" y="232097"/>
                  </a:lnTo>
                  <a:lnTo>
                    <a:pt x="522446" y="231366"/>
                  </a:lnTo>
                  <a:lnTo>
                    <a:pt x="519848" y="241813"/>
                  </a:lnTo>
                  <a:lnTo>
                    <a:pt x="503519" y="238883"/>
                  </a:lnTo>
                  <a:lnTo>
                    <a:pt x="502922" y="241123"/>
                  </a:lnTo>
                  <a:lnTo>
                    <a:pt x="498472" y="257836"/>
                  </a:lnTo>
                  <a:lnTo>
                    <a:pt x="438721" y="262440"/>
                  </a:lnTo>
                  <a:lnTo>
                    <a:pt x="415257" y="256902"/>
                  </a:lnTo>
                  <a:lnTo>
                    <a:pt x="425891" y="220362"/>
                  </a:lnTo>
                  <a:lnTo>
                    <a:pt x="417856" y="215910"/>
                  </a:lnTo>
                  <a:lnTo>
                    <a:pt x="413825" y="224756"/>
                  </a:lnTo>
                  <a:lnTo>
                    <a:pt x="412499" y="224142"/>
                  </a:lnTo>
                  <a:lnTo>
                    <a:pt x="391300" y="214335"/>
                  </a:lnTo>
                  <a:lnTo>
                    <a:pt x="360357" y="194220"/>
                  </a:lnTo>
                  <a:lnTo>
                    <a:pt x="352651" y="189495"/>
                  </a:lnTo>
                  <a:lnTo>
                    <a:pt x="351864" y="189092"/>
                  </a:lnTo>
                  <a:lnTo>
                    <a:pt x="350043" y="188162"/>
                  </a:lnTo>
                  <a:lnTo>
                    <a:pt x="347316" y="187919"/>
                  </a:lnTo>
                  <a:lnTo>
                    <a:pt x="343286" y="187798"/>
                  </a:lnTo>
                  <a:lnTo>
                    <a:pt x="340559" y="188040"/>
                  </a:lnTo>
                  <a:lnTo>
                    <a:pt x="337595" y="188525"/>
                  </a:lnTo>
                  <a:lnTo>
                    <a:pt x="333683" y="189858"/>
                  </a:lnTo>
                  <a:lnTo>
                    <a:pt x="343048" y="195311"/>
                  </a:lnTo>
                  <a:lnTo>
                    <a:pt x="341440" y="199174"/>
                  </a:lnTo>
                  <a:lnTo>
                    <a:pt x="338961" y="205128"/>
                  </a:lnTo>
                  <a:lnTo>
                    <a:pt x="338306" y="206701"/>
                  </a:lnTo>
                  <a:lnTo>
                    <a:pt x="339621" y="207061"/>
                  </a:lnTo>
                  <a:lnTo>
                    <a:pt x="351584" y="210336"/>
                  </a:lnTo>
                  <a:lnTo>
                    <a:pt x="349540" y="235307"/>
                  </a:lnTo>
                  <a:lnTo>
                    <a:pt x="345372" y="233916"/>
                  </a:lnTo>
                  <a:lnTo>
                    <a:pt x="335888" y="232850"/>
                  </a:lnTo>
                  <a:lnTo>
                    <a:pt x="331259" y="242444"/>
                  </a:lnTo>
                  <a:lnTo>
                    <a:pt x="323463" y="241090"/>
                  </a:lnTo>
                  <a:lnTo>
                    <a:pt x="327646" y="258666"/>
                  </a:lnTo>
                  <a:lnTo>
                    <a:pt x="328527" y="261074"/>
                  </a:lnTo>
                  <a:lnTo>
                    <a:pt x="336721" y="287648"/>
                  </a:lnTo>
                  <a:lnTo>
                    <a:pt x="336816" y="304610"/>
                  </a:lnTo>
                  <a:lnTo>
                    <a:pt x="329834" y="304084"/>
                  </a:lnTo>
                  <a:lnTo>
                    <a:pt x="322692" y="310625"/>
                  </a:lnTo>
                  <a:lnTo>
                    <a:pt x="319682" y="313382"/>
                  </a:lnTo>
                  <a:lnTo>
                    <a:pt x="325847" y="321556"/>
                  </a:lnTo>
                  <a:lnTo>
                    <a:pt x="312213" y="332583"/>
                  </a:lnTo>
                  <a:lnTo>
                    <a:pt x="301270" y="319379"/>
                  </a:lnTo>
                  <a:lnTo>
                    <a:pt x="298233" y="321328"/>
                  </a:lnTo>
                  <a:lnTo>
                    <a:pt x="297822" y="321592"/>
                  </a:lnTo>
                  <a:lnTo>
                    <a:pt x="297192" y="321996"/>
                  </a:lnTo>
                  <a:lnTo>
                    <a:pt x="296850" y="322312"/>
                  </a:lnTo>
                  <a:lnTo>
                    <a:pt x="294252" y="324710"/>
                  </a:lnTo>
                  <a:lnTo>
                    <a:pt x="291501" y="327037"/>
                  </a:lnTo>
                  <a:lnTo>
                    <a:pt x="288941" y="329072"/>
                  </a:lnTo>
                  <a:lnTo>
                    <a:pt x="287613" y="330817"/>
                  </a:lnTo>
                  <a:lnTo>
                    <a:pt x="286664" y="332950"/>
                  </a:lnTo>
                  <a:lnTo>
                    <a:pt x="286380" y="335083"/>
                  </a:lnTo>
                  <a:lnTo>
                    <a:pt x="286380" y="338281"/>
                  </a:lnTo>
                  <a:lnTo>
                    <a:pt x="286190" y="341093"/>
                  </a:lnTo>
                  <a:lnTo>
                    <a:pt x="286664" y="343419"/>
                  </a:lnTo>
                  <a:lnTo>
                    <a:pt x="287234" y="346521"/>
                  </a:lnTo>
                  <a:lnTo>
                    <a:pt x="288087" y="350980"/>
                  </a:lnTo>
                  <a:lnTo>
                    <a:pt x="281448" y="351659"/>
                  </a:lnTo>
                  <a:lnTo>
                    <a:pt x="278792" y="342062"/>
                  </a:lnTo>
                  <a:lnTo>
                    <a:pt x="279165" y="333121"/>
                  </a:lnTo>
                  <a:lnTo>
                    <a:pt x="279172" y="332950"/>
                  </a:lnTo>
                  <a:lnTo>
                    <a:pt x="270802" y="329877"/>
                  </a:lnTo>
                  <a:lnTo>
                    <a:pt x="271241" y="329139"/>
                  </a:lnTo>
                  <a:lnTo>
                    <a:pt x="272426" y="326667"/>
                  </a:lnTo>
                  <a:lnTo>
                    <a:pt x="273991" y="323662"/>
                  </a:lnTo>
                  <a:lnTo>
                    <a:pt x="275366" y="320318"/>
                  </a:lnTo>
                  <a:lnTo>
                    <a:pt x="276789" y="317264"/>
                  </a:lnTo>
                  <a:lnTo>
                    <a:pt x="278401" y="314017"/>
                  </a:lnTo>
                  <a:lnTo>
                    <a:pt x="279824" y="310091"/>
                  </a:lnTo>
                  <a:lnTo>
                    <a:pt x="281009" y="302724"/>
                  </a:lnTo>
                  <a:lnTo>
                    <a:pt x="280962" y="298895"/>
                  </a:lnTo>
                  <a:lnTo>
                    <a:pt x="280346" y="295211"/>
                  </a:lnTo>
                  <a:lnTo>
                    <a:pt x="279065" y="291867"/>
                  </a:lnTo>
                  <a:lnTo>
                    <a:pt x="276599" y="286535"/>
                  </a:lnTo>
                  <a:lnTo>
                    <a:pt x="275319" y="284063"/>
                  </a:lnTo>
                  <a:lnTo>
                    <a:pt x="272995" y="281543"/>
                  </a:lnTo>
                  <a:lnTo>
                    <a:pt x="270577" y="278828"/>
                  </a:lnTo>
                  <a:lnTo>
                    <a:pt x="267067" y="274515"/>
                  </a:lnTo>
                  <a:lnTo>
                    <a:pt x="264554" y="271607"/>
                  </a:lnTo>
                  <a:lnTo>
                    <a:pt x="262610" y="269426"/>
                  </a:lnTo>
                  <a:lnTo>
                    <a:pt x="260002" y="267729"/>
                  </a:lnTo>
                  <a:lnTo>
                    <a:pt x="255686" y="265403"/>
                  </a:lnTo>
                  <a:lnTo>
                    <a:pt x="252699" y="264094"/>
                  </a:lnTo>
                  <a:lnTo>
                    <a:pt x="250375" y="263173"/>
                  </a:lnTo>
                  <a:lnTo>
                    <a:pt x="246202" y="261477"/>
                  </a:lnTo>
                  <a:lnTo>
                    <a:pt x="243736" y="259732"/>
                  </a:lnTo>
                  <a:lnTo>
                    <a:pt x="241650" y="257599"/>
                  </a:lnTo>
                  <a:lnTo>
                    <a:pt x="240274" y="256339"/>
                  </a:lnTo>
                  <a:lnTo>
                    <a:pt x="237856" y="253819"/>
                  </a:lnTo>
                  <a:lnTo>
                    <a:pt x="235153" y="251347"/>
                  </a:lnTo>
                  <a:lnTo>
                    <a:pt x="232545" y="249747"/>
                  </a:lnTo>
                  <a:lnTo>
                    <a:pt x="230600" y="248487"/>
                  </a:lnTo>
                  <a:lnTo>
                    <a:pt x="229130" y="247615"/>
                  </a:lnTo>
                  <a:lnTo>
                    <a:pt x="228092" y="246920"/>
                  </a:lnTo>
                  <a:lnTo>
                    <a:pt x="226522" y="245870"/>
                  </a:lnTo>
                  <a:lnTo>
                    <a:pt x="225337" y="243834"/>
                  </a:lnTo>
                  <a:lnTo>
                    <a:pt x="223724" y="240587"/>
                  </a:lnTo>
                  <a:lnTo>
                    <a:pt x="223013" y="237436"/>
                  </a:lnTo>
                  <a:lnTo>
                    <a:pt x="221970" y="234867"/>
                  </a:lnTo>
                  <a:lnTo>
                    <a:pt x="220120" y="232531"/>
                  </a:lnTo>
                  <a:lnTo>
                    <a:pt x="217481" y="230583"/>
                  </a:lnTo>
                  <a:lnTo>
                    <a:pt x="186454" y="230254"/>
                  </a:lnTo>
                  <a:lnTo>
                    <a:pt x="178104" y="224925"/>
                  </a:lnTo>
                  <a:lnTo>
                    <a:pt x="176903" y="224159"/>
                  </a:lnTo>
                  <a:lnTo>
                    <a:pt x="175275" y="221298"/>
                  </a:lnTo>
                  <a:lnTo>
                    <a:pt x="167251" y="207201"/>
                  </a:lnTo>
                  <a:lnTo>
                    <a:pt x="170783" y="205346"/>
                  </a:lnTo>
                  <a:lnTo>
                    <a:pt x="175700" y="202763"/>
                  </a:lnTo>
                  <a:lnTo>
                    <a:pt x="175454" y="193136"/>
                  </a:lnTo>
                  <a:lnTo>
                    <a:pt x="175415" y="191595"/>
                  </a:lnTo>
                  <a:lnTo>
                    <a:pt x="170940" y="187530"/>
                  </a:lnTo>
                  <a:lnTo>
                    <a:pt x="168717" y="187761"/>
                  </a:lnTo>
                  <a:lnTo>
                    <a:pt x="168388" y="187795"/>
                  </a:lnTo>
                  <a:lnTo>
                    <a:pt x="165040" y="188143"/>
                  </a:lnTo>
                  <a:lnTo>
                    <a:pt x="164847" y="187740"/>
                  </a:lnTo>
                  <a:lnTo>
                    <a:pt x="164444" y="186895"/>
                  </a:lnTo>
                  <a:lnTo>
                    <a:pt x="164137" y="186252"/>
                  </a:lnTo>
                  <a:lnTo>
                    <a:pt x="160851" y="179371"/>
                  </a:lnTo>
                  <a:lnTo>
                    <a:pt x="156256" y="170243"/>
                  </a:lnTo>
                  <a:lnTo>
                    <a:pt x="155335" y="170340"/>
                  </a:lnTo>
                  <a:lnTo>
                    <a:pt x="152917" y="170593"/>
                  </a:lnTo>
                  <a:lnTo>
                    <a:pt x="150797" y="170708"/>
                  </a:lnTo>
                  <a:lnTo>
                    <a:pt x="150429" y="170737"/>
                  </a:lnTo>
                  <a:lnTo>
                    <a:pt x="145508" y="170916"/>
                  </a:lnTo>
                  <a:lnTo>
                    <a:pt x="145858" y="171642"/>
                  </a:lnTo>
                  <a:lnTo>
                    <a:pt x="154421" y="189378"/>
                  </a:lnTo>
                  <a:lnTo>
                    <a:pt x="153912" y="189443"/>
                  </a:lnTo>
                  <a:lnTo>
                    <a:pt x="143162" y="190738"/>
                  </a:lnTo>
                  <a:lnTo>
                    <a:pt x="143003" y="190386"/>
                  </a:lnTo>
                  <a:lnTo>
                    <a:pt x="134559" y="171774"/>
                  </a:lnTo>
                  <a:lnTo>
                    <a:pt x="134001" y="170544"/>
                  </a:lnTo>
                  <a:lnTo>
                    <a:pt x="131504" y="171257"/>
                  </a:lnTo>
                  <a:lnTo>
                    <a:pt x="116544" y="175530"/>
                  </a:lnTo>
                  <a:lnTo>
                    <a:pt x="114830" y="175530"/>
                  </a:lnTo>
                  <a:lnTo>
                    <a:pt x="113088" y="175530"/>
                  </a:lnTo>
                  <a:lnTo>
                    <a:pt x="112199" y="175530"/>
                  </a:lnTo>
                  <a:lnTo>
                    <a:pt x="111284" y="175530"/>
                  </a:lnTo>
                  <a:lnTo>
                    <a:pt x="106159" y="175530"/>
                  </a:lnTo>
                  <a:lnTo>
                    <a:pt x="89982" y="176267"/>
                  </a:lnTo>
                  <a:lnTo>
                    <a:pt x="87387" y="176385"/>
                  </a:lnTo>
                  <a:lnTo>
                    <a:pt x="86883" y="176408"/>
                  </a:lnTo>
                  <a:lnTo>
                    <a:pt x="87037" y="171954"/>
                  </a:lnTo>
                  <a:lnTo>
                    <a:pt x="86616" y="171825"/>
                  </a:lnTo>
                  <a:lnTo>
                    <a:pt x="80881" y="170057"/>
                  </a:lnTo>
                  <a:lnTo>
                    <a:pt x="82048" y="166221"/>
                  </a:lnTo>
                  <a:lnTo>
                    <a:pt x="88573" y="167694"/>
                  </a:lnTo>
                  <a:lnTo>
                    <a:pt x="93505" y="167927"/>
                  </a:lnTo>
                  <a:lnTo>
                    <a:pt x="94956" y="164109"/>
                  </a:lnTo>
                  <a:lnTo>
                    <a:pt x="100106" y="150555"/>
                  </a:lnTo>
                  <a:lnTo>
                    <a:pt x="98220" y="149867"/>
                  </a:lnTo>
                  <a:lnTo>
                    <a:pt x="94835" y="148516"/>
                  </a:lnTo>
                  <a:lnTo>
                    <a:pt x="97661" y="141480"/>
                  </a:lnTo>
                  <a:lnTo>
                    <a:pt x="97754" y="141250"/>
                  </a:lnTo>
                  <a:lnTo>
                    <a:pt x="102184" y="143326"/>
                  </a:lnTo>
                  <a:lnTo>
                    <a:pt x="103711" y="144042"/>
                  </a:lnTo>
                  <a:lnTo>
                    <a:pt x="106024" y="145127"/>
                  </a:lnTo>
                  <a:lnTo>
                    <a:pt x="106085" y="144919"/>
                  </a:lnTo>
                  <a:lnTo>
                    <a:pt x="112550" y="122793"/>
                  </a:lnTo>
                  <a:lnTo>
                    <a:pt x="111411" y="115813"/>
                  </a:lnTo>
                  <a:lnTo>
                    <a:pt x="111436" y="114666"/>
                  </a:lnTo>
                  <a:lnTo>
                    <a:pt x="111487" y="112323"/>
                  </a:lnTo>
                  <a:lnTo>
                    <a:pt x="114674" y="112401"/>
                  </a:lnTo>
                  <a:lnTo>
                    <a:pt x="115334" y="106419"/>
                  </a:lnTo>
                  <a:lnTo>
                    <a:pt x="115677" y="103309"/>
                  </a:lnTo>
                  <a:lnTo>
                    <a:pt x="103251" y="92250"/>
                  </a:lnTo>
                  <a:lnTo>
                    <a:pt x="102209" y="91323"/>
                  </a:lnTo>
                  <a:lnTo>
                    <a:pt x="96967" y="86658"/>
                  </a:lnTo>
                  <a:lnTo>
                    <a:pt x="95239" y="85121"/>
                  </a:lnTo>
                  <a:lnTo>
                    <a:pt x="110793" y="71453"/>
                  </a:lnTo>
                  <a:lnTo>
                    <a:pt x="114853" y="66447"/>
                  </a:lnTo>
                  <a:lnTo>
                    <a:pt x="115352" y="65832"/>
                  </a:lnTo>
                  <a:lnTo>
                    <a:pt x="116261" y="64711"/>
                  </a:lnTo>
                  <a:lnTo>
                    <a:pt x="114379" y="63133"/>
                  </a:lnTo>
                  <a:lnTo>
                    <a:pt x="112810" y="61817"/>
                  </a:lnTo>
                  <a:lnTo>
                    <a:pt x="105112" y="57766"/>
                  </a:lnTo>
                  <a:lnTo>
                    <a:pt x="104734" y="57573"/>
                  </a:lnTo>
                  <a:lnTo>
                    <a:pt x="101396" y="55944"/>
                  </a:lnTo>
                  <a:lnTo>
                    <a:pt x="99196" y="54859"/>
                  </a:lnTo>
                  <a:lnTo>
                    <a:pt x="97526" y="54238"/>
                  </a:lnTo>
                  <a:lnTo>
                    <a:pt x="93884" y="52765"/>
                  </a:lnTo>
                  <a:lnTo>
                    <a:pt x="88734" y="51437"/>
                  </a:lnTo>
                  <a:lnTo>
                    <a:pt x="83841" y="50681"/>
                  </a:lnTo>
                  <a:lnTo>
                    <a:pt x="78947" y="49983"/>
                  </a:lnTo>
                  <a:lnTo>
                    <a:pt x="74337" y="50332"/>
                  </a:lnTo>
                  <a:lnTo>
                    <a:pt x="72249" y="51132"/>
                  </a:lnTo>
                  <a:lnTo>
                    <a:pt x="69785" y="52077"/>
                  </a:lnTo>
                  <a:lnTo>
                    <a:pt x="66370" y="54287"/>
                  </a:lnTo>
                  <a:lnTo>
                    <a:pt x="63525" y="57137"/>
                  </a:lnTo>
                  <a:lnTo>
                    <a:pt x="53680" y="64058"/>
                  </a:lnTo>
                  <a:lnTo>
                    <a:pt x="44234" y="66152"/>
                  </a:lnTo>
                  <a:lnTo>
                    <a:pt x="38487" y="66094"/>
                  </a:lnTo>
                  <a:lnTo>
                    <a:pt x="38544" y="69584"/>
                  </a:lnTo>
                  <a:lnTo>
                    <a:pt x="32246" y="69739"/>
                  </a:lnTo>
                  <a:lnTo>
                    <a:pt x="24279" y="66637"/>
                  </a:lnTo>
                  <a:lnTo>
                    <a:pt x="15000" y="60052"/>
                  </a:lnTo>
                  <a:lnTo>
                    <a:pt x="15373" y="59419"/>
                  </a:lnTo>
                  <a:lnTo>
                    <a:pt x="16009" y="58339"/>
                  </a:lnTo>
                  <a:lnTo>
                    <a:pt x="11376" y="57119"/>
                  </a:lnTo>
                  <a:lnTo>
                    <a:pt x="5993" y="55702"/>
                  </a:lnTo>
                  <a:lnTo>
                    <a:pt x="3365" y="54138"/>
                  </a:lnTo>
                  <a:lnTo>
                    <a:pt x="0" y="52135"/>
                  </a:lnTo>
                  <a:lnTo>
                    <a:pt x="300" y="51484"/>
                  </a:lnTo>
                  <a:lnTo>
                    <a:pt x="3262" y="45078"/>
                  </a:lnTo>
                  <a:lnTo>
                    <a:pt x="3647" y="44917"/>
                  </a:lnTo>
                  <a:lnTo>
                    <a:pt x="5902" y="43977"/>
                  </a:lnTo>
                  <a:lnTo>
                    <a:pt x="8679" y="44927"/>
                  </a:lnTo>
                  <a:lnTo>
                    <a:pt x="23137" y="49872"/>
                  </a:lnTo>
                  <a:lnTo>
                    <a:pt x="23788" y="41218"/>
                  </a:lnTo>
                  <a:lnTo>
                    <a:pt x="20925" y="40720"/>
                  </a:lnTo>
                  <a:lnTo>
                    <a:pt x="20639" y="36930"/>
                  </a:lnTo>
                  <a:lnTo>
                    <a:pt x="20069" y="29403"/>
                  </a:lnTo>
                  <a:lnTo>
                    <a:pt x="17213" y="28178"/>
                  </a:lnTo>
                  <a:lnTo>
                    <a:pt x="16274" y="20815"/>
                  </a:lnTo>
                  <a:lnTo>
                    <a:pt x="27193" y="13814"/>
                  </a:lnTo>
                  <a:lnTo>
                    <a:pt x="28256" y="13248"/>
                  </a:lnTo>
                  <a:lnTo>
                    <a:pt x="29352" y="12754"/>
                  </a:lnTo>
                  <a:lnTo>
                    <a:pt x="30478" y="12334"/>
                  </a:lnTo>
                  <a:lnTo>
                    <a:pt x="31628" y="11989"/>
                  </a:lnTo>
                  <a:lnTo>
                    <a:pt x="33125" y="11660"/>
                  </a:lnTo>
                  <a:lnTo>
                    <a:pt x="34644" y="11459"/>
                  </a:lnTo>
                  <a:lnTo>
                    <a:pt x="36173" y="11387"/>
                  </a:lnTo>
                  <a:lnTo>
                    <a:pt x="37703" y="11445"/>
                  </a:lnTo>
                  <a:lnTo>
                    <a:pt x="38871" y="11577"/>
                  </a:lnTo>
                  <a:lnTo>
                    <a:pt x="40028" y="11784"/>
                  </a:lnTo>
                  <a:lnTo>
                    <a:pt x="45471" y="13099"/>
                  </a:lnTo>
                  <a:lnTo>
                    <a:pt x="49257" y="9528"/>
                  </a:lnTo>
                  <a:lnTo>
                    <a:pt x="49541" y="9260"/>
                  </a:lnTo>
                  <a:lnTo>
                    <a:pt x="49675" y="9133"/>
                  </a:lnTo>
                  <a:lnTo>
                    <a:pt x="50797" y="8075"/>
                  </a:lnTo>
                  <a:lnTo>
                    <a:pt x="51112" y="7766"/>
                  </a:lnTo>
                  <a:lnTo>
                    <a:pt x="52642" y="6267"/>
                  </a:lnTo>
                  <a:lnTo>
                    <a:pt x="53042" y="5875"/>
                  </a:lnTo>
                  <a:lnTo>
                    <a:pt x="53227" y="5665"/>
                  </a:lnTo>
                  <a:lnTo>
                    <a:pt x="53445" y="5419"/>
                  </a:lnTo>
                  <a:lnTo>
                    <a:pt x="54664" y="4038"/>
                  </a:lnTo>
                  <a:lnTo>
                    <a:pt x="56315" y="4898"/>
                  </a:lnTo>
                  <a:lnTo>
                    <a:pt x="56669" y="5082"/>
                  </a:lnTo>
                  <a:lnTo>
                    <a:pt x="57990" y="5770"/>
                  </a:lnTo>
                  <a:lnTo>
                    <a:pt x="73756" y="6718"/>
                  </a:lnTo>
                  <a:lnTo>
                    <a:pt x="80312" y="7118"/>
                  </a:lnTo>
                  <a:lnTo>
                    <a:pt x="85585" y="7820"/>
                  </a:lnTo>
                  <a:lnTo>
                    <a:pt x="98086" y="9485"/>
                  </a:lnTo>
                  <a:lnTo>
                    <a:pt x="110706" y="12619"/>
                  </a:lnTo>
                  <a:lnTo>
                    <a:pt x="115403" y="13786"/>
                  </a:lnTo>
                  <a:lnTo>
                    <a:pt x="130370" y="17875"/>
                  </a:lnTo>
                  <a:lnTo>
                    <a:pt x="140397" y="21110"/>
                  </a:lnTo>
                  <a:lnTo>
                    <a:pt x="142565" y="22306"/>
                  </a:lnTo>
                  <a:lnTo>
                    <a:pt x="149635" y="26206"/>
                  </a:lnTo>
                  <a:lnTo>
                    <a:pt x="159623" y="32095"/>
                  </a:lnTo>
                  <a:lnTo>
                    <a:pt x="162186" y="33974"/>
                  </a:lnTo>
                  <a:lnTo>
                    <a:pt x="162509" y="34211"/>
                  </a:lnTo>
                  <a:lnTo>
                    <a:pt x="162938" y="34526"/>
                  </a:lnTo>
                  <a:lnTo>
                    <a:pt x="164537" y="35697"/>
                  </a:lnTo>
                  <a:lnTo>
                    <a:pt x="174199" y="27802"/>
                  </a:lnTo>
                  <a:lnTo>
                    <a:pt x="174358" y="27673"/>
                  </a:lnTo>
                  <a:lnTo>
                    <a:pt x="183759" y="19990"/>
                  </a:lnTo>
                  <a:lnTo>
                    <a:pt x="182907" y="18851"/>
                  </a:lnTo>
                  <a:lnTo>
                    <a:pt x="181804" y="17376"/>
                  </a:lnTo>
                  <a:lnTo>
                    <a:pt x="180046" y="15025"/>
                  </a:lnTo>
                  <a:lnTo>
                    <a:pt x="198203" y="491"/>
                  </a:lnTo>
                  <a:lnTo>
                    <a:pt x="1988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69"/>
            <p:cNvSpPr/>
            <p:nvPr/>
          </p:nvSpPr>
          <p:spPr>
            <a:xfrm>
              <a:off x="5783389" y="2962283"/>
              <a:ext cx="434015" cy="248852"/>
            </a:xfrm>
            <a:custGeom>
              <a:avLst/>
              <a:pathLst>
                <a:path w="434015" h="248852">
                  <a:moveTo>
                    <a:pt x="328905" y="38278"/>
                  </a:moveTo>
                  <a:lnTo>
                    <a:pt x="337042" y="51263"/>
                  </a:lnTo>
                  <a:lnTo>
                    <a:pt x="342064" y="59279"/>
                  </a:lnTo>
                  <a:lnTo>
                    <a:pt x="343287" y="61231"/>
                  </a:lnTo>
                  <a:lnTo>
                    <a:pt x="347382" y="67765"/>
                  </a:lnTo>
                  <a:lnTo>
                    <a:pt x="352492" y="75921"/>
                  </a:lnTo>
                  <a:lnTo>
                    <a:pt x="346248" y="81724"/>
                  </a:lnTo>
                  <a:lnTo>
                    <a:pt x="359899" y="98851"/>
                  </a:lnTo>
                  <a:lnTo>
                    <a:pt x="379437" y="123353"/>
                  </a:lnTo>
                  <a:lnTo>
                    <a:pt x="398023" y="107783"/>
                  </a:lnTo>
                  <a:lnTo>
                    <a:pt x="399334" y="106687"/>
                  </a:lnTo>
                  <a:lnTo>
                    <a:pt x="400309" y="107750"/>
                  </a:lnTo>
                  <a:lnTo>
                    <a:pt x="415847" y="126722"/>
                  </a:lnTo>
                  <a:lnTo>
                    <a:pt x="416110" y="127042"/>
                  </a:lnTo>
                  <a:lnTo>
                    <a:pt x="419411" y="131073"/>
                  </a:lnTo>
                  <a:lnTo>
                    <a:pt x="423939" y="136601"/>
                  </a:lnTo>
                  <a:lnTo>
                    <a:pt x="432383" y="146911"/>
                  </a:lnTo>
                  <a:lnTo>
                    <a:pt x="432762" y="147375"/>
                  </a:lnTo>
                  <a:lnTo>
                    <a:pt x="433903" y="148767"/>
                  </a:lnTo>
                  <a:lnTo>
                    <a:pt x="434015" y="148905"/>
                  </a:lnTo>
                  <a:lnTo>
                    <a:pt x="430816" y="151472"/>
                  </a:lnTo>
                  <a:lnTo>
                    <a:pt x="427741" y="153940"/>
                  </a:lnTo>
                  <a:lnTo>
                    <a:pt x="416470" y="162983"/>
                  </a:lnTo>
                  <a:lnTo>
                    <a:pt x="406294" y="171149"/>
                  </a:lnTo>
                  <a:lnTo>
                    <a:pt x="390867" y="183528"/>
                  </a:lnTo>
                  <a:lnTo>
                    <a:pt x="388556" y="185382"/>
                  </a:lnTo>
                  <a:lnTo>
                    <a:pt x="389341" y="186170"/>
                  </a:lnTo>
                  <a:lnTo>
                    <a:pt x="387086" y="189972"/>
                  </a:lnTo>
                  <a:lnTo>
                    <a:pt x="396219" y="196195"/>
                  </a:lnTo>
                  <a:lnTo>
                    <a:pt x="397956" y="197379"/>
                  </a:lnTo>
                  <a:lnTo>
                    <a:pt x="397945" y="197546"/>
                  </a:lnTo>
                  <a:lnTo>
                    <a:pt x="397464" y="204884"/>
                  </a:lnTo>
                  <a:lnTo>
                    <a:pt x="396829" y="205768"/>
                  </a:lnTo>
                  <a:lnTo>
                    <a:pt x="391641" y="212987"/>
                  </a:lnTo>
                  <a:lnTo>
                    <a:pt x="389920" y="215383"/>
                  </a:lnTo>
                  <a:lnTo>
                    <a:pt x="384736" y="222596"/>
                  </a:lnTo>
                  <a:lnTo>
                    <a:pt x="382122" y="224942"/>
                  </a:lnTo>
                  <a:lnTo>
                    <a:pt x="380827" y="226105"/>
                  </a:lnTo>
                  <a:lnTo>
                    <a:pt x="376925" y="229608"/>
                  </a:lnTo>
                  <a:lnTo>
                    <a:pt x="376516" y="229976"/>
                  </a:lnTo>
                  <a:lnTo>
                    <a:pt x="373507" y="232677"/>
                  </a:lnTo>
                  <a:lnTo>
                    <a:pt x="373135" y="232945"/>
                  </a:lnTo>
                  <a:lnTo>
                    <a:pt x="368217" y="236484"/>
                  </a:lnTo>
                  <a:lnTo>
                    <a:pt x="361542" y="241289"/>
                  </a:lnTo>
                  <a:lnTo>
                    <a:pt x="359483" y="242771"/>
                  </a:lnTo>
                  <a:lnTo>
                    <a:pt x="357939" y="243922"/>
                  </a:lnTo>
                  <a:lnTo>
                    <a:pt x="354914" y="246176"/>
                  </a:lnTo>
                  <a:lnTo>
                    <a:pt x="351536" y="247159"/>
                  </a:lnTo>
                  <a:lnTo>
                    <a:pt x="347169" y="248429"/>
                  </a:lnTo>
                  <a:lnTo>
                    <a:pt x="345715" y="248852"/>
                  </a:lnTo>
                  <a:lnTo>
                    <a:pt x="331177" y="235902"/>
                  </a:lnTo>
                  <a:lnTo>
                    <a:pt x="333221" y="224924"/>
                  </a:lnTo>
                  <a:lnTo>
                    <a:pt x="321011" y="218511"/>
                  </a:lnTo>
                  <a:lnTo>
                    <a:pt x="318492" y="224872"/>
                  </a:lnTo>
                  <a:lnTo>
                    <a:pt x="309600" y="220177"/>
                  </a:lnTo>
                  <a:lnTo>
                    <a:pt x="283222" y="207454"/>
                  </a:lnTo>
                  <a:lnTo>
                    <a:pt x="259464" y="191335"/>
                  </a:lnTo>
                  <a:lnTo>
                    <a:pt x="254090" y="203303"/>
                  </a:lnTo>
                  <a:lnTo>
                    <a:pt x="243207" y="192907"/>
                  </a:lnTo>
                  <a:lnTo>
                    <a:pt x="241327" y="191342"/>
                  </a:lnTo>
                  <a:lnTo>
                    <a:pt x="239325" y="189675"/>
                  </a:lnTo>
                  <a:lnTo>
                    <a:pt x="236770" y="187548"/>
                  </a:lnTo>
                  <a:lnTo>
                    <a:pt x="232253" y="183788"/>
                  </a:lnTo>
                  <a:lnTo>
                    <a:pt x="232256" y="183607"/>
                  </a:lnTo>
                  <a:lnTo>
                    <a:pt x="232261" y="183351"/>
                  </a:lnTo>
                  <a:lnTo>
                    <a:pt x="232443" y="173267"/>
                  </a:lnTo>
                  <a:lnTo>
                    <a:pt x="232100" y="171347"/>
                  </a:lnTo>
                  <a:lnTo>
                    <a:pt x="232008" y="170832"/>
                  </a:lnTo>
                  <a:lnTo>
                    <a:pt x="230470" y="162230"/>
                  </a:lnTo>
                  <a:lnTo>
                    <a:pt x="230058" y="159927"/>
                  </a:lnTo>
                  <a:lnTo>
                    <a:pt x="229422" y="156370"/>
                  </a:lnTo>
                  <a:lnTo>
                    <a:pt x="227676" y="151774"/>
                  </a:lnTo>
                  <a:lnTo>
                    <a:pt x="226474" y="148612"/>
                  </a:lnTo>
                  <a:lnTo>
                    <a:pt x="225345" y="146894"/>
                  </a:lnTo>
                  <a:lnTo>
                    <a:pt x="224864" y="146161"/>
                  </a:lnTo>
                  <a:lnTo>
                    <a:pt x="222789" y="143004"/>
                  </a:lnTo>
                  <a:lnTo>
                    <a:pt x="221652" y="141275"/>
                  </a:lnTo>
                  <a:lnTo>
                    <a:pt x="221342" y="140803"/>
                  </a:lnTo>
                  <a:lnTo>
                    <a:pt x="220848" y="139870"/>
                  </a:lnTo>
                  <a:lnTo>
                    <a:pt x="220766" y="139715"/>
                  </a:lnTo>
                  <a:lnTo>
                    <a:pt x="219668" y="137640"/>
                  </a:lnTo>
                  <a:lnTo>
                    <a:pt x="217957" y="134407"/>
                  </a:lnTo>
                  <a:lnTo>
                    <a:pt x="217560" y="133657"/>
                  </a:lnTo>
                  <a:lnTo>
                    <a:pt x="216893" y="132396"/>
                  </a:lnTo>
                  <a:lnTo>
                    <a:pt x="216589" y="131823"/>
                  </a:lnTo>
                  <a:lnTo>
                    <a:pt x="216418" y="131499"/>
                  </a:lnTo>
                  <a:lnTo>
                    <a:pt x="210844" y="126287"/>
                  </a:lnTo>
                  <a:lnTo>
                    <a:pt x="210469" y="125937"/>
                  </a:lnTo>
                  <a:lnTo>
                    <a:pt x="209516" y="125216"/>
                  </a:lnTo>
                  <a:lnTo>
                    <a:pt x="206770" y="123139"/>
                  </a:lnTo>
                  <a:lnTo>
                    <a:pt x="205809" y="122412"/>
                  </a:lnTo>
                  <a:lnTo>
                    <a:pt x="204934" y="121750"/>
                  </a:lnTo>
                  <a:lnTo>
                    <a:pt x="202843" y="120169"/>
                  </a:lnTo>
                  <a:lnTo>
                    <a:pt x="195054" y="122443"/>
                  </a:lnTo>
                  <a:lnTo>
                    <a:pt x="193650" y="123139"/>
                  </a:lnTo>
                  <a:lnTo>
                    <a:pt x="185036" y="127411"/>
                  </a:lnTo>
                  <a:lnTo>
                    <a:pt x="184314" y="128792"/>
                  </a:lnTo>
                  <a:lnTo>
                    <a:pt x="182961" y="131379"/>
                  </a:lnTo>
                  <a:lnTo>
                    <a:pt x="182429" y="132396"/>
                  </a:lnTo>
                  <a:lnTo>
                    <a:pt x="181766" y="133665"/>
                  </a:lnTo>
                  <a:lnTo>
                    <a:pt x="181361" y="134439"/>
                  </a:lnTo>
                  <a:lnTo>
                    <a:pt x="181570" y="135331"/>
                  </a:lnTo>
                  <a:lnTo>
                    <a:pt x="182432" y="139020"/>
                  </a:lnTo>
                  <a:lnTo>
                    <a:pt x="182774" y="140481"/>
                  </a:lnTo>
                  <a:lnTo>
                    <a:pt x="182907" y="141050"/>
                  </a:lnTo>
                  <a:lnTo>
                    <a:pt x="183177" y="142204"/>
                  </a:lnTo>
                  <a:lnTo>
                    <a:pt x="183237" y="142462"/>
                  </a:lnTo>
                  <a:lnTo>
                    <a:pt x="184379" y="144537"/>
                  </a:lnTo>
                  <a:lnTo>
                    <a:pt x="185666" y="146876"/>
                  </a:lnTo>
                  <a:lnTo>
                    <a:pt x="187239" y="149735"/>
                  </a:lnTo>
                  <a:lnTo>
                    <a:pt x="187471" y="150158"/>
                  </a:lnTo>
                  <a:lnTo>
                    <a:pt x="188620" y="150283"/>
                  </a:lnTo>
                  <a:lnTo>
                    <a:pt x="188335" y="150732"/>
                  </a:lnTo>
                  <a:lnTo>
                    <a:pt x="187632" y="151838"/>
                  </a:lnTo>
                  <a:lnTo>
                    <a:pt x="187412" y="152184"/>
                  </a:lnTo>
                  <a:lnTo>
                    <a:pt x="186778" y="153182"/>
                  </a:lnTo>
                  <a:lnTo>
                    <a:pt x="186408" y="153914"/>
                  </a:lnTo>
                  <a:lnTo>
                    <a:pt x="185541" y="155633"/>
                  </a:lnTo>
                  <a:lnTo>
                    <a:pt x="184024" y="157945"/>
                  </a:lnTo>
                  <a:lnTo>
                    <a:pt x="183725" y="158400"/>
                  </a:lnTo>
                  <a:lnTo>
                    <a:pt x="183289" y="159065"/>
                  </a:lnTo>
                  <a:lnTo>
                    <a:pt x="182751" y="159885"/>
                  </a:lnTo>
                  <a:lnTo>
                    <a:pt x="181479" y="161822"/>
                  </a:lnTo>
                  <a:lnTo>
                    <a:pt x="181141" y="162338"/>
                  </a:lnTo>
                  <a:lnTo>
                    <a:pt x="180564" y="163216"/>
                  </a:lnTo>
                  <a:lnTo>
                    <a:pt x="179377" y="165025"/>
                  </a:lnTo>
                  <a:lnTo>
                    <a:pt x="178268" y="167346"/>
                  </a:lnTo>
                  <a:lnTo>
                    <a:pt x="177730" y="168471"/>
                  </a:lnTo>
                  <a:lnTo>
                    <a:pt x="177602" y="168739"/>
                  </a:lnTo>
                  <a:lnTo>
                    <a:pt x="177263" y="169451"/>
                  </a:lnTo>
                  <a:lnTo>
                    <a:pt x="176510" y="171027"/>
                  </a:lnTo>
                  <a:lnTo>
                    <a:pt x="176233" y="171607"/>
                  </a:lnTo>
                  <a:lnTo>
                    <a:pt x="175408" y="173334"/>
                  </a:lnTo>
                  <a:lnTo>
                    <a:pt x="171479" y="171569"/>
                  </a:lnTo>
                  <a:lnTo>
                    <a:pt x="170507" y="171133"/>
                  </a:lnTo>
                  <a:lnTo>
                    <a:pt x="164978" y="168648"/>
                  </a:lnTo>
                  <a:lnTo>
                    <a:pt x="163065" y="167789"/>
                  </a:lnTo>
                  <a:lnTo>
                    <a:pt x="161963" y="167294"/>
                  </a:lnTo>
                  <a:lnTo>
                    <a:pt x="160644" y="166702"/>
                  </a:lnTo>
                  <a:lnTo>
                    <a:pt x="159582" y="166225"/>
                  </a:lnTo>
                  <a:lnTo>
                    <a:pt x="159262" y="166081"/>
                  </a:lnTo>
                  <a:lnTo>
                    <a:pt x="158874" y="165313"/>
                  </a:lnTo>
                  <a:lnTo>
                    <a:pt x="158773" y="165113"/>
                  </a:lnTo>
                  <a:lnTo>
                    <a:pt x="158320" y="164217"/>
                  </a:lnTo>
                  <a:lnTo>
                    <a:pt x="158173" y="163925"/>
                  </a:lnTo>
                  <a:lnTo>
                    <a:pt x="158100" y="163781"/>
                  </a:lnTo>
                  <a:lnTo>
                    <a:pt x="157316" y="162229"/>
                  </a:lnTo>
                  <a:lnTo>
                    <a:pt x="156792" y="161194"/>
                  </a:lnTo>
                  <a:lnTo>
                    <a:pt x="156620" y="160853"/>
                  </a:lnTo>
                  <a:lnTo>
                    <a:pt x="156547" y="160709"/>
                  </a:lnTo>
                  <a:lnTo>
                    <a:pt x="156360" y="160339"/>
                  </a:lnTo>
                  <a:lnTo>
                    <a:pt x="155249" y="158141"/>
                  </a:lnTo>
                  <a:lnTo>
                    <a:pt x="154422" y="156504"/>
                  </a:lnTo>
                  <a:lnTo>
                    <a:pt x="154012" y="155692"/>
                  </a:lnTo>
                  <a:lnTo>
                    <a:pt x="153358" y="154400"/>
                  </a:lnTo>
                  <a:lnTo>
                    <a:pt x="153166" y="154019"/>
                  </a:lnTo>
                  <a:lnTo>
                    <a:pt x="152955" y="153602"/>
                  </a:lnTo>
                  <a:lnTo>
                    <a:pt x="152792" y="153279"/>
                  </a:lnTo>
                  <a:lnTo>
                    <a:pt x="152285" y="152277"/>
                  </a:lnTo>
                  <a:lnTo>
                    <a:pt x="151016" y="149767"/>
                  </a:lnTo>
                  <a:lnTo>
                    <a:pt x="150842" y="149422"/>
                  </a:lnTo>
                  <a:lnTo>
                    <a:pt x="150626" y="148994"/>
                  </a:lnTo>
                  <a:lnTo>
                    <a:pt x="149983" y="147254"/>
                  </a:lnTo>
                  <a:lnTo>
                    <a:pt x="148998" y="144586"/>
                  </a:lnTo>
                  <a:lnTo>
                    <a:pt x="148453" y="143111"/>
                  </a:lnTo>
                  <a:lnTo>
                    <a:pt x="147810" y="143518"/>
                  </a:lnTo>
                  <a:lnTo>
                    <a:pt x="146437" y="144386"/>
                  </a:lnTo>
                  <a:lnTo>
                    <a:pt x="145895" y="144586"/>
                  </a:lnTo>
                  <a:lnTo>
                    <a:pt x="144309" y="145172"/>
                  </a:lnTo>
                  <a:lnTo>
                    <a:pt x="142382" y="147563"/>
                  </a:lnTo>
                  <a:lnTo>
                    <a:pt x="141932" y="148122"/>
                  </a:lnTo>
                  <a:lnTo>
                    <a:pt x="141252" y="148966"/>
                  </a:lnTo>
                  <a:lnTo>
                    <a:pt x="138849" y="152663"/>
                  </a:lnTo>
                  <a:lnTo>
                    <a:pt x="133458" y="160258"/>
                  </a:lnTo>
                  <a:lnTo>
                    <a:pt x="127972" y="153281"/>
                  </a:lnTo>
                  <a:lnTo>
                    <a:pt x="123941" y="148131"/>
                  </a:lnTo>
                  <a:lnTo>
                    <a:pt x="117895" y="143223"/>
                  </a:lnTo>
                  <a:lnTo>
                    <a:pt x="106002" y="136068"/>
                  </a:lnTo>
                  <a:lnTo>
                    <a:pt x="105725" y="136118"/>
                  </a:lnTo>
                  <a:lnTo>
                    <a:pt x="104942" y="136258"/>
                  </a:lnTo>
                  <a:lnTo>
                    <a:pt x="104180" y="136394"/>
                  </a:lnTo>
                  <a:lnTo>
                    <a:pt x="103734" y="136473"/>
                  </a:lnTo>
                  <a:lnTo>
                    <a:pt x="101812" y="136815"/>
                  </a:lnTo>
                  <a:lnTo>
                    <a:pt x="100440" y="137062"/>
                  </a:lnTo>
                  <a:lnTo>
                    <a:pt x="98878" y="136967"/>
                  </a:lnTo>
                  <a:lnTo>
                    <a:pt x="95831" y="136782"/>
                  </a:lnTo>
                  <a:lnTo>
                    <a:pt x="94830" y="137698"/>
                  </a:lnTo>
                  <a:lnTo>
                    <a:pt x="91302" y="140925"/>
                  </a:lnTo>
                  <a:lnTo>
                    <a:pt x="90969" y="141229"/>
                  </a:lnTo>
                  <a:lnTo>
                    <a:pt x="90755" y="141425"/>
                  </a:lnTo>
                  <a:lnTo>
                    <a:pt x="89301" y="142754"/>
                  </a:lnTo>
                  <a:lnTo>
                    <a:pt x="87710" y="144209"/>
                  </a:lnTo>
                  <a:lnTo>
                    <a:pt x="85661" y="146071"/>
                  </a:lnTo>
                  <a:lnTo>
                    <a:pt x="84970" y="145169"/>
                  </a:lnTo>
                  <a:lnTo>
                    <a:pt x="83563" y="143333"/>
                  </a:lnTo>
                  <a:lnTo>
                    <a:pt x="83048" y="142661"/>
                  </a:lnTo>
                  <a:lnTo>
                    <a:pt x="82909" y="142479"/>
                  </a:lnTo>
                  <a:lnTo>
                    <a:pt x="81994" y="141285"/>
                  </a:lnTo>
                  <a:lnTo>
                    <a:pt x="81032" y="139884"/>
                  </a:lnTo>
                  <a:lnTo>
                    <a:pt x="80797" y="139540"/>
                  </a:lnTo>
                  <a:lnTo>
                    <a:pt x="79898" y="138316"/>
                  </a:lnTo>
                  <a:lnTo>
                    <a:pt x="79578" y="137894"/>
                  </a:lnTo>
                  <a:lnTo>
                    <a:pt x="79179" y="137367"/>
                  </a:lnTo>
                  <a:lnTo>
                    <a:pt x="78196" y="136547"/>
                  </a:lnTo>
                  <a:lnTo>
                    <a:pt x="76549" y="135175"/>
                  </a:lnTo>
                  <a:lnTo>
                    <a:pt x="75121" y="134901"/>
                  </a:lnTo>
                  <a:lnTo>
                    <a:pt x="74908" y="134860"/>
                  </a:lnTo>
                  <a:lnTo>
                    <a:pt x="74470" y="134776"/>
                  </a:lnTo>
                  <a:lnTo>
                    <a:pt x="72518" y="134443"/>
                  </a:lnTo>
                  <a:lnTo>
                    <a:pt x="72338" y="134455"/>
                  </a:lnTo>
                  <a:lnTo>
                    <a:pt x="69702" y="134630"/>
                  </a:lnTo>
                  <a:lnTo>
                    <a:pt x="67981" y="134745"/>
                  </a:lnTo>
                  <a:lnTo>
                    <a:pt x="64026" y="135009"/>
                  </a:lnTo>
                  <a:lnTo>
                    <a:pt x="62532" y="135109"/>
                  </a:lnTo>
                  <a:lnTo>
                    <a:pt x="62006" y="135144"/>
                  </a:lnTo>
                  <a:lnTo>
                    <a:pt x="59590" y="135151"/>
                  </a:lnTo>
                  <a:lnTo>
                    <a:pt x="58776" y="135153"/>
                  </a:lnTo>
                  <a:lnTo>
                    <a:pt x="51480" y="135175"/>
                  </a:lnTo>
                  <a:lnTo>
                    <a:pt x="50723" y="135177"/>
                  </a:lnTo>
                  <a:lnTo>
                    <a:pt x="50639" y="135962"/>
                  </a:lnTo>
                  <a:lnTo>
                    <a:pt x="49719" y="144447"/>
                  </a:lnTo>
                  <a:lnTo>
                    <a:pt x="49500" y="144812"/>
                  </a:lnTo>
                  <a:lnTo>
                    <a:pt x="48257" y="146883"/>
                  </a:lnTo>
                  <a:lnTo>
                    <a:pt x="45067" y="146120"/>
                  </a:lnTo>
                  <a:lnTo>
                    <a:pt x="43259" y="145688"/>
                  </a:lnTo>
                  <a:lnTo>
                    <a:pt x="42264" y="145450"/>
                  </a:lnTo>
                  <a:lnTo>
                    <a:pt x="41128" y="145294"/>
                  </a:lnTo>
                  <a:lnTo>
                    <a:pt x="36970" y="144720"/>
                  </a:lnTo>
                  <a:lnTo>
                    <a:pt x="36413" y="144709"/>
                  </a:lnTo>
                  <a:lnTo>
                    <a:pt x="33123" y="144641"/>
                  </a:lnTo>
                  <a:lnTo>
                    <a:pt x="30266" y="144582"/>
                  </a:lnTo>
                  <a:lnTo>
                    <a:pt x="29855" y="144573"/>
                  </a:lnTo>
                  <a:lnTo>
                    <a:pt x="25973" y="144493"/>
                  </a:lnTo>
                  <a:lnTo>
                    <a:pt x="15376" y="144268"/>
                  </a:lnTo>
                  <a:lnTo>
                    <a:pt x="14523" y="143397"/>
                  </a:lnTo>
                  <a:lnTo>
                    <a:pt x="10626" y="139416"/>
                  </a:lnTo>
                  <a:lnTo>
                    <a:pt x="9841" y="138615"/>
                  </a:lnTo>
                  <a:lnTo>
                    <a:pt x="8096" y="136832"/>
                  </a:lnTo>
                  <a:lnTo>
                    <a:pt x="5612" y="134296"/>
                  </a:lnTo>
                  <a:lnTo>
                    <a:pt x="3481" y="132896"/>
                  </a:lnTo>
                  <a:lnTo>
                    <a:pt x="3413" y="132755"/>
                  </a:lnTo>
                  <a:lnTo>
                    <a:pt x="2621" y="131102"/>
                  </a:lnTo>
                  <a:lnTo>
                    <a:pt x="2522" y="130895"/>
                  </a:lnTo>
                  <a:lnTo>
                    <a:pt x="2187" y="130197"/>
                  </a:lnTo>
                  <a:lnTo>
                    <a:pt x="1690" y="129159"/>
                  </a:lnTo>
                  <a:lnTo>
                    <a:pt x="1528" y="128823"/>
                  </a:lnTo>
                  <a:lnTo>
                    <a:pt x="1300" y="128348"/>
                  </a:lnTo>
                  <a:lnTo>
                    <a:pt x="884" y="127478"/>
                  </a:lnTo>
                  <a:lnTo>
                    <a:pt x="667" y="127026"/>
                  </a:lnTo>
                  <a:lnTo>
                    <a:pt x="601" y="126889"/>
                  </a:lnTo>
                  <a:lnTo>
                    <a:pt x="395" y="126460"/>
                  </a:lnTo>
                  <a:lnTo>
                    <a:pt x="0" y="125630"/>
                  </a:lnTo>
                  <a:lnTo>
                    <a:pt x="7833" y="126115"/>
                  </a:lnTo>
                  <a:lnTo>
                    <a:pt x="18306" y="122141"/>
                  </a:lnTo>
                  <a:lnTo>
                    <a:pt x="23547" y="118671"/>
                  </a:lnTo>
                  <a:lnTo>
                    <a:pt x="25946" y="115922"/>
                  </a:lnTo>
                  <a:lnTo>
                    <a:pt x="30351" y="110874"/>
                  </a:lnTo>
                  <a:lnTo>
                    <a:pt x="32465" y="108450"/>
                  </a:lnTo>
                  <a:lnTo>
                    <a:pt x="32910" y="107941"/>
                  </a:lnTo>
                  <a:lnTo>
                    <a:pt x="35546" y="104924"/>
                  </a:lnTo>
                  <a:lnTo>
                    <a:pt x="35895" y="104524"/>
                  </a:lnTo>
                  <a:lnTo>
                    <a:pt x="38748" y="101259"/>
                  </a:lnTo>
                  <a:lnTo>
                    <a:pt x="39458" y="100447"/>
                  </a:lnTo>
                  <a:lnTo>
                    <a:pt x="42249" y="97253"/>
                  </a:lnTo>
                  <a:lnTo>
                    <a:pt x="45131" y="93954"/>
                  </a:lnTo>
                  <a:lnTo>
                    <a:pt x="47874" y="90814"/>
                  </a:lnTo>
                  <a:lnTo>
                    <a:pt x="57039" y="80326"/>
                  </a:lnTo>
                  <a:lnTo>
                    <a:pt x="59395" y="77630"/>
                  </a:lnTo>
                  <a:lnTo>
                    <a:pt x="63585" y="72834"/>
                  </a:lnTo>
                  <a:lnTo>
                    <a:pt x="65750" y="70356"/>
                  </a:lnTo>
                  <a:lnTo>
                    <a:pt x="73329" y="61682"/>
                  </a:lnTo>
                  <a:lnTo>
                    <a:pt x="75231" y="59505"/>
                  </a:lnTo>
                  <a:lnTo>
                    <a:pt x="80292" y="53713"/>
                  </a:lnTo>
                  <a:lnTo>
                    <a:pt x="81455" y="52669"/>
                  </a:lnTo>
                  <a:lnTo>
                    <a:pt x="87131" y="47575"/>
                  </a:lnTo>
                  <a:lnTo>
                    <a:pt x="91931" y="43270"/>
                  </a:lnTo>
                  <a:lnTo>
                    <a:pt x="93229" y="42644"/>
                  </a:lnTo>
                  <a:lnTo>
                    <a:pt x="95209" y="41688"/>
                  </a:lnTo>
                  <a:lnTo>
                    <a:pt x="95421" y="41586"/>
                  </a:lnTo>
                  <a:lnTo>
                    <a:pt x="98251" y="40220"/>
                  </a:lnTo>
                  <a:lnTo>
                    <a:pt x="101742" y="38535"/>
                  </a:lnTo>
                  <a:lnTo>
                    <a:pt x="102172" y="38335"/>
                  </a:lnTo>
                  <a:lnTo>
                    <a:pt x="102738" y="38187"/>
                  </a:lnTo>
                  <a:lnTo>
                    <a:pt x="103217" y="38063"/>
                  </a:lnTo>
                  <a:lnTo>
                    <a:pt x="103831" y="37903"/>
                  </a:lnTo>
                  <a:lnTo>
                    <a:pt x="106590" y="37185"/>
                  </a:lnTo>
                  <a:lnTo>
                    <a:pt x="111405" y="35932"/>
                  </a:lnTo>
                  <a:lnTo>
                    <a:pt x="113694" y="35342"/>
                  </a:lnTo>
                  <a:lnTo>
                    <a:pt x="130992" y="35525"/>
                  </a:lnTo>
                  <a:lnTo>
                    <a:pt x="137222" y="35591"/>
                  </a:lnTo>
                  <a:lnTo>
                    <a:pt x="145027" y="35673"/>
                  </a:lnTo>
                  <a:lnTo>
                    <a:pt x="185105" y="36098"/>
                  </a:lnTo>
                  <a:lnTo>
                    <a:pt x="189589" y="36145"/>
                  </a:lnTo>
                  <a:lnTo>
                    <a:pt x="197732" y="36232"/>
                  </a:lnTo>
                  <a:lnTo>
                    <a:pt x="203667" y="36295"/>
                  </a:lnTo>
                  <a:lnTo>
                    <a:pt x="208284" y="36973"/>
                  </a:lnTo>
                  <a:lnTo>
                    <a:pt x="208752" y="37041"/>
                  </a:lnTo>
                  <a:lnTo>
                    <a:pt x="213787" y="37781"/>
                  </a:lnTo>
                  <a:lnTo>
                    <a:pt x="216466" y="38077"/>
                  </a:lnTo>
                  <a:lnTo>
                    <a:pt x="219152" y="38280"/>
                  </a:lnTo>
                  <a:lnTo>
                    <a:pt x="222394" y="38400"/>
                  </a:lnTo>
                  <a:lnTo>
                    <a:pt x="224370" y="38391"/>
                  </a:lnTo>
                  <a:lnTo>
                    <a:pt x="225638" y="38384"/>
                  </a:lnTo>
                  <a:lnTo>
                    <a:pt x="228879" y="38233"/>
                  </a:lnTo>
                  <a:lnTo>
                    <a:pt x="232428" y="37871"/>
                  </a:lnTo>
                  <a:lnTo>
                    <a:pt x="234360" y="37418"/>
                  </a:lnTo>
                  <a:lnTo>
                    <a:pt x="236598" y="36846"/>
                  </a:lnTo>
                  <a:lnTo>
                    <a:pt x="238825" y="36230"/>
                  </a:lnTo>
                  <a:lnTo>
                    <a:pt x="241039" y="35569"/>
                  </a:lnTo>
                  <a:lnTo>
                    <a:pt x="243241" y="34865"/>
                  </a:lnTo>
                  <a:lnTo>
                    <a:pt x="243731" y="34698"/>
                  </a:lnTo>
                  <a:lnTo>
                    <a:pt x="245429" y="34118"/>
                  </a:lnTo>
                  <a:lnTo>
                    <a:pt x="247602" y="33326"/>
                  </a:lnTo>
                  <a:lnTo>
                    <a:pt x="249760" y="32492"/>
                  </a:lnTo>
                  <a:lnTo>
                    <a:pt x="264912" y="24715"/>
                  </a:lnTo>
                  <a:lnTo>
                    <a:pt x="265652" y="24335"/>
                  </a:lnTo>
                  <a:lnTo>
                    <a:pt x="268408" y="22920"/>
                  </a:lnTo>
                  <a:lnTo>
                    <a:pt x="269226" y="22406"/>
                  </a:lnTo>
                  <a:lnTo>
                    <a:pt x="270707" y="21473"/>
                  </a:lnTo>
                  <a:lnTo>
                    <a:pt x="285446" y="12200"/>
                  </a:lnTo>
                  <a:lnTo>
                    <a:pt x="291245" y="8552"/>
                  </a:lnTo>
                  <a:lnTo>
                    <a:pt x="291571" y="8346"/>
                  </a:lnTo>
                  <a:lnTo>
                    <a:pt x="302195" y="1662"/>
                  </a:lnTo>
                  <a:lnTo>
                    <a:pt x="304920" y="0"/>
                  </a:lnTo>
                  <a:lnTo>
                    <a:pt x="305727" y="1288"/>
                  </a:lnTo>
                  <a:lnTo>
                    <a:pt x="319201" y="2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70"/>
            <p:cNvSpPr/>
            <p:nvPr/>
          </p:nvSpPr>
          <p:spPr>
            <a:xfrm>
              <a:off x="5776748" y="3082452"/>
              <a:ext cx="358641" cy="447965"/>
            </a:xfrm>
            <a:custGeom>
              <a:avLst/>
              <a:pathLst>
                <a:path w="358641" h="447965">
                  <a:moveTo>
                    <a:pt x="112644" y="15900"/>
                  </a:moveTo>
                  <a:lnTo>
                    <a:pt x="124536" y="23054"/>
                  </a:lnTo>
                  <a:lnTo>
                    <a:pt x="130582" y="27962"/>
                  </a:lnTo>
                  <a:lnTo>
                    <a:pt x="134613" y="33111"/>
                  </a:lnTo>
                  <a:lnTo>
                    <a:pt x="140099" y="40089"/>
                  </a:lnTo>
                  <a:lnTo>
                    <a:pt x="145490" y="32493"/>
                  </a:lnTo>
                  <a:lnTo>
                    <a:pt x="147897" y="28792"/>
                  </a:lnTo>
                  <a:lnTo>
                    <a:pt x="148573" y="27952"/>
                  </a:lnTo>
                  <a:lnTo>
                    <a:pt x="149023" y="27394"/>
                  </a:lnTo>
                  <a:lnTo>
                    <a:pt x="150958" y="25000"/>
                  </a:lnTo>
                  <a:lnTo>
                    <a:pt x="152536" y="24417"/>
                  </a:lnTo>
                  <a:lnTo>
                    <a:pt x="153082" y="24215"/>
                  </a:lnTo>
                  <a:lnTo>
                    <a:pt x="154457" y="23345"/>
                  </a:lnTo>
                  <a:lnTo>
                    <a:pt x="155095" y="22943"/>
                  </a:lnTo>
                  <a:lnTo>
                    <a:pt x="155639" y="24417"/>
                  </a:lnTo>
                  <a:lnTo>
                    <a:pt x="156653" y="27163"/>
                  </a:lnTo>
                  <a:lnTo>
                    <a:pt x="157267" y="28825"/>
                  </a:lnTo>
                  <a:lnTo>
                    <a:pt x="157483" y="29253"/>
                  </a:lnTo>
                  <a:lnTo>
                    <a:pt x="157658" y="29598"/>
                  </a:lnTo>
                  <a:lnTo>
                    <a:pt x="158926" y="32108"/>
                  </a:lnTo>
                  <a:lnTo>
                    <a:pt x="159434" y="33112"/>
                  </a:lnTo>
                  <a:lnTo>
                    <a:pt x="159596" y="33432"/>
                  </a:lnTo>
                  <a:lnTo>
                    <a:pt x="159868" y="33970"/>
                  </a:lnTo>
                  <a:lnTo>
                    <a:pt x="159999" y="34231"/>
                  </a:lnTo>
                  <a:lnTo>
                    <a:pt x="160653" y="35523"/>
                  </a:lnTo>
                  <a:lnTo>
                    <a:pt x="161092" y="36392"/>
                  </a:lnTo>
                  <a:lnTo>
                    <a:pt x="161890" y="37972"/>
                  </a:lnTo>
                  <a:lnTo>
                    <a:pt x="163001" y="40169"/>
                  </a:lnTo>
                  <a:lnTo>
                    <a:pt x="163188" y="40540"/>
                  </a:lnTo>
                  <a:lnTo>
                    <a:pt x="163261" y="40684"/>
                  </a:lnTo>
                  <a:lnTo>
                    <a:pt x="163433" y="41024"/>
                  </a:lnTo>
                  <a:lnTo>
                    <a:pt x="163957" y="42060"/>
                  </a:lnTo>
                  <a:lnTo>
                    <a:pt x="164741" y="43611"/>
                  </a:lnTo>
                  <a:lnTo>
                    <a:pt x="164814" y="43756"/>
                  </a:lnTo>
                  <a:lnTo>
                    <a:pt x="164961" y="44048"/>
                  </a:lnTo>
                  <a:lnTo>
                    <a:pt x="165414" y="44944"/>
                  </a:lnTo>
                  <a:lnTo>
                    <a:pt x="165516" y="45145"/>
                  </a:lnTo>
                  <a:lnTo>
                    <a:pt x="165903" y="45912"/>
                  </a:lnTo>
                  <a:lnTo>
                    <a:pt x="166223" y="46055"/>
                  </a:lnTo>
                  <a:lnTo>
                    <a:pt x="167286" y="46532"/>
                  </a:lnTo>
                  <a:lnTo>
                    <a:pt x="168604" y="47125"/>
                  </a:lnTo>
                  <a:lnTo>
                    <a:pt x="169706" y="47620"/>
                  </a:lnTo>
                  <a:lnTo>
                    <a:pt x="171619" y="48479"/>
                  </a:lnTo>
                  <a:lnTo>
                    <a:pt x="177148" y="50963"/>
                  </a:lnTo>
                  <a:lnTo>
                    <a:pt x="178120" y="51400"/>
                  </a:lnTo>
                  <a:lnTo>
                    <a:pt x="182051" y="53160"/>
                  </a:lnTo>
                  <a:lnTo>
                    <a:pt x="182874" y="51438"/>
                  </a:lnTo>
                  <a:lnTo>
                    <a:pt x="183151" y="50858"/>
                  </a:lnTo>
                  <a:lnTo>
                    <a:pt x="183904" y="49281"/>
                  </a:lnTo>
                  <a:lnTo>
                    <a:pt x="184243" y="48570"/>
                  </a:lnTo>
                  <a:lnTo>
                    <a:pt x="184372" y="48302"/>
                  </a:lnTo>
                  <a:lnTo>
                    <a:pt x="184909" y="47176"/>
                  </a:lnTo>
                  <a:lnTo>
                    <a:pt x="186018" y="44856"/>
                  </a:lnTo>
                  <a:lnTo>
                    <a:pt x="187206" y="43046"/>
                  </a:lnTo>
                  <a:lnTo>
                    <a:pt x="187782" y="42169"/>
                  </a:lnTo>
                  <a:lnTo>
                    <a:pt x="188120" y="41653"/>
                  </a:lnTo>
                  <a:lnTo>
                    <a:pt x="189392" y="39716"/>
                  </a:lnTo>
                  <a:lnTo>
                    <a:pt x="189930" y="38895"/>
                  </a:lnTo>
                  <a:lnTo>
                    <a:pt x="190385" y="38202"/>
                  </a:lnTo>
                  <a:lnTo>
                    <a:pt x="190665" y="37775"/>
                  </a:lnTo>
                  <a:lnTo>
                    <a:pt x="192183" y="35464"/>
                  </a:lnTo>
                  <a:lnTo>
                    <a:pt x="193050" y="33745"/>
                  </a:lnTo>
                  <a:lnTo>
                    <a:pt x="193419" y="33012"/>
                  </a:lnTo>
                  <a:lnTo>
                    <a:pt x="194053" y="32015"/>
                  </a:lnTo>
                  <a:lnTo>
                    <a:pt x="194273" y="31669"/>
                  </a:lnTo>
                  <a:lnTo>
                    <a:pt x="194976" y="30562"/>
                  </a:lnTo>
                  <a:lnTo>
                    <a:pt x="195159" y="30086"/>
                  </a:lnTo>
                  <a:lnTo>
                    <a:pt x="194112" y="29989"/>
                  </a:lnTo>
                  <a:lnTo>
                    <a:pt x="193880" y="29566"/>
                  </a:lnTo>
                  <a:lnTo>
                    <a:pt x="192307" y="26707"/>
                  </a:lnTo>
                  <a:lnTo>
                    <a:pt x="191020" y="24368"/>
                  </a:lnTo>
                  <a:lnTo>
                    <a:pt x="189852" y="22180"/>
                  </a:lnTo>
                  <a:lnTo>
                    <a:pt x="189770" y="21826"/>
                  </a:lnTo>
                  <a:lnTo>
                    <a:pt x="189548" y="20881"/>
                  </a:lnTo>
                  <a:lnTo>
                    <a:pt x="189415" y="20312"/>
                  </a:lnTo>
                  <a:lnTo>
                    <a:pt x="189074" y="18850"/>
                  </a:lnTo>
                  <a:lnTo>
                    <a:pt x="188211" y="15162"/>
                  </a:lnTo>
                  <a:lnTo>
                    <a:pt x="188002" y="14269"/>
                  </a:lnTo>
                  <a:lnTo>
                    <a:pt x="188407" y="13496"/>
                  </a:lnTo>
                  <a:lnTo>
                    <a:pt x="189070" y="12227"/>
                  </a:lnTo>
                  <a:lnTo>
                    <a:pt x="189602" y="11209"/>
                  </a:lnTo>
                  <a:lnTo>
                    <a:pt x="190955" y="8623"/>
                  </a:lnTo>
                  <a:lnTo>
                    <a:pt x="191684" y="7238"/>
                  </a:lnTo>
                  <a:lnTo>
                    <a:pt x="200291" y="2969"/>
                  </a:lnTo>
                  <a:lnTo>
                    <a:pt x="201702" y="2271"/>
                  </a:lnTo>
                  <a:lnTo>
                    <a:pt x="209484" y="0"/>
                  </a:lnTo>
                  <a:lnTo>
                    <a:pt x="211575" y="1581"/>
                  </a:lnTo>
                  <a:lnTo>
                    <a:pt x="212451" y="2243"/>
                  </a:lnTo>
                  <a:lnTo>
                    <a:pt x="213411" y="2969"/>
                  </a:lnTo>
                  <a:lnTo>
                    <a:pt x="216157" y="5047"/>
                  </a:lnTo>
                  <a:lnTo>
                    <a:pt x="217111" y="5768"/>
                  </a:lnTo>
                  <a:lnTo>
                    <a:pt x="217485" y="6118"/>
                  </a:lnTo>
                  <a:lnTo>
                    <a:pt x="223059" y="11330"/>
                  </a:lnTo>
                  <a:lnTo>
                    <a:pt x="223231" y="11653"/>
                  </a:lnTo>
                  <a:lnTo>
                    <a:pt x="223534" y="12227"/>
                  </a:lnTo>
                  <a:lnTo>
                    <a:pt x="224201" y="13487"/>
                  </a:lnTo>
                  <a:lnTo>
                    <a:pt x="224599" y="14238"/>
                  </a:lnTo>
                  <a:lnTo>
                    <a:pt x="226309" y="17470"/>
                  </a:lnTo>
                  <a:lnTo>
                    <a:pt x="227407" y="19545"/>
                  </a:lnTo>
                  <a:lnTo>
                    <a:pt x="227489" y="19700"/>
                  </a:lnTo>
                  <a:lnTo>
                    <a:pt x="227983" y="20633"/>
                  </a:lnTo>
                  <a:lnTo>
                    <a:pt x="228294" y="21105"/>
                  </a:lnTo>
                  <a:lnTo>
                    <a:pt x="229430" y="22835"/>
                  </a:lnTo>
                  <a:lnTo>
                    <a:pt x="231505" y="25992"/>
                  </a:lnTo>
                  <a:lnTo>
                    <a:pt x="231986" y="26725"/>
                  </a:lnTo>
                  <a:lnTo>
                    <a:pt x="233115" y="28443"/>
                  </a:lnTo>
                  <a:lnTo>
                    <a:pt x="234317" y="31605"/>
                  </a:lnTo>
                  <a:lnTo>
                    <a:pt x="236063" y="36201"/>
                  </a:lnTo>
                  <a:lnTo>
                    <a:pt x="236699" y="39757"/>
                  </a:lnTo>
                  <a:lnTo>
                    <a:pt x="237111" y="42061"/>
                  </a:lnTo>
                  <a:lnTo>
                    <a:pt x="238649" y="50663"/>
                  </a:lnTo>
                  <a:lnTo>
                    <a:pt x="238741" y="51177"/>
                  </a:lnTo>
                  <a:lnTo>
                    <a:pt x="239084" y="53098"/>
                  </a:lnTo>
                  <a:lnTo>
                    <a:pt x="238902" y="63182"/>
                  </a:lnTo>
                  <a:lnTo>
                    <a:pt x="238897" y="63437"/>
                  </a:lnTo>
                  <a:lnTo>
                    <a:pt x="238894" y="63618"/>
                  </a:lnTo>
                  <a:lnTo>
                    <a:pt x="243411" y="67379"/>
                  </a:lnTo>
                  <a:lnTo>
                    <a:pt x="245967" y="69506"/>
                  </a:lnTo>
                  <a:lnTo>
                    <a:pt x="247968" y="71172"/>
                  </a:lnTo>
                  <a:lnTo>
                    <a:pt x="249848" y="72737"/>
                  </a:lnTo>
                  <a:lnTo>
                    <a:pt x="260731" y="83134"/>
                  </a:lnTo>
                  <a:lnTo>
                    <a:pt x="285438" y="103379"/>
                  </a:lnTo>
                  <a:lnTo>
                    <a:pt x="294389" y="113883"/>
                  </a:lnTo>
                  <a:lnTo>
                    <a:pt x="310761" y="133096"/>
                  </a:lnTo>
                  <a:lnTo>
                    <a:pt x="312984" y="141881"/>
                  </a:lnTo>
                  <a:lnTo>
                    <a:pt x="334657" y="174725"/>
                  </a:lnTo>
                  <a:lnTo>
                    <a:pt x="317598" y="183398"/>
                  </a:lnTo>
                  <a:lnTo>
                    <a:pt x="311171" y="186666"/>
                  </a:lnTo>
                  <a:lnTo>
                    <a:pt x="303657" y="200869"/>
                  </a:lnTo>
                  <a:lnTo>
                    <a:pt x="302991" y="205648"/>
                  </a:lnTo>
                  <a:lnTo>
                    <a:pt x="301559" y="215826"/>
                  </a:lnTo>
                  <a:lnTo>
                    <a:pt x="295369" y="218097"/>
                  </a:lnTo>
                  <a:lnTo>
                    <a:pt x="288071" y="220775"/>
                  </a:lnTo>
                  <a:lnTo>
                    <a:pt x="282869" y="218779"/>
                  </a:lnTo>
                  <a:lnTo>
                    <a:pt x="276674" y="216402"/>
                  </a:lnTo>
                  <a:lnTo>
                    <a:pt x="275173" y="215826"/>
                  </a:lnTo>
                  <a:lnTo>
                    <a:pt x="270983" y="214218"/>
                  </a:lnTo>
                  <a:lnTo>
                    <a:pt x="265757" y="212213"/>
                  </a:lnTo>
                  <a:lnTo>
                    <a:pt x="264108" y="211581"/>
                  </a:lnTo>
                  <a:lnTo>
                    <a:pt x="260653" y="213313"/>
                  </a:lnTo>
                  <a:lnTo>
                    <a:pt x="257825" y="214731"/>
                  </a:lnTo>
                  <a:lnTo>
                    <a:pt x="254502" y="213399"/>
                  </a:lnTo>
                  <a:lnTo>
                    <a:pt x="249163" y="211258"/>
                  </a:lnTo>
                  <a:lnTo>
                    <a:pt x="249118" y="211848"/>
                  </a:lnTo>
                  <a:lnTo>
                    <a:pt x="253823" y="230622"/>
                  </a:lnTo>
                  <a:lnTo>
                    <a:pt x="253516" y="230728"/>
                  </a:lnTo>
                  <a:lnTo>
                    <a:pt x="251730" y="231336"/>
                  </a:lnTo>
                  <a:lnTo>
                    <a:pt x="237411" y="236278"/>
                  </a:lnTo>
                  <a:lnTo>
                    <a:pt x="237261" y="236330"/>
                  </a:lnTo>
                  <a:lnTo>
                    <a:pt x="237332" y="236591"/>
                  </a:lnTo>
                  <a:lnTo>
                    <a:pt x="237812" y="241015"/>
                  </a:lnTo>
                  <a:lnTo>
                    <a:pt x="239188" y="253708"/>
                  </a:lnTo>
                  <a:lnTo>
                    <a:pt x="241560" y="253999"/>
                  </a:lnTo>
                  <a:lnTo>
                    <a:pt x="241180" y="266989"/>
                  </a:lnTo>
                  <a:lnTo>
                    <a:pt x="236438" y="267183"/>
                  </a:lnTo>
                  <a:lnTo>
                    <a:pt x="229322" y="271316"/>
                  </a:lnTo>
                  <a:lnTo>
                    <a:pt x="226102" y="275645"/>
                  </a:lnTo>
                  <a:lnTo>
                    <a:pt x="227688" y="280269"/>
                  </a:lnTo>
                  <a:lnTo>
                    <a:pt x="228693" y="283201"/>
                  </a:lnTo>
                  <a:lnTo>
                    <a:pt x="229609" y="299657"/>
                  </a:lnTo>
                  <a:lnTo>
                    <a:pt x="237481" y="304116"/>
                  </a:lnTo>
                  <a:lnTo>
                    <a:pt x="247440" y="303437"/>
                  </a:lnTo>
                  <a:lnTo>
                    <a:pt x="250949" y="313713"/>
                  </a:lnTo>
                  <a:lnTo>
                    <a:pt x="242982" y="317299"/>
                  </a:lnTo>
                  <a:lnTo>
                    <a:pt x="237671" y="332712"/>
                  </a:lnTo>
                  <a:lnTo>
                    <a:pt x="324452" y="392563"/>
                  </a:lnTo>
                  <a:lnTo>
                    <a:pt x="333448" y="398970"/>
                  </a:lnTo>
                  <a:lnTo>
                    <a:pt x="358641" y="416912"/>
                  </a:lnTo>
                  <a:lnTo>
                    <a:pt x="344680" y="438498"/>
                  </a:lnTo>
                  <a:lnTo>
                    <a:pt x="327665" y="447965"/>
                  </a:lnTo>
                  <a:lnTo>
                    <a:pt x="312796" y="408006"/>
                  </a:lnTo>
                  <a:lnTo>
                    <a:pt x="311357" y="406901"/>
                  </a:lnTo>
                  <a:lnTo>
                    <a:pt x="288603" y="389426"/>
                  </a:lnTo>
                  <a:lnTo>
                    <a:pt x="236438" y="341049"/>
                  </a:lnTo>
                  <a:lnTo>
                    <a:pt x="211071" y="350229"/>
                  </a:lnTo>
                  <a:lnTo>
                    <a:pt x="208142" y="383927"/>
                  </a:lnTo>
                  <a:lnTo>
                    <a:pt x="188937" y="411372"/>
                  </a:lnTo>
                  <a:lnTo>
                    <a:pt x="180579" y="405374"/>
                  </a:lnTo>
                  <a:lnTo>
                    <a:pt x="178998" y="404507"/>
                  </a:lnTo>
                  <a:lnTo>
                    <a:pt x="167902" y="411661"/>
                  </a:lnTo>
                  <a:lnTo>
                    <a:pt x="167673" y="411368"/>
                  </a:lnTo>
                  <a:lnTo>
                    <a:pt x="167050" y="410569"/>
                  </a:lnTo>
                  <a:lnTo>
                    <a:pt x="166077" y="409321"/>
                  </a:lnTo>
                  <a:lnTo>
                    <a:pt x="165085" y="408048"/>
                  </a:lnTo>
                  <a:lnTo>
                    <a:pt x="162626" y="404893"/>
                  </a:lnTo>
                  <a:lnTo>
                    <a:pt x="162381" y="404597"/>
                  </a:lnTo>
                  <a:lnTo>
                    <a:pt x="162041" y="404186"/>
                  </a:lnTo>
                  <a:lnTo>
                    <a:pt x="156400" y="397365"/>
                  </a:lnTo>
                  <a:lnTo>
                    <a:pt x="150439" y="390159"/>
                  </a:lnTo>
                  <a:lnTo>
                    <a:pt x="150262" y="388695"/>
                  </a:lnTo>
                  <a:lnTo>
                    <a:pt x="150086" y="387232"/>
                  </a:lnTo>
                  <a:lnTo>
                    <a:pt x="148820" y="385932"/>
                  </a:lnTo>
                  <a:lnTo>
                    <a:pt x="144295" y="381284"/>
                  </a:lnTo>
                  <a:lnTo>
                    <a:pt x="138846" y="374288"/>
                  </a:lnTo>
                  <a:lnTo>
                    <a:pt x="136160" y="372394"/>
                  </a:lnTo>
                  <a:lnTo>
                    <a:pt x="134896" y="371503"/>
                  </a:lnTo>
                  <a:lnTo>
                    <a:pt x="133772" y="370711"/>
                  </a:lnTo>
                  <a:lnTo>
                    <a:pt x="133572" y="370570"/>
                  </a:lnTo>
                  <a:lnTo>
                    <a:pt x="129090" y="368725"/>
                  </a:lnTo>
                  <a:lnTo>
                    <a:pt x="128737" y="368580"/>
                  </a:lnTo>
                  <a:lnTo>
                    <a:pt x="126782" y="367775"/>
                  </a:lnTo>
                  <a:lnTo>
                    <a:pt x="125260" y="367149"/>
                  </a:lnTo>
                  <a:lnTo>
                    <a:pt x="116626" y="362405"/>
                  </a:lnTo>
                  <a:lnTo>
                    <a:pt x="109940" y="358731"/>
                  </a:lnTo>
                  <a:lnTo>
                    <a:pt x="106937" y="357081"/>
                  </a:lnTo>
                  <a:lnTo>
                    <a:pt x="105048" y="356043"/>
                  </a:lnTo>
                  <a:lnTo>
                    <a:pt x="101373" y="351185"/>
                  </a:lnTo>
                  <a:lnTo>
                    <a:pt x="100616" y="350185"/>
                  </a:lnTo>
                  <a:lnTo>
                    <a:pt x="97448" y="347707"/>
                  </a:lnTo>
                  <a:lnTo>
                    <a:pt x="93587" y="344686"/>
                  </a:lnTo>
                  <a:lnTo>
                    <a:pt x="89040" y="341129"/>
                  </a:lnTo>
                  <a:lnTo>
                    <a:pt x="87721" y="340097"/>
                  </a:lnTo>
                  <a:lnTo>
                    <a:pt x="87099" y="339888"/>
                  </a:lnTo>
                  <a:lnTo>
                    <a:pt x="76488" y="336323"/>
                  </a:lnTo>
                  <a:lnTo>
                    <a:pt x="64540" y="331524"/>
                  </a:lnTo>
                  <a:lnTo>
                    <a:pt x="56742" y="328393"/>
                  </a:lnTo>
                  <a:lnTo>
                    <a:pt x="51988" y="326484"/>
                  </a:lnTo>
                  <a:lnTo>
                    <a:pt x="51097" y="325539"/>
                  </a:lnTo>
                  <a:lnTo>
                    <a:pt x="45024" y="319100"/>
                  </a:lnTo>
                  <a:lnTo>
                    <a:pt x="40872" y="313378"/>
                  </a:lnTo>
                  <a:lnTo>
                    <a:pt x="40002" y="308737"/>
                  </a:lnTo>
                  <a:lnTo>
                    <a:pt x="39891" y="308144"/>
                  </a:lnTo>
                  <a:lnTo>
                    <a:pt x="50561" y="309965"/>
                  </a:lnTo>
                  <a:lnTo>
                    <a:pt x="62589" y="310072"/>
                  </a:lnTo>
                  <a:lnTo>
                    <a:pt x="71910" y="311201"/>
                  </a:lnTo>
                  <a:lnTo>
                    <a:pt x="74023" y="311351"/>
                  </a:lnTo>
                  <a:lnTo>
                    <a:pt x="74195" y="311364"/>
                  </a:lnTo>
                  <a:lnTo>
                    <a:pt x="79650" y="310202"/>
                  </a:lnTo>
                  <a:lnTo>
                    <a:pt x="83983" y="308827"/>
                  </a:lnTo>
                  <a:lnTo>
                    <a:pt x="85397" y="308378"/>
                  </a:lnTo>
                  <a:lnTo>
                    <a:pt x="76662" y="300760"/>
                  </a:lnTo>
                  <a:lnTo>
                    <a:pt x="76326" y="300466"/>
                  </a:lnTo>
                  <a:lnTo>
                    <a:pt x="73482" y="299439"/>
                  </a:lnTo>
                  <a:lnTo>
                    <a:pt x="63195" y="289005"/>
                  </a:lnTo>
                  <a:lnTo>
                    <a:pt x="59481" y="285239"/>
                  </a:lnTo>
                  <a:lnTo>
                    <a:pt x="56567" y="287451"/>
                  </a:lnTo>
                  <a:lnTo>
                    <a:pt x="55456" y="286270"/>
                  </a:lnTo>
                  <a:lnTo>
                    <a:pt x="54075" y="284802"/>
                  </a:lnTo>
                  <a:lnTo>
                    <a:pt x="44413" y="274378"/>
                  </a:lnTo>
                  <a:lnTo>
                    <a:pt x="44141" y="274085"/>
                  </a:lnTo>
                  <a:lnTo>
                    <a:pt x="30525" y="259394"/>
                  </a:lnTo>
                  <a:lnTo>
                    <a:pt x="29855" y="258672"/>
                  </a:lnTo>
                  <a:lnTo>
                    <a:pt x="15218" y="242880"/>
                  </a:lnTo>
                  <a:lnTo>
                    <a:pt x="8853" y="236247"/>
                  </a:lnTo>
                  <a:lnTo>
                    <a:pt x="0" y="227022"/>
                  </a:lnTo>
                  <a:lnTo>
                    <a:pt x="1162" y="225913"/>
                  </a:lnTo>
                  <a:lnTo>
                    <a:pt x="3725" y="223470"/>
                  </a:lnTo>
                  <a:lnTo>
                    <a:pt x="14504" y="213193"/>
                  </a:lnTo>
                  <a:lnTo>
                    <a:pt x="15040" y="212682"/>
                  </a:lnTo>
                  <a:lnTo>
                    <a:pt x="23147" y="204951"/>
                  </a:lnTo>
                  <a:lnTo>
                    <a:pt x="23317" y="204789"/>
                  </a:lnTo>
                  <a:lnTo>
                    <a:pt x="23596" y="204523"/>
                  </a:lnTo>
                  <a:lnTo>
                    <a:pt x="23875" y="204257"/>
                  </a:lnTo>
                  <a:lnTo>
                    <a:pt x="25193" y="203000"/>
                  </a:lnTo>
                  <a:lnTo>
                    <a:pt x="25732" y="202487"/>
                  </a:lnTo>
                  <a:lnTo>
                    <a:pt x="26203" y="202037"/>
                  </a:lnTo>
                  <a:lnTo>
                    <a:pt x="26965" y="201310"/>
                  </a:lnTo>
                  <a:lnTo>
                    <a:pt x="29221" y="199159"/>
                  </a:lnTo>
                  <a:lnTo>
                    <a:pt x="29471" y="198921"/>
                  </a:lnTo>
                  <a:lnTo>
                    <a:pt x="30181" y="198245"/>
                  </a:lnTo>
                  <a:lnTo>
                    <a:pt x="30842" y="197614"/>
                  </a:lnTo>
                  <a:lnTo>
                    <a:pt x="31068" y="197398"/>
                  </a:lnTo>
                  <a:lnTo>
                    <a:pt x="31543" y="196946"/>
                  </a:lnTo>
                  <a:lnTo>
                    <a:pt x="35673" y="193008"/>
                  </a:lnTo>
                  <a:lnTo>
                    <a:pt x="37001" y="191741"/>
                  </a:lnTo>
                  <a:lnTo>
                    <a:pt x="38360" y="190446"/>
                  </a:lnTo>
                  <a:lnTo>
                    <a:pt x="38671" y="190149"/>
                  </a:lnTo>
                  <a:lnTo>
                    <a:pt x="39817" y="189057"/>
                  </a:lnTo>
                  <a:lnTo>
                    <a:pt x="40189" y="188702"/>
                  </a:lnTo>
                  <a:lnTo>
                    <a:pt x="40786" y="188133"/>
                  </a:lnTo>
                  <a:lnTo>
                    <a:pt x="41871" y="187098"/>
                  </a:lnTo>
                  <a:lnTo>
                    <a:pt x="42001" y="186974"/>
                  </a:lnTo>
                  <a:lnTo>
                    <a:pt x="42780" y="186231"/>
                  </a:lnTo>
                  <a:lnTo>
                    <a:pt x="42975" y="186046"/>
                  </a:lnTo>
                  <a:lnTo>
                    <a:pt x="43400" y="185640"/>
                  </a:lnTo>
                  <a:lnTo>
                    <a:pt x="43608" y="185441"/>
                  </a:lnTo>
                  <a:lnTo>
                    <a:pt x="44034" y="185036"/>
                  </a:lnTo>
                  <a:lnTo>
                    <a:pt x="44342" y="184742"/>
                  </a:lnTo>
                  <a:lnTo>
                    <a:pt x="44627" y="184470"/>
                  </a:lnTo>
                  <a:lnTo>
                    <a:pt x="45022" y="184093"/>
                  </a:lnTo>
                  <a:lnTo>
                    <a:pt x="45522" y="183617"/>
                  </a:lnTo>
                  <a:lnTo>
                    <a:pt x="48996" y="180304"/>
                  </a:lnTo>
                  <a:lnTo>
                    <a:pt x="49800" y="179538"/>
                  </a:lnTo>
                  <a:lnTo>
                    <a:pt x="52419" y="177041"/>
                  </a:lnTo>
                  <a:lnTo>
                    <a:pt x="53001" y="176486"/>
                  </a:lnTo>
                  <a:lnTo>
                    <a:pt x="53346" y="176157"/>
                  </a:lnTo>
                  <a:lnTo>
                    <a:pt x="55042" y="174539"/>
                  </a:lnTo>
                  <a:lnTo>
                    <a:pt x="56057" y="173571"/>
                  </a:lnTo>
                  <a:lnTo>
                    <a:pt x="57933" y="171783"/>
                  </a:lnTo>
                  <a:lnTo>
                    <a:pt x="59678" y="170119"/>
                  </a:lnTo>
                  <a:lnTo>
                    <a:pt x="61133" y="168732"/>
                  </a:lnTo>
                  <a:lnTo>
                    <a:pt x="62079" y="167830"/>
                  </a:lnTo>
                  <a:lnTo>
                    <a:pt x="63965" y="166032"/>
                  </a:lnTo>
                  <a:lnTo>
                    <a:pt x="65647" y="164237"/>
                  </a:lnTo>
                  <a:lnTo>
                    <a:pt x="66453" y="163378"/>
                  </a:lnTo>
                  <a:lnTo>
                    <a:pt x="66696" y="163119"/>
                  </a:lnTo>
                  <a:lnTo>
                    <a:pt x="66944" y="162855"/>
                  </a:lnTo>
                  <a:lnTo>
                    <a:pt x="68556" y="161135"/>
                  </a:lnTo>
                  <a:lnTo>
                    <a:pt x="71706" y="157776"/>
                  </a:lnTo>
                  <a:lnTo>
                    <a:pt x="72476" y="156954"/>
                  </a:lnTo>
                  <a:lnTo>
                    <a:pt x="73129" y="156258"/>
                  </a:lnTo>
                  <a:lnTo>
                    <a:pt x="73610" y="155745"/>
                  </a:lnTo>
                  <a:lnTo>
                    <a:pt x="73821" y="155520"/>
                  </a:lnTo>
                  <a:lnTo>
                    <a:pt x="74024" y="155303"/>
                  </a:lnTo>
                  <a:lnTo>
                    <a:pt x="74327" y="154980"/>
                  </a:lnTo>
                  <a:lnTo>
                    <a:pt x="74762" y="154516"/>
                  </a:lnTo>
                  <a:lnTo>
                    <a:pt x="74976" y="154288"/>
                  </a:lnTo>
                  <a:lnTo>
                    <a:pt x="75160" y="154092"/>
                  </a:lnTo>
                  <a:lnTo>
                    <a:pt x="76461" y="152704"/>
                  </a:lnTo>
                  <a:lnTo>
                    <a:pt x="77623" y="151465"/>
                  </a:lnTo>
                  <a:lnTo>
                    <a:pt x="80536" y="148358"/>
                  </a:lnTo>
                  <a:lnTo>
                    <a:pt x="84160" y="144493"/>
                  </a:lnTo>
                  <a:lnTo>
                    <a:pt x="87609" y="140815"/>
                  </a:lnTo>
                  <a:lnTo>
                    <a:pt x="88915" y="139421"/>
                  </a:lnTo>
                  <a:lnTo>
                    <a:pt x="89617" y="138673"/>
                  </a:lnTo>
                  <a:lnTo>
                    <a:pt x="90074" y="138186"/>
                  </a:lnTo>
                  <a:lnTo>
                    <a:pt x="90417" y="137820"/>
                  </a:lnTo>
                  <a:lnTo>
                    <a:pt x="90739" y="137477"/>
                  </a:lnTo>
                  <a:lnTo>
                    <a:pt x="90870" y="137337"/>
                  </a:lnTo>
                  <a:lnTo>
                    <a:pt x="90440" y="136890"/>
                  </a:lnTo>
                  <a:lnTo>
                    <a:pt x="88697" y="135074"/>
                  </a:lnTo>
                  <a:lnTo>
                    <a:pt x="85047" y="131273"/>
                  </a:lnTo>
                  <a:lnTo>
                    <a:pt x="82948" y="129087"/>
                  </a:lnTo>
                  <a:lnTo>
                    <a:pt x="80720" y="126766"/>
                  </a:lnTo>
                  <a:lnTo>
                    <a:pt x="78695" y="124657"/>
                  </a:lnTo>
                  <a:lnTo>
                    <a:pt x="74896" y="120700"/>
                  </a:lnTo>
                  <a:lnTo>
                    <a:pt x="74135" y="119908"/>
                  </a:lnTo>
                  <a:lnTo>
                    <a:pt x="73976" y="119742"/>
                  </a:lnTo>
                  <a:lnTo>
                    <a:pt x="73823" y="119582"/>
                  </a:lnTo>
                  <a:lnTo>
                    <a:pt x="73681" y="119434"/>
                  </a:lnTo>
                  <a:lnTo>
                    <a:pt x="73360" y="119100"/>
                  </a:lnTo>
                  <a:lnTo>
                    <a:pt x="72889" y="118609"/>
                  </a:lnTo>
                  <a:lnTo>
                    <a:pt x="71677" y="117347"/>
                  </a:lnTo>
                  <a:lnTo>
                    <a:pt x="71250" y="116903"/>
                  </a:lnTo>
                  <a:lnTo>
                    <a:pt x="70882" y="116520"/>
                  </a:lnTo>
                  <a:lnTo>
                    <a:pt x="70348" y="115963"/>
                  </a:lnTo>
                  <a:lnTo>
                    <a:pt x="69973" y="115573"/>
                  </a:lnTo>
                  <a:lnTo>
                    <a:pt x="69492" y="115072"/>
                  </a:lnTo>
                  <a:lnTo>
                    <a:pt x="69133" y="114698"/>
                  </a:lnTo>
                  <a:lnTo>
                    <a:pt x="68726" y="114274"/>
                  </a:lnTo>
                  <a:lnTo>
                    <a:pt x="68464" y="114001"/>
                  </a:lnTo>
                  <a:lnTo>
                    <a:pt x="67956" y="113472"/>
                  </a:lnTo>
                  <a:lnTo>
                    <a:pt x="67624" y="113126"/>
                  </a:lnTo>
                  <a:lnTo>
                    <a:pt x="66918" y="112391"/>
                  </a:lnTo>
                  <a:lnTo>
                    <a:pt x="66397" y="111848"/>
                  </a:lnTo>
                  <a:lnTo>
                    <a:pt x="66187" y="111630"/>
                  </a:lnTo>
                  <a:lnTo>
                    <a:pt x="65137" y="110535"/>
                  </a:lnTo>
                  <a:lnTo>
                    <a:pt x="64698" y="110079"/>
                  </a:lnTo>
                  <a:lnTo>
                    <a:pt x="64062" y="109416"/>
                  </a:lnTo>
                  <a:lnTo>
                    <a:pt x="63758" y="109100"/>
                  </a:lnTo>
                  <a:lnTo>
                    <a:pt x="62658" y="107954"/>
                  </a:lnTo>
                  <a:lnTo>
                    <a:pt x="62241" y="107520"/>
                  </a:lnTo>
                  <a:lnTo>
                    <a:pt x="61256" y="106494"/>
                  </a:lnTo>
                  <a:lnTo>
                    <a:pt x="60975" y="106201"/>
                  </a:lnTo>
                  <a:lnTo>
                    <a:pt x="60306" y="105504"/>
                  </a:lnTo>
                  <a:lnTo>
                    <a:pt x="60032" y="105219"/>
                  </a:lnTo>
                  <a:lnTo>
                    <a:pt x="59741" y="104916"/>
                  </a:lnTo>
                  <a:lnTo>
                    <a:pt x="59185" y="104337"/>
                  </a:lnTo>
                  <a:lnTo>
                    <a:pt x="58503" y="103626"/>
                  </a:lnTo>
                  <a:lnTo>
                    <a:pt x="57578" y="102663"/>
                  </a:lnTo>
                  <a:lnTo>
                    <a:pt x="56960" y="102020"/>
                  </a:lnTo>
                  <a:lnTo>
                    <a:pt x="56016" y="101036"/>
                  </a:lnTo>
                  <a:lnTo>
                    <a:pt x="55285" y="100275"/>
                  </a:lnTo>
                  <a:lnTo>
                    <a:pt x="54089" y="99029"/>
                  </a:lnTo>
                  <a:lnTo>
                    <a:pt x="53868" y="98799"/>
                  </a:lnTo>
                  <a:lnTo>
                    <a:pt x="52060" y="96916"/>
                  </a:lnTo>
                  <a:lnTo>
                    <a:pt x="51530" y="96363"/>
                  </a:lnTo>
                  <a:lnTo>
                    <a:pt x="50273" y="95054"/>
                  </a:lnTo>
                  <a:lnTo>
                    <a:pt x="49582" y="94335"/>
                  </a:lnTo>
                  <a:lnTo>
                    <a:pt x="48508" y="93217"/>
                  </a:lnTo>
                  <a:lnTo>
                    <a:pt x="47753" y="92430"/>
                  </a:lnTo>
                  <a:lnTo>
                    <a:pt x="46895" y="91537"/>
                  </a:lnTo>
                  <a:lnTo>
                    <a:pt x="46682" y="91315"/>
                  </a:lnTo>
                  <a:lnTo>
                    <a:pt x="46514" y="91140"/>
                  </a:lnTo>
                  <a:lnTo>
                    <a:pt x="46237" y="90851"/>
                  </a:lnTo>
                  <a:lnTo>
                    <a:pt x="46496" y="90603"/>
                  </a:lnTo>
                  <a:lnTo>
                    <a:pt x="46679" y="90427"/>
                  </a:lnTo>
                  <a:lnTo>
                    <a:pt x="47979" y="89177"/>
                  </a:lnTo>
                  <a:lnTo>
                    <a:pt x="48319" y="88851"/>
                  </a:lnTo>
                  <a:lnTo>
                    <a:pt x="48732" y="88454"/>
                  </a:lnTo>
                  <a:lnTo>
                    <a:pt x="49258" y="87949"/>
                  </a:lnTo>
                  <a:lnTo>
                    <a:pt x="50451" y="86802"/>
                  </a:lnTo>
                  <a:lnTo>
                    <a:pt x="51240" y="86044"/>
                  </a:lnTo>
                  <a:lnTo>
                    <a:pt x="52668" y="84672"/>
                  </a:lnTo>
                  <a:lnTo>
                    <a:pt x="53161" y="84197"/>
                  </a:lnTo>
                  <a:lnTo>
                    <a:pt x="55247" y="82193"/>
                  </a:lnTo>
                  <a:lnTo>
                    <a:pt x="55499" y="81951"/>
                  </a:lnTo>
                  <a:lnTo>
                    <a:pt x="57266" y="80252"/>
                  </a:lnTo>
                  <a:lnTo>
                    <a:pt x="57562" y="79968"/>
                  </a:lnTo>
                  <a:lnTo>
                    <a:pt x="58238" y="79318"/>
                  </a:lnTo>
                  <a:lnTo>
                    <a:pt x="58602" y="78969"/>
                  </a:lnTo>
                  <a:lnTo>
                    <a:pt x="58866" y="78714"/>
                  </a:lnTo>
                  <a:lnTo>
                    <a:pt x="59129" y="78461"/>
                  </a:lnTo>
                  <a:lnTo>
                    <a:pt x="59479" y="78125"/>
                  </a:lnTo>
                  <a:lnTo>
                    <a:pt x="59932" y="77690"/>
                  </a:lnTo>
                  <a:lnTo>
                    <a:pt x="60077" y="77550"/>
                  </a:lnTo>
                  <a:lnTo>
                    <a:pt x="60217" y="77416"/>
                  </a:lnTo>
                  <a:lnTo>
                    <a:pt x="61126" y="76542"/>
                  </a:lnTo>
                  <a:lnTo>
                    <a:pt x="61426" y="76254"/>
                  </a:lnTo>
                  <a:lnTo>
                    <a:pt x="62090" y="75616"/>
                  </a:lnTo>
                  <a:lnTo>
                    <a:pt x="62418" y="75301"/>
                  </a:lnTo>
                  <a:lnTo>
                    <a:pt x="62969" y="74771"/>
                  </a:lnTo>
                  <a:lnTo>
                    <a:pt x="63388" y="74368"/>
                  </a:lnTo>
                  <a:lnTo>
                    <a:pt x="63588" y="74176"/>
                  </a:lnTo>
                  <a:lnTo>
                    <a:pt x="63955" y="73823"/>
                  </a:lnTo>
                  <a:lnTo>
                    <a:pt x="64164" y="73622"/>
                  </a:lnTo>
                  <a:lnTo>
                    <a:pt x="64573" y="73229"/>
                  </a:lnTo>
                  <a:lnTo>
                    <a:pt x="64803" y="72999"/>
                  </a:lnTo>
                  <a:lnTo>
                    <a:pt x="65163" y="72620"/>
                  </a:lnTo>
                  <a:lnTo>
                    <a:pt x="65433" y="72334"/>
                  </a:lnTo>
                  <a:lnTo>
                    <a:pt x="65706" y="72047"/>
                  </a:lnTo>
                  <a:lnTo>
                    <a:pt x="65853" y="71892"/>
                  </a:lnTo>
                  <a:lnTo>
                    <a:pt x="66551" y="71156"/>
                  </a:lnTo>
                  <a:lnTo>
                    <a:pt x="66875" y="70814"/>
                  </a:lnTo>
                  <a:lnTo>
                    <a:pt x="67087" y="70590"/>
                  </a:lnTo>
                  <a:lnTo>
                    <a:pt x="67246" y="70423"/>
                  </a:lnTo>
                  <a:lnTo>
                    <a:pt x="67834" y="69803"/>
                  </a:lnTo>
                  <a:lnTo>
                    <a:pt x="68353" y="69256"/>
                  </a:lnTo>
                  <a:lnTo>
                    <a:pt x="68962" y="68613"/>
                  </a:lnTo>
                  <a:lnTo>
                    <a:pt x="69474" y="68074"/>
                  </a:lnTo>
                  <a:lnTo>
                    <a:pt x="70384" y="67114"/>
                  </a:lnTo>
                  <a:lnTo>
                    <a:pt x="70793" y="66683"/>
                  </a:lnTo>
                  <a:lnTo>
                    <a:pt x="71566" y="65868"/>
                  </a:lnTo>
                  <a:lnTo>
                    <a:pt x="72218" y="65180"/>
                  </a:lnTo>
                  <a:lnTo>
                    <a:pt x="72732" y="64639"/>
                  </a:lnTo>
                  <a:lnTo>
                    <a:pt x="73174" y="64172"/>
                  </a:lnTo>
                  <a:lnTo>
                    <a:pt x="73969" y="63334"/>
                  </a:lnTo>
                  <a:lnTo>
                    <a:pt x="75015" y="62809"/>
                  </a:lnTo>
                  <a:lnTo>
                    <a:pt x="75539" y="62546"/>
                  </a:lnTo>
                  <a:lnTo>
                    <a:pt x="75681" y="62475"/>
                  </a:lnTo>
                  <a:lnTo>
                    <a:pt x="75940" y="62345"/>
                  </a:lnTo>
                  <a:lnTo>
                    <a:pt x="76424" y="62102"/>
                  </a:lnTo>
                  <a:lnTo>
                    <a:pt x="76824" y="61901"/>
                  </a:lnTo>
                  <a:lnTo>
                    <a:pt x="77323" y="61650"/>
                  </a:lnTo>
                  <a:lnTo>
                    <a:pt x="77652" y="61485"/>
                  </a:lnTo>
                  <a:lnTo>
                    <a:pt x="78170" y="61225"/>
                  </a:lnTo>
                  <a:lnTo>
                    <a:pt x="78606" y="61006"/>
                  </a:lnTo>
                  <a:lnTo>
                    <a:pt x="78741" y="60938"/>
                  </a:lnTo>
                  <a:lnTo>
                    <a:pt x="79345" y="60635"/>
                  </a:lnTo>
                  <a:lnTo>
                    <a:pt x="79594" y="60510"/>
                  </a:lnTo>
                  <a:lnTo>
                    <a:pt x="80082" y="60245"/>
                  </a:lnTo>
                  <a:lnTo>
                    <a:pt x="79975" y="60004"/>
                  </a:lnTo>
                  <a:lnTo>
                    <a:pt x="79912" y="59861"/>
                  </a:lnTo>
                  <a:lnTo>
                    <a:pt x="79649" y="59266"/>
                  </a:lnTo>
                  <a:lnTo>
                    <a:pt x="79417" y="58743"/>
                  </a:lnTo>
                  <a:lnTo>
                    <a:pt x="79159" y="58161"/>
                  </a:lnTo>
                  <a:lnTo>
                    <a:pt x="78976" y="57747"/>
                  </a:lnTo>
                  <a:lnTo>
                    <a:pt x="78891" y="57556"/>
                  </a:lnTo>
                  <a:lnTo>
                    <a:pt x="78661" y="57036"/>
                  </a:lnTo>
                  <a:lnTo>
                    <a:pt x="78232" y="56556"/>
                  </a:lnTo>
                  <a:lnTo>
                    <a:pt x="77950" y="56240"/>
                  </a:lnTo>
                  <a:lnTo>
                    <a:pt x="77624" y="55875"/>
                  </a:lnTo>
                  <a:lnTo>
                    <a:pt x="77331" y="55548"/>
                  </a:lnTo>
                  <a:lnTo>
                    <a:pt x="77131" y="55323"/>
                  </a:lnTo>
                  <a:lnTo>
                    <a:pt x="76887" y="55050"/>
                  </a:lnTo>
                  <a:lnTo>
                    <a:pt x="76734" y="54879"/>
                  </a:lnTo>
                  <a:lnTo>
                    <a:pt x="76128" y="54203"/>
                  </a:lnTo>
                  <a:lnTo>
                    <a:pt x="75898" y="53997"/>
                  </a:lnTo>
                  <a:lnTo>
                    <a:pt x="75756" y="53871"/>
                  </a:lnTo>
                  <a:lnTo>
                    <a:pt x="75134" y="53317"/>
                  </a:lnTo>
                  <a:lnTo>
                    <a:pt x="74904" y="53112"/>
                  </a:lnTo>
                  <a:lnTo>
                    <a:pt x="74441" y="52700"/>
                  </a:lnTo>
                  <a:lnTo>
                    <a:pt x="73715" y="52053"/>
                  </a:lnTo>
                  <a:lnTo>
                    <a:pt x="73346" y="51725"/>
                  </a:lnTo>
                  <a:lnTo>
                    <a:pt x="73115" y="51519"/>
                  </a:lnTo>
                  <a:lnTo>
                    <a:pt x="72925" y="51349"/>
                  </a:lnTo>
                  <a:lnTo>
                    <a:pt x="72181" y="50687"/>
                  </a:lnTo>
                  <a:lnTo>
                    <a:pt x="71867" y="50407"/>
                  </a:lnTo>
                  <a:lnTo>
                    <a:pt x="71461" y="50046"/>
                  </a:lnTo>
                  <a:lnTo>
                    <a:pt x="71244" y="49853"/>
                  </a:lnTo>
                  <a:lnTo>
                    <a:pt x="70668" y="49339"/>
                  </a:lnTo>
                  <a:lnTo>
                    <a:pt x="70221" y="48941"/>
                  </a:lnTo>
                  <a:lnTo>
                    <a:pt x="70032" y="48772"/>
                  </a:lnTo>
                  <a:lnTo>
                    <a:pt x="69490" y="48289"/>
                  </a:lnTo>
                  <a:lnTo>
                    <a:pt x="69191" y="48024"/>
                  </a:lnTo>
                  <a:lnTo>
                    <a:pt x="68847" y="47717"/>
                  </a:lnTo>
                  <a:lnTo>
                    <a:pt x="68559" y="47460"/>
                  </a:lnTo>
                  <a:lnTo>
                    <a:pt x="68085" y="47038"/>
                  </a:lnTo>
                  <a:lnTo>
                    <a:pt x="67422" y="46448"/>
                  </a:lnTo>
                  <a:lnTo>
                    <a:pt x="66636" y="45746"/>
                  </a:lnTo>
                  <a:lnTo>
                    <a:pt x="66527" y="45570"/>
                  </a:lnTo>
                  <a:lnTo>
                    <a:pt x="65772" y="44340"/>
                  </a:lnTo>
                  <a:lnTo>
                    <a:pt x="65439" y="43797"/>
                  </a:lnTo>
                  <a:lnTo>
                    <a:pt x="64408" y="42117"/>
                  </a:lnTo>
                  <a:lnTo>
                    <a:pt x="64249" y="41857"/>
                  </a:lnTo>
                  <a:lnTo>
                    <a:pt x="64118" y="41643"/>
                  </a:lnTo>
                  <a:lnTo>
                    <a:pt x="64022" y="41488"/>
                  </a:lnTo>
                  <a:lnTo>
                    <a:pt x="63823" y="41163"/>
                  </a:lnTo>
                  <a:lnTo>
                    <a:pt x="63737" y="41023"/>
                  </a:lnTo>
                  <a:lnTo>
                    <a:pt x="63558" y="40732"/>
                  </a:lnTo>
                  <a:lnTo>
                    <a:pt x="63407" y="40485"/>
                  </a:lnTo>
                  <a:lnTo>
                    <a:pt x="63155" y="40074"/>
                  </a:lnTo>
                  <a:lnTo>
                    <a:pt x="62816" y="39523"/>
                  </a:lnTo>
                  <a:lnTo>
                    <a:pt x="62628" y="39217"/>
                  </a:lnTo>
                  <a:lnTo>
                    <a:pt x="62406" y="38853"/>
                  </a:lnTo>
                  <a:lnTo>
                    <a:pt x="61843" y="37937"/>
                  </a:lnTo>
                  <a:lnTo>
                    <a:pt x="60987" y="36542"/>
                  </a:lnTo>
                  <a:lnTo>
                    <a:pt x="60645" y="35985"/>
                  </a:lnTo>
                  <a:lnTo>
                    <a:pt x="60372" y="35540"/>
                  </a:lnTo>
                  <a:lnTo>
                    <a:pt x="60201" y="35262"/>
                  </a:lnTo>
                  <a:lnTo>
                    <a:pt x="60035" y="34990"/>
                  </a:lnTo>
                  <a:lnTo>
                    <a:pt x="59789" y="34589"/>
                  </a:lnTo>
                  <a:lnTo>
                    <a:pt x="59674" y="34403"/>
                  </a:lnTo>
                  <a:lnTo>
                    <a:pt x="59414" y="33978"/>
                  </a:lnTo>
                  <a:lnTo>
                    <a:pt x="58940" y="33207"/>
                  </a:lnTo>
                  <a:lnTo>
                    <a:pt x="58352" y="32248"/>
                  </a:lnTo>
                  <a:lnTo>
                    <a:pt x="58249" y="32081"/>
                  </a:lnTo>
                  <a:lnTo>
                    <a:pt x="57813" y="31370"/>
                  </a:lnTo>
                  <a:lnTo>
                    <a:pt x="57540" y="30925"/>
                  </a:lnTo>
                  <a:lnTo>
                    <a:pt x="57055" y="30135"/>
                  </a:lnTo>
                  <a:lnTo>
                    <a:pt x="56924" y="29922"/>
                  </a:lnTo>
                  <a:lnTo>
                    <a:pt x="56722" y="29591"/>
                  </a:lnTo>
                  <a:lnTo>
                    <a:pt x="56390" y="29067"/>
                  </a:lnTo>
                  <a:lnTo>
                    <a:pt x="56273" y="28883"/>
                  </a:lnTo>
                  <a:lnTo>
                    <a:pt x="56111" y="28628"/>
                  </a:lnTo>
                  <a:lnTo>
                    <a:pt x="56012" y="28472"/>
                  </a:lnTo>
                  <a:lnTo>
                    <a:pt x="55784" y="28112"/>
                  </a:lnTo>
                  <a:lnTo>
                    <a:pt x="55641" y="27887"/>
                  </a:lnTo>
                  <a:lnTo>
                    <a:pt x="55468" y="27614"/>
                  </a:lnTo>
                  <a:lnTo>
                    <a:pt x="55342" y="27415"/>
                  </a:lnTo>
                  <a:lnTo>
                    <a:pt x="55128" y="27077"/>
                  </a:lnTo>
                  <a:lnTo>
                    <a:pt x="54902" y="26707"/>
                  </a:lnTo>
                  <a:lnTo>
                    <a:pt x="56141" y="24643"/>
                  </a:lnTo>
                  <a:lnTo>
                    <a:pt x="56360" y="24277"/>
                  </a:lnTo>
                  <a:lnTo>
                    <a:pt x="57280" y="15793"/>
                  </a:lnTo>
                  <a:lnTo>
                    <a:pt x="57372" y="15008"/>
                  </a:lnTo>
                  <a:lnTo>
                    <a:pt x="58121" y="15006"/>
                  </a:lnTo>
                  <a:lnTo>
                    <a:pt x="65417" y="14984"/>
                  </a:lnTo>
                  <a:lnTo>
                    <a:pt x="66231" y="14982"/>
                  </a:lnTo>
                  <a:lnTo>
                    <a:pt x="68647" y="14975"/>
                  </a:lnTo>
                  <a:lnTo>
                    <a:pt x="69173" y="14939"/>
                  </a:lnTo>
                  <a:lnTo>
                    <a:pt x="70667" y="14840"/>
                  </a:lnTo>
                  <a:lnTo>
                    <a:pt x="74622" y="14576"/>
                  </a:lnTo>
                  <a:lnTo>
                    <a:pt x="76343" y="14461"/>
                  </a:lnTo>
                  <a:lnTo>
                    <a:pt x="78979" y="14285"/>
                  </a:lnTo>
                  <a:lnTo>
                    <a:pt x="79312" y="14263"/>
                  </a:lnTo>
                  <a:lnTo>
                    <a:pt x="81111" y="14607"/>
                  </a:lnTo>
                  <a:lnTo>
                    <a:pt x="81549" y="14691"/>
                  </a:lnTo>
                  <a:lnTo>
                    <a:pt x="81762" y="14732"/>
                  </a:lnTo>
                  <a:lnTo>
                    <a:pt x="83190" y="15005"/>
                  </a:lnTo>
                  <a:lnTo>
                    <a:pt x="84840" y="16380"/>
                  </a:lnTo>
                  <a:lnTo>
                    <a:pt x="85820" y="17198"/>
                  </a:lnTo>
                  <a:lnTo>
                    <a:pt x="86219" y="17724"/>
                  </a:lnTo>
                  <a:lnTo>
                    <a:pt x="86539" y="18147"/>
                  </a:lnTo>
                  <a:lnTo>
                    <a:pt x="87438" y="19371"/>
                  </a:lnTo>
                  <a:lnTo>
                    <a:pt x="87674" y="19714"/>
                  </a:lnTo>
                  <a:lnTo>
                    <a:pt x="88635" y="21115"/>
                  </a:lnTo>
                  <a:lnTo>
                    <a:pt x="89550" y="22310"/>
                  </a:lnTo>
                  <a:lnTo>
                    <a:pt x="89690" y="22492"/>
                  </a:lnTo>
                  <a:lnTo>
                    <a:pt x="90204" y="23163"/>
                  </a:lnTo>
                  <a:lnTo>
                    <a:pt x="91611" y="25000"/>
                  </a:lnTo>
                  <a:lnTo>
                    <a:pt x="92313" y="25904"/>
                  </a:lnTo>
                  <a:lnTo>
                    <a:pt x="94352" y="24040"/>
                  </a:lnTo>
                  <a:lnTo>
                    <a:pt x="95942" y="22585"/>
                  </a:lnTo>
                  <a:lnTo>
                    <a:pt x="97396" y="21256"/>
                  </a:lnTo>
                  <a:lnTo>
                    <a:pt x="97610" y="21060"/>
                  </a:lnTo>
                  <a:lnTo>
                    <a:pt x="97943" y="20755"/>
                  </a:lnTo>
                  <a:lnTo>
                    <a:pt x="101471" y="17529"/>
                  </a:lnTo>
                  <a:lnTo>
                    <a:pt x="102477" y="16613"/>
                  </a:lnTo>
                  <a:lnTo>
                    <a:pt x="105519" y="16798"/>
                  </a:lnTo>
                  <a:lnTo>
                    <a:pt x="107081" y="16892"/>
                  </a:lnTo>
                  <a:lnTo>
                    <a:pt x="108453" y="16646"/>
                  </a:lnTo>
                  <a:lnTo>
                    <a:pt x="110376" y="16304"/>
                  </a:lnTo>
                  <a:lnTo>
                    <a:pt x="110821" y="16225"/>
                  </a:lnTo>
                  <a:lnTo>
                    <a:pt x="111583" y="16089"/>
                  </a:lnTo>
                  <a:lnTo>
                    <a:pt x="112367" y="1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71"/>
            <p:cNvSpPr/>
            <p:nvPr/>
          </p:nvSpPr>
          <p:spPr>
            <a:xfrm>
              <a:off x="4914059" y="4797628"/>
              <a:ext cx="307974" cy="540594"/>
            </a:xfrm>
            <a:custGeom>
              <a:avLst/>
              <a:pathLst>
                <a:path w="307974" h="540594">
                  <a:moveTo>
                    <a:pt x="300055" y="49853"/>
                  </a:moveTo>
                  <a:lnTo>
                    <a:pt x="299539" y="51262"/>
                  </a:lnTo>
                  <a:lnTo>
                    <a:pt x="299189" y="52218"/>
                  </a:lnTo>
                  <a:lnTo>
                    <a:pt x="298533" y="54013"/>
                  </a:lnTo>
                  <a:lnTo>
                    <a:pt x="298319" y="54575"/>
                  </a:lnTo>
                  <a:lnTo>
                    <a:pt x="298105" y="55137"/>
                  </a:lnTo>
                  <a:lnTo>
                    <a:pt x="297360" y="57097"/>
                  </a:lnTo>
                  <a:lnTo>
                    <a:pt x="296834" y="58478"/>
                  </a:lnTo>
                  <a:lnTo>
                    <a:pt x="295366" y="62338"/>
                  </a:lnTo>
                  <a:lnTo>
                    <a:pt x="295170" y="62854"/>
                  </a:lnTo>
                  <a:lnTo>
                    <a:pt x="294788" y="63858"/>
                  </a:lnTo>
                  <a:lnTo>
                    <a:pt x="293864" y="66287"/>
                  </a:lnTo>
                  <a:lnTo>
                    <a:pt x="292929" y="68747"/>
                  </a:lnTo>
                  <a:lnTo>
                    <a:pt x="291771" y="71790"/>
                  </a:lnTo>
                  <a:lnTo>
                    <a:pt x="291602" y="72234"/>
                  </a:lnTo>
                  <a:lnTo>
                    <a:pt x="291459" y="72610"/>
                  </a:lnTo>
                  <a:lnTo>
                    <a:pt x="291062" y="73655"/>
                  </a:lnTo>
                  <a:lnTo>
                    <a:pt x="290751" y="74472"/>
                  </a:lnTo>
                  <a:lnTo>
                    <a:pt x="290679" y="74661"/>
                  </a:lnTo>
                  <a:lnTo>
                    <a:pt x="290488" y="75163"/>
                  </a:lnTo>
                  <a:lnTo>
                    <a:pt x="290350" y="75526"/>
                  </a:lnTo>
                  <a:lnTo>
                    <a:pt x="290008" y="76426"/>
                  </a:lnTo>
                  <a:lnTo>
                    <a:pt x="289198" y="78556"/>
                  </a:lnTo>
                  <a:lnTo>
                    <a:pt x="289133" y="78725"/>
                  </a:lnTo>
                  <a:lnTo>
                    <a:pt x="289011" y="79043"/>
                  </a:lnTo>
                  <a:lnTo>
                    <a:pt x="288896" y="79344"/>
                  </a:lnTo>
                  <a:lnTo>
                    <a:pt x="286061" y="86728"/>
                  </a:lnTo>
                  <a:lnTo>
                    <a:pt x="284170" y="91653"/>
                  </a:lnTo>
                  <a:lnTo>
                    <a:pt x="283308" y="93898"/>
                  </a:lnTo>
                  <a:lnTo>
                    <a:pt x="283109" y="94415"/>
                  </a:lnTo>
                  <a:lnTo>
                    <a:pt x="282593" y="95761"/>
                  </a:lnTo>
                  <a:lnTo>
                    <a:pt x="279383" y="104120"/>
                  </a:lnTo>
                  <a:lnTo>
                    <a:pt x="279167" y="104683"/>
                  </a:lnTo>
                  <a:lnTo>
                    <a:pt x="272253" y="122690"/>
                  </a:lnTo>
                  <a:lnTo>
                    <a:pt x="272125" y="123025"/>
                  </a:lnTo>
                  <a:lnTo>
                    <a:pt x="272070" y="123168"/>
                  </a:lnTo>
                  <a:lnTo>
                    <a:pt x="270886" y="126260"/>
                  </a:lnTo>
                  <a:lnTo>
                    <a:pt x="270676" y="126809"/>
                  </a:lnTo>
                  <a:lnTo>
                    <a:pt x="266651" y="137318"/>
                  </a:lnTo>
                  <a:lnTo>
                    <a:pt x="263271" y="146142"/>
                  </a:lnTo>
                  <a:lnTo>
                    <a:pt x="260284" y="153940"/>
                  </a:lnTo>
                  <a:lnTo>
                    <a:pt x="256254" y="164463"/>
                  </a:lnTo>
                  <a:lnTo>
                    <a:pt x="252937" y="173124"/>
                  </a:lnTo>
                  <a:lnTo>
                    <a:pt x="252857" y="173332"/>
                  </a:lnTo>
                  <a:lnTo>
                    <a:pt x="252055" y="175470"/>
                  </a:lnTo>
                  <a:lnTo>
                    <a:pt x="251696" y="176429"/>
                  </a:lnTo>
                  <a:lnTo>
                    <a:pt x="251093" y="178037"/>
                  </a:lnTo>
                  <a:lnTo>
                    <a:pt x="250749" y="178955"/>
                  </a:lnTo>
                  <a:lnTo>
                    <a:pt x="249328" y="182747"/>
                  </a:lnTo>
                  <a:lnTo>
                    <a:pt x="244762" y="194927"/>
                  </a:lnTo>
                  <a:lnTo>
                    <a:pt x="244667" y="195179"/>
                  </a:lnTo>
                  <a:lnTo>
                    <a:pt x="244436" y="195796"/>
                  </a:lnTo>
                  <a:lnTo>
                    <a:pt x="244340" y="196051"/>
                  </a:lnTo>
                  <a:lnTo>
                    <a:pt x="244213" y="196389"/>
                  </a:lnTo>
                  <a:lnTo>
                    <a:pt x="244026" y="196890"/>
                  </a:lnTo>
                  <a:lnTo>
                    <a:pt x="243920" y="197172"/>
                  </a:lnTo>
                  <a:lnTo>
                    <a:pt x="242439" y="201123"/>
                  </a:lnTo>
                  <a:lnTo>
                    <a:pt x="241358" y="204007"/>
                  </a:lnTo>
                  <a:lnTo>
                    <a:pt x="240710" y="205736"/>
                  </a:lnTo>
                  <a:lnTo>
                    <a:pt x="240446" y="206440"/>
                  </a:lnTo>
                  <a:lnTo>
                    <a:pt x="239924" y="207833"/>
                  </a:lnTo>
                  <a:lnTo>
                    <a:pt x="239483" y="209008"/>
                  </a:lnTo>
                  <a:lnTo>
                    <a:pt x="237789" y="213528"/>
                  </a:lnTo>
                  <a:lnTo>
                    <a:pt x="237732" y="213679"/>
                  </a:lnTo>
                  <a:lnTo>
                    <a:pt x="236683" y="216479"/>
                  </a:lnTo>
                  <a:lnTo>
                    <a:pt x="236354" y="217357"/>
                  </a:lnTo>
                  <a:lnTo>
                    <a:pt x="234832" y="221416"/>
                  </a:lnTo>
                  <a:lnTo>
                    <a:pt x="233750" y="224303"/>
                  </a:lnTo>
                  <a:lnTo>
                    <a:pt x="233653" y="224562"/>
                  </a:lnTo>
                  <a:lnTo>
                    <a:pt x="233458" y="225081"/>
                  </a:lnTo>
                  <a:lnTo>
                    <a:pt x="233207" y="225750"/>
                  </a:lnTo>
                  <a:lnTo>
                    <a:pt x="236085" y="226746"/>
                  </a:lnTo>
                  <a:lnTo>
                    <a:pt x="237294" y="227164"/>
                  </a:lnTo>
                  <a:lnTo>
                    <a:pt x="239250" y="227841"/>
                  </a:lnTo>
                  <a:lnTo>
                    <a:pt x="241967" y="228781"/>
                  </a:lnTo>
                  <a:lnTo>
                    <a:pt x="243266" y="229376"/>
                  </a:lnTo>
                  <a:lnTo>
                    <a:pt x="243197" y="229576"/>
                  </a:lnTo>
                  <a:lnTo>
                    <a:pt x="243052" y="229995"/>
                  </a:lnTo>
                  <a:lnTo>
                    <a:pt x="242895" y="230452"/>
                  </a:lnTo>
                  <a:lnTo>
                    <a:pt x="242693" y="231037"/>
                  </a:lnTo>
                  <a:lnTo>
                    <a:pt x="242612" y="231272"/>
                  </a:lnTo>
                  <a:lnTo>
                    <a:pt x="242509" y="231570"/>
                  </a:lnTo>
                  <a:lnTo>
                    <a:pt x="242278" y="232240"/>
                  </a:lnTo>
                  <a:lnTo>
                    <a:pt x="242110" y="232725"/>
                  </a:lnTo>
                  <a:lnTo>
                    <a:pt x="241816" y="233578"/>
                  </a:lnTo>
                  <a:lnTo>
                    <a:pt x="241756" y="233752"/>
                  </a:lnTo>
                  <a:lnTo>
                    <a:pt x="241160" y="235479"/>
                  </a:lnTo>
                  <a:lnTo>
                    <a:pt x="240828" y="236441"/>
                  </a:lnTo>
                  <a:lnTo>
                    <a:pt x="240609" y="237077"/>
                  </a:lnTo>
                  <a:lnTo>
                    <a:pt x="240082" y="238603"/>
                  </a:lnTo>
                  <a:lnTo>
                    <a:pt x="239047" y="241604"/>
                  </a:lnTo>
                  <a:lnTo>
                    <a:pt x="238774" y="242395"/>
                  </a:lnTo>
                  <a:lnTo>
                    <a:pt x="237695" y="245521"/>
                  </a:lnTo>
                  <a:lnTo>
                    <a:pt x="237477" y="246152"/>
                  </a:lnTo>
                  <a:lnTo>
                    <a:pt x="237379" y="246438"/>
                  </a:lnTo>
                  <a:lnTo>
                    <a:pt x="237266" y="246765"/>
                  </a:lnTo>
                  <a:lnTo>
                    <a:pt x="236391" y="249301"/>
                  </a:lnTo>
                  <a:lnTo>
                    <a:pt x="236078" y="250207"/>
                  </a:lnTo>
                  <a:lnTo>
                    <a:pt x="236020" y="250376"/>
                  </a:lnTo>
                  <a:lnTo>
                    <a:pt x="235060" y="253159"/>
                  </a:lnTo>
                  <a:lnTo>
                    <a:pt x="234937" y="253513"/>
                  </a:lnTo>
                  <a:lnTo>
                    <a:pt x="234766" y="254011"/>
                  </a:lnTo>
                  <a:lnTo>
                    <a:pt x="234659" y="254321"/>
                  </a:lnTo>
                  <a:lnTo>
                    <a:pt x="233674" y="257174"/>
                  </a:lnTo>
                  <a:lnTo>
                    <a:pt x="233490" y="257708"/>
                  </a:lnTo>
                  <a:lnTo>
                    <a:pt x="233302" y="258252"/>
                  </a:lnTo>
                  <a:lnTo>
                    <a:pt x="232457" y="260701"/>
                  </a:lnTo>
                  <a:lnTo>
                    <a:pt x="232289" y="261188"/>
                  </a:lnTo>
                  <a:lnTo>
                    <a:pt x="232145" y="261606"/>
                  </a:lnTo>
                  <a:lnTo>
                    <a:pt x="231538" y="263367"/>
                  </a:lnTo>
                  <a:lnTo>
                    <a:pt x="231321" y="263995"/>
                  </a:lnTo>
                  <a:lnTo>
                    <a:pt x="231233" y="264250"/>
                  </a:lnTo>
                  <a:lnTo>
                    <a:pt x="231049" y="264783"/>
                  </a:lnTo>
                  <a:lnTo>
                    <a:pt x="230957" y="265050"/>
                  </a:lnTo>
                  <a:lnTo>
                    <a:pt x="230643" y="265959"/>
                  </a:lnTo>
                  <a:lnTo>
                    <a:pt x="230521" y="266314"/>
                  </a:lnTo>
                  <a:lnTo>
                    <a:pt x="230063" y="266204"/>
                  </a:lnTo>
                  <a:lnTo>
                    <a:pt x="229041" y="265959"/>
                  </a:lnTo>
                  <a:lnTo>
                    <a:pt x="228517" y="265833"/>
                  </a:lnTo>
                  <a:lnTo>
                    <a:pt x="227158" y="265507"/>
                  </a:lnTo>
                  <a:lnTo>
                    <a:pt x="225257" y="265050"/>
                  </a:lnTo>
                  <a:lnTo>
                    <a:pt x="224147" y="264783"/>
                  </a:lnTo>
                  <a:lnTo>
                    <a:pt x="221927" y="264250"/>
                  </a:lnTo>
                  <a:lnTo>
                    <a:pt x="221780" y="264215"/>
                  </a:lnTo>
                  <a:lnTo>
                    <a:pt x="218206" y="263357"/>
                  </a:lnTo>
                  <a:lnTo>
                    <a:pt x="217925" y="263280"/>
                  </a:lnTo>
                  <a:lnTo>
                    <a:pt x="217867" y="263445"/>
                  </a:lnTo>
                  <a:lnTo>
                    <a:pt x="216953" y="266032"/>
                  </a:lnTo>
                  <a:lnTo>
                    <a:pt x="216496" y="267328"/>
                  </a:lnTo>
                  <a:lnTo>
                    <a:pt x="215143" y="271161"/>
                  </a:lnTo>
                  <a:lnTo>
                    <a:pt x="214281" y="273602"/>
                  </a:lnTo>
                  <a:lnTo>
                    <a:pt x="212808" y="277774"/>
                  </a:lnTo>
                  <a:lnTo>
                    <a:pt x="212329" y="279130"/>
                  </a:lnTo>
                  <a:lnTo>
                    <a:pt x="211378" y="281823"/>
                  </a:lnTo>
                  <a:lnTo>
                    <a:pt x="208855" y="288969"/>
                  </a:lnTo>
                  <a:lnTo>
                    <a:pt x="208527" y="289900"/>
                  </a:lnTo>
                  <a:lnTo>
                    <a:pt x="208294" y="290558"/>
                  </a:lnTo>
                  <a:lnTo>
                    <a:pt x="207626" y="292400"/>
                  </a:lnTo>
                  <a:lnTo>
                    <a:pt x="207182" y="293622"/>
                  </a:lnTo>
                  <a:lnTo>
                    <a:pt x="205106" y="299342"/>
                  </a:lnTo>
                  <a:lnTo>
                    <a:pt x="205022" y="299573"/>
                  </a:lnTo>
                  <a:lnTo>
                    <a:pt x="204262" y="301667"/>
                  </a:lnTo>
                  <a:lnTo>
                    <a:pt x="202781" y="305743"/>
                  </a:lnTo>
                  <a:lnTo>
                    <a:pt x="201837" y="308343"/>
                  </a:lnTo>
                  <a:lnTo>
                    <a:pt x="200961" y="310756"/>
                  </a:lnTo>
                  <a:lnTo>
                    <a:pt x="200384" y="312344"/>
                  </a:lnTo>
                  <a:lnTo>
                    <a:pt x="200009" y="313376"/>
                  </a:lnTo>
                  <a:lnTo>
                    <a:pt x="198051" y="318767"/>
                  </a:lnTo>
                  <a:lnTo>
                    <a:pt x="197537" y="320156"/>
                  </a:lnTo>
                  <a:lnTo>
                    <a:pt x="196941" y="321768"/>
                  </a:lnTo>
                  <a:lnTo>
                    <a:pt x="196873" y="321952"/>
                  </a:lnTo>
                  <a:lnTo>
                    <a:pt x="196353" y="323358"/>
                  </a:lnTo>
                  <a:lnTo>
                    <a:pt x="196294" y="323516"/>
                  </a:lnTo>
                  <a:lnTo>
                    <a:pt x="195692" y="325143"/>
                  </a:lnTo>
                  <a:lnTo>
                    <a:pt x="193785" y="330298"/>
                  </a:lnTo>
                  <a:lnTo>
                    <a:pt x="190944" y="337977"/>
                  </a:lnTo>
                  <a:lnTo>
                    <a:pt x="190687" y="338671"/>
                  </a:lnTo>
                  <a:lnTo>
                    <a:pt x="190579" y="338963"/>
                  </a:lnTo>
                  <a:lnTo>
                    <a:pt x="189444" y="342031"/>
                  </a:lnTo>
                  <a:lnTo>
                    <a:pt x="188909" y="343279"/>
                  </a:lnTo>
                  <a:lnTo>
                    <a:pt x="183812" y="355151"/>
                  </a:lnTo>
                  <a:lnTo>
                    <a:pt x="183254" y="356449"/>
                  </a:lnTo>
                  <a:lnTo>
                    <a:pt x="182086" y="359170"/>
                  </a:lnTo>
                  <a:lnTo>
                    <a:pt x="181774" y="359897"/>
                  </a:lnTo>
                  <a:lnTo>
                    <a:pt x="179991" y="364665"/>
                  </a:lnTo>
                  <a:lnTo>
                    <a:pt x="178079" y="369776"/>
                  </a:lnTo>
                  <a:lnTo>
                    <a:pt x="177202" y="372124"/>
                  </a:lnTo>
                  <a:lnTo>
                    <a:pt x="175722" y="376081"/>
                  </a:lnTo>
                  <a:lnTo>
                    <a:pt x="168436" y="395564"/>
                  </a:lnTo>
                  <a:lnTo>
                    <a:pt x="167680" y="397585"/>
                  </a:lnTo>
                  <a:lnTo>
                    <a:pt x="166150" y="401678"/>
                  </a:lnTo>
                  <a:lnTo>
                    <a:pt x="165607" y="403130"/>
                  </a:lnTo>
                  <a:lnTo>
                    <a:pt x="163678" y="408287"/>
                  </a:lnTo>
                  <a:lnTo>
                    <a:pt x="161779" y="413367"/>
                  </a:lnTo>
                  <a:lnTo>
                    <a:pt x="156901" y="426411"/>
                  </a:lnTo>
                  <a:lnTo>
                    <a:pt x="156136" y="428017"/>
                  </a:lnTo>
                  <a:lnTo>
                    <a:pt x="155959" y="428389"/>
                  </a:lnTo>
                  <a:lnTo>
                    <a:pt x="155578" y="429189"/>
                  </a:lnTo>
                  <a:lnTo>
                    <a:pt x="155464" y="429429"/>
                  </a:lnTo>
                  <a:lnTo>
                    <a:pt x="155330" y="429722"/>
                  </a:lnTo>
                  <a:lnTo>
                    <a:pt x="154256" y="432069"/>
                  </a:lnTo>
                  <a:lnTo>
                    <a:pt x="154033" y="432555"/>
                  </a:lnTo>
                  <a:lnTo>
                    <a:pt x="153002" y="434807"/>
                  </a:lnTo>
                  <a:lnTo>
                    <a:pt x="152891" y="435049"/>
                  </a:lnTo>
                  <a:lnTo>
                    <a:pt x="152769" y="435316"/>
                  </a:lnTo>
                  <a:lnTo>
                    <a:pt x="152517" y="435867"/>
                  </a:lnTo>
                  <a:lnTo>
                    <a:pt x="152240" y="436473"/>
                  </a:lnTo>
                  <a:lnTo>
                    <a:pt x="151657" y="437746"/>
                  </a:lnTo>
                  <a:lnTo>
                    <a:pt x="151147" y="438860"/>
                  </a:lnTo>
                  <a:lnTo>
                    <a:pt x="150883" y="439438"/>
                  </a:lnTo>
                  <a:lnTo>
                    <a:pt x="150639" y="439970"/>
                  </a:lnTo>
                  <a:lnTo>
                    <a:pt x="150407" y="440478"/>
                  </a:lnTo>
                  <a:lnTo>
                    <a:pt x="149527" y="442399"/>
                  </a:lnTo>
                  <a:lnTo>
                    <a:pt x="148607" y="444410"/>
                  </a:lnTo>
                  <a:lnTo>
                    <a:pt x="148194" y="445313"/>
                  </a:lnTo>
                  <a:lnTo>
                    <a:pt x="147971" y="445798"/>
                  </a:lnTo>
                  <a:lnTo>
                    <a:pt x="147914" y="446015"/>
                  </a:lnTo>
                  <a:lnTo>
                    <a:pt x="147427" y="447863"/>
                  </a:lnTo>
                  <a:lnTo>
                    <a:pt x="146697" y="450630"/>
                  </a:lnTo>
                  <a:lnTo>
                    <a:pt x="146577" y="451256"/>
                  </a:lnTo>
                  <a:lnTo>
                    <a:pt x="146517" y="451567"/>
                  </a:lnTo>
                  <a:lnTo>
                    <a:pt x="146363" y="452365"/>
                  </a:lnTo>
                  <a:lnTo>
                    <a:pt x="145891" y="454821"/>
                  </a:lnTo>
                  <a:lnTo>
                    <a:pt x="145828" y="455151"/>
                  </a:lnTo>
                  <a:lnTo>
                    <a:pt x="145698" y="455825"/>
                  </a:lnTo>
                  <a:lnTo>
                    <a:pt x="145539" y="456815"/>
                  </a:lnTo>
                  <a:lnTo>
                    <a:pt x="145562" y="457056"/>
                  </a:lnTo>
                  <a:lnTo>
                    <a:pt x="145950" y="457018"/>
                  </a:lnTo>
                  <a:lnTo>
                    <a:pt x="146182" y="456995"/>
                  </a:lnTo>
                  <a:lnTo>
                    <a:pt x="146727" y="456941"/>
                  </a:lnTo>
                  <a:lnTo>
                    <a:pt x="148984" y="456716"/>
                  </a:lnTo>
                  <a:lnTo>
                    <a:pt x="151338" y="456482"/>
                  </a:lnTo>
                  <a:lnTo>
                    <a:pt x="151746" y="456441"/>
                  </a:lnTo>
                  <a:lnTo>
                    <a:pt x="152859" y="456224"/>
                  </a:lnTo>
                  <a:lnTo>
                    <a:pt x="153419" y="456115"/>
                  </a:lnTo>
                  <a:lnTo>
                    <a:pt x="153924" y="456016"/>
                  </a:lnTo>
                  <a:lnTo>
                    <a:pt x="155316" y="455744"/>
                  </a:lnTo>
                  <a:lnTo>
                    <a:pt x="156311" y="455550"/>
                  </a:lnTo>
                  <a:lnTo>
                    <a:pt x="157304" y="455356"/>
                  </a:lnTo>
                  <a:lnTo>
                    <a:pt x="158167" y="455188"/>
                  </a:lnTo>
                  <a:lnTo>
                    <a:pt x="159388" y="458492"/>
                  </a:lnTo>
                  <a:lnTo>
                    <a:pt x="159456" y="458676"/>
                  </a:lnTo>
                  <a:lnTo>
                    <a:pt x="160194" y="460675"/>
                  </a:lnTo>
                  <a:lnTo>
                    <a:pt x="160979" y="462798"/>
                  </a:lnTo>
                  <a:lnTo>
                    <a:pt x="161109" y="463149"/>
                  </a:lnTo>
                  <a:lnTo>
                    <a:pt x="161306" y="463685"/>
                  </a:lnTo>
                  <a:lnTo>
                    <a:pt x="161646" y="464603"/>
                  </a:lnTo>
                  <a:lnTo>
                    <a:pt x="161832" y="465107"/>
                  </a:lnTo>
                  <a:lnTo>
                    <a:pt x="162130" y="465915"/>
                  </a:lnTo>
                  <a:lnTo>
                    <a:pt x="162228" y="466114"/>
                  </a:lnTo>
                  <a:lnTo>
                    <a:pt x="163096" y="467883"/>
                  </a:lnTo>
                  <a:lnTo>
                    <a:pt x="163613" y="468937"/>
                  </a:lnTo>
                  <a:lnTo>
                    <a:pt x="164099" y="469929"/>
                  </a:lnTo>
                  <a:lnTo>
                    <a:pt x="164724" y="471204"/>
                  </a:lnTo>
                  <a:lnTo>
                    <a:pt x="165199" y="472171"/>
                  </a:lnTo>
                  <a:lnTo>
                    <a:pt x="165616" y="473022"/>
                  </a:lnTo>
                  <a:lnTo>
                    <a:pt x="165792" y="473429"/>
                  </a:lnTo>
                  <a:lnTo>
                    <a:pt x="166071" y="474077"/>
                  </a:lnTo>
                  <a:lnTo>
                    <a:pt x="166334" y="474684"/>
                  </a:lnTo>
                  <a:lnTo>
                    <a:pt x="166481" y="475025"/>
                  </a:lnTo>
                  <a:lnTo>
                    <a:pt x="168795" y="480385"/>
                  </a:lnTo>
                  <a:lnTo>
                    <a:pt x="168847" y="480516"/>
                  </a:lnTo>
                  <a:lnTo>
                    <a:pt x="169017" y="480938"/>
                  </a:lnTo>
                  <a:lnTo>
                    <a:pt x="169905" y="483152"/>
                  </a:lnTo>
                  <a:lnTo>
                    <a:pt x="170595" y="484872"/>
                  </a:lnTo>
                  <a:lnTo>
                    <a:pt x="170869" y="485472"/>
                  </a:lnTo>
                  <a:lnTo>
                    <a:pt x="172333" y="488679"/>
                  </a:lnTo>
                  <a:lnTo>
                    <a:pt x="172587" y="489235"/>
                  </a:lnTo>
                  <a:lnTo>
                    <a:pt x="173917" y="493124"/>
                  </a:lnTo>
                  <a:lnTo>
                    <a:pt x="173992" y="493342"/>
                  </a:lnTo>
                  <a:lnTo>
                    <a:pt x="174417" y="494610"/>
                  </a:lnTo>
                  <a:lnTo>
                    <a:pt x="174920" y="496109"/>
                  </a:lnTo>
                  <a:lnTo>
                    <a:pt x="175069" y="496553"/>
                  </a:lnTo>
                  <a:lnTo>
                    <a:pt x="175130" y="496735"/>
                  </a:lnTo>
                  <a:lnTo>
                    <a:pt x="176129" y="499710"/>
                  </a:lnTo>
                  <a:lnTo>
                    <a:pt x="176638" y="500815"/>
                  </a:lnTo>
                  <a:lnTo>
                    <a:pt x="177240" y="501418"/>
                  </a:lnTo>
                  <a:lnTo>
                    <a:pt x="177907" y="502086"/>
                  </a:lnTo>
                  <a:lnTo>
                    <a:pt x="177561" y="502351"/>
                  </a:lnTo>
                  <a:lnTo>
                    <a:pt x="176173" y="503413"/>
                  </a:lnTo>
                  <a:lnTo>
                    <a:pt x="175785" y="504340"/>
                  </a:lnTo>
                  <a:lnTo>
                    <a:pt x="175724" y="504487"/>
                  </a:lnTo>
                  <a:lnTo>
                    <a:pt x="175568" y="504859"/>
                  </a:lnTo>
                  <a:lnTo>
                    <a:pt x="175315" y="505465"/>
                  </a:lnTo>
                  <a:lnTo>
                    <a:pt x="175118" y="505939"/>
                  </a:lnTo>
                  <a:lnTo>
                    <a:pt x="175030" y="506149"/>
                  </a:lnTo>
                  <a:lnTo>
                    <a:pt x="174975" y="506279"/>
                  </a:lnTo>
                  <a:lnTo>
                    <a:pt x="174656" y="507044"/>
                  </a:lnTo>
                  <a:lnTo>
                    <a:pt x="174394" y="507671"/>
                  </a:lnTo>
                  <a:lnTo>
                    <a:pt x="174323" y="507839"/>
                  </a:lnTo>
                  <a:lnTo>
                    <a:pt x="174130" y="508301"/>
                  </a:lnTo>
                  <a:lnTo>
                    <a:pt x="173829" y="508815"/>
                  </a:lnTo>
                  <a:lnTo>
                    <a:pt x="173456" y="509513"/>
                  </a:lnTo>
                  <a:lnTo>
                    <a:pt x="173117" y="510149"/>
                  </a:lnTo>
                  <a:lnTo>
                    <a:pt x="173027" y="510937"/>
                  </a:lnTo>
                  <a:lnTo>
                    <a:pt x="170679" y="513512"/>
                  </a:lnTo>
                  <a:lnTo>
                    <a:pt x="161637" y="526992"/>
                  </a:lnTo>
                  <a:lnTo>
                    <a:pt x="161128" y="540594"/>
                  </a:lnTo>
                  <a:lnTo>
                    <a:pt x="137926" y="532082"/>
                  </a:lnTo>
                  <a:lnTo>
                    <a:pt x="87171" y="532494"/>
                  </a:lnTo>
                  <a:lnTo>
                    <a:pt x="81735" y="528721"/>
                  </a:lnTo>
                  <a:lnTo>
                    <a:pt x="82702" y="521796"/>
                  </a:lnTo>
                  <a:lnTo>
                    <a:pt x="83757" y="514245"/>
                  </a:lnTo>
                  <a:lnTo>
                    <a:pt x="93786" y="508647"/>
                  </a:lnTo>
                  <a:lnTo>
                    <a:pt x="100676" y="507212"/>
                  </a:lnTo>
                  <a:lnTo>
                    <a:pt x="101356" y="502916"/>
                  </a:lnTo>
                  <a:lnTo>
                    <a:pt x="101572" y="501551"/>
                  </a:lnTo>
                  <a:lnTo>
                    <a:pt x="101796" y="500140"/>
                  </a:lnTo>
                  <a:lnTo>
                    <a:pt x="102285" y="497047"/>
                  </a:lnTo>
                  <a:lnTo>
                    <a:pt x="102826" y="494593"/>
                  </a:lnTo>
                  <a:lnTo>
                    <a:pt x="102957" y="493996"/>
                  </a:lnTo>
                  <a:lnTo>
                    <a:pt x="103055" y="493551"/>
                  </a:lnTo>
                  <a:lnTo>
                    <a:pt x="103235" y="492732"/>
                  </a:lnTo>
                  <a:lnTo>
                    <a:pt x="103305" y="492415"/>
                  </a:lnTo>
                  <a:lnTo>
                    <a:pt x="103460" y="491735"/>
                  </a:lnTo>
                  <a:lnTo>
                    <a:pt x="103537" y="491396"/>
                  </a:lnTo>
                  <a:lnTo>
                    <a:pt x="103709" y="490638"/>
                  </a:lnTo>
                  <a:lnTo>
                    <a:pt x="103856" y="489992"/>
                  </a:lnTo>
                  <a:lnTo>
                    <a:pt x="104521" y="487066"/>
                  </a:lnTo>
                  <a:lnTo>
                    <a:pt x="104986" y="485815"/>
                  </a:lnTo>
                  <a:lnTo>
                    <a:pt x="101036" y="484413"/>
                  </a:lnTo>
                  <a:lnTo>
                    <a:pt x="100393" y="484186"/>
                  </a:lnTo>
                  <a:lnTo>
                    <a:pt x="98085" y="483367"/>
                  </a:lnTo>
                  <a:lnTo>
                    <a:pt x="97857" y="483357"/>
                  </a:lnTo>
                  <a:lnTo>
                    <a:pt x="96925" y="483317"/>
                  </a:lnTo>
                  <a:lnTo>
                    <a:pt x="90862" y="483056"/>
                  </a:lnTo>
                  <a:lnTo>
                    <a:pt x="90395" y="483035"/>
                  </a:lnTo>
                  <a:lnTo>
                    <a:pt x="90023" y="481652"/>
                  </a:lnTo>
                  <a:lnTo>
                    <a:pt x="89266" y="478836"/>
                  </a:lnTo>
                  <a:lnTo>
                    <a:pt x="88717" y="476792"/>
                  </a:lnTo>
                  <a:lnTo>
                    <a:pt x="88632" y="476474"/>
                  </a:lnTo>
                  <a:lnTo>
                    <a:pt x="89968" y="476114"/>
                  </a:lnTo>
                  <a:lnTo>
                    <a:pt x="89138" y="472488"/>
                  </a:lnTo>
                  <a:lnTo>
                    <a:pt x="88827" y="471132"/>
                  </a:lnTo>
                  <a:lnTo>
                    <a:pt x="88517" y="469774"/>
                  </a:lnTo>
                  <a:lnTo>
                    <a:pt x="89117" y="468596"/>
                  </a:lnTo>
                  <a:lnTo>
                    <a:pt x="89228" y="468379"/>
                  </a:lnTo>
                  <a:lnTo>
                    <a:pt x="89251" y="465241"/>
                  </a:lnTo>
                  <a:lnTo>
                    <a:pt x="89278" y="461585"/>
                  </a:lnTo>
                  <a:lnTo>
                    <a:pt x="89488" y="458626"/>
                  </a:lnTo>
                  <a:lnTo>
                    <a:pt x="89938" y="451446"/>
                  </a:lnTo>
                  <a:lnTo>
                    <a:pt x="76340" y="449745"/>
                  </a:lnTo>
                  <a:lnTo>
                    <a:pt x="76002" y="449702"/>
                  </a:lnTo>
                  <a:lnTo>
                    <a:pt x="70269" y="448985"/>
                  </a:lnTo>
                  <a:lnTo>
                    <a:pt x="69874" y="448935"/>
                  </a:lnTo>
                  <a:lnTo>
                    <a:pt x="56612" y="447276"/>
                  </a:lnTo>
                  <a:lnTo>
                    <a:pt x="54156" y="446969"/>
                  </a:lnTo>
                  <a:lnTo>
                    <a:pt x="50292" y="446485"/>
                  </a:lnTo>
                  <a:lnTo>
                    <a:pt x="46629" y="446028"/>
                  </a:lnTo>
                  <a:lnTo>
                    <a:pt x="45508" y="445888"/>
                  </a:lnTo>
                  <a:lnTo>
                    <a:pt x="36529" y="444766"/>
                  </a:lnTo>
                  <a:lnTo>
                    <a:pt x="29154" y="443845"/>
                  </a:lnTo>
                  <a:lnTo>
                    <a:pt x="26281" y="443486"/>
                  </a:lnTo>
                  <a:lnTo>
                    <a:pt x="25162" y="443346"/>
                  </a:lnTo>
                  <a:lnTo>
                    <a:pt x="22334" y="442993"/>
                  </a:lnTo>
                  <a:lnTo>
                    <a:pt x="21263" y="442859"/>
                  </a:lnTo>
                  <a:lnTo>
                    <a:pt x="20145" y="442719"/>
                  </a:lnTo>
                  <a:lnTo>
                    <a:pt x="1828" y="440431"/>
                  </a:lnTo>
                  <a:lnTo>
                    <a:pt x="0" y="440203"/>
                  </a:lnTo>
                  <a:lnTo>
                    <a:pt x="109" y="439816"/>
                  </a:lnTo>
                  <a:lnTo>
                    <a:pt x="487" y="438473"/>
                  </a:lnTo>
                  <a:lnTo>
                    <a:pt x="1429" y="434408"/>
                  </a:lnTo>
                  <a:lnTo>
                    <a:pt x="1672" y="433357"/>
                  </a:lnTo>
                  <a:lnTo>
                    <a:pt x="2815" y="429793"/>
                  </a:lnTo>
                  <a:lnTo>
                    <a:pt x="7185" y="416161"/>
                  </a:lnTo>
                  <a:lnTo>
                    <a:pt x="10454" y="405964"/>
                  </a:lnTo>
                  <a:lnTo>
                    <a:pt x="10572" y="405597"/>
                  </a:lnTo>
                  <a:lnTo>
                    <a:pt x="12290" y="400237"/>
                  </a:lnTo>
                  <a:lnTo>
                    <a:pt x="17707" y="383342"/>
                  </a:lnTo>
                  <a:lnTo>
                    <a:pt x="18221" y="381739"/>
                  </a:lnTo>
                  <a:lnTo>
                    <a:pt x="18418" y="381149"/>
                  </a:lnTo>
                  <a:lnTo>
                    <a:pt x="18670" y="380395"/>
                  </a:lnTo>
                  <a:lnTo>
                    <a:pt x="35000" y="331506"/>
                  </a:lnTo>
                  <a:lnTo>
                    <a:pt x="38807" y="320111"/>
                  </a:lnTo>
                  <a:lnTo>
                    <a:pt x="39229" y="318848"/>
                  </a:lnTo>
                  <a:lnTo>
                    <a:pt x="39497" y="318045"/>
                  </a:lnTo>
                  <a:lnTo>
                    <a:pt x="40609" y="314714"/>
                  </a:lnTo>
                  <a:lnTo>
                    <a:pt x="42817" y="308104"/>
                  </a:lnTo>
                  <a:lnTo>
                    <a:pt x="53704" y="276026"/>
                  </a:lnTo>
                  <a:lnTo>
                    <a:pt x="54119" y="274804"/>
                  </a:lnTo>
                  <a:lnTo>
                    <a:pt x="54560" y="273504"/>
                  </a:lnTo>
                  <a:lnTo>
                    <a:pt x="54829" y="272683"/>
                  </a:lnTo>
                  <a:lnTo>
                    <a:pt x="55364" y="271049"/>
                  </a:lnTo>
                  <a:lnTo>
                    <a:pt x="55582" y="270385"/>
                  </a:lnTo>
                  <a:lnTo>
                    <a:pt x="62857" y="248160"/>
                  </a:lnTo>
                  <a:lnTo>
                    <a:pt x="63480" y="246256"/>
                  </a:lnTo>
                  <a:lnTo>
                    <a:pt x="70265" y="226178"/>
                  </a:lnTo>
                  <a:lnTo>
                    <a:pt x="70405" y="225764"/>
                  </a:lnTo>
                  <a:lnTo>
                    <a:pt x="71241" y="223292"/>
                  </a:lnTo>
                  <a:lnTo>
                    <a:pt x="71662" y="222044"/>
                  </a:lnTo>
                  <a:lnTo>
                    <a:pt x="72118" y="220695"/>
                  </a:lnTo>
                  <a:lnTo>
                    <a:pt x="87482" y="175234"/>
                  </a:lnTo>
                  <a:lnTo>
                    <a:pt x="87568" y="174979"/>
                  </a:lnTo>
                  <a:lnTo>
                    <a:pt x="89001" y="170739"/>
                  </a:lnTo>
                  <a:lnTo>
                    <a:pt x="89718" y="168618"/>
                  </a:lnTo>
                  <a:lnTo>
                    <a:pt x="90732" y="165618"/>
                  </a:lnTo>
                  <a:lnTo>
                    <a:pt x="104374" y="125250"/>
                  </a:lnTo>
                  <a:lnTo>
                    <a:pt x="104455" y="125009"/>
                  </a:lnTo>
                  <a:lnTo>
                    <a:pt x="106075" y="120217"/>
                  </a:lnTo>
                  <a:lnTo>
                    <a:pt x="106141" y="120021"/>
                  </a:lnTo>
                  <a:lnTo>
                    <a:pt x="106510" y="118930"/>
                  </a:lnTo>
                  <a:lnTo>
                    <a:pt x="106849" y="117927"/>
                  </a:lnTo>
                  <a:lnTo>
                    <a:pt x="113094" y="99448"/>
                  </a:lnTo>
                  <a:lnTo>
                    <a:pt x="113937" y="96953"/>
                  </a:lnTo>
                  <a:lnTo>
                    <a:pt x="117586" y="86155"/>
                  </a:lnTo>
                  <a:lnTo>
                    <a:pt x="118241" y="84215"/>
                  </a:lnTo>
                  <a:lnTo>
                    <a:pt x="120763" y="76754"/>
                  </a:lnTo>
                  <a:lnTo>
                    <a:pt x="120905" y="76333"/>
                  </a:lnTo>
                  <a:lnTo>
                    <a:pt x="121328" y="75081"/>
                  </a:lnTo>
                  <a:lnTo>
                    <a:pt x="130840" y="46933"/>
                  </a:lnTo>
                  <a:lnTo>
                    <a:pt x="132567" y="41824"/>
                  </a:lnTo>
                  <a:lnTo>
                    <a:pt x="137778" y="26404"/>
                  </a:lnTo>
                  <a:lnTo>
                    <a:pt x="141823" y="27796"/>
                  </a:lnTo>
                  <a:lnTo>
                    <a:pt x="144224" y="28623"/>
                  </a:lnTo>
                  <a:lnTo>
                    <a:pt x="145845" y="29181"/>
                  </a:lnTo>
                  <a:lnTo>
                    <a:pt x="150579" y="30810"/>
                  </a:lnTo>
                  <a:lnTo>
                    <a:pt x="152865" y="31597"/>
                  </a:lnTo>
                  <a:lnTo>
                    <a:pt x="166847" y="36411"/>
                  </a:lnTo>
                  <a:lnTo>
                    <a:pt x="171740" y="38096"/>
                  </a:lnTo>
                  <a:lnTo>
                    <a:pt x="175664" y="39447"/>
                  </a:lnTo>
                  <a:lnTo>
                    <a:pt x="181414" y="41426"/>
                  </a:lnTo>
                  <a:lnTo>
                    <a:pt x="186134" y="43051"/>
                  </a:lnTo>
                  <a:lnTo>
                    <a:pt x="197099" y="46826"/>
                  </a:lnTo>
                  <a:lnTo>
                    <a:pt x="204936" y="49524"/>
                  </a:lnTo>
                  <a:lnTo>
                    <a:pt x="205883" y="49853"/>
                  </a:lnTo>
                  <a:lnTo>
                    <a:pt x="206110" y="49259"/>
                  </a:lnTo>
                  <a:lnTo>
                    <a:pt x="206731" y="47637"/>
                  </a:lnTo>
                  <a:lnTo>
                    <a:pt x="211804" y="34370"/>
                  </a:lnTo>
                  <a:lnTo>
                    <a:pt x="211885" y="34158"/>
                  </a:lnTo>
                  <a:lnTo>
                    <a:pt x="212204" y="33325"/>
                  </a:lnTo>
                  <a:lnTo>
                    <a:pt x="214107" y="28347"/>
                  </a:lnTo>
                  <a:lnTo>
                    <a:pt x="215833" y="23835"/>
                  </a:lnTo>
                  <a:lnTo>
                    <a:pt x="216788" y="21337"/>
                  </a:lnTo>
                  <a:lnTo>
                    <a:pt x="219936" y="13104"/>
                  </a:lnTo>
                  <a:lnTo>
                    <a:pt x="224947" y="0"/>
                  </a:lnTo>
                  <a:lnTo>
                    <a:pt x="226566" y="549"/>
                  </a:lnTo>
                  <a:lnTo>
                    <a:pt x="227867" y="991"/>
                  </a:lnTo>
                  <a:lnTo>
                    <a:pt x="237729" y="4342"/>
                  </a:lnTo>
                  <a:lnTo>
                    <a:pt x="252251" y="9275"/>
                  </a:lnTo>
                  <a:lnTo>
                    <a:pt x="252924" y="9504"/>
                  </a:lnTo>
                  <a:lnTo>
                    <a:pt x="266830" y="14228"/>
                  </a:lnTo>
                  <a:lnTo>
                    <a:pt x="268736" y="14876"/>
                  </a:lnTo>
                  <a:lnTo>
                    <a:pt x="280645" y="18922"/>
                  </a:lnTo>
                  <a:lnTo>
                    <a:pt x="281328" y="19154"/>
                  </a:lnTo>
                  <a:lnTo>
                    <a:pt x="293177" y="23179"/>
                  </a:lnTo>
                  <a:lnTo>
                    <a:pt x="297806" y="24752"/>
                  </a:lnTo>
                  <a:lnTo>
                    <a:pt x="298421" y="24961"/>
                  </a:lnTo>
                  <a:lnTo>
                    <a:pt x="307116" y="27915"/>
                  </a:lnTo>
                  <a:lnTo>
                    <a:pt x="307974" y="28206"/>
                  </a:lnTo>
                  <a:lnTo>
                    <a:pt x="307490" y="29528"/>
                  </a:lnTo>
                  <a:lnTo>
                    <a:pt x="307186" y="30360"/>
                  </a:lnTo>
                  <a:lnTo>
                    <a:pt x="306757" y="31532"/>
                  </a:lnTo>
                  <a:lnTo>
                    <a:pt x="306336" y="32683"/>
                  </a:lnTo>
                  <a:lnTo>
                    <a:pt x="305892" y="33897"/>
                  </a:lnTo>
                  <a:lnTo>
                    <a:pt x="305317" y="35467"/>
                  </a:lnTo>
                  <a:lnTo>
                    <a:pt x="304762" y="36984"/>
                  </a:lnTo>
                  <a:lnTo>
                    <a:pt x="304271" y="38327"/>
                  </a:lnTo>
                  <a:lnTo>
                    <a:pt x="303963" y="39170"/>
                  </a:lnTo>
                  <a:lnTo>
                    <a:pt x="303783" y="39660"/>
                  </a:lnTo>
                  <a:lnTo>
                    <a:pt x="303596" y="40173"/>
                  </a:lnTo>
                  <a:lnTo>
                    <a:pt x="302431" y="43358"/>
                  </a:lnTo>
                  <a:lnTo>
                    <a:pt x="301937" y="44707"/>
                  </a:lnTo>
                  <a:lnTo>
                    <a:pt x="301791" y="45105"/>
                  </a:lnTo>
                  <a:lnTo>
                    <a:pt x="301494" y="45917"/>
                  </a:lnTo>
                  <a:lnTo>
                    <a:pt x="300926" y="474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72"/>
            <p:cNvSpPr/>
            <p:nvPr/>
          </p:nvSpPr>
          <p:spPr>
            <a:xfrm>
              <a:off x="4788899" y="5237831"/>
              <a:ext cx="481899" cy="342704"/>
            </a:xfrm>
            <a:custGeom>
              <a:avLst/>
              <a:pathLst>
                <a:path w="481899" h="342704">
                  <a:moveTo>
                    <a:pt x="206895" y="88517"/>
                  </a:moveTo>
                  <a:lnTo>
                    <a:pt x="212332" y="92291"/>
                  </a:lnTo>
                  <a:lnTo>
                    <a:pt x="263087" y="91878"/>
                  </a:lnTo>
                  <a:lnTo>
                    <a:pt x="286288" y="100391"/>
                  </a:lnTo>
                  <a:lnTo>
                    <a:pt x="309323" y="108842"/>
                  </a:lnTo>
                  <a:lnTo>
                    <a:pt x="341332" y="129442"/>
                  </a:lnTo>
                  <a:lnTo>
                    <a:pt x="380455" y="157311"/>
                  </a:lnTo>
                  <a:lnTo>
                    <a:pt x="456329" y="194874"/>
                  </a:lnTo>
                  <a:lnTo>
                    <a:pt x="475298" y="228803"/>
                  </a:lnTo>
                  <a:lnTo>
                    <a:pt x="481899" y="246555"/>
                  </a:lnTo>
                  <a:lnTo>
                    <a:pt x="470556" y="251825"/>
                  </a:lnTo>
                  <a:lnTo>
                    <a:pt x="448030" y="272424"/>
                  </a:lnTo>
                  <a:lnTo>
                    <a:pt x="444474" y="301506"/>
                  </a:lnTo>
                  <a:lnTo>
                    <a:pt x="443288" y="330587"/>
                  </a:lnTo>
                  <a:lnTo>
                    <a:pt x="424320" y="342704"/>
                  </a:lnTo>
                  <a:lnTo>
                    <a:pt x="393496" y="331799"/>
                  </a:lnTo>
                  <a:lnTo>
                    <a:pt x="355558" y="309988"/>
                  </a:lnTo>
                  <a:lnTo>
                    <a:pt x="328291" y="309988"/>
                  </a:lnTo>
                  <a:lnTo>
                    <a:pt x="290466" y="316285"/>
                  </a:lnTo>
                  <a:lnTo>
                    <a:pt x="285305" y="315195"/>
                  </a:lnTo>
                  <a:lnTo>
                    <a:pt x="276148" y="313260"/>
                  </a:lnTo>
                  <a:lnTo>
                    <a:pt x="275579" y="313140"/>
                  </a:lnTo>
                  <a:lnTo>
                    <a:pt x="271453" y="312269"/>
                  </a:lnTo>
                  <a:lnTo>
                    <a:pt x="270978" y="312168"/>
                  </a:lnTo>
                  <a:lnTo>
                    <a:pt x="270456" y="312058"/>
                  </a:lnTo>
                  <a:lnTo>
                    <a:pt x="266152" y="311149"/>
                  </a:lnTo>
                  <a:lnTo>
                    <a:pt x="265906" y="311097"/>
                  </a:lnTo>
                  <a:lnTo>
                    <a:pt x="265337" y="310977"/>
                  </a:lnTo>
                  <a:lnTo>
                    <a:pt x="260392" y="309932"/>
                  </a:lnTo>
                  <a:lnTo>
                    <a:pt x="259976" y="309844"/>
                  </a:lnTo>
                  <a:lnTo>
                    <a:pt x="259688" y="309783"/>
                  </a:lnTo>
                  <a:lnTo>
                    <a:pt x="258456" y="309523"/>
                  </a:lnTo>
                  <a:lnTo>
                    <a:pt x="245015" y="307269"/>
                  </a:lnTo>
                  <a:lnTo>
                    <a:pt x="236470" y="305837"/>
                  </a:lnTo>
                  <a:lnTo>
                    <a:pt x="236240" y="305798"/>
                  </a:lnTo>
                  <a:lnTo>
                    <a:pt x="227827" y="304387"/>
                  </a:lnTo>
                  <a:lnTo>
                    <a:pt x="219269" y="302953"/>
                  </a:lnTo>
                  <a:lnTo>
                    <a:pt x="213916" y="302055"/>
                  </a:lnTo>
                  <a:lnTo>
                    <a:pt x="211527" y="301654"/>
                  </a:lnTo>
                  <a:lnTo>
                    <a:pt x="208593" y="301162"/>
                  </a:lnTo>
                  <a:lnTo>
                    <a:pt x="202860" y="300084"/>
                  </a:lnTo>
                  <a:lnTo>
                    <a:pt x="184227" y="296578"/>
                  </a:lnTo>
                  <a:lnTo>
                    <a:pt x="170566" y="294008"/>
                  </a:lnTo>
                  <a:lnTo>
                    <a:pt x="168997" y="293713"/>
                  </a:lnTo>
                  <a:lnTo>
                    <a:pt x="165700" y="293092"/>
                  </a:lnTo>
                  <a:lnTo>
                    <a:pt x="162473" y="292728"/>
                  </a:lnTo>
                  <a:lnTo>
                    <a:pt x="161781" y="292651"/>
                  </a:lnTo>
                  <a:lnTo>
                    <a:pt x="146352" y="290911"/>
                  </a:lnTo>
                  <a:lnTo>
                    <a:pt x="145507" y="290841"/>
                  </a:lnTo>
                  <a:lnTo>
                    <a:pt x="143339" y="290661"/>
                  </a:lnTo>
                  <a:lnTo>
                    <a:pt x="136507" y="290094"/>
                  </a:lnTo>
                  <a:lnTo>
                    <a:pt x="127254" y="289327"/>
                  </a:lnTo>
                  <a:lnTo>
                    <a:pt x="127075" y="289312"/>
                  </a:lnTo>
                  <a:lnTo>
                    <a:pt x="125768" y="289061"/>
                  </a:lnTo>
                  <a:lnTo>
                    <a:pt x="124544" y="288827"/>
                  </a:lnTo>
                  <a:lnTo>
                    <a:pt x="123040" y="288538"/>
                  </a:lnTo>
                  <a:lnTo>
                    <a:pt x="120246" y="288003"/>
                  </a:lnTo>
                  <a:lnTo>
                    <a:pt x="111315" y="291097"/>
                  </a:lnTo>
                  <a:lnTo>
                    <a:pt x="103915" y="293660"/>
                  </a:lnTo>
                  <a:lnTo>
                    <a:pt x="99049" y="295346"/>
                  </a:lnTo>
                  <a:lnTo>
                    <a:pt x="98680" y="295476"/>
                  </a:lnTo>
                  <a:lnTo>
                    <a:pt x="97679" y="295829"/>
                  </a:lnTo>
                  <a:lnTo>
                    <a:pt x="75996" y="303465"/>
                  </a:lnTo>
                  <a:lnTo>
                    <a:pt x="70642" y="305351"/>
                  </a:lnTo>
                  <a:lnTo>
                    <a:pt x="67156" y="306578"/>
                  </a:lnTo>
                  <a:lnTo>
                    <a:pt x="66048" y="306968"/>
                  </a:lnTo>
                  <a:lnTo>
                    <a:pt x="47336" y="314758"/>
                  </a:lnTo>
                  <a:lnTo>
                    <a:pt x="17318" y="325518"/>
                  </a:lnTo>
                  <a:lnTo>
                    <a:pt x="3382" y="328218"/>
                  </a:lnTo>
                  <a:lnTo>
                    <a:pt x="499" y="328777"/>
                  </a:lnTo>
                  <a:lnTo>
                    <a:pt x="0" y="328874"/>
                  </a:lnTo>
                  <a:lnTo>
                    <a:pt x="20759" y="293591"/>
                  </a:lnTo>
                  <a:lnTo>
                    <a:pt x="39679" y="261433"/>
                  </a:lnTo>
                  <a:lnTo>
                    <a:pt x="40797" y="259533"/>
                  </a:lnTo>
                  <a:lnTo>
                    <a:pt x="49248" y="235397"/>
                  </a:lnTo>
                  <a:lnTo>
                    <a:pt x="49388" y="234997"/>
                  </a:lnTo>
                  <a:lnTo>
                    <a:pt x="55442" y="216130"/>
                  </a:lnTo>
                  <a:lnTo>
                    <a:pt x="57487" y="209757"/>
                  </a:lnTo>
                  <a:lnTo>
                    <a:pt x="60205" y="201287"/>
                  </a:lnTo>
                  <a:lnTo>
                    <a:pt x="60427" y="200594"/>
                  </a:lnTo>
                  <a:lnTo>
                    <a:pt x="65321" y="185946"/>
                  </a:lnTo>
                  <a:lnTo>
                    <a:pt x="65721" y="184581"/>
                  </a:lnTo>
                  <a:lnTo>
                    <a:pt x="66131" y="183175"/>
                  </a:lnTo>
                  <a:lnTo>
                    <a:pt x="69278" y="172411"/>
                  </a:lnTo>
                  <a:lnTo>
                    <a:pt x="73826" y="156852"/>
                  </a:lnTo>
                  <a:lnTo>
                    <a:pt x="74292" y="155260"/>
                  </a:lnTo>
                  <a:lnTo>
                    <a:pt x="74409" y="154858"/>
                  </a:lnTo>
                  <a:lnTo>
                    <a:pt x="74616" y="154151"/>
                  </a:lnTo>
                  <a:lnTo>
                    <a:pt x="74794" y="153580"/>
                  </a:lnTo>
                  <a:lnTo>
                    <a:pt x="82018" y="130458"/>
                  </a:lnTo>
                  <a:lnTo>
                    <a:pt x="87749" y="112116"/>
                  </a:lnTo>
                  <a:lnTo>
                    <a:pt x="88870" y="108529"/>
                  </a:lnTo>
                  <a:lnTo>
                    <a:pt x="89032" y="108008"/>
                  </a:lnTo>
                  <a:lnTo>
                    <a:pt x="89196" y="107525"/>
                  </a:lnTo>
                  <a:lnTo>
                    <a:pt x="92147" y="98816"/>
                  </a:lnTo>
                  <a:lnTo>
                    <a:pt x="100749" y="73436"/>
                  </a:lnTo>
                  <a:lnTo>
                    <a:pt x="102105" y="69434"/>
                  </a:lnTo>
                  <a:lnTo>
                    <a:pt x="102471" y="68355"/>
                  </a:lnTo>
                  <a:lnTo>
                    <a:pt x="104614" y="62030"/>
                  </a:lnTo>
                  <a:lnTo>
                    <a:pt x="107292" y="54128"/>
                  </a:lnTo>
                  <a:lnTo>
                    <a:pt x="107459" y="53637"/>
                  </a:lnTo>
                  <a:lnTo>
                    <a:pt x="107600" y="53226"/>
                  </a:lnTo>
                  <a:lnTo>
                    <a:pt x="110292" y="45423"/>
                  </a:lnTo>
                  <a:lnTo>
                    <a:pt x="111498" y="41925"/>
                  </a:lnTo>
                  <a:lnTo>
                    <a:pt x="112350" y="39456"/>
                  </a:lnTo>
                  <a:lnTo>
                    <a:pt x="121607" y="12616"/>
                  </a:lnTo>
                  <a:lnTo>
                    <a:pt x="121718" y="12221"/>
                  </a:lnTo>
                  <a:lnTo>
                    <a:pt x="125160" y="0"/>
                  </a:lnTo>
                  <a:lnTo>
                    <a:pt x="126989" y="228"/>
                  </a:lnTo>
                  <a:lnTo>
                    <a:pt x="145305" y="2516"/>
                  </a:lnTo>
                  <a:lnTo>
                    <a:pt x="146423" y="2656"/>
                  </a:lnTo>
                  <a:lnTo>
                    <a:pt x="147495" y="2790"/>
                  </a:lnTo>
                  <a:lnTo>
                    <a:pt x="150322" y="3143"/>
                  </a:lnTo>
                  <a:lnTo>
                    <a:pt x="151442" y="3283"/>
                  </a:lnTo>
                  <a:lnTo>
                    <a:pt x="154315" y="3642"/>
                  </a:lnTo>
                  <a:lnTo>
                    <a:pt x="161689" y="4563"/>
                  </a:lnTo>
                  <a:lnTo>
                    <a:pt x="170669" y="5685"/>
                  </a:lnTo>
                  <a:lnTo>
                    <a:pt x="171789" y="5825"/>
                  </a:lnTo>
                  <a:lnTo>
                    <a:pt x="175453" y="6282"/>
                  </a:lnTo>
                  <a:lnTo>
                    <a:pt x="179316" y="6766"/>
                  </a:lnTo>
                  <a:lnTo>
                    <a:pt x="181772" y="7073"/>
                  </a:lnTo>
                  <a:lnTo>
                    <a:pt x="195034" y="8732"/>
                  </a:lnTo>
                  <a:lnTo>
                    <a:pt x="195429" y="8782"/>
                  </a:lnTo>
                  <a:lnTo>
                    <a:pt x="201162" y="9499"/>
                  </a:lnTo>
                  <a:lnTo>
                    <a:pt x="201500" y="9541"/>
                  </a:lnTo>
                  <a:lnTo>
                    <a:pt x="215157" y="11250"/>
                  </a:lnTo>
                  <a:lnTo>
                    <a:pt x="214648" y="18422"/>
                  </a:lnTo>
                  <a:lnTo>
                    <a:pt x="214439" y="21382"/>
                  </a:lnTo>
                  <a:lnTo>
                    <a:pt x="214412" y="25037"/>
                  </a:lnTo>
                  <a:lnTo>
                    <a:pt x="214388" y="28175"/>
                  </a:lnTo>
                  <a:lnTo>
                    <a:pt x="214277" y="28393"/>
                  </a:lnTo>
                  <a:lnTo>
                    <a:pt x="213677" y="29571"/>
                  </a:lnTo>
                  <a:lnTo>
                    <a:pt x="213988" y="30929"/>
                  </a:lnTo>
                  <a:lnTo>
                    <a:pt x="214298" y="32284"/>
                  </a:lnTo>
                  <a:lnTo>
                    <a:pt x="215128" y="35911"/>
                  </a:lnTo>
                  <a:lnTo>
                    <a:pt x="213792" y="36270"/>
                  </a:lnTo>
                  <a:lnTo>
                    <a:pt x="213878" y="36589"/>
                  </a:lnTo>
                  <a:lnTo>
                    <a:pt x="214427" y="38632"/>
                  </a:lnTo>
                  <a:lnTo>
                    <a:pt x="215183" y="41449"/>
                  </a:lnTo>
                  <a:lnTo>
                    <a:pt x="215555" y="42832"/>
                  </a:lnTo>
                  <a:lnTo>
                    <a:pt x="216023" y="42852"/>
                  </a:lnTo>
                  <a:lnTo>
                    <a:pt x="222086" y="43114"/>
                  </a:lnTo>
                  <a:lnTo>
                    <a:pt x="223017" y="43154"/>
                  </a:lnTo>
                  <a:lnTo>
                    <a:pt x="223245" y="43164"/>
                  </a:lnTo>
                  <a:lnTo>
                    <a:pt x="225553" y="43982"/>
                  </a:lnTo>
                  <a:lnTo>
                    <a:pt x="226196" y="44210"/>
                  </a:lnTo>
                  <a:lnTo>
                    <a:pt x="230147" y="45611"/>
                  </a:lnTo>
                  <a:lnTo>
                    <a:pt x="229672" y="46905"/>
                  </a:lnTo>
                  <a:lnTo>
                    <a:pt x="229016" y="49788"/>
                  </a:lnTo>
                  <a:lnTo>
                    <a:pt x="228869" y="50435"/>
                  </a:lnTo>
                  <a:lnTo>
                    <a:pt x="228697" y="51193"/>
                  </a:lnTo>
                  <a:lnTo>
                    <a:pt x="228620" y="51532"/>
                  </a:lnTo>
                  <a:lnTo>
                    <a:pt x="228437" y="52340"/>
                  </a:lnTo>
                  <a:lnTo>
                    <a:pt x="228396" y="52529"/>
                  </a:lnTo>
                  <a:lnTo>
                    <a:pt x="228215" y="53348"/>
                  </a:lnTo>
                  <a:lnTo>
                    <a:pt x="228117" y="53793"/>
                  </a:lnTo>
                  <a:lnTo>
                    <a:pt x="227986" y="54390"/>
                  </a:lnTo>
                  <a:lnTo>
                    <a:pt x="227446" y="56844"/>
                  </a:lnTo>
                  <a:lnTo>
                    <a:pt x="226956" y="59936"/>
                  </a:lnTo>
                  <a:lnTo>
                    <a:pt x="226732" y="61348"/>
                  </a:lnTo>
                  <a:lnTo>
                    <a:pt x="226516" y="62713"/>
                  </a:lnTo>
                  <a:lnTo>
                    <a:pt x="225836" y="67009"/>
                  </a:lnTo>
                  <a:lnTo>
                    <a:pt x="218947" y="68444"/>
                  </a:lnTo>
                  <a:lnTo>
                    <a:pt x="208917" y="74042"/>
                  </a:lnTo>
                  <a:lnTo>
                    <a:pt x="207863" y="8159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73"/>
            <p:cNvSpPr/>
            <p:nvPr/>
          </p:nvSpPr>
          <p:spPr>
            <a:xfrm>
              <a:off x="5531625" y="5243114"/>
              <a:ext cx="382376" cy="253317"/>
            </a:xfrm>
            <a:custGeom>
              <a:avLst/>
              <a:pathLst>
                <a:path w="382376" h="253317">
                  <a:moveTo>
                    <a:pt x="49927" y="218530"/>
                  </a:moveTo>
                  <a:lnTo>
                    <a:pt x="35251" y="234611"/>
                  </a:lnTo>
                  <a:lnTo>
                    <a:pt x="4723" y="253289"/>
                  </a:lnTo>
                  <a:lnTo>
                    <a:pt x="0" y="253317"/>
                  </a:lnTo>
                  <a:lnTo>
                    <a:pt x="0" y="243865"/>
                  </a:lnTo>
                  <a:lnTo>
                    <a:pt x="0" y="236595"/>
                  </a:lnTo>
                  <a:lnTo>
                    <a:pt x="1195" y="232754"/>
                  </a:lnTo>
                  <a:lnTo>
                    <a:pt x="2489" y="228598"/>
                  </a:lnTo>
                  <a:lnTo>
                    <a:pt x="6401" y="220964"/>
                  </a:lnTo>
                  <a:lnTo>
                    <a:pt x="9958" y="207514"/>
                  </a:lnTo>
                  <a:lnTo>
                    <a:pt x="11025" y="201334"/>
                  </a:lnTo>
                  <a:lnTo>
                    <a:pt x="11736" y="192246"/>
                  </a:lnTo>
                  <a:lnTo>
                    <a:pt x="10669" y="176615"/>
                  </a:lnTo>
                  <a:lnTo>
                    <a:pt x="7824" y="161711"/>
                  </a:lnTo>
                  <a:lnTo>
                    <a:pt x="7824" y="152623"/>
                  </a:lnTo>
                  <a:lnTo>
                    <a:pt x="15649" y="165346"/>
                  </a:lnTo>
                  <a:lnTo>
                    <a:pt x="22762" y="163892"/>
                  </a:lnTo>
                  <a:lnTo>
                    <a:pt x="33076" y="159893"/>
                  </a:lnTo>
                  <a:lnTo>
                    <a:pt x="43390" y="161347"/>
                  </a:lnTo>
                  <a:lnTo>
                    <a:pt x="49798" y="164645"/>
                  </a:lnTo>
                  <a:lnTo>
                    <a:pt x="53309" y="167609"/>
                  </a:lnTo>
                  <a:lnTo>
                    <a:pt x="53907" y="168113"/>
                  </a:lnTo>
                  <a:lnTo>
                    <a:pt x="54992" y="167954"/>
                  </a:lnTo>
                  <a:lnTo>
                    <a:pt x="56379" y="167750"/>
                  </a:lnTo>
                  <a:lnTo>
                    <a:pt x="59264" y="167326"/>
                  </a:lnTo>
                  <a:lnTo>
                    <a:pt x="61962" y="166929"/>
                  </a:lnTo>
                  <a:lnTo>
                    <a:pt x="65487" y="165685"/>
                  </a:lnTo>
                  <a:lnTo>
                    <a:pt x="66662" y="165269"/>
                  </a:lnTo>
                  <a:lnTo>
                    <a:pt x="67463" y="164986"/>
                  </a:lnTo>
                  <a:lnTo>
                    <a:pt x="69503" y="164266"/>
                  </a:lnTo>
                  <a:lnTo>
                    <a:pt x="71056" y="164050"/>
                  </a:lnTo>
                  <a:lnTo>
                    <a:pt x="72597" y="163837"/>
                  </a:lnTo>
                  <a:lnTo>
                    <a:pt x="72782" y="163811"/>
                  </a:lnTo>
                  <a:lnTo>
                    <a:pt x="75188" y="163477"/>
                  </a:lnTo>
                  <a:lnTo>
                    <a:pt x="77185" y="163200"/>
                  </a:lnTo>
                  <a:lnTo>
                    <a:pt x="83511" y="163343"/>
                  </a:lnTo>
                  <a:lnTo>
                    <a:pt x="85721" y="163394"/>
                  </a:lnTo>
                  <a:lnTo>
                    <a:pt x="87442" y="163176"/>
                  </a:lnTo>
                  <a:lnTo>
                    <a:pt x="87754" y="163137"/>
                  </a:lnTo>
                  <a:lnTo>
                    <a:pt x="93403" y="162424"/>
                  </a:lnTo>
                  <a:lnTo>
                    <a:pt x="101166" y="159501"/>
                  </a:lnTo>
                  <a:lnTo>
                    <a:pt x="102413" y="159031"/>
                  </a:lnTo>
                  <a:lnTo>
                    <a:pt x="104501" y="157831"/>
                  </a:lnTo>
                  <a:lnTo>
                    <a:pt x="105448" y="157287"/>
                  </a:lnTo>
                  <a:lnTo>
                    <a:pt x="106743" y="156468"/>
                  </a:lnTo>
                  <a:lnTo>
                    <a:pt x="107427" y="156035"/>
                  </a:lnTo>
                  <a:lnTo>
                    <a:pt x="115515" y="150919"/>
                  </a:lnTo>
                  <a:lnTo>
                    <a:pt x="119352" y="148849"/>
                  </a:lnTo>
                  <a:lnTo>
                    <a:pt x="122094" y="147370"/>
                  </a:lnTo>
                  <a:lnTo>
                    <a:pt x="125664" y="149850"/>
                  </a:lnTo>
                  <a:lnTo>
                    <a:pt x="126928" y="150727"/>
                  </a:lnTo>
                  <a:lnTo>
                    <a:pt x="127952" y="151438"/>
                  </a:lnTo>
                  <a:lnTo>
                    <a:pt x="128478" y="151803"/>
                  </a:lnTo>
                  <a:lnTo>
                    <a:pt x="134437" y="152045"/>
                  </a:lnTo>
                  <a:lnTo>
                    <a:pt x="139219" y="152239"/>
                  </a:lnTo>
                  <a:lnTo>
                    <a:pt x="141762" y="151759"/>
                  </a:lnTo>
                  <a:lnTo>
                    <a:pt x="152187" y="149790"/>
                  </a:lnTo>
                  <a:lnTo>
                    <a:pt x="158851" y="148531"/>
                  </a:lnTo>
                  <a:lnTo>
                    <a:pt x="160966" y="146914"/>
                  </a:lnTo>
                  <a:lnTo>
                    <a:pt x="162954" y="145394"/>
                  </a:lnTo>
                  <a:lnTo>
                    <a:pt x="167220" y="142132"/>
                  </a:lnTo>
                  <a:lnTo>
                    <a:pt x="172971" y="137733"/>
                  </a:lnTo>
                  <a:lnTo>
                    <a:pt x="175161" y="136059"/>
                  </a:lnTo>
                  <a:lnTo>
                    <a:pt x="180413" y="137572"/>
                  </a:lnTo>
                  <a:lnTo>
                    <a:pt x="185594" y="139065"/>
                  </a:lnTo>
                  <a:lnTo>
                    <a:pt x="188147" y="139119"/>
                  </a:lnTo>
                  <a:lnTo>
                    <a:pt x="190030" y="139159"/>
                  </a:lnTo>
                  <a:lnTo>
                    <a:pt x="193357" y="139229"/>
                  </a:lnTo>
                  <a:lnTo>
                    <a:pt x="197862" y="138804"/>
                  </a:lnTo>
                  <a:lnTo>
                    <a:pt x="201893" y="138138"/>
                  </a:lnTo>
                  <a:lnTo>
                    <a:pt x="202597" y="137955"/>
                  </a:lnTo>
                  <a:lnTo>
                    <a:pt x="205153" y="137290"/>
                  </a:lnTo>
                  <a:lnTo>
                    <a:pt x="206212" y="136705"/>
                  </a:lnTo>
                  <a:lnTo>
                    <a:pt x="210547" y="134309"/>
                  </a:lnTo>
                  <a:lnTo>
                    <a:pt x="212200" y="133590"/>
                  </a:lnTo>
                  <a:lnTo>
                    <a:pt x="216871" y="131557"/>
                  </a:lnTo>
                  <a:lnTo>
                    <a:pt x="217897" y="131110"/>
                  </a:lnTo>
                  <a:lnTo>
                    <a:pt x="221395" y="128687"/>
                  </a:lnTo>
                  <a:lnTo>
                    <a:pt x="224418" y="126445"/>
                  </a:lnTo>
                  <a:lnTo>
                    <a:pt x="225292" y="125419"/>
                  </a:lnTo>
                  <a:lnTo>
                    <a:pt x="227619" y="123840"/>
                  </a:lnTo>
                  <a:lnTo>
                    <a:pt x="229326" y="123469"/>
                  </a:lnTo>
                  <a:lnTo>
                    <a:pt x="230644" y="123183"/>
                  </a:lnTo>
                  <a:lnTo>
                    <a:pt x="231413" y="123016"/>
                  </a:lnTo>
                  <a:lnTo>
                    <a:pt x="233352" y="121514"/>
                  </a:lnTo>
                  <a:lnTo>
                    <a:pt x="235597" y="121470"/>
                  </a:lnTo>
                  <a:lnTo>
                    <a:pt x="236543" y="121451"/>
                  </a:lnTo>
                  <a:lnTo>
                    <a:pt x="237400" y="121434"/>
                  </a:lnTo>
                  <a:lnTo>
                    <a:pt x="238253" y="121417"/>
                  </a:lnTo>
                  <a:lnTo>
                    <a:pt x="239647" y="121194"/>
                  </a:lnTo>
                  <a:lnTo>
                    <a:pt x="240671" y="121030"/>
                  </a:lnTo>
                  <a:lnTo>
                    <a:pt x="243181" y="120660"/>
                  </a:lnTo>
                  <a:lnTo>
                    <a:pt x="243834" y="120563"/>
                  </a:lnTo>
                  <a:lnTo>
                    <a:pt x="245271" y="120351"/>
                  </a:lnTo>
                  <a:lnTo>
                    <a:pt x="247837" y="119759"/>
                  </a:lnTo>
                  <a:lnTo>
                    <a:pt x="251151" y="118994"/>
                  </a:lnTo>
                  <a:lnTo>
                    <a:pt x="252487" y="117572"/>
                  </a:lnTo>
                  <a:lnTo>
                    <a:pt x="254677" y="115241"/>
                  </a:lnTo>
                  <a:lnTo>
                    <a:pt x="255537" y="114326"/>
                  </a:lnTo>
                  <a:lnTo>
                    <a:pt x="258027" y="111675"/>
                  </a:lnTo>
                  <a:lnTo>
                    <a:pt x="259403" y="109833"/>
                  </a:lnTo>
                  <a:lnTo>
                    <a:pt x="261264" y="112025"/>
                  </a:lnTo>
                  <a:lnTo>
                    <a:pt x="261590" y="112354"/>
                  </a:lnTo>
                  <a:lnTo>
                    <a:pt x="263639" y="114420"/>
                  </a:lnTo>
                  <a:lnTo>
                    <a:pt x="265620" y="116418"/>
                  </a:lnTo>
                  <a:lnTo>
                    <a:pt x="269716" y="120305"/>
                  </a:lnTo>
                  <a:lnTo>
                    <a:pt x="271021" y="121543"/>
                  </a:lnTo>
                  <a:lnTo>
                    <a:pt x="275790" y="116542"/>
                  </a:lnTo>
                  <a:lnTo>
                    <a:pt x="277822" y="114410"/>
                  </a:lnTo>
                  <a:lnTo>
                    <a:pt x="279201" y="112964"/>
                  </a:lnTo>
                  <a:lnTo>
                    <a:pt x="281835" y="110909"/>
                  </a:lnTo>
                  <a:lnTo>
                    <a:pt x="282613" y="110302"/>
                  </a:lnTo>
                  <a:lnTo>
                    <a:pt x="283830" y="109026"/>
                  </a:lnTo>
                  <a:lnTo>
                    <a:pt x="285464" y="107313"/>
                  </a:lnTo>
                  <a:lnTo>
                    <a:pt x="286163" y="106580"/>
                  </a:lnTo>
                  <a:lnTo>
                    <a:pt x="287025" y="105676"/>
                  </a:lnTo>
                  <a:lnTo>
                    <a:pt x="287727" y="106133"/>
                  </a:lnTo>
                  <a:lnTo>
                    <a:pt x="288374" y="106554"/>
                  </a:lnTo>
                  <a:lnTo>
                    <a:pt x="291293" y="108457"/>
                  </a:lnTo>
                  <a:lnTo>
                    <a:pt x="293072" y="106385"/>
                  </a:lnTo>
                  <a:lnTo>
                    <a:pt x="295810" y="102822"/>
                  </a:lnTo>
                  <a:lnTo>
                    <a:pt x="296886" y="101670"/>
                  </a:lnTo>
                  <a:lnTo>
                    <a:pt x="297672" y="100829"/>
                  </a:lnTo>
                  <a:lnTo>
                    <a:pt x="298210" y="100253"/>
                  </a:lnTo>
                  <a:lnTo>
                    <a:pt x="300280" y="98037"/>
                  </a:lnTo>
                  <a:lnTo>
                    <a:pt x="300836" y="98499"/>
                  </a:lnTo>
                  <a:lnTo>
                    <a:pt x="301556" y="99095"/>
                  </a:lnTo>
                  <a:lnTo>
                    <a:pt x="302373" y="99772"/>
                  </a:lnTo>
                  <a:lnTo>
                    <a:pt x="304792" y="101776"/>
                  </a:lnTo>
                  <a:lnTo>
                    <a:pt x="306680" y="99095"/>
                  </a:lnTo>
                  <a:lnTo>
                    <a:pt x="312184" y="91279"/>
                  </a:lnTo>
                  <a:lnTo>
                    <a:pt x="309847" y="90236"/>
                  </a:lnTo>
                  <a:lnTo>
                    <a:pt x="309110" y="89907"/>
                  </a:lnTo>
                  <a:lnTo>
                    <a:pt x="306633" y="88801"/>
                  </a:lnTo>
                  <a:lnTo>
                    <a:pt x="303842" y="87286"/>
                  </a:lnTo>
                  <a:lnTo>
                    <a:pt x="299950" y="85172"/>
                  </a:lnTo>
                  <a:lnTo>
                    <a:pt x="285533" y="76496"/>
                  </a:lnTo>
                  <a:lnTo>
                    <a:pt x="284062" y="73385"/>
                  </a:lnTo>
                  <a:lnTo>
                    <a:pt x="284274" y="72577"/>
                  </a:lnTo>
                  <a:lnTo>
                    <a:pt x="284427" y="71993"/>
                  </a:lnTo>
                  <a:lnTo>
                    <a:pt x="284760" y="70725"/>
                  </a:lnTo>
                  <a:lnTo>
                    <a:pt x="285069" y="69545"/>
                  </a:lnTo>
                  <a:lnTo>
                    <a:pt x="285366" y="68412"/>
                  </a:lnTo>
                  <a:lnTo>
                    <a:pt x="285780" y="66835"/>
                  </a:lnTo>
                  <a:lnTo>
                    <a:pt x="285816" y="66696"/>
                  </a:lnTo>
                  <a:lnTo>
                    <a:pt x="286201" y="66083"/>
                  </a:lnTo>
                  <a:lnTo>
                    <a:pt x="286585" y="65471"/>
                  </a:lnTo>
                  <a:lnTo>
                    <a:pt x="287002" y="64806"/>
                  </a:lnTo>
                  <a:lnTo>
                    <a:pt x="290273" y="64334"/>
                  </a:lnTo>
                  <a:lnTo>
                    <a:pt x="290884" y="63804"/>
                  </a:lnTo>
                  <a:lnTo>
                    <a:pt x="294224" y="66433"/>
                  </a:lnTo>
                  <a:lnTo>
                    <a:pt x="296295" y="68557"/>
                  </a:lnTo>
                  <a:lnTo>
                    <a:pt x="300391" y="65000"/>
                  </a:lnTo>
                  <a:lnTo>
                    <a:pt x="302369" y="62840"/>
                  </a:lnTo>
                  <a:lnTo>
                    <a:pt x="306081" y="58784"/>
                  </a:lnTo>
                  <a:lnTo>
                    <a:pt x="308770" y="55237"/>
                  </a:lnTo>
                  <a:lnTo>
                    <a:pt x="311096" y="52168"/>
                  </a:lnTo>
                  <a:lnTo>
                    <a:pt x="311341" y="51042"/>
                  </a:lnTo>
                  <a:lnTo>
                    <a:pt x="311562" y="50027"/>
                  </a:lnTo>
                  <a:lnTo>
                    <a:pt x="312472" y="45849"/>
                  </a:lnTo>
                  <a:lnTo>
                    <a:pt x="312843" y="45160"/>
                  </a:lnTo>
                  <a:lnTo>
                    <a:pt x="313360" y="44202"/>
                  </a:lnTo>
                  <a:lnTo>
                    <a:pt x="313986" y="43041"/>
                  </a:lnTo>
                  <a:lnTo>
                    <a:pt x="314813" y="40378"/>
                  </a:lnTo>
                  <a:lnTo>
                    <a:pt x="316714" y="37078"/>
                  </a:lnTo>
                  <a:lnTo>
                    <a:pt x="316980" y="36087"/>
                  </a:lnTo>
                  <a:lnTo>
                    <a:pt x="317178" y="35353"/>
                  </a:lnTo>
                  <a:lnTo>
                    <a:pt x="318421" y="30728"/>
                  </a:lnTo>
                  <a:lnTo>
                    <a:pt x="319244" y="28627"/>
                  </a:lnTo>
                  <a:lnTo>
                    <a:pt x="319436" y="28134"/>
                  </a:lnTo>
                  <a:lnTo>
                    <a:pt x="319836" y="27112"/>
                  </a:lnTo>
                  <a:lnTo>
                    <a:pt x="319939" y="26851"/>
                  </a:lnTo>
                  <a:lnTo>
                    <a:pt x="322295" y="23675"/>
                  </a:lnTo>
                  <a:lnTo>
                    <a:pt x="324193" y="21115"/>
                  </a:lnTo>
                  <a:lnTo>
                    <a:pt x="325616" y="18813"/>
                  </a:lnTo>
                  <a:lnTo>
                    <a:pt x="323610" y="18437"/>
                  </a:lnTo>
                  <a:lnTo>
                    <a:pt x="322129" y="18159"/>
                  </a:lnTo>
                  <a:lnTo>
                    <a:pt x="313015" y="16450"/>
                  </a:lnTo>
                  <a:lnTo>
                    <a:pt x="305662" y="4943"/>
                  </a:lnTo>
                  <a:lnTo>
                    <a:pt x="308934" y="3271"/>
                  </a:lnTo>
                  <a:lnTo>
                    <a:pt x="313059" y="2108"/>
                  </a:lnTo>
                  <a:lnTo>
                    <a:pt x="319106" y="945"/>
                  </a:lnTo>
                  <a:lnTo>
                    <a:pt x="324867" y="218"/>
                  </a:lnTo>
                  <a:lnTo>
                    <a:pt x="329633" y="0"/>
                  </a:lnTo>
                  <a:lnTo>
                    <a:pt x="337173" y="872"/>
                  </a:lnTo>
                  <a:lnTo>
                    <a:pt x="355383" y="3053"/>
                  </a:lnTo>
                  <a:lnTo>
                    <a:pt x="365555" y="12577"/>
                  </a:lnTo>
                  <a:lnTo>
                    <a:pt x="370855" y="18586"/>
                  </a:lnTo>
                  <a:lnTo>
                    <a:pt x="375310" y="18965"/>
                  </a:lnTo>
                  <a:lnTo>
                    <a:pt x="376686" y="19082"/>
                  </a:lnTo>
                  <a:lnTo>
                    <a:pt x="378822" y="20843"/>
                  </a:lnTo>
                  <a:lnTo>
                    <a:pt x="382376" y="23775"/>
                  </a:lnTo>
                  <a:lnTo>
                    <a:pt x="377769" y="37214"/>
                  </a:lnTo>
                  <a:lnTo>
                    <a:pt x="374884" y="37843"/>
                  </a:lnTo>
                  <a:lnTo>
                    <a:pt x="364872" y="40025"/>
                  </a:lnTo>
                  <a:lnTo>
                    <a:pt x="355621" y="42042"/>
                  </a:lnTo>
                  <a:lnTo>
                    <a:pt x="335079" y="83811"/>
                  </a:lnTo>
                  <a:lnTo>
                    <a:pt x="330838" y="87687"/>
                  </a:lnTo>
                  <a:lnTo>
                    <a:pt x="327610" y="90639"/>
                  </a:lnTo>
                  <a:lnTo>
                    <a:pt x="323414" y="94474"/>
                  </a:lnTo>
                  <a:lnTo>
                    <a:pt x="316398" y="102570"/>
                  </a:lnTo>
                  <a:lnTo>
                    <a:pt x="314645" y="104593"/>
                  </a:lnTo>
                  <a:lnTo>
                    <a:pt x="309067" y="111030"/>
                  </a:lnTo>
                  <a:lnTo>
                    <a:pt x="305753" y="114854"/>
                  </a:lnTo>
                  <a:lnTo>
                    <a:pt x="304848" y="120174"/>
                  </a:lnTo>
                  <a:lnTo>
                    <a:pt x="301707" y="124839"/>
                  </a:lnTo>
                  <a:lnTo>
                    <a:pt x="298819" y="125968"/>
                  </a:lnTo>
                  <a:lnTo>
                    <a:pt x="296929" y="126706"/>
                  </a:lnTo>
                  <a:lnTo>
                    <a:pt x="296078" y="127038"/>
                  </a:lnTo>
                  <a:lnTo>
                    <a:pt x="295346" y="127324"/>
                  </a:lnTo>
                  <a:lnTo>
                    <a:pt x="294510" y="127651"/>
                  </a:lnTo>
                  <a:lnTo>
                    <a:pt x="290850" y="127513"/>
                  </a:lnTo>
                  <a:lnTo>
                    <a:pt x="280322" y="136819"/>
                  </a:lnTo>
                  <a:lnTo>
                    <a:pt x="278641" y="138200"/>
                  </a:lnTo>
                  <a:lnTo>
                    <a:pt x="269439" y="145761"/>
                  </a:lnTo>
                  <a:lnTo>
                    <a:pt x="267516" y="142847"/>
                  </a:lnTo>
                  <a:lnTo>
                    <a:pt x="257472" y="145692"/>
                  </a:lnTo>
                  <a:lnTo>
                    <a:pt x="249954" y="147822"/>
                  </a:lnTo>
                  <a:lnTo>
                    <a:pt x="243490" y="149021"/>
                  </a:lnTo>
                  <a:lnTo>
                    <a:pt x="240257" y="149621"/>
                  </a:lnTo>
                  <a:lnTo>
                    <a:pt x="240087" y="149653"/>
                  </a:lnTo>
                  <a:lnTo>
                    <a:pt x="237759" y="150173"/>
                  </a:lnTo>
                  <a:lnTo>
                    <a:pt x="236250" y="150509"/>
                  </a:lnTo>
                  <a:lnTo>
                    <a:pt x="234491" y="150902"/>
                  </a:lnTo>
                  <a:lnTo>
                    <a:pt x="231389" y="151594"/>
                  </a:lnTo>
                  <a:lnTo>
                    <a:pt x="231125" y="151657"/>
                  </a:lnTo>
                  <a:lnTo>
                    <a:pt x="226380" y="152783"/>
                  </a:lnTo>
                  <a:lnTo>
                    <a:pt x="214584" y="157630"/>
                  </a:lnTo>
                  <a:lnTo>
                    <a:pt x="214071" y="157984"/>
                  </a:lnTo>
                  <a:lnTo>
                    <a:pt x="212602" y="158996"/>
                  </a:lnTo>
                  <a:lnTo>
                    <a:pt x="204212" y="164779"/>
                  </a:lnTo>
                  <a:lnTo>
                    <a:pt x="202317" y="166085"/>
                  </a:lnTo>
                  <a:lnTo>
                    <a:pt x="194776" y="170157"/>
                  </a:lnTo>
                  <a:lnTo>
                    <a:pt x="191272" y="172049"/>
                  </a:lnTo>
                  <a:lnTo>
                    <a:pt x="190991" y="172201"/>
                  </a:lnTo>
                  <a:lnTo>
                    <a:pt x="185678" y="172743"/>
                  </a:lnTo>
                  <a:lnTo>
                    <a:pt x="168913" y="174451"/>
                  </a:lnTo>
                  <a:lnTo>
                    <a:pt x="158688" y="176974"/>
                  </a:lnTo>
                  <a:lnTo>
                    <a:pt x="151688" y="178600"/>
                  </a:lnTo>
                  <a:lnTo>
                    <a:pt x="148811" y="179268"/>
                  </a:lnTo>
                  <a:lnTo>
                    <a:pt x="146192" y="179876"/>
                  </a:lnTo>
                  <a:lnTo>
                    <a:pt x="134350" y="182118"/>
                  </a:lnTo>
                  <a:lnTo>
                    <a:pt x="133389" y="182300"/>
                  </a:lnTo>
                  <a:lnTo>
                    <a:pt x="128667" y="183787"/>
                  </a:lnTo>
                  <a:lnTo>
                    <a:pt x="124926" y="184965"/>
                  </a:lnTo>
                  <a:lnTo>
                    <a:pt x="123738" y="185339"/>
                  </a:lnTo>
                  <a:lnTo>
                    <a:pt x="114466" y="189587"/>
                  </a:lnTo>
                  <a:lnTo>
                    <a:pt x="108250" y="192435"/>
                  </a:lnTo>
                  <a:lnTo>
                    <a:pt x="99172" y="196663"/>
                  </a:lnTo>
                  <a:lnTo>
                    <a:pt x="95582" y="198334"/>
                  </a:lnTo>
                  <a:lnTo>
                    <a:pt x="94277" y="198920"/>
                  </a:lnTo>
                  <a:lnTo>
                    <a:pt x="93432" y="199299"/>
                  </a:lnTo>
                  <a:lnTo>
                    <a:pt x="81855" y="204493"/>
                  </a:lnTo>
                  <a:lnTo>
                    <a:pt x="81517" y="204645"/>
                  </a:lnTo>
                  <a:lnTo>
                    <a:pt x="80526" y="205090"/>
                  </a:lnTo>
                  <a:lnTo>
                    <a:pt x="77836" y="206665"/>
                  </a:lnTo>
                  <a:lnTo>
                    <a:pt x="73027" y="209482"/>
                  </a:lnTo>
                  <a:lnTo>
                    <a:pt x="67412" y="213157"/>
                  </a:lnTo>
                  <a:lnTo>
                    <a:pt x="59540" y="215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74"/>
            <p:cNvSpPr/>
            <p:nvPr/>
          </p:nvSpPr>
          <p:spPr>
            <a:xfrm>
              <a:off x="5059561" y="4825834"/>
              <a:ext cx="301277" cy="569308"/>
            </a:xfrm>
            <a:custGeom>
              <a:avLst/>
              <a:pathLst>
                <a:path w="301277" h="569308">
                  <a:moveTo>
                    <a:pt x="230044" y="237623"/>
                  </a:moveTo>
                  <a:lnTo>
                    <a:pt x="227523" y="244417"/>
                  </a:lnTo>
                  <a:lnTo>
                    <a:pt x="227204" y="245276"/>
                  </a:lnTo>
                  <a:lnTo>
                    <a:pt x="220404" y="263060"/>
                  </a:lnTo>
                  <a:lnTo>
                    <a:pt x="219446" y="265566"/>
                  </a:lnTo>
                  <a:lnTo>
                    <a:pt x="215591" y="275647"/>
                  </a:lnTo>
                  <a:lnTo>
                    <a:pt x="215215" y="276631"/>
                  </a:lnTo>
                  <a:lnTo>
                    <a:pt x="213334" y="281549"/>
                  </a:lnTo>
                  <a:lnTo>
                    <a:pt x="213130" y="282082"/>
                  </a:lnTo>
                  <a:lnTo>
                    <a:pt x="199783" y="317645"/>
                  </a:lnTo>
                  <a:lnTo>
                    <a:pt x="199168" y="319283"/>
                  </a:lnTo>
                  <a:lnTo>
                    <a:pt x="197054" y="324914"/>
                  </a:lnTo>
                  <a:lnTo>
                    <a:pt x="196809" y="325580"/>
                  </a:lnTo>
                  <a:lnTo>
                    <a:pt x="196040" y="327659"/>
                  </a:lnTo>
                  <a:lnTo>
                    <a:pt x="194488" y="331855"/>
                  </a:lnTo>
                  <a:lnTo>
                    <a:pt x="179022" y="373702"/>
                  </a:lnTo>
                  <a:lnTo>
                    <a:pt x="206435" y="381652"/>
                  </a:lnTo>
                  <a:lnTo>
                    <a:pt x="206127" y="382454"/>
                  </a:lnTo>
                  <a:lnTo>
                    <a:pt x="204207" y="387458"/>
                  </a:lnTo>
                  <a:lnTo>
                    <a:pt x="203270" y="389901"/>
                  </a:lnTo>
                  <a:lnTo>
                    <a:pt x="202977" y="390663"/>
                  </a:lnTo>
                  <a:lnTo>
                    <a:pt x="195154" y="411051"/>
                  </a:lnTo>
                  <a:lnTo>
                    <a:pt x="192929" y="416848"/>
                  </a:lnTo>
                  <a:lnTo>
                    <a:pt x="190866" y="422223"/>
                  </a:lnTo>
                  <a:lnTo>
                    <a:pt x="186472" y="433685"/>
                  </a:lnTo>
                  <a:lnTo>
                    <a:pt x="186140" y="435059"/>
                  </a:lnTo>
                  <a:lnTo>
                    <a:pt x="184376" y="442360"/>
                  </a:lnTo>
                  <a:lnTo>
                    <a:pt x="183658" y="445330"/>
                  </a:lnTo>
                  <a:lnTo>
                    <a:pt x="183520" y="445521"/>
                  </a:lnTo>
                  <a:lnTo>
                    <a:pt x="180386" y="449838"/>
                  </a:lnTo>
                  <a:lnTo>
                    <a:pt x="180118" y="451156"/>
                  </a:lnTo>
                  <a:lnTo>
                    <a:pt x="179812" y="452663"/>
                  </a:lnTo>
                  <a:lnTo>
                    <a:pt x="179423" y="454578"/>
                  </a:lnTo>
                  <a:lnTo>
                    <a:pt x="178422" y="459501"/>
                  </a:lnTo>
                  <a:lnTo>
                    <a:pt x="178073" y="461217"/>
                  </a:lnTo>
                  <a:lnTo>
                    <a:pt x="176193" y="467460"/>
                  </a:lnTo>
                  <a:lnTo>
                    <a:pt x="175334" y="471057"/>
                  </a:lnTo>
                  <a:lnTo>
                    <a:pt x="172115" y="484521"/>
                  </a:lnTo>
                  <a:lnTo>
                    <a:pt x="172050" y="485070"/>
                  </a:lnTo>
                  <a:lnTo>
                    <a:pt x="171721" y="487831"/>
                  </a:lnTo>
                  <a:lnTo>
                    <a:pt x="171105" y="493013"/>
                  </a:lnTo>
                  <a:lnTo>
                    <a:pt x="170455" y="498480"/>
                  </a:lnTo>
                  <a:lnTo>
                    <a:pt x="170596" y="500085"/>
                  </a:lnTo>
                  <a:lnTo>
                    <a:pt x="170948" y="504112"/>
                  </a:lnTo>
                  <a:lnTo>
                    <a:pt x="170278" y="507699"/>
                  </a:lnTo>
                  <a:lnTo>
                    <a:pt x="169461" y="512076"/>
                  </a:lnTo>
                  <a:lnTo>
                    <a:pt x="137060" y="531744"/>
                  </a:lnTo>
                  <a:lnTo>
                    <a:pt x="109793" y="569308"/>
                  </a:lnTo>
                  <a:lnTo>
                    <a:pt x="70670" y="541438"/>
                  </a:lnTo>
                  <a:lnTo>
                    <a:pt x="38660" y="520839"/>
                  </a:lnTo>
                  <a:lnTo>
                    <a:pt x="15626" y="512388"/>
                  </a:lnTo>
                  <a:lnTo>
                    <a:pt x="16135" y="498786"/>
                  </a:lnTo>
                  <a:lnTo>
                    <a:pt x="25178" y="485305"/>
                  </a:lnTo>
                  <a:lnTo>
                    <a:pt x="27525" y="482730"/>
                  </a:lnTo>
                  <a:lnTo>
                    <a:pt x="27615" y="481942"/>
                  </a:lnTo>
                  <a:lnTo>
                    <a:pt x="27954" y="481306"/>
                  </a:lnTo>
                  <a:lnTo>
                    <a:pt x="28327" y="480608"/>
                  </a:lnTo>
                  <a:lnTo>
                    <a:pt x="28736" y="479838"/>
                  </a:lnTo>
                  <a:lnTo>
                    <a:pt x="28822" y="479632"/>
                  </a:lnTo>
                  <a:lnTo>
                    <a:pt x="28931" y="479370"/>
                  </a:lnTo>
                  <a:lnTo>
                    <a:pt x="29154" y="478838"/>
                  </a:lnTo>
                  <a:lnTo>
                    <a:pt x="29473" y="478073"/>
                  </a:lnTo>
                  <a:lnTo>
                    <a:pt x="29528" y="477942"/>
                  </a:lnTo>
                  <a:lnTo>
                    <a:pt x="29616" y="477732"/>
                  </a:lnTo>
                  <a:lnTo>
                    <a:pt x="29814" y="477259"/>
                  </a:lnTo>
                  <a:lnTo>
                    <a:pt x="30086" y="476607"/>
                  </a:lnTo>
                  <a:lnTo>
                    <a:pt x="30222" y="476280"/>
                  </a:lnTo>
                  <a:lnTo>
                    <a:pt x="30302" y="476090"/>
                  </a:lnTo>
                  <a:lnTo>
                    <a:pt x="30734" y="475158"/>
                  </a:lnTo>
                  <a:lnTo>
                    <a:pt x="32059" y="474145"/>
                  </a:lnTo>
                  <a:lnTo>
                    <a:pt x="32405" y="473880"/>
                  </a:lnTo>
                  <a:lnTo>
                    <a:pt x="31703" y="473176"/>
                  </a:lnTo>
                  <a:lnTo>
                    <a:pt x="30928" y="472400"/>
                  </a:lnTo>
                  <a:lnTo>
                    <a:pt x="30627" y="471503"/>
                  </a:lnTo>
                  <a:lnTo>
                    <a:pt x="29629" y="468528"/>
                  </a:lnTo>
                  <a:lnTo>
                    <a:pt x="29568" y="468346"/>
                  </a:lnTo>
                  <a:lnTo>
                    <a:pt x="29418" y="467902"/>
                  </a:lnTo>
                  <a:lnTo>
                    <a:pt x="28915" y="466403"/>
                  </a:lnTo>
                  <a:lnTo>
                    <a:pt x="28490" y="465136"/>
                  </a:lnTo>
                  <a:lnTo>
                    <a:pt x="28415" y="464917"/>
                  </a:lnTo>
                  <a:lnTo>
                    <a:pt x="27085" y="461028"/>
                  </a:lnTo>
                  <a:lnTo>
                    <a:pt x="26831" y="460472"/>
                  </a:lnTo>
                  <a:lnTo>
                    <a:pt x="25340" y="457205"/>
                  </a:lnTo>
                  <a:lnTo>
                    <a:pt x="25093" y="456666"/>
                  </a:lnTo>
                  <a:lnTo>
                    <a:pt x="24403" y="454945"/>
                  </a:lnTo>
                  <a:lnTo>
                    <a:pt x="23515" y="452731"/>
                  </a:lnTo>
                  <a:lnTo>
                    <a:pt x="23346" y="452309"/>
                  </a:lnTo>
                  <a:lnTo>
                    <a:pt x="23293" y="452179"/>
                  </a:lnTo>
                  <a:lnTo>
                    <a:pt x="20979" y="446819"/>
                  </a:lnTo>
                  <a:lnTo>
                    <a:pt x="20832" y="446477"/>
                  </a:lnTo>
                  <a:lnTo>
                    <a:pt x="20570" y="445870"/>
                  </a:lnTo>
                  <a:lnTo>
                    <a:pt x="20290" y="445222"/>
                  </a:lnTo>
                  <a:lnTo>
                    <a:pt x="20114" y="444815"/>
                  </a:lnTo>
                  <a:lnTo>
                    <a:pt x="19697" y="443964"/>
                  </a:lnTo>
                  <a:lnTo>
                    <a:pt x="19223" y="442997"/>
                  </a:lnTo>
                  <a:lnTo>
                    <a:pt x="18597" y="441722"/>
                  </a:lnTo>
                  <a:lnTo>
                    <a:pt x="18111" y="440731"/>
                  </a:lnTo>
                  <a:lnTo>
                    <a:pt x="17594" y="439677"/>
                  </a:lnTo>
                  <a:lnTo>
                    <a:pt x="16726" y="437907"/>
                  </a:lnTo>
                  <a:lnTo>
                    <a:pt x="16629" y="437708"/>
                  </a:lnTo>
                  <a:lnTo>
                    <a:pt x="16330" y="436900"/>
                  </a:lnTo>
                  <a:lnTo>
                    <a:pt x="16144" y="436397"/>
                  </a:lnTo>
                  <a:lnTo>
                    <a:pt x="15805" y="435478"/>
                  </a:lnTo>
                  <a:lnTo>
                    <a:pt x="15607" y="434943"/>
                  </a:lnTo>
                  <a:lnTo>
                    <a:pt x="15477" y="434591"/>
                  </a:lnTo>
                  <a:lnTo>
                    <a:pt x="14693" y="432468"/>
                  </a:lnTo>
                  <a:lnTo>
                    <a:pt x="13954" y="430470"/>
                  </a:lnTo>
                  <a:lnTo>
                    <a:pt x="13835" y="430148"/>
                  </a:lnTo>
                  <a:lnTo>
                    <a:pt x="12665" y="426981"/>
                  </a:lnTo>
                  <a:lnTo>
                    <a:pt x="11802" y="427150"/>
                  </a:lnTo>
                  <a:lnTo>
                    <a:pt x="10697" y="427365"/>
                  </a:lnTo>
                  <a:lnTo>
                    <a:pt x="9814" y="427538"/>
                  </a:lnTo>
                  <a:lnTo>
                    <a:pt x="8422" y="427810"/>
                  </a:lnTo>
                  <a:lnTo>
                    <a:pt x="7917" y="427908"/>
                  </a:lnTo>
                  <a:lnTo>
                    <a:pt x="7357" y="428018"/>
                  </a:lnTo>
                  <a:lnTo>
                    <a:pt x="6162" y="428243"/>
                  </a:lnTo>
                  <a:lnTo>
                    <a:pt x="5836" y="428275"/>
                  </a:lnTo>
                  <a:lnTo>
                    <a:pt x="3482" y="428509"/>
                  </a:lnTo>
                  <a:lnTo>
                    <a:pt x="1225" y="428734"/>
                  </a:lnTo>
                  <a:lnTo>
                    <a:pt x="680" y="428788"/>
                  </a:lnTo>
                  <a:lnTo>
                    <a:pt x="448" y="428811"/>
                  </a:lnTo>
                  <a:lnTo>
                    <a:pt x="0" y="428843"/>
                  </a:lnTo>
                  <a:lnTo>
                    <a:pt x="37" y="428608"/>
                  </a:lnTo>
                  <a:lnTo>
                    <a:pt x="213" y="427533"/>
                  </a:lnTo>
                  <a:lnTo>
                    <a:pt x="326" y="426944"/>
                  </a:lnTo>
                  <a:lnTo>
                    <a:pt x="389" y="426614"/>
                  </a:lnTo>
                  <a:lnTo>
                    <a:pt x="862" y="424158"/>
                  </a:lnTo>
                  <a:lnTo>
                    <a:pt x="1015" y="423361"/>
                  </a:lnTo>
                  <a:lnTo>
                    <a:pt x="1075" y="423049"/>
                  </a:lnTo>
                  <a:lnTo>
                    <a:pt x="1195" y="422423"/>
                  </a:lnTo>
                  <a:lnTo>
                    <a:pt x="1925" y="419656"/>
                  </a:lnTo>
                  <a:lnTo>
                    <a:pt x="2412" y="417809"/>
                  </a:lnTo>
                  <a:lnTo>
                    <a:pt x="2470" y="417591"/>
                  </a:lnTo>
                  <a:lnTo>
                    <a:pt x="2692" y="417106"/>
                  </a:lnTo>
                  <a:lnTo>
                    <a:pt x="3105" y="416203"/>
                  </a:lnTo>
                  <a:lnTo>
                    <a:pt x="4026" y="414192"/>
                  </a:lnTo>
                  <a:lnTo>
                    <a:pt x="4905" y="412271"/>
                  </a:lnTo>
                  <a:lnTo>
                    <a:pt x="5137" y="411764"/>
                  </a:lnTo>
                  <a:lnTo>
                    <a:pt x="5381" y="411231"/>
                  </a:lnTo>
                  <a:lnTo>
                    <a:pt x="5645" y="410654"/>
                  </a:lnTo>
                  <a:lnTo>
                    <a:pt x="6155" y="409540"/>
                  </a:lnTo>
                  <a:lnTo>
                    <a:pt x="6738" y="408267"/>
                  </a:lnTo>
                  <a:lnTo>
                    <a:pt x="7015" y="407660"/>
                  </a:lnTo>
                  <a:lnTo>
                    <a:pt x="7268" y="407109"/>
                  </a:lnTo>
                  <a:lnTo>
                    <a:pt x="7390" y="406843"/>
                  </a:lnTo>
                  <a:lnTo>
                    <a:pt x="7501" y="406600"/>
                  </a:lnTo>
                  <a:lnTo>
                    <a:pt x="8531" y="404348"/>
                  </a:lnTo>
                  <a:lnTo>
                    <a:pt x="8754" y="403862"/>
                  </a:lnTo>
                  <a:lnTo>
                    <a:pt x="9828" y="401515"/>
                  </a:lnTo>
                  <a:lnTo>
                    <a:pt x="9962" y="401223"/>
                  </a:lnTo>
                  <a:lnTo>
                    <a:pt x="10076" y="400983"/>
                  </a:lnTo>
                  <a:lnTo>
                    <a:pt x="10457" y="400182"/>
                  </a:lnTo>
                  <a:lnTo>
                    <a:pt x="10634" y="399811"/>
                  </a:lnTo>
                  <a:lnTo>
                    <a:pt x="11399" y="398204"/>
                  </a:lnTo>
                  <a:lnTo>
                    <a:pt x="16277" y="385161"/>
                  </a:lnTo>
                  <a:lnTo>
                    <a:pt x="18176" y="380081"/>
                  </a:lnTo>
                  <a:lnTo>
                    <a:pt x="20105" y="374923"/>
                  </a:lnTo>
                  <a:lnTo>
                    <a:pt x="20648" y="373471"/>
                  </a:lnTo>
                  <a:lnTo>
                    <a:pt x="22179" y="369379"/>
                  </a:lnTo>
                  <a:lnTo>
                    <a:pt x="22934" y="367358"/>
                  </a:lnTo>
                  <a:lnTo>
                    <a:pt x="30220" y="347874"/>
                  </a:lnTo>
                  <a:lnTo>
                    <a:pt x="31700" y="343917"/>
                  </a:lnTo>
                  <a:lnTo>
                    <a:pt x="32578" y="341570"/>
                  </a:lnTo>
                  <a:lnTo>
                    <a:pt x="34489" y="336459"/>
                  </a:lnTo>
                  <a:lnTo>
                    <a:pt x="36272" y="331691"/>
                  </a:lnTo>
                  <a:lnTo>
                    <a:pt x="36584" y="330964"/>
                  </a:lnTo>
                  <a:lnTo>
                    <a:pt x="37752" y="328242"/>
                  </a:lnTo>
                  <a:lnTo>
                    <a:pt x="38310" y="326944"/>
                  </a:lnTo>
                  <a:lnTo>
                    <a:pt x="43407" y="315072"/>
                  </a:lnTo>
                  <a:lnTo>
                    <a:pt x="43942" y="313825"/>
                  </a:lnTo>
                  <a:lnTo>
                    <a:pt x="45078" y="310757"/>
                  </a:lnTo>
                  <a:lnTo>
                    <a:pt x="45186" y="310465"/>
                  </a:lnTo>
                  <a:lnTo>
                    <a:pt x="45442" y="309771"/>
                  </a:lnTo>
                  <a:lnTo>
                    <a:pt x="48283" y="302092"/>
                  </a:lnTo>
                  <a:lnTo>
                    <a:pt x="50190" y="296937"/>
                  </a:lnTo>
                  <a:lnTo>
                    <a:pt x="50792" y="295309"/>
                  </a:lnTo>
                  <a:lnTo>
                    <a:pt x="50851" y="295151"/>
                  </a:lnTo>
                  <a:lnTo>
                    <a:pt x="51371" y="293746"/>
                  </a:lnTo>
                  <a:lnTo>
                    <a:pt x="51439" y="293561"/>
                  </a:lnTo>
                  <a:lnTo>
                    <a:pt x="52035" y="291950"/>
                  </a:lnTo>
                  <a:lnTo>
                    <a:pt x="52549" y="290560"/>
                  </a:lnTo>
                  <a:lnTo>
                    <a:pt x="54507" y="285170"/>
                  </a:lnTo>
                  <a:lnTo>
                    <a:pt x="54882" y="284137"/>
                  </a:lnTo>
                  <a:lnTo>
                    <a:pt x="55459" y="282549"/>
                  </a:lnTo>
                  <a:lnTo>
                    <a:pt x="56335" y="280137"/>
                  </a:lnTo>
                  <a:lnTo>
                    <a:pt x="57279" y="277536"/>
                  </a:lnTo>
                  <a:lnTo>
                    <a:pt x="58760" y="273460"/>
                  </a:lnTo>
                  <a:lnTo>
                    <a:pt x="59520" y="271366"/>
                  </a:lnTo>
                  <a:lnTo>
                    <a:pt x="59604" y="271135"/>
                  </a:lnTo>
                  <a:lnTo>
                    <a:pt x="61680" y="265415"/>
                  </a:lnTo>
                  <a:lnTo>
                    <a:pt x="62124" y="264193"/>
                  </a:lnTo>
                  <a:lnTo>
                    <a:pt x="62793" y="262351"/>
                  </a:lnTo>
                  <a:lnTo>
                    <a:pt x="63025" y="261693"/>
                  </a:lnTo>
                  <a:lnTo>
                    <a:pt x="63353" y="260763"/>
                  </a:lnTo>
                  <a:lnTo>
                    <a:pt x="65876" y="253616"/>
                  </a:lnTo>
                  <a:lnTo>
                    <a:pt x="66827" y="250924"/>
                  </a:lnTo>
                  <a:lnTo>
                    <a:pt x="67306" y="249567"/>
                  </a:lnTo>
                  <a:lnTo>
                    <a:pt x="68779" y="245395"/>
                  </a:lnTo>
                  <a:lnTo>
                    <a:pt x="69641" y="242954"/>
                  </a:lnTo>
                  <a:lnTo>
                    <a:pt x="70994" y="239121"/>
                  </a:lnTo>
                  <a:lnTo>
                    <a:pt x="71451" y="237826"/>
                  </a:lnTo>
                  <a:lnTo>
                    <a:pt x="72365" y="235239"/>
                  </a:lnTo>
                  <a:lnTo>
                    <a:pt x="72423" y="235073"/>
                  </a:lnTo>
                  <a:lnTo>
                    <a:pt x="72704" y="235150"/>
                  </a:lnTo>
                  <a:lnTo>
                    <a:pt x="76278" y="236008"/>
                  </a:lnTo>
                  <a:lnTo>
                    <a:pt x="76425" y="236044"/>
                  </a:lnTo>
                  <a:lnTo>
                    <a:pt x="78645" y="236577"/>
                  </a:lnTo>
                  <a:lnTo>
                    <a:pt x="79755" y="236843"/>
                  </a:lnTo>
                  <a:lnTo>
                    <a:pt x="81657" y="237300"/>
                  </a:lnTo>
                  <a:lnTo>
                    <a:pt x="83015" y="237626"/>
                  </a:lnTo>
                  <a:lnTo>
                    <a:pt x="83539" y="237752"/>
                  </a:lnTo>
                  <a:lnTo>
                    <a:pt x="84561" y="237998"/>
                  </a:lnTo>
                  <a:lnTo>
                    <a:pt x="85019" y="238108"/>
                  </a:lnTo>
                  <a:lnTo>
                    <a:pt x="85141" y="237752"/>
                  </a:lnTo>
                  <a:lnTo>
                    <a:pt x="85455" y="236843"/>
                  </a:lnTo>
                  <a:lnTo>
                    <a:pt x="85547" y="236577"/>
                  </a:lnTo>
                  <a:lnTo>
                    <a:pt x="85731" y="236044"/>
                  </a:lnTo>
                  <a:lnTo>
                    <a:pt x="85819" y="235789"/>
                  </a:lnTo>
                  <a:lnTo>
                    <a:pt x="86036" y="235160"/>
                  </a:lnTo>
                  <a:lnTo>
                    <a:pt x="86643" y="233399"/>
                  </a:lnTo>
                  <a:lnTo>
                    <a:pt x="86787" y="232982"/>
                  </a:lnTo>
                  <a:lnTo>
                    <a:pt x="86956" y="232494"/>
                  </a:lnTo>
                  <a:lnTo>
                    <a:pt x="87800" y="230046"/>
                  </a:lnTo>
                  <a:lnTo>
                    <a:pt x="87988" y="229501"/>
                  </a:lnTo>
                  <a:lnTo>
                    <a:pt x="88176" y="228956"/>
                  </a:lnTo>
                  <a:lnTo>
                    <a:pt x="89157" y="226114"/>
                  </a:lnTo>
                  <a:lnTo>
                    <a:pt x="89264" y="225805"/>
                  </a:lnTo>
                  <a:lnTo>
                    <a:pt x="89436" y="225307"/>
                  </a:lnTo>
                  <a:lnTo>
                    <a:pt x="89558" y="224953"/>
                  </a:lnTo>
                  <a:lnTo>
                    <a:pt x="90518" y="222170"/>
                  </a:lnTo>
                  <a:lnTo>
                    <a:pt x="90589" y="221964"/>
                  </a:lnTo>
                  <a:lnTo>
                    <a:pt x="90889" y="221094"/>
                  </a:lnTo>
                  <a:lnTo>
                    <a:pt x="91764" y="218559"/>
                  </a:lnTo>
                  <a:lnTo>
                    <a:pt x="91877" y="218231"/>
                  </a:lnTo>
                  <a:lnTo>
                    <a:pt x="91976" y="217945"/>
                  </a:lnTo>
                  <a:lnTo>
                    <a:pt x="92193" y="217314"/>
                  </a:lnTo>
                  <a:lnTo>
                    <a:pt x="93272" y="214189"/>
                  </a:lnTo>
                  <a:lnTo>
                    <a:pt x="93545" y="213398"/>
                  </a:lnTo>
                  <a:lnTo>
                    <a:pt x="94581" y="210396"/>
                  </a:lnTo>
                  <a:lnTo>
                    <a:pt x="95107" y="208871"/>
                  </a:lnTo>
                  <a:lnTo>
                    <a:pt x="95326" y="208235"/>
                  </a:lnTo>
                  <a:lnTo>
                    <a:pt x="95658" y="207272"/>
                  </a:lnTo>
                  <a:lnTo>
                    <a:pt x="96254" y="205545"/>
                  </a:lnTo>
                  <a:lnTo>
                    <a:pt x="96314" y="205372"/>
                  </a:lnTo>
                  <a:lnTo>
                    <a:pt x="96609" y="204518"/>
                  </a:lnTo>
                  <a:lnTo>
                    <a:pt x="96811" y="203932"/>
                  </a:lnTo>
                  <a:lnTo>
                    <a:pt x="97035" y="203284"/>
                  </a:lnTo>
                  <a:lnTo>
                    <a:pt x="97110" y="203065"/>
                  </a:lnTo>
                  <a:lnTo>
                    <a:pt x="97191" y="202830"/>
                  </a:lnTo>
                  <a:lnTo>
                    <a:pt x="97415" y="202181"/>
                  </a:lnTo>
                  <a:lnTo>
                    <a:pt x="97551" y="201788"/>
                  </a:lnTo>
                  <a:lnTo>
                    <a:pt x="97703" y="201348"/>
                  </a:lnTo>
                  <a:lnTo>
                    <a:pt x="97673" y="200993"/>
                  </a:lnTo>
                  <a:lnTo>
                    <a:pt x="96465" y="200575"/>
                  </a:lnTo>
                  <a:lnTo>
                    <a:pt x="93749" y="199635"/>
                  </a:lnTo>
                  <a:lnTo>
                    <a:pt x="91793" y="198958"/>
                  </a:lnTo>
                  <a:lnTo>
                    <a:pt x="90584" y="198540"/>
                  </a:lnTo>
                  <a:lnTo>
                    <a:pt x="87705" y="197544"/>
                  </a:lnTo>
                  <a:lnTo>
                    <a:pt x="87956" y="196874"/>
                  </a:lnTo>
                  <a:lnTo>
                    <a:pt x="88151" y="196356"/>
                  </a:lnTo>
                  <a:lnTo>
                    <a:pt x="88248" y="196096"/>
                  </a:lnTo>
                  <a:lnTo>
                    <a:pt x="89330" y="193210"/>
                  </a:lnTo>
                  <a:lnTo>
                    <a:pt x="90852" y="189150"/>
                  </a:lnTo>
                  <a:lnTo>
                    <a:pt x="91181" y="188273"/>
                  </a:lnTo>
                  <a:lnTo>
                    <a:pt x="92231" y="185472"/>
                  </a:lnTo>
                  <a:lnTo>
                    <a:pt x="92315" y="185246"/>
                  </a:lnTo>
                  <a:lnTo>
                    <a:pt x="93981" y="180801"/>
                  </a:lnTo>
                  <a:lnTo>
                    <a:pt x="94422" y="179626"/>
                  </a:lnTo>
                  <a:lnTo>
                    <a:pt x="94944" y="178233"/>
                  </a:lnTo>
                  <a:lnTo>
                    <a:pt x="95208" y="177530"/>
                  </a:lnTo>
                  <a:lnTo>
                    <a:pt x="95856" y="175800"/>
                  </a:lnTo>
                  <a:lnTo>
                    <a:pt x="96937" y="172916"/>
                  </a:lnTo>
                  <a:lnTo>
                    <a:pt x="98418" y="168966"/>
                  </a:lnTo>
                  <a:lnTo>
                    <a:pt x="98524" y="168683"/>
                  </a:lnTo>
                  <a:lnTo>
                    <a:pt x="98759" y="168056"/>
                  </a:lnTo>
                  <a:lnTo>
                    <a:pt x="98839" y="167844"/>
                  </a:lnTo>
                  <a:lnTo>
                    <a:pt x="99078" y="167207"/>
                  </a:lnTo>
                  <a:lnTo>
                    <a:pt x="99172" y="166955"/>
                  </a:lnTo>
                  <a:lnTo>
                    <a:pt x="99279" y="166668"/>
                  </a:lnTo>
                  <a:lnTo>
                    <a:pt x="103826" y="154540"/>
                  </a:lnTo>
                  <a:lnTo>
                    <a:pt x="105247" y="150749"/>
                  </a:lnTo>
                  <a:lnTo>
                    <a:pt x="105591" y="149830"/>
                  </a:lnTo>
                  <a:lnTo>
                    <a:pt x="106194" y="148223"/>
                  </a:lnTo>
                  <a:lnTo>
                    <a:pt x="106554" y="147263"/>
                  </a:lnTo>
                  <a:lnTo>
                    <a:pt x="107355" y="145125"/>
                  </a:lnTo>
                  <a:lnTo>
                    <a:pt x="107435" y="144917"/>
                  </a:lnTo>
                  <a:lnTo>
                    <a:pt x="110752" y="136257"/>
                  </a:lnTo>
                  <a:lnTo>
                    <a:pt x="114783" y="125733"/>
                  </a:lnTo>
                  <a:lnTo>
                    <a:pt x="117769" y="117935"/>
                  </a:lnTo>
                  <a:lnTo>
                    <a:pt x="121149" y="109111"/>
                  </a:lnTo>
                  <a:lnTo>
                    <a:pt x="125174" y="98602"/>
                  </a:lnTo>
                  <a:lnTo>
                    <a:pt x="125384" y="98054"/>
                  </a:lnTo>
                  <a:lnTo>
                    <a:pt x="126569" y="94961"/>
                  </a:lnTo>
                  <a:lnTo>
                    <a:pt x="126624" y="94818"/>
                  </a:lnTo>
                  <a:lnTo>
                    <a:pt x="126752" y="94483"/>
                  </a:lnTo>
                  <a:lnTo>
                    <a:pt x="133676" y="76449"/>
                  </a:lnTo>
                  <a:lnTo>
                    <a:pt x="133882" y="75913"/>
                  </a:lnTo>
                  <a:lnTo>
                    <a:pt x="137091" y="67554"/>
                  </a:lnTo>
                  <a:lnTo>
                    <a:pt x="137608" y="66208"/>
                  </a:lnTo>
                  <a:lnTo>
                    <a:pt x="137806" y="65691"/>
                  </a:lnTo>
                  <a:lnTo>
                    <a:pt x="138668" y="63447"/>
                  </a:lnTo>
                  <a:lnTo>
                    <a:pt x="140559" y="58521"/>
                  </a:lnTo>
                  <a:lnTo>
                    <a:pt x="143394" y="51137"/>
                  </a:lnTo>
                  <a:lnTo>
                    <a:pt x="143510" y="50836"/>
                  </a:lnTo>
                  <a:lnTo>
                    <a:pt x="143632" y="50518"/>
                  </a:lnTo>
                  <a:lnTo>
                    <a:pt x="143696" y="50349"/>
                  </a:lnTo>
                  <a:lnTo>
                    <a:pt x="144506" y="48220"/>
                  </a:lnTo>
                  <a:lnTo>
                    <a:pt x="144848" y="47319"/>
                  </a:lnTo>
                  <a:lnTo>
                    <a:pt x="144986" y="46956"/>
                  </a:lnTo>
                  <a:lnTo>
                    <a:pt x="145177" y="46454"/>
                  </a:lnTo>
                  <a:lnTo>
                    <a:pt x="145249" y="46265"/>
                  </a:lnTo>
                  <a:lnTo>
                    <a:pt x="145560" y="45448"/>
                  </a:lnTo>
                  <a:lnTo>
                    <a:pt x="145957" y="44404"/>
                  </a:lnTo>
                  <a:lnTo>
                    <a:pt x="146100" y="44027"/>
                  </a:lnTo>
                  <a:lnTo>
                    <a:pt x="146269" y="43583"/>
                  </a:lnTo>
                  <a:lnTo>
                    <a:pt x="147427" y="40540"/>
                  </a:lnTo>
                  <a:lnTo>
                    <a:pt x="148362" y="38081"/>
                  </a:lnTo>
                  <a:lnTo>
                    <a:pt x="149286" y="35651"/>
                  </a:lnTo>
                  <a:lnTo>
                    <a:pt x="149690" y="34590"/>
                  </a:lnTo>
                  <a:lnTo>
                    <a:pt x="149864" y="34132"/>
                  </a:lnTo>
                  <a:lnTo>
                    <a:pt x="151333" y="30271"/>
                  </a:lnTo>
                  <a:lnTo>
                    <a:pt x="151889" y="28810"/>
                  </a:lnTo>
                  <a:lnTo>
                    <a:pt x="152603" y="26930"/>
                  </a:lnTo>
                  <a:lnTo>
                    <a:pt x="152817" y="26368"/>
                  </a:lnTo>
                  <a:lnTo>
                    <a:pt x="153031" y="25807"/>
                  </a:lnTo>
                  <a:lnTo>
                    <a:pt x="153688" y="24011"/>
                  </a:lnTo>
                  <a:lnTo>
                    <a:pt x="154037" y="23055"/>
                  </a:lnTo>
                  <a:lnTo>
                    <a:pt x="154553" y="21646"/>
                  </a:lnTo>
                  <a:lnTo>
                    <a:pt x="155425" y="19263"/>
                  </a:lnTo>
                  <a:lnTo>
                    <a:pt x="155993" y="17710"/>
                  </a:lnTo>
                  <a:lnTo>
                    <a:pt x="156290" y="16899"/>
                  </a:lnTo>
                  <a:lnTo>
                    <a:pt x="156435" y="16500"/>
                  </a:lnTo>
                  <a:lnTo>
                    <a:pt x="156929" y="15151"/>
                  </a:lnTo>
                  <a:lnTo>
                    <a:pt x="158094" y="11967"/>
                  </a:lnTo>
                  <a:lnTo>
                    <a:pt x="158282" y="11453"/>
                  </a:lnTo>
                  <a:lnTo>
                    <a:pt x="158461" y="10964"/>
                  </a:lnTo>
                  <a:lnTo>
                    <a:pt x="158769" y="10121"/>
                  </a:lnTo>
                  <a:lnTo>
                    <a:pt x="159261" y="8777"/>
                  </a:lnTo>
                  <a:lnTo>
                    <a:pt x="159816" y="7261"/>
                  </a:lnTo>
                  <a:lnTo>
                    <a:pt x="160390" y="5690"/>
                  </a:lnTo>
                  <a:lnTo>
                    <a:pt x="160834" y="4477"/>
                  </a:lnTo>
                  <a:lnTo>
                    <a:pt x="161336" y="3104"/>
                  </a:lnTo>
                  <a:lnTo>
                    <a:pt x="161684" y="2153"/>
                  </a:lnTo>
                  <a:lnTo>
                    <a:pt x="161988" y="1321"/>
                  </a:lnTo>
                  <a:lnTo>
                    <a:pt x="162472" y="0"/>
                  </a:lnTo>
                  <a:lnTo>
                    <a:pt x="162871" y="135"/>
                  </a:lnTo>
                  <a:lnTo>
                    <a:pt x="163359" y="301"/>
                  </a:lnTo>
                  <a:lnTo>
                    <a:pt x="174005" y="3918"/>
                  </a:lnTo>
                  <a:lnTo>
                    <a:pt x="190394" y="9486"/>
                  </a:lnTo>
                  <a:lnTo>
                    <a:pt x="190623" y="9563"/>
                  </a:lnTo>
                  <a:lnTo>
                    <a:pt x="191277" y="9785"/>
                  </a:lnTo>
                  <a:lnTo>
                    <a:pt x="193782" y="10637"/>
                  </a:lnTo>
                  <a:lnTo>
                    <a:pt x="217521" y="19090"/>
                  </a:lnTo>
                  <a:lnTo>
                    <a:pt x="218590" y="19471"/>
                  </a:lnTo>
                  <a:lnTo>
                    <a:pt x="237010" y="26030"/>
                  </a:lnTo>
                  <a:lnTo>
                    <a:pt x="243397" y="28305"/>
                  </a:lnTo>
                  <a:lnTo>
                    <a:pt x="245119" y="28894"/>
                  </a:lnTo>
                  <a:lnTo>
                    <a:pt x="245670" y="29083"/>
                  </a:lnTo>
                  <a:lnTo>
                    <a:pt x="246325" y="29307"/>
                  </a:lnTo>
                  <a:lnTo>
                    <a:pt x="265159" y="35752"/>
                  </a:lnTo>
                  <a:lnTo>
                    <a:pt x="273548" y="38623"/>
                  </a:lnTo>
                  <a:lnTo>
                    <a:pt x="274096" y="38810"/>
                  </a:lnTo>
                  <a:lnTo>
                    <a:pt x="299847" y="47622"/>
                  </a:lnTo>
                  <a:lnTo>
                    <a:pt x="301277" y="48082"/>
                  </a:lnTo>
                  <a:lnTo>
                    <a:pt x="300901" y="49075"/>
                  </a:lnTo>
                  <a:lnTo>
                    <a:pt x="295732" y="62701"/>
                  </a:lnTo>
                  <a:lnTo>
                    <a:pt x="295538" y="63213"/>
                  </a:lnTo>
                  <a:lnTo>
                    <a:pt x="293069" y="69721"/>
                  </a:lnTo>
                  <a:lnTo>
                    <a:pt x="287977" y="83144"/>
                  </a:lnTo>
                  <a:lnTo>
                    <a:pt x="287771" y="83687"/>
                  </a:lnTo>
                  <a:lnTo>
                    <a:pt x="282533" y="97496"/>
                  </a:lnTo>
                  <a:lnTo>
                    <a:pt x="282300" y="98111"/>
                  </a:lnTo>
                  <a:lnTo>
                    <a:pt x="275626" y="115715"/>
                  </a:lnTo>
                  <a:lnTo>
                    <a:pt x="270487" y="129269"/>
                  </a:lnTo>
                  <a:lnTo>
                    <a:pt x="269750" y="131215"/>
                  </a:lnTo>
                  <a:lnTo>
                    <a:pt x="263912" y="146613"/>
                  </a:lnTo>
                  <a:lnTo>
                    <a:pt x="263685" y="147222"/>
                  </a:lnTo>
                  <a:lnTo>
                    <a:pt x="263375" y="148053"/>
                  </a:lnTo>
                  <a:lnTo>
                    <a:pt x="257965" y="162555"/>
                  </a:lnTo>
                  <a:lnTo>
                    <a:pt x="250521" y="182507"/>
                  </a:lnTo>
                  <a:lnTo>
                    <a:pt x="250404" y="182820"/>
                  </a:lnTo>
                  <a:lnTo>
                    <a:pt x="245530" y="195884"/>
                  </a:lnTo>
                  <a:lnTo>
                    <a:pt x="245446" y="196109"/>
                  </a:lnTo>
                  <a:lnTo>
                    <a:pt x="245236" y="196677"/>
                  </a:lnTo>
                  <a:lnTo>
                    <a:pt x="239366" y="212497"/>
                  </a:lnTo>
                  <a:lnTo>
                    <a:pt x="234994" y="224279"/>
                  </a:lnTo>
                  <a:lnTo>
                    <a:pt x="233453" y="228434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75"/>
            <p:cNvSpPr/>
            <p:nvPr/>
          </p:nvSpPr>
          <p:spPr>
            <a:xfrm>
              <a:off x="4644900" y="5715045"/>
              <a:ext cx="271287" cy="338282"/>
            </a:xfrm>
            <a:custGeom>
              <a:avLst/>
              <a:pathLst>
                <a:path w="271287" h="338282">
                  <a:moveTo>
                    <a:pt x="221054" y="56105"/>
                  </a:moveTo>
                  <a:lnTo>
                    <a:pt x="228691" y="58563"/>
                  </a:lnTo>
                  <a:lnTo>
                    <a:pt x="232841" y="57291"/>
                  </a:lnTo>
                  <a:lnTo>
                    <a:pt x="235126" y="56749"/>
                  </a:lnTo>
                  <a:lnTo>
                    <a:pt x="236084" y="56522"/>
                  </a:lnTo>
                  <a:lnTo>
                    <a:pt x="236931" y="56322"/>
                  </a:lnTo>
                  <a:lnTo>
                    <a:pt x="237270" y="56321"/>
                  </a:lnTo>
                  <a:lnTo>
                    <a:pt x="240535" y="56313"/>
                  </a:lnTo>
                  <a:lnTo>
                    <a:pt x="241507" y="56311"/>
                  </a:lnTo>
                  <a:lnTo>
                    <a:pt x="244195" y="56286"/>
                  </a:lnTo>
                  <a:lnTo>
                    <a:pt x="244826" y="56303"/>
                  </a:lnTo>
                  <a:lnTo>
                    <a:pt x="245710" y="56326"/>
                  </a:lnTo>
                  <a:lnTo>
                    <a:pt x="247595" y="56419"/>
                  </a:lnTo>
                  <a:lnTo>
                    <a:pt x="248075" y="56443"/>
                  </a:lnTo>
                  <a:lnTo>
                    <a:pt x="248234" y="56479"/>
                  </a:lnTo>
                  <a:lnTo>
                    <a:pt x="249209" y="56697"/>
                  </a:lnTo>
                  <a:lnTo>
                    <a:pt x="249446" y="56749"/>
                  </a:lnTo>
                  <a:lnTo>
                    <a:pt x="250601" y="57008"/>
                  </a:lnTo>
                  <a:lnTo>
                    <a:pt x="252827" y="57506"/>
                  </a:lnTo>
                  <a:lnTo>
                    <a:pt x="254281" y="57635"/>
                  </a:lnTo>
                  <a:lnTo>
                    <a:pt x="256039" y="57791"/>
                  </a:lnTo>
                  <a:lnTo>
                    <a:pt x="256338" y="57818"/>
                  </a:lnTo>
                  <a:lnTo>
                    <a:pt x="257751" y="57944"/>
                  </a:lnTo>
                  <a:lnTo>
                    <a:pt x="258619" y="58021"/>
                  </a:lnTo>
                  <a:lnTo>
                    <a:pt x="260066" y="58150"/>
                  </a:lnTo>
                  <a:lnTo>
                    <a:pt x="261599" y="58286"/>
                  </a:lnTo>
                  <a:lnTo>
                    <a:pt x="262076" y="58305"/>
                  </a:lnTo>
                  <a:lnTo>
                    <a:pt x="263856" y="58376"/>
                  </a:lnTo>
                  <a:lnTo>
                    <a:pt x="265266" y="58431"/>
                  </a:lnTo>
                  <a:lnTo>
                    <a:pt x="267317" y="58324"/>
                  </a:lnTo>
                  <a:lnTo>
                    <a:pt x="267836" y="58297"/>
                  </a:lnTo>
                  <a:lnTo>
                    <a:pt x="268451" y="58265"/>
                  </a:lnTo>
                  <a:lnTo>
                    <a:pt x="268854" y="58143"/>
                  </a:lnTo>
                  <a:lnTo>
                    <a:pt x="271287" y="65554"/>
                  </a:lnTo>
                  <a:lnTo>
                    <a:pt x="266225" y="65737"/>
                  </a:lnTo>
                  <a:lnTo>
                    <a:pt x="266008" y="65745"/>
                  </a:lnTo>
                  <a:lnTo>
                    <a:pt x="264316" y="65806"/>
                  </a:lnTo>
                  <a:lnTo>
                    <a:pt x="261637" y="67489"/>
                  </a:lnTo>
                  <a:lnTo>
                    <a:pt x="260357" y="68293"/>
                  </a:lnTo>
                  <a:lnTo>
                    <a:pt x="259943" y="68767"/>
                  </a:lnTo>
                  <a:lnTo>
                    <a:pt x="255699" y="73623"/>
                  </a:lnTo>
                  <a:lnTo>
                    <a:pt x="255451" y="73907"/>
                  </a:lnTo>
                  <a:lnTo>
                    <a:pt x="251503" y="79791"/>
                  </a:lnTo>
                  <a:lnTo>
                    <a:pt x="256723" y="78153"/>
                  </a:lnTo>
                  <a:lnTo>
                    <a:pt x="267253" y="75860"/>
                  </a:lnTo>
                  <a:lnTo>
                    <a:pt x="267916" y="78767"/>
                  </a:lnTo>
                  <a:lnTo>
                    <a:pt x="268623" y="84637"/>
                  </a:lnTo>
                  <a:lnTo>
                    <a:pt x="257974" y="100880"/>
                  </a:lnTo>
                  <a:lnTo>
                    <a:pt x="258084" y="103561"/>
                  </a:lnTo>
                  <a:lnTo>
                    <a:pt x="260218" y="130946"/>
                  </a:lnTo>
                  <a:lnTo>
                    <a:pt x="252995" y="140174"/>
                  </a:lnTo>
                  <a:lnTo>
                    <a:pt x="251064" y="142640"/>
                  </a:lnTo>
                  <a:lnTo>
                    <a:pt x="246376" y="144981"/>
                  </a:lnTo>
                  <a:lnTo>
                    <a:pt x="241751" y="146303"/>
                  </a:lnTo>
                  <a:lnTo>
                    <a:pt x="238601" y="147203"/>
                  </a:lnTo>
                  <a:lnTo>
                    <a:pt x="218713" y="156794"/>
                  </a:lnTo>
                  <a:lnTo>
                    <a:pt x="216526" y="157849"/>
                  </a:lnTo>
                  <a:lnTo>
                    <a:pt x="212600" y="159743"/>
                  </a:lnTo>
                  <a:lnTo>
                    <a:pt x="211563" y="160242"/>
                  </a:lnTo>
                  <a:lnTo>
                    <a:pt x="208946" y="165617"/>
                  </a:lnTo>
                  <a:lnTo>
                    <a:pt x="207355" y="169091"/>
                  </a:lnTo>
                  <a:lnTo>
                    <a:pt x="207213" y="169401"/>
                  </a:lnTo>
                  <a:lnTo>
                    <a:pt x="205524" y="172006"/>
                  </a:lnTo>
                  <a:lnTo>
                    <a:pt x="203731" y="173337"/>
                  </a:lnTo>
                  <a:lnTo>
                    <a:pt x="200656" y="175772"/>
                  </a:lnTo>
                  <a:lnTo>
                    <a:pt x="200382" y="175989"/>
                  </a:lnTo>
                  <a:lnTo>
                    <a:pt x="199831" y="176425"/>
                  </a:lnTo>
                  <a:lnTo>
                    <a:pt x="187473" y="186211"/>
                  </a:lnTo>
                  <a:lnTo>
                    <a:pt x="186690" y="186831"/>
                  </a:lnTo>
                  <a:lnTo>
                    <a:pt x="182652" y="189813"/>
                  </a:lnTo>
                  <a:lnTo>
                    <a:pt x="182120" y="190205"/>
                  </a:lnTo>
                  <a:lnTo>
                    <a:pt x="177152" y="193874"/>
                  </a:lnTo>
                  <a:lnTo>
                    <a:pt x="174238" y="196026"/>
                  </a:lnTo>
                  <a:lnTo>
                    <a:pt x="173577" y="197677"/>
                  </a:lnTo>
                  <a:lnTo>
                    <a:pt x="172420" y="200571"/>
                  </a:lnTo>
                  <a:lnTo>
                    <a:pt x="171924" y="201811"/>
                  </a:lnTo>
                  <a:lnTo>
                    <a:pt x="171302" y="204935"/>
                  </a:lnTo>
                  <a:lnTo>
                    <a:pt x="169446" y="214255"/>
                  </a:lnTo>
                  <a:lnTo>
                    <a:pt x="169198" y="215505"/>
                  </a:lnTo>
                  <a:lnTo>
                    <a:pt x="168687" y="216191"/>
                  </a:lnTo>
                  <a:lnTo>
                    <a:pt x="166958" y="218513"/>
                  </a:lnTo>
                  <a:lnTo>
                    <a:pt x="166259" y="220044"/>
                  </a:lnTo>
                  <a:lnTo>
                    <a:pt x="165981" y="220653"/>
                  </a:lnTo>
                  <a:lnTo>
                    <a:pt x="165110" y="222592"/>
                  </a:lnTo>
                  <a:lnTo>
                    <a:pt x="164096" y="224852"/>
                  </a:lnTo>
                  <a:lnTo>
                    <a:pt x="162710" y="227336"/>
                  </a:lnTo>
                  <a:lnTo>
                    <a:pt x="159978" y="232234"/>
                  </a:lnTo>
                  <a:lnTo>
                    <a:pt x="159041" y="233914"/>
                  </a:lnTo>
                  <a:lnTo>
                    <a:pt x="158152" y="235509"/>
                  </a:lnTo>
                  <a:lnTo>
                    <a:pt x="150408" y="236335"/>
                  </a:lnTo>
                  <a:lnTo>
                    <a:pt x="149715" y="236362"/>
                  </a:lnTo>
                  <a:lnTo>
                    <a:pt x="145044" y="236547"/>
                  </a:lnTo>
                  <a:lnTo>
                    <a:pt x="144796" y="236516"/>
                  </a:lnTo>
                  <a:lnTo>
                    <a:pt x="143068" y="236299"/>
                  </a:lnTo>
                  <a:lnTo>
                    <a:pt x="139249" y="235820"/>
                  </a:lnTo>
                  <a:lnTo>
                    <a:pt x="137456" y="235502"/>
                  </a:lnTo>
                  <a:lnTo>
                    <a:pt x="136508" y="235108"/>
                  </a:lnTo>
                  <a:lnTo>
                    <a:pt x="133667" y="233239"/>
                  </a:lnTo>
                  <a:lnTo>
                    <a:pt x="132418" y="232200"/>
                  </a:lnTo>
                  <a:lnTo>
                    <a:pt x="131695" y="231579"/>
                  </a:lnTo>
                  <a:lnTo>
                    <a:pt x="128431" y="228777"/>
                  </a:lnTo>
                  <a:lnTo>
                    <a:pt x="127422" y="227557"/>
                  </a:lnTo>
                  <a:lnTo>
                    <a:pt x="127261" y="227660"/>
                  </a:lnTo>
                  <a:lnTo>
                    <a:pt x="123439" y="230117"/>
                  </a:lnTo>
                  <a:lnTo>
                    <a:pt x="121599" y="231930"/>
                  </a:lnTo>
                  <a:lnTo>
                    <a:pt x="119697" y="233767"/>
                  </a:lnTo>
                  <a:lnTo>
                    <a:pt x="118746" y="234685"/>
                  </a:lnTo>
                  <a:lnTo>
                    <a:pt x="112935" y="238998"/>
                  </a:lnTo>
                  <a:lnTo>
                    <a:pt x="113087" y="240836"/>
                  </a:lnTo>
                  <a:lnTo>
                    <a:pt x="108523" y="254054"/>
                  </a:lnTo>
                  <a:lnTo>
                    <a:pt x="105728" y="262147"/>
                  </a:lnTo>
                  <a:lnTo>
                    <a:pt x="104036" y="267046"/>
                  </a:lnTo>
                  <a:lnTo>
                    <a:pt x="101296" y="275659"/>
                  </a:lnTo>
                  <a:lnTo>
                    <a:pt x="101157" y="276095"/>
                  </a:lnTo>
                  <a:lnTo>
                    <a:pt x="99954" y="279878"/>
                  </a:lnTo>
                  <a:lnTo>
                    <a:pt x="99137" y="282446"/>
                  </a:lnTo>
                  <a:lnTo>
                    <a:pt x="97873" y="286420"/>
                  </a:lnTo>
                  <a:lnTo>
                    <a:pt x="95511" y="293848"/>
                  </a:lnTo>
                  <a:lnTo>
                    <a:pt x="94651" y="296550"/>
                  </a:lnTo>
                  <a:lnTo>
                    <a:pt x="94474" y="297105"/>
                  </a:lnTo>
                  <a:lnTo>
                    <a:pt x="91869" y="305295"/>
                  </a:lnTo>
                  <a:lnTo>
                    <a:pt x="91821" y="305446"/>
                  </a:lnTo>
                  <a:lnTo>
                    <a:pt x="91756" y="305649"/>
                  </a:lnTo>
                  <a:lnTo>
                    <a:pt x="91632" y="306040"/>
                  </a:lnTo>
                  <a:lnTo>
                    <a:pt x="91728" y="306436"/>
                  </a:lnTo>
                  <a:lnTo>
                    <a:pt x="91890" y="307104"/>
                  </a:lnTo>
                  <a:lnTo>
                    <a:pt x="92804" y="310872"/>
                  </a:lnTo>
                  <a:lnTo>
                    <a:pt x="93595" y="314135"/>
                  </a:lnTo>
                  <a:lnTo>
                    <a:pt x="94097" y="316202"/>
                  </a:lnTo>
                  <a:lnTo>
                    <a:pt x="94138" y="316373"/>
                  </a:lnTo>
                  <a:lnTo>
                    <a:pt x="94206" y="316652"/>
                  </a:lnTo>
                  <a:lnTo>
                    <a:pt x="93898" y="316731"/>
                  </a:lnTo>
                  <a:lnTo>
                    <a:pt x="77394" y="320979"/>
                  </a:lnTo>
                  <a:lnTo>
                    <a:pt x="49905" y="328613"/>
                  </a:lnTo>
                  <a:lnTo>
                    <a:pt x="28455" y="334570"/>
                  </a:lnTo>
                  <a:lnTo>
                    <a:pt x="15302" y="338224"/>
                  </a:lnTo>
                  <a:lnTo>
                    <a:pt x="15093" y="338282"/>
                  </a:lnTo>
                  <a:lnTo>
                    <a:pt x="12967" y="337646"/>
                  </a:lnTo>
                  <a:lnTo>
                    <a:pt x="0" y="333770"/>
                  </a:lnTo>
                  <a:lnTo>
                    <a:pt x="1433" y="329372"/>
                  </a:lnTo>
                  <a:lnTo>
                    <a:pt x="2928" y="324788"/>
                  </a:lnTo>
                  <a:lnTo>
                    <a:pt x="4062" y="321309"/>
                  </a:lnTo>
                  <a:lnTo>
                    <a:pt x="4153" y="321028"/>
                  </a:lnTo>
                  <a:lnTo>
                    <a:pt x="4212" y="320848"/>
                  </a:lnTo>
                  <a:lnTo>
                    <a:pt x="5035" y="318323"/>
                  </a:lnTo>
                  <a:lnTo>
                    <a:pt x="5537" y="316784"/>
                  </a:lnTo>
                  <a:lnTo>
                    <a:pt x="5692" y="316307"/>
                  </a:lnTo>
                  <a:lnTo>
                    <a:pt x="6986" y="312599"/>
                  </a:lnTo>
                  <a:lnTo>
                    <a:pt x="8393" y="308566"/>
                  </a:lnTo>
                  <a:lnTo>
                    <a:pt x="9847" y="305539"/>
                  </a:lnTo>
                  <a:lnTo>
                    <a:pt x="11475" y="302151"/>
                  </a:lnTo>
                  <a:lnTo>
                    <a:pt x="12642" y="299721"/>
                  </a:lnTo>
                  <a:lnTo>
                    <a:pt x="14842" y="295140"/>
                  </a:lnTo>
                  <a:lnTo>
                    <a:pt x="18476" y="288668"/>
                  </a:lnTo>
                  <a:lnTo>
                    <a:pt x="19350" y="287111"/>
                  </a:lnTo>
                  <a:lnTo>
                    <a:pt x="21899" y="282571"/>
                  </a:lnTo>
                  <a:lnTo>
                    <a:pt x="24566" y="278183"/>
                  </a:lnTo>
                  <a:lnTo>
                    <a:pt x="26831" y="274456"/>
                  </a:lnTo>
                  <a:lnTo>
                    <a:pt x="26936" y="274282"/>
                  </a:lnTo>
                  <a:lnTo>
                    <a:pt x="34182" y="262358"/>
                  </a:lnTo>
                  <a:lnTo>
                    <a:pt x="35309" y="260479"/>
                  </a:lnTo>
                  <a:lnTo>
                    <a:pt x="37344" y="257085"/>
                  </a:lnTo>
                  <a:lnTo>
                    <a:pt x="37685" y="256516"/>
                  </a:lnTo>
                  <a:lnTo>
                    <a:pt x="45738" y="243088"/>
                  </a:lnTo>
                  <a:lnTo>
                    <a:pt x="53456" y="230218"/>
                  </a:lnTo>
                  <a:lnTo>
                    <a:pt x="53952" y="229391"/>
                  </a:lnTo>
                  <a:lnTo>
                    <a:pt x="54216" y="228949"/>
                  </a:lnTo>
                  <a:lnTo>
                    <a:pt x="54291" y="228822"/>
                  </a:lnTo>
                  <a:lnTo>
                    <a:pt x="61459" y="216612"/>
                  </a:lnTo>
                  <a:lnTo>
                    <a:pt x="68647" y="204367"/>
                  </a:lnTo>
                  <a:lnTo>
                    <a:pt x="69049" y="203682"/>
                  </a:lnTo>
                  <a:lnTo>
                    <a:pt x="69205" y="203411"/>
                  </a:lnTo>
                  <a:lnTo>
                    <a:pt x="75093" y="193153"/>
                  </a:lnTo>
                  <a:lnTo>
                    <a:pt x="75959" y="191433"/>
                  </a:lnTo>
                  <a:lnTo>
                    <a:pt x="79762" y="183889"/>
                  </a:lnTo>
                  <a:lnTo>
                    <a:pt x="80260" y="182772"/>
                  </a:lnTo>
                  <a:lnTo>
                    <a:pt x="84707" y="172799"/>
                  </a:lnTo>
                  <a:lnTo>
                    <a:pt x="84924" y="172253"/>
                  </a:lnTo>
                  <a:lnTo>
                    <a:pt x="91986" y="154550"/>
                  </a:lnTo>
                  <a:lnTo>
                    <a:pt x="93620" y="149609"/>
                  </a:lnTo>
                  <a:lnTo>
                    <a:pt x="94815" y="145994"/>
                  </a:lnTo>
                  <a:lnTo>
                    <a:pt x="94914" y="145695"/>
                  </a:lnTo>
                  <a:lnTo>
                    <a:pt x="95282" y="144583"/>
                  </a:lnTo>
                  <a:lnTo>
                    <a:pt x="95677" y="143199"/>
                  </a:lnTo>
                  <a:lnTo>
                    <a:pt x="97122" y="138145"/>
                  </a:lnTo>
                  <a:lnTo>
                    <a:pt x="98853" y="132090"/>
                  </a:lnTo>
                  <a:lnTo>
                    <a:pt x="101462" y="121983"/>
                  </a:lnTo>
                  <a:lnTo>
                    <a:pt x="103756" y="111810"/>
                  </a:lnTo>
                  <a:lnTo>
                    <a:pt x="104373" y="109076"/>
                  </a:lnTo>
                  <a:lnTo>
                    <a:pt x="104499" y="108519"/>
                  </a:lnTo>
                  <a:lnTo>
                    <a:pt x="104670" y="107372"/>
                  </a:lnTo>
                  <a:lnTo>
                    <a:pt x="104817" y="106385"/>
                  </a:lnTo>
                  <a:lnTo>
                    <a:pt x="106242" y="96817"/>
                  </a:lnTo>
                  <a:lnTo>
                    <a:pt x="107076" y="85968"/>
                  </a:lnTo>
                  <a:lnTo>
                    <a:pt x="107708" y="72935"/>
                  </a:lnTo>
                  <a:lnTo>
                    <a:pt x="107780" y="71448"/>
                  </a:lnTo>
                  <a:lnTo>
                    <a:pt x="107739" y="69585"/>
                  </a:lnTo>
                  <a:lnTo>
                    <a:pt x="107574" y="62196"/>
                  </a:lnTo>
                  <a:lnTo>
                    <a:pt x="107435" y="55941"/>
                  </a:lnTo>
                  <a:lnTo>
                    <a:pt x="107368" y="52918"/>
                  </a:lnTo>
                  <a:lnTo>
                    <a:pt x="107355" y="52621"/>
                  </a:lnTo>
                  <a:lnTo>
                    <a:pt x="107137" y="47840"/>
                  </a:lnTo>
                  <a:lnTo>
                    <a:pt x="106995" y="44712"/>
                  </a:lnTo>
                  <a:lnTo>
                    <a:pt x="106705" y="38339"/>
                  </a:lnTo>
                  <a:lnTo>
                    <a:pt x="106544" y="34809"/>
                  </a:lnTo>
                  <a:lnTo>
                    <a:pt x="106347" y="30868"/>
                  </a:lnTo>
                  <a:lnTo>
                    <a:pt x="105445" y="12770"/>
                  </a:lnTo>
                  <a:lnTo>
                    <a:pt x="105068" y="2115"/>
                  </a:lnTo>
                  <a:lnTo>
                    <a:pt x="106189" y="2020"/>
                  </a:lnTo>
                  <a:lnTo>
                    <a:pt x="116581" y="1147"/>
                  </a:lnTo>
                  <a:lnTo>
                    <a:pt x="128861" y="116"/>
                  </a:lnTo>
                  <a:lnTo>
                    <a:pt x="130241" y="0"/>
                  </a:lnTo>
                  <a:lnTo>
                    <a:pt x="130403" y="591"/>
                  </a:lnTo>
                  <a:lnTo>
                    <a:pt x="131112" y="605"/>
                  </a:lnTo>
                  <a:lnTo>
                    <a:pt x="138378" y="742"/>
                  </a:lnTo>
                  <a:lnTo>
                    <a:pt x="146363" y="892"/>
                  </a:lnTo>
                  <a:lnTo>
                    <a:pt x="152878" y="18949"/>
                  </a:lnTo>
                  <a:lnTo>
                    <a:pt x="163029" y="19715"/>
                  </a:lnTo>
                  <a:lnTo>
                    <a:pt x="163679" y="20001"/>
                  </a:lnTo>
                  <a:lnTo>
                    <a:pt x="166246" y="20577"/>
                  </a:lnTo>
                  <a:lnTo>
                    <a:pt x="171640" y="23303"/>
                  </a:lnTo>
                  <a:lnTo>
                    <a:pt x="178650" y="27041"/>
                  </a:lnTo>
                  <a:lnTo>
                    <a:pt x="187650" y="31841"/>
                  </a:lnTo>
                  <a:lnTo>
                    <a:pt x="192468" y="34384"/>
                  </a:lnTo>
                  <a:lnTo>
                    <a:pt x="193713" y="35032"/>
                  </a:lnTo>
                  <a:lnTo>
                    <a:pt x="195291" y="35787"/>
                  </a:lnTo>
                  <a:lnTo>
                    <a:pt x="197907" y="36966"/>
                  </a:lnTo>
                  <a:lnTo>
                    <a:pt x="198516" y="37241"/>
                  </a:lnTo>
                  <a:lnTo>
                    <a:pt x="204526" y="39317"/>
                  </a:lnTo>
                  <a:lnTo>
                    <a:pt x="209376" y="40779"/>
                  </a:lnTo>
                  <a:lnTo>
                    <a:pt x="214044" y="42180"/>
                  </a:lnTo>
                  <a:lnTo>
                    <a:pt x="224155" y="45213"/>
                  </a:lnTo>
                  <a:lnTo>
                    <a:pt x="224040" y="45616"/>
                  </a:lnTo>
                  <a:lnTo>
                    <a:pt x="223930" y="46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76"/>
            <p:cNvSpPr/>
            <p:nvPr/>
          </p:nvSpPr>
          <p:spPr>
            <a:xfrm>
              <a:off x="5169354" y="5207487"/>
              <a:ext cx="687888" cy="342054"/>
            </a:xfrm>
            <a:custGeom>
              <a:avLst/>
              <a:pathLst>
                <a:path w="687888" h="342054">
                  <a:moveTo>
                    <a:pt x="205258" y="29167"/>
                  </a:moveTo>
                  <a:lnTo>
                    <a:pt x="211217" y="30621"/>
                  </a:lnTo>
                  <a:lnTo>
                    <a:pt x="211606" y="30592"/>
                  </a:lnTo>
                  <a:lnTo>
                    <a:pt x="212158" y="30550"/>
                  </a:lnTo>
                  <a:lnTo>
                    <a:pt x="217070" y="30176"/>
                  </a:lnTo>
                  <a:lnTo>
                    <a:pt x="217329" y="30156"/>
                  </a:lnTo>
                  <a:lnTo>
                    <a:pt x="226384" y="29932"/>
                  </a:lnTo>
                  <a:lnTo>
                    <a:pt x="232632" y="29777"/>
                  </a:lnTo>
                  <a:lnTo>
                    <a:pt x="238257" y="29637"/>
                  </a:lnTo>
                  <a:lnTo>
                    <a:pt x="239629" y="29603"/>
                  </a:lnTo>
                  <a:lnTo>
                    <a:pt x="240637" y="29529"/>
                  </a:lnTo>
                  <a:lnTo>
                    <a:pt x="264900" y="27740"/>
                  </a:lnTo>
                  <a:lnTo>
                    <a:pt x="266941" y="27590"/>
                  </a:lnTo>
                  <a:lnTo>
                    <a:pt x="286491" y="26148"/>
                  </a:lnTo>
                  <a:lnTo>
                    <a:pt x="299744" y="25171"/>
                  </a:lnTo>
                  <a:lnTo>
                    <a:pt x="307535" y="24597"/>
                  </a:lnTo>
                  <a:lnTo>
                    <a:pt x="328954" y="23018"/>
                  </a:lnTo>
                  <a:lnTo>
                    <a:pt x="355987" y="21024"/>
                  </a:lnTo>
                  <a:lnTo>
                    <a:pt x="362010" y="23900"/>
                  </a:lnTo>
                  <a:lnTo>
                    <a:pt x="384786" y="29905"/>
                  </a:lnTo>
                  <a:lnTo>
                    <a:pt x="436825" y="50476"/>
                  </a:lnTo>
                  <a:lnTo>
                    <a:pt x="453171" y="60567"/>
                  </a:lnTo>
                  <a:lnTo>
                    <a:pt x="465676" y="65017"/>
                  </a:lnTo>
                  <a:lnTo>
                    <a:pt x="482892" y="72032"/>
                  </a:lnTo>
                  <a:lnTo>
                    <a:pt x="491196" y="74912"/>
                  </a:lnTo>
                  <a:lnTo>
                    <a:pt x="517414" y="84746"/>
                  </a:lnTo>
                  <a:lnTo>
                    <a:pt x="521890" y="86723"/>
                  </a:lnTo>
                  <a:lnTo>
                    <a:pt x="529061" y="89011"/>
                  </a:lnTo>
                  <a:lnTo>
                    <a:pt x="541398" y="90558"/>
                  </a:lnTo>
                  <a:lnTo>
                    <a:pt x="543287" y="90794"/>
                  </a:lnTo>
                  <a:lnTo>
                    <a:pt x="544853" y="90972"/>
                  </a:lnTo>
                  <a:lnTo>
                    <a:pt x="545428" y="91037"/>
                  </a:lnTo>
                  <a:lnTo>
                    <a:pt x="546118" y="91115"/>
                  </a:lnTo>
                  <a:lnTo>
                    <a:pt x="548422" y="90093"/>
                  </a:lnTo>
                  <a:lnTo>
                    <a:pt x="549135" y="90133"/>
                  </a:lnTo>
                  <a:lnTo>
                    <a:pt x="559602" y="90710"/>
                  </a:lnTo>
                  <a:lnTo>
                    <a:pt x="564901" y="91002"/>
                  </a:lnTo>
                  <a:lnTo>
                    <a:pt x="565919" y="91090"/>
                  </a:lnTo>
                  <a:lnTo>
                    <a:pt x="567771" y="91249"/>
                  </a:lnTo>
                  <a:lnTo>
                    <a:pt x="568072" y="91275"/>
                  </a:lnTo>
                  <a:lnTo>
                    <a:pt x="571294" y="91597"/>
                  </a:lnTo>
                  <a:lnTo>
                    <a:pt x="576330" y="92101"/>
                  </a:lnTo>
                  <a:lnTo>
                    <a:pt x="577197" y="92188"/>
                  </a:lnTo>
                  <a:lnTo>
                    <a:pt x="589035" y="93372"/>
                  </a:lnTo>
                  <a:lnTo>
                    <a:pt x="590933" y="93562"/>
                  </a:lnTo>
                  <a:lnTo>
                    <a:pt x="591564" y="93626"/>
                  </a:lnTo>
                  <a:lnTo>
                    <a:pt x="592207" y="93480"/>
                  </a:lnTo>
                  <a:lnTo>
                    <a:pt x="598321" y="92099"/>
                  </a:lnTo>
                  <a:lnTo>
                    <a:pt x="613401" y="88900"/>
                  </a:lnTo>
                  <a:lnTo>
                    <a:pt x="613936" y="88780"/>
                  </a:lnTo>
                  <a:lnTo>
                    <a:pt x="618523" y="87751"/>
                  </a:lnTo>
                  <a:lnTo>
                    <a:pt x="619234" y="87591"/>
                  </a:lnTo>
                  <a:lnTo>
                    <a:pt x="619746" y="87504"/>
                  </a:lnTo>
                  <a:lnTo>
                    <a:pt x="626063" y="86428"/>
                  </a:lnTo>
                  <a:lnTo>
                    <a:pt x="629897" y="85045"/>
                  </a:lnTo>
                  <a:lnTo>
                    <a:pt x="627601" y="82607"/>
                  </a:lnTo>
                  <a:lnTo>
                    <a:pt x="625468" y="80620"/>
                  </a:lnTo>
                  <a:lnTo>
                    <a:pt x="620156" y="75385"/>
                  </a:lnTo>
                  <a:lnTo>
                    <a:pt x="618497" y="72380"/>
                  </a:lnTo>
                  <a:lnTo>
                    <a:pt x="619635" y="66128"/>
                  </a:lnTo>
                  <a:lnTo>
                    <a:pt x="620269" y="61950"/>
                  </a:lnTo>
                  <a:lnTo>
                    <a:pt x="620488" y="60505"/>
                  </a:lnTo>
                  <a:lnTo>
                    <a:pt x="619587" y="56288"/>
                  </a:lnTo>
                  <a:lnTo>
                    <a:pt x="618591" y="53477"/>
                  </a:lnTo>
                  <a:lnTo>
                    <a:pt x="616974" y="50821"/>
                  </a:lnTo>
                  <a:lnTo>
                    <a:pt x="616243" y="49621"/>
                  </a:lnTo>
                  <a:lnTo>
                    <a:pt x="615973" y="49177"/>
                  </a:lnTo>
                  <a:lnTo>
                    <a:pt x="615618" y="48593"/>
                  </a:lnTo>
                  <a:lnTo>
                    <a:pt x="615973" y="48602"/>
                  </a:lnTo>
                  <a:lnTo>
                    <a:pt x="619681" y="48696"/>
                  </a:lnTo>
                  <a:lnTo>
                    <a:pt x="619885" y="48673"/>
                  </a:lnTo>
                  <a:lnTo>
                    <a:pt x="621020" y="48547"/>
                  </a:lnTo>
                  <a:lnTo>
                    <a:pt x="621863" y="48454"/>
                  </a:lnTo>
                  <a:lnTo>
                    <a:pt x="622537" y="48755"/>
                  </a:lnTo>
                  <a:lnTo>
                    <a:pt x="624732" y="49738"/>
                  </a:lnTo>
                  <a:lnTo>
                    <a:pt x="626020" y="48755"/>
                  </a:lnTo>
                  <a:lnTo>
                    <a:pt x="627494" y="47631"/>
                  </a:lnTo>
                  <a:lnTo>
                    <a:pt x="628393" y="46945"/>
                  </a:lnTo>
                  <a:lnTo>
                    <a:pt x="629782" y="45885"/>
                  </a:lnTo>
                  <a:lnTo>
                    <a:pt x="631576" y="44563"/>
                  </a:lnTo>
                  <a:lnTo>
                    <a:pt x="633143" y="43407"/>
                  </a:lnTo>
                  <a:lnTo>
                    <a:pt x="637773" y="39995"/>
                  </a:lnTo>
                  <a:lnTo>
                    <a:pt x="639448" y="38760"/>
                  </a:lnTo>
                  <a:lnTo>
                    <a:pt x="642479" y="36525"/>
                  </a:lnTo>
                  <a:lnTo>
                    <a:pt x="644003" y="35402"/>
                  </a:lnTo>
                  <a:lnTo>
                    <a:pt x="646324" y="33692"/>
                  </a:lnTo>
                  <a:lnTo>
                    <a:pt x="648917" y="31780"/>
                  </a:lnTo>
                  <a:lnTo>
                    <a:pt x="651611" y="30362"/>
                  </a:lnTo>
                  <a:lnTo>
                    <a:pt x="652128" y="30089"/>
                  </a:lnTo>
                  <a:lnTo>
                    <a:pt x="653269" y="29489"/>
                  </a:lnTo>
                  <a:lnTo>
                    <a:pt x="663001" y="24365"/>
                  </a:lnTo>
                  <a:lnTo>
                    <a:pt x="665446" y="25381"/>
                  </a:lnTo>
                  <a:lnTo>
                    <a:pt x="666340" y="25753"/>
                  </a:lnTo>
                  <a:lnTo>
                    <a:pt x="667762" y="30624"/>
                  </a:lnTo>
                  <a:lnTo>
                    <a:pt x="667717" y="34665"/>
                  </a:lnTo>
                  <a:lnTo>
                    <a:pt x="667696" y="36579"/>
                  </a:lnTo>
                  <a:lnTo>
                    <a:pt x="659515" y="40796"/>
                  </a:lnTo>
                  <a:lnTo>
                    <a:pt x="657561" y="41987"/>
                  </a:lnTo>
                  <a:lnTo>
                    <a:pt x="665381" y="47163"/>
                  </a:lnTo>
                  <a:lnTo>
                    <a:pt x="675287" y="52077"/>
                  </a:lnTo>
                  <a:lnTo>
                    <a:pt x="684401" y="53786"/>
                  </a:lnTo>
                  <a:lnTo>
                    <a:pt x="685882" y="54064"/>
                  </a:lnTo>
                  <a:lnTo>
                    <a:pt x="687888" y="54440"/>
                  </a:lnTo>
                  <a:lnTo>
                    <a:pt x="686465" y="56742"/>
                  </a:lnTo>
                  <a:lnTo>
                    <a:pt x="682210" y="62478"/>
                  </a:lnTo>
                  <a:lnTo>
                    <a:pt x="682108" y="62739"/>
                  </a:lnTo>
                  <a:lnTo>
                    <a:pt x="681708" y="63761"/>
                  </a:lnTo>
                  <a:lnTo>
                    <a:pt x="681515" y="64253"/>
                  </a:lnTo>
                  <a:lnTo>
                    <a:pt x="680693" y="66355"/>
                  </a:lnTo>
                  <a:lnTo>
                    <a:pt x="679449" y="70980"/>
                  </a:lnTo>
                  <a:lnTo>
                    <a:pt x="679252" y="71714"/>
                  </a:lnTo>
                  <a:lnTo>
                    <a:pt x="678985" y="72705"/>
                  </a:lnTo>
                  <a:lnTo>
                    <a:pt x="677085" y="76004"/>
                  </a:lnTo>
                  <a:lnTo>
                    <a:pt x="676258" y="78668"/>
                  </a:lnTo>
                  <a:lnTo>
                    <a:pt x="675631" y="79829"/>
                  </a:lnTo>
                  <a:lnTo>
                    <a:pt x="675115" y="80786"/>
                  </a:lnTo>
                  <a:lnTo>
                    <a:pt x="674743" y="81475"/>
                  </a:lnTo>
                  <a:lnTo>
                    <a:pt x="673834" y="85653"/>
                  </a:lnTo>
                  <a:lnTo>
                    <a:pt x="673613" y="86668"/>
                  </a:lnTo>
                  <a:lnTo>
                    <a:pt x="673368" y="87795"/>
                  </a:lnTo>
                  <a:lnTo>
                    <a:pt x="671042" y="90863"/>
                  </a:lnTo>
                  <a:lnTo>
                    <a:pt x="668353" y="94411"/>
                  </a:lnTo>
                  <a:lnTo>
                    <a:pt x="664641" y="98466"/>
                  </a:lnTo>
                  <a:lnTo>
                    <a:pt x="662663" y="100627"/>
                  </a:lnTo>
                  <a:lnTo>
                    <a:pt x="658567" y="104184"/>
                  </a:lnTo>
                  <a:lnTo>
                    <a:pt x="656496" y="102060"/>
                  </a:lnTo>
                  <a:lnTo>
                    <a:pt x="653155" y="99431"/>
                  </a:lnTo>
                  <a:lnTo>
                    <a:pt x="652545" y="99960"/>
                  </a:lnTo>
                  <a:lnTo>
                    <a:pt x="649274" y="100433"/>
                  </a:lnTo>
                  <a:lnTo>
                    <a:pt x="648856" y="101098"/>
                  </a:lnTo>
                  <a:lnTo>
                    <a:pt x="648473" y="101710"/>
                  </a:lnTo>
                  <a:lnTo>
                    <a:pt x="648088" y="102323"/>
                  </a:lnTo>
                  <a:lnTo>
                    <a:pt x="648052" y="102461"/>
                  </a:lnTo>
                  <a:lnTo>
                    <a:pt x="647638" y="104039"/>
                  </a:lnTo>
                  <a:lnTo>
                    <a:pt x="647341" y="105172"/>
                  </a:lnTo>
                  <a:lnTo>
                    <a:pt x="647031" y="106351"/>
                  </a:lnTo>
                  <a:lnTo>
                    <a:pt x="646699" y="107619"/>
                  </a:lnTo>
                  <a:lnTo>
                    <a:pt x="646545" y="108204"/>
                  </a:lnTo>
                  <a:lnTo>
                    <a:pt x="646333" y="109012"/>
                  </a:lnTo>
                  <a:lnTo>
                    <a:pt x="647805" y="112123"/>
                  </a:lnTo>
                  <a:lnTo>
                    <a:pt x="662221" y="120799"/>
                  </a:lnTo>
                  <a:lnTo>
                    <a:pt x="666114" y="122912"/>
                  </a:lnTo>
                  <a:lnTo>
                    <a:pt x="668905" y="124427"/>
                  </a:lnTo>
                  <a:lnTo>
                    <a:pt x="671382" y="125533"/>
                  </a:lnTo>
                  <a:lnTo>
                    <a:pt x="672119" y="125863"/>
                  </a:lnTo>
                  <a:lnTo>
                    <a:pt x="674456" y="126906"/>
                  </a:lnTo>
                  <a:lnTo>
                    <a:pt x="668952" y="134721"/>
                  </a:lnTo>
                  <a:lnTo>
                    <a:pt x="667063" y="137403"/>
                  </a:lnTo>
                  <a:lnTo>
                    <a:pt x="664645" y="135399"/>
                  </a:lnTo>
                  <a:lnTo>
                    <a:pt x="663827" y="134721"/>
                  </a:lnTo>
                  <a:lnTo>
                    <a:pt x="663108" y="134125"/>
                  </a:lnTo>
                  <a:lnTo>
                    <a:pt x="662551" y="133664"/>
                  </a:lnTo>
                  <a:lnTo>
                    <a:pt x="660481" y="135880"/>
                  </a:lnTo>
                  <a:lnTo>
                    <a:pt x="659944" y="136455"/>
                  </a:lnTo>
                  <a:lnTo>
                    <a:pt x="659158" y="137297"/>
                  </a:lnTo>
                  <a:lnTo>
                    <a:pt x="658082" y="138449"/>
                  </a:lnTo>
                  <a:lnTo>
                    <a:pt x="655343" y="142011"/>
                  </a:lnTo>
                  <a:lnTo>
                    <a:pt x="653565" y="144083"/>
                  </a:lnTo>
                  <a:lnTo>
                    <a:pt x="650645" y="142181"/>
                  </a:lnTo>
                  <a:lnTo>
                    <a:pt x="649999" y="141760"/>
                  </a:lnTo>
                  <a:lnTo>
                    <a:pt x="649297" y="141302"/>
                  </a:lnTo>
                  <a:lnTo>
                    <a:pt x="648434" y="142207"/>
                  </a:lnTo>
                  <a:lnTo>
                    <a:pt x="647736" y="142939"/>
                  </a:lnTo>
                  <a:lnTo>
                    <a:pt x="646102" y="144653"/>
                  </a:lnTo>
                  <a:lnTo>
                    <a:pt x="644885" y="145929"/>
                  </a:lnTo>
                  <a:lnTo>
                    <a:pt x="644107" y="146536"/>
                  </a:lnTo>
                  <a:lnTo>
                    <a:pt x="641472" y="148591"/>
                  </a:lnTo>
                  <a:lnTo>
                    <a:pt x="640084" y="150047"/>
                  </a:lnTo>
                  <a:lnTo>
                    <a:pt x="638061" y="152168"/>
                  </a:lnTo>
                  <a:lnTo>
                    <a:pt x="633292" y="157170"/>
                  </a:lnTo>
                  <a:lnTo>
                    <a:pt x="631988" y="155932"/>
                  </a:lnTo>
                  <a:lnTo>
                    <a:pt x="627892" y="152044"/>
                  </a:lnTo>
                  <a:lnTo>
                    <a:pt x="625911" y="150047"/>
                  </a:lnTo>
                  <a:lnTo>
                    <a:pt x="623861" y="147981"/>
                  </a:lnTo>
                  <a:lnTo>
                    <a:pt x="623535" y="147652"/>
                  </a:lnTo>
                  <a:lnTo>
                    <a:pt x="621674" y="145460"/>
                  </a:lnTo>
                  <a:lnTo>
                    <a:pt x="620299" y="147302"/>
                  </a:lnTo>
                  <a:lnTo>
                    <a:pt x="617809" y="149952"/>
                  </a:lnTo>
                  <a:lnTo>
                    <a:pt x="616866" y="150956"/>
                  </a:lnTo>
                  <a:lnTo>
                    <a:pt x="614759" y="153199"/>
                  </a:lnTo>
                  <a:lnTo>
                    <a:pt x="613423" y="154621"/>
                  </a:lnTo>
                  <a:lnTo>
                    <a:pt x="610109" y="155386"/>
                  </a:lnTo>
                  <a:lnTo>
                    <a:pt x="607543" y="155978"/>
                  </a:lnTo>
                  <a:lnTo>
                    <a:pt x="606106" y="156190"/>
                  </a:lnTo>
                  <a:lnTo>
                    <a:pt x="605452" y="156286"/>
                  </a:lnTo>
                  <a:lnTo>
                    <a:pt x="602943" y="156656"/>
                  </a:lnTo>
                  <a:lnTo>
                    <a:pt x="601918" y="156821"/>
                  </a:lnTo>
                  <a:lnTo>
                    <a:pt x="600524" y="157044"/>
                  </a:lnTo>
                  <a:lnTo>
                    <a:pt x="599578" y="157063"/>
                  </a:lnTo>
                  <a:lnTo>
                    <a:pt x="598815" y="157078"/>
                  </a:lnTo>
                  <a:lnTo>
                    <a:pt x="597868" y="157096"/>
                  </a:lnTo>
                  <a:lnTo>
                    <a:pt x="595623" y="157140"/>
                  </a:lnTo>
                  <a:lnTo>
                    <a:pt x="593684" y="158642"/>
                  </a:lnTo>
                  <a:lnTo>
                    <a:pt x="592916" y="158809"/>
                  </a:lnTo>
                  <a:lnTo>
                    <a:pt x="591598" y="159096"/>
                  </a:lnTo>
                  <a:lnTo>
                    <a:pt x="589890" y="159466"/>
                  </a:lnTo>
                  <a:lnTo>
                    <a:pt x="587564" y="161046"/>
                  </a:lnTo>
                  <a:lnTo>
                    <a:pt x="586689" y="162072"/>
                  </a:lnTo>
                  <a:lnTo>
                    <a:pt x="583666" y="164313"/>
                  </a:lnTo>
                  <a:lnTo>
                    <a:pt x="580169" y="166737"/>
                  </a:lnTo>
                  <a:lnTo>
                    <a:pt x="579142" y="167184"/>
                  </a:lnTo>
                  <a:lnTo>
                    <a:pt x="574471" y="169217"/>
                  </a:lnTo>
                  <a:lnTo>
                    <a:pt x="572819" y="169936"/>
                  </a:lnTo>
                  <a:lnTo>
                    <a:pt x="568483" y="172331"/>
                  </a:lnTo>
                  <a:lnTo>
                    <a:pt x="567424" y="172916"/>
                  </a:lnTo>
                  <a:lnTo>
                    <a:pt x="564869" y="173581"/>
                  </a:lnTo>
                  <a:lnTo>
                    <a:pt x="564164" y="173765"/>
                  </a:lnTo>
                  <a:lnTo>
                    <a:pt x="560133" y="174431"/>
                  </a:lnTo>
                  <a:lnTo>
                    <a:pt x="555628" y="174855"/>
                  </a:lnTo>
                  <a:lnTo>
                    <a:pt x="552301" y="174785"/>
                  </a:lnTo>
                  <a:lnTo>
                    <a:pt x="550322" y="174744"/>
                  </a:lnTo>
                  <a:lnTo>
                    <a:pt x="547866" y="174692"/>
                  </a:lnTo>
                  <a:lnTo>
                    <a:pt x="542685" y="173199"/>
                  </a:lnTo>
                  <a:lnTo>
                    <a:pt x="537432" y="171686"/>
                  </a:lnTo>
                  <a:lnTo>
                    <a:pt x="535243" y="173360"/>
                  </a:lnTo>
                  <a:lnTo>
                    <a:pt x="529491" y="177758"/>
                  </a:lnTo>
                  <a:lnTo>
                    <a:pt x="525226" y="181020"/>
                  </a:lnTo>
                  <a:lnTo>
                    <a:pt x="523238" y="182541"/>
                  </a:lnTo>
                  <a:lnTo>
                    <a:pt x="521123" y="184158"/>
                  </a:lnTo>
                  <a:lnTo>
                    <a:pt x="514459" y="185417"/>
                  </a:lnTo>
                  <a:lnTo>
                    <a:pt x="504033" y="187386"/>
                  </a:lnTo>
                  <a:lnTo>
                    <a:pt x="501490" y="187866"/>
                  </a:lnTo>
                  <a:lnTo>
                    <a:pt x="496708" y="187672"/>
                  </a:lnTo>
                  <a:lnTo>
                    <a:pt x="490749" y="187430"/>
                  </a:lnTo>
                  <a:lnTo>
                    <a:pt x="490223" y="187064"/>
                  </a:lnTo>
                  <a:lnTo>
                    <a:pt x="489199" y="186353"/>
                  </a:lnTo>
                  <a:lnTo>
                    <a:pt x="487936" y="185476"/>
                  </a:lnTo>
                  <a:lnTo>
                    <a:pt x="484366" y="182997"/>
                  </a:lnTo>
                  <a:lnTo>
                    <a:pt x="481624" y="184476"/>
                  </a:lnTo>
                  <a:lnTo>
                    <a:pt x="477786" y="186545"/>
                  </a:lnTo>
                  <a:lnTo>
                    <a:pt x="469698" y="191662"/>
                  </a:lnTo>
                  <a:lnTo>
                    <a:pt x="469015" y="192094"/>
                  </a:lnTo>
                  <a:lnTo>
                    <a:pt x="467720" y="192913"/>
                  </a:lnTo>
                  <a:lnTo>
                    <a:pt x="466773" y="193458"/>
                  </a:lnTo>
                  <a:lnTo>
                    <a:pt x="464685" y="194658"/>
                  </a:lnTo>
                  <a:lnTo>
                    <a:pt x="463438" y="195128"/>
                  </a:lnTo>
                  <a:lnTo>
                    <a:pt x="455675" y="198051"/>
                  </a:lnTo>
                  <a:lnTo>
                    <a:pt x="450026" y="198764"/>
                  </a:lnTo>
                  <a:lnTo>
                    <a:pt x="449714" y="198803"/>
                  </a:lnTo>
                  <a:lnTo>
                    <a:pt x="447993" y="199020"/>
                  </a:lnTo>
                  <a:lnTo>
                    <a:pt x="445782" y="198970"/>
                  </a:lnTo>
                  <a:lnTo>
                    <a:pt x="439457" y="198826"/>
                  </a:lnTo>
                  <a:lnTo>
                    <a:pt x="437459" y="199104"/>
                  </a:lnTo>
                  <a:lnTo>
                    <a:pt x="435053" y="199438"/>
                  </a:lnTo>
                  <a:lnTo>
                    <a:pt x="434868" y="199463"/>
                  </a:lnTo>
                  <a:lnTo>
                    <a:pt x="433328" y="199677"/>
                  </a:lnTo>
                  <a:lnTo>
                    <a:pt x="431775" y="199893"/>
                  </a:lnTo>
                  <a:lnTo>
                    <a:pt x="429735" y="200613"/>
                  </a:lnTo>
                  <a:lnTo>
                    <a:pt x="428934" y="200896"/>
                  </a:lnTo>
                  <a:lnTo>
                    <a:pt x="427758" y="201311"/>
                  </a:lnTo>
                  <a:lnTo>
                    <a:pt x="424234" y="202556"/>
                  </a:lnTo>
                  <a:lnTo>
                    <a:pt x="421535" y="202953"/>
                  </a:lnTo>
                  <a:lnTo>
                    <a:pt x="418650" y="203377"/>
                  </a:lnTo>
                  <a:lnTo>
                    <a:pt x="417263" y="203581"/>
                  </a:lnTo>
                  <a:lnTo>
                    <a:pt x="416179" y="203740"/>
                  </a:lnTo>
                  <a:lnTo>
                    <a:pt x="415581" y="203235"/>
                  </a:lnTo>
                  <a:lnTo>
                    <a:pt x="412070" y="200272"/>
                  </a:lnTo>
                  <a:lnTo>
                    <a:pt x="405662" y="196974"/>
                  </a:lnTo>
                  <a:lnTo>
                    <a:pt x="395348" y="195520"/>
                  </a:lnTo>
                  <a:lnTo>
                    <a:pt x="385033" y="199519"/>
                  </a:lnTo>
                  <a:lnTo>
                    <a:pt x="377920" y="200973"/>
                  </a:lnTo>
                  <a:lnTo>
                    <a:pt x="370096" y="188250"/>
                  </a:lnTo>
                  <a:lnTo>
                    <a:pt x="370096" y="197337"/>
                  </a:lnTo>
                  <a:lnTo>
                    <a:pt x="372941" y="212242"/>
                  </a:lnTo>
                  <a:lnTo>
                    <a:pt x="374008" y="227873"/>
                  </a:lnTo>
                  <a:lnTo>
                    <a:pt x="373297" y="236961"/>
                  </a:lnTo>
                  <a:lnTo>
                    <a:pt x="372230" y="243140"/>
                  </a:lnTo>
                  <a:lnTo>
                    <a:pt x="368673" y="256590"/>
                  </a:lnTo>
                  <a:lnTo>
                    <a:pt x="364761" y="264224"/>
                  </a:lnTo>
                  <a:lnTo>
                    <a:pt x="363467" y="268381"/>
                  </a:lnTo>
                  <a:lnTo>
                    <a:pt x="358715" y="254409"/>
                  </a:lnTo>
                  <a:lnTo>
                    <a:pt x="357292" y="248593"/>
                  </a:lnTo>
                  <a:lnTo>
                    <a:pt x="342710" y="243867"/>
                  </a:lnTo>
                  <a:lnTo>
                    <a:pt x="335241" y="239869"/>
                  </a:lnTo>
                  <a:lnTo>
                    <a:pt x="318880" y="242413"/>
                  </a:lnTo>
                  <a:lnTo>
                    <a:pt x="309278" y="243504"/>
                  </a:lnTo>
                  <a:lnTo>
                    <a:pt x="297272" y="243646"/>
                  </a:lnTo>
                  <a:lnTo>
                    <a:pt x="298353" y="253713"/>
                  </a:lnTo>
                  <a:lnTo>
                    <a:pt x="278616" y="255644"/>
                  </a:lnTo>
                  <a:lnTo>
                    <a:pt x="280027" y="261971"/>
                  </a:lnTo>
                  <a:lnTo>
                    <a:pt x="246354" y="293569"/>
                  </a:lnTo>
                  <a:lnTo>
                    <a:pt x="244177" y="331353"/>
                  </a:lnTo>
                  <a:lnTo>
                    <a:pt x="243560" y="342054"/>
                  </a:lnTo>
                  <a:lnTo>
                    <a:pt x="226437" y="335484"/>
                  </a:lnTo>
                  <a:lnTo>
                    <a:pt x="196798" y="312462"/>
                  </a:lnTo>
                  <a:lnTo>
                    <a:pt x="177830" y="285804"/>
                  </a:lnTo>
                  <a:lnTo>
                    <a:pt x="157676" y="271263"/>
                  </a:lnTo>
                  <a:lnTo>
                    <a:pt x="135151" y="270052"/>
                  </a:lnTo>
                  <a:lnTo>
                    <a:pt x="116182" y="270052"/>
                  </a:lnTo>
                  <a:lnTo>
                    <a:pt x="101444" y="276899"/>
                  </a:lnTo>
                  <a:lnTo>
                    <a:pt x="94842" y="259146"/>
                  </a:lnTo>
                  <a:lnTo>
                    <a:pt x="75874" y="225218"/>
                  </a:lnTo>
                  <a:lnTo>
                    <a:pt x="0" y="187655"/>
                  </a:lnTo>
                  <a:lnTo>
                    <a:pt x="27267" y="150091"/>
                  </a:lnTo>
                  <a:lnTo>
                    <a:pt x="59668" y="130423"/>
                  </a:lnTo>
                  <a:lnTo>
                    <a:pt x="60485" y="126046"/>
                  </a:lnTo>
                  <a:lnTo>
                    <a:pt x="61155" y="122459"/>
                  </a:lnTo>
                  <a:lnTo>
                    <a:pt x="60802" y="118432"/>
                  </a:lnTo>
                  <a:lnTo>
                    <a:pt x="60662" y="116827"/>
                  </a:lnTo>
                  <a:lnTo>
                    <a:pt x="61312" y="111360"/>
                  </a:lnTo>
                  <a:lnTo>
                    <a:pt x="61928" y="106178"/>
                  </a:lnTo>
                  <a:lnTo>
                    <a:pt x="62257" y="103417"/>
                  </a:lnTo>
                  <a:lnTo>
                    <a:pt x="62322" y="102868"/>
                  </a:lnTo>
                  <a:lnTo>
                    <a:pt x="65540" y="89404"/>
                  </a:lnTo>
                  <a:lnTo>
                    <a:pt x="66400" y="85807"/>
                  </a:lnTo>
                  <a:lnTo>
                    <a:pt x="68280" y="79565"/>
                  </a:lnTo>
                  <a:lnTo>
                    <a:pt x="68629" y="77849"/>
                  </a:lnTo>
                  <a:lnTo>
                    <a:pt x="69629" y="72925"/>
                  </a:lnTo>
                  <a:lnTo>
                    <a:pt x="70019" y="71010"/>
                  </a:lnTo>
                  <a:lnTo>
                    <a:pt x="70325" y="69503"/>
                  </a:lnTo>
                  <a:lnTo>
                    <a:pt x="70593" y="68185"/>
                  </a:lnTo>
                  <a:lnTo>
                    <a:pt x="73727" y="63868"/>
                  </a:lnTo>
                  <a:lnTo>
                    <a:pt x="73865" y="63677"/>
                  </a:lnTo>
                  <a:lnTo>
                    <a:pt x="74583" y="60707"/>
                  </a:lnTo>
                  <a:lnTo>
                    <a:pt x="76347" y="53406"/>
                  </a:lnTo>
                  <a:lnTo>
                    <a:pt x="76679" y="52032"/>
                  </a:lnTo>
                  <a:lnTo>
                    <a:pt x="81073" y="40571"/>
                  </a:lnTo>
                  <a:lnTo>
                    <a:pt x="83136" y="35195"/>
                  </a:lnTo>
                  <a:lnTo>
                    <a:pt x="85361" y="29398"/>
                  </a:lnTo>
                  <a:lnTo>
                    <a:pt x="93184" y="9010"/>
                  </a:lnTo>
                  <a:lnTo>
                    <a:pt x="93477" y="8248"/>
                  </a:lnTo>
                  <a:lnTo>
                    <a:pt x="94414" y="5805"/>
                  </a:lnTo>
                  <a:lnTo>
                    <a:pt x="96334" y="801"/>
                  </a:lnTo>
                  <a:lnTo>
                    <a:pt x="96642" y="0"/>
                  </a:lnTo>
                  <a:lnTo>
                    <a:pt x="97975" y="331"/>
                  </a:lnTo>
                  <a:lnTo>
                    <a:pt x="113341" y="4157"/>
                  </a:lnTo>
                  <a:lnTo>
                    <a:pt x="113654" y="4235"/>
                  </a:lnTo>
                  <a:lnTo>
                    <a:pt x="113826" y="4278"/>
                  </a:lnTo>
                  <a:lnTo>
                    <a:pt x="114062" y="4337"/>
                  </a:lnTo>
                  <a:lnTo>
                    <a:pt x="124406" y="6912"/>
                  </a:lnTo>
                  <a:lnTo>
                    <a:pt x="133979" y="9677"/>
                  </a:lnTo>
                  <a:lnTo>
                    <a:pt x="140527" y="11569"/>
                  </a:lnTo>
                  <a:lnTo>
                    <a:pt x="143517" y="12433"/>
                  </a:lnTo>
                  <a:lnTo>
                    <a:pt x="151875" y="14847"/>
                  </a:lnTo>
                  <a:lnTo>
                    <a:pt x="155011" y="15753"/>
                  </a:lnTo>
                  <a:lnTo>
                    <a:pt x="155396" y="15865"/>
                  </a:lnTo>
                  <a:lnTo>
                    <a:pt x="159688" y="17087"/>
                  </a:lnTo>
                  <a:lnTo>
                    <a:pt x="163874" y="18279"/>
                  </a:lnTo>
                  <a:lnTo>
                    <a:pt x="170900" y="20281"/>
                  </a:lnTo>
                  <a:lnTo>
                    <a:pt x="174691" y="21361"/>
                  </a:lnTo>
                  <a:lnTo>
                    <a:pt x="182912" y="23702"/>
                  </a:lnTo>
                  <a:lnTo>
                    <a:pt x="183166" y="23775"/>
                  </a:lnTo>
                  <a:lnTo>
                    <a:pt x="183722" y="23910"/>
                  </a:lnTo>
                  <a:lnTo>
                    <a:pt x="185918" y="24446"/>
                  </a:lnTo>
                  <a:lnTo>
                    <a:pt x="190543" y="25575"/>
                  </a:lnTo>
                  <a:lnTo>
                    <a:pt x="196868" y="27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77"/>
            <p:cNvSpPr/>
            <p:nvPr/>
          </p:nvSpPr>
          <p:spPr>
            <a:xfrm>
              <a:off x="4371207" y="4656350"/>
              <a:ext cx="369840" cy="617856"/>
            </a:xfrm>
            <a:custGeom>
              <a:avLst/>
              <a:pathLst>
                <a:path w="369840" h="617856">
                  <a:moveTo>
                    <a:pt x="254606" y="141927"/>
                  </a:moveTo>
                  <a:lnTo>
                    <a:pt x="254757" y="149258"/>
                  </a:lnTo>
                  <a:lnTo>
                    <a:pt x="254897" y="156033"/>
                  </a:lnTo>
                  <a:lnTo>
                    <a:pt x="254932" y="157740"/>
                  </a:lnTo>
                  <a:lnTo>
                    <a:pt x="255265" y="173893"/>
                  </a:lnTo>
                  <a:lnTo>
                    <a:pt x="255305" y="175100"/>
                  </a:lnTo>
                  <a:lnTo>
                    <a:pt x="256864" y="222439"/>
                  </a:lnTo>
                  <a:lnTo>
                    <a:pt x="256877" y="222843"/>
                  </a:lnTo>
                  <a:lnTo>
                    <a:pt x="257787" y="250480"/>
                  </a:lnTo>
                  <a:lnTo>
                    <a:pt x="257818" y="251411"/>
                  </a:lnTo>
                  <a:lnTo>
                    <a:pt x="257871" y="252229"/>
                  </a:lnTo>
                  <a:lnTo>
                    <a:pt x="258177" y="256945"/>
                  </a:lnTo>
                  <a:lnTo>
                    <a:pt x="258283" y="262750"/>
                  </a:lnTo>
                  <a:lnTo>
                    <a:pt x="258329" y="265236"/>
                  </a:lnTo>
                  <a:lnTo>
                    <a:pt x="258456" y="272177"/>
                  </a:lnTo>
                  <a:lnTo>
                    <a:pt x="258600" y="293940"/>
                  </a:lnTo>
                  <a:lnTo>
                    <a:pt x="258950" y="293955"/>
                  </a:lnTo>
                  <a:lnTo>
                    <a:pt x="261619" y="294075"/>
                  </a:lnTo>
                  <a:lnTo>
                    <a:pt x="270658" y="294479"/>
                  </a:lnTo>
                  <a:lnTo>
                    <a:pt x="273059" y="294586"/>
                  </a:lnTo>
                  <a:lnTo>
                    <a:pt x="273976" y="294627"/>
                  </a:lnTo>
                  <a:lnTo>
                    <a:pt x="275485" y="294695"/>
                  </a:lnTo>
                  <a:lnTo>
                    <a:pt x="282733" y="295095"/>
                  </a:lnTo>
                  <a:lnTo>
                    <a:pt x="293869" y="295864"/>
                  </a:lnTo>
                  <a:lnTo>
                    <a:pt x="299785" y="296698"/>
                  </a:lnTo>
                  <a:lnTo>
                    <a:pt x="305955" y="298183"/>
                  </a:lnTo>
                  <a:lnTo>
                    <a:pt x="306434" y="298299"/>
                  </a:lnTo>
                  <a:lnTo>
                    <a:pt x="306645" y="298368"/>
                  </a:lnTo>
                  <a:lnTo>
                    <a:pt x="308071" y="298836"/>
                  </a:lnTo>
                  <a:lnTo>
                    <a:pt x="310640" y="299680"/>
                  </a:lnTo>
                  <a:lnTo>
                    <a:pt x="310843" y="299747"/>
                  </a:lnTo>
                  <a:lnTo>
                    <a:pt x="311631" y="300006"/>
                  </a:lnTo>
                  <a:lnTo>
                    <a:pt x="311919" y="300101"/>
                  </a:lnTo>
                  <a:lnTo>
                    <a:pt x="312791" y="300406"/>
                  </a:lnTo>
                  <a:lnTo>
                    <a:pt x="334464" y="307872"/>
                  </a:lnTo>
                  <a:lnTo>
                    <a:pt x="336293" y="308502"/>
                  </a:lnTo>
                  <a:lnTo>
                    <a:pt x="361083" y="317041"/>
                  </a:lnTo>
                  <a:lnTo>
                    <a:pt x="362450" y="317512"/>
                  </a:lnTo>
                  <a:lnTo>
                    <a:pt x="363606" y="317910"/>
                  </a:lnTo>
                  <a:lnTo>
                    <a:pt x="368319" y="319534"/>
                  </a:lnTo>
                  <a:lnTo>
                    <a:pt x="369840" y="320057"/>
                  </a:lnTo>
                  <a:lnTo>
                    <a:pt x="369345" y="321549"/>
                  </a:lnTo>
                  <a:lnTo>
                    <a:pt x="367131" y="328225"/>
                  </a:lnTo>
                  <a:lnTo>
                    <a:pt x="364805" y="335236"/>
                  </a:lnTo>
                  <a:lnTo>
                    <a:pt x="363951" y="337810"/>
                  </a:lnTo>
                  <a:lnTo>
                    <a:pt x="361413" y="345459"/>
                  </a:lnTo>
                  <a:lnTo>
                    <a:pt x="360798" y="347314"/>
                  </a:lnTo>
                  <a:lnTo>
                    <a:pt x="359348" y="351686"/>
                  </a:lnTo>
                  <a:lnTo>
                    <a:pt x="359079" y="352495"/>
                  </a:lnTo>
                  <a:lnTo>
                    <a:pt x="358707" y="353616"/>
                  </a:lnTo>
                  <a:lnTo>
                    <a:pt x="358495" y="354255"/>
                  </a:lnTo>
                  <a:lnTo>
                    <a:pt x="357024" y="358689"/>
                  </a:lnTo>
                  <a:lnTo>
                    <a:pt x="356404" y="360559"/>
                  </a:lnTo>
                  <a:lnTo>
                    <a:pt x="353937" y="367996"/>
                  </a:lnTo>
                  <a:lnTo>
                    <a:pt x="353387" y="369653"/>
                  </a:lnTo>
                  <a:lnTo>
                    <a:pt x="349031" y="382785"/>
                  </a:lnTo>
                  <a:lnTo>
                    <a:pt x="348811" y="383450"/>
                  </a:lnTo>
                  <a:lnTo>
                    <a:pt x="345312" y="393996"/>
                  </a:lnTo>
                  <a:lnTo>
                    <a:pt x="345216" y="394285"/>
                  </a:lnTo>
                  <a:lnTo>
                    <a:pt x="344940" y="395118"/>
                  </a:lnTo>
                  <a:lnTo>
                    <a:pt x="340318" y="409051"/>
                  </a:lnTo>
                  <a:lnTo>
                    <a:pt x="338974" y="413103"/>
                  </a:lnTo>
                  <a:lnTo>
                    <a:pt x="338805" y="413611"/>
                  </a:lnTo>
                  <a:lnTo>
                    <a:pt x="336058" y="421894"/>
                  </a:lnTo>
                  <a:lnTo>
                    <a:pt x="335712" y="422936"/>
                  </a:lnTo>
                  <a:lnTo>
                    <a:pt x="334309" y="427164"/>
                  </a:lnTo>
                  <a:lnTo>
                    <a:pt x="333496" y="429614"/>
                  </a:lnTo>
                  <a:lnTo>
                    <a:pt x="333277" y="430275"/>
                  </a:lnTo>
                  <a:lnTo>
                    <a:pt x="332987" y="431149"/>
                  </a:lnTo>
                  <a:lnTo>
                    <a:pt x="332921" y="431341"/>
                  </a:lnTo>
                  <a:lnTo>
                    <a:pt x="330167" y="439386"/>
                  </a:lnTo>
                  <a:lnTo>
                    <a:pt x="329958" y="439996"/>
                  </a:lnTo>
                  <a:lnTo>
                    <a:pt x="324290" y="456548"/>
                  </a:lnTo>
                  <a:lnTo>
                    <a:pt x="323941" y="457566"/>
                  </a:lnTo>
                  <a:lnTo>
                    <a:pt x="323758" y="458101"/>
                  </a:lnTo>
                  <a:lnTo>
                    <a:pt x="323580" y="458621"/>
                  </a:lnTo>
                  <a:lnTo>
                    <a:pt x="322184" y="462782"/>
                  </a:lnTo>
                  <a:lnTo>
                    <a:pt x="318810" y="472838"/>
                  </a:lnTo>
                  <a:lnTo>
                    <a:pt x="318200" y="474654"/>
                  </a:lnTo>
                  <a:lnTo>
                    <a:pt x="316414" y="479977"/>
                  </a:lnTo>
                  <a:lnTo>
                    <a:pt x="316257" y="480446"/>
                  </a:lnTo>
                  <a:lnTo>
                    <a:pt x="311874" y="493509"/>
                  </a:lnTo>
                  <a:lnTo>
                    <a:pt x="311674" y="494107"/>
                  </a:lnTo>
                  <a:lnTo>
                    <a:pt x="311625" y="494253"/>
                  </a:lnTo>
                  <a:lnTo>
                    <a:pt x="301370" y="524818"/>
                  </a:lnTo>
                  <a:lnTo>
                    <a:pt x="299451" y="530536"/>
                  </a:lnTo>
                  <a:lnTo>
                    <a:pt x="289437" y="560581"/>
                  </a:lnTo>
                  <a:lnTo>
                    <a:pt x="286259" y="569909"/>
                  </a:lnTo>
                  <a:lnTo>
                    <a:pt x="285684" y="571595"/>
                  </a:lnTo>
                  <a:lnTo>
                    <a:pt x="285114" y="573267"/>
                  </a:lnTo>
                  <a:lnTo>
                    <a:pt x="284589" y="574810"/>
                  </a:lnTo>
                  <a:lnTo>
                    <a:pt x="276645" y="598122"/>
                  </a:lnTo>
                  <a:lnTo>
                    <a:pt x="272176" y="596572"/>
                  </a:lnTo>
                  <a:lnTo>
                    <a:pt x="246015" y="587505"/>
                  </a:lnTo>
                  <a:lnTo>
                    <a:pt x="245342" y="587271"/>
                  </a:lnTo>
                  <a:lnTo>
                    <a:pt x="216091" y="577132"/>
                  </a:lnTo>
                  <a:lnTo>
                    <a:pt x="215842" y="576983"/>
                  </a:lnTo>
                  <a:lnTo>
                    <a:pt x="214058" y="575910"/>
                  </a:lnTo>
                  <a:lnTo>
                    <a:pt x="213779" y="575742"/>
                  </a:lnTo>
                  <a:lnTo>
                    <a:pt x="212229" y="574810"/>
                  </a:lnTo>
                  <a:lnTo>
                    <a:pt x="207682" y="572076"/>
                  </a:lnTo>
                  <a:lnTo>
                    <a:pt x="207265" y="571826"/>
                  </a:lnTo>
                  <a:lnTo>
                    <a:pt x="195950" y="565023"/>
                  </a:lnTo>
                  <a:lnTo>
                    <a:pt x="194109" y="563729"/>
                  </a:lnTo>
                  <a:lnTo>
                    <a:pt x="191202" y="561687"/>
                  </a:lnTo>
                  <a:lnTo>
                    <a:pt x="186068" y="558079"/>
                  </a:lnTo>
                  <a:lnTo>
                    <a:pt x="183657" y="556385"/>
                  </a:lnTo>
                  <a:lnTo>
                    <a:pt x="183313" y="556143"/>
                  </a:lnTo>
                  <a:lnTo>
                    <a:pt x="166490" y="578140"/>
                  </a:lnTo>
                  <a:lnTo>
                    <a:pt x="164828" y="579729"/>
                  </a:lnTo>
                  <a:lnTo>
                    <a:pt x="157768" y="586479"/>
                  </a:lnTo>
                  <a:lnTo>
                    <a:pt x="152463" y="591551"/>
                  </a:lnTo>
                  <a:lnTo>
                    <a:pt x="140020" y="599413"/>
                  </a:lnTo>
                  <a:lnTo>
                    <a:pt x="137009" y="601041"/>
                  </a:lnTo>
                  <a:lnTo>
                    <a:pt x="133347" y="603021"/>
                  </a:lnTo>
                  <a:lnTo>
                    <a:pt x="128257" y="605774"/>
                  </a:lnTo>
                  <a:lnTo>
                    <a:pt x="127053" y="606178"/>
                  </a:lnTo>
                  <a:lnTo>
                    <a:pt x="125185" y="606805"/>
                  </a:lnTo>
                  <a:lnTo>
                    <a:pt x="122940" y="607559"/>
                  </a:lnTo>
                  <a:lnTo>
                    <a:pt x="121570" y="608166"/>
                  </a:lnTo>
                  <a:lnTo>
                    <a:pt x="121252" y="608306"/>
                  </a:lnTo>
                  <a:lnTo>
                    <a:pt x="118964" y="609321"/>
                  </a:lnTo>
                  <a:lnTo>
                    <a:pt x="116984" y="609908"/>
                  </a:lnTo>
                  <a:lnTo>
                    <a:pt x="115465" y="610359"/>
                  </a:lnTo>
                  <a:lnTo>
                    <a:pt x="111605" y="611504"/>
                  </a:lnTo>
                  <a:lnTo>
                    <a:pt x="105190" y="613408"/>
                  </a:lnTo>
                  <a:lnTo>
                    <a:pt x="100842" y="614606"/>
                  </a:lnTo>
                  <a:lnTo>
                    <a:pt x="85154" y="617786"/>
                  </a:lnTo>
                  <a:lnTo>
                    <a:pt x="84806" y="617856"/>
                  </a:lnTo>
                  <a:lnTo>
                    <a:pt x="84801" y="616944"/>
                  </a:lnTo>
                  <a:lnTo>
                    <a:pt x="84798" y="616495"/>
                  </a:lnTo>
                  <a:lnTo>
                    <a:pt x="84790" y="615179"/>
                  </a:lnTo>
                  <a:lnTo>
                    <a:pt x="84788" y="614872"/>
                  </a:lnTo>
                  <a:lnTo>
                    <a:pt x="84757" y="609689"/>
                  </a:lnTo>
                  <a:lnTo>
                    <a:pt x="84734" y="606013"/>
                  </a:lnTo>
                  <a:lnTo>
                    <a:pt x="84711" y="602135"/>
                  </a:lnTo>
                  <a:lnTo>
                    <a:pt x="84698" y="600063"/>
                  </a:lnTo>
                  <a:lnTo>
                    <a:pt x="84096" y="597112"/>
                  </a:lnTo>
                  <a:lnTo>
                    <a:pt x="83769" y="595509"/>
                  </a:lnTo>
                  <a:lnTo>
                    <a:pt x="80596" y="579966"/>
                  </a:lnTo>
                  <a:lnTo>
                    <a:pt x="79557" y="574877"/>
                  </a:lnTo>
                  <a:lnTo>
                    <a:pt x="78001" y="567253"/>
                  </a:lnTo>
                  <a:lnTo>
                    <a:pt x="76795" y="561346"/>
                  </a:lnTo>
                  <a:lnTo>
                    <a:pt x="75513" y="555065"/>
                  </a:lnTo>
                  <a:lnTo>
                    <a:pt x="64581" y="501508"/>
                  </a:lnTo>
                  <a:lnTo>
                    <a:pt x="64164" y="499468"/>
                  </a:lnTo>
                  <a:lnTo>
                    <a:pt x="59603" y="477123"/>
                  </a:lnTo>
                  <a:lnTo>
                    <a:pt x="55790" y="458445"/>
                  </a:lnTo>
                  <a:lnTo>
                    <a:pt x="55367" y="456371"/>
                  </a:lnTo>
                  <a:lnTo>
                    <a:pt x="51937" y="439568"/>
                  </a:lnTo>
                  <a:lnTo>
                    <a:pt x="50404" y="432059"/>
                  </a:lnTo>
                  <a:lnTo>
                    <a:pt x="50172" y="430921"/>
                  </a:lnTo>
                  <a:lnTo>
                    <a:pt x="44012" y="399980"/>
                  </a:lnTo>
                  <a:lnTo>
                    <a:pt x="43321" y="396509"/>
                  </a:lnTo>
                  <a:lnTo>
                    <a:pt x="40933" y="384513"/>
                  </a:lnTo>
                  <a:lnTo>
                    <a:pt x="35651" y="357985"/>
                  </a:lnTo>
                  <a:lnTo>
                    <a:pt x="35116" y="355297"/>
                  </a:lnTo>
                  <a:lnTo>
                    <a:pt x="33575" y="347555"/>
                  </a:lnTo>
                  <a:lnTo>
                    <a:pt x="32999" y="342227"/>
                  </a:lnTo>
                  <a:lnTo>
                    <a:pt x="30709" y="321050"/>
                  </a:lnTo>
                  <a:lnTo>
                    <a:pt x="30551" y="319587"/>
                  </a:lnTo>
                  <a:lnTo>
                    <a:pt x="30532" y="319406"/>
                  </a:lnTo>
                  <a:lnTo>
                    <a:pt x="30513" y="319249"/>
                  </a:lnTo>
                  <a:lnTo>
                    <a:pt x="30192" y="317542"/>
                  </a:lnTo>
                  <a:lnTo>
                    <a:pt x="29854" y="315746"/>
                  </a:lnTo>
                  <a:lnTo>
                    <a:pt x="29827" y="315604"/>
                  </a:lnTo>
                  <a:lnTo>
                    <a:pt x="29408" y="313379"/>
                  </a:lnTo>
                  <a:lnTo>
                    <a:pt x="29133" y="311787"/>
                  </a:lnTo>
                  <a:lnTo>
                    <a:pt x="28498" y="308114"/>
                  </a:lnTo>
                  <a:lnTo>
                    <a:pt x="28462" y="307904"/>
                  </a:lnTo>
                  <a:lnTo>
                    <a:pt x="27008" y="299488"/>
                  </a:lnTo>
                  <a:lnTo>
                    <a:pt x="24871" y="287118"/>
                  </a:lnTo>
                  <a:lnTo>
                    <a:pt x="24773" y="286551"/>
                  </a:lnTo>
                  <a:lnTo>
                    <a:pt x="23367" y="278409"/>
                  </a:lnTo>
                  <a:lnTo>
                    <a:pt x="23193" y="277404"/>
                  </a:lnTo>
                  <a:lnTo>
                    <a:pt x="18896" y="252530"/>
                  </a:lnTo>
                  <a:lnTo>
                    <a:pt x="18156" y="248248"/>
                  </a:lnTo>
                  <a:lnTo>
                    <a:pt x="16533" y="238856"/>
                  </a:lnTo>
                  <a:lnTo>
                    <a:pt x="12019" y="212729"/>
                  </a:lnTo>
                  <a:lnTo>
                    <a:pt x="10876" y="206110"/>
                  </a:lnTo>
                  <a:lnTo>
                    <a:pt x="10160" y="201967"/>
                  </a:lnTo>
                  <a:lnTo>
                    <a:pt x="9386" y="197640"/>
                  </a:lnTo>
                  <a:lnTo>
                    <a:pt x="9249" y="196872"/>
                  </a:lnTo>
                  <a:lnTo>
                    <a:pt x="5346" y="175059"/>
                  </a:lnTo>
                  <a:lnTo>
                    <a:pt x="4925" y="172704"/>
                  </a:lnTo>
                  <a:lnTo>
                    <a:pt x="2514" y="159227"/>
                  </a:lnTo>
                  <a:lnTo>
                    <a:pt x="676" y="148954"/>
                  </a:lnTo>
                  <a:lnTo>
                    <a:pt x="0" y="145069"/>
                  </a:lnTo>
                  <a:lnTo>
                    <a:pt x="2496" y="144675"/>
                  </a:lnTo>
                  <a:lnTo>
                    <a:pt x="13540" y="143981"/>
                  </a:lnTo>
                  <a:lnTo>
                    <a:pt x="18645" y="143660"/>
                  </a:lnTo>
                  <a:lnTo>
                    <a:pt x="19608" y="143600"/>
                  </a:lnTo>
                  <a:lnTo>
                    <a:pt x="20453" y="143546"/>
                  </a:lnTo>
                  <a:lnTo>
                    <a:pt x="20544" y="143933"/>
                  </a:lnTo>
                  <a:lnTo>
                    <a:pt x="20785" y="144952"/>
                  </a:lnTo>
                  <a:lnTo>
                    <a:pt x="21228" y="146826"/>
                  </a:lnTo>
                  <a:lnTo>
                    <a:pt x="24403" y="146211"/>
                  </a:lnTo>
                  <a:lnTo>
                    <a:pt x="27947" y="145525"/>
                  </a:lnTo>
                  <a:lnTo>
                    <a:pt x="30394" y="145051"/>
                  </a:lnTo>
                  <a:lnTo>
                    <a:pt x="31345" y="144867"/>
                  </a:lnTo>
                  <a:lnTo>
                    <a:pt x="60945" y="139136"/>
                  </a:lnTo>
                  <a:lnTo>
                    <a:pt x="74846" y="136444"/>
                  </a:lnTo>
                  <a:lnTo>
                    <a:pt x="75877" y="136244"/>
                  </a:lnTo>
                  <a:lnTo>
                    <a:pt x="88837" y="133735"/>
                  </a:lnTo>
                  <a:lnTo>
                    <a:pt x="118831" y="127680"/>
                  </a:lnTo>
                  <a:lnTo>
                    <a:pt x="139498" y="123508"/>
                  </a:lnTo>
                  <a:lnTo>
                    <a:pt x="140358" y="123325"/>
                  </a:lnTo>
                  <a:lnTo>
                    <a:pt x="137140" y="109567"/>
                  </a:lnTo>
                  <a:lnTo>
                    <a:pt x="132785" y="89777"/>
                  </a:lnTo>
                  <a:lnTo>
                    <a:pt x="131270" y="82020"/>
                  </a:lnTo>
                  <a:lnTo>
                    <a:pt x="128780" y="69270"/>
                  </a:lnTo>
                  <a:lnTo>
                    <a:pt x="123320" y="41322"/>
                  </a:lnTo>
                  <a:lnTo>
                    <a:pt x="118691" y="16671"/>
                  </a:lnTo>
                  <a:lnTo>
                    <a:pt x="133899" y="13497"/>
                  </a:lnTo>
                  <a:lnTo>
                    <a:pt x="140543" y="12110"/>
                  </a:lnTo>
                  <a:lnTo>
                    <a:pt x="143252" y="11796"/>
                  </a:lnTo>
                  <a:lnTo>
                    <a:pt x="173514" y="8286"/>
                  </a:lnTo>
                  <a:lnTo>
                    <a:pt x="204817" y="4655"/>
                  </a:lnTo>
                  <a:lnTo>
                    <a:pt x="229712" y="1767"/>
                  </a:lnTo>
                  <a:lnTo>
                    <a:pt x="241603" y="388"/>
                  </a:lnTo>
                  <a:lnTo>
                    <a:pt x="244451" y="58"/>
                  </a:lnTo>
                  <a:lnTo>
                    <a:pt x="244951" y="0"/>
                  </a:lnTo>
                  <a:lnTo>
                    <a:pt x="245063" y="835"/>
                  </a:lnTo>
                  <a:lnTo>
                    <a:pt x="245773" y="6137"/>
                  </a:lnTo>
                  <a:lnTo>
                    <a:pt x="247314" y="17625"/>
                  </a:lnTo>
                  <a:lnTo>
                    <a:pt x="248017" y="23307"/>
                  </a:lnTo>
                  <a:lnTo>
                    <a:pt x="248070" y="23738"/>
                  </a:lnTo>
                  <a:lnTo>
                    <a:pt x="248121" y="24148"/>
                  </a:lnTo>
                  <a:lnTo>
                    <a:pt x="249655" y="36554"/>
                  </a:lnTo>
                  <a:lnTo>
                    <a:pt x="250862" y="47505"/>
                  </a:lnTo>
                  <a:lnTo>
                    <a:pt x="251144" y="50466"/>
                  </a:lnTo>
                  <a:lnTo>
                    <a:pt x="251642" y="55700"/>
                  </a:lnTo>
                  <a:lnTo>
                    <a:pt x="252139" y="61284"/>
                  </a:lnTo>
                  <a:lnTo>
                    <a:pt x="252564" y="67448"/>
                  </a:lnTo>
                  <a:lnTo>
                    <a:pt x="252777" y="72525"/>
                  </a:lnTo>
                  <a:lnTo>
                    <a:pt x="253060" y="80783"/>
                  </a:lnTo>
                  <a:lnTo>
                    <a:pt x="253298" y="87745"/>
                  </a:lnTo>
                  <a:lnTo>
                    <a:pt x="253777" y="101777"/>
                  </a:lnTo>
                  <a:lnTo>
                    <a:pt x="253781" y="101935"/>
                  </a:lnTo>
                  <a:lnTo>
                    <a:pt x="254548" y="139130"/>
                  </a:lnTo>
                  <a:lnTo>
                    <a:pt x="254554" y="139428"/>
                  </a:lnTo>
                  <a:lnTo>
                    <a:pt x="254564" y="139908"/>
                  </a:lnTo>
                  <a:lnTo>
                    <a:pt x="254588" y="141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78"/>
            <p:cNvSpPr/>
            <p:nvPr/>
          </p:nvSpPr>
          <p:spPr>
            <a:xfrm>
              <a:off x="4748498" y="5525835"/>
              <a:ext cx="464720" cy="320157"/>
            </a:xfrm>
            <a:custGeom>
              <a:avLst/>
              <a:pathLst>
                <a:path w="464720" h="320157">
                  <a:moveTo>
                    <a:pt x="325706" y="27191"/>
                  </a:moveTo>
                  <a:lnTo>
                    <a:pt x="330866" y="28281"/>
                  </a:lnTo>
                  <a:lnTo>
                    <a:pt x="368692" y="21984"/>
                  </a:lnTo>
                  <a:lnTo>
                    <a:pt x="395959" y="21984"/>
                  </a:lnTo>
                  <a:lnTo>
                    <a:pt x="433896" y="43795"/>
                  </a:lnTo>
                  <a:lnTo>
                    <a:pt x="464720" y="54700"/>
                  </a:lnTo>
                  <a:lnTo>
                    <a:pt x="451679" y="63183"/>
                  </a:lnTo>
                  <a:lnTo>
                    <a:pt x="419670" y="72876"/>
                  </a:lnTo>
                  <a:lnTo>
                    <a:pt x="382918" y="99534"/>
                  </a:lnTo>
                  <a:lnTo>
                    <a:pt x="358022" y="109228"/>
                  </a:lnTo>
                  <a:lnTo>
                    <a:pt x="340239" y="121345"/>
                  </a:lnTo>
                  <a:lnTo>
                    <a:pt x="322456" y="128615"/>
                  </a:lnTo>
                  <a:lnTo>
                    <a:pt x="289261" y="144368"/>
                  </a:lnTo>
                  <a:lnTo>
                    <a:pt x="275034" y="150426"/>
                  </a:lnTo>
                  <a:lnTo>
                    <a:pt x="272663" y="161332"/>
                  </a:lnTo>
                  <a:lnTo>
                    <a:pt x="257251" y="207377"/>
                  </a:lnTo>
                  <a:lnTo>
                    <a:pt x="236299" y="244584"/>
                  </a:lnTo>
                  <a:lnTo>
                    <a:pt x="227835" y="255126"/>
                  </a:lnTo>
                  <a:lnTo>
                    <a:pt x="225203" y="264650"/>
                  </a:lnTo>
                  <a:lnTo>
                    <a:pt x="223638" y="266613"/>
                  </a:lnTo>
                  <a:lnTo>
                    <a:pt x="214486" y="278852"/>
                  </a:lnTo>
                  <a:lnTo>
                    <a:pt x="205120" y="288061"/>
                  </a:lnTo>
                  <a:lnTo>
                    <a:pt x="201208" y="293756"/>
                  </a:lnTo>
                  <a:lnTo>
                    <a:pt x="193620" y="299027"/>
                  </a:lnTo>
                  <a:lnTo>
                    <a:pt x="185618" y="300784"/>
                  </a:lnTo>
                  <a:lnTo>
                    <a:pt x="184195" y="296058"/>
                  </a:lnTo>
                  <a:lnTo>
                    <a:pt x="173585" y="296543"/>
                  </a:lnTo>
                  <a:lnTo>
                    <a:pt x="167123" y="300602"/>
                  </a:lnTo>
                  <a:lnTo>
                    <a:pt x="156621" y="320157"/>
                  </a:lnTo>
                  <a:lnTo>
                    <a:pt x="154487" y="292772"/>
                  </a:lnTo>
                  <a:lnTo>
                    <a:pt x="154377" y="290091"/>
                  </a:lnTo>
                  <a:lnTo>
                    <a:pt x="165025" y="273848"/>
                  </a:lnTo>
                  <a:lnTo>
                    <a:pt x="164318" y="267978"/>
                  </a:lnTo>
                  <a:lnTo>
                    <a:pt x="163655" y="265071"/>
                  </a:lnTo>
                  <a:lnTo>
                    <a:pt x="153125" y="267363"/>
                  </a:lnTo>
                  <a:lnTo>
                    <a:pt x="147816" y="269030"/>
                  </a:lnTo>
                  <a:lnTo>
                    <a:pt x="151853" y="263118"/>
                  </a:lnTo>
                  <a:lnTo>
                    <a:pt x="152101" y="262834"/>
                  </a:lnTo>
                  <a:lnTo>
                    <a:pt x="156345" y="257978"/>
                  </a:lnTo>
                  <a:lnTo>
                    <a:pt x="156759" y="257504"/>
                  </a:lnTo>
                  <a:lnTo>
                    <a:pt x="158039" y="256700"/>
                  </a:lnTo>
                  <a:lnTo>
                    <a:pt x="160719" y="255017"/>
                  </a:lnTo>
                  <a:lnTo>
                    <a:pt x="162410" y="254956"/>
                  </a:lnTo>
                  <a:lnTo>
                    <a:pt x="162627" y="254948"/>
                  </a:lnTo>
                  <a:lnTo>
                    <a:pt x="167690" y="254765"/>
                  </a:lnTo>
                  <a:lnTo>
                    <a:pt x="165256" y="247354"/>
                  </a:lnTo>
                  <a:lnTo>
                    <a:pt x="164853" y="247476"/>
                  </a:lnTo>
                  <a:lnTo>
                    <a:pt x="164238" y="247508"/>
                  </a:lnTo>
                  <a:lnTo>
                    <a:pt x="163720" y="247535"/>
                  </a:lnTo>
                  <a:lnTo>
                    <a:pt x="161669" y="247642"/>
                  </a:lnTo>
                  <a:lnTo>
                    <a:pt x="160258" y="247586"/>
                  </a:lnTo>
                  <a:lnTo>
                    <a:pt x="158479" y="247516"/>
                  </a:lnTo>
                  <a:lnTo>
                    <a:pt x="158001" y="247497"/>
                  </a:lnTo>
                  <a:lnTo>
                    <a:pt x="156468" y="247360"/>
                  </a:lnTo>
                  <a:lnTo>
                    <a:pt x="155021" y="247232"/>
                  </a:lnTo>
                  <a:lnTo>
                    <a:pt x="154153" y="247155"/>
                  </a:lnTo>
                  <a:lnTo>
                    <a:pt x="152740" y="247029"/>
                  </a:lnTo>
                  <a:lnTo>
                    <a:pt x="152442" y="247002"/>
                  </a:lnTo>
                  <a:lnTo>
                    <a:pt x="150683" y="246846"/>
                  </a:lnTo>
                  <a:lnTo>
                    <a:pt x="149229" y="246717"/>
                  </a:lnTo>
                  <a:lnTo>
                    <a:pt x="147004" y="246219"/>
                  </a:lnTo>
                  <a:lnTo>
                    <a:pt x="145848" y="245960"/>
                  </a:lnTo>
                  <a:lnTo>
                    <a:pt x="145611" y="245907"/>
                  </a:lnTo>
                  <a:lnTo>
                    <a:pt x="144637" y="245690"/>
                  </a:lnTo>
                  <a:lnTo>
                    <a:pt x="144477" y="245654"/>
                  </a:lnTo>
                  <a:lnTo>
                    <a:pt x="143997" y="245630"/>
                  </a:lnTo>
                  <a:lnTo>
                    <a:pt x="142112" y="245537"/>
                  </a:lnTo>
                  <a:lnTo>
                    <a:pt x="141228" y="245514"/>
                  </a:lnTo>
                  <a:lnTo>
                    <a:pt x="140597" y="245497"/>
                  </a:lnTo>
                  <a:lnTo>
                    <a:pt x="137909" y="245522"/>
                  </a:lnTo>
                  <a:lnTo>
                    <a:pt x="136938" y="245524"/>
                  </a:lnTo>
                  <a:lnTo>
                    <a:pt x="133672" y="245532"/>
                  </a:lnTo>
                  <a:lnTo>
                    <a:pt x="133333" y="245533"/>
                  </a:lnTo>
                  <a:lnTo>
                    <a:pt x="132486" y="245733"/>
                  </a:lnTo>
                  <a:lnTo>
                    <a:pt x="131528" y="245960"/>
                  </a:lnTo>
                  <a:lnTo>
                    <a:pt x="129243" y="246502"/>
                  </a:lnTo>
                  <a:lnTo>
                    <a:pt x="125093" y="247774"/>
                  </a:lnTo>
                  <a:lnTo>
                    <a:pt x="117456" y="245316"/>
                  </a:lnTo>
                  <a:lnTo>
                    <a:pt x="120332" y="235215"/>
                  </a:lnTo>
                  <a:lnTo>
                    <a:pt x="120442" y="234827"/>
                  </a:lnTo>
                  <a:lnTo>
                    <a:pt x="120557" y="234424"/>
                  </a:lnTo>
                  <a:lnTo>
                    <a:pt x="110446" y="231391"/>
                  </a:lnTo>
                  <a:lnTo>
                    <a:pt x="105778" y="229990"/>
                  </a:lnTo>
                  <a:lnTo>
                    <a:pt x="100928" y="228528"/>
                  </a:lnTo>
                  <a:lnTo>
                    <a:pt x="94919" y="226452"/>
                  </a:lnTo>
                  <a:lnTo>
                    <a:pt x="94309" y="226177"/>
                  </a:lnTo>
                  <a:lnTo>
                    <a:pt x="91694" y="224998"/>
                  </a:lnTo>
                  <a:lnTo>
                    <a:pt x="90116" y="224243"/>
                  </a:lnTo>
                  <a:lnTo>
                    <a:pt x="88870" y="223595"/>
                  </a:lnTo>
                  <a:lnTo>
                    <a:pt x="84052" y="221052"/>
                  </a:lnTo>
                  <a:lnTo>
                    <a:pt x="75052" y="216252"/>
                  </a:lnTo>
                  <a:lnTo>
                    <a:pt x="68042" y="212514"/>
                  </a:lnTo>
                  <a:lnTo>
                    <a:pt x="62648" y="209788"/>
                  </a:lnTo>
                  <a:lnTo>
                    <a:pt x="60081" y="209212"/>
                  </a:lnTo>
                  <a:lnTo>
                    <a:pt x="59431" y="208926"/>
                  </a:lnTo>
                  <a:lnTo>
                    <a:pt x="49280" y="208160"/>
                  </a:lnTo>
                  <a:lnTo>
                    <a:pt x="42766" y="190103"/>
                  </a:lnTo>
                  <a:lnTo>
                    <a:pt x="34780" y="189953"/>
                  </a:lnTo>
                  <a:lnTo>
                    <a:pt x="27514" y="189816"/>
                  </a:lnTo>
                  <a:lnTo>
                    <a:pt x="26805" y="189802"/>
                  </a:lnTo>
                  <a:lnTo>
                    <a:pt x="26643" y="189210"/>
                  </a:lnTo>
                  <a:lnTo>
                    <a:pt x="25263" y="189326"/>
                  </a:lnTo>
                  <a:lnTo>
                    <a:pt x="12983" y="190358"/>
                  </a:lnTo>
                  <a:lnTo>
                    <a:pt x="2591" y="191231"/>
                  </a:lnTo>
                  <a:lnTo>
                    <a:pt x="1459" y="191326"/>
                  </a:lnTo>
                  <a:lnTo>
                    <a:pt x="1427" y="190447"/>
                  </a:lnTo>
                  <a:lnTo>
                    <a:pt x="1415" y="189721"/>
                  </a:lnTo>
                  <a:lnTo>
                    <a:pt x="1405" y="189053"/>
                  </a:lnTo>
                  <a:lnTo>
                    <a:pt x="1397" y="188561"/>
                  </a:lnTo>
                  <a:lnTo>
                    <a:pt x="979" y="162178"/>
                  </a:lnTo>
                  <a:lnTo>
                    <a:pt x="952" y="160525"/>
                  </a:lnTo>
                  <a:lnTo>
                    <a:pt x="942" y="159887"/>
                  </a:lnTo>
                  <a:lnTo>
                    <a:pt x="724" y="154853"/>
                  </a:lnTo>
                  <a:lnTo>
                    <a:pt x="689" y="154047"/>
                  </a:lnTo>
                  <a:lnTo>
                    <a:pt x="496" y="149598"/>
                  </a:lnTo>
                  <a:lnTo>
                    <a:pt x="194" y="142639"/>
                  </a:lnTo>
                  <a:lnTo>
                    <a:pt x="8" y="138349"/>
                  </a:lnTo>
                  <a:lnTo>
                    <a:pt x="0" y="138152"/>
                  </a:lnTo>
                  <a:lnTo>
                    <a:pt x="178" y="127860"/>
                  </a:lnTo>
                  <a:lnTo>
                    <a:pt x="712" y="120574"/>
                  </a:lnTo>
                  <a:lnTo>
                    <a:pt x="2138" y="112742"/>
                  </a:lnTo>
                  <a:lnTo>
                    <a:pt x="2949" y="109970"/>
                  </a:lnTo>
                  <a:lnTo>
                    <a:pt x="3211" y="109075"/>
                  </a:lnTo>
                  <a:lnTo>
                    <a:pt x="4989" y="102997"/>
                  </a:lnTo>
                  <a:lnTo>
                    <a:pt x="6065" y="100296"/>
                  </a:lnTo>
                  <a:lnTo>
                    <a:pt x="8108" y="95164"/>
                  </a:lnTo>
                  <a:lnTo>
                    <a:pt x="12742" y="86603"/>
                  </a:lnTo>
                  <a:lnTo>
                    <a:pt x="14941" y="82959"/>
                  </a:lnTo>
                  <a:lnTo>
                    <a:pt x="15779" y="81569"/>
                  </a:lnTo>
                  <a:lnTo>
                    <a:pt x="16039" y="81139"/>
                  </a:lnTo>
                  <a:lnTo>
                    <a:pt x="16205" y="80861"/>
                  </a:lnTo>
                  <a:lnTo>
                    <a:pt x="27623" y="61831"/>
                  </a:lnTo>
                  <a:lnTo>
                    <a:pt x="28666" y="60120"/>
                  </a:lnTo>
                  <a:lnTo>
                    <a:pt x="40400" y="40870"/>
                  </a:lnTo>
                  <a:lnTo>
                    <a:pt x="40900" y="40774"/>
                  </a:lnTo>
                  <a:lnTo>
                    <a:pt x="43783" y="40215"/>
                  </a:lnTo>
                  <a:lnTo>
                    <a:pt x="57719" y="37514"/>
                  </a:lnTo>
                  <a:lnTo>
                    <a:pt x="87737" y="26754"/>
                  </a:lnTo>
                  <a:lnTo>
                    <a:pt x="106448" y="18965"/>
                  </a:lnTo>
                  <a:lnTo>
                    <a:pt x="107556" y="18575"/>
                  </a:lnTo>
                  <a:lnTo>
                    <a:pt x="111042" y="17347"/>
                  </a:lnTo>
                  <a:lnTo>
                    <a:pt x="116396" y="15461"/>
                  </a:lnTo>
                  <a:lnTo>
                    <a:pt x="138079" y="7825"/>
                  </a:lnTo>
                  <a:lnTo>
                    <a:pt x="139080" y="7473"/>
                  </a:lnTo>
                  <a:lnTo>
                    <a:pt x="139450" y="7342"/>
                  </a:lnTo>
                  <a:lnTo>
                    <a:pt x="144315" y="5657"/>
                  </a:lnTo>
                  <a:lnTo>
                    <a:pt x="151715" y="3094"/>
                  </a:lnTo>
                  <a:lnTo>
                    <a:pt x="160647" y="0"/>
                  </a:lnTo>
                  <a:lnTo>
                    <a:pt x="163440" y="535"/>
                  </a:lnTo>
                  <a:lnTo>
                    <a:pt x="164945" y="823"/>
                  </a:lnTo>
                  <a:lnTo>
                    <a:pt x="166168" y="1058"/>
                  </a:lnTo>
                  <a:lnTo>
                    <a:pt x="167476" y="1308"/>
                  </a:lnTo>
                  <a:lnTo>
                    <a:pt x="167655" y="1323"/>
                  </a:lnTo>
                  <a:lnTo>
                    <a:pt x="176907" y="2091"/>
                  </a:lnTo>
                  <a:lnTo>
                    <a:pt x="183740" y="2658"/>
                  </a:lnTo>
                  <a:lnTo>
                    <a:pt x="185908" y="2837"/>
                  </a:lnTo>
                  <a:lnTo>
                    <a:pt x="186753" y="2908"/>
                  </a:lnTo>
                  <a:lnTo>
                    <a:pt x="202182" y="4647"/>
                  </a:lnTo>
                  <a:lnTo>
                    <a:pt x="202873" y="4725"/>
                  </a:lnTo>
                  <a:lnTo>
                    <a:pt x="206101" y="5089"/>
                  </a:lnTo>
                  <a:lnTo>
                    <a:pt x="209398" y="5709"/>
                  </a:lnTo>
                  <a:lnTo>
                    <a:pt x="210967" y="6004"/>
                  </a:lnTo>
                  <a:lnTo>
                    <a:pt x="224628" y="8575"/>
                  </a:lnTo>
                  <a:lnTo>
                    <a:pt x="243261" y="12080"/>
                  </a:lnTo>
                  <a:lnTo>
                    <a:pt x="248993" y="13159"/>
                  </a:lnTo>
                  <a:lnTo>
                    <a:pt x="251928" y="13651"/>
                  </a:lnTo>
                  <a:lnTo>
                    <a:pt x="254316" y="14051"/>
                  </a:lnTo>
                  <a:lnTo>
                    <a:pt x="259670" y="14949"/>
                  </a:lnTo>
                  <a:lnTo>
                    <a:pt x="268228" y="16384"/>
                  </a:lnTo>
                  <a:lnTo>
                    <a:pt x="276641" y="17795"/>
                  </a:lnTo>
                  <a:lnTo>
                    <a:pt x="276871" y="17833"/>
                  </a:lnTo>
                  <a:lnTo>
                    <a:pt x="285415" y="19266"/>
                  </a:lnTo>
                  <a:lnTo>
                    <a:pt x="298857" y="21520"/>
                  </a:lnTo>
                  <a:lnTo>
                    <a:pt x="300088" y="21780"/>
                  </a:lnTo>
                  <a:lnTo>
                    <a:pt x="300377" y="21841"/>
                  </a:lnTo>
                  <a:lnTo>
                    <a:pt x="300793" y="21928"/>
                  </a:lnTo>
                  <a:lnTo>
                    <a:pt x="305738" y="22973"/>
                  </a:lnTo>
                  <a:lnTo>
                    <a:pt x="306306" y="23093"/>
                  </a:lnTo>
                  <a:lnTo>
                    <a:pt x="306592" y="23153"/>
                  </a:lnTo>
                  <a:lnTo>
                    <a:pt x="310856" y="24054"/>
                  </a:lnTo>
                  <a:lnTo>
                    <a:pt x="311379" y="24165"/>
                  </a:lnTo>
                  <a:lnTo>
                    <a:pt x="311854" y="24265"/>
                  </a:lnTo>
                  <a:lnTo>
                    <a:pt x="315979" y="25136"/>
                  </a:lnTo>
                  <a:lnTo>
                    <a:pt x="316572" y="2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35" name=""/>
          <p:cNvSpPr>
            <a:spLocks noGrp="1"/>
          </p:cNvSpPr>
          <p:nvPr>
            </p:nvPr>
        </p:nvSpPr>
        <p:spPr>
          <a:xfrm>
            <a:off x="91394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9413748" y="1508760"/>
            <a:ext cx="24899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9413748" y="2075688"/>
            <a:ext cx="24899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</a:t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413748" y="233172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18 de 76 zonas</a:t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413748" y="2834640"/>
            <a:ext cx="2489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322308" y="3017520"/>
            <a:ext cx="258135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recuadro ubica el distrito en Lima. El mapa grande pinta cada zona según cuántas encuestas se lograron en ella.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358884" y="466344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por zona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413748" y="501091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596628" y="495604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413748" y="528523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596628" y="523036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a 4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413748" y="5559552"/>
            <a:ext cx="146304" cy="146304"/>
          </a:xfrm>
          <a:prstGeom prst="rect">
            <a:avLst/>
          </a:prstGeom>
          <a:solidFill>
            <a:srgbClr val="6F88B5">
              <a:alpha val="100000"/>
            </a:srgbClr>
          </a:solidFill>
          <a:ln w="6350" cap="rnd" cmpd="sng">
            <a:solidFill>
              <a:srgbClr val="6F88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9596628" y="550468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8</a:t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9413748" y="583387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9596628" y="577900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a 12</a:t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 sobre las zonas censales INEI 2017 de Comas</a:t>
            </a:r>
          </a:p>
        </p:txBody>
      </p:sp>
      <p:sp>
        <p:nvSpPr>
          <p:cNvPr id="1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 Y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y manzanas aplicadas en Villa El Salvador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797024" y="1508760"/>
            <a:ext cx="4260648" cy="4544568"/>
            <a:chOff x="1797024" y="1508760"/>
            <a:chExt cx="4260648" cy="4544568"/>
          </a:xfrm>
        </p:grpSpPr>
        <p:sp>
          <p:nvSpPr>
            <p:cNvPr id="6" name="pg3"/>
            <p:cNvSpPr/>
            <p:nvPr/>
          </p:nvSpPr>
          <p:spPr>
            <a:xfrm>
              <a:off x="3339691" y="1701897"/>
              <a:ext cx="29886" cy="45822"/>
            </a:xfrm>
            <a:custGeom>
              <a:avLst/>
              <a:pathLst>
                <a:path w="29886" h="45822">
                  <a:moveTo>
                    <a:pt x="0" y="38542"/>
                  </a:moveTo>
                  <a:lnTo>
                    <a:pt x="15027" y="0"/>
                  </a:lnTo>
                  <a:lnTo>
                    <a:pt x="22457" y="2167"/>
                  </a:lnTo>
                  <a:lnTo>
                    <a:pt x="21373" y="12075"/>
                  </a:lnTo>
                  <a:lnTo>
                    <a:pt x="29886" y="14550"/>
                  </a:lnTo>
                  <a:lnTo>
                    <a:pt x="17030" y="458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21759" y="1716491"/>
              <a:ext cx="24820" cy="22995"/>
            </a:xfrm>
            <a:custGeom>
              <a:avLst/>
              <a:pathLst>
                <a:path w="24820" h="22995">
                  <a:moveTo>
                    <a:pt x="0" y="14314"/>
                  </a:moveTo>
                  <a:lnTo>
                    <a:pt x="1579" y="12145"/>
                  </a:lnTo>
                  <a:lnTo>
                    <a:pt x="12723" y="17965"/>
                  </a:lnTo>
                  <a:lnTo>
                    <a:pt x="14303" y="13627"/>
                  </a:lnTo>
                  <a:lnTo>
                    <a:pt x="18348" y="4063"/>
                  </a:lnTo>
                  <a:lnTo>
                    <a:pt x="20855" y="0"/>
                  </a:lnTo>
                  <a:lnTo>
                    <a:pt x="24820" y="2531"/>
                  </a:lnTo>
                  <a:lnTo>
                    <a:pt x="22193" y="7712"/>
                  </a:lnTo>
                  <a:lnTo>
                    <a:pt x="16173" y="22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681646" y="2943703"/>
              <a:ext cx="45555" cy="55776"/>
            </a:xfrm>
            <a:custGeom>
              <a:avLst/>
              <a:pathLst>
                <a:path w="45555" h="55776">
                  <a:moveTo>
                    <a:pt x="0" y="12224"/>
                  </a:moveTo>
                  <a:lnTo>
                    <a:pt x="21442" y="0"/>
                  </a:lnTo>
                  <a:lnTo>
                    <a:pt x="45555" y="44148"/>
                  </a:lnTo>
                  <a:lnTo>
                    <a:pt x="25682" y="55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618703" y="2947116"/>
              <a:ext cx="44130" cy="56182"/>
            </a:xfrm>
            <a:custGeom>
              <a:avLst/>
              <a:pathLst>
                <a:path w="44130" h="56182">
                  <a:moveTo>
                    <a:pt x="0" y="12307"/>
                  </a:moveTo>
                  <a:lnTo>
                    <a:pt x="18848" y="556"/>
                  </a:lnTo>
                  <a:lnTo>
                    <a:pt x="19741" y="0"/>
                  </a:lnTo>
                  <a:lnTo>
                    <a:pt x="33606" y="25414"/>
                  </a:lnTo>
                  <a:lnTo>
                    <a:pt x="44130" y="44980"/>
                  </a:lnTo>
                  <a:lnTo>
                    <a:pt x="25500" y="561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419966" y="2949595"/>
              <a:ext cx="54163" cy="44636"/>
            </a:xfrm>
            <a:custGeom>
              <a:avLst/>
              <a:pathLst>
                <a:path w="54163" h="44636">
                  <a:moveTo>
                    <a:pt x="0" y="26364"/>
                  </a:moveTo>
                  <a:lnTo>
                    <a:pt x="43585" y="0"/>
                  </a:lnTo>
                  <a:lnTo>
                    <a:pt x="54163" y="18942"/>
                  </a:lnTo>
                  <a:lnTo>
                    <a:pt x="10493" y="446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588549" y="2964523"/>
              <a:ext cx="46221" cy="56919"/>
            </a:xfrm>
            <a:custGeom>
              <a:avLst/>
              <a:pathLst>
                <a:path w="46221" h="56919">
                  <a:moveTo>
                    <a:pt x="0" y="12321"/>
                  </a:moveTo>
                  <a:lnTo>
                    <a:pt x="19828" y="0"/>
                  </a:lnTo>
                  <a:lnTo>
                    <a:pt x="46221" y="46584"/>
                  </a:lnTo>
                  <a:lnTo>
                    <a:pt x="26141" y="569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11776" y="3069325"/>
              <a:ext cx="45899" cy="55993"/>
            </a:xfrm>
            <a:custGeom>
              <a:avLst/>
              <a:pathLst>
                <a:path w="45899" h="55993">
                  <a:moveTo>
                    <a:pt x="0" y="11079"/>
                  </a:moveTo>
                  <a:lnTo>
                    <a:pt x="19852" y="0"/>
                  </a:lnTo>
                  <a:lnTo>
                    <a:pt x="45899" y="44474"/>
                  </a:lnTo>
                  <a:lnTo>
                    <a:pt x="26900" y="559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492468" y="3074726"/>
              <a:ext cx="55648" cy="45754"/>
            </a:xfrm>
            <a:custGeom>
              <a:avLst/>
              <a:pathLst>
                <a:path w="55648" h="45754">
                  <a:moveTo>
                    <a:pt x="0" y="26408"/>
                  </a:moveTo>
                  <a:lnTo>
                    <a:pt x="22236" y="13136"/>
                  </a:lnTo>
                  <a:lnTo>
                    <a:pt x="44576" y="0"/>
                  </a:lnTo>
                  <a:lnTo>
                    <a:pt x="55648" y="19311"/>
                  </a:lnTo>
                  <a:lnTo>
                    <a:pt x="11080" y="457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451386" y="3079492"/>
              <a:ext cx="45926" cy="56590"/>
            </a:xfrm>
            <a:custGeom>
              <a:avLst/>
              <a:pathLst>
                <a:path w="45926" h="56590">
                  <a:moveTo>
                    <a:pt x="0" y="11272"/>
                  </a:moveTo>
                  <a:lnTo>
                    <a:pt x="20046" y="0"/>
                  </a:lnTo>
                  <a:lnTo>
                    <a:pt x="45926" y="44800"/>
                  </a:lnTo>
                  <a:lnTo>
                    <a:pt x="26634" y="56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388118" y="3084325"/>
              <a:ext cx="45613" cy="55559"/>
            </a:xfrm>
            <a:custGeom>
              <a:avLst/>
              <a:pathLst>
                <a:path w="45613" h="55559">
                  <a:moveTo>
                    <a:pt x="0" y="11694"/>
                  </a:moveTo>
                  <a:lnTo>
                    <a:pt x="19535" y="0"/>
                  </a:lnTo>
                  <a:lnTo>
                    <a:pt x="45613" y="43870"/>
                  </a:lnTo>
                  <a:lnTo>
                    <a:pt x="26400" y="555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417296" y="3118328"/>
              <a:ext cx="55309" cy="46788"/>
            </a:xfrm>
            <a:custGeom>
              <a:avLst/>
              <a:pathLst>
                <a:path w="55309" h="46788">
                  <a:moveTo>
                    <a:pt x="0" y="26643"/>
                  </a:moveTo>
                  <a:lnTo>
                    <a:pt x="43703" y="0"/>
                  </a:lnTo>
                  <a:lnTo>
                    <a:pt x="55309" y="20117"/>
                  </a:lnTo>
                  <a:lnTo>
                    <a:pt x="11813" y="46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613077" y="2883244"/>
              <a:ext cx="44898" cy="55325"/>
            </a:xfrm>
            <a:custGeom>
              <a:avLst/>
              <a:pathLst>
                <a:path w="44898" h="55325">
                  <a:moveTo>
                    <a:pt x="0" y="11133"/>
                  </a:moveTo>
                  <a:lnTo>
                    <a:pt x="18711" y="0"/>
                  </a:lnTo>
                  <a:lnTo>
                    <a:pt x="44898" y="44071"/>
                  </a:lnTo>
                  <a:lnTo>
                    <a:pt x="25417" y="55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19674" y="2890046"/>
              <a:ext cx="55269" cy="46055"/>
            </a:xfrm>
            <a:custGeom>
              <a:avLst/>
              <a:pathLst>
                <a:path w="55269" h="46055">
                  <a:moveTo>
                    <a:pt x="0" y="26335"/>
                  </a:moveTo>
                  <a:lnTo>
                    <a:pt x="43848" y="0"/>
                  </a:lnTo>
                  <a:lnTo>
                    <a:pt x="55269" y="19381"/>
                  </a:lnTo>
                  <a:lnTo>
                    <a:pt x="11425" y="46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717285" y="2888689"/>
              <a:ext cx="45876" cy="55694"/>
            </a:xfrm>
            <a:custGeom>
              <a:avLst/>
              <a:pathLst>
                <a:path w="45876" h="55694">
                  <a:moveTo>
                    <a:pt x="0" y="12030"/>
                  </a:moveTo>
                  <a:lnTo>
                    <a:pt x="19455" y="0"/>
                  </a:lnTo>
                  <a:lnTo>
                    <a:pt x="45876" y="43830"/>
                  </a:lnTo>
                  <a:lnTo>
                    <a:pt x="25826" y="5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800295" y="2892232"/>
              <a:ext cx="55805" cy="45633"/>
            </a:xfrm>
            <a:custGeom>
              <a:avLst/>
              <a:pathLst>
                <a:path w="55805" h="45633">
                  <a:moveTo>
                    <a:pt x="0" y="25528"/>
                  </a:moveTo>
                  <a:lnTo>
                    <a:pt x="44302" y="0"/>
                  </a:lnTo>
                  <a:lnTo>
                    <a:pt x="55805" y="19187"/>
                  </a:lnTo>
                  <a:lnTo>
                    <a:pt x="11396" y="45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588746" y="2897003"/>
              <a:ext cx="45668" cy="55548"/>
            </a:xfrm>
            <a:custGeom>
              <a:avLst/>
              <a:pathLst>
                <a:path w="45668" h="55548">
                  <a:moveTo>
                    <a:pt x="0" y="11118"/>
                  </a:moveTo>
                  <a:lnTo>
                    <a:pt x="19952" y="0"/>
                  </a:lnTo>
                  <a:lnTo>
                    <a:pt x="45668" y="43281"/>
                  </a:lnTo>
                  <a:lnTo>
                    <a:pt x="26177" y="555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58699" y="2914232"/>
              <a:ext cx="45178" cy="55189"/>
            </a:xfrm>
            <a:custGeom>
              <a:avLst/>
              <a:pathLst>
                <a:path w="45178" h="55189">
                  <a:moveTo>
                    <a:pt x="0" y="11358"/>
                  </a:moveTo>
                  <a:lnTo>
                    <a:pt x="5324" y="8107"/>
                  </a:lnTo>
                  <a:lnTo>
                    <a:pt x="19257" y="0"/>
                  </a:lnTo>
                  <a:lnTo>
                    <a:pt x="45178" y="43833"/>
                  </a:lnTo>
                  <a:lnTo>
                    <a:pt x="25922" y="55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494160" y="2918509"/>
              <a:ext cx="46128" cy="56741"/>
            </a:xfrm>
            <a:custGeom>
              <a:avLst/>
              <a:pathLst>
                <a:path w="46128" h="56741">
                  <a:moveTo>
                    <a:pt x="0" y="12249"/>
                  </a:moveTo>
                  <a:lnTo>
                    <a:pt x="19359" y="0"/>
                  </a:lnTo>
                  <a:lnTo>
                    <a:pt x="46128" y="45374"/>
                  </a:lnTo>
                  <a:lnTo>
                    <a:pt x="26275" y="56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51460" y="2878928"/>
              <a:ext cx="72795" cy="72562"/>
            </a:xfrm>
            <a:custGeom>
              <a:avLst/>
              <a:pathLst>
                <a:path w="72795" h="72562">
                  <a:moveTo>
                    <a:pt x="0" y="26679"/>
                  </a:moveTo>
                  <a:lnTo>
                    <a:pt x="46424" y="0"/>
                  </a:lnTo>
                  <a:lnTo>
                    <a:pt x="72795" y="45250"/>
                  </a:lnTo>
                  <a:lnTo>
                    <a:pt x="26930" y="725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422150" y="3029701"/>
              <a:ext cx="47181" cy="57248"/>
            </a:xfrm>
            <a:custGeom>
              <a:avLst/>
              <a:pathLst>
                <a:path w="47181" h="57248">
                  <a:moveTo>
                    <a:pt x="38037" y="50875"/>
                  </a:moveTo>
                  <a:lnTo>
                    <a:pt x="26721" y="57248"/>
                  </a:lnTo>
                  <a:lnTo>
                    <a:pt x="16003" y="38675"/>
                  </a:lnTo>
                  <a:lnTo>
                    <a:pt x="7613" y="24140"/>
                  </a:lnTo>
                  <a:lnTo>
                    <a:pt x="0" y="10948"/>
                  </a:lnTo>
                  <a:lnTo>
                    <a:pt x="19021" y="0"/>
                  </a:lnTo>
                  <a:lnTo>
                    <a:pt x="27039" y="13019"/>
                  </a:lnTo>
                  <a:lnTo>
                    <a:pt x="47181" y="45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8548" y="2970779"/>
              <a:ext cx="70950" cy="70229"/>
            </a:xfrm>
            <a:custGeom>
              <a:avLst/>
              <a:pathLst>
                <a:path w="70950" h="70229">
                  <a:moveTo>
                    <a:pt x="70950" y="43373"/>
                  </a:moveTo>
                  <a:lnTo>
                    <a:pt x="25800" y="70229"/>
                  </a:lnTo>
                  <a:lnTo>
                    <a:pt x="15024" y="51918"/>
                  </a:lnTo>
                  <a:lnTo>
                    <a:pt x="0" y="26387"/>
                  </a:lnTo>
                  <a:lnTo>
                    <a:pt x="45225" y="0"/>
                  </a:lnTo>
                  <a:lnTo>
                    <a:pt x="59927" y="247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07393" y="2805386"/>
              <a:ext cx="14865" cy="23210"/>
            </a:xfrm>
            <a:custGeom>
              <a:avLst/>
              <a:pathLst>
                <a:path w="14865" h="23210">
                  <a:moveTo>
                    <a:pt x="8918" y="23210"/>
                  </a:moveTo>
                  <a:lnTo>
                    <a:pt x="0" y="8822"/>
                  </a:lnTo>
                  <a:lnTo>
                    <a:pt x="12544" y="1441"/>
                  </a:lnTo>
                  <a:lnTo>
                    <a:pt x="1486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01231" y="2328154"/>
              <a:ext cx="39160" cy="34845"/>
            </a:xfrm>
            <a:custGeom>
              <a:avLst/>
              <a:pathLst>
                <a:path w="39160" h="34845">
                  <a:moveTo>
                    <a:pt x="0" y="27858"/>
                  </a:moveTo>
                  <a:lnTo>
                    <a:pt x="5207" y="0"/>
                  </a:lnTo>
                  <a:lnTo>
                    <a:pt x="39160" y="6005"/>
                  </a:lnTo>
                  <a:lnTo>
                    <a:pt x="34474" y="34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4357" y="2322490"/>
              <a:ext cx="39215" cy="33359"/>
            </a:xfrm>
            <a:custGeom>
              <a:avLst/>
              <a:pathLst>
                <a:path w="39215" h="33359">
                  <a:moveTo>
                    <a:pt x="0" y="27284"/>
                  </a:moveTo>
                  <a:lnTo>
                    <a:pt x="5088" y="0"/>
                  </a:lnTo>
                  <a:lnTo>
                    <a:pt x="39215" y="5517"/>
                  </a:lnTo>
                  <a:lnTo>
                    <a:pt x="34640" y="33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59506" y="2353782"/>
              <a:ext cx="135475" cy="47083"/>
            </a:xfrm>
            <a:custGeom>
              <a:avLst/>
              <a:pathLst>
                <a:path w="135475" h="47083">
                  <a:moveTo>
                    <a:pt x="0" y="21105"/>
                  </a:moveTo>
                  <a:lnTo>
                    <a:pt x="3832" y="0"/>
                  </a:lnTo>
                  <a:lnTo>
                    <a:pt x="135475" y="25181"/>
                  </a:lnTo>
                  <a:lnTo>
                    <a:pt x="131148" y="4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69623" y="2186861"/>
              <a:ext cx="36647" cy="26871"/>
            </a:xfrm>
            <a:custGeom>
              <a:avLst/>
              <a:pathLst>
                <a:path w="36647" h="26871">
                  <a:moveTo>
                    <a:pt x="4427" y="0"/>
                  </a:moveTo>
                  <a:lnTo>
                    <a:pt x="36647" y="6569"/>
                  </a:lnTo>
                  <a:lnTo>
                    <a:pt x="32421" y="26871"/>
                  </a:lnTo>
                  <a:lnTo>
                    <a:pt x="0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70224" y="2198246"/>
              <a:ext cx="194667" cy="150575"/>
            </a:xfrm>
            <a:custGeom>
              <a:avLst/>
              <a:pathLst>
                <a:path w="194667" h="150575">
                  <a:moveTo>
                    <a:pt x="53840" y="28093"/>
                  </a:moveTo>
                  <a:lnTo>
                    <a:pt x="55737" y="15435"/>
                  </a:lnTo>
                  <a:lnTo>
                    <a:pt x="65218" y="17006"/>
                  </a:lnTo>
                  <a:lnTo>
                    <a:pt x="84001" y="14603"/>
                  </a:lnTo>
                  <a:lnTo>
                    <a:pt x="158499" y="3239"/>
                  </a:lnTo>
                  <a:lnTo>
                    <a:pt x="194667" y="0"/>
                  </a:lnTo>
                  <a:lnTo>
                    <a:pt x="178548" y="82321"/>
                  </a:lnTo>
                  <a:lnTo>
                    <a:pt x="77754" y="62132"/>
                  </a:lnTo>
                  <a:lnTo>
                    <a:pt x="76459" y="68289"/>
                  </a:lnTo>
                  <a:lnTo>
                    <a:pt x="177318" y="89696"/>
                  </a:lnTo>
                  <a:lnTo>
                    <a:pt x="165953" y="150575"/>
                  </a:lnTo>
                  <a:lnTo>
                    <a:pt x="0" y="119668"/>
                  </a:lnTo>
                  <a:lnTo>
                    <a:pt x="12386" y="49726"/>
                  </a:lnTo>
                  <a:lnTo>
                    <a:pt x="8473" y="48879"/>
                  </a:lnTo>
                  <a:lnTo>
                    <a:pt x="11107" y="38099"/>
                  </a:lnTo>
                  <a:lnTo>
                    <a:pt x="61991" y="47693"/>
                  </a:lnTo>
                  <a:lnTo>
                    <a:pt x="59699" y="60337"/>
                  </a:lnTo>
                  <a:lnTo>
                    <a:pt x="60492" y="66560"/>
                  </a:lnTo>
                  <a:lnTo>
                    <a:pt x="70595" y="68283"/>
                  </a:lnTo>
                  <a:lnTo>
                    <a:pt x="71714" y="62264"/>
                  </a:lnTo>
                  <a:lnTo>
                    <a:pt x="65128" y="61139"/>
                  </a:lnTo>
                  <a:lnTo>
                    <a:pt x="70125" y="30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673552" y="2332170"/>
              <a:ext cx="75974" cy="40432"/>
            </a:xfrm>
            <a:custGeom>
              <a:avLst/>
              <a:pathLst>
                <a:path w="75974" h="40432">
                  <a:moveTo>
                    <a:pt x="2381" y="40432"/>
                  </a:moveTo>
                  <a:lnTo>
                    <a:pt x="0" y="16431"/>
                  </a:lnTo>
                  <a:lnTo>
                    <a:pt x="15406" y="14730"/>
                  </a:lnTo>
                  <a:lnTo>
                    <a:pt x="31760" y="12532"/>
                  </a:lnTo>
                  <a:lnTo>
                    <a:pt x="47652" y="8463"/>
                  </a:lnTo>
                  <a:lnTo>
                    <a:pt x="64115" y="0"/>
                  </a:lnTo>
                  <a:lnTo>
                    <a:pt x="75974" y="21108"/>
                  </a:lnTo>
                  <a:lnTo>
                    <a:pt x="55358" y="32855"/>
                  </a:lnTo>
                  <a:lnTo>
                    <a:pt x="43679" y="36305"/>
                  </a:lnTo>
                  <a:lnTo>
                    <a:pt x="32482" y="3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303275" y="2193637"/>
              <a:ext cx="35867" cy="25408"/>
            </a:xfrm>
            <a:custGeom>
              <a:avLst/>
              <a:pathLst>
                <a:path w="35867" h="25408">
                  <a:moveTo>
                    <a:pt x="0" y="20521"/>
                  </a:moveTo>
                  <a:lnTo>
                    <a:pt x="3735" y="0"/>
                  </a:lnTo>
                  <a:lnTo>
                    <a:pt x="35867" y="5620"/>
                  </a:lnTo>
                  <a:lnTo>
                    <a:pt x="31653" y="25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18993" y="2348819"/>
              <a:ext cx="136021" cy="185925"/>
            </a:xfrm>
            <a:custGeom>
              <a:avLst/>
              <a:pathLst>
                <a:path w="136021" h="185925">
                  <a:moveTo>
                    <a:pt x="21840" y="48825"/>
                  </a:moveTo>
                  <a:lnTo>
                    <a:pt x="45595" y="51515"/>
                  </a:lnTo>
                  <a:lnTo>
                    <a:pt x="78914" y="54744"/>
                  </a:lnTo>
                  <a:lnTo>
                    <a:pt x="73137" y="3295"/>
                  </a:lnTo>
                  <a:lnTo>
                    <a:pt x="91619" y="1755"/>
                  </a:lnTo>
                  <a:lnTo>
                    <a:pt x="97639" y="57376"/>
                  </a:lnTo>
                  <a:lnTo>
                    <a:pt x="103097" y="58554"/>
                  </a:lnTo>
                  <a:lnTo>
                    <a:pt x="96194" y="1293"/>
                  </a:lnTo>
                  <a:lnTo>
                    <a:pt x="113171" y="0"/>
                  </a:lnTo>
                  <a:lnTo>
                    <a:pt x="120485" y="58485"/>
                  </a:lnTo>
                  <a:lnTo>
                    <a:pt x="136021" y="185925"/>
                  </a:lnTo>
                  <a:lnTo>
                    <a:pt x="0" y="16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4914" y="2206577"/>
              <a:ext cx="50489" cy="29643"/>
            </a:xfrm>
            <a:custGeom>
              <a:avLst/>
              <a:pathLst>
                <a:path w="50489" h="29643">
                  <a:moveTo>
                    <a:pt x="50489" y="6416"/>
                  </a:moveTo>
                  <a:lnTo>
                    <a:pt x="45825" y="29643"/>
                  </a:lnTo>
                  <a:lnTo>
                    <a:pt x="0" y="19992"/>
                  </a:lnTo>
                  <a:lnTo>
                    <a:pt x="27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290846" y="2350909"/>
              <a:ext cx="35420" cy="63459"/>
            </a:xfrm>
            <a:custGeom>
              <a:avLst/>
              <a:pathLst>
                <a:path w="35420" h="63459">
                  <a:moveTo>
                    <a:pt x="10737" y="0"/>
                  </a:moveTo>
                  <a:lnTo>
                    <a:pt x="35420" y="4927"/>
                  </a:lnTo>
                  <a:lnTo>
                    <a:pt x="24960" y="63459"/>
                  </a:lnTo>
                  <a:lnTo>
                    <a:pt x="0" y="58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20848" y="2356684"/>
              <a:ext cx="34615" cy="62766"/>
            </a:xfrm>
            <a:custGeom>
              <a:avLst/>
              <a:pathLst>
                <a:path w="34615" h="62766">
                  <a:moveTo>
                    <a:pt x="11588" y="0"/>
                  </a:moveTo>
                  <a:lnTo>
                    <a:pt x="34615" y="4773"/>
                  </a:lnTo>
                  <a:lnTo>
                    <a:pt x="22923" y="62766"/>
                  </a:lnTo>
                  <a:lnTo>
                    <a:pt x="0" y="59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640651" y="2305934"/>
              <a:ext cx="93236" cy="39645"/>
            </a:xfrm>
            <a:custGeom>
              <a:avLst/>
              <a:pathLst>
                <a:path w="93236" h="39645">
                  <a:moveTo>
                    <a:pt x="0" y="16991"/>
                  </a:moveTo>
                  <a:lnTo>
                    <a:pt x="15275" y="14450"/>
                  </a:lnTo>
                  <a:lnTo>
                    <a:pt x="48617" y="10163"/>
                  </a:lnTo>
                  <a:lnTo>
                    <a:pt x="66085" y="7751"/>
                  </a:lnTo>
                  <a:lnTo>
                    <a:pt x="72948" y="4117"/>
                  </a:lnTo>
                  <a:lnTo>
                    <a:pt x="80584" y="0"/>
                  </a:lnTo>
                  <a:lnTo>
                    <a:pt x="82571" y="923"/>
                  </a:lnTo>
                  <a:lnTo>
                    <a:pt x="93236" y="20917"/>
                  </a:lnTo>
                  <a:lnTo>
                    <a:pt x="88495" y="23920"/>
                  </a:lnTo>
                  <a:lnTo>
                    <a:pt x="82926" y="27308"/>
                  </a:lnTo>
                  <a:lnTo>
                    <a:pt x="73369" y="30773"/>
                  </a:lnTo>
                  <a:lnTo>
                    <a:pt x="64866" y="32775"/>
                  </a:lnTo>
                  <a:lnTo>
                    <a:pt x="53654" y="34314"/>
                  </a:lnTo>
                  <a:lnTo>
                    <a:pt x="26506" y="37058"/>
                  </a:lnTo>
                  <a:lnTo>
                    <a:pt x="4292" y="39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655006" y="2434545"/>
              <a:ext cx="32906" cy="82886"/>
            </a:xfrm>
            <a:custGeom>
              <a:avLst/>
              <a:pathLst>
                <a:path w="32906" h="82886">
                  <a:moveTo>
                    <a:pt x="0" y="2242"/>
                  </a:moveTo>
                  <a:lnTo>
                    <a:pt x="23103" y="0"/>
                  </a:lnTo>
                  <a:lnTo>
                    <a:pt x="32906" y="81645"/>
                  </a:lnTo>
                  <a:lnTo>
                    <a:pt x="20918" y="82886"/>
                  </a:lnTo>
                  <a:lnTo>
                    <a:pt x="8874" y="8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13065" y="2224332"/>
              <a:ext cx="37562" cy="73992"/>
            </a:xfrm>
            <a:custGeom>
              <a:avLst/>
              <a:pathLst>
                <a:path w="37562" h="73992">
                  <a:moveTo>
                    <a:pt x="12428" y="0"/>
                  </a:moveTo>
                  <a:lnTo>
                    <a:pt x="34401" y="4465"/>
                  </a:lnTo>
                  <a:lnTo>
                    <a:pt x="37562" y="9932"/>
                  </a:lnTo>
                  <a:lnTo>
                    <a:pt x="24393" y="73992"/>
                  </a:lnTo>
                  <a:lnTo>
                    <a:pt x="0" y="6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72559" y="2220858"/>
              <a:ext cx="31473" cy="60884"/>
            </a:xfrm>
            <a:custGeom>
              <a:avLst/>
              <a:pathLst>
                <a:path w="31473" h="60884">
                  <a:moveTo>
                    <a:pt x="722" y="1478"/>
                  </a:moveTo>
                  <a:lnTo>
                    <a:pt x="11016" y="0"/>
                  </a:lnTo>
                  <a:lnTo>
                    <a:pt x="15351" y="32153"/>
                  </a:lnTo>
                  <a:lnTo>
                    <a:pt x="24832" y="30859"/>
                  </a:lnTo>
                  <a:lnTo>
                    <a:pt x="26342" y="36849"/>
                  </a:lnTo>
                  <a:lnTo>
                    <a:pt x="28414" y="41472"/>
                  </a:lnTo>
                  <a:lnTo>
                    <a:pt x="31473" y="57735"/>
                  </a:lnTo>
                  <a:lnTo>
                    <a:pt x="7123" y="60884"/>
                  </a:lnTo>
                  <a:lnTo>
                    <a:pt x="0" y="14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40045" y="2232295"/>
              <a:ext cx="39034" cy="84884"/>
            </a:xfrm>
            <a:custGeom>
              <a:avLst/>
              <a:pathLst>
                <a:path w="39034" h="84884">
                  <a:moveTo>
                    <a:pt x="15872" y="0"/>
                  </a:moveTo>
                  <a:lnTo>
                    <a:pt x="39034" y="4070"/>
                  </a:lnTo>
                  <a:lnTo>
                    <a:pt x="24105" y="84884"/>
                  </a:lnTo>
                  <a:lnTo>
                    <a:pt x="0" y="79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39409" y="2230254"/>
              <a:ext cx="33789" cy="51693"/>
            </a:xfrm>
            <a:custGeom>
              <a:avLst/>
              <a:pathLst>
                <a:path w="33789" h="51693">
                  <a:moveTo>
                    <a:pt x="0" y="51693"/>
                  </a:moveTo>
                  <a:lnTo>
                    <a:pt x="1729" y="34272"/>
                  </a:lnTo>
                  <a:lnTo>
                    <a:pt x="3384" y="26418"/>
                  </a:lnTo>
                  <a:lnTo>
                    <a:pt x="5642" y="22260"/>
                  </a:lnTo>
                  <a:lnTo>
                    <a:pt x="7097" y="10350"/>
                  </a:lnTo>
                  <a:lnTo>
                    <a:pt x="10537" y="2106"/>
                  </a:lnTo>
                  <a:lnTo>
                    <a:pt x="26162" y="0"/>
                  </a:lnTo>
                  <a:lnTo>
                    <a:pt x="33789" y="48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56085" y="2265640"/>
              <a:ext cx="53662" cy="38805"/>
            </a:xfrm>
            <a:custGeom>
              <a:avLst/>
              <a:pathLst>
                <a:path w="53662" h="38805">
                  <a:moveTo>
                    <a:pt x="5576" y="0"/>
                  </a:moveTo>
                  <a:lnTo>
                    <a:pt x="53662" y="8623"/>
                  </a:lnTo>
                  <a:lnTo>
                    <a:pt x="48319" y="38805"/>
                  </a:lnTo>
                  <a:lnTo>
                    <a:pt x="0" y="30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477167" y="2450509"/>
              <a:ext cx="33875" cy="55895"/>
            </a:xfrm>
            <a:custGeom>
              <a:avLst/>
              <a:pathLst>
                <a:path w="33875" h="55895">
                  <a:moveTo>
                    <a:pt x="0" y="51141"/>
                  </a:moveTo>
                  <a:lnTo>
                    <a:pt x="10216" y="0"/>
                  </a:lnTo>
                  <a:lnTo>
                    <a:pt x="33875" y="4013"/>
                  </a:lnTo>
                  <a:lnTo>
                    <a:pt x="23981" y="55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452378" y="2337910"/>
              <a:ext cx="26029" cy="32745"/>
            </a:xfrm>
            <a:custGeom>
              <a:avLst/>
              <a:pathLst>
                <a:path w="26029" h="32745">
                  <a:moveTo>
                    <a:pt x="0" y="28507"/>
                  </a:moveTo>
                  <a:lnTo>
                    <a:pt x="4891" y="0"/>
                  </a:lnTo>
                  <a:lnTo>
                    <a:pt x="26029" y="4103"/>
                  </a:lnTo>
                  <a:lnTo>
                    <a:pt x="20431" y="32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734330" y="2525259"/>
              <a:ext cx="31872" cy="31044"/>
            </a:xfrm>
            <a:custGeom>
              <a:avLst/>
              <a:pathLst>
                <a:path w="31872" h="31044">
                  <a:moveTo>
                    <a:pt x="2889" y="8826"/>
                  </a:moveTo>
                  <a:lnTo>
                    <a:pt x="5504" y="6097"/>
                  </a:lnTo>
                  <a:lnTo>
                    <a:pt x="16942" y="0"/>
                  </a:lnTo>
                  <a:lnTo>
                    <a:pt x="31872" y="27009"/>
                  </a:lnTo>
                  <a:lnTo>
                    <a:pt x="25310" y="31044"/>
                  </a:lnTo>
                  <a:lnTo>
                    <a:pt x="0" y="2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588059" y="2318562"/>
              <a:ext cx="21672" cy="30209"/>
            </a:xfrm>
            <a:custGeom>
              <a:avLst/>
              <a:pathLst>
                <a:path w="21672" h="30209">
                  <a:moveTo>
                    <a:pt x="16615" y="892"/>
                  </a:moveTo>
                  <a:lnTo>
                    <a:pt x="18448" y="2858"/>
                  </a:lnTo>
                  <a:lnTo>
                    <a:pt x="21672" y="27871"/>
                  </a:lnTo>
                  <a:lnTo>
                    <a:pt x="3844" y="30209"/>
                  </a:lnTo>
                  <a:lnTo>
                    <a:pt x="0" y="4496"/>
                  </a:lnTo>
                  <a:lnTo>
                    <a:pt x="361" y="800"/>
                  </a:lnTo>
                  <a:lnTo>
                    <a:pt x="6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570649" y="2325830"/>
              <a:ext cx="22827" cy="73730"/>
            </a:xfrm>
            <a:custGeom>
              <a:avLst/>
              <a:pathLst>
                <a:path w="22827" h="73730">
                  <a:moveTo>
                    <a:pt x="13617" y="0"/>
                  </a:moveTo>
                  <a:lnTo>
                    <a:pt x="22827" y="73730"/>
                  </a:lnTo>
                  <a:lnTo>
                    <a:pt x="0" y="70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08384" y="2297011"/>
              <a:ext cx="28453" cy="27353"/>
            </a:xfrm>
            <a:custGeom>
              <a:avLst/>
              <a:pathLst>
                <a:path w="28453" h="27353">
                  <a:moveTo>
                    <a:pt x="0" y="22913"/>
                  </a:moveTo>
                  <a:lnTo>
                    <a:pt x="4093" y="0"/>
                  </a:lnTo>
                  <a:lnTo>
                    <a:pt x="28453" y="4670"/>
                  </a:lnTo>
                  <a:lnTo>
                    <a:pt x="24118" y="27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902" y="2199545"/>
              <a:ext cx="36120" cy="26239"/>
            </a:xfrm>
            <a:custGeom>
              <a:avLst/>
              <a:pathLst>
                <a:path w="36120" h="26239">
                  <a:moveTo>
                    <a:pt x="0" y="20018"/>
                  </a:moveTo>
                  <a:lnTo>
                    <a:pt x="4334" y="0"/>
                  </a:lnTo>
                  <a:lnTo>
                    <a:pt x="36120" y="5666"/>
                  </a:lnTo>
                  <a:lnTo>
                    <a:pt x="32147" y="2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27914" y="2403525"/>
              <a:ext cx="55929" cy="30613"/>
            </a:xfrm>
            <a:custGeom>
              <a:avLst/>
              <a:pathLst>
                <a:path w="55929" h="30613">
                  <a:moveTo>
                    <a:pt x="0" y="20338"/>
                  </a:moveTo>
                  <a:lnTo>
                    <a:pt x="4161" y="0"/>
                  </a:lnTo>
                  <a:lnTo>
                    <a:pt x="55929" y="10655"/>
                  </a:lnTo>
                  <a:lnTo>
                    <a:pt x="51775" y="3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280833" y="2416628"/>
              <a:ext cx="90903" cy="63118"/>
            </a:xfrm>
            <a:custGeom>
              <a:avLst/>
              <a:pathLst>
                <a:path w="90903" h="63118">
                  <a:moveTo>
                    <a:pt x="0" y="45457"/>
                  </a:moveTo>
                  <a:lnTo>
                    <a:pt x="9752" y="0"/>
                  </a:lnTo>
                  <a:lnTo>
                    <a:pt x="90903" y="14906"/>
                  </a:lnTo>
                  <a:lnTo>
                    <a:pt x="81951" y="6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264197" y="2244551"/>
              <a:ext cx="49197" cy="23916"/>
            </a:xfrm>
            <a:custGeom>
              <a:avLst/>
              <a:pathLst>
                <a:path w="49197" h="23916">
                  <a:moveTo>
                    <a:pt x="2112" y="0"/>
                  </a:moveTo>
                  <a:lnTo>
                    <a:pt x="49197" y="8215"/>
                  </a:lnTo>
                  <a:lnTo>
                    <a:pt x="46332" y="23916"/>
                  </a:lnTo>
                  <a:lnTo>
                    <a:pt x="0" y="15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636097" y="2283496"/>
              <a:ext cx="71116" cy="32636"/>
            </a:xfrm>
            <a:custGeom>
              <a:avLst/>
              <a:pathLst>
                <a:path w="71116" h="32636">
                  <a:moveTo>
                    <a:pt x="2275" y="32636"/>
                  </a:moveTo>
                  <a:lnTo>
                    <a:pt x="0" y="7391"/>
                  </a:lnTo>
                  <a:lnTo>
                    <a:pt x="67123" y="0"/>
                  </a:lnTo>
                  <a:lnTo>
                    <a:pt x="71116" y="23859"/>
                  </a:lnTo>
                  <a:lnTo>
                    <a:pt x="69881" y="24491"/>
                  </a:lnTo>
                  <a:lnTo>
                    <a:pt x="37674" y="29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48183" y="2301714"/>
              <a:ext cx="54490" cy="41998"/>
            </a:xfrm>
            <a:custGeom>
              <a:avLst/>
              <a:pathLst>
                <a:path w="54490" h="41998">
                  <a:moveTo>
                    <a:pt x="7172" y="0"/>
                  </a:moveTo>
                  <a:lnTo>
                    <a:pt x="54490" y="8505"/>
                  </a:lnTo>
                  <a:lnTo>
                    <a:pt x="48469" y="41998"/>
                  </a:lnTo>
                  <a:lnTo>
                    <a:pt x="0" y="3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03488" y="2321823"/>
              <a:ext cx="29827" cy="26859"/>
            </a:xfrm>
            <a:custGeom>
              <a:avLst/>
              <a:pathLst>
                <a:path w="29827" h="26859">
                  <a:moveTo>
                    <a:pt x="4317" y="0"/>
                  </a:moveTo>
                  <a:lnTo>
                    <a:pt x="29827" y="4080"/>
                  </a:lnTo>
                  <a:lnTo>
                    <a:pt x="23314" y="26859"/>
                  </a:lnTo>
                  <a:lnTo>
                    <a:pt x="0" y="22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32680" y="2318197"/>
              <a:ext cx="29983" cy="36858"/>
            </a:xfrm>
            <a:custGeom>
              <a:avLst/>
              <a:pathLst>
                <a:path w="29983" h="36858">
                  <a:moveTo>
                    <a:pt x="6471" y="0"/>
                  </a:moveTo>
                  <a:lnTo>
                    <a:pt x="29983" y="4809"/>
                  </a:lnTo>
                  <a:lnTo>
                    <a:pt x="24352" y="36858"/>
                  </a:lnTo>
                  <a:lnTo>
                    <a:pt x="0" y="31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644498" y="2350121"/>
              <a:ext cx="33351" cy="84271"/>
            </a:xfrm>
            <a:custGeom>
              <a:avLst/>
              <a:pathLst>
                <a:path w="33351" h="84271">
                  <a:moveTo>
                    <a:pt x="10531" y="84271"/>
                  </a:moveTo>
                  <a:lnTo>
                    <a:pt x="0" y="2271"/>
                  </a:lnTo>
                  <a:lnTo>
                    <a:pt x="23365" y="0"/>
                  </a:lnTo>
                  <a:lnTo>
                    <a:pt x="33351" y="81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355221" y="2380857"/>
              <a:ext cx="65919" cy="51893"/>
            </a:xfrm>
            <a:custGeom>
              <a:avLst/>
              <a:pathLst>
                <a:path w="65919" h="51893">
                  <a:moveTo>
                    <a:pt x="3431" y="0"/>
                  </a:moveTo>
                  <a:lnTo>
                    <a:pt x="65919" y="12811"/>
                  </a:lnTo>
                  <a:lnTo>
                    <a:pt x="59277" y="51893"/>
                  </a:lnTo>
                  <a:lnTo>
                    <a:pt x="16073" y="43609"/>
                  </a:lnTo>
                  <a:lnTo>
                    <a:pt x="18481" y="28272"/>
                  </a:lnTo>
                  <a:lnTo>
                    <a:pt x="36842" y="30921"/>
                  </a:lnTo>
                  <a:lnTo>
                    <a:pt x="38130" y="25909"/>
                  </a:lnTo>
                  <a:lnTo>
                    <a:pt x="0" y="18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677108" y="2375918"/>
              <a:ext cx="32106" cy="78535"/>
            </a:xfrm>
            <a:custGeom>
              <a:avLst/>
              <a:pathLst>
                <a:path w="32106" h="78535">
                  <a:moveTo>
                    <a:pt x="9195" y="78535"/>
                  </a:moveTo>
                  <a:lnTo>
                    <a:pt x="0" y="3064"/>
                  </a:lnTo>
                  <a:lnTo>
                    <a:pt x="23843" y="0"/>
                  </a:lnTo>
                  <a:lnTo>
                    <a:pt x="32106" y="68839"/>
                  </a:lnTo>
                  <a:lnTo>
                    <a:pt x="19570" y="76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7502" y="2395173"/>
              <a:ext cx="61902" cy="41817"/>
            </a:xfrm>
            <a:custGeom>
              <a:avLst/>
              <a:pathLst>
                <a:path w="61902" h="41817">
                  <a:moveTo>
                    <a:pt x="2062" y="0"/>
                  </a:moveTo>
                  <a:lnTo>
                    <a:pt x="61902" y="11641"/>
                  </a:lnTo>
                  <a:lnTo>
                    <a:pt x="56460" y="41817"/>
                  </a:lnTo>
                  <a:lnTo>
                    <a:pt x="46075" y="39815"/>
                  </a:lnTo>
                  <a:lnTo>
                    <a:pt x="47257" y="32726"/>
                  </a:lnTo>
                  <a:lnTo>
                    <a:pt x="0" y="23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687655" y="2425663"/>
              <a:ext cx="78710" cy="58947"/>
            </a:xfrm>
            <a:custGeom>
              <a:avLst/>
              <a:pathLst>
                <a:path w="78710" h="58947">
                  <a:moveTo>
                    <a:pt x="0" y="34308"/>
                  </a:moveTo>
                  <a:lnTo>
                    <a:pt x="12225" y="30925"/>
                  </a:lnTo>
                  <a:lnTo>
                    <a:pt x="67184" y="0"/>
                  </a:lnTo>
                  <a:lnTo>
                    <a:pt x="78710" y="21569"/>
                  </a:lnTo>
                  <a:lnTo>
                    <a:pt x="47618" y="39175"/>
                  </a:lnTo>
                  <a:lnTo>
                    <a:pt x="31063" y="48785"/>
                  </a:lnTo>
                  <a:lnTo>
                    <a:pt x="22334" y="53404"/>
                  </a:lnTo>
                  <a:lnTo>
                    <a:pt x="14147" y="56853"/>
                  </a:lnTo>
                  <a:lnTo>
                    <a:pt x="3431" y="58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373797" y="2431336"/>
              <a:ext cx="108873" cy="41568"/>
            </a:xfrm>
            <a:custGeom>
              <a:avLst/>
              <a:pathLst>
                <a:path w="108873" h="41568">
                  <a:moveTo>
                    <a:pt x="0" y="19823"/>
                  </a:moveTo>
                  <a:lnTo>
                    <a:pt x="3263" y="0"/>
                  </a:lnTo>
                  <a:lnTo>
                    <a:pt x="108873" y="20901"/>
                  </a:lnTo>
                  <a:lnTo>
                    <a:pt x="104059" y="41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221586" y="2429026"/>
              <a:ext cx="56838" cy="32899"/>
            </a:xfrm>
            <a:custGeom>
              <a:avLst/>
              <a:pathLst>
                <a:path w="56838" h="32899">
                  <a:moveTo>
                    <a:pt x="0" y="19787"/>
                  </a:moveTo>
                  <a:lnTo>
                    <a:pt x="4856" y="0"/>
                  </a:lnTo>
                  <a:lnTo>
                    <a:pt x="56838" y="11741"/>
                  </a:lnTo>
                  <a:lnTo>
                    <a:pt x="52921" y="32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665397" y="2522189"/>
              <a:ext cx="27503" cy="25760"/>
            </a:xfrm>
            <a:custGeom>
              <a:avLst/>
              <a:pathLst>
                <a:path w="27503" h="25760">
                  <a:moveTo>
                    <a:pt x="0" y="2753"/>
                  </a:moveTo>
                  <a:lnTo>
                    <a:pt x="23538" y="0"/>
                  </a:lnTo>
                  <a:lnTo>
                    <a:pt x="27503" y="25760"/>
                  </a:lnTo>
                  <a:lnTo>
                    <a:pt x="1398" y="19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91906" y="2452903"/>
              <a:ext cx="89119" cy="61424"/>
            </a:xfrm>
            <a:custGeom>
              <a:avLst/>
              <a:pathLst>
                <a:path w="89119" h="61424">
                  <a:moveTo>
                    <a:pt x="30160" y="54526"/>
                  </a:moveTo>
                  <a:lnTo>
                    <a:pt x="16194" y="59207"/>
                  </a:lnTo>
                  <a:lnTo>
                    <a:pt x="3551" y="61424"/>
                  </a:lnTo>
                  <a:lnTo>
                    <a:pt x="0" y="37592"/>
                  </a:lnTo>
                  <a:lnTo>
                    <a:pt x="19414" y="33434"/>
                  </a:lnTo>
                  <a:lnTo>
                    <a:pt x="77878" y="0"/>
                  </a:lnTo>
                  <a:lnTo>
                    <a:pt x="89119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69169" y="2456583"/>
              <a:ext cx="106426" cy="42791"/>
            </a:xfrm>
            <a:custGeom>
              <a:avLst/>
              <a:pathLst>
                <a:path w="106426" h="42791">
                  <a:moveTo>
                    <a:pt x="0" y="19787"/>
                  </a:moveTo>
                  <a:lnTo>
                    <a:pt x="4251" y="0"/>
                  </a:lnTo>
                  <a:lnTo>
                    <a:pt x="106426" y="22744"/>
                  </a:lnTo>
                  <a:lnTo>
                    <a:pt x="103007" y="4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649382" y="2198156"/>
              <a:ext cx="18049" cy="31066"/>
            </a:xfrm>
            <a:custGeom>
              <a:avLst/>
              <a:pathLst>
                <a:path w="18049" h="31066">
                  <a:moveTo>
                    <a:pt x="13805" y="0"/>
                  </a:moveTo>
                  <a:lnTo>
                    <a:pt x="18049" y="29473"/>
                  </a:lnTo>
                  <a:lnTo>
                    <a:pt x="0" y="31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24346" y="2421405"/>
              <a:ext cx="59471" cy="24945"/>
            </a:xfrm>
            <a:custGeom>
              <a:avLst/>
              <a:pathLst>
                <a:path w="59471" h="24945">
                  <a:moveTo>
                    <a:pt x="59471" y="18331"/>
                  </a:moveTo>
                  <a:lnTo>
                    <a:pt x="58472" y="24945"/>
                  </a:lnTo>
                  <a:lnTo>
                    <a:pt x="51400" y="23504"/>
                  </a:lnTo>
                  <a:lnTo>
                    <a:pt x="45653" y="22332"/>
                  </a:lnTo>
                  <a:lnTo>
                    <a:pt x="44951" y="21860"/>
                  </a:lnTo>
                  <a:lnTo>
                    <a:pt x="43761" y="21638"/>
                  </a:lnTo>
                  <a:lnTo>
                    <a:pt x="34660" y="19942"/>
                  </a:lnTo>
                  <a:lnTo>
                    <a:pt x="22012" y="17584"/>
                  </a:lnTo>
                  <a:lnTo>
                    <a:pt x="0" y="13481"/>
                  </a:lnTo>
                  <a:lnTo>
                    <a:pt x="1862" y="0"/>
                  </a:lnTo>
                  <a:lnTo>
                    <a:pt x="24529" y="4689"/>
                  </a:lnTo>
                  <a:lnTo>
                    <a:pt x="36690" y="7205"/>
                  </a:lnTo>
                  <a:lnTo>
                    <a:pt x="46891" y="9315"/>
                  </a:lnTo>
                  <a:lnTo>
                    <a:pt x="46853" y="9556"/>
                  </a:lnTo>
                  <a:lnTo>
                    <a:pt x="45935" y="15493"/>
                  </a:lnTo>
                  <a:lnTo>
                    <a:pt x="46587" y="15651"/>
                  </a:lnTo>
                  <a:lnTo>
                    <a:pt x="52864" y="1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712197" y="2400394"/>
              <a:ext cx="38086" cy="40069"/>
            </a:xfrm>
            <a:custGeom>
              <a:avLst/>
              <a:pathLst>
                <a:path w="38086" h="40069">
                  <a:moveTo>
                    <a:pt x="0" y="11926"/>
                  </a:moveTo>
                  <a:lnTo>
                    <a:pt x="27044" y="0"/>
                  </a:lnTo>
                  <a:lnTo>
                    <a:pt x="38086" y="19645"/>
                  </a:lnTo>
                  <a:lnTo>
                    <a:pt x="3143" y="40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706517" y="2370550"/>
              <a:ext cx="32114" cy="35630"/>
            </a:xfrm>
            <a:custGeom>
              <a:avLst/>
              <a:pathLst>
                <a:path w="32114" h="35630">
                  <a:moveTo>
                    <a:pt x="0" y="4647"/>
                  </a:moveTo>
                  <a:lnTo>
                    <a:pt x="13143" y="2780"/>
                  </a:lnTo>
                  <a:lnTo>
                    <a:pt x="18949" y="0"/>
                  </a:lnTo>
                  <a:lnTo>
                    <a:pt x="32114" y="25448"/>
                  </a:lnTo>
                  <a:lnTo>
                    <a:pt x="3612" y="35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350114" y="2403917"/>
              <a:ext cx="22136" cy="20511"/>
            </a:xfrm>
            <a:custGeom>
              <a:avLst/>
              <a:pathLst>
                <a:path w="22136" h="20511">
                  <a:moveTo>
                    <a:pt x="3173" y="0"/>
                  </a:moveTo>
                  <a:lnTo>
                    <a:pt x="22136" y="4527"/>
                  </a:lnTo>
                  <a:lnTo>
                    <a:pt x="19879" y="20511"/>
                  </a:lnTo>
                  <a:lnTo>
                    <a:pt x="0" y="16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730656" y="2504870"/>
              <a:ext cx="19893" cy="25580"/>
            </a:xfrm>
            <a:custGeom>
              <a:avLst/>
              <a:pathLst>
                <a:path w="19893" h="25580">
                  <a:moveTo>
                    <a:pt x="8214" y="0"/>
                  </a:moveTo>
                  <a:lnTo>
                    <a:pt x="19893" y="19464"/>
                  </a:lnTo>
                  <a:lnTo>
                    <a:pt x="8730" y="25580"/>
                  </a:lnTo>
                  <a:lnTo>
                    <a:pt x="0" y="9274"/>
                  </a:lnTo>
                  <a:lnTo>
                    <a:pt x="1231" y="3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072552" y="2166816"/>
              <a:ext cx="223107" cy="281517"/>
            </a:xfrm>
            <a:custGeom>
              <a:avLst/>
              <a:pathLst>
                <a:path w="223107" h="281517">
                  <a:moveTo>
                    <a:pt x="143032" y="281517"/>
                  </a:moveTo>
                  <a:lnTo>
                    <a:pt x="0" y="254922"/>
                  </a:lnTo>
                  <a:lnTo>
                    <a:pt x="7299" y="208763"/>
                  </a:lnTo>
                  <a:lnTo>
                    <a:pt x="17827" y="156059"/>
                  </a:lnTo>
                  <a:lnTo>
                    <a:pt x="33697" y="64721"/>
                  </a:lnTo>
                  <a:lnTo>
                    <a:pt x="40801" y="29488"/>
                  </a:lnTo>
                  <a:lnTo>
                    <a:pt x="48928" y="18955"/>
                  </a:lnTo>
                  <a:lnTo>
                    <a:pt x="60968" y="7006"/>
                  </a:lnTo>
                  <a:lnTo>
                    <a:pt x="74814" y="969"/>
                  </a:lnTo>
                  <a:lnTo>
                    <a:pt x="90616" y="0"/>
                  </a:lnTo>
                  <a:lnTo>
                    <a:pt x="175643" y="13982"/>
                  </a:lnTo>
                  <a:lnTo>
                    <a:pt x="184861" y="49384"/>
                  </a:lnTo>
                  <a:lnTo>
                    <a:pt x="191531" y="51505"/>
                  </a:lnTo>
                  <a:lnTo>
                    <a:pt x="185595" y="90762"/>
                  </a:lnTo>
                  <a:lnTo>
                    <a:pt x="168107" y="170780"/>
                  </a:lnTo>
                  <a:lnTo>
                    <a:pt x="170667" y="171379"/>
                  </a:lnTo>
                  <a:lnTo>
                    <a:pt x="223107" y="183640"/>
                  </a:lnTo>
                  <a:lnTo>
                    <a:pt x="212373" y="241653"/>
                  </a:lnTo>
                  <a:lnTo>
                    <a:pt x="159975" y="231519"/>
                  </a:lnTo>
                  <a:lnTo>
                    <a:pt x="153308" y="230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488577" y="2348112"/>
              <a:ext cx="46731" cy="102685"/>
            </a:xfrm>
            <a:custGeom>
              <a:avLst/>
              <a:pathLst>
                <a:path w="46731" h="102685">
                  <a:moveTo>
                    <a:pt x="0" y="98255"/>
                  </a:moveTo>
                  <a:lnTo>
                    <a:pt x="18918" y="0"/>
                  </a:lnTo>
                  <a:lnTo>
                    <a:pt x="46731" y="6005"/>
                  </a:lnTo>
                  <a:lnTo>
                    <a:pt x="23466" y="102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475242" y="2342752"/>
              <a:ext cx="26012" cy="32430"/>
            </a:xfrm>
            <a:custGeom>
              <a:avLst/>
              <a:pathLst>
                <a:path w="26012" h="32430">
                  <a:moveTo>
                    <a:pt x="0" y="28761"/>
                  </a:moveTo>
                  <a:lnTo>
                    <a:pt x="4700" y="0"/>
                  </a:lnTo>
                  <a:lnTo>
                    <a:pt x="26012" y="4619"/>
                  </a:lnTo>
                  <a:lnTo>
                    <a:pt x="20955" y="32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66490" y="2215655"/>
              <a:ext cx="51443" cy="34813"/>
            </a:xfrm>
            <a:custGeom>
              <a:avLst/>
              <a:pathLst>
                <a:path w="51443" h="34813">
                  <a:moveTo>
                    <a:pt x="51443" y="8212"/>
                  </a:moveTo>
                  <a:lnTo>
                    <a:pt x="47982" y="34813"/>
                  </a:lnTo>
                  <a:lnTo>
                    <a:pt x="0" y="26062"/>
                  </a:lnTo>
                  <a:lnTo>
                    <a:pt x="3135" y="0"/>
                  </a:lnTo>
                  <a:lnTo>
                    <a:pt x="26285" y="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719440" y="2517051"/>
              <a:ext cx="16936" cy="33700"/>
            </a:xfrm>
            <a:custGeom>
              <a:avLst/>
              <a:pathLst>
                <a:path w="16936" h="33700">
                  <a:moveTo>
                    <a:pt x="16756" y="9334"/>
                  </a:moveTo>
                  <a:lnTo>
                    <a:pt x="16936" y="17095"/>
                  </a:lnTo>
                  <a:lnTo>
                    <a:pt x="14775" y="17017"/>
                  </a:lnTo>
                  <a:lnTo>
                    <a:pt x="12990" y="33700"/>
                  </a:lnTo>
                  <a:lnTo>
                    <a:pt x="0" y="31537"/>
                  </a:lnTo>
                  <a:lnTo>
                    <a:pt x="5658" y="5666"/>
                  </a:lnTo>
                  <a:lnTo>
                    <a:pt x="8909" y="5851"/>
                  </a:lnTo>
                  <a:lnTo>
                    <a:pt x="9210" y="0"/>
                  </a:lnTo>
                  <a:lnTo>
                    <a:pt x="12040" y="246"/>
                  </a:lnTo>
                  <a:lnTo>
                    <a:pt x="12731" y="6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561273" y="2191766"/>
              <a:ext cx="82660" cy="154471"/>
            </a:xfrm>
            <a:custGeom>
              <a:avLst/>
              <a:pathLst>
                <a:path w="82660" h="154471">
                  <a:moveTo>
                    <a:pt x="4449" y="116345"/>
                  </a:moveTo>
                  <a:lnTo>
                    <a:pt x="0" y="115371"/>
                  </a:lnTo>
                  <a:lnTo>
                    <a:pt x="9110" y="65969"/>
                  </a:lnTo>
                  <a:lnTo>
                    <a:pt x="13419" y="37502"/>
                  </a:lnTo>
                  <a:lnTo>
                    <a:pt x="18230" y="13027"/>
                  </a:lnTo>
                  <a:lnTo>
                    <a:pt x="71327" y="6190"/>
                  </a:lnTo>
                  <a:lnTo>
                    <a:pt x="78377" y="865"/>
                  </a:lnTo>
                  <a:lnTo>
                    <a:pt x="82660" y="0"/>
                  </a:lnTo>
                  <a:lnTo>
                    <a:pt x="77314" y="35448"/>
                  </a:lnTo>
                  <a:lnTo>
                    <a:pt x="76690" y="43970"/>
                  </a:lnTo>
                  <a:lnTo>
                    <a:pt x="77615" y="48141"/>
                  </a:lnTo>
                  <a:lnTo>
                    <a:pt x="70992" y="65541"/>
                  </a:lnTo>
                  <a:lnTo>
                    <a:pt x="61586" y="100651"/>
                  </a:lnTo>
                  <a:lnTo>
                    <a:pt x="64596" y="101729"/>
                  </a:lnTo>
                  <a:lnTo>
                    <a:pt x="67606" y="128292"/>
                  </a:lnTo>
                  <a:lnTo>
                    <a:pt x="70010" y="152715"/>
                  </a:lnTo>
                  <a:lnTo>
                    <a:pt x="53459" y="154471"/>
                  </a:lnTo>
                  <a:lnTo>
                    <a:pt x="48688" y="125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542209" y="2311741"/>
              <a:ext cx="37772" cy="83340"/>
            </a:xfrm>
            <a:custGeom>
              <a:avLst/>
              <a:pathLst>
                <a:path w="37772" h="83340">
                  <a:moveTo>
                    <a:pt x="22910" y="991"/>
                  </a:moveTo>
                  <a:lnTo>
                    <a:pt x="37772" y="4453"/>
                  </a:lnTo>
                  <a:lnTo>
                    <a:pt x="23340" y="83340"/>
                  </a:lnTo>
                  <a:lnTo>
                    <a:pt x="0" y="79549"/>
                  </a:lnTo>
                  <a:lnTo>
                    <a:pt x="3913" y="61550"/>
                  </a:lnTo>
                  <a:lnTo>
                    <a:pt x="15531" y="14551"/>
                  </a:lnTo>
                  <a:lnTo>
                    <a:pt x="182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912710" y="2163998"/>
              <a:ext cx="51160" cy="66701"/>
            </a:xfrm>
            <a:custGeom>
              <a:avLst/>
              <a:pathLst>
                <a:path w="51160" h="66701">
                  <a:moveTo>
                    <a:pt x="11683" y="24199"/>
                  </a:moveTo>
                  <a:lnTo>
                    <a:pt x="8433" y="20134"/>
                  </a:lnTo>
                  <a:lnTo>
                    <a:pt x="4098" y="16808"/>
                  </a:lnTo>
                  <a:lnTo>
                    <a:pt x="0" y="14751"/>
                  </a:lnTo>
                  <a:lnTo>
                    <a:pt x="8352" y="0"/>
                  </a:lnTo>
                  <a:lnTo>
                    <a:pt x="13454" y="2032"/>
                  </a:lnTo>
                  <a:lnTo>
                    <a:pt x="22334" y="10471"/>
                  </a:lnTo>
                  <a:lnTo>
                    <a:pt x="26849" y="15460"/>
                  </a:lnTo>
                  <a:lnTo>
                    <a:pt x="32487" y="22775"/>
                  </a:lnTo>
                  <a:lnTo>
                    <a:pt x="51160" y="58466"/>
                  </a:lnTo>
                  <a:lnTo>
                    <a:pt x="37329" y="66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864014" y="2157637"/>
              <a:ext cx="55927" cy="22546"/>
            </a:xfrm>
            <a:custGeom>
              <a:avLst/>
              <a:pathLst>
                <a:path w="55927" h="22546">
                  <a:moveTo>
                    <a:pt x="55927" y="4126"/>
                  </a:moveTo>
                  <a:lnTo>
                    <a:pt x="46837" y="20634"/>
                  </a:lnTo>
                  <a:lnTo>
                    <a:pt x="37987" y="18909"/>
                  </a:lnTo>
                  <a:lnTo>
                    <a:pt x="26248" y="19833"/>
                  </a:lnTo>
                  <a:lnTo>
                    <a:pt x="10465" y="22546"/>
                  </a:lnTo>
                  <a:lnTo>
                    <a:pt x="0" y="3789"/>
                  </a:lnTo>
                  <a:lnTo>
                    <a:pt x="11559" y="2463"/>
                  </a:lnTo>
                  <a:lnTo>
                    <a:pt x="24442" y="492"/>
                  </a:lnTo>
                  <a:lnTo>
                    <a:pt x="34556" y="0"/>
                  </a:lnTo>
                  <a:lnTo>
                    <a:pt x="43757" y="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834035" y="2163057"/>
              <a:ext cx="53518" cy="58039"/>
            </a:xfrm>
            <a:custGeom>
              <a:avLst/>
              <a:pathLst>
                <a:path w="53518" h="58039">
                  <a:moveTo>
                    <a:pt x="34788" y="58039"/>
                  </a:moveTo>
                  <a:lnTo>
                    <a:pt x="0" y="2402"/>
                  </a:lnTo>
                  <a:lnTo>
                    <a:pt x="24080" y="0"/>
                  </a:lnTo>
                  <a:lnTo>
                    <a:pt x="53518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2718901" y="2174169"/>
              <a:ext cx="72976" cy="34062"/>
            </a:xfrm>
            <a:custGeom>
              <a:avLst/>
              <a:pathLst>
                <a:path w="72976" h="34062">
                  <a:moveTo>
                    <a:pt x="0" y="10435"/>
                  </a:moveTo>
                  <a:lnTo>
                    <a:pt x="65210" y="0"/>
                  </a:lnTo>
                  <a:lnTo>
                    <a:pt x="72976" y="19649"/>
                  </a:lnTo>
                  <a:lnTo>
                    <a:pt x="65270" y="24207"/>
                  </a:lnTo>
                  <a:lnTo>
                    <a:pt x="58768" y="26178"/>
                  </a:lnTo>
                  <a:lnTo>
                    <a:pt x="25357" y="31783"/>
                  </a:lnTo>
                  <a:lnTo>
                    <a:pt x="2902" y="3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2973305" y="2258575"/>
              <a:ext cx="39205" cy="49812"/>
            </a:xfrm>
            <a:custGeom>
              <a:avLst/>
              <a:pathLst>
                <a:path w="39205" h="49812">
                  <a:moveTo>
                    <a:pt x="0" y="9008"/>
                  </a:moveTo>
                  <a:lnTo>
                    <a:pt x="15802" y="0"/>
                  </a:lnTo>
                  <a:lnTo>
                    <a:pt x="39205" y="40114"/>
                  </a:lnTo>
                  <a:lnTo>
                    <a:pt x="22667" y="49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2897589" y="2258481"/>
              <a:ext cx="31831" cy="36649"/>
            </a:xfrm>
            <a:custGeom>
              <a:avLst/>
              <a:pathLst>
                <a:path w="31831" h="36649">
                  <a:moveTo>
                    <a:pt x="14839" y="36649"/>
                  </a:moveTo>
                  <a:lnTo>
                    <a:pt x="0" y="9655"/>
                  </a:lnTo>
                  <a:lnTo>
                    <a:pt x="17563" y="0"/>
                  </a:lnTo>
                  <a:lnTo>
                    <a:pt x="31831" y="27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2768872" y="2269207"/>
              <a:ext cx="86276" cy="62894"/>
            </a:xfrm>
            <a:custGeom>
              <a:avLst/>
              <a:pathLst>
                <a:path w="86276" h="62894">
                  <a:moveTo>
                    <a:pt x="0" y="42609"/>
                  </a:moveTo>
                  <a:lnTo>
                    <a:pt x="74144" y="0"/>
                  </a:lnTo>
                  <a:lnTo>
                    <a:pt x="86276" y="19916"/>
                  </a:lnTo>
                  <a:lnTo>
                    <a:pt x="11201" y="62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2915203" y="2271025"/>
              <a:ext cx="60708" cy="43854"/>
            </a:xfrm>
            <a:custGeom>
              <a:avLst/>
              <a:pathLst>
                <a:path w="60708" h="43854">
                  <a:moveTo>
                    <a:pt x="9109" y="43854"/>
                  </a:moveTo>
                  <a:lnTo>
                    <a:pt x="0" y="28081"/>
                  </a:lnTo>
                  <a:lnTo>
                    <a:pt x="51100" y="0"/>
                  </a:lnTo>
                  <a:lnTo>
                    <a:pt x="60708" y="16613"/>
                  </a:lnTo>
                  <a:lnTo>
                    <a:pt x="28672" y="3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945692" y="2322241"/>
              <a:ext cx="62458" cy="48209"/>
            </a:xfrm>
            <a:custGeom>
              <a:avLst/>
              <a:pathLst>
                <a:path w="62458" h="48209">
                  <a:moveTo>
                    <a:pt x="11280" y="48209"/>
                  </a:moveTo>
                  <a:lnTo>
                    <a:pt x="0" y="28334"/>
                  </a:lnTo>
                  <a:lnTo>
                    <a:pt x="52073" y="0"/>
                  </a:lnTo>
                  <a:lnTo>
                    <a:pt x="62458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787091" y="2325554"/>
              <a:ext cx="44428" cy="51054"/>
            </a:xfrm>
            <a:custGeom>
              <a:avLst/>
              <a:pathLst>
                <a:path w="44428" h="51054">
                  <a:moveTo>
                    <a:pt x="0" y="13903"/>
                  </a:moveTo>
                  <a:lnTo>
                    <a:pt x="22978" y="0"/>
                  </a:lnTo>
                  <a:lnTo>
                    <a:pt x="44428" y="37792"/>
                  </a:lnTo>
                  <a:lnTo>
                    <a:pt x="20793" y="5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667454" y="2184764"/>
              <a:ext cx="52765" cy="30674"/>
            </a:xfrm>
            <a:custGeom>
              <a:avLst/>
              <a:pathLst>
                <a:path w="52765" h="30674">
                  <a:moveTo>
                    <a:pt x="0" y="7065"/>
                  </a:moveTo>
                  <a:lnTo>
                    <a:pt x="49815" y="0"/>
                  </a:lnTo>
                  <a:lnTo>
                    <a:pt x="52765" y="24022"/>
                  </a:lnTo>
                  <a:lnTo>
                    <a:pt x="4002" y="30674"/>
                  </a:lnTo>
                  <a:lnTo>
                    <a:pt x="2798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2870642" y="2195887"/>
              <a:ext cx="60117" cy="45089"/>
            </a:xfrm>
            <a:custGeom>
              <a:avLst/>
              <a:pathLst>
                <a:path w="60117" h="45089">
                  <a:moveTo>
                    <a:pt x="10801" y="45089"/>
                  </a:moveTo>
                  <a:lnTo>
                    <a:pt x="0" y="29436"/>
                  </a:lnTo>
                  <a:lnTo>
                    <a:pt x="51207" y="0"/>
                  </a:lnTo>
                  <a:lnTo>
                    <a:pt x="60117" y="1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2754550" y="2207302"/>
              <a:ext cx="57796" cy="83725"/>
            </a:xfrm>
            <a:custGeom>
              <a:avLst/>
              <a:pathLst>
                <a:path w="57796" h="83725">
                  <a:moveTo>
                    <a:pt x="37358" y="83725"/>
                  </a:moveTo>
                  <a:lnTo>
                    <a:pt x="9205" y="34294"/>
                  </a:lnTo>
                  <a:lnTo>
                    <a:pt x="2891" y="18629"/>
                  </a:lnTo>
                  <a:lnTo>
                    <a:pt x="1063" y="14733"/>
                  </a:lnTo>
                  <a:lnTo>
                    <a:pt x="0" y="3241"/>
                  </a:lnTo>
                  <a:lnTo>
                    <a:pt x="21745" y="0"/>
                  </a:lnTo>
                  <a:lnTo>
                    <a:pt x="23769" y="12309"/>
                  </a:lnTo>
                  <a:lnTo>
                    <a:pt x="57796" y="71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961339" y="2347747"/>
              <a:ext cx="59960" cy="45059"/>
            </a:xfrm>
            <a:custGeom>
              <a:avLst/>
              <a:pathLst>
                <a:path w="59960" h="45059">
                  <a:moveTo>
                    <a:pt x="9460" y="45059"/>
                  </a:moveTo>
                  <a:lnTo>
                    <a:pt x="0" y="27949"/>
                  </a:lnTo>
                  <a:lnTo>
                    <a:pt x="50207" y="0"/>
                  </a:lnTo>
                  <a:lnTo>
                    <a:pt x="59960" y="15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811197" y="2310476"/>
              <a:ext cx="63764" cy="85141"/>
            </a:xfrm>
            <a:custGeom>
              <a:avLst/>
              <a:pathLst>
                <a:path w="63764" h="85141">
                  <a:moveTo>
                    <a:pt x="43537" y="85141"/>
                  </a:moveTo>
                  <a:lnTo>
                    <a:pt x="0" y="12011"/>
                  </a:lnTo>
                  <a:lnTo>
                    <a:pt x="20393" y="0"/>
                  </a:lnTo>
                  <a:lnTo>
                    <a:pt x="63764" y="7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3004764" y="2310143"/>
              <a:ext cx="60171" cy="89483"/>
            </a:xfrm>
            <a:custGeom>
              <a:avLst/>
              <a:pathLst>
                <a:path w="60171" h="89483">
                  <a:moveTo>
                    <a:pt x="0" y="8022"/>
                  </a:moveTo>
                  <a:lnTo>
                    <a:pt x="14756" y="0"/>
                  </a:lnTo>
                  <a:lnTo>
                    <a:pt x="60171" y="81358"/>
                  </a:lnTo>
                  <a:lnTo>
                    <a:pt x="45900" y="89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843813" y="2415970"/>
              <a:ext cx="61794" cy="49650"/>
            </a:xfrm>
            <a:custGeom>
              <a:avLst/>
              <a:pathLst>
                <a:path w="61794" h="49650">
                  <a:moveTo>
                    <a:pt x="0" y="28951"/>
                  </a:moveTo>
                  <a:lnTo>
                    <a:pt x="49856" y="0"/>
                  </a:lnTo>
                  <a:lnTo>
                    <a:pt x="61794" y="19810"/>
                  </a:lnTo>
                  <a:lnTo>
                    <a:pt x="11492" y="49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066239" y="2416981"/>
              <a:ext cx="37343" cy="46756"/>
            </a:xfrm>
            <a:custGeom>
              <a:avLst/>
              <a:pathLst>
                <a:path w="37343" h="46756">
                  <a:moveTo>
                    <a:pt x="0" y="8298"/>
                  </a:moveTo>
                  <a:lnTo>
                    <a:pt x="14541" y="0"/>
                  </a:lnTo>
                  <a:lnTo>
                    <a:pt x="37343" y="38112"/>
                  </a:lnTo>
                  <a:lnTo>
                    <a:pt x="21675" y="46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822047" y="2104736"/>
              <a:ext cx="138702" cy="51614"/>
            </a:xfrm>
            <a:custGeom>
              <a:avLst/>
              <a:pathLst>
                <a:path w="138702" h="51614">
                  <a:moveTo>
                    <a:pt x="101960" y="6405"/>
                  </a:moveTo>
                  <a:lnTo>
                    <a:pt x="123331" y="14906"/>
                  </a:lnTo>
                  <a:lnTo>
                    <a:pt x="138702" y="41322"/>
                  </a:lnTo>
                  <a:lnTo>
                    <a:pt x="119958" y="51614"/>
                  </a:lnTo>
                  <a:lnTo>
                    <a:pt x="109806" y="45696"/>
                  </a:lnTo>
                  <a:lnTo>
                    <a:pt x="99933" y="42492"/>
                  </a:lnTo>
                  <a:lnTo>
                    <a:pt x="76093" y="41507"/>
                  </a:lnTo>
                  <a:lnTo>
                    <a:pt x="67786" y="41507"/>
                  </a:lnTo>
                  <a:lnTo>
                    <a:pt x="12762" y="48529"/>
                  </a:lnTo>
                  <a:lnTo>
                    <a:pt x="2046" y="50007"/>
                  </a:lnTo>
                  <a:lnTo>
                    <a:pt x="0" y="44710"/>
                  </a:lnTo>
                  <a:lnTo>
                    <a:pt x="11017" y="37272"/>
                  </a:lnTo>
                  <a:lnTo>
                    <a:pt x="72341" y="0"/>
                  </a:lnTo>
                  <a:lnTo>
                    <a:pt x="101317" y="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930230" y="2463637"/>
              <a:ext cx="50751" cy="93721"/>
            </a:xfrm>
            <a:custGeom>
              <a:avLst/>
              <a:pathLst>
                <a:path w="50751" h="93721">
                  <a:moveTo>
                    <a:pt x="11592" y="93721"/>
                  </a:moveTo>
                  <a:lnTo>
                    <a:pt x="0" y="72840"/>
                  </a:lnTo>
                  <a:lnTo>
                    <a:pt x="21371" y="59905"/>
                  </a:lnTo>
                  <a:lnTo>
                    <a:pt x="25305" y="55296"/>
                  </a:lnTo>
                  <a:lnTo>
                    <a:pt x="26294" y="49481"/>
                  </a:lnTo>
                  <a:lnTo>
                    <a:pt x="25429" y="43035"/>
                  </a:lnTo>
                  <a:lnTo>
                    <a:pt x="7750" y="11552"/>
                  </a:lnTo>
                  <a:lnTo>
                    <a:pt x="28562" y="0"/>
                  </a:lnTo>
                  <a:lnTo>
                    <a:pt x="48235" y="32264"/>
                  </a:lnTo>
                  <a:lnTo>
                    <a:pt x="50719" y="41196"/>
                  </a:lnTo>
                  <a:lnTo>
                    <a:pt x="50751" y="55771"/>
                  </a:lnTo>
                  <a:lnTo>
                    <a:pt x="47483" y="65911"/>
                  </a:lnTo>
                  <a:lnTo>
                    <a:pt x="32620" y="81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83800" y="2443189"/>
              <a:ext cx="65859" cy="88319"/>
            </a:xfrm>
            <a:custGeom>
              <a:avLst/>
              <a:pathLst>
                <a:path w="65859" h="88319">
                  <a:moveTo>
                    <a:pt x="62230" y="76817"/>
                  </a:moveTo>
                  <a:lnTo>
                    <a:pt x="41847" y="88319"/>
                  </a:lnTo>
                  <a:lnTo>
                    <a:pt x="24151" y="57133"/>
                  </a:lnTo>
                  <a:lnTo>
                    <a:pt x="21476" y="52419"/>
                  </a:lnTo>
                  <a:lnTo>
                    <a:pt x="0" y="13660"/>
                  </a:lnTo>
                  <a:lnTo>
                    <a:pt x="26336" y="0"/>
                  </a:lnTo>
                  <a:lnTo>
                    <a:pt x="43895" y="30374"/>
                  </a:lnTo>
                  <a:lnTo>
                    <a:pt x="48837" y="37682"/>
                  </a:lnTo>
                  <a:lnTo>
                    <a:pt x="51307" y="42025"/>
                  </a:lnTo>
                  <a:lnTo>
                    <a:pt x="52053" y="43338"/>
                  </a:lnTo>
                  <a:lnTo>
                    <a:pt x="65859" y="67618"/>
                  </a:lnTo>
                  <a:lnTo>
                    <a:pt x="65859" y="71729"/>
                  </a:lnTo>
                  <a:lnTo>
                    <a:pt x="65137" y="73415"/>
                  </a:lnTo>
                  <a:lnTo>
                    <a:pt x="64414" y="75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60216" y="2490166"/>
              <a:ext cx="76575" cy="58666"/>
            </a:xfrm>
            <a:custGeom>
              <a:avLst/>
              <a:pathLst>
                <a:path w="76575" h="58666">
                  <a:moveTo>
                    <a:pt x="0" y="36897"/>
                  </a:moveTo>
                  <a:lnTo>
                    <a:pt x="23823" y="24150"/>
                  </a:lnTo>
                  <a:lnTo>
                    <a:pt x="64546" y="0"/>
                  </a:lnTo>
                  <a:lnTo>
                    <a:pt x="76575" y="21455"/>
                  </a:lnTo>
                  <a:lnTo>
                    <a:pt x="12125" y="5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775367" y="2516541"/>
              <a:ext cx="76111" cy="51432"/>
            </a:xfrm>
            <a:custGeom>
              <a:avLst/>
              <a:pathLst>
                <a:path w="76111" h="51432">
                  <a:moveTo>
                    <a:pt x="0" y="38574"/>
                  </a:moveTo>
                  <a:lnTo>
                    <a:pt x="64264" y="0"/>
                  </a:lnTo>
                  <a:lnTo>
                    <a:pt x="76111" y="21632"/>
                  </a:lnTo>
                  <a:lnTo>
                    <a:pt x="24757" y="51432"/>
                  </a:lnTo>
                  <a:lnTo>
                    <a:pt x="4138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883701" y="2216261"/>
              <a:ext cx="60652" cy="46184"/>
            </a:xfrm>
            <a:custGeom>
              <a:avLst/>
              <a:pathLst>
                <a:path w="60652" h="46184">
                  <a:moveTo>
                    <a:pt x="9510" y="46184"/>
                  </a:moveTo>
                  <a:lnTo>
                    <a:pt x="0" y="29951"/>
                  </a:lnTo>
                  <a:lnTo>
                    <a:pt x="50418" y="0"/>
                  </a:lnTo>
                  <a:lnTo>
                    <a:pt x="60652" y="1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805634" y="2239954"/>
              <a:ext cx="34495" cy="35698"/>
            </a:xfrm>
            <a:custGeom>
              <a:avLst/>
              <a:pathLst>
                <a:path w="34495" h="35698">
                  <a:moveTo>
                    <a:pt x="302" y="11889"/>
                  </a:moveTo>
                  <a:lnTo>
                    <a:pt x="22334" y="0"/>
                  </a:lnTo>
                  <a:lnTo>
                    <a:pt x="34495" y="22420"/>
                  </a:lnTo>
                  <a:lnTo>
                    <a:pt x="12375" y="35698"/>
                  </a:lnTo>
                  <a:lnTo>
                    <a:pt x="0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010562" y="2450277"/>
              <a:ext cx="24181" cy="24042"/>
            </a:xfrm>
            <a:custGeom>
              <a:avLst/>
              <a:pathLst>
                <a:path w="24181" h="24042">
                  <a:moveTo>
                    <a:pt x="0" y="8626"/>
                  </a:moveTo>
                  <a:lnTo>
                    <a:pt x="15475" y="0"/>
                  </a:lnTo>
                  <a:lnTo>
                    <a:pt x="24181" y="15303"/>
                  </a:lnTo>
                  <a:lnTo>
                    <a:pt x="8981" y="24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021197" y="2449381"/>
              <a:ext cx="59682" cy="47452"/>
            </a:xfrm>
            <a:custGeom>
              <a:avLst/>
              <a:pathLst>
                <a:path w="59682" h="47452">
                  <a:moveTo>
                    <a:pt x="12308" y="47452"/>
                  </a:moveTo>
                  <a:lnTo>
                    <a:pt x="0" y="27718"/>
                  </a:lnTo>
                  <a:lnTo>
                    <a:pt x="47498" y="0"/>
                  </a:lnTo>
                  <a:lnTo>
                    <a:pt x="59682" y="20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946664" y="2227629"/>
              <a:ext cx="37324" cy="38924"/>
            </a:xfrm>
            <a:custGeom>
              <a:avLst/>
              <a:pathLst>
                <a:path w="37324" h="38924">
                  <a:moveTo>
                    <a:pt x="0" y="12954"/>
                  </a:moveTo>
                  <a:lnTo>
                    <a:pt x="23957" y="0"/>
                  </a:lnTo>
                  <a:lnTo>
                    <a:pt x="37324" y="24118"/>
                  </a:lnTo>
                  <a:lnTo>
                    <a:pt x="36634" y="26329"/>
                  </a:lnTo>
                  <a:lnTo>
                    <a:pt x="15297" y="38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935075" y="2241507"/>
              <a:ext cx="26277" cy="32337"/>
            </a:xfrm>
            <a:custGeom>
              <a:avLst/>
              <a:pathLst>
                <a:path w="26277" h="32337">
                  <a:moveTo>
                    <a:pt x="0" y="6159"/>
                  </a:moveTo>
                  <a:lnTo>
                    <a:pt x="10234" y="0"/>
                  </a:lnTo>
                  <a:lnTo>
                    <a:pt x="26277" y="26321"/>
                  </a:lnTo>
                  <a:lnTo>
                    <a:pt x="14975" y="3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919347" y="2249361"/>
              <a:ext cx="28219" cy="34002"/>
            </a:xfrm>
            <a:custGeom>
              <a:avLst/>
              <a:pathLst>
                <a:path w="28219" h="34002">
                  <a:moveTo>
                    <a:pt x="28219" y="26178"/>
                  </a:moveTo>
                  <a:lnTo>
                    <a:pt x="14724" y="34002"/>
                  </a:lnTo>
                  <a:lnTo>
                    <a:pt x="0" y="6621"/>
                  </a:lnTo>
                  <a:lnTo>
                    <a:pt x="12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779033" y="2380019"/>
              <a:ext cx="54417" cy="74130"/>
            </a:xfrm>
            <a:custGeom>
              <a:avLst/>
              <a:pathLst>
                <a:path w="54417" h="74130">
                  <a:moveTo>
                    <a:pt x="0" y="11066"/>
                  </a:moveTo>
                  <a:lnTo>
                    <a:pt x="19610" y="0"/>
                  </a:lnTo>
                  <a:lnTo>
                    <a:pt x="54417" y="62796"/>
                  </a:lnTo>
                  <a:lnTo>
                    <a:pt x="33467" y="74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899545" y="2399108"/>
              <a:ext cx="57440" cy="74613"/>
            </a:xfrm>
            <a:custGeom>
              <a:avLst/>
              <a:pathLst>
                <a:path w="57440" h="74613">
                  <a:moveTo>
                    <a:pt x="0" y="12098"/>
                  </a:moveTo>
                  <a:lnTo>
                    <a:pt x="21221" y="0"/>
                  </a:lnTo>
                  <a:lnTo>
                    <a:pt x="57440" y="63043"/>
                  </a:lnTo>
                  <a:lnTo>
                    <a:pt x="37300" y="74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997892" y="2395161"/>
              <a:ext cx="79710" cy="58373"/>
            </a:xfrm>
            <a:custGeom>
              <a:avLst/>
              <a:pathLst>
                <a:path w="79710" h="58373">
                  <a:moveTo>
                    <a:pt x="0" y="42439"/>
                  </a:moveTo>
                  <a:lnTo>
                    <a:pt x="71413" y="0"/>
                  </a:lnTo>
                  <a:lnTo>
                    <a:pt x="79710" y="16352"/>
                  </a:lnTo>
                  <a:lnTo>
                    <a:pt x="9332" y="58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725296" y="2212065"/>
              <a:ext cx="60643" cy="93619"/>
            </a:xfrm>
            <a:custGeom>
              <a:avLst/>
              <a:pathLst>
                <a:path w="60643" h="93619">
                  <a:moveTo>
                    <a:pt x="40109" y="93619"/>
                  </a:moveTo>
                  <a:lnTo>
                    <a:pt x="4419" y="29128"/>
                  </a:lnTo>
                  <a:lnTo>
                    <a:pt x="1227" y="17432"/>
                  </a:lnTo>
                  <a:lnTo>
                    <a:pt x="0" y="4065"/>
                  </a:lnTo>
                  <a:lnTo>
                    <a:pt x="22575" y="0"/>
                  </a:lnTo>
                  <a:lnTo>
                    <a:pt x="25260" y="16045"/>
                  </a:lnTo>
                  <a:lnTo>
                    <a:pt x="60643" y="8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88815" y="2216829"/>
              <a:ext cx="56277" cy="89069"/>
            </a:xfrm>
            <a:custGeom>
              <a:avLst/>
              <a:pathLst>
                <a:path w="56277" h="89069">
                  <a:moveTo>
                    <a:pt x="32435" y="22707"/>
                  </a:moveTo>
                  <a:lnTo>
                    <a:pt x="36497" y="31693"/>
                  </a:lnTo>
                  <a:lnTo>
                    <a:pt x="37127" y="33086"/>
                  </a:lnTo>
                  <a:lnTo>
                    <a:pt x="38215" y="35207"/>
                  </a:lnTo>
                  <a:lnTo>
                    <a:pt x="56277" y="65737"/>
                  </a:lnTo>
                  <a:lnTo>
                    <a:pt x="54795" y="66583"/>
                  </a:lnTo>
                  <a:lnTo>
                    <a:pt x="51815" y="68285"/>
                  </a:lnTo>
                  <a:lnTo>
                    <a:pt x="51397" y="68524"/>
                  </a:lnTo>
                  <a:lnTo>
                    <a:pt x="49657" y="69517"/>
                  </a:lnTo>
                  <a:lnTo>
                    <a:pt x="48440" y="70212"/>
                  </a:lnTo>
                  <a:lnTo>
                    <a:pt x="44092" y="72695"/>
                  </a:lnTo>
                  <a:lnTo>
                    <a:pt x="35028" y="77871"/>
                  </a:lnTo>
                  <a:lnTo>
                    <a:pt x="31317" y="84142"/>
                  </a:lnTo>
                  <a:lnTo>
                    <a:pt x="24093" y="89069"/>
                  </a:lnTo>
                  <a:lnTo>
                    <a:pt x="19865" y="62284"/>
                  </a:lnTo>
                  <a:lnTo>
                    <a:pt x="18538" y="52257"/>
                  </a:lnTo>
                  <a:lnTo>
                    <a:pt x="18441" y="51519"/>
                  </a:lnTo>
                  <a:lnTo>
                    <a:pt x="18223" y="49879"/>
                  </a:lnTo>
                  <a:lnTo>
                    <a:pt x="18108" y="49534"/>
                  </a:lnTo>
                  <a:lnTo>
                    <a:pt x="16539" y="44836"/>
                  </a:lnTo>
                  <a:lnTo>
                    <a:pt x="15551" y="41876"/>
                  </a:lnTo>
                  <a:lnTo>
                    <a:pt x="15305" y="41140"/>
                  </a:lnTo>
                  <a:lnTo>
                    <a:pt x="14664" y="39222"/>
                  </a:lnTo>
                  <a:lnTo>
                    <a:pt x="10789" y="36936"/>
                  </a:lnTo>
                  <a:lnTo>
                    <a:pt x="9288" y="25983"/>
                  </a:lnTo>
                  <a:lnTo>
                    <a:pt x="3148" y="26353"/>
                  </a:lnTo>
                  <a:lnTo>
                    <a:pt x="0" y="3880"/>
                  </a:lnTo>
                  <a:lnTo>
                    <a:pt x="29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27206" y="2288083"/>
              <a:ext cx="70443" cy="101500"/>
            </a:xfrm>
            <a:custGeom>
              <a:avLst/>
              <a:pathLst>
                <a:path w="70443" h="101500">
                  <a:moveTo>
                    <a:pt x="0" y="11975"/>
                  </a:moveTo>
                  <a:lnTo>
                    <a:pt x="20980" y="0"/>
                  </a:lnTo>
                  <a:lnTo>
                    <a:pt x="70443" y="90379"/>
                  </a:lnTo>
                  <a:lnTo>
                    <a:pt x="50954" y="101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28736" y="2292922"/>
              <a:ext cx="60934" cy="47642"/>
            </a:xfrm>
            <a:custGeom>
              <a:avLst/>
              <a:pathLst>
                <a:path w="60934" h="47642">
                  <a:moveTo>
                    <a:pt x="11469" y="47642"/>
                  </a:moveTo>
                  <a:lnTo>
                    <a:pt x="0" y="29202"/>
                  </a:lnTo>
                  <a:lnTo>
                    <a:pt x="50288" y="0"/>
                  </a:lnTo>
                  <a:lnTo>
                    <a:pt x="60934" y="19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837330" y="2294509"/>
              <a:ext cx="79369" cy="108823"/>
            </a:xfrm>
            <a:custGeom>
              <a:avLst/>
              <a:pathLst>
                <a:path w="79369" h="108823">
                  <a:moveTo>
                    <a:pt x="0" y="11429"/>
                  </a:moveTo>
                  <a:lnTo>
                    <a:pt x="20212" y="0"/>
                  </a:lnTo>
                  <a:lnTo>
                    <a:pt x="79369" y="97350"/>
                  </a:lnTo>
                  <a:lnTo>
                    <a:pt x="57696" y="108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31424" y="2358907"/>
              <a:ext cx="73003" cy="107860"/>
            </a:xfrm>
            <a:custGeom>
              <a:avLst/>
              <a:pathLst>
                <a:path w="73003" h="107860">
                  <a:moveTo>
                    <a:pt x="0" y="11518"/>
                  </a:moveTo>
                  <a:lnTo>
                    <a:pt x="20769" y="0"/>
                  </a:lnTo>
                  <a:lnTo>
                    <a:pt x="73003" y="98666"/>
                  </a:lnTo>
                  <a:lnTo>
                    <a:pt x="55834" y="107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984918" y="2386484"/>
              <a:ext cx="59360" cy="46302"/>
            </a:xfrm>
            <a:custGeom>
              <a:avLst/>
              <a:pathLst>
                <a:path w="59360" h="46302">
                  <a:moveTo>
                    <a:pt x="9293" y="46302"/>
                  </a:moveTo>
                  <a:lnTo>
                    <a:pt x="0" y="30171"/>
                  </a:lnTo>
                  <a:lnTo>
                    <a:pt x="50631" y="0"/>
                  </a:lnTo>
                  <a:lnTo>
                    <a:pt x="59360" y="15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974001" y="2387176"/>
              <a:ext cx="26789" cy="25430"/>
            </a:xfrm>
            <a:custGeom>
              <a:avLst/>
              <a:pathLst>
                <a:path w="26789" h="25430">
                  <a:moveTo>
                    <a:pt x="0" y="9932"/>
                  </a:moveTo>
                  <a:lnTo>
                    <a:pt x="18511" y="0"/>
                  </a:lnTo>
                  <a:lnTo>
                    <a:pt x="26789" y="13705"/>
                  </a:lnTo>
                  <a:lnTo>
                    <a:pt x="8214" y="25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28660" y="2388672"/>
              <a:ext cx="61224" cy="50388"/>
            </a:xfrm>
            <a:custGeom>
              <a:avLst/>
              <a:pathLst>
                <a:path w="61224" h="50388">
                  <a:moveTo>
                    <a:pt x="12231" y="50388"/>
                  </a:moveTo>
                  <a:lnTo>
                    <a:pt x="11299" y="50052"/>
                  </a:lnTo>
                  <a:lnTo>
                    <a:pt x="0" y="30284"/>
                  </a:lnTo>
                  <a:lnTo>
                    <a:pt x="644" y="28250"/>
                  </a:lnTo>
                  <a:lnTo>
                    <a:pt x="48593" y="0"/>
                  </a:lnTo>
                  <a:lnTo>
                    <a:pt x="50087" y="410"/>
                  </a:lnTo>
                  <a:lnTo>
                    <a:pt x="61160" y="19745"/>
                  </a:lnTo>
                  <a:lnTo>
                    <a:pt x="61224" y="20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031552" y="2429855"/>
              <a:ext cx="38193" cy="32605"/>
            </a:xfrm>
            <a:custGeom>
              <a:avLst/>
              <a:pathLst>
                <a:path w="38193" h="32605">
                  <a:moveTo>
                    <a:pt x="0" y="16384"/>
                  </a:moveTo>
                  <a:lnTo>
                    <a:pt x="28956" y="0"/>
                  </a:lnTo>
                  <a:lnTo>
                    <a:pt x="38193" y="14945"/>
                  </a:lnTo>
                  <a:lnTo>
                    <a:pt x="8729" y="32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16524" y="2449788"/>
              <a:ext cx="76469" cy="112494"/>
            </a:xfrm>
            <a:custGeom>
              <a:avLst/>
              <a:pathLst>
                <a:path w="76469" h="112494">
                  <a:moveTo>
                    <a:pt x="56580" y="112494"/>
                  </a:moveTo>
                  <a:lnTo>
                    <a:pt x="0" y="11502"/>
                  </a:lnTo>
                  <a:lnTo>
                    <a:pt x="20136" y="0"/>
                  </a:lnTo>
                  <a:lnTo>
                    <a:pt x="76469" y="100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77763" y="2539971"/>
              <a:ext cx="59914" cy="47652"/>
            </a:xfrm>
            <a:custGeom>
              <a:avLst/>
              <a:pathLst>
                <a:path w="59914" h="47652">
                  <a:moveTo>
                    <a:pt x="48302" y="0"/>
                  </a:moveTo>
                  <a:lnTo>
                    <a:pt x="59914" y="19971"/>
                  </a:lnTo>
                  <a:lnTo>
                    <a:pt x="11365" y="47652"/>
                  </a:lnTo>
                  <a:lnTo>
                    <a:pt x="0" y="27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06897" y="2542889"/>
              <a:ext cx="59221" cy="31296"/>
            </a:xfrm>
            <a:custGeom>
              <a:avLst/>
              <a:pathLst>
                <a:path w="59221" h="31296">
                  <a:moveTo>
                    <a:pt x="40547" y="31296"/>
                  </a:moveTo>
                  <a:lnTo>
                    <a:pt x="22996" y="29504"/>
                  </a:lnTo>
                  <a:lnTo>
                    <a:pt x="0" y="26178"/>
                  </a:lnTo>
                  <a:lnTo>
                    <a:pt x="47257" y="0"/>
                  </a:lnTo>
                  <a:lnTo>
                    <a:pt x="59221" y="22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857924" y="2460150"/>
              <a:ext cx="62102" cy="86168"/>
            </a:xfrm>
            <a:custGeom>
              <a:avLst/>
              <a:pathLst>
                <a:path w="62102" h="86168">
                  <a:moveTo>
                    <a:pt x="0" y="11786"/>
                  </a:moveTo>
                  <a:lnTo>
                    <a:pt x="21015" y="0"/>
                  </a:lnTo>
                  <a:lnTo>
                    <a:pt x="62102" y="74900"/>
                  </a:lnTo>
                  <a:lnTo>
                    <a:pt x="41052" y="86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745380" y="2464808"/>
              <a:ext cx="75702" cy="57743"/>
            </a:xfrm>
            <a:custGeom>
              <a:avLst/>
              <a:pathLst>
                <a:path w="75702" h="57743">
                  <a:moveTo>
                    <a:pt x="0" y="36774"/>
                  </a:moveTo>
                  <a:lnTo>
                    <a:pt x="64640" y="0"/>
                  </a:lnTo>
                  <a:lnTo>
                    <a:pt x="75702" y="20942"/>
                  </a:lnTo>
                  <a:lnTo>
                    <a:pt x="11825" y="57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784314" y="2196590"/>
              <a:ext cx="42208" cy="52931"/>
            </a:xfrm>
            <a:custGeom>
              <a:avLst/>
              <a:pathLst>
                <a:path w="42208" h="52931">
                  <a:moveTo>
                    <a:pt x="21420" y="51927"/>
                  </a:moveTo>
                  <a:lnTo>
                    <a:pt x="19568" y="52931"/>
                  </a:lnTo>
                  <a:lnTo>
                    <a:pt x="2691" y="23632"/>
                  </a:lnTo>
                  <a:lnTo>
                    <a:pt x="2596" y="23468"/>
                  </a:lnTo>
                  <a:lnTo>
                    <a:pt x="0" y="9430"/>
                  </a:lnTo>
                  <a:lnTo>
                    <a:pt x="5521" y="6558"/>
                  </a:lnTo>
                  <a:lnTo>
                    <a:pt x="7323" y="5621"/>
                  </a:lnTo>
                  <a:lnTo>
                    <a:pt x="18128" y="0"/>
                  </a:lnTo>
                  <a:lnTo>
                    <a:pt x="42208" y="40653"/>
                  </a:lnTo>
                  <a:lnTo>
                    <a:pt x="27257" y="4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78821" y="2178294"/>
              <a:ext cx="38429" cy="26046"/>
            </a:xfrm>
            <a:custGeom>
              <a:avLst/>
              <a:pathLst>
                <a:path w="38429" h="26046">
                  <a:moveTo>
                    <a:pt x="0" y="4550"/>
                  </a:moveTo>
                  <a:lnTo>
                    <a:pt x="19024" y="0"/>
                  </a:lnTo>
                  <a:lnTo>
                    <a:pt x="23224" y="0"/>
                  </a:lnTo>
                  <a:lnTo>
                    <a:pt x="28906" y="1769"/>
                  </a:lnTo>
                  <a:lnTo>
                    <a:pt x="35454" y="6573"/>
                  </a:lnTo>
                  <a:lnTo>
                    <a:pt x="38429" y="11090"/>
                  </a:lnTo>
                  <a:lnTo>
                    <a:pt x="12419" y="26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994996" y="2369314"/>
              <a:ext cx="36948" cy="30029"/>
            </a:xfrm>
            <a:custGeom>
              <a:avLst/>
              <a:pathLst>
                <a:path w="36948" h="30029">
                  <a:moveTo>
                    <a:pt x="17830" y="24327"/>
                  </a:moveTo>
                  <a:lnTo>
                    <a:pt x="8451" y="30029"/>
                  </a:lnTo>
                  <a:lnTo>
                    <a:pt x="0" y="16245"/>
                  </a:lnTo>
                  <a:lnTo>
                    <a:pt x="9728" y="10805"/>
                  </a:lnTo>
                  <a:lnTo>
                    <a:pt x="29046" y="0"/>
                  </a:lnTo>
                  <a:lnTo>
                    <a:pt x="36948" y="12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807961" y="2368068"/>
              <a:ext cx="41388" cy="44737"/>
            </a:xfrm>
            <a:custGeom>
              <a:avLst/>
              <a:pathLst>
                <a:path w="41388" h="44737">
                  <a:moveTo>
                    <a:pt x="26851" y="39320"/>
                  </a:moveTo>
                  <a:lnTo>
                    <a:pt x="17202" y="44737"/>
                  </a:lnTo>
                  <a:lnTo>
                    <a:pt x="0" y="12935"/>
                  </a:lnTo>
                  <a:lnTo>
                    <a:pt x="1415" y="12172"/>
                  </a:lnTo>
                  <a:lnTo>
                    <a:pt x="11793" y="6580"/>
                  </a:lnTo>
                  <a:lnTo>
                    <a:pt x="22396" y="866"/>
                  </a:lnTo>
                  <a:lnTo>
                    <a:pt x="24005" y="0"/>
                  </a:lnTo>
                  <a:lnTo>
                    <a:pt x="41165" y="30555"/>
                  </a:lnTo>
                  <a:lnTo>
                    <a:pt x="41388" y="30951"/>
                  </a:lnTo>
                  <a:lnTo>
                    <a:pt x="31167" y="36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4011" y="2570695"/>
              <a:ext cx="28058" cy="19120"/>
            </a:xfrm>
            <a:custGeom>
              <a:avLst/>
              <a:pathLst>
                <a:path w="28058" h="19120">
                  <a:moveTo>
                    <a:pt x="14448" y="13628"/>
                  </a:moveTo>
                  <a:lnTo>
                    <a:pt x="0" y="8931"/>
                  </a:lnTo>
                  <a:lnTo>
                    <a:pt x="15501" y="0"/>
                  </a:lnTo>
                  <a:lnTo>
                    <a:pt x="17830" y="310"/>
                  </a:lnTo>
                  <a:lnTo>
                    <a:pt x="28058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3771849" y="3098386"/>
              <a:ext cx="46198" cy="56781"/>
            </a:xfrm>
            <a:custGeom>
              <a:avLst/>
              <a:pathLst>
                <a:path w="46198" h="56781">
                  <a:moveTo>
                    <a:pt x="26710" y="56781"/>
                  </a:moveTo>
                  <a:lnTo>
                    <a:pt x="0" y="11627"/>
                  </a:lnTo>
                  <a:lnTo>
                    <a:pt x="20048" y="0"/>
                  </a:lnTo>
                  <a:lnTo>
                    <a:pt x="46198" y="4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3708997" y="3103208"/>
              <a:ext cx="45297" cy="55857"/>
            </a:xfrm>
            <a:custGeom>
              <a:avLst/>
              <a:pathLst>
                <a:path w="45297" h="55857">
                  <a:moveTo>
                    <a:pt x="0" y="11274"/>
                  </a:moveTo>
                  <a:lnTo>
                    <a:pt x="19135" y="0"/>
                  </a:lnTo>
                  <a:lnTo>
                    <a:pt x="45297" y="44578"/>
                  </a:lnTo>
                  <a:lnTo>
                    <a:pt x="26190" y="55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3603711" y="3166340"/>
              <a:ext cx="45809" cy="54925"/>
            </a:xfrm>
            <a:custGeom>
              <a:avLst/>
              <a:pathLst>
                <a:path w="45809" h="54925">
                  <a:moveTo>
                    <a:pt x="0" y="11029"/>
                  </a:moveTo>
                  <a:lnTo>
                    <a:pt x="19706" y="0"/>
                  </a:lnTo>
                  <a:lnTo>
                    <a:pt x="45809" y="43461"/>
                  </a:lnTo>
                  <a:lnTo>
                    <a:pt x="25946" y="5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3837449" y="3078742"/>
              <a:ext cx="56066" cy="46379"/>
            </a:xfrm>
            <a:custGeom>
              <a:avLst/>
              <a:pathLst>
                <a:path w="56066" h="46379">
                  <a:moveTo>
                    <a:pt x="0" y="26409"/>
                  </a:moveTo>
                  <a:lnTo>
                    <a:pt x="44879" y="0"/>
                  </a:lnTo>
                  <a:lnTo>
                    <a:pt x="56066" y="20057"/>
                  </a:lnTo>
                  <a:lnTo>
                    <a:pt x="11793" y="46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3797586" y="3083657"/>
              <a:ext cx="45925" cy="56004"/>
            </a:xfrm>
            <a:custGeom>
              <a:avLst/>
              <a:pathLst>
                <a:path w="45925" h="56004">
                  <a:moveTo>
                    <a:pt x="0" y="11665"/>
                  </a:moveTo>
                  <a:lnTo>
                    <a:pt x="20634" y="0"/>
                  </a:lnTo>
                  <a:lnTo>
                    <a:pt x="45925" y="44397"/>
                  </a:lnTo>
                  <a:lnTo>
                    <a:pt x="25819" y="56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3733168" y="3088629"/>
              <a:ext cx="45252" cy="56243"/>
            </a:xfrm>
            <a:custGeom>
              <a:avLst/>
              <a:pathLst>
                <a:path w="45252" h="56243">
                  <a:moveTo>
                    <a:pt x="18703" y="562"/>
                  </a:moveTo>
                  <a:lnTo>
                    <a:pt x="19606" y="0"/>
                  </a:lnTo>
                  <a:lnTo>
                    <a:pt x="45252" y="44350"/>
                  </a:lnTo>
                  <a:lnTo>
                    <a:pt x="44663" y="44712"/>
                  </a:lnTo>
                  <a:lnTo>
                    <a:pt x="25929" y="56243"/>
                  </a:lnTo>
                  <a:lnTo>
                    <a:pt x="0" y="12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3535041" y="3090487"/>
              <a:ext cx="54833" cy="45405"/>
            </a:xfrm>
            <a:custGeom>
              <a:avLst/>
              <a:pathLst>
                <a:path w="54833" h="45405">
                  <a:moveTo>
                    <a:pt x="0" y="26255"/>
                  </a:moveTo>
                  <a:lnTo>
                    <a:pt x="43306" y="0"/>
                  </a:lnTo>
                  <a:lnTo>
                    <a:pt x="54833" y="19384"/>
                  </a:lnTo>
                  <a:lnTo>
                    <a:pt x="10961" y="4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510639" y="3119897"/>
              <a:ext cx="44739" cy="54529"/>
            </a:xfrm>
            <a:custGeom>
              <a:avLst/>
              <a:pathLst>
                <a:path w="44739" h="54529">
                  <a:moveTo>
                    <a:pt x="0" y="11326"/>
                  </a:moveTo>
                  <a:lnTo>
                    <a:pt x="19140" y="0"/>
                  </a:lnTo>
                  <a:lnTo>
                    <a:pt x="44739" y="43830"/>
                  </a:lnTo>
                  <a:lnTo>
                    <a:pt x="25684" y="54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549779" y="3129750"/>
              <a:ext cx="45045" cy="55053"/>
            </a:xfrm>
            <a:custGeom>
              <a:avLst/>
              <a:pathLst>
                <a:path w="45045" h="55053">
                  <a:moveTo>
                    <a:pt x="0" y="11745"/>
                  </a:moveTo>
                  <a:lnTo>
                    <a:pt x="18813" y="0"/>
                  </a:lnTo>
                  <a:lnTo>
                    <a:pt x="45045" y="44303"/>
                  </a:lnTo>
                  <a:lnTo>
                    <a:pt x="25853" y="55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484313" y="3135188"/>
              <a:ext cx="45916" cy="55888"/>
            </a:xfrm>
            <a:custGeom>
              <a:avLst/>
              <a:pathLst>
                <a:path w="45916" h="55888">
                  <a:moveTo>
                    <a:pt x="0" y="11410"/>
                  </a:moveTo>
                  <a:lnTo>
                    <a:pt x="19369" y="0"/>
                  </a:lnTo>
                  <a:lnTo>
                    <a:pt x="45916" y="44081"/>
                  </a:lnTo>
                  <a:lnTo>
                    <a:pt x="25704" y="55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737721" y="3138921"/>
              <a:ext cx="54835" cy="45488"/>
            </a:xfrm>
            <a:custGeom>
              <a:avLst/>
              <a:pathLst>
                <a:path w="54835" h="45488">
                  <a:moveTo>
                    <a:pt x="0" y="26132"/>
                  </a:moveTo>
                  <a:lnTo>
                    <a:pt x="44018" y="0"/>
                  </a:lnTo>
                  <a:lnTo>
                    <a:pt x="54835" y="18975"/>
                  </a:lnTo>
                  <a:lnTo>
                    <a:pt x="11468" y="45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956670" y="2887120"/>
              <a:ext cx="45768" cy="55838"/>
            </a:xfrm>
            <a:custGeom>
              <a:avLst/>
              <a:pathLst>
                <a:path w="45768" h="55838">
                  <a:moveTo>
                    <a:pt x="0" y="11890"/>
                  </a:moveTo>
                  <a:lnTo>
                    <a:pt x="19851" y="0"/>
                  </a:lnTo>
                  <a:lnTo>
                    <a:pt x="45768" y="43892"/>
                  </a:lnTo>
                  <a:lnTo>
                    <a:pt x="25395" y="5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893773" y="2892413"/>
              <a:ext cx="45540" cy="55793"/>
            </a:xfrm>
            <a:custGeom>
              <a:avLst/>
              <a:pathLst>
                <a:path w="45540" h="55793">
                  <a:moveTo>
                    <a:pt x="0" y="11425"/>
                  </a:moveTo>
                  <a:lnTo>
                    <a:pt x="18890" y="0"/>
                  </a:lnTo>
                  <a:lnTo>
                    <a:pt x="45540" y="44397"/>
                  </a:lnTo>
                  <a:lnTo>
                    <a:pt x="25843" y="55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932179" y="2901736"/>
              <a:ext cx="45473" cy="56160"/>
            </a:xfrm>
            <a:custGeom>
              <a:avLst/>
              <a:pathLst>
                <a:path w="45473" h="56160">
                  <a:moveTo>
                    <a:pt x="0" y="12507"/>
                  </a:moveTo>
                  <a:lnTo>
                    <a:pt x="19986" y="0"/>
                  </a:lnTo>
                  <a:lnTo>
                    <a:pt x="45473" y="44035"/>
                  </a:lnTo>
                  <a:lnTo>
                    <a:pt x="25379" y="5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543994" y="3235172"/>
              <a:ext cx="44955" cy="55491"/>
            </a:xfrm>
            <a:custGeom>
              <a:avLst/>
              <a:pathLst>
                <a:path w="44955" h="55491">
                  <a:moveTo>
                    <a:pt x="0" y="10798"/>
                  </a:moveTo>
                  <a:lnTo>
                    <a:pt x="18437" y="0"/>
                  </a:lnTo>
                  <a:lnTo>
                    <a:pt x="44955" y="44159"/>
                  </a:lnTo>
                  <a:lnTo>
                    <a:pt x="25708" y="5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608739" y="3215110"/>
              <a:ext cx="55278" cy="45378"/>
            </a:xfrm>
            <a:custGeom>
              <a:avLst/>
              <a:pathLst>
                <a:path w="55278" h="45378">
                  <a:moveTo>
                    <a:pt x="0" y="25729"/>
                  </a:moveTo>
                  <a:lnTo>
                    <a:pt x="43577" y="0"/>
                  </a:lnTo>
                  <a:lnTo>
                    <a:pt x="55278" y="19562"/>
                  </a:lnTo>
                  <a:lnTo>
                    <a:pt x="11545" y="4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9557" y="3219583"/>
              <a:ext cx="45112" cy="55609"/>
            </a:xfrm>
            <a:custGeom>
              <a:avLst/>
              <a:pathLst>
                <a:path w="45112" h="55609">
                  <a:moveTo>
                    <a:pt x="0" y="11403"/>
                  </a:moveTo>
                  <a:lnTo>
                    <a:pt x="19774" y="0"/>
                  </a:lnTo>
                  <a:lnTo>
                    <a:pt x="45112" y="43733"/>
                  </a:lnTo>
                  <a:lnTo>
                    <a:pt x="25946" y="5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933261" y="3038386"/>
              <a:ext cx="28444" cy="29827"/>
            </a:xfrm>
            <a:custGeom>
              <a:avLst/>
              <a:pathLst>
                <a:path w="28444" h="29827">
                  <a:moveTo>
                    <a:pt x="0" y="9547"/>
                  </a:moveTo>
                  <a:lnTo>
                    <a:pt x="16495" y="0"/>
                  </a:lnTo>
                  <a:lnTo>
                    <a:pt x="28444" y="20034"/>
                  </a:lnTo>
                  <a:lnTo>
                    <a:pt x="12010" y="29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703696" y="3038292"/>
              <a:ext cx="45277" cy="55519"/>
            </a:xfrm>
            <a:custGeom>
              <a:avLst/>
              <a:pathLst>
                <a:path w="45277" h="55519">
                  <a:moveTo>
                    <a:pt x="0" y="11195"/>
                  </a:moveTo>
                  <a:lnTo>
                    <a:pt x="19608" y="0"/>
                  </a:lnTo>
                  <a:lnTo>
                    <a:pt x="45277" y="43936"/>
                  </a:lnTo>
                  <a:lnTo>
                    <a:pt x="26031" y="55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585738" y="3046084"/>
              <a:ext cx="153065" cy="184923"/>
            </a:xfrm>
            <a:custGeom>
              <a:avLst/>
              <a:pathLst>
                <a:path w="153065" h="184923">
                  <a:moveTo>
                    <a:pt x="0" y="41626"/>
                  </a:moveTo>
                  <a:lnTo>
                    <a:pt x="68087" y="0"/>
                  </a:lnTo>
                  <a:lnTo>
                    <a:pt x="153065" y="144077"/>
                  </a:lnTo>
                  <a:lnTo>
                    <a:pt x="84006" y="184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765" y="2978833"/>
              <a:ext cx="46182" cy="56315"/>
            </a:xfrm>
            <a:custGeom>
              <a:avLst/>
              <a:pathLst>
                <a:path w="46182" h="56315">
                  <a:moveTo>
                    <a:pt x="0" y="11872"/>
                  </a:moveTo>
                  <a:lnTo>
                    <a:pt x="19866" y="0"/>
                  </a:lnTo>
                  <a:lnTo>
                    <a:pt x="46182" y="44745"/>
                  </a:lnTo>
                  <a:lnTo>
                    <a:pt x="26158" y="56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739205" y="2983206"/>
              <a:ext cx="46402" cy="56239"/>
            </a:xfrm>
            <a:custGeom>
              <a:avLst/>
              <a:pathLst>
                <a:path w="46402" h="56239">
                  <a:moveTo>
                    <a:pt x="0" y="12025"/>
                  </a:moveTo>
                  <a:lnTo>
                    <a:pt x="19537" y="0"/>
                  </a:lnTo>
                  <a:lnTo>
                    <a:pt x="46402" y="45190"/>
                  </a:lnTo>
                  <a:lnTo>
                    <a:pt x="26796" y="5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664177" y="3012642"/>
              <a:ext cx="56226" cy="46783"/>
            </a:xfrm>
            <a:custGeom>
              <a:avLst/>
              <a:pathLst>
                <a:path w="56226" h="46783">
                  <a:moveTo>
                    <a:pt x="0" y="27061"/>
                  </a:moveTo>
                  <a:lnTo>
                    <a:pt x="44105" y="0"/>
                  </a:lnTo>
                  <a:lnTo>
                    <a:pt x="56226" y="20503"/>
                  </a:lnTo>
                  <a:lnTo>
                    <a:pt x="11437" y="4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509823" y="3275634"/>
              <a:ext cx="53514" cy="43972"/>
            </a:xfrm>
            <a:custGeom>
              <a:avLst/>
              <a:pathLst>
                <a:path w="53514" h="43972">
                  <a:moveTo>
                    <a:pt x="0" y="25168"/>
                  </a:moveTo>
                  <a:lnTo>
                    <a:pt x="42964" y="0"/>
                  </a:lnTo>
                  <a:lnTo>
                    <a:pt x="53514" y="18567"/>
                  </a:lnTo>
                  <a:lnTo>
                    <a:pt x="10894" y="43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962259" y="2937371"/>
              <a:ext cx="54304" cy="46070"/>
            </a:xfrm>
            <a:custGeom>
              <a:avLst/>
              <a:pathLst>
                <a:path w="54304" h="46070">
                  <a:moveTo>
                    <a:pt x="0" y="26830"/>
                  </a:moveTo>
                  <a:lnTo>
                    <a:pt x="42948" y="0"/>
                  </a:lnTo>
                  <a:lnTo>
                    <a:pt x="54304" y="20113"/>
                  </a:lnTo>
                  <a:lnTo>
                    <a:pt x="11237" y="4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32843" y="3029294"/>
              <a:ext cx="46091" cy="56914"/>
            </a:xfrm>
            <a:custGeom>
              <a:avLst/>
              <a:pathLst>
                <a:path w="46091" h="56914">
                  <a:moveTo>
                    <a:pt x="0" y="12074"/>
                  </a:moveTo>
                  <a:lnTo>
                    <a:pt x="19744" y="0"/>
                  </a:lnTo>
                  <a:lnTo>
                    <a:pt x="46091" y="44839"/>
                  </a:lnTo>
                  <a:lnTo>
                    <a:pt x="2613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574110" y="3114610"/>
              <a:ext cx="45397" cy="56261"/>
            </a:xfrm>
            <a:custGeom>
              <a:avLst/>
              <a:pathLst>
                <a:path w="45397" h="56261">
                  <a:moveTo>
                    <a:pt x="0" y="12149"/>
                  </a:moveTo>
                  <a:lnTo>
                    <a:pt x="19234" y="0"/>
                  </a:lnTo>
                  <a:lnTo>
                    <a:pt x="45397" y="44652"/>
                  </a:lnTo>
                  <a:lnTo>
                    <a:pt x="25542" y="56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503896" y="3224450"/>
              <a:ext cx="45442" cy="55913"/>
            </a:xfrm>
            <a:custGeom>
              <a:avLst/>
              <a:pathLst>
                <a:path w="45442" h="55913">
                  <a:moveTo>
                    <a:pt x="0" y="11936"/>
                  </a:moveTo>
                  <a:lnTo>
                    <a:pt x="19358" y="0"/>
                  </a:lnTo>
                  <a:lnTo>
                    <a:pt x="45442" y="43956"/>
                  </a:lnTo>
                  <a:lnTo>
                    <a:pt x="26118" y="55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475093" y="3174949"/>
              <a:ext cx="44107" cy="55111"/>
            </a:xfrm>
            <a:custGeom>
              <a:avLst/>
              <a:pathLst>
                <a:path w="44107" h="55111">
                  <a:moveTo>
                    <a:pt x="0" y="11556"/>
                  </a:moveTo>
                  <a:lnTo>
                    <a:pt x="18742" y="0"/>
                  </a:lnTo>
                  <a:lnTo>
                    <a:pt x="31647" y="22046"/>
                  </a:lnTo>
                  <a:lnTo>
                    <a:pt x="44107" y="44066"/>
                  </a:lnTo>
                  <a:lnTo>
                    <a:pt x="25150" y="55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579662" y="3180485"/>
              <a:ext cx="44158" cy="55139"/>
            </a:xfrm>
            <a:custGeom>
              <a:avLst/>
              <a:pathLst>
                <a:path w="44158" h="55139">
                  <a:moveTo>
                    <a:pt x="0" y="10951"/>
                  </a:moveTo>
                  <a:lnTo>
                    <a:pt x="18347" y="0"/>
                  </a:lnTo>
                  <a:lnTo>
                    <a:pt x="44158" y="43079"/>
                  </a:lnTo>
                  <a:lnTo>
                    <a:pt x="25541" y="55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451222" y="3189916"/>
              <a:ext cx="43446" cy="55005"/>
            </a:xfrm>
            <a:custGeom>
              <a:avLst/>
              <a:pathLst>
                <a:path w="43446" h="55005">
                  <a:moveTo>
                    <a:pt x="0" y="11113"/>
                  </a:moveTo>
                  <a:lnTo>
                    <a:pt x="18337" y="0"/>
                  </a:lnTo>
                  <a:lnTo>
                    <a:pt x="43446" y="43837"/>
                  </a:lnTo>
                  <a:lnTo>
                    <a:pt x="25254" y="5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890758" y="3059079"/>
              <a:ext cx="32782" cy="34740"/>
            </a:xfrm>
            <a:custGeom>
              <a:avLst/>
              <a:pathLst>
                <a:path w="32782" h="34740">
                  <a:moveTo>
                    <a:pt x="0" y="11870"/>
                  </a:moveTo>
                  <a:lnTo>
                    <a:pt x="19955" y="0"/>
                  </a:lnTo>
                  <a:lnTo>
                    <a:pt x="32782" y="22263"/>
                  </a:lnTo>
                  <a:lnTo>
                    <a:pt x="13509" y="34740"/>
                  </a:lnTo>
                  <a:lnTo>
                    <a:pt x="9224" y="2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918524" y="2863191"/>
              <a:ext cx="55110" cy="45075"/>
            </a:xfrm>
            <a:custGeom>
              <a:avLst/>
              <a:pathLst>
                <a:path w="55110" h="45075">
                  <a:moveTo>
                    <a:pt x="0" y="26401"/>
                  </a:moveTo>
                  <a:lnTo>
                    <a:pt x="43338" y="161"/>
                  </a:lnTo>
                  <a:lnTo>
                    <a:pt x="43841" y="0"/>
                  </a:lnTo>
                  <a:lnTo>
                    <a:pt x="55110" y="19543"/>
                  </a:lnTo>
                  <a:lnTo>
                    <a:pt x="11263" y="4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808246" y="3043701"/>
              <a:ext cx="46086" cy="56906"/>
            </a:xfrm>
            <a:custGeom>
              <a:avLst/>
              <a:pathLst>
                <a:path w="46086" h="56906">
                  <a:moveTo>
                    <a:pt x="0" y="12324"/>
                  </a:moveTo>
                  <a:lnTo>
                    <a:pt x="19364" y="0"/>
                  </a:lnTo>
                  <a:lnTo>
                    <a:pt x="46086" y="45568"/>
                  </a:lnTo>
                  <a:lnTo>
                    <a:pt x="26357" y="56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3679327" y="3051672"/>
              <a:ext cx="45406" cy="56839"/>
            </a:xfrm>
            <a:custGeom>
              <a:avLst/>
              <a:pathLst>
                <a:path w="45406" h="56839">
                  <a:moveTo>
                    <a:pt x="0" y="11751"/>
                  </a:moveTo>
                  <a:lnTo>
                    <a:pt x="19719" y="0"/>
                  </a:lnTo>
                  <a:lnTo>
                    <a:pt x="45406" y="45512"/>
                  </a:lnTo>
                  <a:lnTo>
                    <a:pt x="25525" y="56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3913515" y="3048303"/>
              <a:ext cx="29317" cy="31044"/>
            </a:xfrm>
            <a:custGeom>
              <a:avLst/>
              <a:pathLst>
                <a:path w="29317" h="31044">
                  <a:moveTo>
                    <a:pt x="0" y="9301"/>
                  </a:moveTo>
                  <a:lnTo>
                    <a:pt x="16254" y="0"/>
                  </a:lnTo>
                  <a:lnTo>
                    <a:pt x="29317" y="20942"/>
                  </a:lnTo>
                  <a:lnTo>
                    <a:pt x="12521" y="31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778153" y="2993194"/>
              <a:ext cx="46225" cy="56349"/>
            </a:xfrm>
            <a:custGeom>
              <a:avLst/>
              <a:pathLst>
                <a:path w="46225" h="56349">
                  <a:moveTo>
                    <a:pt x="0" y="11975"/>
                  </a:moveTo>
                  <a:lnTo>
                    <a:pt x="20056" y="0"/>
                  </a:lnTo>
                  <a:lnTo>
                    <a:pt x="46225" y="44887"/>
                  </a:lnTo>
                  <a:lnTo>
                    <a:pt x="26166" y="56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862959" y="2996815"/>
              <a:ext cx="55157" cy="45181"/>
            </a:xfrm>
            <a:custGeom>
              <a:avLst/>
              <a:pathLst>
                <a:path w="55157" h="45181">
                  <a:moveTo>
                    <a:pt x="0" y="26631"/>
                  </a:moveTo>
                  <a:lnTo>
                    <a:pt x="43562" y="0"/>
                  </a:lnTo>
                  <a:lnTo>
                    <a:pt x="55157" y="19812"/>
                  </a:lnTo>
                  <a:lnTo>
                    <a:pt x="10781" y="45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713477" y="2998387"/>
              <a:ext cx="45632" cy="57015"/>
            </a:xfrm>
            <a:custGeom>
              <a:avLst/>
              <a:pathLst>
                <a:path w="45632" h="57015">
                  <a:moveTo>
                    <a:pt x="0" y="11525"/>
                  </a:moveTo>
                  <a:lnTo>
                    <a:pt x="19190" y="0"/>
                  </a:lnTo>
                  <a:lnTo>
                    <a:pt x="45632" y="45587"/>
                  </a:lnTo>
                  <a:lnTo>
                    <a:pt x="26115" y="5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80100" y="3239592"/>
              <a:ext cx="44571" cy="56106"/>
            </a:xfrm>
            <a:custGeom>
              <a:avLst/>
              <a:pathLst>
                <a:path w="44571" h="56106">
                  <a:moveTo>
                    <a:pt x="0" y="11802"/>
                  </a:moveTo>
                  <a:lnTo>
                    <a:pt x="18612" y="0"/>
                  </a:lnTo>
                  <a:lnTo>
                    <a:pt x="44571" y="44344"/>
                  </a:lnTo>
                  <a:lnTo>
                    <a:pt x="25836" y="56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857579" y="2946879"/>
              <a:ext cx="44298" cy="55180"/>
            </a:xfrm>
            <a:custGeom>
              <a:avLst/>
              <a:pathLst>
                <a:path w="44298" h="55180">
                  <a:moveTo>
                    <a:pt x="0" y="11353"/>
                  </a:moveTo>
                  <a:lnTo>
                    <a:pt x="17847" y="595"/>
                  </a:lnTo>
                  <a:lnTo>
                    <a:pt x="18801" y="0"/>
                  </a:lnTo>
                  <a:lnTo>
                    <a:pt x="33594" y="25746"/>
                  </a:lnTo>
                  <a:lnTo>
                    <a:pt x="44298" y="44375"/>
                  </a:lnTo>
                  <a:lnTo>
                    <a:pt x="26147" y="55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764242" y="2954684"/>
              <a:ext cx="55528" cy="45778"/>
            </a:xfrm>
            <a:custGeom>
              <a:avLst/>
              <a:pathLst>
                <a:path w="55528" h="45778">
                  <a:moveTo>
                    <a:pt x="0" y="26321"/>
                  </a:moveTo>
                  <a:lnTo>
                    <a:pt x="43713" y="0"/>
                  </a:lnTo>
                  <a:lnTo>
                    <a:pt x="55528" y="19510"/>
                  </a:lnTo>
                  <a:lnTo>
                    <a:pt x="11346" y="45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833369" y="2961199"/>
              <a:ext cx="45103" cy="55050"/>
            </a:xfrm>
            <a:custGeom>
              <a:avLst/>
              <a:pathLst>
                <a:path w="45103" h="55050">
                  <a:moveTo>
                    <a:pt x="0" y="11394"/>
                  </a:moveTo>
                  <a:lnTo>
                    <a:pt x="19350" y="0"/>
                  </a:lnTo>
                  <a:lnTo>
                    <a:pt x="45103" y="43501"/>
                  </a:lnTo>
                  <a:lnTo>
                    <a:pt x="25754" y="5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745341" y="3034511"/>
              <a:ext cx="67902" cy="68216"/>
            </a:xfrm>
            <a:custGeom>
              <a:avLst/>
              <a:pathLst>
                <a:path w="67902" h="68216">
                  <a:moveTo>
                    <a:pt x="48387" y="54724"/>
                  </a:moveTo>
                  <a:lnTo>
                    <a:pt x="24260" y="68216"/>
                  </a:lnTo>
                  <a:lnTo>
                    <a:pt x="13592" y="50233"/>
                  </a:lnTo>
                  <a:lnTo>
                    <a:pt x="0" y="27320"/>
                  </a:lnTo>
                  <a:lnTo>
                    <a:pt x="52" y="27045"/>
                  </a:lnTo>
                  <a:lnTo>
                    <a:pt x="327" y="25598"/>
                  </a:lnTo>
                  <a:lnTo>
                    <a:pt x="16863" y="15491"/>
                  </a:lnTo>
                  <a:lnTo>
                    <a:pt x="18599" y="14430"/>
                  </a:lnTo>
                  <a:lnTo>
                    <a:pt x="42210" y="0"/>
                  </a:lnTo>
                  <a:lnTo>
                    <a:pt x="49799" y="12940"/>
                  </a:lnTo>
                  <a:lnTo>
                    <a:pt x="52984" y="18372"/>
                  </a:lnTo>
                  <a:lnTo>
                    <a:pt x="55478" y="22625"/>
                  </a:lnTo>
                  <a:lnTo>
                    <a:pt x="67902" y="43812"/>
                  </a:lnTo>
                  <a:lnTo>
                    <a:pt x="62546" y="46806"/>
                  </a:lnTo>
                  <a:lnTo>
                    <a:pt x="51722" y="52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517107" y="3170244"/>
              <a:ext cx="65438" cy="67141"/>
            </a:xfrm>
            <a:custGeom>
              <a:avLst/>
              <a:pathLst>
                <a:path w="65438" h="67141">
                  <a:moveTo>
                    <a:pt x="48472" y="53239"/>
                  </a:moveTo>
                  <a:lnTo>
                    <a:pt x="24669" y="67141"/>
                  </a:lnTo>
                  <a:lnTo>
                    <a:pt x="18700" y="56439"/>
                  </a:lnTo>
                  <a:lnTo>
                    <a:pt x="12564" y="45438"/>
                  </a:lnTo>
                  <a:lnTo>
                    <a:pt x="7455" y="36914"/>
                  </a:lnTo>
                  <a:lnTo>
                    <a:pt x="0" y="24475"/>
                  </a:lnTo>
                  <a:lnTo>
                    <a:pt x="28210" y="7844"/>
                  </a:lnTo>
                  <a:lnTo>
                    <a:pt x="41516" y="0"/>
                  </a:lnTo>
                  <a:lnTo>
                    <a:pt x="65438" y="43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876889" y="2962795"/>
              <a:ext cx="169824" cy="101178"/>
            </a:xfrm>
            <a:custGeom>
              <a:avLst/>
              <a:pathLst>
                <a:path w="169824" h="101178">
                  <a:moveTo>
                    <a:pt x="0" y="85371"/>
                  </a:moveTo>
                  <a:lnTo>
                    <a:pt x="144896" y="0"/>
                  </a:lnTo>
                  <a:lnTo>
                    <a:pt x="169824" y="43766"/>
                  </a:lnTo>
                  <a:lnTo>
                    <a:pt x="129636" y="69739"/>
                  </a:lnTo>
                  <a:lnTo>
                    <a:pt x="128725" y="68588"/>
                  </a:lnTo>
                  <a:lnTo>
                    <a:pt x="88940" y="92129"/>
                  </a:lnTo>
                  <a:lnTo>
                    <a:pt x="87959" y="90446"/>
                  </a:lnTo>
                  <a:lnTo>
                    <a:pt x="71927" y="62961"/>
                  </a:lnTo>
                  <a:lnTo>
                    <a:pt x="9381" y="10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868821" y="2907243"/>
              <a:ext cx="44575" cy="55279"/>
            </a:xfrm>
            <a:custGeom>
              <a:avLst/>
              <a:pathLst>
                <a:path w="44575" h="55279">
                  <a:moveTo>
                    <a:pt x="0" y="11069"/>
                  </a:moveTo>
                  <a:lnTo>
                    <a:pt x="18483" y="0"/>
                  </a:lnTo>
                  <a:lnTo>
                    <a:pt x="44575" y="43465"/>
                  </a:lnTo>
                  <a:lnTo>
                    <a:pt x="24849" y="55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817988" y="2922090"/>
              <a:ext cx="55846" cy="45412"/>
            </a:xfrm>
            <a:custGeom>
              <a:avLst/>
              <a:pathLst>
                <a:path w="55846" h="45412">
                  <a:moveTo>
                    <a:pt x="0" y="26373"/>
                  </a:moveTo>
                  <a:lnTo>
                    <a:pt x="44606" y="0"/>
                  </a:lnTo>
                  <a:lnTo>
                    <a:pt x="55846" y="19909"/>
                  </a:lnTo>
                  <a:lnTo>
                    <a:pt x="11354" y="454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435892" y="3149668"/>
              <a:ext cx="54003" cy="45621"/>
            </a:xfrm>
            <a:custGeom>
              <a:avLst/>
              <a:pathLst>
                <a:path w="54003" h="45621">
                  <a:moveTo>
                    <a:pt x="0" y="26280"/>
                  </a:moveTo>
                  <a:lnTo>
                    <a:pt x="42688" y="0"/>
                  </a:lnTo>
                  <a:lnTo>
                    <a:pt x="54003" y="19582"/>
                  </a:lnTo>
                  <a:lnTo>
                    <a:pt x="11383" y="45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898715" y="2944903"/>
              <a:ext cx="69872" cy="68030"/>
            </a:xfrm>
            <a:custGeom>
              <a:avLst/>
              <a:pathLst>
                <a:path w="69872" h="68030">
                  <a:moveTo>
                    <a:pt x="50938" y="53433"/>
                  </a:moveTo>
                  <a:lnTo>
                    <a:pt x="25325" y="68030"/>
                  </a:lnTo>
                  <a:lnTo>
                    <a:pt x="14239" y="48947"/>
                  </a:lnTo>
                  <a:lnTo>
                    <a:pt x="0" y="24437"/>
                  </a:lnTo>
                  <a:lnTo>
                    <a:pt x="45225" y="0"/>
                  </a:lnTo>
                  <a:lnTo>
                    <a:pt x="58731" y="23366"/>
                  </a:lnTo>
                  <a:lnTo>
                    <a:pt x="69872" y="4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281453" y="1777528"/>
              <a:ext cx="28249" cy="30413"/>
            </a:xfrm>
            <a:custGeom>
              <a:avLst/>
              <a:pathLst>
                <a:path w="28249" h="30413">
                  <a:moveTo>
                    <a:pt x="15832" y="30413"/>
                  </a:moveTo>
                  <a:lnTo>
                    <a:pt x="0" y="18632"/>
                  </a:lnTo>
                  <a:lnTo>
                    <a:pt x="12596" y="0"/>
                  </a:lnTo>
                  <a:lnTo>
                    <a:pt x="28249" y="11703"/>
                  </a:lnTo>
                  <a:lnTo>
                    <a:pt x="22003" y="217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84684" y="1734317"/>
              <a:ext cx="31856" cy="29294"/>
            </a:xfrm>
            <a:custGeom>
              <a:avLst/>
              <a:pathLst>
                <a:path w="31856" h="29294">
                  <a:moveTo>
                    <a:pt x="31856" y="14450"/>
                  </a:moveTo>
                  <a:lnTo>
                    <a:pt x="7956" y="29294"/>
                  </a:lnTo>
                  <a:lnTo>
                    <a:pt x="4525" y="23443"/>
                  </a:lnTo>
                  <a:lnTo>
                    <a:pt x="0" y="13281"/>
                  </a:lnTo>
                  <a:lnTo>
                    <a:pt x="6586" y="9519"/>
                  </a:lnTo>
                  <a:lnTo>
                    <a:pt x="10234" y="7776"/>
                  </a:lnTo>
                  <a:lnTo>
                    <a:pt x="17232" y="3965"/>
                  </a:lnTo>
                  <a:lnTo>
                    <a:pt x="24005" y="0"/>
                  </a:lnTo>
                  <a:lnTo>
                    <a:pt x="28545" y="81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404962" y="1719865"/>
              <a:ext cx="19941" cy="10755"/>
            </a:xfrm>
            <a:custGeom>
              <a:avLst/>
              <a:pathLst>
                <a:path w="19941" h="10755">
                  <a:moveTo>
                    <a:pt x="0" y="4234"/>
                  </a:moveTo>
                  <a:lnTo>
                    <a:pt x="6396" y="0"/>
                  </a:lnTo>
                  <a:lnTo>
                    <a:pt x="19941" y="2540"/>
                  </a:lnTo>
                  <a:lnTo>
                    <a:pt x="3418" y="10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315459" y="1746617"/>
              <a:ext cx="20769" cy="38716"/>
            </a:xfrm>
            <a:custGeom>
              <a:avLst/>
              <a:pathLst>
                <a:path w="20769" h="38716">
                  <a:moveTo>
                    <a:pt x="17238" y="6255"/>
                  </a:moveTo>
                  <a:lnTo>
                    <a:pt x="15795" y="9666"/>
                  </a:lnTo>
                  <a:lnTo>
                    <a:pt x="17759" y="18262"/>
                  </a:lnTo>
                  <a:lnTo>
                    <a:pt x="20769" y="36278"/>
                  </a:lnTo>
                  <a:lnTo>
                    <a:pt x="304" y="38716"/>
                  </a:lnTo>
                  <a:lnTo>
                    <a:pt x="0" y="27732"/>
                  </a:lnTo>
                  <a:lnTo>
                    <a:pt x="75" y="20032"/>
                  </a:lnTo>
                  <a:lnTo>
                    <a:pt x="282" y="11288"/>
                  </a:lnTo>
                  <a:lnTo>
                    <a:pt x="625" y="2459"/>
                  </a:lnTo>
                  <a:lnTo>
                    <a:pt x="5230" y="426"/>
                  </a:lnTo>
                  <a:lnTo>
                    <a:pt x="5982" y="0"/>
                  </a:lnTo>
                  <a:lnTo>
                    <a:pt x="6026" y="4664"/>
                  </a:lnTo>
                  <a:lnTo>
                    <a:pt x="13121" y="4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43549" y="1773431"/>
              <a:ext cx="34916" cy="21119"/>
            </a:xfrm>
            <a:custGeom>
              <a:avLst/>
              <a:pathLst>
                <a:path w="34916" h="21119">
                  <a:moveTo>
                    <a:pt x="0" y="2217"/>
                  </a:moveTo>
                  <a:lnTo>
                    <a:pt x="32207" y="0"/>
                  </a:lnTo>
                  <a:lnTo>
                    <a:pt x="34916" y="4558"/>
                  </a:lnTo>
                  <a:lnTo>
                    <a:pt x="31512" y="18163"/>
                  </a:lnTo>
                  <a:lnTo>
                    <a:pt x="1171" y="21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494157" y="1797942"/>
              <a:ext cx="24706" cy="22931"/>
            </a:xfrm>
            <a:custGeom>
              <a:avLst/>
              <a:pathLst>
                <a:path w="24706" h="22931">
                  <a:moveTo>
                    <a:pt x="13877" y="5543"/>
                  </a:moveTo>
                  <a:lnTo>
                    <a:pt x="19596" y="0"/>
                  </a:lnTo>
                  <a:lnTo>
                    <a:pt x="24706" y="11305"/>
                  </a:lnTo>
                  <a:lnTo>
                    <a:pt x="3034" y="22931"/>
                  </a:lnTo>
                  <a:lnTo>
                    <a:pt x="0" y="18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3620771" y="1773332"/>
              <a:ext cx="34225" cy="37496"/>
            </a:xfrm>
            <a:custGeom>
              <a:avLst/>
              <a:pathLst>
                <a:path w="34225" h="37496">
                  <a:moveTo>
                    <a:pt x="0" y="11087"/>
                  </a:moveTo>
                  <a:lnTo>
                    <a:pt x="8902" y="6894"/>
                  </a:lnTo>
                  <a:lnTo>
                    <a:pt x="20784" y="0"/>
                  </a:lnTo>
                  <a:lnTo>
                    <a:pt x="34225" y="24187"/>
                  </a:lnTo>
                  <a:lnTo>
                    <a:pt x="11502" y="37496"/>
                  </a:lnTo>
                  <a:lnTo>
                    <a:pt x="7574" y="30243"/>
                  </a:lnTo>
                  <a:lnTo>
                    <a:pt x="7122" y="262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527504" y="1801089"/>
              <a:ext cx="52314" cy="66756"/>
            </a:xfrm>
            <a:custGeom>
              <a:avLst/>
              <a:pathLst>
                <a:path w="52314" h="66756">
                  <a:moveTo>
                    <a:pt x="0" y="13161"/>
                  </a:moveTo>
                  <a:lnTo>
                    <a:pt x="6714" y="8869"/>
                  </a:lnTo>
                  <a:lnTo>
                    <a:pt x="15291" y="1581"/>
                  </a:lnTo>
                  <a:lnTo>
                    <a:pt x="22065" y="0"/>
                  </a:lnTo>
                  <a:lnTo>
                    <a:pt x="26127" y="8233"/>
                  </a:lnTo>
                  <a:lnTo>
                    <a:pt x="52314" y="55169"/>
                  </a:lnTo>
                  <a:lnTo>
                    <a:pt x="32075" y="66756"/>
                  </a:lnTo>
                  <a:lnTo>
                    <a:pt x="20949" y="49441"/>
                  </a:lnTo>
                  <a:lnTo>
                    <a:pt x="18903" y="44021"/>
                  </a:lnTo>
                  <a:lnTo>
                    <a:pt x="11317" y="33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3500225" y="1813920"/>
              <a:ext cx="47784" cy="57096"/>
            </a:xfrm>
            <a:custGeom>
              <a:avLst/>
              <a:pathLst>
                <a:path w="47784" h="57096">
                  <a:moveTo>
                    <a:pt x="21446" y="47428"/>
                  </a:moveTo>
                  <a:lnTo>
                    <a:pt x="0" y="9162"/>
                  </a:lnTo>
                  <a:lnTo>
                    <a:pt x="20618" y="0"/>
                  </a:lnTo>
                  <a:lnTo>
                    <a:pt x="47784" y="45350"/>
                  </a:lnTo>
                  <a:lnTo>
                    <a:pt x="27476" y="5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3365023" y="1813860"/>
              <a:ext cx="40545" cy="43430"/>
            </a:xfrm>
            <a:custGeom>
              <a:avLst/>
              <a:pathLst>
                <a:path w="40545" h="43430">
                  <a:moveTo>
                    <a:pt x="0" y="11179"/>
                  </a:moveTo>
                  <a:lnTo>
                    <a:pt x="22123" y="0"/>
                  </a:lnTo>
                  <a:lnTo>
                    <a:pt x="33050" y="16630"/>
                  </a:lnTo>
                  <a:lnTo>
                    <a:pt x="40545" y="31506"/>
                  </a:lnTo>
                  <a:lnTo>
                    <a:pt x="19678" y="43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436284" y="1817915"/>
              <a:ext cx="36558" cy="37881"/>
            </a:xfrm>
            <a:custGeom>
              <a:avLst/>
              <a:pathLst>
                <a:path w="36558" h="37881">
                  <a:moveTo>
                    <a:pt x="0" y="12627"/>
                  </a:moveTo>
                  <a:lnTo>
                    <a:pt x="21672" y="0"/>
                  </a:lnTo>
                  <a:lnTo>
                    <a:pt x="36558" y="25889"/>
                  </a:lnTo>
                  <a:lnTo>
                    <a:pt x="15200" y="37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497843" y="1769691"/>
              <a:ext cx="22978" cy="18920"/>
            </a:xfrm>
            <a:custGeom>
              <a:avLst/>
              <a:pathLst>
                <a:path w="22978" h="18920">
                  <a:moveTo>
                    <a:pt x="0" y="11936"/>
                  </a:moveTo>
                  <a:lnTo>
                    <a:pt x="18482" y="0"/>
                  </a:lnTo>
                  <a:lnTo>
                    <a:pt x="22978" y="6983"/>
                  </a:lnTo>
                  <a:lnTo>
                    <a:pt x="4785" y="1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487305" y="1753186"/>
              <a:ext cx="23800" cy="22359"/>
            </a:xfrm>
            <a:custGeom>
              <a:avLst/>
              <a:pathLst>
                <a:path w="23800" h="22359">
                  <a:moveTo>
                    <a:pt x="0" y="10159"/>
                  </a:moveTo>
                  <a:lnTo>
                    <a:pt x="16214" y="0"/>
                  </a:lnTo>
                  <a:lnTo>
                    <a:pt x="23800" y="10348"/>
                  </a:lnTo>
                  <a:lnTo>
                    <a:pt x="6823" y="22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440725" y="1728073"/>
              <a:ext cx="15513" cy="31526"/>
            </a:xfrm>
            <a:custGeom>
              <a:avLst/>
              <a:pathLst>
                <a:path w="15513" h="31526">
                  <a:moveTo>
                    <a:pt x="11419" y="25131"/>
                  </a:moveTo>
                  <a:lnTo>
                    <a:pt x="0" y="2101"/>
                  </a:lnTo>
                  <a:lnTo>
                    <a:pt x="12593" y="0"/>
                  </a:lnTo>
                  <a:lnTo>
                    <a:pt x="15440" y="22447"/>
                  </a:lnTo>
                  <a:lnTo>
                    <a:pt x="15471" y="26289"/>
                  </a:lnTo>
                  <a:lnTo>
                    <a:pt x="15513" y="31526"/>
                  </a:lnTo>
                  <a:lnTo>
                    <a:pt x="15053" y="30814"/>
                  </a:lnTo>
                  <a:lnTo>
                    <a:pt x="12027" y="26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621897" y="1752393"/>
              <a:ext cx="19383" cy="24689"/>
            </a:xfrm>
            <a:custGeom>
              <a:avLst/>
              <a:pathLst>
                <a:path w="19383" h="24689">
                  <a:moveTo>
                    <a:pt x="0" y="5902"/>
                  </a:moveTo>
                  <a:lnTo>
                    <a:pt x="10859" y="0"/>
                  </a:lnTo>
                  <a:lnTo>
                    <a:pt x="19383" y="16684"/>
                  </a:lnTo>
                  <a:lnTo>
                    <a:pt x="6020" y="24689"/>
                  </a:lnTo>
                  <a:lnTo>
                    <a:pt x="2859" y="17297"/>
                  </a:lnTo>
                  <a:lnTo>
                    <a:pt x="4515" y="140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495441" y="1765875"/>
              <a:ext cx="20586" cy="15354"/>
            </a:xfrm>
            <a:custGeom>
              <a:avLst/>
              <a:pathLst>
                <a:path w="20586" h="15354">
                  <a:moveTo>
                    <a:pt x="0" y="11810"/>
                  </a:moveTo>
                  <a:lnTo>
                    <a:pt x="18644" y="0"/>
                  </a:lnTo>
                  <a:lnTo>
                    <a:pt x="20586" y="3187"/>
                  </a:lnTo>
                  <a:lnTo>
                    <a:pt x="2016" y="1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465097" y="1765158"/>
              <a:ext cx="33456" cy="45016"/>
            </a:xfrm>
            <a:custGeom>
              <a:avLst/>
              <a:pathLst>
                <a:path w="33456" h="45016">
                  <a:moveTo>
                    <a:pt x="0" y="7550"/>
                  </a:moveTo>
                  <a:lnTo>
                    <a:pt x="10926" y="4871"/>
                  </a:lnTo>
                  <a:lnTo>
                    <a:pt x="20024" y="0"/>
                  </a:lnTo>
                  <a:lnTo>
                    <a:pt x="26513" y="12054"/>
                  </a:lnTo>
                  <a:lnTo>
                    <a:pt x="32553" y="21178"/>
                  </a:lnTo>
                  <a:lnTo>
                    <a:pt x="33456" y="27184"/>
                  </a:lnTo>
                  <a:lnTo>
                    <a:pt x="28851" y="36562"/>
                  </a:lnTo>
                  <a:lnTo>
                    <a:pt x="23072" y="45016"/>
                  </a:lnTo>
                  <a:lnTo>
                    <a:pt x="10661" y="24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334889" y="1744457"/>
              <a:ext cx="19956" cy="38389"/>
            </a:xfrm>
            <a:custGeom>
              <a:avLst/>
              <a:pathLst>
                <a:path w="19956" h="38389">
                  <a:moveTo>
                    <a:pt x="0" y="8130"/>
                  </a:moveTo>
                  <a:lnTo>
                    <a:pt x="3747" y="0"/>
                  </a:lnTo>
                  <a:lnTo>
                    <a:pt x="19956" y="7068"/>
                  </a:lnTo>
                  <a:lnTo>
                    <a:pt x="14893" y="19444"/>
                  </a:lnTo>
                  <a:lnTo>
                    <a:pt x="6772" y="38389"/>
                  </a:lnTo>
                  <a:lnTo>
                    <a:pt x="3657" y="37742"/>
                  </a:lnTo>
                  <a:lnTo>
                    <a:pt x="677" y="199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94840" y="1757103"/>
              <a:ext cx="17583" cy="27718"/>
            </a:xfrm>
            <a:custGeom>
              <a:avLst/>
              <a:pathLst>
                <a:path w="17583" h="27718">
                  <a:moveTo>
                    <a:pt x="16404" y="27718"/>
                  </a:moveTo>
                  <a:lnTo>
                    <a:pt x="0" y="16784"/>
                  </a:lnTo>
                  <a:lnTo>
                    <a:pt x="5117" y="13089"/>
                  </a:lnTo>
                  <a:lnTo>
                    <a:pt x="10960" y="9799"/>
                  </a:lnTo>
                  <a:lnTo>
                    <a:pt x="12767" y="5487"/>
                  </a:lnTo>
                  <a:lnTo>
                    <a:pt x="12341" y="153"/>
                  </a:lnTo>
                  <a:lnTo>
                    <a:pt x="17157" y="0"/>
                  </a:lnTo>
                  <a:lnTo>
                    <a:pt x="17583" y="12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362600" y="1750171"/>
              <a:ext cx="28064" cy="27547"/>
            </a:xfrm>
            <a:custGeom>
              <a:avLst/>
              <a:pathLst>
                <a:path w="28064" h="27547">
                  <a:moveTo>
                    <a:pt x="23233" y="4875"/>
                  </a:moveTo>
                  <a:lnTo>
                    <a:pt x="28064" y="15177"/>
                  </a:lnTo>
                  <a:lnTo>
                    <a:pt x="6321" y="27547"/>
                  </a:lnTo>
                  <a:lnTo>
                    <a:pt x="1425" y="19103"/>
                  </a:lnTo>
                  <a:lnTo>
                    <a:pt x="920" y="17781"/>
                  </a:lnTo>
                  <a:lnTo>
                    <a:pt x="0" y="15372"/>
                  </a:lnTo>
                  <a:lnTo>
                    <a:pt x="3523" y="4834"/>
                  </a:lnTo>
                  <a:lnTo>
                    <a:pt x="8198" y="5081"/>
                  </a:lnTo>
                  <a:lnTo>
                    <a:pt x="12622" y="3695"/>
                  </a:lnTo>
                  <a:lnTo>
                    <a:pt x="19711" y="0"/>
                  </a:lnTo>
                  <a:lnTo>
                    <a:pt x="21098" y="1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503712" y="1745092"/>
              <a:ext cx="25174" cy="21970"/>
            </a:xfrm>
            <a:custGeom>
              <a:avLst/>
              <a:pathLst>
                <a:path w="25174" h="21970">
                  <a:moveTo>
                    <a:pt x="0" y="1577"/>
                  </a:moveTo>
                  <a:lnTo>
                    <a:pt x="2662" y="0"/>
                  </a:lnTo>
                  <a:lnTo>
                    <a:pt x="25174" y="9740"/>
                  </a:lnTo>
                  <a:lnTo>
                    <a:pt x="21672" y="17099"/>
                  </a:lnTo>
                  <a:lnTo>
                    <a:pt x="14405" y="21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522661" y="1756696"/>
              <a:ext cx="28174" cy="26530"/>
            </a:xfrm>
            <a:custGeom>
              <a:avLst/>
              <a:pathLst>
                <a:path w="28174" h="26530">
                  <a:moveTo>
                    <a:pt x="0" y="17370"/>
                  </a:moveTo>
                  <a:lnTo>
                    <a:pt x="9331" y="0"/>
                  </a:lnTo>
                  <a:lnTo>
                    <a:pt x="22936" y="5297"/>
                  </a:lnTo>
                  <a:lnTo>
                    <a:pt x="28174" y="9547"/>
                  </a:lnTo>
                  <a:lnTo>
                    <a:pt x="15294" y="265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539517" y="1767596"/>
              <a:ext cx="26849" cy="27165"/>
            </a:xfrm>
            <a:custGeom>
              <a:avLst/>
              <a:pathLst>
                <a:path w="26849" h="27165">
                  <a:moveTo>
                    <a:pt x="0" y="16570"/>
                  </a:moveTo>
                  <a:lnTo>
                    <a:pt x="12099" y="0"/>
                  </a:lnTo>
                  <a:lnTo>
                    <a:pt x="19986" y="7085"/>
                  </a:lnTo>
                  <a:lnTo>
                    <a:pt x="19204" y="10226"/>
                  </a:lnTo>
                  <a:lnTo>
                    <a:pt x="26849" y="15215"/>
                  </a:lnTo>
                  <a:lnTo>
                    <a:pt x="25826" y="18110"/>
                  </a:lnTo>
                  <a:lnTo>
                    <a:pt x="15652" y="27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557651" y="1787175"/>
              <a:ext cx="60353" cy="78292"/>
            </a:xfrm>
            <a:custGeom>
              <a:avLst/>
              <a:pathLst>
                <a:path w="60353" h="78292">
                  <a:moveTo>
                    <a:pt x="25354" y="8695"/>
                  </a:moveTo>
                  <a:lnTo>
                    <a:pt x="30077" y="11445"/>
                  </a:lnTo>
                  <a:lnTo>
                    <a:pt x="42268" y="33774"/>
                  </a:lnTo>
                  <a:lnTo>
                    <a:pt x="50921" y="49943"/>
                  </a:lnTo>
                  <a:lnTo>
                    <a:pt x="60353" y="65834"/>
                  </a:lnTo>
                  <a:lnTo>
                    <a:pt x="40858" y="78292"/>
                  </a:lnTo>
                  <a:lnTo>
                    <a:pt x="31575" y="62612"/>
                  </a:lnTo>
                  <a:lnTo>
                    <a:pt x="23809" y="49307"/>
                  </a:lnTo>
                  <a:lnTo>
                    <a:pt x="9842" y="25469"/>
                  </a:lnTo>
                  <a:lnTo>
                    <a:pt x="0" y="7915"/>
                  </a:lnTo>
                  <a:lnTo>
                    <a:pt x="10264" y="0"/>
                  </a:lnTo>
                  <a:lnTo>
                    <a:pt x="14628" y="3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341693" y="1839407"/>
              <a:ext cx="34008" cy="35865"/>
            </a:xfrm>
            <a:custGeom>
              <a:avLst/>
              <a:pathLst>
                <a:path w="34008" h="35865">
                  <a:moveTo>
                    <a:pt x="0" y="13691"/>
                  </a:moveTo>
                  <a:lnTo>
                    <a:pt x="20733" y="0"/>
                  </a:lnTo>
                  <a:lnTo>
                    <a:pt x="34008" y="23190"/>
                  </a:lnTo>
                  <a:lnTo>
                    <a:pt x="12943" y="35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31587" y="1879807"/>
              <a:ext cx="37324" cy="38820"/>
            </a:xfrm>
            <a:custGeom>
              <a:avLst/>
              <a:pathLst>
                <a:path w="37324" h="38820">
                  <a:moveTo>
                    <a:pt x="0" y="13551"/>
                  </a:moveTo>
                  <a:lnTo>
                    <a:pt x="22695" y="0"/>
                  </a:lnTo>
                  <a:lnTo>
                    <a:pt x="37324" y="25993"/>
                  </a:lnTo>
                  <a:lnTo>
                    <a:pt x="15184" y="38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410815" y="1888299"/>
              <a:ext cx="46825" cy="55734"/>
            </a:xfrm>
            <a:custGeom>
              <a:avLst/>
              <a:pathLst>
                <a:path w="46825" h="55734">
                  <a:moveTo>
                    <a:pt x="0" y="10902"/>
                  </a:moveTo>
                  <a:lnTo>
                    <a:pt x="8307" y="3788"/>
                  </a:lnTo>
                  <a:lnTo>
                    <a:pt x="20137" y="0"/>
                  </a:lnTo>
                  <a:lnTo>
                    <a:pt x="40842" y="34597"/>
                  </a:lnTo>
                  <a:lnTo>
                    <a:pt x="46825" y="44607"/>
                  </a:lnTo>
                  <a:lnTo>
                    <a:pt x="26507" y="55734"/>
                  </a:lnTo>
                  <a:lnTo>
                    <a:pt x="24501" y="5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73070" y="1771169"/>
              <a:ext cx="33953" cy="34487"/>
            </a:xfrm>
            <a:custGeom>
              <a:avLst/>
              <a:pathLst>
                <a:path w="33953" h="34487">
                  <a:moveTo>
                    <a:pt x="0" y="13304"/>
                  </a:moveTo>
                  <a:lnTo>
                    <a:pt x="21401" y="0"/>
                  </a:lnTo>
                  <a:lnTo>
                    <a:pt x="33953" y="21250"/>
                  </a:lnTo>
                  <a:lnTo>
                    <a:pt x="12816" y="34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421421" y="1785663"/>
              <a:ext cx="37324" cy="40227"/>
            </a:xfrm>
            <a:custGeom>
              <a:avLst/>
              <a:pathLst>
                <a:path w="37324" h="40227">
                  <a:moveTo>
                    <a:pt x="0" y="11739"/>
                  </a:moveTo>
                  <a:lnTo>
                    <a:pt x="21080" y="0"/>
                  </a:lnTo>
                  <a:lnTo>
                    <a:pt x="37324" y="27292"/>
                  </a:lnTo>
                  <a:lnTo>
                    <a:pt x="15351" y="40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592031" y="1783970"/>
              <a:ext cx="18737" cy="21488"/>
            </a:xfrm>
            <a:custGeom>
              <a:avLst/>
              <a:pathLst>
                <a:path w="18737" h="21488">
                  <a:moveTo>
                    <a:pt x="2558" y="0"/>
                  </a:moveTo>
                  <a:lnTo>
                    <a:pt x="9894" y="1843"/>
                  </a:lnTo>
                  <a:lnTo>
                    <a:pt x="13169" y="3317"/>
                  </a:lnTo>
                  <a:lnTo>
                    <a:pt x="17668" y="3233"/>
                  </a:lnTo>
                  <a:lnTo>
                    <a:pt x="18737" y="21488"/>
                  </a:lnTo>
                  <a:lnTo>
                    <a:pt x="5568" y="16861"/>
                  </a:lnTo>
                  <a:lnTo>
                    <a:pt x="0" y="146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567559" y="1778765"/>
              <a:ext cx="24305" cy="17255"/>
            </a:xfrm>
            <a:custGeom>
              <a:avLst/>
              <a:pathLst>
                <a:path w="24305" h="17255">
                  <a:moveTo>
                    <a:pt x="1204" y="6837"/>
                  </a:moveTo>
                  <a:lnTo>
                    <a:pt x="0" y="492"/>
                  </a:lnTo>
                  <a:lnTo>
                    <a:pt x="5177" y="0"/>
                  </a:lnTo>
                  <a:lnTo>
                    <a:pt x="13364" y="1909"/>
                  </a:lnTo>
                  <a:lnTo>
                    <a:pt x="24305" y="4568"/>
                  </a:lnTo>
                  <a:lnTo>
                    <a:pt x="20988" y="17255"/>
                  </a:lnTo>
                  <a:lnTo>
                    <a:pt x="5392" y="102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565572" y="1766323"/>
              <a:ext cx="28715" cy="15830"/>
            </a:xfrm>
            <a:custGeom>
              <a:avLst/>
              <a:pathLst>
                <a:path w="28715" h="15830">
                  <a:moveTo>
                    <a:pt x="0" y="5297"/>
                  </a:moveTo>
                  <a:lnTo>
                    <a:pt x="26127" y="0"/>
                  </a:lnTo>
                  <a:lnTo>
                    <a:pt x="28715" y="6036"/>
                  </a:lnTo>
                  <a:lnTo>
                    <a:pt x="28414" y="11272"/>
                  </a:lnTo>
                  <a:lnTo>
                    <a:pt x="27331" y="15830"/>
                  </a:lnTo>
                  <a:lnTo>
                    <a:pt x="6742" y="10348"/>
                  </a:lnTo>
                  <a:lnTo>
                    <a:pt x="3010" y="88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245522" y="1795929"/>
              <a:ext cx="25425" cy="21404"/>
            </a:xfrm>
            <a:custGeom>
              <a:avLst/>
              <a:pathLst>
                <a:path w="25425" h="21404">
                  <a:moveTo>
                    <a:pt x="0" y="2474"/>
                  </a:moveTo>
                  <a:lnTo>
                    <a:pt x="23469" y="0"/>
                  </a:lnTo>
                  <a:lnTo>
                    <a:pt x="25425" y="10856"/>
                  </a:lnTo>
                  <a:lnTo>
                    <a:pt x="20233" y="19325"/>
                  </a:lnTo>
                  <a:lnTo>
                    <a:pt x="1495" y="21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611795" y="1784747"/>
              <a:ext cx="13752" cy="19769"/>
            </a:xfrm>
            <a:custGeom>
              <a:avLst/>
              <a:pathLst>
                <a:path w="13752" h="19769">
                  <a:moveTo>
                    <a:pt x="7868" y="19769"/>
                  </a:moveTo>
                  <a:lnTo>
                    <a:pt x="5173" y="19626"/>
                  </a:lnTo>
                  <a:lnTo>
                    <a:pt x="1335" y="11311"/>
                  </a:lnTo>
                  <a:lnTo>
                    <a:pt x="0" y="2441"/>
                  </a:lnTo>
                  <a:lnTo>
                    <a:pt x="2746" y="1863"/>
                  </a:lnTo>
                  <a:lnTo>
                    <a:pt x="7691" y="0"/>
                  </a:lnTo>
                  <a:lnTo>
                    <a:pt x="9084" y="3687"/>
                  </a:lnTo>
                  <a:lnTo>
                    <a:pt x="12551" y="11275"/>
                  </a:lnTo>
                  <a:lnTo>
                    <a:pt x="13752" y="179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590205" y="1799763"/>
              <a:ext cx="52827" cy="50256"/>
            </a:xfrm>
            <a:custGeom>
              <a:avLst/>
              <a:pathLst>
                <a:path w="52827" h="50256">
                  <a:moveTo>
                    <a:pt x="0" y="1574"/>
                  </a:moveTo>
                  <a:lnTo>
                    <a:pt x="769" y="0"/>
                  </a:lnTo>
                  <a:lnTo>
                    <a:pt x="9641" y="4195"/>
                  </a:lnTo>
                  <a:lnTo>
                    <a:pt x="20770" y="7499"/>
                  </a:lnTo>
                  <a:lnTo>
                    <a:pt x="36803" y="11849"/>
                  </a:lnTo>
                  <a:lnTo>
                    <a:pt x="52827" y="37912"/>
                  </a:lnTo>
                  <a:lnTo>
                    <a:pt x="32207" y="502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3351394" y="1774905"/>
              <a:ext cx="30979" cy="40514"/>
            </a:xfrm>
            <a:custGeom>
              <a:avLst/>
              <a:pathLst>
                <a:path w="30979" h="40514">
                  <a:moveTo>
                    <a:pt x="5056" y="26840"/>
                  </a:moveTo>
                  <a:lnTo>
                    <a:pt x="0" y="16954"/>
                  </a:lnTo>
                  <a:lnTo>
                    <a:pt x="1038" y="11595"/>
                  </a:lnTo>
                  <a:lnTo>
                    <a:pt x="4695" y="4388"/>
                  </a:lnTo>
                  <a:lnTo>
                    <a:pt x="12777" y="0"/>
                  </a:lnTo>
                  <a:lnTo>
                    <a:pt x="30979" y="32075"/>
                  </a:lnTo>
                  <a:lnTo>
                    <a:pt x="17833" y="39763"/>
                  </a:lnTo>
                  <a:lnTo>
                    <a:pt x="14014" y="40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314179" y="1785283"/>
              <a:ext cx="23026" cy="22482"/>
            </a:xfrm>
            <a:custGeom>
              <a:avLst/>
              <a:pathLst>
                <a:path w="23026" h="22482">
                  <a:moveTo>
                    <a:pt x="225" y="2925"/>
                  </a:moveTo>
                  <a:lnTo>
                    <a:pt x="22274" y="0"/>
                  </a:lnTo>
                  <a:lnTo>
                    <a:pt x="23026" y="1847"/>
                  </a:lnTo>
                  <a:lnTo>
                    <a:pt x="827" y="22482"/>
                  </a:lnTo>
                  <a:lnTo>
                    <a:pt x="0" y="13397"/>
                  </a:lnTo>
                  <a:lnTo>
                    <a:pt x="1164" y="92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382051" y="1905630"/>
              <a:ext cx="44744" cy="56081"/>
            </a:xfrm>
            <a:custGeom>
              <a:avLst/>
              <a:pathLst>
                <a:path w="44744" h="56081">
                  <a:moveTo>
                    <a:pt x="44744" y="44915"/>
                  </a:moveTo>
                  <a:lnTo>
                    <a:pt x="24966" y="56081"/>
                  </a:lnTo>
                  <a:lnTo>
                    <a:pt x="0" y="11376"/>
                  </a:lnTo>
                  <a:lnTo>
                    <a:pt x="192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357647" y="1922009"/>
              <a:ext cx="44894" cy="54686"/>
            </a:xfrm>
            <a:custGeom>
              <a:avLst/>
              <a:pathLst>
                <a:path w="44894" h="54686">
                  <a:moveTo>
                    <a:pt x="0" y="10717"/>
                  </a:moveTo>
                  <a:lnTo>
                    <a:pt x="20107" y="0"/>
                  </a:lnTo>
                  <a:lnTo>
                    <a:pt x="44894" y="41954"/>
                  </a:lnTo>
                  <a:lnTo>
                    <a:pt x="25109" y="54686"/>
                  </a:lnTo>
                  <a:lnTo>
                    <a:pt x="12160" y="32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280985" y="1963458"/>
              <a:ext cx="45574" cy="56535"/>
            </a:xfrm>
            <a:custGeom>
              <a:avLst/>
              <a:pathLst>
                <a:path w="45574" h="56535">
                  <a:moveTo>
                    <a:pt x="0" y="12360"/>
                  </a:moveTo>
                  <a:lnTo>
                    <a:pt x="20199" y="0"/>
                  </a:lnTo>
                  <a:lnTo>
                    <a:pt x="45574" y="44811"/>
                  </a:lnTo>
                  <a:lnTo>
                    <a:pt x="25460" y="565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56153" y="1978063"/>
              <a:ext cx="45813" cy="56436"/>
            </a:xfrm>
            <a:custGeom>
              <a:avLst/>
              <a:pathLst>
                <a:path w="45813" h="56436">
                  <a:moveTo>
                    <a:pt x="0" y="12282"/>
                  </a:moveTo>
                  <a:lnTo>
                    <a:pt x="20608" y="0"/>
                  </a:lnTo>
                  <a:lnTo>
                    <a:pt x="45813" y="44583"/>
                  </a:lnTo>
                  <a:lnTo>
                    <a:pt x="25743" y="56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455756" y="1730645"/>
              <a:ext cx="26368" cy="36417"/>
            </a:xfrm>
            <a:custGeom>
              <a:avLst/>
              <a:pathLst>
                <a:path w="26368" h="36417">
                  <a:moveTo>
                    <a:pt x="0" y="2771"/>
                  </a:moveTo>
                  <a:lnTo>
                    <a:pt x="20317" y="0"/>
                  </a:lnTo>
                  <a:lnTo>
                    <a:pt x="26368" y="29258"/>
                  </a:lnTo>
                  <a:lnTo>
                    <a:pt x="17076" y="34512"/>
                  </a:lnTo>
                  <a:lnTo>
                    <a:pt x="4082" y="36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453438" y="1847830"/>
              <a:ext cx="55026" cy="69203"/>
            </a:xfrm>
            <a:custGeom>
              <a:avLst/>
              <a:pathLst>
                <a:path w="55026" h="69203">
                  <a:moveTo>
                    <a:pt x="0" y="10902"/>
                  </a:moveTo>
                  <a:lnTo>
                    <a:pt x="22304" y="0"/>
                  </a:lnTo>
                  <a:lnTo>
                    <a:pt x="46110" y="44437"/>
                  </a:lnTo>
                  <a:lnTo>
                    <a:pt x="55026" y="60446"/>
                  </a:lnTo>
                  <a:lnTo>
                    <a:pt x="33771" y="69203"/>
                  </a:lnTo>
                  <a:lnTo>
                    <a:pt x="9120" y="294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561174" y="1858572"/>
              <a:ext cx="27557" cy="24475"/>
            </a:xfrm>
            <a:custGeom>
              <a:avLst/>
              <a:pathLst>
                <a:path w="27557" h="24475">
                  <a:moveTo>
                    <a:pt x="6161" y="24475"/>
                  </a:moveTo>
                  <a:lnTo>
                    <a:pt x="0" y="12084"/>
                  </a:lnTo>
                  <a:lnTo>
                    <a:pt x="20935" y="0"/>
                  </a:lnTo>
                  <a:lnTo>
                    <a:pt x="27557" y="12011"/>
                  </a:lnTo>
                  <a:lnTo>
                    <a:pt x="17019" y="1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530461" y="1862912"/>
              <a:ext cx="32847" cy="33376"/>
            </a:xfrm>
            <a:custGeom>
              <a:avLst/>
              <a:pathLst>
                <a:path w="32847" h="33376">
                  <a:moveTo>
                    <a:pt x="0" y="10933"/>
                  </a:moveTo>
                  <a:lnTo>
                    <a:pt x="20016" y="0"/>
                  </a:lnTo>
                  <a:lnTo>
                    <a:pt x="32847" y="21366"/>
                  </a:lnTo>
                  <a:lnTo>
                    <a:pt x="13038" y="333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431314" y="1864255"/>
              <a:ext cx="50851" cy="67198"/>
            </a:xfrm>
            <a:custGeom>
              <a:avLst/>
              <a:pathLst>
                <a:path w="50851" h="67198">
                  <a:moveTo>
                    <a:pt x="0" y="11386"/>
                  </a:moveTo>
                  <a:lnTo>
                    <a:pt x="21003" y="0"/>
                  </a:lnTo>
                  <a:lnTo>
                    <a:pt x="41832" y="38475"/>
                  </a:lnTo>
                  <a:lnTo>
                    <a:pt x="43967" y="42472"/>
                  </a:lnTo>
                  <a:lnTo>
                    <a:pt x="50851" y="55864"/>
                  </a:lnTo>
                  <a:lnTo>
                    <a:pt x="30624" y="671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356752" y="1867079"/>
              <a:ext cx="35809" cy="36579"/>
            </a:xfrm>
            <a:custGeom>
              <a:avLst/>
              <a:pathLst>
                <a:path w="35809" h="36579">
                  <a:moveTo>
                    <a:pt x="0" y="11706"/>
                  </a:moveTo>
                  <a:lnTo>
                    <a:pt x="22177" y="0"/>
                  </a:lnTo>
                  <a:lnTo>
                    <a:pt x="35809" y="23210"/>
                  </a:lnTo>
                  <a:lnTo>
                    <a:pt x="14536" y="3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503955" y="1874107"/>
              <a:ext cx="34314" cy="36778"/>
            </a:xfrm>
            <a:custGeom>
              <a:avLst/>
              <a:pathLst>
                <a:path w="34314" h="36778">
                  <a:moveTo>
                    <a:pt x="0" y="12550"/>
                  </a:moveTo>
                  <a:lnTo>
                    <a:pt x="21070" y="0"/>
                  </a:lnTo>
                  <a:lnTo>
                    <a:pt x="34314" y="25023"/>
                  </a:lnTo>
                  <a:lnTo>
                    <a:pt x="13423" y="36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311642" y="1845229"/>
              <a:ext cx="40032" cy="44780"/>
            </a:xfrm>
            <a:custGeom>
              <a:avLst/>
              <a:pathLst>
                <a:path w="40032" h="44780">
                  <a:moveTo>
                    <a:pt x="0" y="14351"/>
                  </a:moveTo>
                  <a:lnTo>
                    <a:pt x="21190" y="0"/>
                  </a:lnTo>
                  <a:lnTo>
                    <a:pt x="40032" y="32092"/>
                  </a:lnTo>
                  <a:lnTo>
                    <a:pt x="18000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387223" y="1848086"/>
              <a:ext cx="37308" cy="37288"/>
            </a:xfrm>
            <a:custGeom>
              <a:avLst/>
              <a:pathLst>
                <a:path w="37308" h="37288">
                  <a:moveTo>
                    <a:pt x="0" y="12535"/>
                  </a:moveTo>
                  <a:lnTo>
                    <a:pt x="23163" y="0"/>
                  </a:lnTo>
                  <a:lnTo>
                    <a:pt x="37308" y="24259"/>
                  </a:lnTo>
                  <a:lnTo>
                    <a:pt x="14597" y="37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412114" y="1833826"/>
              <a:ext cx="34631" cy="35346"/>
            </a:xfrm>
            <a:custGeom>
              <a:avLst/>
              <a:pathLst>
                <a:path w="34631" h="35346">
                  <a:moveTo>
                    <a:pt x="0" y="11842"/>
                  </a:moveTo>
                  <a:lnTo>
                    <a:pt x="21808" y="0"/>
                  </a:lnTo>
                  <a:lnTo>
                    <a:pt x="30116" y="14043"/>
                  </a:lnTo>
                  <a:lnTo>
                    <a:pt x="34631" y="24022"/>
                  </a:lnTo>
                  <a:lnTo>
                    <a:pt x="13747" y="353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400511" y="1816272"/>
              <a:ext cx="30601" cy="25223"/>
            </a:xfrm>
            <a:custGeom>
              <a:avLst/>
              <a:pathLst>
                <a:path w="30601" h="25223">
                  <a:moveTo>
                    <a:pt x="0" y="12750"/>
                  </a:moveTo>
                  <a:lnTo>
                    <a:pt x="23297" y="0"/>
                  </a:lnTo>
                  <a:lnTo>
                    <a:pt x="30601" y="12817"/>
                  </a:lnTo>
                  <a:lnTo>
                    <a:pt x="6772" y="252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394957" y="1806746"/>
              <a:ext cx="28264" cy="21897"/>
            </a:xfrm>
            <a:custGeom>
              <a:avLst/>
              <a:pathLst>
                <a:path w="28264" h="21897">
                  <a:moveTo>
                    <a:pt x="0" y="12842"/>
                  </a:moveTo>
                  <a:lnTo>
                    <a:pt x="23026" y="0"/>
                  </a:lnTo>
                  <a:lnTo>
                    <a:pt x="28264" y="9100"/>
                  </a:lnTo>
                  <a:lnTo>
                    <a:pt x="5147" y="21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442986" y="1771383"/>
              <a:ext cx="51471" cy="62104"/>
            </a:xfrm>
            <a:custGeom>
              <a:avLst/>
              <a:pathLst>
                <a:path w="51471" h="62104">
                  <a:moveTo>
                    <a:pt x="0" y="11903"/>
                  </a:moveTo>
                  <a:lnTo>
                    <a:pt x="8187" y="5174"/>
                  </a:lnTo>
                  <a:lnTo>
                    <a:pt x="19023" y="0"/>
                  </a:lnTo>
                  <a:lnTo>
                    <a:pt x="43705" y="42193"/>
                  </a:lnTo>
                  <a:lnTo>
                    <a:pt x="45331" y="41454"/>
                  </a:lnTo>
                  <a:lnTo>
                    <a:pt x="51471" y="50878"/>
                  </a:lnTo>
                  <a:lnTo>
                    <a:pt x="49665" y="53095"/>
                  </a:lnTo>
                  <a:lnTo>
                    <a:pt x="30702" y="6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475291" y="1825122"/>
              <a:ext cx="45816" cy="57469"/>
            </a:xfrm>
            <a:custGeom>
              <a:avLst/>
              <a:pathLst>
                <a:path w="45816" h="57469">
                  <a:moveTo>
                    <a:pt x="0" y="10142"/>
                  </a:moveTo>
                  <a:lnTo>
                    <a:pt x="20170" y="0"/>
                  </a:lnTo>
                  <a:lnTo>
                    <a:pt x="45816" y="45827"/>
                  </a:lnTo>
                  <a:lnTo>
                    <a:pt x="26672" y="5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308046" y="1823740"/>
              <a:ext cx="20126" cy="23791"/>
            </a:xfrm>
            <a:custGeom>
              <a:avLst/>
              <a:pathLst>
                <a:path w="20126" h="23791">
                  <a:moveTo>
                    <a:pt x="7826" y="23791"/>
                  </a:moveTo>
                  <a:lnTo>
                    <a:pt x="0" y="12627"/>
                  </a:lnTo>
                  <a:lnTo>
                    <a:pt x="225" y="6236"/>
                  </a:lnTo>
                  <a:lnTo>
                    <a:pt x="6622" y="0"/>
                  </a:lnTo>
                  <a:lnTo>
                    <a:pt x="20126" y="13125"/>
                  </a:lnTo>
                  <a:lnTo>
                    <a:pt x="12507" y="20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3296533" y="1839293"/>
              <a:ext cx="18161" cy="13014"/>
            </a:xfrm>
            <a:custGeom>
              <a:avLst/>
              <a:pathLst>
                <a:path w="18161" h="13014">
                  <a:moveTo>
                    <a:pt x="6697" y="0"/>
                  </a:moveTo>
                  <a:lnTo>
                    <a:pt x="16404" y="6390"/>
                  </a:lnTo>
                  <a:lnTo>
                    <a:pt x="18161" y="9299"/>
                  </a:lnTo>
                  <a:lnTo>
                    <a:pt x="15148" y="12441"/>
                  </a:lnTo>
                  <a:lnTo>
                    <a:pt x="9317" y="13014"/>
                  </a:lnTo>
                  <a:lnTo>
                    <a:pt x="0" y="10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3229489" y="1781752"/>
              <a:ext cx="11636" cy="37531"/>
            </a:xfrm>
            <a:custGeom>
              <a:avLst/>
              <a:pathLst>
                <a:path w="11636" h="37531">
                  <a:moveTo>
                    <a:pt x="9147" y="0"/>
                  </a:moveTo>
                  <a:lnTo>
                    <a:pt x="11636" y="37413"/>
                  </a:lnTo>
                  <a:lnTo>
                    <a:pt x="1443" y="37531"/>
                  </a:lnTo>
                  <a:lnTo>
                    <a:pt x="0" y="5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3309928" y="1805415"/>
              <a:ext cx="29197" cy="30006"/>
            </a:xfrm>
            <a:custGeom>
              <a:avLst/>
              <a:pathLst>
                <a:path w="29197" h="30006">
                  <a:moveTo>
                    <a:pt x="0" y="12396"/>
                  </a:moveTo>
                  <a:lnTo>
                    <a:pt x="12341" y="0"/>
                  </a:lnTo>
                  <a:lnTo>
                    <a:pt x="29197" y="12935"/>
                  </a:lnTo>
                  <a:lnTo>
                    <a:pt x="27049" y="18096"/>
                  </a:lnTo>
                  <a:lnTo>
                    <a:pt x="25980" y="21493"/>
                  </a:lnTo>
                  <a:lnTo>
                    <a:pt x="23632" y="24265"/>
                  </a:lnTo>
                  <a:lnTo>
                    <a:pt x="19122" y="30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3326426" y="1796684"/>
              <a:ext cx="27373" cy="20162"/>
            </a:xfrm>
            <a:custGeom>
              <a:avLst/>
              <a:pathLst>
                <a:path w="27373" h="20162">
                  <a:moveTo>
                    <a:pt x="0" y="8757"/>
                  </a:moveTo>
                  <a:lnTo>
                    <a:pt x="7462" y="0"/>
                  </a:lnTo>
                  <a:lnTo>
                    <a:pt x="25567" y="538"/>
                  </a:lnTo>
                  <a:lnTo>
                    <a:pt x="27373" y="17539"/>
                  </a:lnTo>
                  <a:lnTo>
                    <a:pt x="16013" y="18458"/>
                  </a:lnTo>
                  <a:lnTo>
                    <a:pt x="13644" y="201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3333815" y="1823330"/>
              <a:ext cx="31500" cy="28687"/>
            </a:xfrm>
            <a:custGeom>
              <a:avLst/>
              <a:pathLst>
                <a:path w="31500" h="28687">
                  <a:moveTo>
                    <a:pt x="0" y="17316"/>
                  </a:moveTo>
                  <a:lnTo>
                    <a:pt x="24547" y="0"/>
                  </a:lnTo>
                  <a:lnTo>
                    <a:pt x="31500" y="12565"/>
                  </a:lnTo>
                  <a:lnTo>
                    <a:pt x="7527" y="28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338662" y="1752229"/>
              <a:ext cx="26115" cy="41427"/>
            </a:xfrm>
            <a:custGeom>
              <a:avLst/>
              <a:pathLst>
                <a:path w="26115" h="41427">
                  <a:moveTo>
                    <a:pt x="0" y="36857"/>
                  </a:moveTo>
                  <a:lnTo>
                    <a:pt x="4334" y="32099"/>
                  </a:lnTo>
                  <a:lnTo>
                    <a:pt x="13890" y="10609"/>
                  </a:lnTo>
                  <a:lnTo>
                    <a:pt x="18608" y="0"/>
                  </a:lnTo>
                  <a:lnTo>
                    <a:pt x="25137" y="2653"/>
                  </a:lnTo>
                  <a:lnTo>
                    <a:pt x="26115" y="2705"/>
                  </a:lnTo>
                  <a:lnTo>
                    <a:pt x="20163" y="18208"/>
                  </a:lnTo>
                  <a:lnTo>
                    <a:pt x="11423" y="36303"/>
                  </a:lnTo>
                  <a:lnTo>
                    <a:pt x="10227" y="414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394882" y="1752109"/>
              <a:ext cx="36934" cy="38452"/>
            </a:xfrm>
            <a:custGeom>
              <a:avLst/>
              <a:pathLst>
                <a:path w="36934" h="38452">
                  <a:moveTo>
                    <a:pt x="0" y="13321"/>
                  </a:moveTo>
                  <a:lnTo>
                    <a:pt x="23208" y="0"/>
                  </a:lnTo>
                  <a:lnTo>
                    <a:pt x="36934" y="24530"/>
                  </a:lnTo>
                  <a:lnTo>
                    <a:pt x="14990" y="3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221274" y="1752298"/>
              <a:ext cx="67989" cy="20716"/>
            </a:xfrm>
            <a:custGeom>
              <a:avLst/>
              <a:pathLst>
                <a:path w="67989" h="20716">
                  <a:moveTo>
                    <a:pt x="26745" y="20716"/>
                  </a:moveTo>
                  <a:lnTo>
                    <a:pt x="21672" y="19710"/>
                  </a:lnTo>
                  <a:lnTo>
                    <a:pt x="1203" y="20696"/>
                  </a:lnTo>
                  <a:lnTo>
                    <a:pt x="0" y="12811"/>
                  </a:lnTo>
                  <a:lnTo>
                    <a:pt x="12521" y="2956"/>
                  </a:lnTo>
                  <a:lnTo>
                    <a:pt x="23357" y="0"/>
                  </a:lnTo>
                  <a:lnTo>
                    <a:pt x="48619" y="4396"/>
                  </a:lnTo>
                  <a:lnTo>
                    <a:pt x="64324" y="4355"/>
                  </a:lnTo>
                  <a:lnTo>
                    <a:pt x="64406" y="13339"/>
                  </a:lnTo>
                  <a:lnTo>
                    <a:pt x="67989" y="18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496835" y="1779906"/>
              <a:ext cx="30467" cy="26889"/>
            </a:xfrm>
            <a:custGeom>
              <a:avLst/>
              <a:pathLst>
                <a:path w="30467" h="26889">
                  <a:moveTo>
                    <a:pt x="0" y="23529"/>
                  </a:moveTo>
                  <a:lnTo>
                    <a:pt x="6831" y="15781"/>
                  </a:lnTo>
                  <a:lnTo>
                    <a:pt x="5609" y="14157"/>
                  </a:lnTo>
                  <a:lnTo>
                    <a:pt x="8589" y="9675"/>
                  </a:lnTo>
                  <a:lnTo>
                    <a:pt x="17458" y="6406"/>
                  </a:lnTo>
                  <a:lnTo>
                    <a:pt x="26127" y="0"/>
                  </a:lnTo>
                  <a:lnTo>
                    <a:pt x="30467" y="2152"/>
                  </a:lnTo>
                  <a:lnTo>
                    <a:pt x="22376" y="8263"/>
                  </a:lnTo>
                  <a:lnTo>
                    <a:pt x="17271" y="11909"/>
                  </a:lnTo>
                  <a:lnTo>
                    <a:pt x="12743" y="15950"/>
                  </a:lnTo>
                  <a:lnTo>
                    <a:pt x="3015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593523" y="1760112"/>
              <a:ext cx="32588" cy="23871"/>
            </a:xfrm>
            <a:custGeom>
              <a:avLst/>
              <a:pathLst>
                <a:path w="32588" h="23871">
                  <a:moveTo>
                    <a:pt x="0" y="5947"/>
                  </a:moveTo>
                  <a:lnTo>
                    <a:pt x="18021" y="2248"/>
                  </a:lnTo>
                  <a:lnTo>
                    <a:pt x="25516" y="0"/>
                  </a:lnTo>
                  <a:lnTo>
                    <a:pt x="29547" y="6868"/>
                  </a:lnTo>
                  <a:lnTo>
                    <a:pt x="28644" y="8716"/>
                  </a:lnTo>
                  <a:lnTo>
                    <a:pt x="32588" y="17925"/>
                  </a:lnTo>
                  <a:lnTo>
                    <a:pt x="26991" y="20942"/>
                  </a:lnTo>
                  <a:lnTo>
                    <a:pt x="19730" y="23270"/>
                  </a:lnTo>
                  <a:lnTo>
                    <a:pt x="12280" y="23871"/>
                  </a:lnTo>
                  <a:lnTo>
                    <a:pt x="7946" y="22624"/>
                  </a:lnTo>
                  <a:lnTo>
                    <a:pt x="1309" y="21654"/>
                  </a:lnTo>
                  <a:lnTo>
                    <a:pt x="2076" y="11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255672" y="1798822"/>
              <a:ext cx="40334" cy="39113"/>
            </a:xfrm>
            <a:custGeom>
              <a:avLst/>
              <a:pathLst>
                <a:path w="40334" h="39113">
                  <a:moveTo>
                    <a:pt x="23520" y="0"/>
                  </a:moveTo>
                  <a:lnTo>
                    <a:pt x="40334" y="11289"/>
                  </a:lnTo>
                  <a:lnTo>
                    <a:pt x="33185" y="22454"/>
                  </a:lnTo>
                  <a:lnTo>
                    <a:pt x="19607" y="39113"/>
                  </a:lnTo>
                  <a:lnTo>
                    <a:pt x="0" y="26688"/>
                  </a:lnTo>
                  <a:lnTo>
                    <a:pt x="4214" y="20760"/>
                  </a:lnTo>
                  <a:lnTo>
                    <a:pt x="9222" y="21250"/>
                  </a:lnTo>
                  <a:lnTo>
                    <a:pt x="15125" y="125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278786" y="1812901"/>
              <a:ext cx="30464" cy="34245"/>
            </a:xfrm>
            <a:custGeom>
              <a:avLst/>
              <a:pathLst>
                <a:path w="30464" h="34245">
                  <a:moveTo>
                    <a:pt x="0" y="27537"/>
                  </a:moveTo>
                  <a:lnTo>
                    <a:pt x="15489" y="3755"/>
                  </a:lnTo>
                  <a:lnTo>
                    <a:pt x="15929" y="2855"/>
                  </a:lnTo>
                  <a:lnTo>
                    <a:pt x="16555" y="2007"/>
                  </a:lnTo>
                  <a:lnTo>
                    <a:pt x="17249" y="1280"/>
                  </a:lnTo>
                  <a:lnTo>
                    <a:pt x="18196" y="726"/>
                  </a:lnTo>
                  <a:lnTo>
                    <a:pt x="19093" y="362"/>
                  </a:lnTo>
                  <a:lnTo>
                    <a:pt x="20058" y="120"/>
                  </a:lnTo>
                  <a:lnTo>
                    <a:pt x="21089" y="0"/>
                  </a:lnTo>
                  <a:lnTo>
                    <a:pt x="22138" y="189"/>
                  </a:lnTo>
                  <a:lnTo>
                    <a:pt x="23068" y="449"/>
                  </a:lnTo>
                  <a:lnTo>
                    <a:pt x="23948" y="899"/>
                  </a:lnTo>
                  <a:lnTo>
                    <a:pt x="24777" y="1540"/>
                  </a:lnTo>
                  <a:lnTo>
                    <a:pt x="27497" y="3911"/>
                  </a:lnTo>
                  <a:lnTo>
                    <a:pt x="29308" y="6847"/>
                  </a:lnTo>
                  <a:lnTo>
                    <a:pt x="29790" y="8030"/>
                  </a:lnTo>
                  <a:lnTo>
                    <a:pt x="30464" y="9607"/>
                  </a:lnTo>
                  <a:lnTo>
                    <a:pt x="29335" y="14457"/>
                  </a:lnTo>
                  <a:lnTo>
                    <a:pt x="14736" y="34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05448" y="1949528"/>
              <a:ext cx="45173" cy="55960"/>
            </a:xfrm>
            <a:custGeom>
              <a:avLst/>
              <a:pathLst>
                <a:path w="45173" h="55960">
                  <a:moveTo>
                    <a:pt x="0" y="11210"/>
                  </a:moveTo>
                  <a:lnTo>
                    <a:pt x="20558" y="0"/>
                  </a:lnTo>
                  <a:lnTo>
                    <a:pt x="45173" y="44549"/>
                  </a:lnTo>
                  <a:lnTo>
                    <a:pt x="25496" y="55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33283" y="1937848"/>
              <a:ext cx="44281" cy="53556"/>
            </a:xfrm>
            <a:custGeom>
              <a:avLst/>
              <a:pathLst>
                <a:path w="44281" h="53556">
                  <a:moveTo>
                    <a:pt x="0" y="9839"/>
                  </a:moveTo>
                  <a:lnTo>
                    <a:pt x="21762" y="0"/>
                  </a:lnTo>
                  <a:lnTo>
                    <a:pt x="44281" y="42076"/>
                  </a:lnTo>
                  <a:lnTo>
                    <a:pt x="24662" y="53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256318" y="1840181"/>
              <a:ext cx="24830" cy="18261"/>
            </a:xfrm>
            <a:custGeom>
              <a:avLst/>
              <a:pathLst>
                <a:path w="24830" h="18261">
                  <a:moveTo>
                    <a:pt x="0" y="10933"/>
                  </a:moveTo>
                  <a:lnTo>
                    <a:pt x="4976" y="0"/>
                  </a:lnTo>
                  <a:lnTo>
                    <a:pt x="24830" y="11281"/>
                  </a:lnTo>
                  <a:lnTo>
                    <a:pt x="21412" y="1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28428" y="1901654"/>
              <a:ext cx="45386" cy="23930"/>
            </a:xfrm>
            <a:custGeom>
              <a:avLst/>
              <a:pathLst>
                <a:path w="45386" h="23930">
                  <a:moveTo>
                    <a:pt x="1590" y="4157"/>
                  </a:moveTo>
                  <a:lnTo>
                    <a:pt x="22760" y="5890"/>
                  </a:lnTo>
                  <a:lnTo>
                    <a:pt x="40148" y="0"/>
                  </a:lnTo>
                  <a:lnTo>
                    <a:pt x="45386" y="16723"/>
                  </a:lnTo>
                  <a:lnTo>
                    <a:pt x="26422" y="23930"/>
                  </a:lnTo>
                  <a:lnTo>
                    <a:pt x="9438" y="22705"/>
                  </a:lnTo>
                  <a:lnTo>
                    <a:pt x="0" y="178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265424" y="1915592"/>
              <a:ext cx="52718" cy="35832"/>
            </a:xfrm>
            <a:custGeom>
              <a:avLst/>
              <a:pathLst>
                <a:path w="52718" h="35832">
                  <a:moveTo>
                    <a:pt x="0" y="29133"/>
                  </a:moveTo>
                  <a:lnTo>
                    <a:pt x="7404" y="21510"/>
                  </a:lnTo>
                  <a:lnTo>
                    <a:pt x="48784" y="0"/>
                  </a:lnTo>
                  <a:lnTo>
                    <a:pt x="52718" y="8015"/>
                  </a:lnTo>
                  <a:lnTo>
                    <a:pt x="2709" y="35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1403" y="1931799"/>
              <a:ext cx="103573" cy="54616"/>
            </a:xfrm>
            <a:custGeom>
              <a:avLst/>
              <a:pathLst>
                <a:path w="103573" h="54616">
                  <a:moveTo>
                    <a:pt x="0" y="44970"/>
                  </a:moveTo>
                  <a:lnTo>
                    <a:pt x="18662" y="33344"/>
                  </a:lnTo>
                  <a:lnTo>
                    <a:pt x="35292" y="23565"/>
                  </a:lnTo>
                  <a:lnTo>
                    <a:pt x="72194" y="5101"/>
                  </a:lnTo>
                  <a:lnTo>
                    <a:pt x="101803" y="0"/>
                  </a:lnTo>
                  <a:lnTo>
                    <a:pt x="103573" y="3136"/>
                  </a:lnTo>
                  <a:lnTo>
                    <a:pt x="80894" y="14095"/>
                  </a:lnTo>
                  <a:lnTo>
                    <a:pt x="68259" y="15425"/>
                  </a:lnTo>
                  <a:lnTo>
                    <a:pt x="2601" y="54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236536" y="1927506"/>
              <a:ext cx="26584" cy="32801"/>
            </a:xfrm>
            <a:custGeom>
              <a:avLst/>
              <a:pathLst>
                <a:path w="26584" h="32801">
                  <a:moveTo>
                    <a:pt x="0" y="0"/>
                  </a:moveTo>
                  <a:lnTo>
                    <a:pt x="12588" y="1974"/>
                  </a:lnTo>
                  <a:lnTo>
                    <a:pt x="26584" y="27659"/>
                  </a:lnTo>
                  <a:lnTo>
                    <a:pt x="17809" y="32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221983" y="1928668"/>
              <a:ext cx="30655" cy="47243"/>
            </a:xfrm>
            <a:custGeom>
              <a:avLst/>
              <a:pathLst>
                <a:path w="30655" h="47243">
                  <a:moveTo>
                    <a:pt x="0" y="18342"/>
                  </a:moveTo>
                  <a:lnTo>
                    <a:pt x="554" y="9470"/>
                  </a:lnTo>
                  <a:lnTo>
                    <a:pt x="3264" y="4465"/>
                  </a:lnTo>
                  <a:lnTo>
                    <a:pt x="10488" y="0"/>
                  </a:lnTo>
                  <a:lnTo>
                    <a:pt x="30655" y="37188"/>
                  </a:lnTo>
                  <a:lnTo>
                    <a:pt x="14835" y="472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276320" y="1851648"/>
              <a:ext cx="25395" cy="18453"/>
            </a:xfrm>
            <a:custGeom>
              <a:avLst/>
              <a:pathLst>
                <a:path w="25395" h="18453">
                  <a:moveTo>
                    <a:pt x="5704" y="0"/>
                  </a:moveTo>
                  <a:lnTo>
                    <a:pt x="25395" y="7244"/>
                  </a:lnTo>
                  <a:lnTo>
                    <a:pt x="19704" y="18453"/>
                  </a:lnTo>
                  <a:lnTo>
                    <a:pt x="0" y="108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84307" y="1890906"/>
              <a:ext cx="27230" cy="20845"/>
            </a:xfrm>
            <a:custGeom>
              <a:avLst/>
              <a:pathLst>
                <a:path w="27230" h="20845">
                  <a:moveTo>
                    <a:pt x="16454" y="0"/>
                  </a:moveTo>
                  <a:lnTo>
                    <a:pt x="22956" y="5112"/>
                  </a:lnTo>
                  <a:lnTo>
                    <a:pt x="27230" y="12873"/>
                  </a:lnTo>
                  <a:lnTo>
                    <a:pt x="4294" y="20845"/>
                  </a:lnTo>
                  <a:lnTo>
                    <a:pt x="0" y="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270635" y="1896832"/>
              <a:ext cx="14775" cy="20367"/>
            </a:xfrm>
            <a:custGeom>
              <a:avLst/>
              <a:pathLst>
                <a:path w="14775" h="20367">
                  <a:moveTo>
                    <a:pt x="0" y="3540"/>
                  </a:moveTo>
                  <a:lnTo>
                    <a:pt x="9188" y="0"/>
                  </a:lnTo>
                  <a:lnTo>
                    <a:pt x="14775" y="16187"/>
                  </a:lnTo>
                  <a:lnTo>
                    <a:pt x="4472" y="203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83039" y="1868951"/>
              <a:ext cx="18737" cy="20491"/>
            </a:xfrm>
            <a:custGeom>
              <a:avLst/>
              <a:pathLst>
                <a:path w="18737" h="20491">
                  <a:moveTo>
                    <a:pt x="3311" y="6621"/>
                  </a:moveTo>
                  <a:lnTo>
                    <a:pt x="0" y="4619"/>
                  </a:lnTo>
                  <a:lnTo>
                    <a:pt x="1053" y="0"/>
                  </a:lnTo>
                  <a:lnTo>
                    <a:pt x="13921" y="2617"/>
                  </a:lnTo>
                  <a:lnTo>
                    <a:pt x="18737" y="17477"/>
                  </a:lnTo>
                  <a:lnTo>
                    <a:pt x="7703" y="204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263487" y="1876492"/>
              <a:ext cx="25655" cy="21127"/>
            </a:xfrm>
            <a:custGeom>
              <a:avLst/>
              <a:pathLst>
                <a:path w="25655" h="21127">
                  <a:moveTo>
                    <a:pt x="12838" y="513"/>
                  </a:moveTo>
                  <a:lnTo>
                    <a:pt x="21923" y="0"/>
                  </a:lnTo>
                  <a:lnTo>
                    <a:pt x="25655" y="14105"/>
                  </a:lnTo>
                  <a:lnTo>
                    <a:pt x="6150" y="21127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257086" y="1857490"/>
              <a:ext cx="18523" cy="21214"/>
            </a:xfrm>
            <a:custGeom>
              <a:avLst/>
              <a:pathLst>
                <a:path w="18523" h="21214">
                  <a:moveTo>
                    <a:pt x="0" y="5405"/>
                  </a:moveTo>
                  <a:lnTo>
                    <a:pt x="13274" y="0"/>
                  </a:lnTo>
                  <a:lnTo>
                    <a:pt x="18523" y="16198"/>
                  </a:lnTo>
                  <a:lnTo>
                    <a:pt x="5527" y="212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233328" y="1864142"/>
              <a:ext cx="26406" cy="20539"/>
            </a:xfrm>
            <a:custGeom>
              <a:avLst/>
              <a:pathLst>
                <a:path w="26406" h="20539">
                  <a:moveTo>
                    <a:pt x="2108" y="0"/>
                  </a:moveTo>
                  <a:lnTo>
                    <a:pt x="19988" y="1201"/>
                  </a:lnTo>
                  <a:lnTo>
                    <a:pt x="26406" y="17965"/>
                  </a:lnTo>
                  <a:lnTo>
                    <a:pt x="16291" y="20539"/>
                  </a:lnTo>
                  <a:lnTo>
                    <a:pt x="0" y="18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233554" y="1836147"/>
              <a:ext cx="20362" cy="27025"/>
            </a:xfrm>
            <a:custGeom>
              <a:avLst/>
              <a:pathLst>
                <a:path w="20362" h="27025">
                  <a:moveTo>
                    <a:pt x="1340" y="0"/>
                  </a:moveTo>
                  <a:lnTo>
                    <a:pt x="20362" y="1679"/>
                  </a:lnTo>
                  <a:lnTo>
                    <a:pt x="17053" y="27025"/>
                  </a:lnTo>
                  <a:lnTo>
                    <a:pt x="0" y="24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230072" y="1883822"/>
              <a:ext cx="36246" cy="21639"/>
            </a:xfrm>
            <a:custGeom>
              <a:avLst/>
              <a:pathLst>
                <a:path w="36246" h="21639">
                  <a:moveTo>
                    <a:pt x="20082" y="3972"/>
                  </a:moveTo>
                  <a:lnTo>
                    <a:pt x="30738" y="0"/>
                  </a:lnTo>
                  <a:lnTo>
                    <a:pt x="36246" y="14967"/>
                  </a:lnTo>
                  <a:lnTo>
                    <a:pt x="23451" y="21639"/>
                  </a:lnTo>
                  <a:lnTo>
                    <a:pt x="0" y="19128"/>
                  </a:lnTo>
                  <a:lnTo>
                    <a:pt x="2203" y="1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3314817" y="1897444"/>
              <a:ext cx="30454" cy="32149"/>
            </a:xfrm>
            <a:custGeom>
              <a:avLst/>
              <a:pathLst>
                <a:path w="30454" h="32149">
                  <a:moveTo>
                    <a:pt x="0" y="7994"/>
                  </a:moveTo>
                  <a:lnTo>
                    <a:pt x="16449" y="0"/>
                  </a:lnTo>
                  <a:lnTo>
                    <a:pt x="30454" y="23709"/>
                  </a:lnTo>
                  <a:lnTo>
                    <a:pt x="12234" y="321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3301925" y="1863473"/>
              <a:ext cx="25061" cy="34762"/>
            </a:xfrm>
            <a:custGeom>
              <a:avLst/>
              <a:pathLst>
                <a:path w="25061" h="34762">
                  <a:moveTo>
                    <a:pt x="0" y="3572"/>
                  </a:moveTo>
                  <a:lnTo>
                    <a:pt x="8789" y="0"/>
                  </a:lnTo>
                  <a:lnTo>
                    <a:pt x="25061" y="28217"/>
                  </a:lnTo>
                  <a:lnTo>
                    <a:pt x="10378" y="34762"/>
                  </a:lnTo>
                  <a:lnTo>
                    <a:pt x="2500" y="12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514846" y="1782421"/>
              <a:ext cx="66816" cy="62842"/>
            </a:xfrm>
            <a:custGeom>
              <a:avLst/>
              <a:pathLst>
                <a:path w="66816" h="62842">
                  <a:moveTo>
                    <a:pt x="10715" y="30613"/>
                  </a:moveTo>
                  <a:lnTo>
                    <a:pt x="0" y="12134"/>
                  </a:lnTo>
                  <a:lnTo>
                    <a:pt x="15411" y="0"/>
                  </a:lnTo>
                  <a:lnTo>
                    <a:pt x="25284" y="5851"/>
                  </a:lnTo>
                  <a:lnTo>
                    <a:pt x="32568" y="11148"/>
                  </a:lnTo>
                  <a:lnTo>
                    <a:pt x="34314" y="13551"/>
                  </a:lnTo>
                  <a:lnTo>
                    <a:pt x="38588" y="14351"/>
                  </a:lnTo>
                  <a:lnTo>
                    <a:pt x="42178" y="15013"/>
                  </a:lnTo>
                  <a:lnTo>
                    <a:pt x="54060" y="36957"/>
                  </a:lnTo>
                  <a:lnTo>
                    <a:pt x="66816" y="59262"/>
                  </a:lnTo>
                  <a:lnTo>
                    <a:pt x="61985" y="62842"/>
                  </a:lnTo>
                  <a:lnTo>
                    <a:pt x="48291" y="39054"/>
                  </a:lnTo>
                  <a:lnTo>
                    <a:pt x="43550" y="29353"/>
                  </a:lnTo>
                  <a:lnTo>
                    <a:pt x="43063" y="22455"/>
                  </a:lnTo>
                  <a:lnTo>
                    <a:pt x="39810" y="16019"/>
                  </a:lnTo>
                  <a:lnTo>
                    <a:pt x="33933" y="14339"/>
                  </a:lnTo>
                  <a:lnTo>
                    <a:pt x="30419" y="16943"/>
                  </a:lnTo>
                  <a:lnTo>
                    <a:pt x="21794" y="22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413315" y="1723768"/>
              <a:ext cx="44046" cy="51859"/>
            </a:xfrm>
            <a:custGeom>
              <a:avLst/>
              <a:pathLst>
                <a:path w="44046" h="51859">
                  <a:moveTo>
                    <a:pt x="22876" y="793"/>
                  </a:moveTo>
                  <a:lnTo>
                    <a:pt x="44046" y="42435"/>
                  </a:lnTo>
                  <a:lnTo>
                    <a:pt x="25444" y="51859"/>
                  </a:lnTo>
                  <a:lnTo>
                    <a:pt x="0" y="8724"/>
                  </a:lnTo>
                  <a:lnTo>
                    <a:pt x="168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77375" y="1713144"/>
              <a:ext cx="29378" cy="29550"/>
            </a:xfrm>
            <a:custGeom>
              <a:avLst/>
              <a:pathLst>
                <a:path w="29378" h="29550">
                  <a:moveTo>
                    <a:pt x="0" y="11087"/>
                  </a:moveTo>
                  <a:lnTo>
                    <a:pt x="4695" y="0"/>
                  </a:lnTo>
                  <a:lnTo>
                    <a:pt x="18541" y="5666"/>
                  </a:lnTo>
                  <a:lnTo>
                    <a:pt x="25765" y="11333"/>
                  </a:lnTo>
                  <a:lnTo>
                    <a:pt x="29378" y="18232"/>
                  </a:lnTo>
                  <a:lnTo>
                    <a:pt x="8731" y="29550"/>
                  </a:lnTo>
                  <a:lnTo>
                    <a:pt x="2709" y="16816"/>
                  </a:lnTo>
                  <a:lnTo>
                    <a:pt x="1787" y="16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58722" y="1714745"/>
              <a:ext cx="26012" cy="37399"/>
            </a:xfrm>
            <a:custGeom>
              <a:avLst/>
              <a:pathLst>
                <a:path w="26012" h="37399">
                  <a:moveTo>
                    <a:pt x="0" y="34354"/>
                  </a:moveTo>
                  <a:lnTo>
                    <a:pt x="3808" y="24070"/>
                  </a:lnTo>
                  <a:lnTo>
                    <a:pt x="12512" y="0"/>
                  </a:lnTo>
                  <a:lnTo>
                    <a:pt x="20459" y="1971"/>
                  </a:lnTo>
                  <a:lnTo>
                    <a:pt x="16874" y="9106"/>
                  </a:lnTo>
                  <a:lnTo>
                    <a:pt x="19495" y="17616"/>
                  </a:lnTo>
                  <a:lnTo>
                    <a:pt x="20711" y="17422"/>
                  </a:lnTo>
                  <a:lnTo>
                    <a:pt x="26012" y="29253"/>
                  </a:lnTo>
                  <a:lnTo>
                    <a:pt x="21979" y="32317"/>
                  </a:lnTo>
                  <a:lnTo>
                    <a:pt x="20654" y="33426"/>
                  </a:lnTo>
                  <a:lnTo>
                    <a:pt x="19040" y="34413"/>
                  </a:lnTo>
                  <a:lnTo>
                    <a:pt x="17616" y="35125"/>
                  </a:lnTo>
                  <a:lnTo>
                    <a:pt x="16010" y="36135"/>
                  </a:lnTo>
                  <a:lnTo>
                    <a:pt x="14280" y="36894"/>
                  </a:lnTo>
                  <a:lnTo>
                    <a:pt x="12550" y="37273"/>
                  </a:lnTo>
                  <a:lnTo>
                    <a:pt x="10698" y="37399"/>
                  </a:lnTo>
                  <a:lnTo>
                    <a:pt x="8844" y="37147"/>
                  </a:lnTo>
                  <a:lnTo>
                    <a:pt x="7115" y="36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273735" y="1774462"/>
              <a:ext cx="17737" cy="25131"/>
            </a:xfrm>
            <a:custGeom>
              <a:avLst/>
              <a:pathLst>
                <a:path w="17737" h="25131">
                  <a:moveTo>
                    <a:pt x="12354" y="10608"/>
                  </a:moveTo>
                  <a:lnTo>
                    <a:pt x="2408" y="25131"/>
                  </a:lnTo>
                  <a:lnTo>
                    <a:pt x="0" y="24453"/>
                  </a:lnTo>
                  <a:lnTo>
                    <a:pt x="6441" y="0"/>
                  </a:lnTo>
                  <a:lnTo>
                    <a:pt x="17737" y="2346"/>
                  </a:lnTo>
                  <a:lnTo>
                    <a:pt x="13023" y="95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304525" y="1731991"/>
              <a:ext cx="26108" cy="23468"/>
            </a:xfrm>
            <a:custGeom>
              <a:avLst/>
              <a:pathLst>
                <a:path w="26108" h="23468">
                  <a:moveTo>
                    <a:pt x="26108" y="7761"/>
                  </a:moveTo>
                  <a:lnTo>
                    <a:pt x="10034" y="17092"/>
                  </a:lnTo>
                  <a:lnTo>
                    <a:pt x="9221" y="23283"/>
                  </a:lnTo>
                  <a:lnTo>
                    <a:pt x="733" y="23468"/>
                  </a:lnTo>
                  <a:lnTo>
                    <a:pt x="0" y="13759"/>
                  </a:lnTo>
                  <a:lnTo>
                    <a:pt x="1572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87372" y="1756610"/>
              <a:ext cx="17236" cy="13962"/>
            </a:xfrm>
            <a:custGeom>
              <a:avLst/>
              <a:pathLst>
                <a:path w="17236" h="13962">
                  <a:moveTo>
                    <a:pt x="4688" y="13962"/>
                  </a:moveTo>
                  <a:lnTo>
                    <a:pt x="550" y="9028"/>
                  </a:lnTo>
                  <a:lnTo>
                    <a:pt x="0" y="39"/>
                  </a:lnTo>
                  <a:lnTo>
                    <a:pt x="15173" y="0"/>
                  </a:lnTo>
                  <a:lnTo>
                    <a:pt x="17236" y="7288"/>
                  </a:lnTo>
                  <a:lnTo>
                    <a:pt x="5075" y="13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22838" y="1741439"/>
              <a:ext cx="14225" cy="10154"/>
            </a:xfrm>
            <a:custGeom>
              <a:avLst/>
              <a:pathLst>
                <a:path w="14225" h="10154">
                  <a:moveTo>
                    <a:pt x="3" y="4383"/>
                  </a:moveTo>
                  <a:lnTo>
                    <a:pt x="7724" y="0"/>
                  </a:lnTo>
                  <a:lnTo>
                    <a:pt x="14225" y="1108"/>
                  </a:lnTo>
                  <a:lnTo>
                    <a:pt x="10400" y="10154"/>
                  </a:lnTo>
                  <a:lnTo>
                    <a:pt x="6734" y="876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98014" y="2402881"/>
              <a:ext cx="44515" cy="54795"/>
            </a:xfrm>
            <a:custGeom>
              <a:avLst/>
              <a:pathLst>
                <a:path w="44515" h="54795">
                  <a:moveTo>
                    <a:pt x="0" y="11318"/>
                  </a:moveTo>
                  <a:lnTo>
                    <a:pt x="19189" y="0"/>
                  </a:lnTo>
                  <a:lnTo>
                    <a:pt x="44515" y="43300"/>
                  </a:lnTo>
                  <a:lnTo>
                    <a:pt x="25083" y="54795"/>
                  </a:lnTo>
                  <a:lnTo>
                    <a:pt x="567" y="12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068368" y="2538796"/>
              <a:ext cx="45152" cy="56668"/>
            </a:xfrm>
            <a:custGeom>
              <a:avLst/>
              <a:pathLst>
                <a:path w="45152" h="56668">
                  <a:moveTo>
                    <a:pt x="0" y="11635"/>
                  </a:moveTo>
                  <a:lnTo>
                    <a:pt x="19190" y="0"/>
                  </a:lnTo>
                  <a:lnTo>
                    <a:pt x="19848" y="1131"/>
                  </a:lnTo>
                  <a:lnTo>
                    <a:pt x="45152" y="44657"/>
                  </a:lnTo>
                  <a:lnTo>
                    <a:pt x="25586" y="5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236863" y="2540367"/>
              <a:ext cx="44573" cy="54943"/>
            </a:xfrm>
            <a:custGeom>
              <a:avLst/>
              <a:pathLst>
                <a:path w="44573" h="54943">
                  <a:moveTo>
                    <a:pt x="0" y="11405"/>
                  </a:moveTo>
                  <a:lnTo>
                    <a:pt x="18661" y="0"/>
                  </a:lnTo>
                  <a:lnTo>
                    <a:pt x="44573" y="43441"/>
                  </a:lnTo>
                  <a:lnTo>
                    <a:pt x="25796" y="5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173379" y="2544687"/>
              <a:ext cx="45418" cy="56306"/>
            </a:xfrm>
            <a:custGeom>
              <a:avLst/>
              <a:pathLst>
                <a:path w="45418" h="56306">
                  <a:moveTo>
                    <a:pt x="0" y="11964"/>
                  </a:moveTo>
                  <a:lnTo>
                    <a:pt x="19727" y="0"/>
                  </a:lnTo>
                  <a:lnTo>
                    <a:pt x="45418" y="44302"/>
                  </a:lnTo>
                  <a:lnTo>
                    <a:pt x="25905" y="563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361363" y="2397552"/>
              <a:ext cx="33745" cy="35683"/>
            </a:xfrm>
            <a:custGeom>
              <a:avLst/>
              <a:pathLst>
                <a:path w="33745" h="35683">
                  <a:moveTo>
                    <a:pt x="14074" y="35683"/>
                  </a:moveTo>
                  <a:lnTo>
                    <a:pt x="11364" y="31197"/>
                  </a:lnTo>
                  <a:lnTo>
                    <a:pt x="0" y="12388"/>
                  </a:lnTo>
                  <a:lnTo>
                    <a:pt x="16619" y="2290"/>
                  </a:lnTo>
                  <a:lnTo>
                    <a:pt x="20389" y="0"/>
                  </a:lnTo>
                  <a:lnTo>
                    <a:pt x="33745" y="23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436352" y="2271184"/>
              <a:ext cx="55506" cy="46303"/>
            </a:xfrm>
            <a:custGeom>
              <a:avLst/>
              <a:pathLst>
                <a:path w="55506" h="46303">
                  <a:moveTo>
                    <a:pt x="0" y="25474"/>
                  </a:moveTo>
                  <a:lnTo>
                    <a:pt x="43783" y="0"/>
                  </a:lnTo>
                  <a:lnTo>
                    <a:pt x="55506" y="19942"/>
                  </a:lnTo>
                  <a:lnTo>
                    <a:pt x="12311" y="46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267342" y="2419609"/>
              <a:ext cx="45687" cy="55818"/>
            </a:xfrm>
            <a:custGeom>
              <a:avLst/>
              <a:pathLst>
                <a:path w="45687" h="55818">
                  <a:moveTo>
                    <a:pt x="0" y="11664"/>
                  </a:moveTo>
                  <a:lnTo>
                    <a:pt x="19120" y="0"/>
                  </a:lnTo>
                  <a:lnTo>
                    <a:pt x="45687" y="43755"/>
                  </a:lnTo>
                  <a:lnTo>
                    <a:pt x="25958" y="55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3167693" y="2478910"/>
              <a:ext cx="44610" cy="55420"/>
            </a:xfrm>
            <a:custGeom>
              <a:avLst/>
              <a:pathLst>
                <a:path w="44610" h="55420">
                  <a:moveTo>
                    <a:pt x="0" y="11857"/>
                  </a:moveTo>
                  <a:lnTo>
                    <a:pt x="18963" y="0"/>
                  </a:lnTo>
                  <a:lnTo>
                    <a:pt x="44610" y="44007"/>
                  </a:lnTo>
                  <a:lnTo>
                    <a:pt x="25939" y="55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102733" y="2484459"/>
              <a:ext cx="45802" cy="56477"/>
            </a:xfrm>
            <a:custGeom>
              <a:avLst/>
              <a:pathLst>
                <a:path w="45802" h="56477">
                  <a:moveTo>
                    <a:pt x="26297" y="56477"/>
                  </a:moveTo>
                  <a:lnTo>
                    <a:pt x="0" y="11790"/>
                  </a:lnTo>
                  <a:lnTo>
                    <a:pt x="19165" y="0"/>
                  </a:lnTo>
                  <a:lnTo>
                    <a:pt x="45802" y="44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273135" y="2485541"/>
              <a:ext cx="44630" cy="56324"/>
            </a:xfrm>
            <a:custGeom>
              <a:avLst/>
              <a:pathLst>
                <a:path w="44630" h="56324">
                  <a:moveTo>
                    <a:pt x="0" y="11650"/>
                  </a:moveTo>
                  <a:lnTo>
                    <a:pt x="18744" y="0"/>
                  </a:lnTo>
                  <a:lnTo>
                    <a:pt x="38317" y="34319"/>
                  </a:lnTo>
                  <a:lnTo>
                    <a:pt x="42754" y="42099"/>
                  </a:lnTo>
                  <a:lnTo>
                    <a:pt x="44630" y="45388"/>
                  </a:lnTo>
                  <a:lnTo>
                    <a:pt x="25934" y="563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356266" y="2488181"/>
              <a:ext cx="54633" cy="44856"/>
            </a:xfrm>
            <a:custGeom>
              <a:avLst/>
              <a:pathLst>
                <a:path w="54633" h="44856">
                  <a:moveTo>
                    <a:pt x="785" y="25586"/>
                  </a:moveTo>
                  <a:lnTo>
                    <a:pt x="43205" y="0"/>
                  </a:lnTo>
                  <a:lnTo>
                    <a:pt x="54633" y="18416"/>
                  </a:lnTo>
                  <a:lnTo>
                    <a:pt x="52489" y="19715"/>
                  </a:lnTo>
                  <a:lnTo>
                    <a:pt x="10979" y="44856"/>
                  </a:lnTo>
                  <a:lnTo>
                    <a:pt x="652" y="27176"/>
                  </a:lnTo>
                  <a:lnTo>
                    <a:pt x="0" y="26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356800" y="2332858"/>
              <a:ext cx="46322" cy="55800"/>
            </a:xfrm>
            <a:custGeom>
              <a:avLst/>
              <a:pathLst>
                <a:path w="46322" h="55800">
                  <a:moveTo>
                    <a:pt x="0" y="12322"/>
                  </a:moveTo>
                  <a:lnTo>
                    <a:pt x="20447" y="0"/>
                  </a:lnTo>
                  <a:lnTo>
                    <a:pt x="46322" y="44615"/>
                  </a:lnTo>
                  <a:lnTo>
                    <a:pt x="27108" y="5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421305" y="2329446"/>
              <a:ext cx="44843" cy="54998"/>
            </a:xfrm>
            <a:custGeom>
              <a:avLst/>
              <a:pathLst>
                <a:path w="44843" h="54998">
                  <a:moveTo>
                    <a:pt x="0" y="11764"/>
                  </a:moveTo>
                  <a:lnTo>
                    <a:pt x="19369" y="0"/>
                  </a:lnTo>
                  <a:lnTo>
                    <a:pt x="44843" y="43286"/>
                  </a:lnTo>
                  <a:lnTo>
                    <a:pt x="44026" y="43801"/>
                  </a:lnTo>
                  <a:lnTo>
                    <a:pt x="26222" y="54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396730" y="2343934"/>
              <a:ext cx="45623" cy="55135"/>
            </a:xfrm>
            <a:custGeom>
              <a:avLst/>
              <a:pathLst>
                <a:path w="45623" h="55135">
                  <a:moveTo>
                    <a:pt x="0" y="11571"/>
                  </a:moveTo>
                  <a:lnTo>
                    <a:pt x="19892" y="0"/>
                  </a:lnTo>
                  <a:lnTo>
                    <a:pt x="45623" y="42924"/>
                  </a:lnTo>
                  <a:lnTo>
                    <a:pt x="43544" y="44219"/>
                  </a:lnTo>
                  <a:lnTo>
                    <a:pt x="26018" y="55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3575184" y="2237023"/>
              <a:ext cx="45439" cy="56077"/>
            </a:xfrm>
            <a:custGeom>
              <a:avLst/>
              <a:pathLst>
                <a:path w="45439" h="56077">
                  <a:moveTo>
                    <a:pt x="0" y="12136"/>
                  </a:moveTo>
                  <a:lnTo>
                    <a:pt x="18918" y="0"/>
                  </a:lnTo>
                  <a:lnTo>
                    <a:pt x="45439" y="44179"/>
                  </a:lnTo>
                  <a:lnTo>
                    <a:pt x="25417" y="56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3512233" y="2242246"/>
              <a:ext cx="44825" cy="55858"/>
            </a:xfrm>
            <a:custGeom>
              <a:avLst/>
              <a:pathLst>
                <a:path w="44825" h="55858">
                  <a:moveTo>
                    <a:pt x="5826" y="8031"/>
                  </a:moveTo>
                  <a:lnTo>
                    <a:pt x="19355" y="0"/>
                  </a:lnTo>
                  <a:lnTo>
                    <a:pt x="44825" y="44356"/>
                  </a:lnTo>
                  <a:lnTo>
                    <a:pt x="25184" y="55858"/>
                  </a:lnTo>
                  <a:lnTo>
                    <a:pt x="0" y="11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3197774" y="2529465"/>
              <a:ext cx="44983" cy="56399"/>
            </a:xfrm>
            <a:custGeom>
              <a:avLst/>
              <a:pathLst>
                <a:path w="44983" h="56399">
                  <a:moveTo>
                    <a:pt x="0" y="12280"/>
                  </a:moveTo>
                  <a:lnTo>
                    <a:pt x="19488" y="0"/>
                  </a:lnTo>
                  <a:lnTo>
                    <a:pt x="44983" y="45436"/>
                  </a:lnTo>
                  <a:lnTo>
                    <a:pt x="26339" y="56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455712" y="2428293"/>
              <a:ext cx="54873" cy="45473"/>
            </a:xfrm>
            <a:custGeom>
              <a:avLst/>
              <a:pathLst>
                <a:path w="54873" h="45473">
                  <a:moveTo>
                    <a:pt x="0" y="26624"/>
                  </a:moveTo>
                  <a:lnTo>
                    <a:pt x="43721" y="0"/>
                  </a:lnTo>
                  <a:lnTo>
                    <a:pt x="54873" y="19801"/>
                  </a:lnTo>
                  <a:lnTo>
                    <a:pt x="10708" y="45473"/>
                  </a:lnTo>
                  <a:lnTo>
                    <a:pt x="623" y="277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3402733" y="2409953"/>
              <a:ext cx="29562" cy="28537"/>
            </a:xfrm>
            <a:custGeom>
              <a:avLst/>
              <a:pathLst>
                <a:path w="29562" h="28537">
                  <a:moveTo>
                    <a:pt x="0" y="10395"/>
                  </a:moveTo>
                  <a:lnTo>
                    <a:pt x="18654" y="0"/>
                  </a:lnTo>
                  <a:lnTo>
                    <a:pt x="29562" y="17497"/>
                  </a:lnTo>
                  <a:lnTo>
                    <a:pt x="10247" y="28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127169" y="2624109"/>
              <a:ext cx="55958" cy="46066"/>
            </a:xfrm>
            <a:custGeom>
              <a:avLst/>
              <a:pathLst>
                <a:path w="55958" h="46066">
                  <a:moveTo>
                    <a:pt x="11386" y="46066"/>
                  </a:moveTo>
                  <a:lnTo>
                    <a:pt x="0" y="26442"/>
                  </a:lnTo>
                  <a:lnTo>
                    <a:pt x="44158" y="0"/>
                  </a:lnTo>
                  <a:lnTo>
                    <a:pt x="55958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302074" y="2520577"/>
              <a:ext cx="54404" cy="45081"/>
            </a:xfrm>
            <a:custGeom>
              <a:avLst/>
              <a:pathLst>
                <a:path w="54404" h="45081">
                  <a:moveTo>
                    <a:pt x="10825" y="45081"/>
                  </a:moveTo>
                  <a:lnTo>
                    <a:pt x="0" y="26097"/>
                  </a:lnTo>
                  <a:lnTo>
                    <a:pt x="43476" y="0"/>
                  </a:lnTo>
                  <a:lnTo>
                    <a:pt x="54404" y="188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3092674" y="2523474"/>
              <a:ext cx="45844" cy="56976"/>
            </a:xfrm>
            <a:custGeom>
              <a:avLst/>
              <a:pathLst>
                <a:path w="45844" h="56976">
                  <a:moveTo>
                    <a:pt x="0" y="12387"/>
                  </a:moveTo>
                  <a:lnTo>
                    <a:pt x="19296" y="0"/>
                  </a:lnTo>
                  <a:lnTo>
                    <a:pt x="19892" y="1013"/>
                  </a:lnTo>
                  <a:lnTo>
                    <a:pt x="45844" y="45149"/>
                  </a:lnTo>
                  <a:lnTo>
                    <a:pt x="26279" y="569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3262163" y="2524163"/>
              <a:ext cx="45809" cy="56201"/>
            </a:xfrm>
            <a:custGeom>
              <a:avLst/>
              <a:pathLst>
                <a:path w="45809" h="56201">
                  <a:moveTo>
                    <a:pt x="0" y="11855"/>
                  </a:moveTo>
                  <a:lnTo>
                    <a:pt x="19206" y="0"/>
                  </a:lnTo>
                  <a:lnTo>
                    <a:pt x="45809" y="44966"/>
                  </a:lnTo>
                  <a:lnTo>
                    <a:pt x="25898" y="56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3327184" y="2453378"/>
              <a:ext cx="44992" cy="55590"/>
            </a:xfrm>
            <a:custGeom>
              <a:avLst/>
              <a:pathLst>
                <a:path w="44992" h="55590">
                  <a:moveTo>
                    <a:pt x="0" y="11114"/>
                  </a:moveTo>
                  <a:lnTo>
                    <a:pt x="19022" y="0"/>
                  </a:lnTo>
                  <a:lnTo>
                    <a:pt x="44992" y="44165"/>
                  </a:lnTo>
                  <a:lnTo>
                    <a:pt x="25794" y="55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3390677" y="2448389"/>
              <a:ext cx="45084" cy="55678"/>
            </a:xfrm>
            <a:custGeom>
              <a:avLst/>
              <a:pathLst>
                <a:path w="45084" h="55678">
                  <a:moveTo>
                    <a:pt x="0" y="11978"/>
                  </a:moveTo>
                  <a:lnTo>
                    <a:pt x="19238" y="0"/>
                  </a:lnTo>
                  <a:lnTo>
                    <a:pt x="45084" y="44023"/>
                  </a:lnTo>
                  <a:lnTo>
                    <a:pt x="25408" y="556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3128851" y="2453911"/>
              <a:ext cx="55147" cy="45972"/>
            </a:xfrm>
            <a:custGeom>
              <a:avLst/>
              <a:pathLst>
                <a:path w="55147" h="45972">
                  <a:moveTo>
                    <a:pt x="0" y="26640"/>
                  </a:moveTo>
                  <a:lnTo>
                    <a:pt x="43477" y="0"/>
                  </a:lnTo>
                  <a:lnTo>
                    <a:pt x="55147" y="19789"/>
                  </a:lnTo>
                  <a:lnTo>
                    <a:pt x="13824" y="44521"/>
                  </a:lnTo>
                  <a:lnTo>
                    <a:pt x="11399" y="45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3476160" y="2296724"/>
              <a:ext cx="45164" cy="55281"/>
            </a:xfrm>
            <a:custGeom>
              <a:avLst/>
              <a:pathLst>
                <a:path w="45164" h="55281">
                  <a:moveTo>
                    <a:pt x="18410" y="339"/>
                  </a:moveTo>
                  <a:lnTo>
                    <a:pt x="18957" y="0"/>
                  </a:lnTo>
                  <a:lnTo>
                    <a:pt x="19248" y="483"/>
                  </a:lnTo>
                  <a:lnTo>
                    <a:pt x="45164" y="43548"/>
                  </a:lnTo>
                  <a:lnTo>
                    <a:pt x="25529" y="55281"/>
                  </a:lnTo>
                  <a:lnTo>
                    <a:pt x="0" y="11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3382319" y="2304197"/>
              <a:ext cx="55464" cy="45360"/>
            </a:xfrm>
            <a:custGeom>
              <a:avLst/>
              <a:pathLst>
                <a:path w="55464" h="45360">
                  <a:moveTo>
                    <a:pt x="41098" y="1331"/>
                  </a:moveTo>
                  <a:lnTo>
                    <a:pt x="43344" y="0"/>
                  </a:lnTo>
                  <a:lnTo>
                    <a:pt x="55464" y="19642"/>
                  </a:lnTo>
                  <a:lnTo>
                    <a:pt x="51999" y="21661"/>
                  </a:lnTo>
                  <a:lnTo>
                    <a:pt x="11324" y="45360"/>
                  </a:lnTo>
                  <a:lnTo>
                    <a:pt x="0" y="25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3481318" y="2288323"/>
              <a:ext cx="182600" cy="153439"/>
            </a:xfrm>
            <a:custGeom>
              <a:avLst/>
              <a:pathLst>
                <a:path w="182600" h="153439">
                  <a:moveTo>
                    <a:pt x="106610" y="20555"/>
                  </a:moveTo>
                  <a:lnTo>
                    <a:pt x="124293" y="50517"/>
                  </a:lnTo>
                  <a:lnTo>
                    <a:pt x="127360" y="48595"/>
                  </a:lnTo>
                  <a:lnTo>
                    <a:pt x="109781" y="19706"/>
                  </a:lnTo>
                  <a:lnTo>
                    <a:pt x="111469" y="18693"/>
                  </a:lnTo>
                  <a:lnTo>
                    <a:pt x="139880" y="1635"/>
                  </a:lnTo>
                  <a:lnTo>
                    <a:pt x="142371" y="0"/>
                  </a:lnTo>
                  <a:lnTo>
                    <a:pt x="162608" y="33825"/>
                  </a:lnTo>
                  <a:lnTo>
                    <a:pt x="182600" y="68510"/>
                  </a:lnTo>
                  <a:lnTo>
                    <a:pt x="181090" y="69286"/>
                  </a:lnTo>
                  <a:lnTo>
                    <a:pt x="39589" y="153439"/>
                  </a:lnTo>
                  <a:lnTo>
                    <a:pt x="279" y="86550"/>
                  </a:lnTo>
                  <a:lnTo>
                    <a:pt x="0" y="85520"/>
                  </a:lnTo>
                  <a:lnTo>
                    <a:pt x="150" y="84557"/>
                  </a:lnTo>
                  <a:lnTo>
                    <a:pt x="1730" y="83441"/>
                  </a:lnTo>
                  <a:lnTo>
                    <a:pt x="2828" y="8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122021" y="2574511"/>
              <a:ext cx="45853" cy="56429"/>
            </a:xfrm>
            <a:custGeom>
              <a:avLst/>
              <a:pathLst>
                <a:path w="45853" h="56429">
                  <a:moveTo>
                    <a:pt x="26302" y="56429"/>
                  </a:moveTo>
                  <a:lnTo>
                    <a:pt x="0" y="12314"/>
                  </a:lnTo>
                  <a:lnTo>
                    <a:pt x="19927" y="0"/>
                  </a:lnTo>
                  <a:lnTo>
                    <a:pt x="45853" y="44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202086" y="2580080"/>
              <a:ext cx="55085" cy="45115"/>
            </a:xfrm>
            <a:custGeom>
              <a:avLst/>
              <a:pathLst>
                <a:path w="55085" h="45115">
                  <a:moveTo>
                    <a:pt x="0" y="25830"/>
                  </a:moveTo>
                  <a:lnTo>
                    <a:pt x="43577" y="0"/>
                  </a:lnTo>
                  <a:lnTo>
                    <a:pt x="55085" y="19000"/>
                  </a:lnTo>
                  <a:lnTo>
                    <a:pt x="11177" y="45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161460" y="2584375"/>
              <a:ext cx="46118" cy="56692"/>
            </a:xfrm>
            <a:custGeom>
              <a:avLst/>
              <a:pathLst>
                <a:path w="46118" h="56692">
                  <a:moveTo>
                    <a:pt x="0" y="11748"/>
                  </a:moveTo>
                  <a:lnTo>
                    <a:pt x="19747" y="0"/>
                  </a:lnTo>
                  <a:lnTo>
                    <a:pt x="46118" y="44714"/>
                  </a:lnTo>
                  <a:lnTo>
                    <a:pt x="45839" y="45199"/>
                  </a:lnTo>
                  <a:lnTo>
                    <a:pt x="26730" y="56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097737" y="2589214"/>
              <a:ext cx="45873" cy="56440"/>
            </a:xfrm>
            <a:custGeom>
              <a:avLst/>
              <a:pathLst>
                <a:path w="45873" h="56440">
                  <a:moveTo>
                    <a:pt x="27022" y="56440"/>
                  </a:moveTo>
                  <a:lnTo>
                    <a:pt x="0" y="12134"/>
                  </a:lnTo>
                  <a:lnTo>
                    <a:pt x="19625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451961" y="2380115"/>
              <a:ext cx="43821" cy="54848"/>
            </a:xfrm>
            <a:custGeom>
              <a:avLst/>
              <a:pathLst>
                <a:path w="43821" h="54848">
                  <a:moveTo>
                    <a:pt x="0" y="11785"/>
                  </a:moveTo>
                  <a:lnTo>
                    <a:pt x="19023" y="0"/>
                  </a:lnTo>
                  <a:lnTo>
                    <a:pt x="43821" y="43626"/>
                  </a:lnTo>
                  <a:lnTo>
                    <a:pt x="25055" y="548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322416" y="2388757"/>
              <a:ext cx="44915" cy="55159"/>
            </a:xfrm>
            <a:custGeom>
              <a:avLst/>
              <a:pathLst>
                <a:path w="44915" h="55159">
                  <a:moveTo>
                    <a:pt x="0" y="11769"/>
                  </a:moveTo>
                  <a:lnTo>
                    <a:pt x="19019" y="0"/>
                  </a:lnTo>
                  <a:lnTo>
                    <a:pt x="44915" y="43193"/>
                  </a:lnTo>
                  <a:lnTo>
                    <a:pt x="24895" y="55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228233" y="2395247"/>
              <a:ext cx="55263" cy="45648"/>
            </a:xfrm>
            <a:custGeom>
              <a:avLst/>
              <a:pathLst>
                <a:path w="55263" h="45648">
                  <a:moveTo>
                    <a:pt x="0" y="26395"/>
                  </a:moveTo>
                  <a:lnTo>
                    <a:pt x="43284" y="0"/>
                  </a:lnTo>
                  <a:lnTo>
                    <a:pt x="54265" y="17881"/>
                  </a:lnTo>
                  <a:lnTo>
                    <a:pt x="55263" y="19513"/>
                  </a:lnTo>
                  <a:lnTo>
                    <a:pt x="54148" y="20175"/>
                  </a:lnTo>
                  <a:lnTo>
                    <a:pt x="11197" y="456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427335" y="2394764"/>
              <a:ext cx="45070" cy="55553"/>
            </a:xfrm>
            <a:custGeom>
              <a:avLst/>
              <a:pathLst>
                <a:path w="45070" h="55553">
                  <a:moveTo>
                    <a:pt x="18597" y="655"/>
                  </a:moveTo>
                  <a:lnTo>
                    <a:pt x="19683" y="0"/>
                  </a:lnTo>
                  <a:lnTo>
                    <a:pt x="45070" y="43265"/>
                  </a:lnTo>
                  <a:lnTo>
                    <a:pt x="25165" y="55553"/>
                  </a:lnTo>
                  <a:lnTo>
                    <a:pt x="0" y="1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3551486" y="2251429"/>
              <a:ext cx="44674" cy="55406"/>
            </a:xfrm>
            <a:custGeom>
              <a:avLst/>
              <a:pathLst>
                <a:path w="44674" h="55406">
                  <a:moveTo>
                    <a:pt x="0" y="11578"/>
                  </a:moveTo>
                  <a:lnTo>
                    <a:pt x="19545" y="0"/>
                  </a:lnTo>
                  <a:lnTo>
                    <a:pt x="44674" y="43601"/>
                  </a:lnTo>
                  <a:lnTo>
                    <a:pt x="25245" y="55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485813" y="2257284"/>
              <a:ext cx="44571" cy="54753"/>
            </a:xfrm>
            <a:custGeom>
              <a:avLst/>
              <a:pathLst>
                <a:path w="44571" h="54753">
                  <a:moveTo>
                    <a:pt x="0" y="11354"/>
                  </a:moveTo>
                  <a:lnTo>
                    <a:pt x="19146" y="0"/>
                  </a:lnTo>
                  <a:lnTo>
                    <a:pt x="34207" y="25979"/>
                  </a:lnTo>
                  <a:lnTo>
                    <a:pt x="44571" y="43858"/>
                  </a:lnTo>
                  <a:lnTo>
                    <a:pt x="26336" y="547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3242607" y="2433923"/>
              <a:ext cx="45924" cy="56439"/>
            </a:xfrm>
            <a:custGeom>
              <a:avLst/>
              <a:pathLst>
                <a:path w="45924" h="56439">
                  <a:moveTo>
                    <a:pt x="26407" y="56439"/>
                  </a:moveTo>
                  <a:lnTo>
                    <a:pt x="0" y="12119"/>
                  </a:lnTo>
                  <a:lnTo>
                    <a:pt x="20008" y="0"/>
                  </a:lnTo>
                  <a:lnTo>
                    <a:pt x="45924" y="449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3416604" y="2433566"/>
              <a:ext cx="44479" cy="54782"/>
            </a:xfrm>
            <a:custGeom>
              <a:avLst/>
              <a:pathLst>
                <a:path w="44479" h="54782">
                  <a:moveTo>
                    <a:pt x="0" y="11659"/>
                  </a:moveTo>
                  <a:lnTo>
                    <a:pt x="19503" y="0"/>
                  </a:lnTo>
                  <a:lnTo>
                    <a:pt x="44479" y="43787"/>
                  </a:lnTo>
                  <a:lnTo>
                    <a:pt x="25451" y="54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3351502" y="2438658"/>
              <a:ext cx="45066" cy="55726"/>
            </a:xfrm>
            <a:custGeom>
              <a:avLst/>
              <a:pathLst>
                <a:path w="45066" h="55726">
                  <a:moveTo>
                    <a:pt x="0" y="11423"/>
                  </a:moveTo>
                  <a:lnTo>
                    <a:pt x="19256" y="0"/>
                  </a:lnTo>
                  <a:lnTo>
                    <a:pt x="45066" y="43932"/>
                  </a:lnTo>
                  <a:lnTo>
                    <a:pt x="25461" y="557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178140" y="2439936"/>
              <a:ext cx="45098" cy="56118"/>
            </a:xfrm>
            <a:custGeom>
              <a:avLst/>
              <a:pathLst>
                <a:path w="45098" h="56118">
                  <a:moveTo>
                    <a:pt x="0" y="11552"/>
                  </a:moveTo>
                  <a:lnTo>
                    <a:pt x="10265" y="5274"/>
                  </a:lnTo>
                  <a:lnTo>
                    <a:pt x="18888" y="0"/>
                  </a:lnTo>
                  <a:lnTo>
                    <a:pt x="45098" y="44709"/>
                  </a:lnTo>
                  <a:lnTo>
                    <a:pt x="25490" y="56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451563" y="2311162"/>
              <a:ext cx="44861" cy="55700"/>
            </a:xfrm>
            <a:custGeom>
              <a:avLst/>
              <a:pathLst>
                <a:path w="44861" h="55700">
                  <a:moveTo>
                    <a:pt x="0" y="11674"/>
                  </a:moveTo>
                  <a:lnTo>
                    <a:pt x="18888" y="0"/>
                  </a:lnTo>
                  <a:lnTo>
                    <a:pt x="44861" y="44117"/>
                  </a:lnTo>
                  <a:lnTo>
                    <a:pt x="25403" y="55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3616" y="2423976"/>
              <a:ext cx="45161" cy="55498"/>
            </a:xfrm>
            <a:custGeom>
              <a:avLst/>
              <a:pathLst>
                <a:path w="45161" h="55498">
                  <a:moveTo>
                    <a:pt x="0" y="11991"/>
                  </a:moveTo>
                  <a:lnTo>
                    <a:pt x="19911" y="0"/>
                  </a:lnTo>
                  <a:lnTo>
                    <a:pt x="45161" y="44669"/>
                  </a:lnTo>
                  <a:lnTo>
                    <a:pt x="25654" y="5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283067" y="2362254"/>
              <a:ext cx="55324" cy="46485"/>
            </a:xfrm>
            <a:custGeom>
              <a:avLst/>
              <a:pathLst>
                <a:path w="55324" h="46485">
                  <a:moveTo>
                    <a:pt x="0" y="26462"/>
                  </a:moveTo>
                  <a:lnTo>
                    <a:pt x="43558" y="0"/>
                  </a:lnTo>
                  <a:lnTo>
                    <a:pt x="47231" y="6464"/>
                  </a:lnTo>
                  <a:lnTo>
                    <a:pt x="55062" y="20248"/>
                  </a:lnTo>
                  <a:lnTo>
                    <a:pt x="55324" y="20710"/>
                  </a:lnTo>
                  <a:lnTo>
                    <a:pt x="54122" y="21414"/>
                  </a:lnTo>
                  <a:lnTo>
                    <a:pt x="11365" y="464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332176" y="2349106"/>
              <a:ext cx="44707" cy="55078"/>
            </a:xfrm>
            <a:custGeom>
              <a:avLst/>
              <a:pathLst>
                <a:path w="44707" h="55078">
                  <a:moveTo>
                    <a:pt x="0" y="11057"/>
                  </a:moveTo>
                  <a:lnTo>
                    <a:pt x="18875" y="0"/>
                  </a:lnTo>
                  <a:lnTo>
                    <a:pt x="44707" y="43404"/>
                  </a:lnTo>
                  <a:lnTo>
                    <a:pt x="25859" y="550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96672" y="2470542"/>
              <a:ext cx="46119" cy="56151"/>
            </a:xfrm>
            <a:custGeom>
              <a:avLst/>
              <a:pathLst>
                <a:path w="46119" h="56151">
                  <a:moveTo>
                    <a:pt x="0" y="11532"/>
                  </a:moveTo>
                  <a:lnTo>
                    <a:pt x="19842" y="0"/>
                  </a:lnTo>
                  <a:lnTo>
                    <a:pt x="46119" y="44640"/>
                  </a:lnTo>
                  <a:lnTo>
                    <a:pt x="26313" y="56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43447" y="2493656"/>
              <a:ext cx="45098" cy="55546"/>
            </a:xfrm>
            <a:custGeom>
              <a:avLst/>
              <a:pathLst>
                <a:path w="45098" h="55546">
                  <a:moveTo>
                    <a:pt x="0" y="11921"/>
                  </a:moveTo>
                  <a:lnTo>
                    <a:pt x="18936" y="0"/>
                  </a:lnTo>
                  <a:lnTo>
                    <a:pt x="45098" y="43796"/>
                  </a:lnTo>
                  <a:lnTo>
                    <a:pt x="25662" y="555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53485" y="2499236"/>
              <a:ext cx="55738" cy="46070"/>
            </a:xfrm>
            <a:custGeom>
              <a:avLst/>
              <a:pathLst>
                <a:path w="55738" h="46070">
                  <a:moveTo>
                    <a:pt x="11971" y="46070"/>
                  </a:moveTo>
                  <a:lnTo>
                    <a:pt x="0" y="26178"/>
                  </a:lnTo>
                  <a:lnTo>
                    <a:pt x="44127" y="0"/>
                  </a:lnTo>
                  <a:lnTo>
                    <a:pt x="55738" y="198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15591" y="2292071"/>
              <a:ext cx="56353" cy="45504"/>
            </a:xfrm>
            <a:custGeom>
              <a:avLst/>
              <a:pathLst>
                <a:path w="56353" h="45504">
                  <a:moveTo>
                    <a:pt x="52128" y="21795"/>
                  </a:moveTo>
                  <a:lnTo>
                    <a:pt x="11567" y="45504"/>
                  </a:lnTo>
                  <a:lnTo>
                    <a:pt x="6196" y="36463"/>
                  </a:lnTo>
                  <a:lnTo>
                    <a:pt x="0" y="26034"/>
                  </a:lnTo>
                  <a:lnTo>
                    <a:pt x="648" y="25656"/>
                  </a:lnTo>
                  <a:lnTo>
                    <a:pt x="19467" y="14712"/>
                  </a:lnTo>
                  <a:lnTo>
                    <a:pt x="20013" y="14394"/>
                  </a:lnTo>
                  <a:lnTo>
                    <a:pt x="41057" y="2156"/>
                  </a:lnTo>
                  <a:lnTo>
                    <a:pt x="44764" y="0"/>
                  </a:lnTo>
                  <a:lnTo>
                    <a:pt x="56353" y="19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3386542" y="2383846"/>
              <a:ext cx="32610" cy="34142"/>
            </a:xfrm>
            <a:custGeom>
              <a:avLst/>
              <a:pathLst>
                <a:path w="32610" h="34142">
                  <a:moveTo>
                    <a:pt x="32610" y="22366"/>
                  </a:moveTo>
                  <a:lnTo>
                    <a:pt x="12847" y="34142"/>
                  </a:lnTo>
                  <a:lnTo>
                    <a:pt x="6820" y="23587"/>
                  </a:lnTo>
                  <a:lnTo>
                    <a:pt x="6490" y="23010"/>
                  </a:lnTo>
                  <a:lnTo>
                    <a:pt x="0" y="11643"/>
                  </a:lnTo>
                  <a:lnTo>
                    <a:pt x="16739" y="1843"/>
                  </a:lnTo>
                  <a:lnTo>
                    <a:pt x="19888" y="0"/>
                  </a:lnTo>
                  <a:lnTo>
                    <a:pt x="26721" y="12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3376562" y="2424024"/>
              <a:ext cx="30036" cy="29608"/>
            </a:xfrm>
            <a:custGeom>
              <a:avLst/>
              <a:pathLst>
                <a:path w="30036" h="29608">
                  <a:moveTo>
                    <a:pt x="0" y="12202"/>
                  </a:moveTo>
                  <a:lnTo>
                    <a:pt x="19177" y="638"/>
                  </a:lnTo>
                  <a:lnTo>
                    <a:pt x="20236" y="0"/>
                  </a:lnTo>
                  <a:lnTo>
                    <a:pt x="30036" y="18201"/>
                  </a:lnTo>
                  <a:lnTo>
                    <a:pt x="10265" y="29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3223121" y="2475884"/>
              <a:ext cx="54464" cy="59018"/>
            </a:xfrm>
            <a:custGeom>
              <a:avLst/>
              <a:pathLst>
                <a:path w="54464" h="59018">
                  <a:moveTo>
                    <a:pt x="28237" y="59018"/>
                  </a:moveTo>
                  <a:lnTo>
                    <a:pt x="0" y="17114"/>
                  </a:lnTo>
                  <a:lnTo>
                    <a:pt x="29015" y="0"/>
                  </a:lnTo>
                  <a:lnTo>
                    <a:pt x="54464" y="428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3140917" y="2549747"/>
              <a:ext cx="29573" cy="28041"/>
            </a:xfrm>
            <a:custGeom>
              <a:avLst/>
              <a:pathLst>
                <a:path w="29573" h="28041">
                  <a:moveTo>
                    <a:pt x="19866" y="0"/>
                  </a:moveTo>
                  <a:lnTo>
                    <a:pt x="29573" y="16030"/>
                  </a:lnTo>
                  <a:lnTo>
                    <a:pt x="24630" y="18952"/>
                  </a:lnTo>
                  <a:lnTo>
                    <a:pt x="20064" y="21651"/>
                  </a:lnTo>
                  <a:lnTo>
                    <a:pt x="9255" y="28041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3131711" y="2534050"/>
              <a:ext cx="27331" cy="24683"/>
            </a:xfrm>
            <a:custGeom>
              <a:avLst/>
              <a:pathLst>
                <a:path w="27331" h="24683">
                  <a:moveTo>
                    <a:pt x="19839" y="0"/>
                  </a:moveTo>
                  <a:lnTo>
                    <a:pt x="20987" y="1957"/>
                  </a:lnTo>
                  <a:lnTo>
                    <a:pt x="27331" y="12781"/>
                  </a:lnTo>
                  <a:lnTo>
                    <a:pt x="7338" y="24683"/>
                  </a:lnTo>
                  <a:lnTo>
                    <a:pt x="0" y="12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3151711" y="2568703"/>
              <a:ext cx="27082" cy="23604"/>
            </a:xfrm>
            <a:custGeom>
              <a:avLst/>
              <a:pathLst>
                <a:path w="27082" h="23604">
                  <a:moveTo>
                    <a:pt x="2303" y="10361"/>
                  </a:moveTo>
                  <a:lnTo>
                    <a:pt x="20491" y="0"/>
                  </a:lnTo>
                  <a:lnTo>
                    <a:pt x="26884" y="11110"/>
                  </a:lnTo>
                  <a:lnTo>
                    <a:pt x="27082" y="11454"/>
                  </a:lnTo>
                  <a:lnTo>
                    <a:pt x="7224" y="23604"/>
                  </a:lnTo>
                  <a:lnTo>
                    <a:pt x="0" y="1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3536694" y="2213154"/>
              <a:ext cx="54938" cy="46134"/>
            </a:xfrm>
            <a:custGeom>
              <a:avLst/>
              <a:pathLst>
                <a:path w="54938" h="46134">
                  <a:moveTo>
                    <a:pt x="54938" y="19574"/>
                  </a:moveTo>
                  <a:lnTo>
                    <a:pt x="11865" y="46134"/>
                  </a:lnTo>
                  <a:lnTo>
                    <a:pt x="0" y="26801"/>
                  </a:lnTo>
                  <a:lnTo>
                    <a:pt x="4330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3208048" y="2494305"/>
              <a:ext cx="41213" cy="51377"/>
            </a:xfrm>
            <a:custGeom>
              <a:avLst/>
              <a:pathLst>
                <a:path w="41213" h="51377">
                  <a:moveTo>
                    <a:pt x="41213" y="41886"/>
                  </a:moveTo>
                  <a:lnTo>
                    <a:pt x="25774" y="51377"/>
                  </a:lnTo>
                  <a:lnTo>
                    <a:pt x="0" y="7584"/>
                  </a:lnTo>
                  <a:lnTo>
                    <a:pt x="1285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68847" y="3380277"/>
              <a:ext cx="33042" cy="33978"/>
            </a:xfrm>
            <a:custGeom>
              <a:avLst/>
              <a:pathLst>
                <a:path w="33042" h="33978">
                  <a:moveTo>
                    <a:pt x="0" y="11507"/>
                  </a:moveTo>
                  <a:lnTo>
                    <a:pt x="19872" y="0"/>
                  </a:lnTo>
                  <a:lnTo>
                    <a:pt x="33042" y="21802"/>
                  </a:lnTo>
                  <a:lnTo>
                    <a:pt x="12574" y="33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085795" y="3409346"/>
              <a:ext cx="38276" cy="45777"/>
            </a:xfrm>
            <a:custGeom>
              <a:avLst/>
              <a:pathLst>
                <a:path w="38276" h="45777">
                  <a:moveTo>
                    <a:pt x="0" y="10639"/>
                  </a:moveTo>
                  <a:lnTo>
                    <a:pt x="16279" y="0"/>
                  </a:lnTo>
                  <a:lnTo>
                    <a:pt x="38276" y="35719"/>
                  </a:lnTo>
                  <a:lnTo>
                    <a:pt x="21130" y="45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460538" y="3445425"/>
              <a:ext cx="22340" cy="24330"/>
            </a:xfrm>
            <a:custGeom>
              <a:avLst/>
              <a:pathLst>
                <a:path w="22340" h="24330">
                  <a:moveTo>
                    <a:pt x="10566" y="24330"/>
                  </a:moveTo>
                  <a:lnTo>
                    <a:pt x="0" y="7245"/>
                  </a:lnTo>
                  <a:lnTo>
                    <a:pt x="11879" y="0"/>
                  </a:lnTo>
                  <a:lnTo>
                    <a:pt x="22340" y="17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4845" y="3517038"/>
              <a:ext cx="30021" cy="32133"/>
            </a:xfrm>
            <a:custGeom>
              <a:avLst/>
              <a:pathLst>
                <a:path w="30021" h="32133">
                  <a:moveTo>
                    <a:pt x="0" y="9662"/>
                  </a:moveTo>
                  <a:lnTo>
                    <a:pt x="17932" y="0"/>
                  </a:lnTo>
                  <a:lnTo>
                    <a:pt x="30021" y="20656"/>
                  </a:lnTo>
                  <a:lnTo>
                    <a:pt x="11103" y="32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279303" y="3618555"/>
              <a:ext cx="55757" cy="48748"/>
            </a:xfrm>
            <a:custGeom>
              <a:avLst/>
              <a:pathLst>
                <a:path w="55757" h="48748">
                  <a:moveTo>
                    <a:pt x="11058" y="48748"/>
                  </a:moveTo>
                  <a:lnTo>
                    <a:pt x="0" y="28367"/>
                  </a:lnTo>
                  <a:lnTo>
                    <a:pt x="42855" y="0"/>
                  </a:lnTo>
                  <a:lnTo>
                    <a:pt x="55757" y="21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37571" y="3624678"/>
              <a:ext cx="47699" cy="57177"/>
            </a:xfrm>
            <a:custGeom>
              <a:avLst/>
              <a:pathLst>
                <a:path w="47699" h="57177">
                  <a:moveTo>
                    <a:pt x="0" y="11624"/>
                  </a:moveTo>
                  <a:lnTo>
                    <a:pt x="20631" y="0"/>
                  </a:lnTo>
                  <a:lnTo>
                    <a:pt x="47699" y="45382"/>
                  </a:lnTo>
                  <a:lnTo>
                    <a:pt x="27492" y="57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20781" y="3347497"/>
              <a:ext cx="57102" cy="75428"/>
            </a:xfrm>
            <a:custGeom>
              <a:avLst/>
              <a:pathLst>
                <a:path w="57102" h="75428">
                  <a:moveTo>
                    <a:pt x="0" y="14388"/>
                  </a:moveTo>
                  <a:lnTo>
                    <a:pt x="21456" y="0"/>
                  </a:lnTo>
                  <a:lnTo>
                    <a:pt x="57102" y="62227"/>
                  </a:lnTo>
                  <a:lnTo>
                    <a:pt x="36569" y="7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117560" y="3593249"/>
              <a:ext cx="47471" cy="58075"/>
            </a:xfrm>
            <a:custGeom>
              <a:avLst/>
              <a:pathLst>
                <a:path w="47471" h="58075">
                  <a:moveTo>
                    <a:pt x="0" y="12520"/>
                  </a:moveTo>
                  <a:lnTo>
                    <a:pt x="21701" y="0"/>
                  </a:lnTo>
                  <a:lnTo>
                    <a:pt x="47471" y="43189"/>
                  </a:lnTo>
                  <a:lnTo>
                    <a:pt x="47066" y="46596"/>
                  </a:lnTo>
                  <a:lnTo>
                    <a:pt x="276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45800" y="3336120"/>
              <a:ext cx="48762" cy="70085"/>
            </a:xfrm>
            <a:custGeom>
              <a:avLst/>
              <a:pathLst>
                <a:path w="48762" h="70085">
                  <a:moveTo>
                    <a:pt x="0" y="8179"/>
                  </a:moveTo>
                  <a:lnTo>
                    <a:pt x="11948" y="0"/>
                  </a:lnTo>
                  <a:lnTo>
                    <a:pt x="48762" y="63632"/>
                  </a:lnTo>
                  <a:lnTo>
                    <a:pt x="37890" y="70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17948" y="3352415"/>
              <a:ext cx="95999" cy="87167"/>
            </a:xfrm>
            <a:custGeom>
              <a:avLst/>
              <a:pathLst>
                <a:path w="95999" h="87167">
                  <a:moveTo>
                    <a:pt x="28247" y="87167"/>
                  </a:moveTo>
                  <a:lnTo>
                    <a:pt x="16022" y="67080"/>
                  </a:lnTo>
                  <a:lnTo>
                    <a:pt x="0" y="41773"/>
                  </a:lnTo>
                  <a:lnTo>
                    <a:pt x="70390" y="0"/>
                  </a:lnTo>
                  <a:lnTo>
                    <a:pt x="80928" y="17943"/>
                  </a:lnTo>
                  <a:lnTo>
                    <a:pt x="95999" y="45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013073" y="3393953"/>
              <a:ext cx="64937" cy="53544"/>
            </a:xfrm>
            <a:custGeom>
              <a:avLst/>
              <a:pathLst>
                <a:path w="64937" h="53544">
                  <a:moveTo>
                    <a:pt x="0" y="30494"/>
                  </a:moveTo>
                  <a:lnTo>
                    <a:pt x="51426" y="0"/>
                  </a:lnTo>
                  <a:lnTo>
                    <a:pt x="64937" y="22479"/>
                  </a:lnTo>
                  <a:lnTo>
                    <a:pt x="13053" y="5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068780" y="3503318"/>
              <a:ext cx="55785" cy="69397"/>
            </a:xfrm>
            <a:custGeom>
              <a:avLst/>
              <a:pathLst>
                <a:path w="55785" h="69397">
                  <a:moveTo>
                    <a:pt x="0" y="15021"/>
                  </a:moveTo>
                  <a:lnTo>
                    <a:pt x="24298" y="0"/>
                  </a:lnTo>
                  <a:lnTo>
                    <a:pt x="51798" y="47897"/>
                  </a:lnTo>
                  <a:lnTo>
                    <a:pt x="55785" y="54953"/>
                  </a:lnTo>
                  <a:lnTo>
                    <a:pt x="30638" y="69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51474" y="3496444"/>
              <a:ext cx="47353" cy="58292"/>
            </a:xfrm>
            <a:custGeom>
              <a:avLst/>
              <a:pathLst>
                <a:path w="47353" h="58292">
                  <a:moveTo>
                    <a:pt x="0" y="12922"/>
                  </a:moveTo>
                  <a:lnTo>
                    <a:pt x="20805" y="0"/>
                  </a:lnTo>
                  <a:lnTo>
                    <a:pt x="47353" y="45883"/>
                  </a:lnTo>
                  <a:lnTo>
                    <a:pt x="27639" y="5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298454" y="3506059"/>
              <a:ext cx="57061" cy="46649"/>
            </a:xfrm>
            <a:custGeom>
              <a:avLst/>
              <a:pathLst>
                <a:path w="57061" h="46649">
                  <a:moveTo>
                    <a:pt x="44189" y="0"/>
                  </a:moveTo>
                  <a:lnTo>
                    <a:pt x="57061" y="20160"/>
                  </a:lnTo>
                  <a:lnTo>
                    <a:pt x="11823" y="46649"/>
                  </a:lnTo>
                  <a:lnTo>
                    <a:pt x="0" y="26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402665" y="3511845"/>
              <a:ext cx="55975" cy="46387"/>
            </a:xfrm>
            <a:custGeom>
              <a:avLst/>
              <a:pathLst>
                <a:path w="55975" h="46387">
                  <a:moveTo>
                    <a:pt x="9528" y="20781"/>
                  </a:moveTo>
                  <a:lnTo>
                    <a:pt x="45689" y="0"/>
                  </a:lnTo>
                  <a:lnTo>
                    <a:pt x="55975" y="21709"/>
                  </a:lnTo>
                  <a:lnTo>
                    <a:pt x="11706" y="46387"/>
                  </a:lnTo>
                  <a:lnTo>
                    <a:pt x="0" y="26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179236" y="3524577"/>
              <a:ext cx="46321" cy="56699"/>
            </a:xfrm>
            <a:custGeom>
              <a:avLst/>
              <a:pathLst>
                <a:path w="46321" h="56699">
                  <a:moveTo>
                    <a:pt x="0" y="11993"/>
                  </a:moveTo>
                  <a:lnTo>
                    <a:pt x="13708" y="3768"/>
                  </a:lnTo>
                  <a:lnTo>
                    <a:pt x="20106" y="0"/>
                  </a:lnTo>
                  <a:lnTo>
                    <a:pt x="46321" y="45085"/>
                  </a:lnTo>
                  <a:lnTo>
                    <a:pt x="26334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44426" y="3519153"/>
              <a:ext cx="46227" cy="57311"/>
            </a:xfrm>
            <a:custGeom>
              <a:avLst/>
              <a:pathLst>
                <a:path w="46227" h="57311">
                  <a:moveTo>
                    <a:pt x="25742" y="57311"/>
                  </a:moveTo>
                  <a:lnTo>
                    <a:pt x="0" y="12245"/>
                  </a:lnTo>
                  <a:lnTo>
                    <a:pt x="19243" y="0"/>
                  </a:lnTo>
                  <a:lnTo>
                    <a:pt x="46227" y="4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43324" y="3579980"/>
              <a:ext cx="46064" cy="56290"/>
            </a:xfrm>
            <a:custGeom>
              <a:avLst/>
              <a:pathLst>
                <a:path w="46064" h="56290">
                  <a:moveTo>
                    <a:pt x="0" y="11660"/>
                  </a:moveTo>
                  <a:lnTo>
                    <a:pt x="20280" y="0"/>
                  </a:lnTo>
                  <a:lnTo>
                    <a:pt x="46064" y="44463"/>
                  </a:lnTo>
                  <a:lnTo>
                    <a:pt x="25870" y="56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54395" y="3538392"/>
              <a:ext cx="46621" cy="57697"/>
            </a:xfrm>
            <a:custGeom>
              <a:avLst/>
              <a:pathLst>
                <a:path w="46621" h="57697">
                  <a:moveTo>
                    <a:pt x="0" y="12539"/>
                  </a:moveTo>
                  <a:lnTo>
                    <a:pt x="19461" y="0"/>
                  </a:lnTo>
                  <a:lnTo>
                    <a:pt x="46621" y="46362"/>
                  </a:lnTo>
                  <a:lnTo>
                    <a:pt x="26888" y="57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327992" y="3572151"/>
              <a:ext cx="46923" cy="56760"/>
            </a:xfrm>
            <a:custGeom>
              <a:avLst/>
              <a:pathLst>
                <a:path w="46923" h="56760">
                  <a:moveTo>
                    <a:pt x="25800" y="56760"/>
                  </a:moveTo>
                  <a:lnTo>
                    <a:pt x="0" y="11555"/>
                  </a:lnTo>
                  <a:lnTo>
                    <a:pt x="20759" y="0"/>
                  </a:lnTo>
                  <a:lnTo>
                    <a:pt x="46923" y="44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273563" y="3569864"/>
              <a:ext cx="46938" cy="56933"/>
            </a:xfrm>
            <a:custGeom>
              <a:avLst/>
              <a:pathLst>
                <a:path w="46938" h="56933">
                  <a:moveTo>
                    <a:pt x="26446" y="56933"/>
                  </a:moveTo>
                  <a:lnTo>
                    <a:pt x="0" y="11648"/>
                  </a:lnTo>
                  <a:lnTo>
                    <a:pt x="20142" y="0"/>
                  </a:lnTo>
                  <a:lnTo>
                    <a:pt x="46938" y="4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249237" y="3584975"/>
              <a:ext cx="46478" cy="56335"/>
            </a:xfrm>
            <a:custGeom>
              <a:avLst/>
              <a:pathLst>
                <a:path w="46478" h="56335">
                  <a:moveTo>
                    <a:pt x="0" y="12202"/>
                  </a:moveTo>
                  <a:lnTo>
                    <a:pt x="20218" y="0"/>
                  </a:lnTo>
                  <a:lnTo>
                    <a:pt x="46478" y="45167"/>
                  </a:lnTo>
                  <a:lnTo>
                    <a:pt x="26045" y="5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198250" y="3599910"/>
              <a:ext cx="56688" cy="46037"/>
            </a:xfrm>
            <a:custGeom>
              <a:avLst/>
              <a:pathLst>
                <a:path w="56688" h="46037">
                  <a:moveTo>
                    <a:pt x="0" y="25922"/>
                  </a:moveTo>
                  <a:lnTo>
                    <a:pt x="45348" y="0"/>
                  </a:lnTo>
                  <a:lnTo>
                    <a:pt x="56688" y="19444"/>
                  </a:lnTo>
                  <a:lnTo>
                    <a:pt x="11674" y="4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68297" y="3474275"/>
              <a:ext cx="20893" cy="16125"/>
            </a:xfrm>
            <a:custGeom>
              <a:avLst/>
              <a:pathLst>
                <a:path w="20893" h="16125">
                  <a:moveTo>
                    <a:pt x="0" y="3962"/>
                  </a:moveTo>
                  <a:lnTo>
                    <a:pt x="6739" y="0"/>
                  </a:lnTo>
                  <a:lnTo>
                    <a:pt x="9508" y="5224"/>
                  </a:lnTo>
                  <a:lnTo>
                    <a:pt x="16578" y="966"/>
                  </a:lnTo>
                  <a:lnTo>
                    <a:pt x="20893" y="8305"/>
                  </a:lnTo>
                  <a:lnTo>
                    <a:pt x="7251" y="16125"/>
                  </a:lnTo>
                  <a:lnTo>
                    <a:pt x="5649" y="13481"/>
                  </a:lnTo>
                  <a:lnTo>
                    <a:pt x="3362" y="9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73706" y="3475870"/>
              <a:ext cx="32402" cy="34156"/>
            </a:xfrm>
            <a:custGeom>
              <a:avLst/>
              <a:pathLst>
                <a:path w="32402" h="34156">
                  <a:moveTo>
                    <a:pt x="0" y="12529"/>
                  </a:moveTo>
                  <a:lnTo>
                    <a:pt x="19435" y="0"/>
                  </a:lnTo>
                  <a:lnTo>
                    <a:pt x="32402" y="22513"/>
                  </a:lnTo>
                  <a:lnTo>
                    <a:pt x="12537" y="34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66470" y="3566504"/>
              <a:ext cx="58226" cy="46699"/>
            </a:xfrm>
            <a:custGeom>
              <a:avLst/>
              <a:pathLst>
                <a:path w="58226" h="46699">
                  <a:moveTo>
                    <a:pt x="0" y="26923"/>
                  </a:moveTo>
                  <a:lnTo>
                    <a:pt x="45412" y="0"/>
                  </a:lnTo>
                  <a:lnTo>
                    <a:pt x="58226" y="20467"/>
                  </a:lnTo>
                  <a:lnTo>
                    <a:pt x="13413" y="46699"/>
                  </a:lnTo>
                  <a:lnTo>
                    <a:pt x="11428" y="45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84911" y="3574165"/>
              <a:ext cx="56640" cy="46771"/>
            </a:xfrm>
            <a:custGeom>
              <a:avLst/>
              <a:pathLst>
                <a:path w="56640" h="46771">
                  <a:moveTo>
                    <a:pt x="0" y="27830"/>
                  </a:moveTo>
                  <a:lnTo>
                    <a:pt x="45443" y="0"/>
                  </a:lnTo>
                  <a:lnTo>
                    <a:pt x="56640" y="19957"/>
                  </a:lnTo>
                  <a:lnTo>
                    <a:pt x="36421" y="31680"/>
                  </a:lnTo>
                  <a:lnTo>
                    <a:pt x="10836" y="4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93124" y="3397126"/>
              <a:ext cx="46190" cy="57363"/>
            </a:xfrm>
            <a:custGeom>
              <a:avLst/>
              <a:pathLst>
                <a:path w="46190" h="57363">
                  <a:moveTo>
                    <a:pt x="0" y="11646"/>
                  </a:moveTo>
                  <a:lnTo>
                    <a:pt x="11380" y="4779"/>
                  </a:lnTo>
                  <a:lnTo>
                    <a:pt x="15038" y="2572"/>
                  </a:lnTo>
                  <a:lnTo>
                    <a:pt x="20604" y="0"/>
                  </a:lnTo>
                  <a:lnTo>
                    <a:pt x="46190" y="45488"/>
                  </a:lnTo>
                  <a:lnTo>
                    <a:pt x="26353" y="57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472512" y="3401561"/>
              <a:ext cx="57758" cy="47517"/>
            </a:xfrm>
            <a:custGeom>
              <a:avLst/>
              <a:pathLst>
                <a:path w="57758" h="47517">
                  <a:moveTo>
                    <a:pt x="0" y="27200"/>
                  </a:moveTo>
                  <a:lnTo>
                    <a:pt x="46045" y="0"/>
                  </a:lnTo>
                  <a:lnTo>
                    <a:pt x="57758" y="20718"/>
                  </a:lnTo>
                  <a:lnTo>
                    <a:pt x="12301" y="4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183858" y="3402924"/>
              <a:ext cx="34819" cy="45204"/>
            </a:xfrm>
            <a:custGeom>
              <a:avLst/>
              <a:pathLst>
                <a:path w="34819" h="45204">
                  <a:moveTo>
                    <a:pt x="0" y="7483"/>
                  </a:moveTo>
                  <a:lnTo>
                    <a:pt x="12601" y="0"/>
                  </a:lnTo>
                  <a:lnTo>
                    <a:pt x="34819" y="37227"/>
                  </a:lnTo>
                  <a:lnTo>
                    <a:pt x="22942" y="4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07809" y="3413195"/>
              <a:ext cx="85613" cy="67355"/>
            </a:xfrm>
            <a:custGeom>
              <a:avLst/>
              <a:pathLst>
                <a:path w="85613" h="67355">
                  <a:moveTo>
                    <a:pt x="0" y="45646"/>
                  </a:moveTo>
                  <a:lnTo>
                    <a:pt x="72296" y="0"/>
                  </a:lnTo>
                  <a:lnTo>
                    <a:pt x="85613" y="24156"/>
                  </a:lnTo>
                  <a:lnTo>
                    <a:pt x="13586" y="67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44163" y="3412244"/>
              <a:ext cx="57061" cy="47030"/>
            </a:xfrm>
            <a:custGeom>
              <a:avLst/>
              <a:pathLst>
                <a:path w="57061" h="47030">
                  <a:moveTo>
                    <a:pt x="0" y="24834"/>
                  </a:moveTo>
                  <a:lnTo>
                    <a:pt x="43742" y="0"/>
                  </a:lnTo>
                  <a:lnTo>
                    <a:pt x="57061" y="20190"/>
                  </a:lnTo>
                  <a:lnTo>
                    <a:pt x="11929" y="4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057814" y="3420144"/>
              <a:ext cx="59185" cy="75986"/>
            </a:xfrm>
            <a:custGeom>
              <a:avLst/>
              <a:pathLst>
                <a:path w="59185" h="75986">
                  <a:moveTo>
                    <a:pt x="0" y="14678"/>
                  </a:moveTo>
                  <a:lnTo>
                    <a:pt x="21419" y="0"/>
                  </a:lnTo>
                  <a:lnTo>
                    <a:pt x="59185" y="62534"/>
                  </a:lnTo>
                  <a:lnTo>
                    <a:pt x="37019" y="75986"/>
                  </a:lnTo>
                  <a:lnTo>
                    <a:pt x="22060" y="50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08350" y="3444461"/>
              <a:ext cx="35119" cy="47841"/>
            </a:xfrm>
            <a:custGeom>
              <a:avLst/>
              <a:pathLst>
                <a:path w="35119" h="47841">
                  <a:moveTo>
                    <a:pt x="0" y="6296"/>
                  </a:moveTo>
                  <a:lnTo>
                    <a:pt x="11083" y="0"/>
                  </a:lnTo>
                  <a:lnTo>
                    <a:pt x="35119" y="41138"/>
                  </a:lnTo>
                  <a:lnTo>
                    <a:pt x="23899" y="47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487663" y="3427187"/>
              <a:ext cx="57400" cy="48374"/>
            </a:xfrm>
            <a:custGeom>
              <a:avLst/>
              <a:pathLst>
                <a:path w="57400" h="48374">
                  <a:moveTo>
                    <a:pt x="12724" y="48374"/>
                  </a:moveTo>
                  <a:lnTo>
                    <a:pt x="0" y="26633"/>
                  </a:lnTo>
                  <a:lnTo>
                    <a:pt x="44493" y="0"/>
                  </a:lnTo>
                  <a:lnTo>
                    <a:pt x="57400" y="21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174980" y="3440603"/>
              <a:ext cx="53039" cy="67872"/>
            </a:xfrm>
            <a:custGeom>
              <a:avLst/>
              <a:pathLst>
                <a:path w="53039" h="67872">
                  <a:moveTo>
                    <a:pt x="0" y="13951"/>
                  </a:moveTo>
                  <a:lnTo>
                    <a:pt x="21896" y="0"/>
                  </a:lnTo>
                  <a:lnTo>
                    <a:pt x="53039" y="54940"/>
                  </a:lnTo>
                  <a:lnTo>
                    <a:pt x="30940" y="67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3029224" y="3437013"/>
              <a:ext cx="61985" cy="76044"/>
            </a:xfrm>
            <a:custGeom>
              <a:avLst/>
              <a:pathLst>
                <a:path w="61985" h="76044">
                  <a:moveTo>
                    <a:pt x="0" y="15085"/>
                  </a:moveTo>
                  <a:lnTo>
                    <a:pt x="25328" y="0"/>
                  </a:lnTo>
                  <a:lnTo>
                    <a:pt x="61985" y="62926"/>
                  </a:lnTo>
                  <a:lnTo>
                    <a:pt x="36554" y="76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358893" y="3437028"/>
              <a:ext cx="56893" cy="46196"/>
            </a:xfrm>
            <a:custGeom>
              <a:avLst/>
              <a:pathLst>
                <a:path w="56893" h="46196">
                  <a:moveTo>
                    <a:pt x="0" y="25973"/>
                  </a:moveTo>
                  <a:lnTo>
                    <a:pt x="43888" y="0"/>
                  </a:lnTo>
                  <a:lnTo>
                    <a:pt x="56893" y="20086"/>
                  </a:lnTo>
                  <a:lnTo>
                    <a:pt x="32465" y="34378"/>
                  </a:lnTo>
                  <a:lnTo>
                    <a:pt x="11383" y="46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294761" y="3442944"/>
              <a:ext cx="55328" cy="45840"/>
            </a:xfrm>
            <a:custGeom>
              <a:avLst/>
              <a:pathLst>
                <a:path w="55328" h="45840">
                  <a:moveTo>
                    <a:pt x="0" y="25783"/>
                  </a:moveTo>
                  <a:lnTo>
                    <a:pt x="31346" y="7015"/>
                  </a:lnTo>
                  <a:lnTo>
                    <a:pt x="43466" y="0"/>
                  </a:lnTo>
                  <a:lnTo>
                    <a:pt x="47016" y="5937"/>
                  </a:lnTo>
                  <a:lnTo>
                    <a:pt x="55328" y="19836"/>
                  </a:lnTo>
                  <a:lnTo>
                    <a:pt x="11507" y="45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24471" y="3457139"/>
              <a:ext cx="60116" cy="51482"/>
            </a:xfrm>
            <a:custGeom>
              <a:avLst/>
              <a:pathLst>
                <a:path w="60116" h="51482">
                  <a:moveTo>
                    <a:pt x="0" y="27424"/>
                  </a:moveTo>
                  <a:lnTo>
                    <a:pt x="45219" y="0"/>
                  </a:lnTo>
                  <a:lnTo>
                    <a:pt x="60116" y="24887"/>
                  </a:lnTo>
                  <a:lnTo>
                    <a:pt x="42709" y="35043"/>
                  </a:lnTo>
                  <a:lnTo>
                    <a:pt x="25357" y="45121"/>
                  </a:lnTo>
                  <a:lnTo>
                    <a:pt x="13798" y="51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3397340" y="3446599"/>
              <a:ext cx="57573" cy="47237"/>
            </a:xfrm>
            <a:custGeom>
              <a:avLst/>
              <a:pathLst>
                <a:path w="57573" h="47237">
                  <a:moveTo>
                    <a:pt x="0" y="26777"/>
                  </a:moveTo>
                  <a:lnTo>
                    <a:pt x="44713" y="0"/>
                  </a:lnTo>
                  <a:lnTo>
                    <a:pt x="57573" y="20075"/>
                  </a:lnTo>
                  <a:lnTo>
                    <a:pt x="11863" y="4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02980" y="3451836"/>
              <a:ext cx="56544" cy="48092"/>
            </a:xfrm>
            <a:custGeom>
              <a:avLst/>
              <a:pathLst>
                <a:path w="56544" h="48092">
                  <a:moveTo>
                    <a:pt x="0" y="26820"/>
                  </a:moveTo>
                  <a:lnTo>
                    <a:pt x="43662" y="0"/>
                  </a:lnTo>
                  <a:lnTo>
                    <a:pt x="56544" y="21745"/>
                  </a:lnTo>
                  <a:lnTo>
                    <a:pt x="11977" y="4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07265" y="3466576"/>
              <a:ext cx="57499" cy="47306"/>
            </a:xfrm>
            <a:custGeom>
              <a:avLst/>
              <a:pathLst>
                <a:path w="57499" h="47306">
                  <a:moveTo>
                    <a:pt x="4253" y="22787"/>
                  </a:moveTo>
                  <a:lnTo>
                    <a:pt x="45402" y="0"/>
                  </a:lnTo>
                  <a:lnTo>
                    <a:pt x="57499" y="20989"/>
                  </a:lnTo>
                  <a:lnTo>
                    <a:pt x="27898" y="37789"/>
                  </a:lnTo>
                  <a:lnTo>
                    <a:pt x="12372" y="47306"/>
                  </a:lnTo>
                  <a:lnTo>
                    <a:pt x="0" y="2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269730" y="3470827"/>
              <a:ext cx="44460" cy="57834"/>
            </a:xfrm>
            <a:custGeom>
              <a:avLst/>
              <a:pathLst>
                <a:path w="44460" h="57834">
                  <a:moveTo>
                    <a:pt x="11232" y="5156"/>
                  </a:moveTo>
                  <a:lnTo>
                    <a:pt x="20062" y="0"/>
                  </a:lnTo>
                  <a:lnTo>
                    <a:pt x="44460" y="46191"/>
                  </a:lnTo>
                  <a:lnTo>
                    <a:pt x="25879" y="57834"/>
                  </a:lnTo>
                  <a:lnTo>
                    <a:pt x="4937" y="20815"/>
                  </a:lnTo>
                  <a:lnTo>
                    <a:pt x="0" y="11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40581" y="3485975"/>
              <a:ext cx="61984" cy="52660"/>
            </a:xfrm>
            <a:custGeom>
              <a:avLst/>
              <a:pathLst>
                <a:path w="61984" h="52660">
                  <a:moveTo>
                    <a:pt x="0" y="28078"/>
                  </a:moveTo>
                  <a:lnTo>
                    <a:pt x="45961" y="0"/>
                  </a:lnTo>
                  <a:lnTo>
                    <a:pt x="61984" y="24916"/>
                  </a:lnTo>
                  <a:lnTo>
                    <a:pt x="15063" y="52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11830" y="3471857"/>
              <a:ext cx="58781" cy="48587"/>
            </a:xfrm>
            <a:custGeom>
              <a:avLst/>
              <a:pathLst>
                <a:path w="58781" h="48587">
                  <a:moveTo>
                    <a:pt x="0" y="27576"/>
                  </a:moveTo>
                  <a:lnTo>
                    <a:pt x="46241" y="0"/>
                  </a:lnTo>
                  <a:lnTo>
                    <a:pt x="58781" y="21133"/>
                  </a:lnTo>
                  <a:lnTo>
                    <a:pt x="12640" y="48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097998" y="3488051"/>
              <a:ext cx="53524" cy="67180"/>
            </a:xfrm>
            <a:custGeom>
              <a:avLst/>
              <a:pathLst>
                <a:path w="53524" h="67180">
                  <a:moveTo>
                    <a:pt x="0" y="12895"/>
                  </a:moveTo>
                  <a:lnTo>
                    <a:pt x="21656" y="0"/>
                  </a:lnTo>
                  <a:lnTo>
                    <a:pt x="53524" y="54743"/>
                  </a:lnTo>
                  <a:lnTo>
                    <a:pt x="31363" y="67180"/>
                  </a:lnTo>
                  <a:lnTo>
                    <a:pt x="5894" y="230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16821" y="3477532"/>
              <a:ext cx="56892" cy="47099"/>
            </a:xfrm>
            <a:custGeom>
              <a:avLst/>
              <a:pathLst>
                <a:path w="56892" h="47099">
                  <a:moveTo>
                    <a:pt x="0" y="25979"/>
                  </a:moveTo>
                  <a:lnTo>
                    <a:pt x="44719" y="0"/>
                  </a:lnTo>
                  <a:lnTo>
                    <a:pt x="56892" y="20197"/>
                  </a:lnTo>
                  <a:lnTo>
                    <a:pt x="17285" y="44136"/>
                  </a:lnTo>
                  <a:lnTo>
                    <a:pt x="12156" y="47099"/>
                  </a:lnTo>
                  <a:lnTo>
                    <a:pt x="8381" y="40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476644" y="3481085"/>
              <a:ext cx="48395" cy="58147"/>
            </a:xfrm>
            <a:custGeom>
              <a:avLst/>
              <a:pathLst>
                <a:path w="48395" h="58147">
                  <a:moveTo>
                    <a:pt x="0" y="12669"/>
                  </a:moveTo>
                  <a:lnTo>
                    <a:pt x="21732" y="0"/>
                  </a:lnTo>
                  <a:lnTo>
                    <a:pt x="48395" y="46089"/>
                  </a:lnTo>
                  <a:lnTo>
                    <a:pt x="27858" y="58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05237" y="3493330"/>
              <a:ext cx="56650" cy="47912"/>
            </a:xfrm>
            <a:custGeom>
              <a:avLst/>
              <a:pathLst>
                <a:path w="56650" h="47912">
                  <a:moveTo>
                    <a:pt x="0" y="27828"/>
                  </a:moveTo>
                  <a:lnTo>
                    <a:pt x="43915" y="0"/>
                  </a:lnTo>
                  <a:lnTo>
                    <a:pt x="56650" y="21727"/>
                  </a:lnTo>
                  <a:lnTo>
                    <a:pt x="13040" y="47912"/>
                  </a:lnTo>
                  <a:lnTo>
                    <a:pt x="10669" y="4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13387" y="3532173"/>
              <a:ext cx="56874" cy="48425"/>
            </a:xfrm>
            <a:custGeom>
              <a:avLst/>
              <a:pathLst>
                <a:path w="56874" h="48425">
                  <a:moveTo>
                    <a:pt x="56874" y="20584"/>
                  </a:moveTo>
                  <a:lnTo>
                    <a:pt x="11268" y="48425"/>
                  </a:lnTo>
                  <a:lnTo>
                    <a:pt x="0" y="26324"/>
                  </a:lnTo>
                  <a:lnTo>
                    <a:pt x="44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7100" y="3535776"/>
              <a:ext cx="57170" cy="48113"/>
            </a:xfrm>
            <a:custGeom>
              <a:avLst/>
              <a:pathLst>
                <a:path w="57170" h="48113">
                  <a:moveTo>
                    <a:pt x="12793" y="48113"/>
                  </a:moveTo>
                  <a:lnTo>
                    <a:pt x="0" y="26620"/>
                  </a:lnTo>
                  <a:lnTo>
                    <a:pt x="45431" y="0"/>
                  </a:lnTo>
                  <a:lnTo>
                    <a:pt x="57170" y="21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03111" y="3554386"/>
              <a:ext cx="58314" cy="47726"/>
            </a:xfrm>
            <a:custGeom>
              <a:avLst/>
              <a:pathLst>
                <a:path w="58314" h="47726">
                  <a:moveTo>
                    <a:pt x="52267" y="10729"/>
                  </a:moveTo>
                  <a:lnTo>
                    <a:pt x="58314" y="20784"/>
                  </a:lnTo>
                  <a:lnTo>
                    <a:pt x="12698" y="47726"/>
                  </a:lnTo>
                  <a:lnTo>
                    <a:pt x="0" y="28040"/>
                  </a:lnTo>
                  <a:lnTo>
                    <a:pt x="460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353033" y="3541488"/>
              <a:ext cx="56975" cy="47494"/>
            </a:xfrm>
            <a:custGeom>
              <a:avLst/>
              <a:pathLst>
                <a:path w="56975" h="47494">
                  <a:moveTo>
                    <a:pt x="0" y="27868"/>
                  </a:moveTo>
                  <a:lnTo>
                    <a:pt x="44154" y="0"/>
                  </a:lnTo>
                  <a:lnTo>
                    <a:pt x="56975" y="20549"/>
                  </a:lnTo>
                  <a:lnTo>
                    <a:pt x="11199" y="47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19448" y="3533585"/>
              <a:ext cx="46733" cy="57266"/>
            </a:xfrm>
            <a:custGeom>
              <a:avLst/>
              <a:pathLst>
                <a:path w="46733" h="57266">
                  <a:moveTo>
                    <a:pt x="26952" y="57266"/>
                  </a:moveTo>
                  <a:lnTo>
                    <a:pt x="0" y="11675"/>
                  </a:lnTo>
                  <a:lnTo>
                    <a:pt x="19784" y="0"/>
                  </a:lnTo>
                  <a:lnTo>
                    <a:pt x="4673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173304" y="3630219"/>
              <a:ext cx="45869" cy="56696"/>
            </a:xfrm>
            <a:custGeom>
              <a:avLst/>
              <a:pathLst>
                <a:path w="45869" h="56696">
                  <a:moveTo>
                    <a:pt x="26162" y="56696"/>
                  </a:moveTo>
                  <a:lnTo>
                    <a:pt x="0" y="12041"/>
                  </a:lnTo>
                  <a:lnTo>
                    <a:pt x="19691" y="0"/>
                  </a:lnTo>
                  <a:lnTo>
                    <a:pt x="45869" y="45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13826" y="3639169"/>
              <a:ext cx="46048" cy="56982"/>
            </a:xfrm>
            <a:custGeom>
              <a:avLst/>
              <a:pathLst>
                <a:path w="46048" h="56982">
                  <a:moveTo>
                    <a:pt x="19816" y="0"/>
                  </a:moveTo>
                  <a:lnTo>
                    <a:pt x="39755" y="34440"/>
                  </a:lnTo>
                  <a:lnTo>
                    <a:pt x="46048" y="45835"/>
                  </a:lnTo>
                  <a:lnTo>
                    <a:pt x="26071" y="56982"/>
                  </a:lnTo>
                  <a:lnTo>
                    <a:pt x="0" y="12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178341" y="3679749"/>
              <a:ext cx="55644" cy="46200"/>
            </a:xfrm>
            <a:custGeom>
              <a:avLst/>
              <a:pathLst>
                <a:path w="55644" h="46200">
                  <a:moveTo>
                    <a:pt x="11116" y="46200"/>
                  </a:moveTo>
                  <a:lnTo>
                    <a:pt x="2109" y="30416"/>
                  </a:lnTo>
                  <a:lnTo>
                    <a:pt x="0" y="25859"/>
                  </a:lnTo>
                  <a:lnTo>
                    <a:pt x="5895" y="22289"/>
                  </a:lnTo>
                  <a:lnTo>
                    <a:pt x="20556" y="13644"/>
                  </a:lnTo>
                  <a:lnTo>
                    <a:pt x="43695" y="0"/>
                  </a:lnTo>
                  <a:lnTo>
                    <a:pt x="55644" y="20070"/>
                  </a:lnTo>
                  <a:lnTo>
                    <a:pt x="34954" y="32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149362" y="3645278"/>
              <a:ext cx="46257" cy="54630"/>
            </a:xfrm>
            <a:custGeom>
              <a:avLst/>
              <a:pathLst>
                <a:path w="46257" h="54630">
                  <a:moveTo>
                    <a:pt x="19104" y="0"/>
                  </a:moveTo>
                  <a:lnTo>
                    <a:pt x="46257" y="44329"/>
                  </a:lnTo>
                  <a:lnTo>
                    <a:pt x="25261" y="54630"/>
                  </a:lnTo>
                  <a:lnTo>
                    <a:pt x="0" y="1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104697" y="3363882"/>
              <a:ext cx="25534" cy="31207"/>
            </a:xfrm>
            <a:custGeom>
              <a:avLst/>
              <a:pathLst>
                <a:path w="25534" h="31207">
                  <a:moveTo>
                    <a:pt x="0" y="7253"/>
                  </a:moveTo>
                  <a:lnTo>
                    <a:pt x="12803" y="0"/>
                  </a:lnTo>
                  <a:lnTo>
                    <a:pt x="25534" y="23808"/>
                  </a:lnTo>
                  <a:lnTo>
                    <a:pt x="12672" y="3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50372" y="3491816"/>
              <a:ext cx="30852" cy="31567"/>
            </a:xfrm>
            <a:custGeom>
              <a:avLst/>
              <a:pathLst>
                <a:path w="30852" h="31567">
                  <a:moveTo>
                    <a:pt x="0" y="11857"/>
                  </a:moveTo>
                  <a:lnTo>
                    <a:pt x="19113" y="0"/>
                  </a:lnTo>
                  <a:lnTo>
                    <a:pt x="30852" y="20788"/>
                  </a:lnTo>
                  <a:lnTo>
                    <a:pt x="11739" y="31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88689" y="3502375"/>
              <a:ext cx="31725" cy="32091"/>
            </a:xfrm>
            <a:custGeom>
              <a:avLst/>
              <a:pathLst>
                <a:path w="31725" h="32091">
                  <a:moveTo>
                    <a:pt x="0" y="11846"/>
                  </a:moveTo>
                  <a:lnTo>
                    <a:pt x="20724" y="0"/>
                  </a:lnTo>
                  <a:lnTo>
                    <a:pt x="31725" y="20301"/>
                  </a:lnTo>
                  <a:lnTo>
                    <a:pt x="11573" y="32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092762" y="3372474"/>
              <a:ext cx="60577" cy="68140"/>
            </a:xfrm>
            <a:custGeom>
              <a:avLst/>
              <a:pathLst>
                <a:path w="60577" h="68140">
                  <a:moveTo>
                    <a:pt x="0" y="5197"/>
                  </a:moveTo>
                  <a:lnTo>
                    <a:pt x="8841" y="0"/>
                  </a:lnTo>
                  <a:lnTo>
                    <a:pt x="24268" y="27718"/>
                  </a:lnTo>
                  <a:lnTo>
                    <a:pt x="41199" y="19056"/>
                  </a:lnTo>
                  <a:lnTo>
                    <a:pt x="60577" y="51779"/>
                  </a:lnTo>
                  <a:lnTo>
                    <a:pt x="34803" y="68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4047109" y="3439001"/>
              <a:ext cx="57181" cy="48076"/>
            </a:xfrm>
            <a:custGeom>
              <a:avLst/>
              <a:pathLst>
                <a:path w="57181" h="48076">
                  <a:moveTo>
                    <a:pt x="12569" y="48076"/>
                  </a:moveTo>
                  <a:lnTo>
                    <a:pt x="0" y="27871"/>
                  </a:lnTo>
                  <a:lnTo>
                    <a:pt x="45752" y="0"/>
                  </a:lnTo>
                  <a:lnTo>
                    <a:pt x="57181" y="2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947816" y="3497742"/>
              <a:ext cx="57639" cy="48470"/>
            </a:xfrm>
            <a:custGeom>
              <a:avLst/>
              <a:pathLst>
                <a:path w="57639" h="48470">
                  <a:moveTo>
                    <a:pt x="12569" y="48470"/>
                  </a:moveTo>
                  <a:lnTo>
                    <a:pt x="0" y="27357"/>
                  </a:lnTo>
                  <a:lnTo>
                    <a:pt x="2853" y="26454"/>
                  </a:lnTo>
                  <a:lnTo>
                    <a:pt x="45561" y="0"/>
                  </a:lnTo>
                  <a:lnTo>
                    <a:pt x="57639" y="20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4086123" y="3464207"/>
              <a:ext cx="48161" cy="58026"/>
            </a:xfrm>
            <a:custGeom>
              <a:avLst/>
              <a:pathLst>
                <a:path w="48161" h="58026">
                  <a:moveTo>
                    <a:pt x="26297" y="58026"/>
                  </a:moveTo>
                  <a:lnTo>
                    <a:pt x="0" y="11902"/>
                  </a:lnTo>
                  <a:lnTo>
                    <a:pt x="20831" y="0"/>
                  </a:lnTo>
                  <a:lnTo>
                    <a:pt x="48161" y="44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4023274" y="3468542"/>
              <a:ext cx="47487" cy="57134"/>
            </a:xfrm>
            <a:custGeom>
              <a:avLst/>
              <a:pathLst>
                <a:path w="47487" h="57134">
                  <a:moveTo>
                    <a:pt x="26468" y="57134"/>
                  </a:moveTo>
                  <a:lnTo>
                    <a:pt x="0" y="12496"/>
                  </a:lnTo>
                  <a:lnTo>
                    <a:pt x="20548" y="0"/>
                  </a:lnTo>
                  <a:lnTo>
                    <a:pt x="47487" y="44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4062297" y="3478557"/>
              <a:ext cx="47927" cy="57033"/>
            </a:xfrm>
            <a:custGeom>
              <a:avLst/>
              <a:pathLst>
                <a:path w="47927" h="57033">
                  <a:moveTo>
                    <a:pt x="25778" y="57033"/>
                  </a:moveTo>
                  <a:lnTo>
                    <a:pt x="0" y="11383"/>
                  </a:lnTo>
                  <a:lnTo>
                    <a:pt x="20358" y="0"/>
                  </a:lnTo>
                  <a:lnTo>
                    <a:pt x="47927" y="45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997307" y="3484554"/>
              <a:ext cx="47333" cy="56679"/>
            </a:xfrm>
            <a:custGeom>
              <a:avLst/>
              <a:pathLst>
                <a:path w="47333" h="56679">
                  <a:moveTo>
                    <a:pt x="26713" y="56679"/>
                  </a:moveTo>
                  <a:lnTo>
                    <a:pt x="0" y="11002"/>
                  </a:lnTo>
                  <a:lnTo>
                    <a:pt x="20880" y="0"/>
                  </a:lnTo>
                  <a:lnTo>
                    <a:pt x="47333" y="44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4116529" y="3513298"/>
              <a:ext cx="47773" cy="58852"/>
            </a:xfrm>
            <a:custGeom>
              <a:avLst/>
              <a:pathLst>
                <a:path w="47773" h="58852">
                  <a:moveTo>
                    <a:pt x="26157" y="58852"/>
                  </a:moveTo>
                  <a:lnTo>
                    <a:pt x="0" y="13326"/>
                  </a:lnTo>
                  <a:lnTo>
                    <a:pt x="20689" y="0"/>
                  </a:lnTo>
                  <a:lnTo>
                    <a:pt x="47773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4122392" y="3564293"/>
              <a:ext cx="56254" cy="46620"/>
            </a:xfrm>
            <a:custGeom>
              <a:avLst/>
              <a:pathLst>
                <a:path w="56254" h="46620">
                  <a:moveTo>
                    <a:pt x="10667" y="46620"/>
                  </a:moveTo>
                  <a:lnTo>
                    <a:pt x="0" y="26631"/>
                  </a:lnTo>
                  <a:lnTo>
                    <a:pt x="5687" y="23832"/>
                  </a:lnTo>
                  <a:lnTo>
                    <a:pt x="43761" y="0"/>
                  </a:lnTo>
                  <a:lnTo>
                    <a:pt x="50248" y="9915"/>
                  </a:lnTo>
                  <a:lnTo>
                    <a:pt x="56254" y="2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4082306" y="3569060"/>
              <a:ext cx="47775" cy="57087"/>
            </a:xfrm>
            <a:custGeom>
              <a:avLst/>
              <a:pathLst>
                <a:path w="47775" h="57087">
                  <a:moveTo>
                    <a:pt x="25556" y="57087"/>
                  </a:moveTo>
                  <a:lnTo>
                    <a:pt x="0" y="11834"/>
                  </a:lnTo>
                  <a:lnTo>
                    <a:pt x="20482" y="0"/>
                  </a:lnTo>
                  <a:lnTo>
                    <a:pt x="4777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909479" y="3569516"/>
              <a:ext cx="45855" cy="57687"/>
            </a:xfrm>
            <a:custGeom>
              <a:avLst/>
              <a:pathLst>
                <a:path w="45855" h="57687">
                  <a:moveTo>
                    <a:pt x="26120" y="57687"/>
                  </a:moveTo>
                  <a:lnTo>
                    <a:pt x="0" y="12548"/>
                  </a:lnTo>
                  <a:lnTo>
                    <a:pt x="19507" y="0"/>
                  </a:lnTo>
                  <a:lnTo>
                    <a:pt x="45855" y="45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4017299" y="3572746"/>
              <a:ext cx="47068" cy="58440"/>
            </a:xfrm>
            <a:custGeom>
              <a:avLst/>
              <a:pathLst>
                <a:path w="47068" h="58440">
                  <a:moveTo>
                    <a:pt x="26311" y="58440"/>
                  </a:moveTo>
                  <a:lnTo>
                    <a:pt x="0" y="12349"/>
                  </a:lnTo>
                  <a:lnTo>
                    <a:pt x="19907" y="0"/>
                  </a:lnTo>
                  <a:lnTo>
                    <a:pt x="47068" y="46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843687" y="3576146"/>
              <a:ext cx="46696" cy="56879"/>
            </a:xfrm>
            <a:custGeom>
              <a:avLst/>
              <a:pathLst>
                <a:path w="46696" h="56879">
                  <a:moveTo>
                    <a:pt x="26313" y="5687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6696" y="44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4056261" y="3584462"/>
              <a:ext cx="47251" cy="56132"/>
            </a:xfrm>
            <a:custGeom>
              <a:avLst/>
              <a:pathLst>
                <a:path w="47251" h="56132">
                  <a:moveTo>
                    <a:pt x="26218" y="56132"/>
                  </a:moveTo>
                  <a:lnTo>
                    <a:pt x="0" y="11374"/>
                  </a:lnTo>
                  <a:lnTo>
                    <a:pt x="20704" y="0"/>
                  </a:lnTo>
                  <a:lnTo>
                    <a:pt x="47251" y="44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992324" y="3587391"/>
              <a:ext cx="47423" cy="58613"/>
            </a:xfrm>
            <a:custGeom>
              <a:avLst/>
              <a:pathLst>
                <a:path w="47423" h="58613">
                  <a:moveTo>
                    <a:pt x="27206" y="58613"/>
                  </a:moveTo>
                  <a:lnTo>
                    <a:pt x="0" y="12616"/>
                  </a:lnTo>
                  <a:lnTo>
                    <a:pt x="21112" y="0"/>
                  </a:lnTo>
                  <a:lnTo>
                    <a:pt x="47423" y="46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794508" y="3589972"/>
              <a:ext cx="57331" cy="47716"/>
            </a:xfrm>
            <a:custGeom>
              <a:avLst/>
              <a:pathLst>
                <a:path w="57331" h="47716">
                  <a:moveTo>
                    <a:pt x="12497" y="47716"/>
                  </a:moveTo>
                  <a:lnTo>
                    <a:pt x="0" y="26789"/>
                  </a:lnTo>
                  <a:lnTo>
                    <a:pt x="44042" y="0"/>
                  </a:lnTo>
                  <a:lnTo>
                    <a:pt x="57331" y="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764312" y="3724520"/>
              <a:ext cx="45555" cy="57024"/>
            </a:xfrm>
            <a:custGeom>
              <a:avLst/>
              <a:pathLst>
                <a:path w="45555" h="57024">
                  <a:moveTo>
                    <a:pt x="26378" y="57024"/>
                  </a:moveTo>
                  <a:lnTo>
                    <a:pt x="0" y="11912"/>
                  </a:lnTo>
                  <a:lnTo>
                    <a:pt x="19298" y="0"/>
                  </a:lnTo>
                  <a:lnTo>
                    <a:pt x="45555" y="44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787408" y="3709820"/>
              <a:ext cx="47630" cy="57499"/>
            </a:xfrm>
            <a:custGeom>
              <a:avLst/>
              <a:pathLst>
                <a:path w="47630" h="57499">
                  <a:moveTo>
                    <a:pt x="27568" y="57499"/>
                  </a:moveTo>
                  <a:lnTo>
                    <a:pt x="0" y="11453"/>
                  </a:lnTo>
                  <a:lnTo>
                    <a:pt x="21238" y="0"/>
                  </a:lnTo>
                  <a:lnTo>
                    <a:pt x="47630" y="45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868154" y="3715205"/>
              <a:ext cx="56184" cy="46792"/>
            </a:xfrm>
            <a:custGeom>
              <a:avLst/>
              <a:pathLst>
                <a:path w="56184" h="46792">
                  <a:moveTo>
                    <a:pt x="11832" y="46792"/>
                  </a:moveTo>
                  <a:lnTo>
                    <a:pt x="0" y="25937"/>
                  </a:lnTo>
                  <a:lnTo>
                    <a:pt x="44845" y="0"/>
                  </a:lnTo>
                  <a:lnTo>
                    <a:pt x="56184" y="19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4027029" y="3517943"/>
              <a:ext cx="73171" cy="73742"/>
            </a:xfrm>
            <a:custGeom>
              <a:avLst/>
              <a:pathLst>
                <a:path w="73171" h="73742">
                  <a:moveTo>
                    <a:pt x="28056" y="73405"/>
                  </a:moveTo>
                  <a:lnTo>
                    <a:pt x="27482" y="73742"/>
                  </a:lnTo>
                  <a:lnTo>
                    <a:pt x="12140" y="48431"/>
                  </a:lnTo>
                  <a:lnTo>
                    <a:pt x="0" y="28402"/>
                  </a:lnTo>
                  <a:lnTo>
                    <a:pt x="1211" y="27651"/>
                  </a:lnTo>
                  <a:lnTo>
                    <a:pt x="22711" y="14321"/>
                  </a:lnTo>
                  <a:lnTo>
                    <a:pt x="23108" y="14074"/>
                  </a:lnTo>
                  <a:lnTo>
                    <a:pt x="45809" y="0"/>
                  </a:lnTo>
                  <a:lnTo>
                    <a:pt x="73171" y="46884"/>
                  </a:lnTo>
                  <a:lnTo>
                    <a:pt x="50776" y="6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827609" y="3720662"/>
              <a:ext cx="45889" cy="55828"/>
            </a:xfrm>
            <a:custGeom>
              <a:avLst/>
              <a:pathLst>
                <a:path w="45889" h="55828">
                  <a:moveTo>
                    <a:pt x="25839" y="55828"/>
                  </a:moveTo>
                  <a:lnTo>
                    <a:pt x="0" y="11157"/>
                  </a:lnTo>
                  <a:lnTo>
                    <a:pt x="20110" y="0"/>
                  </a:lnTo>
                  <a:lnTo>
                    <a:pt x="45889" y="44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4240034" y="3370392"/>
              <a:ext cx="48569" cy="58295"/>
            </a:xfrm>
            <a:custGeom>
              <a:avLst/>
              <a:pathLst>
                <a:path w="48569" h="58295">
                  <a:moveTo>
                    <a:pt x="27960" y="58295"/>
                  </a:moveTo>
                  <a:lnTo>
                    <a:pt x="0" y="13524"/>
                  </a:lnTo>
                  <a:lnTo>
                    <a:pt x="20329" y="0"/>
                  </a:lnTo>
                  <a:lnTo>
                    <a:pt x="33804" y="20497"/>
                  </a:lnTo>
                  <a:lnTo>
                    <a:pt x="37735" y="26171"/>
                  </a:lnTo>
                  <a:lnTo>
                    <a:pt x="48569" y="46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4101821" y="3390273"/>
              <a:ext cx="79836" cy="59889"/>
            </a:xfrm>
            <a:custGeom>
              <a:avLst/>
              <a:pathLst>
                <a:path w="79836" h="59889">
                  <a:moveTo>
                    <a:pt x="0" y="43607"/>
                  </a:moveTo>
                  <a:lnTo>
                    <a:pt x="69111" y="0"/>
                  </a:lnTo>
                  <a:lnTo>
                    <a:pt x="79836" y="16963"/>
                  </a:lnTo>
                  <a:lnTo>
                    <a:pt x="9723" y="5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4201966" y="3362219"/>
              <a:ext cx="46649" cy="56900"/>
            </a:xfrm>
            <a:custGeom>
              <a:avLst/>
              <a:pathLst>
                <a:path w="46649" h="56900">
                  <a:moveTo>
                    <a:pt x="26316" y="56900"/>
                  </a:moveTo>
                  <a:lnTo>
                    <a:pt x="0" y="11210"/>
                  </a:lnTo>
                  <a:lnTo>
                    <a:pt x="19773" y="0"/>
                  </a:lnTo>
                  <a:lnTo>
                    <a:pt x="46649" y="44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932366" y="3555101"/>
              <a:ext cx="47394" cy="57047"/>
            </a:xfrm>
            <a:custGeom>
              <a:avLst/>
              <a:pathLst>
                <a:path w="47394" h="57047">
                  <a:moveTo>
                    <a:pt x="26771" y="57047"/>
                  </a:moveTo>
                  <a:lnTo>
                    <a:pt x="0" y="12778"/>
                  </a:lnTo>
                  <a:lnTo>
                    <a:pt x="21274" y="0"/>
                  </a:lnTo>
                  <a:lnTo>
                    <a:pt x="47394" y="45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869506" y="3560599"/>
              <a:ext cx="47067" cy="56626"/>
            </a:xfrm>
            <a:custGeom>
              <a:avLst/>
              <a:pathLst>
                <a:path w="47067" h="56626">
                  <a:moveTo>
                    <a:pt x="25818" y="53593"/>
                  </a:moveTo>
                  <a:lnTo>
                    <a:pt x="24583" y="54225"/>
                  </a:lnTo>
                  <a:lnTo>
                    <a:pt x="0" y="12134"/>
                  </a:lnTo>
                  <a:lnTo>
                    <a:pt x="20630" y="0"/>
                  </a:lnTo>
                  <a:lnTo>
                    <a:pt x="47067" y="44618"/>
                  </a:lnTo>
                  <a:lnTo>
                    <a:pt x="27672" y="56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4177224" y="3375191"/>
              <a:ext cx="47461" cy="58496"/>
            </a:xfrm>
            <a:custGeom>
              <a:avLst/>
              <a:pathLst>
                <a:path w="47461" h="58496">
                  <a:moveTo>
                    <a:pt x="26382" y="58496"/>
                  </a:moveTo>
                  <a:lnTo>
                    <a:pt x="0" y="12688"/>
                  </a:lnTo>
                  <a:lnTo>
                    <a:pt x="20488" y="0"/>
                  </a:lnTo>
                  <a:lnTo>
                    <a:pt x="47461" y="46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4205874" y="3410299"/>
              <a:ext cx="59479" cy="48815"/>
            </a:xfrm>
            <a:custGeom>
              <a:avLst/>
              <a:pathLst>
                <a:path w="59479" h="48815">
                  <a:moveTo>
                    <a:pt x="13489" y="48815"/>
                  </a:moveTo>
                  <a:lnTo>
                    <a:pt x="0" y="26617"/>
                  </a:lnTo>
                  <a:lnTo>
                    <a:pt x="45675" y="0"/>
                  </a:lnTo>
                  <a:lnTo>
                    <a:pt x="59479" y="22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4112903" y="3412798"/>
              <a:ext cx="144086" cy="165876"/>
            </a:xfrm>
            <a:custGeom>
              <a:avLst/>
              <a:pathLst>
                <a:path w="144086" h="165876">
                  <a:moveTo>
                    <a:pt x="0" y="40533"/>
                  </a:moveTo>
                  <a:lnTo>
                    <a:pt x="29462" y="22198"/>
                  </a:lnTo>
                  <a:lnTo>
                    <a:pt x="34668" y="19200"/>
                  </a:lnTo>
                  <a:lnTo>
                    <a:pt x="41823" y="15080"/>
                  </a:lnTo>
                  <a:lnTo>
                    <a:pt x="54162" y="8239"/>
                  </a:lnTo>
                  <a:lnTo>
                    <a:pt x="69022" y="0"/>
                  </a:lnTo>
                  <a:lnTo>
                    <a:pt x="72254" y="2083"/>
                  </a:lnTo>
                  <a:lnTo>
                    <a:pt x="124933" y="91382"/>
                  </a:lnTo>
                  <a:lnTo>
                    <a:pt x="137286" y="111441"/>
                  </a:lnTo>
                  <a:lnTo>
                    <a:pt x="144086" y="124360"/>
                  </a:lnTo>
                  <a:lnTo>
                    <a:pt x="74377" y="165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4222392" y="3422562"/>
              <a:ext cx="110009" cy="111209"/>
            </a:xfrm>
            <a:custGeom>
              <a:avLst/>
              <a:pathLst>
                <a:path w="110009" h="111209">
                  <a:moveTo>
                    <a:pt x="40466" y="111209"/>
                  </a:moveTo>
                  <a:lnTo>
                    <a:pt x="0" y="41021"/>
                  </a:lnTo>
                  <a:lnTo>
                    <a:pt x="68772" y="0"/>
                  </a:lnTo>
                  <a:lnTo>
                    <a:pt x="110009" y="71347"/>
                  </a:lnTo>
                  <a:lnTo>
                    <a:pt x="101680" y="76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902784" y="3675594"/>
              <a:ext cx="46190" cy="57225"/>
            </a:xfrm>
            <a:custGeom>
              <a:avLst/>
              <a:pathLst>
                <a:path w="46190" h="57225">
                  <a:moveTo>
                    <a:pt x="25894" y="57225"/>
                  </a:moveTo>
                  <a:lnTo>
                    <a:pt x="0" y="12302"/>
                  </a:lnTo>
                  <a:lnTo>
                    <a:pt x="20334" y="0"/>
                  </a:lnTo>
                  <a:lnTo>
                    <a:pt x="46190" y="45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734472" y="3673614"/>
              <a:ext cx="45696" cy="58003"/>
            </a:xfrm>
            <a:custGeom>
              <a:avLst/>
              <a:pathLst>
                <a:path w="45696" h="58003">
                  <a:moveTo>
                    <a:pt x="27064" y="58003"/>
                  </a:moveTo>
                  <a:lnTo>
                    <a:pt x="0" y="11119"/>
                  </a:lnTo>
                  <a:lnTo>
                    <a:pt x="19185" y="0"/>
                  </a:lnTo>
                  <a:lnTo>
                    <a:pt x="45696" y="45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839445" y="3680201"/>
              <a:ext cx="46212" cy="56728"/>
            </a:xfrm>
            <a:custGeom>
              <a:avLst/>
              <a:pathLst>
                <a:path w="46212" h="56728">
                  <a:moveTo>
                    <a:pt x="26635" y="56728"/>
                  </a:moveTo>
                  <a:lnTo>
                    <a:pt x="0" y="11899"/>
                  </a:lnTo>
                  <a:lnTo>
                    <a:pt x="19409" y="0"/>
                  </a:lnTo>
                  <a:lnTo>
                    <a:pt x="46212" y="4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987706" y="3523318"/>
              <a:ext cx="46418" cy="56741"/>
            </a:xfrm>
            <a:custGeom>
              <a:avLst/>
              <a:pathLst>
                <a:path w="46418" h="56741">
                  <a:moveTo>
                    <a:pt x="26353" y="56741"/>
                  </a:moveTo>
                  <a:lnTo>
                    <a:pt x="0" y="11460"/>
                  </a:lnTo>
                  <a:lnTo>
                    <a:pt x="20086" y="0"/>
                  </a:lnTo>
                  <a:lnTo>
                    <a:pt x="46418" y="44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4093183" y="3528836"/>
              <a:ext cx="46481" cy="57892"/>
            </a:xfrm>
            <a:custGeom>
              <a:avLst/>
              <a:pathLst>
                <a:path w="46481" h="57892">
                  <a:moveTo>
                    <a:pt x="25893" y="57892"/>
                  </a:moveTo>
                  <a:lnTo>
                    <a:pt x="0" y="12188"/>
                  </a:lnTo>
                  <a:lnTo>
                    <a:pt x="19366" y="0"/>
                  </a:lnTo>
                  <a:lnTo>
                    <a:pt x="46481" y="46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894399" y="3530620"/>
              <a:ext cx="57016" cy="47599"/>
            </a:xfrm>
            <a:custGeom>
              <a:avLst/>
              <a:pathLst>
                <a:path w="57016" h="47599">
                  <a:moveTo>
                    <a:pt x="11793" y="47599"/>
                  </a:moveTo>
                  <a:lnTo>
                    <a:pt x="0" y="26279"/>
                  </a:lnTo>
                  <a:lnTo>
                    <a:pt x="44291" y="0"/>
                  </a:lnTo>
                  <a:lnTo>
                    <a:pt x="57016" y="2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962523" y="3537867"/>
              <a:ext cx="47461" cy="56429"/>
            </a:xfrm>
            <a:custGeom>
              <a:avLst/>
              <a:pathLst>
                <a:path w="47461" h="56429">
                  <a:moveTo>
                    <a:pt x="26897" y="56429"/>
                  </a:moveTo>
                  <a:lnTo>
                    <a:pt x="0" y="12028"/>
                  </a:lnTo>
                  <a:lnTo>
                    <a:pt x="20690" y="0"/>
                  </a:lnTo>
                  <a:lnTo>
                    <a:pt x="47461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966509" y="3654197"/>
              <a:ext cx="58006" cy="48431"/>
            </a:xfrm>
            <a:custGeom>
              <a:avLst/>
              <a:pathLst>
                <a:path w="58006" h="48431">
                  <a:moveTo>
                    <a:pt x="12702" y="48431"/>
                  </a:moveTo>
                  <a:lnTo>
                    <a:pt x="0" y="27552"/>
                  </a:lnTo>
                  <a:lnTo>
                    <a:pt x="44998" y="0"/>
                  </a:lnTo>
                  <a:lnTo>
                    <a:pt x="58006" y="22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4227416" y="3348773"/>
              <a:ext cx="31570" cy="30863"/>
            </a:xfrm>
            <a:custGeom>
              <a:avLst/>
              <a:pathLst>
                <a:path w="31570" h="30863">
                  <a:moveTo>
                    <a:pt x="14236" y="29676"/>
                  </a:moveTo>
                  <a:lnTo>
                    <a:pt x="12228" y="30863"/>
                  </a:lnTo>
                  <a:lnTo>
                    <a:pt x="6358" y="21422"/>
                  </a:lnTo>
                  <a:lnTo>
                    <a:pt x="0" y="11196"/>
                  </a:lnTo>
                  <a:lnTo>
                    <a:pt x="2544" y="9733"/>
                  </a:lnTo>
                  <a:lnTo>
                    <a:pt x="19473" y="0"/>
                  </a:lnTo>
                  <a:lnTo>
                    <a:pt x="20357" y="1419"/>
                  </a:lnTo>
                  <a:lnTo>
                    <a:pt x="25289" y="9342"/>
                  </a:lnTo>
                  <a:lnTo>
                    <a:pt x="30569" y="17823"/>
                  </a:lnTo>
                  <a:lnTo>
                    <a:pt x="31570" y="19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872347" y="3609389"/>
              <a:ext cx="74986" cy="75839"/>
            </a:xfrm>
            <a:custGeom>
              <a:avLst/>
              <a:pathLst>
                <a:path w="74986" h="75839">
                  <a:moveTo>
                    <a:pt x="28289" y="75839"/>
                  </a:moveTo>
                  <a:lnTo>
                    <a:pt x="20219" y="62101"/>
                  </a:lnTo>
                  <a:lnTo>
                    <a:pt x="16927" y="56497"/>
                  </a:lnTo>
                  <a:lnTo>
                    <a:pt x="14813" y="52897"/>
                  </a:lnTo>
                  <a:lnTo>
                    <a:pt x="12565" y="49071"/>
                  </a:lnTo>
                  <a:lnTo>
                    <a:pt x="0" y="27681"/>
                  </a:lnTo>
                  <a:lnTo>
                    <a:pt x="21416" y="14985"/>
                  </a:lnTo>
                  <a:lnTo>
                    <a:pt x="46696" y="0"/>
                  </a:lnTo>
                  <a:lnTo>
                    <a:pt x="74986" y="48158"/>
                  </a:lnTo>
                  <a:lnTo>
                    <a:pt x="54359" y="60385"/>
                  </a:lnTo>
                  <a:lnTo>
                    <a:pt x="53776" y="60731"/>
                  </a:lnTo>
                  <a:lnTo>
                    <a:pt x="48470" y="63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809219" y="3629215"/>
              <a:ext cx="46911" cy="57476"/>
            </a:xfrm>
            <a:custGeom>
              <a:avLst/>
              <a:pathLst>
                <a:path w="46911" h="57476">
                  <a:moveTo>
                    <a:pt x="26204" y="57476"/>
                  </a:moveTo>
                  <a:lnTo>
                    <a:pt x="0" y="11247"/>
                  </a:lnTo>
                  <a:lnTo>
                    <a:pt x="20330" y="0"/>
                  </a:lnTo>
                  <a:lnTo>
                    <a:pt x="46911" y="45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718752" y="3634522"/>
              <a:ext cx="57678" cy="47397"/>
            </a:xfrm>
            <a:custGeom>
              <a:avLst/>
              <a:pathLst>
                <a:path w="57678" h="47397">
                  <a:moveTo>
                    <a:pt x="13491" y="47397"/>
                  </a:moveTo>
                  <a:lnTo>
                    <a:pt x="0" y="25609"/>
                  </a:lnTo>
                  <a:lnTo>
                    <a:pt x="44868" y="0"/>
                  </a:lnTo>
                  <a:lnTo>
                    <a:pt x="57678" y="20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757792" y="3658593"/>
              <a:ext cx="47201" cy="58100"/>
            </a:xfrm>
            <a:custGeom>
              <a:avLst/>
              <a:pathLst>
                <a:path w="47201" h="58100">
                  <a:moveTo>
                    <a:pt x="25843" y="58100"/>
                  </a:moveTo>
                  <a:lnTo>
                    <a:pt x="0" y="12578"/>
                  </a:lnTo>
                  <a:lnTo>
                    <a:pt x="20858" y="0"/>
                  </a:lnTo>
                  <a:lnTo>
                    <a:pt x="47201" y="45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928973" y="3660259"/>
              <a:ext cx="46650" cy="56948"/>
            </a:xfrm>
            <a:custGeom>
              <a:avLst/>
              <a:pathLst>
                <a:path w="46650" h="56948">
                  <a:moveTo>
                    <a:pt x="26514" y="56948"/>
                  </a:moveTo>
                  <a:lnTo>
                    <a:pt x="0" y="12280"/>
                  </a:lnTo>
                  <a:lnTo>
                    <a:pt x="19686" y="0"/>
                  </a:lnTo>
                  <a:lnTo>
                    <a:pt x="46650" y="45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863823" y="3664834"/>
              <a:ext cx="46555" cy="57485"/>
            </a:xfrm>
            <a:custGeom>
              <a:avLst/>
              <a:pathLst>
                <a:path w="46555" h="57485">
                  <a:moveTo>
                    <a:pt x="26045" y="57485"/>
                  </a:moveTo>
                  <a:lnTo>
                    <a:pt x="0" y="13243"/>
                  </a:lnTo>
                  <a:lnTo>
                    <a:pt x="19705" y="0"/>
                  </a:lnTo>
                  <a:lnTo>
                    <a:pt x="46555" y="46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797428" y="3670347"/>
              <a:ext cx="47895" cy="58057"/>
            </a:xfrm>
            <a:custGeom>
              <a:avLst/>
              <a:pathLst>
                <a:path w="47895" h="58057">
                  <a:moveTo>
                    <a:pt x="47895" y="46030"/>
                  </a:moveTo>
                  <a:lnTo>
                    <a:pt x="27610" y="58057"/>
                  </a:lnTo>
                  <a:lnTo>
                    <a:pt x="21778" y="48319"/>
                  </a:lnTo>
                  <a:lnTo>
                    <a:pt x="12263" y="32430"/>
                  </a:lnTo>
                  <a:lnTo>
                    <a:pt x="5541" y="21206"/>
                  </a:lnTo>
                  <a:lnTo>
                    <a:pt x="0" y="11954"/>
                  </a:lnTo>
                  <a:lnTo>
                    <a:pt x="2448" y="10528"/>
                  </a:lnTo>
                  <a:lnTo>
                    <a:pt x="20527" y="0"/>
                  </a:lnTo>
                  <a:lnTo>
                    <a:pt x="27992" y="12554"/>
                  </a:lnTo>
                  <a:lnTo>
                    <a:pt x="35555" y="25275"/>
                  </a:lnTo>
                  <a:lnTo>
                    <a:pt x="47502" y="45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792930" y="3758898"/>
              <a:ext cx="56711" cy="47005"/>
            </a:xfrm>
            <a:custGeom>
              <a:avLst/>
              <a:pathLst>
                <a:path w="56711" h="47005">
                  <a:moveTo>
                    <a:pt x="11765" y="47005"/>
                  </a:moveTo>
                  <a:lnTo>
                    <a:pt x="0" y="24957"/>
                  </a:lnTo>
                  <a:lnTo>
                    <a:pt x="44137" y="0"/>
                  </a:lnTo>
                  <a:lnTo>
                    <a:pt x="56711" y="2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962164" y="3605485"/>
              <a:ext cx="47670" cy="57324"/>
            </a:xfrm>
            <a:custGeom>
              <a:avLst/>
              <a:pathLst>
                <a:path w="47670" h="57324">
                  <a:moveTo>
                    <a:pt x="27405" y="57324"/>
                  </a:moveTo>
                  <a:lnTo>
                    <a:pt x="0" y="12519"/>
                  </a:lnTo>
                  <a:lnTo>
                    <a:pt x="21401" y="0"/>
                  </a:lnTo>
                  <a:lnTo>
                    <a:pt x="47670" y="45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833206" y="3614595"/>
              <a:ext cx="47125" cy="57029"/>
            </a:xfrm>
            <a:custGeom>
              <a:avLst/>
              <a:pathLst>
                <a:path w="47125" h="57029">
                  <a:moveTo>
                    <a:pt x="27455" y="57029"/>
                  </a:moveTo>
                  <a:lnTo>
                    <a:pt x="0" y="11978"/>
                  </a:lnTo>
                  <a:lnTo>
                    <a:pt x="20996" y="0"/>
                  </a:lnTo>
                  <a:lnTo>
                    <a:pt x="47125" y="44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938348" y="3620058"/>
              <a:ext cx="47214" cy="58240"/>
            </a:xfrm>
            <a:custGeom>
              <a:avLst/>
              <a:pathLst>
                <a:path w="47214" h="58240">
                  <a:moveTo>
                    <a:pt x="26493" y="58240"/>
                  </a:moveTo>
                  <a:lnTo>
                    <a:pt x="0" y="12094"/>
                  </a:lnTo>
                  <a:lnTo>
                    <a:pt x="20392" y="0"/>
                  </a:lnTo>
                  <a:lnTo>
                    <a:pt x="47214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768275" y="3619788"/>
              <a:ext cx="47492" cy="57730"/>
            </a:xfrm>
            <a:custGeom>
              <a:avLst/>
              <a:pathLst>
                <a:path w="47492" h="57730">
                  <a:moveTo>
                    <a:pt x="26243" y="57730"/>
                  </a:moveTo>
                  <a:lnTo>
                    <a:pt x="0" y="11389"/>
                  </a:lnTo>
                  <a:lnTo>
                    <a:pt x="20982" y="0"/>
                  </a:lnTo>
                  <a:lnTo>
                    <a:pt x="47492" y="4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4022147" y="3623395"/>
              <a:ext cx="56870" cy="46628"/>
            </a:xfrm>
            <a:custGeom>
              <a:avLst/>
              <a:pathLst>
                <a:path w="56870" h="46628">
                  <a:moveTo>
                    <a:pt x="11720" y="46628"/>
                  </a:moveTo>
                  <a:lnTo>
                    <a:pt x="0" y="26482"/>
                  </a:lnTo>
                  <a:lnTo>
                    <a:pt x="44258" y="0"/>
                  </a:lnTo>
                  <a:lnTo>
                    <a:pt x="56870" y="20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41874" y="2534248"/>
              <a:ext cx="45303" cy="55569"/>
            </a:xfrm>
            <a:custGeom>
              <a:avLst/>
              <a:pathLst>
                <a:path w="45303" h="55569">
                  <a:moveTo>
                    <a:pt x="0" y="11840"/>
                  </a:moveTo>
                  <a:lnTo>
                    <a:pt x="19300" y="0"/>
                  </a:lnTo>
                  <a:lnTo>
                    <a:pt x="45303" y="44650"/>
                  </a:lnTo>
                  <a:lnTo>
                    <a:pt x="26400" y="55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452107" y="2538336"/>
              <a:ext cx="71115" cy="69619"/>
            </a:xfrm>
            <a:custGeom>
              <a:avLst/>
              <a:pathLst>
                <a:path w="71115" h="69619">
                  <a:moveTo>
                    <a:pt x="0" y="26333"/>
                  </a:moveTo>
                  <a:lnTo>
                    <a:pt x="45465" y="0"/>
                  </a:lnTo>
                  <a:lnTo>
                    <a:pt x="71115" y="43657"/>
                  </a:lnTo>
                  <a:lnTo>
                    <a:pt x="25603" y="69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418048" y="2608211"/>
              <a:ext cx="44807" cy="55778"/>
            </a:xfrm>
            <a:custGeom>
              <a:avLst/>
              <a:pathLst>
                <a:path w="44807" h="55778">
                  <a:moveTo>
                    <a:pt x="0" y="10875"/>
                  </a:moveTo>
                  <a:lnTo>
                    <a:pt x="18689" y="0"/>
                  </a:lnTo>
                  <a:lnTo>
                    <a:pt x="44807" y="44100"/>
                  </a:lnTo>
                  <a:lnTo>
                    <a:pt x="25802" y="55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517573" y="2549228"/>
              <a:ext cx="45109" cy="56037"/>
            </a:xfrm>
            <a:custGeom>
              <a:avLst/>
              <a:pathLst>
                <a:path w="45109" h="56037">
                  <a:moveTo>
                    <a:pt x="0" y="10656"/>
                  </a:moveTo>
                  <a:lnTo>
                    <a:pt x="17916" y="0"/>
                  </a:lnTo>
                  <a:lnTo>
                    <a:pt x="45109" y="44833"/>
                  </a:lnTo>
                  <a:lnTo>
                    <a:pt x="26083" y="56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295221" y="2549780"/>
              <a:ext cx="75362" cy="56177"/>
            </a:xfrm>
            <a:custGeom>
              <a:avLst/>
              <a:pathLst>
                <a:path w="75362" h="56177">
                  <a:moveTo>
                    <a:pt x="0" y="41066"/>
                  </a:moveTo>
                  <a:lnTo>
                    <a:pt x="66007" y="0"/>
                  </a:lnTo>
                  <a:lnTo>
                    <a:pt x="75362" y="15386"/>
                  </a:lnTo>
                  <a:lnTo>
                    <a:pt x="8511" y="561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412543" y="2543268"/>
              <a:ext cx="45126" cy="54595"/>
            </a:xfrm>
            <a:custGeom>
              <a:avLst/>
              <a:pathLst>
                <a:path w="45126" h="54595">
                  <a:moveTo>
                    <a:pt x="0" y="11416"/>
                  </a:moveTo>
                  <a:lnTo>
                    <a:pt x="19320" y="0"/>
                  </a:lnTo>
                  <a:lnTo>
                    <a:pt x="45126" y="43520"/>
                  </a:lnTo>
                  <a:lnTo>
                    <a:pt x="26224" y="545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471" y="2678591"/>
              <a:ext cx="44438" cy="55202"/>
            </a:xfrm>
            <a:custGeom>
              <a:avLst/>
              <a:pathLst>
                <a:path w="44438" h="55202">
                  <a:moveTo>
                    <a:pt x="0" y="11404"/>
                  </a:moveTo>
                  <a:lnTo>
                    <a:pt x="18860" y="0"/>
                  </a:lnTo>
                  <a:lnTo>
                    <a:pt x="44438" y="44259"/>
                  </a:lnTo>
                  <a:lnTo>
                    <a:pt x="25721" y="552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288782" y="2684569"/>
              <a:ext cx="45231" cy="55900"/>
            </a:xfrm>
            <a:custGeom>
              <a:avLst/>
              <a:pathLst>
                <a:path w="45231" h="55900">
                  <a:moveTo>
                    <a:pt x="0" y="11582"/>
                  </a:moveTo>
                  <a:lnTo>
                    <a:pt x="19235" y="0"/>
                  </a:lnTo>
                  <a:lnTo>
                    <a:pt x="45231" y="44512"/>
                  </a:lnTo>
                  <a:lnTo>
                    <a:pt x="26127" y="55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59387" y="2693322"/>
              <a:ext cx="44919" cy="55674"/>
            </a:xfrm>
            <a:custGeom>
              <a:avLst/>
              <a:pathLst>
                <a:path w="44919" h="55674">
                  <a:moveTo>
                    <a:pt x="0" y="11456"/>
                  </a:moveTo>
                  <a:lnTo>
                    <a:pt x="19565" y="0"/>
                  </a:lnTo>
                  <a:lnTo>
                    <a:pt x="44919" y="44080"/>
                  </a:lnTo>
                  <a:lnTo>
                    <a:pt x="24911" y="55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3593842" y="2465943"/>
              <a:ext cx="33120" cy="33329"/>
            </a:xfrm>
            <a:custGeom>
              <a:avLst/>
              <a:pathLst>
                <a:path w="33120" h="33329">
                  <a:moveTo>
                    <a:pt x="0" y="13049"/>
                  </a:moveTo>
                  <a:lnTo>
                    <a:pt x="21639" y="0"/>
                  </a:lnTo>
                  <a:lnTo>
                    <a:pt x="33120" y="19840"/>
                  </a:lnTo>
                  <a:lnTo>
                    <a:pt x="11806" y="333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512086" y="2483455"/>
              <a:ext cx="44870" cy="55483"/>
            </a:xfrm>
            <a:custGeom>
              <a:avLst/>
              <a:pathLst>
                <a:path w="44870" h="55483">
                  <a:moveTo>
                    <a:pt x="0" y="12011"/>
                  </a:moveTo>
                  <a:lnTo>
                    <a:pt x="19038" y="0"/>
                  </a:lnTo>
                  <a:lnTo>
                    <a:pt x="44870" y="44010"/>
                  </a:lnTo>
                  <a:lnTo>
                    <a:pt x="38248" y="48108"/>
                  </a:lnTo>
                  <a:lnTo>
                    <a:pt x="25532" y="554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448629" y="2487863"/>
              <a:ext cx="44553" cy="56684"/>
            </a:xfrm>
            <a:custGeom>
              <a:avLst/>
              <a:pathLst>
                <a:path w="44553" h="56684">
                  <a:moveTo>
                    <a:pt x="0" y="11569"/>
                  </a:moveTo>
                  <a:lnTo>
                    <a:pt x="19651" y="0"/>
                  </a:lnTo>
                  <a:lnTo>
                    <a:pt x="20003" y="646"/>
                  </a:lnTo>
                  <a:lnTo>
                    <a:pt x="44553" y="45696"/>
                  </a:lnTo>
                  <a:lnTo>
                    <a:pt x="25614" y="56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3442370" y="2593275"/>
              <a:ext cx="45171" cy="56056"/>
            </a:xfrm>
            <a:custGeom>
              <a:avLst/>
              <a:pathLst>
                <a:path w="45171" h="56056">
                  <a:moveTo>
                    <a:pt x="0" y="11657"/>
                  </a:moveTo>
                  <a:lnTo>
                    <a:pt x="19374" y="0"/>
                  </a:lnTo>
                  <a:lnTo>
                    <a:pt x="45171" y="44909"/>
                  </a:lnTo>
                  <a:lnTo>
                    <a:pt x="25727" y="56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481196" y="2603983"/>
              <a:ext cx="44708" cy="55208"/>
            </a:xfrm>
            <a:custGeom>
              <a:avLst/>
              <a:pathLst>
                <a:path w="44708" h="55208">
                  <a:moveTo>
                    <a:pt x="0" y="10799"/>
                  </a:moveTo>
                  <a:lnTo>
                    <a:pt x="18770" y="0"/>
                  </a:lnTo>
                  <a:lnTo>
                    <a:pt x="44708" y="44071"/>
                  </a:lnTo>
                  <a:lnTo>
                    <a:pt x="25782" y="552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3313400" y="2669976"/>
              <a:ext cx="44199" cy="55866"/>
            </a:xfrm>
            <a:custGeom>
              <a:avLst/>
              <a:pathLst>
                <a:path w="44199" h="55866">
                  <a:moveTo>
                    <a:pt x="0" y="11639"/>
                  </a:moveTo>
                  <a:lnTo>
                    <a:pt x="18728" y="0"/>
                  </a:lnTo>
                  <a:lnTo>
                    <a:pt x="44199" y="44848"/>
                  </a:lnTo>
                  <a:lnTo>
                    <a:pt x="25245" y="558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244497" y="2594650"/>
              <a:ext cx="54738" cy="45926"/>
            </a:xfrm>
            <a:custGeom>
              <a:avLst/>
              <a:pathLst>
                <a:path w="54738" h="45926">
                  <a:moveTo>
                    <a:pt x="0" y="26019"/>
                  </a:moveTo>
                  <a:lnTo>
                    <a:pt x="42592" y="0"/>
                  </a:lnTo>
                  <a:lnTo>
                    <a:pt x="54738" y="20449"/>
                  </a:lnTo>
                  <a:lnTo>
                    <a:pt x="11903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283656" y="2619960"/>
              <a:ext cx="44917" cy="55005"/>
            </a:xfrm>
            <a:custGeom>
              <a:avLst/>
              <a:pathLst>
                <a:path w="44917" h="55005">
                  <a:moveTo>
                    <a:pt x="0" y="11684"/>
                  </a:moveTo>
                  <a:lnTo>
                    <a:pt x="18677" y="0"/>
                  </a:lnTo>
                  <a:lnTo>
                    <a:pt x="44917" y="43234"/>
                  </a:lnTo>
                  <a:lnTo>
                    <a:pt x="25841" y="55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3220784" y="2624147"/>
              <a:ext cx="44228" cy="55632"/>
            </a:xfrm>
            <a:custGeom>
              <a:avLst/>
              <a:pathLst>
                <a:path w="44228" h="55632">
                  <a:moveTo>
                    <a:pt x="0" y="11351"/>
                  </a:moveTo>
                  <a:lnTo>
                    <a:pt x="18677" y="0"/>
                  </a:lnTo>
                  <a:lnTo>
                    <a:pt x="44228" y="44125"/>
                  </a:lnTo>
                  <a:lnTo>
                    <a:pt x="25248" y="556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528475" y="2426658"/>
              <a:ext cx="54169" cy="45690"/>
            </a:xfrm>
            <a:custGeom>
              <a:avLst/>
              <a:pathLst>
                <a:path w="54169" h="45690">
                  <a:moveTo>
                    <a:pt x="0" y="26803"/>
                  </a:moveTo>
                  <a:lnTo>
                    <a:pt x="42828" y="0"/>
                  </a:lnTo>
                  <a:lnTo>
                    <a:pt x="54169" y="19564"/>
                  </a:lnTo>
                  <a:lnTo>
                    <a:pt x="10859" y="456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611434" y="2527360"/>
              <a:ext cx="30251" cy="30212"/>
            </a:xfrm>
            <a:custGeom>
              <a:avLst/>
              <a:pathLst>
                <a:path w="30251" h="30212">
                  <a:moveTo>
                    <a:pt x="0" y="11090"/>
                  </a:moveTo>
                  <a:lnTo>
                    <a:pt x="19054" y="0"/>
                  </a:lnTo>
                  <a:lnTo>
                    <a:pt x="30251" y="18694"/>
                  </a:lnTo>
                  <a:lnTo>
                    <a:pt x="10445" y="302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3224722" y="2674704"/>
              <a:ext cx="69897" cy="71026"/>
            </a:xfrm>
            <a:custGeom>
              <a:avLst/>
              <a:pathLst>
                <a:path w="69897" h="71026">
                  <a:moveTo>
                    <a:pt x="0" y="27134"/>
                  </a:moveTo>
                  <a:lnTo>
                    <a:pt x="44048" y="0"/>
                  </a:lnTo>
                  <a:lnTo>
                    <a:pt x="69897" y="44120"/>
                  </a:lnTo>
                  <a:lnTo>
                    <a:pt x="25588" y="710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388040" y="2557580"/>
              <a:ext cx="45559" cy="54948"/>
            </a:xfrm>
            <a:custGeom>
              <a:avLst/>
              <a:pathLst>
                <a:path w="45559" h="54948">
                  <a:moveTo>
                    <a:pt x="0" y="11615"/>
                  </a:moveTo>
                  <a:lnTo>
                    <a:pt x="19006" y="0"/>
                  </a:lnTo>
                  <a:lnTo>
                    <a:pt x="45559" y="43310"/>
                  </a:lnTo>
                  <a:lnTo>
                    <a:pt x="25696" y="549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306893" y="2568763"/>
              <a:ext cx="94848" cy="87130"/>
            </a:xfrm>
            <a:custGeom>
              <a:avLst/>
              <a:pathLst>
                <a:path w="94848" h="87130">
                  <a:moveTo>
                    <a:pt x="0" y="42085"/>
                  </a:moveTo>
                  <a:lnTo>
                    <a:pt x="67351" y="0"/>
                  </a:lnTo>
                  <a:lnTo>
                    <a:pt x="94848" y="46786"/>
                  </a:lnTo>
                  <a:lnTo>
                    <a:pt x="26325" y="871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318013" y="2720292"/>
              <a:ext cx="54428" cy="45536"/>
            </a:xfrm>
            <a:custGeom>
              <a:avLst/>
              <a:pathLst>
                <a:path w="54428" h="45536">
                  <a:moveTo>
                    <a:pt x="11114" y="45536"/>
                  </a:moveTo>
                  <a:lnTo>
                    <a:pt x="0" y="25392"/>
                  </a:lnTo>
                  <a:lnTo>
                    <a:pt x="42772" y="0"/>
                  </a:lnTo>
                  <a:lnTo>
                    <a:pt x="54428" y="18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277686" y="2723553"/>
              <a:ext cx="46243" cy="56238"/>
            </a:xfrm>
            <a:custGeom>
              <a:avLst/>
              <a:pathLst>
                <a:path w="46243" h="56238">
                  <a:moveTo>
                    <a:pt x="0" y="11965"/>
                  </a:moveTo>
                  <a:lnTo>
                    <a:pt x="19888" y="0"/>
                  </a:lnTo>
                  <a:lnTo>
                    <a:pt x="46243" y="45229"/>
                  </a:lnTo>
                  <a:lnTo>
                    <a:pt x="26822" y="56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542416" y="2465846"/>
              <a:ext cx="44437" cy="55570"/>
            </a:xfrm>
            <a:custGeom>
              <a:avLst/>
              <a:pathLst>
                <a:path w="44437" h="55570">
                  <a:moveTo>
                    <a:pt x="0" y="11456"/>
                  </a:moveTo>
                  <a:lnTo>
                    <a:pt x="19464" y="0"/>
                  </a:lnTo>
                  <a:lnTo>
                    <a:pt x="44437" y="44519"/>
                  </a:lnTo>
                  <a:lnTo>
                    <a:pt x="25695" y="555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594870" y="2481061"/>
              <a:ext cx="57003" cy="51467"/>
            </a:xfrm>
            <a:custGeom>
              <a:avLst/>
              <a:pathLst>
                <a:path w="57003" h="51467">
                  <a:moveTo>
                    <a:pt x="46559" y="0"/>
                  </a:moveTo>
                  <a:lnTo>
                    <a:pt x="49400" y="890"/>
                  </a:lnTo>
                  <a:lnTo>
                    <a:pt x="49932" y="12584"/>
                  </a:lnTo>
                  <a:lnTo>
                    <a:pt x="57003" y="25306"/>
                  </a:lnTo>
                  <a:lnTo>
                    <a:pt x="13123" y="51467"/>
                  </a:lnTo>
                  <a:lnTo>
                    <a:pt x="0" y="29004"/>
                  </a:lnTo>
                  <a:lnTo>
                    <a:pt x="34692" y="7144"/>
                  </a:lnTo>
                  <a:lnTo>
                    <a:pt x="42051" y="2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598714" y="2428760"/>
              <a:ext cx="24857" cy="20803"/>
            </a:xfrm>
            <a:custGeom>
              <a:avLst/>
              <a:pathLst>
                <a:path w="24857" h="20803">
                  <a:moveTo>
                    <a:pt x="0" y="12932"/>
                  </a:moveTo>
                  <a:lnTo>
                    <a:pt x="20129" y="0"/>
                  </a:lnTo>
                  <a:lnTo>
                    <a:pt x="24857" y="7914"/>
                  </a:lnTo>
                  <a:lnTo>
                    <a:pt x="4990" y="20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213623" y="2730101"/>
              <a:ext cx="44871" cy="55123"/>
            </a:xfrm>
            <a:custGeom>
              <a:avLst/>
              <a:pathLst>
                <a:path w="44871" h="55123">
                  <a:moveTo>
                    <a:pt x="0" y="11222"/>
                  </a:moveTo>
                  <a:lnTo>
                    <a:pt x="19140" y="0"/>
                  </a:lnTo>
                  <a:lnTo>
                    <a:pt x="44871" y="43842"/>
                  </a:lnTo>
                  <a:lnTo>
                    <a:pt x="25350" y="551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2352" y="2738486"/>
              <a:ext cx="46541" cy="56540"/>
            </a:xfrm>
            <a:custGeom>
              <a:avLst/>
              <a:pathLst>
                <a:path w="46541" h="56540">
                  <a:moveTo>
                    <a:pt x="0" y="12399"/>
                  </a:moveTo>
                  <a:lnTo>
                    <a:pt x="20400" y="0"/>
                  </a:lnTo>
                  <a:lnTo>
                    <a:pt x="46541" y="44577"/>
                  </a:lnTo>
                  <a:lnTo>
                    <a:pt x="26251" y="56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259559" y="2635178"/>
              <a:ext cx="44774" cy="54922"/>
            </a:xfrm>
            <a:custGeom>
              <a:avLst/>
              <a:pathLst>
                <a:path w="44774" h="54922">
                  <a:moveTo>
                    <a:pt x="0" y="11857"/>
                  </a:moveTo>
                  <a:lnTo>
                    <a:pt x="18888" y="0"/>
                  </a:lnTo>
                  <a:lnTo>
                    <a:pt x="44774" y="42616"/>
                  </a:lnTo>
                  <a:lnTo>
                    <a:pt x="25225" y="54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94301" y="2639514"/>
              <a:ext cx="45224" cy="55390"/>
            </a:xfrm>
            <a:custGeom>
              <a:avLst/>
              <a:pathLst>
                <a:path w="45224" h="55390">
                  <a:moveTo>
                    <a:pt x="0" y="11733"/>
                  </a:moveTo>
                  <a:lnTo>
                    <a:pt x="19485" y="0"/>
                  </a:lnTo>
                  <a:lnTo>
                    <a:pt x="45224" y="43429"/>
                  </a:lnTo>
                  <a:lnTo>
                    <a:pt x="25532" y="55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446394" y="2644006"/>
              <a:ext cx="55148" cy="45328"/>
            </a:xfrm>
            <a:custGeom>
              <a:avLst/>
              <a:pathLst>
                <a:path w="55148" h="45328">
                  <a:moveTo>
                    <a:pt x="0" y="25121"/>
                  </a:moveTo>
                  <a:lnTo>
                    <a:pt x="43886" y="0"/>
                  </a:lnTo>
                  <a:lnTo>
                    <a:pt x="55148" y="18923"/>
                  </a:lnTo>
                  <a:lnTo>
                    <a:pt x="12194" y="45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144906" y="2653907"/>
              <a:ext cx="55700" cy="44880"/>
            </a:xfrm>
            <a:custGeom>
              <a:avLst/>
              <a:pathLst>
                <a:path w="55700" h="44880">
                  <a:moveTo>
                    <a:pt x="0" y="25323"/>
                  </a:moveTo>
                  <a:lnTo>
                    <a:pt x="43977" y="0"/>
                  </a:lnTo>
                  <a:lnTo>
                    <a:pt x="55700" y="19820"/>
                  </a:lnTo>
                  <a:lnTo>
                    <a:pt x="11438" y="44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73279" y="2516928"/>
              <a:ext cx="55720" cy="46769"/>
            </a:xfrm>
            <a:custGeom>
              <a:avLst/>
              <a:pathLst>
                <a:path w="55720" h="46769">
                  <a:moveTo>
                    <a:pt x="0" y="26913"/>
                  </a:moveTo>
                  <a:lnTo>
                    <a:pt x="43870" y="0"/>
                  </a:lnTo>
                  <a:lnTo>
                    <a:pt x="55720" y="20314"/>
                  </a:lnTo>
                  <a:lnTo>
                    <a:pt x="11748" y="46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73334" y="2459023"/>
              <a:ext cx="54944" cy="45320"/>
            </a:xfrm>
            <a:custGeom>
              <a:avLst/>
              <a:pathLst>
                <a:path w="54944" h="45320">
                  <a:moveTo>
                    <a:pt x="0" y="25823"/>
                  </a:moveTo>
                  <a:lnTo>
                    <a:pt x="1067" y="25219"/>
                  </a:lnTo>
                  <a:lnTo>
                    <a:pt x="43704" y="0"/>
                  </a:lnTo>
                  <a:lnTo>
                    <a:pt x="54944" y="19496"/>
                  </a:lnTo>
                  <a:lnTo>
                    <a:pt x="10897" y="45078"/>
                  </a:lnTo>
                  <a:lnTo>
                    <a:pt x="10482" y="45320"/>
                  </a:lnTo>
                  <a:lnTo>
                    <a:pt x="2735" y="30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628815" y="2368830"/>
              <a:ext cx="96902" cy="127134"/>
            </a:xfrm>
            <a:custGeom>
              <a:avLst/>
              <a:pathLst>
                <a:path w="96902" h="127134">
                  <a:moveTo>
                    <a:pt x="40274" y="127134"/>
                  </a:moveTo>
                  <a:lnTo>
                    <a:pt x="38829" y="124269"/>
                  </a:lnTo>
                  <a:lnTo>
                    <a:pt x="28935" y="89550"/>
                  </a:lnTo>
                  <a:lnTo>
                    <a:pt x="22755" y="70866"/>
                  </a:lnTo>
                  <a:lnTo>
                    <a:pt x="12371" y="49246"/>
                  </a:lnTo>
                  <a:lnTo>
                    <a:pt x="0" y="27533"/>
                  </a:lnTo>
                  <a:lnTo>
                    <a:pt x="812" y="24392"/>
                  </a:lnTo>
                  <a:lnTo>
                    <a:pt x="40364" y="0"/>
                  </a:lnTo>
                  <a:lnTo>
                    <a:pt x="43434" y="646"/>
                  </a:lnTo>
                  <a:lnTo>
                    <a:pt x="96902" y="92273"/>
                  </a:lnTo>
                  <a:lnTo>
                    <a:pt x="95358" y="9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06806" y="2587988"/>
              <a:ext cx="46053" cy="56032"/>
            </a:xfrm>
            <a:custGeom>
              <a:avLst/>
              <a:pathLst>
                <a:path w="46053" h="56032">
                  <a:moveTo>
                    <a:pt x="19922" y="0"/>
                  </a:moveTo>
                  <a:lnTo>
                    <a:pt x="46053" y="44678"/>
                  </a:lnTo>
                  <a:lnTo>
                    <a:pt x="42167" y="46924"/>
                  </a:lnTo>
                  <a:lnTo>
                    <a:pt x="25993" y="56032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546497" y="2584000"/>
              <a:ext cx="54609" cy="45626"/>
            </a:xfrm>
            <a:custGeom>
              <a:avLst/>
              <a:pathLst>
                <a:path w="54609" h="45626">
                  <a:moveTo>
                    <a:pt x="0" y="26301"/>
                  </a:moveTo>
                  <a:lnTo>
                    <a:pt x="43525" y="0"/>
                  </a:lnTo>
                  <a:lnTo>
                    <a:pt x="54609" y="19623"/>
                  </a:lnTo>
                  <a:lnTo>
                    <a:pt x="11719" y="45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576101" y="2397139"/>
              <a:ext cx="54283" cy="44918"/>
            </a:xfrm>
            <a:custGeom>
              <a:avLst/>
              <a:pathLst>
                <a:path w="54283" h="44918">
                  <a:moveTo>
                    <a:pt x="0" y="26474"/>
                  </a:moveTo>
                  <a:lnTo>
                    <a:pt x="44197" y="0"/>
                  </a:lnTo>
                  <a:lnTo>
                    <a:pt x="54283" y="18498"/>
                  </a:lnTo>
                  <a:lnTo>
                    <a:pt x="10911" y="44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622649" y="2422447"/>
              <a:ext cx="43811" cy="82152"/>
            </a:xfrm>
            <a:custGeom>
              <a:avLst/>
              <a:pathLst>
                <a:path w="43811" h="82152">
                  <a:moveTo>
                    <a:pt x="10192" y="0"/>
                  </a:moveTo>
                  <a:lnTo>
                    <a:pt x="16333" y="6424"/>
                  </a:lnTo>
                  <a:lnTo>
                    <a:pt x="28808" y="32148"/>
                  </a:lnTo>
                  <a:lnTo>
                    <a:pt x="35912" y="58942"/>
                  </a:lnTo>
                  <a:lnTo>
                    <a:pt x="43811" y="75582"/>
                  </a:lnTo>
                  <a:lnTo>
                    <a:pt x="32661" y="82152"/>
                  </a:lnTo>
                  <a:lnTo>
                    <a:pt x="25625" y="70025"/>
                  </a:lnTo>
                  <a:lnTo>
                    <a:pt x="24597" y="38018"/>
                  </a:lnTo>
                  <a:lnTo>
                    <a:pt x="15577" y="20670"/>
                  </a:lnTo>
                  <a:lnTo>
                    <a:pt x="13002" y="18065"/>
                  </a:lnTo>
                  <a:lnTo>
                    <a:pt x="8804" y="13817"/>
                  </a:lnTo>
                  <a:lnTo>
                    <a:pt x="7497" y="14658"/>
                  </a:lnTo>
                  <a:lnTo>
                    <a:pt x="6170" y="15511"/>
                  </a:lnTo>
                  <a:lnTo>
                    <a:pt x="0" y="5732"/>
                  </a:lnTo>
                  <a:lnTo>
                    <a:pt x="1461" y="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579357" y="2443116"/>
              <a:ext cx="30965" cy="33395"/>
            </a:xfrm>
            <a:custGeom>
              <a:avLst/>
              <a:pathLst>
                <a:path w="30965" h="33395">
                  <a:moveTo>
                    <a:pt x="30965" y="22289"/>
                  </a:moveTo>
                  <a:lnTo>
                    <a:pt x="13020" y="33395"/>
                  </a:lnTo>
                  <a:lnTo>
                    <a:pt x="5213" y="19812"/>
                  </a:lnTo>
                  <a:lnTo>
                    <a:pt x="0" y="10740"/>
                  </a:lnTo>
                  <a:lnTo>
                    <a:pt x="17258" y="0"/>
                  </a:lnTo>
                  <a:lnTo>
                    <a:pt x="22388" y="8278"/>
                  </a:lnTo>
                  <a:lnTo>
                    <a:pt x="17318" y="11231"/>
                  </a:lnTo>
                  <a:lnTo>
                    <a:pt x="18041" y="12340"/>
                  </a:lnTo>
                  <a:lnTo>
                    <a:pt x="23110" y="94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3217782" y="2779712"/>
              <a:ext cx="54928" cy="44538"/>
            </a:xfrm>
            <a:custGeom>
              <a:avLst/>
              <a:pathLst>
                <a:path w="54928" h="44538">
                  <a:moveTo>
                    <a:pt x="0" y="25778"/>
                  </a:moveTo>
                  <a:lnTo>
                    <a:pt x="44090" y="0"/>
                  </a:lnTo>
                  <a:lnTo>
                    <a:pt x="54928" y="18789"/>
                  </a:lnTo>
                  <a:lnTo>
                    <a:pt x="11459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3188748" y="2743845"/>
              <a:ext cx="45494" cy="55483"/>
            </a:xfrm>
            <a:custGeom>
              <a:avLst/>
              <a:pathLst>
                <a:path w="45494" h="55483">
                  <a:moveTo>
                    <a:pt x="0" y="11803"/>
                  </a:moveTo>
                  <a:lnTo>
                    <a:pt x="19481" y="0"/>
                  </a:lnTo>
                  <a:lnTo>
                    <a:pt x="45494" y="44145"/>
                  </a:lnTo>
                  <a:lnTo>
                    <a:pt x="26107" y="5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3685935" y="2468217"/>
              <a:ext cx="55576" cy="45694"/>
            </a:xfrm>
            <a:custGeom>
              <a:avLst/>
              <a:pathLst>
                <a:path w="55576" h="45694">
                  <a:moveTo>
                    <a:pt x="10907" y="45694"/>
                  </a:moveTo>
                  <a:lnTo>
                    <a:pt x="0" y="26543"/>
                  </a:lnTo>
                  <a:lnTo>
                    <a:pt x="44473" y="0"/>
                  </a:lnTo>
                  <a:lnTo>
                    <a:pt x="55576" y="195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699968" y="2493346"/>
              <a:ext cx="54874" cy="45042"/>
            </a:xfrm>
            <a:custGeom>
              <a:avLst/>
              <a:pathLst>
                <a:path w="54874" h="45042">
                  <a:moveTo>
                    <a:pt x="0" y="26018"/>
                  </a:moveTo>
                  <a:lnTo>
                    <a:pt x="44408" y="0"/>
                  </a:lnTo>
                  <a:lnTo>
                    <a:pt x="54874" y="18489"/>
                  </a:lnTo>
                  <a:lnTo>
                    <a:pt x="10904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488097" y="2498864"/>
              <a:ext cx="44212" cy="54879"/>
            </a:xfrm>
            <a:custGeom>
              <a:avLst/>
              <a:pathLst>
                <a:path w="44212" h="54879">
                  <a:moveTo>
                    <a:pt x="3600" y="8818"/>
                  </a:moveTo>
                  <a:lnTo>
                    <a:pt x="19316" y="0"/>
                  </a:lnTo>
                  <a:lnTo>
                    <a:pt x="44212" y="43359"/>
                  </a:lnTo>
                  <a:lnTo>
                    <a:pt x="25209" y="54879"/>
                  </a:lnTo>
                  <a:lnTo>
                    <a:pt x="0" y="10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661475" y="2496898"/>
              <a:ext cx="44729" cy="56149"/>
            </a:xfrm>
            <a:custGeom>
              <a:avLst/>
              <a:pathLst>
                <a:path w="44729" h="56149">
                  <a:moveTo>
                    <a:pt x="0" y="11503"/>
                  </a:moveTo>
                  <a:lnTo>
                    <a:pt x="18778" y="0"/>
                  </a:lnTo>
                  <a:lnTo>
                    <a:pt x="44729" y="44309"/>
                  </a:lnTo>
                  <a:lnTo>
                    <a:pt x="25123" y="56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3421965" y="2502951"/>
              <a:ext cx="45570" cy="56305"/>
            </a:xfrm>
            <a:custGeom>
              <a:avLst/>
              <a:pathLst>
                <a:path w="45570" h="56305">
                  <a:moveTo>
                    <a:pt x="0" y="11641"/>
                  </a:moveTo>
                  <a:lnTo>
                    <a:pt x="19228" y="0"/>
                  </a:lnTo>
                  <a:lnTo>
                    <a:pt x="45570" y="45488"/>
                  </a:lnTo>
                  <a:lnTo>
                    <a:pt x="26927" y="56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3571607" y="2516299"/>
              <a:ext cx="44719" cy="55607"/>
            </a:xfrm>
            <a:custGeom>
              <a:avLst/>
              <a:pathLst>
                <a:path w="44719" h="55607">
                  <a:moveTo>
                    <a:pt x="0" y="11799"/>
                  </a:moveTo>
                  <a:lnTo>
                    <a:pt x="18718" y="0"/>
                  </a:lnTo>
                  <a:lnTo>
                    <a:pt x="44719" y="44371"/>
                  </a:lnTo>
                  <a:lnTo>
                    <a:pt x="25867" y="556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3636951" y="2511713"/>
              <a:ext cx="44971" cy="55971"/>
            </a:xfrm>
            <a:custGeom>
              <a:avLst/>
              <a:pathLst>
                <a:path w="44971" h="55971">
                  <a:moveTo>
                    <a:pt x="0" y="11634"/>
                  </a:moveTo>
                  <a:lnTo>
                    <a:pt x="19651" y="0"/>
                  </a:lnTo>
                  <a:lnTo>
                    <a:pt x="44971" y="44157"/>
                  </a:lnTo>
                  <a:lnTo>
                    <a:pt x="25026" y="559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3600847" y="2551535"/>
              <a:ext cx="55202" cy="45539"/>
            </a:xfrm>
            <a:custGeom>
              <a:avLst/>
              <a:pathLst>
                <a:path w="55202" h="45539">
                  <a:moveTo>
                    <a:pt x="0" y="25720"/>
                  </a:moveTo>
                  <a:lnTo>
                    <a:pt x="44160" y="0"/>
                  </a:lnTo>
                  <a:lnTo>
                    <a:pt x="55202" y="19045"/>
                  </a:lnTo>
                  <a:lnTo>
                    <a:pt x="11603" y="45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3566163" y="2456895"/>
              <a:ext cx="35443" cy="49978"/>
            </a:xfrm>
            <a:custGeom>
              <a:avLst/>
              <a:pathLst>
                <a:path w="35443" h="49978">
                  <a:moveTo>
                    <a:pt x="0" y="6707"/>
                  </a:moveTo>
                  <a:lnTo>
                    <a:pt x="10295" y="0"/>
                  </a:lnTo>
                  <a:lnTo>
                    <a:pt x="35443" y="43665"/>
                  </a:lnTo>
                  <a:lnTo>
                    <a:pt x="25284" y="49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3387229" y="2626479"/>
              <a:ext cx="61071" cy="81800"/>
            </a:xfrm>
            <a:custGeom>
              <a:avLst/>
              <a:pathLst>
                <a:path w="61071" h="81800">
                  <a:moveTo>
                    <a:pt x="0" y="12291"/>
                  </a:moveTo>
                  <a:lnTo>
                    <a:pt x="19560" y="0"/>
                  </a:lnTo>
                  <a:lnTo>
                    <a:pt x="61071" y="69500"/>
                  </a:lnTo>
                  <a:lnTo>
                    <a:pt x="40640" y="81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3338000" y="2642710"/>
              <a:ext cx="82795" cy="93595"/>
            </a:xfrm>
            <a:custGeom>
              <a:avLst/>
              <a:pathLst>
                <a:path w="82795" h="93595">
                  <a:moveTo>
                    <a:pt x="66177" y="79115"/>
                  </a:moveTo>
                  <a:lnTo>
                    <a:pt x="40640" y="93595"/>
                  </a:lnTo>
                  <a:lnTo>
                    <a:pt x="0" y="24085"/>
                  </a:lnTo>
                  <a:lnTo>
                    <a:pt x="40908" y="0"/>
                  </a:lnTo>
                  <a:lnTo>
                    <a:pt x="63823" y="38125"/>
                  </a:lnTo>
                  <a:lnTo>
                    <a:pt x="82795" y="6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067154" y="3410127"/>
              <a:ext cx="264135" cy="175753"/>
            </a:xfrm>
            <a:custGeom>
              <a:avLst/>
              <a:pathLst>
                <a:path w="264135" h="175753">
                  <a:moveTo>
                    <a:pt x="0" y="110521"/>
                  </a:moveTo>
                  <a:lnTo>
                    <a:pt x="8259" y="63915"/>
                  </a:lnTo>
                  <a:lnTo>
                    <a:pt x="9120" y="59058"/>
                  </a:lnTo>
                  <a:lnTo>
                    <a:pt x="18123" y="59973"/>
                  </a:lnTo>
                  <a:lnTo>
                    <a:pt x="21846" y="60351"/>
                  </a:lnTo>
                  <a:lnTo>
                    <a:pt x="35050" y="3079"/>
                  </a:lnTo>
                  <a:lnTo>
                    <a:pt x="37320" y="968"/>
                  </a:lnTo>
                  <a:lnTo>
                    <a:pt x="38362" y="0"/>
                  </a:lnTo>
                  <a:lnTo>
                    <a:pt x="224252" y="31460"/>
                  </a:lnTo>
                  <a:lnTo>
                    <a:pt x="264135" y="39621"/>
                  </a:lnTo>
                  <a:lnTo>
                    <a:pt x="237595" y="149810"/>
                  </a:lnTo>
                  <a:lnTo>
                    <a:pt x="210875" y="136712"/>
                  </a:lnTo>
                  <a:lnTo>
                    <a:pt x="206286" y="134462"/>
                  </a:lnTo>
                  <a:lnTo>
                    <a:pt x="205021" y="133842"/>
                  </a:lnTo>
                  <a:lnTo>
                    <a:pt x="202674" y="139109"/>
                  </a:lnTo>
                  <a:lnTo>
                    <a:pt x="214558" y="144434"/>
                  </a:lnTo>
                  <a:lnTo>
                    <a:pt x="228200" y="150548"/>
                  </a:lnTo>
                  <a:lnTo>
                    <a:pt x="236764" y="154386"/>
                  </a:lnTo>
                  <a:lnTo>
                    <a:pt x="231966" y="175753"/>
                  </a:lnTo>
                  <a:lnTo>
                    <a:pt x="143918" y="152783"/>
                  </a:lnTo>
                  <a:lnTo>
                    <a:pt x="145061" y="147856"/>
                  </a:lnTo>
                  <a:lnTo>
                    <a:pt x="95242" y="137826"/>
                  </a:lnTo>
                  <a:lnTo>
                    <a:pt x="63637" y="128772"/>
                  </a:lnTo>
                  <a:lnTo>
                    <a:pt x="44477" y="123277"/>
                  </a:lnTo>
                  <a:lnTo>
                    <a:pt x="28577" y="11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1961392" y="2495218"/>
              <a:ext cx="241516" cy="541501"/>
            </a:xfrm>
            <a:custGeom>
              <a:avLst/>
              <a:pathLst>
                <a:path w="241516" h="541501">
                  <a:moveTo>
                    <a:pt x="109476" y="2297"/>
                  </a:moveTo>
                  <a:lnTo>
                    <a:pt x="111876" y="2684"/>
                  </a:lnTo>
                  <a:lnTo>
                    <a:pt x="114311" y="3078"/>
                  </a:lnTo>
                  <a:lnTo>
                    <a:pt x="117279" y="3557"/>
                  </a:lnTo>
                  <a:lnTo>
                    <a:pt x="125618" y="4904"/>
                  </a:lnTo>
                  <a:lnTo>
                    <a:pt x="127986" y="5287"/>
                  </a:lnTo>
                  <a:lnTo>
                    <a:pt x="134665" y="6366"/>
                  </a:lnTo>
                  <a:lnTo>
                    <a:pt x="138104" y="6921"/>
                  </a:lnTo>
                  <a:lnTo>
                    <a:pt x="156376" y="9873"/>
                  </a:lnTo>
                  <a:lnTo>
                    <a:pt x="159812" y="10428"/>
                  </a:lnTo>
                  <a:lnTo>
                    <a:pt x="162808" y="10912"/>
                  </a:lnTo>
                  <a:lnTo>
                    <a:pt x="165231" y="11303"/>
                  </a:lnTo>
                  <a:lnTo>
                    <a:pt x="165757" y="11388"/>
                  </a:lnTo>
                  <a:lnTo>
                    <a:pt x="168720" y="11867"/>
                  </a:lnTo>
                  <a:lnTo>
                    <a:pt x="173511" y="12641"/>
                  </a:lnTo>
                  <a:lnTo>
                    <a:pt x="192454" y="15992"/>
                  </a:lnTo>
                  <a:lnTo>
                    <a:pt x="193376" y="16156"/>
                  </a:lnTo>
                  <a:lnTo>
                    <a:pt x="195439" y="16521"/>
                  </a:lnTo>
                  <a:lnTo>
                    <a:pt x="195855" y="16594"/>
                  </a:lnTo>
                  <a:lnTo>
                    <a:pt x="198120" y="16995"/>
                  </a:lnTo>
                  <a:lnTo>
                    <a:pt x="199190" y="17184"/>
                  </a:lnTo>
                  <a:lnTo>
                    <a:pt x="199480" y="17236"/>
                  </a:lnTo>
                  <a:lnTo>
                    <a:pt x="201398" y="17575"/>
                  </a:lnTo>
                  <a:lnTo>
                    <a:pt x="203707" y="17984"/>
                  </a:lnTo>
                  <a:lnTo>
                    <a:pt x="207067" y="18578"/>
                  </a:lnTo>
                  <a:lnTo>
                    <a:pt x="214755" y="19938"/>
                  </a:lnTo>
                  <a:lnTo>
                    <a:pt x="217193" y="20370"/>
                  </a:lnTo>
                  <a:lnTo>
                    <a:pt x="220597" y="20972"/>
                  </a:lnTo>
                  <a:lnTo>
                    <a:pt x="222929" y="21385"/>
                  </a:lnTo>
                  <a:lnTo>
                    <a:pt x="224262" y="21621"/>
                  </a:lnTo>
                  <a:lnTo>
                    <a:pt x="227547" y="22202"/>
                  </a:lnTo>
                  <a:lnTo>
                    <a:pt x="240857" y="24557"/>
                  </a:lnTo>
                  <a:lnTo>
                    <a:pt x="241516" y="24673"/>
                  </a:lnTo>
                  <a:lnTo>
                    <a:pt x="241369" y="25417"/>
                  </a:lnTo>
                  <a:lnTo>
                    <a:pt x="231682" y="74486"/>
                  </a:lnTo>
                  <a:lnTo>
                    <a:pt x="227924" y="93521"/>
                  </a:lnTo>
                  <a:lnTo>
                    <a:pt x="226193" y="99135"/>
                  </a:lnTo>
                  <a:lnTo>
                    <a:pt x="223965" y="112252"/>
                  </a:lnTo>
                  <a:lnTo>
                    <a:pt x="211411" y="186154"/>
                  </a:lnTo>
                  <a:lnTo>
                    <a:pt x="212084" y="187621"/>
                  </a:lnTo>
                  <a:lnTo>
                    <a:pt x="202592" y="238075"/>
                  </a:lnTo>
                  <a:lnTo>
                    <a:pt x="199642" y="244808"/>
                  </a:lnTo>
                  <a:lnTo>
                    <a:pt x="181931" y="348227"/>
                  </a:lnTo>
                  <a:lnTo>
                    <a:pt x="147058" y="541501"/>
                  </a:lnTo>
                  <a:lnTo>
                    <a:pt x="1656" y="515539"/>
                  </a:lnTo>
                  <a:lnTo>
                    <a:pt x="0" y="515243"/>
                  </a:lnTo>
                  <a:lnTo>
                    <a:pt x="17119" y="423619"/>
                  </a:lnTo>
                  <a:lnTo>
                    <a:pt x="19316" y="423970"/>
                  </a:lnTo>
                  <a:lnTo>
                    <a:pt x="20972" y="424235"/>
                  </a:lnTo>
                  <a:lnTo>
                    <a:pt x="26154" y="391273"/>
                  </a:lnTo>
                  <a:lnTo>
                    <a:pt x="39790" y="309781"/>
                  </a:lnTo>
                  <a:lnTo>
                    <a:pt x="53518" y="229284"/>
                  </a:lnTo>
                  <a:lnTo>
                    <a:pt x="57040" y="227991"/>
                  </a:lnTo>
                  <a:lnTo>
                    <a:pt x="64171" y="178397"/>
                  </a:lnTo>
                  <a:lnTo>
                    <a:pt x="78168" y="120466"/>
                  </a:lnTo>
                  <a:lnTo>
                    <a:pt x="86374" y="76521"/>
                  </a:lnTo>
                  <a:lnTo>
                    <a:pt x="87655" y="69785"/>
                  </a:lnTo>
                  <a:lnTo>
                    <a:pt x="88183" y="66317"/>
                  </a:lnTo>
                  <a:lnTo>
                    <a:pt x="91131" y="46978"/>
                  </a:lnTo>
                  <a:lnTo>
                    <a:pt x="87745" y="46285"/>
                  </a:lnTo>
                  <a:lnTo>
                    <a:pt x="87961" y="45109"/>
                  </a:lnTo>
                  <a:lnTo>
                    <a:pt x="88445" y="42516"/>
                  </a:lnTo>
                  <a:lnTo>
                    <a:pt x="90753" y="30161"/>
                  </a:lnTo>
                  <a:lnTo>
                    <a:pt x="92381" y="21451"/>
                  </a:lnTo>
                  <a:lnTo>
                    <a:pt x="92943" y="18438"/>
                  </a:lnTo>
                  <a:lnTo>
                    <a:pt x="92988" y="18085"/>
                  </a:lnTo>
                  <a:lnTo>
                    <a:pt x="93065" y="17464"/>
                  </a:lnTo>
                  <a:lnTo>
                    <a:pt x="93498" y="14019"/>
                  </a:lnTo>
                  <a:lnTo>
                    <a:pt x="95256" y="0"/>
                  </a:lnTo>
                  <a:lnTo>
                    <a:pt x="106411" y="1801"/>
                  </a:lnTo>
                  <a:lnTo>
                    <a:pt x="107643" y="2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1961706" y="3017025"/>
              <a:ext cx="145257" cy="34593"/>
            </a:xfrm>
            <a:custGeom>
              <a:avLst/>
              <a:pathLst>
                <a:path w="145257" h="34593">
                  <a:moveTo>
                    <a:pt x="0" y="8584"/>
                  </a:moveTo>
                  <a:lnTo>
                    <a:pt x="978" y="0"/>
                  </a:lnTo>
                  <a:lnTo>
                    <a:pt x="39262" y="6365"/>
                  </a:lnTo>
                  <a:lnTo>
                    <a:pt x="67302" y="11610"/>
                  </a:lnTo>
                  <a:lnTo>
                    <a:pt x="145257" y="26291"/>
                  </a:lnTo>
                  <a:lnTo>
                    <a:pt x="143870" y="34593"/>
                  </a:lnTo>
                  <a:lnTo>
                    <a:pt x="75316" y="21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96053" y="3051988"/>
              <a:ext cx="300150" cy="155718"/>
            </a:xfrm>
            <a:custGeom>
              <a:avLst/>
              <a:pathLst>
                <a:path w="300150" h="155718">
                  <a:moveTo>
                    <a:pt x="16407" y="12461"/>
                  </a:moveTo>
                  <a:lnTo>
                    <a:pt x="18736" y="0"/>
                  </a:lnTo>
                  <a:lnTo>
                    <a:pt x="300150" y="29739"/>
                  </a:lnTo>
                  <a:lnTo>
                    <a:pt x="277574" y="154679"/>
                  </a:lnTo>
                  <a:lnTo>
                    <a:pt x="277380" y="155718"/>
                  </a:lnTo>
                  <a:lnTo>
                    <a:pt x="1542" y="104650"/>
                  </a:lnTo>
                  <a:lnTo>
                    <a:pt x="0" y="10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39391" y="3164314"/>
              <a:ext cx="329705" cy="299191"/>
            </a:xfrm>
            <a:custGeom>
              <a:avLst/>
              <a:pathLst>
                <a:path w="329705" h="299191">
                  <a:moveTo>
                    <a:pt x="311997" y="163953"/>
                  </a:moveTo>
                  <a:lnTo>
                    <a:pt x="254785" y="154351"/>
                  </a:lnTo>
                  <a:lnTo>
                    <a:pt x="243106" y="220259"/>
                  </a:lnTo>
                  <a:lnTo>
                    <a:pt x="300335" y="232425"/>
                  </a:lnTo>
                  <a:lnTo>
                    <a:pt x="291785" y="277484"/>
                  </a:lnTo>
                  <a:lnTo>
                    <a:pt x="132325" y="248457"/>
                  </a:lnTo>
                  <a:lnTo>
                    <a:pt x="86578" y="240130"/>
                  </a:lnTo>
                  <a:lnTo>
                    <a:pt x="86567" y="238255"/>
                  </a:lnTo>
                  <a:lnTo>
                    <a:pt x="86548" y="234586"/>
                  </a:lnTo>
                  <a:lnTo>
                    <a:pt x="73390" y="229192"/>
                  </a:lnTo>
                  <a:lnTo>
                    <a:pt x="43650" y="217000"/>
                  </a:lnTo>
                  <a:lnTo>
                    <a:pt x="42601" y="216570"/>
                  </a:lnTo>
                  <a:lnTo>
                    <a:pt x="41111" y="221636"/>
                  </a:lnTo>
                  <a:lnTo>
                    <a:pt x="61019" y="230258"/>
                  </a:lnTo>
                  <a:lnTo>
                    <a:pt x="55061" y="257202"/>
                  </a:lnTo>
                  <a:lnTo>
                    <a:pt x="46565" y="297016"/>
                  </a:lnTo>
                  <a:lnTo>
                    <a:pt x="43442" y="299191"/>
                  </a:lnTo>
                  <a:lnTo>
                    <a:pt x="13550" y="294178"/>
                  </a:lnTo>
                  <a:lnTo>
                    <a:pt x="0" y="291804"/>
                  </a:lnTo>
                  <a:lnTo>
                    <a:pt x="13139" y="217745"/>
                  </a:lnTo>
                  <a:lnTo>
                    <a:pt x="14805" y="213679"/>
                  </a:lnTo>
                  <a:lnTo>
                    <a:pt x="25602" y="152499"/>
                  </a:lnTo>
                  <a:lnTo>
                    <a:pt x="35084" y="98680"/>
                  </a:lnTo>
                  <a:lnTo>
                    <a:pt x="54393" y="572"/>
                  </a:lnTo>
                  <a:lnTo>
                    <a:pt x="57045" y="0"/>
                  </a:lnTo>
                  <a:lnTo>
                    <a:pt x="232993" y="34851"/>
                  </a:lnTo>
                  <a:lnTo>
                    <a:pt x="328532" y="52960"/>
                  </a:lnTo>
                  <a:lnTo>
                    <a:pt x="329705" y="54715"/>
                  </a:lnTo>
                  <a:lnTo>
                    <a:pt x="314788" y="141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1888515" y="3032350"/>
              <a:ext cx="217091" cy="422723"/>
            </a:xfrm>
            <a:custGeom>
              <a:avLst/>
              <a:pathLst>
                <a:path w="217091" h="422723">
                  <a:moveTo>
                    <a:pt x="75921" y="967"/>
                  </a:moveTo>
                  <a:lnTo>
                    <a:pt x="76100" y="0"/>
                  </a:lnTo>
                  <a:lnTo>
                    <a:pt x="217091" y="22807"/>
                  </a:lnTo>
                  <a:lnTo>
                    <a:pt x="190147" y="165930"/>
                  </a:lnTo>
                  <a:lnTo>
                    <a:pt x="184516" y="196512"/>
                  </a:lnTo>
                  <a:lnTo>
                    <a:pt x="144803" y="420910"/>
                  </a:lnTo>
                  <a:lnTo>
                    <a:pt x="144482" y="422723"/>
                  </a:lnTo>
                  <a:lnTo>
                    <a:pt x="0" y="397223"/>
                  </a:lnTo>
                  <a:lnTo>
                    <a:pt x="19986" y="283887"/>
                  </a:lnTo>
                  <a:lnTo>
                    <a:pt x="20227" y="278959"/>
                  </a:lnTo>
                  <a:lnTo>
                    <a:pt x="34916" y="197467"/>
                  </a:lnTo>
                  <a:lnTo>
                    <a:pt x="40394" y="168209"/>
                  </a:lnTo>
                  <a:lnTo>
                    <a:pt x="56096" y="83158"/>
                  </a:lnTo>
                  <a:lnTo>
                    <a:pt x="58341" y="82951"/>
                  </a:lnTo>
                  <a:lnTo>
                    <a:pt x="68214" y="27509"/>
                  </a:lnTo>
                  <a:lnTo>
                    <a:pt x="70919" y="27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112780" y="2987599"/>
              <a:ext cx="33481" cy="62744"/>
            </a:xfrm>
            <a:custGeom>
              <a:avLst/>
              <a:pathLst>
                <a:path w="33481" h="62744">
                  <a:moveTo>
                    <a:pt x="8546" y="12404"/>
                  </a:moveTo>
                  <a:lnTo>
                    <a:pt x="10582" y="0"/>
                  </a:lnTo>
                  <a:lnTo>
                    <a:pt x="33481" y="4132"/>
                  </a:lnTo>
                  <a:lnTo>
                    <a:pt x="23161" y="62744"/>
                  </a:lnTo>
                  <a:lnTo>
                    <a:pt x="0" y="60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248008" y="3014934"/>
              <a:ext cx="33250" cy="50217"/>
            </a:xfrm>
            <a:custGeom>
              <a:avLst/>
              <a:pathLst>
                <a:path w="33250" h="50217">
                  <a:moveTo>
                    <a:pt x="0" y="47215"/>
                  </a:moveTo>
                  <a:lnTo>
                    <a:pt x="9776" y="0"/>
                  </a:lnTo>
                  <a:lnTo>
                    <a:pt x="33250" y="4965"/>
                  </a:lnTo>
                  <a:lnTo>
                    <a:pt x="24529" y="50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35203" y="2853167"/>
              <a:ext cx="35471" cy="74135"/>
            </a:xfrm>
            <a:custGeom>
              <a:avLst/>
              <a:pathLst>
                <a:path w="35471" h="74135">
                  <a:moveTo>
                    <a:pt x="0" y="69629"/>
                  </a:moveTo>
                  <a:lnTo>
                    <a:pt x="12332" y="0"/>
                  </a:lnTo>
                  <a:lnTo>
                    <a:pt x="35471" y="4685"/>
                  </a:lnTo>
                  <a:lnTo>
                    <a:pt x="22679" y="74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74485" y="2858626"/>
              <a:ext cx="46040" cy="25948"/>
            </a:xfrm>
            <a:custGeom>
              <a:avLst/>
              <a:pathLst>
                <a:path w="46040" h="25948">
                  <a:moveTo>
                    <a:pt x="0" y="17670"/>
                  </a:moveTo>
                  <a:lnTo>
                    <a:pt x="2800" y="0"/>
                  </a:lnTo>
                  <a:lnTo>
                    <a:pt x="46040" y="8614"/>
                  </a:lnTo>
                  <a:lnTo>
                    <a:pt x="42989" y="25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64745" y="2905571"/>
              <a:ext cx="76951" cy="36871"/>
            </a:xfrm>
            <a:custGeom>
              <a:avLst/>
              <a:pathLst>
                <a:path w="76951" h="36871">
                  <a:moveTo>
                    <a:pt x="0" y="23198"/>
                  </a:moveTo>
                  <a:lnTo>
                    <a:pt x="4500" y="673"/>
                  </a:lnTo>
                  <a:lnTo>
                    <a:pt x="4635" y="0"/>
                  </a:lnTo>
                  <a:lnTo>
                    <a:pt x="76951" y="13243"/>
                  </a:lnTo>
                  <a:lnTo>
                    <a:pt x="76872" y="13678"/>
                  </a:lnTo>
                  <a:lnTo>
                    <a:pt x="72306" y="36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124444" y="2930798"/>
              <a:ext cx="32175" cy="57389"/>
            </a:xfrm>
            <a:custGeom>
              <a:avLst/>
              <a:pathLst>
                <a:path w="32175" h="57389">
                  <a:moveTo>
                    <a:pt x="0" y="52959"/>
                  </a:moveTo>
                  <a:lnTo>
                    <a:pt x="9384" y="0"/>
                  </a:lnTo>
                  <a:lnTo>
                    <a:pt x="32175" y="4360"/>
                  </a:lnTo>
                  <a:lnTo>
                    <a:pt x="22672" y="57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148333" y="2935763"/>
              <a:ext cx="38014" cy="87305"/>
            </a:xfrm>
            <a:custGeom>
              <a:avLst/>
              <a:pathLst>
                <a:path w="38014" h="87305">
                  <a:moveTo>
                    <a:pt x="0" y="83392"/>
                  </a:moveTo>
                  <a:lnTo>
                    <a:pt x="15582" y="0"/>
                  </a:lnTo>
                  <a:lnTo>
                    <a:pt x="38014" y="4652"/>
                  </a:lnTo>
                  <a:lnTo>
                    <a:pt x="37887" y="5349"/>
                  </a:lnTo>
                  <a:lnTo>
                    <a:pt x="22945" y="8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264957" y="2963823"/>
              <a:ext cx="85791" cy="33928"/>
            </a:xfrm>
            <a:custGeom>
              <a:avLst/>
              <a:pathLst>
                <a:path w="85791" h="33928">
                  <a:moveTo>
                    <a:pt x="0" y="17410"/>
                  </a:moveTo>
                  <a:lnTo>
                    <a:pt x="2937" y="0"/>
                  </a:lnTo>
                  <a:lnTo>
                    <a:pt x="85791" y="16804"/>
                  </a:lnTo>
                  <a:lnTo>
                    <a:pt x="81908" y="33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282347" y="2989657"/>
              <a:ext cx="62698" cy="35052"/>
            </a:xfrm>
            <a:custGeom>
              <a:avLst/>
              <a:pathLst>
                <a:path w="62698" h="35052">
                  <a:moveTo>
                    <a:pt x="0" y="23642"/>
                  </a:moveTo>
                  <a:lnTo>
                    <a:pt x="4471" y="0"/>
                  </a:lnTo>
                  <a:lnTo>
                    <a:pt x="62698" y="12157"/>
                  </a:lnTo>
                  <a:lnTo>
                    <a:pt x="58503" y="35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347212" y="3002813"/>
              <a:ext cx="61706" cy="34276"/>
            </a:xfrm>
            <a:custGeom>
              <a:avLst/>
              <a:pathLst>
                <a:path w="61706" h="34276">
                  <a:moveTo>
                    <a:pt x="0" y="23351"/>
                  </a:moveTo>
                  <a:lnTo>
                    <a:pt x="4460" y="0"/>
                  </a:lnTo>
                  <a:lnTo>
                    <a:pt x="61706" y="11350"/>
                  </a:lnTo>
                  <a:lnTo>
                    <a:pt x="57393" y="3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149677" y="2822132"/>
              <a:ext cx="76603" cy="37668"/>
            </a:xfrm>
            <a:custGeom>
              <a:avLst/>
              <a:pathLst>
                <a:path w="76603" h="37668">
                  <a:moveTo>
                    <a:pt x="72867" y="37668"/>
                  </a:moveTo>
                  <a:lnTo>
                    <a:pt x="0" y="23675"/>
                  </a:lnTo>
                  <a:lnTo>
                    <a:pt x="4100" y="0"/>
                  </a:lnTo>
                  <a:lnTo>
                    <a:pt x="4538" y="84"/>
                  </a:lnTo>
                  <a:lnTo>
                    <a:pt x="76603" y="13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219252" y="2837346"/>
              <a:ext cx="36874" cy="75889"/>
            </a:xfrm>
            <a:custGeom>
              <a:avLst/>
              <a:pathLst>
                <a:path w="36874" h="75889">
                  <a:moveTo>
                    <a:pt x="0" y="71454"/>
                  </a:moveTo>
                  <a:lnTo>
                    <a:pt x="13923" y="0"/>
                  </a:lnTo>
                  <a:lnTo>
                    <a:pt x="36874" y="4779"/>
                  </a:lnTo>
                  <a:lnTo>
                    <a:pt x="23357" y="75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249578" y="2842396"/>
              <a:ext cx="36127" cy="76090"/>
            </a:xfrm>
            <a:custGeom>
              <a:avLst/>
              <a:pathLst>
                <a:path w="36127" h="76090">
                  <a:moveTo>
                    <a:pt x="0" y="71392"/>
                  </a:moveTo>
                  <a:lnTo>
                    <a:pt x="13263" y="0"/>
                  </a:lnTo>
                  <a:lnTo>
                    <a:pt x="36127" y="4343"/>
                  </a:lnTo>
                  <a:lnTo>
                    <a:pt x="22901" y="76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78240" y="3000664"/>
              <a:ext cx="33470" cy="28169"/>
            </a:xfrm>
            <a:custGeom>
              <a:avLst/>
              <a:pathLst>
                <a:path w="33470" h="28169">
                  <a:moveTo>
                    <a:pt x="0" y="23244"/>
                  </a:moveTo>
                  <a:lnTo>
                    <a:pt x="4130" y="0"/>
                  </a:lnTo>
                  <a:lnTo>
                    <a:pt x="33470" y="5674"/>
                  </a:lnTo>
                  <a:lnTo>
                    <a:pt x="29673" y="28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278851" y="3021051"/>
              <a:ext cx="31878" cy="47208"/>
            </a:xfrm>
            <a:custGeom>
              <a:avLst/>
              <a:pathLst>
                <a:path w="31878" h="47208">
                  <a:moveTo>
                    <a:pt x="0" y="44607"/>
                  </a:moveTo>
                  <a:lnTo>
                    <a:pt x="8336" y="0"/>
                  </a:lnTo>
                  <a:lnTo>
                    <a:pt x="31178" y="4924"/>
                  </a:lnTo>
                  <a:lnTo>
                    <a:pt x="31878" y="5075"/>
                  </a:lnTo>
                  <a:lnTo>
                    <a:pt x="22808" y="47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307987" y="3027240"/>
              <a:ext cx="30834" cy="43912"/>
            </a:xfrm>
            <a:custGeom>
              <a:avLst/>
              <a:pathLst>
                <a:path w="30834" h="43912">
                  <a:moveTo>
                    <a:pt x="0" y="41628"/>
                  </a:moveTo>
                  <a:lnTo>
                    <a:pt x="8464" y="0"/>
                  </a:lnTo>
                  <a:lnTo>
                    <a:pt x="30834" y="4354"/>
                  </a:lnTo>
                  <a:lnTo>
                    <a:pt x="23715" y="43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338160" y="3033785"/>
              <a:ext cx="36389" cy="41785"/>
            </a:xfrm>
            <a:custGeom>
              <a:avLst/>
              <a:pathLst>
                <a:path w="36389" h="41785">
                  <a:moveTo>
                    <a:pt x="36389" y="5160"/>
                  </a:moveTo>
                  <a:lnTo>
                    <a:pt x="29065" y="41785"/>
                  </a:lnTo>
                  <a:lnTo>
                    <a:pt x="13105" y="39944"/>
                  </a:lnTo>
                  <a:lnTo>
                    <a:pt x="0" y="38433"/>
                  </a:lnTo>
                  <a:lnTo>
                    <a:pt x="8047" y="0"/>
                  </a:lnTo>
                  <a:lnTo>
                    <a:pt x="20762" y="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373116" y="3039908"/>
              <a:ext cx="30447" cy="39200"/>
            </a:xfrm>
            <a:custGeom>
              <a:avLst/>
              <a:pathLst>
                <a:path w="30447" h="39200">
                  <a:moveTo>
                    <a:pt x="0" y="36126"/>
                  </a:moveTo>
                  <a:lnTo>
                    <a:pt x="7275" y="0"/>
                  </a:lnTo>
                  <a:lnTo>
                    <a:pt x="30447" y="3650"/>
                  </a:lnTo>
                  <a:lnTo>
                    <a:pt x="23489" y="39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143401" y="3023105"/>
              <a:ext cx="27300" cy="30857"/>
            </a:xfrm>
            <a:custGeom>
              <a:avLst/>
              <a:pathLst>
                <a:path w="27300" h="30857">
                  <a:moveTo>
                    <a:pt x="0" y="28277"/>
                  </a:moveTo>
                  <a:lnTo>
                    <a:pt x="4347" y="0"/>
                  </a:lnTo>
                  <a:lnTo>
                    <a:pt x="27300" y="3586"/>
                  </a:lnTo>
                  <a:lnTo>
                    <a:pt x="23932" y="23797"/>
                  </a:lnTo>
                  <a:lnTo>
                    <a:pt x="22838" y="30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2172597" y="3028792"/>
              <a:ext cx="73860" cy="33090"/>
            </a:xfrm>
            <a:custGeom>
              <a:avLst/>
              <a:pathLst>
                <a:path w="73860" h="33090">
                  <a:moveTo>
                    <a:pt x="0" y="25685"/>
                  </a:moveTo>
                  <a:lnTo>
                    <a:pt x="4334" y="0"/>
                  </a:lnTo>
                  <a:lnTo>
                    <a:pt x="73860" y="11910"/>
                  </a:lnTo>
                  <a:lnTo>
                    <a:pt x="69592" y="3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2209636" y="3006649"/>
              <a:ext cx="41081" cy="29439"/>
            </a:xfrm>
            <a:custGeom>
              <a:avLst/>
              <a:pathLst>
                <a:path w="41081" h="29439">
                  <a:moveTo>
                    <a:pt x="41081" y="7349"/>
                  </a:moveTo>
                  <a:lnTo>
                    <a:pt x="36931" y="29439"/>
                  </a:lnTo>
                  <a:lnTo>
                    <a:pt x="0" y="22718"/>
                  </a:lnTo>
                  <a:lnTo>
                    <a:pt x="3656" y="0"/>
                  </a:lnTo>
                  <a:lnTo>
                    <a:pt x="3977" y="63"/>
                  </a:lnTo>
                  <a:lnTo>
                    <a:pt x="17051" y="2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2170473" y="2880593"/>
              <a:ext cx="44358" cy="27158"/>
            </a:xfrm>
            <a:custGeom>
              <a:avLst/>
              <a:pathLst>
                <a:path w="44358" h="27158">
                  <a:moveTo>
                    <a:pt x="44358" y="8504"/>
                  </a:moveTo>
                  <a:lnTo>
                    <a:pt x="40714" y="27158"/>
                  </a:lnTo>
                  <a:lnTo>
                    <a:pt x="11824" y="21573"/>
                  </a:lnTo>
                  <a:lnTo>
                    <a:pt x="0" y="19287"/>
                  </a:lnTo>
                  <a:lnTo>
                    <a:pt x="3521" y="0"/>
                  </a:lnTo>
                  <a:lnTo>
                    <a:pt x="15528" y="2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296800" y="2902014"/>
              <a:ext cx="40133" cy="25362"/>
            </a:xfrm>
            <a:custGeom>
              <a:avLst/>
              <a:pathLst>
                <a:path w="40133" h="25362">
                  <a:moveTo>
                    <a:pt x="3742" y="0"/>
                  </a:moveTo>
                  <a:lnTo>
                    <a:pt x="40133" y="7576"/>
                  </a:lnTo>
                  <a:lnTo>
                    <a:pt x="36476" y="25362"/>
                  </a:lnTo>
                  <a:lnTo>
                    <a:pt x="0" y="18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292727" y="2925438"/>
              <a:ext cx="39792" cy="24453"/>
            </a:xfrm>
            <a:custGeom>
              <a:avLst/>
              <a:pathLst>
                <a:path w="39792" h="24453">
                  <a:moveTo>
                    <a:pt x="3250" y="0"/>
                  </a:moveTo>
                  <a:lnTo>
                    <a:pt x="39792" y="7021"/>
                  </a:lnTo>
                  <a:lnTo>
                    <a:pt x="36120" y="24453"/>
                  </a:lnTo>
                  <a:lnTo>
                    <a:pt x="0" y="17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334861" y="2899757"/>
              <a:ext cx="26679" cy="53809"/>
            </a:xfrm>
            <a:custGeom>
              <a:avLst/>
              <a:pathLst>
                <a:path w="26679" h="53809">
                  <a:moveTo>
                    <a:pt x="0" y="50637"/>
                  </a:moveTo>
                  <a:lnTo>
                    <a:pt x="9155" y="0"/>
                  </a:lnTo>
                  <a:lnTo>
                    <a:pt x="10255" y="188"/>
                  </a:lnTo>
                  <a:lnTo>
                    <a:pt x="26679" y="2995"/>
                  </a:lnTo>
                  <a:lnTo>
                    <a:pt x="22199" y="26254"/>
                  </a:lnTo>
                  <a:lnTo>
                    <a:pt x="16890" y="53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354559" y="2904074"/>
              <a:ext cx="27210" cy="54003"/>
            </a:xfrm>
            <a:custGeom>
              <a:avLst/>
              <a:pathLst>
                <a:path w="27210" h="54003">
                  <a:moveTo>
                    <a:pt x="0" y="50741"/>
                  </a:moveTo>
                  <a:lnTo>
                    <a:pt x="10161" y="0"/>
                  </a:lnTo>
                  <a:lnTo>
                    <a:pt x="27210" y="3095"/>
                  </a:lnTo>
                  <a:lnTo>
                    <a:pt x="17902" y="54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189985" y="2848239"/>
              <a:ext cx="227464" cy="140728"/>
            </a:xfrm>
            <a:custGeom>
              <a:avLst/>
              <a:pathLst>
                <a:path w="227464" h="140728">
                  <a:moveTo>
                    <a:pt x="224158" y="140226"/>
                  </a:moveTo>
                  <a:lnTo>
                    <a:pt x="224055" y="140728"/>
                  </a:lnTo>
                  <a:lnTo>
                    <a:pt x="181682" y="132364"/>
                  </a:lnTo>
                  <a:lnTo>
                    <a:pt x="73712" y="111052"/>
                  </a:lnTo>
                  <a:lnTo>
                    <a:pt x="70801" y="129668"/>
                  </a:lnTo>
                  <a:lnTo>
                    <a:pt x="0" y="116803"/>
                  </a:lnTo>
                  <a:lnTo>
                    <a:pt x="4202" y="94237"/>
                  </a:lnTo>
                  <a:lnTo>
                    <a:pt x="48721" y="101890"/>
                  </a:lnTo>
                  <a:lnTo>
                    <a:pt x="48901" y="101026"/>
                  </a:lnTo>
                  <a:lnTo>
                    <a:pt x="55313" y="70291"/>
                  </a:lnTo>
                  <a:lnTo>
                    <a:pt x="56433" y="70516"/>
                  </a:lnTo>
                  <a:lnTo>
                    <a:pt x="87617" y="76775"/>
                  </a:lnTo>
                  <a:lnTo>
                    <a:pt x="101238" y="0"/>
                  </a:lnTo>
                  <a:lnTo>
                    <a:pt x="115096" y="2621"/>
                  </a:lnTo>
                  <a:lnTo>
                    <a:pt x="102174" y="76023"/>
                  </a:lnTo>
                  <a:lnTo>
                    <a:pt x="101405" y="80394"/>
                  </a:lnTo>
                  <a:lnTo>
                    <a:pt x="99605" y="80075"/>
                  </a:lnTo>
                  <a:lnTo>
                    <a:pt x="96167" y="97869"/>
                  </a:lnTo>
                  <a:lnTo>
                    <a:pt x="97032" y="98042"/>
                  </a:lnTo>
                  <a:lnTo>
                    <a:pt x="227464" y="12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2344840" y="2880699"/>
              <a:ext cx="40650" cy="22756"/>
            </a:xfrm>
            <a:custGeom>
              <a:avLst/>
              <a:pathLst>
                <a:path w="40650" h="22756">
                  <a:moveTo>
                    <a:pt x="0" y="15064"/>
                  </a:moveTo>
                  <a:lnTo>
                    <a:pt x="3109" y="0"/>
                  </a:lnTo>
                  <a:lnTo>
                    <a:pt x="40650" y="7853"/>
                  </a:lnTo>
                  <a:lnTo>
                    <a:pt x="37671" y="22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2376515" y="2941507"/>
              <a:ext cx="45045" cy="25676"/>
            </a:xfrm>
            <a:custGeom>
              <a:avLst/>
              <a:pathLst>
                <a:path w="45045" h="25676">
                  <a:moveTo>
                    <a:pt x="0" y="17315"/>
                  </a:moveTo>
                  <a:lnTo>
                    <a:pt x="3174" y="0"/>
                  </a:lnTo>
                  <a:lnTo>
                    <a:pt x="45045" y="7633"/>
                  </a:lnTo>
                  <a:lnTo>
                    <a:pt x="41684" y="25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2404693" y="2902918"/>
              <a:ext cx="25344" cy="42435"/>
            </a:xfrm>
            <a:custGeom>
              <a:avLst/>
              <a:pathLst>
                <a:path w="25344" h="42435">
                  <a:moveTo>
                    <a:pt x="7324" y="4011"/>
                  </a:moveTo>
                  <a:lnTo>
                    <a:pt x="8158" y="0"/>
                  </a:lnTo>
                  <a:lnTo>
                    <a:pt x="25344" y="2788"/>
                  </a:lnTo>
                  <a:lnTo>
                    <a:pt x="17458" y="42435"/>
                  </a:lnTo>
                  <a:lnTo>
                    <a:pt x="0" y="39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2352638" y="2981746"/>
              <a:ext cx="60621" cy="28890"/>
            </a:xfrm>
            <a:custGeom>
              <a:avLst/>
              <a:pathLst>
                <a:path w="60621" h="28890">
                  <a:moveTo>
                    <a:pt x="0" y="17202"/>
                  </a:moveTo>
                  <a:lnTo>
                    <a:pt x="3265" y="0"/>
                  </a:lnTo>
                  <a:lnTo>
                    <a:pt x="60621" y="11863"/>
                  </a:lnTo>
                  <a:lnTo>
                    <a:pt x="57499" y="2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2380696" y="2868978"/>
              <a:ext cx="32472" cy="72961"/>
            </a:xfrm>
            <a:custGeom>
              <a:avLst/>
              <a:pathLst>
                <a:path w="32472" h="72961">
                  <a:moveTo>
                    <a:pt x="0" y="69397"/>
                  </a:moveTo>
                  <a:lnTo>
                    <a:pt x="13462" y="1618"/>
                  </a:lnTo>
                  <a:lnTo>
                    <a:pt x="13825" y="0"/>
                  </a:lnTo>
                  <a:lnTo>
                    <a:pt x="32472" y="3464"/>
                  </a:lnTo>
                  <a:lnTo>
                    <a:pt x="19684" y="72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2300590" y="2851607"/>
              <a:ext cx="26638" cy="48602"/>
            </a:xfrm>
            <a:custGeom>
              <a:avLst/>
              <a:pathLst>
                <a:path w="26638" h="48602">
                  <a:moveTo>
                    <a:pt x="9082" y="0"/>
                  </a:moveTo>
                  <a:lnTo>
                    <a:pt x="26638" y="3328"/>
                  </a:lnTo>
                  <a:lnTo>
                    <a:pt x="16992" y="48602"/>
                  </a:lnTo>
                  <a:lnTo>
                    <a:pt x="0" y="45367"/>
                  </a:lnTo>
                  <a:lnTo>
                    <a:pt x="4321" y="23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320621" y="2855281"/>
              <a:ext cx="26942" cy="49465"/>
            </a:xfrm>
            <a:custGeom>
              <a:avLst/>
              <a:pathLst>
                <a:path w="26942" h="49465">
                  <a:moveTo>
                    <a:pt x="26942" y="3807"/>
                  </a:moveTo>
                  <a:lnTo>
                    <a:pt x="17716" y="49465"/>
                  </a:lnTo>
                  <a:lnTo>
                    <a:pt x="0" y="45384"/>
                  </a:lnTo>
                  <a:lnTo>
                    <a:pt x="9381" y="1722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2348835" y="2860149"/>
              <a:ext cx="21143" cy="20990"/>
            </a:xfrm>
            <a:custGeom>
              <a:avLst/>
              <a:pathLst>
                <a:path w="21143" h="20990">
                  <a:moveTo>
                    <a:pt x="0" y="17537"/>
                  </a:moveTo>
                  <a:lnTo>
                    <a:pt x="3356" y="0"/>
                  </a:lnTo>
                  <a:lnTo>
                    <a:pt x="21143" y="3779"/>
                  </a:lnTo>
                  <a:lnTo>
                    <a:pt x="17643" y="20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2369988" y="2864389"/>
              <a:ext cx="20252" cy="20652"/>
            </a:xfrm>
            <a:custGeom>
              <a:avLst/>
              <a:pathLst>
                <a:path w="20252" h="20652">
                  <a:moveTo>
                    <a:pt x="0" y="17202"/>
                  </a:moveTo>
                  <a:lnTo>
                    <a:pt x="3354" y="0"/>
                  </a:lnTo>
                  <a:lnTo>
                    <a:pt x="19531" y="3388"/>
                  </a:lnTo>
                  <a:lnTo>
                    <a:pt x="20252" y="3539"/>
                  </a:lnTo>
                  <a:lnTo>
                    <a:pt x="16683" y="20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2413796" y="2873641"/>
              <a:ext cx="22157" cy="27765"/>
            </a:xfrm>
            <a:custGeom>
              <a:avLst/>
              <a:pathLst>
                <a:path w="22157" h="27765">
                  <a:moveTo>
                    <a:pt x="0" y="24740"/>
                  </a:moveTo>
                  <a:lnTo>
                    <a:pt x="2600" y="9791"/>
                  </a:lnTo>
                  <a:lnTo>
                    <a:pt x="4303" y="0"/>
                  </a:lnTo>
                  <a:lnTo>
                    <a:pt x="22157" y="3684"/>
                  </a:lnTo>
                  <a:lnTo>
                    <a:pt x="17466" y="27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2259195" y="2985638"/>
              <a:ext cx="24933" cy="27102"/>
            </a:xfrm>
            <a:custGeom>
              <a:avLst/>
              <a:pathLst>
                <a:path w="24933" h="27102">
                  <a:moveTo>
                    <a:pt x="24933" y="3541"/>
                  </a:moveTo>
                  <a:lnTo>
                    <a:pt x="20418" y="27102"/>
                  </a:lnTo>
                  <a:lnTo>
                    <a:pt x="0" y="22713"/>
                  </a:lnTo>
                  <a:lnTo>
                    <a:pt x="4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2184034" y="2971155"/>
              <a:ext cx="73405" cy="36116"/>
            </a:xfrm>
            <a:custGeom>
              <a:avLst/>
              <a:pathLst>
                <a:path w="73405" h="36116">
                  <a:moveTo>
                    <a:pt x="73405" y="13310"/>
                  </a:moveTo>
                  <a:lnTo>
                    <a:pt x="68321" y="36116"/>
                  </a:lnTo>
                  <a:lnTo>
                    <a:pt x="0" y="22636"/>
                  </a:lnTo>
                  <a:lnTo>
                    <a:pt x="39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2057216" y="2434719"/>
              <a:ext cx="156442" cy="81601"/>
            </a:xfrm>
            <a:custGeom>
              <a:avLst/>
              <a:pathLst>
                <a:path w="156442" h="81601">
                  <a:moveTo>
                    <a:pt x="146397" y="81601"/>
                  </a:moveTo>
                  <a:lnTo>
                    <a:pt x="66465" y="66404"/>
                  </a:lnTo>
                  <a:lnTo>
                    <a:pt x="0" y="55977"/>
                  </a:lnTo>
                  <a:lnTo>
                    <a:pt x="732" y="50141"/>
                  </a:lnTo>
                  <a:lnTo>
                    <a:pt x="6405" y="18860"/>
                  </a:lnTo>
                  <a:lnTo>
                    <a:pt x="11585" y="0"/>
                  </a:lnTo>
                  <a:lnTo>
                    <a:pt x="35176" y="5039"/>
                  </a:lnTo>
                  <a:lnTo>
                    <a:pt x="35956" y="2964"/>
                  </a:lnTo>
                  <a:lnTo>
                    <a:pt x="36592" y="1272"/>
                  </a:lnTo>
                  <a:lnTo>
                    <a:pt x="51116" y="3415"/>
                  </a:lnTo>
                  <a:lnTo>
                    <a:pt x="97908" y="12451"/>
                  </a:lnTo>
                  <a:lnTo>
                    <a:pt x="156442" y="25047"/>
                  </a:lnTo>
                  <a:lnTo>
                    <a:pt x="147238" y="77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287675" y="3323016"/>
              <a:ext cx="64504" cy="69657"/>
            </a:xfrm>
            <a:custGeom>
              <a:avLst/>
              <a:pathLst>
                <a:path w="64504" h="69657">
                  <a:moveTo>
                    <a:pt x="0" y="59093"/>
                  </a:moveTo>
                  <a:lnTo>
                    <a:pt x="10158" y="0"/>
                  </a:lnTo>
                  <a:lnTo>
                    <a:pt x="45322" y="5365"/>
                  </a:lnTo>
                  <a:lnTo>
                    <a:pt x="64504" y="8289"/>
                  </a:lnTo>
                  <a:lnTo>
                    <a:pt x="59503" y="34564"/>
                  </a:lnTo>
                  <a:lnTo>
                    <a:pt x="52823" y="69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199112" y="2467600"/>
              <a:ext cx="196744" cy="140585"/>
            </a:xfrm>
            <a:custGeom>
              <a:avLst/>
              <a:pathLst>
                <a:path w="196744" h="140585">
                  <a:moveTo>
                    <a:pt x="151540" y="140585"/>
                  </a:moveTo>
                  <a:lnTo>
                    <a:pt x="0" y="110964"/>
                  </a:lnTo>
                  <a:lnTo>
                    <a:pt x="20497" y="0"/>
                  </a:lnTo>
                  <a:lnTo>
                    <a:pt x="62964" y="8353"/>
                  </a:lnTo>
                  <a:lnTo>
                    <a:pt x="43280" y="107439"/>
                  </a:lnTo>
                  <a:lnTo>
                    <a:pt x="47537" y="108484"/>
                  </a:lnTo>
                  <a:lnTo>
                    <a:pt x="66046" y="10953"/>
                  </a:lnTo>
                  <a:lnTo>
                    <a:pt x="66135" y="10439"/>
                  </a:lnTo>
                  <a:lnTo>
                    <a:pt x="196744" y="36976"/>
                  </a:lnTo>
                  <a:lnTo>
                    <a:pt x="191818" y="62985"/>
                  </a:lnTo>
                  <a:lnTo>
                    <a:pt x="169237" y="58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2384120" y="2504579"/>
              <a:ext cx="34892" cy="89136"/>
            </a:xfrm>
            <a:custGeom>
              <a:avLst/>
              <a:pathLst>
                <a:path w="34892" h="89136">
                  <a:moveTo>
                    <a:pt x="0" y="85335"/>
                  </a:moveTo>
                  <a:lnTo>
                    <a:pt x="15447" y="0"/>
                  </a:lnTo>
                  <a:lnTo>
                    <a:pt x="34892" y="3510"/>
                  </a:lnTo>
                  <a:lnTo>
                    <a:pt x="18927" y="89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2364854" y="2531635"/>
              <a:ext cx="25636" cy="38208"/>
            </a:xfrm>
            <a:custGeom>
              <a:avLst/>
              <a:pathLst>
                <a:path w="25636" h="38208">
                  <a:moveTo>
                    <a:pt x="19102" y="38208"/>
                  </a:moveTo>
                  <a:lnTo>
                    <a:pt x="0" y="33968"/>
                  </a:lnTo>
                  <a:lnTo>
                    <a:pt x="6901" y="0"/>
                  </a:lnTo>
                  <a:lnTo>
                    <a:pt x="25636" y="3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2355206" y="2589014"/>
              <a:ext cx="47246" cy="27714"/>
            </a:xfrm>
            <a:custGeom>
              <a:avLst/>
              <a:pathLst>
                <a:path w="47246" h="27714">
                  <a:moveTo>
                    <a:pt x="43750" y="27714"/>
                  </a:moveTo>
                  <a:lnTo>
                    <a:pt x="0" y="19491"/>
                  </a:lnTo>
                  <a:lnTo>
                    <a:pt x="3822" y="0"/>
                  </a:lnTo>
                  <a:lnTo>
                    <a:pt x="47246" y="8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2403052" y="2508356"/>
              <a:ext cx="99863" cy="122887"/>
            </a:xfrm>
            <a:custGeom>
              <a:avLst/>
              <a:pathLst>
                <a:path w="99863" h="122887">
                  <a:moveTo>
                    <a:pt x="83365" y="104253"/>
                  </a:moveTo>
                  <a:lnTo>
                    <a:pt x="79797" y="122887"/>
                  </a:lnTo>
                  <a:lnTo>
                    <a:pt x="15627" y="110935"/>
                  </a:lnTo>
                  <a:lnTo>
                    <a:pt x="9842" y="109750"/>
                  </a:lnTo>
                  <a:lnTo>
                    <a:pt x="0" y="107956"/>
                  </a:lnTo>
                  <a:lnTo>
                    <a:pt x="15587" y="22681"/>
                  </a:lnTo>
                  <a:lnTo>
                    <a:pt x="19529" y="0"/>
                  </a:lnTo>
                  <a:lnTo>
                    <a:pt x="29794" y="1906"/>
                  </a:lnTo>
                  <a:lnTo>
                    <a:pt x="36898" y="3443"/>
                  </a:lnTo>
                  <a:lnTo>
                    <a:pt x="44326" y="5049"/>
                  </a:lnTo>
                  <a:lnTo>
                    <a:pt x="78587" y="12459"/>
                  </a:lnTo>
                  <a:lnTo>
                    <a:pt x="99863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2347207" y="2662319"/>
              <a:ext cx="67337" cy="29749"/>
            </a:xfrm>
            <a:custGeom>
              <a:avLst/>
              <a:pathLst>
                <a:path w="67337" h="29749">
                  <a:moveTo>
                    <a:pt x="3311" y="0"/>
                  </a:moveTo>
                  <a:lnTo>
                    <a:pt x="67337" y="11505"/>
                  </a:lnTo>
                  <a:lnTo>
                    <a:pt x="63914" y="29749"/>
                  </a:lnTo>
                  <a:lnTo>
                    <a:pt x="8375" y="20424"/>
                  </a:lnTo>
                  <a:lnTo>
                    <a:pt x="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2217379" y="2606276"/>
              <a:ext cx="58513" cy="32513"/>
            </a:xfrm>
            <a:custGeom>
              <a:avLst/>
              <a:pathLst>
                <a:path w="58513" h="32513">
                  <a:moveTo>
                    <a:pt x="0" y="21643"/>
                  </a:moveTo>
                  <a:lnTo>
                    <a:pt x="3727" y="0"/>
                  </a:lnTo>
                  <a:lnTo>
                    <a:pt x="58513" y="10845"/>
                  </a:lnTo>
                  <a:lnTo>
                    <a:pt x="54431" y="32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2203817" y="2688732"/>
              <a:ext cx="100273" cy="31729"/>
            </a:xfrm>
            <a:custGeom>
              <a:avLst/>
              <a:pathLst>
                <a:path w="100273" h="31729">
                  <a:moveTo>
                    <a:pt x="0" y="11559"/>
                  </a:moveTo>
                  <a:lnTo>
                    <a:pt x="2262" y="0"/>
                  </a:lnTo>
                  <a:lnTo>
                    <a:pt x="100273" y="20696"/>
                  </a:lnTo>
                  <a:lnTo>
                    <a:pt x="97633" y="3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2207824" y="2659703"/>
              <a:ext cx="61710" cy="33402"/>
            </a:xfrm>
            <a:custGeom>
              <a:avLst/>
              <a:pathLst>
                <a:path w="61710" h="33402">
                  <a:moveTo>
                    <a:pt x="0" y="21943"/>
                  </a:moveTo>
                  <a:lnTo>
                    <a:pt x="3928" y="0"/>
                  </a:lnTo>
                  <a:lnTo>
                    <a:pt x="61710" y="12689"/>
                  </a:lnTo>
                  <a:lnTo>
                    <a:pt x="57430" y="33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2212997" y="2635564"/>
              <a:ext cx="101904" cy="38523"/>
            </a:xfrm>
            <a:custGeom>
              <a:avLst/>
              <a:pathLst>
                <a:path w="101904" h="38523">
                  <a:moveTo>
                    <a:pt x="0" y="17303"/>
                  </a:moveTo>
                  <a:lnTo>
                    <a:pt x="3387" y="0"/>
                  </a:lnTo>
                  <a:lnTo>
                    <a:pt x="101904" y="19178"/>
                  </a:lnTo>
                  <a:lnTo>
                    <a:pt x="98308" y="3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2222351" y="2587403"/>
              <a:ext cx="102114" cy="31491"/>
            </a:xfrm>
            <a:custGeom>
              <a:avLst/>
              <a:pathLst>
                <a:path w="102114" h="31491">
                  <a:moveTo>
                    <a:pt x="99593" y="31491"/>
                  </a:moveTo>
                  <a:lnTo>
                    <a:pt x="0" y="11768"/>
                  </a:lnTo>
                  <a:lnTo>
                    <a:pt x="1934" y="0"/>
                  </a:lnTo>
                  <a:lnTo>
                    <a:pt x="19752" y="3648"/>
                  </a:lnTo>
                  <a:lnTo>
                    <a:pt x="102114" y="18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2267197" y="2672844"/>
              <a:ext cx="42832" cy="29173"/>
            </a:xfrm>
            <a:custGeom>
              <a:avLst/>
              <a:pathLst>
                <a:path w="42832" h="29173">
                  <a:moveTo>
                    <a:pt x="40553" y="19367"/>
                  </a:moveTo>
                  <a:lnTo>
                    <a:pt x="38581" y="29173"/>
                  </a:lnTo>
                  <a:lnTo>
                    <a:pt x="22212" y="25655"/>
                  </a:lnTo>
                  <a:lnTo>
                    <a:pt x="21103" y="25416"/>
                  </a:lnTo>
                  <a:lnTo>
                    <a:pt x="0" y="20881"/>
                  </a:lnTo>
                  <a:lnTo>
                    <a:pt x="4515" y="0"/>
                  </a:lnTo>
                  <a:lnTo>
                    <a:pt x="25923" y="4491"/>
                  </a:lnTo>
                  <a:lnTo>
                    <a:pt x="26642" y="4641"/>
                  </a:lnTo>
                  <a:lnTo>
                    <a:pt x="42832" y="8038"/>
                  </a:lnTo>
                  <a:lnTo>
                    <a:pt x="40763" y="1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2276243" y="2618073"/>
              <a:ext cx="43613" cy="30384"/>
            </a:xfrm>
            <a:custGeom>
              <a:avLst/>
              <a:pathLst>
                <a:path w="43613" h="30384">
                  <a:moveTo>
                    <a:pt x="43613" y="7668"/>
                  </a:moveTo>
                  <a:lnTo>
                    <a:pt x="39752" y="30384"/>
                  </a:lnTo>
                  <a:lnTo>
                    <a:pt x="23349" y="27139"/>
                  </a:lnTo>
                  <a:lnTo>
                    <a:pt x="22339" y="26940"/>
                  </a:lnTo>
                  <a:lnTo>
                    <a:pt x="0" y="22521"/>
                  </a:lnTo>
                  <a:lnTo>
                    <a:pt x="41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2449495" y="2631490"/>
              <a:ext cx="32257" cy="55947"/>
            </a:xfrm>
            <a:custGeom>
              <a:avLst/>
              <a:pathLst>
                <a:path w="32257" h="55947">
                  <a:moveTo>
                    <a:pt x="0" y="51172"/>
                  </a:moveTo>
                  <a:lnTo>
                    <a:pt x="9205" y="0"/>
                  </a:lnTo>
                  <a:lnTo>
                    <a:pt x="32257" y="4705"/>
                  </a:lnTo>
                  <a:lnTo>
                    <a:pt x="21933" y="55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2437496" y="2695579"/>
              <a:ext cx="31930" cy="55216"/>
            </a:xfrm>
            <a:custGeom>
              <a:avLst/>
              <a:pathLst>
                <a:path w="31930" h="55216">
                  <a:moveTo>
                    <a:pt x="0" y="50843"/>
                  </a:moveTo>
                  <a:lnTo>
                    <a:pt x="9399" y="0"/>
                  </a:lnTo>
                  <a:lnTo>
                    <a:pt x="31930" y="5174"/>
                  </a:lnTo>
                  <a:lnTo>
                    <a:pt x="22601" y="53851"/>
                  </a:lnTo>
                  <a:lnTo>
                    <a:pt x="22334" y="55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2327324" y="2607376"/>
              <a:ext cx="70519" cy="24773"/>
            </a:xfrm>
            <a:custGeom>
              <a:avLst/>
              <a:pathLst>
                <a:path w="70519" h="24773">
                  <a:moveTo>
                    <a:pt x="70519" y="13031"/>
                  </a:moveTo>
                  <a:lnTo>
                    <a:pt x="68299" y="24773"/>
                  </a:lnTo>
                  <a:lnTo>
                    <a:pt x="0" y="11857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2399666" y="2620911"/>
              <a:ext cx="51899" cy="21305"/>
            </a:xfrm>
            <a:custGeom>
              <a:avLst/>
              <a:pathLst>
                <a:path w="51899" h="21305">
                  <a:moveTo>
                    <a:pt x="0" y="12120"/>
                  </a:moveTo>
                  <a:lnTo>
                    <a:pt x="148" y="11185"/>
                  </a:lnTo>
                  <a:lnTo>
                    <a:pt x="1925" y="0"/>
                  </a:lnTo>
                  <a:lnTo>
                    <a:pt x="51899" y="9346"/>
                  </a:lnTo>
                  <a:lnTo>
                    <a:pt x="49723" y="21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2308550" y="2710884"/>
              <a:ext cx="68171" cy="24602"/>
            </a:xfrm>
            <a:custGeom>
              <a:avLst/>
              <a:pathLst>
                <a:path w="68171" h="24602">
                  <a:moveTo>
                    <a:pt x="0" y="11099"/>
                  </a:moveTo>
                  <a:lnTo>
                    <a:pt x="2036" y="0"/>
                  </a:lnTo>
                  <a:lnTo>
                    <a:pt x="40450" y="8030"/>
                  </a:lnTo>
                  <a:lnTo>
                    <a:pt x="68171" y="13801"/>
                  </a:lnTo>
                  <a:lnTo>
                    <a:pt x="66110" y="24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2379895" y="2725439"/>
              <a:ext cx="52005" cy="19935"/>
            </a:xfrm>
            <a:custGeom>
              <a:avLst/>
              <a:pathLst>
                <a:path w="52005" h="19935">
                  <a:moveTo>
                    <a:pt x="0" y="11121"/>
                  </a:moveTo>
                  <a:lnTo>
                    <a:pt x="1936" y="0"/>
                  </a:lnTo>
                  <a:lnTo>
                    <a:pt x="52005" y="9106"/>
                  </a:lnTo>
                  <a:lnTo>
                    <a:pt x="50082" y="19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2311837" y="2627051"/>
              <a:ext cx="37807" cy="81868"/>
            </a:xfrm>
            <a:custGeom>
              <a:avLst/>
              <a:pathLst>
                <a:path w="37807" h="81868">
                  <a:moveTo>
                    <a:pt x="0" y="76337"/>
                  </a:moveTo>
                  <a:lnTo>
                    <a:pt x="6907" y="43764"/>
                  </a:lnTo>
                  <a:lnTo>
                    <a:pt x="14465" y="0"/>
                  </a:lnTo>
                  <a:lnTo>
                    <a:pt x="37807" y="4672"/>
                  </a:lnTo>
                  <a:lnTo>
                    <a:pt x="23286" y="8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2341504" y="2687698"/>
              <a:ext cx="96001" cy="39151"/>
            </a:xfrm>
            <a:custGeom>
              <a:avLst/>
              <a:pathLst>
                <a:path w="96001" h="39151">
                  <a:moveTo>
                    <a:pt x="0" y="23186"/>
                  </a:moveTo>
                  <a:lnTo>
                    <a:pt x="5003" y="0"/>
                  </a:lnTo>
                  <a:lnTo>
                    <a:pt x="96001" y="15772"/>
                  </a:lnTo>
                  <a:lnTo>
                    <a:pt x="92055" y="39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2351397" y="2632765"/>
              <a:ext cx="96347" cy="39481"/>
            </a:xfrm>
            <a:custGeom>
              <a:avLst/>
              <a:pathLst>
                <a:path w="96347" h="39481">
                  <a:moveTo>
                    <a:pt x="0" y="22501"/>
                  </a:moveTo>
                  <a:lnTo>
                    <a:pt x="3731" y="0"/>
                  </a:lnTo>
                  <a:lnTo>
                    <a:pt x="96347" y="16764"/>
                  </a:lnTo>
                  <a:lnTo>
                    <a:pt x="91804" y="39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2414628" y="2674436"/>
              <a:ext cx="27594" cy="22334"/>
            </a:xfrm>
            <a:custGeom>
              <a:avLst/>
              <a:pathLst>
                <a:path w="27594" h="22334">
                  <a:moveTo>
                    <a:pt x="25274" y="16790"/>
                  </a:moveTo>
                  <a:lnTo>
                    <a:pt x="24241" y="22334"/>
                  </a:lnTo>
                  <a:lnTo>
                    <a:pt x="12620" y="20286"/>
                  </a:lnTo>
                  <a:lnTo>
                    <a:pt x="11603" y="20107"/>
                  </a:lnTo>
                  <a:lnTo>
                    <a:pt x="0" y="18063"/>
                  </a:lnTo>
                  <a:lnTo>
                    <a:pt x="2889" y="0"/>
                  </a:lnTo>
                  <a:lnTo>
                    <a:pt x="14861" y="2107"/>
                  </a:lnTo>
                  <a:lnTo>
                    <a:pt x="15629" y="2242"/>
                  </a:lnTo>
                  <a:lnTo>
                    <a:pt x="27594" y="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2156372" y="2699112"/>
              <a:ext cx="302433" cy="166413"/>
            </a:xfrm>
            <a:custGeom>
              <a:avLst/>
              <a:pathLst>
                <a:path w="302433" h="166413">
                  <a:moveTo>
                    <a:pt x="0" y="108714"/>
                  </a:moveTo>
                  <a:lnTo>
                    <a:pt x="20324" y="0"/>
                  </a:lnTo>
                  <a:lnTo>
                    <a:pt x="302433" y="56684"/>
                  </a:lnTo>
                  <a:lnTo>
                    <a:pt x="284584" y="148747"/>
                  </a:lnTo>
                  <a:lnTo>
                    <a:pt x="281159" y="166413"/>
                  </a:lnTo>
                  <a:lnTo>
                    <a:pt x="880" y="117031"/>
                  </a:lnTo>
                  <a:lnTo>
                    <a:pt x="2325" y="111118"/>
                  </a:lnTo>
                  <a:lnTo>
                    <a:pt x="790" y="109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2179282" y="2641742"/>
              <a:ext cx="27294" cy="56910"/>
            </a:xfrm>
            <a:custGeom>
              <a:avLst/>
              <a:pathLst>
                <a:path w="27294" h="56910">
                  <a:moveTo>
                    <a:pt x="27294" y="3695"/>
                  </a:moveTo>
                  <a:lnTo>
                    <a:pt x="17402" y="56910"/>
                  </a:lnTo>
                  <a:lnTo>
                    <a:pt x="0" y="53111"/>
                  </a:lnTo>
                  <a:lnTo>
                    <a:pt x="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2189542" y="2581784"/>
              <a:ext cx="28197" cy="55230"/>
            </a:xfrm>
            <a:custGeom>
              <a:avLst/>
              <a:pathLst>
                <a:path w="28197" h="55230">
                  <a:moveTo>
                    <a:pt x="28197" y="4233"/>
                  </a:moveTo>
                  <a:lnTo>
                    <a:pt x="18733" y="55230"/>
                  </a:lnTo>
                  <a:lnTo>
                    <a:pt x="0" y="51894"/>
                  </a:lnTo>
                  <a:lnTo>
                    <a:pt x="93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2361068" y="2568136"/>
              <a:ext cx="22352" cy="20492"/>
            </a:xfrm>
            <a:custGeom>
              <a:avLst/>
              <a:pathLst>
                <a:path w="22352" h="20492">
                  <a:moveTo>
                    <a:pt x="0" y="16103"/>
                  </a:moveTo>
                  <a:lnTo>
                    <a:pt x="3272" y="0"/>
                  </a:lnTo>
                  <a:lnTo>
                    <a:pt x="4423" y="274"/>
                  </a:lnTo>
                  <a:lnTo>
                    <a:pt x="22352" y="4548"/>
                  </a:lnTo>
                  <a:lnTo>
                    <a:pt x="22050" y="6144"/>
                  </a:lnTo>
                  <a:lnTo>
                    <a:pt x="19339" y="20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668099" y="3731681"/>
              <a:ext cx="56570" cy="47990"/>
            </a:xfrm>
            <a:custGeom>
              <a:avLst/>
              <a:pathLst>
                <a:path w="56570" h="47990">
                  <a:moveTo>
                    <a:pt x="11385" y="47990"/>
                  </a:moveTo>
                  <a:lnTo>
                    <a:pt x="0" y="27721"/>
                  </a:lnTo>
                  <a:lnTo>
                    <a:pt x="44072" y="0"/>
                  </a:lnTo>
                  <a:lnTo>
                    <a:pt x="56570" y="21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3655908" y="3940624"/>
              <a:ext cx="55636" cy="47389"/>
            </a:xfrm>
            <a:custGeom>
              <a:avLst/>
              <a:pathLst>
                <a:path w="55636" h="47389">
                  <a:moveTo>
                    <a:pt x="10994" y="47389"/>
                  </a:moveTo>
                  <a:lnTo>
                    <a:pt x="0" y="27245"/>
                  </a:lnTo>
                  <a:lnTo>
                    <a:pt x="43707" y="0"/>
                  </a:lnTo>
                  <a:lnTo>
                    <a:pt x="55636" y="20549"/>
                  </a:lnTo>
                  <a:lnTo>
                    <a:pt x="44047" y="27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3749349" y="4001894"/>
              <a:ext cx="44928" cy="56633"/>
            </a:xfrm>
            <a:custGeom>
              <a:avLst/>
              <a:pathLst>
                <a:path w="44928" h="56633">
                  <a:moveTo>
                    <a:pt x="25371" y="56633"/>
                  </a:moveTo>
                  <a:lnTo>
                    <a:pt x="0" y="13173"/>
                  </a:lnTo>
                  <a:lnTo>
                    <a:pt x="1011" y="11168"/>
                  </a:lnTo>
                  <a:lnTo>
                    <a:pt x="18450" y="422"/>
                  </a:lnTo>
                  <a:lnTo>
                    <a:pt x="19484" y="0"/>
                  </a:lnTo>
                  <a:lnTo>
                    <a:pt x="22575" y="5232"/>
                  </a:lnTo>
                  <a:lnTo>
                    <a:pt x="25659" y="10712"/>
                  </a:lnTo>
                  <a:lnTo>
                    <a:pt x="44928" y="4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3595047" y="4010309"/>
              <a:ext cx="56458" cy="45969"/>
            </a:xfrm>
            <a:custGeom>
              <a:avLst/>
              <a:pathLst>
                <a:path w="56458" h="45969">
                  <a:moveTo>
                    <a:pt x="0" y="24954"/>
                  </a:moveTo>
                  <a:lnTo>
                    <a:pt x="43563" y="0"/>
                  </a:lnTo>
                  <a:lnTo>
                    <a:pt x="56458" y="20673"/>
                  </a:lnTo>
                  <a:lnTo>
                    <a:pt x="11088" y="45969"/>
                  </a:lnTo>
                  <a:lnTo>
                    <a:pt x="1825" y="28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3686033" y="3821581"/>
              <a:ext cx="57585" cy="48737"/>
            </a:xfrm>
            <a:custGeom>
              <a:avLst/>
              <a:pathLst>
                <a:path w="57585" h="48737">
                  <a:moveTo>
                    <a:pt x="0" y="26951"/>
                  </a:moveTo>
                  <a:lnTo>
                    <a:pt x="45667" y="0"/>
                  </a:lnTo>
                  <a:lnTo>
                    <a:pt x="57585" y="21274"/>
                  </a:lnTo>
                  <a:lnTo>
                    <a:pt x="53405" y="24258"/>
                  </a:lnTo>
                  <a:lnTo>
                    <a:pt x="40300" y="32168"/>
                  </a:lnTo>
                  <a:lnTo>
                    <a:pt x="36343" y="34549"/>
                  </a:lnTo>
                  <a:lnTo>
                    <a:pt x="12628" y="48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3478263" y="3825954"/>
              <a:ext cx="33342" cy="34226"/>
            </a:xfrm>
            <a:custGeom>
              <a:avLst/>
              <a:pathLst>
                <a:path w="33342" h="34226">
                  <a:moveTo>
                    <a:pt x="0" y="13097"/>
                  </a:moveTo>
                  <a:lnTo>
                    <a:pt x="20882" y="0"/>
                  </a:lnTo>
                  <a:lnTo>
                    <a:pt x="33342" y="21565"/>
                  </a:lnTo>
                  <a:lnTo>
                    <a:pt x="11895" y="34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3621267" y="3826660"/>
              <a:ext cx="57084" cy="48955"/>
            </a:xfrm>
            <a:custGeom>
              <a:avLst/>
              <a:pathLst>
                <a:path w="57084" h="48955">
                  <a:moveTo>
                    <a:pt x="13035" y="48955"/>
                  </a:moveTo>
                  <a:lnTo>
                    <a:pt x="6583" y="38248"/>
                  </a:lnTo>
                  <a:lnTo>
                    <a:pt x="2523" y="30819"/>
                  </a:lnTo>
                  <a:lnTo>
                    <a:pt x="0" y="26706"/>
                  </a:lnTo>
                  <a:lnTo>
                    <a:pt x="44368" y="0"/>
                  </a:lnTo>
                  <a:lnTo>
                    <a:pt x="57084" y="2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3493105" y="3837508"/>
              <a:ext cx="56486" cy="46908"/>
            </a:xfrm>
            <a:custGeom>
              <a:avLst/>
              <a:pathLst>
                <a:path w="56486" h="46908">
                  <a:moveTo>
                    <a:pt x="0" y="27388"/>
                  </a:moveTo>
                  <a:lnTo>
                    <a:pt x="44231" y="0"/>
                  </a:lnTo>
                  <a:lnTo>
                    <a:pt x="56486" y="20318"/>
                  </a:lnTo>
                  <a:lnTo>
                    <a:pt x="11508" y="46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3608987" y="4034420"/>
              <a:ext cx="57442" cy="49667"/>
            </a:xfrm>
            <a:custGeom>
              <a:avLst/>
              <a:pathLst>
                <a:path w="57442" h="49667">
                  <a:moveTo>
                    <a:pt x="0" y="28507"/>
                  </a:moveTo>
                  <a:lnTo>
                    <a:pt x="42773" y="1098"/>
                  </a:lnTo>
                  <a:lnTo>
                    <a:pt x="44299" y="0"/>
                  </a:lnTo>
                  <a:lnTo>
                    <a:pt x="57442" y="21535"/>
                  </a:lnTo>
                  <a:lnTo>
                    <a:pt x="44857" y="29319"/>
                  </a:lnTo>
                  <a:lnTo>
                    <a:pt x="11956" y="49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3700508" y="4016663"/>
              <a:ext cx="54866" cy="45629"/>
            </a:xfrm>
            <a:custGeom>
              <a:avLst/>
              <a:pathLst>
                <a:path w="54866" h="45629">
                  <a:moveTo>
                    <a:pt x="0" y="28929"/>
                  </a:moveTo>
                  <a:lnTo>
                    <a:pt x="53" y="25399"/>
                  </a:lnTo>
                  <a:lnTo>
                    <a:pt x="43271" y="0"/>
                  </a:lnTo>
                  <a:lnTo>
                    <a:pt x="45844" y="3566"/>
                  </a:lnTo>
                  <a:lnTo>
                    <a:pt x="54866" y="20973"/>
                  </a:lnTo>
                  <a:lnTo>
                    <a:pt x="11929" y="45629"/>
                  </a:lnTo>
                  <a:lnTo>
                    <a:pt x="9783" y="45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3583272" y="3817354"/>
              <a:ext cx="58069" cy="48245"/>
            </a:xfrm>
            <a:custGeom>
              <a:avLst/>
              <a:pathLst>
                <a:path w="58069" h="48245">
                  <a:moveTo>
                    <a:pt x="11736" y="48245"/>
                  </a:moveTo>
                  <a:lnTo>
                    <a:pt x="0" y="27642"/>
                  </a:lnTo>
                  <a:lnTo>
                    <a:pt x="44755" y="0"/>
                  </a:lnTo>
                  <a:lnTo>
                    <a:pt x="58069" y="20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3628750" y="3721430"/>
              <a:ext cx="56155" cy="48817"/>
            </a:xfrm>
            <a:custGeom>
              <a:avLst/>
              <a:pathLst>
                <a:path w="56155" h="48817">
                  <a:moveTo>
                    <a:pt x="12346" y="48817"/>
                  </a:moveTo>
                  <a:lnTo>
                    <a:pt x="0" y="30171"/>
                  </a:lnTo>
                  <a:lnTo>
                    <a:pt x="374" y="27442"/>
                  </a:lnTo>
                  <a:lnTo>
                    <a:pt x="43547" y="0"/>
                  </a:lnTo>
                  <a:lnTo>
                    <a:pt x="47117" y="5748"/>
                  </a:lnTo>
                  <a:lnTo>
                    <a:pt x="56155" y="20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672167" y="3796574"/>
              <a:ext cx="57433" cy="48908"/>
            </a:xfrm>
            <a:custGeom>
              <a:avLst/>
              <a:pathLst>
                <a:path w="57433" h="48908">
                  <a:moveTo>
                    <a:pt x="12099" y="48908"/>
                  </a:moveTo>
                  <a:lnTo>
                    <a:pt x="0" y="27342"/>
                  </a:lnTo>
                  <a:lnTo>
                    <a:pt x="44401" y="0"/>
                  </a:lnTo>
                  <a:lnTo>
                    <a:pt x="57433" y="21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563040" y="3727768"/>
              <a:ext cx="57049" cy="47457"/>
            </a:xfrm>
            <a:custGeom>
              <a:avLst/>
              <a:pathLst>
                <a:path w="57049" h="47457">
                  <a:moveTo>
                    <a:pt x="0" y="27479"/>
                  </a:moveTo>
                  <a:lnTo>
                    <a:pt x="44461" y="0"/>
                  </a:lnTo>
                  <a:lnTo>
                    <a:pt x="57049" y="20838"/>
                  </a:lnTo>
                  <a:lnTo>
                    <a:pt x="12964" y="47457"/>
                  </a:lnTo>
                  <a:lnTo>
                    <a:pt x="2235" y="30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568324" y="3791596"/>
              <a:ext cx="57026" cy="47460"/>
            </a:xfrm>
            <a:custGeom>
              <a:avLst/>
              <a:pathLst>
                <a:path w="57026" h="47460">
                  <a:moveTo>
                    <a:pt x="11612" y="47460"/>
                  </a:moveTo>
                  <a:lnTo>
                    <a:pt x="0" y="27489"/>
                  </a:lnTo>
                  <a:lnTo>
                    <a:pt x="45550" y="0"/>
                  </a:lnTo>
                  <a:lnTo>
                    <a:pt x="57026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63097" y="4070596"/>
              <a:ext cx="56368" cy="47532"/>
            </a:xfrm>
            <a:custGeom>
              <a:avLst/>
              <a:pathLst>
                <a:path w="56368" h="47532">
                  <a:moveTo>
                    <a:pt x="11767" y="47532"/>
                  </a:moveTo>
                  <a:lnTo>
                    <a:pt x="0" y="25623"/>
                  </a:lnTo>
                  <a:lnTo>
                    <a:pt x="44202" y="0"/>
                  </a:lnTo>
                  <a:lnTo>
                    <a:pt x="52995" y="14241"/>
                  </a:lnTo>
                  <a:lnTo>
                    <a:pt x="56368" y="20750"/>
                  </a:lnTo>
                  <a:lnTo>
                    <a:pt x="19398" y="4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623551" y="4074081"/>
              <a:ext cx="45712" cy="57985"/>
            </a:xfrm>
            <a:custGeom>
              <a:avLst/>
              <a:pathLst>
                <a:path w="45712" h="57985">
                  <a:moveTo>
                    <a:pt x="0" y="13155"/>
                  </a:moveTo>
                  <a:lnTo>
                    <a:pt x="2291" y="12477"/>
                  </a:lnTo>
                  <a:lnTo>
                    <a:pt x="8202" y="8643"/>
                  </a:lnTo>
                  <a:lnTo>
                    <a:pt x="21462" y="0"/>
                  </a:lnTo>
                  <a:lnTo>
                    <a:pt x="45712" y="47505"/>
                  </a:lnTo>
                  <a:lnTo>
                    <a:pt x="26559" y="57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3613579" y="3698164"/>
              <a:ext cx="56850" cy="46826"/>
            </a:xfrm>
            <a:custGeom>
              <a:avLst/>
              <a:pathLst>
                <a:path w="56850" h="46826">
                  <a:moveTo>
                    <a:pt x="12902" y="46826"/>
                  </a:moveTo>
                  <a:lnTo>
                    <a:pt x="0" y="25343"/>
                  </a:lnTo>
                  <a:lnTo>
                    <a:pt x="2231" y="23555"/>
                  </a:lnTo>
                  <a:lnTo>
                    <a:pt x="42321" y="0"/>
                  </a:lnTo>
                  <a:lnTo>
                    <a:pt x="45334" y="207"/>
                  </a:lnTo>
                  <a:lnTo>
                    <a:pt x="56850" y="19503"/>
                  </a:lnTo>
                  <a:lnTo>
                    <a:pt x="56363" y="20513"/>
                  </a:lnTo>
                  <a:lnTo>
                    <a:pt x="51062" y="23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3794382" y="3905848"/>
              <a:ext cx="31388" cy="33377"/>
            </a:xfrm>
            <a:custGeom>
              <a:avLst/>
              <a:pathLst>
                <a:path w="31388" h="33377">
                  <a:moveTo>
                    <a:pt x="2942" y="17741"/>
                  </a:moveTo>
                  <a:lnTo>
                    <a:pt x="1511" y="14798"/>
                  </a:lnTo>
                  <a:lnTo>
                    <a:pt x="0" y="11688"/>
                  </a:lnTo>
                  <a:lnTo>
                    <a:pt x="19224" y="0"/>
                  </a:lnTo>
                  <a:lnTo>
                    <a:pt x="29665" y="18288"/>
                  </a:lnTo>
                  <a:lnTo>
                    <a:pt x="31388" y="21307"/>
                  </a:lnTo>
                  <a:lnTo>
                    <a:pt x="11304" y="33377"/>
                  </a:lnTo>
                  <a:lnTo>
                    <a:pt x="6662" y="25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3640611" y="3915203"/>
              <a:ext cx="57148" cy="48126"/>
            </a:xfrm>
            <a:custGeom>
              <a:avLst/>
              <a:pathLst>
                <a:path w="57148" h="48126">
                  <a:moveTo>
                    <a:pt x="12491" y="48126"/>
                  </a:moveTo>
                  <a:lnTo>
                    <a:pt x="0" y="26479"/>
                  </a:lnTo>
                  <a:lnTo>
                    <a:pt x="44747" y="0"/>
                  </a:lnTo>
                  <a:lnTo>
                    <a:pt x="57148" y="22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3743652" y="3920991"/>
              <a:ext cx="57758" cy="47512"/>
            </a:xfrm>
            <a:custGeom>
              <a:avLst/>
              <a:pathLst>
                <a:path w="57758" h="47512">
                  <a:moveTo>
                    <a:pt x="13375" y="47512"/>
                  </a:moveTo>
                  <a:lnTo>
                    <a:pt x="0" y="25403"/>
                  </a:lnTo>
                  <a:lnTo>
                    <a:pt x="37352" y="4408"/>
                  </a:lnTo>
                  <a:lnTo>
                    <a:pt x="45054" y="0"/>
                  </a:lnTo>
                  <a:lnTo>
                    <a:pt x="46165" y="1615"/>
                  </a:lnTo>
                  <a:lnTo>
                    <a:pt x="48988" y="6290"/>
                  </a:lnTo>
                  <a:lnTo>
                    <a:pt x="57758" y="2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3619663" y="3762999"/>
              <a:ext cx="68137" cy="71405"/>
            </a:xfrm>
            <a:custGeom>
              <a:avLst/>
              <a:pathLst>
                <a:path w="68137" h="71405">
                  <a:moveTo>
                    <a:pt x="20801" y="13242"/>
                  </a:moveTo>
                  <a:lnTo>
                    <a:pt x="42428" y="0"/>
                  </a:lnTo>
                  <a:lnTo>
                    <a:pt x="68137" y="45808"/>
                  </a:lnTo>
                  <a:lnTo>
                    <a:pt x="49462" y="57060"/>
                  </a:lnTo>
                  <a:lnTo>
                    <a:pt x="47058" y="58486"/>
                  </a:lnTo>
                  <a:lnTo>
                    <a:pt x="25280" y="71405"/>
                  </a:lnTo>
                  <a:lnTo>
                    <a:pt x="0" y="27640"/>
                  </a:lnTo>
                  <a:lnTo>
                    <a:pt x="18452" y="14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3654165" y="3898427"/>
              <a:ext cx="26903" cy="20637"/>
            </a:xfrm>
            <a:custGeom>
              <a:avLst/>
              <a:pathLst>
                <a:path w="26903" h="20637">
                  <a:moveTo>
                    <a:pt x="0" y="13194"/>
                  </a:moveTo>
                  <a:lnTo>
                    <a:pt x="22855" y="0"/>
                  </a:lnTo>
                  <a:lnTo>
                    <a:pt x="26903" y="8099"/>
                  </a:lnTo>
                  <a:lnTo>
                    <a:pt x="4157" y="20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3502249" y="3795998"/>
              <a:ext cx="57614" cy="49408"/>
            </a:xfrm>
            <a:custGeom>
              <a:avLst/>
              <a:pathLst>
                <a:path w="57614" h="49408">
                  <a:moveTo>
                    <a:pt x="44332" y="0"/>
                  </a:moveTo>
                  <a:lnTo>
                    <a:pt x="57614" y="22051"/>
                  </a:lnTo>
                  <a:lnTo>
                    <a:pt x="12343" y="49408"/>
                  </a:lnTo>
                  <a:lnTo>
                    <a:pt x="7703" y="41527"/>
                  </a:lnTo>
                  <a:lnTo>
                    <a:pt x="3910" y="35084"/>
                  </a:lnTo>
                  <a:lnTo>
                    <a:pt x="0" y="28046"/>
                  </a:lnTo>
                  <a:lnTo>
                    <a:pt x="8276" y="22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578677" y="3752035"/>
              <a:ext cx="55737" cy="47583"/>
            </a:xfrm>
            <a:custGeom>
              <a:avLst/>
              <a:pathLst>
                <a:path w="55737" h="47583">
                  <a:moveTo>
                    <a:pt x="10228" y="45505"/>
                  </a:moveTo>
                  <a:lnTo>
                    <a:pt x="0" y="28456"/>
                  </a:lnTo>
                  <a:lnTo>
                    <a:pt x="43778" y="0"/>
                  </a:lnTo>
                  <a:lnTo>
                    <a:pt x="45446" y="2754"/>
                  </a:lnTo>
                  <a:lnTo>
                    <a:pt x="55737" y="20377"/>
                  </a:lnTo>
                  <a:lnTo>
                    <a:pt x="53145" y="22430"/>
                  </a:lnTo>
                  <a:lnTo>
                    <a:pt x="11513" y="47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810156" y="3933049"/>
              <a:ext cx="45290" cy="57542"/>
            </a:xfrm>
            <a:custGeom>
              <a:avLst/>
              <a:pathLst>
                <a:path w="45290" h="57542">
                  <a:moveTo>
                    <a:pt x="0" y="13458"/>
                  </a:moveTo>
                  <a:lnTo>
                    <a:pt x="527" y="10126"/>
                  </a:lnTo>
                  <a:lnTo>
                    <a:pt x="3108" y="8766"/>
                  </a:lnTo>
                  <a:lnTo>
                    <a:pt x="19755" y="0"/>
                  </a:lnTo>
                  <a:lnTo>
                    <a:pt x="45290" y="45541"/>
                  </a:lnTo>
                  <a:lnTo>
                    <a:pt x="24618" y="57542"/>
                  </a:lnTo>
                  <a:lnTo>
                    <a:pt x="6813" y="24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689558" y="3900684"/>
              <a:ext cx="47755" cy="58849"/>
            </a:xfrm>
            <a:custGeom>
              <a:avLst/>
              <a:pathLst>
                <a:path w="47755" h="58849">
                  <a:moveTo>
                    <a:pt x="26178" y="58849"/>
                  </a:moveTo>
                  <a:lnTo>
                    <a:pt x="0" y="12680"/>
                  </a:lnTo>
                  <a:lnTo>
                    <a:pt x="19544" y="0"/>
                  </a:lnTo>
                  <a:lnTo>
                    <a:pt x="45881" y="42528"/>
                  </a:lnTo>
                  <a:lnTo>
                    <a:pt x="46869" y="43912"/>
                  </a:lnTo>
                  <a:lnTo>
                    <a:pt x="47755" y="4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3589011" y="3944321"/>
              <a:ext cx="58859" cy="48666"/>
            </a:xfrm>
            <a:custGeom>
              <a:avLst/>
              <a:pathLst>
                <a:path w="58859" h="48666">
                  <a:moveTo>
                    <a:pt x="13387" y="48666"/>
                  </a:moveTo>
                  <a:lnTo>
                    <a:pt x="0" y="26324"/>
                  </a:lnTo>
                  <a:lnTo>
                    <a:pt x="42933" y="1127"/>
                  </a:lnTo>
                  <a:lnTo>
                    <a:pt x="45082" y="0"/>
                  </a:lnTo>
                  <a:lnTo>
                    <a:pt x="49766" y="7080"/>
                  </a:lnTo>
                  <a:lnTo>
                    <a:pt x="51160" y="9187"/>
                  </a:lnTo>
                  <a:lnTo>
                    <a:pt x="58859" y="22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3662020" y="3681677"/>
              <a:ext cx="49034" cy="57423"/>
            </a:xfrm>
            <a:custGeom>
              <a:avLst/>
              <a:pathLst>
                <a:path w="49034" h="57423">
                  <a:moveTo>
                    <a:pt x="27541" y="56159"/>
                  </a:moveTo>
                  <a:lnTo>
                    <a:pt x="0" y="12729"/>
                  </a:lnTo>
                  <a:lnTo>
                    <a:pt x="20535" y="0"/>
                  </a:lnTo>
                  <a:lnTo>
                    <a:pt x="49034" y="46650"/>
                  </a:lnTo>
                  <a:lnTo>
                    <a:pt x="30506" y="5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783819" y="3946789"/>
              <a:ext cx="47221" cy="58675"/>
            </a:xfrm>
            <a:custGeom>
              <a:avLst/>
              <a:pathLst>
                <a:path w="47221" h="58675">
                  <a:moveTo>
                    <a:pt x="26296" y="58675"/>
                  </a:moveTo>
                  <a:lnTo>
                    <a:pt x="0" y="13529"/>
                  </a:lnTo>
                  <a:lnTo>
                    <a:pt x="20202" y="0"/>
                  </a:lnTo>
                  <a:lnTo>
                    <a:pt x="47221" y="46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694420" y="3950640"/>
              <a:ext cx="55955" cy="47630"/>
            </a:xfrm>
            <a:custGeom>
              <a:avLst/>
              <a:pathLst>
                <a:path w="55955" h="47630">
                  <a:moveTo>
                    <a:pt x="10926" y="47630"/>
                  </a:moveTo>
                  <a:lnTo>
                    <a:pt x="0" y="26928"/>
                  </a:lnTo>
                  <a:lnTo>
                    <a:pt x="43928" y="0"/>
                  </a:lnTo>
                  <a:lnTo>
                    <a:pt x="55955" y="20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467556" y="3773891"/>
              <a:ext cx="77332" cy="59464"/>
            </a:xfrm>
            <a:custGeom>
              <a:avLst/>
              <a:pathLst>
                <a:path w="77332" h="59464">
                  <a:moveTo>
                    <a:pt x="0" y="38889"/>
                  </a:moveTo>
                  <a:lnTo>
                    <a:pt x="26397" y="23389"/>
                  </a:lnTo>
                  <a:lnTo>
                    <a:pt x="65517" y="0"/>
                  </a:lnTo>
                  <a:lnTo>
                    <a:pt x="77332" y="20313"/>
                  </a:lnTo>
                  <a:lnTo>
                    <a:pt x="12781" y="5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758582" y="3961896"/>
              <a:ext cx="47917" cy="57919"/>
            </a:xfrm>
            <a:custGeom>
              <a:avLst/>
              <a:pathLst>
                <a:path w="47917" h="57919">
                  <a:moveTo>
                    <a:pt x="27570" y="57919"/>
                  </a:moveTo>
                  <a:lnTo>
                    <a:pt x="0" y="13110"/>
                  </a:lnTo>
                  <a:lnTo>
                    <a:pt x="22190" y="0"/>
                  </a:lnTo>
                  <a:lnTo>
                    <a:pt x="47917" y="45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644339" y="3980842"/>
              <a:ext cx="71958" cy="72534"/>
            </a:xfrm>
            <a:custGeom>
              <a:avLst/>
              <a:pathLst>
                <a:path w="71958" h="72534">
                  <a:moveTo>
                    <a:pt x="0" y="27074"/>
                  </a:moveTo>
                  <a:lnTo>
                    <a:pt x="45012" y="0"/>
                  </a:lnTo>
                  <a:lnTo>
                    <a:pt x="71958" y="45108"/>
                  </a:lnTo>
                  <a:lnTo>
                    <a:pt x="26304" y="72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3788839" y="3982578"/>
              <a:ext cx="80524" cy="62536"/>
            </a:xfrm>
            <a:custGeom>
              <a:avLst/>
              <a:pathLst>
                <a:path w="80524" h="62536">
                  <a:moveTo>
                    <a:pt x="0" y="41220"/>
                  </a:moveTo>
                  <a:lnTo>
                    <a:pt x="68974" y="0"/>
                  </a:lnTo>
                  <a:lnTo>
                    <a:pt x="80524" y="20422"/>
                  </a:lnTo>
                  <a:lnTo>
                    <a:pt x="11691" y="62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3714085" y="4042380"/>
              <a:ext cx="55742" cy="45510"/>
            </a:xfrm>
            <a:custGeom>
              <a:avLst/>
              <a:pathLst>
                <a:path w="55742" h="45510">
                  <a:moveTo>
                    <a:pt x="11407" y="45510"/>
                  </a:moveTo>
                  <a:lnTo>
                    <a:pt x="6463" y="36947"/>
                  </a:lnTo>
                  <a:lnTo>
                    <a:pt x="0" y="25126"/>
                  </a:lnTo>
                  <a:lnTo>
                    <a:pt x="41025" y="1009"/>
                  </a:lnTo>
                  <a:lnTo>
                    <a:pt x="43616" y="0"/>
                  </a:lnTo>
                  <a:lnTo>
                    <a:pt x="46008" y="4189"/>
                  </a:lnTo>
                  <a:lnTo>
                    <a:pt x="47552" y="6848"/>
                  </a:lnTo>
                  <a:lnTo>
                    <a:pt x="55742" y="19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3648073" y="4046740"/>
              <a:ext cx="57020" cy="47298"/>
            </a:xfrm>
            <a:custGeom>
              <a:avLst/>
              <a:pathLst>
                <a:path w="57020" h="47298">
                  <a:moveTo>
                    <a:pt x="12643" y="47298"/>
                  </a:moveTo>
                  <a:lnTo>
                    <a:pt x="0" y="25755"/>
                  </a:lnTo>
                  <a:lnTo>
                    <a:pt x="45061" y="0"/>
                  </a:lnTo>
                  <a:lnTo>
                    <a:pt x="57020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3721841" y="3781832"/>
              <a:ext cx="47793" cy="57717"/>
            </a:xfrm>
            <a:custGeom>
              <a:avLst/>
              <a:pathLst>
                <a:path w="47793" h="57717">
                  <a:moveTo>
                    <a:pt x="4374" y="21004"/>
                  </a:moveTo>
                  <a:lnTo>
                    <a:pt x="0" y="13362"/>
                  </a:lnTo>
                  <a:lnTo>
                    <a:pt x="20099" y="0"/>
                  </a:lnTo>
                  <a:lnTo>
                    <a:pt x="47793" y="44566"/>
                  </a:lnTo>
                  <a:lnTo>
                    <a:pt x="25791" y="57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3682391" y="3757692"/>
              <a:ext cx="56698" cy="46982"/>
            </a:xfrm>
            <a:custGeom>
              <a:avLst/>
              <a:pathLst>
                <a:path w="56698" h="46982">
                  <a:moveTo>
                    <a:pt x="12259" y="46982"/>
                  </a:moveTo>
                  <a:lnTo>
                    <a:pt x="0" y="26338"/>
                  </a:lnTo>
                  <a:lnTo>
                    <a:pt x="44508" y="0"/>
                  </a:lnTo>
                  <a:lnTo>
                    <a:pt x="56698" y="20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3539079" y="3757939"/>
              <a:ext cx="47302" cy="57586"/>
            </a:xfrm>
            <a:custGeom>
              <a:avLst/>
              <a:pathLst>
                <a:path w="47302" h="57586">
                  <a:moveTo>
                    <a:pt x="26619" y="57586"/>
                  </a:moveTo>
                  <a:lnTo>
                    <a:pt x="0" y="12097"/>
                  </a:lnTo>
                  <a:lnTo>
                    <a:pt x="11290" y="4928"/>
                  </a:lnTo>
                  <a:lnTo>
                    <a:pt x="19053" y="0"/>
                  </a:lnTo>
                  <a:lnTo>
                    <a:pt x="23571" y="7320"/>
                  </a:lnTo>
                  <a:lnTo>
                    <a:pt x="39489" y="32602"/>
                  </a:lnTo>
                  <a:lnTo>
                    <a:pt x="40160" y="33668"/>
                  </a:lnTo>
                  <a:lnTo>
                    <a:pt x="44610" y="40735"/>
                  </a:lnTo>
                  <a:lnTo>
                    <a:pt x="45760" y="42239"/>
                  </a:lnTo>
                  <a:lnTo>
                    <a:pt x="47302" y="44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3539664" y="3821866"/>
              <a:ext cx="50526" cy="60924"/>
            </a:xfrm>
            <a:custGeom>
              <a:avLst/>
              <a:pathLst>
                <a:path w="50526" h="60924">
                  <a:moveTo>
                    <a:pt x="0" y="14661"/>
                  </a:moveTo>
                  <a:lnTo>
                    <a:pt x="23471" y="0"/>
                  </a:lnTo>
                  <a:lnTo>
                    <a:pt x="50526" y="47146"/>
                  </a:lnTo>
                  <a:lnTo>
                    <a:pt x="26683" y="60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3637128" y="3852619"/>
              <a:ext cx="56030" cy="46452"/>
            </a:xfrm>
            <a:custGeom>
              <a:avLst/>
              <a:pathLst>
                <a:path w="56030" h="46452">
                  <a:moveTo>
                    <a:pt x="11060" y="46452"/>
                  </a:moveTo>
                  <a:lnTo>
                    <a:pt x="0" y="26206"/>
                  </a:lnTo>
                  <a:lnTo>
                    <a:pt x="44267" y="0"/>
                  </a:lnTo>
                  <a:lnTo>
                    <a:pt x="56030" y="20095"/>
                  </a:lnTo>
                  <a:lnTo>
                    <a:pt x="42364" y="28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3717252" y="3859387"/>
              <a:ext cx="93132" cy="83501"/>
            </a:xfrm>
            <a:custGeom>
              <a:avLst/>
              <a:pathLst>
                <a:path w="93132" h="83501">
                  <a:moveTo>
                    <a:pt x="0" y="39006"/>
                  </a:moveTo>
                  <a:lnTo>
                    <a:pt x="67458" y="0"/>
                  </a:lnTo>
                  <a:lnTo>
                    <a:pt x="93132" y="43682"/>
                  </a:lnTo>
                  <a:lnTo>
                    <a:pt x="76821" y="53032"/>
                  </a:lnTo>
                  <a:lnTo>
                    <a:pt x="25082" y="83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507007" y="3861956"/>
              <a:ext cx="57174" cy="48247"/>
            </a:xfrm>
            <a:custGeom>
              <a:avLst/>
              <a:pathLst>
                <a:path w="57174" h="48247">
                  <a:moveTo>
                    <a:pt x="0" y="27122"/>
                  </a:moveTo>
                  <a:lnTo>
                    <a:pt x="11322" y="20286"/>
                  </a:lnTo>
                  <a:lnTo>
                    <a:pt x="44923" y="0"/>
                  </a:lnTo>
                  <a:lnTo>
                    <a:pt x="57174" y="21830"/>
                  </a:lnTo>
                  <a:lnTo>
                    <a:pt x="51992" y="24679"/>
                  </a:lnTo>
                  <a:lnTo>
                    <a:pt x="46891" y="27634"/>
                  </a:lnTo>
                  <a:lnTo>
                    <a:pt x="12934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597881" y="3857203"/>
              <a:ext cx="45093" cy="56558"/>
            </a:xfrm>
            <a:custGeom>
              <a:avLst/>
              <a:pathLst>
                <a:path w="45093" h="56558">
                  <a:moveTo>
                    <a:pt x="25610" y="56558"/>
                  </a:moveTo>
                  <a:lnTo>
                    <a:pt x="0" y="12955"/>
                  </a:lnTo>
                  <a:lnTo>
                    <a:pt x="592" y="11435"/>
                  </a:lnTo>
                  <a:lnTo>
                    <a:pt x="19195" y="0"/>
                  </a:lnTo>
                  <a:lnTo>
                    <a:pt x="23712" y="7074"/>
                  </a:lnTo>
                  <a:lnTo>
                    <a:pt x="45093" y="44113"/>
                  </a:lnTo>
                  <a:lnTo>
                    <a:pt x="39801" y="47319"/>
                  </a:lnTo>
                  <a:lnTo>
                    <a:pt x="42141" y="50941"/>
                  </a:lnTo>
                  <a:lnTo>
                    <a:pt x="36304" y="54628"/>
                  </a:lnTo>
                  <a:lnTo>
                    <a:pt x="34245" y="51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522556" y="3873535"/>
              <a:ext cx="95495" cy="85406"/>
            </a:xfrm>
            <a:custGeom>
              <a:avLst/>
              <a:pathLst>
                <a:path w="95495" h="85406">
                  <a:moveTo>
                    <a:pt x="0" y="41161"/>
                  </a:moveTo>
                  <a:lnTo>
                    <a:pt x="68893" y="0"/>
                  </a:lnTo>
                  <a:lnTo>
                    <a:pt x="95495" y="44436"/>
                  </a:lnTo>
                  <a:lnTo>
                    <a:pt x="25913" y="85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604472" y="3970683"/>
              <a:ext cx="57213" cy="46466"/>
            </a:xfrm>
            <a:custGeom>
              <a:avLst/>
              <a:pathLst>
                <a:path w="57213" h="46466">
                  <a:moveTo>
                    <a:pt x="11928" y="46466"/>
                  </a:moveTo>
                  <a:lnTo>
                    <a:pt x="0" y="25671"/>
                  </a:lnTo>
                  <a:lnTo>
                    <a:pt x="45092" y="0"/>
                  </a:lnTo>
                  <a:lnTo>
                    <a:pt x="57213" y="20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564118" y="3971177"/>
              <a:ext cx="48867" cy="60310"/>
            </a:xfrm>
            <a:custGeom>
              <a:avLst/>
              <a:pathLst>
                <a:path w="48867" h="60310">
                  <a:moveTo>
                    <a:pt x="0" y="12696"/>
                  </a:moveTo>
                  <a:lnTo>
                    <a:pt x="19739" y="0"/>
                  </a:lnTo>
                  <a:lnTo>
                    <a:pt x="48867" y="49222"/>
                  </a:lnTo>
                  <a:lnTo>
                    <a:pt x="27471" y="6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709276" y="3977563"/>
              <a:ext cx="56753" cy="46970"/>
            </a:xfrm>
            <a:custGeom>
              <a:avLst/>
              <a:pathLst>
                <a:path w="56753" h="46970">
                  <a:moveTo>
                    <a:pt x="12431" y="46970"/>
                  </a:moveTo>
                  <a:lnTo>
                    <a:pt x="0" y="25661"/>
                  </a:lnTo>
                  <a:lnTo>
                    <a:pt x="43395" y="0"/>
                  </a:lnTo>
                  <a:lnTo>
                    <a:pt x="44512" y="684"/>
                  </a:lnTo>
                  <a:lnTo>
                    <a:pt x="49500" y="8634"/>
                  </a:lnTo>
                  <a:lnTo>
                    <a:pt x="56753" y="20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4509846" y="2540576"/>
              <a:ext cx="69929" cy="65204"/>
            </a:xfrm>
            <a:custGeom>
              <a:avLst/>
              <a:pathLst>
                <a:path w="69929" h="65204">
                  <a:moveTo>
                    <a:pt x="0" y="24475"/>
                  </a:moveTo>
                  <a:lnTo>
                    <a:pt x="46509" y="0"/>
                  </a:lnTo>
                  <a:lnTo>
                    <a:pt x="69929" y="39449"/>
                  </a:lnTo>
                  <a:lnTo>
                    <a:pt x="69771" y="42851"/>
                  </a:lnTo>
                  <a:lnTo>
                    <a:pt x="30603" y="6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4428113" y="2419339"/>
              <a:ext cx="86665" cy="78919"/>
            </a:xfrm>
            <a:custGeom>
              <a:avLst/>
              <a:pathLst>
                <a:path w="86665" h="78919">
                  <a:moveTo>
                    <a:pt x="0" y="36075"/>
                  </a:moveTo>
                  <a:lnTo>
                    <a:pt x="58596" y="0"/>
                  </a:lnTo>
                  <a:lnTo>
                    <a:pt x="86665" y="46254"/>
                  </a:lnTo>
                  <a:lnTo>
                    <a:pt x="31957" y="78919"/>
                  </a:lnTo>
                  <a:lnTo>
                    <a:pt x="15628" y="57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4336036" y="2552666"/>
              <a:ext cx="114863" cy="136767"/>
            </a:xfrm>
            <a:custGeom>
              <a:avLst/>
              <a:pathLst>
                <a:path w="114863" h="136767">
                  <a:moveTo>
                    <a:pt x="0" y="29465"/>
                  </a:moveTo>
                  <a:lnTo>
                    <a:pt x="51919" y="0"/>
                  </a:lnTo>
                  <a:lnTo>
                    <a:pt x="114863" y="108832"/>
                  </a:lnTo>
                  <a:lnTo>
                    <a:pt x="62580" y="136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4116331" y="2001466"/>
              <a:ext cx="49508" cy="39804"/>
            </a:xfrm>
            <a:custGeom>
              <a:avLst/>
              <a:pathLst>
                <a:path w="49508" h="39804">
                  <a:moveTo>
                    <a:pt x="12600" y="39804"/>
                  </a:moveTo>
                  <a:lnTo>
                    <a:pt x="0" y="22740"/>
                  </a:lnTo>
                  <a:lnTo>
                    <a:pt x="38348" y="0"/>
                  </a:lnTo>
                  <a:lnTo>
                    <a:pt x="49508" y="18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4176204" y="2008423"/>
              <a:ext cx="66947" cy="85109"/>
            </a:xfrm>
            <a:custGeom>
              <a:avLst/>
              <a:pathLst>
                <a:path w="66947" h="85109">
                  <a:moveTo>
                    <a:pt x="41816" y="85109"/>
                  </a:moveTo>
                  <a:lnTo>
                    <a:pt x="0" y="14181"/>
                  </a:lnTo>
                  <a:lnTo>
                    <a:pt x="25178" y="0"/>
                  </a:lnTo>
                  <a:lnTo>
                    <a:pt x="66947" y="7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4133675" y="2026370"/>
              <a:ext cx="76798" cy="87847"/>
            </a:xfrm>
            <a:custGeom>
              <a:avLst/>
              <a:pathLst>
                <a:path w="76798" h="87847">
                  <a:moveTo>
                    <a:pt x="49166" y="87847"/>
                  </a:moveTo>
                  <a:lnTo>
                    <a:pt x="0" y="20856"/>
                  </a:lnTo>
                  <a:lnTo>
                    <a:pt x="35701" y="0"/>
                  </a:lnTo>
                  <a:lnTo>
                    <a:pt x="76798" y="7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4089400" y="2036337"/>
              <a:ext cx="72767" cy="93163"/>
            </a:xfrm>
            <a:custGeom>
              <a:avLst/>
              <a:pathLst>
                <a:path w="72767" h="93163">
                  <a:moveTo>
                    <a:pt x="61404" y="93163"/>
                  </a:moveTo>
                  <a:lnTo>
                    <a:pt x="0" y="6929"/>
                  </a:lnTo>
                  <a:lnTo>
                    <a:pt x="12190" y="0"/>
                  </a:lnTo>
                  <a:lnTo>
                    <a:pt x="72767" y="86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4247505" y="2094915"/>
              <a:ext cx="66371" cy="52409"/>
            </a:xfrm>
            <a:custGeom>
              <a:avLst/>
              <a:pathLst>
                <a:path w="66371" h="52409">
                  <a:moveTo>
                    <a:pt x="0" y="32414"/>
                  </a:moveTo>
                  <a:lnTo>
                    <a:pt x="30326" y="13243"/>
                  </a:lnTo>
                  <a:lnTo>
                    <a:pt x="54707" y="0"/>
                  </a:lnTo>
                  <a:lnTo>
                    <a:pt x="66371" y="19556"/>
                  </a:lnTo>
                  <a:lnTo>
                    <a:pt x="11115" y="5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4471507" y="2783807"/>
              <a:ext cx="114799" cy="139065"/>
            </a:xfrm>
            <a:custGeom>
              <a:avLst/>
              <a:pathLst>
                <a:path w="114799" h="139065">
                  <a:moveTo>
                    <a:pt x="0" y="30715"/>
                  </a:moveTo>
                  <a:lnTo>
                    <a:pt x="52255" y="0"/>
                  </a:lnTo>
                  <a:lnTo>
                    <a:pt x="98308" y="80555"/>
                  </a:lnTo>
                  <a:lnTo>
                    <a:pt x="114799" y="109481"/>
                  </a:lnTo>
                  <a:lnTo>
                    <a:pt x="64107" y="139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4263202" y="2122138"/>
              <a:ext cx="65588" cy="53178"/>
            </a:xfrm>
            <a:custGeom>
              <a:avLst/>
              <a:pathLst>
                <a:path w="65588" h="53178">
                  <a:moveTo>
                    <a:pt x="0" y="32648"/>
                  </a:moveTo>
                  <a:lnTo>
                    <a:pt x="53827" y="0"/>
                  </a:lnTo>
                  <a:lnTo>
                    <a:pt x="65588" y="21869"/>
                  </a:lnTo>
                  <a:lnTo>
                    <a:pt x="11753" y="53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4210368" y="2132971"/>
              <a:ext cx="56082" cy="61808"/>
            </a:xfrm>
            <a:custGeom>
              <a:avLst/>
              <a:pathLst>
                <a:path w="56082" h="61808">
                  <a:moveTo>
                    <a:pt x="32984" y="61808"/>
                  </a:moveTo>
                  <a:lnTo>
                    <a:pt x="0" y="17189"/>
                  </a:lnTo>
                  <a:lnTo>
                    <a:pt x="29128" y="0"/>
                  </a:lnTo>
                  <a:lnTo>
                    <a:pt x="56082" y="47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4157199" y="2131259"/>
              <a:ext cx="64429" cy="81132"/>
            </a:xfrm>
            <a:custGeom>
              <a:avLst/>
              <a:pathLst>
                <a:path w="64429" h="81132">
                  <a:moveTo>
                    <a:pt x="52258" y="81132"/>
                  </a:moveTo>
                  <a:lnTo>
                    <a:pt x="0" y="7536"/>
                  </a:lnTo>
                  <a:lnTo>
                    <a:pt x="13790" y="0"/>
                  </a:lnTo>
                  <a:lnTo>
                    <a:pt x="64429" y="73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4371708" y="2336555"/>
              <a:ext cx="69674" cy="50180"/>
            </a:xfrm>
            <a:custGeom>
              <a:avLst/>
              <a:pathLst>
                <a:path w="69674" h="50180">
                  <a:moveTo>
                    <a:pt x="370" y="31979"/>
                  </a:moveTo>
                  <a:lnTo>
                    <a:pt x="22483" y="19338"/>
                  </a:lnTo>
                  <a:lnTo>
                    <a:pt x="52255" y="1895"/>
                  </a:lnTo>
                  <a:lnTo>
                    <a:pt x="55343" y="252"/>
                  </a:lnTo>
                  <a:lnTo>
                    <a:pt x="57938" y="0"/>
                  </a:lnTo>
                  <a:lnTo>
                    <a:pt x="60532" y="125"/>
                  </a:lnTo>
                  <a:lnTo>
                    <a:pt x="62632" y="1010"/>
                  </a:lnTo>
                  <a:lnTo>
                    <a:pt x="65103" y="2148"/>
                  </a:lnTo>
                  <a:lnTo>
                    <a:pt x="67326" y="4802"/>
                  </a:lnTo>
                  <a:lnTo>
                    <a:pt x="68932" y="7836"/>
                  </a:lnTo>
                  <a:lnTo>
                    <a:pt x="69674" y="10364"/>
                  </a:lnTo>
                  <a:lnTo>
                    <a:pt x="69303" y="13903"/>
                  </a:lnTo>
                  <a:lnTo>
                    <a:pt x="68561" y="16304"/>
                  </a:lnTo>
                  <a:lnTo>
                    <a:pt x="67203" y="18453"/>
                  </a:lnTo>
                  <a:lnTo>
                    <a:pt x="65473" y="20350"/>
                  </a:lnTo>
                  <a:lnTo>
                    <a:pt x="45831" y="31599"/>
                  </a:lnTo>
                  <a:lnTo>
                    <a:pt x="21001" y="45882"/>
                  </a:lnTo>
                  <a:lnTo>
                    <a:pt x="13959" y="50180"/>
                  </a:lnTo>
                  <a:lnTo>
                    <a:pt x="11735" y="49801"/>
                  </a:lnTo>
                  <a:lnTo>
                    <a:pt x="9511" y="49169"/>
                  </a:lnTo>
                  <a:lnTo>
                    <a:pt x="7659" y="48284"/>
                  </a:lnTo>
                  <a:lnTo>
                    <a:pt x="5311" y="46640"/>
                  </a:lnTo>
                  <a:lnTo>
                    <a:pt x="3334" y="45124"/>
                  </a:lnTo>
                  <a:lnTo>
                    <a:pt x="1852" y="42343"/>
                  </a:lnTo>
                  <a:lnTo>
                    <a:pt x="987" y="39436"/>
                  </a:lnTo>
                  <a:lnTo>
                    <a:pt x="122" y="35770"/>
                  </a:lnTo>
                  <a:lnTo>
                    <a:pt x="0" y="33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4286636" y="2588051"/>
              <a:ext cx="106968" cy="131630"/>
            </a:xfrm>
            <a:custGeom>
              <a:avLst/>
              <a:pathLst>
                <a:path w="106968" h="131630">
                  <a:moveTo>
                    <a:pt x="0" y="23960"/>
                  </a:moveTo>
                  <a:lnTo>
                    <a:pt x="43404" y="0"/>
                  </a:lnTo>
                  <a:lnTo>
                    <a:pt x="106968" y="107217"/>
                  </a:lnTo>
                  <a:lnTo>
                    <a:pt x="63090" y="131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4046662" y="2173503"/>
              <a:ext cx="62398" cy="49922"/>
            </a:xfrm>
            <a:custGeom>
              <a:avLst/>
              <a:pathLst>
                <a:path w="62398" h="49922">
                  <a:moveTo>
                    <a:pt x="11983" y="49922"/>
                  </a:moveTo>
                  <a:lnTo>
                    <a:pt x="0" y="28857"/>
                  </a:lnTo>
                  <a:lnTo>
                    <a:pt x="50151" y="0"/>
                  </a:lnTo>
                  <a:lnTo>
                    <a:pt x="62398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4134873" y="2337265"/>
              <a:ext cx="88518" cy="124119"/>
            </a:xfrm>
            <a:custGeom>
              <a:avLst/>
              <a:pathLst>
                <a:path w="88518" h="124119">
                  <a:moveTo>
                    <a:pt x="0" y="15891"/>
                  </a:moveTo>
                  <a:lnTo>
                    <a:pt x="25243" y="0"/>
                  </a:lnTo>
                  <a:lnTo>
                    <a:pt x="88518" y="109487"/>
                  </a:lnTo>
                  <a:lnTo>
                    <a:pt x="62879" y="124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4177339" y="2209238"/>
              <a:ext cx="92939" cy="89266"/>
            </a:xfrm>
            <a:custGeom>
              <a:avLst/>
              <a:pathLst>
                <a:path w="92939" h="89266">
                  <a:moveTo>
                    <a:pt x="0" y="32888"/>
                  </a:moveTo>
                  <a:lnTo>
                    <a:pt x="57047" y="0"/>
                  </a:lnTo>
                  <a:lnTo>
                    <a:pt x="92939" y="53395"/>
                  </a:lnTo>
                  <a:lnTo>
                    <a:pt x="31535" y="89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4531407" y="2766708"/>
              <a:ext cx="81651" cy="110620"/>
            </a:xfrm>
            <a:custGeom>
              <a:avLst/>
              <a:pathLst>
                <a:path w="81651" h="110620">
                  <a:moveTo>
                    <a:pt x="81651" y="94368"/>
                  </a:moveTo>
                  <a:lnTo>
                    <a:pt x="55468" y="110620"/>
                  </a:lnTo>
                  <a:lnTo>
                    <a:pt x="53865" y="107812"/>
                  </a:lnTo>
                  <a:lnTo>
                    <a:pt x="0" y="13397"/>
                  </a:lnTo>
                  <a:lnTo>
                    <a:pt x="23478" y="0"/>
                  </a:lnTo>
                  <a:lnTo>
                    <a:pt x="27015" y="1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404224" y="2668609"/>
              <a:ext cx="112679" cy="137726"/>
            </a:xfrm>
            <a:custGeom>
              <a:avLst/>
              <a:pathLst>
                <a:path w="112679" h="137726">
                  <a:moveTo>
                    <a:pt x="0" y="29652"/>
                  </a:moveTo>
                  <a:lnTo>
                    <a:pt x="50111" y="0"/>
                  </a:lnTo>
                  <a:lnTo>
                    <a:pt x="53921" y="1299"/>
                  </a:lnTo>
                  <a:lnTo>
                    <a:pt x="112679" y="101960"/>
                  </a:lnTo>
                  <a:lnTo>
                    <a:pt x="111030" y="110209"/>
                  </a:lnTo>
                  <a:lnTo>
                    <a:pt x="62925" y="13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161646" y="1960309"/>
              <a:ext cx="72488" cy="55384"/>
            </a:xfrm>
            <a:custGeom>
              <a:avLst/>
              <a:pathLst>
                <a:path w="72488" h="55384">
                  <a:moveTo>
                    <a:pt x="72488" y="19194"/>
                  </a:moveTo>
                  <a:lnTo>
                    <a:pt x="10994" y="55384"/>
                  </a:lnTo>
                  <a:lnTo>
                    <a:pt x="0" y="37183"/>
                  </a:lnTo>
                  <a:lnTo>
                    <a:pt x="611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208683" y="1985311"/>
              <a:ext cx="71320" cy="89443"/>
            </a:xfrm>
            <a:custGeom>
              <a:avLst/>
              <a:pathLst>
                <a:path w="71320" h="89443">
                  <a:moveTo>
                    <a:pt x="71320" y="71600"/>
                  </a:moveTo>
                  <a:lnTo>
                    <a:pt x="41640" y="89443"/>
                  </a:lnTo>
                  <a:lnTo>
                    <a:pt x="0" y="19019"/>
                  </a:lnTo>
                  <a:lnTo>
                    <a:pt x="317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247285" y="2154147"/>
              <a:ext cx="114420" cy="99256"/>
            </a:xfrm>
            <a:custGeom>
              <a:avLst/>
              <a:pathLst>
                <a:path w="114420" h="99256">
                  <a:moveTo>
                    <a:pt x="0" y="47613"/>
                  </a:moveTo>
                  <a:lnTo>
                    <a:pt x="82836" y="0"/>
                  </a:lnTo>
                  <a:lnTo>
                    <a:pt x="114420" y="53920"/>
                  </a:lnTo>
                  <a:lnTo>
                    <a:pt x="37793" y="99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103284" y="2155939"/>
              <a:ext cx="50321" cy="62872"/>
            </a:xfrm>
            <a:custGeom>
              <a:avLst/>
              <a:pathLst>
                <a:path w="50321" h="62872">
                  <a:moveTo>
                    <a:pt x="0" y="12290"/>
                  </a:moveTo>
                  <a:lnTo>
                    <a:pt x="21895" y="0"/>
                  </a:lnTo>
                  <a:lnTo>
                    <a:pt x="50321" y="51734"/>
                  </a:lnTo>
                  <a:lnTo>
                    <a:pt x="30626" y="62872"/>
                  </a:lnTo>
                  <a:lnTo>
                    <a:pt x="26168" y="5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4291861" y="2215507"/>
              <a:ext cx="138332" cy="145217"/>
            </a:xfrm>
            <a:custGeom>
              <a:avLst/>
              <a:pathLst>
                <a:path w="138332" h="145217">
                  <a:moveTo>
                    <a:pt x="74306" y="0"/>
                  </a:moveTo>
                  <a:lnTo>
                    <a:pt x="138332" y="105395"/>
                  </a:lnTo>
                  <a:lnTo>
                    <a:pt x="111973" y="120424"/>
                  </a:lnTo>
                  <a:lnTo>
                    <a:pt x="112861" y="123095"/>
                  </a:lnTo>
                  <a:lnTo>
                    <a:pt x="72542" y="145217"/>
                  </a:lnTo>
                  <a:lnTo>
                    <a:pt x="0" y="451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4107170" y="2213979"/>
              <a:ext cx="62932" cy="50792"/>
            </a:xfrm>
            <a:custGeom>
              <a:avLst/>
              <a:pathLst>
                <a:path w="62932" h="50792">
                  <a:moveTo>
                    <a:pt x="12477" y="50792"/>
                  </a:moveTo>
                  <a:lnTo>
                    <a:pt x="0" y="29051"/>
                  </a:lnTo>
                  <a:lnTo>
                    <a:pt x="50564" y="0"/>
                  </a:lnTo>
                  <a:lnTo>
                    <a:pt x="62932" y="21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4063237" y="2220518"/>
              <a:ext cx="49968" cy="61091"/>
            </a:xfrm>
            <a:custGeom>
              <a:avLst/>
              <a:pathLst>
                <a:path w="49968" h="61091">
                  <a:moveTo>
                    <a:pt x="28907" y="61091"/>
                  </a:moveTo>
                  <a:lnTo>
                    <a:pt x="0" y="11795"/>
                  </a:lnTo>
                  <a:lnTo>
                    <a:pt x="20971" y="0"/>
                  </a:lnTo>
                  <a:lnTo>
                    <a:pt x="49968" y="48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4128924" y="2247670"/>
              <a:ext cx="72898" cy="78876"/>
            </a:xfrm>
            <a:custGeom>
              <a:avLst/>
              <a:pathLst>
                <a:path w="72898" h="78876">
                  <a:moveTo>
                    <a:pt x="32554" y="78876"/>
                  </a:moveTo>
                  <a:lnTo>
                    <a:pt x="0" y="24843"/>
                  </a:lnTo>
                  <a:lnTo>
                    <a:pt x="40588" y="0"/>
                  </a:lnTo>
                  <a:lnTo>
                    <a:pt x="72898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4421758" y="2817725"/>
              <a:ext cx="107503" cy="134063"/>
            </a:xfrm>
            <a:custGeom>
              <a:avLst/>
              <a:pathLst>
                <a:path w="107503" h="134063">
                  <a:moveTo>
                    <a:pt x="0" y="24923"/>
                  </a:moveTo>
                  <a:lnTo>
                    <a:pt x="43608" y="0"/>
                  </a:lnTo>
                  <a:lnTo>
                    <a:pt x="71944" y="47621"/>
                  </a:lnTo>
                  <a:lnTo>
                    <a:pt x="107503" y="108148"/>
                  </a:lnTo>
                  <a:lnTo>
                    <a:pt x="63022" y="134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4257859" y="2411627"/>
              <a:ext cx="53861" cy="37034"/>
            </a:xfrm>
            <a:custGeom>
              <a:avLst/>
              <a:pathLst>
                <a:path w="53861" h="37034">
                  <a:moveTo>
                    <a:pt x="42125" y="0"/>
                  </a:moveTo>
                  <a:lnTo>
                    <a:pt x="44596" y="379"/>
                  </a:lnTo>
                  <a:lnTo>
                    <a:pt x="46820" y="1137"/>
                  </a:lnTo>
                  <a:lnTo>
                    <a:pt x="49043" y="2401"/>
                  </a:lnTo>
                  <a:lnTo>
                    <a:pt x="50773" y="3917"/>
                  </a:lnTo>
                  <a:lnTo>
                    <a:pt x="52255" y="5814"/>
                  </a:lnTo>
                  <a:lnTo>
                    <a:pt x="53491" y="8847"/>
                  </a:lnTo>
                  <a:lnTo>
                    <a:pt x="53861" y="12260"/>
                  </a:lnTo>
                  <a:lnTo>
                    <a:pt x="53244" y="15546"/>
                  </a:lnTo>
                  <a:lnTo>
                    <a:pt x="51885" y="18201"/>
                  </a:lnTo>
                  <a:lnTo>
                    <a:pt x="26313" y="27554"/>
                  </a:lnTo>
                  <a:lnTo>
                    <a:pt x="0" y="3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4314018" y="2379000"/>
              <a:ext cx="56212" cy="42674"/>
            </a:xfrm>
            <a:custGeom>
              <a:avLst/>
              <a:pathLst>
                <a:path w="56212" h="42674">
                  <a:moveTo>
                    <a:pt x="3953" y="22324"/>
                  </a:moveTo>
                  <a:lnTo>
                    <a:pt x="31628" y="5814"/>
                  </a:lnTo>
                  <a:lnTo>
                    <a:pt x="38546" y="1895"/>
                  </a:lnTo>
                  <a:lnTo>
                    <a:pt x="40646" y="758"/>
                  </a:lnTo>
                  <a:lnTo>
                    <a:pt x="43240" y="0"/>
                  </a:lnTo>
                  <a:lnTo>
                    <a:pt x="45464" y="0"/>
                  </a:lnTo>
                  <a:lnTo>
                    <a:pt x="48305" y="504"/>
                  </a:lnTo>
                  <a:lnTo>
                    <a:pt x="51518" y="2148"/>
                  </a:lnTo>
                  <a:lnTo>
                    <a:pt x="53741" y="4550"/>
                  </a:lnTo>
                  <a:lnTo>
                    <a:pt x="55471" y="7457"/>
                  </a:lnTo>
                  <a:lnTo>
                    <a:pt x="56212" y="10364"/>
                  </a:lnTo>
                  <a:lnTo>
                    <a:pt x="56088" y="13272"/>
                  </a:lnTo>
                  <a:lnTo>
                    <a:pt x="54976" y="17063"/>
                  </a:lnTo>
                  <a:lnTo>
                    <a:pt x="53247" y="19212"/>
                  </a:lnTo>
                  <a:lnTo>
                    <a:pt x="51641" y="20350"/>
                  </a:lnTo>
                  <a:lnTo>
                    <a:pt x="28413" y="34205"/>
                  </a:lnTo>
                  <a:lnTo>
                    <a:pt x="15319" y="42042"/>
                  </a:lnTo>
                  <a:lnTo>
                    <a:pt x="12354" y="42674"/>
                  </a:lnTo>
                  <a:lnTo>
                    <a:pt x="9759" y="42421"/>
                  </a:lnTo>
                  <a:lnTo>
                    <a:pt x="6423" y="41283"/>
                  </a:lnTo>
                  <a:lnTo>
                    <a:pt x="3953" y="39514"/>
                  </a:lnTo>
                  <a:lnTo>
                    <a:pt x="2841" y="38755"/>
                  </a:lnTo>
                  <a:lnTo>
                    <a:pt x="1235" y="36227"/>
                  </a:lnTo>
                  <a:lnTo>
                    <a:pt x="123" y="33699"/>
                  </a:lnTo>
                  <a:lnTo>
                    <a:pt x="0" y="30034"/>
                  </a:lnTo>
                  <a:lnTo>
                    <a:pt x="618" y="26747"/>
                  </a:lnTo>
                  <a:lnTo>
                    <a:pt x="1853" y="2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4173587" y="2126655"/>
              <a:ext cx="12695" cy="10717"/>
            </a:xfrm>
            <a:custGeom>
              <a:avLst/>
              <a:pathLst>
                <a:path w="12695" h="10717">
                  <a:moveTo>
                    <a:pt x="0" y="3708"/>
                  </a:moveTo>
                  <a:lnTo>
                    <a:pt x="7277" y="0"/>
                  </a:lnTo>
                  <a:lnTo>
                    <a:pt x="12695" y="6652"/>
                  </a:lnTo>
                  <a:lnTo>
                    <a:pt x="5110" y="10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089758" y="2200843"/>
              <a:ext cx="38056" cy="37442"/>
            </a:xfrm>
            <a:custGeom>
              <a:avLst/>
              <a:pathLst>
                <a:path w="38056" h="37442">
                  <a:moveTo>
                    <a:pt x="14092" y="37257"/>
                  </a:moveTo>
                  <a:lnTo>
                    <a:pt x="13776" y="37442"/>
                  </a:lnTo>
                  <a:lnTo>
                    <a:pt x="0" y="13540"/>
                  </a:lnTo>
                  <a:lnTo>
                    <a:pt x="23706" y="320"/>
                  </a:lnTo>
                  <a:lnTo>
                    <a:pt x="24281" y="0"/>
                  </a:lnTo>
                  <a:lnTo>
                    <a:pt x="37957" y="23046"/>
                  </a:lnTo>
                  <a:lnTo>
                    <a:pt x="38056" y="23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64749" y="2467525"/>
              <a:ext cx="79675" cy="72361"/>
            </a:xfrm>
            <a:custGeom>
              <a:avLst/>
              <a:pathLst>
                <a:path w="79675" h="72361">
                  <a:moveTo>
                    <a:pt x="0" y="28096"/>
                  </a:moveTo>
                  <a:lnTo>
                    <a:pt x="49394" y="0"/>
                  </a:lnTo>
                  <a:lnTo>
                    <a:pt x="79675" y="40753"/>
                  </a:lnTo>
                  <a:lnTo>
                    <a:pt x="25902" y="7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4218031" y="2470381"/>
              <a:ext cx="105718" cy="133880"/>
            </a:xfrm>
            <a:custGeom>
              <a:avLst/>
              <a:pathLst>
                <a:path w="105718" h="133880">
                  <a:moveTo>
                    <a:pt x="0" y="24726"/>
                  </a:moveTo>
                  <a:lnTo>
                    <a:pt x="42372" y="0"/>
                  </a:lnTo>
                  <a:lnTo>
                    <a:pt x="105718" y="109517"/>
                  </a:lnTo>
                  <a:lnTo>
                    <a:pt x="64012" y="133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4354238" y="2703420"/>
              <a:ext cx="106063" cy="132102"/>
            </a:xfrm>
            <a:custGeom>
              <a:avLst/>
              <a:pathLst>
                <a:path w="106063" h="132102">
                  <a:moveTo>
                    <a:pt x="0" y="24823"/>
                  </a:moveTo>
                  <a:lnTo>
                    <a:pt x="42581" y="0"/>
                  </a:lnTo>
                  <a:lnTo>
                    <a:pt x="106063" y="108036"/>
                  </a:lnTo>
                  <a:lnTo>
                    <a:pt x="63313" y="132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27203" y="2706094"/>
              <a:ext cx="90215" cy="119364"/>
            </a:xfrm>
            <a:custGeom>
              <a:avLst/>
              <a:pathLst>
                <a:path w="90215" h="119364">
                  <a:moveTo>
                    <a:pt x="0" y="16041"/>
                  </a:moveTo>
                  <a:lnTo>
                    <a:pt x="27636" y="0"/>
                  </a:lnTo>
                  <a:lnTo>
                    <a:pt x="90215" y="106467"/>
                  </a:lnTo>
                  <a:lnTo>
                    <a:pt x="89041" y="112874"/>
                  </a:lnTo>
                  <a:lnTo>
                    <a:pt x="78944" y="119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395449" y="2515578"/>
              <a:ext cx="92408" cy="85482"/>
            </a:xfrm>
            <a:custGeom>
              <a:avLst/>
              <a:pathLst>
                <a:path w="92408" h="85482">
                  <a:moveTo>
                    <a:pt x="0" y="32029"/>
                  </a:moveTo>
                  <a:lnTo>
                    <a:pt x="55234" y="0"/>
                  </a:lnTo>
                  <a:lnTo>
                    <a:pt x="92408" y="49738"/>
                  </a:lnTo>
                  <a:lnTo>
                    <a:pt x="31223" y="85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465291" y="2625143"/>
              <a:ext cx="139912" cy="145425"/>
            </a:xfrm>
            <a:custGeom>
              <a:avLst/>
              <a:pathLst>
                <a:path w="139912" h="145425">
                  <a:moveTo>
                    <a:pt x="0" y="42236"/>
                  </a:moveTo>
                  <a:lnTo>
                    <a:pt x="564" y="38271"/>
                  </a:lnTo>
                  <a:lnTo>
                    <a:pt x="63216" y="0"/>
                  </a:lnTo>
                  <a:lnTo>
                    <a:pt x="67792" y="2956"/>
                  </a:lnTo>
                  <a:lnTo>
                    <a:pt x="139912" y="98676"/>
                  </a:lnTo>
                  <a:lnTo>
                    <a:pt x="117407" y="112307"/>
                  </a:lnTo>
                  <a:lnTo>
                    <a:pt x="112110" y="116742"/>
                  </a:lnTo>
                  <a:lnTo>
                    <a:pt x="60242" y="145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4569586" y="2732094"/>
              <a:ext cx="67400" cy="54900"/>
            </a:xfrm>
            <a:custGeom>
              <a:avLst/>
              <a:pathLst>
                <a:path w="67400" h="54900">
                  <a:moveTo>
                    <a:pt x="0" y="27173"/>
                  </a:moveTo>
                  <a:lnTo>
                    <a:pt x="46925" y="0"/>
                  </a:lnTo>
                  <a:lnTo>
                    <a:pt x="67400" y="26105"/>
                  </a:lnTo>
                  <a:lnTo>
                    <a:pt x="16937" y="54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4586171" y="2766612"/>
              <a:ext cx="101628" cy="100096"/>
            </a:xfrm>
            <a:custGeom>
              <a:avLst/>
              <a:pathLst>
                <a:path w="101628" h="100096">
                  <a:moveTo>
                    <a:pt x="0" y="27730"/>
                  </a:moveTo>
                  <a:lnTo>
                    <a:pt x="50909" y="0"/>
                  </a:lnTo>
                  <a:lnTo>
                    <a:pt x="101628" y="64829"/>
                  </a:lnTo>
                  <a:lnTo>
                    <a:pt x="68625" y="83409"/>
                  </a:lnTo>
                  <a:lnTo>
                    <a:pt x="41445" y="100096"/>
                  </a:lnTo>
                  <a:lnTo>
                    <a:pt x="28484" y="77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4430666" y="2572653"/>
              <a:ext cx="93913" cy="82940"/>
            </a:xfrm>
            <a:custGeom>
              <a:avLst/>
              <a:pathLst>
                <a:path w="93913" h="82940">
                  <a:moveTo>
                    <a:pt x="0" y="34548"/>
                  </a:moveTo>
                  <a:lnTo>
                    <a:pt x="61598" y="0"/>
                  </a:lnTo>
                  <a:lnTo>
                    <a:pt x="93913" y="42556"/>
                  </a:lnTo>
                  <a:lnTo>
                    <a:pt x="27992" y="8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4546634" y="2590274"/>
              <a:ext cx="103479" cy="123903"/>
            </a:xfrm>
            <a:custGeom>
              <a:avLst/>
              <a:pathLst>
                <a:path w="103479" h="123903">
                  <a:moveTo>
                    <a:pt x="0" y="23977"/>
                  </a:moveTo>
                  <a:lnTo>
                    <a:pt x="39986" y="0"/>
                  </a:lnTo>
                  <a:lnTo>
                    <a:pt x="103479" y="108474"/>
                  </a:lnTo>
                  <a:lnTo>
                    <a:pt x="75305" y="12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4044595" y="2047147"/>
              <a:ext cx="62578" cy="58803"/>
            </a:xfrm>
            <a:custGeom>
              <a:avLst/>
              <a:pathLst>
                <a:path w="62578" h="58803">
                  <a:moveTo>
                    <a:pt x="21541" y="58803"/>
                  </a:moveTo>
                  <a:lnTo>
                    <a:pt x="0" y="20881"/>
                  </a:lnTo>
                  <a:lnTo>
                    <a:pt x="37836" y="0"/>
                  </a:lnTo>
                  <a:lnTo>
                    <a:pt x="62578" y="34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4326973" y="2407578"/>
              <a:ext cx="81120" cy="81383"/>
            </a:xfrm>
            <a:custGeom>
              <a:avLst/>
              <a:pathLst>
                <a:path w="81120" h="81383">
                  <a:moveTo>
                    <a:pt x="0" y="24022"/>
                  </a:moveTo>
                  <a:lnTo>
                    <a:pt x="42215" y="0"/>
                  </a:lnTo>
                  <a:lnTo>
                    <a:pt x="81120" y="53588"/>
                  </a:lnTo>
                  <a:lnTo>
                    <a:pt x="57792" y="68448"/>
                  </a:lnTo>
                  <a:lnTo>
                    <a:pt x="34615" y="81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4213849" y="2267692"/>
              <a:ext cx="136535" cy="146834"/>
            </a:xfrm>
            <a:custGeom>
              <a:avLst/>
              <a:pathLst>
                <a:path w="136535" h="146834">
                  <a:moveTo>
                    <a:pt x="63180" y="0"/>
                  </a:moveTo>
                  <a:lnTo>
                    <a:pt x="134505" y="97545"/>
                  </a:lnTo>
                  <a:lnTo>
                    <a:pt x="136535" y="101611"/>
                  </a:lnTo>
                  <a:lnTo>
                    <a:pt x="63332" y="146834"/>
                  </a:lnTo>
                  <a:lnTo>
                    <a:pt x="0" y="38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4098764" y="2275792"/>
              <a:ext cx="56538" cy="68520"/>
            </a:xfrm>
            <a:custGeom>
              <a:avLst/>
              <a:pathLst>
                <a:path w="56538" h="68520">
                  <a:moveTo>
                    <a:pt x="0" y="15999"/>
                  </a:moveTo>
                  <a:lnTo>
                    <a:pt x="24965" y="0"/>
                  </a:lnTo>
                  <a:lnTo>
                    <a:pt x="56538" y="53360"/>
                  </a:lnTo>
                  <a:lnTo>
                    <a:pt x="30609" y="6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267735" y="2438737"/>
              <a:ext cx="114555" cy="135977"/>
            </a:xfrm>
            <a:custGeom>
              <a:avLst/>
              <a:pathLst>
                <a:path w="114555" h="135977">
                  <a:moveTo>
                    <a:pt x="0" y="27255"/>
                  </a:moveTo>
                  <a:lnTo>
                    <a:pt x="48459" y="0"/>
                  </a:lnTo>
                  <a:lnTo>
                    <a:pt x="50683" y="0"/>
                  </a:lnTo>
                  <a:lnTo>
                    <a:pt x="53277" y="2401"/>
                  </a:lnTo>
                  <a:lnTo>
                    <a:pt x="114555" y="106301"/>
                  </a:lnTo>
                  <a:lnTo>
                    <a:pt x="63883" y="135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5546" y="2310411"/>
              <a:ext cx="103442" cy="132633"/>
            </a:xfrm>
            <a:custGeom>
              <a:avLst/>
              <a:pathLst>
                <a:path w="103442" h="132633">
                  <a:moveTo>
                    <a:pt x="0" y="23936"/>
                  </a:moveTo>
                  <a:lnTo>
                    <a:pt x="40231" y="0"/>
                  </a:lnTo>
                  <a:lnTo>
                    <a:pt x="103442" y="110133"/>
                  </a:lnTo>
                  <a:lnTo>
                    <a:pt x="64089" y="132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31545" y="2142172"/>
              <a:ext cx="71759" cy="87132"/>
            </a:xfrm>
            <a:custGeom>
              <a:avLst/>
              <a:pathLst>
                <a:path w="71759" h="87132">
                  <a:moveTo>
                    <a:pt x="45976" y="87132"/>
                  </a:moveTo>
                  <a:lnTo>
                    <a:pt x="0" y="11179"/>
                  </a:lnTo>
                  <a:lnTo>
                    <a:pt x="20046" y="0"/>
                  </a:lnTo>
                  <a:lnTo>
                    <a:pt x="71759" y="73945"/>
                  </a:lnTo>
                  <a:lnTo>
                    <a:pt x="50841" y="86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384772" y="2358613"/>
              <a:ext cx="97046" cy="88889"/>
            </a:xfrm>
            <a:custGeom>
              <a:avLst/>
              <a:pathLst>
                <a:path w="97046" h="88889">
                  <a:moveTo>
                    <a:pt x="0" y="38867"/>
                  </a:moveTo>
                  <a:lnTo>
                    <a:pt x="65809" y="0"/>
                  </a:lnTo>
                  <a:lnTo>
                    <a:pt x="97046" y="52606"/>
                  </a:lnTo>
                  <a:lnTo>
                    <a:pt x="36806" y="88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465349" y="2473237"/>
              <a:ext cx="87204" cy="85133"/>
            </a:xfrm>
            <a:custGeom>
              <a:avLst/>
              <a:pathLst>
                <a:path w="87204" h="85133">
                  <a:moveTo>
                    <a:pt x="0" y="32135"/>
                  </a:moveTo>
                  <a:lnTo>
                    <a:pt x="54253" y="0"/>
                  </a:lnTo>
                  <a:lnTo>
                    <a:pt x="87204" y="58324"/>
                  </a:lnTo>
                  <a:lnTo>
                    <a:pt x="40203" y="85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9858" y="2066631"/>
              <a:ext cx="108080" cy="74989"/>
            </a:xfrm>
            <a:custGeom>
              <a:avLst/>
              <a:pathLst>
                <a:path w="108080" h="74989">
                  <a:moveTo>
                    <a:pt x="0" y="56075"/>
                  </a:moveTo>
                  <a:lnTo>
                    <a:pt x="96184" y="0"/>
                  </a:lnTo>
                  <a:lnTo>
                    <a:pt x="108080" y="20917"/>
                  </a:lnTo>
                  <a:lnTo>
                    <a:pt x="15747" y="74989"/>
                  </a:lnTo>
                  <a:lnTo>
                    <a:pt x="12948" y="74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3986376" y="2071751"/>
              <a:ext cx="62819" cy="47940"/>
            </a:xfrm>
            <a:custGeom>
              <a:avLst/>
              <a:pathLst>
                <a:path w="62819" h="47940">
                  <a:moveTo>
                    <a:pt x="0" y="27379"/>
                  </a:moveTo>
                  <a:lnTo>
                    <a:pt x="51316" y="0"/>
                  </a:lnTo>
                  <a:lnTo>
                    <a:pt x="62819" y="21625"/>
                  </a:lnTo>
                  <a:lnTo>
                    <a:pt x="11414" y="47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069789" y="2087150"/>
              <a:ext cx="55264" cy="45282"/>
            </a:xfrm>
            <a:custGeom>
              <a:avLst/>
              <a:pathLst>
                <a:path w="55264" h="45282">
                  <a:moveTo>
                    <a:pt x="12722" y="45282"/>
                  </a:moveTo>
                  <a:lnTo>
                    <a:pt x="0" y="24672"/>
                  </a:lnTo>
                  <a:lnTo>
                    <a:pt x="42583" y="0"/>
                  </a:lnTo>
                  <a:lnTo>
                    <a:pt x="55264" y="2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086951" y="2114132"/>
              <a:ext cx="56795" cy="45637"/>
            </a:xfrm>
            <a:custGeom>
              <a:avLst/>
              <a:pathLst>
                <a:path w="56795" h="45637">
                  <a:moveTo>
                    <a:pt x="11735" y="45637"/>
                  </a:moveTo>
                  <a:lnTo>
                    <a:pt x="0" y="25666"/>
                  </a:lnTo>
                  <a:lnTo>
                    <a:pt x="43521" y="0"/>
                  </a:lnTo>
                  <a:lnTo>
                    <a:pt x="56795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001971" y="2100053"/>
              <a:ext cx="89229" cy="92173"/>
            </a:xfrm>
            <a:custGeom>
              <a:avLst/>
              <a:pathLst>
                <a:path w="89229" h="92173">
                  <a:moveTo>
                    <a:pt x="0" y="26034"/>
                  </a:moveTo>
                  <a:lnTo>
                    <a:pt x="51607" y="0"/>
                  </a:lnTo>
                  <a:lnTo>
                    <a:pt x="89229" y="63347"/>
                  </a:lnTo>
                  <a:lnTo>
                    <a:pt x="4028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589065" y="2865095"/>
              <a:ext cx="30874" cy="23526"/>
            </a:xfrm>
            <a:custGeom>
              <a:avLst/>
              <a:pathLst>
                <a:path w="30874" h="23526">
                  <a:moveTo>
                    <a:pt x="0" y="16072"/>
                  </a:moveTo>
                  <a:lnTo>
                    <a:pt x="26350" y="0"/>
                  </a:lnTo>
                  <a:lnTo>
                    <a:pt x="30874" y="7712"/>
                  </a:lnTo>
                  <a:lnTo>
                    <a:pt x="4252" y="23526"/>
                  </a:lnTo>
                  <a:lnTo>
                    <a:pt x="2167" y="1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3215155" y="3136063"/>
              <a:ext cx="57134" cy="47449"/>
            </a:xfrm>
            <a:custGeom>
              <a:avLst/>
              <a:pathLst>
                <a:path w="57134" h="47449">
                  <a:moveTo>
                    <a:pt x="35484" y="34129"/>
                  </a:moveTo>
                  <a:lnTo>
                    <a:pt x="25165" y="40100"/>
                  </a:lnTo>
                  <a:lnTo>
                    <a:pt x="12287" y="47449"/>
                  </a:lnTo>
                  <a:lnTo>
                    <a:pt x="0" y="25866"/>
                  </a:lnTo>
                  <a:lnTo>
                    <a:pt x="44679" y="0"/>
                  </a:lnTo>
                  <a:lnTo>
                    <a:pt x="57134" y="20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3281680" y="3152007"/>
              <a:ext cx="23852" cy="27440"/>
            </a:xfrm>
            <a:custGeom>
              <a:avLst/>
              <a:pathLst>
                <a:path w="23852" h="27440">
                  <a:moveTo>
                    <a:pt x="0" y="6735"/>
                  </a:moveTo>
                  <a:lnTo>
                    <a:pt x="11860" y="0"/>
                  </a:lnTo>
                  <a:lnTo>
                    <a:pt x="19613" y="13647"/>
                  </a:lnTo>
                  <a:lnTo>
                    <a:pt x="23852" y="20525"/>
                  </a:lnTo>
                  <a:lnTo>
                    <a:pt x="19987" y="22945"/>
                  </a:lnTo>
                  <a:lnTo>
                    <a:pt x="12468" y="2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3074241" y="3175120"/>
              <a:ext cx="46119" cy="74383"/>
            </a:xfrm>
            <a:custGeom>
              <a:avLst/>
              <a:pathLst>
                <a:path w="46119" h="74383">
                  <a:moveTo>
                    <a:pt x="26869" y="49383"/>
                  </a:moveTo>
                  <a:lnTo>
                    <a:pt x="0" y="2189"/>
                  </a:lnTo>
                  <a:lnTo>
                    <a:pt x="4688" y="0"/>
                  </a:lnTo>
                  <a:lnTo>
                    <a:pt x="31563" y="46475"/>
                  </a:lnTo>
                  <a:lnTo>
                    <a:pt x="46119" y="71695"/>
                  </a:lnTo>
                  <a:lnTo>
                    <a:pt x="42068" y="7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3334400" y="3274937"/>
              <a:ext cx="71103" cy="73933"/>
            </a:xfrm>
            <a:custGeom>
              <a:avLst/>
              <a:pathLst>
                <a:path w="71103" h="73933">
                  <a:moveTo>
                    <a:pt x="47894" y="61772"/>
                  </a:moveTo>
                  <a:lnTo>
                    <a:pt x="27163" y="73933"/>
                  </a:lnTo>
                  <a:lnTo>
                    <a:pt x="25697" y="71373"/>
                  </a:lnTo>
                  <a:lnTo>
                    <a:pt x="20424" y="62160"/>
                  </a:lnTo>
                  <a:lnTo>
                    <a:pt x="16806" y="55838"/>
                  </a:lnTo>
                  <a:lnTo>
                    <a:pt x="13736" y="50474"/>
                  </a:lnTo>
                  <a:lnTo>
                    <a:pt x="0" y="26472"/>
                  </a:lnTo>
                  <a:lnTo>
                    <a:pt x="19449" y="14617"/>
                  </a:lnTo>
                  <a:lnTo>
                    <a:pt x="43430" y="0"/>
                  </a:lnTo>
                  <a:lnTo>
                    <a:pt x="43558" y="222"/>
                  </a:lnTo>
                  <a:lnTo>
                    <a:pt x="71103" y="48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3201810" y="3326780"/>
              <a:ext cx="130348" cy="146601"/>
            </a:xfrm>
            <a:custGeom>
              <a:avLst/>
              <a:pathLst>
                <a:path w="130348" h="146601">
                  <a:moveTo>
                    <a:pt x="0" y="41141"/>
                  </a:moveTo>
                  <a:lnTo>
                    <a:pt x="67546" y="0"/>
                  </a:lnTo>
                  <a:lnTo>
                    <a:pt x="100066" y="54180"/>
                  </a:lnTo>
                  <a:lnTo>
                    <a:pt x="130348" y="107233"/>
                  </a:lnTo>
                  <a:lnTo>
                    <a:pt x="60454" y="146601"/>
                  </a:lnTo>
                  <a:lnTo>
                    <a:pt x="30666" y="95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2957509" y="3313775"/>
              <a:ext cx="60340" cy="76554"/>
            </a:xfrm>
            <a:custGeom>
              <a:avLst/>
              <a:pathLst>
                <a:path w="60340" h="76554">
                  <a:moveTo>
                    <a:pt x="0" y="15250"/>
                  </a:moveTo>
                  <a:lnTo>
                    <a:pt x="24825" y="0"/>
                  </a:lnTo>
                  <a:lnTo>
                    <a:pt x="60340" y="62910"/>
                  </a:lnTo>
                  <a:lnTo>
                    <a:pt x="36278" y="76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3280566" y="3305404"/>
              <a:ext cx="58008" cy="47691"/>
            </a:xfrm>
            <a:custGeom>
              <a:avLst/>
              <a:pathLst>
                <a:path w="58008" h="47691">
                  <a:moveTo>
                    <a:pt x="0" y="27369"/>
                  </a:moveTo>
                  <a:lnTo>
                    <a:pt x="46558" y="0"/>
                  </a:lnTo>
                  <a:lnTo>
                    <a:pt x="58008" y="20657"/>
                  </a:lnTo>
                  <a:lnTo>
                    <a:pt x="13030" y="4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3386126" y="3311954"/>
              <a:ext cx="57171" cy="47465"/>
            </a:xfrm>
            <a:custGeom>
              <a:avLst/>
              <a:pathLst>
                <a:path w="57171" h="47465">
                  <a:moveTo>
                    <a:pt x="12323" y="47465"/>
                  </a:moveTo>
                  <a:lnTo>
                    <a:pt x="0" y="26093"/>
                  </a:lnTo>
                  <a:lnTo>
                    <a:pt x="44632" y="0"/>
                  </a:lnTo>
                  <a:lnTo>
                    <a:pt x="57171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3297575" y="3330806"/>
              <a:ext cx="56192" cy="48481"/>
            </a:xfrm>
            <a:custGeom>
              <a:avLst/>
              <a:pathLst>
                <a:path w="56192" h="48481">
                  <a:moveTo>
                    <a:pt x="0" y="27822"/>
                  </a:moveTo>
                  <a:lnTo>
                    <a:pt x="44555" y="0"/>
                  </a:lnTo>
                  <a:lnTo>
                    <a:pt x="56192" y="21447"/>
                  </a:lnTo>
                  <a:lnTo>
                    <a:pt x="11214" y="48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3401478" y="3336500"/>
              <a:ext cx="56823" cy="47647"/>
            </a:xfrm>
            <a:custGeom>
              <a:avLst/>
              <a:pathLst>
                <a:path w="56823" h="47647">
                  <a:moveTo>
                    <a:pt x="0" y="27118"/>
                  </a:moveTo>
                  <a:lnTo>
                    <a:pt x="44240" y="0"/>
                  </a:lnTo>
                  <a:lnTo>
                    <a:pt x="56823" y="20572"/>
                  </a:lnTo>
                  <a:lnTo>
                    <a:pt x="12046" y="47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336174" y="3342082"/>
              <a:ext cx="57577" cy="47673"/>
            </a:xfrm>
            <a:custGeom>
              <a:avLst/>
              <a:pathLst>
                <a:path w="57577" h="47673">
                  <a:moveTo>
                    <a:pt x="35314" y="34106"/>
                  </a:moveTo>
                  <a:lnTo>
                    <a:pt x="12405" y="47673"/>
                  </a:lnTo>
                  <a:lnTo>
                    <a:pt x="0" y="26428"/>
                  </a:lnTo>
                  <a:lnTo>
                    <a:pt x="45015" y="0"/>
                  </a:lnTo>
                  <a:lnTo>
                    <a:pt x="57577" y="2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2996186" y="3365373"/>
              <a:ext cx="63651" cy="51715"/>
            </a:xfrm>
            <a:custGeom>
              <a:avLst/>
              <a:pathLst>
                <a:path w="63651" h="51715">
                  <a:moveTo>
                    <a:pt x="0" y="29438"/>
                  </a:moveTo>
                  <a:lnTo>
                    <a:pt x="50915" y="0"/>
                  </a:lnTo>
                  <a:lnTo>
                    <a:pt x="63651" y="21834"/>
                  </a:lnTo>
                  <a:lnTo>
                    <a:pt x="12715" y="51715"/>
                  </a:lnTo>
                  <a:lnTo>
                    <a:pt x="10730" y="4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351216" y="3366774"/>
              <a:ext cx="56021" cy="47305"/>
            </a:xfrm>
            <a:custGeom>
              <a:avLst/>
              <a:pathLst>
                <a:path w="56021" h="47305">
                  <a:moveTo>
                    <a:pt x="0" y="27164"/>
                  </a:moveTo>
                  <a:lnTo>
                    <a:pt x="44680" y="0"/>
                  </a:lnTo>
                  <a:lnTo>
                    <a:pt x="56021" y="20955"/>
                  </a:lnTo>
                  <a:lnTo>
                    <a:pt x="11449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3312339" y="3371576"/>
              <a:ext cx="46768" cy="58074"/>
            </a:xfrm>
            <a:custGeom>
              <a:avLst/>
              <a:pathLst>
                <a:path w="46768" h="58074">
                  <a:moveTo>
                    <a:pt x="0" y="11968"/>
                  </a:moveTo>
                  <a:lnTo>
                    <a:pt x="20322" y="0"/>
                  </a:lnTo>
                  <a:lnTo>
                    <a:pt x="46768" y="46225"/>
                  </a:lnTo>
                  <a:lnTo>
                    <a:pt x="26370" y="58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3126625" y="3155589"/>
              <a:ext cx="56124" cy="47328"/>
            </a:xfrm>
            <a:custGeom>
              <a:avLst/>
              <a:pathLst>
                <a:path w="56124" h="47328">
                  <a:moveTo>
                    <a:pt x="44320" y="0"/>
                  </a:moveTo>
                  <a:lnTo>
                    <a:pt x="56124" y="20797"/>
                  </a:lnTo>
                  <a:lnTo>
                    <a:pt x="11908" y="47328"/>
                  </a:lnTo>
                  <a:lnTo>
                    <a:pt x="0" y="27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3230522" y="3161581"/>
              <a:ext cx="56526" cy="47504"/>
            </a:xfrm>
            <a:custGeom>
              <a:avLst/>
              <a:pathLst>
                <a:path w="56526" h="47504">
                  <a:moveTo>
                    <a:pt x="23707" y="12812"/>
                  </a:moveTo>
                  <a:lnTo>
                    <a:pt x="44195" y="0"/>
                  </a:lnTo>
                  <a:lnTo>
                    <a:pt x="56526" y="21014"/>
                  </a:lnTo>
                  <a:lnTo>
                    <a:pt x="12073" y="47504"/>
                  </a:lnTo>
                  <a:lnTo>
                    <a:pt x="0" y="27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3334902" y="3166567"/>
              <a:ext cx="57257" cy="47608"/>
            </a:xfrm>
            <a:custGeom>
              <a:avLst/>
              <a:pathLst>
                <a:path w="57257" h="47608">
                  <a:moveTo>
                    <a:pt x="44850" y="0"/>
                  </a:moveTo>
                  <a:lnTo>
                    <a:pt x="57257" y="21566"/>
                  </a:lnTo>
                  <a:lnTo>
                    <a:pt x="12998" y="47608"/>
                  </a:lnTo>
                  <a:lnTo>
                    <a:pt x="0" y="26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3294709" y="3170496"/>
              <a:ext cx="48131" cy="57865"/>
            </a:xfrm>
            <a:custGeom>
              <a:avLst/>
              <a:pathLst>
                <a:path w="48131" h="57865">
                  <a:moveTo>
                    <a:pt x="0" y="11850"/>
                  </a:moveTo>
                  <a:lnTo>
                    <a:pt x="20930" y="0"/>
                  </a:lnTo>
                  <a:lnTo>
                    <a:pt x="37883" y="27918"/>
                  </a:lnTo>
                  <a:lnTo>
                    <a:pt x="48131" y="45685"/>
                  </a:lnTo>
                  <a:lnTo>
                    <a:pt x="28010" y="57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056896" y="3183826"/>
              <a:ext cx="53553" cy="79545"/>
            </a:xfrm>
            <a:custGeom>
              <a:avLst/>
              <a:pathLst>
                <a:path w="53553" h="79545">
                  <a:moveTo>
                    <a:pt x="0" y="7143"/>
                  </a:moveTo>
                  <a:lnTo>
                    <a:pt x="11227" y="0"/>
                  </a:lnTo>
                  <a:lnTo>
                    <a:pt x="53553" y="72166"/>
                  </a:lnTo>
                  <a:lnTo>
                    <a:pt x="42200" y="79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269343" y="3187106"/>
              <a:ext cx="48127" cy="58012"/>
            </a:xfrm>
            <a:custGeom>
              <a:avLst/>
              <a:pathLst>
                <a:path w="48127" h="58012">
                  <a:moveTo>
                    <a:pt x="14399" y="36259"/>
                  </a:moveTo>
                  <a:lnTo>
                    <a:pt x="0" y="12598"/>
                  </a:lnTo>
                  <a:lnTo>
                    <a:pt x="20526" y="0"/>
                  </a:lnTo>
                  <a:lnTo>
                    <a:pt x="48127" y="45972"/>
                  </a:lnTo>
                  <a:lnTo>
                    <a:pt x="27694" y="58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2977350" y="3208531"/>
              <a:ext cx="63082" cy="54741"/>
            </a:xfrm>
            <a:custGeom>
              <a:avLst/>
              <a:pathLst>
                <a:path w="63082" h="54741">
                  <a:moveTo>
                    <a:pt x="0" y="30203"/>
                  </a:moveTo>
                  <a:lnTo>
                    <a:pt x="46670" y="0"/>
                  </a:lnTo>
                  <a:lnTo>
                    <a:pt x="63082" y="25860"/>
                  </a:lnTo>
                  <a:lnTo>
                    <a:pt x="15721" y="54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116074" y="3196755"/>
              <a:ext cx="56044" cy="46431"/>
            </a:xfrm>
            <a:custGeom>
              <a:avLst/>
              <a:pathLst>
                <a:path w="56044" h="46431">
                  <a:moveTo>
                    <a:pt x="43084" y="0"/>
                  </a:moveTo>
                  <a:lnTo>
                    <a:pt x="56044" y="19875"/>
                  </a:lnTo>
                  <a:lnTo>
                    <a:pt x="12888" y="46431"/>
                  </a:lnTo>
                  <a:lnTo>
                    <a:pt x="0" y="2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3376051" y="3197348"/>
              <a:ext cx="48443" cy="57548"/>
            </a:xfrm>
            <a:custGeom>
              <a:avLst/>
              <a:pathLst>
                <a:path w="48443" h="57548">
                  <a:moveTo>
                    <a:pt x="27417" y="57548"/>
                  </a:moveTo>
                  <a:lnTo>
                    <a:pt x="0" y="12344"/>
                  </a:lnTo>
                  <a:lnTo>
                    <a:pt x="21688" y="0"/>
                  </a:lnTo>
                  <a:lnTo>
                    <a:pt x="48443" y="4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220822" y="3201927"/>
              <a:ext cx="57345" cy="46627"/>
            </a:xfrm>
            <a:custGeom>
              <a:avLst/>
              <a:pathLst>
                <a:path w="57345" h="46627">
                  <a:moveTo>
                    <a:pt x="12374" y="46627"/>
                  </a:moveTo>
                  <a:lnTo>
                    <a:pt x="0" y="26230"/>
                  </a:lnTo>
                  <a:lnTo>
                    <a:pt x="44126" y="0"/>
                  </a:lnTo>
                  <a:lnTo>
                    <a:pt x="57345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3327908" y="3211230"/>
              <a:ext cx="56380" cy="48079"/>
            </a:xfrm>
            <a:custGeom>
              <a:avLst/>
              <a:pathLst>
                <a:path w="56380" h="48079">
                  <a:moveTo>
                    <a:pt x="42597" y="29213"/>
                  </a:moveTo>
                  <a:lnTo>
                    <a:pt x="11975" y="48079"/>
                  </a:lnTo>
                  <a:lnTo>
                    <a:pt x="0" y="26769"/>
                  </a:lnTo>
                  <a:lnTo>
                    <a:pt x="45581" y="0"/>
                  </a:lnTo>
                  <a:lnTo>
                    <a:pt x="56380" y="20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3131374" y="3222006"/>
              <a:ext cx="57101" cy="47418"/>
            </a:xfrm>
            <a:custGeom>
              <a:avLst/>
              <a:pathLst>
                <a:path w="57101" h="47418">
                  <a:moveTo>
                    <a:pt x="44474" y="0"/>
                  </a:moveTo>
                  <a:lnTo>
                    <a:pt x="57101" y="19847"/>
                  </a:lnTo>
                  <a:lnTo>
                    <a:pt x="13302" y="47418"/>
                  </a:lnTo>
                  <a:lnTo>
                    <a:pt x="0" y="26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2950481" y="3239438"/>
              <a:ext cx="56732" cy="68261"/>
            </a:xfrm>
            <a:custGeom>
              <a:avLst/>
              <a:pathLst>
                <a:path w="56732" h="68261">
                  <a:moveTo>
                    <a:pt x="0" y="11815"/>
                  </a:moveTo>
                  <a:lnTo>
                    <a:pt x="23918" y="0"/>
                  </a:lnTo>
                  <a:lnTo>
                    <a:pt x="56732" y="55409"/>
                  </a:lnTo>
                  <a:lnTo>
                    <a:pt x="43573" y="61521"/>
                  </a:lnTo>
                  <a:lnTo>
                    <a:pt x="32551" y="68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2995130" y="3238758"/>
              <a:ext cx="61256" cy="52779"/>
            </a:xfrm>
            <a:custGeom>
              <a:avLst/>
              <a:pathLst>
                <a:path w="61256" h="52779">
                  <a:moveTo>
                    <a:pt x="0" y="27268"/>
                  </a:moveTo>
                  <a:lnTo>
                    <a:pt x="46993" y="0"/>
                  </a:lnTo>
                  <a:lnTo>
                    <a:pt x="61256" y="25132"/>
                  </a:lnTo>
                  <a:lnTo>
                    <a:pt x="15510" y="52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3235511" y="3226615"/>
              <a:ext cx="57566" cy="47617"/>
            </a:xfrm>
            <a:custGeom>
              <a:avLst/>
              <a:pathLst>
                <a:path w="57566" h="47617">
                  <a:moveTo>
                    <a:pt x="11967" y="47617"/>
                  </a:moveTo>
                  <a:lnTo>
                    <a:pt x="0" y="25986"/>
                  </a:lnTo>
                  <a:lnTo>
                    <a:pt x="45165" y="0"/>
                  </a:lnTo>
                  <a:lnTo>
                    <a:pt x="57566" y="21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170303" y="3232946"/>
              <a:ext cx="57545" cy="47642"/>
            </a:xfrm>
            <a:custGeom>
              <a:avLst/>
              <a:pathLst>
                <a:path w="57545" h="47642">
                  <a:moveTo>
                    <a:pt x="57545" y="19686"/>
                  </a:moveTo>
                  <a:lnTo>
                    <a:pt x="12556" y="47642"/>
                  </a:lnTo>
                  <a:lnTo>
                    <a:pt x="0" y="25625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342899" y="3235859"/>
              <a:ext cx="56768" cy="48357"/>
            </a:xfrm>
            <a:custGeom>
              <a:avLst/>
              <a:pathLst>
                <a:path w="56768" h="48357">
                  <a:moveTo>
                    <a:pt x="31030" y="37188"/>
                  </a:moveTo>
                  <a:lnTo>
                    <a:pt x="12633" y="48357"/>
                  </a:lnTo>
                  <a:lnTo>
                    <a:pt x="0" y="26292"/>
                  </a:lnTo>
                  <a:lnTo>
                    <a:pt x="43737" y="0"/>
                  </a:lnTo>
                  <a:lnTo>
                    <a:pt x="56768" y="21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2920544" y="3255564"/>
              <a:ext cx="59186" cy="70181"/>
            </a:xfrm>
            <a:custGeom>
              <a:avLst/>
              <a:pathLst>
                <a:path w="59186" h="70181">
                  <a:moveTo>
                    <a:pt x="0" y="15960"/>
                  </a:moveTo>
                  <a:lnTo>
                    <a:pt x="28437" y="0"/>
                  </a:lnTo>
                  <a:lnTo>
                    <a:pt x="59186" y="54676"/>
                  </a:lnTo>
                  <a:lnTo>
                    <a:pt x="32078" y="70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012275" y="3253259"/>
              <a:ext cx="85847" cy="65106"/>
            </a:xfrm>
            <a:custGeom>
              <a:avLst/>
              <a:pathLst>
                <a:path w="85847" h="65106">
                  <a:moveTo>
                    <a:pt x="0" y="42286"/>
                  </a:moveTo>
                  <a:lnTo>
                    <a:pt x="72732" y="0"/>
                  </a:lnTo>
                  <a:lnTo>
                    <a:pt x="85847" y="20012"/>
                  </a:lnTo>
                  <a:lnTo>
                    <a:pt x="27205" y="56939"/>
                  </a:lnTo>
                  <a:lnTo>
                    <a:pt x="14235" y="65106"/>
                  </a:lnTo>
                  <a:lnTo>
                    <a:pt x="9332" y="56815"/>
                  </a:lnTo>
                  <a:lnTo>
                    <a:pt x="6251" y="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3277419" y="3241686"/>
              <a:ext cx="56682" cy="47008"/>
            </a:xfrm>
            <a:custGeom>
              <a:avLst/>
              <a:pathLst>
                <a:path w="56682" h="47008">
                  <a:moveTo>
                    <a:pt x="12076" y="47008"/>
                  </a:moveTo>
                  <a:lnTo>
                    <a:pt x="0" y="27109"/>
                  </a:lnTo>
                  <a:lnTo>
                    <a:pt x="44761" y="0"/>
                  </a:lnTo>
                  <a:lnTo>
                    <a:pt x="56682" y="2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300684" y="3066540"/>
              <a:ext cx="46453" cy="58100"/>
            </a:xfrm>
            <a:custGeom>
              <a:avLst/>
              <a:pathLst>
                <a:path w="46453" h="58100">
                  <a:moveTo>
                    <a:pt x="0" y="12588"/>
                  </a:moveTo>
                  <a:lnTo>
                    <a:pt x="19959" y="0"/>
                  </a:lnTo>
                  <a:lnTo>
                    <a:pt x="46453" y="45554"/>
                  </a:lnTo>
                  <a:lnTo>
                    <a:pt x="26611" y="5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3236808" y="3070301"/>
              <a:ext cx="46800" cy="58267"/>
            </a:xfrm>
            <a:custGeom>
              <a:avLst/>
              <a:pathLst>
                <a:path w="46800" h="58267">
                  <a:moveTo>
                    <a:pt x="0" y="13243"/>
                  </a:moveTo>
                  <a:lnTo>
                    <a:pt x="19770" y="0"/>
                  </a:lnTo>
                  <a:lnTo>
                    <a:pt x="46800" y="46245"/>
                  </a:lnTo>
                  <a:lnTo>
                    <a:pt x="26720" y="5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3275652" y="3081288"/>
              <a:ext cx="47486" cy="58996"/>
            </a:xfrm>
            <a:custGeom>
              <a:avLst/>
              <a:pathLst>
                <a:path w="47486" h="58996">
                  <a:moveTo>
                    <a:pt x="15593" y="38956"/>
                  </a:moveTo>
                  <a:lnTo>
                    <a:pt x="0" y="12212"/>
                  </a:lnTo>
                  <a:lnTo>
                    <a:pt x="21152" y="0"/>
                  </a:lnTo>
                  <a:lnTo>
                    <a:pt x="47486" y="45477"/>
                  </a:lnTo>
                  <a:lnTo>
                    <a:pt x="28649" y="58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3381265" y="3245980"/>
              <a:ext cx="57162" cy="48213"/>
            </a:xfrm>
            <a:custGeom>
              <a:avLst/>
              <a:pathLst>
                <a:path w="57162" h="48213">
                  <a:moveTo>
                    <a:pt x="12744" y="48213"/>
                  </a:moveTo>
                  <a:lnTo>
                    <a:pt x="0" y="26981"/>
                  </a:lnTo>
                  <a:lnTo>
                    <a:pt x="44829" y="0"/>
                  </a:lnTo>
                  <a:lnTo>
                    <a:pt x="57162" y="20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185471" y="3255452"/>
              <a:ext cx="56478" cy="48986"/>
            </a:xfrm>
            <a:custGeom>
              <a:avLst/>
              <a:pathLst>
                <a:path w="56478" h="48986">
                  <a:moveTo>
                    <a:pt x="56478" y="21817"/>
                  </a:moveTo>
                  <a:lnTo>
                    <a:pt x="19205" y="44264"/>
                  </a:lnTo>
                  <a:lnTo>
                    <a:pt x="16806" y="45708"/>
                  </a:lnTo>
                  <a:lnTo>
                    <a:pt x="16618" y="45817"/>
                  </a:lnTo>
                  <a:lnTo>
                    <a:pt x="11363" y="48986"/>
                  </a:lnTo>
                  <a:lnTo>
                    <a:pt x="0" y="27866"/>
                  </a:lnTo>
                  <a:lnTo>
                    <a:pt x="24160" y="12274"/>
                  </a:lnTo>
                  <a:lnTo>
                    <a:pt x="431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146271" y="3261357"/>
              <a:ext cx="47278" cy="56497"/>
            </a:xfrm>
            <a:custGeom>
              <a:avLst/>
              <a:pathLst>
                <a:path w="47278" h="56497">
                  <a:moveTo>
                    <a:pt x="19814" y="0"/>
                  </a:moveTo>
                  <a:lnTo>
                    <a:pt x="47278" y="45219"/>
                  </a:lnTo>
                  <a:lnTo>
                    <a:pt x="25983" y="56497"/>
                  </a:lnTo>
                  <a:lnTo>
                    <a:pt x="0" y="11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291232" y="3266515"/>
              <a:ext cx="58510" cy="47170"/>
            </a:xfrm>
            <a:custGeom>
              <a:avLst/>
              <a:pathLst>
                <a:path w="58510" h="47170">
                  <a:moveTo>
                    <a:pt x="12521" y="47170"/>
                  </a:moveTo>
                  <a:lnTo>
                    <a:pt x="0" y="26677"/>
                  </a:lnTo>
                  <a:lnTo>
                    <a:pt x="45399" y="0"/>
                  </a:lnTo>
                  <a:lnTo>
                    <a:pt x="58510" y="20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211005" y="3087355"/>
              <a:ext cx="46413" cy="57121"/>
            </a:xfrm>
            <a:custGeom>
              <a:avLst/>
              <a:pathLst>
                <a:path w="46413" h="57121">
                  <a:moveTo>
                    <a:pt x="0" y="11192"/>
                  </a:moveTo>
                  <a:lnTo>
                    <a:pt x="20129" y="0"/>
                  </a:lnTo>
                  <a:lnTo>
                    <a:pt x="46413" y="44814"/>
                  </a:lnTo>
                  <a:lnTo>
                    <a:pt x="26555" y="57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330485" y="3115922"/>
              <a:ext cx="46479" cy="58761"/>
            </a:xfrm>
            <a:custGeom>
              <a:avLst/>
              <a:pathLst>
                <a:path w="46479" h="58761">
                  <a:moveTo>
                    <a:pt x="0" y="13121"/>
                  </a:moveTo>
                  <a:lnTo>
                    <a:pt x="19818" y="0"/>
                  </a:lnTo>
                  <a:lnTo>
                    <a:pt x="46479" y="46971"/>
                  </a:lnTo>
                  <a:lnTo>
                    <a:pt x="26193" y="5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3175970" y="3126716"/>
              <a:ext cx="58394" cy="46214"/>
            </a:xfrm>
            <a:custGeom>
              <a:avLst/>
              <a:pathLst>
                <a:path w="58394" h="46214">
                  <a:moveTo>
                    <a:pt x="0" y="25855"/>
                  </a:moveTo>
                  <a:lnTo>
                    <a:pt x="46048" y="0"/>
                  </a:lnTo>
                  <a:lnTo>
                    <a:pt x="58394" y="20402"/>
                  </a:lnTo>
                  <a:lnTo>
                    <a:pt x="13041" y="46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305105" y="3131211"/>
              <a:ext cx="47603" cy="57807"/>
            </a:xfrm>
            <a:custGeom>
              <a:avLst/>
              <a:pathLst>
                <a:path w="47603" h="57807">
                  <a:moveTo>
                    <a:pt x="27360" y="57807"/>
                  </a:moveTo>
                  <a:lnTo>
                    <a:pt x="0" y="13637"/>
                  </a:lnTo>
                  <a:lnTo>
                    <a:pt x="21174" y="0"/>
                  </a:lnTo>
                  <a:lnTo>
                    <a:pt x="47603" y="46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3294348" y="3147029"/>
              <a:ext cx="19311" cy="25052"/>
            </a:xfrm>
            <a:custGeom>
              <a:avLst/>
              <a:pathLst>
                <a:path w="19311" h="25052">
                  <a:moveTo>
                    <a:pt x="0" y="4498"/>
                  </a:moveTo>
                  <a:lnTo>
                    <a:pt x="7016" y="0"/>
                  </a:lnTo>
                  <a:lnTo>
                    <a:pt x="19311" y="20522"/>
                  </a:lnTo>
                  <a:lnTo>
                    <a:pt x="11868" y="25052"/>
                  </a:lnTo>
                  <a:lnTo>
                    <a:pt x="9881" y="21314"/>
                  </a:lnTo>
                  <a:lnTo>
                    <a:pt x="7944" y="17970"/>
                  </a:lnTo>
                  <a:lnTo>
                    <a:pt x="4464" y="12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3196613" y="3169859"/>
              <a:ext cx="24928" cy="26859"/>
            </a:xfrm>
            <a:custGeom>
              <a:avLst/>
              <a:pathLst>
                <a:path w="24928" h="26859">
                  <a:moveTo>
                    <a:pt x="0" y="9808"/>
                  </a:moveTo>
                  <a:lnTo>
                    <a:pt x="15114" y="0"/>
                  </a:lnTo>
                  <a:lnTo>
                    <a:pt x="24928" y="16781"/>
                  </a:lnTo>
                  <a:lnTo>
                    <a:pt x="9417" y="2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3167895" y="3176738"/>
              <a:ext cx="37347" cy="36625"/>
            </a:xfrm>
            <a:custGeom>
              <a:avLst/>
              <a:pathLst>
                <a:path w="37347" h="36625">
                  <a:moveTo>
                    <a:pt x="11955" y="36625"/>
                  </a:moveTo>
                  <a:lnTo>
                    <a:pt x="0" y="14723"/>
                  </a:lnTo>
                  <a:lnTo>
                    <a:pt x="26242" y="0"/>
                  </a:lnTo>
                  <a:lnTo>
                    <a:pt x="37347" y="20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3181690" y="3191105"/>
              <a:ext cx="54597" cy="48480"/>
            </a:xfrm>
            <a:custGeom>
              <a:avLst/>
              <a:pathLst>
                <a:path w="54597" h="48480">
                  <a:moveTo>
                    <a:pt x="0" y="26589"/>
                  </a:moveTo>
                  <a:lnTo>
                    <a:pt x="42369" y="0"/>
                  </a:lnTo>
                  <a:lnTo>
                    <a:pt x="54597" y="21463"/>
                  </a:lnTo>
                  <a:lnTo>
                    <a:pt x="11448" y="48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3267237" y="3121778"/>
              <a:ext cx="31893" cy="32786"/>
            </a:xfrm>
            <a:custGeom>
              <a:avLst/>
              <a:pathLst>
                <a:path w="31893" h="32786">
                  <a:moveTo>
                    <a:pt x="0" y="11817"/>
                  </a:moveTo>
                  <a:lnTo>
                    <a:pt x="18966" y="0"/>
                  </a:lnTo>
                  <a:lnTo>
                    <a:pt x="31893" y="21365"/>
                  </a:lnTo>
                  <a:lnTo>
                    <a:pt x="12163" y="32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3306151" y="3003268"/>
              <a:ext cx="21442" cy="21731"/>
            </a:xfrm>
            <a:custGeom>
              <a:avLst/>
              <a:pathLst>
                <a:path w="21442" h="21731">
                  <a:moveTo>
                    <a:pt x="11890" y="0"/>
                  </a:moveTo>
                  <a:lnTo>
                    <a:pt x="16361" y="1455"/>
                  </a:lnTo>
                  <a:lnTo>
                    <a:pt x="19105" y="3950"/>
                  </a:lnTo>
                  <a:lnTo>
                    <a:pt x="21239" y="8318"/>
                  </a:lnTo>
                  <a:lnTo>
                    <a:pt x="21442" y="12581"/>
                  </a:lnTo>
                  <a:lnTo>
                    <a:pt x="19816" y="16948"/>
                  </a:lnTo>
                  <a:lnTo>
                    <a:pt x="16463" y="20275"/>
                  </a:lnTo>
                  <a:lnTo>
                    <a:pt x="13109" y="21731"/>
                  </a:lnTo>
                  <a:lnTo>
                    <a:pt x="8434" y="21627"/>
                  </a:lnTo>
                  <a:lnTo>
                    <a:pt x="5589" y="20691"/>
                  </a:lnTo>
                  <a:lnTo>
                    <a:pt x="1219" y="16324"/>
                  </a:lnTo>
                  <a:lnTo>
                    <a:pt x="0" y="11957"/>
                  </a:lnTo>
                  <a:lnTo>
                    <a:pt x="101" y="9045"/>
                  </a:lnTo>
                  <a:lnTo>
                    <a:pt x="1626" y="5199"/>
                  </a:lnTo>
                  <a:lnTo>
                    <a:pt x="4471" y="1871"/>
                  </a:lnTo>
                  <a:lnTo>
                    <a:pt x="9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3260676" y="3041786"/>
              <a:ext cx="57694" cy="47534"/>
            </a:xfrm>
            <a:custGeom>
              <a:avLst/>
              <a:pathLst>
                <a:path w="57694" h="47534">
                  <a:moveTo>
                    <a:pt x="0" y="26939"/>
                  </a:moveTo>
                  <a:lnTo>
                    <a:pt x="43574" y="0"/>
                  </a:lnTo>
                  <a:lnTo>
                    <a:pt x="57694" y="20774"/>
                  </a:lnTo>
                  <a:lnTo>
                    <a:pt x="12894" y="47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3100704" y="3258958"/>
              <a:ext cx="53420" cy="80295"/>
            </a:xfrm>
            <a:custGeom>
              <a:avLst/>
              <a:pathLst>
                <a:path w="53420" h="80295">
                  <a:moveTo>
                    <a:pt x="27771" y="27140"/>
                  </a:moveTo>
                  <a:lnTo>
                    <a:pt x="33295" y="36163"/>
                  </a:lnTo>
                  <a:lnTo>
                    <a:pt x="53420" y="71402"/>
                  </a:lnTo>
                  <a:lnTo>
                    <a:pt x="40657" y="80295"/>
                  </a:lnTo>
                  <a:lnTo>
                    <a:pt x="6727" y="18202"/>
                  </a:lnTo>
                  <a:lnTo>
                    <a:pt x="0" y="6290"/>
                  </a:lnTo>
                  <a:lnTo>
                    <a:pt x="105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3396557" y="3271203"/>
              <a:ext cx="56353" cy="48361"/>
            </a:xfrm>
            <a:custGeom>
              <a:avLst/>
              <a:pathLst>
                <a:path w="56353" h="48361">
                  <a:moveTo>
                    <a:pt x="12055" y="48361"/>
                  </a:moveTo>
                  <a:lnTo>
                    <a:pt x="0" y="28222"/>
                  </a:lnTo>
                  <a:lnTo>
                    <a:pt x="44175" y="0"/>
                  </a:lnTo>
                  <a:lnTo>
                    <a:pt x="56353" y="22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3252366" y="3271017"/>
              <a:ext cx="47937" cy="56841"/>
            </a:xfrm>
            <a:custGeom>
              <a:avLst/>
              <a:pathLst>
                <a:path w="47937" h="56841">
                  <a:moveTo>
                    <a:pt x="0" y="11951"/>
                  </a:moveTo>
                  <a:lnTo>
                    <a:pt x="21011" y="0"/>
                  </a:lnTo>
                  <a:lnTo>
                    <a:pt x="47937" y="44551"/>
                  </a:lnTo>
                  <a:lnTo>
                    <a:pt x="26549" y="56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3178676" y="3288131"/>
              <a:ext cx="87265" cy="74611"/>
            </a:xfrm>
            <a:custGeom>
              <a:avLst/>
              <a:pathLst>
                <a:path w="87265" h="74611">
                  <a:moveTo>
                    <a:pt x="0" y="39529"/>
                  </a:moveTo>
                  <a:lnTo>
                    <a:pt x="65452" y="0"/>
                  </a:lnTo>
                  <a:lnTo>
                    <a:pt x="87265" y="34019"/>
                  </a:lnTo>
                  <a:lnTo>
                    <a:pt x="20178" y="74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3064698" y="3277488"/>
              <a:ext cx="73045" cy="85373"/>
            </a:xfrm>
            <a:custGeom>
              <a:avLst/>
              <a:pathLst>
                <a:path w="73045" h="85373">
                  <a:moveTo>
                    <a:pt x="29120" y="38321"/>
                  </a:moveTo>
                  <a:lnTo>
                    <a:pt x="20692" y="23284"/>
                  </a:lnTo>
                  <a:lnTo>
                    <a:pt x="17813" y="27189"/>
                  </a:lnTo>
                  <a:lnTo>
                    <a:pt x="37380" y="64090"/>
                  </a:lnTo>
                  <a:lnTo>
                    <a:pt x="39596" y="68269"/>
                  </a:lnTo>
                  <a:lnTo>
                    <a:pt x="46197" y="78813"/>
                  </a:lnTo>
                  <a:lnTo>
                    <a:pt x="36232" y="85373"/>
                  </a:lnTo>
                  <a:lnTo>
                    <a:pt x="23151" y="63055"/>
                  </a:lnTo>
                  <a:lnTo>
                    <a:pt x="15632" y="50417"/>
                  </a:lnTo>
                  <a:lnTo>
                    <a:pt x="0" y="24315"/>
                  </a:lnTo>
                  <a:lnTo>
                    <a:pt x="10816" y="17057"/>
                  </a:lnTo>
                  <a:lnTo>
                    <a:pt x="17439" y="12504"/>
                  </a:lnTo>
                  <a:lnTo>
                    <a:pt x="35672" y="0"/>
                  </a:lnTo>
                  <a:lnTo>
                    <a:pt x="73045" y="62980"/>
                  </a:lnTo>
                  <a:lnTo>
                    <a:pt x="51114" y="7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2986186" y="3299215"/>
              <a:ext cx="58428" cy="74244"/>
            </a:xfrm>
            <a:custGeom>
              <a:avLst/>
              <a:pathLst>
                <a:path w="58428" h="74244">
                  <a:moveTo>
                    <a:pt x="0" y="12945"/>
                  </a:moveTo>
                  <a:lnTo>
                    <a:pt x="20934" y="0"/>
                  </a:lnTo>
                  <a:lnTo>
                    <a:pt x="58428" y="60599"/>
                  </a:lnTo>
                  <a:lnTo>
                    <a:pt x="36300" y="74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3028490" y="3300944"/>
              <a:ext cx="55354" cy="55716"/>
            </a:xfrm>
            <a:custGeom>
              <a:avLst/>
              <a:pathLst>
                <a:path w="55354" h="55716">
                  <a:moveTo>
                    <a:pt x="0" y="20603"/>
                  </a:moveTo>
                  <a:lnTo>
                    <a:pt x="33230" y="0"/>
                  </a:lnTo>
                  <a:lnTo>
                    <a:pt x="55354" y="36588"/>
                  </a:lnTo>
                  <a:lnTo>
                    <a:pt x="20730" y="5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3435804" y="3297688"/>
              <a:ext cx="47070" cy="57155"/>
            </a:xfrm>
            <a:custGeom>
              <a:avLst/>
              <a:pathLst>
                <a:path w="47070" h="57155">
                  <a:moveTo>
                    <a:pt x="0" y="11975"/>
                  </a:moveTo>
                  <a:lnTo>
                    <a:pt x="19809" y="0"/>
                  </a:lnTo>
                  <a:lnTo>
                    <a:pt x="47070" y="45678"/>
                  </a:lnTo>
                  <a:lnTo>
                    <a:pt x="26436" y="57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3120127" y="3253850"/>
              <a:ext cx="44505" cy="70572"/>
            </a:xfrm>
            <a:custGeom>
              <a:avLst/>
              <a:pathLst>
                <a:path w="44505" h="70572">
                  <a:moveTo>
                    <a:pt x="0" y="2333"/>
                  </a:moveTo>
                  <a:lnTo>
                    <a:pt x="3979" y="0"/>
                  </a:lnTo>
                  <a:lnTo>
                    <a:pt x="44505" y="67679"/>
                  </a:lnTo>
                  <a:lnTo>
                    <a:pt x="39537" y="705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3029290" y="3192623"/>
              <a:ext cx="53212" cy="68597"/>
            </a:xfrm>
            <a:custGeom>
              <a:avLst/>
              <a:pathLst>
                <a:path w="53212" h="68597">
                  <a:moveTo>
                    <a:pt x="20175" y="0"/>
                  </a:moveTo>
                  <a:lnTo>
                    <a:pt x="53212" y="56079"/>
                  </a:lnTo>
                  <a:lnTo>
                    <a:pt x="31047" y="68597"/>
                  </a:lnTo>
                  <a:lnTo>
                    <a:pt x="0" y="12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3087422" y="3160116"/>
              <a:ext cx="46599" cy="57744"/>
            </a:xfrm>
            <a:custGeom>
              <a:avLst/>
              <a:pathLst>
                <a:path w="46599" h="57744">
                  <a:moveTo>
                    <a:pt x="46599" y="45241"/>
                  </a:moveTo>
                  <a:lnTo>
                    <a:pt x="25604" y="57744"/>
                  </a:lnTo>
                  <a:lnTo>
                    <a:pt x="0" y="13054"/>
                  </a:lnTo>
                  <a:lnTo>
                    <a:pt x="203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3161784" y="3101365"/>
              <a:ext cx="56715" cy="47130"/>
            </a:xfrm>
            <a:custGeom>
              <a:avLst/>
              <a:pathLst>
                <a:path w="56715" h="47130">
                  <a:moveTo>
                    <a:pt x="56715" y="20798"/>
                  </a:moveTo>
                  <a:lnTo>
                    <a:pt x="12296" y="47130"/>
                  </a:lnTo>
                  <a:lnTo>
                    <a:pt x="0" y="26490"/>
                  </a:lnTo>
                  <a:lnTo>
                    <a:pt x="457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3111692" y="3132786"/>
              <a:ext cx="56435" cy="46131"/>
            </a:xfrm>
            <a:custGeom>
              <a:avLst/>
              <a:pathLst>
                <a:path w="56435" h="46131">
                  <a:moveTo>
                    <a:pt x="56435" y="19346"/>
                  </a:moveTo>
                  <a:lnTo>
                    <a:pt x="11930" y="46131"/>
                  </a:lnTo>
                  <a:lnTo>
                    <a:pt x="0" y="25434"/>
                  </a:lnTo>
                  <a:lnTo>
                    <a:pt x="448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3054312" y="3342937"/>
              <a:ext cx="45011" cy="39041"/>
            </a:xfrm>
            <a:custGeom>
              <a:avLst/>
              <a:pathLst>
                <a:path w="45011" h="39041">
                  <a:moveTo>
                    <a:pt x="0" y="19526"/>
                  </a:moveTo>
                  <a:lnTo>
                    <a:pt x="32747" y="0"/>
                  </a:lnTo>
                  <a:lnTo>
                    <a:pt x="45011" y="20615"/>
                  </a:lnTo>
                  <a:lnTo>
                    <a:pt x="14141" y="39041"/>
                  </a:lnTo>
                  <a:lnTo>
                    <a:pt x="10012" y="3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3371692" y="3853543"/>
              <a:ext cx="47097" cy="57944"/>
            </a:xfrm>
            <a:custGeom>
              <a:avLst/>
              <a:pathLst>
                <a:path w="47097" h="57944">
                  <a:moveTo>
                    <a:pt x="27251" y="57944"/>
                  </a:moveTo>
                  <a:lnTo>
                    <a:pt x="0" y="12417"/>
                  </a:lnTo>
                  <a:lnTo>
                    <a:pt x="22130" y="0"/>
                  </a:lnTo>
                  <a:lnTo>
                    <a:pt x="47097" y="46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3220984" y="3768462"/>
              <a:ext cx="48042" cy="57612"/>
            </a:xfrm>
            <a:custGeom>
              <a:avLst/>
              <a:pathLst>
                <a:path w="48042" h="57612">
                  <a:moveTo>
                    <a:pt x="0" y="13305"/>
                  </a:moveTo>
                  <a:lnTo>
                    <a:pt x="20296" y="0"/>
                  </a:lnTo>
                  <a:lnTo>
                    <a:pt x="48042" y="45715"/>
                  </a:lnTo>
                  <a:lnTo>
                    <a:pt x="27255" y="57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3351441" y="3759608"/>
              <a:ext cx="47659" cy="57533"/>
            </a:xfrm>
            <a:custGeom>
              <a:avLst/>
              <a:pathLst>
                <a:path w="47659" h="57533">
                  <a:moveTo>
                    <a:pt x="0" y="12185"/>
                  </a:moveTo>
                  <a:lnTo>
                    <a:pt x="20822" y="0"/>
                  </a:lnTo>
                  <a:lnTo>
                    <a:pt x="47659" y="45819"/>
                  </a:lnTo>
                  <a:lnTo>
                    <a:pt x="27069" y="575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3340662" y="3799842"/>
              <a:ext cx="46672" cy="56480"/>
            </a:xfrm>
            <a:custGeom>
              <a:avLst/>
              <a:pathLst>
                <a:path w="46672" h="56480">
                  <a:moveTo>
                    <a:pt x="0" y="12169"/>
                  </a:moveTo>
                  <a:lnTo>
                    <a:pt x="20589" y="0"/>
                  </a:lnTo>
                  <a:lnTo>
                    <a:pt x="46672" y="44830"/>
                  </a:lnTo>
                  <a:lnTo>
                    <a:pt x="25478" y="5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3275827" y="3805130"/>
              <a:ext cx="46962" cy="57361"/>
            </a:xfrm>
            <a:custGeom>
              <a:avLst/>
              <a:pathLst>
                <a:path w="46962" h="57361">
                  <a:moveTo>
                    <a:pt x="0" y="12186"/>
                  </a:moveTo>
                  <a:lnTo>
                    <a:pt x="19701" y="0"/>
                  </a:lnTo>
                  <a:lnTo>
                    <a:pt x="46962" y="45306"/>
                  </a:lnTo>
                  <a:lnTo>
                    <a:pt x="26540" y="57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3380503" y="3794272"/>
              <a:ext cx="56954" cy="47126"/>
            </a:xfrm>
            <a:custGeom>
              <a:avLst/>
              <a:pathLst>
                <a:path w="56954" h="47126">
                  <a:moveTo>
                    <a:pt x="0" y="25737"/>
                  </a:moveTo>
                  <a:lnTo>
                    <a:pt x="17131" y="16369"/>
                  </a:lnTo>
                  <a:lnTo>
                    <a:pt x="44743" y="0"/>
                  </a:lnTo>
                  <a:lnTo>
                    <a:pt x="56954" y="21884"/>
                  </a:lnTo>
                  <a:lnTo>
                    <a:pt x="12794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3315860" y="3813624"/>
              <a:ext cx="46454" cy="58510"/>
            </a:xfrm>
            <a:custGeom>
              <a:avLst/>
              <a:pathLst>
                <a:path w="46454" h="58510">
                  <a:moveTo>
                    <a:pt x="0" y="12343"/>
                  </a:moveTo>
                  <a:lnTo>
                    <a:pt x="19899" y="0"/>
                  </a:lnTo>
                  <a:lnTo>
                    <a:pt x="46454" y="46600"/>
                  </a:lnTo>
                  <a:lnTo>
                    <a:pt x="25562" y="5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3250295" y="3819530"/>
              <a:ext cx="48811" cy="58174"/>
            </a:xfrm>
            <a:custGeom>
              <a:avLst/>
              <a:pathLst>
                <a:path w="48811" h="58174">
                  <a:moveTo>
                    <a:pt x="0" y="12114"/>
                  </a:moveTo>
                  <a:lnTo>
                    <a:pt x="19578" y="0"/>
                  </a:lnTo>
                  <a:lnTo>
                    <a:pt x="48811" y="45930"/>
                  </a:lnTo>
                  <a:lnTo>
                    <a:pt x="28351" y="58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3398555" y="3825019"/>
              <a:ext cx="56954" cy="47719"/>
            </a:xfrm>
            <a:custGeom>
              <a:avLst/>
              <a:pathLst>
                <a:path w="56954" h="47719">
                  <a:moveTo>
                    <a:pt x="56954" y="20817"/>
                  </a:moveTo>
                  <a:lnTo>
                    <a:pt x="11728" y="47719"/>
                  </a:lnTo>
                  <a:lnTo>
                    <a:pt x="0" y="26644"/>
                  </a:lnTo>
                  <a:lnTo>
                    <a:pt x="44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3280230" y="3855079"/>
              <a:ext cx="57518" cy="46932"/>
            </a:xfrm>
            <a:custGeom>
              <a:avLst/>
              <a:pathLst>
                <a:path w="57518" h="46932">
                  <a:moveTo>
                    <a:pt x="0" y="26083"/>
                  </a:moveTo>
                  <a:lnTo>
                    <a:pt x="44096" y="0"/>
                  </a:lnTo>
                  <a:lnTo>
                    <a:pt x="57518" y="20720"/>
                  </a:lnTo>
                  <a:lnTo>
                    <a:pt x="12471" y="46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3561807" y="3633150"/>
              <a:ext cx="36635" cy="35251"/>
            </a:xfrm>
            <a:custGeom>
              <a:avLst/>
              <a:pathLst>
                <a:path w="36635" h="35251">
                  <a:moveTo>
                    <a:pt x="0" y="15013"/>
                  </a:moveTo>
                  <a:lnTo>
                    <a:pt x="24576" y="0"/>
                  </a:lnTo>
                  <a:lnTo>
                    <a:pt x="36635" y="20463"/>
                  </a:lnTo>
                  <a:lnTo>
                    <a:pt x="20140" y="30656"/>
                  </a:lnTo>
                  <a:lnTo>
                    <a:pt x="11933" y="35251"/>
                  </a:lnTo>
                  <a:lnTo>
                    <a:pt x="8154" y="28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3591291" y="3602823"/>
              <a:ext cx="55709" cy="47549"/>
            </a:xfrm>
            <a:custGeom>
              <a:avLst/>
              <a:pathLst>
                <a:path w="55709" h="47549">
                  <a:moveTo>
                    <a:pt x="11613" y="47549"/>
                  </a:moveTo>
                  <a:lnTo>
                    <a:pt x="0" y="26640"/>
                  </a:lnTo>
                  <a:lnTo>
                    <a:pt x="43403" y="0"/>
                  </a:lnTo>
                  <a:lnTo>
                    <a:pt x="55709" y="20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3395665" y="3616576"/>
              <a:ext cx="58361" cy="47542"/>
            </a:xfrm>
            <a:custGeom>
              <a:avLst/>
              <a:pathLst>
                <a:path w="58361" h="47542">
                  <a:moveTo>
                    <a:pt x="0" y="26452"/>
                  </a:moveTo>
                  <a:lnTo>
                    <a:pt x="46339" y="0"/>
                  </a:lnTo>
                  <a:lnTo>
                    <a:pt x="58361" y="20755"/>
                  </a:lnTo>
                  <a:lnTo>
                    <a:pt x="12350" y="47542"/>
                  </a:lnTo>
                  <a:lnTo>
                    <a:pt x="4822" y="3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3571083" y="3526862"/>
              <a:ext cx="47121" cy="57942"/>
            </a:xfrm>
            <a:custGeom>
              <a:avLst/>
              <a:pathLst>
                <a:path w="47121" h="57942">
                  <a:moveTo>
                    <a:pt x="0" y="11871"/>
                  </a:moveTo>
                  <a:lnTo>
                    <a:pt x="20805" y="0"/>
                  </a:lnTo>
                  <a:lnTo>
                    <a:pt x="47121" y="45360"/>
                  </a:lnTo>
                  <a:lnTo>
                    <a:pt x="26194" y="57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3575474" y="3577065"/>
              <a:ext cx="56522" cy="47808"/>
            </a:xfrm>
            <a:custGeom>
              <a:avLst/>
              <a:pathLst>
                <a:path w="56522" h="47808">
                  <a:moveTo>
                    <a:pt x="20222" y="13478"/>
                  </a:moveTo>
                  <a:lnTo>
                    <a:pt x="44371" y="0"/>
                  </a:lnTo>
                  <a:lnTo>
                    <a:pt x="56522" y="20910"/>
                  </a:lnTo>
                  <a:lnTo>
                    <a:pt x="12172" y="47808"/>
                  </a:lnTo>
                  <a:lnTo>
                    <a:pt x="0" y="25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3446365" y="3601383"/>
              <a:ext cx="48126" cy="58235"/>
            </a:xfrm>
            <a:custGeom>
              <a:avLst/>
              <a:pathLst>
                <a:path w="48126" h="58235">
                  <a:moveTo>
                    <a:pt x="0" y="12275"/>
                  </a:moveTo>
                  <a:lnTo>
                    <a:pt x="21191" y="0"/>
                  </a:lnTo>
                  <a:lnTo>
                    <a:pt x="48126" y="46558"/>
                  </a:lnTo>
                  <a:lnTo>
                    <a:pt x="26815" y="58235"/>
                  </a:lnTo>
                  <a:lnTo>
                    <a:pt x="4705" y="20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3485668" y="3596736"/>
              <a:ext cx="57367" cy="47377"/>
            </a:xfrm>
            <a:custGeom>
              <a:avLst/>
              <a:pathLst>
                <a:path w="57367" h="47377">
                  <a:moveTo>
                    <a:pt x="13278" y="47377"/>
                  </a:moveTo>
                  <a:lnTo>
                    <a:pt x="0" y="27149"/>
                  </a:lnTo>
                  <a:lnTo>
                    <a:pt x="45192" y="0"/>
                  </a:lnTo>
                  <a:lnTo>
                    <a:pt x="57367" y="20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3523029" y="3530445"/>
              <a:ext cx="30604" cy="26766"/>
            </a:xfrm>
            <a:custGeom>
              <a:avLst/>
              <a:pathLst>
                <a:path w="30604" h="26766">
                  <a:moveTo>
                    <a:pt x="0" y="13336"/>
                  </a:moveTo>
                  <a:lnTo>
                    <a:pt x="22899" y="0"/>
                  </a:lnTo>
                  <a:lnTo>
                    <a:pt x="30604" y="12811"/>
                  </a:lnTo>
                  <a:lnTo>
                    <a:pt x="7548" y="26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3530824" y="3672324"/>
              <a:ext cx="57595" cy="49204"/>
            </a:xfrm>
            <a:custGeom>
              <a:avLst/>
              <a:pathLst>
                <a:path w="57595" h="49204">
                  <a:moveTo>
                    <a:pt x="12243" y="49204"/>
                  </a:moveTo>
                  <a:lnTo>
                    <a:pt x="0" y="28787"/>
                  </a:lnTo>
                  <a:lnTo>
                    <a:pt x="44962" y="0"/>
                  </a:lnTo>
                  <a:lnTo>
                    <a:pt x="57595" y="21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3281577" y="3698643"/>
              <a:ext cx="47401" cy="59287"/>
            </a:xfrm>
            <a:custGeom>
              <a:avLst/>
              <a:pathLst>
                <a:path w="47401" h="59287">
                  <a:moveTo>
                    <a:pt x="0" y="11854"/>
                  </a:moveTo>
                  <a:lnTo>
                    <a:pt x="19890" y="0"/>
                  </a:lnTo>
                  <a:lnTo>
                    <a:pt x="47401" y="46649"/>
                  </a:lnTo>
                  <a:lnTo>
                    <a:pt x="26929" y="59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3401324" y="3681368"/>
              <a:ext cx="56944" cy="46971"/>
            </a:xfrm>
            <a:custGeom>
              <a:avLst/>
              <a:pathLst>
                <a:path w="56944" h="46971">
                  <a:moveTo>
                    <a:pt x="0" y="26226"/>
                  </a:moveTo>
                  <a:lnTo>
                    <a:pt x="46047" y="0"/>
                  </a:lnTo>
                  <a:lnTo>
                    <a:pt x="56944" y="20779"/>
                  </a:lnTo>
                  <a:lnTo>
                    <a:pt x="11705" y="4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3471193" y="3571131"/>
              <a:ext cx="57464" cy="48843"/>
            </a:xfrm>
            <a:custGeom>
              <a:avLst/>
              <a:pathLst>
                <a:path w="57464" h="48843">
                  <a:moveTo>
                    <a:pt x="0" y="27560"/>
                  </a:moveTo>
                  <a:lnTo>
                    <a:pt x="44944" y="0"/>
                  </a:lnTo>
                  <a:lnTo>
                    <a:pt x="57464" y="22412"/>
                  </a:lnTo>
                  <a:lnTo>
                    <a:pt x="12143" y="48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3535330" y="3566219"/>
              <a:ext cx="57916" cy="48548"/>
            </a:xfrm>
            <a:custGeom>
              <a:avLst/>
              <a:pathLst>
                <a:path w="57916" h="48548">
                  <a:moveTo>
                    <a:pt x="0" y="27334"/>
                  </a:moveTo>
                  <a:lnTo>
                    <a:pt x="45962" y="0"/>
                  </a:lnTo>
                  <a:lnTo>
                    <a:pt x="57916" y="21173"/>
                  </a:lnTo>
                  <a:lnTo>
                    <a:pt x="13067" y="48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3521835" y="3541991"/>
              <a:ext cx="57982" cy="48269"/>
            </a:xfrm>
            <a:custGeom>
              <a:avLst/>
              <a:pathLst>
                <a:path w="57982" h="48269">
                  <a:moveTo>
                    <a:pt x="5378" y="22929"/>
                  </a:moveTo>
                  <a:lnTo>
                    <a:pt x="44896" y="0"/>
                  </a:lnTo>
                  <a:lnTo>
                    <a:pt x="57982" y="21067"/>
                  </a:lnTo>
                  <a:lnTo>
                    <a:pt x="12097" y="48269"/>
                  </a:lnTo>
                  <a:lnTo>
                    <a:pt x="0" y="26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3245571" y="3754156"/>
              <a:ext cx="47161" cy="57846"/>
            </a:xfrm>
            <a:custGeom>
              <a:avLst/>
              <a:pathLst>
                <a:path w="47161" h="57846">
                  <a:moveTo>
                    <a:pt x="0" y="12526"/>
                  </a:moveTo>
                  <a:lnTo>
                    <a:pt x="20886" y="0"/>
                  </a:lnTo>
                  <a:lnTo>
                    <a:pt x="47161" y="45586"/>
                  </a:lnTo>
                  <a:lnTo>
                    <a:pt x="27342" y="57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3375966" y="3745853"/>
              <a:ext cx="47044" cy="56592"/>
            </a:xfrm>
            <a:custGeom>
              <a:avLst/>
              <a:pathLst>
                <a:path w="47044" h="56592">
                  <a:moveTo>
                    <a:pt x="0" y="11057"/>
                  </a:moveTo>
                  <a:lnTo>
                    <a:pt x="20921" y="0"/>
                  </a:lnTo>
                  <a:lnTo>
                    <a:pt x="47044" y="43941"/>
                  </a:lnTo>
                  <a:lnTo>
                    <a:pt x="27164" y="56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3470647" y="3742588"/>
              <a:ext cx="56517" cy="48832"/>
            </a:xfrm>
            <a:custGeom>
              <a:avLst/>
              <a:pathLst>
                <a:path w="56517" h="48832">
                  <a:moveTo>
                    <a:pt x="0" y="26482"/>
                  </a:moveTo>
                  <a:lnTo>
                    <a:pt x="44487" y="0"/>
                  </a:lnTo>
                  <a:lnTo>
                    <a:pt x="56517" y="21000"/>
                  </a:lnTo>
                  <a:lnTo>
                    <a:pt x="12700" y="48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3431979" y="3747140"/>
              <a:ext cx="46844" cy="58164"/>
            </a:xfrm>
            <a:custGeom>
              <a:avLst/>
              <a:pathLst>
                <a:path w="46844" h="58164">
                  <a:moveTo>
                    <a:pt x="0" y="11942"/>
                  </a:moveTo>
                  <a:lnTo>
                    <a:pt x="20481" y="0"/>
                  </a:lnTo>
                  <a:lnTo>
                    <a:pt x="46844" y="45536"/>
                  </a:lnTo>
                  <a:lnTo>
                    <a:pt x="26151" y="58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3581061" y="3641448"/>
              <a:ext cx="58484" cy="48597"/>
            </a:xfrm>
            <a:custGeom>
              <a:avLst/>
              <a:pathLst>
                <a:path w="58484" h="48597">
                  <a:moveTo>
                    <a:pt x="12590" y="48597"/>
                  </a:moveTo>
                  <a:lnTo>
                    <a:pt x="0" y="28039"/>
                  </a:lnTo>
                  <a:lnTo>
                    <a:pt x="45499" y="0"/>
                  </a:lnTo>
                  <a:lnTo>
                    <a:pt x="58484" y="2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3307301" y="3669163"/>
              <a:ext cx="57151" cy="47326"/>
            </a:xfrm>
            <a:custGeom>
              <a:avLst/>
              <a:pathLst>
                <a:path w="57151" h="47326">
                  <a:moveTo>
                    <a:pt x="0" y="26528"/>
                  </a:moveTo>
                  <a:lnTo>
                    <a:pt x="45029" y="0"/>
                  </a:lnTo>
                  <a:lnTo>
                    <a:pt x="57151" y="21383"/>
                  </a:lnTo>
                  <a:lnTo>
                    <a:pt x="12313" y="47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3491574" y="3662666"/>
              <a:ext cx="57087" cy="48219"/>
            </a:xfrm>
            <a:custGeom>
              <a:avLst/>
              <a:pathLst>
                <a:path w="57087" h="48219">
                  <a:moveTo>
                    <a:pt x="38100" y="32980"/>
                  </a:moveTo>
                  <a:lnTo>
                    <a:pt x="12073" y="48219"/>
                  </a:lnTo>
                  <a:lnTo>
                    <a:pt x="0" y="27414"/>
                  </a:lnTo>
                  <a:lnTo>
                    <a:pt x="44377" y="0"/>
                  </a:lnTo>
                  <a:lnTo>
                    <a:pt x="57087" y="21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3438044" y="3850635"/>
              <a:ext cx="46129" cy="55437"/>
            </a:xfrm>
            <a:custGeom>
              <a:avLst/>
              <a:pathLst>
                <a:path w="46129" h="55437">
                  <a:moveTo>
                    <a:pt x="0" y="11277"/>
                  </a:moveTo>
                  <a:lnTo>
                    <a:pt x="20029" y="0"/>
                  </a:lnTo>
                  <a:lnTo>
                    <a:pt x="46129" y="44162"/>
                  </a:lnTo>
                  <a:lnTo>
                    <a:pt x="25246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3413283" y="3865019"/>
              <a:ext cx="46653" cy="56626"/>
            </a:xfrm>
            <a:custGeom>
              <a:avLst/>
              <a:pathLst>
                <a:path w="46653" h="56626">
                  <a:moveTo>
                    <a:pt x="19800" y="0"/>
                  </a:moveTo>
                  <a:lnTo>
                    <a:pt x="46653" y="44198"/>
                  </a:lnTo>
                  <a:lnTo>
                    <a:pt x="26642" y="56626"/>
                  </a:lnTo>
                  <a:lnTo>
                    <a:pt x="0" y="11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3346683" y="3868469"/>
              <a:ext cx="49565" cy="58573"/>
            </a:xfrm>
            <a:custGeom>
              <a:avLst/>
              <a:pathLst>
                <a:path w="49565" h="58573">
                  <a:moveTo>
                    <a:pt x="26824" y="58573"/>
                  </a:moveTo>
                  <a:lnTo>
                    <a:pt x="0" y="12530"/>
                  </a:lnTo>
                  <a:lnTo>
                    <a:pt x="21694" y="0"/>
                  </a:lnTo>
                  <a:lnTo>
                    <a:pt x="49565" y="45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3296999" y="3884303"/>
              <a:ext cx="57540" cy="48480"/>
            </a:xfrm>
            <a:custGeom>
              <a:avLst/>
              <a:pathLst>
                <a:path w="57540" h="48480">
                  <a:moveTo>
                    <a:pt x="12865" y="48480"/>
                  </a:moveTo>
                  <a:lnTo>
                    <a:pt x="0" y="27556"/>
                  </a:lnTo>
                  <a:lnTo>
                    <a:pt x="45874" y="0"/>
                  </a:lnTo>
                  <a:lnTo>
                    <a:pt x="57540" y="2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3467028" y="3899863"/>
              <a:ext cx="47586" cy="57882"/>
            </a:xfrm>
            <a:custGeom>
              <a:avLst/>
              <a:pathLst>
                <a:path w="47586" h="57882">
                  <a:moveTo>
                    <a:pt x="0" y="12692"/>
                  </a:moveTo>
                  <a:lnTo>
                    <a:pt x="20061" y="0"/>
                  </a:lnTo>
                  <a:lnTo>
                    <a:pt x="47586" y="46537"/>
                  </a:lnTo>
                  <a:lnTo>
                    <a:pt x="26311" y="57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3336317" y="3909612"/>
              <a:ext cx="48020" cy="58020"/>
            </a:xfrm>
            <a:custGeom>
              <a:avLst/>
              <a:pathLst>
                <a:path w="48020" h="58020">
                  <a:moveTo>
                    <a:pt x="27317" y="58020"/>
                  </a:moveTo>
                  <a:lnTo>
                    <a:pt x="0" y="12351"/>
                  </a:lnTo>
                  <a:lnTo>
                    <a:pt x="20649" y="0"/>
                  </a:lnTo>
                  <a:lnTo>
                    <a:pt x="48020" y="4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3442036" y="3914432"/>
              <a:ext cx="48425" cy="57922"/>
            </a:xfrm>
            <a:custGeom>
              <a:avLst/>
              <a:pathLst>
                <a:path w="48425" h="57922">
                  <a:moveTo>
                    <a:pt x="0" y="11750"/>
                  </a:moveTo>
                  <a:lnTo>
                    <a:pt x="20561" y="0"/>
                  </a:lnTo>
                  <a:lnTo>
                    <a:pt x="48425" y="45395"/>
                  </a:lnTo>
                  <a:lnTo>
                    <a:pt x="27562" y="5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3311042" y="3923431"/>
              <a:ext cx="48583" cy="58294"/>
            </a:xfrm>
            <a:custGeom>
              <a:avLst/>
              <a:pathLst>
                <a:path w="48583" h="58294">
                  <a:moveTo>
                    <a:pt x="0" y="12487"/>
                  </a:moveTo>
                  <a:lnTo>
                    <a:pt x="21848" y="0"/>
                  </a:lnTo>
                  <a:lnTo>
                    <a:pt x="48583" y="45667"/>
                  </a:lnTo>
                  <a:lnTo>
                    <a:pt x="28447" y="5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3347372" y="3694314"/>
              <a:ext cx="46285" cy="57060"/>
            </a:xfrm>
            <a:custGeom>
              <a:avLst/>
              <a:pathLst>
                <a:path w="46285" h="57060">
                  <a:moveTo>
                    <a:pt x="0" y="13069"/>
                  </a:moveTo>
                  <a:lnTo>
                    <a:pt x="18843" y="0"/>
                  </a:lnTo>
                  <a:lnTo>
                    <a:pt x="46285" y="44687"/>
                  </a:lnTo>
                  <a:lnTo>
                    <a:pt x="25558" y="57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3255794" y="3713701"/>
              <a:ext cx="48761" cy="58513"/>
            </a:xfrm>
            <a:custGeom>
              <a:avLst/>
              <a:pathLst>
                <a:path w="48761" h="58513">
                  <a:moveTo>
                    <a:pt x="10018" y="29033"/>
                  </a:moveTo>
                  <a:lnTo>
                    <a:pt x="0" y="12773"/>
                  </a:lnTo>
                  <a:lnTo>
                    <a:pt x="21705" y="0"/>
                  </a:lnTo>
                  <a:lnTo>
                    <a:pt x="48761" y="46716"/>
                  </a:lnTo>
                  <a:lnTo>
                    <a:pt x="27376" y="58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3545944" y="3697170"/>
              <a:ext cx="57650" cy="47002"/>
            </a:xfrm>
            <a:custGeom>
              <a:avLst/>
              <a:pathLst>
                <a:path w="57650" h="47002">
                  <a:moveTo>
                    <a:pt x="11596" y="47002"/>
                  </a:moveTo>
                  <a:lnTo>
                    <a:pt x="0" y="28250"/>
                  </a:lnTo>
                  <a:lnTo>
                    <a:pt x="44673" y="0"/>
                  </a:lnTo>
                  <a:lnTo>
                    <a:pt x="57650" y="20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3321991" y="3708814"/>
              <a:ext cx="46579" cy="57564"/>
            </a:xfrm>
            <a:custGeom>
              <a:avLst/>
              <a:pathLst>
                <a:path w="46579" h="57564">
                  <a:moveTo>
                    <a:pt x="0" y="11529"/>
                  </a:moveTo>
                  <a:lnTo>
                    <a:pt x="21390" y="0"/>
                  </a:lnTo>
                  <a:lnTo>
                    <a:pt x="46579" y="45591"/>
                  </a:lnTo>
                  <a:lnTo>
                    <a:pt x="26553" y="5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3505655" y="3702144"/>
              <a:ext cx="47509" cy="58724"/>
            </a:xfrm>
            <a:custGeom>
              <a:avLst/>
              <a:pathLst>
                <a:path w="47509" h="58724">
                  <a:moveTo>
                    <a:pt x="26975" y="58724"/>
                  </a:moveTo>
                  <a:lnTo>
                    <a:pt x="0" y="12464"/>
                  </a:lnTo>
                  <a:lnTo>
                    <a:pt x="20554" y="0"/>
                  </a:lnTo>
                  <a:lnTo>
                    <a:pt x="47509" y="4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3206595" y="3729259"/>
              <a:ext cx="56645" cy="47116"/>
            </a:xfrm>
            <a:custGeom>
              <a:avLst/>
              <a:pathLst>
                <a:path w="56645" h="47116">
                  <a:moveTo>
                    <a:pt x="0" y="27181"/>
                  </a:moveTo>
                  <a:lnTo>
                    <a:pt x="44377" y="0"/>
                  </a:lnTo>
                  <a:lnTo>
                    <a:pt x="56645" y="20838"/>
                  </a:lnTo>
                  <a:lnTo>
                    <a:pt x="12735" y="47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3416818" y="3707723"/>
              <a:ext cx="57770" cy="46963"/>
            </a:xfrm>
            <a:custGeom>
              <a:avLst/>
              <a:pathLst>
                <a:path w="57770" h="46963">
                  <a:moveTo>
                    <a:pt x="0" y="25138"/>
                  </a:moveTo>
                  <a:lnTo>
                    <a:pt x="45347" y="0"/>
                  </a:lnTo>
                  <a:lnTo>
                    <a:pt x="57770" y="21234"/>
                  </a:lnTo>
                  <a:lnTo>
                    <a:pt x="12234" y="46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3455756" y="3717694"/>
              <a:ext cx="56965" cy="48542"/>
            </a:xfrm>
            <a:custGeom>
              <a:avLst/>
              <a:pathLst>
                <a:path w="56965" h="48542">
                  <a:moveTo>
                    <a:pt x="0" y="27623"/>
                  </a:moveTo>
                  <a:lnTo>
                    <a:pt x="45022" y="0"/>
                  </a:lnTo>
                  <a:lnTo>
                    <a:pt x="56965" y="21643"/>
                  </a:lnTo>
                  <a:lnTo>
                    <a:pt x="12104" y="48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3629521" y="3626945"/>
              <a:ext cx="48490" cy="58828"/>
            </a:xfrm>
            <a:custGeom>
              <a:avLst/>
              <a:pathLst>
                <a:path w="48490" h="58828">
                  <a:moveTo>
                    <a:pt x="0" y="13195"/>
                  </a:moveTo>
                  <a:lnTo>
                    <a:pt x="20450" y="0"/>
                  </a:lnTo>
                  <a:lnTo>
                    <a:pt x="48490" y="45837"/>
                  </a:lnTo>
                  <a:lnTo>
                    <a:pt x="27664" y="58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3595609" y="3667564"/>
              <a:ext cx="57190" cy="47033"/>
            </a:xfrm>
            <a:custGeom>
              <a:avLst/>
              <a:pathLst>
                <a:path w="57190" h="47033">
                  <a:moveTo>
                    <a:pt x="13144" y="47033"/>
                  </a:moveTo>
                  <a:lnTo>
                    <a:pt x="0" y="26919"/>
                  </a:lnTo>
                  <a:lnTo>
                    <a:pt x="44708" y="0"/>
                  </a:lnTo>
                  <a:lnTo>
                    <a:pt x="57190" y="1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3476187" y="3636229"/>
              <a:ext cx="56348" cy="48312"/>
            </a:xfrm>
            <a:custGeom>
              <a:avLst/>
              <a:pathLst>
                <a:path w="56348" h="48312">
                  <a:moveTo>
                    <a:pt x="21342" y="14041"/>
                  </a:moveTo>
                  <a:lnTo>
                    <a:pt x="43548" y="0"/>
                  </a:lnTo>
                  <a:lnTo>
                    <a:pt x="56348" y="21389"/>
                  </a:lnTo>
                  <a:lnTo>
                    <a:pt x="12404" y="48312"/>
                  </a:lnTo>
                  <a:lnTo>
                    <a:pt x="0" y="2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3371027" y="3644009"/>
              <a:ext cx="48659" cy="59659"/>
            </a:xfrm>
            <a:custGeom>
              <a:avLst/>
              <a:pathLst>
                <a:path w="48659" h="59659">
                  <a:moveTo>
                    <a:pt x="0" y="13308"/>
                  </a:moveTo>
                  <a:lnTo>
                    <a:pt x="21433" y="0"/>
                  </a:lnTo>
                  <a:lnTo>
                    <a:pt x="48659" y="48078"/>
                  </a:lnTo>
                  <a:lnTo>
                    <a:pt x="26785" y="5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3410377" y="3641653"/>
              <a:ext cx="58306" cy="47098"/>
            </a:xfrm>
            <a:custGeom>
              <a:avLst/>
              <a:pathLst>
                <a:path w="58306" h="47098">
                  <a:moveTo>
                    <a:pt x="12884" y="47098"/>
                  </a:moveTo>
                  <a:lnTo>
                    <a:pt x="0" y="27187"/>
                  </a:lnTo>
                  <a:lnTo>
                    <a:pt x="46623" y="0"/>
                  </a:lnTo>
                  <a:lnTo>
                    <a:pt x="58306" y="20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3366493" y="3960727"/>
              <a:ext cx="47335" cy="56587"/>
            </a:xfrm>
            <a:custGeom>
              <a:avLst/>
              <a:pathLst>
                <a:path w="47335" h="56587">
                  <a:moveTo>
                    <a:pt x="0" y="12255"/>
                  </a:moveTo>
                  <a:lnTo>
                    <a:pt x="20031" y="0"/>
                  </a:lnTo>
                  <a:lnTo>
                    <a:pt x="47335" y="44273"/>
                  </a:lnTo>
                  <a:lnTo>
                    <a:pt x="25834" y="56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3432518" y="3954880"/>
              <a:ext cx="46692" cy="57400"/>
            </a:xfrm>
            <a:custGeom>
              <a:avLst/>
              <a:pathLst>
                <a:path w="46692" h="57400">
                  <a:moveTo>
                    <a:pt x="0" y="11502"/>
                  </a:moveTo>
                  <a:lnTo>
                    <a:pt x="20453" y="0"/>
                  </a:lnTo>
                  <a:lnTo>
                    <a:pt x="46692" y="44968"/>
                  </a:lnTo>
                  <a:lnTo>
                    <a:pt x="25283" y="5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3471860" y="3950329"/>
              <a:ext cx="58880" cy="46808"/>
            </a:xfrm>
            <a:custGeom>
              <a:avLst/>
              <a:pathLst>
                <a:path w="58880" h="46808">
                  <a:moveTo>
                    <a:pt x="58880" y="20525"/>
                  </a:moveTo>
                  <a:lnTo>
                    <a:pt x="12196" y="46808"/>
                  </a:lnTo>
                  <a:lnTo>
                    <a:pt x="0" y="25985"/>
                  </a:lnTo>
                  <a:lnTo>
                    <a:pt x="446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3341303" y="3975031"/>
              <a:ext cx="48906" cy="57514"/>
            </a:xfrm>
            <a:custGeom>
              <a:avLst/>
              <a:pathLst>
                <a:path w="48906" h="57514">
                  <a:moveTo>
                    <a:pt x="0" y="13019"/>
                  </a:moveTo>
                  <a:lnTo>
                    <a:pt x="21079" y="0"/>
                  </a:lnTo>
                  <a:lnTo>
                    <a:pt x="48906" y="44918"/>
                  </a:lnTo>
                  <a:lnTo>
                    <a:pt x="27163" y="5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3406692" y="3969460"/>
              <a:ext cx="46968" cy="56835"/>
            </a:xfrm>
            <a:custGeom>
              <a:avLst/>
              <a:pathLst>
                <a:path w="46968" h="56835">
                  <a:moveTo>
                    <a:pt x="46968" y="45359"/>
                  </a:moveTo>
                  <a:lnTo>
                    <a:pt x="26723" y="56835"/>
                  </a:lnTo>
                  <a:lnTo>
                    <a:pt x="0" y="12173"/>
                  </a:lnTo>
                  <a:lnTo>
                    <a:pt x="210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3370757" y="4009555"/>
              <a:ext cx="57636" cy="47636"/>
            </a:xfrm>
            <a:custGeom>
              <a:avLst/>
              <a:pathLst>
                <a:path w="57636" h="47636">
                  <a:moveTo>
                    <a:pt x="12999" y="47636"/>
                  </a:moveTo>
                  <a:lnTo>
                    <a:pt x="0" y="26819"/>
                  </a:lnTo>
                  <a:lnTo>
                    <a:pt x="45522" y="0"/>
                  </a:lnTo>
                  <a:lnTo>
                    <a:pt x="57636" y="20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3525784" y="3618517"/>
              <a:ext cx="36932" cy="35600"/>
            </a:xfrm>
            <a:custGeom>
              <a:avLst/>
              <a:pathLst>
                <a:path w="36932" h="35600">
                  <a:moveTo>
                    <a:pt x="36932" y="20764"/>
                  </a:moveTo>
                  <a:lnTo>
                    <a:pt x="11408" y="35600"/>
                  </a:lnTo>
                  <a:lnTo>
                    <a:pt x="0" y="15818"/>
                  </a:lnTo>
                  <a:lnTo>
                    <a:pt x="22895" y="1601"/>
                  </a:lnTo>
                  <a:lnTo>
                    <a:pt x="25832" y="0"/>
                  </a:lnTo>
                  <a:lnTo>
                    <a:pt x="31470" y="10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3379480" y="3906830"/>
              <a:ext cx="70134" cy="70385"/>
            </a:xfrm>
            <a:custGeom>
              <a:avLst/>
              <a:pathLst>
                <a:path w="70134" h="70385">
                  <a:moveTo>
                    <a:pt x="0" y="26528"/>
                  </a:moveTo>
                  <a:lnTo>
                    <a:pt x="43416" y="0"/>
                  </a:lnTo>
                  <a:lnTo>
                    <a:pt x="70134" y="44589"/>
                  </a:lnTo>
                  <a:lnTo>
                    <a:pt x="24849" y="70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3465992" y="3694238"/>
              <a:ext cx="32524" cy="31612"/>
            </a:xfrm>
            <a:custGeom>
              <a:avLst/>
              <a:pathLst>
                <a:path w="32524" h="31612">
                  <a:moveTo>
                    <a:pt x="0" y="11476"/>
                  </a:moveTo>
                  <a:lnTo>
                    <a:pt x="20535" y="0"/>
                  </a:lnTo>
                  <a:lnTo>
                    <a:pt x="32524" y="20137"/>
                  </a:lnTo>
                  <a:lnTo>
                    <a:pt x="11729" y="31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3289809" y="3754793"/>
              <a:ext cx="64831" cy="63906"/>
            </a:xfrm>
            <a:custGeom>
              <a:avLst/>
              <a:pathLst>
                <a:path w="64831" h="63906">
                  <a:moveTo>
                    <a:pt x="0" y="24678"/>
                  </a:moveTo>
                  <a:lnTo>
                    <a:pt x="41294" y="0"/>
                  </a:lnTo>
                  <a:lnTo>
                    <a:pt x="64831" y="39348"/>
                  </a:lnTo>
                  <a:lnTo>
                    <a:pt x="22529" y="63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3451285" y="3667317"/>
              <a:ext cx="33333" cy="35077"/>
            </a:xfrm>
            <a:custGeom>
              <a:avLst/>
              <a:pathLst>
                <a:path w="33333" h="35077">
                  <a:moveTo>
                    <a:pt x="0" y="11687"/>
                  </a:moveTo>
                  <a:lnTo>
                    <a:pt x="20024" y="0"/>
                  </a:lnTo>
                  <a:lnTo>
                    <a:pt x="33333" y="22700"/>
                  </a:lnTo>
                  <a:lnTo>
                    <a:pt x="13392" y="35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3539138" y="3645585"/>
              <a:ext cx="32831" cy="35947"/>
            </a:xfrm>
            <a:custGeom>
              <a:avLst/>
              <a:pathLst>
                <a:path w="32831" h="35947">
                  <a:moveTo>
                    <a:pt x="20340" y="1968"/>
                  </a:moveTo>
                  <a:lnTo>
                    <a:pt x="32831" y="23883"/>
                  </a:lnTo>
                  <a:lnTo>
                    <a:pt x="13865" y="35947"/>
                  </a:lnTo>
                  <a:lnTo>
                    <a:pt x="0" y="11905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3552585" y="3606661"/>
              <a:ext cx="32285" cy="35337"/>
            </a:xfrm>
            <a:custGeom>
              <a:avLst/>
              <a:pathLst>
                <a:path w="32285" h="35337">
                  <a:moveTo>
                    <a:pt x="0" y="11110"/>
                  </a:moveTo>
                  <a:lnTo>
                    <a:pt x="18188" y="0"/>
                  </a:lnTo>
                  <a:lnTo>
                    <a:pt x="32285" y="23921"/>
                  </a:lnTo>
                  <a:lnTo>
                    <a:pt x="13212" y="35337"/>
                  </a:lnTo>
                  <a:lnTo>
                    <a:pt x="12581" y="34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3947025" y="3100341"/>
              <a:ext cx="46444" cy="57689"/>
            </a:xfrm>
            <a:custGeom>
              <a:avLst/>
              <a:pathLst>
                <a:path w="46444" h="57689">
                  <a:moveTo>
                    <a:pt x="0" y="12631"/>
                  </a:moveTo>
                  <a:lnTo>
                    <a:pt x="20539" y="0"/>
                  </a:lnTo>
                  <a:lnTo>
                    <a:pt x="46444" y="45784"/>
                  </a:lnTo>
                  <a:lnTo>
                    <a:pt x="25517" y="57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3853817" y="3107445"/>
              <a:ext cx="58101" cy="48666"/>
            </a:xfrm>
            <a:custGeom>
              <a:avLst/>
              <a:pathLst>
                <a:path w="58101" h="48666">
                  <a:moveTo>
                    <a:pt x="13065" y="48666"/>
                  </a:moveTo>
                  <a:lnTo>
                    <a:pt x="0" y="27062"/>
                  </a:lnTo>
                  <a:lnTo>
                    <a:pt x="44903" y="0"/>
                  </a:lnTo>
                  <a:lnTo>
                    <a:pt x="58101" y="21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4052256" y="3107131"/>
              <a:ext cx="46443" cy="56008"/>
            </a:xfrm>
            <a:custGeom>
              <a:avLst/>
              <a:pathLst>
                <a:path w="46443" h="56008">
                  <a:moveTo>
                    <a:pt x="26490" y="56008"/>
                  </a:moveTo>
                  <a:lnTo>
                    <a:pt x="0" y="14388"/>
                  </a:lnTo>
                  <a:lnTo>
                    <a:pt x="1114" y="9638"/>
                  </a:lnTo>
                  <a:lnTo>
                    <a:pt x="19482" y="0"/>
                  </a:lnTo>
                  <a:lnTo>
                    <a:pt x="46443" y="44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3681375" y="3281940"/>
              <a:ext cx="69386" cy="68555"/>
            </a:xfrm>
            <a:custGeom>
              <a:avLst/>
              <a:pathLst>
                <a:path w="69386" h="68555">
                  <a:moveTo>
                    <a:pt x="0" y="25577"/>
                  </a:moveTo>
                  <a:lnTo>
                    <a:pt x="16695" y="15588"/>
                  </a:lnTo>
                  <a:lnTo>
                    <a:pt x="44478" y="0"/>
                  </a:lnTo>
                  <a:lnTo>
                    <a:pt x="69386" y="42841"/>
                  </a:lnTo>
                  <a:lnTo>
                    <a:pt x="25339" y="68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3792739" y="3192365"/>
              <a:ext cx="47437" cy="57779"/>
            </a:xfrm>
            <a:custGeom>
              <a:avLst/>
              <a:pathLst>
                <a:path w="47437" h="57779">
                  <a:moveTo>
                    <a:pt x="27111" y="57779"/>
                  </a:moveTo>
                  <a:lnTo>
                    <a:pt x="0" y="12128"/>
                  </a:lnTo>
                  <a:lnTo>
                    <a:pt x="21180" y="0"/>
                  </a:lnTo>
                  <a:lnTo>
                    <a:pt x="47437" y="4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3699832" y="3199950"/>
              <a:ext cx="57554" cy="46666"/>
            </a:xfrm>
            <a:custGeom>
              <a:avLst/>
              <a:pathLst>
                <a:path w="57554" h="46666">
                  <a:moveTo>
                    <a:pt x="0" y="25521"/>
                  </a:moveTo>
                  <a:lnTo>
                    <a:pt x="45109" y="0"/>
                  </a:lnTo>
                  <a:lnTo>
                    <a:pt x="57554" y="20338"/>
                  </a:lnTo>
                  <a:lnTo>
                    <a:pt x="12267" y="4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3898700" y="3197962"/>
              <a:ext cx="47383" cy="59028"/>
            </a:xfrm>
            <a:custGeom>
              <a:avLst/>
              <a:pathLst>
                <a:path w="47383" h="59028">
                  <a:moveTo>
                    <a:pt x="26237" y="59028"/>
                  </a:moveTo>
                  <a:lnTo>
                    <a:pt x="0" y="12620"/>
                  </a:lnTo>
                  <a:lnTo>
                    <a:pt x="20659" y="0"/>
                  </a:lnTo>
                  <a:lnTo>
                    <a:pt x="47383" y="46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3981063" y="3200181"/>
              <a:ext cx="57757" cy="48422"/>
            </a:xfrm>
            <a:custGeom>
              <a:avLst/>
              <a:pathLst>
                <a:path w="57757" h="48422">
                  <a:moveTo>
                    <a:pt x="0" y="26806"/>
                  </a:moveTo>
                  <a:lnTo>
                    <a:pt x="45516" y="0"/>
                  </a:lnTo>
                  <a:lnTo>
                    <a:pt x="57757" y="20333"/>
                  </a:lnTo>
                  <a:lnTo>
                    <a:pt x="11958" y="4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3802652" y="3152962"/>
              <a:ext cx="47255" cy="56720"/>
            </a:xfrm>
            <a:custGeom>
              <a:avLst/>
              <a:pathLst>
                <a:path w="47255" h="56720">
                  <a:moveTo>
                    <a:pt x="0" y="11889"/>
                  </a:moveTo>
                  <a:lnTo>
                    <a:pt x="20156" y="0"/>
                  </a:lnTo>
                  <a:lnTo>
                    <a:pt x="47255" y="45264"/>
                  </a:lnTo>
                  <a:lnTo>
                    <a:pt x="27493" y="56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4016823" y="3162180"/>
              <a:ext cx="47588" cy="56511"/>
            </a:xfrm>
            <a:custGeom>
              <a:avLst/>
              <a:pathLst>
                <a:path w="47588" h="56511">
                  <a:moveTo>
                    <a:pt x="26267" y="56511"/>
                  </a:moveTo>
                  <a:lnTo>
                    <a:pt x="0" y="11670"/>
                  </a:lnTo>
                  <a:lnTo>
                    <a:pt x="20045" y="0"/>
                  </a:lnTo>
                  <a:lnTo>
                    <a:pt x="47588" y="43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3953099" y="3165802"/>
              <a:ext cx="46852" cy="57519"/>
            </a:xfrm>
            <a:custGeom>
              <a:avLst/>
              <a:pathLst>
                <a:path w="46852" h="57519">
                  <a:moveTo>
                    <a:pt x="0" y="12595"/>
                  </a:moveTo>
                  <a:lnTo>
                    <a:pt x="20930" y="0"/>
                  </a:lnTo>
                  <a:lnTo>
                    <a:pt x="46852" y="44479"/>
                  </a:lnTo>
                  <a:lnTo>
                    <a:pt x="26027" y="57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755976" y="3168009"/>
              <a:ext cx="55553" cy="46517"/>
            </a:xfrm>
            <a:custGeom>
              <a:avLst/>
              <a:pathLst>
                <a:path w="55553" h="46517">
                  <a:moveTo>
                    <a:pt x="34620" y="32539"/>
                  </a:moveTo>
                  <a:lnTo>
                    <a:pt x="10806" y="46517"/>
                  </a:lnTo>
                  <a:lnTo>
                    <a:pt x="0" y="25400"/>
                  </a:lnTo>
                  <a:lnTo>
                    <a:pt x="43439" y="0"/>
                  </a:lnTo>
                  <a:lnTo>
                    <a:pt x="55553" y="20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970697" y="3086308"/>
              <a:ext cx="48108" cy="57925"/>
            </a:xfrm>
            <a:custGeom>
              <a:avLst/>
              <a:pathLst>
                <a:path w="48108" h="57925">
                  <a:moveTo>
                    <a:pt x="0" y="12410"/>
                  </a:moveTo>
                  <a:lnTo>
                    <a:pt x="20112" y="0"/>
                  </a:lnTo>
                  <a:lnTo>
                    <a:pt x="48108" y="45538"/>
                  </a:lnTo>
                  <a:lnTo>
                    <a:pt x="27024" y="5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908526" y="3061650"/>
              <a:ext cx="79256" cy="61795"/>
            </a:xfrm>
            <a:custGeom>
              <a:avLst/>
              <a:pathLst>
                <a:path w="79256" h="61795">
                  <a:moveTo>
                    <a:pt x="12223" y="61795"/>
                  </a:moveTo>
                  <a:lnTo>
                    <a:pt x="0" y="41872"/>
                  </a:lnTo>
                  <a:lnTo>
                    <a:pt x="29913" y="23056"/>
                  </a:lnTo>
                  <a:lnTo>
                    <a:pt x="66795" y="0"/>
                  </a:lnTo>
                  <a:lnTo>
                    <a:pt x="79256" y="20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4076196" y="3090759"/>
              <a:ext cx="46575" cy="58841"/>
            </a:xfrm>
            <a:custGeom>
              <a:avLst/>
              <a:pathLst>
                <a:path w="46575" h="58841">
                  <a:moveTo>
                    <a:pt x="26781" y="58841"/>
                  </a:moveTo>
                  <a:lnTo>
                    <a:pt x="0" y="13932"/>
                  </a:lnTo>
                  <a:lnTo>
                    <a:pt x="20672" y="0"/>
                  </a:lnTo>
                  <a:lnTo>
                    <a:pt x="46575" y="45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922922" y="3115550"/>
              <a:ext cx="46734" cy="57408"/>
            </a:xfrm>
            <a:custGeom>
              <a:avLst/>
              <a:pathLst>
                <a:path w="46734" h="57408">
                  <a:moveTo>
                    <a:pt x="0" y="11540"/>
                  </a:moveTo>
                  <a:lnTo>
                    <a:pt x="19479" y="0"/>
                  </a:lnTo>
                  <a:lnTo>
                    <a:pt x="46734" y="44924"/>
                  </a:lnTo>
                  <a:lnTo>
                    <a:pt x="26479" y="57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893063" y="3132625"/>
              <a:ext cx="46730" cy="58686"/>
            </a:xfrm>
            <a:custGeom>
              <a:avLst/>
              <a:pathLst>
                <a:path w="46730" h="58686">
                  <a:moveTo>
                    <a:pt x="26812" y="58686"/>
                  </a:moveTo>
                  <a:lnTo>
                    <a:pt x="0" y="12790"/>
                  </a:lnTo>
                  <a:lnTo>
                    <a:pt x="20785" y="0"/>
                  </a:lnTo>
                  <a:lnTo>
                    <a:pt x="46730" y="45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3828977" y="3136783"/>
              <a:ext cx="46924" cy="58437"/>
            </a:xfrm>
            <a:custGeom>
              <a:avLst/>
              <a:pathLst>
                <a:path w="46924" h="58437">
                  <a:moveTo>
                    <a:pt x="0" y="12325"/>
                  </a:moveTo>
                  <a:lnTo>
                    <a:pt x="20887" y="0"/>
                  </a:lnTo>
                  <a:lnTo>
                    <a:pt x="46924" y="45879"/>
                  </a:lnTo>
                  <a:lnTo>
                    <a:pt x="26744" y="58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081483" y="3141681"/>
              <a:ext cx="56639" cy="46970"/>
            </a:xfrm>
            <a:custGeom>
              <a:avLst/>
              <a:pathLst>
                <a:path w="56639" h="46970">
                  <a:moveTo>
                    <a:pt x="21647" y="13103"/>
                  </a:moveTo>
                  <a:lnTo>
                    <a:pt x="44473" y="0"/>
                  </a:lnTo>
                  <a:lnTo>
                    <a:pt x="56639" y="19651"/>
                  </a:lnTo>
                  <a:lnTo>
                    <a:pt x="12148" y="46970"/>
                  </a:lnTo>
                  <a:lnTo>
                    <a:pt x="0" y="25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042766" y="3145775"/>
              <a:ext cx="46607" cy="57920"/>
            </a:xfrm>
            <a:custGeom>
              <a:avLst/>
              <a:pathLst>
                <a:path w="46607" h="57920">
                  <a:moveTo>
                    <a:pt x="35216" y="26058"/>
                  </a:moveTo>
                  <a:lnTo>
                    <a:pt x="46607" y="46015"/>
                  </a:lnTo>
                  <a:lnTo>
                    <a:pt x="26334" y="57920"/>
                  </a:lnTo>
                  <a:lnTo>
                    <a:pt x="0" y="12275"/>
                  </a:lnTo>
                  <a:lnTo>
                    <a:pt x="20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3926816" y="3232417"/>
              <a:ext cx="57618" cy="49376"/>
            </a:xfrm>
            <a:custGeom>
              <a:avLst/>
              <a:pathLst>
                <a:path w="57618" h="49376">
                  <a:moveTo>
                    <a:pt x="13298" y="49376"/>
                  </a:moveTo>
                  <a:lnTo>
                    <a:pt x="0" y="26880"/>
                  </a:lnTo>
                  <a:lnTo>
                    <a:pt x="45799" y="0"/>
                  </a:lnTo>
                  <a:lnTo>
                    <a:pt x="57618" y="21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598235" y="3428663"/>
              <a:ext cx="58512" cy="47315"/>
            </a:xfrm>
            <a:custGeom>
              <a:avLst/>
              <a:pathLst>
                <a:path w="58512" h="47315">
                  <a:moveTo>
                    <a:pt x="0" y="27009"/>
                  </a:moveTo>
                  <a:lnTo>
                    <a:pt x="44659" y="0"/>
                  </a:lnTo>
                  <a:lnTo>
                    <a:pt x="58512" y="21467"/>
                  </a:lnTo>
                  <a:lnTo>
                    <a:pt x="13023" y="47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3768659" y="3206562"/>
              <a:ext cx="47312" cy="56934"/>
            </a:xfrm>
            <a:custGeom>
              <a:avLst/>
              <a:pathLst>
                <a:path w="47312" h="56934">
                  <a:moveTo>
                    <a:pt x="26699" y="56934"/>
                  </a:moveTo>
                  <a:lnTo>
                    <a:pt x="0" y="12714"/>
                  </a:lnTo>
                  <a:lnTo>
                    <a:pt x="21041" y="0"/>
                  </a:lnTo>
                  <a:lnTo>
                    <a:pt x="47312" y="46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739023" y="3225069"/>
              <a:ext cx="47365" cy="57027"/>
            </a:xfrm>
            <a:custGeom>
              <a:avLst/>
              <a:pathLst>
                <a:path w="47365" h="57027">
                  <a:moveTo>
                    <a:pt x="0" y="12219"/>
                  </a:moveTo>
                  <a:lnTo>
                    <a:pt x="20659" y="0"/>
                  </a:lnTo>
                  <a:lnTo>
                    <a:pt x="47365" y="44797"/>
                  </a:lnTo>
                  <a:lnTo>
                    <a:pt x="26013" y="5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640322" y="3284024"/>
              <a:ext cx="45012" cy="57539"/>
            </a:xfrm>
            <a:custGeom>
              <a:avLst/>
              <a:pathLst>
                <a:path w="45012" h="57539">
                  <a:moveTo>
                    <a:pt x="0" y="11624"/>
                  </a:moveTo>
                  <a:lnTo>
                    <a:pt x="18904" y="0"/>
                  </a:lnTo>
                  <a:lnTo>
                    <a:pt x="45012" y="45594"/>
                  </a:lnTo>
                  <a:lnTo>
                    <a:pt x="25490" y="57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574571" y="3289007"/>
              <a:ext cx="47019" cy="58385"/>
            </a:xfrm>
            <a:custGeom>
              <a:avLst/>
              <a:pathLst>
                <a:path w="47019" h="58385">
                  <a:moveTo>
                    <a:pt x="25285" y="58385"/>
                  </a:moveTo>
                  <a:lnTo>
                    <a:pt x="0" y="11149"/>
                  </a:lnTo>
                  <a:lnTo>
                    <a:pt x="19984" y="0"/>
                  </a:lnTo>
                  <a:lnTo>
                    <a:pt x="47019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743994" y="3288469"/>
              <a:ext cx="47673" cy="58995"/>
            </a:xfrm>
            <a:custGeom>
              <a:avLst/>
              <a:pathLst>
                <a:path w="47673" h="58995">
                  <a:moveTo>
                    <a:pt x="26637" y="58995"/>
                  </a:moveTo>
                  <a:lnTo>
                    <a:pt x="0" y="13036"/>
                  </a:lnTo>
                  <a:lnTo>
                    <a:pt x="20392" y="0"/>
                  </a:lnTo>
                  <a:lnTo>
                    <a:pt x="47673" y="4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564438" y="3327925"/>
              <a:ext cx="46341" cy="58064"/>
            </a:xfrm>
            <a:custGeom>
              <a:avLst/>
              <a:pathLst>
                <a:path w="46341" h="58064">
                  <a:moveTo>
                    <a:pt x="0" y="12267"/>
                  </a:moveTo>
                  <a:lnTo>
                    <a:pt x="20219" y="0"/>
                  </a:lnTo>
                  <a:lnTo>
                    <a:pt x="36006" y="27022"/>
                  </a:lnTo>
                  <a:lnTo>
                    <a:pt x="46341" y="44983"/>
                  </a:lnTo>
                  <a:lnTo>
                    <a:pt x="26032" y="58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34428" y="3329335"/>
              <a:ext cx="46402" cy="56616"/>
            </a:xfrm>
            <a:custGeom>
              <a:avLst/>
              <a:pathLst>
                <a:path w="46402" h="56616">
                  <a:moveTo>
                    <a:pt x="0" y="12440"/>
                  </a:moveTo>
                  <a:lnTo>
                    <a:pt x="20487" y="0"/>
                  </a:lnTo>
                  <a:lnTo>
                    <a:pt x="46402" y="45706"/>
                  </a:lnTo>
                  <a:lnTo>
                    <a:pt x="26133" y="56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3674147" y="3383849"/>
              <a:ext cx="56258" cy="46904"/>
            </a:xfrm>
            <a:custGeom>
              <a:avLst/>
              <a:pathLst>
                <a:path w="56258" h="46904">
                  <a:moveTo>
                    <a:pt x="0" y="25693"/>
                  </a:moveTo>
                  <a:lnTo>
                    <a:pt x="20229" y="13698"/>
                  </a:lnTo>
                  <a:lnTo>
                    <a:pt x="44109" y="0"/>
                  </a:lnTo>
                  <a:lnTo>
                    <a:pt x="56258" y="20527"/>
                  </a:lnTo>
                  <a:lnTo>
                    <a:pt x="11558" y="46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3633813" y="3389537"/>
              <a:ext cx="46570" cy="56851"/>
            </a:xfrm>
            <a:custGeom>
              <a:avLst/>
              <a:pathLst>
                <a:path w="46570" h="56851">
                  <a:moveTo>
                    <a:pt x="0" y="12141"/>
                  </a:moveTo>
                  <a:lnTo>
                    <a:pt x="19955" y="0"/>
                  </a:lnTo>
                  <a:lnTo>
                    <a:pt x="46570" y="44701"/>
                  </a:lnTo>
                  <a:lnTo>
                    <a:pt x="26019" y="5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569813" y="3393182"/>
              <a:ext cx="46315" cy="57800"/>
            </a:xfrm>
            <a:custGeom>
              <a:avLst/>
              <a:pathLst>
                <a:path w="46315" h="57800">
                  <a:moveTo>
                    <a:pt x="26348" y="57800"/>
                  </a:moveTo>
                  <a:lnTo>
                    <a:pt x="0" y="12750"/>
                  </a:lnTo>
                  <a:lnTo>
                    <a:pt x="19967" y="0"/>
                  </a:lnTo>
                  <a:lnTo>
                    <a:pt x="46315" y="4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980697" y="3016897"/>
              <a:ext cx="114391" cy="108491"/>
            </a:xfrm>
            <a:custGeom>
              <a:avLst/>
              <a:pathLst>
                <a:path w="114391" h="108491">
                  <a:moveTo>
                    <a:pt x="71601" y="0"/>
                  </a:moveTo>
                  <a:lnTo>
                    <a:pt x="114391" y="70531"/>
                  </a:lnTo>
                  <a:lnTo>
                    <a:pt x="46646" y="108491"/>
                  </a:lnTo>
                  <a:lnTo>
                    <a:pt x="36368" y="107060"/>
                  </a:lnTo>
                  <a:lnTo>
                    <a:pt x="0" y="45810"/>
                  </a:lnTo>
                  <a:lnTo>
                    <a:pt x="517" y="41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644644" y="3348950"/>
              <a:ext cx="47681" cy="58679"/>
            </a:xfrm>
            <a:custGeom>
              <a:avLst/>
              <a:pathLst>
                <a:path w="47681" h="58679">
                  <a:moveTo>
                    <a:pt x="26999" y="58679"/>
                  </a:moveTo>
                  <a:lnTo>
                    <a:pt x="0" y="12412"/>
                  </a:lnTo>
                  <a:lnTo>
                    <a:pt x="20614" y="0"/>
                  </a:lnTo>
                  <a:lnTo>
                    <a:pt x="47681" y="46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773400" y="3323450"/>
              <a:ext cx="56999" cy="48122"/>
            </a:xfrm>
            <a:custGeom>
              <a:avLst/>
              <a:pathLst>
                <a:path w="56999" h="48122">
                  <a:moveTo>
                    <a:pt x="0" y="27352"/>
                  </a:moveTo>
                  <a:lnTo>
                    <a:pt x="24785" y="11704"/>
                  </a:lnTo>
                  <a:lnTo>
                    <a:pt x="44548" y="0"/>
                  </a:lnTo>
                  <a:lnTo>
                    <a:pt x="56999" y="21204"/>
                  </a:lnTo>
                  <a:lnTo>
                    <a:pt x="12347" y="48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768349" y="3274316"/>
              <a:ext cx="47529" cy="58171"/>
            </a:xfrm>
            <a:custGeom>
              <a:avLst/>
              <a:pathLst>
                <a:path w="47529" h="58171">
                  <a:moveTo>
                    <a:pt x="0" y="12275"/>
                  </a:moveTo>
                  <a:lnTo>
                    <a:pt x="20963" y="0"/>
                  </a:lnTo>
                  <a:lnTo>
                    <a:pt x="47529" y="45819"/>
                  </a:lnTo>
                  <a:lnTo>
                    <a:pt x="26076" y="5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594093" y="3379057"/>
              <a:ext cx="47818" cy="58391"/>
            </a:xfrm>
            <a:custGeom>
              <a:avLst/>
              <a:pathLst>
                <a:path w="47818" h="58391">
                  <a:moveTo>
                    <a:pt x="0" y="11439"/>
                  </a:moveTo>
                  <a:lnTo>
                    <a:pt x="20045" y="0"/>
                  </a:lnTo>
                  <a:lnTo>
                    <a:pt x="47818" y="44612"/>
                  </a:lnTo>
                  <a:lnTo>
                    <a:pt x="26733" y="58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650026" y="3243486"/>
              <a:ext cx="47085" cy="58491"/>
            </a:xfrm>
            <a:custGeom>
              <a:avLst/>
              <a:pathLst>
                <a:path w="47085" h="58491">
                  <a:moveTo>
                    <a:pt x="26236" y="58491"/>
                  </a:moveTo>
                  <a:lnTo>
                    <a:pt x="0" y="12917"/>
                  </a:lnTo>
                  <a:lnTo>
                    <a:pt x="20330" y="0"/>
                  </a:lnTo>
                  <a:lnTo>
                    <a:pt x="47085" y="45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675800" y="3228512"/>
              <a:ext cx="46914" cy="58004"/>
            </a:xfrm>
            <a:custGeom>
              <a:avLst/>
              <a:pathLst>
                <a:path w="46914" h="58004">
                  <a:moveTo>
                    <a:pt x="0" y="12153"/>
                  </a:moveTo>
                  <a:lnTo>
                    <a:pt x="19774" y="0"/>
                  </a:lnTo>
                  <a:lnTo>
                    <a:pt x="46914" y="45938"/>
                  </a:lnTo>
                  <a:lnTo>
                    <a:pt x="25904" y="58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3923071" y="3183726"/>
              <a:ext cx="46840" cy="57919"/>
            </a:xfrm>
            <a:custGeom>
              <a:avLst/>
              <a:pathLst>
                <a:path w="46840" h="57919">
                  <a:moveTo>
                    <a:pt x="26991" y="57919"/>
                  </a:moveTo>
                  <a:lnTo>
                    <a:pt x="0" y="11902"/>
                  </a:lnTo>
                  <a:lnTo>
                    <a:pt x="19801" y="0"/>
                  </a:lnTo>
                  <a:lnTo>
                    <a:pt x="46840" y="45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3888223" y="3237357"/>
              <a:ext cx="47016" cy="58043"/>
            </a:xfrm>
            <a:custGeom>
              <a:avLst/>
              <a:pathLst>
                <a:path w="47016" h="58043">
                  <a:moveTo>
                    <a:pt x="0" y="12278"/>
                  </a:moveTo>
                  <a:lnTo>
                    <a:pt x="19471" y="0"/>
                  </a:lnTo>
                  <a:lnTo>
                    <a:pt x="47016" y="46555"/>
                  </a:lnTo>
                  <a:lnTo>
                    <a:pt x="25904" y="5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3827802" y="3291715"/>
              <a:ext cx="57514" cy="47820"/>
            </a:xfrm>
            <a:custGeom>
              <a:avLst/>
              <a:pathLst>
                <a:path w="57514" h="47820">
                  <a:moveTo>
                    <a:pt x="11737" y="47820"/>
                  </a:moveTo>
                  <a:lnTo>
                    <a:pt x="0" y="26441"/>
                  </a:lnTo>
                  <a:lnTo>
                    <a:pt x="44673" y="0"/>
                  </a:lnTo>
                  <a:lnTo>
                    <a:pt x="57514" y="20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3615276" y="3297915"/>
              <a:ext cx="46754" cy="58564"/>
            </a:xfrm>
            <a:custGeom>
              <a:avLst/>
              <a:pathLst>
                <a:path w="46754" h="58564">
                  <a:moveTo>
                    <a:pt x="26128" y="58564"/>
                  </a:moveTo>
                  <a:lnTo>
                    <a:pt x="0" y="12563"/>
                  </a:lnTo>
                  <a:lnTo>
                    <a:pt x="19824" y="0"/>
                  </a:lnTo>
                  <a:lnTo>
                    <a:pt x="46754" y="46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3524931" y="3302892"/>
              <a:ext cx="57332" cy="49074"/>
            </a:xfrm>
            <a:custGeom>
              <a:avLst/>
              <a:pathLst>
                <a:path w="57332" h="49074">
                  <a:moveTo>
                    <a:pt x="11364" y="49074"/>
                  </a:moveTo>
                  <a:lnTo>
                    <a:pt x="0" y="28131"/>
                  </a:lnTo>
                  <a:lnTo>
                    <a:pt x="45508" y="0"/>
                  </a:lnTo>
                  <a:lnTo>
                    <a:pt x="57332" y="20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3715161" y="3239706"/>
              <a:ext cx="46702" cy="56320"/>
            </a:xfrm>
            <a:custGeom>
              <a:avLst/>
              <a:pathLst>
                <a:path w="46702" h="56320">
                  <a:moveTo>
                    <a:pt x="0" y="11927"/>
                  </a:moveTo>
                  <a:lnTo>
                    <a:pt x="19646" y="0"/>
                  </a:lnTo>
                  <a:lnTo>
                    <a:pt x="46702" y="44880"/>
                  </a:lnTo>
                  <a:lnTo>
                    <a:pt x="25914" y="563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3822623" y="3242456"/>
              <a:ext cx="48237" cy="58420"/>
            </a:xfrm>
            <a:custGeom>
              <a:avLst/>
              <a:pathLst>
                <a:path w="48237" h="58420">
                  <a:moveTo>
                    <a:pt x="27469" y="58420"/>
                  </a:moveTo>
                  <a:lnTo>
                    <a:pt x="0" y="12913"/>
                  </a:lnTo>
                  <a:lnTo>
                    <a:pt x="20846" y="0"/>
                  </a:lnTo>
                  <a:lnTo>
                    <a:pt x="48237" y="4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3976680" y="3151527"/>
              <a:ext cx="47121" cy="57034"/>
            </a:xfrm>
            <a:custGeom>
              <a:avLst/>
              <a:pathLst>
                <a:path w="47121" h="57034">
                  <a:moveTo>
                    <a:pt x="0" y="12938"/>
                  </a:moveTo>
                  <a:lnTo>
                    <a:pt x="21267" y="0"/>
                  </a:lnTo>
                  <a:lnTo>
                    <a:pt x="47121" y="44464"/>
                  </a:lnTo>
                  <a:lnTo>
                    <a:pt x="26812" y="5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4099944" y="3171701"/>
              <a:ext cx="45766" cy="40489"/>
            </a:xfrm>
            <a:custGeom>
              <a:avLst/>
              <a:pathLst>
                <a:path w="45766" h="40489">
                  <a:moveTo>
                    <a:pt x="22717" y="32529"/>
                  </a:moveTo>
                  <a:lnTo>
                    <a:pt x="10349" y="40489"/>
                  </a:lnTo>
                  <a:lnTo>
                    <a:pt x="6653" y="34186"/>
                  </a:lnTo>
                  <a:lnTo>
                    <a:pt x="3293" y="28456"/>
                  </a:lnTo>
                  <a:lnTo>
                    <a:pt x="0" y="22838"/>
                  </a:lnTo>
                  <a:lnTo>
                    <a:pt x="18158" y="11331"/>
                  </a:lnTo>
                  <a:lnTo>
                    <a:pt x="19623" y="10403"/>
                  </a:lnTo>
                  <a:lnTo>
                    <a:pt x="25065" y="6954"/>
                  </a:lnTo>
                  <a:lnTo>
                    <a:pt x="27655" y="5313"/>
                  </a:lnTo>
                  <a:lnTo>
                    <a:pt x="36040" y="0"/>
                  </a:lnTo>
                  <a:lnTo>
                    <a:pt x="45766" y="17696"/>
                  </a:lnTo>
                  <a:lnTo>
                    <a:pt x="37120" y="23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3835050" y="3189529"/>
              <a:ext cx="69276" cy="70056"/>
            </a:xfrm>
            <a:custGeom>
              <a:avLst/>
              <a:pathLst>
                <a:path w="69276" h="70056">
                  <a:moveTo>
                    <a:pt x="17036" y="16268"/>
                  </a:moveTo>
                  <a:lnTo>
                    <a:pt x="43518" y="0"/>
                  </a:lnTo>
                  <a:lnTo>
                    <a:pt x="69276" y="44135"/>
                  </a:lnTo>
                  <a:lnTo>
                    <a:pt x="26114" y="70056"/>
                  </a:lnTo>
                  <a:lnTo>
                    <a:pt x="0" y="2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4003846" y="3122217"/>
              <a:ext cx="56373" cy="46318"/>
            </a:xfrm>
            <a:custGeom>
              <a:avLst/>
              <a:pathLst>
                <a:path w="56373" h="46318">
                  <a:moveTo>
                    <a:pt x="11096" y="46318"/>
                  </a:moveTo>
                  <a:lnTo>
                    <a:pt x="0" y="27267"/>
                  </a:lnTo>
                  <a:lnTo>
                    <a:pt x="43812" y="0"/>
                  </a:lnTo>
                  <a:lnTo>
                    <a:pt x="56373" y="19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3602675" y="3338564"/>
              <a:ext cx="49421" cy="59678"/>
            </a:xfrm>
            <a:custGeom>
              <a:avLst/>
              <a:pathLst>
                <a:path w="49421" h="59678">
                  <a:moveTo>
                    <a:pt x="28457" y="59678"/>
                  </a:moveTo>
                  <a:lnTo>
                    <a:pt x="0" y="12077"/>
                  </a:lnTo>
                  <a:lnTo>
                    <a:pt x="21642" y="0"/>
                  </a:lnTo>
                  <a:lnTo>
                    <a:pt x="49421" y="47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3869066" y="3148106"/>
              <a:ext cx="46365" cy="57049"/>
            </a:xfrm>
            <a:custGeom>
              <a:avLst/>
              <a:pathLst>
                <a:path w="46365" h="57049">
                  <a:moveTo>
                    <a:pt x="26532" y="57049"/>
                  </a:moveTo>
                  <a:lnTo>
                    <a:pt x="0" y="12017"/>
                  </a:lnTo>
                  <a:lnTo>
                    <a:pt x="20429" y="0"/>
                  </a:lnTo>
                  <a:lnTo>
                    <a:pt x="46365" y="45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3862684" y="3254220"/>
              <a:ext cx="46344" cy="56468"/>
            </a:xfrm>
            <a:custGeom>
              <a:avLst/>
              <a:pathLst>
                <a:path w="46344" h="56468">
                  <a:moveTo>
                    <a:pt x="26429" y="56468"/>
                  </a:moveTo>
                  <a:lnTo>
                    <a:pt x="0" y="12342"/>
                  </a:lnTo>
                  <a:lnTo>
                    <a:pt x="20122" y="0"/>
                  </a:lnTo>
                  <a:lnTo>
                    <a:pt x="46344" y="44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3798573" y="3257073"/>
              <a:ext cx="47450" cy="58226"/>
            </a:xfrm>
            <a:custGeom>
              <a:avLst/>
              <a:pathLst>
                <a:path w="47450" h="58226">
                  <a:moveTo>
                    <a:pt x="27577" y="58226"/>
                  </a:moveTo>
                  <a:lnTo>
                    <a:pt x="0" y="11993"/>
                  </a:lnTo>
                  <a:lnTo>
                    <a:pt x="20921" y="0"/>
                  </a:lnTo>
                  <a:lnTo>
                    <a:pt x="47450" y="46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3600491" y="3259476"/>
              <a:ext cx="55939" cy="47626"/>
            </a:xfrm>
            <a:custGeom>
              <a:avLst/>
              <a:pathLst>
                <a:path w="55939" h="47626">
                  <a:moveTo>
                    <a:pt x="12463" y="47626"/>
                  </a:moveTo>
                  <a:lnTo>
                    <a:pt x="0" y="26890"/>
                  </a:lnTo>
                  <a:lnTo>
                    <a:pt x="43601" y="0"/>
                  </a:lnTo>
                  <a:lnTo>
                    <a:pt x="55939" y="19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3669104" y="3334158"/>
              <a:ext cx="47752" cy="58041"/>
            </a:xfrm>
            <a:custGeom>
              <a:avLst/>
              <a:pathLst>
                <a:path w="47752" h="58041">
                  <a:moveTo>
                    <a:pt x="0" y="12072"/>
                  </a:moveTo>
                  <a:lnTo>
                    <a:pt x="20378" y="0"/>
                  </a:lnTo>
                  <a:lnTo>
                    <a:pt x="47752" y="46261"/>
                  </a:lnTo>
                  <a:lnTo>
                    <a:pt x="26844" y="5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3539182" y="3343087"/>
              <a:ext cx="46961" cy="57258"/>
            </a:xfrm>
            <a:custGeom>
              <a:avLst/>
              <a:pathLst>
                <a:path w="46961" h="57258">
                  <a:moveTo>
                    <a:pt x="27039" y="57258"/>
                  </a:moveTo>
                  <a:lnTo>
                    <a:pt x="0" y="11983"/>
                  </a:lnTo>
                  <a:lnTo>
                    <a:pt x="21644" y="0"/>
                  </a:lnTo>
                  <a:lnTo>
                    <a:pt x="46961" y="45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3708737" y="3344091"/>
              <a:ext cx="46982" cy="57004"/>
            </a:xfrm>
            <a:custGeom>
              <a:avLst/>
              <a:pathLst>
                <a:path w="46982" h="57004">
                  <a:moveTo>
                    <a:pt x="0" y="12005"/>
                  </a:moveTo>
                  <a:lnTo>
                    <a:pt x="19721" y="0"/>
                  </a:lnTo>
                  <a:lnTo>
                    <a:pt x="46982" y="45256"/>
                  </a:lnTo>
                  <a:lnTo>
                    <a:pt x="25461" y="5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3590268" y="3489297"/>
              <a:ext cx="27165" cy="27630"/>
            </a:xfrm>
            <a:custGeom>
              <a:avLst/>
              <a:pathLst>
                <a:path w="27165" h="27630">
                  <a:moveTo>
                    <a:pt x="8948" y="654"/>
                  </a:moveTo>
                  <a:lnTo>
                    <a:pt x="15980" y="0"/>
                  </a:lnTo>
                  <a:lnTo>
                    <a:pt x="18217" y="654"/>
                  </a:lnTo>
                  <a:lnTo>
                    <a:pt x="20453" y="1635"/>
                  </a:lnTo>
                  <a:lnTo>
                    <a:pt x="22372" y="2942"/>
                  </a:lnTo>
                  <a:lnTo>
                    <a:pt x="23970" y="4741"/>
                  </a:lnTo>
                  <a:lnTo>
                    <a:pt x="25408" y="6702"/>
                  </a:lnTo>
                  <a:lnTo>
                    <a:pt x="26366" y="8828"/>
                  </a:lnTo>
                  <a:lnTo>
                    <a:pt x="27006" y="11281"/>
                  </a:lnTo>
                  <a:lnTo>
                    <a:pt x="27165" y="13733"/>
                  </a:lnTo>
                  <a:lnTo>
                    <a:pt x="27006" y="16022"/>
                  </a:lnTo>
                  <a:lnTo>
                    <a:pt x="26366" y="18474"/>
                  </a:lnTo>
                  <a:lnTo>
                    <a:pt x="25408" y="20600"/>
                  </a:lnTo>
                  <a:lnTo>
                    <a:pt x="24129" y="22562"/>
                  </a:lnTo>
                  <a:lnTo>
                    <a:pt x="22372" y="24360"/>
                  </a:lnTo>
                  <a:lnTo>
                    <a:pt x="20453" y="25669"/>
                  </a:lnTo>
                  <a:lnTo>
                    <a:pt x="18376" y="26813"/>
                  </a:lnTo>
                  <a:lnTo>
                    <a:pt x="15980" y="27304"/>
                  </a:lnTo>
                  <a:lnTo>
                    <a:pt x="13742" y="27630"/>
                  </a:lnTo>
                  <a:lnTo>
                    <a:pt x="11346" y="27468"/>
                  </a:lnTo>
                  <a:lnTo>
                    <a:pt x="9108" y="26813"/>
                  </a:lnTo>
                  <a:lnTo>
                    <a:pt x="6871" y="25833"/>
                  </a:lnTo>
                  <a:lnTo>
                    <a:pt x="4954" y="24360"/>
                  </a:lnTo>
                  <a:lnTo>
                    <a:pt x="3196" y="22725"/>
                  </a:lnTo>
                  <a:lnTo>
                    <a:pt x="1918" y="20764"/>
                  </a:lnTo>
                  <a:lnTo>
                    <a:pt x="958" y="18474"/>
                  </a:lnTo>
                  <a:lnTo>
                    <a:pt x="320" y="16186"/>
                  </a:lnTo>
                  <a:lnTo>
                    <a:pt x="0" y="13733"/>
                  </a:lnTo>
                  <a:lnTo>
                    <a:pt x="320" y="11281"/>
                  </a:lnTo>
                  <a:lnTo>
                    <a:pt x="799" y="8992"/>
                  </a:lnTo>
                  <a:lnTo>
                    <a:pt x="1918" y="6866"/>
                  </a:lnTo>
                  <a:lnTo>
                    <a:pt x="3196" y="4741"/>
                  </a:lnTo>
                  <a:lnTo>
                    <a:pt x="4794" y="3106"/>
                  </a:lnTo>
                  <a:lnTo>
                    <a:pt x="6871" y="1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3687398" y="2657406"/>
              <a:ext cx="45894" cy="56334"/>
            </a:xfrm>
            <a:custGeom>
              <a:avLst/>
              <a:pathLst>
                <a:path w="45894" h="56334">
                  <a:moveTo>
                    <a:pt x="0" y="11783"/>
                  </a:moveTo>
                  <a:lnTo>
                    <a:pt x="19556" y="0"/>
                  </a:lnTo>
                  <a:lnTo>
                    <a:pt x="45894" y="44503"/>
                  </a:lnTo>
                  <a:lnTo>
                    <a:pt x="26333" y="563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3513645" y="2657678"/>
              <a:ext cx="45652" cy="56607"/>
            </a:xfrm>
            <a:custGeom>
              <a:avLst/>
              <a:pathLst>
                <a:path w="45652" h="56607">
                  <a:moveTo>
                    <a:pt x="0" y="12020"/>
                  </a:moveTo>
                  <a:lnTo>
                    <a:pt x="18970" y="0"/>
                  </a:lnTo>
                  <a:lnTo>
                    <a:pt x="45652" y="45135"/>
                  </a:lnTo>
                  <a:lnTo>
                    <a:pt x="26237" y="566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3325021" y="2803893"/>
              <a:ext cx="44843" cy="55615"/>
            </a:xfrm>
            <a:custGeom>
              <a:avLst/>
              <a:pathLst>
                <a:path w="44843" h="55615">
                  <a:moveTo>
                    <a:pt x="25818" y="55615"/>
                  </a:moveTo>
                  <a:lnTo>
                    <a:pt x="0" y="11502"/>
                  </a:lnTo>
                  <a:lnTo>
                    <a:pt x="19765" y="0"/>
                  </a:lnTo>
                  <a:lnTo>
                    <a:pt x="44843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3235769" y="2810385"/>
              <a:ext cx="55106" cy="44744"/>
            </a:xfrm>
            <a:custGeom>
              <a:avLst/>
              <a:pathLst>
                <a:path w="55106" h="44744">
                  <a:moveTo>
                    <a:pt x="0" y="25463"/>
                  </a:moveTo>
                  <a:lnTo>
                    <a:pt x="43665" y="0"/>
                  </a:lnTo>
                  <a:lnTo>
                    <a:pt x="55106" y="18646"/>
                  </a:lnTo>
                  <a:lnTo>
                    <a:pt x="11485" y="44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3632807" y="2620775"/>
              <a:ext cx="46098" cy="56248"/>
            </a:xfrm>
            <a:custGeom>
              <a:avLst/>
              <a:pathLst>
                <a:path w="46098" h="56248">
                  <a:moveTo>
                    <a:pt x="25931" y="56248"/>
                  </a:moveTo>
                  <a:lnTo>
                    <a:pt x="0" y="10840"/>
                  </a:lnTo>
                  <a:lnTo>
                    <a:pt x="19685" y="0"/>
                  </a:lnTo>
                  <a:lnTo>
                    <a:pt x="46098" y="44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3636939" y="2739036"/>
              <a:ext cx="55756" cy="45271"/>
            </a:xfrm>
            <a:custGeom>
              <a:avLst/>
              <a:pathLst>
                <a:path w="55756" h="45271">
                  <a:moveTo>
                    <a:pt x="0" y="26086"/>
                  </a:moveTo>
                  <a:lnTo>
                    <a:pt x="44032" y="0"/>
                  </a:lnTo>
                  <a:lnTo>
                    <a:pt x="55756" y="18983"/>
                  </a:lnTo>
                  <a:lnTo>
                    <a:pt x="11466" y="452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478948" y="2781063"/>
              <a:ext cx="45288" cy="55297"/>
            </a:xfrm>
            <a:custGeom>
              <a:avLst/>
              <a:pathLst>
                <a:path w="45288" h="55297">
                  <a:moveTo>
                    <a:pt x="25890" y="55297"/>
                  </a:moveTo>
                  <a:lnTo>
                    <a:pt x="0" y="11358"/>
                  </a:lnTo>
                  <a:lnTo>
                    <a:pt x="18955" y="0"/>
                  </a:lnTo>
                  <a:lnTo>
                    <a:pt x="45288" y="43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349551" y="2789468"/>
              <a:ext cx="45438" cy="55579"/>
            </a:xfrm>
            <a:custGeom>
              <a:avLst/>
              <a:pathLst>
                <a:path w="45438" h="55579">
                  <a:moveTo>
                    <a:pt x="0" y="11856"/>
                  </a:moveTo>
                  <a:lnTo>
                    <a:pt x="19709" y="0"/>
                  </a:lnTo>
                  <a:lnTo>
                    <a:pt x="45438" y="43879"/>
                  </a:lnTo>
                  <a:lnTo>
                    <a:pt x="25610" y="55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84065" y="2795001"/>
              <a:ext cx="46326" cy="56326"/>
            </a:xfrm>
            <a:custGeom>
              <a:avLst/>
              <a:pathLst>
                <a:path w="46326" h="56326">
                  <a:moveTo>
                    <a:pt x="0" y="11525"/>
                  </a:moveTo>
                  <a:lnTo>
                    <a:pt x="19265" y="0"/>
                  </a:lnTo>
                  <a:lnTo>
                    <a:pt x="34222" y="24782"/>
                  </a:lnTo>
                  <a:lnTo>
                    <a:pt x="46326" y="44837"/>
                  </a:lnTo>
                  <a:lnTo>
                    <a:pt x="26957" y="56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453824" y="2795228"/>
              <a:ext cx="45829" cy="55886"/>
            </a:xfrm>
            <a:custGeom>
              <a:avLst/>
              <a:pathLst>
                <a:path w="45829" h="55886">
                  <a:moveTo>
                    <a:pt x="0" y="11958"/>
                  </a:moveTo>
                  <a:lnTo>
                    <a:pt x="19910" y="0"/>
                  </a:lnTo>
                  <a:lnTo>
                    <a:pt x="45829" y="44739"/>
                  </a:lnTo>
                  <a:lnTo>
                    <a:pt x="26549" y="55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3537695" y="2797634"/>
              <a:ext cx="55912" cy="46295"/>
            </a:xfrm>
            <a:custGeom>
              <a:avLst/>
              <a:pathLst>
                <a:path w="55912" h="46295">
                  <a:moveTo>
                    <a:pt x="0" y="26706"/>
                  </a:moveTo>
                  <a:lnTo>
                    <a:pt x="42967" y="861"/>
                  </a:lnTo>
                  <a:lnTo>
                    <a:pt x="44399" y="0"/>
                  </a:lnTo>
                  <a:lnTo>
                    <a:pt x="55912" y="20003"/>
                  </a:lnTo>
                  <a:lnTo>
                    <a:pt x="11631" y="46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3579230" y="2653634"/>
              <a:ext cx="45742" cy="56396"/>
            </a:xfrm>
            <a:custGeom>
              <a:avLst/>
              <a:pathLst>
                <a:path w="45742" h="56396">
                  <a:moveTo>
                    <a:pt x="0" y="11426"/>
                  </a:moveTo>
                  <a:lnTo>
                    <a:pt x="19146" y="0"/>
                  </a:lnTo>
                  <a:lnTo>
                    <a:pt x="45742" y="44744"/>
                  </a:lnTo>
                  <a:lnTo>
                    <a:pt x="25766" y="5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3464512" y="2673052"/>
              <a:ext cx="55731" cy="46282"/>
            </a:xfrm>
            <a:custGeom>
              <a:avLst/>
              <a:pathLst>
                <a:path w="55731" h="46282">
                  <a:moveTo>
                    <a:pt x="0" y="27024"/>
                  </a:moveTo>
                  <a:lnTo>
                    <a:pt x="44172" y="0"/>
                  </a:lnTo>
                  <a:lnTo>
                    <a:pt x="55731" y="19957"/>
                  </a:lnTo>
                  <a:lnTo>
                    <a:pt x="11955" y="4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3632859" y="2689526"/>
              <a:ext cx="45628" cy="55716"/>
            </a:xfrm>
            <a:custGeom>
              <a:avLst/>
              <a:pathLst>
                <a:path w="45628" h="55716">
                  <a:moveTo>
                    <a:pt x="25748" y="55716"/>
                  </a:moveTo>
                  <a:lnTo>
                    <a:pt x="0" y="11969"/>
                  </a:lnTo>
                  <a:lnTo>
                    <a:pt x="19975" y="0"/>
                  </a:lnTo>
                  <a:lnTo>
                    <a:pt x="45628" y="44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3310637" y="2765322"/>
              <a:ext cx="55419" cy="45504"/>
            </a:xfrm>
            <a:custGeom>
              <a:avLst/>
              <a:pathLst>
                <a:path w="55419" h="45504">
                  <a:moveTo>
                    <a:pt x="0" y="26193"/>
                  </a:moveTo>
                  <a:lnTo>
                    <a:pt x="44143" y="0"/>
                  </a:lnTo>
                  <a:lnTo>
                    <a:pt x="55419" y="19592"/>
                  </a:lnTo>
                  <a:lnTo>
                    <a:pt x="11193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3508482" y="2763114"/>
              <a:ext cx="46572" cy="56289"/>
            </a:xfrm>
            <a:custGeom>
              <a:avLst/>
              <a:pathLst>
                <a:path w="46572" h="56289">
                  <a:moveTo>
                    <a:pt x="26112" y="56289"/>
                  </a:moveTo>
                  <a:lnTo>
                    <a:pt x="0" y="11239"/>
                  </a:lnTo>
                  <a:lnTo>
                    <a:pt x="20203" y="0"/>
                  </a:lnTo>
                  <a:lnTo>
                    <a:pt x="46572" y="4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3564369" y="2614025"/>
              <a:ext cx="55436" cy="45950"/>
            </a:xfrm>
            <a:custGeom>
              <a:avLst/>
              <a:pathLst>
                <a:path w="55436" h="45950">
                  <a:moveTo>
                    <a:pt x="11776" y="45950"/>
                  </a:moveTo>
                  <a:lnTo>
                    <a:pt x="0" y="26701"/>
                  </a:lnTo>
                  <a:lnTo>
                    <a:pt x="43472" y="0"/>
                  </a:lnTo>
                  <a:lnTo>
                    <a:pt x="55436" y="200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3572381" y="2758396"/>
              <a:ext cx="45946" cy="56474"/>
            </a:xfrm>
            <a:custGeom>
              <a:avLst/>
              <a:pathLst>
                <a:path w="45946" h="56474">
                  <a:moveTo>
                    <a:pt x="0" y="12040"/>
                  </a:moveTo>
                  <a:lnTo>
                    <a:pt x="19523" y="0"/>
                  </a:lnTo>
                  <a:lnTo>
                    <a:pt x="45946" y="44808"/>
                  </a:lnTo>
                  <a:lnTo>
                    <a:pt x="26102" y="56474"/>
                  </a:lnTo>
                  <a:lnTo>
                    <a:pt x="23545" y="52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3697241" y="2602662"/>
              <a:ext cx="69909" cy="70028"/>
            </a:xfrm>
            <a:custGeom>
              <a:avLst/>
              <a:pathLst>
                <a:path w="69909" h="70028">
                  <a:moveTo>
                    <a:pt x="25661" y="70028"/>
                  </a:moveTo>
                  <a:lnTo>
                    <a:pt x="0" y="26543"/>
                  </a:lnTo>
                  <a:lnTo>
                    <a:pt x="44843" y="0"/>
                  </a:lnTo>
                  <a:lnTo>
                    <a:pt x="69909" y="44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3764400" y="2604342"/>
              <a:ext cx="55626" cy="44930"/>
            </a:xfrm>
            <a:custGeom>
              <a:avLst/>
              <a:pathLst>
                <a:path w="55626" h="44930">
                  <a:moveTo>
                    <a:pt x="0" y="25407"/>
                  </a:moveTo>
                  <a:lnTo>
                    <a:pt x="44297" y="0"/>
                  </a:lnTo>
                  <a:lnTo>
                    <a:pt x="55626" y="19177"/>
                  </a:lnTo>
                  <a:lnTo>
                    <a:pt x="10821" y="449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3658330" y="2606595"/>
              <a:ext cx="44523" cy="56228"/>
            </a:xfrm>
            <a:custGeom>
              <a:avLst/>
              <a:pathLst>
                <a:path w="44523" h="56228">
                  <a:moveTo>
                    <a:pt x="0" y="11677"/>
                  </a:moveTo>
                  <a:lnTo>
                    <a:pt x="18845" y="0"/>
                  </a:lnTo>
                  <a:lnTo>
                    <a:pt x="44523" y="45009"/>
                  </a:lnTo>
                  <a:lnTo>
                    <a:pt x="25503" y="5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3274862" y="2834327"/>
              <a:ext cx="44857" cy="55635"/>
            </a:xfrm>
            <a:custGeom>
              <a:avLst/>
              <a:pathLst>
                <a:path w="44857" h="55635">
                  <a:moveTo>
                    <a:pt x="0" y="11780"/>
                  </a:moveTo>
                  <a:lnTo>
                    <a:pt x="19076" y="0"/>
                  </a:lnTo>
                  <a:lnTo>
                    <a:pt x="44857" y="44365"/>
                  </a:lnTo>
                  <a:lnTo>
                    <a:pt x="25853" y="55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3445110" y="2835023"/>
              <a:ext cx="44898" cy="55579"/>
            </a:xfrm>
            <a:custGeom>
              <a:avLst/>
              <a:pathLst>
                <a:path w="44898" h="55579">
                  <a:moveTo>
                    <a:pt x="0" y="11569"/>
                  </a:moveTo>
                  <a:lnTo>
                    <a:pt x="18949" y="0"/>
                  </a:lnTo>
                  <a:lnTo>
                    <a:pt x="19220" y="459"/>
                  </a:lnTo>
                  <a:lnTo>
                    <a:pt x="44898" y="44044"/>
                  </a:lnTo>
                  <a:lnTo>
                    <a:pt x="25054" y="55579"/>
                  </a:lnTo>
                  <a:lnTo>
                    <a:pt x="286" y="12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3379831" y="2840124"/>
              <a:ext cx="45516" cy="55973"/>
            </a:xfrm>
            <a:custGeom>
              <a:avLst/>
              <a:pathLst>
                <a:path w="45516" h="55973">
                  <a:moveTo>
                    <a:pt x="0" y="11362"/>
                  </a:moveTo>
                  <a:lnTo>
                    <a:pt x="19277" y="0"/>
                  </a:lnTo>
                  <a:lnTo>
                    <a:pt x="19958" y="1157"/>
                  </a:lnTo>
                  <a:lnTo>
                    <a:pt x="45516" y="44557"/>
                  </a:lnTo>
                  <a:lnTo>
                    <a:pt x="25718" y="559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719240" y="2522987"/>
              <a:ext cx="87463" cy="99534"/>
            </a:xfrm>
            <a:custGeom>
              <a:avLst/>
              <a:pathLst>
                <a:path w="87463" h="99534">
                  <a:moveTo>
                    <a:pt x="42728" y="98822"/>
                  </a:moveTo>
                  <a:lnTo>
                    <a:pt x="38378" y="91577"/>
                  </a:lnTo>
                  <a:lnTo>
                    <a:pt x="0" y="27659"/>
                  </a:lnTo>
                  <a:lnTo>
                    <a:pt x="507" y="25230"/>
                  </a:lnTo>
                  <a:lnTo>
                    <a:pt x="42828" y="0"/>
                  </a:lnTo>
                  <a:lnTo>
                    <a:pt x="45247" y="682"/>
                  </a:lnTo>
                  <a:lnTo>
                    <a:pt x="87463" y="75059"/>
                  </a:lnTo>
                  <a:lnTo>
                    <a:pt x="43819" y="99168"/>
                  </a:lnTo>
                  <a:lnTo>
                    <a:pt x="43156" y="99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3482728" y="2829895"/>
              <a:ext cx="55821" cy="45714"/>
            </a:xfrm>
            <a:custGeom>
              <a:avLst/>
              <a:pathLst>
                <a:path w="55821" h="45714">
                  <a:moveTo>
                    <a:pt x="3829" y="32316"/>
                  </a:moveTo>
                  <a:lnTo>
                    <a:pt x="0" y="25742"/>
                  </a:lnTo>
                  <a:lnTo>
                    <a:pt x="44081" y="0"/>
                  </a:lnTo>
                  <a:lnTo>
                    <a:pt x="55821" y="19518"/>
                  </a:lnTo>
                  <a:lnTo>
                    <a:pt x="11488" y="45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3663360" y="2671366"/>
              <a:ext cx="45034" cy="56391"/>
            </a:xfrm>
            <a:custGeom>
              <a:avLst/>
              <a:pathLst>
                <a:path w="45034" h="56391">
                  <a:moveTo>
                    <a:pt x="25826" y="56391"/>
                  </a:moveTo>
                  <a:lnTo>
                    <a:pt x="0" y="11142"/>
                  </a:lnTo>
                  <a:lnTo>
                    <a:pt x="18846" y="0"/>
                  </a:lnTo>
                  <a:lnTo>
                    <a:pt x="45034" y="45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3389146" y="2784733"/>
              <a:ext cx="71622" cy="72333"/>
            </a:xfrm>
            <a:custGeom>
              <a:avLst/>
              <a:pathLst>
                <a:path w="71622" h="72333">
                  <a:moveTo>
                    <a:pt x="851" y="26830"/>
                  </a:moveTo>
                  <a:lnTo>
                    <a:pt x="45550" y="0"/>
                  </a:lnTo>
                  <a:lnTo>
                    <a:pt x="45905" y="42"/>
                  </a:lnTo>
                  <a:lnTo>
                    <a:pt x="60002" y="24500"/>
                  </a:lnTo>
                  <a:lnTo>
                    <a:pt x="71622" y="44883"/>
                  </a:lnTo>
                  <a:lnTo>
                    <a:pt x="71270" y="46224"/>
                  </a:lnTo>
                  <a:lnTo>
                    <a:pt x="26434" y="72333"/>
                  </a:lnTo>
                  <a:lnTo>
                    <a:pt x="24989" y="71628"/>
                  </a:lnTo>
                  <a:lnTo>
                    <a:pt x="0" y="28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314676" y="2845576"/>
              <a:ext cx="45115" cy="55713"/>
            </a:xfrm>
            <a:custGeom>
              <a:avLst/>
              <a:pathLst>
                <a:path w="45115" h="55713">
                  <a:moveTo>
                    <a:pt x="45115" y="44637"/>
                  </a:moveTo>
                  <a:lnTo>
                    <a:pt x="26322" y="55713"/>
                  </a:lnTo>
                  <a:lnTo>
                    <a:pt x="20253" y="45194"/>
                  </a:lnTo>
                  <a:lnTo>
                    <a:pt x="19039" y="43088"/>
                  </a:lnTo>
                  <a:lnTo>
                    <a:pt x="11457" y="29946"/>
                  </a:lnTo>
                  <a:lnTo>
                    <a:pt x="2040" y="14654"/>
                  </a:lnTo>
                  <a:lnTo>
                    <a:pt x="1020" y="12996"/>
                  </a:lnTo>
                  <a:lnTo>
                    <a:pt x="0" y="11339"/>
                  </a:lnTo>
                  <a:lnTo>
                    <a:pt x="7787" y="6707"/>
                  </a:lnTo>
                  <a:lnTo>
                    <a:pt x="19063" y="0"/>
                  </a:lnTo>
                  <a:lnTo>
                    <a:pt x="22338" y="5610"/>
                  </a:lnTo>
                  <a:lnTo>
                    <a:pt x="29206" y="173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667461" y="2567152"/>
              <a:ext cx="45178" cy="55538"/>
            </a:xfrm>
            <a:custGeom>
              <a:avLst/>
              <a:pathLst>
                <a:path w="45178" h="55538">
                  <a:moveTo>
                    <a:pt x="0" y="11549"/>
                  </a:moveTo>
                  <a:lnTo>
                    <a:pt x="20016" y="0"/>
                  </a:lnTo>
                  <a:lnTo>
                    <a:pt x="45178" y="44372"/>
                  </a:lnTo>
                  <a:lnTo>
                    <a:pt x="25423" y="555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725901" y="2667301"/>
              <a:ext cx="45931" cy="55815"/>
            </a:xfrm>
            <a:custGeom>
              <a:avLst/>
              <a:pathLst>
                <a:path w="45931" h="55815">
                  <a:moveTo>
                    <a:pt x="26168" y="55815"/>
                  </a:moveTo>
                  <a:lnTo>
                    <a:pt x="0" y="11149"/>
                  </a:lnTo>
                  <a:lnTo>
                    <a:pt x="20615" y="0"/>
                  </a:lnTo>
                  <a:lnTo>
                    <a:pt x="45931" y="442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79432" y="2712474"/>
              <a:ext cx="45379" cy="56275"/>
            </a:xfrm>
            <a:custGeom>
              <a:avLst/>
              <a:pathLst>
                <a:path w="45379" h="56275">
                  <a:moveTo>
                    <a:pt x="0" y="11642"/>
                  </a:moveTo>
                  <a:lnTo>
                    <a:pt x="19342" y="0"/>
                  </a:lnTo>
                  <a:lnTo>
                    <a:pt x="45379" y="44587"/>
                  </a:lnTo>
                  <a:lnTo>
                    <a:pt x="25543" y="562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3449774" y="2731457"/>
              <a:ext cx="44342" cy="54707"/>
            </a:xfrm>
            <a:custGeom>
              <a:avLst/>
              <a:pathLst>
                <a:path w="44342" h="54707">
                  <a:moveTo>
                    <a:pt x="0" y="10824"/>
                  </a:moveTo>
                  <a:lnTo>
                    <a:pt x="18632" y="0"/>
                  </a:lnTo>
                  <a:lnTo>
                    <a:pt x="44342" y="43341"/>
                  </a:lnTo>
                  <a:lnTo>
                    <a:pt x="25393" y="547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3384444" y="2733875"/>
              <a:ext cx="46449" cy="57258"/>
            </a:xfrm>
            <a:custGeom>
              <a:avLst/>
              <a:pathLst>
                <a:path w="46449" h="57258">
                  <a:moveTo>
                    <a:pt x="27178" y="57258"/>
                  </a:moveTo>
                  <a:lnTo>
                    <a:pt x="0" y="11502"/>
                  </a:lnTo>
                  <a:lnTo>
                    <a:pt x="20013" y="0"/>
                  </a:lnTo>
                  <a:lnTo>
                    <a:pt x="46449" y="457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3250044" y="2849335"/>
              <a:ext cx="44951" cy="55319"/>
            </a:xfrm>
            <a:custGeom>
              <a:avLst/>
              <a:pathLst>
                <a:path w="44951" h="55319">
                  <a:moveTo>
                    <a:pt x="0" y="11109"/>
                  </a:moveTo>
                  <a:lnTo>
                    <a:pt x="18213" y="0"/>
                  </a:lnTo>
                  <a:lnTo>
                    <a:pt x="44951" y="44136"/>
                  </a:lnTo>
                  <a:lnTo>
                    <a:pt x="26380" y="553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3308673" y="2934735"/>
              <a:ext cx="55480" cy="45504"/>
            </a:xfrm>
            <a:custGeom>
              <a:avLst/>
              <a:pathLst>
                <a:path w="55480" h="45504">
                  <a:moveTo>
                    <a:pt x="0" y="25883"/>
                  </a:moveTo>
                  <a:lnTo>
                    <a:pt x="43817" y="0"/>
                  </a:lnTo>
                  <a:lnTo>
                    <a:pt x="55480" y="19387"/>
                  </a:lnTo>
                  <a:lnTo>
                    <a:pt x="11654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3503666" y="2697545"/>
              <a:ext cx="45690" cy="56853"/>
            </a:xfrm>
            <a:custGeom>
              <a:avLst/>
              <a:pathLst>
                <a:path w="45690" h="56853">
                  <a:moveTo>
                    <a:pt x="26486" y="56853"/>
                  </a:moveTo>
                  <a:lnTo>
                    <a:pt x="0" y="11868"/>
                  </a:lnTo>
                  <a:lnTo>
                    <a:pt x="19469" y="0"/>
                  </a:lnTo>
                  <a:lnTo>
                    <a:pt x="45690" y="450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3608115" y="2704075"/>
              <a:ext cx="45929" cy="56080"/>
            </a:xfrm>
            <a:custGeom>
              <a:avLst/>
              <a:pathLst>
                <a:path w="45929" h="56080">
                  <a:moveTo>
                    <a:pt x="0" y="11869"/>
                  </a:moveTo>
                  <a:lnTo>
                    <a:pt x="20167" y="0"/>
                  </a:lnTo>
                  <a:lnTo>
                    <a:pt x="45929" y="44098"/>
                  </a:lnTo>
                  <a:lnTo>
                    <a:pt x="25896" y="56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3409868" y="2706104"/>
              <a:ext cx="55559" cy="45403"/>
            </a:xfrm>
            <a:custGeom>
              <a:avLst/>
              <a:pathLst>
                <a:path w="55559" h="45403">
                  <a:moveTo>
                    <a:pt x="11365" y="45403"/>
                  </a:moveTo>
                  <a:lnTo>
                    <a:pt x="0" y="25432"/>
                  </a:lnTo>
                  <a:lnTo>
                    <a:pt x="43730" y="0"/>
                  </a:lnTo>
                  <a:lnTo>
                    <a:pt x="55559" y="192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3603085" y="2638551"/>
              <a:ext cx="45827" cy="56196"/>
            </a:xfrm>
            <a:custGeom>
              <a:avLst/>
              <a:pathLst>
                <a:path w="45827" h="56196">
                  <a:moveTo>
                    <a:pt x="26024" y="56196"/>
                  </a:moveTo>
                  <a:lnTo>
                    <a:pt x="0" y="12334"/>
                  </a:lnTo>
                  <a:lnTo>
                    <a:pt x="19414" y="0"/>
                  </a:lnTo>
                  <a:lnTo>
                    <a:pt x="45827" y="44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39277" y="2643184"/>
              <a:ext cx="45542" cy="55629"/>
            </a:xfrm>
            <a:custGeom>
              <a:avLst/>
              <a:pathLst>
                <a:path w="45542" h="55629">
                  <a:moveTo>
                    <a:pt x="25919" y="55629"/>
                  </a:moveTo>
                  <a:lnTo>
                    <a:pt x="0" y="11090"/>
                  </a:lnTo>
                  <a:lnTo>
                    <a:pt x="19828" y="0"/>
                  </a:lnTo>
                  <a:lnTo>
                    <a:pt x="45542" y="43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618041" y="2581445"/>
              <a:ext cx="55845" cy="46803"/>
            </a:xfrm>
            <a:custGeom>
              <a:avLst/>
              <a:pathLst>
                <a:path w="55845" h="46803">
                  <a:moveTo>
                    <a:pt x="11938" y="46803"/>
                  </a:moveTo>
                  <a:lnTo>
                    <a:pt x="0" y="26791"/>
                  </a:lnTo>
                  <a:lnTo>
                    <a:pt x="13649" y="18436"/>
                  </a:lnTo>
                  <a:lnTo>
                    <a:pt x="43770" y="0"/>
                  </a:lnTo>
                  <a:lnTo>
                    <a:pt x="55845" y="20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418335" y="2850255"/>
              <a:ext cx="45824" cy="55666"/>
            </a:xfrm>
            <a:custGeom>
              <a:avLst/>
              <a:pathLst>
                <a:path w="45824" h="55666">
                  <a:moveTo>
                    <a:pt x="0" y="11595"/>
                  </a:moveTo>
                  <a:lnTo>
                    <a:pt x="19622" y="0"/>
                  </a:lnTo>
                  <a:lnTo>
                    <a:pt x="45824" y="43750"/>
                  </a:lnTo>
                  <a:lnTo>
                    <a:pt x="25973" y="55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355257" y="2854829"/>
              <a:ext cx="45106" cy="55560"/>
            </a:xfrm>
            <a:custGeom>
              <a:avLst/>
              <a:pathLst>
                <a:path w="45106" h="55560">
                  <a:moveTo>
                    <a:pt x="0" y="11051"/>
                  </a:moveTo>
                  <a:lnTo>
                    <a:pt x="19354" y="0"/>
                  </a:lnTo>
                  <a:lnTo>
                    <a:pt x="45106" y="44132"/>
                  </a:lnTo>
                  <a:lnTo>
                    <a:pt x="26181" y="55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3598248" y="2742557"/>
              <a:ext cx="45313" cy="56580"/>
            </a:xfrm>
            <a:custGeom>
              <a:avLst/>
              <a:pathLst>
                <a:path w="45313" h="56580">
                  <a:moveTo>
                    <a:pt x="0" y="12348"/>
                  </a:moveTo>
                  <a:lnTo>
                    <a:pt x="19493" y="0"/>
                  </a:lnTo>
                  <a:lnTo>
                    <a:pt x="45313" y="44898"/>
                  </a:lnTo>
                  <a:lnTo>
                    <a:pt x="25568" y="56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3424965" y="2745210"/>
              <a:ext cx="44876" cy="55336"/>
            </a:xfrm>
            <a:custGeom>
              <a:avLst/>
              <a:pathLst>
                <a:path w="44876" h="55336">
                  <a:moveTo>
                    <a:pt x="0" y="11651"/>
                  </a:moveTo>
                  <a:lnTo>
                    <a:pt x="19482" y="0"/>
                  </a:lnTo>
                  <a:lnTo>
                    <a:pt x="44876" y="43377"/>
                  </a:lnTo>
                  <a:lnTo>
                    <a:pt x="25523" y="55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3358850" y="2750063"/>
              <a:ext cx="46711" cy="56141"/>
            </a:xfrm>
            <a:custGeom>
              <a:avLst/>
              <a:pathLst>
                <a:path w="46711" h="56141">
                  <a:moveTo>
                    <a:pt x="27674" y="56141"/>
                  </a:moveTo>
                  <a:lnTo>
                    <a:pt x="0" y="12216"/>
                  </a:lnTo>
                  <a:lnTo>
                    <a:pt x="1574" y="11210"/>
                  </a:lnTo>
                  <a:lnTo>
                    <a:pt x="19120" y="0"/>
                  </a:lnTo>
                  <a:lnTo>
                    <a:pt x="46711" y="44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3533458" y="2748239"/>
              <a:ext cx="45850" cy="56061"/>
            </a:xfrm>
            <a:custGeom>
              <a:avLst/>
              <a:pathLst>
                <a:path w="45850" h="56061">
                  <a:moveTo>
                    <a:pt x="25714" y="56061"/>
                  </a:moveTo>
                  <a:lnTo>
                    <a:pt x="0" y="12126"/>
                  </a:lnTo>
                  <a:lnTo>
                    <a:pt x="19565" y="0"/>
                  </a:lnTo>
                  <a:lnTo>
                    <a:pt x="45850" y="446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693787" y="2551907"/>
              <a:ext cx="45415" cy="55461"/>
            </a:xfrm>
            <a:custGeom>
              <a:avLst/>
              <a:pathLst>
                <a:path w="45415" h="55461">
                  <a:moveTo>
                    <a:pt x="25548" y="55461"/>
                  </a:moveTo>
                  <a:lnTo>
                    <a:pt x="0" y="11969"/>
                  </a:lnTo>
                  <a:lnTo>
                    <a:pt x="19577" y="0"/>
                  </a:lnTo>
                  <a:lnTo>
                    <a:pt x="45415" y="440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304421" y="2885312"/>
              <a:ext cx="44831" cy="55545"/>
            </a:xfrm>
            <a:custGeom>
              <a:avLst/>
              <a:pathLst>
                <a:path w="44831" h="55545">
                  <a:moveTo>
                    <a:pt x="0" y="11536"/>
                  </a:moveTo>
                  <a:lnTo>
                    <a:pt x="19247" y="0"/>
                  </a:lnTo>
                  <a:lnTo>
                    <a:pt x="44831" y="44084"/>
                  </a:lnTo>
                  <a:lnTo>
                    <a:pt x="26204" y="5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384539" y="2890116"/>
              <a:ext cx="54765" cy="44843"/>
            </a:xfrm>
            <a:custGeom>
              <a:avLst/>
              <a:pathLst>
                <a:path w="54765" h="44843">
                  <a:moveTo>
                    <a:pt x="0" y="26363"/>
                  </a:moveTo>
                  <a:lnTo>
                    <a:pt x="43374" y="0"/>
                  </a:lnTo>
                  <a:lnTo>
                    <a:pt x="54765" y="18697"/>
                  </a:lnTo>
                  <a:lnTo>
                    <a:pt x="11156" y="44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344188" y="2895028"/>
              <a:ext cx="44597" cy="56069"/>
            </a:xfrm>
            <a:custGeom>
              <a:avLst/>
              <a:pathLst>
                <a:path w="44597" h="56069">
                  <a:moveTo>
                    <a:pt x="0" y="11585"/>
                  </a:moveTo>
                  <a:lnTo>
                    <a:pt x="18413" y="0"/>
                  </a:lnTo>
                  <a:lnTo>
                    <a:pt x="44597" y="44289"/>
                  </a:lnTo>
                  <a:lnTo>
                    <a:pt x="24892" y="56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280143" y="2899874"/>
              <a:ext cx="45042" cy="55088"/>
            </a:xfrm>
            <a:custGeom>
              <a:avLst/>
              <a:pathLst>
                <a:path w="45042" h="55088">
                  <a:moveTo>
                    <a:pt x="0" y="11572"/>
                  </a:moveTo>
                  <a:lnTo>
                    <a:pt x="18996" y="0"/>
                  </a:lnTo>
                  <a:lnTo>
                    <a:pt x="45042" y="44165"/>
                  </a:lnTo>
                  <a:lnTo>
                    <a:pt x="26268" y="55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691175" y="2721221"/>
              <a:ext cx="31855" cy="32231"/>
            </a:xfrm>
            <a:custGeom>
              <a:avLst/>
              <a:pathLst>
                <a:path w="31855" h="32231">
                  <a:moveTo>
                    <a:pt x="31855" y="20603"/>
                  </a:moveTo>
                  <a:lnTo>
                    <a:pt x="11814" y="32231"/>
                  </a:lnTo>
                  <a:lnTo>
                    <a:pt x="0" y="12674"/>
                  </a:lnTo>
                  <a:lnTo>
                    <a:pt x="1974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715698" y="2706383"/>
              <a:ext cx="31519" cy="32802"/>
            </a:xfrm>
            <a:custGeom>
              <a:avLst/>
              <a:pathLst>
                <a:path w="31519" h="32802">
                  <a:moveTo>
                    <a:pt x="0" y="12172"/>
                  </a:moveTo>
                  <a:lnTo>
                    <a:pt x="20154" y="0"/>
                  </a:lnTo>
                  <a:lnTo>
                    <a:pt x="31519" y="19859"/>
                  </a:lnTo>
                  <a:lnTo>
                    <a:pt x="11428" y="32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755385" y="2629219"/>
              <a:ext cx="90524" cy="77957"/>
            </a:xfrm>
            <a:custGeom>
              <a:avLst/>
              <a:pathLst>
                <a:path w="90524" h="77957">
                  <a:moveTo>
                    <a:pt x="0" y="40229"/>
                  </a:moveTo>
                  <a:lnTo>
                    <a:pt x="68037" y="0"/>
                  </a:lnTo>
                  <a:lnTo>
                    <a:pt x="90524" y="39156"/>
                  </a:lnTo>
                  <a:lnTo>
                    <a:pt x="23593" y="77957"/>
                  </a:lnTo>
                  <a:lnTo>
                    <a:pt x="21476" y="77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543261" y="2692985"/>
              <a:ext cx="71670" cy="72166"/>
            </a:xfrm>
            <a:custGeom>
              <a:avLst/>
              <a:pathLst>
                <a:path w="71670" h="72166">
                  <a:moveTo>
                    <a:pt x="71670" y="45300"/>
                  </a:moveTo>
                  <a:lnTo>
                    <a:pt x="26162" y="72166"/>
                  </a:lnTo>
                  <a:lnTo>
                    <a:pt x="12581" y="48662"/>
                  </a:lnTo>
                  <a:lnTo>
                    <a:pt x="0" y="26886"/>
                  </a:lnTo>
                  <a:lnTo>
                    <a:pt x="22305" y="13577"/>
                  </a:lnTo>
                  <a:lnTo>
                    <a:pt x="45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703074" y="3434061"/>
              <a:ext cx="57891" cy="47604"/>
            </a:xfrm>
            <a:custGeom>
              <a:avLst/>
              <a:pathLst>
                <a:path w="57891" h="47604">
                  <a:moveTo>
                    <a:pt x="12549" y="47604"/>
                  </a:moveTo>
                  <a:lnTo>
                    <a:pt x="0" y="27387"/>
                  </a:lnTo>
                  <a:lnTo>
                    <a:pt x="44524" y="0"/>
                  </a:lnTo>
                  <a:lnTo>
                    <a:pt x="57891" y="21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72084" y="3450409"/>
              <a:ext cx="46849" cy="58122"/>
            </a:xfrm>
            <a:custGeom>
              <a:avLst/>
              <a:pathLst>
                <a:path w="46849" h="58122">
                  <a:moveTo>
                    <a:pt x="25956" y="58122"/>
                  </a:moveTo>
                  <a:lnTo>
                    <a:pt x="0" y="12261"/>
                  </a:lnTo>
                  <a:lnTo>
                    <a:pt x="19860" y="0"/>
                  </a:lnTo>
                  <a:lnTo>
                    <a:pt x="46849" y="4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784085" y="3455488"/>
              <a:ext cx="70878" cy="71563"/>
            </a:xfrm>
            <a:custGeom>
              <a:avLst/>
              <a:pathLst>
                <a:path w="70878" h="71563">
                  <a:moveTo>
                    <a:pt x="50529" y="56829"/>
                  </a:moveTo>
                  <a:lnTo>
                    <a:pt x="25594" y="71563"/>
                  </a:lnTo>
                  <a:lnTo>
                    <a:pt x="14178" y="51226"/>
                  </a:lnTo>
                  <a:lnTo>
                    <a:pt x="12428" y="48046"/>
                  </a:lnTo>
                  <a:lnTo>
                    <a:pt x="0" y="25459"/>
                  </a:lnTo>
                  <a:lnTo>
                    <a:pt x="18409" y="14875"/>
                  </a:lnTo>
                  <a:lnTo>
                    <a:pt x="40245" y="2320"/>
                  </a:lnTo>
                  <a:lnTo>
                    <a:pt x="41755" y="1452"/>
                  </a:lnTo>
                  <a:lnTo>
                    <a:pt x="44282" y="0"/>
                  </a:lnTo>
                  <a:lnTo>
                    <a:pt x="56295" y="19447"/>
                  </a:lnTo>
                  <a:lnTo>
                    <a:pt x="58845" y="23576"/>
                  </a:lnTo>
                  <a:lnTo>
                    <a:pt x="59374" y="24432"/>
                  </a:lnTo>
                  <a:lnTo>
                    <a:pt x="60315" y="26072"/>
                  </a:lnTo>
                  <a:lnTo>
                    <a:pt x="64730" y="33902"/>
                  </a:lnTo>
                  <a:lnTo>
                    <a:pt x="66208" y="36522"/>
                  </a:lnTo>
                  <a:lnTo>
                    <a:pt x="70878" y="44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876342" y="3500605"/>
              <a:ext cx="55172" cy="46866"/>
            </a:xfrm>
            <a:custGeom>
              <a:avLst/>
              <a:pathLst>
                <a:path w="55172" h="46866">
                  <a:moveTo>
                    <a:pt x="0" y="26684"/>
                  </a:moveTo>
                  <a:lnTo>
                    <a:pt x="44717" y="0"/>
                  </a:lnTo>
                  <a:lnTo>
                    <a:pt x="55172" y="18135"/>
                  </a:lnTo>
                  <a:lnTo>
                    <a:pt x="55083" y="21551"/>
                  </a:lnTo>
                  <a:lnTo>
                    <a:pt x="12440" y="46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902265" y="3433232"/>
              <a:ext cx="45974" cy="57161"/>
            </a:xfrm>
            <a:custGeom>
              <a:avLst/>
              <a:pathLst>
                <a:path w="45974" h="57161">
                  <a:moveTo>
                    <a:pt x="25697" y="57161"/>
                  </a:moveTo>
                  <a:lnTo>
                    <a:pt x="0" y="11370"/>
                  </a:lnTo>
                  <a:lnTo>
                    <a:pt x="20507" y="0"/>
                  </a:lnTo>
                  <a:lnTo>
                    <a:pt x="45974" y="44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42167" y="3458817"/>
              <a:ext cx="46632" cy="57672"/>
            </a:xfrm>
            <a:custGeom>
              <a:avLst/>
              <a:pathLst>
                <a:path w="46632" h="57672">
                  <a:moveTo>
                    <a:pt x="0" y="12188"/>
                  </a:moveTo>
                  <a:lnTo>
                    <a:pt x="20975" y="0"/>
                  </a:lnTo>
                  <a:lnTo>
                    <a:pt x="46632" y="45272"/>
                  </a:lnTo>
                  <a:lnTo>
                    <a:pt x="26928" y="57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3676564" y="3463644"/>
              <a:ext cx="48911" cy="59000"/>
            </a:xfrm>
            <a:custGeom>
              <a:avLst/>
              <a:pathLst>
                <a:path w="48911" h="59000">
                  <a:moveTo>
                    <a:pt x="27598" y="59000"/>
                  </a:moveTo>
                  <a:lnTo>
                    <a:pt x="0" y="10758"/>
                  </a:lnTo>
                  <a:lnTo>
                    <a:pt x="21839" y="0"/>
                  </a:lnTo>
                  <a:lnTo>
                    <a:pt x="48911" y="4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3847274" y="3465385"/>
              <a:ext cx="46955" cy="57684"/>
            </a:xfrm>
            <a:custGeom>
              <a:avLst/>
              <a:pathLst>
                <a:path w="46955" h="57684">
                  <a:moveTo>
                    <a:pt x="27023" y="57684"/>
                  </a:moveTo>
                  <a:lnTo>
                    <a:pt x="0" y="12735"/>
                  </a:lnTo>
                  <a:lnTo>
                    <a:pt x="20331" y="0"/>
                  </a:lnTo>
                  <a:lnTo>
                    <a:pt x="4695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3931276" y="3468786"/>
              <a:ext cx="56822" cy="46281"/>
            </a:xfrm>
            <a:custGeom>
              <a:avLst/>
              <a:pathLst>
                <a:path w="56822" h="46281">
                  <a:moveTo>
                    <a:pt x="0" y="24913"/>
                  </a:moveTo>
                  <a:lnTo>
                    <a:pt x="43722" y="0"/>
                  </a:lnTo>
                  <a:lnTo>
                    <a:pt x="56822" y="19852"/>
                  </a:lnTo>
                  <a:lnTo>
                    <a:pt x="11946" y="462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18886" y="3474051"/>
              <a:ext cx="46132" cy="56880"/>
            </a:xfrm>
            <a:custGeom>
              <a:avLst/>
              <a:pathLst>
                <a:path w="46132" h="56880">
                  <a:moveTo>
                    <a:pt x="25993" y="56880"/>
                  </a:moveTo>
                  <a:lnTo>
                    <a:pt x="0" y="11735"/>
                  </a:lnTo>
                  <a:lnTo>
                    <a:pt x="19617" y="0"/>
                  </a:lnTo>
                  <a:lnTo>
                    <a:pt x="4613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3628630" y="3478537"/>
              <a:ext cx="56501" cy="48272"/>
            </a:xfrm>
            <a:custGeom>
              <a:avLst/>
              <a:pathLst>
                <a:path w="56501" h="48272">
                  <a:moveTo>
                    <a:pt x="0" y="26646"/>
                  </a:moveTo>
                  <a:lnTo>
                    <a:pt x="43349" y="0"/>
                  </a:lnTo>
                  <a:lnTo>
                    <a:pt x="56501" y="21368"/>
                  </a:lnTo>
                  <a:lnTo>
                    <a:pt x="12692" y="4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3666818" y="3504321"/>
              <a:ext cx="46199" cy="56671"/>
            </a:xfrm>
            <a:custGeom>
              <a:avLst/>
              <a:pathLst>
                <a:path w="46199" h="56671">
                  <a:moveTo>
                    <a:pt x="27105" y="56671"/>
                  </a:moveTo>
                  <a:lnTo>
                    <a:pt x="0" y="11145"/>
                  </a:lnTo>
                  <a:lnTo>
                    <a:pt x="20567" y="0"/>
                  </a:lnTo>
                  <a:lnTo>
                    <a:pt x="46199" y="44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837284" y="3504403"/>
              <a:ext cx="46728" cy="57008"/>
            </a:xfrm>
            <a:custGeom>
              <a:avLst/>
              <a:pathLst>
                <a:path w="46728" h="57008">
                  <a:moveTo>
                    <a:pt x="20665" y="0"/>
                  </a:moveTo>
                  <a:lnTo>
                    <a:pt x="46728" y="46038"/>
                  </a:lnTo>
                  <a:lnTo>
                    <a:pt x="32076" y="54876"/>
                  </a:lnTo>
                  <a:lnTo>
                    <a:pt x="26916" y="57008"/>
                  </a:lnTo>
                  <a:lnTo>
                    <a:pt x="25427" y="56827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71859" y="3510238"/>
              <a:ext cx="47287" cy="57101"/>
            </a:xfrm>
            <a:custGeom>
              <a:avLst/>
              <a:pathLst>
                <a:path w="47287" h="57101">
                  <a:moveTo>
                    <a:pt x="0" y="10739"/>
                  </a:moveTo>
                  <a:lnTo>
                    <a:pt x="20084" y="0"/>
                  </a:lnTo>
                  <a:lnTo>
                    <a:pt x="47287" y="45448"/>
                  </a:lnTo>
                  <a:lnTo>
                    <a:pt x="26735" y="57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3736013" y="3564882"/>
              <a:ext cx="46772" cy="56564"/>
            </a:xfrm>
            <a:custGeom>
              <a:avLst/>
              <a:pathLst>
                <a:path w="46772" h="56564">
                  <a:moveTo>
                    <a:pt x="0" y="11847"/>
                  </a:moveTo>
                  <a:lnTo>
                    <a:pt x="20606" y="0"/>
                  </a:lnTo>
                  <a:lnTo>
                    <a:pt x="46772" y="45049"/>
                  </a:lnTo>
                  <a:lnTo>
                    <a:pt x="26468" y="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3672375" y="3569116"/>
              <a:ext cx="45436" cy="57309"/>
            </a:xfrm>
            <a:custGeom>
              <a:avLst/>
              <a:pathLst>
                <a:path w="45436" h="57309">
                  <a:moveTo>
                    <a:pt x="26989" y="57309"/>
                  </a:moveTo>
                  <a:lnTo>
                    <a:pt x="0" y="11172"/>
                  </a:lnTo>
                  <a:lnTo>
                    <a:pt x="19373" y="0"/>
                  </a:lnTo>
                  <a:lnTo>
                    <a:pt x="35654" y="28930"/>
                  </a:lnTo>
                  <a:lnTo>
                    <a:pt x="45436" y="4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3706634" y="3514668"/>
              <a:ext cx="47616" cy="58117"/>
            </a:xfrm>
            <a:custGeom>
              <a:avLst/>
              <a:pathLst>
                <a:path w="47616" h="58117">
                  <a:moveTo>
                    <a:pt x="47616" y="46380"/>
                  </a:moveTo>
                  <a:lnTo>
                    <a:pt x="27393" y="58117"/>
                  </a:lnTo>
                  <a:lnTo>
                    <a:pt x="14045" y="35997"/>
                  </a:lnTo>
                  <a:lnTo>
                    <a:pt x="12166" y="32721"/>
                  </a:lnTo>
                  <a:lnTo>
                    <a:pt x="0" y="11506"/>
                  </a:lnTo>
                  <a:lnTo>
                    <a:pt x="144" y="11424"/>
                  </a:lnTo>
                  <a:lnTo>
                    <a:pt x="20326" y="0"/>
                  </a:lnTo>
                  <a:lnTo>
                    <a:pt x="20620" y="508"/>
                  </a:lnTo>
                  <a:lnTo>
                    <a:pt x="34888" y="25201"/>
                  </a:lnTo>
                  <a:lnTo>
                    <a:pt x="35449" y="26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4086940" y="3220102"/>
              <a:ext cx="46034" cy="58825"/>
            </a:xfrm>
            <a:custGeom>
              <a:avLst/>
              <a:pathLst>
                <a:path w="46034" h="58825">
                  <a:moveTo>
                    <a:pt x="0" y="13680"/>
                  </a:moveTo>
                  <a:lnTo>
                    <a:pt x="19010" y="0"/>
                  </a:lnTo>
                  <a:lnTo>
                    <a:pt x="46034" y="46435"/>
                  </a:lnTo>
                  <a:lnTo>
                    <a:pt x="25771" y="5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3956436" y="3282145"/>
              <a:ext cx="58435" cy="49370"/>
            </a:xfrm>
            <a:custGeom>
              <a:avLst/>
              <a:pathLst>
                <a:path w="58435" h="49370">
                  <a:moveTo>
                    <a:pt x="12648" y="49370"/>
                  </a:moveTo>
                  <a:lnTo>
                    <a:pt x="0" y="27933"/>
                  </a:lnTo>
                  <a:lnTo>
                    <a:pt x="44979" y="0"/>
                  </a:lnTo>
                  <a:lnTo>
                    <a:pt x="58435" y="2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4025853" y="3290383"/>
              <a:ext cx="47238" cy="57947"/>
            </a:xfrm>
            <a:custGeom>
              <a:avLst/>
              <a:pathLst>
                <a:path w="47238" h="57947">
                  <a:moveTo>
                    <a:pt x="0" y="12689"/>
                  </a:moveTo>
                  <a:lnTo>
                    <a:pt x="20400" y="0"/>
                  </a:lnTo>
                  <a:lnTo>
                    <a:pt x="47238" y="46034"/>
                  </a:lnTo>
                  <a:lnTo>
                    <a:pt x="26586" y="57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3895922" y="3367438"/>
              <a:ext cx="47383" cy="57551"/>
            </a:xfrm>
            <a:custGeom>
              <a:avLst/>
              <a:pathLst>
                <a:path w="47383" h="57551">
                  <a:moveTo>
                    <a:pt x="27214" y="57551"/>
                  </a:moveTo>
                  <a:lnTo>
                    <a:pt x="0" y="12120"/>
                  </a:lnTo>
                  <a:lnTo>
                    <a:pt x="21214" y="0"/>
                  </a:lnTo>
                  <a:lnTo>
                    <a:pt x="47383" y="44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049694" y="3276473"/>
              <a:ext cx="48326" cy="55285"/>
            </a:xfrm>
            <a:custGeom>
              <a:avLst/>
              <a:pathLst>
                <a:path w="48326" h="55285">
                  <a:moveTo>
                    <a:pt x="25617" y="53753"/>
                  </a:moveTo>
                  <a:lnTo>
                    <a:pt x="23213" y="49782"/>
                  </a:lnTo>
                  <a:lnTo>
                    <a:pt x="0" y="10886"/>
                  </a:lnTo>
                  <a:lnTo>
                    <a:pt x="20125" y="0"/>
                  </a:lnTo>
                  <a:lnTo>
                    <a:pt x="48326" y="44539"/>
                  </a:lnTo>
                  <a:lnTo>
                    <a:pt x="28123" y="55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3905741" y="3327839"/>
              <a:ext cx="46952" cy="57019"/>
            </a:xfrm>
            <a:custGeom>
              <a:avLst/>
              <a:pathLst>
                <a:path w="46952" h="57019">
                  <a:moveTo>
                    <a:pt x="20982" y="0"/>
                  </a:moveTo>
                  <a:lnTo>
                    <a:pt x="46952" y="45538"/>
                  </a:lnTo>
                  <a:lnTo>
                    <a:pt x="31216" y="54537"/>
                  </a:lnTo>
                  <a:lnTo>
                    <a:pt x="27138" y="57019"/>
                  </a:lnTo>
                  <a:lnTo>
                    <a:pt x="0" y="11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4079477" y="3326429"/>
              <a:ext cx="48114" cy="57581"/>
            </a:xfrm>
            <a:custGeom>
              <a:avLst/>
              <a:pathLst>
                <a:path w="48114" h="57581">
                  <a:moveTo>
                    <a:pt x="0" y="11765"/>
                  </a:moveTo>
                  <a:lnTo>
                    <a:pt x="20863" y="0"/>
                  </a:lnTo>
                  <a:lnTo>
                    <a:pt x="48114" y="46583"/>
                  </a:lnTo>
                  <a:lnTo>
                    <a:pt x="27726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3871947" y="3382216"/>
              <a:ext cx="46680" cy="56703"/>
            </a:xfrm>
            <a:custGeom>
              <a:avLst/>
              <a:pathLst>
                <a:path w="46680" h="56703">
                  <a:moveTo>
                    <a:pt x="26970" y="56703"/>
                  </a:moveTo>
                  <a:lnTo>
                    <a:pt x="0" y="12172"/>
                  </a:lnTo>
                  <a:lnTo>
                    <a:pt x="20148" y="0"/>
                  </a:lnTo>
                  <a:lnTo>
                    <a:pt x="46680" y="4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145349" y="3321736"/>
              <a:ext cx="47187" cy="58201"/>
            </a:xfrm>
            <a:custGeom>
              <a:avLst/>
              <a:pathLst>
                <a:path w="47187" h="58201">
                  <a:moveTo>
                    <a:pt x="0" y="11620"/>
                  </a:moveTo>
                  <a:lnTo>
                    <a:pt x="20036" y="0"/>
                  </a:lnTo>
                  <a:lnTo>
                    <a:pt x="47187" y="44834"/>
                  </a:lnTo>
                  <a:lnTo>
                    <a:pt x="25765" y="58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3972081" y="3323519"/>
              <a:ext cx="47288" cy="57360"/>
            </a:xfrm>
            <a:custGeom>
              <a:avLst/>
              <a:pathLst>
                <a:path w="47288" h="57360">
                  <a:moveTo>
                    <a:pt x="25681" y="57360"/>
                  </a:moveTo>
                  <a:lnTo>
                    <a:pt x="0" y="11573"/>
                  </a:lnTo>
                  <a:lnTo>
                    <a:pt x="19401" y="0"/>
                  </a:lnTo>
                  <a:lnTo>
                    <a:pt x="47288" y="45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3697018" y="3555063"/>
              <a:ext cx="46224" cy="56961"/>
            </a:xfrm>
            <a:custGeom>
              <a:avLst/>
              <a:pathLst>
                <a:path w="46224" h="56961">
                  <a:moveTo>
                    <a:pt x="26576" y="56961"/>
                  </a:moveTo>
                  <a:lnTo>
                    <a:pt x="0" y="11869"/>
                  </a:lnTo>
                  <a:lnTo>
                    <a:pt x="20008" y="0"/>
                  </a:lnTo>
                  <a:lnTo>
                    <a:pt x="40423" y="33926"/>
                  </a:lnTo>
                  <a:lnTo>
                    <a:pt x="46224" y="44863"/>
                  </a:lnTo>
                  <a:lnTo>
                    <a:pt x="39521" y="49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3776751" y="3559285"/>
              <a:ext cx="56669" cy="46758"/>
            </a:xfrm>
            <a:custGeom>
              <a:avLst/>
              <a:pathLst>
                <a:path w="56669" h="46758">
                  <a:moveTo>
                    <a:pt x="0" y="25846"/>
                  </a:moveTo>
                  <a:lnTo>
                    <a:pt x="44385" y="0"/>
                  </a:lnTo>
                  <a:lnTo>
                    <a:pt x="56669" y="20870"/>
                  </a:lnTo>
                  <a:lnTo>
                    <a:pt x="12095" y="46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3841485" y="3399892"/>
              <a:ext cx="47633" cy="57474"/>
            </a:xfrm>
            <a:custGeom>
              <a:avLst/>
              <a:pathLst>
                <a:path w="47633" h="57474">
                  <a:moveTo>
                    <a:pt x="26846" y="57474"/>
                  </a:moveTo>
                  <a:lnTo>
                    <a:pt x="0" y="11613"/>
                  </a:lnTo>
                  <a:lnTo>
                    <a:pt x="21129" y="0"/>
                  </a:lnTo>
                  <a:lnTo>
                    <a:pt x="47633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3802458" y="3375328"/>
              <a:ext cx="57336" cy="47050"/>
            </a:xfrm>
            <a:custGeom>
              <a:avLst/>
              <a:pathLst>
                <a:path w="57336" h="47050">
                  <a:moveTo>
                    <a:pt x="12765" y="47050"/>
                  </a:moveTo>
                  <a:lnTo>
                    <a:pt x="0" y="26070"/>
                  </a:lnTo>
                  <a:lnTo>
                    <a:pt x="44419" y="0"/>
                  </a:lnTo>
                  <a:lnTo>
                    <a:pt x="57336" y="20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4000185" y="3374503"/>
              <a:ext cx="47402" cy="55812"/>
            </a:xfrm>
            <a:custGeom>
              <a:avLst/>
              <a:pathLst>
                <a:path w="47402" h="55812">
                  <a:moveTo>
                    <a:pt x="27372" y="55812"/>
                  </a:moveTo>
                  <a:lnTo>
                    <a:pt x="0" y="11176"/>
                  </a:lnTo>
                  <a:lnTo>
                    <a:pt x="22150" y="0"/>
                  </a:lnTo>
                  <a:lnTo>
                    <a:pt x="47402" y="44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4084775" y="3376392"/>
              <a:ext cx="56513" cy="46755"/>
            </a:xfrm>
            <a:custGeom>
              <a:avLst/>
              <a:pathLst>
                <a:path w="56513" h="46755">
                  <a:moveTo>
                    <a:pt x="0" y="26733"/>
                  </a:moveTo>
                  <a:lnTo>
                    <a:pt x="44466" y="0"/>
                  </a:lnTo>
                  <a:lnTo>
                    <a:pt x="56513" y="20710"/>
                  </a:lnTo>
                  <a:lnTo>
                    <a:pt x="12441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3996203" y="3307501"/>
              <a:ext cx="45743" cy="59518"/>
            </a:xfrm>
            <a:custGeom>
              <a:avLst/>
              <a:pathLst>
                <a:path w="45743" h="59518">
                  <a:moveTo>
                    <a:pt x="26573" y="59518"/>
                  </a:moveTo>
                  <a:lnTo>
                    <a:pt x="0" y="13228"/>
                  </a:lnTo>
                  <a:lnTo>
                    <a:pt x="19975" y="0"/>
                  </a:lnTo>
                  <a:lnTo>
                    <a:pt x="45743" y="47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3931496" y="3312374"/>
              <a:ext cx="48132" cy="57332"/>
            </a:xfrm>
            <a:custGeom>
              <a:avLst/>
              <a:pathLst>
                <a:path w="48132" h="57332">
                  <a:moveTo>
                    <a:pt x="0" y="11893"/>
                  </a:moveTo>
                  <a:lnTo>
                    <a:pt x="21272" y="0"/>
                  </a:lnTo>
                  <a:lnTo>
                    <a:pt x="48132" y="45631"/>
                  </a:lnTo>
                  <a:lnTo>
                    <a:pt x="27607" y="57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030420" y="3407983"/>
              <a:ext cx="56608" cy="48198"/>
            </a:xfrm>
            <a:custGeom>
              <a:avLst/>
              <a:pathLst>
                <a:path w="56608" h="48198">
                  <a:moveTo>
                    <a:pt x="0" y="27398"/>
                  </a:moveTo>
                  <a:lnTo>
                    <a:pt x="45075" y="0"/>
                  </a:lnTo>
                  <a:lnTo>
                    <a:pt x="56608" y="21709"/>
                  </a:lnTo>
                  <a:lnTo>
                    <a:pt x="11067" y="4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3990174" y="3412288"/>
              <a:ext cx="48055" cy="58198"/>
            </a:xfrm>
            <a:custGeom>
              <a:avLst/>
              <a:pathLst>
                <a:path w="48055" h="58198">
                  <a:moveTo>
                    <a:pt x="0" y="12356"/>
                  </a:moveTo>
                  <a:lnTo>
                    <a:pt x="20832" y="0"/>
                  </a:lnTo>
                  <a:lnTo>
                    <a:pt x="48055" y="45101"/>
                  </a:lnTo>
                  <a:lnTo>
                    <a:pt x="27164" y="5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3817532" y="3414491"/>
              <a:ext cx="46719" cy="58232"/>
            </a:xfrm>
            <a:custGeom>
              <a:avLst/>
              <a:pathLst>
                <a:path w="46719" h="58232">
                  <a:moveTo>
                    <a:pt x="26805" y="58232"/>
                  </a:moveTo>
                  <a:lnTo>
                    <a:pt x="0" y="12257"/>
                  </a:lnTo>
                  <a:lnTo>
                    <a:pt x="19954" y="0"/>
                  </a:lnTo>
                  <a:lnTo>
                    <a:pt x="46719" y="45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3926449" y="3417911"/>
              <a:ext cx="46667" cy="58419"/>
            </a:xfrm>
            <a:custGeom>
              <a:avLst/>
              <a:pathLst>
                <a:path w="46667" h="58419">
                  <a:moveTo>
                    <a:pt x="26837" y="58419"/>
                  </a:moveTo>
                  <a:lnTo>
                    <a:pt x="0" y="13066"/>
                  </a:lnTo>
                  <a:lnTo>
                    <a:pt x="20102" y="0"/>
                  </a:lnTo>
                  <a:lnTo>
                    <a:pt x="46667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3751920" y="3419827"/>
              <a:ext cx="48316" cy="57610"/>
            </a:xfrm>
            <a:custGeom>
              <a:avLst/>
              <a:pathLst>
                <a:path w="48316" h="57610">
                  <a:moveTo>
                    <a:pt x="0" y="12507"/>
                  </a:moveTo>
                  <a:lnTo>
                    <a:pt x="20565" y="0"/>
                  </a:lnTo>
                  <a:lnTo>
                    <a:pt x="48316" y="45133"/>
                  </a:lnTo>
                  <a:lnTo>
                    <a:pt x="26986" y="57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3965160" y="3428447"/>
              <a:ext cx="46663" cy="57309"/>
            </a:xfrm>
            <a:custGeom>
              <a:avLst/>
              <a:pathLst>
                <a:path w="46663" h="57309">
                  <a:moveTo>
                    <a:pt x="0" y="12816"/>
                  </a:moveTo>
                  <a:lnTo>
                    <a:pt x="20811" y="0"/>
                  </a:lnTo>
                  <a:lnTo>
                    <a:pt x="46663" y="45395"/>
                  </a:lnTo>
                  <a:lnTo>
                    <a:pt x="26410" y="57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026118" y="3359602"/>
              <a:ext cx="45874" cy="58054"/>
            </a:xfrm>
            <a:custGeom>
              <a:avLst/>
              <a:pathLst>
                <a:path w="45874" h="58054">
                  <a:moveTo>
                    <a:pt x="26024" y="58054"/>
                  </a:moveTo>
                  <a:lnTo>
                    <a:pt x="0" y="11939"/>
                  </a:lnTo>
                  <a:lnTo>
                    <a:pt x="20273" y="0"/>
                  </a:lnTo>
                  <a:lnTo>
                    <a:pt x="45874" y="45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3779361" y="3404409"/>
              <a:ext cx="45832" cy="57907"/>
            </a:xfrm>
            <a:custGeom>
              <a:avLst/>
              <a:pathLst>
                <a:path w="45832" h="57907">
                  <a:moveTo>
                    <a:pt x="2229" y="15591"/>
                  </a:moveTo>
                  <a:lnTo>
                    <a:pt x="0" y="11740"/>
                  </a:lnTo>
                  <a:lnTo>
                    <a:pt x="19228" y="0"/>
                  </a:lnTo>
                  <a:lnTo>
                    <a:pt x="45832" y="45678"/>
                  </a:lnTo>
                  <a:lnTo>
                    <a:pt x="25050" y="57907"/>
                  </a:lnTo>
                  <a:lnTo>
                    <a:pt x="11750" y="34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3643830" y="3517977"/>
              <a:ext cx="45635" cy="57137"/>
            </a:xfrm>
            <a:custGeom>
              <a:avLst/>
              <a:pathLst>
                <a:path w="45635" h="57137">
                  <a:moveTo>
                    <a:pt x="25020" y="57137"/>
                  </a:moveTo>
                  <a:lnTo>
                    <a:pt x="0" y="12805"/>
                  </a:lnTo>
                  <a:lnTo>
                    <a:pt x="19742" y="0"/>
                  </a:lnTo>
                  <a:lnTo>
                    <a:pt x="45635" y="45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3810219" y="3519948"/>
              <a:ext cx="48036" cy="57825"/>
            </a:xfrm>
            <a:custGeom>
              <a:avLst/>
              <a:pathLst>
                <a:path w="48036" h="57825">
                  <a:moveTo>
                    <a:pt x="0" y="12110"/>
                  </a:moveTo>
                  <a:lnTo>
                    <a:pt x="21458" y="0"/>
                  </a:lnTo>
                  <a:lnTo>
                    <a:pt x="48036" y="46617"/>
                  </a:lnTo>
                  <a:lnTo>
                    <a:pt x="27604" y="57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3747986" y="3524417"/>
              <a:ext cx="46150" cy="57627"/>
            </a:xfrm>
            <a:custGeom>
              <a:avLst/>
              <a:pathLst>
                <a:path w="46150" h="57627">
                  <a:moveTo>
                    <a:pt x="26055" y="57627"/>
                  </a:moveTo>
                  <a:lnTo>
                    <a:pt x="0" y="12190"/>
                  </a:lnTo>
                  <a:lnTo>
                    <a:pt x="19762" y="0"/>
                  </a:lnTo>
                  <a:lnTo>
                    <a:pt x="46150" y="45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059600" y="3236610"/>
              <a:ext cx="47585" cy="58142"/>
            </a:xfrm>
            <a:custGeom>
              <a:avLst/>
              <a:pathLst>
                <a:path w="47585" h="58142">
                  <a:moveTo>
                    <a:pt x="0" y="12325"/>
                  </a:moveTo>
                  <a:lnTo>
                    <a:pt x="21095" y="0"/>
                  </a:lnTo>
                  <a:lnTo>
                    <a:pt x="47585" y="45008"/>
                  </a:lnTo>
                  <a:lnTo>
                    <a:pt x="26942" y="5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010755" y="3250079"/>
              <a:ext cx="57096" cy="48323"/>
            </a:xfrm>
            <a:custGeom>
              <a:avLst/>
              <a:pathLst>
                <a:path w="57096" h="48323">
                  <a:moveTo>
                    <a:pt x="0" y="26973"/>
                  </a:moveTo>
                  <a:lnTo>
                    <a:pt x="44308" y="0"/>
                  </a:lnTo>
                  <a:lnTo>
                    <a:pt x="57096" y="22545"/>
                  </a:lnTo>
                  <a:lnTo>
                    <a:pt x="12303" y="4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119753" y="3336620"/>
              <a:ext cx="46079" cy="58679"/>
            </a:xfrm>
            <a:custGeom>
              <a:avLst/>
              <a:pathLst>
                <a:path w="46079" h="58679">
                  <a:moveTo>
                    <a:pt x="0" y="12576"/>
                  </a:moveTo>
                  <a:lnTo>
                    <a:pt x="20752" y="0"/>
                  </a:lnTo>
                  <a:lnTo>
                    <a:pt x="46079" y="45298"/>
                  </a:lnTo>
                  <a:lnTo>
                    <a:pt x="24943" y="58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3856495" y="3341275"/>
              <a:ext cx="57652" cy="49274"/>
            </a:xfrm>
            <a:custGeom>
              <a:avLst/>
              <a:pathLst>
                <a:path w="57652" h="49274">
                  <a:moveTo>
                    <a:pt x="13046" y="49274"/>
                  </a:moveTo>
                  <a:lnTo>
                    <a:pt x="0" y="26634"/>
                  </a:lnTo>
                  <a:lnTo>
                    <a:pt x="46014" y="0"/>
                  </a:lnTo>
                  <a:lnTo>
                    <a:pt x="57652" y="21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056486" y="3341361"/>
              <a:ext cx="46440" cy="58925"/>
            </a:xfrm>
            <a:custGeom>
              <a:avLst/>
              <a:pathLst>
                <a:path w="46440" h="58925">
                  <a:moveTo>
                    <a:pt x="0" y="14862"/>
                  </a:moveTo>
                  <a:lnTo>
                    <a:pt x="1371" y="10429"/>
                  </a:lnTo>
                  <a:lnTo>
                    <a:pt x="19368" y="0"/>
                  </a:lnTo>
                  <a:lnTo>
                    <a:pt x="46440" y="46146"/>
                  </a:lnTo>
                  <a:lnTo>
                    <a:pt x="30863" y="55860"/>
                  </a:lnTo>
                  <a:lnTo>
                    <a:pt x="25741" y="58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3701306" y="3604681"/>
              <a:ext cx="57089" cy="45719"/>
            </a:xfrm>
            <a:custGeom>
              <a:avLst/>
              <a:pathLst>
                <a:path w="57089" h="45719">
                  <a:moveTo>
                    <a:pt x="0" y="24879"/>
                  </a:moveTo>
                  <a:lnTo>
                    <a:pt x="44790" y="0"/>
                  </a:lnTo>
                  <a:lnTo>
                    <a:pt x="57089" y="20490"/>
                  </a:lnTo>
                  <a:lnTo>
                    <a:pt x="12303" y="45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090750" y="3272579"/>
              <a:ext cx="71385" cy="71375"/>
            </a:xfrm>
            <a:custGeom>
              <a:avLst/>
              <a:pathLst>
                <a:path w="71385" h="71375">
                  <a:moveTo>
                    <a:pt x="28013" y="70709"/>
                  </a:moveTo>
                  <a:lnTo>
                    <a:pt x="26883" y="71375"/>
                  </a:lnTo>
                  <a:lnTo>
                    <a:pt x="0" y="26851"/>
                  </a:lnTo>
                  <a:lnTo>
                    <a:pt x="304" y="26669"/>
                  </a:lnTo>
                  <a:lnTo>
                    <a:pt x="22463" y="13429"/>
                  </a:lnTo>
                  <a:lnTo>
                    <a:pt x="44939" y="0"/>
                  </a:lnTo>
                  <a:lnTo>
                    <a:pt x="71385" y="45166"/>
                  </a:lnTo>
                  <a:lnTo>
                    <a:pt x="49150" y="58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3936959" y="3363924"/>
              <a:ext cx="71439" cy="71708"/>
            </a:xfrm>
            <a:custGeom>
              <a:avLst/>
              <a:pathLst>
                <a:path w="71439" h="71708">
                  <a:moveTo>
                    <a:pt x="46223" y="59980"/>
                  </a:moveTo>
                  <a:lnTo>
                    <a:pt x="26337" y="71708"/>
                  </a:lnTo>
                  <a:lnTo>
                    <a:pt x="14966" y="52387"/>
                  </a:lnTo>
                  <a:lnTo>
                    <a:pt x="0" y="26955"/>
                  </a:lnTo>
                  <a:lnTo>
                    <a:pt x="14854" y="18023"/>
                  </a:lnTo>
                  <a:lnTo>
                    <a:pt x="44829" y="0"/>
                  </a:lnTo>
                  <a:lnTo>
                    <a:pt x="56476" y="19744"/>
                  </a:lnTo>
                  <a:lnTo>
                    <a:pt x="71439" y="45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3099017" y="2403993"/>
              <a:ext cx="55948" cy="46814"/>
            </a:xfrm>
            <a:custGeom>
              <a:avLst/>
              <a:pathLst>
                <a:path w="55948" h="46814">
                  <a:moveTo>
                    <a:pt x="10940" y="46814"/>
                  </a:moveTo>
                  <a:lnTo>
                    <a:pt x="0" y="26442"/>
                  </a:lnTo>
                  <a:lnTo>
                    <a:pt x="44585" y="0"/>
                  </a:lnTo>
                  <a:lnTo>
                    <a:pt x="5594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3177732" y="2025732"/>
              <a:ext cx="36617" cy="40494"/>
            </a:xfrm>
            <a:custGeom>
              <a:avLst/>
              <a:pathLst>
                <a:path w="36617" h="40494">
                  <a:moveTo>
                    <a:pt x="4076" y="19624"/>
                  </a:moveTo>
                  <a:lnTo>
                    <a:pt x="0" y="12293"/>
                  </a:lnTo>
                  <a:lnTo>
                    <a:pt x="20427" y="0"/>
                  </a:lnTo>
                  <a:lnTo>
                    <a:pt x="25014" y="9156"/>
                  </a:lnTo>
                  <a:lnTo>
                    <a:pt x="36617" y="28651"/>
                  </a:lnTo>
                  <a:lnTo>
                    <a:pt x="16755" y="4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3073480" y="2090324"/>
              <a:ext cx="46117" cy="55875"/>
            </a:xfrm>
            <a:custGeom>
              <a:avLst/>
              <a:pathLst>
                <a:path w="46117" h="55875">
                  <a:moveTo>
                    <a:pt x="0" y="11142"/>
                  </a:moveTo>
                  <a:lnTo>
                    <a:pt x="19844" y="0"/>
                  </a:lnTo>
                  <a:lnTo>
                    <a:pt x="46117" y="44372"/>
                  </a:lnTo>
                  <a:lnTo>
                    <a:pt x="26474" y="55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3222328" y="2101873"/>
              <a:ext cx="45269" cy="57505"/>
            </a:xfrm>
            <a:custGeom>
              <a:avLst/>
              <a:pathLst>
                <a:path w="45269" h="57505">
                  <a:moveTo>
                    <a:pt x="0" y="11240"/>
                  </a:moveTo>
                  <a:lnTo>
                    <a:pt x="19277" y="0"/>
                  </a:lnTo>
                  <a:lnTo>
                    <a:pt x="45269" y="45550"/>
                  </a:lnTo>
                  <a:lnTo>
                    <a:pt x="26523" y="57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3133131" y="2364928"/>
              <a:ext cx="45933" cy="56475"/>
            </a:xfrm>
            <a:custGeom>
              <a:avLst/>
              <a:pathLst>
                <a:path w="45933" h="56475">
                  <a:moveTo>
                    <a:pt x="26727" y="56475"/>
                  </a:moveTo>
                  <a:lnTo>
                    <a:pt x="0" y="10916"/>
                  </a:lnTo>
                  <a:lnTo>
                    <a:pt x="19849" y="0"/>
                  </a:lnTo>
                  <a:lnTo>
                    <a:pt x="45933" y="44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3147427" y="2132519"/>
              <a:ext cx="55776" cy="46389"/>
            </a:xfrm>
            <a:custGeom>
              <a:avLst/>
              <a:pathLst>
                <a:path w="55776" h="46389">
                  <a:moveTo>
                    <a:pt x="12033" y="46389"/>
                  </a:moveTo>
                  <a:lnTo>
                    <a:pt x="0" y="25677"/>
                  </a:lnTo>
                  <a:lnTo>
                    <a:pt x="43532" y="0"/>
                  </a:lnTo>
                  <a:lnTo>
                    <a:pt x="55776" y="20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3229266" y="2173332"/>
              <a:ext cx="45551" cy="55784"/>
            </a:xfrm>
            <a:custGeom>
              <a:avLst/>
              <a:pathLst>
                <a:path w="45551" h="55784">
                  <a:moveTo>
                    <a:pt x="19093" y="0"/>
                  </a:moveTo>
                  <a:lnTo>
                    <a:pt x="45551" y="44903"/>
                  </a:lnTo>
                  <a:lnTo>
                    <a:pt x="26193" y="55784"/>
                  </a:lnTo>
                  <a:lnTo>
                    <a:pt x="0" y="1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3179774" y="2187416"/>
              <a:ext cx="55866" cy="46586"/>
            </a:xfrm>
            <a:custGeom>
              <a:avLst/>
              <a:pathLst>
                <a:path w="55866" h="46586">
                  <a:moveTo>
                    <a:pt x="11487" y="46586"/>
                  </a:moveTo>
                  <a:lnTo>
                    <a:pt x="0" y="26301"/>
                  </a:lnTo>
                  <a:lnTo>
                    <a:pt x="44006" y="0"/>
                  </a:lnTo>
                  <a:lnTo>
                    <a:pt x="55866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3107972" y="2190008"/>
              <a:ext cx="54833" cy="45726"/>
            </a:xfrm>
            <a:custGeom>
              <a:avLst/>
              <a:pathLst>
                <a:path w="54833" h="45726">
                  <a:moveTo>
                    <a:pt x="11735" y="45726"/>
                  </a:moveTo>
                  <a:lnTo>
                    <a:pt x="0" y="25754"/>
                  </a:lnTo>
                  <a:lnTo>
                    <a:pt x="43319" y="0"/>
                  </a:lnTo>
                  <a:lnTo>
                    <a:pt x="54833" y="20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3069205" y="2194481"/>
              <a:ext cx="45150" cy="56204"/>
            </a:xfrm>
            <a:custGeom>
              <a:avLst/>
              <a:pathLst>
                <a:path w="45150" h="56204">
                  <a:moveTo>
                    <a:pt x="25629" y="5620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15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3003706" y="2199924"/>
              <a:ext cx="45190" cy="56103"/>
            </a:xfrm>
            <a:custGeom>
              <a:avLst/>
              <a:pathLst>
                <a:path w="45190" h="56103">
                  <a:moveTo>
                    <a:pt x="25434" y="56103"/>
                  </a:moveTo>
                  <a:lnTo>
                    <a:pt x="0" y="11182"/>
                  </a:lnTo>
                  <a:lnTo>
                    <a:pt x="19717" y="0"/>
                  </a:lnTo>
                  <a:lnTo>
                    <a:pt x="45190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3198079" y="2345193"/>
              <a:ext cx="56348" cy="45788"/>
            </a:xfrm>
            <a:custGeom>
              <a:avLst/>
              <a:pathLst>
                <a:path w="56348" h="45788">
                  <a:moveTo>
                    <a:pt x="12124" y="45788"/>
                  </a:moveTo>
                  <a:lnTo>
                    <a:pt x="0" y="25007"/>
                  </a:lnTo>
                  <a:lnTo>
                    <a:pt x="44608" y="0"/>
                  </a:lnTo>
                  <a:lnTo>
                    <a:pt x="56348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3040073" y="2318005"/>
              <a:ext cx="46354" cy="57365"/>
            </a:xfrm>
            <a:custGeom>
              <a:avLst/>
              <a:pathLst>
                <a:path w="46354" h="57365">
                  <a:moveTo>
                    <a:pt x="26558" y="57365"/>
                  </a:moveTo>
                  <a:lnTo>
                    <a:pt x="0" y="11395"/>
                  </a:lnTo>
                  <a:lnTo>
                    <a:pt x="19490" y="0"/>
                  </a:lnTo>
                  <a:lnTo>
                    <a:pt x="46354" y="45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3078631" y="2155624"/>
              <a:ext cx="45062" cy="55510"/>
            </a:xfrm>
            <a:custGeom>
              <a:avLst/>
              <a:pathLst>
                <a:path w="45062" h="55510">
                  <a:moveTo>
                    <a:pt x="26291" y="55510"/>
                  </a:moveTo>
                  <a:lnTo>
                    <a:pt x="0" y="11343"/>
                  </a:lnTo>
                  <a:lnTo>
                    <a:pt x="18770" y="0"/>
                  </a:lnTo>
                  <a:lnTo>
                    <a:pt x="45062" y="44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3255056" y="2157641"/>
              <a:ext cx="45376" cy="57297"/>
            </a:xfrm>
            <a:custGeom>
              <a:avLst/>
              <a:pathLst>
                <a:path w="45376" h="57297">
                  <a:moveTo>
                    <a:pt x="0" y="12011"/>
                  </a:moveTo>
                  <a:lnTo>
                    <a:pt x="19715" y="0"/>
                  </a:lnTo>
                  <a:lnTo>
                    <a:pt x="45376" y="45889"/>
                  </a:lnTo>
                  <a:lnTo>
                    <a:pt x="25804" y="57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3162742" y="2157895"/>
              <a:ext cx="54907" cy="45114"/>
            </a:xfrm>
            <a:custGeom>
              <a:avLst/>
              <a:pathLst>
                <a:path w="54907" h="45114">
                  <a:moveTo>
                    <a:pt x="11128" y="45114"/>
                  </a:moveTo>
                  <a:lnTo>
                    <a:pt x="0" y="25975"/>
                  </a:lnTo>
                  <a:lnTo>
                    <a:pt x="43542" y="0"/>
                  </a:lnTo>
                  <a:lnTo>
                    <a:pt x="54907" y="19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2948769" y="2161904"/>
              <a:ext cx="46737" cy="57065"/>
            </a:xfrm>
            <a:custGeom>
              <a:avLst/>
              <a:pathLst>
                <a:path w="46737" h="57065">
                  <a:moveTo>
                    <a:pt x="20549" y="0"/>
                  </a:moveTo>
                  <a:lnTo>
                    <a:pt x="46737" y="46566"/>
                  </a:lnTo>
                  <a:lnTo>
                    <a:pt x="26549" y="57065"/>
                  </a:lnTo>
                  <a:lnTo>
                    <a:pt x="0" y="114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3028537" y="2170151"/>
              <a:ext cx="57090" cy="46622"/>
            </a:xfrm>
            <a:custGeom>
              <a:avLst/>
              <a:pathLst>
                <a:path w="57090" h="46622">
                  <a:moveTo>
                    <a:pt x="11310" y="46622"/>
                  </a:moveTo>
                  <a:lnTo>
                    <a:pt x="0" y="27175"/>
                  </a:lnTo>
                  <a:lnTo>
                    <a:pt x="45622" y="0"/>
                  </a:lnTo>
                  <a:lnTo>
                    <a:pt x="57090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3043162" y="2209732"/>
              <a:ext cx="44789" cy="55655"/>
            </a:xfrm>
            <a:custGeom>
              <a:avLst/>
              <a:pathLst>
                <a:path w="44789" h="55655">
                  <a:moveTo>
                    <a:pt x="25004" y="55655"/>
                  </a:moveTo>
                  <a:lnTo>
                    <a:pt x="0" y="11395"/>
                  </a:lnTo>
                  <a:lnTo>
                    <a:pt x="20347" y="0"/>
                  </a:lnTo>
                  <a:lnTo>
                    <a:pt x="44789" y="44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3218830" y="2212400"/>
              <a:ext cx="45329" cy="56963"/>
            </a:xfrm>
            <a:custGeom>
              <a:avLst/>
              <a:pathLst>
                <a:path w="45329" h="56963">
                  <a:moveTo>
                    <a:pt x="25889" y="56963"/>
                  </a:moveTo>
                  <a:lnTo>
                    <a:pt x="0" y="11318"/>
                  </a:lnTo>
                  <a:lnTo>
                    <a:pt x="20046" y="0"/>
                  </a:lnTo>
                  <a:lnTo>
                    <a:pt x="45329" y="4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2978875" y="2213713"/>
              <a:ext cx="45376" cy="57094"/>
            </a:xfrm>
            <a:custGeom>
              <a:avLst/>
              <a:pathLst>
                <a:path w="45376" h="57094">
                  <a:moveTo>
                    <a:pt x="26099" y="57094"/>
                  </a:moveTo>
                  <a:lnTo>
                    <a:pt x="0" y="11164"/>
                  </a:lnTo>
                  <a:lnTo>
                    <a:pt x="19414" y="0"/>
                  </a:lnTo>
                  <a:lnTo>
                    <a:pt x="45376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3125307" y="2220668"/>
              <a:ext cx="55623" cy="45807"/>
            </a:xfrm>
            <a:custGeom>
              <a:avLst/>
              <a:pathLst>
                <a:path w="55623" h="45807">
                  <a:moveTo>
                    <a:pt x="11308" y="45807"/>
                  </a:moveTo>
                  <a:lnTo>
                    <a:pt x="0" y="25833"/>
                  </a:lnTo>
                  <a:lnTo>
                    <a:pt x="43282" y="0"/>
                  </a:lnTo>
                  <a:lnTo>
                    <a:pt x="55623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194313" y="2226536"/>
              <a:ext cx="45963" cy="57390"/>
            </a:xfrm>
            <a:custGeom>
              <a:avLst/>
              <a:pathLst>
                <a:path w="45963" h="57390">
                  <a:moveTo>
                    <a:pt x="26025" y="57390"/>
                  </a:moveTo>
                  <a:lnTo>
                    <a:pt x="0" y="11272"/>
                  </a:lnTo>
                  <a:lnTo>
                    <a:pt x="19866" y="0"/>
                  </a:lnTo>
                  <a:lnTo>
                    <a:pt x="45963" y="45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3166448" y="2242625"/>
              <a:ext cx="46943" cy="56753"/>
            </a:xfrm>
            <a:custGeom>
              <a:avLst/>
              <a:pathLst>
                <a:path w="46943" h="56753">
                  <a:moveTo>
                    <a:pt x="26066" y="56753"/>
                  </a:moveTo>
                  <a:lnTo>
                    <a:pt x="0" y="12134"/>
                  </a:lnTo>
                  <a:lnTo>
                    <a:pt x="20630" y="0"/>
                  </a:lnTo>
                  <a:lnTo>
                    <a:pt x="46943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3258550" y="2208403"/>
              <a:ext cx="72422" cy="72567"/>
            </a:xfrm>
            <a:custGeom>
              <a:avLst/>
              <a:pathLst>
                <a:path w="72422" h="72567">
                  <a:moveTo>
                    <a:pt x="0" y="27109"/>
                  </a:moveTo>
                  <a:lnTo>
                    <a:pt x="46036" y="0"/>
                  </a:lnTo>
                  <a:lnTo>
                    <a:pt x="72422" y="45739"/>
                  </a:lnTo>
                  <a:lnTo>
                    <a:pt x="25975" y="72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3069631" y="2368884"/>
              <a:ext cx="46054" cy="56736"/>
            </a:xfrm>
            <a:custGeom>
              <a:avLst/>
              <a:pathLst>
                <a:path w="46054" h="56736">
                  <a:moveTo>
                    <a:pt x="26607" y="56736"/>
                  </a:moveTo>
                  <a:lnTo>
                    <a:pt x="0" y="11117"/>
                  </a:lnTo>
                  <a:lnTo>
                    <a:pt x="19340" y="0"/>
                  </a:lnTo>
                  <a:lnTo>
                    <a:pt x="46054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064590" y="2304008"/>
              <a:ext cx="45914" cy="55799"/>
            </a:xfrm>
            <a:custGeom>
              <a:avLst/>
              <a:pathLst>
                <a:path w="45914" h="55799">
                  <a:moveTo>
                    <a:pt x="26519" y="55799"/>
                  </a:moveTo>
                  <a:lnTo>
                    <a:pt x="0" y="11287"/>
                  </a:lnTo>
                  <a:lnTo>
                    <a:pt x="19896" y="0"/>
                  </a:lnTo>
                  <a:lnTo>
                    <a:pt x="45914" y="4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3169665" y="2309744"/>
              <a:ext cx="45291" cy="56389"/>
            </a:xfrm>
            <a:custGeom>
              <a:avLst/>
              <a:pathLst>
                <a:path w="45291" h="56389">
                  <a:moveTo>
                    <a:pt x="25904" y="56389"/>
                  </a:moveTo>
                  <a:lnTo>
                    <a:pt x="0" y="11456"/>
                  </a:lnTo>
                  <a:lnTo>
                    <a:pt x="19444" y="0"/>
                  </a:lnTo>
                  <a:lnTo>
                    <a:pt x="45291" y="44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3223852" y="2277537"/>
              <a:ext cx="46043" cy="56903"/>
            </a:xfrm>
            <a:custGeom>
              <a:avLst/>
              <a:pathLst>
                <a:path w="46043" h="56903">
                  <a:moveTo>
                    <a:pt x="26329" y="56903"/>
                  </a:moveTo>
                  <a:lnTo>
                    <a:pt x="0" y="11837"/>
                  </a:lnTo>
                  <a:lnTo>
                    <a:pt x="20036" y="0"/>
                  </a:lnTo>
                  <a:lnTo>
                    <a:pt x="46043" y="45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025214" y="2278549"/>
              <a:ext cx="55865" cy="46740"/>
            </a:xfrm>
            <a:custGeom>
              <a:avLst/>
              <a:pathLst>
                <a:path w="55865" h="46740">
                  <a:moveTo>
                    <a:pt x="12106" y="46740"/>
                  </a:moveTo>
                  <a:lnTo>
                    <a:pt x="0" y="26137"/>
                  </a:lnTo>
                  <a:lnTo>
                    <a:pt x="44129" y="0"/>
                  </a:lnTo>
                  <a:lnTo>
                    <a:pt x="55865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3193952" y="2295053"/>
              <a:ext cx="45275" cy="56978"/>
            </a:xfrm>
            <a:custGeom>
              <a:avLst/>
              <a:pathLst>
                <a:path w="45275" h="56978">
                  <a:moveTo>
                    <a:pt x="26459" y="56978"/>
                  </a:moveTo>
                  <a:lnTo>
                    <a:pt x="0" y="11691"/>
                  </a:lnTo>
                  <a:lnTo>
                    <a:pt x="19586" y="0"/>
                  </a:lnTo>
                  <a:lnTo>
                    <a:pt x="45275" y="45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3201168" y="2009443"/>
              <a:ext cx="58627" cy="80212"/>
            </a:xfrm>
            <a:custGeom>
              <a:avLst/>
              <a:pathLst>
                <a:path w="58627" h="80212">
                  <a:moveTo>
                    <a:pt x="0" y="14179"/>
                  </a:moveTo>
                  <a:lnTo>
                    <a:pt x="2167" y="8389"/>
                  </a:lnTo>
                  <a:lnTo>
                    <a:pt x="19217" y="0"/>
                  </a:lnTo>
                  <a:lnTo>
                    <a:pt x="58627" y="68771"/>
                  </a:lnTo>
                  <a:lnTo>
                    <a:pt x="38913" y="80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3152312" y="2043242"/>
              <a:ext cx="58324" cy="77020"/>
            </a:xfrm>
            <a:custGeom>
              <a:avLst/>
              <a:pathLst>
                <a:path w="58324" h="77020">
                  <a:moveTo>
                    <a:pt x="19916" y="0"/>
                  </a:moveTo>
                  <a:lnTo>
                    <a:pt x="58324" y="66030"/>
                  </a:lnTo>
                  <a:lnTo>
                    <a:pt x="38329" y="77020"/>
                  </a:lnTo>
                  <a:lnTo>
                    <a:pt x="0" y="11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3100876" y="2249526"/>
              <a:ext cx="45737" cy="56148"/>
            </a:xfrm>
            <a:custGeom>
              <a:avLst/>
              <a:pathLst>
                <a:path w="45737" h="56148">
                  <a:moveTo>
                    <a:pt x="26082" y="56148"/>
                  </a:moveTo>
                  <a:lnTo>
                    <a:pt x="0" y="11164"/>
                  </a:lnTo>
                  <a:lnTo>
                    <a:pt x="19339" y="0"/>
                  </a:lnTo>
                  <a:lnTo>
                    <a:pt x="45737" y="44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3314131" y="2258578"/>
              <a:ext cx="45015" cy="56397"/>
            </a:xfrm>
            <a:custGeom>
              <a:avLst/>
              <a:pathLst>
                <a:path w="45015" h="56397">
                  <a:moveTo>
                    <a:pt x="25881" y="56397"/>
                  </a:moveTo>
                  <a:lnTo>
                    <a:pt x="0" y="11410"/>
                  </a:lnTo>
                  <a:lnTo>
                    <a:pt x="19595" y="0"/>
                  </a:lnTo>
                  <a:lnTo>
                    <a:pt x="45015" y="4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140176" y="2260190"/>
              <a:ext cx="45881" cy="56170"/>
            </a:xfrm>
            <a:custGeom>
              <a:avLst/>
              <a:pathLst>
                <a:path w="45881" h="56170">
                  <a:moveTo>
                    <a:pt x="25408" y="56170"/>
                  </a:moveTo>
                  <a:lnTo>
                    <a:pt x="0" y="11024"/>
                  </a:lnTo>
                  <a:lnTo>
                    <a:pt x="19709" y="0"/>
                  </a:lnTo>
                  <a:lnTo>
                    <a:pt x="45881" y="44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3248552" y="2260396"/>
              <a:ext cx="46325" cy="57384"/>
            </a:xfrm>
            <a:custGeom>
              <a:avLst/>
              <a:pathLst>
                <a:path w="46325" h="57384">
                  <a:moveTo>
                    <a:pt x="26683" y="57384"/>
                  </a:moveTo>
                  <a:lnTo>
                    <a:pt x="0" y="12133"/>
                  </a:lnTo>
                  <a:lnTo>
                    <a:pt x="19765" y="0"/>
                  </a:lnTo>
                  <a:lnTo>
                    <a:pt x="4632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3074282" y="2264788"/>
              <a:ext cx="46595" cy="56689"/>
            </a:xfrm>
            <a:custGeom>
              <a:avLst/>
              <a:pathLst>
                <a:path w="46595" h="56689">
                  <a:moveTo>
                    <a:pt x="0" y="11087"/>
                  </a:moveTo>
                  <a:lnTo>
                    <a:pt x="20137" y="0"/>
                  </a:lnTo>
                  <a:lnTo>
                    <a:pt x="46595" y="44903"/>
                  </a:lnTo>
                  <a:lnTo>
                    <a:pt x="26563" y="5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3287952" y="2274154"/>
              <a:ext cx="46003" cy="56481"/>
            </a:xfrm>
            <a:custGeom>
              <a:avLst/>
              <a:pathLst>
                <a:path w="46003" h="56481">
                  <a:moveTo>
                    <a:pt x="25923" y="56481"/>
                  </a:moveTo>
                  <a:lnTo>
                    <a:pt x="0" y="10927"/>
                  </a:lnTo>
                  <a:lnTo>
                    <a:pt x="19853" y="0"/>
                  </a:lnTo>
                  <a:lnTo>
                    <a:pt x="46003" y="44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3252687" y="2313109"/>
              <a:ext cx="56037" cy="45799"/>
            </a:xfrm>
            <a:custGeom>
              <a:avLst/>
              <a:pathLst>
                <a:path w="56037" h="45799">
                  <a:moveTo>
                    <a:pt x="11735" y="45799"/>
                  </a:moveTo>
                  <a:lnTo>
                    <a:pt x="0" y="25828"/>
                  </a:lnTo>
                  <a:lnTo>
                    <a:pt x="44298" y="0"/>
                  </a:lnTo>
                  <a:lnTo>
                    <a:pt x="56037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3103430" y="2140060"/>
              <a:ext cx="45488" cy="56602"/>
            </a:xfrm>
            <a:custGeom>
              <a:avLst/>
              <a:pathLst>
                <a:path w="45488" h="56602">
                  <a:moveTo>
                    <a:pt x="25721" y="56602"/>
                  </a:moveTo>
                  <a:lnTo>
                    <a:pt x="0" y="11740"/>
                  </a:lnTo>
                  <a:lnTo>
                    <a:pt x="19138" y="0"/>
                  </a:lnTo>
                  <a:lnTo>
                    <a:pt x="45488" y="45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3013050" y="2144409"/>
              <a:ext cx="55986" cy="46695"/>
            </a:xfrm>
            <a:custGeom>
              <a:avLst/>
              <a:pathLst>
                <a:path w="55986" h="46695">
                  <a:moveTo>
                    <a:pt x="11603" y="46695"/>
                  </a:moveTo>
                  <a:lnTo>
                    <a:pt x="0" y="26068"/>
                  </a:lnTo>
                  <a:lnTo>
                    <a:pt x="44127" y="0"/>
                  </a:lnTo>
                  <a:lnTo>
                    <a:pt x="55986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974118" y="2148080"/>
              <a:ext cx="45656" cy="56696"/>
            </a:xfrm>
            <a:custGeom>
              <a:avLst/>
              <a:pathLst>
                <a:path w="45656" h="56696">
                  <a:moveTo>
                    <a:pt x="19452" y="0"/>
                  </a:moveTo>
                  <a:lnTo>
                    <a:pt x="45656" y="45898"/>
                  </a:lnTo>
                  <a:lnTo>
                    <a:pt x="25499" y="56696"/>
                  </a:lnTo>
                  <a:lnTo>
                    <a:pt x="0" y="10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3008341" y="2248241"/>
              <a:ext cx="54948" cy="47244"/>
            </a:xfrm>
            <a:custGeom>
              <a:avLst/>
              <a:pathLst>
                <a:path w="54948" h="47244">
                  <a:moveTo>
                    <a:pt x="10956" y="47244"/>
                  </a:moveTo>
                  <a:lnTo>
                    <a:pt x="0" y="27034"/>
                  </a:lnTo>
                  <a:lnTo>
                    <a:pt x="44157" y="0"/>
                  </a:lnTo>
                  <a:lnTo>
                    <a:pt x="54948" y="19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3159728" y="2349385"/>
              <a:ext cx="45483" cy="56577"/>
            </a:xfrm>
            <a:custGeom>
              <a:avLst/>
              <a:pathLst>
                <a:path w="45483" h="56577">
                  <a:moveTo>
                    <a:pt x="25689" y="56577"/>
                  </a:moveTo>
                  <a:lnTo>
                    <a:pt x="0" y="10924"/>
                  </a:lnTo>
                  <a:lnTo>
                    <a:pt x="19489" y="0"/>
                  </a:lnTo>
                  <a:lnTo>
                    <a:pt x="4548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093945" y="2354519"/>
              <a:ext cx="46422" cy="56414"/>
            </a:xfrm>
            <a:custGeom>
              <a:avLst/>
              <a:pathLst>
                <a:path w="46422" h="56414">
                  <a:moveTo>
                    <a:pt x="26972" y="56414"/>
                  </a:moveTo>
                  <a:lnTo>
                    <a:pt x="0" y="10380"/>
                  </a:lnTo>
                  <a:lnTo>
                    <a:pt x="20420" y="0"/>
                  </a:lnTo>
                  <a:lnTo>
                    <a:pt x="46422" y="44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195296" y="2056554"/>
              <a:ext cx="41097" cy="47273"/>
            </a:xfrm>
            <a:custGeom>
              <a:avLst/>
              <a:pathLst>
                <a:path w="41097" h="47273">
                  <a:moveTo>
                    <a:pt x="19973" y="0"/>
                  </a:moveTo>
                  <a:lnTo>
                    <a:pt x="41097" y="35771"/>
                  </a:lnTo>
                  <a:lnTo>
                    <a:pt x="21306" y="47273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3103962" y="2058202"/>
              <a:ext cx="54999" cy="45113"/>
            </a:xfrm>
            <a:custGeom>
              <a:avLst/>
              <a:pathLst>
                <a:path w="54999" h="45113">
                  <a:moveTo>
                    <a:pt x="2889" y="30700"/>
                  </a:moveTo>
                  <a:lnTo>
                    <a:pt x="0" y="24787"/>
                  </a:lnTo>
                  <a:lnTo>
                    <a:pt x="43847" y="0"/>
                  </a:lnTo>
                  <a:lnTo>
                    <a:pt x="47278" y="5959"/>
                  </a:lnTo>
                  <a:lnTo>
                    <a:pt x="54999" y="20511"/>
                  </a:lnTo>
                  <a:lnTo>
                    <a:pt x="11919" y="45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3271050" y="2072477"/>
              <a:ext cx="46585" cy="57711"/>
            </a:xfrm>
            <a:custGeom>
              <a:avLst/>
              <a:pathLst>
                <a:path w="46585" h="57711">
                  <a:moveTo>
                    <a:pt x="26737" y="57711"/>
                  </a:moveTo>
                  <a:lnTo>
                    <a:pt x="0" y="11868"/>
                  </a:lnTo>
                  <a:lnTo>
                    <a:pt x="20096" y="0"/>
                  </a:lnTo>
                  <a:lnTo>
                    <a:pt x="46585" y="45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6"/>
            <p:cNvSpPr/>
            <p:nvPr/>
          </p:nvSpPr>
          <p:spPr>
            <a:xfrm>
              <a:off x="3118178" y="2082409"/>
              <a:ext cx="68779" cy="69249"/>
            </a:xfrm>
            <a:custGeom>
              <a:avLst/>
              <a:pathLst>
                <a:path w="68779" h="69249">
                  <a:moveTo>
                    <a:pt x="25055" y="69249"/>
                  </a:moveTo>
                  <a:lnTo>
                    <a:pt x="0" y="24638"/>
                  </a:lnTo>
                  <a:lnTo>
                    <a:pt x="43645" y="0"/>
                  </a:lnTo>
                  <a:lnTo>
                    <a:pt x="68779" y="43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37"/>
            <p:cNvSpPr/>
            <p:nvPr/>
          </p:nvSpPr>
          <p:spPr>
            <a:xfrm>
              <a:off x="3246689" y="2087586"/>
              <a:ext cx="46131" cy="57105"/>
            </a:xfrm>
            <a:custGeom>
              <a:avLst/>
              <a:pathLst>
                <a:path w="46131" h="57105">
                  <a:moveTo>
                    <a:pt x="25995" y="57105"/>
                  </a:moveTo>
                  <a:lnTo>
                    <a:pt x="0" y="11361"/>
                  </a:lnTo>
                  <a:lnTo>
                    <a:pt x="19609" y="0"/>
                  </a:lnTo>
                  <a:lnTo>
                    <a:pt x="46131" y="45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38"/>
            <p:cNvSpPr/>
            <p:nvPr/>
          </p:nvSpPr>
          <p:spPr>
            <a:xfrm>
              <a:off x="3226091" y="1991469"/>
              <a:ext cx="59960" cy="84062"/>
            </a:xfrm>
            <a:custGeom>
              <a:avLst/>
              <a:pathLst>
                <a:path w="59960" h="84062">
                  <a:moveTo>
                    <a:pt x="0" y="16507"/>
                  </a:moveTo>
                  <a:lnTo>
                    <a:pt x="7585" y="5297"/>
                  </a:lnTo>
                  <a:lnTo>
                    <a:pt x="18180" y="0"/>
                  </a:lnTo>
                  <a:lnTo>
                    <a:pt x="59960" y="72067"/>
                  </a:lnTo>
                  <a:lnTo>
                    <a:pt x="39260" y="8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39"/>
            <p:cNvSpPr/>
            <p:nvPr/>
          </p:nvSpPr>
          <p:spPr>
            <a:xfrm>
              <a:off x="3048913" y="2103954"/>
              <a:ext cx="45877" cy="56960"/>
            </a:xfrm>
            <a:custGeom>
              <a:avLst/>
              <a:pathLst>
                <a:path w="45877" h="56960">
                  <a:moveTo>
                    <a:pt x="0" y="10929"/>
                  </a:moveTo>
                  <a:lnTo>
                    <a:pt x="19554" y="0"/>
                  </a:lnTo>
                  <a:lnTo>
                    <a:pt x="23572" y="6513"/>
                  </a:lnTo>
                  <a:lnTo>
                    <a:pt x="45877" y="45180"/>
                  </a:lnTo>
                  <a:lnTo>
                    <a:pt x="26643" y="56960"/>
                  </a:lnTo>
                  <a:lnTo>
                    <a:pt x="2013" y="14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0"/>
            <p:cNvSpPr/>
            <p:nvPr/>
          </p:nvSpPr>
          <p:spPr>
            <a:xfrm>
              <a:off x="3196478" y="2118027"/>
              <a:ext cx="45790" cy="56161"/>
            </a:xfrm>
            <a:custGeom>
              <a:avLst/>
              <a:pathLst>
                <a:path w="45790" h="56161">
                  <a:moveTo>
                    <a:pt x="26280" y="56161"/>
                  </a:moveTo>
                  <a:lnTo>
                    <a:pt x="0" y="11387"/>
                  </a:lnTo>
                  <a:lnTo>
                    <a:pt x="20355" y="0"/>
                  </a:lnTo>
                  <a:lnTo>
                    <a:pt x="4579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1"/>
            <p:cNvSpPr/>
            <p:nvPr/>
          </p:nvSpPr>
          <p:spPr>
            <a:xfrm>
              <a:off x="2998925" y="2119114"/>
              <a:ext cx="55535" cy="47283"/>
            </a:xfrm>
            <a:custGeom>
              <a:avLst/>
              <a:pathLst>
                <a:path w="55535" h="47283">
                  <a:moveTo>
                    <a:pt x="43495" y="0"/>
                  </a:moveTo>
                  <a:lnTo>
                    <a:pt x="44664" y="1900"/>
                  </a:lnTo>
                  <a:lnTo>
                    <a:pt x="55535" y="20480"/>
                  </a:lnTo>
                  <a:lnTo>
                    <a:pt x="11248" y="47283"/>
                  </a:lnTo>
                  <a:lnTo>
                    <a:pt x="0" y="2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2"/>
            <p:cNvSpPr/>
            <p:nvPr/>
          </p:nvSpPr>
          <p:spPr>
            <a:xfrm>
              <a:off x="3105225" y="2300298"/>
              <a:ext cx="70435" cy="71422"/>
            </a:xfrm>
            <a:custGeom>
              <a:avLst/>
              <a:pathLst>
                <a:path w="70435" h="71422">
                  <a:moveTo>
                    <a:pt x="25161" y="71422"/>
                  </a:moveTo>
                  <a:lnTo>
                    <a:pt x="0" y="25485"/>
                  </a:lnTo>
                  <a:lnTo>
                    <a:pt x="44021" y="0"/>
                  </a:lnTo>
                  <a:lnTo>
                    <a:pt x="70435" y="4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3"/>
            <p:cNvSpPr/>
            <p:nvPr/>
          </p:nvSpPr>
          <p:spPr>
            <a:xfrm>
              <a:off x="2498621" y="2527480"/>
              <a:ext cx="303146" cy="160272"/>
            </a:xfrm>
            <a:custGeom>
              <a:avLst/>
              <a:pathLst>
                <a:path w="303146" h="160272">
                  <a:moveTo>
                    <a:pt x="229244" y="40099"/>
                  </a:moveTo>
                  <a:lnTo>
                    <a:pt x="212544" y="129743"/>
                  </a:lnTo>
                  <a:lnTo>
                    <a:pt x="211997" y="132677"/>
                  </a:lnTo>
                  <a:lnTo>
                    <a:pt x="214706" y="133232"/>
                  </a:lnTo>
                  <a:lnTo>
                    <a:pt x="215249" y="130180"/>
                  </a:lnTo>
                  <a:lnTo>
                    <a:pt x="231828" y="40465"/>
                  </a:lnTo>
                  <a:lnTo>
                    <a:pt x="303146" y="56001"/>
                  </a:lnTo>
                  <a:lnTo>
                    <a:pt x="300052" y="71967"/>
                  </a:lnTo>
                  <a:lnTo>
                    <a:pt x="285936" y="144800"/>
                  </a:lnTo>
                  <a:lnTo>
                    <a:pt x="285617" y="146445"/>
                  </a:lnTo>
                  <a:lnTo>
                    <a:pt x="282938" y="160272"/>
                  </a:lnTo>
                  <a:lnTo>
                    <a:pt x="227675" y="150015"/>
                  </a:lnTo>
                  <a:lnTo>
                    <a:pt x="67074" y="120209"/>
                  </a:lnTo>
                  <a:lnTo>
                    <a:pt x="66702" y="123456"/>
                  </a:lnTo>
                  <a:lnTo>
                    <a:pt x="57297" y="121754"/>
                  </a:lnTo>
                  <a:lnTo>
                    <a:pt x="661" y="111503"/>
                  </a:lnTo>
                  <a:lnTo>
                    <a:pt x="0" y="111384"/>
                  </a:lnTo>
                  <a:lnTo>
                    <a:pt x="19745" y="1570"/>
                  </a:lnTo>
                  <a:lnTo>
                    <a:pt x="21686" y="547"/>
                  </a:lnTo>
                  <a:lnTo>
                    <a:pt x="2272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4"/>
            <p:cNvSpPr/>
            <p:nvPr/>
          </p:nvSpPr>
          <p:spPr>
            <a:xfrm>
              <a:off x="2306093" y="3585643"/>
              <a:ext cx="98874" cy="101686"/>
            </a:xfrm>
            <a:custGeom>
              <a:avLst/>
              <a:pathLst>
                <a:path w="98874" h="101686">
                  <a:moveTo>
                    <a:pt x="81257" y="60654"/>
                  </a:moveTo>
                  <a:lnTo>
                    <a:pt x="69682" y="83924"/>
                  </a:lnTo>
                  <a:lnTo>
                    <a:pt x="53567" y="101686"/>
                  </a:lnTo>
                  <a:lnTo>
                    <a:pt x="0" y="4311"/>
                  </a:lnTo>
                  <a:lnTo>
                    <a:pt x="18361" y="4003"/>
                  </a:lnTo>
                  <a:lnTo>
                    <a:pt x="25886" y="3387"/>
                  </a:lnTo>
                  <a:lnTo>
                    <a:pt x="32132" y="846"/>
                  </a:lnTo>
                  <a:lnTo>
                    <a:pt x="41162" y="230"/>
                  </a:lnTo>
                  <a:lnTo>
                    <a:pt x="46354" y="0"/>
                  </a:lnTo>
                  <a:lnTo>
                    <a:pt x="51321" y="1231"/>
                  </a:lnTo>
                  <a:lnTo>
                    <a:pt x="57642" y="3464"/>
                  </a:lnTo>
                  <a:lnTo>
                    <a:pt x="60878" y="5543"/>
                  </a:lnTo>
                  <a:lnTo>
                    <a:pt x="63852" y="8080"/>
                  </a:lnTo>
                  <a:lnTo>
                    <a:pt x="65393" y="9393"/>
                  </a:lnTo>
                  <a:lnTo>
                    <a:pt x="67500" y="11087"/>
                  </a:lnTo>
                  <a:lnTo>
                    <a:pt x="71338" y="12627"/>
                  </a:lnTo>
                  <a:lnTo>
                    <a:pt x="98874" y="1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5"/>
            <p:cNvSpPr/>
            <p:nvPr/>
          </p:nvSpPr>
          <p:spPr>
            <a:xfrm>
              <a:off x="1836026" y="3603762"/>
              <a:ext cx="150078" cy="167467"/>
            </a:xfrm>
            <a:custGeom>
              <a:avLst/>
              <a:pathLst>
                <a:path w="150078" h="167467">
                  <a:moveTo>
                    <a:pt x="20421" y="0"/>
                  </a:moveTo>
                  <a:lnTo>
                    <a:pt x="150078" y="25023"/>
                  </a:lnTo>
                  <a:lnTo>
                    <a:pt x="132184" y="113429"/>
                  </a:lnTo>
                  <a:lnTo>
                    <a:pt x="131458" y="113305"/>
                  </a:lnTo>
                  <a:lnTo>
                    <a:pt x="130378" y="113121"/>
                  </a:lnTo>
                  <a:lnTo>
                    <a:pt x="119933" y="166437"/>
                  </a:lnTo>
                  <a:lnTo>
                    <a:pt x="117920" y="167467"/>
                  </a:lnTo>
                  <a:lnTo>
                    <a:pt x="6811" y="150957"/>
                  </a:lnTo>
                  <a:lnTo>
                    <a:pt x="5455" y="150756"/>
                  </a:lnTo>
                  <a:lnTo>
                    <a:pt x="2031" y="137628"/>
                  </a:lnTo>
                  <a:lnTo>
                    <a:pt x="714" y="128158"/>
                  </a:lnTo>
                  <a:lnTo>
                    <a:pt x="0" y="113375"/>
                  </a:lnTo>
                  <a:lnTo>
                    <a:pt x="18204" y="13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6"/>
            <p:cNvSpPr/>
            <p:nvPr/>
          </p:nvSpPr>
          <p:spPr>
            <a:xfrm>
              <a:off x="2314734" y="3453045"/>
              <a:ext cx="204878" cy="145428"/>
            </a:xfrm>
            <a:custGeom>
              <a:avLst/>
              <a:pathLst>
                <a:path w="204878" h="145428">
                  <a:moveTo>
                    <a:pt x="38355" y="126913"/>
                  </a:moveTo>
                  <a:lnTo>
                    <a:pt x="31454" y="127770"/>
                  </a:lnTo>
                  <a:lnTo>
                    <a:pt x="25886" y="129618"/>
                  </a:lnTo>
                  <a:lnTo>
                    <a:pt x="19640" y="129849"/>
                  </a:lnTo>
                  <a:lnTo>
                    <a:pt x="15200" y="129695"/>
                  </a:lnTo>
                  <a:lnTo>
                    <a:pt x="11137" y="130311"/>
                  </a:lnTo>
                  <a:lnTo>
                    <a:pt x="7299" y="130927"/>
                  </a:lnTo>
                  <a:lnTo>
                    <a:pt x="0" y="129772"/>
                  </a:lnTo>
                  <a:lnTo>
                    <a:pt x="521" y="127736"/>
                  </a:lnTo>
                  <a:lnTo>
                    <a:pt x="8653" y="95971"/>
                  </a:lnTo>
                  <a:lnTo>
                    <a:pt x="5869" y="95663"/>
                  </a:lnTo>
                  <a:lnTo>
                    <a:pt x="28437" y="0"/>
                  </a:lnTo>
                  <a:lnTo>
                    <a:pt x="204878" y="34904"/>
                  </a:lnTo>
                  <a:lnTo>
                    <a:pt x="100702" y="145428"/>
                  </a:lnTo>
                  <a:lnTo>
                    <a:pt x="58681" y="133155"/>
                  </a:lnTo>
                  <a:lnTo>
                    <a:pt x="58823" y="130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47"/>
            <p:cNvSpPr/>
            <p:nvPr/>
          </p:nvSpPr>
          <p:spPr>
            <a:xfrm>
              <a:off x="1845110" y="3436379"/>
              <a:ext cx="333867" cy="632253"/>
            </a:xfrm>
            <a:custGeom>
              <a:avLst/>
              <a:pathLst>
                <a:path w="333867" h="632253">
                  <a:moveTo>
                    <a:pt x="222639" y="355017"/>
                  </a:moveTo>
                  <a:lnTo>
                    <a:pt x="228032" y="366683"/>
                  </a:lnTo>
                  <a:lnTo>
                    <a:pt x="288776" y="465177"/>
                  </a:lnTo>
                  <a:lnTo>
                    <a:pt x="248279" y="502180"/>
                  </a:lnTo>
                  <a:lnTo>
                    <a:pt x="182744" y="404197"/>
                  </a:lnTo>
                  <a:lnTo>
                    <a:pt x="173929" y="405786"/>
                  </a:lnTo>
                  <a:lnTo>
                    <a:pt x="208966" y="457157"/>
                  </a:lnTo>
                  <a:lnTo>
                    <a:pt x="244147" y="507469"/>
                  </a:lnTo>
                  <a:lnTo>
                    <a:pt x="214548" y="534732"/>
                  </a:lnTo>
                  <a:lnTo>
                    <a:pt x="201310" y="545636"/>
                  </a:lnTo>
                  <a:lnTo>
                    <a:pt x="190792" y="556084"/>
                  </a:lnTo>
                  <a:lnTo>
                    <a:pt x="114010" y="632253"/>
                  </a:lnTo>
                  <a:lnTo>
                    <a:pt x="103704" y="622484"/>
                  </a:lnTo>
                  <a:lnTo>
                    <a:pt x="97007" y="611166"/>
                  </a:lnTo>
                  <a:lnTo>
                    <a:pt x="50348" y="563487"/>
                  </a:lnTo>
                  <a:lnTo>
                    <a:pt x="44228" y="552260"/>
                  </a:lnTo>
                  <a:lnTo>
                    <a:pt x="42167" y="548479"/>
                  </a:lnTo>
                  <a:lnTo>
                    <a:pt x="40175" y="544823"/>
                  </a:lnTo>
                  <a:lnTo>
                    <a:pt x="39994" y="540943"/>
                  </a:lnTo>
                  <a:lnTo>
                    <a:pt x="41619" y="532689"/>
                  </a:lnTo>
                  <a:lnTo>
                    <a:pt x="42562" y="527876"/>
                  </a:lnTo>
                  <a:lnTo>
                    <a:pt x="47399" y="508174"/>
                  </a:lnTo>
                  <a:lnTo>
                    <a:pt x="52576" y="466288"/>
                  </a:lnTo>
                  <a:lnTo>
                    <a:pt x="55104" y="446270"/>
                  </a:lnTo>
                  <a:lnTo>
                    <a:pt x="55715" y="437289"/>
                  </a:lnTo>
                  <a:lnTo>
                    <a:pt x="55827" y="422124"/>
                  </a:lnTo>
                  <a:lnTo>
                    <a:pt x="55203" y="415761"/>
                  </a:lnTo>
                  <a:lnTo>
                    <a:pt x="53298" y="406972"/>
                  </a:lnTo>
                  <a:lnTo>
                    <a:pt x="48121" y="391573"/>
                  </a:lnTo>
                  <a:lnTo>
                    <a:pt x="43486" y="381163"/>
                  </a:lnTo>
                  <a:lnTo>
                    <a:pt x="39151" y="372786"/>
                  </a:lnTo>
                  <a:lnTo>
                    <a:pt x="26158" y="356374"/>
                  </a:lnTo>
                  <a:lnTo>
                    <a:pt x="13627" y="342414"/>
                  </a:lnTo>
                  <a:lnTo>
                    <a:pt x="7588" y="335273"/>
                  </a:lnTo>
                  <a:lnTo>
                    <a:pt x="3224" y="329749"/>
                  </a:lnTo>
                  <a:lnTo>
                    <a:pt x="345" y="324956"/>
                  </a:lnTo>
                  <a:lnTo>
                    <a:pt x="0" y="323332"/>
                  </a:lnTo>
                  <a:lnTo>
                    <a:pt x="623" y="322339"/>
                  </a:lnTo>
                  <a:lnTo>
                    <a:pt x="113186" y="338790"/>
                  </a:lnTo>
                  <a:lnTo>
                    <a:pt x="116387" y="336870"/>
                  </a:lnTo>
                  <a:lnTo>
                    <a:pt x="117713" y="336075"/>
                  </a:lnTo>
                  <a:lnTo>
                    <a:pt x="121784" y="312526"/>
                  </a:lnTo>
                  <a:lnTo>
                    <a:pt x="136014" y="251565"/>
                  </a:lnTo>
                  <a:lnTo>
                    <a:pt x="156112" y="157676"/>
                  </a:lnTo>
                  <a:lnTo>
                    <a:pt x="161239" y="129420"/>
                  </a:lnTo>
                  <a:lnTo>
                    <a:pt x="167018" y="102379"/>
                  </a:lnTo>
                  <a:lnTo>
                    <a:pt x="171189" y="89668"/>
                  </a:lnTo>
                  <a:lnTo>
                    <a:pt x="163334" y="87977"/>
                  </a:lnTo>
                  <a:lnTo>
                    <a:pt x="160833" y="97124"/>
                  </a:lnTo>
                  <a:lnTo>
                    <a:pt x="150824" y="133732"/>
                  </a:lnTo>
                  <a:lnTo>
                    <a:pt x="153111" y="134286"/>
                  </a:lnTo>
                  <a:lnTo>
                    <a:pt x="148488" y="158697"/>
                  </a:lnTo>
                  <a:lnTo>
                    <a:pt x="148235" y="160033"/>
                  </a:lnTo>
                  <a:lnTo>
                    <a:pt x="17631" y="135156"/>
                  </a:lnTo>
                  <a:lnTo>
                    <a:pt x="38043" y="24022"/>
                  </a:lnTo>
                  <a:lnTo>
                    <a:pt x="41534" y="24576"/>
                  </a:lnTo>
                  <a:lnTo>
                    <a:pt x="45929" y="1293"/>
                  </a:lnTo>
                  <a:lnTo>
                    <a:pt x="47795" y="0"/>
                  </a:lnTo>
                  <a:lnTo>
                    <a:pt x="221260" y="31058"/>
                  </a:lnTo>
                  <a:lnTo>
                    <a:pt x="223706" y="33676"/>
                  </a:lnTo>
                  <a:lnTo>
                    <a:pt x="213024" y="96623"/>
                  </a:lnTo>
                  <a:lnTo>
                    <a:pt x="258473" y="108191"/>
                  </a:lnTo>
                  <a:lnTo>
                    <a:pt x="259406" y="134355"/>
                  </a:lnTo>
                  <a:lnTo>
                    <a:pt x="259416" y="134630"/>
                  </a:lnTo>
                  <a:lnTo>
                    <a:pt x="259650" y="141214"/>
                  </a:lnTo>
                  <a:lnTo>
                    <a:pt x="268690" y="184144"/>
                  </a:lnTo>
                  <a:lnTo>
                    <a:pt x="262992" y="186026"/>
                  </a:lnTo>
                  <a:lnTo>
                    <a:pt x="278219" y="240990"/>
                  </a:lnTo>
                  <a:lnTo>
                    <a:pt x="283008" y="258278"/>
                  </a:lnTo>
                  <a:lnTo>
                    <a:pt x="281178" y="258645"/>
                  </a:lnTo>
                  <a:lnTo>
                    <a:pt x="279637" y="258955"/>
                  </a:lnTo>
                  <a:lnTo>
                    <a:pt x="299834" y="366163"/>
                  </a:lnTo>
                  <a:lnTo>
                    <a:pt x="333867" y="420037"/>
                  </a:lnTo>
                  <a:lnTo>
                    <a:pt x="293500" y="460155"/>
                  </a:lnTo>
                  <a:lnTo>
                    <a:pt x="239210" y="373499"/>
                  </a:lnTo>
                  <a:lnTo>
                    <a:pt x="232588" y="362110"/>
                  </a:lnTo>
                  <a:lnTo>
                    <a:pt x="228285" y="354711"/>
                  </a:lnTo>
                  <a:lnTo>
                    <a:pt x="218400" y="330804"/>
                  </a:lnTo>
                  <a:lnTo>
                    <a:pt x="212959" y="332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48"/>
            <p:cNvSpPr/>
            <p:nvPr/>
          </p:nvSpPr>
          <p:spPr>
            <a:xfrm>
              <a:off x="2108889" y="3547213"/>
              <a:ext cx="83979" cy="138079"/>
            </a:xfrm>
            <a:custGeom>
              <a:avLst/>
              <a:pathLst>
                <a:path w="83979" h="138079">
                  <a:moveTo>
                    <a:pt x="7168" y="53614"/>
                  </a:moveTo>
                  <a:lnTo>
                    <a:pt x="7284" y="48229"/>
                  </a:lnTo>
                  <a:lnTo>
                    <a:pt x="4394" y="32707"/>
                  </a:lnTo>
                  <a:lnTo>
                    <a:pt x="167" y="2729"/>
                  </a:lnTo>
                  <a:lnTo>
                    <a:pt x="0" y="1539"/>
                  </a:lnTo>
                  <a:lnTo>
                    <a:pt x="1083" y="0"/>
                  </a:lnTo>
                  <a:lnTo>
                    <a:pt x="61525" y="17062"/>
                  </a:lnTo>
                  <a:lnTo>
                    <a:pt x="83979" y="122804"/>
                  </a:lnTo>
                  <a:lnTo>
                    <a:pt x="21970" y="138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49"/>
            <p:cNvSpPr/>
            <p:nvPr/>
          </p:nvSpPr>
          <p:spPr>
            <a:xfrm>
              <a:off x="2177327" y="3567588"/>
              <a:ext cx="173137" cy="238138"/>
            </a:xfrm>
            <a:custGeom>
              <a:avLst/>
              <a:pathLst>
                <a:path w="173137" h="238138">
                  <a:moveTo>
                    <a:pt x="31693" y="153451"/>
                  </a:moveTo>
                  <a:lnTo>
                    <a:pt x="39999" y="151771"/>
                  </a:lnTo>
                  <a:lnTo>
                    <a:pt x="42036" y="150381"/>
                  </a:lnTo>
                  <a:lnTo>
                    <a:pt x="78378" y="141577"/>
                  </a:lnTo>
                  <a:lnTo>
                    <a:pt x="77699" y="138334"/>
                  </a:lnTo>
                  <a:lnTo>
                    <a:pt x="71246" y="140072"/>
                  </a:lnTo>
                  <a:lnTo>
                    <a:pt x="67962" y="140651"/>
                  </a:lnTo>
                  <a:lnTo>
                    <a:pt x="31105" y="150023"/>
                  </a:lnTo>
                  <a:lnTo>
                    <a:pt x="23056" y="103046"/>
                  </a:lnTo>
                  <a:lnTo>
                    <a:pt x="23200" y="100513"/>
                  </a:lnTo>
                  <a:lnTo>
                    <a:pt x="23503" y="98995"/>
                  </a:lnTo>
                  <a:lnTo>
                    <a:pt x="23142" y="96985"/>
                  </a:lnTo>
                  <a:lnTo>
                    <a:pt x="22465" y="95831"/>
                  </a:lnTo>
                  <a:lnTo>
                    <a:pt x="21142" y="94742"/>
                  </a:lnTo>
                  <a:lnTo>
                    <a:pt x="8960" y="40152"/>
                  </a:lnTo>
                  <a:lnTo>
                    <a:pt x="0" y="0"/>
                  </a:lnTo>
                  <a:lnTo>
                    <a:pt x="729" y="152"/>
                  </a:lnTo>
                  <a:lnTo>
                    <a:pt x="119284" y="24928"/>
                  </a:lnTo>
                  <a:lnTo>
                    <a:pt x="145746" y="70773"/>
                  </a:lnTo>
                  <a:lnTo>
                    <a:pt x="164401" y="108487"/>
                  </a:lnTo>
                  <a:lnTo>
                    <a:pt x="173137" y="126148"/>
                  </a:lnTo>
                  <a:lnTo>
                    <a:pt x="149928" y="147160"/>
                  </a:lnTo>
                  <a:lnTo>
                    <a:pt x="137077" y="158794"/>
                  </a:lnTo>
                  <a:lnTo>
                    <a:pt x="54446" y="238138"/>
                  </a:lnTo>
                  <a:lnTo>
                    <a:pt x="45336" y="221051"/>
                  </a:lnTo>
                  <a:lnTo>
                    <a:pt x="39527" y="192700"/>
                  </a:lnTo>
                  <a:lnTo>
                    <a:pt x="38724" y="192741"/>
                  </a:lnTo>
                  <a:lnTo>
                    <a:pt x="33699" y="16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0"/>
            <p:cNvSpPr/>
            <p:nvPr/>
          </p:nvSpPr>
          <p:spPr>
            <a:xfrm>
              <a:off x="1927874" y="3592498"/>
              <a:ext cx="62503" cy="32690"/>
            </a:xfrm>
            <a:custGeom>
              <a:avLst/>
              <a:pathLst>
                <a:path w="62503" h="32690">
                  <a:moveTo>
                    <a:pt x="0" y="22006"/>
                  </a:moveTo>
                  <a:lnTo>
                    <a:pt x="4270" y="0"/>
                  </a:lnTo>
                  <a:lnTo>
                    <a:pt x="62503" y="11127"/>
                  </a:lnTo>
                  <a:lnTo>
                    <a:pt x="58832" y="32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1"/>
            <p:cNvSpPr/>
            <p:nvPr/>
          </p:nvSpPr>
          <p:spPr>
            <a:xfrm>
              <a:off x="2656093" y="2543976"/>
              <a:ext cx="625535" cy="858167"/>
            </a:xfrm>
            <a:custGeom>
              <a:avLst/>
              <a:pathLst>
                <a:path w="625535" h="858167">
                  <a:moveTo>
                    <a:pt x="136636" y="148536"/>
                  </a:moveTo>
                  <a:lnTo>
                    <a:pt x="258521" y="171975"/>
                  </a:lnTo>
                  <a:lnTo>
                    <a:pt x="267852" y="121774"/>
                  </a:lnTo>
                  <a:lnTo>
                    <a:pt x="278688" y="123314"/>
                  </a:lnTo>
                  <a:lnTo>
                    <a:pt x="279489" y="119840"/>
                  </a:lnTo>
                  <a:lnTo>
                    <a:pt x="294497" y="44610"/>
                  </a:lnTo>
                  <a:lnTo>
                    <a:pt x="299939" y="41525"/>
                  </a:lnTo>
                  <a:lnTo>
                    <a:pt x="303000" y="39791"/>
                  </a:lnTo>
                  <a:lnTo>
                    <a:pt x="302109" y="38261"/>
                  </a:lnTo>
                  <a:lnTo>
                    <a:pt x="299629" y="34000"/>
                  </a:lnTo>
                  <a:lnTo>
                    <a:pt x="355615" y="0"/>
                  </a:lnTo>
                  <a:lnTo>
                    <a:pt x="358354" y="4633"/>
                  </a:lnTo>
                  <a:lnTo>
                    <a:pt x="625535" y="456689"/>
                  </a:lnTo>
                  <a:lnTo>
                    <a:pt x="625415" y="459645"/>
                  </a:lnTo>
                  <a:lnTo>
                    <a:pt x="271795" y="672398"/>
                  </a:lnTo>
                  <a:lnTo>
                    <a:pt x="234004" y="720286"/>
                  </a:lnTo>
                  <a:lnTo>
                    <a:pt x="192315" y="746002"/>
                  </a:lnTo>
                  <a:lnTo>
                    <a:pt x="51144" y="829773"/>
                  </a:lnTo>
                  <a:lnTo>
                    <a:pt x="7649" y="856413"/>
                  </a:lnTo>
                  <a:lnTo>
                    <a:pt x="4801" y="857066"/>
                  </a:lnTo>
                  <a:lnTo>
                    <a:pt x="0" y="858167"/>
                  </a:lnTo>
                  <a:lnTo>
                    <a:pt x="239" y="857036"/>
                  </a:lnTo>
                  <a:lnTo>
                    <a:pt x="37807" y="679529"/>
                  </a:lnTo>
                  <a:lnTo>
                    <a:pt x="52285" y="611121"/>
                  </a:lnTo>
                  <a:lnTo>
                    <a:pt x="55148" y="583684"/>
                  </a:lnTo>
                  <a:lnTo>
                    <a:pt x="57470" y="561437"/>
                  </a:lnTo>
                  <a:lnTo>
                    <a:pt x="79524" y="449415"/>
                  </a:lnTo>
                  <a:lnTo>
                    <a:pt x="90475" y="393788"/>
                  </a:lnTo>
                  <a:lnTo>
                    <a:pt x="226861" y="420492"/>
                  </a:lnTo>
                  <a:lnTo>
                    <a:pt x="229119" y="407865"/>
                  </a:lnTo>
                  <a:lnTo>
                    <a:pt x="227210" y="407495"/>
                  </a:lnTo>
                  <a:lnTo>
                    <a:pt x="189697" y="400234"/>
                  </a:lnTo>
                  <a:lnTo>
                    <a:pt x="180981" y="398546"/>
                  </a:lnTo>
                  <a:lnTo>
                    <a:pt x="179342" y="398229"/>
                  </a:lnTo>
                  <a:lnTo>
                    <a:pt x="182321" y="376655"/>
                  </a:lnTo>
                  <a:lnTo>
                    <a:pt x="219693" y="382822"/>
                  </a:lnTo>
                  <a:lnTo>
                    <a:pt x="219955" y="381263"/>
                  </a:lnTo>
                  <a:lnTo>
                    <a:pt x="220445" y="378357"/>
                  </a:lnTo>
                  <a:lnTo>
                    <a:pt x="184686" y="372012"/>
                  </a:lnTo>
                  <a:lnTo>
                    <a:pt x="183181" y="369302"/>
                  </a:lnTo>
                  <a:lnTo>
                    <a:pt x="193596" y="277216"/>
                  </a:lnTo>
                  <a:lnTo>
                    <a:pt x="249763" y="285347"/>
                  </a:lnTo>
                  <a:lnTo>
                    <a:pt x="250184" y="282020"/>
                  </a:lnTo>
                  <a:lnTo>
                    <a:pt x="187214" y="272596"/>
                  </a:lnTo>
                  <a:lnTo>
                    <a:pt x="179087" y="342588"/>
                  </a:lnTo>
                  <a:lnTo>
                    <a:pt x="174331" y="398067"/>
                  </a:lnTo>
                  <a:lnTo>
                    <a:pt x="92397" y="381947"/>
                  </a:lnTo>
                  <a:lnTo>
                    <a:pt x="92532" y="381234"/>
                  </a:lnTo>
                  <a:lnTo>
                    <a:pt x="115253" y="260860"/>
                  </a:lnTo>
                  <a:lnTo>
                    <a:pt x="132962" y="167039"/>
                  </a:lnTo>
                  <a:lnTo>
                    <a:pt x="133266" y="165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2"/>
            <p:cNvSpPr/>
            <p:nvPr/>
          </p:nvSpPr>
          <p:spPr>
            <a:xfrm>
              <a:off x="2132860" y="3676984"/>
              <a:ext cx="93225" cy="174138"/>
            </a:xfrm>
            <a:custGeom>
              <a:avLst/>
              <a:pathLst>
                <a:path w="93225" h="174138">
                  <a:moveTo>
                    <a:pt x="51777" y="174138"/>
                  </a:moveTo>
                  <a:lnTo>
                    <a:pt x="18963" y="122914"/>
                  </a:lnTo>
                  <a:lnTo>
                    <a:pt x="0" y="16569"/>
                  </a:lnTo>
                  <a:lnTo>
                    <a:pt x="44435" y="4508"/>
                  </a:lnTo>
                  <a:lnTo>
                    <a:pt x="61043" y="0"/>
                  </a:lnTo>
                  <a:lnTo>
                    <a:pt x="62217" y="3048"/>
                  </a:lnTo>
                  <a:lnTo>
                    <a:pt x="81101" y="105236"/>
                  </a:lnTo>
                  <a:lnTo>
                    <a:pt x="83167" y="116416"/>
                  </a:lnTo>
                  <a:lnTo>
                    <a:pt x="93225" y="134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3"/>
            <p:cNvSpPr/>
            <p:nvPr/>
          </p:nvSpPr>
          <p:spPr>
            <a:xfrm>
              <a:off x="2631618" y="2662735"/>
              <a:ext cx="149340" cy="37523"/>
            </a:xfrm>
            <a:custGeom>
              <a:avLst/>
              <a:pathLst>
                <a:path w="149340" h="37523">
                  <a:moveTo>
                    <a:pt x="0" y="9624"/>
                  </a:moveTo>
                  <a:lnTo>
                    <a:pt x="1429" y="0"/>
                  </a:lnTo>
                  <a:lnTo>
                    <a:pt x="81195" y="14090"/>
                  </a:lnTo>
                  <a:lnTo>
                    <a:pt x="149340" y="27588"/>
                  </a:lnTo>
                  <a:lnTo>
                    <a:pt x="147751" y="37523"/>
                  </a:lnTo>
                  <a:lnTo>
                    <a:pt x="79303" y="23787"/>
                  </a:lnTo>
                  <a:lnTo>
                    <a:pt x="74916" y="23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4"/>
            <p:cNvSpPr/>
            <p:nvPr/>
          </p:nvSpPr>
          <p:spPr>
            <a:xfrm>
              <a:off x="2708555" y="2692129"/>
              <a:ext cx="69703" cy="31240"/>
            </a:xfrm>
            <a:custGeom>
              <a:avLst/>
              <a:pathLst>
                <a:path w="69703" h="31240">
                  <a:moveTo>
                    <a:pt x="0" y="18378"/>
                  </a:moveTo>
                  <a:lnTo>
                    <a:pt x="3423" y="0"/>
                  </a:lnTo>
                  <a:lnTo>
                    <a:pt x="69703" y="12590"/>
                  </a:lnTo>
                  <a:lnTo>
                    <a:pt x="66578" y="3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5"/>
            <p:cNvSpPr/>
            <p:nvPr/>
          </p:nvSpPr>
          <p:spPr>
            <a:xfrm>
              <a:off x="2627614" y="2676958"/>
              <a:ext cx="78348" cy="33230"/>
            </a:xfrm>
            <a:custGeom>
              <a:avLst/>
              <a:pathLst>
                <a:path w="78348" h="33230">
                  <a:moveTo>
                    <a:pt x="0" y="19015"/>
                  </a:moveTo>
                  <a:lnTo>
                    <a:pt x="3444" y="0"/>
                  </a:lnTo>
                  <a:lnTo>
                    <a:pt x="78348" y="14205"/>
                  </a:lnTo>
                  <a:lnTo>
                    <a:pt x="74571" y="33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6"/>
            <p:cNvSpPr/>
            <p:nvPr/>
          </p:nvSpPr>
          <p:spPr>
            <a:xfrm>
              <a:off x="2729628" y="2720237"/>
              <a:ext cx="44670" cy="26828"/>
            </a:xfrm>
            <a:custGeom>
              <a:avLst/>
              <a:pathLst>
                <a:path w="44670" h="26828">
                  <a:moveTo>
                    <a:pt x="0" y="18081"/>
                  </a:moveTo>
                  <a:lnTo>
                    <a:pt x="3219" y="0"/>
                  </a:lnTo>
                  <a:lnTo>
                    <a:pt x="44670" y="7844"/>
                  </a:lnTo>
                  <a:lnTo>
                    <a:pt x="41418" y="26828"/>
                  </a:lnTo>
                  <a:lnTo>
                    <a:pt x="8745" y="19928"/>
                  </a:lnTo>
                  <a:lnTo>
                    <a:pt x="1539" y="18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57"/>
            <p:cNvSpPr/>
            <p:nvPr/>
          </p:nvSpPr>
          <p:spPr>
            <a:xfrm>
              <a:off x="2704413" y="2716067"/>
              <a:ext cx="26933" cy="22128"/>
            </a:xfrm>
            <a:custGeom>
              <a:avLst/>
              <a:pathLst>
                <a:path w="26933" h="22128">
                  <a:moveTo>
                    <a:pt x="23889" y="21442"/>
                  </a:moveTo>
                  <a:lnTo>
                    <a:pt x="23770" y="22128"/>
                  </a:lnTo>
                  <a:lnTo>
                    <a:pt x="23088" y="21999"/>
                  </a:lnTo>
                  <a:lnTo>
                    <a:pt x="2027" y="18032"/>
                  </a:lnTo>
                  <a:lnTo>
                    <a:pt x="0" y="17650"/>
                  </a:lnTo>
                  <a:lnTo>
                    <a:pt x="157" y="16700"/>
                  </a:lnTo>
                  <a:lnTo>
                    <a:pt x="2840" y="502"/>
                  </a:lnTo>
                  <a:lnTo>
                    <a:pt x="2923" y="0"/>
                  </a:lnTo>
                  <a:lnTo>
                    <a:pt x="4624" y="275"/>
                  </a:lnTo>
                  <a:lnTo>
                    <a:pt x="25852" y="3710"/>
                  </a:lnTo>
                  <a:lnTo>
                    <a:pt x="26933" y="3885"/>
                  </a:lnTo>
                  <a:lnTo>
                    <a:pt x="26644" y="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58"/>
            <p:cNvSpPr/>
            <p:nvPr/>
          </p:nvSpPr>
          <p:spPr>
            <a:xfrm>
              <a:off x="2699487" y="2738296"/>
              <a:ext cx="70603" cy="31577"/>
            </a:xfrm>
            <a:custGeom>
              <a:avLst/>
              <a:pathLst>
                <a:path w="70603" h="31577">
                  <a:moveTo>
                    <a:pt x="0" y="19104"/>
                  </a:moveTo>
                  <a:lnTo>
                    <a:pt x="3094" y="0"/>
                  </a:lnTo>
                  <a:lnTo>
                    <a:pt x="70603" y="12548"/>
                  </a:lnTo>
                  <a:lnTo>
                    <a:pt x="67396" y="30877"/>
                  </a:lnTo>
                  <a:lnTo>
                    <a:pt x="67274" y="3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59"/>
            <p:cNvSpPr/>
            <p:nvPr/>
          </p:nvSpPr>
          <p:spPr>
            <a:xfrm>
              <a:off x="2623093" y="2699933"/>
              <a:ext cx="78525" cy="32914"/>
            </a:xfrm>
            <a:custGeom>
              <a:avLst/>
              <a:pathLst>
                <a:path w="78525" h="32914">
                  <a:moveTo>
                    <a:pt x="0" y="18294"/>
                  </a:moveTo>
                  <a:lnTo>
                    <a:pt x="3040" y="0"/>
                  </a:lnTo>
                  <a:lnTo>
                    <a:pt x="78525" y="14990"/>
                  </a:lnTo>
                  <a:lnTo>
                    <a:pt x="75229" y="32914"/>
                  </a:lnTo>
                  <a:lnTo>
                    <a:pt x="48518" y="27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0"/>
            <p:cNvSpPr/>
            <p:nvPr/>
          </p:nvSpPr>
          <p:spPr>
            <a:xfrm>
              <a:off x="2619213" y="2723123"/>
              <a:ext cx="78121" cy="32799"/>
            </a:xfrm>
            <a:custGeom>
              <a:avLst/>
              <a:pathLst>
                <a:path w="78121" h="32799">
                  <a:moveTo>
                    <a:pt x="0" y="17985"/>
                  </a:moveTo>
                  <a:lnTo>
                    <a:pt x="2889" y="0"/>
                  </a:lnTo>
                  <a:lnTo>
                    <a:pt x="78121" y="14444"/>
                  </a:lnTo>
                  <a:lnTo>
                    <a:pt x="74584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1"/>
            <p:cNvSpPr/>
            <p:nvPr/>
          </p:nvSpPr>
          <p:spPr>
            <a:xfrm>
              <a:off x="2695386" y="2761577"/>
              <a:ext cx="70040" cy="31334"/>
            </a:xfrm>
            <a:custGeom>
              <a:avLst/>
              <a:pathLst>
                <a:path w="70040" h="31334">
                  <a:moveTo>
                    <a:pt x="0" y="18873"/>
                  </a:moveTo>
                  <a:lnTo>
                    <a:pt x="3358" y="0"/>
                  </a:lnTo>
                  <a:lnTo>
                    <a:pt x="70040" y="12855"/>
                  </a:lnTo>
                  <a:lnTo>
                    <a:pt x="66909" y="31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2"/>
            <p:cNvSpPr/>
            <p:nvPr/>
          </p:nvSpPr>
          <p:spPr>
            <a:xfrm>
              <a:off x="2674736" y="2757623"/>
              <a:ext cx="18485" cy="21487"/>
            </a:xfrm>
            <a:custGeom>
              <a:avLst/>
              <a:pathLst>
                <a:path w="18485" h="21487">
                  <a:moveTo>
                    <a:pt x="2302" y="18993"/>
                  </a:moveTo>
                  <a:lnTo>
                    <a:pt x="0" y="18540"/>
                  </a:lnTo>
                  <a:lnTo>
                    <a:pt x="3491" y="0"/>
                  </a:lnTo>
                  <a:lnTo>
                    <a:pt x="5634" y="482"/>
                  </a:lnTo>
                  <a:lnTo>
                    <a:pt x="18485" y="3377"/>
                  </a:lnTo>
                  <a:lnTo>
                    <a:pt x="14954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3"/>
            <p:cNvSpPr/>
            <p:nvPr/>
          </p:nvSpPr>
          <p:spPr>
            <a:xfrm>
              <a:off x="2615126" y="2746160"/>
              <a:ext cx="60751" cy="29565"/>
            </a:xfrm>
            <a:custGeom>
              <a:avLst/>
              <a:pathLst>
                <a:path w="60751" h="29565">
                  <a:moveTo>
                    <a:pt x="2958" y="0"/>
                  </a:moveTo>
                  <a:lnTo>
                    <a:pt x="60751" y="11087"/>
                  </a:lnTo>
                  <a:lnTo>
                    <a:pt x="57380" y="29565"/>
                  </a:lnTo>
                  <a:lnTo>
                    <a:pt x="0" y="17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4"/>
            <p:cNvSpPr/>
            <p:nvPr/>
          </p:nvSpPr>
          <p:spPr>
            <a:xfrm>
              <a:off x="2611698" y="2768820"/>
              <a:ext cx="149567" cy="40747"/>
            </a:xfrm>
            <a:custGeom>
              <a:avLst/>
              <a:pathLst>
                <a:path w="149567" h="40747">
                  <a:moveTo>
                    <a:pt x="0" y="11826"/>
                  </a:moveTo>
                  <a:lnTo>
                    <a:pt x="2287" y="0"/>
                  </a:lnTo>
                  <a:lnTo>
                    <a:pt x="67846" y="13103"/>
                  </a:lnTo>
                  <a:lnTo>
                    <a:pt x="149567" y="28546"/>
                  </a:lnTo>
                  <a:lnTo>
                    <a:pt x="146748" y="40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5"/>
            <p:cNvSpPr/>
            <p:nvPr/>
          </p:nvSpPr>
          <p:spPr>
            <a:xfrm>
              <a:off x="2476438" y="2745570"/>
              <a:ext cx="130340" cy="33183"/>
            </a:xfrm>
            <a:custGeom>
              <a:avLst/>
              <a:pathLst>
                <a:path w="130340" h="33183">
                  <a:moveTo>
                    <a:pt x="1357" y="0"/>
                  </a:moveTo>
                  <a:lnTo>
                    <a:pt x="130340" y="23430"/>
                  </a:lnTo>
                  <a:lnTo>
                    <a:pt x="128453" y="33183"/>
                  </a:lnTo>
                  <a:lnTo>
                    <a:pt x="33728" y="14924"/>
                  </a:lnTo>
                  <a:lnTo>
                    <a:pt x="1122" y="8638"/>
                  </a:lnTo>
                  <a:lnTo>
                    <a:pt x="0" y="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6"/>
            <p:cNvSpPr/>
            <p:nvPr/>
          </p:nvSpPr>
          <p:spPr>
            <a:xfrm>
              <a:off x="2548539" y="2734868"/>
              <a:ext cx="62712" cy="29263"/>
            </a:xfrm>
            <a:custGeom>
              <a:avLst/>
              <a:pathLst>
                <a:path w="62712" h="29263">
                  <a:moveTo>
                    <a:pt x="0" y="17966"/>
                  </a:moveTo>
                  <a:lnTo>
                    <a:pt x="3264" y="0"/>
                  </a:lnTo>
                  <a:lnTo>
                    <a:pt x="61326" y="9901"/>
                  </a:lnTo>
                  <a:lnTo>
                    <a:pt x="62712" y="10137"/>
                  </a:lnTo>
                  <a:lnTo>
                    <a:pt x="59190" y="2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67"/>
            <p:cNvSpPr/>
            <p:nvPr/>
          </p:nvSpPr>
          <p:spPr>
            <a:xfrm>
              <a:off x="2505570" y="2726594"/>
              <a:ext cx="40433" cy="25048"/>
            </a:xfrm>
            <a:custGeom>
              <a:avLst/>
              <a:pathLst>
                <a:path w="40433" h="25048">
                  <a:moveTo>
                    <a:pt x="0" y="18157"/>
                  </a:moveTo>
                  <a:lnTo>
                    <a:pt x="3075" y="0"/>
                  </a:lnTo>
                  <a:lnTo>
                    <a:pt x="40433" y="6189"/>
                  </a:lnTo>
                  <a:lnTo>
                    <a:pt x="37259" y="25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68"/>
            <p:cNvSpPr/>
            <p:nvPr/>
          </p:nvSpPr>
          <p:spPr>
            <a:xfrm>
              <a:off x="2479278" y="2677423"/>
              <a:ext cx="32859" cy="66590"/>
            </a:xfrm>
            <a:custGeom>
              <a:avLst/>
              <a:pathLst>
                <a:path w="32859" h="66590">
                  <a:moveTo>
                    <a:pt x="0" y="63539"/>
                  </a:moveTo>
                  <a:lnTo>
                    <a:pt x="12201" y="0"/>
                  </a:lnTo>
                  <a:lnTo>
                    <a:pt x="32859" y="3557"/>
                  </a:lnTo>
                  <a:lnTo>
                    <a:pt x="20535" y="66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69"/>
            <p:cNvSpPr/>
            <p:nvPr/>
          </p:nvSpPr>
          <p:spPr>
            <a:xfrm>
              <a:off x="2509345" y="2703938"/>
              <a:ext cx="40762" cy="24960"/>
            </a:xfrm>
            <a:custGeom>
              <a:avLst/>
              <a:pathLst>
                <a:path w="40762" h="24960">
                  <a:moveTo>
                    <a:pt x="0" y="18686"/>
                  </a:moveTo>
                  <a:lnTo>
                    <a:pt x="3289" y="0"/>
                  </a:lnTo>
                  <a:lnTo>
                    <a:pt x="40762" y="6655"/>
                  </a:lnTo>
                  <a:lnTo>
                    <a:pt x="37377" y="24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0"/>
            <p:cNvSpPr/>
            <p:nvPr/>
          </p:nvSpPr>
          <p:spPr>
            <a:xfrm>
              <a:off x="2513528" y="2681705"/>
              <a:ext cx="40778" cy="23706"/>
            </a:xfrm>
            <a:custGeom>
              <a:avLst/>
              <a:pathLst>
                <a:path w="40778" h="23706">
                  <a:moveTo>
                    <a:pt x="0" y="17153"/>
                  </a:moveTo>
                  <a:lnTo>
                    <a:pt x="3066" y="0"/>
                  </a:lnTo>
                  <a:lnTo>
                    <a:pt x="40778" y="6231"/>
                  </a:lnTo>
                  <a:lnTo>
                    <a:pt x="37537" y="23706"/>
                  </a:lnTo>
                  <a:lnTo>
                    <a:pt x="24152" y="21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1"/>
            <p:cNvSpPr/>
            <p:nvPr/>
          </p:nvSpPr>
          <p:spPr>
            <a:xfrm>
              <a:off x="2552759" y="2710575"/>
              <a:ext cx="63156" cy="29725"/>
            </a:xfrm>
            <a:custGeom>
              <a:avLst/>
              <a:pathLst>
                <a:path w="63156" h="29725">
                  <a:moveTo>
                    <a:pt x="0" y="19030"/>
                  </a:moveTo>
                  <a:lnTo>
                    <a:pt x="3230" y="0"/>
                  </a:lnTo>
                  <a:lnTo>
                    <a:pt x="63156" y="11289"/>
                  </a:lnTo>
                  <a:lnTo>
                    <a:pt x="59938" y="2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2"/>
            <p:cNvSpPr/>
            <p:nvPr/>
          </p:nvSpPr>
          <p:spPr>
            <a:xfrm>
              <a:off x="2557965" y="2689184"/>
              <a:ext cx="61845" cy="28772"/>
            </a:xfrm>
            <a:custGeom>
              <a:avLst/>
              <a:pathLst>
                <a:path w="61845" h="28772">
                  <a:moveTo>
                    <a:pt x="3043" y="0"/>
                  </a:moveTo>
                  <a:lnTo>
                    <a:pt x="61845" y="9947"/>
                  </a:lnTo>
                  <a:lnTo>
                    <a:pt x="58691" y="28772"/>
                  </a:lnTo>
                  <a:lnTo>
                    <a:pt x="0" y="17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3"/>
            <p:cNvSpPr/>
            <p:nvPr/>
          </p:nvSpPr>
          <p:spPr>
            <a:xfrm>
              <a:off x="2492067" y="2644138"/>
              <a:ext cx="136038" cy="50149"/>
            </a:xfrm>
            <a:custGeom>
              <a:avLst/>
              <a:pathLst>
                <a:path w="136038" h="50149">
                  <a:moveTo>
                    <a:pt x="0" y="27441"/>
                  </a:moveTo>
                  <a:lnTo>
                    <a:pt x="5237" y="0"/>
                  </a:lnTo>
                  <a:lnTo>
                    <a:pt x="20422" y="2692"/>
                  </a:lnTo>
                  <a:lnTo>
                    <a:pt x="77659" y="12842"/>
                  </a:lnTo>
                  <a:lnTo>
                    <a:pt x="77893" y="11623"/>
                  </a:lnTo>
                  <a:lnTo>
                    <a:pt x="78652" y="7668"/>
                  </a:lnTo>
                  <a:lnTo>
                    <a:pt x="135195" y="18145"/>
                  </a:lnTo>
                  <a:lnTo>
                    <a:pt x="136038" y="18301"/>
                  </a:lnTo>
                  <a:lnTo>
                    <a:pt x="129239" y="50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4"/>
            <p:cNvSpPr/>
            <p:nvPr/>
          </p:nvSpPr>
          <p:spPr>
            <a:xfrm>
              <a:off x="2455242" y="2757681"/>
              <a:ext cx="303051" cy="165200"/>
            </a:xfrm>
            <a:custGeom>
              <a:avLst/>
              <a:pathLst>
                <a:path w="303051" h="165200">
                  <a:moveTo>
                    <a:pt x="303051" y="54327"/>
                  </a:moveTo>
                  <a:lnTo>
                    <a:pt x="282462" y="165200"/>
                  </a:lnTo>
                  <a:lnTo>
                    <a:pt x="0" y="112350"/>
                  </a:lnTo>
                  <a:lnTo>
                    <a:pt x="209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5"/>
            <p:cNvSpPr/>
            <p:nvPr/>
          </p:nvSpPr>
          <p:spPr>
            <a:xfrm>
              <a:off x="1857204" y="3578257"/>
              <a:ext cx="67723" cy="35222"/>
            </a:xfrm>
            <a:custGeom>
              <a:avLst/>
              <a:pathLst>
                <a:path w="67723" h="35222">
                  <a:moveTo>
                    <a:pt x="63560" y="34118"/>
                  </a:moveTo>
                  <a:lnTo>
                    <a:pt x="63329" y="35222"/>
                  </a:lnTo>
                  <a:lnTo>
                    <a:pt x="0" y="22290"/>
                  </a:lnTo>
                  <a:lnTo>
                    <a:pt x="3401" y="0"/>
                  </a:lnTo>
                  <a:lnTo>
                    <a:pt x="66536" y="12057"/>
                  </a:lnTo>
                  <a:lnTo>
                    <a:pt x="67291" y="13451"/>
                  </a:lnTo>
                  <a:lnTo>
                    <a:pt x="67723" y="14248"/>
                  </a:lnTo>
                  <a:lnTo>
                    <a:pt x="64266" y="3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6"/>
            <p:cNvSpPr/>
            <p:nvPr/>
          </p:nvSpPr>
          <p:spPr>
            <a:xfrm>
              <a:off x="2803017" y="2584906"/>
              <a:ext cx="139209" cy="77787"/>
            </a:xfrm>
            <a:custGeom>
              <a:avLst/>
              <a:pathLst>
                <a:path w="139209" h="77787">
                  <a:moveTo>
                    <a:pt x="139209" y="6686"/>
                  </a:moveTo>
                  <a:lnTo>
                    <a:pt x="125237" y="77787"/>
                  </a:lnTo>
                  <a:lnTo>
                    <a:pt x="121189" y="77167"/>
                  </a:lnTo>
                  <a:lnTo>
                    <a:pt x="48691" y="65889"/>
                  </a:lnTo>
                  <a:lnTo>
                    <a:pt x="0" y="56035"/>
                  </a:lnTo>
                  <a:lnTo>
                    <a:pt x="10793" y="1931"/>
                  </a:lnTo>
                  <a:lnTo>
                    <a:pt x="12918" y="0"/>
                  </a:lnTo>
                  <a:lnTo>
                    <a:pt x="13771" y="154"/>
                  </a:lnTo>
                  <a:lnTo>
                    <a:pt x="109224" y="17462"/>
                  </a:lnTo>
                  <a:lnTo>
                    <a:pt x="111440" y="1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77"/>
            <p:cNvSpPr/>
            <p:nvPr/>
          </p:nvSpPr>
          <p:spPr>
            <a:xfrm>
              <a:off x="2796271" y="2644828"/>
              <a:ext cx="61544" cy="31024"/>
            </a:xfrm>
            <a:custGeom>
              <a:avLst/>
              <a:pathLst>
                <a:path w="61544" h="31024">
                  <a:moveTo>
                    <a:pt x="0" y="19265"/>
                  </a:moveTo>
                  <a:lnTo>
                    <a:pt x="4503" y="0"/>
                  </a:lnTo>
                  <a:lnTo>
                    <a:pt x="61544" y="11259"/>
                  </a:lnTo>
                  <a:lnTo>
                    <a:pt x="57541" y="31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78"/>
            <p:cNvSpPr/>
            <p:nvPr/>
          </p:nvSpPr>
          <p:spPr>
            <a:xfrm>
              <a:off x="2793019" y="2668847"/>
              <a:ext cx="59792" cy="30524"/>
            </a:xfrm>
            <a:custGeom>
              <a:avLst/>
              <a:pathLst>
                <a:path w="59792" h="30524">
                  <a:moveTo>
                    <a:pt x="0" y="19014"/>
                  </a:moveTo>
                  <a:lnTo>
                    <a:pt x="3752" y="0"/>
                  </a:lnTo>
                  <a:lnTo>
                    <a:pt x="59792" y="11259"/>
                  </a:lnTo>
                  <a:lnTo>
                    <a:pt x="56290" y="30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79"/>
            <p:cNvSpPr/>
            <p:nvPr/>
          </p:nvSpPr>
          <p:spPr>
            <a:xfrm>
              <a:off x="2873112" y="2663830"/>
              <a:ext cx="45246" cy="26283"/>
            </a:xfrm>
            <a:custGeom>
              <a:avLst/>
              <a:pathLst>
                <a:path w="45246" h="26283">
                  <a:moveTo>
                    <a:pt x="0" y="17601"/>
                  </a:moveTo>
                  <a:lnTo>
                    <a:pt x="3693" y="0"/>
                  </a:lnTo>
                  <a:lnTo>
                    <a:pt x="45246" y="8019"/>
                  </a:lnTo>
                  <a:lnTo>
                    <a:pt x="41743" y="26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0"/>
            <p:cNvSpPr/>
            <p:nvPr/>
          </p:nvSpPr>
          <p:spPr>
            <a:xfrm>
              <a:off x="2853188" y="2681265"/>
              <a:ext cx="60777" cy="30059"/>
            </a:xfrm>
            <a:custGeom>
              <a:avLst/>
              <a:pathLst>
                <a:path w="60777" h="30059">
                  <a:moveTo>
                    <a:pt x="60777" y="11869"/>
                  </a:moveTo>
                  <a:lnTo>
                    <a:pt x="57386" y="30059"/>
                  </a:lnTo>
                  <a:lnTo>
                    <a:pt x="1065" y="19822"/>
                  </a:lnTo>
                  <a:lnTo>
                    <a:pt x="0" y="20129"/>
                  </a:lnTo>
                  <a:lnTo>
                    <a:pt x="355" y="19114"/>
                  </a:lnTo>
                  <a:lnTo>
                    <a:pt x="4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1"/>
            <p:cNvSpPr/>
            <p:nvPr/>
          </p:nvSpPr>
          <p:spPr>
            <a:xfrm>
              <a:off x="2858316" y="2660841"/>
              <a:ext cx="18018" cy="20500"/>
            </a:xfrm>
            <a:custGeom>
              <a:avLst/>
              <a:pathLst>
                <a:path w="18018" h="20500">
                  <a:moveTo>
                    <a:pt x="18018" y="2898"/>
                  </a:moveTo>
                  <a:lnTo>
                    <a:pt x="14363" y="20500"/>
                  </a:lnTo>
                  <a:lnTo>
                    <a:pt x="0" y="17513"/>
                  </a:lnTo>
                  <a:lnTo>
                    <a:pt x="3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2"/>
            <p:cNvSpPr/>
            <p:nvPr/>
          </p:nvSpPr>
          <p:spPr>
            <a:xfrm>
              <a:off x="2592248" y="2908571"/>
              <a:ext cx="57291" cy="33816"/>
            </a:xfrm>
            <a:custGeom>
              <a:avLst/>
              <a:pathLst>
                <a:path w="57291" h="33816">
                  <a:moveTo>
                    <a:pt x="0" y="23506"/>
                  </a:moveTo>
                  <a:lnTo>
                    <a:pt x="567" y="20420"/>
                  </a:lnTo>
                  <a:lnTo>
                    <a:pt x="639" y="20028"/>
                  </a:lnTo>
                  <a:lnTo>
                    <a:pt x="835" y="18964"/>
                  </a:lnTo>
                  <a:lnTo>
                    <a:pt x="1163" y="17176"/>
                  </a:lnTo>
                  <a:lnTo>
                    <a:pt x="1712" y="14192"/>
                  </a:lnTo>
                  <a:lnTo>
                    <a:pt x="2140" y="11865"/>
                  </a:lnTo>
                  <a:lnTo>
                    <a:pt x="2952" y="7445"/>
                  </a:lnTo>
                  <a:lnTo>
                    <a:pt x="3445" y="4767"/>
                  </a:lnTo>
                  <a:lnTo>
                    <a:pt x="3718" y="3278"/>
                  </a:lnTo>
                  <a:lnTo>
                    <a:pt x="3892" y="2334"/>
                  </a:lnTo>
                  <a:lnTo>
                    <a:pt x="4035" y="1558"/>
                  </a:lnTo>
                  <a:lnTo>
                    <a:pt x="4321" y="0"/>
                  </a:lnTo>
                  <a:lnTo>
                    <a:pt x="5867" y="302"/>
                  </a:lnTo>
                  <a:lnTo>
                    <a:pt x="57291" y="10376"/>
                  </a:lnTo>
                  <a:lnTo>
                    <a:pt x="52784" y="33816"/>
                  </a:lnTo>
                  <a:lnTo>
                    <a:pt x="7949" y="2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3"/>
            <p:cNvSpPr/>
            <p:nvPr/>
          </p:nvSpPr>
          <p:spPr>
            <a:xfrm>
              <a:off x="2648626" y="2919721"/>
              <a:ext cx="59506" cy="33686"/>
            </a:xfrm>
            <a:custGeom>
              <a:avLst/>
              <a:pathLst>
                <a:path w="59506" h="33686">
                  <a:moveTo>
                    <a:pt x="59506" y="10704"/>
                  </a:moveTo>
                  <a:lnTo>
                    <a:pt x="59410" y="11405"/>
                  </a:lnTo>
                  <a:lnTo>
                    <a:pt x="55098" y="33686"/>
                  </a:lnTo>
                  <a:lnTo>
                    <a:pt x="0" y="22905"/>
                  </a:lnTo>
                  <a:lnTo>
                    <a:pt x="4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4"/>
            <p:cNvSpPr/>
            <p:nvPr/>
          </p:nvSpPr>
          <p:spPr>
            <a:xfrm>
              <a:off x="2705095" y="2931451"/>
              <a:ext cx="30653" cy="50123"/>
            </a:xfrm>
            <a:custGeom>
              <a:avLst/>
              <a:pathLst>
                <a:path w="30653" h="50123">
                  <a:moveTo>
                    <a:pt x="21708" y="50123"/>
                  </a:moveTo>
                  <a:lnTo>
                    <a:pt x="0" y="45748"/>
                  </a:lnTo>
                  <a:lnTo>
                    <a:pt x="8272" y="0"/>
                  </a:lnTo>
                  <a:lnTo>
                    <a:pt x="30653" y="4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5"/>
            <p:cNvSpPr/>
            <p:nvPr/>
          </p:nvSpPr>
          <p:spPr>
            <a:xfrm>
              <a:off x="2588208" y="2935271"/>
              <a:ext cx="58043" cy="29759"/>
            </a:xfrm>
            <a:custGeom>
              <a:avLst/>
              <a:pathLst>
                <a:path w="58043" h="29759">
                  <a:moveTo>
                    <a:pt x="0" y="18782"/>
                  </a:moveTo>
                  <a:lnTo>
                    <a:pt x="1552" y="10336"/>
                  </a:lnTo>
                  <a:lnTo>
                    <a:pt x="2285" y="6351"/>
                  </a:lnTo>
                  <a:lnTo>
                    <a:pt x="3453" y="0"/>
                  </a:lnTo>
                  <a:lnTo>
                    <a:pt x="56912" y="10021"/>
                  </a:lnTo>
                  <a:lnTo>
                    <a:pt x="58043" y="29759"/>
                  </a:lnTo>
                  <a:lnTo>
                    <a:pt x="6321" y="19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6"/>
            <p:cNvSpPr/>
            <p:nvPr/>
          </p:nvSpPr>
          <p:spPr>
            <a:xfrm>
              <a:off x="2648567" y="2946351"/>
              <a:ext cx="56170" cy="29164"/>
            </a:xfrm>
            <a:custGeom>
              <a:avLst/>
              <a:pathLst>
                <a:path w="56170" h="29164">
                  <a:moveTo>
                    <a:pt x="56170" y="10263"/>
                  </a:moveTo>
                  <a:lnTo>
                    <a:pt x="52529" y="29164"/>
                  </a:lnTo>
                  <a:lnTo>
                    <a:pt x="1693" y="20018"/>
                  </a:lnTo>
                  <a:lnTo>
                    <a:pt x="0" y="0"/>
                  </a:lnTo>
                  <a:lnTo>
                    <a:pt x="10566" y="1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87"/>
            <p:cNvSpPr/>
            <p:nvPr/>
          </p:nvSpPr>
          <p:spPr>
            <a:xfrm>
              <a:off x="2575933" y="2959004"/>
              <a:ext cx="53159" cy="69410"/>
            </a:xfrm>
            <a:custGeom>
              <a:avLst/>
              <a:pathLst>
                <a:path w="53159" h="69410">
                  <a:moveTo>
                    <a:pt x="0" y="61816"/>
                  </a:moveTo>
                  <a:lnTo>
                    <a:pt x="3895" y="40629"/>
                  </a:lnTo>
                  <a:lnTo>
                    <a:pt x="4049" y="39789"/>
                  </a:lnTo>
                  <a:lnTo>
                    <a:pt x="7297" y="22122"/>
                  </a:lnTo>
                  <a:lnTo>
                    <a:pt x="8177" y="17337"/>
                  </a:lnTo>
                  <a:lnTo>
                    <a:pt x="10261" y="6000"/>
                  </a:lnTo>
                  <a:lnTo>
                    <a:pt x="10587" y="4229"/>
                  </a:lnTo>
                  <a:lnTo>
                    <a:pt x="11004" y="1960"/>
                  </a:lnTo>
                  <a:lnTo>
                    <a:pt x="11364" y="0"/>
                  </a:lnTo>
                  <a:lnTo>
                    <a:pt x="31209" y="3555"/>
                  </a:lnTo>
                  <a:lnTo>
                    <a:pt x="34305" y="4962"/>
                  </a:lnTo>
                  <a:lnTo>
                    <a:pt x="53159" y="8340"/>
                  </a:lnTo>
                  <a:lnTo>
                    <a:pt x="39932" y="69410"/>
                  </a:lnTo>
                  <a:lnTo>
                    <a:pt x="21077" y="65751"/>
                  </a:lnTo>
                  <a:lnTo>
                    <a:pt x="17981" y="65188"/>
                  </a:lnTo>
                  <a:lnTo>
                    <a:pt x="10051" y="63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88"/>
            <p:cNvSpPr/>
            <p:nvPr/>
          </p:nvSpPr>
          <p:spPr>
            <a:xfrm>
              <a:off x="2618961" y="2968471"/>
              <a:ext cx="29743" cy="65010"/>
            </a:xfrm>
            <a:custGeom>
              <a:avLst/>
              <a:pathLst>
                <a:path w="29743" h="65010">
                  <a:moveTo>
                    <a:pt x="20543" y="65010"/>
                  </a:moveTo>
                  <a:lnTo>
                    <a:pt x="0" y="60788"/>
                  </a:lnTo>
                  <a:lnTo>
                    <a:pt x="13227" y="0"/>
                  </a:lnTo>
                  <a:lnTo>
                    <a:pt x="28169" y="2946"/>
                  </a:lnTo>
                  <a:lnTo>
                    <a:pt x="29743" y="22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89"/>
            <p:cNvSpPr/>
            <p:nvPr/>
          </p:nvSpPr>
          <p:spPr>
            <a:xfrm>
              <a:off x="2642108" y="2973125"/>
              <a:ext cx="33361" cy="64796"/>
            </a:xfrm>
            <a:custGeom>
              <a:avLst/>
              <a:pathLst>
                <a:path w="33361" h="64796">
                  <a:moveTo>
                    <a:pt x="21621" y="64796"/>
                  </a:moveTo>
                  <a:lnTo>
                    <a:pt x="0" y="60833"/>
                  </a:lnTo>
                  <a:lnTo>
                    <a:pt x="12436" y="0"/>
                  </a:lnTo>
                  <a:lnTo>
                    <a:pt x="33361" y="2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0"/>
            <p:cNvSpPr/>
            <p:nvPr/>
          </p:nvSpPr>
          <p:spPr>
            <a:xfrm>
              <a:off x="2665716" y="2976372"/>
              <a:ext cx="33770" cy="66136"/>
            </a:xfrm>
            <a:custGeom>
              <a:avLst/>
              <a:pathLst>
                <a:path w="33770" h="66136">
                  <a:moveTo>
                    <a:pt x="21669" y="66136"/>
                  </a:moveTo>
                  <a:lnTo>
                    <a:pt x="0" y="61914"/>
                  </a:lnTo>
                  <a:lnTo>
                    <a:pt x="12101" y="0"/>
                  </a:lnTo>
                  <a:lnTo>
                    <a:pt x="33770" y="4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1"/>
            <p:cNvSpPr/>
            <p:nvPr/>
          </p:nvSpPr>
          <p:spPr>
            <a:xfrm>
              <a:off x="2691044" y="2980875"/>
              <a:ext cx="35011" cy="67749"/>
            </a:xfrm>
            <a:custGeom>
              <a:avLst/>
              <a:pathLst>
                <a:path w="35011" h="67749">
                  <a:moveTo>
                    <a:pt x="35011" y="4529"/>
                  </a:moveTo>
                  <a:lnTo>
                    <a:pt x="27653" y="42149"/>
                  </a:lnTo>
                  <a:lnTo>
                    <a:pt x="22592" y="67749"/>
                  </a:lnTo>
                  <a:lnTo>
                    <a:pt x="0" y="62477"/>
                  </a:lnTo>
                  <a:lnTo>
                    <a:pt x="12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2"/>
            <p:cNvSpPr/>
            <p:nvPr/>
          </p:nvSpPr>
          <p:spPr>
            <a:xfrm>
              <a:off x="3997028" y="1787474"/>
              <a:ext cx="154774" cy="116974"/>
            </a:xfrm>
            <a:custGeom>
              <a:avLst/>
              <a:pathLst>
                <a:path w="154774" h="116974">
                  <a:moveTo>
                    <a:pt x="0" y="79651"/>
                  </a:moveTo>
                  <a:lnTo>
                    <a:pt x="131469" y="0"/>
                  </a:lnTo>
                  <a:lnTo>
                    <a:pt x="154774" y="41275"/>
                  </a:lnTo>
                  <a:lnTo>
                    <a:pt x="26384" y="1169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3"/>
            <p:cNvSpPr/>
            <p:nvPr/>
          </p:nvSpPr>
          <p:spPr>
            <a:xfrm>
              <a:off x="3723737" y="1823400"/>
              <a:ext cx="56658" cy="47237"/>
            </a:xfrm>
            <a:custGeom>
              <a:avLst/>
              <a:pathLst>
                <a:path w="56658" h="47237">
                  <a:moveTo>
                    <a:pt x="0" y="26434"/>
                  </a:moveTo>
                  <a:lnTo>
                    <a:pt x="44863" y="0"/>
                  </a:lnTo>
                  <a:lnTo>
                    <a:pt x="56658" y="20062"/>
                  </a:lnTo>
                  <a:lnTo>
                    <a:pt x="12185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4"/>
            <p:cNvSpPr/>
            <p:nvPr/>
          </p:nvSpPr>
          <p:spPr>
            <a:xfrm>
              <a:off x="3691273" y="1839425"/>
              <a:ext cx="40016" cy="45493"/>
            </a:xfrm>
            <a:custGeom>
              <a:avLst/>
              <a:pathLst>
                <a:path w="40016" h="45493">
                  <a:moveTo>
                    <a:pt x="0" y="12011"/>
                  </a:moveTo>
                  <a:lnTo>
                    <a:pt x="19866" y="0"/>
                  </a:lnTo>
                  <a:lnTo>
                    <a:pt x="40016" y="33625"/>
                  </a:lnTo>
                  <a:lnTo>
                    <a:pt x="20142" y="454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5"/>
            <p:cNvSpPr/>
            <p:nvPr/>
          </p:nvSpPr>
          <p:spPr>
            <a:xfrm>
              <a:off x="3625501" y="1843701"/>
              <a:ext cx="39463" cy="45709"/>
            </a:xfrm>
            <a:custGeom>
              <a:avLst/>
              <a:pathLst>
                <a:path w="39463" h="45709">
                  <a:moveTo>
                    <a:pt x="19692" y="45709"/>
                  </a:moveTo>
                  <a:lnTo>
                    <a:pt x="0" y="11445"/>
                  </a:lnTo>
                  <a:lnTo>
                    <a:pt x="20019" y="0"/>
                  </a:lnTo>
                  <a:lnTo>
                    <a:pt x="39463" y="344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6"/>
            <p:cNvSpPr/>
            <p:nvPr/>
          </p:nvSpPr>
          <p:spPr>
            <a:xfrm>
              <a:off x="3633459" y="1740646"/>
              <a:ext cx="28956" cy="29620"/>
            </a:xfrm>
            <a:custGeom>
              <a:avLst/>
              <a:pathLst>
                <a:path w="28956" h="29620">
                  <a:moveTo>
                    <a:pt x="0" y="9512"/>
                  </a:moveTo>
                  <a:lnTo>
                    <a:pt x="17164" y="0"/>
                  </a:lnTo>
                  <a:lnTo>
                    <a:pt x="28956" y="19182"/>
                  </a:lnTo>
                  <a:lnTo>
                    <a:pt x="11291" y="296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097"/>
            <p:cNvSpPr/>
            <p:nvPr/>
          </p:nvSpPr>
          <p:spPr>
            <a:xfrm>
              <a:off x="3671367" y="1748441"/>
              <a:ext cx="45337" cy="56109"/>
            </a:xfrm>
            <a:custGeom>
              <a:avLst/>
              <a:pathLst>
                <a:path w="45337" h="56109">
                  <a:moveTo>
                    <a:pt x="0" y="11764"/>
                  </a:moveTo>
                  <a:lnTo>
                    <a:pt x="19264" y="0"/>
                  </a:lnTo>
                  <a:lnTo>
                    <a:pt x="45337" y="45021"/>
                  </a:lnTo>
                  <a:lnTo>
                    <a:pt x="26314" y="56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098"/>
            <p:cNvSpPr/>
            <p:nvPr/>
          </p:nvSpPr>
          <p:spPr>
            <a:xfrm>
              <a:off x="4049164" y="1883261"/>
              <a:ext cx="96071" cy="73112"/>
            </a:xfrm>
            <a:custGeom>
              <a:avLst/>
              <a:pathLst>
                <a:path w="96071" h="73112">
                  <a:moveTo>
                    <a:pt x="16856" y="73112"/>
                  </a:moveTo>
                  <a:lnTo>
                    <a:pt x="0" y="49243"/>
                  </a:lnTo>
                  <a:lnTo>
                    <a:pt x="81116" y="0"/>
                  </a:lnTo>
                  <a:lnTo>
                    <a:pt x="96071" y="267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099"/>
            <p:cNvSpPr/>
            <p:nvPr/>
          </p:nvSpPr>
          <p:spPr>
            <a:xfrm>
              <a:off x="3716916" y="1883366"/>
              <a:ext cx="46085" cy="56121"/>
            </a:xfrm>
            <a:custGeom>
              <a:avLst/>
              <a:pathLst>
                <a:path w="46085" h="56121">
                  <a:moveTo>
                    <a:pt x="0" y="11758"/>
                  </a:moveTo>
                  <a:lnTo>
                    <a:pt x="20208" y="0"/>
                  </a:lnTo>
                  <a:lnTo>
                    <a:pt x="46085" y="43553"/>
                  </a:lnTo>
                  <a:lnTo>
                    <a:pt x="26013" y="561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0"/>
            <p:cNvSpPr/>
            <p:nvPr/>
          </p:nvSpPr>
          <p:spPr>
            <a:xfrm>
              <a:off x="3623861" y="1882926"/>
              <a:ext cx="56363" cy="46546"/>
            </a:xfrm>
            <a:custGeom>
              <a:avLst/>
              <a:pathLst>
                <a:path w="56363" h="46546">
                  <a:moveTo>
                    <a:pt x="11584" y="46546"/>
                  </a:moveTo>
                  <a:lnTo>
                    <a:pt x="0" y="25331"/>
                  </a:lnTo>
                  <a:lnTo>
                    <a:pt x="44774" y="0"/>
                  </a:lnTo>
                  <a:lnTo>
                    <a:pt x="56363" y="20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1"/>
            <p:cNvSpPr/>
            <p:nvPr/>
          </p:nvSpPr>
          <p:spPr>
            <a:xfrm>
              <a:off x="3948742" y="1537027"/>
              <a:ext cx="43121" cy="29791"/>
            </a:xfrm>
            <a:custGeom>
              <a:avLst/>
              <a:pathLst>
                <a:path w="43121" h="29791">
                  <a:moveTo>
                    <a:pt x="3357" y="29791"/>
                  </a:moveTo>
                  <a:lnTo>
                    <a:pt x="0" y="23513"/>
                  </a:lnTo>
                  <a:lnTo>
                    <a:pt x="20372" y="10864"/>
                  </a:lnTo>
                  <a:lnTo>
                    <a:pt x="39823" y="0"/>
                  </a:lnTo>
                  <a:lnTo>
                    <a:pt x="43121" y="4862"/>
                  </a:lnTo>
                  <a:lnTo>
                    <a:pt x="25585" y="1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2"/>
            <p:cNvSpPr/>
            <p:nvPr/>
          </p:nvSpPr>
          <p:spPr>
            <a:xfrm>
              <a:off x="3945077" y="1545001"/>
              <a:ext cx="75108" cy="78301"/>
            </a:xfrm>
            <a:custGeom>
              <a:avLst/>
              <a:pathLst>
                <a:path w="75108" h="78301">
                  <a:moveTo>
                    <a:pt x="0" y="27256"/>
                  </a:moveTo>
                  <a:lnTo>
                    <a:pt x="45639" y="0"/>
                  </a:lnTo>
                  <a:lnTo>
                    <a:pt x="75108" y="50870"/>
                  </a:lnTo>
                  <a:lnTo>
                    <a:pt x="28744" y="78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3"/>
            <p:cNvSpPr/>
            <p:nvPr/>
          </p:nvSpPr>
          <p:spPr>
            <a:xfrm>
              <a:off x="3895375" y="1577951"/>
              <a:ext cx="68323" cy="73396"/>
            </a:xfrm>
            <a:custGeom>
              <a:avLst/>
              <a:pathLst>
                <a:path w="68323" h="73396">
                  <a:moveTo>
                    <a:pt x="30793" y="73396"/>
                  </a:moveTo>
                  <a:lnTo>
                    <a:pt x="0" y="19633"/>
                  </a:lnTo>
                  <a:lnTo>
                    <a:pt x="39190" y="0"/>
                  </a:lnTo>
                  <a:lnTo>
                    <a:pt x="68323" y="51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4"/>
            <p:cNvSpPr/>
            <p:nvPr/>
          </p:nvSpPr>
          <p:spPr>
            <a:xfrm>
              <a:off x="3641996" y="1913058"/>
              <a:ext cx="55915" cy="46980"/>
            </a:xfrm>
            <a:custGeom>
              <a:avLst/>
              <a:pathLst>
                <a:path w="55915" h="46980">
                  <a:moveTo>
                    <a:pt x="11778" y="46980"/>
                  </a:moveTo>
                  <a:lnTo>
                    <a:pt x="0" y="26260"/>
                  </a:lnTo>
                  <a:lnTo>
                    <a:pt x="43638" y="0"/>
                  </a:lnTo>
                  <a:lnTo>
                    <a:pt x="55915" y="2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5"/>
            <p:cNvSpPr/>
            <p:nvPr/>
          </p:nvSpPr>
          <p:spPr>
            <a:xfrm>
              <a:off x="3884742" y="1895485"/>
              <a:ext cx="80977" cy="76397"/>
            </a:xfrm>
            <a:custGeom>
              <a:avLst/>
              <a:pathLst>
                <a:path w="80977" h="76397">
                  <a:moveTo>
                    <a:pt x="29074" y="76397"/>
                  </a:moveTo>
                  <a:lnTo>
                    <a:pt x="0" y="24229"/>
                  </a:lnTo>
                  <a:lnTo>
                    <a:pt x="39981" y="0"/>
                  </a:lnTo>
                  <a:lnTo>
                    <a:pt x="44134" y="6005"/>
                  </a:lnTo>
                  <a:lnTo>
                    <a:pt x="55143" y="6489"/>
                  </a:lnTo>
                  <a:lnTo>
                    <a:pt x="80977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6"/>
            <p:cNvSpPr/>
            <p:nvPr/>
          </p:nvSpPr>
          <p:spPr>
            <a:xfrm>
              <a:off x="4072871" y="1916020"/>
              <a:ext cx="91452" cy="71174"/>
            </a:xfrm>
            <a:custGeom>
              <a:avLst/>
              <a:pathLst>
                <a:path w="91452" h="71174">
                  <a:moveTo>
                    <a:pt x="15652" y="71174"/>
                  </a:moveTo>
                  <a:lnTo>
                    <a:pt x="0" y="46458"/>
                  </a:lnTo>
                  <a:lnTo>
                    <a:pt x="76003" y="0"/>
                  </a:lnTo>
                  <a:lnTo>
                    <a:pt x="91452" y="26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07"/>
            <p:cNvSpPr/>
            <p:nvPr/>
          </p:nvSpPr>
          <p:spPr>
            <a:xfrm>
              <a:off x="3827878" y="1799183"/>
              <a:ext cx="70758" cy="64385"/>
            </a:xfrm>
            <a:custGeom>
              <a:avLst/>
              <a:pathLst>
                <a:path w="70758" h="64385">
                  <a:moveTo>
                    <a:pt x="10113" y="24761"/>
                  </a:moveTo>
                  <a:lnTo>
                    <a:pt x="14086" y="21065"/>
                  </a:lnTo>
                  <a:lnTo>
                    <a:pt x="49364" y="0"/>
                  </a:lnTo>
                  <a:lnTo>
                    <a:pt x="70758" y="34172"/>
                  </a:lnTo>
                  <a:lnTo>
                    <a:pt x="35988" y="54257"/>
                  </a:lnTo>
                  <a:lnTo>
                    <a:pt x="20205" y="64385"/>
                  </a:lnTo>
                  <a:lnTo>
                    <a:pt x="9270" y="45642"/>
                  </a:lnTo>
                  <a:lnTo>
                    <a:pt x="0" y="29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08"/>
            <p:cNvSpPr/>
            <p:nvPr/>
          </p:nvSpPr>
          <p:spPr>
            <a:xfrm>
              <a:off x="3884806" y="1780648"/>
              <a:ext cx="36153" cy="30255"/>
            </a:xfrm>
            <a:custGeom>
              <a:avLst/>
              <a:pathLst>
                <a:path w="36153" h="30255">
                  <a:moveTo>
                    <a:pt x="0" y="15472"/>
                  </a:moveTo>
                  <a:lnTo>
                    <a:pt x="26702" y="0"/>
                  </a:lnTo>
                  <a:lnTo>
                    <a:pt x="36153" y="13203"/>
                  </a:lnTo>
                  <a:lnTo>
                    <a:pt x="7705" y="30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09"/>
            <p:cNvSpPr/>
            <p:nvPr/>
          </p:nvSpPr>
          <p:spPr>
            <a:xfrm>
              <a:off x="3892778" y="1797490"/>
              <a:ext cx="40326" cy="32645"/>
            </a:xfrm>
            <a:custGeom>
              <a:avLst/>
              <a:pathLst>
                <a:path w="40326" h="32645">
                  <a:moveTo>
                    <a:pt x="9888" y="31375"/>
                  </a:moveTo>
                  <a:lnTo>
                    <a:pt x="8568" y="32353"/>
                  </a:lnTo>
                  <a:lnTo>
                    <a:pt x="0" y="18241"/>
                  </a:lnTo>
                  <a:lnTo>
                    <a:pt x="29754" y="0"/>
                  </a:lnTo>
                  <a:lnTo>
                    <a:pt x="40326" y="14075"/>
                  </a:lnTo>
                  <a:lnTo>
                    <a:pt x="10678" y="326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0"/>
            <p:cNvSpPr/>
            <p:nvPr/>
          </p:nvSpPr>
          <p:spPr>
            <a:xfrm>
              <a:off x="3921644" y="1815700"/>
              <a:ext cx="44619" cy="53154"/>
            </a:xfrm>
            <a:custGeom>
              <a:avLst/>
              <a:pathLst>
                <a:path w="44619" h="53154">
                  <a:moveTo>
                    <a:pt x="20227" y="6929"/>
                  </a:moveTo>
                  <a:lnTo>
                    <a:pt x="44619" y="43817"/>
                  </a:lnTo>
                  <a:lnTo>
                    <a:pt x="27760" y="53154"/>
                  </a:lnTo>
                  <a:lnTo>
                    <a:pt x="5894" y="18141"/>
                  </a:lnTo>
                  <a:lnTo>
                    <a:pt x="0" y="7884"/>
                  </a:lnTo>
                  <a:lnTo>
                    <a:pt x="136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1"/>
            <p:cNvSpPr/>
            <p:nvPr/>
          </p:nvSpPr>
          <p:spPr>
            <a:xfrm>
              <a:off x="3894079" y="1837524"/>
              <a:ext cx="39130" cy="32265"/>
            </a:xfrm>
            <a:custGeom>
              <a:avLst/>
              <a:pathLst>
                <a:path w="39130" h="32265">
                  <a:moveTo>
                    <a:pt x="0" y="16627"/>
                  </a:moveTo>
                  <a:lnTo>
                    <a:pt x="30114" y="0"/>
                  </a:lnTo>
                  <a:lnTo>
                    <a:pt x="39130" y="15449"/>
                  </a:lnTo>
                  <a:lnTo>
                    <a:pt x="9147" y="32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2"/>
            <p:cNvSpPr/>
            <p:nvPr/>
          </p:nvSpPr>
          <p:spPr>
            <a:xfrm>
              <a:off x="3650855" y="1815064"/>
              <a:ext cx="56534" cy="47093"/>
            </a:xfrm>
            <a:custGeom>
              <a:avLst/>
              <a:pathLst>
                <a:path w="56534" h="47093">
                  <a:moveTo>
                    <a:pt x="56534" y="20602"/>
                  </a:moveTo>
                  <a:lnTo>
                    <a:pt x="11409" y="47093"/>
                  </a:lnTo>
                  <a:lnTo>
                    <a:pt x="0" y="26621"/>
                  </a:lnTo>
                  <a:lnTo>
                    <a:pt x="4455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3"/>
            <p:cNvSpPr/>
            <p:nvPr/>
          </p:nvSpPr>
          <p:spPr>
            <a:xfrm>
              <a:off x="3756499" y="1892820"/>
              <a:ext cx="44955" cy="56492"/>
            </a:xfrm>
            <a:custGeom>
              <a:avLst/>
              <a:pathLst>
                <a:path w="44955" h="56492">
                  <a:moveTo>
                    <a:pt x="25699" y="56492"/>
                  </a:moveTo>
                  <a:lnTo>
                    <a:pt x="0" y="11526"/>
                  </a:lnTo>
                  <a:lnTo>
                    <a:pt x="19390" y="0"/>
                  </a:lnTo>
                  <a:lnTo>
                    <a:pt x="44955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4"/>
            <p:cNvSpPr/>
            <p:nvPr/>
          </p:nvSpPr>
          <p:spPr>
            <a:xfrm>
              <a:off x="3956690" y="1897138"/>
              <a:ext cx="51826" cy="41660"/>
            </a:xfrm>
            <a:custGeom>
              <a:avLst/>
              <a:pathLst>
                <a:path w="51826" h="41660">
                  <a:moveTo>
                    <a:pt x="0" y="22924"/>
                  </a:moveTo>
                  <a:lnTo>
                    <a:pt x="39457" y="0"/>
                  </a:lnTo>
                  <a:lnTo>
                    <a:pt x="51826" y="19161"/>
                  </a:lnTo>
                  <a:lnTo>
                    <a:pt x="11305" y="416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5"/>
            <p:cNvSpPr/>
            <p:nvPr/>
          </p:nvSpPr>
          <p:spPr>
            <a:xfrm>
              <a:off x="3691405" y="1898313"/>
              <a:ext cx="45413" cy="56141"/>
            </a:xfrm>
            <a:custGeom>
              <a:avLst/>
              <a:pathLst>
                <a:path w="45413" h="56141">
                  <a:moveTo>
                    <a:pt x="25821" y="56141"/>
                  </a:moveTo>
                  <a:lnTo>
                    <a:pt x="0" y="11555"/>
                  </a:lnTo>
                  <a:lnTo>
                    <a:pt x="19760" y="0"/>
                  </a:lnTo>
                  <a:lnTo>
                    <a:pt x="45413" y="44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6"/>
            <p:cNvSpPr/>
            <p:nvPr/>
          </p:nvSpPr>
          <p:spPr>
            <a:xfrm>
              <a:off x="3635359" y="1788656"/>
              <a:ext cx="55630" cy="45361"/>
            </a:xfrm>
            <a:custGeom>
              <a:avLst/>
              <a:pathLst>
                <a:path w="55630" h="45361">
                  <a:moveTo>
                    <a:pt x="0" y="25551"/>
                  </a:moveTo>
                  <a:lnTo>
                    <a:pt x="44266" y="0"/>
                  </a:lnTo>
                  <a:lnTo>
                    <a:pt x="55630" y="19754"/>
                  </a:lnTo>
                  <a:lnTo>
                    <a:pt x="12969" y="45361"/>
                  </a:lnTo>
                  <a:lnTo>
                    <a:pt x="10666" y="44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17"/>
            <p:cNvSpPr/>
            <p:nvPr/>
          </p:nvSpPr>
          <p:spPr>
            <a:xfrm>
              <a:off x="3700635" y="1798377"/>
              <a:ext cx="40334" cy="46977"/>
            </a:xfrm>
            <a:custGeom>
              <a:avLst/>
              <a:pathLst>
                <a:path w="40334" h="46977">
                  <a:moveTo>
                    <a:pt x="0" y="11805"/>
                  </a:moveTo>
                  <a:lnTo>
                    <a:pt x="20513" y="0"/>
                  </a:lnTo>
                  <a:lnTo>
                    <a:pt x="40334" y="35520"/>
                  </a:lnTo>
                  <a:lnTo>
                    <a:pt x="20408" y="469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18"/>
            <p:cNvSpPr/>
            <p:nvPr/>
          </p:nvSpPr>
          <p:spPr>
            <a:xfrm>
              <a:off x="3980870" y="1607683"/>
              <a:ext cx="141759" cy="196287"/>
            </a:xfrm>
            <a:custGeom>
              <a:avLst/>
              <a:pathLst>
                <a:path w="141759" h="196287">
                  <a:moveTo>
                    <a:pt x="0" y="27810"/>
                  </a:moveTo>
                  <a:lnTo>
                    <a:pt x="45602" y="0"/>
                  </a:lnTo>
                  <a:lnTo>
                    <a:pt x="141759" y="169550"/>
                  </a:lnTo>
                  <a:lnTo>
                    <a:pt x="95463" y="196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19"/>
            <p:cNvSpPr/>
            <p:nvPr/>
          </p:nvSpPr>
          <p:spPr>
            <a:xfrm>
              <a:off x="3969139" y="2041540"/>
              <a:ext cx="62398" cy="47200"/>
            </a:xfrm>
            <a:custGeom>
              <a:avLst/>
              <a:pathLst>
                <a:path w="62398" h="47200">
                  <a:moveTo>
                    <a:pt x="0" y="26701"/>
                  </a:moveTo>
                  <a:lnTo>
                    <a:pt x="50884" y="0"/>
                  </a:lnTo>
                  <a:lnTo>
                    <a:pt x="62398" y="21158"/>
                  </a:lnTo>
                  <a:lnTo>
                    <a:pt x="11344" y="47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0"/>
            <p:cNvSpPr/>
            <p:nvPr/>
          </p:nvSpPr>
          <p:spPr>
            <a:xfrm>
              <a:off x="3810001" y="1928071"/>
              <a:ext cx="47298" cy="58066"/>
            </a:xfrm>
            <a:custGeom>
              <a:avLst/>
              <a:pathLst>
                <a:path w="47298" h="58066">
                  <a:moveTo>
                    <a:pt x="19791" y="0"/>
                  </a:moveTo>
                  <a:lnTo>
                    <a:pt x="47298" y="44995"/>
                  </a:lnTo>
                  <a:lnTo>
                    <a:pt x="26304" y="58066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1"/>
            <p:cNvSpPr/>
            <p:nvPr/>
          </p:nvSpPr>
          <p:spPr>
            <a:xfrm>
              <a:off x="3681291" y="1939086"/>
              <a:ext cx="46168" cy="54473"/>
            </a:xfrm>
            <a:custGeom>
              <a:avLst/>
              <a:pathLst>
                <a:path w="46168" h="54473">
                  <a:moveTo>
                    <a:pt x="25741" y="54473"/>
                  </a:moveTo>
                  <a:lnTo>
                    <a:pt x="0" y="10883"/>
                  </a:lnTo>
                  <a:lnTo>
                    <a:pt x="19463" y="0"/>
                  </a:lnTo>
                  <a:lnTo>
                    <a:pt x="46168" y="43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2"/>
            <p:cNvSpPr/>
            <p:nvPr/>
          </p:nvSpPr>
          <p:spPr>
            <a:xfrm>
              <a:off x="3931689" y="1946528"/>
              <a:ext cx="120033" cy="84846"/>
            </a:xfrm>
            <a:custGeom>
              <a:avLst/>
              <a:pathLst>
                <a:path w="120033" h="84846">
                  <a:moveTo>
                    <a:pt x="0" y="53403"/>
                  </a:moveTo>
                  <a:lnTo>
                    <a:pt x="97435" y="0"/>
                  </a:lnTo>
                  <a:lnTo>
                    <a:pt x="109196" y="16053"/>
                  </a:lnTo>
                  <a:lnTo>
                    <a:pt x="112492" y="17439"/>
                  </a:lnTo>
                  <a:lnTo>
                    <a:pt x="120033" y="29219"/>
                  </a:lnTo>
                  <a:lnTo>
                    <a:pt x="60772" y="60910"/>
                  </a:lnTo>
                  <a:lnTo>
                    <a:pt x="17782" y="84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3"/>
            <p:cNvSpPr/>
            <p:nvPr/>
          </p:nvSpPr>
          <p:spPr>
            <a:xfrm>
              <a:off x="3785695" y="1943316"/>
              <a:ext cx="45419" cy="56916"/>
            </a:xfrm>
            <a:custGeom>
              <a:avLst/>
              <a:pathLst>
                <a:path w="45419" h="56916">
                  <a:moveTo>
                    <a:pt x="26134" y="56916"/>
                  </a:moveTo>
                  <a:lnTo>
                    <a:pt x="0" y="11472"/>
                  </a:lnTo>
                  <a:lnTo>
                    <a:pt x="18737" y="0"/>
                  </a:lnTo>
                  <a:lnTo>
                    <a:pt x="45419" y="457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4"/>
            <p:cNvSpPr/>
            <p:nvPr/>
          </p:nvSpPr>
          <p:spPr>
            <a:xfrm>
              <a:off x="4093710" y="1949910"/>
              <a:ext cx="89578" cy="68680"/>
            </a:xfrm>
            <a:custGeom>
              <a:avLst/>
              <a:pathLst>
                <a:path w="89578" h="68680">
                  <a:moveTo>
                    <a:pt x="0" y="44405"/>
                  </a:moveTo>
                  <a:lnTo>
                    <a:pt x="75001" y="0"/>
                  </a:lnTo>
                  <a:lnTo>
                    <a:pt x="89578" y="25279"/>
                  </a:lnTo>
                  <a:lnTo>
                    <a:pt x="17664" y="68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5"/>
            <p:cNvSpPr/>
            <p:nvPr/>
          </p:nvSpPr>
          <p:spPr>
            <a:xfrm>
              <a:off x="3656790" y="1952865"/>
              <a:ext cx="46174" cy="55458"/>
            </a:xfrm>
            <a:custGeom>
              <a:avLst/>
              <a:pathLst>
                <a:path w="46174" h="55458">
                  <a:moveTo>
                    <a:pt x="25190" y="55458"/>
                  </a:moveTo>
                  <a:lnTo>
                    <a:pt x="0" y="11087"/>
                  </a:lnTo>
                  <a:lnTo>
                    <a:pt x="20167" y="0"/>
                  </a:lnTo>
                  <a:lnTo>
                    <a:pt x="46174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6"/>
            <p:cNvSpPr/>
            <p:nvPr/>
          </p:nvSpPr>
          <p:spPr>
            <a:xfrm>
              <a:off x="3814732" y="1977973"/>
              <a:ext cx="55372" cy="47235"/>
            </a:xfrm>
            <a:custGeom>
              <a:avLst/>
              <a:pathLst>
                <a:path w="55372" h="47235">
                  <a:moveTo>
                    <a:pt x="43894" y="0"/>
                  </a:moveTo>
                  <a:lnTo>
                    <a:pt x="55372" y="20598"/>
                  </a:lnTo>
                  <a:lnTo>
                    <a:pt x="11735" y="47235"/>
                  </a:lnTo>
                  <a:lnTo>
                    <a:pt x="0" y="27263"/>
                  </a:lnTo>
                  <a:lnTo>
                    <a:pt x="30393" y="81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27"/>
            <p:cNvSpPr/>
            <p:nvPr/>
          </p:nvSpPr>
          <p:spPr>
            <a:xfrm>
              <a:off x="4010307" y="1983824"/>
              <a:ext cx="58611" cy="46396"/>
            </a:xfrm>
            <a:custGeom>
              <a:avLst/>
              <a:pathLst>
                <a:path w="58611" h="46396">
                  <a:moveTo>
                    <a:pt x="0" y="24308"/>
                  </a:moveTo>
                  <a:lnTo>
                    <a:pt x="46603" y="0"/>
                  </a:lnTo>
                  <a:lnTo>
                    <a:pt x="58611" y="21089"/>
                  </a:lnTo>
                  <a:lnTo>
                    <a:pt x="54550" y="23391"/>
                  </a:lnTo>
                  <a:lnTo>
                    <a:pt x="11807" y="4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28"/>
            <p:cNvSpPr/>
            <p:nvPr/>
          </p:nvSpPr>
          <p:spPr>
            <a:xfrm>
              <a:off x="3775350" y="1981799"/>
              <a:ext cx="46387" cy="57896"/>
            </a:xfrm>
            <a:custGeom>
              <a:avLst/>
              <a:pathLst>
                <a:path w="46387" h="57896">
                  <a:moveTo>
                    <a:pt x="26319" y="57896"/>
                  </a:moveTo>
                  <a:lnTo>
                    <a:pt x="0" y="12134"/>
                  </a:lnTo>
                  <a:lnTo>
                    <a:pt x="20383" y="0"/>
                  </a:lnTo>
                  <a:lnTo>
                    <a:pt x="46387" y="459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29"/>
            <p:cNvSpPr/>
            <p:nvPr/>
          </p:nvSpPr>
          <p:spPr>
            <a:xfrm>
              <a:off x="3749352" y="1997232"/>
              <a:ext cx="46709" cy="57423"/>
            </a:xfrm>
            <a:custGeom>
              <a:avLst/>
              <a:pathLst>
                <a:path w="46709" h="57423">
                  <a:moveTo>
                    <a:pt x="26406" y="57423"/>
                  </a:moveTo>
                  <a:lnTo>
                    <a:pt x="0" y="12226"/>
                  </a:lnTo>
                  <a:lnTo>
                    <a:pt x="20593" y="0"/>
                  </a:lnTo>
                  <a:lnTo>
                    <a:pt x="46709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0"/>
            <p:cNvSpPr/>
            <p:nvPr/>
          </p:nvSpPr>
          <p:spPr>
            <a:xfrm>
              <a:off x="4068543" y="2009257"/>
              <a:ext cx="25166" cy="27554"/>
            </a:xfrm>
            <a:custGeom>
              <a:avLst/>
              <a:pathLst>
                <a:path w="25166" h="27554">
                  <a:moveTo>
                    <a:pt x="0" y="5582"/>
                  </a:moveTo>
                  <a:lnTo>
                    <a:pt x="10723" y="0"/>
                  </a:lnTo>
                  <a:lnTo>
                    <a:pt x="25166" y="19868"/>
                  </a:lnTo>
                  <a:lnTo>
                    <a:pt x="11658" y="2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1"/>
            <p:cNvSpPr/>
            <p:nvPr/>
          </p:nvSpPr>
          <p:spPr>
            <a:xfrm>
              <a:off x="3951495" y="2011473"/>
              <a:ext cx="64468" cy="49744"/>
            </a:xfrm>
            <a:custGeom>
              <a:avLst/>
              <a:pathLst>
                <a:path w="64468" h="49744">
                  <a:moveTo>
                    <a:pt x="0" y="27163"/>
                  </a:moveTo>
                  <a:lnTo>
                    <a:pt x="52344" y="0"/>
                  </a:lnTo>
                  <a:lnTo>
                    <a:pt x="64468" y="21574"/>
                  </a:lnTo>
                  <a:lnTo>
                    <a:pt x="11819" y="497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2"/>
            <p:cNvSpPr/>
            <p:nvPr/>
          </p:nvSpPr>
          <p:spPr>
            <a:xfrm>
              <a:off x="3657407" y="1707642"/>
              <a:ext cx="55552" cy="48480"/>
            </a:xfrm>
            <a:custGeom>
              <a:avLst/>
              <a:pathLst>
                <a:path w="55552" h="48480">
                  <a:moveTo>
                    <a:pt x="43531" y="0"/>
                  </a:moveTo>
                  <a:lnTo>
                    <a:pt x="55552" y="20881"/>
                  </a:lnTo>
                  <a:lnTo>
                    <a:pt x="11287" y="48480"/>
                  </a:lnTo>
                  <a:lnTo>
                    <a:pt x="0" y="27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3"/>
            <p:cNvSpPr/>
            <p:nvPr/>
          </p:nvSpPr>
          <p:spPr>
            <a:xfrm>
              <a:off x="3903798" y="1716600"/>
              <a:ext cx="90266" cy="96628"/>
            </a:xfrm>
            <a:custGeom>
              <a:avLst/>
              <a:pathLst>
                <a:path w="90266" h="96628">
                  <a:moveTo>
                    <a:pt x="0" y="27425"/>
                  </a:moveTo>
                  <a:lnTo>
                    <a:pt x="45610" y="0"/>
                  </a:lnTo>
                  <a:lnTo>
                    <a:pt x="90266" y="78263"/>
                  </a:lnTo>
                  <a:lnTo>
                    <a:pt x="57792" y="96628"/>
                  </a:lnTo>
                  <a:lnTo>
                    <a:pt x="50839" y="95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4"/>
            <p:cNvSpPr/>
            <p:nvPr/>
          </p:nvSpPr>
          <p:spPr>
            <a:xfrm>
              <a:off x="3695897" y="1733304"/>
              <a:ext cx="45499" cy="56724"/>
            </a:xfrm>
            <a:custGeom>
              <a:avLst/>
              <a:pathLst>
                <a:path w="45499" h="56724">
                  <a:moveTo>
                    <a:pt x="0" y="12134"/>
                  </a:moveTo>
                  <a:lnTo>
                    <a:pt x="19641" y="0"/>
                  </a:lnTo>
                  <a:lnTo>
                    <a:pt x="45499" y="45884"/>
                  </a:lnTo>
                  <a:lnTo>
                    <a:pt x="25946" y="56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5"/>
            <p:cNvSpPr/>
            <p:nvPr/>
          </p:nvSpPr>
          <p:spPr>
            <a:xfrm>
              <a:off x="3827830" y="1603940"/>
              <a:ext cx="88628" cy="85227"/>
            </a:xfrm>
            <a:custGeom>
              <a:avLst/>
              <a:pathLst>
                <a:path w="88628" h="85227">
                  <a:moveTo>
                    <a:pt x="35785" y="85227"/>
                  </a:moveTo>
                  <a:lnTo>
                    <a:pt x="0" y="38871"/>
                  </a:lnTo>
                  <a:lnTo>
                    <a:pt x="15501" y="30710"/>
                  </a:lnTo>
                  <a:lnTo>
                    <a:pt x="11904" y="25331"/>
                  </a:lnTo>
                  <a:lnTo>
                    <a:pt x="58033" y="0"/>
                  </a:lnTo>
                  <a:lnTo>
                    <a:pt x="88628" y="533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6"/>
            <p:cNvSpPr/>
            <p:nvPr/>
          </p:nvSpPr>
          <p:spPr>
            <a:xfrm>
              <a:off x="3874523" y="1642208"/>
              <a:ext cx="119305" cy="93718"/>
            </a:xfrm>
            <a:custGeom>
              <a:avLst/>
              <a:pathLst>
                <a:path w="119305" h="93718">
                  <a:moveTo>
                    <a:pt x="23684" y="93718"/>
                  </a:moveTo>
                  <a:lnTo>
                    <a:pt x="0" y="56724"/>
                  </a:lnTo>
                  <a:lnTo>
                    <a:pt x="97000" y="0"/>
                  </a:lnTo>
                  <a:lnTo>
                    <a:pt x="119305" y="393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37"/>
            <p:cNvSpPr/>
            <p:nvPr/>
          </p:nvSpPr>
          <p:spPr>
            <a:xfrm>
              <a:off x="3748044" y="1650808"/>
              <a:ext cx="100415" cy="86598"/>
            </a:xfrm>
            <a:custGeom>
              <a:avLst/>
              <a:pathLst>
                <a:path w="100415" h="86598">
                  <a:moveTo>
                    <a:pt x="0" y="34986"/>
                  </a:moveTo>
                  <a:lnTo>
                    <a:pt x="64535" y="0"/>
                  </a:lnTo>
                  <a:lnTo>
                    <a:pt x="100415" y="46073"/>
                  </a:lnTo>
                  <a:lnTo>
                    <a:pt x="30351" y="8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38"/>
            <p:cNvSpPr/>
            <p:nvPr/>
          </p:nvSpPr>
          <p:spPr>
            <a:xfrm>
              <a:off x="3958246" y="1688811"/>
              <a:ext cx="84265" cy="101008"/>
            </a:xfrm>
            <a:custGeom>
              <a:avLst/>
              <a:pathLst>
                <a:path w="84265" h="101008">
                  <a:moveTo>
                    <a:pt x="43709" y="101008"/>
                  </a:moveTo>
                  <a:lnTo>
                    <a:pt x="0" y="23252"/>
                  </a:lnTo>
                  <a:lnTo>
                    <a:pt x="40184" y="0"/>
                  </a:lnTo>
                  <a:lnTo>
                    <a:pt x="84265" y="77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39"/>
            <p:cNvSpPr/>
            <p:nvPr/>
          </p:nvSpPr>
          <p:spPr>
            <a:xfrm>
              <a:off x="3787747" y="1709931"/>
              <a:ext cx="117798" cy="111822"/>
            </a:xfrm>
            <a:custGeom>
              <a:avLst/>
              <a:pathLst>
                <a:path w="117798" h="111822">
                  <a:moveTo>
                    <a:pt x="73050" y="5535"/>
                  </a:moveTo>
                  <a:lnTo>
                    <a:pt x="111359" y="57568"/>
                  </a:lnTo>
                  <a:lnTo>
                    <a:pt x="117798" y="66092"/>
                  </a:lnTo>
                  <a:lnTo>
                    <a:pt x="82580" y="89190"/>
                  </a:lnTo>
                  <a:lnTo>
                    <a:pt x="38689" y="111822"/>
                  </a:lnTo>
                  <a:lnTo>
                    <a:pt x="32789" y="102459"/>
                  </a:lnTo>
                  <a:lnTo>
                    <a:pt x="15351" y="72544"/>
                  </a:lnTo>
                  <a:lnTo>
                    <a:pt x="9900" y="61957"/>
                  </a:lnTo>
                  <a:lnTo>
                    <a:pt x="3852" y="46858"/>
                  </a:lnTo>
                  <a:lnTo>
                    <a:pt x="0" y="40268"/>
                  </a:lnTo>
                  <a:lnTo>
                    <a:pt x="26443" y="23821"/>
                  </a:lnTo>
                  <a:lnTo>
                    <a:pt x="689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0"/>
            <p:cNvSpPr/>
            <p:nvPr/>
          </p:nvSpPr>
          <p:spPr>
            <a:xfrm>
              <a:off x="4136180" y="1859054"/>
              <a:ext cx="85497" cy="112453"/>
            </a:xfrm>
            <a:custGeom>
              <a:avLst/>
              <a:pathLst>
                <a:path w="85497" h="112453">
                  <a:moveTo>
                    <a:pt x="0" y="19772"/>
                  </a:moveTo>
                  <a:lnTo>
                    <a:pt x="32990" y="0"/>
                  </a:lnTo>
                  <a:lnTo>
                    <a:pt x="65077" y="54574"/>
                  </a:lnTo>
                  <a:lnTo>
                    <a:pt x="85497" y="92347"/>
                  </a:lnTo>
                  <a:lnTo>
                    <a:pt x="54209" y="1124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1"/>
            <p:cNvSpPr/>
            <p:nvPr/>
          </p:nvSpPr>
          <p:spPr>
            <a:xfrm>
              <a:off x="3601797" y="1858780"/>
              <a:ext cx="38890" cy="44941"/>
            </a:xfrm>
            <a:custGeom>
              <a:avLst/>
              <a:pathLst>
                <a:path w="38890" h="44941">
                  <a:moveTo>
                    <a:pt x="19374" y="44941"/>
                  </a:moveTo>
                  <a:lnTo>
                    <a:pt x="0" y="10994"/>
                  </a:lnTo>
                  <a:lnTo>
                    <a:pt x="19234" y="0"/>
                  </a:lnTo>
                  <a:lnTo>
                    <a:pt x="38890" y="34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2"/>
            <p:cNvSpPr/>
            <p:nvPr/>
          </p:nvSpPr>
          <p:spPr>
            <a:xfrm>
              <a:off x="3930066" y="1864938"/>
              <a:ext cx="50629" cy="32664"/>
            </a:xfrm>
            <a:custGeom>
              <a:avLst/>
              <a:pathLst>
                <a:path w="50629" h="32664">
                  <a:moveTo>
                    <a:pt x="8920" y="21358"/>
                  </a:moveTo>
                  <a:lnTo>
                    <a:pt x="43835" y="0"/>
                  </a:lnTo>
                  <a:lnTo>
                    <a:pt x="50629" y="8847"/>
                  </a:lnTo>
                  <a:lnTo>
                    <a:pt x="12642" y="32202"/>
                  </a:lnTo>
                  <a:lnTo>
                    <a:pt x="9782" y="29045"/>
                  </a:lnTo>
                  <a:lnTo>
                    <a:pt x="3461" y="32664"/>
                  </a:lnTo>
                  <a:lnTo>
                    <a:pt x="0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3"/>
            <p:cNvSpPr/>
            <p:nvPr/>
          </p:nvSpPr>
          <p:spPr>
            <a:xfrm>
              <a:off x="3780249" y="1878246"/>
              <a:ext cx="45918" cy="56819"/>
            </a:xfrm>
            <a:custGeom>
              <a:avLst/>
              <a:pathLst>
                <a:path w="45918" h="56819">
                  <a:moveTo>
                    <a:pt x="20001" y="0"/>
                  </a:moveTo>
                  <a:lnTo>
                    <a:pt x="45918" y="44672"/>
                  </a:lnTo>
                  <a:lnTo>
                    <a:pt x="25811" y="56819"/>
                  </a:lnTo>
                  <a:lnTo>
                    <a:pt x="0" y="11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4"/>
            <p:cNvSpPr/>
            <p:nvPr/>
          </p:nvSpPr>
          <p:spPr>
            <a:xfrm>
              <a:off x="3944950" y="1877276"/>
              <a:ext cx="49788" cy="40587"/>
            </a:xfrm>
            <a:custGeom>
              <a:avLst/>
              <a:pathLst>
                <a:path w="49788" h="40587">
                  <a:moveTo>
                    <a:pt x="0" y="22413"/>
                  </a:moveTo>
                  <a:lnTo>
                    <a:pt x="37941" y="0"/>
                  </a:lnTo>
                  <a:lnTo>
                    <a:pt x="49788" y="17583"/>
                  </a:lnTo>
                  <a:lnTo>
                    <a:pt x="10820" y="40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5"/>
            <p:cNvSpPr/>
            <p:nvPr/>
          </p:nvSpPr>
          <p:spPr>
            <a:xfrm>
              <a:off x="3741810" y="1854428"/>
              <a:ext cx="55123" cy="45964"/>
            </a:xfrm>
            <a:custGeom>
              <a:avLst/>
              <a:pathLst>
                <a:path w="55123" h="45964">
                  <a:moveTo>
                    <a:pt x="0" y="26269"/>
                  </a:moveTo>
                  <a:lnTo>
                    <a:pt x="43163" y="0"/>
                  </a:lnTo>
                  <a:lnTo>
                    <a:pt x="50383" y="9216"/>
                  </a:lnTo>
                  <a:lnTo>
                    <a:pt x="55123" y="19103"/>
                  </a:lnTo>
                  <a:lnTo>
                    <a:pt x="11438" y="45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6"/>
            <p:cNvSpPr/>
            <p:nvPr/>
          </p:nvSpPr>
          <p:spPr>
            <a:xfrm>
              <a:off x="4041637" y="2019148"/>
              <a:ext cx="32278" cy="32465"/>
            </a:xfrm>
            <a:custGeom>
              <a:avLst/>
              <a:pathLst>
                <a:path w="32278" h="32465">
                  <a:moveTo>
                    <a:pt x="0" y="9362"/>
                  </a:moveTo>
                  <a:lnTo>
                    <a:pt x="17819" y="0"/>
                  </a:lnTo>
                  <a:lnTo>
                    <a:pt x="32278" y="22609"/>
                  </a:lnTo>
                  <a:lnTo>
                    <a:pt x="13977" y="3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47"/>
            <p:cNvSpPr/>
            <p:nvPr/>
          </p:nvSpPr>
          <p:spPr>
            <a:xfrm>
              <a:off x="4027049" y="2030841"/>
              <a:ext cx="22480" cy="27593"/>
            </a:xfrm>
            <a:custGeom>
              <a:avLst/>
              <a:pathLst>
                <a:path w="22480" h="27593">
                  <a:moveTo>
                    <a:pt x="0" y="5935"/>
                  </a:moveTo>
                  <a:lnTo>
                    <a:pt x="11671" y="0"/>
                  </a:lnTo>
                  <a:lnTo>
                    <a:pt x="22480" y="21511"/>
                  </a:lnTo>
                  <a:lnTo>
                    <a:pt x="11684" y="275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48"/>
            <p:cNvSpPr/>
            <p:nvPr/>
          </p:nvSpPr>
          <p:spPr>
            <a:xfrm>
              <a:off x="3719550" y="1931609"/>
              <a:ext cx="74103" cy="73972"/>
            </a:xfrm>
            <a:custGeom>
              <a:avLst/>
              <a:pathLst>
                <a:path w="74103" h="73972">
                  <a:moveTo>
                    <a:pt x="0" y="28015"/>
                  </a:moveTo>
                  <a:lnTo>
                    <a:pt x="47087" y="0"/>
                  </a:lnTo>
                  <a:lnTo>
                    <a:pt x="74103" y="46735"/>
                  </a:lnTo>
                  <a:lnTo>
                    <a:pt x="27341" y="73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49"/>
            <p:cNvSpPr/>
            <p:nvPr/>
          </p:nvSpPr>
          <p:spPr>
            <a:xfrm>
              <a:off x="3667137" y="1854981"/>
              <a:ext cx="38990" cy="45120"/>
            </a:xfrm>
            <a:custGeom>
              <a:avLst/>
              <a:pathLst>
                <a:path w="38990" h="45120">
                  <a:moveTo>
                    <a:pt x="18402" y="45120"/>
                  </a:moveTo>
                  <a:lnTo>
                    <a:pt x="0" y="11519"/>
                  </a:lnTo>
                  <a:lnTo>
                    <a:pt x="20268" y="0"/>
                  </a:lnTo>
                  <a:lnTo>
                    <a:pt x="38990" y="334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0"/>
            <p:cNvSpPr/>
            <p:nvPr/>
          </p:nvSpPr>
          <p:spPr>
            <a:xfrm>
              <a:off x="3904987" y="1856048"/>
              <a:ext cx="39552" cy="34052"/>
            </a:xfrm>
            <a:custGeom>
              <a:avLst/>
              <a:pathLst>
                <a:path w="39552" h="34052">
                  <a:moveTo>
                    <a:pt x="34172" y="6159"/>
                  </a:moveTo>
                  <a:lnTo>
                    <a:pt x="39552" y="15475"/>
                  </a:lnTo>
                  <a:lnTo>
                    <a:pt x="9407" y="34052"/>
                  </a:lnTo>
                  <a:lnTo>
                    <a:pt x="3260" y="24019"/>
                  </a:lnTo>
                  <a:lnTo>
                    <a:pt x="0" y="16866"/>
                  </a:lnTo>
                  <a:lnTo>
                    <a:pt x="3029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1"/>
            <p:cNvSpPr/>
            <p:nvPr/>
          </p:nvSpPr>
          <p:spPr>
            <a:xfrm>
              <a:off x="3849231" y="1856787"/>
              <a:ext cx="43169" cy="53776"/>
            </a:xfrm>
            <a:custGeom>
              <a:avLst/>
              <a:pathLst>
                <a:path w="43169" h="53776">
                  <a:moveTo>
                    <a:pt x="0" y="9855"/>
                  </a:moveTo>
                  <a:lnTo>
                    <a:pt x="15877" y="0"/>
                  </a:lnTo>
                  <a:lnTo>
                    <a:pt x="43169" y="45669"/>
                  </a:lnTo>
                  <a:lnTo>
                    <a:pt x="29923" y="53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2"/>
            <p:cNvSpPr/>
            <p:nvPr/>
          </p:nvSpPr>
          <p:spPr>
            <a:xfrm>
              <a:off x="3868386" y="1846293"/>
              <a:ext cx="42764" cy="54124"/>
            </a:xfrm>
            <a:custGeom>
              <a:avLst/>
              <a:pathLst>
                <a:path w="42764" h="54124">
                  <a:moveTo>
                    <a:pt x="0" y="9177"/>
                  </a:moveTo>
                  <a:lnTo>
                    <a:pt x="15983" y="0"/>
                  </a:lnTo>
                  <a:lnTo>
                    <a:pt x="25705" y="16674"/>
                  </a:lnTo>
                  <a:lnTo>
                    <a:pt x="42764" y="44978"/>
                  </a:lnTo>
                  <a:lnTo>
                    <a:pt x="27391" y="541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3"/>
            <p:cNvSpPr/>
            <p:nvPr/>
          </p:nvSpPr>
          <p:spPr>
            <a:xfrm>
              <a:off x="3725590" y="1783948"/>
              <a:ext cx="39582" cy="47239"/>
            </a:xfrm>
            <a:custGeom>
              <a:avLst/>
              <a:pathLst>
                <a:path w="39582" h="47239">
                  <a:moveTo>
                    <a:pt x="0" y="12149"/>
                  </a:moveTo>
                  <a:lnTo>
                    <a:pt x="20465" y="0"/>
                  </a:lnTo>
                  <a:lnTo>
                    <a:pt x="39582" y="35787"/>
                  </a:lnTo>
                  <a:lnTo>
                    <a:pt x="20071" y="47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4"/>
            <p:cNvSpPr/>
            <p:nvPr/>
          </p:nvSpPr>
          <p:spPr>
            <a:xfrm>
              <a:off x="3963473" y="1774350"/>
              <a:ext cx="103400" cy="80488"/>
            </a:xfrm>
            <a:custGeom>
              <a:avLst/>
              <a:pathLst>
                <a:path w="103400" h="80488">
                  <a:moveTo>
                    <a:pt x="65082" y="57238"/>
                  </a:moveTo>
                  <a:lnTo>
                    <a:pt x="23636" y="80488"/>
                  </a:lnTo>
                  <a:lnTo>
                    <a:pt x="0" y="48324"/>
                  </a:lnTo>
                  <a:lnTo>
                    <a:pt x="83820" y="0"/>
                  </a:lnTo>
                  <a:lnTo>
                    <a:pt x="103400" y="34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5"/>
            <p:cNvSpPr/>
            <p:nvPr/>
          </p:nvSpPr>
          <p:spPr>
            <a:xfrm>
              <a:off x="3647316" y="1763784"/>
              <a:ext cx="29923" cy="31653"/>
            </a:xfrm>
            <a:custGeom>
              <a:avLst/>
              <a:pathLst>
                <a:path w="29923" h="31653">
                  <a:moveTo>
                    <a:pt x="29923" y="20881"/>
                  </a:moveTo>
                  <a:lnTo>
                    <a:pt x="11203" y="31653"/>
                  </a:lnTo>
                  <a:lnTo>
                    <a:pt x="0" y="10380"/>
                  </a:lnTo>
                  <a:lnTo>
                    <a:pt x="184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6"/>
            <p:cNvSpPr/>
            <p:nvPr/>
          </p:nvSpPr>
          <p:spPr>
            <a:xfrm>
              <a:off x="3887671" y="1825845"/>
              <a:ext cx="34969" cy="26766"/>
            </a:xfrm>
            <a:custGeom>
              <a:avLst/>
              <a:pathLst>
                <a:path w="34969" h="26766">
                  <a:moveTo>
                    <a:pt x="0" y="18112"/>
                  </a:moveTo>
                  <a:lnTo>
                    <a:pt x="29841" y="0"/>
                  </a:lnTo>
                  <a:lnTo>
                    <a:pt x="34969" y="9349"/>
                  </a:lnTo>
                  <a:lnTo>
                    <a:pt x="5285" y="267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57"/>
            <p:cNvSpPr/>
            <p:nvPr/>
          </p:nvSpPr>
          <p:spPr>
            <a:xfrm>
              <a:off x="4104633" y="2658573"/>
              <a:ext cx="44703" cy="56249"/>
            </a:xfrm>
            <a:custGeom>
              <a:avLst/>
              <a:pathLst>
                <a:path w="44703" h="56249">
                  <a:moveTo>
                    <a:pt x="0" y="11826"/>
                  </a:moveTo>
                  <a:lnTo>
                    <a:pt x="19234" y="0"/>
                  </a:lnTo>
                  <a:lnTo>
                    <a:pt x="38912" y="34425"/>
                  </a:lnTo>
                  <a:lnTo>
                    <a:pt x="44703" y="44561"/>
                  </a:lnTo>
                  <a:lnTo>
                    <a:pt x="25469" y="562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58"/>
            <p:cNvSpPr/>
            <p:nvPr/>
          </p:nvSpPr>
          <p:spPr>
            <a:xfrm>
              <a:off x="4299640" y="2804864"/>
              <a:ext cx="55867" cy="45164"/>
            </a:xfrm>
            <a:custGeom>
              <a:avLst/>
              <a:pathLst>
                <a:path w="55867" h="45164">
                  <a:moveTo>
                    <a:pt x="55867" y="19849"/>
                  </a:moveTo>
                  <a:lnTo>
                    <a:pt x="11459" y="45164"/>
                  </a:lnTo>
                  <a:lnTo>
                    <a:pt x="0" y="26277"/>
                  </a:lnTo>
                  <a:lnTo>
                    <a:pt x="442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59"/>
            <p:cNvSpPr/>
            <p:nvPr/>
          </p:nvSpPr>
          <p:spPr>
            <a:xfrm>
              <a:off x="4259756" y="2808855"/>
              <a:ext cx="46294" cy="55836"/>
            </a:xfrm>
            <a:custGeom>
              <a:avLst/>
              <a:pathLst>
                <a:path w="46294" h="55836">
                  <a:moveTo>
                    <a:pt x="27814" y="55836"/>
                  </a:moveTo>
                  <a:lnTo>
                    <a:pt x="0" y="11703"/>
                  </a:lnTo>
                  <a:lnTo>
                    <a:pt x="20588" y="0"/>
                  </a:lnTo>
                  <a:lnTo>
                    <a:pt x="46294" y="44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0"/>
            <p:cNvSpPr/>
            <p:nvPr/>
          </p:nvSpPr>
          <p:spPr>
            <a:xfrm>
              <a:off x="4062229" y="2809681"/>
              <a:ext cx="55715" cy="45716"/>
            </a:xfrm>
            <a:custGeom>
              <a:avLst/>
              <a:pathLst>
                <a:path w="55715" h="45716">
                  <a:moveTo>
                    <a:pt x="11365" y="45716"/>
                  </a:moveTo>
                  <a:lnTo>
                    <a:pt x="0" y="26377"/>
                  </a:lnTo>
                  <a:lnTo>
                    <a:pt x="44246" y="0"/>
                  </a:lnTo>
                  <a:lnTo>
                    <a:pt x="55715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1"/>
            <p:cNvSpPr/>
            <p:nvPr/>
          </p:nvSpPr>
          <p:spPr>
            <a:xfrm>
              <a:off x="4143947" y="2669788"/>
              <a:ext cx="44850" cy="55395"/>
            </a:xfrm>
            <a:custGeom>
              <a:avLst/>
              <a:pathLst>
                <a:path w="44850" h="55395">
                  <a:moveTo>
                    <a:pt x="0" y="11463"/>
                  </a:moveTo>
                  <a:lnTo>
                    <a:pt x="19282" y="0"/>
                  </a:lnTo>
                  <a:lnTo>
                    <a:pt x="44850" y="43995"/>
                  </a:lnTo>
                  <a:lnTo>
                    <a:pt x="25655" y="553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2"/>
            <p:cNvSpPr/>
            <p:nvPr/>
          </p:nvSpPr>
          <p:spPr>
            <a:xfrm>
              <a:off x="4110754" y="2553730"/>
              <a:ext cx="45065" cy="55238"/>
            </a:xfrm>
            <a:custGeom>
              <a:avLst/>
              <a:pathLst>
                <a:path w="45065" h="55238">
                  <a:moveTo>
                    <a:pt x="0" y="10793"/>
                  </a:moveTo>
                  <a:lnTo>
                    <a:pt x="18318" y="0"/>
                  </a:lnTo>
                  <a:lnTo>
                    <a:pt x="45065" y="43670"/>
                  </a:lnTo>
                  <a:lnTo>
                    <a:pt x="25646" y="55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3"/>
            <p:cNvSpPr/>
            <p:nvPr/>
          </p:nvSpPr>
          <p:spPr>
            <a:xfrm>
              <a:off x="4174412" y="2549788"/>
              <a:ext cx="44562" cy="54439"/>
            </a:xfrm>
            <a:custGeom>
              <a:avLst/>
              <a:pathLst>
                <a:path w="44562" h="54439">
                  <a:moveTo>
                    <a:pt x="0" y="11431"/>
                  </a:moveTo>
                  <a:lnTo>
                    <a:pt x="18663" y="0"/>
                  </a:lnTo>
                  <a:lnTo>
                    <a:pt x="44562" y="43464"/>
                  </a:lnTo>
                  <a:lnTo>
                    <a:pt x="25586" y="54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4"/>
            <p:cNvSpPr/>
            <p:nvPr/>
          </p:nvSpPr>
          <p:spPr>
            <a:xfrm>
              <a:off x="4184461" y="2510832"/>
              <a:ext cx="25664" cy="33200"/>
            </a:xfrm>
            <a:custGeom>
              <a:avLst/>
              <a:pathLst>
                <a:path w="25664" h="33200">
                  <a:moveTo>
                    <a:pt x="0" y="5850"/>
                  </a:moveTo>
                  <a:lnTo>
                    <a:pt x="9236" y="0"/>
                  </a:lnTo>
                  <a:lnTo>
                    <a:pt x="25664" y="27771"/>
                  </a:lnTo>
                  <a:lnTo>
                    <a:pt x="16612" y="33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5"/>
            <p:cNvSpPr/>
            <p:nvPr/>
          </p:nvSpPr>
          <p:spPr>
            <a:xfrm>
              <a:off x="3980058" y="2786181"/>
              <a:ext cx="54893" cy="45694"/>
            </a:xfrm>
            <a:custGeom>
              <a:avLst/>
              <a:pathLst>
                <a:path w="54893" h="45694">
                  <a:moveTo>
                    <a:pt x="0" y="25842"/>
                  </a:moveTo>
                  <a:lnTo>
                    <a:pt x="43682" y="0"/>
                  </a:lnTo>
                  <a:lnTo>
                    <a:pt x="54893" y="19683"/>
                  </a:lnTo>
                  <a:lnTo>
                    <a:pt x="10950" y="4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6"/>
            <p:cNvSpPr/>
            <p:nvPr/>
          </p:nvSpPr>
          <p:spPr>
            <a:xfrm>
              <a:off x="4047109" y="2785943"/>
              <a:ext cx="56414" cy="45483"/>
            </a:xfrm>
            <a:custGeom>
              <a:avLst/>
              <a:pathLst>
                <a:path w="56414" h="45483">
                  <a:moveTo>
                    <a:pt x="0" y="26139"/>
                  </a:moveTo>
                  <a:lnTo>
                    <a:pt x="44222" y="0"/>
                  </a:lnTo>
                  <a:lnTo>
                    <a:pt x="56414" y="19098"/>
                  </a:lnTo>
                  <a:lnTo>
                    <a:pt x="12025" y="4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67"/>
            <p:cNvSpPr/>
            <p:nvPr/>
          </p:nvSpPr>
          <p:spPr>
            <a:xfrm>
              <a:off x="3940679" y="2790526"/>
              <a:ext cx="44959" cy="55652"/>
            </a:xfrm>
            <a:custGeom>
              <a:avLst/>
              <a:pathLst>
                <a:path w="44959" h="55652">
                  <a:moveTo>
                    <a:pt x="0" y="11577"/>
                  </a:moveTo>
                  <a:lnTo>
                    <a:pt x="19812" y="0"/>
                  </a:lnTo>
                  <a:lnTo>
                    <a:pt x="44959" y="43891"/>
                  </a:lnTo>
                  <a:lnTo>
                    <a:pt x="25751" y="55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68"/>
            <p:cNvSpPr/>
            <p:nvPr/>
          </p:nvSpPr>
          <p:spPr>
            <a:xfrm>
              <a:off x="4225892" y="2679300"/>
              <a:ext cx="56706" cy="46795"/>
            </a:xfrm>
            <a:custGeom>
              <a:avLst/>
              <a:pathLst>
                <a:path w="56706" h="46795">
                  <a:moveTo>
                    <a:pt x="44536" y="0"/>
                  </a:moveTo>
                  <a:lnTo>
                    <a:pt x="56706" y="20821"/>
                  </a:lnTo>
                  <a:lnTo>
                    <a:pt x="12025" y="46795"/>
                  </a:lnTo>
                  <a:lnTo>
                    <a:pt x="0" y="26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69"/>
            <p:cNvSpPr/>
            <p:nvPr/>
          </p:nvSpPr>
          <p:spPr>
            <a:xfrm>
              <a:off x="4074681" y="2608979"/>
              <a:ext cx="44820" cy="54650"/>
            </a:xfrm>
            <a:custGeom>
              <a:avLst/>
              <a:pathLst>
                <a:path w="44820" h="54650">
                  <a:moveTo>
                    <a:pt x="0" y="11692"/>
                  </a:moveTo>
                  <a:lnTo>
                    <a:pt x="18950" y="0"/>
                  </a:lnTo>
                  <a:lnTo>
                    <a:pt x="44820" y="43154"/>
                  </a:lnTo>
                  <a:lnTo>
                    <a:pt x="25399" y="54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0"/>
            <p:cNvSpPr/>
            <p:nvPr/>
          </p:nvSpPr>
          <p:spPr>
            <a:xfrm>
              <a:off x="4179349" y="2614752"/>
              <a:ext cx="44786" cy="55462"/>
            </a:xfrm>
            <a:custGeom>
              <a:avLst/>
              <a:pathLst>
                <a:path w="44786" h="55462">
                  <a:moveTo>
                    <a:pt x="25521" y="55462"/>
                  </a:moveTo>
                  <a:lnTo>
                    <a:pt x="0" y="11625"/>
                  </a:lnTo>
                  <a:lnTo>
                    <a:pt x="19501" y="0"/>
                  </a:lnTo>
                  <a:lnTo>
                    <a:pt x="44786" y="440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1"/>
            <p:cNvSpPr/>
            <p:nvPr/>
          </p:nvSpPr>
          <p:spPr>
            <a:xfrm>
              <a:off x="4029500" y="2756369"/>
              <a:ext cx="55708" cy="44760"/>
            </a:xfrm>
            <a:custGeom>
              <a:avLst/>
              <a:pathLst>
                <a:path w="55708" h="44760">
                  <a:moveTo>
                    <a:pt x="0" y="25744"/>
                  </a:moveTo>
                  <a:lnTo>
                    <a:pt x="44469" y="0"/>
                  </a:lnTo>
                  <a:lnTo>
                    <a:pt x="55708" y="20333"/>
                  </a:lnTo>
                  <a:lnTo>
                    <a:pt x="11291" y="44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2"/>
            <p:cNvSpPr/>
            <p:nvPr/>
          </p:nvSpPr>
          <p:spPr>
            <a:xfrm>
              <a:off x="3964703" y="2762427"/>
              <a:ext cx="54289" cy="44200"/>
            </a:xfrm>
            <a:custGeom>
              <a:avLst/>
              <a:pathLst>
                <a:path w="54289" h="44200">
                  <a:moveTo>
                    <a:pt x="0" y="24767"/>
                  </a:moveTo>
                  <a:lnTo>
                    <a:pt x="43292" y="0"/>
                  </a:lnTo>
                  <a:lnTo>
                    <a:pt x="54289" y="18748"/>
                  </a:lnTo>
                  <a:lnTo>
                    <a:pt x="11059" y="44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3"/>
            <p:cNvSpPr/>
            <p:nvPr/>
          </p:nvSpPr>
          <p:spPr>
            <a:xfrm>
              <a:off x="4333929" y="3175277"/>
              <a:ext cx="47840" cy="57805"/>
            </a:xfrm>
            <a:custGeom>
              <a:avLst/>
              <a:pathLst>
                <a:path w="47840" h="57805">
                  <a:moveTo>
                    <a:pt x="0" y="13095"/>
                  </a:moveTo>
                  <a:lnTo>
                    <a:pt x="20937" y="0"/>
                  </a:lnTo>
                  <a:lnTo>
                    <a:pt x="47840" y="46702"/>
                  </a:lnTo>
                  <a:lnTo>
                    <a:pt x="25843" y="57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4"/>
            <p:cNvSpPr/>
            <p:nvPr/>
          </p:nvSpPr>
          <p:spPr>
            <a:xfrm>
              <a:off x="4204347" y="3184339"/>
              <a:ext cx="47810" cy="58072"/>
            </a:xfrm>
            <a:custGeom>
              <a:avLst/>
              <a:pathLst>
                <a:path w="47810" h="58072">
                  <a:moveTo>
                    <a:pt x="27180" y="58072"/>
                  </a:moveTo>
                  <a:lnTo>
                    <a:pt x="0" y="13308"/>
                  </a:lnTo>
                  <a:lnTo>
                    <a:pt x="9550" y="6383"/>
                  </a:lnTo>
                  <a:lnTo>
                    <a:pt x="20853" y="0"/>
                  </a:lnTo>
                  <a:lnTo>
                    <a:pt x="47810" y="4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5"/>
            <p:cNvSpPr/>
            <p:nvPr/>
          </p:nvSpPr>
          <p:spPr>
            <a:xfrm>
              <a:off x="4109972" y="3190854"/>
              <a:ext cx="57953" cy="48247"/>
            </a:xfrm>
            <a:custGeom>
              <a:avLst/>
              <a:pathLst>
                <a:path w="57953" h="48247">
                  <a:moveTo>
                    <a:pt x="0" y="26279"/>
                  </a:moveTo>
                  <a:lnTo>
                    <a:pt x="45226" y="0"/>
                  </a:lnTo>
                  <a:lnTo>
                    <a:pt x="57953" y="21623"/>
                  </a:lnTo>
                  <a:lnTo>
                    <a:pt x="12908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6"/>
            <p:cNvSpPr/>
            <p:nvPr/>
          </p:nvSpPr>
          <p:spPr>
            <a:xfrm>
              <a:off x="4061556" y="2982942"/>
              <a:ext cx="58521" cy="49529"/>
            </a:xfrm>
            <a:custGeom>
              <a:avLst/>
              <a:pathLst>
                <a:path w="58521" h="49529">
                  <a:moveTo>
                    <a:pt x="0" y="27482"/>
                  </a:moveTo>
                  <a:lnTo>
                    <a:pt x="46129" y="0"/>
                  </a:lnTo>
                  <a:lnTo>
                    <a:pt x="58521" y="22467"/>
                  </a:lnTo>
                  <a:lnTo>
                    <a:pt x="14353" y="49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77"/>
            <p:cNvSpPr/>
            <p:nvPr/>
          </p:nvSpPr>
          <p:spPr>
            <a:xfrm>
              <a:off x="4391524" y="3385494"/>
              <a:ext cx="46424" cy="56953"/>
            </a:xfrm>
            <a:custGeom>
              <a:avLst/>
              <a:pathLst>
                <a:path w="46424" h="56953">
                  <a:moveTo>
                    <a:pt x="0" y="11926"/>
                  </a:moveTo>
                  <a:lnTo>
                    <a:pt x="19228" y="0"/>
                  </a:lnTo>
                  <a:lnTo>
                    <a:pt x="46424" y="44994"/>
                  </a:lnTo>
                  <a:lnTo>
                    <a:pt x="25408" y="56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78"/>
            <p:cNvSpPr/>
            <p:nvPr/>
          </p:nvSpPr>
          <p:spPr>
            <a:xfrm>
              <a:off x="4325938" y="3390679"/>
              <a:ext cx="47012" cy="57149"/>
            </a:xfrm>
            <a:custGeom>
              <a:avLst/>
              <a:pathLst>
                <a:path w="47012" h="57149">
                  <a:moveTo>
                    <a:pt x="26128" y="57149"/>
                  </a:moveTo>
                  <a:lnTo>
                    <a:pt x="0" y="12080"/>
                  </a:lnTo>
                  <a:lnTo>
                    <a:pt x="20013" y="0"/>
                  </a:lnTo>
                  <a:lnTo>
                    <a:pt x="47012" y="4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79"/>
            <p:cNvSpPr/>
            <p:nvPr/>
          </p:nvSpPr>
          <p:spPr>
            <a:xfrm>
              <a:off x="4100959" y="3009831"/>
              <a:ext cx="48353" cy="57660"/>
            </a:xfrm>
            <a:custGeom>
              <a:avLst/>
              <a:pathLst>
                <a:path w="48353" h="57660">
                  <a:moveTo>
                    <a:pt x="27136" y="57660"/>
                  </a:moveTo>
                  <a:lnTo>
                    <a:pt x="0" y="11843"/>
                  </a:lnTo>
                  <a:lnTo>
                    <a:pt x="20577" y="0"/>
                  </a:lnTo>
                  <a:lnTo>
                    <a:pt x="48353" y="43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0"/>
            <p:cNvSpPr/>
            <p:nvPr/>
          </p:nvSpPr>
          <p:spPr>
            <a:xfrm>
              <a:off x="4206422" y="3015233"/>
              <a:ext cx="47668" cy="59002"/>
            </a:xfrm>
            <a:custGeom>
              <a:avLst/>
              <a:pathLst>
                <a:path w="47668" h="59002">
                  <a:moveTo>
                    <a:pt x="26932" y="59002"/>
                  </a:moveTo>
                  <a:lnTo>
                    <a:pt x="0" y="11939"/>
                  </a:lnTo>
                  <a:lnTo>
                    <a:pt x="20402" y="0"/>
                  </a:lnTo>
                  <a:lnTo>
                    <a:pt x="47668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1"/>
            <p:cNvSpPr/>
            <p:nvPr/>
          </p:nvSpPr>
          <p:spPr>
            <a:xfrm>
              <a:off x="4311090" y="3350089"/>
              <a:ext cx="55258" cy="47382"/>
            </a:xfrm>
            <a:custGeom>
              <a:avLst/>
              <a:pathLst>
                <a:path w="55258" h="47382">
                  <a:moveTo>
                    <a:pt x="10698" y="47382"/>
                  </a:moveTo>
                  <a:lnTo>
                    <a:pt x="0" y="25854"/>
                  </a:lnTo>
                  <a:lnTo>
                    <a:pt x="44000" y="0"/>
                  </a:lnTo>
                  <a:lnTo>
                    <a:pt x="55258" y="20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2"/>
            <p:cNvSpPr/>
            <p:nvPr/>
          </p:nvSpPr>
          <p:spPr>
            <a:xfrm>
              <a:off x="4271062" y="3353466"/>
              <a:ext cx="47003" cy="57257"/>
            </a:xfrm>
            <a:custGeom>
              <a:avLst/>
              <a:pathLst>
                <a:path w="47003" h="57257">
                  <a:moveTo>
                    <a:pt x="0" y="11914"/>
                  </a:moveTo>
                  <a:lnTo>
                    <a:pt x="19830" y="0"/>
                  </a:lnTo>
                  <a:lnTo>
                    <a:pt x="47003" y="46999"/>
                  </a:lnTo>
                  <a:lnTo>
                    <a:pt x="26561" y="57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3"/>
            <p:cNvSpPr/>
            <p:nvPr/>
          </p:nvSpPr>
          <p:spPr>
            <a:xfrm>
              <a:off x="4184908" y="3317273"/>
              <a:ext cx="56450" cy="46237"/>
            </a:xfrm>
            <a:custGeom>
              <a:avLst/>
              <a:pathLst>
                <a:path w="56450" h="46237">
                  <a:moveTo>
                    <a:pt x="11739" y="46237"/>
                  </a:moveTo>
                  <a:lnTo>
                    <a:pt x="0" y="26070"/>
                  </a:lnTo>
                  <a:lnTo>
                    <a:pt x="43580" y="0"/>
                  </a:lnTo>
                  <a:lnTo>
                    <a:pt x="56450" y="20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4"/>
            <p:cNvSpPr/>
            <p:nvPr/>
          </p:nvSpPr>
          <p:spPr>
            <a:xfrm>
              <a:off x="4178100" y="3266283"/>
              <a:ext cx="48112" cy="59401"/>
            </a:xfrm>
            <a:custGeom>
              <a:avLst/>
              <a:pathLst>
                <a:path w="48112" h="59401">
                  <a:moveTo>
                    <a:pt x="27367" y="59401"/>
                  </a:moveTo>
                  <a:lnTo>
                    <a:pt x="0" y="12111"/>
                  </a:lnTo>
                  <a:lnTo>
                    <a:pt x="21288" y="0"/>
                  </a:lnTo>
                  <a:lnTo>
                    <a:pt x="48112" y="46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5"/>
            <p:cNvSpPr/>
            <p:nvPr/>
          </p:nvSpPr>
          <p:spPr>
            <a:xfrm>
              <a:off x="4264942" y="3099370"/>
              <a:ext cx="57503" cy="48043"/>
            </a:xfrm>
            <a:custGeom>
              <a:avLst/>
              <a:pathLst>
                <a:path w="57503" h="48043">
                  <a:moveTo>
                    <a:pt x="0" y="26413"/>
                  </a:moveTo>
                  <a:lnTo>
                    <a:pt x="43908" y="0"/>
                  </a:lnTo>
                  <a:lnTo>
                    <a:pt x="57503" y="20700"/>
                  </a:lnTo>
                  <a:lnTo>
                    <a:pt x="12557" y="4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6"/>
            <p:cNvSpPr/>
            <p:nvPr/>
          </p:nvSpPr>
          <p:spPr>
            <a:xfrm>
              <a:off x="4161779" y="2924045"/>
              <a:ext cx="57692" cy="48931"/>
            </a:xfrm>
            <a:custGeom>
              <a:avLst/>
              <a:pathLst>
                <a:path w="57692" h="48931">
                  <a:moveTo>
                    <a:pt x="12979" y="48931"/>
                  </a:moveTo>
                  <a:lnTo>
                    <a:pt x="0" y="26623"/>
                  </a:lnTo>
                  <a:lnTo>
                    <a:pt x="46102" y="0"/>
                  </a:lnTo>
                  <a:lnTo>
                    <a:pt x="57692" y="2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87"/>
            <p:cNvSpPr/>
            <p:nvPr/>
          </p:nvSpPr>
          <p:spPr>
            <a:xfrm>
              <a:off x="4349921" y="3375232"/>
              <a:ext cx="48078" cy="58502"/>
            </a:xfrm>
            <a:custGeom>
              <a:avLst/>
              <a:pathLst>
                <a:path w="48078" h="58502">
                  <a:moveTo>
                    <a:pt x="26761" y="58502"/>
                  </a:moveTo>
                  <a:lnTo>
                    <a:pt x="0" y="11972"/>
                  </a:lnTo>
                  <a:lnTo>
                    <a:pt x="20070" y="0"/>
                  </a:lnTo>
                  <a:lnTo>
                    <a:pt x="48078" y="4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88"/>
            <p:cNvSpPr/>
            <p:nvPr/>
          </p:nvSpPr>
          <p:spPr>
            <a:xfrm>
              <a:off x="4429427" y="3381039"/>
              <a:ext cx="56363" cy="47222"/>
            </a:xfrm>
            <a:custGeom>
              <a:avLst/>
              <a:pathLst>
                <a:path w="56363" h="47222">
                  <a:moveTo>
                    <a:pt x="0" y="25922"/>
                  </a:moveTo>
                  <a:lnTo>
                    <a:pt x="44117" y="0"/>
                  </a:lnTo>
                  <a:lnTo>
                    <a:pt x="56363" y="20106"/>
                  </a:lnTo>
                  <a:lnTo>
                    <a:pt x="12371" y="47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89"/>
            <p:cNvSpPr/>
            <p:nvPr/>
          </p:nvSpPr>
          <p:spPr>
            <a:xfrm>
              <a:off x="4230727" y="3000725"/>
              <a:ext cx="47954" cy="57348"/>
            </a:xfrm>
            <a:custGeom>
              <a:avLst/>
              <a:pathLst>
                <a:path w="47954" h="57348">
                  <a:moveTo>
                    <a:pt x="27483" y="57348"/>
                  </a:moveTo>
                  <a:lnTo>
                    <a:pt x="0" y="11832"/>
                  </a:lnTo>
                  <a:lnTo>
                    <a:pt x="19577" y="0"/>
                  </a:lnTo>
                  <a:lnTo>
                    <a:pt x="47954" y="45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0"/>
            <p:cNvSpPr/>
            <p:nvPr/>
          </p:nvSpPr>
          <p:spPr>
            <a:xfrm>
              <a:off x="4280699" y="3313512"/>
              <a:ext cx="47137" cy="58736"/>
            </a:xfrm>
            <a:custGeom>
              <a:avLst/>
              <a:pathLst>
                <a:path w="47137" h="58736">
                  <a:moveTo>
                    <a:pt x="27094" y="58736"/>
                  </a:moveTo>
                  <a:lnTo>
                    <a:pt x="0" y="12883"/>
                  </a:lnTo>
                  <a:lnTo>
                    <a:pt x="21166" y="0"/>
                  </a:lnTo>
                  <a:lnTo>
                    <a:pt x="47137" y="46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1"/>
            <p:cNvSpPr/>
            <p:nvPr/>
          </p:nvSpPr>
          <p:spPr>
            <a:xfrm>
              <a:off x="4233502" y="3234843"/>
              <a:ext cx="47723" cy="57526"/>
            </a:xfrm>
            <a:custGeom>
              <a:avLst/>
              <a:pathLst>
                <a:path w="47723" h="57526">
                  <a:moveTo>
                    <a:pt x="0" y="11628"/>
                  </a:moveTo>
                  <a:lnTo>
                    <a:pt x="21156" y="0"/>
                  </a:lnTo>
                  <a:lnTo>
                    <a:pt x="47723" y="45063"/>
                  </a:lnTo>
                  <a:lnTo>
                    <a:pt x="27628" y="5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2"/>
            <p:cNvSpPr/>
            <p:nvPr/>
          </p:nvSpPr>
          <p:spPr>
            <a:xfrm>
              <a:off x="4234595" y="3049217"/>
              <a:ext cx="57249" cy="47805"/>
            </a:xfrm>
            <a:custGeom>
              <a:avLst/>
              <a:pathLst>
                <a:path w="57249" h="47805">
                  <a:moveTo>
                    <a:pt x="22916" y="12947"/>
                  </a:moveTo>
                  <a:lnTo>
                    <a:pt x="45344" y="0"/>
                  </a:lnTo>
                  <a:lnTo>
                    <a:pt x="57249" y="21926"/>
                  </a:lnTo>
                  <a:lnTo>
                    <a:pt x="12075" y="47805"/>
                  </a:lnTo>
                  <a:lnTo>
                    <a:pt x="0" y="26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3"/>
            <p:cNvSpPr/>
            <p:nvPr/>
          </p:nvSpPr>
          <p:spPr>
            <a:xfrm>
              <a:off x="4196096" y="3053621"/>
              <a:ext cx="47158" cy="58637"/>
            </a:xfrm>
            <a:custGeom>
              <a:avLst/>
              <a:pathLst>
                <a:path w="47158" h="58637">
                  <a:moveTo>
                    <a:pt x="26804" y="58637"/>
                  </a:moveTo>
                  <a:lnTo>
                    <a:pt x="0" y="12258"/>
                  </a:lnTo>
                  <a:lnTo>
                    <a:pt x="20376" y="0"/>
                  </a:lnTo>
                  <a:lnTo>
                    <a:pt x="47158" y="46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4"/>
            <p:cNvSpPr/>
            <p:nvPr/>
          </p:nvSpPr>
          <p:spPr>
            <a:xfrm>
              <a:off x="4131209" y="3060672"/>
              <a:ext cx="47518" cy="56225"/>
            </a:xfrm>
            <a:custGeom>
              <a:avLst/>
              <a:pathLst>
                <a:path w="47518" h="56225">
                  <a:moveTo>
                    <a:pt x="27254" y="56225"/>
                  </a:moveTo>
                  <a:lnTo>
                    <a:pt x="0" y="12425"/>
                  </a:lnTo>
                  <a:lnTo>
                    <a:pt x="20911" y="0"/>
                  </a:lnTo>
                  <a:lnTo>
                    <a:pt x="47518" y="44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5"/>
            <p:cNvSpPr/>
            <p:nvPr/>
          </p:nvSpPr>
          <p:spPr>
            <a:xfrm>
              <a:off x="4169565" y="3069449"/>
              <a:ext cx="47398" cy="57849"/>
            </a:xfrm>
            <a:custGeom>
              <a:avLst/>
              <a:pathLst>
                <a:path w="47398" h="57849">
                  <a:moveTo>
                    <a:pt x="27447" y="57849"/>
                  </a:moveTo>
                  <a:lnTo>
                    <a:pt x="0" y="12215"/>
                  </a:lnTo>
                  <a:lnTo>
                    <a:pt x="20919" y="0"/>
                  </a:lnTo>
                  <a:lnTo>
                    <a:pt x="47398" y="46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6"/>
            <p:cNvSpPr/>
            <p:nvPr/>
          </p:nvSpPr>
          <p:spPr>
            <a:xfrm>
              <a:off x="4105283" y="3073344"/>
              <a:ext cx="50268" cy="59145"/>
            </a:xfrm>
            <a:custGeom>
              <a:avLst/>
              <a:pathLst>
                <a:path w="50268" h="59145">
                  <a:moveTo>
                    <a:pt x="0" y="12250"/>
                  </a:moveTo>
                  <a:lnTo>
                    <a:pt x="22257" y="0"/>
                  </a:lnTo>
                  <a:lnTo>
                    <a:pt x="50268" y="46629"/>
                  </a:lnTo>
                  <a:lnTo>
                    <a:pt x="27188" y="59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197"/>
            <p:cNvSpPr/>
            <p:nvPr/>
          </p:nvSpPr>
          <p:spPr>
            <a:xfrm>
              <a:off x="4303015" y="3123733"/>
              <a:ext cx="48335" cy="59305"/>
            </a:xfrm>
            <a:custGeom>
              <a:avLst/>
              <a:pathLst>
                <a:path w="48335" h="59305">
                  <a:moveTo>
                    <a:pt x="27453" y="59305"/>
                  </a:moveTo>
                  <a:lnTo>
                    <a:pt x="0" y="12699"/>
                  </a:lnTo>
                  <a:lnTo>
                    <a:pt x="21172" y="0"/>
                  </a:lnTo>
                  <a:lnTo>
                    <a:pt x="48335" y="4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198"/>
            <p:cNvSpPr/>
            <p:nvPr/>
          </p:nvSpPr>
          <p:spPr>
            <a:xfrm>
              <a:off x="4238929" y="3128700"/>
              <a:ext cx="48381" cy="59044"/>
            </a:xfrm>
            <a:custGeom>
              <a:avLst/>
              <a:pathLst>
                <a:path w="48381" h="59044">
                  <a:moveTo>
                    <a:pt x="0" y="12910"/>
                  </a:moveTo>
                  <a:lnTo>
                    <a:pt x="20487" y="0"/>
                  </a:lnTo>
                  <a:lnTo>
                    <a:pt x="48381" y="45992"/>
                  </a:lnTo>
                  <a:lnTo>
                    <a:pt x="28349" y="59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199"/>
            <p:cNvSpPr/>
            <p:nvPr/>
          </p:nvSpPr>
          <p:spPr>
            <a:xfrm>
              <a:off x="4278785" y="3138888"/>
              <a:ext cx="46747" cy="58654"/>
            </a:xfrm>
            <a:custGeom>
              <a:avLst/>
              <a:pathLst>
                <a:path w="46747" h="58654">
                  <a:moveTo>
                    <a:pt x="27453" y="58654"/>
                  </a:moveTo>
                  <a:lnTo>
                    <a:pt x="0" y="12047"/>
                  </a:lnTo>
                  <a:lnTo>
                    <a:pt x="22470" y="0"/>
                  </a:lnTo>
                  <a:lnTo>
                    <a:pt x="46747" y="46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0"/>
            <p:cNvSpPr/>
            <p:nvPr/>
          </p:nvSpPr>
          <p:spPr>
            <a:xfrm>
              <a:off x="4245948" y="3180604"/>
              <a:ext cx="70487" cy="71622"/>
            </a:xfrm>
            <a:custGeom>
              <a:avLst/>
              <a:pathLst>
                <a:path w="70487" h="71622">
                  <a:moveTo>
                    <a:pt x="25761" y="71622"/>
                  </a:moveTo>
                  <a:lnTo>
                    <a:pt x="0" y="26413"/>
                  </a:lnTo>
                  <a:lnTo>
                    <a:pt x="43908" y="0"/>
                  </a:lnTo>
                  <a:lnTo>
                    <a:pt x="70487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1"/>
            <p:cNvSpPr/>
            <p:nvPr/>
          </p:nvSpPr>
          <p:spPr>
            <a:xfrm>
              <a:off x="4145733" y="3006013"/>
              <a:ext cx="71527" cy="72246"/>
            </a:xfrm>
            <a:custGeom>
              <a:avLst/>
              <a:pathLst>
                <a:path w="71527" h="72246">
                  <a:moveTo>
                    <a:pt x="71527" y="45702"/>
                  </a:moveTo>
                  <a:lnTo>
                    <a:pt x="68901" y="47288"/>
                  </a:lnTo>
                  <a:lnTo>
                    <a:pt x="56386" y="54841"/>
                  </a:lnTo>
                  <a:lnTo>
                    <a:pt x="27549" y="72246"/>
                  </a:lnTo>
                  <a:lnTo>
                    <a:pt x="16113" y="52990"/>
                  </a:lnTo>
                  <a:lnTo>
                    <a:pt x="0" y="25858"/>
                  </a:lnTo>
                  <a:lnTo>
                    <a:pt x="2715" y="24265"/>
                  </a:lnTo>
                  <a:lnTo>
                    <a:pt x="12418" y="18572"/>
                  </a:lnTo>
                  <a:lnTo>
                    <a:pt x="14513" y="17343"/>
                  </a:lnTo>
                  <a:lnTo>
                    <a:pt x="17666" y="15493"/>
                  </a:lnTo>
                  <a:lnTo>
                    <a:pt x="440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2"/>
            <p:cNvSpPr/>
            <p:nvPr/>
          </p:nvSpPr>
          <p:spPr>
            <a:xfrm>
              <a:off x="4145596" y="3168126"/>
              <a:ext cx="11735" cy="11881"/>
            </a:xfrm>
            <a:custGeom>
              <a:avLst/>
              <a:pathLst>
                <a:path w="11735" h="11881">
                  <a:moveTo>
                    <a:pt x="6423" y="11881"/>
                  </a:moveTo>
                  <a:lnTo>
                    <a:pt x="6267" y="11881"/>
                  </a:lnTo>
                  <a:lnTo>
                    <a:pt x="5435" y="11881"/>
                  </a:lnTo>
                  <a:lnTo>
                    <a:pt x="4447" y="11755"/>
                  </a:lnTo>
                  <a:lnTo>
                    <a:pt x="3458" y="11376"/>
                  </a:lnTo>
                  <a:lnTo>
                    <a:pt x="2593" y="10870"/>
                  </a:lnTo>
                  <a:lnTo>
                    <a:pt x="1852" y="10238"/>
                  </a:lnTo>
                  <a:lnTo>
                    <a:pt x="1235" y="9479"/>
                  </a:lnTo>
                  <a:lnTo>
                    <a:pt x="617" y="8595"/>
                  </a:lnTo>
                  <a:lnTo>
                    <a:pt x="246" y="7710"/>
                  </a:lnTo>
                  <a:lnTo>
                    <a:pt x="122" y="6699"/>
                  </a:lnTo>
                  <a:lnTo>
                    <a:pt x="0" y="5687"/>
                  </a:lnTo>
                  <a:lnTo>
                    <a:pt x="246" y="4677"/>
                  </a:lnTo>
                  <a:lnTo>
                    <a:pt x="493" y="3665"/>
                  </a:lnTo>
                  <a:lnTo>
                    <a:pt x="2100" y="1390"/>
                  </a:lnTo>
                  <a:lnTo>
                    <a:pt x="2964" y="758"/>
                  </a:lnTo>
                  <a:lnTo>
                    <a:pt x="3829" y="379"/>
                  </a:lnTo>
                  <a:lnTo>
                    <a:pt x="4823" y="0"/>
                  </a:lnTo>
                  <a:lnTo>
                    <a:pt x="5805" y="0"/>
                  </a:lnTo>
                  <a:lnTo>
                    <a:pt x="6794" y="0"/>
                  </a:lnTo>
                  <a:lnTo>
                    <a:pt x="7782" y="252"/>
                  </a:lnTo>
                  <a:lnTo>
                    <a:pt x="8647" y="632"/>
                  </a:lnTo>
                  <a:lnTo>
                    <a:pt x="9511" y="1137"/>
                  </a:lnTo>
                  <a:lnTo>
                    <a:pt x="10252" y="1896"/>
                  </a:lnTo>
                  <a:lnTo>
                    <a:pt x="10871" y="2654"/>
                  </a:lnTo>
                  <a:lnTo>
                    <a:pt x="11365" y="3665"/>
                  </a:lnTo>
                  <a:lnTo>
                    <a:pt x="11612" y="4550"/>
                  </a:lnTo>
                  <a:lnTo>
                    <a:pt x="11735" y="5561"/>
                  </a:lnTo>
                  <a:lnTo>
                    <a:pt x="11735" y="6572"/>
                  </a:lnTo>
                  <a:lnTo>
                    <a:pt x="11612" y="7584"/>
                  </a:lnTo>
                  <a:lnTo>
                    <a:pt x="11241" y="8595"/>
                  </a:lnTo>
                  <a:lnTo>
                    <a:pt x="10623" y="9479"/>
                  </a:lnTo>
                  <a:lnTo>
                    <a:pt x="10006" y="10238"/>
                  </a:lnTo>
                  <a:lnTo>
                    <a:pt x="9265" y="10870"/>
                  </a:lnTo>
                  <a:lnTo>
                    <a:pt x="8400" y="11376"/>
                  </a:lnTo>
                  <a:lnTo>
                    <a:pt x="7553" y="11700"/>
                  </a:lnTo>
                  <a:lnTo>
                    <a:pt x="7411" y="11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3"/>
            <p:cNvSpPr/>
            <p:nvPr/>
          </p:nvSpPr>
          <p:spPr>
            <a:xfrm>
              <a:off x="4153516" y="3078771"/>
              <a:ext cx="151022" cy="102377"/>
            </a:xfrm>
            <a:custGeom>
              <a:avLst/>
              <a:pathLst>
                <a:path w="151022" h="102377">
                  <a:moveTo>
                    <a:pt x="16063" y="98378"/>
                  </a:moveTo>
                  <a:lnTo>
                    <a:pt x="9388" y="102377"/>
                  </a:lnTo>
                  <a:lnTo>
                    <a:pt x="11118" y="100102"/>
                  </a:lnTo>
                  <a:lnTo>
                    <a:pt x="12476" y="96057"/>
                  </a:lnTo>
                  <a:lnTo>
                    <a:pt x="12398" y="95037"/>
                  </a:lnTo>
                  <a:lnTo>
                    <a:pt x="11983" y="89611"/>
                  </a:lnTo>
                  <a:lnTo>
                    <a:pt x="10007" y="86072"/>
                  </a:lnTo>
                  <a:lnTo>
                    <a:pt x="7412" y="83670"/>
                  </a:lnTo>
                  <a:lnTo>
                    <a:pt x="2594" y="81901"/>
                  </a:lnTo>
                  <a:lnTo>
                    <a:pt x="0" y="81901"/>
                  </a:lnTo>
                  <a:lnTo>
                    <a:pt x="140050" y="0"/>
                  </a:lnTo>
                  <a:lnTo>
                    <a:pt x="139467" y="2109"/>
                  </a:lnTo>
                  <a:lnTo>
                    <a:pt x="139240" y="4289"/>
                  </a:lnTo>
                  <a:lnTo>
                    <a:pt x="139374" y="6476"/>
                  </a:lnTo>
                  <a:lnTo>
                    <a:pt x="139866" y="8610"/>
                  </a:lnTo>
                  <a:lnTo>
                    <a:pt x="140702" y="10628"/>
                  </a:lnTo>
                  <a:lnTo>
                    <a:pt x="141858" y="12474"/>
                  </a:lnTo>
                  <a:lnTo>
                    <a:pt x="143300" y="14094"/>
                  </a:lnTo>
                  <a:lnTo>
                    <a:pt x="144989" y="15443"/>
                  </a:lnTo>
                  <a:lnTo>
                    <a:pt x="146875" y="16482"/>
                  </a:lnTo>
                  <a:lnTo>
                    <a:pt x="148905" y="17182"/>
                  </a:lnTo>
                  <a:lnTo>
                    <a:pt x="151022" y="17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4"/>
            <p:cNvSpPr/>
            <p:nvPr/>
          </p:nvSpPr>
          <p:spPr>
            <a:xfrm>
              <a:off x="4213144" y="3144580"/>
              <a:ext cx="48821" cy="58330"/>
            </a:xfrm>
            <a:custGeom>
              <a:avLst/>
              <a:pathLst>
                <a:path w="48821" h="58330">
                  <a:moveTo>
                    <a:pt x="0" y="12926"/>
                  </a:moveTo>
                  <a:lnTo>
                    <a:pt x="21242" y="0"/>
                  </a:lnTo>
                  <a:lnTo>
                    <a:pt x="48821" y="45395"/>
                  </a:lnTo>
                  <a:lnTo>
                    <a:pt x="27200" y="58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5"/>
            <p:cNvSpPr/>
            <p:nvPr/>
          </p:nvSpPr>
          <p:spPr>
            <a:xfrm>
              <a:off x="4273524" y="3245290"/>
              <a:ext cx="47548" cy="57506"/>
            </a:xfrm>
            <a:custGeom>
              <a:avLst/>
              <a:pathLst>
                <a:path w="47548" h="57506">
                  <a:moveTo>
                    <a:pt x="26604" y="57506"/>
                  </a:moveTo>
                  <a:lnTo>
                    <a:pt x="0" y="11823"/>
                  </a:lnTo>
                  <a:lnTo>
                    <a:pt x="21270" y="0"/>
                  </a:lnTo>
                  <a:lnTo>
                    <a:pt x="47548" y="45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6"/>
            <p:cNvSpPr/>
            <p:nvPr/>
          </p:nvSpPr>
          <p:spPr>
            <a:xfrm>
              <a:off x="4209283" y="3248648"/>
              <a:ext cx="47558" cy="58618"/>
            </a:xfrm>
            <a:custGeom>
              <a:avLst/>
              <a:pathLst>
                <a:path w="47558" h="58618">
                  <a:moveTo>
                    <a:pt x="0" y="12463"/>
                  </a:moveTo>
                  <a:lnTo>
                    <a:pt x="20095" y="0"/>
                  </a:lnTo>
                  <a:lnTo>
                    <a:pt x="47558" y="46761"/>
                  </a:lnTo>
                  <a:lnTo>
                    <a:pt x="27143" y="58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07"/>
            <p:cNvSpPr/>
            <p:nvPr/>
          </p:nvSpPr>
          <p:spPr>
            <a:xfrm>
              <a:off x="4424481" y="3330448"/>
              <a:ext cx="47196" cy="58104"/>
            </a:xfrm>
            <a:custGeom>
              <a:avLst/>
              <a:pathLst>
                <a:path w="47196" h="58104">
                  <a:moveTo>
                    <a:pt x="27619" y="58104"/>
                  </a:moveTo>
                  <a:lnTo>
                    <a:pt x="0" y="11906"/>
                  </a:lnTo>
                  <a:lnTo>
                    <a:pt x="19947" y="0"/>
                  </a:lnTo>
                  <a:lnTo>
                    <a:pt x="47196" y="46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08"/>
            <p:cNvSpPr/>
            <p:nvPr/>
          </p:nvSpPr>
          <p:spPr>
            <a:xfrm>
              <a:off x="4400141" y="3343992"/>
              <a:ext cx="47407" cy="58464"/>
            </a:xfrm>
            <a:custGeom>
              <a:avLst/>
              <a:pathLst>
                <a:path w="47407" h="58464">
                  <a:moveTo>
                    <a:pt x="25926" y="57307"/>
                  </a:moveTo>
                  <a:lnTo>
                    <a:pt x="0" y="12846"/>
                  </a:lnTo>
                  <a:lnTo>
                    <a:pt x="20328" y="0"/>
                  </a:lnTo>
                  <a:lnTo>
                    <a:pt x="47407" y="46956"/>
                  </a:lnTo>
                  <a:lnTo>
                    <a:pt x="28628" y="5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09"/>
            <p:cNvSpPr/>
            <p:nvPr/>
          </p:nvSpPr>
          <p:spPr>
            <a:xfrm>
              <a:off x="4332416" y="3257519"/>
              <a:ext cx="109616" cy="110059"/>
            </a:xfrm>
            <a:custGeom>
              <a:avLst/>
              <a:pathLst>
                <a:path w="109616" h="110059">
                  <a:moveTo>
                    <a:pt x="41334" y="110059"/>
                  </a:moveTo>
                  <a:lnTo>
                    <a:pt x="0" y="40148"/>
                  </a:lnTo>
                  <a:lnTo>
                    <a:pt x="68626" y="0"/>
                  </a:lnTo>
                  <a:lnTo>
                    <a:pt x="109616" y="68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0"/>
            <p:cNvSpPr/>
            <p:nvPr/>
          </p:nvSpPr>
          <p:spPr>
            <a:xfrm>
              <a:off x="3686109" y="2001714"/>
              <a:ext cx="46312" cy="58161"/>
            </a:xfrm>
            <a:custGeom>
              <a:avLst/>
              <a:pathLst>
                <a:path w="46312" h="58161">
                  <a:moveTo>
                    <a:pt x="0" y="11504"/>
                  </a:moveTo>
                  <a:lnTo>
                    <a:pt x="20270" y="0"/>
                  </a:lnTo>
                  <a:lnTo>
                    <a:pt x="46312" y="46418"/>
                  </a:lnTo>
                  <a:lnTo>
                    <a:pt x="26108" y="58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1"/>
            <p:cNvSpPr/>
            <p:nvPr/>
          </p:nvSpPr>
          <p:spPr>
            <a:xfrm>
              <a:off x="3487924" y="2004654"/>
              <a:ext cx="55377" cy="46599"/>
            </a:xfrm>
            <a:custGeom>
              <a:avLst/>
              <a:pathLst>
                <a:path w="55377" h="46599">
                  <a:moveTo>
                    <a:pt x="11784" y="46599"/>
                  </a:moveTo>
                  <a:lnTo>
                    <a:pt x="0" y="26178"/>
                  </a:lnTo>
                  <a:lnTo>
                    <a:pt x="44247" y="0"/>
                  </a:lnTo>
                  <a:lnTo>
                    <a:pt x="55377" y="204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2"/>
            <p:cNvSpPr/>
            <p:nvPr/>
          </p:nvSpPr>
          <p:spPr>
            <a:xfrm>
              <a:off x="3656163" y="2020210"/>
              <a:ext cx="45810" cy="57016"/>
            </a:xfrm>
            <a:custGeom>
              <a:avLst/>
              <a:pathLst>
                <a:path w="45810" h="57016">
                  <a:moveTo>
                    <a:pt x="0" y="11881"/>
                  </a:moveTo>
                  <a:lnTo>
                    <a:pt x="19888" y="0"/>
                  </a:lnTo>
                  <a:lnTo>
                    <a:pt x="45810" y="45360"/>
                  </a:lnTo>
                  <a:lnTo>
                    <a:pt x="26281" y="570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3"/>
            <p:cNvSpPr/>
            <p:nvPr/>
          </p:nvSpPr>
          <p:spPr>
            <a:xfrm>
              <a:off x="4165330" y="2763168"/>
              <a:ext cx="46102" cy="56783"/>
            </a:xfrm>
            <a:custGeom>
              <a:avLst/>
              <a:pathLst>
                <a:path w="46102" h="56783">
                  <a:moveTo>
                    <a:pt x="26373" y="56783"/>
                  </a:moveTo>
                  <a:lnTo>
                    <a:pt x="0" y="12132"/>
                  </a:lnTo>
                  <a:lnTo>
                    <a:pt x="19826" y="0"/>
                  </a:lnTo>
                  <a:lnTo>
                    <a:pt x="46102" y="449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4"/>
            <p:cNvSpPr/>
            <p:nvPr/>
          </p:nvSpPr>
          <p:spPr>
            <a:xfrm>
              <a:off x="4204363" y="2600247"/>
              <a:ext cx="44833" cy="55798"/>
            </a:xfrm>
            <a:custGeom>
              <a:avLst/>
              <a:pathLst>
                <a:path w="44833" h="55798">
                  <a:moveTo>
                    <a:pt x="0" y="11483"/>
                  </a:moveTo>
                  <a:lnTo>
                    <a:pt x="18958" y="0"/>
                  </a:lnTo>
                  <a:lnTo>
                    <a:pt x="44833" y="43665"/>
                  </a:lnTo>
                  <a:lnTo>
                    <a:pt x="24820" y="557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5"/>
            <p:cNvSpPr/>
            <p:nvPr/>
          </p:nvSpPr>
          <p:spPr>
            <a:xfrm>
              <a:off x="4011348" y="2840853"/>
              <a:ext cx="56408" cy="45439"/>
            </a:xfrm>
            <a:custGeom>
              <a:avLst/>
              <a:pathLst>
                <a:path w="56408" h="45439">
                  <a:moveTo>
                    <a:pt x="0" y="26246"/>
                  </a:moveTo>
                  <a:lnTo>
                    <a:pt x="44789" y="0"/>
                  </a:lnTo>
                  <a:lnTo>
                    <a:pt x="56408" y="19156"/>
                  </a:lnTo>
                  <a:lnTo>
                    <a:pt x="11721" y="45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6"/>
            <p:cNvSpPr/>
            <p:nvPr/>
          </p:nvSpPr>
          <p:spPr>
            <a:xfrm>
              <a:off x="4195602" y="2814196"/>
              <a:ext cx="45721" cy="56461"/>
            </a:xfrm>
            <a:custGeom>
              <a:avLst/>
              <a:pathLst>
                <a:path w="45721" h="56461">
                  <a:moveTo>
                    <a:pt x="0" y="11704"/>
                  </a:moveTo>
                  <a:lnTo>
                    <a:pt x="19278" y="0"/>
                  </a:lnTo>
                  <a:lnTo>
                    <a:pt x="45721" y="44352"/>
                  </a:lnTo>
                  <a:lnTo>
                    <a:pt x="26270" y="56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17"/>
            <p:cNvSpPr/>
            <p:nvPr/>
          </p:nvSpPr>
          <p:spPr>
            <a:xfrm>
              <a:off x="3997121" y="2816977"/>
              <a:ext cx="54621" cy="45179"/>
            </a:xfrm>
            <a:custGeom>
              <a:avLst/>
              <a:pathLst>
                <a:path w="54621" h="45179">
                  <a:moveTo>
                    <a:pt x="11365" y="45179"/>
                  </a:moveTo>
                  <a:lnTo>
                    <a:pt x="0" y="25840"/>
                  </a:lnTo>
                  <a:lnTo>
                    <a:pt x="43522" y="0"/>
                  </a:lnTo>
                  <a:lnTo>
                    <a:pt x="54621" y="189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18"/>
            <p:cNvSpPr/>
            <p:nvPr/>
          </p:nvSpPr>
          <p:spPr>
            <a:xfrm>
              <a:off x="4101659" y="2821088"/>
              <a:ext cx="54944" cy="45675"/>
            </a:xfrm>
            <a:custGeom>
              <a:avLst/>
              <a:pathLst>
                <a:path w="54944" h="45675">
                  <a:moveTo>
                    <a:pt x="0" y="25940"/>
                  </a:moveTo>
                  <a:lnTo>
                    <a:pt x="43257" y="0"/>
                  </a:lnTo>
                  <a:lnTo>
                    <a:pt x="54944" y="19374"/>
                  </a:lnTo>
                  <a:lnTo>
                    <a:pt x="11495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19"/>
            <p:cNvSpPr/>
            <p:nvPr/>
          </p:nvSpPr>
          <p:spPr>
            <a:xfrm>
              <a:off x="4234003" y="2824217"/>
              <a:ext cx="46817" cy="55508"/>
            </a:xfrm>
            <a:custGeom>
              <a:avLst/>
              <a:pathLst>
                <a:path w="46817" h="55508">
                  <a:moveTo>
                    <a:pt x="46817" y="44657"/>
                  </a:moveTo>
                  <a:lnTo>
                    <a:pt x="26313" y="55508"/>
                  </a:lnTo>
                  <a:lnTo>
                    <a:pt x="0" y="12027"/>
                  </a:lnTo>
                  <a:lnTo>
                    <a:pt x="1978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0"/>
            <p:cNvSpPr/>
            <p:nvPr/>
          </p:nvSpPr>
          <p:spPr>
            <a:xfrm>
              <a:off x="4170507" y="2828346"/>
              <a:ext cx="46261" cy="56922"/>
            </a:xfrm>
            <a:custGeom>
              <a:avLst/>
              <a:pathLst>
                <a:path w="46261" h="56922">
                  <a:moveTo>
                    <a:pt x="39713" y="33617"/>
                  </a:moveTo>
                  <a:lnTo>
                    <a:pt x="46261" y="45372"/>
                  </a:lnTo>
                  <a:lnTo>
                    <a:pt x="26490" y="56922"/>
                  </a:lnTo>
                  <a:lnTo>
                    <a:pt x="0" y="11546"/>
                  </a:lnTo>
                  <a:lnTo>
                    <a:pt x="198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1"/>
            <p:cNvSpPr/>
            <p:nvPr/>
          </p:nvSpPr>
          <p:spPr>
            <a:xfrm>
              <a:off x="4079472" y="2673895"/>
              <a:ext cx="45983" cy="56390"/>
            </a:xfrm>
            <a:custGeom>
              <a:avLst/>
              <a:pathLst>
                <a:path w="45983" h="56390">
                  <a:moveTo>
                    <a:pt x="26496" y="56390"/>
                  </a:moveTo>
                  <a:lnTo>
                    <a:pt x="0" y="11354"/>
                  </a:lnTo>
                  <a:lnTo>
                    <a:pt x="19999" y="0"/>
                  </a:lnTo>
                  <a:lnTo>
                    <a:pt x="45983" y="442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2"/>
            <p:cNvSpPr/>
            <p:nvPr/>
          </p:nvSpPr>
          <p:spPr>
            <a:xfrm>
              <a:off x="4204613" y="2758484"/>
              <a:ext cx="72123" cy="72463"/>
            </a:xfrm>
            <a:custGeom>
              <a:avLst/>
              <a:pathLst>
                <a:path w="72123" h="72463">
                  <a:moveTo>
                    <a:pt x="50225" y="58583"/>
                  </a:moveTo>
                  <a:lnTo>
                    <a:pt x="27054" y="72463"/>
                  </a:lnTo>
                  <a:lnTo>
                    <a:pt x="0" y="27717"/>
                  </a:lnTo>
                  <a:lnTo>
                    <a:pt x="22100" y="14360"/>
                  </a:lnTo>
                  <a:lnTo>
                    <a:pt x="25491" y="12310"/>
                  </a:lnTo>
                  <a:lnTo>
                    <a:pt x="45479" y="230"/>
                  </a:lnTo>
                  <a:lnTo>
                    <a:pt x="45860" y="0"/>
                  </a:lnTo>
                  <a:lnTo>
                    <a:pt x="57783" y="20640"/>
                  </a:lnTo>
                  <a:lnTo>
                    <a:pt x="70884" y="43320"/>
                  </a:lnTo>
                  <a:lnTo>
                    <a:pt x="72123" y="45465"/>
                  </a:lnTo>
                  <a:lnTo>
                    <a:pt x="58584" y="535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3"/>
            <p:cNvSpPr/>
            <p:nvPr/>
          </p:nvSpPr>
          <p:spPr>
            <a:xfrm>
              <a:off x="4084847" y="2568550"/>
              <a:ext cx="44448" cy="56088"/>
            </a:xfrm>
            <a:custGeom>
              <a:avLst/>
              <a:pathLst>
                <a:path w="44448" h="56088">
                  <a:moveTo>
                    <a:pt x="0" y="11581"/>
                  </a:moveTo>
                  <a:lnTo>
                    <a:pt x="19083" y="0"/>
                  </a:lnTo>
                  <a:lnTo>
                    <a:pt x="44448" y="44554"/>
                  </a:lnTo>
                  <a:lnTo>
                    <a:pt x="25307" y="560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4"/>
            <p:cNvSpPr/>
            <p:nvPr/>
          </p:nvSpPr>
          <p:spPr>
            <a:xfrm>
              <a:off x="4150156" y="2564556"/>
              <a:ext cx="43923" cy="54487"/>
            </a:xfrm>
            <a:custGeom>
              <a:avLst/>
              <a:pathLst>
                <a:path w="43923" h="54487">
                  <a:moveTo>
                    <a:pt x="25133" y="54487"/>
                  </a:moveTo>
                  <a:lnTo>
                    <a:pt x="0" y="11432"/>
                  </a:lnTo>
                  <a:lnTo>
                    <a:pt x="19718" y="0"/>
                  </a:lnTo>
                  <a:lnTo>
                    <a:pt x="43923" y="42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5"/>
            <p:cNvSpPr/>
            <p:nvPr/>
          </p:nvSpPr>
          <p:spPr>
            <a:xfrm>
              <a:off x="4175651" y="2724041"/>
              <a:ext cx="45798" cy="56522"/>
            </a:xfrm>
            <a:custGeom>
              <a:avLst/>
              <a:pathLst>
                <a:path w="45798" h="56522">
                  <a:moveTo>
                    <a:pt x="26211" y="56522"/>
                  </a:moveTo>
                  <a:lnTo>
                    <a:pt x="0" y="11936"/>
                  </a:lnTo>
                  <a:lnTo>
                    <a:pt x="19295" y="0"/>
                  </a:lnTo>
                  <a:lnTo>
                    <a:pt x="45798" y="44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6"/>
            <p:cNvSpPr/>
            <p:nvPr/>
          </p:nvSpPr>
          <p:spPr>
            <a:xfrm>
              <a:off x="4065163" y="2716160"/>
              <a:ext cx="43940" cy="55782"/>
            </a:xfrm>
            <a:custGeom>
              <a:avLst/>
              <a:pathLst>
                <a:path w="43940" h="55782">
                  <a:moveTo>
                    <a:pt x="0" y="11601"/>
                  </a:moveTo>
                  <a:lnTo>
                    <a:pt x="18909" y="0"/>
                  </a:lnTo>
                  <a:lnTo>
                    <a:pt x="43940" y="44757"/>
                  </a:lnTo>
                  <a:lnTo>
                    <a:pt x="25143" y="55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27"/>
            <p:cNvSpPr/>
            <p:nvPr/>
          </p:nvSpPr>
          <p:spPr>
            <a:xfrm>
              <a:off x="4241232" y="2719093"/>
              <a:ext cx="45389" cy="55821"/>
            </a:xfrm>
            <a:custGeom>
              <a:avLst/>
              <a:pathLst>
                <a:path w="45389" h="55821">
                  <a:moveTo>
                    <a:pt x="0" y="11370"/>
                  </a:moveTo>
                  <a:lnTo>
                    <a:pt x="19699" y="0"/>
                  </a:lnTo>
                  <a:lnTo>
                    <a:pt x="45389" y="44051"/>
                  </a:lnTo>
                  <a:lnTo>
                    <a:pt x="25667" y="558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28"/>
            <p:cNvSpPr/>
            <p:nvPr/>
          </p:nvSpPr>
          <p:spPr>
            <a:xfrm>
              <a:off x="4016021" y="2731179"/>
              <a:ext cx="53872" cy="45558"/>
            </a:xfrm>
            <a:custGeom>
              <a:avLst/>
              <a:pathLst>
                <a:path w="53872" h="45558">
                  <a:moveTo>
                    <a:pt x="0" y="26496"/>
                  </a:moveTo>
                  <a:lnTo>
                    <a:pt x="42921" y="0"/>
                  </a:lnTo>
                  <a:lnTo>
                    <a:pt x="53872" y="20143"/>
                  </a:lnTo>
                  <a:lnTo>
                    <a:pt x="11187" y="4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29"/>
            <p:cNvSpPr/>
            <p:nvPr/>
          </p:nvSpPr>
          <p:spPr>
            <a:xfrm>
              <a:off x="4126598" y="2738466"/>
              <a:ext cx="56161" cy="46621"/>
            </a:xfrm>
            <a:custGeom>
              <a:avLst/>
              <a:pathLst>
                <a:path w="56161" h="46621">
                  <a:moveTo>
                    <a:pt x="11510" y="46621"/>
                  </a:moveTo>
                  <a:lnTo>
                    <a:pt x="0" y="26723"/>
                  </a:lnTo>
                  <a:lnTo>
                    <a:pt x="43992" y="0"/>
                  </a:lnTo>
                  <a:lnTo>
                    <a:pt x="56161" y="204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0"/>
            <p:cNvSpPr/>
            <p:nvPr/>
          </p:nvSpPr>
          <p:spPr>
            <a:xfrm>
              <a:off x="4115771" y="2845773"/>
              <a:ext cx="56212" cy="46504"/>
            </a:xfrm>
            <a:custGeom>
              <a:avLst/>
              <a:pathLst>
                <a:path w="56212" h="46504">
                  <a:moveTo>
                    <a:pt x="0" y="27373"/>
                  </a:moveTo>
                  <a:lnTo>
                    <a:pt x="44478" y="0"/>
                  </a:lnTo>
                  <a:lnTo>
                    <a:pt x="55145" y="18306"/>
                  </a:lnTo>
                  <a:lnTo>
                    <a:pt x="56212" y="20201"/>
                  </a:lnTo>
                  <a:lnTo>
                    <a:pt x="11296" y="46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1"/>
            <p:cNvSpPr/>
            <p:nvPr/>
          </p:nvSpPr>
          <p:spPr>
            <a:xfrm>
              <a:off x="3972199" y="2845262"/>
              <a:ext cx="46679" cy="57183"/>
            </a:xfrm>
            <a:custGeom>
              <a:avLst/>
              <a:pathLst>
                <a:path w="46679" h="57183">
                  <a:moveTo>
                    <a:pt x="0" y="11648"/>
                  </a:moveTo>
                  <a:lnTo>
                    <a:pt x="20288" y="0"/>
                  </a:lnTo>
                  <a:lnTo>
                    <a:pt x="46679" y="44230"/>
                  </a:lnTo>
                  <a:lnTo>
                    <a:pt x="26012" y="57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2"/>
            <p:cNvSpPr/>
            <p:nvPr/>
          </p:nvSpPr>
          <p:spPr>
            <a:xfrm>
              <a:off x="4069911" y="2940471"/>
              <a:ext cx="55935" cy="45871"/>
            </a:xfrm>
            <a:custGeom>
              <a:avLst/>
              <a:pathLst>
                <a:path w="55935" h="45871">
                  <a:moveTo>
                    <a:pt x="0" y="26045"/>
                  </a:moveTo>
                  <a:lnTo>
                    <a:pt x="43897" y="0"/>
                  </a:lnTo>
                  <a:lnTo>
                    <a:pt x="55935" y="19771"/>
                  </a:lnTo>
                  <a:lnTo>
                    <a:pt x="11701" y="458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3"/>
            <p:cNvSpPr/>
            <p:nvPr/>
          </p:nvSpPr>
          <p:spPr>
            <a:xfrm>
              <a:off x="4265455" y="2705509"/>
              <a:ext cx="45745" cy="55559"/>
            </a:xfrm>
            <a:custGeom>
              <a:avLst/>
              <a:pathLst>
                <a:path w="45745" h="55559">
                  <a:moveTo>
                    <a:pt x="0" y="11164"/>
                  </a:moveTo>
                  <a:lnTo>
                    <a:pt x="20167" y="0"/>
                  </a:lnTo>
                  <a:lnTo>
                    <a:pt x="45745" y="43306"/>
                  </a:lnTo>
                  <a:lnTo>
                    <a:pt x="26188" y="555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4"/>
            <p:cNvSpPr/>
            <p:nvPr/>
          </p:nvSpPr>
          <p:spPr>
            <a:xfrm>
              <a:off x="4201361" y="2709134"/>
              <a:ext cx="46462" cy="56084"/>
            </a:xfrm>
            <a:custGeom>
              <a:avLst/>
              <a:pathLst>
                <a:path w="46462" h="56084">
                  <a:moveTo>
                    <a:pt x="26355" y="56084"/>
                  </a:moveTo>
                  <a:lnTo>
                    <a:pt x="0" y="12248"/>
                  </a:lnTo>
                  <a:lnTo>
                    <a:pt x="20115" y="0"/>
                  </a:lnTo>
                  <a:lnTo>
                    <a:pt x="46462" y="44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5"/>
            <p:cNvSpPr/>
            <p:nvPr/>
          </p:nvSpPr>
          <p:spPr>
            <a:xfrm>
              <a:off x="4109218" y="2709124"/>
              <a:ext cx="54707" cy="45300"/>
            </a:xfrm>
            <a:custGeom>
              <a:avLst/>
              <a:pathLst>
                <a:path w="54707" h="45300">
                  <a:moveTo>
                    <a:pt x="11488" y="45300"/>
                  </a:moveTo>
                  <a:lnTo>
                    <a:pt x="0" y="25961"/>
                  </a:lnTo>
                  <a:lnTo>
                    <a:pt x="43051" y="0"/>
                  </a:lnTo>
                  <a:lnTo>
                    <a:pt x="54707" y="19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6"/>
            <p:cNvSpPr/>
            <p:nvPr/>
          </p:nvSpPr>
          <p:spPr>
            <a:xfrm>
              <a:off x="4050140" y="2623245"/>
              <a:ext cx="44498" cy="54612"/>
            </a:xfrm>
            <a:custGeom>
              <a:avLst/>
              <a:pathLst>
                <a:path w="44498" h="54612">
                  <a:moveTo>
                    <a:pt x="25885" y="54612"/>
                  </a:moveTo>
                  <a:lnTo>
                    <a:pt x="0" y="11661"/>
                  </a:lnTo>
                  <a:lnTo>
                    <a:pt x="19624" y="0"/>
                  </a:lnTo>
                  <a:lnTo>
                    <a:pt x="44498" y="42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37"/>
            <p:cNvSpPr/>
            <p:nvPr/>
          </p:nvSpPr>
          <p:spPr>
            <a:xfrm>
              <a:off x="4208285" y="2649361"/>
              <a:ext cx="55878" cy="46121"/>
            </a:xfrm>
            <a:custGeom>
              <a:avLst/>
              <a:pathLst>
                <a:path w="55878" h="46121">
                  <a:moveTo>
                    <a:pt x="0" y="26556"/>
                  </a:moveTo>
                  <a:lnTo>
                    <a:pt x="44090" y="0"/>
                  </a:lnTo>
                  <a:lnTo>
                    <a:pt x="55878" y="19736"/>
                  </a:lnTo>
                  <a:lnTo>
                    <a:pt x="11391" y="46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38"/>
            <p:cNvSpPr/>
            <p:nvPr/>
          </p:nvSpPr>
          <p:spPr>
            <a:xfrm>
              <a:off x="4169741" y="2654216"/>
              <a:ext cx="46016" cy="56331"/>
            </a:xfrm>
            <a:custGeom>
              <a:avLst/>
              <a:pathLst>
                <a:path w="46016" h="56331">
                  <a:moveTo>
                    <a:pt x="0" y="11990"/>
                  </a:moveTo>
                  <a:lnTo>
                    <a:pt x="19487" y="0"/>
                  </a:lnTo>
                  <a:lnTo>
                    <a:pt x="46016" y="44568"/>
                  </a:lnTo>
                  <a:lnTo>
                    <a:pt x="25754" y="563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39"/>
            <p:cNvSpPr/>
            <p:nvPr/>
          </p:nvSpPr>
          <p:spPr>
            <a:xfrm>
              <a:off x="4134594" y="2524106"/>
              <a:ext cx="55584" cy="46369"/>
            </a:xfrm>
            <a:custGeom>
              <a:avLst/>
              <a:pathLst>
                <a:path w="55584" h="46369">
                  <a:moveTo>
                    <a:pt x="0" y="26658"/>
                  </a:moveTo>
                  <a:lnTo>
                    <a:pt x="43368" y="0"/>
                  </a:lnTo>
                  <a:lnTo>
                    <a:pt x="55584" y="19941"/>
                  </a:lnTo>
                  <a:lnTo>
                    <a:pt x="11889" y="4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0"/>
            <p:cNvSpPr/>
            <p:nvPr/>
          </p:nvSpPr>
          <p:spPr>
            <a:xfrm>
              <a:off x="4035761" y="2583088"/>
              <a:ext cx="55610" cy="46142"/>
            </a:xfrm>
            <a:custGeom>
              <a:avLst/>
              <a:pathLst>
                <a:path w="55610" h="46142">
                  <a:moveTo>
                    <a:pt x="0" y="25876"/>
                  </a:moveTo>
                  <a:lnTo>
                    <a:pt x="43140" y="0"/>
                  </a:lnTo>
                  <a:lnTo>
                    <a:pt x="55610" y="20653"/>
                  </a:lnTo>
                  <a:lnTo>
                    <a:pt x="11052" y="461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1"/>
            <p:cNvSpPr/>
            <p:nvPr/>
          </p:nvSpPr>
          <p:spPr>
            <a:xfrm>
              <a:off x="4270236" y="2769663"/>
              <a:ext cx="46246" cy="56104"/>
            </a:xfrm>
            <a:custGeom>
              <a:avLst/>
              <a:pathLst>
                <a:path w="46246" h="56104">
                  <a:moveTo>
                    <a:pt x="26246" y="56104"/>
                  </a:moveTo>
                  <a:lnTo>
                    <a:pt x="0" y="11877"/>
                  </a:lnTo>
                  <a:lnTo>
                    <a:pt x="19919" y="0"/>
                  </a:lnTo>
                  <a:lnTo>
                    <a:pt x="46246" y="4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2"/>
            <p:cNvSpPr/>
            <p:nvPr/>
          </p:nvSpPr>
          <p:spPr>
            <a:xfrm>
              <a:off x="4097053" y="2772045"/>
              <a:ext cx="44776" cy="54743"/>
            </a:xfrm>
            <a:custGeom>
              <a:avLst/>
              <a:pathLst>
                <a:path w="44776" h="54743">
                  <a:moveTo>
                    <a:pt x="0" y="11761"/>
                  </a:moveTo>
                  <a:lnTo>
                    <a:pt x="18860" y="0"/>
                  </a:lnTo>
                  <a:lnTo>
                    <a:pt x="44776" y="43194"/>
                  </a:lnTo>
                  <a:lnTo>
                    <a:pt x="25045" y="547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3"/>
            <p:cNvSpPr/>
            <p:nvPr/>
          </p:nvSpPr>
          <p:spPr>
            <a:xfrm>
              <a:off x="4140475" y="2777776"/>
              <a:ext cx="46114" cy="56160"/>
            </a:xfrm>
            <a:custGeom>
              <a:avLst/>
              <a:pathLst>
                <a:path w="46114" h="56160">
                  <a:moveTo>
                    <a:pt x="26051" y="56160"/>
                  </a:moveTo>
                  <a:lnTo>
                    <a:pt x="0" y="12226"/>
                  </a:lnTo>
                  <a:lnTo>
                    <a:pt x="20152" y="0"/>
                  </a:lnTo>
                  <a:lnTo>
                    <a:pt x="46114" y="449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4"/>
            <p:cNvSpPr/>
            <p:nvPr/>
          </p:nvSpPr>
          <p:spPr>
            <a:xfrm>
              <a:off x="4200633" y="2863395"/>
              <a:ext cx="55768" cy="46261"/>
            </a:xfrm>
            <a:custGeom>
              <a:avLst/>
              <a:pathLst>
                <a:path w="55768" h="46261">
                  <a:moveTo>
                    <a:pt x="11295" y="46261"/>
                  </a:moveTo>
                  <a:lnTo>
                    <a:pt x="0" y="26979"/>
                  </a:lnTo>
                  <a:lnTo>
                    <a:pt x="43585" y="0"/>
                  </a:lnTo>
                  <a:lnTo>
                    <a:pt x="55768" y="19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5"/>
            <p:cNvSpPr/>
            <p:nvPr/>
          </p:nvSpPr>
          <p:spPr>
            <a:xfrm>
              <a:off x="4155409" y="2871293"/>
              <a:ext cx="45907" cy="56967"/>
            </a:xfrm>
            <a:custGeom>
              <a:avLst/>
              <a:pathLst>
                <a:path w="45907" h="56967">
                  <a:moveTo>
                    <a:pt x="0" y="11725"/>
                  </a:moveTo>
                  <a:lnTo>
                    <a:pt x="19468" y="0"/>
                  </a:lnTo>
                  <a:lnTo>
                    <a:pt x="45907" y="44925"/>
                  </a:lnTo>
                  <a:lnTo>
                    <a:pt x="25655" y="5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6"/>
            <p:cNvSpPr/>
            <p:nvPr/>
          </p:nvSpPr>
          <p:spPr>
            <a:xfrm>
              <a:off x="4294812" y="2754586"/>
              <a:ext cx="46123" cy="56892"/>
            </a:xfrm>
            <a:custGeom>
              <a:avLst/>
              <a:pathLst>
                <a:path w="46123" h="56892">
                  <a:moveTo>
                    <a:pt x="46123" y="45365"/>
                  </a:moveTo>
                  <a:lnTo>
                    <a:pt x="26237" y="56892"/>
                  </a:lnTo>
                  <a:lnTo>
                    <a:pt x="0" y="12072"/>
                  </a:lnTo>
                  <a:lnTo>
                    <a:pt x="2001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47"/>
            <p:cNvSpPr/>
            <p:nvPr/>
          </p:nvSpPr>
          <p:spPr>
            <a:xfrm>
              <a:off x="4031052" y="2945620"/>
              <a:ext cx="45495" cy="55004"/>
            </a:xfrm>
            <a:custGeom>
              <a:avLst/>
              <a:pathLst>
                <a:path w="45495" h="55004">
                  <a:moveTo>
                    <a:pt x="0" y="11114"/>
                  </a:moveTo>
                  <a:lnTo>
                    <a:pt x="19619" y="0"/>
                  </a:lnTo>
                  <a:lnTo>
                    <a:pt x="45495" y="44003"/>
                  </a:lnTo>
                  <a:lnTo>
                    <a:pt x="26124" y="55004"/>
                  </a:lnTo>
                  <a:lnTo>
                    <a:pt x="829" y="12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48"/>
            <p:cNvSpPr/>
            <p:nvPr/>
          </p:nvSpPr>
          <p:spPr>
            <a:xfrm>
              <a:off x="4001789" y="2879480"/>
              <a:ext cx="54729" cy="45906"/>
            </a:xfrm>
            <a:custGeom>
              <a:avLst/>
              <a:pathLst>
                <a:path w="54729" h="45906">
                  <a:moveTo>
                    <a:pt x="0" y="26009"/>
                  </a:moveTo>
                  <a:lnTo>
                    <a:pt x="43816" y="0"/>
                  </a:lnTo>
                  <a:lnTo>
                    <a:pt x="54729" y="20092"/>
                  </a:lnTo>
                  <a:lnTo>
                    <a:pt x="11930" y="45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49"/>
            <p:cNvSpPr/>
            <p:nvPr/>
          </p:nvSpPr>
          <p:spPr>
            <a:xfrm>
              <a:off x="4106649" y="2886087"/>
              <a:ext cx="55128" cy="45832"/>
            </a:xfrm>
            <a:custGeom>
              <a:avLst/>
              <a:pathLst>
                <a:path w="55128" h="45832">
                  <a:moveTo>
                    <a:pt x="43642" y="0"/>
                  </a:moveTo>
                  <a:lnTo>
                    <a:pt x="55128" y="19359"/>
                  </a:lnTo>
                  <a:lnTo>
                    <a:pt x="11207" y="45832"/>
                  </a:lnTo>
                  <a:lnTo>
                    <a:pt x="0" y="26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0"/>
            <p:cNvSpPr/>
            <p:nvPr/>
          </p:nvSpPr>
          <p:spPr>
            <a:xfrm>
              <a:off x="4016919" y="2905532"/>
              <a:ext cx="55391" cy="45811"/>
            </a:xfrm>
            <a:custGeom>
              <a:avLst/>
              <a:pathLst>
                <a:path w="55391" h="45811">
                  <a:moveTo>
                    <a:pt x="0" y="25930"/>
                  </a:moveTo>
                  <a:lnTo>
                    <a:pt x="42885" y="0"/>
                  </a:lnTo>
                  <a:lnTo>
                    <a:pt x="55391" y="19833"/>
                  </a:lnTo>
                  <a:lnTo>
                    <a:pt x="11808" y="45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1"/>
            <p:cNvSpPr/>
            <p:nvPr/>
          </p:nvSpPr>
          <p:spPr>
            <a:xfrm>
              <a:off x="4120687" y="2909787"/>
              <a:ext cx="55163" cy="46092"/>
            </a:xfrm>
            <a:custGeom>
              <a:avLst/>
              <a:pathLst>
                <a:path w="55163" h="46092">
                  <a:moveTo>
                    <a:pt x="11393" y="46092"/>
                  </a:moveTo>
                  <a:lnTo>
                    <a:pt x="0" y="26536"/>
                  </a:lnTo>
                  <a:lnTo>
                    <a:pt x="43469" y="0"/>
                  </a:lnTo>
                  <a:lnTo>
                    <a:pt x="55163" y="20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2"/>
            <p:cNvSpPr/>
            <p:nvPr/>
          </p:nvSpPr>
          <p:spPr>
            <a:xfrm>
              <a:off x="4055827" y="2916061"/>
              <a:ext cx="55238" cy="45233"/>
            </a:xfrm>
            <a:custGeom>
              <a:avLst/>
              <a:pathLst>
                <a:path w="55238" h="45233">
                  <a:moveTo>
                    <a:pt x="0" y="26899"/>
                  </a:moveTo>
                  <a:lnTo>
                    <a:pt x="44074" y="0"/>
                  </a:lnTo>
                  <a:lnTo>
                    <a:pt x="55238" y="18935"/>
                  </a:lnTo>
                  <a:lnTo>
                    <a:pt x="11579" y="45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3"/>
            <p:cNvSpPr/>
            <p:nvPr/>
          </p:nvSpPr>
          <p:spPr>
            <a:xfrm>
              <a:off x="4053403" y="2852103"/>
              <a:ext cx="67033" cy="68218"/>
            </a:xfrm>
            <a:custGeom>
              <a:avLst/>
              <a:pathLst>
                <a:path w="67033" h="68218">
                  <a:moveTo>
                    <a:pt x="66092" y="45187"/>
                  </a:moveTo>
                  <a:lnTo>
                    <a:pt x="27906" y="68218"/>
                  </a:lnTo>
                  <a:lnTo>
                    <a:pt x="24195" y="67542"/>
                  </a:lnTo>
                  <a:lnTo>
                    <a:pt x="0" y="26612"/>
                  </a:lnTo>
                  <a:lnTo>
                    <a:pt x="550" y="23013"/>
                  </a:lnTo>
                  <a:lnTo>
                    <a:pt x="19496" y="11712"/>
                  </a:lnTo>
                  <a:lnTo>
                    <a:pt x="39131" y="0"/>
                  </a:lnTo>
                  <a:lnTo>
                    <a:pt x="42723" y="717"/>
                  </a:lnTo>
                  <a:lnTo>
                    <a:pt x="58704" y="28181"/>
                  </a:lnTo>
                  <a:lnTo>
                    <a:pt x="67033" y="4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4"/>
            <p:cNvSpPr/>
            <p:nvPr/>
          </p:nvSpPr>
          <p:spPr>
            <a:xfrm>
              <a:off x="4114818" y="2603491"/>
              <a:ext cx="70958" cy="72100"/>
            </a:xfrm>
            <a:custGeom>
              <a:avLst/>
              <a:pathLst>
                <a:path w="70958" h="72100">
                  <a:moveTo>
                    <a:pt x="42430" y="62086"/>
                  </a:moveTo>
                  <a:lnTo>
                    <a:pt x="25916" y="72100"/>
                  </a:lnTo>
                  <a:lnTo>
                    <a:pt x="24851" y="70225"/>
                  </a:lnTo>
                  <a:lnTo>
                    <a:pt x="13678" y="50547"/>
                  </a:lnTo>
                  <a:lnTo>
                    <a:pt x="0" y="26457"/>
                  </a:lnTo>
                  <a:lnTo>
                    <a:pt x="18046" y="15530"/>
                  </a:lnTo>
                  <a:lnTo>
                    <a:pt x="43694" y="0"/>
                  </a:lnTo>
                  <a:lnTo>
                    <a:pt x="44512" y="79"/>
                  </a:lnTo>
                  <a:lnTo>
                    <a:pt x="45175" y="1200"/>
                  </a:lnTo>
                  <a:lnTo>
                    <a:pt x="56565" y="20454"/>
                  </a:lnTo>
                  <a:lnTo>
                    <a:pt x="70958" y="44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5"/>
            <p:cNvSpPr/>
            <p:nvPr/>
          </p:nvSpPr>
          <p:spPr>
            <a:xfrm>
              <a:off x="3971465" y="2656213"/>
              <a:ext cx="56089" cy="45048"/>
            </a:xfrm>
            <a:custGeom>
              <a:avLst/>
              <a:pathLst>
                <a:path w="56089" h="45048">
                  <a:moveTo>
                    <a:pt x="10729" y="45048"/>
                  </a:moveTo>
                  <a:lnTo>
                    <a:pt x="0" y="25454"/>
                  </a:lnTo>
                  <a:lnTo>
                    <a:pt x="43660" y="0"/>
                  </a:lnTo>
                  <a:lnTo>
                    <a:pt x="56089" y="1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6"/>
            <p:cNvSpPr/>
            <p:nvPr/>
          </p:nvSpPr>
          <p:spPr>
            <a:xfrm>
              <a:off x="3725037" y="2410266"/>
              <a:ext cx="56502" cy="46457"/>
            </a:xfrm>
            <a:custGeom>
              <a:avLst/>
              <a:pathLst>
                <a:path w="56502" h="46457">
                  <a:moveTo>
                    <a:pt x="12106" y="46457"/>
                  </a:moveTo>
                  <a:lnTo>
                    <a:pt x="0" y="25981"/>
                  </a:lnTo>
                  <a:lnTo>
                    <a:pt x="44025" y="0"/>
                  </a:lnTo>
                  <a:lnTo>
                    <a:pt x="56502" y="20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57"/>
            <p:cNvSpPr/>
            <p:nvPr/>
          </p:nvSpPr>
          <p:spPr>
            <a:xfrm>
              <a:off x="3829435" y="2414687"/>
              <a:ext cx="56826" cy="47146"/>
            </a:xfrm>
            <a:custGeom>
              <a:avLst/>
              <a:pathLst>
                <a:path w="56826" h="47146">
                  <a:moveTo>
                    <a:pt x="12230" y="47146"/>
                  </a:moveTo>
                  <a:lnTo>
                    <a:pt x="0" y="26543"/>
                  </a:lnTo>
                  <a:lnTo>
                    <a:pt x="44720" y="0"/>
                  </a:lnTo>
                  <a:lnTo>
                    <a:pt x="56826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58"/>
            <p:cNvSpPr/>
            <p:nvPr/>
          </p:nvSpPr>
          <p:spPr>
            <a:xfrm>
              <a:off x="3634446" y="2269128"/>
              <a:ext cx="46244" cy="57123"/>
            </a:xfrm>
            <a:custGeom>
              <a:avLst/>
              <a:pathLst>
                <a:path w="46244" h="57123">
                  <a:moveTo>
                    <a:pt x="0" y="11164"/>
                  </a:moveTo>
                  <a:lnTo>
                    <a:pt x="19791" y="0"/>
                  </a:lnTo>
                  <a:lnTo>
                    <a:pt x="46244" y="45620"/>
                  </a:lnTo>
                  <a:lnTo>
                    <a:pt x="26849" y="57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59"/>
            <p:cNvSpPr/>
            <p:nvPr/>
          </p:nvSpPr>
          <p:spPr>
            <a:xfrm>
              <a:off x="3906612" y="2545152"/>
              <a:ext cx="55941" cy="46884"/>
            </a:xfrm>
            <a:custGeom>
              <a:avLst/>
              <a:pathLst>
                <a:path w="55941" h="46884">
                  <a:moveTo>
                    <a:pt x="11429" y="46884"/>
                  </a:moveTo>
                  <a:lnTo>
                    <a:pt x="0" y="26576"/>
                  </a:lnTo>
                  <a:lnTo>
                    <a:pt x="44021" y="0"/>
                  </a:lnTo>
                  <a:lnTo>
                    <a:pt x="55941" y="20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0"/>
            <p:cNvSpPr/>
            <p:nvPr/>
          </p:nvSpPr>
          <p:spPr>
            <a:xfrm>
              <a:off x="4025008" y="2690790"/>
              <a:ext cx="56295" cy="47225"/>
            </a:xfrm>
            <a:custGeom>
              <a:avLst/>
              <a:pathLst>
                <a:path w="56295" h="47225">
                  <a:moveTo>
                    <a:pt x="0" y="25500"/>
                  </a:moveTo>
                  <a:lnTo>
                    <a:pt x="44518" y="0"/>
                  </a:lnTo>
                  <a:lnTo>
                    <a:pt x="56295" y="20616"/>
                  </a:lnTo>
                  <a:lnTo>
                    <a:pt x="11698" y="472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1"/>
            <p:cNvSpPr/>
            <p:nvPr/>
          </p:nvSpPr>
          <p:spPr>
            <a:xfrm>
              <a:off x="3690545" y="2119985"/>
              <a:ext cx="55211" cy="47045"/>
            </a:xfrm>
            <a:custGeom>
              <a:avLst/>
              <a:pathLst>
                <a:path w="55211" h="47045">
                  <a:moveTo>
                    <a:pt x="11853" y="47045"/>
                  </a:moveTo>
                  <a:lnTo>
                    <a:pt x="0" y="26470"/>
                  </a:lnTo>
                  <a:lnTo>
                    <a:pt x="43389" y="0"/>
                  </a:lnTo>
                  <a:lnTo>
                    <a:pt x="55211" y="205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2"/>
            <p:cNvSpPr/>
            <p:nvPr/>
          </p:nvSpPr>
          <p:spPr>
            <a:xfrm>
              <a:off x="3862330" y="2470109"/>
              <a:ext cx="55625" cy="45297"/>
            </a:xfrm>
            <a:custGeom>
              <a:avLst/>
              <a:pathLst>
                <a:path w="55625" h="45297">
                  <a:moveTo>
                    <a:pt x="11008" y="45297"/>
                  </a:moveTo>
                  <a:lnTo>
                    <a:pt x="0" y="26147"/>
                  </a:lnTo>
                  <a:lnTo>
                    <a:pt x="43615" y="0"/>
                  </a:lnTo>
                  <a:lnTo>
                    <a:pt x="55625" y="198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3"/>
            <p:cNvSpPr/>
            <p:nvPr/>
          </p:nvSpPr>
          <p:spPr>
            <a:xfrm>
              <a:off x="3901022" y="2479991"/>
              <a:ext cx="55696" cy="45205"/>
            </a:xfrm>
            <a:custGeom>
              <a:avLst/>
              <a:pathLst>
                <a:path w="55696" h="45205">
                  <a:moveTo>
                    <a:pt x="11213" y="45205"/>
                  </a:moveTo>
                  <a:lnTo>
                    <a:pt x="0" y="25729"/>
                  </a:lnTo>
                  <a:lnTo>
                    <a:pt x="44162" y="0"/>
                  </a:lnTo>
                  <a:lnTo>
                    <a:pt x="55696" y="20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4"/>
            <p:cNvSpPr/>
            <p:nvPr/>
          </p:nvSpPr>
          <p:spPr>
            <a:xfrm>
              <a:off x="3639494" y="2165232"/>
              <a:ext cx="46595" cy="56313"/>
            </a:xfrm>
            <a:custGeom>
              <a:avLst/>
              <a:pathLst>
                <a:path w="46595" h="56313">
                  <a:moveTo>
                    <a:pt x="26515" y="56313"/>
                  </a:moveTo>
                  <a:lnTo>
                    <a:pt x="0" y="10964"/>
                  </a:lnTo>
                  <a:lnTo>
                    <a:pt x="19444" y="0"/>
                  </a:lnTo>
                  <a:lnTo>
                    <a:pt x="46595" y="449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5"/>
            <p:cNvSpPr/>
            <p:nvPr/>
          </p:nvSpPr>
          <p:spPr>
            <a:xfrm>
              <a:off x="3590205" y="2179045"/>
              <a:ext cx="55948" cy="47638"/>
            </a:xfrm>
            <a:custGeom>
              <a:avLst/>
              <a:pathLst>
                <a:path w="55948" h="47638">
                  <a:moveTo>
                    <a:pt x="12394" y="47638"/>
                  </a:moveTo>
                  <a:lnTo>
                    <a:pt x="0" y="26607"/>
                  </a:lnTo>
                  <a:lnTo>
                    <a:pt x="44473" y="0"/>
                  </a:lnTo>
                  <a:lnTo>
                    <a:pt x="55948" y="206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6"/>
            <p:cNvSpPr/>
            <p:nvPr/>
          </p:nvSpPr>
          <p:spPr>
            <a:xfrm>
              <a:off x="3759440" y="2196352"/>
              <a:ext cx="45511" cy="56048"/>
            </a:xfrm>
            <a:custGeom>
              <a:avLst/>
              <a:pathLst>
                <a:path w="45511" h="56048">
                  <a:moveTo>
                    <a:pt x="25440" y="56048"/>
                  </a:moveTo>
                  <a:lnTo>
                    <a:pt x="0" y="12133"/>
                  </a:lnTo>
                  <a:lnTo>
                    <a:pt x="20136" y="0"/>
                  </a:lnTo>
                  <a:lnTo>
                    <a:pt x="45511" y="44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67"/>
            <p:cNvSpPr/>
            <p:nvPr/>
          </p:nvSpPr>
          <p:spPr>
            <a:xfrm>
              <a:off x="3809576" y="2324037"/>
              <a:ext cx="56363" cy="47535"/>
            </a:xfrm>
            <a:custGeom>
              <a:avLst/>
              <a:pathLst>
                <a:path w="56363" h="47535">
                  <a:moveTo>
                    <a:pt x="11334" y="47535"/>
                  </a:moveTo>
                  <a:lnTo>
                    <a:pt x="0" y="26640"/>
                  </a:lnTo>
                  <a:lnTo>
                    <a:pt x="44623" y="0"/>
                  </a:lnTo>
                  <a:lnTo>
                    <a:pt x="56363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68"/>
            <p:cNvSpPr/>
            <p:nvPr/>
          </p:nvSpPr>
          <p:spPr>
            <a:xfrm>
              <a:off x="3720071" y="2345241"/>
              <a:ext cx="56608" cy="45882"/>
            </a:xfrm>
            <a:custGeom>
              <a:avLst/>
              <a:pathLst>
                <a:path w="56608" h="45882">
                  <a:moveTo>
                    <a:pt x="11862" y="45882"/>
                  </a:moveTo>
                  <a:lnTo>
                    <a:pt x="0" y="26273"/>
                  </a:lnTo>
                  <a:lnTo>
                    <a:pt x="44723" y="0"/>
                  </a:lnTo>
                  <a:lnTo>
                    <a:pt x="56608" y="191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69"/>
            <p:cNvSpPr/>
            <p:nvPr/>
          </p:nvSpPr>
          <p:spPr>
            <a:xfrm>
              <a:off x="3629757" y="2203044"/>
              <a:ext cx="45792" cy="58175"/>
            </a:xfrm>
            <a:custGeom>
              <a:avLst/>
              <a:pathLst>
                <a:path w="45792" h="58175">
                  <a:moveTo>
                    <a:pt x="26397" y="58175"/>
                  </a:moveTo>
                  <a:lnTo>
                    <a:pt x="0" y="12603"/>
                  </a:lnTo>
                  <a:lnTo>
                    <a:pt x="19083" y="0"/>
                  </a:lnTo>
                  <a:lnTo>
                    <a:pt x="45792" y="465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0"/>
            <p:cNvSpPr/>
            <p:nvPr/>
          </p:nvSpPr>
          <p:spPr>
            <a:xfrm>
              <a:off x="3770311" y="2314841"/>
              <a:ext cx="57154" cy="45846"/>
            </a:xfrm>
            <a:custGeom>
              <a:avLst/>
              <a:pathLst>
                <a:path w="57154" h="45846">
                  <a:moveTo>
                    <a:pt x="11612" y="45846"/>
                  </a:moveTo>
                  <a:lnTo>
                    <a:pt x="0" y="25875"/>
                  </a:lnTo>
                  <a:lnTo>
                    <a:pt x="45362" y="0"/>
                  </a:lnTo>
                  <a:lnTo>
                    <a:pt x="57154" y="20285"/>
                  </a:lnTo>
                  <a:lnTo>
                    <a:pt x="38922" y="2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1"/>
            <p:cNvSpPr/>
            <p:nvPr/>
          </p:nvSpPr>
          <p:spPr>
            <a:xfrm>
              <a:off x="3705221" y="2320972"/>
              <a:ext cx="56950" cy="45333"/>
            </a:xfrm>
            <a:custGeom>
              <a:avLst/>
              <a:pathLst>
                <a:path w="56950" h="45333">
                  <a:moveTo>
                    <a:pt x="12119" y="45333"/>
                  </a:moveTo>
                  <a:lnTo>
                    <a:pt x="0" y="25685"/>
                  </a:lnTo>
                  <a:lnTo>
                    <a:pt x="44699" y="0"/>
                  </a:lnTo>
                  <a:lnTo>
                    <a:pt x="56950" y="19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2"/>
            <p:cNvSpPr/>
            <p:nvPr/>
          </p:nvSpPr>
          <p:spPr>
            <a:xfrm>
              <a:off x="4005280" y="2616516"/>
              <a:ext cx="46122" cy="56085"/>
            </a:xfrm>
            <a:custGeom>
              <a:avLst/>
              <a:pathLst>
                <a:path w="46122" h="56085">
                  <a:moveTo>
                    <a:pt x="0" y="12091"/>
                  </a:moveTo>
                  <a:lnTo>
                    <a:pt x="19842" y="0"/>
                  </a:lnTo>
                  <a:lnTo>
                    <a:pt x="46122" y="44461"/>
                  </a:lnTo>
                  <a:lnTo>
                    <a:pt x="25950" y="56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3"/>
            <p:cNvSpPr/>
            <p:nvPr/>
          </p:nvSpPr>
          <p:spPr>
            <a:xfrm>
              <a:off x="4009566" y="2664534"/>
              <a:ext cx="55761" cy="46687"/>
            </a:xfrm>
            <a:custGeom>
              <a:avLst/>
              <a:pathLst>
                <a:path w="55761" h="46687">
                  <a:moveTo>
                    <a:pt x="0" y="26932"/>
                  </a:moveTo>
                  <a:lnTo>
                    <a:pt x="44428" y="0"/>
                  </a:lnTo>
                  <a:lnTo>
                    <a:pt x="55761" y="21019"/>
                  </a:lnTo>
                  <a:lnTo>
                    <a:pt x="11890" y="466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4"/>
            <p:cNvSpPr/>
            <p:nvPr/>
          </p:nvSpPr>
          <p:spPr>
            <a:xfrm>
              <a:off x="3729219" y="2145126"/>
              <a:ext cx="46033" cy="57005"/>
            </a:xfrm>
            <a:custGeom>
              <a:avLst/>
              <a:pathLst>
                <a:path w="46033" h="57005">
                  <a:moveTo>
                    <a:pt x="26221" y="57005"/>
                  </a:moveTo>
                  <a:lnTo>
                    <a:pt x="0" y="10840"/>
                  </a:lnTo>
                  <a:lnTo>
                    <a:pt x="18963" y="0"/>
                  </a:lnTo>
                  <a:lnTo>
                    <a:pt x="46033" y="447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5"/>
            <p:cNvSpPr/>
            <p:nvPr/>
          </p:nvSpPr>
          <p:spPr>
            <a:xfrm>
              <a:off x="3665922" y="2149458"/>
              <a:ext cx="46114" cy="56552"/>
            </a:xfrm>
            <a:custGeom>
              <a:avLst/>
              <a:pathLst>
                <a:path w="46114" h="56552">
                  <a:moveTo>
                    <a:pt x="26179" y="56552"/>
                  </a:moveTo>
                  <a:lnTo>
                    <a:pt x="0" y="11781"/>
                  </a:lnTo>
                  <a:lnTo>
                    <a:pt x="19385" y="0"/>
                  </a:lnTo>
                  <a:lnTo>
                    <a:pt x="46114" y="44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6"/>
            <p:cNvSpPr/>
            <p:nvPr/>
          </p:nvSpPr>
          <p:spPr>
            <a:xfrm>
              <a:off x="3704816" y="2158939"/>
              <a:ext cx="45692" cy="56589"/>
            </a:xfrm>
            <a:custGeom>
              <a:avLst/>
              <a:pathLst>
                <a:path w="45692" h="56589">
                  <a:moveTo>
                    <a:pt x="25942" y="56589"/>
                  </a:moveTo>
                  <a:lnTo>
                    <a:pt x="0" y="11844"/>
                  </a:lnTo>
                  <a:lnTo>
                    <a:pt x="19768" y="0"/>
                  </a:lnTo>
                  <a:lnTo>
                    <a:pt x="45692" y="453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77"/>
            <p:cNvSpPr/>
            <p:nvPr/>
          </p:nvSpPr>
          <p:spPr>
            <a:xfrm>
              <a:off x="3736008" y="2211257"/>
              <a:ext cx="43551" cy="55493"/>
            </a:xfrm>
            <a:custGeom>
              <a:avLst/>
              <a:pathLst>
                <a:path w="43551" h="55493">
                  <a:moveTo>
                    <a:pt x="24575" y="55493"/>
                  </a:moveTo>
                  <a:lnTo>
                    <a:pt x="0" y="11087"/>
                  </a:lnTo>
                  <a:lnTo>
                    <a:pt x="18899" y="0"/>
                  </a:lnTo>
                  <a:lnTo>
                    <a:pt x="43551" y="4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78"/>
            <p:cNvSpPr/>
            <p:nvPr/>
          </p:nvSpPr>
          <p:spPr>
            <a:xfrm>
              <a:off x="3605885" y="2218817"/>
              <a:ext cx="44921" cy="56596"/>
            </a:xfrm>
            <a:custGeom>
              <a:avLst/>
              <a:pathLst>
                <a:path w="44921" h="56596">
                  <a:moveTo>
                    <a:pt x="25291" y="56596"/>
                  </a:moveTo>
                  <a:lnTo>
                    <a:pt x="0" y="11795"/>
                  </a:lnTo>
                  <a:lnTo>
                    <a:pt x="18440" y="0"/>
                  </a:lnTo>
                  <a:lnTo>
                    <a:pt x="44921" y="45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79"/>
            <p:cNvSpPr/>
            <p:nvPr/>
          </p:nvSpPr>
          <p:spPr>
            <a:xfrm>
              <a:off x="3763008" y="2245474"/>
              <a:ext cx="56227" cy="45939"/>
            </a:xfrm>
            <a:custGeom>
              <a:avLst/>
              <a:pathLst>
                <a:path w="56227" h="45939">
                  <a:moveTo>
                    <a:pt x="12026" y="45939"/>
                  </a:moveTo>
                  <a:lnTo>
                    <a:pt x="0" y="26116"/>
                  </a:lnTo>
                  <a:lnTo>
                    <a:pt x="44187" y="0"/>
                  </a:lnTo>
                  <a:lnTo>
                    <a:pt x="56227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0"/>
            <p:cNvSpPr/>
            <p:nvPr/>
          </p:nvSpPr>
          <p:spPr>
            <a:xfrm>
              <a:off x="3836403" y="2585378"/>
              <a:ext cx="88796" cy="76124"/>
            </a:xfrm>
            <a:custGeom>
              <a:avLst/>
              <a:pathLst>
                <a:path w="88796" h="76124">
                  <a:moveTo>
                    <a:pt x="21112" y="76124"/>
                  </a:moveTo>
                  <a:lnTo>
                    <a:pt x="0" y="38805"/>
                  </a:lnTo>
                  <a:lnTo>
                    <a:pt x="67650" y="0"/>
                  </a:lnTo>
                  <a:lnTo>
                    <a:pt x="88796" y="35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1"/>
            <p:cNvSpPr/>
            <p:nvPr/>
          </p:nvSpPr>
          <p:spPr>
            <a:xfrm>
              <a:off x="3955152" y="2530961"/>
              <a:ext cx="45909" cy="56671"/>
            </a:xfrm>
            <a:custGeom>
              <a:avLst/>
              <a:pathLst>
                <a:path w="45909" h="56671">
                  <a:moveTo>
                    <a:pt x="26131" y="56671"/>
                  </a:moveTo>
                  <a:lnTo>
                    <a:pt x="0" y="11658"/>
                  </a:lnTo>
                  <a:lnTo>
                    <a:pt x="20248" y="0"/>
                  </a:lnTo>
                  <a:lnTo>
                    <a:pt x="45909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2"/>
            <p:cNvSpPr/>
            <p:nvPr/>
          </p:nvSpPr>
          <p:spPr>
            <a:xfrm>
              <a:off x="3668810" y="2200514"/>
              <a:ext cx="73745" cy="73112"/>
            </a:xfrm>
            <a:custGeom>
              <a:avLst/>
              <a:pathLst>
                <a:path w="73745" h="73112">
                  <a:moveTo>
                    <a:pt x="26313" y="73112"/>
                  </a:moveTo>
                  <a:lnTo>
                    <a:pt x="0" y="27988"/>
                  </a:lnTo>
                  <a:lnTo>
                    <a:pt x="46654" y="0"/>
                  </a:lnTo>
                  <a:lnTo>
                    <a:pt x="73745" y="466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3"/>
            <p:cNvSpPr/>
            <p:nvPr/>
          </p:nvSpPr>
          <p:spPr>
            <a:xfrm>
              <a:off x="3880176" y="2660248"/>
              <a:ext cx="110254" cy="110918"/>
            </a:xfrm>
            <a:custGeom>
              <a:avLst/>
              <a:pathLst>
                <a:path w="110254" h="110918">
                  <a:moveTo>
                    <a:pt x="68869" y="0"/>
                  </a:moveTo>
                  <a:lnTo>
                    <a:pt x="110254" y="70434"/>
                  </a:lnTo>
                  <a:lnTo>
                    <a:pt x="41158" y="110918"/>
                  </a:lnTo>
                  <a:lnTo>
                    <a:pt x="0" y="406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4"/>
            <p:cNvSpPr/>
            <p:nvPr/>
          </p:nvSpPr>
          <p:spPr>
            <a:xfrm>
              <a:off x="3955981" y="2631245"/>
              <a:ext cx="56998" cy="45354"/>
            </a:xfrm>
            <a:custGeom>
              <a:avLst/>
              <a:pathLst>
                <a:path w="56998" h="45354">
                  <a:moveTo>
                    <a:pt x="12414" y="45354"/>
                  </a:moveTo>
                  <a:lnTo>
                    <a:pt x="0" y="25507"/>
                  </a:lnTo>
                  <a:lnTo>
                    <a:pt x="44492" y="0"/>
                  </a:lnTo>
                  <a:lnTo>
                    <a:pt x="56998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5"/>
            <p:cNvSpPr/>
            <p:nvPr/>
          </p:nvSpPr>
          <p:spPr>
            <a:xfrm>
              <a:off x="3846889" y="2445625"/>
              <a:ext cx="56672" cy="46187"/>
            </a:xfrm>
            <a:custGeom>
              <a:avLst/>
              <a:pathLst>
                <a:path w="56672" h="46187">
                  <a:moveTo>
                    <a:pt x="12676" y="46187"/>
                  </a:moveTo>
                  <a:lnTo>
                    <a:pt x="0" y="26424"/>
                  </a:lnTo>
                  <a:lnTo>
                    <a:pt x="45150" y="0"/>
                  </a:lnTo>
                  <a:lnTo>
                    <a:pt x="56672" y="20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6"/>
            <p:cNvSpPr/>
            <p:nvPr/>
          </p:nvSpPr>
          <p:spPr>
            <a:xfrm>
              <a:off x="3739692" y="2449056"/>
              <a:ext cx="47355" cy="56870"/>
            </a:xfrm>
            <a:custGeom>
              <a:avLst/>
              <a:pathLst>
                <a:path w="47355" h="56870">
                  <a:moveTo>
                    <a:pt x="26923" y="56870"/>
                  </a:moveTo>
                  <a:lnTo>
                    <a:pt x="0" y="11748"/>
                  </a:lnTo>
                  <a:lnTo>
                    <a:pt x="20568" y="0"/>
                  </a:lnTo>
                  <a:lnTo>
                    <a:pt x="47355" y="45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87"/>
            <p:cNvSpPr/>
            <p:nvPr/>
          </p:nvSpPr>
          <p:spPr>
            <a:xfrm>
              <a:off x="3756484" y="2289364"/>
              <a:ext cx="56472" cy="47504"/>
            </a:xfrm>
            <a:custGeom>
              <a:avLst/>
              <a:pathLst>
                <a:path w="56472" h="47504">
                  <a:moveTo>
                    <a:pt x="11941" y="47504"/>
                  </a:moveTo>
                  <a:lnTo>
                    <a:pt x="0" y="27533"/>
                  </a:lnTo>
                  <a:lnTo>
                    <a:pt x="44518" y="0"/>
                  </a:lnTo>
                  <a:lnTo>
                    <a:pt x="56472" y="20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88"/>
            <p:cNvSpPr/>
            <p:nvPr/>
          </p:nvSpPr>
          <p:spPr>
            <a:xfrm>
              <a:off x="3664309" y="2303933"/>
              <a:ext cx="55942" cy="47023"/>
            </a:xfrm>
            <a:custGeom>
              <a:avLst/>
              <a:pathLst>
                <a:path w="55942" h="47023">
                  <a:moveTo>
                    <a:pt x="11153" y="47023"/>
                  </a:moveTo>
                  <a:lnTo>
                    <a:pt x="0" y="27071"/>
                  </a:lnTo>
                  <a:lnTo>
                    <a:pt x="43750" y="0"/>
                  </a:lnTo>
                  <a:lnTo>
                    <a:pt x="55942" y="200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89"/>
            <p:cNvSpPr/>
            <p:nvPr/>
          </p:nvSpPr>
          <p:spPr>
            <a:xfrm>
              <a:off x="3805144" y="2275048"/>
              <a:ext cx="46276" cy="57143"/>
            </a:xfrm>
            <a:custGeom>
              <a:avLst/>
              <a:pathLst>
                <a:path w="46276" h="57143">
                  <a:moveTo>
                    <a:pt x="26633" y="57143"/>
                  </a:moveTo>
                  <a:lnTo>
                    <a:pt x="0" y="12257"/>
                  </a:lnTo>
                  <a:lnTo>
                    <a:pt x="20468" y="0"/>
                  </a:lnTo>
                  <a:lnTo>
                    <a:pt x="46276" y="45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0"/>
            <p:cNvSpPr/>
            <p:nvPr/>
          </p:nvSpPr>
          <p:spPr>
            <a:xfrm>
              <a:off x="3921612" y="2570368"/>
              <a:ext cx="55309" cy="46606"/>
            </a:xfrm>
            <a:custGeom>
              <a:avLst/>
              <a:pathLst>
                <a:path w="55309" h="46606">
                  <a:moveTo>
                    <a:pt x="10841" y="46606"/>
                  </a:moveTo>
                  <a:lnTo>
                    <a:pt x="0" y="26178"/>
                  </a:lnTo>
                  <a:lnTo>
                    <a:pt x="43118" y="0"/>
                  </a:lnTo>
                  <a:lnTo>
                    <a:pt x="55309" y="200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1"/>
            <p:cNvSpPr/>
            <p:nvPr/>
          </p:nvSpPr>
          <p:spPr>
            <a:xfrm>
              <a:off x="3863771" y="2376536"/>
              <a:ext cx="45832" cy="56247"/>
            </a:xfrm>
            <a:custGeom>
              <a:avLst/>
              <a:pathLst>
                <a:path w="45832" h="56247">
                  <a:moveTo>
                    <a:pt x="26313" y="56247"/>
                  </a:moveTo>
                  <a:lnTo>
                    <a:pt x="0" y="11628"/>
                  </a:lnTo>
                  <a:lnTo>
                    <a:pt x="19766" y="0"/>
                  </a:lnTo>
                  <a:lnTo>
                    <a:pt x="45832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2"/>
            <p:cNvSpPr/>
            <p:nvPr/>
          </p:nvSpPr>
          <p:spPr>
            <a:xfrm>
              <a:off x="3710752" y="2384699"/>
              <a:ext cx="55707" cy="45253"/>
            </a:xfrm>
            <a:custGeom>
              <a:avLst/>
              <a:pathLst>
                <a:path w="55707" h="45253">
                  <a:moveTo>
                    <a:pt x="11488" y="45253"/>
                  </a:moveTo>
                  <a:lnTo>
                    <a:pt x="0" y="25787"/>
                  </a:lnTo>
                  <a:lnTo>
                    <a:pt x="43338" y="0"/>
                  </a:lnTo>
                  <a:lnTo>
                    <a:pt x="55707" y="19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3"/>
            <p:cNvSpPr/>
            <p:nvPr/>
          </p:nvSpPr>
          <p:spPr>
            <a:xfrm>
              <a:off x="3815431" y="2390481"/>
              <a:ext cx="56734" cy="46560"/>
            </a:xfrm>
            <a:custGeom>
              <a:avLst/>
              <a:pathLst>
                <a:path w="56734" h="46560">
                  <a:moveTo>
                    <a:pt x="12014" y="46560"/>
                  </a:moveTo>
                  <a:lnTo>
                    <a:pt x="0" y="25731"/>
                  </a:lnTo>
                  <a:lnTo>
                    <a:pt x="44292" y="0"/>
                  </a:lnTo>
                  <a:lnTo>
                    <a:pt x="56734" y="205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4"/>
            <p:cNvSpPr/>
            <p:nvPr/>
          </p:nvSpPr>
          <p:spPr>
            <a:xfrm>
              <a:off x="3724520" y="2250125"/>
              <a:ext cx="45549" cy="56194"/>
            </a:xfrm>
            <a:custGeom>
              <a:avLst/>
              <a:pathLst>
                <a:path w="45549" h="56194">
                  <a:moveTo>
                    <a:pt x="25886" y="56194"/>
                  </a:moveTo>
                  <a:lnTo>
                    <a:pt x="0" y="11881"/>
                  </a:lnTo>
                  <a:lnTo>
                    <a:pt x="20081" y="0"/>
                  </a:lnTo>
                  <a:lnTo>
                    <a:pt x="45549" y="44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5"/>
            <p:cNvSpPr/>
            <p:nvPr/>
          </p:nvSpPr>
          <p:spPr>
            <a:xfrm>
              <a:off x="3658459" y="2254335"/>
              <a:ext cx="46854" cy="55219"/>
            </a:xfrm>
            <a:custGeom>
              <a:avLst/>
              <a:pathLst>
                <a:path w="46854" h="55219">
                  <a:moveTo>
                    <a:pt x="0" y="12380"/>
                  </a:moveTo>
                  <a:lnTo>
                    <a:pt x="20949" y="0"/>
                  </a:lnTo>
                  <a:lnTo>
                    <a:pt x="46854" y="46172"/>
                  </a:lnTo>
                  <a:lnTo>
                    <a:pt x="31179" y="55219"/>
                  </a:lnTo>
                  <a:lnTo>
                    <a:pt x="25362" y="45248"/>
                  </a:lnTo>
                  <a:lnTo>
                    <a:pt x="22066" y="4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6"/>
            <p:cNvSpPr/>
            <p:nvPr/>
          </p:nvSpPr>
          <p:spPr>
            <a:xfrm>
              <a:off x="3698763" y="2265767"/>
              <a:ext cx="45788" cy="55689"/>
            </a:xfrm>
            <a:custGeom>
              <a:avLst/>
              <a:pathLst>
                <a:path w="45788" h="55689">
                  <a:moveTo>
                    <a:pt x="25741" y="55689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88" y="44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297"/>
            <p:cNvSpPr/>
            <p:nvPr/>
          </p:nvSpPr>
          <p:spPr>
            <a:xfrm>
              <a:off x="3895877" y="2431211"/>
              <a:ext cx="46956" cy="55831"/>
            </a:xfrm>
            <a:custGeom>
              <a:avLst/>
              <a:pathLst>
                <a:path w="46956" h="55831">
                  <a:moveTo>
                    <a:pt x="26537" y="55831"/>
                  </a:moveTo>
                  <a:lnTo>
                    <a:pt x="0" y="12088"/>
                  </a:lnTo>
                  <a:lnTo>
                    <a:pt x="20694" y="0"/>
                  </a:lnTo>
                  <a:lnTo>
                    <a:pt x="46956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298"/>
            <p:cNvSpPr/>
            <p:nvPr/>
          </p:nvSpPr>
          <p:spPr>
            <a:xfrm>
              <a:off x="3779251" y="2444933"/>
              <a:ext cx="56889" cy="46830"/>
            </a:xfrm>
            <a:custGeom>
              <a:avLst/>
              <a:pathLst>
                <a:path w="56889" h="46830">
                  <a:moveTo>
                    <a:pt x="12600" y="46830"/>
                  </a:moveTo>
                  <a:lnTo>
                    <a:pt x="0" y="25721"/>
                  </a:lnTo>
                  <a:lnTo>
                    <a:pt x="44412" y="0"/>
                  </a:lnTo>
                  <a:lnTo>
                    <a:pt x="56889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299"/>
            <p:cNvSpPr/>
            <p:nvPr/>
          </p:nvSpPr>
          <p:spPr>
            <a:xfrm>
              <a:off x="3764125" y="2420375"/>
              <a:ext cx="56765" cy="46679"/>
            </a:xfrm>
            <a:custGeom>
              <a:avLst/>
              <a:pathLst>
                <a:path w="56765" h="46679">
                  <a:moveTo>
                    <a:pt x="11798" y="46679"/>
                  </a:moveTo>
                  <a:lnTo>
                    <a:pt x="0" y="26543"/>
                  </a:lnTo>
                  <a:lnTo>
                    <a:pt x="45090" y="0"/>
                  </a:lnTo>
                  <a:lnTo>
                    <a:pt x="56765" y="20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0"/>
            <p:cNvSpPr/>
            <p:nvPr/>
          </p:nvSpPr>
          <p:spPr>
            <a:xfrm>
              <a:off x="3924897" y="2750612"/>
              <a:ext cx="56799" cy="46470"/>
            </a:xfrm>
            <a:custGeom>
              <a:avLst/>
              <a:pathLst>
                <a:path w="56799" h="46470">
                  <a:moveTo>
                    <a:pt x="44293" y="0"/>
                  </a:moveTo>
                  <a:lnTo>
                    <a:pt x="56799" y="20301"/>
                  </a:lnTo>
                  <a:lnTo>
                    <a:pt x="12102" y="46470"/>
                  </a:lnTo>
                  <a:lnTo>
                    <a:pt x="0" y="253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1"/>
            <p:cNvSpPr/>
            <p:nvPr/>
          </p:nvSpPr>
          <p:spPr>
            <a:xfrm>
              <a:off x="3681128" y="2349101"/>
              <a:ext cx="45835" cy="56786"/>
            </a:xfrm>
            <a:custGeom>
              <a:avLst/>
              <a:pathLst>
                <a:path w="45835" h="56786">
                  <a:moveTo>
                    <a:pt x="26563" y="56786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5835" y="451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2"/>
            <p:cNvSpPr/>
            <p:nvPr/>
          </p:nvSpPr>
          <p:spPr>
            <a:xfrm>
              <a:off x="3824849" y="2350944"/>
              <a:ext cx="56212" cy="46722"/>
            </a:xfrm>
            <a:custGeom>
              <a:avLst/>
              <a:pathLst>
                <a:path w="56212" h="46722">
                  <a:moveTo>
                    <a:pt x="11590" y="46722"/>
                  </a:moveTo>
                  <a:lnTo>
                    <a:pt x="0" y="25760"/>
                  </a:lnTo>
                  <a:lnTo>
                    <a:pt x="44700" y="0"/>
                  </a:lnTo>
                  <a:lnTo>
                    <a:pt x="56212" y="21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3"/>
            <p:cNvSpPr/>
            <p:nvPr/>
          </p:nvSpPr>
          <p:spPr>
            <a:xfrm>
              <a:off x="3916159" y="2506227"/>
              <a:ext cx="56287" cy="46089"/>
            </a:xfrm>
            <a:custGeom>
              <a:avLst/>
              <a:pathLst>
                <a:path w="56287" h="46089">
                  <a:moveTo>
                    <a:pt x="11734" y="46089"/>
                  </a:moveTo>
                  <a:lnTo>
                    <a:pt x="0" y="25627"/>
                  </a:lnTo>
                  <a:lnTo>
                    <a:pt x="43887" y="0"/>
                  </a:lnTo>
                  <a:lnTo>
                    <a:pt x="56287" y="21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4"/>
            <p:cNvSpPr/>
            <p:nvPr/>
          </p:nvSpPr>
          <p:spPr>
            <a:xfrm>
              <a:off x="3812917" y="2547886"/>
              <a:ext cx="87501" cy="71700"/>
            </a:xfrm>
            <a:custGeom>
              <a:avLst/>
              <a:pathLst>
                <a:path w="87501" h="71700">
                  <a:moveTo>
                    <a:pt x="66166" y="0"/>
                  </a:moveTo>
                  <a:lnTo>
                    <a:pt x="87501" y="31509"/>
                  </a:lnTo>
                  <a:lnTo>
                    <a:pt x="19303" y="71700"/>
                  </a:lnTo>
                  <a:lnTo>
                    <a:pt x="0" y="38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5"/>
            <p:cNvSpPr/>
            <p:nvPr/>
          </p:nvSpPr>
          <p:spPr>
            <a:xfrm>
              <a:off x="3984682" y="2737004"/>
              <a:ext cx="20236" cy="25254"/>
            </a:xfrm>
            <a:custGeom>
              <a:avLst/>
              <a:pathLst>
                <a:path w="20236" h="25254">
                  <a:moveTo>
                    <a:pt x="0" y="5071"/>
                  </a:moveTo>
                  <a:lnTo>
                    <a:pt x="8678" y="0"/>
                  </a:lnTo>
                  <a:lnTo>
                    <a:pt x="20236" y="19710"/>
                  </a:lnTo>
                  <a:lnTo>
                    <a:pt x="11176" y="252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6"/>
            <p:cNvSpPr/>
            <p:nvPr/>
          </p:nvSpPr>
          <p:spPr>
            <a:xfrm>
              <a:off x="3985008" y="2695302"/>
              <a:ext cx="46458" cy="57079"/>
            </a:xfrm>
            <a:custGeom>
              <a:avLst/>
              <a:pathLst>
                <a:path w="46458" h="57079">
                  <a:moveTo>
                    <a:pt x="46458" y="46082"/>
                  </a:moveTo>
                  <a:lnTo>
                    <a:pt x="27680" y="57079"/>
                  </a:lnTo>
                  <a:lnTo>
                    <a:pt x="13929" y="34186"/>
                  </a:lnTo>
                  <a:lnTo>
                    <a:pt x="0" y="10996"/>
                  </a:lnTo>
                  <a:lnTo>
                    <a:pt x="19271" y="0"/>
                  </a:lnTo>
                  <a:lnTo>
                    <a:pt x="32878" y="23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07"/>
            <p:cNvSpPr/>
            <p:nvPr/>
          </p:nvSpPr>
          <p:spPr>
            <a:xfrm>
              <a:off x="3973882" y="2743805"/>
              <a:ext cx="20168" cy="24982"/>
            </a:xfrm>
            <a:custGeom>
              <a:avLst/>
              <a:pathLst>
                <a:path w="20168" h="24982">
                  <a:moveTo>
                    <a:pt x="0" y="5214"/>
                  </a:moveTo>
                  <a:lnTo>
                    <a:pt x="9034" y="0"/>
                  </a:lnTo>
                  <a:lnTo>
                    <a:pt x="20168" y="19545"/>
                  </a:lnTo>
                  <a:lnTo>
                    <a:pt x="10974" y="24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08"/>
            <p:cNvSpPr/>
            <p:nvPr/>
          </p:nvSpPr>
          <p:spPr>
            <a:xfrm>
              <a:off x="3758847" y="2365960"/>
              <a:ext cx="53220" cy="61742"/>
            </a:xfrm>
            <a:custGeom>
              <a:avLst/>
              <a:pathLst>
                <a:path w="53220" h="61742">
                  <a:moveTo>
                    <a:pt x="53220" y="46766"/>
                  </a:moveTo>
                  <a:lnTo>
                    <a:pt x="27502" y="61742"/>
                  </a:lnTo>
                  <a:lnTo>
                    <a:pt x="0" y="15577"/>
                  </a:lnTo>
                  <a:lnTo>
                    <a:pt x="261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09"/>
            <p:cNvSpPr/>
            <p:nvPr/>
          </p:nvSpPr>
          <p:spPr>
            <a:xfrm>
              <a:off x="3875847" y="2510029"/>
              <a:ext cx="46355" cy="56907"/>
            </a:xfrm>
            <a:custGeom>
              <a:avLst/>
              <a:pathLst>
                <a:path w="46355" h="56907">
                  <a:moveTo>
                    <a:pt x="0" y="11630"/>
                  </a:moveTo>
                  <a:lnTo>
                    <a:pt x="20835" y="0"/>
                  </a:lnTo>
                  <a:lnTo>
                    <a:pt x="46355" y="43841"/>
                  </a:lnTo>
                  <a:lnTo>
                    <a:pt x="27184" y="569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0"/>
            <p:cNvSpPr/>
            <p:nvPr/>
          </p:nvSpPr>
          <p:spPr>
            <a:xfrm>
              <a:off x="3785879" y="2353857"/>
              <a:ext cx="46054" cy="58302"/>
            </a:xfrm>
            <a:custGeom>
              <a:avLst/>
              <a:pathLst>
                <a:path w="46054" h="58302">
                  <a:moveTo>
                    <a:pt x="27161" y="58302"/>
                  </a:moveTo>
                  <a:lnTo>
                    <a:pt x="0" y="11571"/>
                  </a:lnTo>
                  <a:lnTo>
                    <a:pt x="19416" y="0"/>
                  </a:lnTo>
                  <a:lnTo>
                    <a:pt x="46054" y="47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1"/>
            <p:cNvSpPr/>
            <p:nvPr/>
          </p:nvSpPr>
          <p:spPr>
            <a:xfrm>
              <a:off x="3772720" y="2476554"/>
              <a:ext cx="104958" cy="106860"/>
            </a:xfrm>
            <a:custGeom>
              <a:avLst/>
              <a:pathLst>
                <a:path w="104958" h="106860">
                  <a:moveTo>
                    <a:pt x="104958" y="65347"/>
                  </a:moveTo>
                  <a:lnTo>
                    <a:pt x="37369" y="106860"/>
                  </a:lnTo>
                  <a:lnTo>
                    <a:pt x="6890" y="51717"/>
                  </a:lnTo>
                  <a:lnTo>
                    <a:pt x="0" y="39250"/>
                  </a:lnTo>
                  <a:lnTo>
                    <a:pt x="671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2"/>
            <p:cNvSpPr/>
            <p:nvPr/>
          </p:nvSpPr>
          <p:spPr>
            <a:xfrm>
              <a:off x="4394707" y="3038380"/>
              <a:ext cx="47078" cy="57360"/>
            </a:xfrm>
            <a:custGeom>
              <a:avLst/>
              <a:pathLst>
                <a:path w="47078" h="57360">
                  <a:moveTo>
                    <a:pt x="0" y="11506"/>
                  </a:moveTo>
                  <a:lnTo>
                    <a:pt x="20424" y="0"/>
                  </a:lnTo>
                  <a:lnTo>
                    <a:pt x="47078" y="45055"/>
                  </a:lnTo>
                  <a:lnTo>
                    <a:pt x="25541" y="5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3"/>
            <p:cNvSpPr/>
            <p:nvPr/>
          </p:nvSpPr>
          <p:spPr>
            <a:xfrm>
              <a:off x="4479145" y="3297703"/>
              <a:ext cx="47303" cy="58554"/>
            </a:xfrm>
            <a:custGeom>
              <a:avLst/>
              <a:pathLst>
                <a:path w="47303" h="58554">
                  <a:moveTo>
                    <a:pt x="0" y="12193"/>
                  </a:moveTo>
                  <a:lnTo>
                    <a:pt x="21236" y="0"/>
                  </a:lnTo>
                  <a:lnTo>
                    <a:pt x="47303" y="47134"/>
                  </a:lnTo>
                  <a:lnTo>
                    <a:pt x="26833" y="5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4"/>
            <p:cNvSpPr/>
            <p:nvPr/>
          </p:nvSpPr>
          <p:spPr>
            <a:xfrm>
              <a:off x="4518788" y="3308090"/>
              <a:ext cx="48040" cy="58956"/>
            </a:xfrm>
            <a:custGeom>
              <a:avLst/>
              <a:pathLst>
                <a:path w="48040" h="58956">
                  <a:moveTo>
                    <a:pt x="0" y="11456"/>
                  </a:moveTo>
                  <a:lnTo>
                    <a:pt x="20468" y="0"/>
                  </a:lnTo>
                  <a:lnTo>
                    <a:pt x="48040" y="45827"/>
                  </a:lnTo>
                  <a:lnTo>
                    <a:pt x="25996" y="58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5"/>
            <p:cNvSpPr/>
            <p:nvPr/>
          </p:nvSpPr>
          <p:spPr>
            <a:xfrm>
              <a:off x="4579226" y="3239049"/>
              <a:ext cx="46254" cy="57415"/>
            </a:xfrm>
            <a:custGeom>
              <a:avLst/>
              <a:pathLst>
                <a:path w="46254" h="57415">
                  <a:moveTo>
                    <a:pt x="0" y="12546"/>
                  </a:moveTo>
                  <a:lnTo>
                    <a:pt x="20059" y="0"/>
                  </a:lnTo>
                  <a:lnTo>
                    <a:pt x="46254" y="45947"/>
                  </a:lnTo>
                  <a:lnTo>
                    <a:pt x="26546" y="57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6"/>
            <p:cNvSpPr/>
            <p:nvPr/>
          </p:nvSpPr>
          <p:spPr>
            <a:xfrm>
              <a:off x="4389312" y="2958832"/>
              <a:ext cx="56442" cy="46614"/>
            </a:xfrm>
            <a:custGeom>
              <a:avLst/>
              <a:pathLst>
                <a:path w="56442" h="46614">
                  <a:moveTo>
                    <a:pt x="0" y="26105"/>
                  </a:moveTo>
                  <a:lnTo>
                    <a:pt x="43825" y="0"/>
                  </a:lnTo>
                  <a:lnTo>
                    <a:pt x="56442" y="20102"/>
                  </a:lnTo>
                  <a:lnTo>
                    <a:pt x="12357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17"/>
            <p:cNvSpPr/>
            <p:nvPr/>
          </p:nvSpPr>
          <p:spPr>
            <a:xfrm>
              <a:off x="4350108" y="2961900"/>
              <a:ext cx="47663" cy="57892"/>
            </a:xfrm>
            <a:custGeom>
              <a:avLst/>
              <a:pathLst>
                <a:path w="47663" h="57892">
                  <a:moveTo>
                    <a:pt x="0" y="12420"/>
                  </a:moveTo>
                  <a:lnTo>
                    <a:pt x="20597" y="0"/>
                  </a:lnTo>
                  <a:lnTo>
                    <a:pt x="47663" y="46645"/>
                  </a:lnTo>
                  <a:lnTo>
                    <a:pt x="27057" y="57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18"/>
            <p:cNvSpPr/>
            <p:nvPr/>
          </p:nvSpPr>
          <p:spPr>
            <a:xfrm>
              <a:off x="4427762" y="3154045"/>
              <a:ext cx="46679" cy="57459"/>
            </a:xfrm>
            <a:custGeom>
              <a:avLst/>
              <a:pathLst>
                <a:path w="46679" h="57459">
                  <a:moveTo>
                    <a:pt x="25531" y="57459"/>
                  </a:moveTo>
                  <a:lnTo>
                    <a:pt x="0" y="11375"/>
                  </a:lnTo>
                  <a:lnTo>
                    <a:pt x="19466" y="0"/>
                  </a:lnTo>
                  <a:lnTo>
                    <a:pt x="46679" y="4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19"/>
            <p:cNvSpPr/>
            <p:nvPr/>
          </p:nvSpPr>
          <p:spPr>
            <a:xfrm>
              <a:off x="4459262" y="3033481"/>
              <a:ext cx="46791" cy="57597"/>
            </a:xfrm>
            <a:custGeom>
              <a:avLst/>
              <a:pathLst>
                <a:path w="46791" h="57597">
                  <a:moveTo>
                    <a:pt x="25780" y="57597"/>
                  </a:moveTo>
                  <a:lnTo>
                    <a:pt x="0" y="12770"/>
                  </a:lnTo>
                  <a:lnTo>
                    <a:pt x="596" y="10749"/>
                  </a:lnTo>
                  <a:lnTo>
                    <a:pt x="19561" y="0"/>
                  </a:lnTo>
                  <a:lnTo>
                    <a:pt x="46791" y="45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0"/>
            <p:cNvSpPr/>
            <p:nvPr/>
          </p:nvSpPr>
          <p:spPr>
            <a:xfrm>
              <a:off x="4333661" y="3107489"/>
              <a:ext cx="46659" cy="56950"/>
            </a:xfrm>
            <a:custGeom>
              <a:avLst/>
              <a:pathLst>
                <a:path w="46659" h="56950">
                  <a:moveTo>
                    <a:pt x="27019" y="56950"/>
                  </a:moveTo>
                  <a:lnTo>
                    <a:pt x="0" y="12003"/>
                  </a:lnTo>
                  <a:lnTo>
                    <a:pt x="20641" y="0"/>
                  </a:lnTo>
                  <a:lnTo>
                    <a:pt x="46659" y="44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1"/>
            <p:cNvSpPr/>
            <p:nvPr/>
          </p:nvSpPr>
          <p:spPr>
            <a:xfrm>
              <a:off x="4295755" y="2926551"/>
              <a:ext cx="50286" cy="60672"/>
            </a:xfrm>
            <a:custGeom>
              <a:avLst/>
              <a:pathLst>
                <a:path w="50286" h="60672">
                  <a:moveTo>
                    <a:pt x="47349" y="48388"/>
                  </a:moveTo>
                  <a:lnTo>
                    <a:pt x="26679" y="60672"/>
                  </a:lnTo>
                  <a:lnTo>
                    <a:pt x="15280" y="41028"/>
                  </a:lnTo>
                  <a:lnTo>
                    <a:pt x="14535" y="39745"/>
                  </a:lnTo>
                  <a:lnTo>
                    <a:pt x="11437" y="34406"/>
                  </a:lnTo>
                  <a:lnTo>
                    <a:pt x="10421" y="32656"/>
                  </a:lnTo>
                  <a:lnTo>
                    <a:pt x="0" y="14697"/>
                  </a:lnTo>
                  <a:lnTo>
                    <a:pt x="18751" y="2708"/>
                  </a:lnTo>
                  <a:lnTo>
                    <a:pt x="22986" y="0"/>
                  </a:lnTo>
                  <a:lnTo>
                    <a:pt x="29093" y="10433"/>
                  </a:lnTo>
                  <a:lnTo>
                    <a:pt x="40730" y="30316"/>
                  </a:lnTo>
                  <a:lnTo>
                    <a:pt x="50286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2"/>
            <p:cNvSpPr/>
            <p:nvPr/>
          </p:nvSpPr>
          <p:spPr>
            <a:xfrm>
              <a:off x="4484954" y="3192794"/>
              <a:ext cx="47674" cy="58362"/>
            </a:xfrm>
            <a:custGeom>
              <a:avLst/>
              <a:pathLst>
                <a:path w="47674" h="58362">
                  <a:moveTo>
                    <a:pt x="27255" y="58362"/>
                  </a:moveTo>
                  <a:lnTo>
                    <a:pt x="0" y="12569"/>
                  </a:lnTo>
                  <a:lnTo>
                    <a:pt x="20737" y="0"/>
                  </a:lnTo>
                  <a:lnTo>
                    <a:pt x="47674" y="4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3"/>
            <p:cNvSpPr/>
            <p:nvPr/>
          </p:nvSpPr>
          <p:spPr>
            <a:xfrm>
              <a:off x="4393376" y="3193016"/>
              <a:ext cx="56852" cy="47629"/>
            </a:xfrm>
            <a:custGeom>
              <a:avLst/>
              <a:pathLst>
                <a:path w="56852" h="47629">
                  <a:moveTo>
                    <a:pt x="12209" y="47629"/>
                  </a:moveTo>
                  <a:lnTo>
                    <a:pt x="0" y="27674"/>
                  </a:lnTo>
                  <a:lnTo>
                    <a:pt x="44029" y="0"/>
                  </a:lnTo>
                  <a:lnTo>
                    <a:pt x="56852" y="20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4"/>
            <p:cNvSpPr/>
            <p:nvPr/>
          </p:nvSpPr>
          <p:spPr>
            <a:xfrm>
              <a:off x="4459312" y="3208108"/>
              <a:ext cx="48718" cy="58256"/>
            </a:xfrm>
            <a:custGeom>
              <a:avLst/>
              <a:pathLst>
                <a:path w="48718" h="58256">
                  <a:moveTo>
                    <a:pt x="27312" y="58256"/>
                  </a:moveTo>
                  <a:lnTo>
                    <a:pt x="0" y="12145"/>
                  </a:lnTo>
                  <a:lnTo>
                    <a:pt x="20386" y="0"/>
                  </a:lnTo>
                  <a:lnTo>
                    <a:pt x="48718" y="4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5"/>
            <p:cNvSpPr/>
            <p:nvPr/>
          </p:nvSpPr>
          <p:spPr>
            <a:xfrm>
              <a:off x="4525427" y="3203951"/>
              <a:ext cx="46037" cy="55613"/>
            </a:xfrm>
            <a:custGeom>
              <a:avLst/>
              <a:pathLst>
                <a:path w="46037" h="55613">
                  <a:moveTo>
                    <a:pt x="24979" y="55613"/>
                  </a:moveTo>
                  <a:lnTo>
                    <a:pt x="0" y="10888"/>
                  </a:lnTo>
                  <a:lnTo>
                    <a:pt x="19171" y="0"/>
                  </a:lnTo>
                  <a:lnTo>
                    <a:pt x="46037" y="43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6"/>
            <p:cNvSpPr/>
            <p:nvPr/>
          </p:nvSpPr>
          <p:spPr>
            <a:xfrm>
              <a:off x="4410477" y="3222983"/>
              <a:ext cx="56754" cy="47995"/>
            </a:xfrm>
            <a:custGeom>
              <a:avLst/>
              <a:pathLst>
                <a:path w="56754" h="47995">
                  <a:moveTo>
                    <a:pt x="12095" y="47995"/>
                  </a:moveTo>
                  <a:lnTo>
                    <a:pt x="0" y="26417"/>
                  </a:lnTo>
                  <a:lnTo>
                    <a:pt x="44036" y="0"/>
                  </a:lnTo>
                  <a:lnTo>
                    <a:pt x="56754" y="21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27"/>
            <p:cNvSpPr/>
            <p:nvPr/>
          </p:nvSpPr>
          <p:spPr>
            <a:xfrm>
              <a:off x="4583831" y="3289015"/>
              <a:ext cx="56001" cy="46677"/>
            </a:xfrm>
            <a:custGeom>
              <a:avLst/>
              <a:pathLst>
                <a:path w="56001" h="46677">
                  <a:moveTo>
                    <a:pt x="0" y="26528"/>
                  </a:moveTo>
                  <a:lnTo>
                    <a:pt x="44341" y="0"/>
                  </a:lnTo>
                  <a:lnTo>
                    <a:pt x="56001" y="20372"/>
                  </a:lnTo>
                  <a:lnTo>
                    <a:pt x="11651" y="46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28"/>
            <p:cNvSpPr/>
            <p:nvPr/>
          </p:nvSpPr>
          <p:spPr>
            <a:xfrm>
              <a:off x="4544511" y="3293183"/>
              <a:ext cx="47399" cy="58007"/>
            </a:xfrm>
            <a:custGeom>
              <a:avLst/>
              <a:pathLst>
                <a:path w="47399" h="58007">
                  <a:moveTo>
                    <a:pt x="0" y="11852"/>
                  </a:moveTo>
                  <a:lnTo>
                    <a:pt x="20391" y="0"/>
                  </a:lnTo>
                  <a:lnTo>
                    <a:pt x="47399" y="45136"/>
                  </a:lnTo>
                  <a:lnTo>
                    <a:pt x="26890" y="58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29"/>
            <p:cNvSpPr/>
            <p:nvPr/>
          </p:nvSpPr>
          <p:spPr>
            <a:xfrm>
              <a:off x="4315698" y="2833248"/>
              <a:ext cx="58236" cy="48066"/>
            </a:xfrm>
            <a:custGeom>
              <a:avLst/>
              <a:pathLst>
                <a:path w="58236" h="48066">
                  <a:moveTo>
                    <a:pt x="0" y="27780"/>
                  </a:moveTo>
                  <a:lnTo>
                    <a:pt x="45445" y="0"/>
                  </a:lnTo>
                  <a:lnTo>
                    <a:pt x="58236" y="20870"/>
                  </a:lnTo>
                  <a:lnTo>
                    <a:pt x="12551" y="4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0"/>
            <p:cNvSpPr/>
            <p:nvPr/>
          </p:nvSpPr>
          <p:spPr>
            <a:xfrm>
              <a:off x="4283835" y="2967447"/>
              <a:ext cx="48011" cy="58534"/>
            </a:xfrm>
            <a:custGeom>
              <a:avLst/>
              <a:pathLst>
                <a:path w="48011" h="58534">
                  <a:moveTo>
                    <a:pt x="27946" y="58534"/>
                  </a:moveTo>
                  <a:lnTo>
                    <a:pt x="0" y="12186"/>
                  </a:lnTo>
                  <a:lnTo>
                    <a:pt x="21064" y="0"/>
                  </a:lnTo>
                  <a:lnTo>
                    <a:pt x="48011" y="46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1"/>
            <p:cNvSpPr/>
            <p:nvPr/>
          </p:nvSpPr>
          <p:spPr>
            <a:xfrm>
              <a:off x="4325304" y="2977675"/>
              <a:ext cx="46709" cy="58061"/>
            </a:xfrm>
            <a:custGeom>
              <a:avLst/>
              <a:pathLst>
                <a:path w="46709" h="58061">
                  <a:moveTo>
                    <a:pt x="0" y="12314"/>
                  </a:moveTo>
                  <a:lnTo>
                    <a:pt x="20051" y="0"/>
                  </a:lnTo>
                  <a:lnTo>
                    <a:pt x="46709" y="46223"/>
                  </a:lnTo>
                  <a:lnTo>
                    <a:pt x="25520" y="58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2"/>
            <p:cNvSpPr/>
            <p:nvPr/>
          </p:nvSpPr>
          <p:spPr>
            <a:xfrm>
              <a:off x="4549821" y="3189371"/>
              <a:ext cx="45885" cy="55721"/>
            </a:xfrm>
            <a:custGeom>
              <a:avLst/>
              <a:pathLst>
                <a:path w="45885" h="55721">
                  <a:moveTo>
                    <a:pt x="25840" y="55721"/>
                  </a:moveTo>
                  <a:lnTo>
                    <a:pt x="0" y="11736"/>
                  </a:lnTo>
                  <a:lnTo>
                    <a:pt x="18980" y="0"/>
                  </a:lnTo>
                  <a:lnTo>
                    <a:pt x="45885" y="4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3"/>
            <p:cNvSpPr/>
            <p:nvPr/>
          </p:nvSpPr>
          <p:spPr>
            <a:xfrm>
              <a:off x="4321409" y="3069739"/>
              <a:ext cx="54022" cy="43421"/>
            </a:xfrm>
            <a:custGeom>
              <a:avLst/>
              <a:pathLst>
                <a:path w="54022" h="43421">
                  <a:moveTo>
                    <a:pt x="498" y="23340"/>
                  </a:moveTo>
                  <a:lnTo>
                    <a:pt x="42780" y="0"/>
                  </a:lnTo>
                  <a:lnTo>
                    <a:pt x="54022" y="19469"/>
                  </a:lnTo>
                  <a:lnTo>
                    <a:pt x="12400" y="43421"/>
                  </a:lnTo>
                  <a:lnTo>
                    <a:pt x="9116" y="42557"/>
                  </a:lnTo>
                  <a:lnTo>
                    <a:pt x="0" y="2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4"/>
            <p:cNvSpPr/>
            <p:nvPr/>
          </p:nvSpPr>
          <p:spPr>
            <a:xfrm>
              <a:off x="4355474" y="2858295"/>
              <a:ext cx="47259" cy="57105"/>
            </a:xfrm>
            <a:custGeom>
              <a:avLst/>
              <a:pathLst>
                <a:path w="47259" h="57105">
                  <a:moveTo>
                    <a:pt x="21247" y="0"/>
                  </a:moveTo>
                  <a:lnTo>
                    <a:pt x="47259" y="45255"/>
                  </a:lnTo>
                  <a:lnTo>
                    <a:pt x="30864" y="54678"/>
                  </a:lnTo>
                  <a:lnTo>
                    <a:pt x="26272" y="57105"/>
                  </a:lnTo>
                  <a:lnTo>
                    <a:pt x="0" y="12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5"/>
            <p:cNvSpPr/>
            <p:nvPr/>
          </p:nvSpPr>
          <p:spPr>
            <a:xfrm>
              <a:off x="4260712" y="2982709"/>
              <a:ext cx="47270" cy="57481"/>
            </a:xfrm>
            <a:custGeom>
              <a:avLst/>
              <a:pathLst>
                <a:path w="47270" h="57481">
                  <a:moveTo>
                    <a:pt x="26572" y="57481"/>
                  </a:moveTo>
                  <a:lnTo>
                    <a:pt x="0" y="11927"/>
                  </a:lnTo>
                  <a:lnTo>
                    <a:pt x="20429" y="0"/>
                  </a:lnTo>
                  <a:lnTo>
                    <a:pt x="47270" y="46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6"/>
            <p:cNvSpPr/>
            <p:nvPr/>
          </p:nvSpPr>
          <p:spPr>
            <a:xfrm>
              <a:off x="4418685" y="3008623"/>
              <a:ext cx="57480" cy="47365"/>
            </a:xfrm>
            <a:custGeom>
              <a:avLst/>
              <a:pathLst>
                <a:path w="57480" h="47365">
                  <a:moveTo>
                    <a:pt x="0" y="27048"/>
                  </a:moveTo>
                  <a:lnTo>
                    <a:pt x="9086" y="21714"/>
                  </a:lnTo>
                  <a:lnTo>
                    <a:pt x="45420" y="0"/>
                  </a:lnTo>
                  <a:lnTo>
                    <a:pt x="57480" y="21089"/>
                  </a:lnTo>
                  <a:lnTo>
                    <a:pt x="12413" y="47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37"/>
            <p:cNvSpPr/>
            <p:nvPr/>
          </p:nvSpPr>
          <p:spPr>
            <a:xfrm>
              <a:off x="4289691" y="3017879"/>
              <a:ext cx="56822" cy="46325"/>
            </a:xfrm>
            <a:custGeom>
              <a:avLst/>
              <a:pathLst>
                <a:path w="56822" h="46325">
                  <a:moveTo>
                    <a:pt x="0" y="25580"/>
                  </a:moveTo>
                  <a:lnTo>
                    <a:pt x="22585" y="12895"/>
                  </a:lnTo>
                  <a:lnTo>
                    <a:pt x="45084" y="0"/>
                  </a:lnTo>
                  <a:lnTo>
                    <a:pt x="56822" y="20875"/>
                  </a:lnTo>
                  <a:lnTo>
                    <a:pt x="28577" y="36932"/>
                  </a:lnTo>
                  <a:lnTo>
                    <a:pt x="12054" y="46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38"/>
            <p:cNvSpPr/>
            <p:nvPr/>
          </p:nvSpPr>
          <p:spPr>
            <a:xfrm>
              <a:off x="4483015" y="3348579"/>
              <a:ext cx="57949" cy="47168"/>
            </a:xfrm>
            <a:custGeom>
              <a:avLst/>
              <a:pathLst>
                <a:path w="57949" h="47168">
                  <a:moveTo>
                    <a:pt x="0" y="25950"/>
                  </a:moveTo>
                  <a:lnTo>
                    <a:pt x="45731" y="0"/>
                  </a:lnTo>
                  <a:lnTo>
                    <a:pt x="57949" y="19904"/>
                  </a:lnTo>
                  <a:lnTo>
                    <a:pt x="11861" y="4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39"/>
            <p:cNvSpPr/>
            <p:nvPr/>
          </p:nvSpPr>
          <p:spPr>
            <a:xfrm>
              <a:off x="4454877" y="3311713"/>
              <a:ext cx="47900" cy="58031"/>
            </a:xfrm>
            <a:custGeom>
              <a:avLst/>
              <a:pathLst>
                <a:path w="47900" h="58031">
                  <a:moveTo>
                    <a:pt x="0" y="12181"/>
                  </a:moveTo>
                  <a:lnTo>
                    <a:pt x="21065" y="0"/>
                  </a:lnTo>
                  <a:lnTo>
                    <a:pt x="47900" y="46370"/>
                  </a:lnTo>
                  <a:lnTo>
                    <a:pt x="26928" y="58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0"/>
            <p:cNvSpPr/>
            <p:nvPr/>
          </p:nvSpPr>
          <p:spPr>
            <a:xfrm>
              <a:off x="4358655" y="3093809"/>
              <a:ext cx="46835" cy="56528"/>
            </a:xfrm>
            <a:custGeom>
              <a:avLst/>
              <a:pathLst>
                <a:path w="46835" h="56528">
                  <a:moveTo>
                    <a:pt x="26756" y="56528"/>
                  </a:moveTo>
                  <a:lnTo>
                    <a:pt x="0" y="11127"/>
                  </a:lnTo>
                  <a:lnTo>
                    <a:pt x="19970" y="0"/>
                  </a:lnTo>
                  <a:lnTo>
                    <a:pt x="46835" y="44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1"/>
            <p:cNvSpPr/>
            <p:nvPr/>
          </p:nvSpPr>
          <p:spPr>
            <a:xfrm>
              <a:off x="4463750" y="3099370"/>
              <a:ext cx="46799" cy="57973"/>
            </a:xfrm>
            <a:custGeom>
              <a:avLst/>
              <a:pathLst>
                <a:path w="46799" h="57973">
                  <a:moveTo>
                    <a:pt x="0" y="11250"/>
                  </a:moveTo>
                  <a:lnTo>
                    <a:pt x="19634" y="0"/>
                  </a:lnTo>
                  <a:lnTo>
                    <a:pt x="46799" y="45201"/>
                  </a:lnTo>
                  <a:lnTo>
                    <a:pt x="25489" y="57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2"/>
            <p:cNvSpPr/>
            <p:nvPr/>
          </p:nvSpPr>
          <p:spPr>
            <a:xfrm>
              <a:off x="4359804" y="2923183"/>
              <a:ext cx="48152" cy="58170"/>
            </a:xfrm>
            <a:custGeom>
              <a:avLst/>
              <a:pathLst>
                <a:path w="48152" h="58170">
                  <a:moveTo>
                    <a:pt x="0" y="13728"/>
                  </a:moveTo>
                  <a:lnTo>
                    <a:pt x="21339" y="0"/>
                  </a:lnTo>
                  <a:lnTo>
                    <a:pt x="48152" y="45849"/>
                  </a:lnTo>
                  <a:lnTo>
                    <a:pt x="27159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3"/>
            <p:cNvSpPr/>
            <p:nvPr/>
          </p:nvSpPr>
          <p:spPr>
            <a:xfrm>
              <a:off x="4231044" y="2932962"/>
              <a:ext cx="45671" cy="55367"/>
            </a:xfrm>
            <a:custGeom>
              <a:avLst/>
              <a:pathLst>
                <a:path w="45671" h="55367">
                  <a:moveTo>
                    <a:pt x="0" y="11789"/>
                  </a:moveTo>
                  <a:lnTo>
                    <a:pt x="20365" y="0"/>
                  </a:lnTo>
                  <a:lnTo>
                    <a:pt x="45671" y="44505"/>
                  </a:lnTo>
                  <a:lnTo>
                    <a:pt x="26865" y="55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4"/>
            <p:cNvSpPr/>
            <p:nvPr/>
          </p:nvSpPr>
          <p:spPr>
            <a:xfrm>
              <a:off x="4291201" y="2863172"/>
              <a:ext cx="47478" cy="57243"/>
            </a:xfrm>
            <a:custGeom>
              <a:avLst/>
              <a:pathLst>
                <a:path w="47478" h="57243">
                  <a:moveTo>
                    <a:pt x="0" y="11788"/>
                  </a:moveTo>
                  <a:lnTo>
                    <a:pt x="20085" y="0"/>
                  </a:lnTo>
                  <a:lnTo>
                    <a:pt x="47478" y="44923"/>
                  </a:lnTo>
                  <a:lnTo>
                    <a:pt x="26928" y="57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5"/>
            <p:cNvSpPr/>
            <p:nvPr/>
          </p:nvSpPr>
          <p:spPr>
            <a:xfrm>
              <a:off x="4330832" y="2872521"/>
              <a:ext cx="48084" cy="58656"/>
            </a:xfrm>
            <a:custGeom>
              <a:avLst/>
              <a:pathLst>
                <a:path w="48084" h="58656">
                  <a:moveTo>
                    <a:pt x="0" y="13025"/>
                  </a:moveTo>
                  <a:lnTo>
                    <a:pt x="22373" y="0"/>
                  </a:lnTo>
                  <a:lnTo>
                    <a:pt x="48084" y="44718"/>
                  </a:lnTo>
                  <a:lnTo>
                    <a:pt x="25871" y="58656"/>
                  </a:lnTo>
                  <a:lnTo>
                    <a:pt x="13534" y="37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6"/>
            <p:cNvSpPr/>
            <p:nvPr/>
          </p:nvSpPr>
          <p:spPr>
            <a:xfrm>
              <a:off x="4265249" y="2879110"/>
              <a:ext cx="47738" cy="56891"/>
            </a:xfrm>
            <a:custGeom>
              <a:avLst/>
              <a:pathLst>
                <a:path w="47738" h="56891">
                  <a:moveTo>
                    <a:pt x="0" y="11230"/>
                  </a:moveTo>
                  <a:lnTo>
                    <a:pt x="19971" y="0"/>
                  </a:lnTo>
                  <a:lnTo>
                    <a:pt x="47738" y="43747"/>
                  </a:lnTo>
                  <a:lnTo>
                    <a:pt x="26842" y="56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47"/>
            <p:cNvSpPr/>
            <p:nvPr/>
          </p:nvSpPr>
          <p:spPr>
            <a:xfrm>
              <a:off x="4435325" y="3048549"/>
              <a:ext cx="45283" cy="57346"/>
            </a:xfrm>
            <a:custGeom>
              <a:avLst/>
              <a:pathLst>
                <a:path w="45283" h="57346">
                  <a:moveTo>
                    <a:pt x="24176" y="57346"/>
                  </a:moveTo>
                  <a:lnTo>
                    <a:pt x="0" y="13678"/>
                  </a:lnTo>
                  <a:lnTo>
                    <a:pt x="2" y="10177"/>
                  </a:lnTo>
                  <a:lnTo>
                    <a:pt x="18112" y="0"/>
                  </a:lnTo>
                  <a:lnTo>
                    <a:pt x="45283" y="45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48"/>
            <p:cNvSpPr/>
            <p:nvPr/>
          </p:nvSpPr>
          <p:spPr>
            <a:xfrm>
              <a:off x="4367919" y="3053202"/>
              <a:ext cx="47467" cy="58075"/>
            </a:xfrm>
            <a:custGeom>
              <a:avLst/>
              <a:pathLst>
                <a:path w="47467" h="58075">
                  <a:moveTo>
                    <a:pt x="0" y="12043"/>
                  </a:moveTo>
                  <a:lnTo>
                    <a:pt x="21050" y="0"/>
                  </a:lnTo>
                  <a:lnTo>
                    <a:pt x="47467" y="46195"/>
                  </a:lnTo>
                  <a:lnTo>
                    <a:pt x="267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49"/>
            <p:cNvSpPr/>
            <p:nvPr/>
          </p:nvSpPr>
          <p:spPr>
            <a:xfrm>
              <a:off x="4364168" y="3159015"/>
              <a:ext cx="46884" cy="56964"/>
            </a:xfrm>
            <a:custGeom>
              <a:avLst/>
              <a:pathLst>
                <a:path w="46884" h="56964">
                  <a:moveTo>
                    <a:pt x="0" y="11141"/>
                  </a:moveTo>
                  <a:lnTo>
                    <a:pt x="20261" y="0"/>
                  </a:lnTo>
                  <a:lnTo>
                    <a:pt x="46884" y="44825"/>
                  </a:lnTo>
                  <a:lnTo>
                    <a:pt x="26832" y="56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0"/>
            <p:cNvSpPr/>
            <p:nvPr/>
          </p:nvSpPr>
          <p:spPr>
            <a:xfrm>
              <a:off x="4510300" y="3164363"/>
              <a:ext cx="57638" cy="46583"/>
            </a:xfrm>
            <a:custGeom>
              <a:avLst/>
              <a:pathLst>
                <a:path w="57638" h="46583">
                  <a:moveTo>
                    <a:pt x="11897" y="46583"/>
                  </a:moveTo>
                  <a:lnTo>
                    <a:pt x="0" y="26586"/>
                  </a:lnTo>
                  <a:lnTo>
                    <a:pt x="44741" y="0"/>
                  </a:lnTo>
                  <a:lnTo>
                    <a:pt x="57638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1"/>
            <p:cNvSpPr/>
            <p:nvPr/>
          </p:nvSpPr>
          <p:spPr>
            <a:xfrm>
              <a:off x="4488860" y="3085418"/>
              <a:ext cx="47082" cy="57445"/>
            </a:xfrm>
            <a:custGeom>
              <a:avLst/>
              <a:pathLst>
                <a:path w="47082" h="57445">
                  <a:moveTo>
                    <a:pt x="0" y="11542"/>
                  </a:moveTo>
                  <a:lnTo>
                    <a:pt x="18686" y="0"/>
                  </a:lnTo>
                  <a:lnTo>
                    <a:pt x="47082" y="44808"/>
                  </a:lnTo>
                  <a:lnTo>
                    <a:pt x="25442" y="57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2"/>
            <p:cNvSpPr/>
            <p:nvPr/>
          </p:nvSpPr>
          <p:spPr>
            <a:xfrm>
              <a:off x="4493053" y="3133999"/>
              <a:ext cx="57358" cy="47350"/>
            </a:xfrm>
            <a:custGeom>
              <a:avLst/>
              <a:pathLst>
                <a:path w="57358" h="47350">
                  <a:moveTo>
                    <a:pt x="11790" y="47350"/>
                  </a:moveTo>
                  <a:lnTo>
                    <a:pt x="0" y="26651"/>
                  </a:lnTo>
                  <a:lnTo>
                    <a:pt x="44268" y="0"/>
                  </a:lnTo>
                  <a:lnTo>
                    <a:pt x="57358" y="20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3"/>
            <p:cNvSpPr/>
            <p:nvPr/>
          </p:nvSpPr>
          <p:spPr>
            <a:xfrm>
              <a:off x="4453554" y="3139295"/>
              <a:ext cx="46259" cy="55593"/>
            </a:xfrm>
            <a:custGeom>
              <a:avLst/>
              <a:pathLst>
                <a:path w="46259" h="55593">
                  <a:moveTo>
                    <a:pt x="24801" y="54788"/>
                  </a:moveTo>
                  <a:lnTo>
                    <a:pt x="0" y="10862"/>
                  </a:lnTo>
                  <a:lnTo>
                    <a:pt x="18523" y="0"/>
                  </a:lnTo>
                  <a:lnTo>
                    <a:pt x="20804" y="313"/>
                  </a:lnTo>
                  <a:lnTo>
                    <a:pt x="46259" y="44217"/>
                  </a:lnTo>
                  <a:lnTo>
                    <a:pt x="28016" y="5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4"/>
            <p:cNvSpPr/>
            <p:nvPr/>
          </p:nvSpPr>
          <p:spPr>
            <a:xfrm>
              <a:off x="4490697" y="3244399"/>
              <a:ext cx="71518" cy="71538"/>
            </a:xfrm>
            <a:custGeom>
              <a:avLst/>
              <a:pathLst>
                <a:path w="71518" h="71538">
                  <a:moveTo>
                    <a:pt x="25992" y="71538"/>
                  </a:moveTo>
                  <a:lnTo>
                    <a:pt x="0" y="26424"/>
                  </a:lnTo>
                  <a:lnTo>
                    <a:pt x="45180" y="0"/>
                  </a:lnTo>
                  <a:lnTo>
                    <a:pt x="71518" y="45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5"/>
            <p:cNvSpPr/>
            <p:nvPr/>
          </p:nvSpPr>
          <p:spPr>
            <a:xfrm>
              <a:off x="4313289" y="3034266"/>
              <a:ext cx="69506" cy="49668"/>
            </a:xfrm>
            <a:custGeom>
              <a:avLst/>
              <a:pathLst>
                <a:path w="69506" h="49668">
                  <a:moveTo>
                    <a:pt x="0" y="36578"/>
                  </a:moveTo>
                  <a:lnTo>
                    <a:pt x="61409" y="0"/>
                  </a:lnTo>
                  <a:lnTo>
                    <a:pt x="63012" y="466"/>
                  </a:lnTo>
                  <a:lnTo>
                    <a:pt x="64518" y="1198"/>
                  </a:lnTo>
                  <a:lnTo>
                    <a:pt x="65885" y="2174"/>
                  </a:lnTo>
                  <a:lnTo>
                    <a:pt x="67076" y="3368"/>
                  </a:lnTo>
                  <a:lnTo>
                    <a:pt x="68057" y="4747"/>
                  </a:lnTo>
                  <a:lnTo>
                    <a:pt x="68801" y="6274"/>
                  </a:lnTo>
                  <a:lnTo>
                    <a:pt x="69289" y="7905"/>
                  </a:lnTo>
                  <a:lnTo>
                    <a:pt x="69506" y="9596"/>
                  </a:lnTo>
                  <a:lnTo>
                    <a:pt x="69446" y="11301"/>
                  </a:lnTo>
                  <a:lnTo>
                    <a:pt x="69112" y="12972"/>
                  </a:lnTo>
                  <a:lnTo>
                    <a:pt x="13267" y="46651"/>
                  </a:lnTo>
                  <a:lnTo>
                    <a:pt x="7355" y="49668"/>
                  </a:lnTo>
                  <a:lnTo>
                    <a:pt x="7127" y="47049"/>
                  </a:lnTo>
                  <a:lnTo>
                    <a:pt x="6461" y="44508"/>
                  </a:lnTo>
                  <a:lnTo>
                    <a:pt x="5377" y="42123"/>
                  </a:lnTo>
                  <a:lnTo>
                    <a:pt x="3908" y="39965"/>
                  </a:lnTo>
                  <a:lnTo>
                    <a:pt x="2098" y="38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6"/>
            <p:cNvSpPr/>
            <p:nvPr/>
          </p:nvSpPr>
          <p:spPr>
            <a:xfrm>
              <a:off x="4398329" y="3088896"/>
              <a:ext cx="72649" cy="72006"/>
            </a:xfrm>
            <a:custGeom>
              <a:avLst/>
              <a:pathLst>
                <a:path w="72649" h="72006">
                  <a:moveTo>
                    <a:pt x="27116" y="72006"/>
                  </a:moveTo>
                  <a:lnTo>
                    <a:pt x="0" y="26944"/>
                  </a:lnTo>
                  <a:lnTo>
                    <a:pt x="45635" y="0"/>
                  </a:lnTo>
                  <a:lnTo>
                    <a:pt x="72649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57"/>
            <p:cNvSpPr/>
            <p:nvPr/>
          </p:nvSpPr>
          <p:spPr>
            <a:xfrm>
              <a:off x="4389424" y="3143673"/>
              <a:ext cx="45770" cy="56862"/>
            </a:xfrm>
            <a:custGeom>
              <a:avLst/>
              <a:pathLst>
                <a:path w="45770" h="56862">
                  <a:moveTo>
                    <a:pt x="0" y="10846"/>
                  </a:moveTo>
                  <a:lnTo>
                    <a:pt x="19311" y="0"/>
                  </a:lnTo>
                  <a:lnTo>
                    <a:pt x="45770" y="45137"/>
                  </a:lnTo>
                  <a:lnTo>
                    <a:pt x="25049" y="56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58"/>
            <p:cNvSpPr/>
            <p:nvPr/>
          </p:nvSpPr>
          <p:spPr>
            <a:xfrm>
              <a:off x="4216656" y="2893050"/>
              <a:ext cx="55860" cy="47081"/>
            </a:xfrm>
            <a:custGeom>
              <a:avLst/>
              <a:pathLst>
                <a:path w="55860" h="47081">
                  <a:moveTo>
                    <a:pt x="12771" y="47081"/>
                  </a:moveTo>
                  <a:lnTo>
                    <a:pt x="0" y="25762"/>
                  </a:lnTo>
                  <a:lnTo>
                    <a:pt x="43832" y="0"/>
                  </a:lnTo>
                  <a:lnTo>
                    <a:pt x="55860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59"/>
            <p:cNvSpPr/>
            <p:nvPr/>
          </p:nvSpPr>
          <p:spPr>
            <a:xfrm>
              <a:off x="4384618" y="2909397"/>
              <a:ext cx="46648" cy="57859"/>
            </a:xfrm>
            <a:custGeom>
              <a:avLst/>
              <a:pathLst>
                <a:path w="46648" h="57859">
                  <a:moveTo>
                    <a:pt x="0" y="11550"/>
                  </a:moveTo>
                  <a:lnTo>
                    <a:pt x="20378" y="0"/>
                  </a:lnTo>
                  <a:lnTo>
                    <a:pt x="27830" y="13089"/>
                  </a:lnTo>
                  <a:lnTo>
                    <a:pt x="46648" y="45954"/>
                  </a:lnTo>
                  <a:lnTo>
                    <a:pt x="27518" y="57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0"/>
            <p:cNvSpPr/>
            <p:nvPr/>
          </p:nvSpPr>
          <p:spPr>
            <a:xfrm>
              <a:off x="4255998" y="2918256"/>
              <a:ext cx="46459" cy="56053"/>
            </a:xfrm>
            <a:custGeom>
              <a:avLst/>
              <a:pathLst>
                <a:path w="46459" h="56053">
                  <a:moveTo>
                    <a:pt x="25437" y="56053"/>
                  </a:moveTo>
                  <a:lnTo>
                    <a:pt x="0" y="12018"/>
                  </a:lnTo>
                  <a:lnTo>
                    <a:pt x="20136" y="0"/>
                  </a:lnTo>
                  <a:lnTo>
                    <a:pt x="46459" y="44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1"/>
            <p:cNvSpPr/>
            <p:nvPr/>
          </p:nvSpPr>
          <p:spPr>
            <a:xfrm>
              <a:off x="4449690" y="3247975"/>
              <a:ext cx="47185" cy="57286"/>
            </a:xfrm>
            <a:custGeom>
              <a:avLst/>
              <a:pathLst>
                <a:path w="47185" h="57286">
                  <a:moveTo>
                    <a:pt x="26921" y="57286"/>
                  </a:moveTo>
                  <a:lnTo>
                    <a:pt x="0" y="11893"/>
                  </a:lnTo>
                  <a:lnTo>
                    <a:pt x="19708" y="0"/>
                  </a:lnTo>
                  <a:lnTo>
                    <a:pt x="47185" y="45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2"/>
            <p:cNvSpPr/>
            <p:nvPr/>
          </p:nvSpPr>
          <p:spPr>
            <a:xfrm>
              <a:off x="4554399" y="3254083"/>
              <a:ext cx="46729" cy="56913"/>
            </a:xfrm>
            <a:custGeom>
              <a:avLst/>
              <a:pathLst>
                <a:path w="46729" h="56913">
                  <a:moveTo>
                    <a:pt x="27054" y="56913"/>
                  </a:moveTo>
                  <a:lnTo>
                    <a:pt x="0" y="11797"/>
                  </a:lnTo>
                  <a:lnTo>
                    <a:pt x="20821" y="0"/>
                  </a:lnTo>
                  <a:lnTo>
                    <a:pt x="46729" y="4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3"/>
            <p:cNvSpPr/>
            <p:nvPr/>
          </p:nvSpPr>
          <p:spPr>
            <a:xfrm>
              <a:off x="4425171" y="3262826"/>
              <a:ext cx="46625" cy="56511"/>
            </a:xfrm>
            <a:custGeom>
              <a:avLst/>
              <a:pathLst>
                <a:path w="46625" h="56511">
                  <a:moveTo>
                    <a:pt x="26868" y="56511"/>
                  </a:moveTo>
                  <a:lnTo>
                    <a:pt x="0" y="11858"/>
                  </a:lnTo>
                  <a:lnTo>
                    <a:pt x="19728" y="0"/>
                  </a:lnTo>
                  <a:lnTo>
                    <a:pt x="46625" y="44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4"/>
            <p:cNvSpPr/>
            <p:nvPr/>
          </p:nvSpPr>
          <p:spPr>
            <a:xfrm>
              <a:off x="4320664" y="2912535"/>
              <a:ext cx="47777" cy="59757"/>
            </a:xfrm>
            <a:custGeom>
              <a:avLst/>
              <a:pathLst>
                <a:path w="47777" h="59757">
                  <a:moveTo>
                    <a:pt x="0" y="12983"/>
                  </a:moveTo>
                  <a:lnTo>
                    <a:pt x="20603" y="0"/>
                  </a:lnTo>
                  <a:lnTo>
                    <a:pt x="47777" y="46883"/>
                  </a:lnTo>
                  <a:lnTo>
                    <a:pt x="26886" y="59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5"/>
            <p:cNvSpPr/>
            <p:nvPr/>
          </p:nvSpPr>
          <p:spPr>
            <a:xfrm>
              <a:off x="3008856" y="4218670"/>
              <a:ext cx="63150" cy="43358"/>
            </a:xfrm>
            <a:custGeom>
              <a:avLst/>
              <a:pathLst>
                <a:path w="63150" h="43358">
                  <a:moveTo>
                    <a:pt x="9744" y="0"/>
                  </a:moveTo>
                  <a:lnTo>
                    <a:pt x="55288" y="22460"/>
                  </a:lnTo>
                  <a:lnTo>
                    <a:pt x="59670" y="24671"/>
                  </a:lnTo>
                  <a:lnTo>
                    <a:pt x="63150" y="26427"/>
                  </a:lnTo>
                  <a:lnTo>
                    <a:pt x="55513" y="43358"/>
                  </a:lnTo>
                  <a:lnTo>
                    <a:pt x="31036" y="30918"/>
                  </a:lnTo>
                  <a:lnTo>
                    <a:pt x="0" y="15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6"/>
            <p:cNvSpPr/>
            <p:nvPr/>
          </p:nvSpPr>
          <p:spPr>
            <a:xfrm>
              <a:off x="2981893" y="4208326"/>
              <a:ext cx="32959" cy="35231"/>
            </a:xfrm>
            <a:custGeom>
              <a:avLst/>
              <a:pathLst>
                <a:path w="32959" h="35231">
                  <a:moveTo>
                    <a:pt x="0" y="27441"/>
                  </a:moveTo>
                  <a:lnTo>
                    <a:pt x="15531" y="0"/>
                  </a:lnTo>
                  <a:lnTo>
                    <a:pt x="32959" y="8962"/>
                  </a:lnTo>
                  <a:lnTo>
                    <a:pt x="16337" y="35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67"/>
            <p:cNvSpPr/>
            <p:nvPr/>
          </p:nvSpPr>
          <p:spPr>
            <a:xfrm>
              <a:off x="2964851" y="4195965"/>
              <a:ext cx="29474" cy="37768"/>
            </a:xfrm>
            <a:custGeom>
              <a:avLst/>
              <a:pathLst>
                <a:path w="29474" h="37768">
                  <a:moveTo>
                    <a:pt x="0" y="22344"/>
                  </a:moveTo>
                  <a:lnTo>
                    <a:pt x="1113" y="20086"/>
                  </a:lnTo>
                  <a:lnTo>
                    <a:pt x="11847" y="0"/>
                  </a:lnTo>
                  <a:lnTo>
                    <a:pt x="29474" y="9958"/>
                  </a:lnTo>
                  <a:lnTo>
                    <a:pt x="14423" y="37768"/>
                  </a:lnTo>
                  <a:lnTo>
                    <a:pt x="7493" y="32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68"/>
            <p:cNvSpPr/>
            <p:nvPr/>
          </p:nvSpPr>
          <p:spPr>
            <a:xfrm>
              <a:off x="2929820" y="4172358"/>
              <a:ext cx="17714" cy="13569"/>
            </a:xfrm>
            <a:custGeom>
              <a:avLst/>
              <a:pathLst>
                <a:path w="17714" h="13569">
                  <a:moveTo>
                    <a:pt x="0" y="5298"/>
                  </a:moveTo>
                  <a:lnTo>
                    <a:pt x="2346" y="0"/>
                  </a:lnTo>
                  <a:lnTo>
                    <a:pt x="17714" y="8042"/>
                  </a:lnTo>
                  <a:lnTo>
                    <a:pt x="15196" y="1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69"/>
            <p:cNvSpPr/>
            <p:nvPr/>
          </p:nvSpPr>
          <p:spPr>
            <a:xfrm>
              <a:off x="3013710" y="4255597"/>
              <a:ext cx="46956" cy="72530"/>
            </a:xfrm>
            <a:custGeom>
              <a:avLst/>
              <a:pathLst>
                <a:path w="46956" h="72530">
                  <a:moveTo>
                    <a:pt x="17454" y="72530"/>
                  </a:moveTo>
                  <a:lnTo>
                    <a:pt x="0" y="64402"/>
                  </a:lnTo>
                  <a:lnTo>
                    <a:pt x="18477" y="18128"/>
                  </a:lnTo>
                  <a:lnTo>
                    <a:pt x="22789" y="7328"/>
                  </a:lnTo>
                  <a:lnTo>
                    <a:pt x="26732" y="0"/>
                  </a:lnTo>
                  <a:lnTo>
                    <a:pt x="46956" y="8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0"/>
            <p:cNvSpPr/>
            <p:nvPr/>
          </p:nvSpPr>
          <p:spPr>
            <a:xfrm>
              <a:off x="2991506" y="4275763"/>
              <a:ext cx="28464" cy="40786"/>
            </a:xfrm>
            <a:custGeom>
              <a:avLst/>
              <a:pathLst>
                <a:path w="28464" h="40786">
                  <a:moveTo>
                    <a:pt x="0" y="32950"/>
                  </a:moveTo>
                  <a:lnTo>
                    <a:pt x="6454" y="7196"/>
                  </a:lnTo>
                  <a:lnTo>
                    <a:pt x="8302" y="0"/>
                  </a:lnTo>
                  <a:lnTo>
                    <a:pt x="13494" y="3249"/>
                  </a:lnTo>
                  <a:lnTo>
                    <a:pt x="15601" y="4567"/>
                  </a:lnTo>
                  <a:lnTo>
                    <a:pt x="28464" y="13685"/>
                  </a:lnTo>
                  <a:lnTo>
                    <a:pt x="17423" y="4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1"/>
            <p:cNvSpPr/>
            <p:nvPr/>
          </p:nvSpPr>
          <p:spPr>
            <a:xfrm>
              <a:off x="2941898" y="4217663"/>
              <a:ext cx="85464" cy="69578"/>
            </a:xfrm>
            <a:custGeom>
              <a:avLst/>
              <a:pathLst>
                <a:path w="85464" h="69578">
                  <a:moveTo>
                    <a:pt x="78942" y="69578"/>
                  </a:moveTo>
                  <a:lnTo>
                    <a:pt x="0" y="9618"/>
                  </a:lnTo>
                  <a:lnTo>
                    <a:pt x="6458" y="0"/>
                  </a:lnTo>
                  <a:lnTo>
                    <a:pt x="7577" y="793"/>
                  </a:lnTo>
                  <a:lnTo>
                    <a:pt x="22429" y="11327"/>
                  </a:lnTo>
                  <a:lnTo>
                    <a:pt x="37515" y="22429"/>
                  </a:lnTo>
                  <a:lnTo>
                    <a:pt x="43123" y="26437"/>
                  </a:lnTo>
                  <a:lnTo>
                    <a:pt x="45963" y="28466"/>
                  </a:lnTo>
                  <a:lnTo>
                    <a:pt x="48687" y="25472"/>
                  </a:lnTo>
                  <a:lnTo>
                    <a:pt x="56937" y="30646"/>
                  </a:lnTo>
                  <a:lnTo>
                    <a:pt x="60451" y="33377"/>
                  </a:lnTo>
                  <a:lnTo>
                    <a:pt x="65327" y="39198"/>
                  </a:lnTo>
                  <a:lnTo>
                    <a:pt x="85464" y="53796"/>
                  </a:lnTo>
                  <a:lnTo>
                    <a:pt x="82393" y="60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2"/>
            <p:cNvSpPr/>
            <p:nvPr/>
          </p:nvSpPr>
          <p:spPr>
            <a:xfrm>
              <a:off x="2968630" y="4260342"/>
              <a:ext cx="28408" cy="46987"/>
            </a:xfrm>
            <a:custGeom>
              <a:avLst/>
              <a:pathLst>
                <a:path w="28408" h="46987">
                  <a:moveTo>
                    <a:pt x="0" y="39914"/>
                  </a:moveTo>
                  <a:lnTo>
                    <a:pt x="10279" y="0"/>
                  </a:lnTo>
                  <a:lnTo>
                    <a:pt x="28408" y="12863"/>
                  </a:lnTo>
                  <a:lnTo>
                    <a:pt x="18174" y="4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3"/>
            <p:cNvSpPr/>
            <p:nvPr/>
          </p:nvSpPr>
          <p:spPr>
            <a:xfrm>
              <a:off x="2946951" y="4245395"/>
              <a:ext cx="27812" cy="54607"/>
            </a:xfrm>
            <a:custGeom>
              <a:avLst/>
              <a:pathLst>
                <a:path w="27812" h="54607">
                  <a:moveTo>
                    <a:pt x="0" y="48414"/>
                  </a:moveTo>
                  <a:lnTo>
                    <a:pt x="13364" y="0"/>
                  </a:lnTo>
                  <a:lnTo>
                    <a:pt x="27812" y="10717"/>
                  </a:lnTo>
                  <a:lnTo>
                    <a:pt x="16427" y="54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4"/>
            <p:cNvSpPr/>
            <p:nvPr/>
          </p:nvSpPr>
          <p:spPr>
            <a:xfrm>
              <a:off x="2924857" y="4231120"/>
              <a:ext cx="31598" cy="61734"/>
            </a:xfrm>
            <a:custGeom>
              <a:avLst/>
              <a:pathLst>
                <a:path w="31598" h="61734">
                  <a:moveTo>
                    <a:pt x="12238" y="10812"/>
                  </a:moveTo>
                  <a:lnTo>
                    <a:pt x="16279" y="0"/>
                  </a:lnTo>
                  <a:lnTo>
                    <a:pt x="31598" y="11401"/>
                  </a:lnTo>
                  <a:lnTo>
                    <a:pt x="17458" y="61734"/>
                  </a:lnTo>
                  <a:lnTo>
                    <a:pt x="0" y="5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5"/>
            <p:cNvSpPr/>
            <p:nvPr/>
          </p:nvSpPr>
          <p:spPr>
            <a:xfrm>
              <a:off x="2908814" y="4203220"/>
              <a:ext cx="33957" cy="32575"/>
            </a:xfrm>
            <a:custGeom>
              <a:avLst/>
              <a:pathLst>
                <a:path w="33957" h="32575">
                  <a:moveTo>
                    <a:pt x="0" y="14888"/>
                  </a:moveTo>
                  <a:lnTo>
                    <a:pt x="4925" y="6726"/>
                  </a:lnTo>
                  <a:lnTo>
                    <a:pt x="10373" y="0"/>
                  </a:lnTo>
                  <a:lnTo>
                    <a:pt x="33169" y="17482"/>
                  </a:lnTo>
                  <a:lnTo>
                    <a:pt x="33957" y="18086"/>
                  </a:lnTo>
                  <a:lnTo>
                    <a:pt x="25899" y="32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6"/>
            <p:cNvSpPr/>
            <p:nvPr/>
          </p:nvSpPr>
          <p:spPr>
            <a:xfrm>
              <a:off x="3001150" y="4238351"/>
              <a:ext cx="34862" cy="30380"/>
            </a:xfrm>
            <a:custGeom>
              <a:avLst/>
              <a:pathLst>
                <a:path w="34862" h="30380">
                  <a:moveTo>
                    <a:pt x="0" y="8016"/>
                  </a:moveTo>
                  <a:lnTo>
                    <a:pt x="4588" y="0"/>
                  </a:lnTo>
                  <a:lnTo>
                    <a:pt x="34862" y="15843"/>
                  </a:lnTo>
                  <a:lnTo>
                    <a:pt x="28548" y="30380"/>
                  </a:lnTo>
                  <a:lnTo>
                    <a:pt x="14791" y="21272"/>
                  </a:lnTo>
                  <a:lnTo>
                    <a:pt x="10938" y="18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77"/>
            <p:cNvSpPr/>
            <p:nvPr/>
          </p:nvSpPr>
          <p:spPr>
            <a:xfrm>
              <a:off x="2901861" y="4220830"/>
              <a:ext cx="31195" cy="27208"/>
            </a:xfrm>
            <a:custGeom>
              <a:avLst/>
              <a:pathLst>
                <a:path w="31195" h="27208">
                  <a:moveTo>
                    <a:pt x="4246" y="0"/>
                  </a:moveTo>
                  <a:lnTo>
                    <a:pt x="31195" y="18719"/>
                  </a:lnTo>
                  <a:lnTo>
                    <a:pt x="27447" y="27208"/>
                  </a:lnTo>
                  <a:lnTo>
                    <a:pt x="12582" y="18652"/>
                  </a:lnTo>
                  <a:lnTo>
                    <a:pt x="4454" y="13540"/>
                  </a:lnTo>
                  <a:lnTo>
                    <a:pt x="0" y="7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78"/>
            <p:cNvSpPr/>
            <p:nvPr/>
          </p:nvSpPr>
          <p:spPr>
            <a:xfrm>
              <a:off x="2898507" y="4261310"/>
              <a:ext cx="26253" cy="21719"/>
            </a:xfrm>
            <a:custGeom>
              <a:avLst/>
              <a:pathLst>
                <a:path w="26253" h="21719">
                  <a:moveTo>
                    <a:pt x="16231" y="18898"/>
                  </a:moveTo>
                  <a:lnTo>
                    <a:pt x="14243" y="21719"/>
                  </a:lnTo>
                  <a:lnTo>
                    <a:pt x="0" y="15283"/>
                  </a:lnTo>
                  <a:lnTo>
                    <a:pt x="8411" y="0"/>
                  </a:lnTo>
                  <a:lnTo>
                    <a:pt x="23646" y="6389"/>
                  </a:lnTo>
                  <a:lnTo>
                    <a:pt x="22643" y="8504"/>
                  </a:lnTo>
                  <a:lnTo>
                    <a:pt x="26253" y="10382"/>
                  </a:lnTo>
                  <a:lnTo>
                    <a:pt x="20485" y="21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79"/>
            <p:cNvSpPr/>
            <p:nvPr/>
          </p:nvSpPr>
          <p:spPr>
            <a:xfrm>
              <a:off x="2884707" y="4285833"/>
              <a:ext cx="57375" cy="84183"/>
            </a:xfrm>
            <a:custGeom>
              <a:avLst/>
              <a:pathLst>
                <a:path w="57375" h="84183">
                  <a:moveTo>
                    <a:pt x="36583" y="84183"/>
                  </a:moveTo>
                  <a:lnTo>
                    <a:pt x="24894" y="68939"/>
                  </a:lnTo>
                  <a:lnTo>
                    <a:pt x="19837" y="62533"/>
                  </a:lnTo>
                  <a:lnTo>
                    <a:pt x="12372" y="56867"/>
                  </a:lnTo>
                  <a:lnTo>
                    <a:pt x="5785" y="52010"/>
                  </a:lnTo>
                  <a:lnTo>
                    <a:pt x="0" y="47226"/>
                  </a:lnTo>
                  <a:lnTo>
                    <a:pt x="32144" y="0"/>
                  </a:lnTo>
                  <a:lnTo>
                    <a:pt x="41648" y="5103"/>
                  </a:lnTo>
                  <a:lnTo>
                    <a:pt x="44477" y="6738"/>
                  </a:lnTo>
                  <a:lnTo>
                    <a:pt x="57375" y="11266"/>
                  </a:lnTo>
                  <a:lnTo>
                    <a:pt x="47697" y="48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0"/>
            <p:cNvSpPr/>
            <p:nvPr/>
          </p:nvSpPr>
          <p:spPr>
            <a:xfrm>
              <a:off x="2866889" y="4279673"/>
              <a:ext cx="42948" cy="48784"/>
            </a:xfrm>
            <a:custGeom>
              <a:avLst/>
              <a:pathLst>
                <a:path w="42948" h="48784">
                  <a:moveTo>
                    <a:pt x="0" y="37985"/>
                  </a:moveTo>
                  <a:lnTo>
                    <a:pt x="26332" y="0"/>
                  </a:lnTo>
                  <a:lnTo>
                    <a:pt x="42346" y="7268"/>
                  </a:lnTo>
                  <a:lnTo>
                    <a:pt x="42948" y="8962"/>
                  </a:lnTo>
                  <a:lnTo>
                    <a:pt x="14774" y="48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1"/>
            <p:cNvSpPr/>
            <p:nvPr/>
          </p:nvSpPr>
          <p:spPr>
            <a:xfrm>
              <a:off x="2849888" y="4271930"/>
              <a:ext cx="38884" cy="42487"/>
            </a:xfrm>
            <a:custGeom>
              <a:avLst/>
              <a:pathLst>
                <a:path w="38884" h="42487">
                  <a:moveTo>
                    <a:pt x="0" y="31824"/>
                  </a:moveTo>
                  <a:lnTo>
                    <a:pt x="23056" y="0"/>
                  </a:lnTo>
                  <a:lnTo>
                    <a:pt x="38884" y="6402"/>
                  </a:lnTo>
                  <a:lnTo>
                    <a:pt x="13945" y="42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2"/>
            <p:cNvSpPr/>
            <p:nvPr/>
          </p:nvSpPr>
          <p:spPr>
            <a:xfrm>
              <a:off x="2832636" y="4261957"/>
              <a:ext cx="35983" cy="37533"/>
            </a:xfrm>
            <a:custGeom>
              <a:avLst/>
              <a:pathLst>
                <a:path w="35983" h="37533">
                  <a:moveTo>
                    <a:pt x="0" y="28195"/>
                  </a:moveTo>
                  <a:lnTo>
                    <a:pt x="2905" y="24316"/>
                  </a:lnTo>
                  <a:lnTo>
                    <a:pt x="15891" y="5990"/>
                  </a:lnTo>
                  <a:lnTo>
                    <a:pt x="20326" y="0"/>
                  </a:lnTo>
                  <a:lnTo>
                    <a:pt x="35983" y="7464"/>
                  </a:lnTo>
                  <a:lnTo>
                    <a:pt x="30302" y="15024"/>
                  </a:lnTo>
                  <a:lnTo>
                    <a:pt x="11902" y="37533"/>
                  </a:lnTo>
                  <a:lnTo>
                    <a:pt x="11138" y="3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3"/>
            <p:cNvSpPr/>
            <p:nvPr/>
          </p:nvSpPr>
          <p:spPr>
            <a:xfrm>
              <a:off x="2855471" y="4239798"/>
              <a:ext cx="46427" cy="35725"/>
            </a:xfrm>
            <a:custGeom>
              <a:avLst/>
              <a:pathLst>
                <a:path w="46427" h="35725">
                  <a:moveTo>
                    <a:pt x="0" y="16630"/>
                  </a:moveTo>
                  <a:lnTo>
                    <a:pt x="7224" y="0"/>
                  </a:lnTo>
                  <a:lnTo>
                    <a:pt x="46427" y="20176"/>
                  </a:lnTo>
                  <a:lnTo>
                    <a:pt x="37324" y="35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4"/>
            <p:cNvSpPr/>
            <p:nvPr/>
          </p:nvSpPr>
          <p:spPr>
            <a:xfrm>
              <a:off x="2883201" y="4205797"/>
              <a:ext cx="25456" cy="50062"/>
            </a:xfrm>
            <a:custGeom>
              <a:avLst/>
              <a:pathLst>
                <a:path w="25456" h="50062">
                  <a:moveTo>
                    <a:pt x="19444" y="50062"/>
                  </a:moveTo>
                  <a:lnTo>
                    <a:pt x="0" y="39652"/>
                  </a:lnTo>
                  <a:lnTo>
                    <a:pt x="15163" y="0"/>
                  </a:lnTo>
                  <a:lnTo>
                    <a:pt x="22486" y="5847"/>
                  </a:lnTo>
                  <a:lnTo>
                    <a:pt x="13658" y="24946"/>
                  </a:lnTo>
                  <a:lnTo>
                    <a:pt x="14862" y="26794"/>
                  </a:lnTo>
                  <a:lnTo>
                    <a:pt x="25456" y="37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5"/>
            <p:cNvSpPr/>
            <p:nvPr/>
          </p:nvSpPr>
          <p:spPr>
            <a:xfrm>
              <a:off x="2864182" y="4197080"/>
              <a:ext cx="30148" cy="46928"/>
            </a:xfrm>
            <a:custGeom>
              <a:avLst/>
              <a:pathLst>
                <a:path w="30148" h="46928">
                  <a:moveTo>
                    <a:pt x="0" y="39169"/>
                  </a:moveTo>
                  <a:lnTo>
                    <a:pt x="13877" y="0"/>
                  </a:lnTo>
                  <a:lnTo>
                    <a:pt x="19295" y="1847"/>
                  </a:lnTo>
                  <a:lnTo>
                    <a:pt x="30148" y="10317"/>
                  </a:lnTo>
                  <a:lnTo>
                    <a:pt x="15885" y="46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6"/>
            <p:cNvSpPr/>
            <p:nvPr/>
          </p:nvSpPr>
          <p:spPr>
            <a:xfrm>
              <a:off x="2824935" y="4238325"/>
              <a:ext cx="28035" cy="30180"/>
            </a:xfrm>
            <a:custGeom>
              <a:avLst/>
              <a:pathLst>
                <a:path w="28035" h="30180">
                  <a:moveTo>
                    <a:pt x="17285" y="30180"/>
                  </a:moveTo>
                  <a:lnTo>
                    <a:pt x="0" y="16532"/>
                  </a:lnTo>
                  <a:lnTo>
                    <a:pt x="9104" y="0"/>
                  </a:lnTo>
                  <a:lnTo>
                    <a:pt x="28035" y="1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87"/>
            <p:cNvSpPr/>
            <p:nvPr/>
          </p:nvSpPr>
          <p:spPr>
            <a:xfrm>
              <a:off x="2811989" y="4257657"/>
              <a:ext cx="27468" cy="27913"/>
            </a:xfrm>
            <a:custGeom>
              <a:avLst/>
              <a:pathLst>
                <a:path w="27468" h="27913">
                  <a:moveTo>
                    <a:pt x="27468" y="13282"/>
                  </a:moveTo>
                  <a:lnTo>
                    <a:pt x="16346" y="27913"/>
                  </a:lnTo>
                  <a:lnTo>
                    <a:pt x="0" y="14394"/>
                  </a:lnTo>
                  <a:lnTo>
                    <a:pt x="10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88"/>
            <p:cNvSpPr/>
            <p:nvPr/>
          </p:nvSpPr>
          <p:spPr>
            <a:xfrm>
              <a:off x="2788523" y="4229090"/>
              <a:ext cx="34943" cy="38128"/>
            </a:xfrm>
            <a:custGeom>
              <a:avLst/>
              <a:pathLst>
                <a:path w="34943" h="38128">
                  <a:moveTo>
                    <a:pt x="0" y="28580"/>
                  </a:moveTo>
                  <a:lnTo>
                    <a:pt x="1921" y="25693"/>
                  </a:lnTo>
                  <a:lnTo>
                    <a:pt x="19023" y="0"/>
                  </a:lnTo>
                  <a:lnTo>
                    <a:pt x="34943" y="9699"/>
                  </a:lnTo>
                  <a:lnTo>
                    <a:pt x="16254" y="38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89"/>
            <p:cNvSpPr/>
            <p:nvPr/>
          </p:nvSpPr>
          <p:spPr>
            <a:xfrm>
              <a:off x="2760959" y="4224146"/>
              <a:ext cx="33051" cy="31411"/>
            </a:xfrm>
            <a:custGeom>
              <a:avLst/>
              <a:pathLst>
                <a:path w="33051" h="31411">
                  <a:moveTo>
                    <a:pt x="0" y="17023"/>
                  </a:moveTo>
                  <a:lnTo>
                    <a:pt x="5350" y="8895"/>
                  </a:lnTo>
                  <a:lnTo>
                    <a:pt x="2808" y="7261"/>
                  </a:lnTo>
                  <a:lnTo>
                    <a:pt x="8287" y="0"/>
                  </a:lnTo>
                  <a:lnTo>
                    <a:pt x="33051" y="17095"/>
                  </a:lnTo>
                  <a:lnTo>
                    <a:pt x="23000" y="31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0"/>
            <p:cNvSpPr/>
            <p:nvPr/>
          </p:nvSpPr>
          <p:spPr>
            <a:xfrm>
              <a:off x="2742730" y="4193655"/>
              <a:ext cx="63853" cy="42833"/>
            </a:xfrm>
            <a:custGeom>
              <a:avLst/>
              <a:pathLst>
                <a:path w="63853" h="42833">
                  <a:moveTo>
                    <a:pt x="0" y="38111"/>
                  </a:moveTo>
                  <a:lnTo>
                    <a:pt x="10399" y="29925"/>
                  </a:lnTo>
                  <a:lnTo>
                    <a:pt x="14207" y="26375"/>
                  </a:lnTo>
                  <a:lnTo>
                    <a:pt x="19701" y="22247"/>
                  </a:lnTo>
                  <a:lnTo>
                    <a:pt x="29612" y="16072"/>
                  </a:lnTo>
                  <a:lnTo>
                    <a:pt x="47705" y="6041"/>
                  </a:lnTo>
                  <a:lnTo>
                    <a:pt x="59238" y="0"/>
                  </a:lnTo>
                  <a:lnTo>
                    <a:pt x="63853" y="7695"/>
                  </a:lnTo>
                  <a:lnTo>
                    <a:pt x="28268" y="27852"/>
                  </a:lnTo>
                  <a:lnTo>
                    <a:pt x="26862" y="28648"/>
                  </a:lnTo>
                  <a:lnTo>
                    <a:pt x="24587" y="29831"/>
                  </a:lnTo>
                  <a:lnTo>
                    <a:pt x="18665" y="36376"/>
                  </a:lnTo>
                  <a:lnTo>
                    <a:pt x="10766" y="42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1"/>
            <p:cNvSpPr/>
            <p:nvPr/>
          </p:nvSpPr>
          <p:spPr>
            <a:xfrm>
              <a:off x="2794385" y="4205241"/>
              <a:ext cx="41207" cy="30340"/>
            </a:xfrm>
            <a:custGeom>
              <a:avLst/>
              <a:pathLst>
                <a:path w="41207" h="30340">
                  <a:moveTo>
                    <a:pt x="41207" y="15692"/>
                  </a:moveTo>
                  <a:lnTo>
                    <a:pt x="30995" y="30340"/>
                  </a:lnTo>
                  <a:lnTo>
                    <a:pt x="0" y="8820"/>
                  </a:lnTo>
                  <a:lnTo>
                    <a:pt x="8020" y="2672"/>
                  </a:lnTo>
                  <a:lnTo>
                    <a:pt x="151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2"/>
            <p:cNvSpPr/>
            <p:nvPr/>
          </p:nvSpPr>
          <p:spPr>
            <a:xfrm>
              <a:off x="2813643" y="4191778"/>
              <a:ext cx="37610" cy="26276"/>
            </a:xfrm>
            <a:custGeom>
              <a:avLst/>
              <a:pathLst>
                <a:path w="37610" h="26276">
                  <a:moveTo>
                    <a:pt x="37610" y="11087"/>
                  </a:moveTo>
                  <a:lnTo>
                    <a:pt x="24790" y="26276"/>
                  </a:lnTo>
                  <a:lnTo>
                    <a:pt x="0" y="10532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3"/>
            <p:cNvSpPr/>
            <p:nvPr/>
          </p:nvSpPr>
          <p:spPr>
            <a:xfrm>
              <a:off x="2924589" y="4337743"/>
              <a:ext cx="29177" cy="57413"/>
            </a:xfrm>
            <a:custGeom>
              <a:avLst/>
              <a:pathLst>
                <a:path w="29177" h="57413">
                  <a:moveTo>
                    <a:pt x="0" y="35978"/>
                  </a:moveTo>
                  <a:lnTo>
                    <a:pt x="10996" y="0"/>
                  </a:lnTo>
                  <a:lnTo>
                    <a:pt x="29177" y="4681"/>
                  </a:lnTo>
                  <a:lnTo>
                    <a:pt x="13364" y="57413"/>
                  </a:lnTo>
                  <a:lnTo>
                    <a:pt x="461" y="39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4"/>
            <p:cNvSpPr/>
            <p:nvPr/>
          </p:nvSpPr>
          <p:spPr>
            <a:xfrm>
              <a:off x="2936237" y="4297805"/>
              <a:ext cx="28083" cy="42070"/>
            </a:xfrm>
            <a:custGeom>
              <a:avLst/>
              <a:pathLst>
                <a:path w="28083" h="42070">
                  <a:moveTo>
                    <a:pt x="0" y="36957"/>
                  </a:moveTo>
                  <a:lnTo>
                    <a:pt x="10836" y="0"/>
                  </a:lnTo>
                  <a:lnTo>
                    <a:pt x="28083" y="5728"/>
                  </a:lnTo>
                  <a:lnTo>
                    <a:pt x="17849" y="42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5"/>
            <p:cNvSpPr/>
            <p:nvPr/>
          </p:nvSpPr>
          <p:spPr>
            <a:xfrm>
              <a:off x="2953741" y="4347189"/>
              <a:ext cx="48401" cy="18848"/>
            </a:xfrm>
            <a:custGeom>
              <a:avLst/>
              <a:pathLst>
                <a:path w="48401" h="18848">
                  <a:moveTo>
                    <a:pt x="0" y="18848"/>
                  </a:moveTo>
                  <a:lnTo>
                    <a:pt x="4695" y="0"/>
                  </a:lnTo>
                  <a:lnTo>
                    <a:pt x="48401" y="1108"/>
                  </a:lnTo>
                  <a:lnTo>
                    <a:pt x="45150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6"/>
            <p:cNvSpPr/>
            <p:nvPr/>
          </p:nvSpPr>
          <p:spPr>
            <a:xfrm>
              <a:off x="2962212" y="4305021"/>
              <a:ext cx="24473" cy="38395"/>
            </a:xfrm>
            <a:custGeom>
              <a:avLst/>
              <a:pathLst>
                <a:path w="24473" h="38395">
                  <a:moveTo>
                    <a:pt x="0" y="36795"/>
                  </a:moveTo>
                  <a:lnTo>
                    <a:pt x="7318" y="0"/>
                  </a:lnTo>
                  <a:lnTo>
                    <a:pt x="24473" y="6550"/>
                  </a:lnTo>
                  <a:lnTo>
                    <a:pt x="15323" y="3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397"/>
            <p:cNvSpPr/>
            <p:nvPr/>
          </p:nvSpPr>
          <p:spPr>
            <a:xfrm>
              <a:off x="2982938" y="4312725"/>
              <a:ext cx="50642" cy="37043"/>
            </a:xfrm>
            <a:custGeom>
              <a:avLst/>
              <a:pathLst>
                <a:path w="50642" h="37043">
                  <a:moveTo>
                    <a:pt x="7453" y="0"/>
                  </a:moveTo>
                  <a:lnTo>
                    <a:pt x="48200" y="19778"/>
                  </a:lnTo>
                  <a:lnTo>
                    <a:pt x="50642" y="21093"/>
                  </a:lnTo>
                  <a:lnTo>
                    <a:pt x="46323" y="37043"/>
                  </a:lnTo>
                  <a:lnTo>
                    <a:pt x="44588" y="36409"/>
                  </a:lnTo>
                  <a:lnTo>
                    <a:pt x="35058" y="33623"/>
                  </a:lnTo>
                  <a:lnTo>
                    <a:pt x="22425" y="29786"/>
                  </a:lnTo>
                  <a:lnTo>
                    <a:pt x="0" y="2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398"/>
            <p:cNvSpPr/>
            <p:nvPr/>
          </p:nvSpPr>
          <p:spPr>
            <a:xfrm>
              <a:off x="2944109" y="4368163"/>
              <a:ext cx="22129" cy="35155"/>
            </a:xfrm>
            <a:custGeom>
              <a:avLst/>
              <a:pathLst>
                <a:path w="22129" h="35155">
                  <a:moveTo>
                    <a:pt x="10113" y="35155"/>
                  </a:moveTo>
                  <a:lnTo>
                    <a:pt x="0" y="30720"/>
                  </a:lnTo>
                  <a:lnTo>
                    <a:pt x="5779" y="15937"/>
                  </a:lnTo>
                  <a:lnTo>
                    <a:pt x="6657" y="12702"/>
                  </a:lnTo>
                  <a:lnTo>
                    <a:pt x="6472" y="10776"/>
                  </a:lnTo>
                  <a:lnTo>
                    <a:pt x="6568" y="8843"/>
                  </a:lnTo>
                  <a:lnTo>
                    <a:pt x="6941" y="6946"/>
                  </a:lnTo>
                  <a:lnTo>
                    <a:pt x="7585" y="5126"/>
                  </a:lnTo>
                  <a:lnTo>
                    <a:pt x="8049" y="3975"/>
                  </a:lnTo>
                  <a:lnTo>
                    <a:pt x="8697" y="2920"/>
                  </a:lnTo>
                  <a:lnTo>
                    <a:pt x="9510" y="1993"/>
                  </a:lnTo>
                  <a:lnTo>
                    <a:pt x="10311" y="1326"/>
                  </a:lnTo>
                  <a:lnTo>
                    <a:pt x="11197" y="785"/>
                  </a:lnTo>
                  <a:lnTo>
                    <a:pt x="12240" y="348"/>
                  </a:lnTo>
                  <a:lnTo>
                    <a:pt x="13337" y="84"/>
                  </a:lnTo>
                  <a:lnTo>
                    <a:pt x="14461" y="0"/>
                  </a:lnTo>
                  <a:lnTo>
                    <a:pt x="15584" y="96"/>
                  </a:lnTo>
                  <a:lnTo>
                    <a:pt x="16678" y="371"/>
                  </a:lnTo>
                  <a:lnTo>
                    <a:pt x="17968" y="708"/>
                  </a:lnTo>
                  <a:lnTo>
                    <a:pt x="18587" y="870"/>
                  </a:lnTo>
                  <a:lnTo>
                    <a:pt x="19391" y="1210"/>
                  </a:lnTo>
                  <a:lnTo>
                    <a:pt x="20129" y="1681"/>
                  </a:lnTo>
                  <a:lnTo>
                    <a:pt x="20782" y="2268"/>
                  </a:lnTo>
                  <a:lnTo>
                    <a:pt x="21054" y="2578"/>
                  </a:lnTo>
                  <a:lnTo>
                    <a:pt x="21521" y="3254"/>
                  </a:lnTo>
                  <a:lnTo>
                    <a:pt x="21882" y="3994"/>
                  </a:lnTo>
                  <a:lnTo>
                    <a:pt x="22129" y="4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399"/>
            <p:cNvSpPr/>
            <p:nvPr/>
          </p:nvSpPr>
          <p:spPr>
            <a:xfrm>
              <a:off x="2957204" y="4371019"/>
              <a:ext cx="34176" cy="41789"/>
            </a:xfrm>
            <a:custGeom>
              <a:avLst/>
              <a:pathLst>
                <a:path w="34176" h="41789">
                  <a:moveTo>
                    <a:pt x="7548" y="37211"/>
                  </a:moveTo>
                  <a:lnTo>
                    <a:pt x="0" y="33407"/>
                  </a:lnTo>
                  <a:lnTo>
                    <a:pt x="14287" y="1492"/>
                  </a:lnTo>
                  <a:lnTo>
                    <a:pt x="18712" y="0"/>
                  </a:lnTo>
                  <a:lnTo>
                    <a:pt x="34176" y="386"/>
                  </a:lnTo>
                  <a:lnTo>
                    <a:pt x="16577" y="4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0"/>
            <p:cNvSpPr/>
            <p:nvPr/>
          </p:nvSpPr>
          <p:spPr>
            <a:xfrm>
              <a:off x="2978107" y="4373660"/>
              <a:ext cx="34675" cy="48747"/>
            </a:xfrm>
            <a:custGeom>
              <a:avLst/>
              <a:pathLst>
                <a:path w="34675" h="48747">
                  <a:moveTo>
                    <a:pt x="0" y="40283"/>
                  </a:moveTo>
                  <a:lnTo>
                    <a:pt x="18421" y="0"/>
                  </a:lnTo>
                  <a:lnTo>
                    <a:pt x="34675" y="6652"/>
                  </a:lnTo>
                  <a:lnTo>
                    <a:pt x="14930" y="48747"/>
                  </a:lnTo>
                  <a:lnTo>
                    <a:pt x="501" y="41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1"/>
            <p:cNvSpPr/>
            <p:nvPr/>
          </p:nvSpPr>
          <p:spPr>
            <a:xfrm>
              <a:off x="3001751" y="4349422"/>
              <a:ext cx="24923" cy="26518"/>
            </a:xfrm>
            <a:custGeom>
              <a:avLst/>
              <a:pathLst>
                <a:path w="24923" h="26518">
                  <a:moveTo>
                    <a:pt x="0" y="20696"/>
                  </a:moveTo>
                  <a:lnTo>
                    <a:pt x="6140" y="0"/>
                  </a:lnTo>
                  <a:lnTo>
                    <a:pt x="12642" y="369"/>
                  </a:lnTo>
                  <a:lnTo>
                    <a:pt x="24923" y="5543"/>
                  </a:lnTo>
                  <a:lnTo>
                    <a:pt x="15889" y="2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2"/>
            <p:cNvSpPr/>
            <p:nvPr/>
          </p:nvSpPr>
          <p:spPr>
            <a:xfrm>
              <a:off x="2836279" y="4185931"/>
              <a:ext cx="38315" cy="65194"/>
            </a:xfrm>
            <a:custGeom>
              <a:avLst/>
              <a:pathLst>
                <a:path w="38315" h="65194">
                  <a:moveTo>
                    <a:pt x="6501" y="39632"/>
                  </a:moveTo>
                  <a:lnTo>
                    <a:pt x="8126" y="37308"/>
                  </a:lnTo>
                  <a:lnTo>
                    <a:pt x="9172" y="35812"/>
                  </a:lnTo>
                  <a:lnTo>
                    <a:pt x="19284" y="21350"/>
                  </a:lnTo>
                  <a:lnTo>
                    <a:pt x="24032" y="14560"/>
                  </a:lnTo>
                  <a:lnTo>
                    <a:pt x="34522" y="0"/>
                  </a:lnTo>
                  <a:lnTo>
                    <a:pt x="38315" y="2587"/>
                  </a:lnTo>
                  <a:lnTo>
                    <a:pt x="32880" y="20374"/>
                  </a:lnTo>
                  <a:lnTo>
                    <a:pt x="30902" y="28131"/>
                  </a:lnTo>
                  <a:lnTo>
                    <a:pt x="24941" y="47507"/>
                  </a:lnTo>
                  <a:lnTo>
                    <a:pt x="24187" y="49859"/>
                  </a:lnTo>
                  <a:lnTo>
                    <a:pt x="23418" y="52259"/>
                  </a:lnTo>
                  <a:lnTo>
                    <a:pt x="21677" y="57488"/>
                  </a:lnTo>
                  <a:lnTo>
                    <a:pt x="17638" y="65194"/>
                  </a:lnTo>
                  <a:lnTo>
                    <a:pt x="0" y="49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3"/>
            <p:cNvSpPr/>
            <p:nvPr/>
          </p:nvSpPr>
          <p:spPr>
            <a:xfrm>
              <a:off x="2780122" y="4217489"/>
              <a:ext cx="24106" cy="18711"/>
            </a:xfrm>
            <a:custGeom>
              <a:avLst/>
              <a:pathLst>
                <a:path w="24106" h="18711">
                  <a:moveTo>
                    <a:pt x="16783" y="18711"/>
                  </a:moveTo>
                  <a:lnTo>
                    <a:pt x="0" y="7205"/>
                  </a:lnTo>
                  <a:lnTo>
                    <a:pt x="11204" y="0"/>
                  </a:lnTo>
                  <a:lnTo>
                    <a:pt x="24106" y="8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4"/>
            <p:cNvSpPr/>
            <p:nvPr/>
          </p:nvSpPr>
          <p:spPr>
            <a:xfrm>
              <a:off x="2926162" y="4181098"/>
              <a:ext cx="47131" cy="34464"/>
            </a:xfrm>
            <a:custGeom>
              <a:avLst/>
              <a:pathLst>
                <a:path w="47131" h="34464">
                  <a:moveTo>
                    <a:pt x="0" y="5769"/>
                  </a:moveTo>
                  <a:lnTo>
                    <a:pt x="2555" y="0"/>
                  </a:lnTo>
                  <a:lnTo>
                    <a:pt x="19421" y="8853"/>
                  </a:lnTo>
                  <a:lnTo>
                    <a:pt x="24153" y="386"/>
                  </a:lnTo>
                  <a:lnTo>
                    <a:pt x="29155" y="2972"/>
                  </a:lnTo>
                  <a:lnTo>
                    <a:pt x="32499" y="4557"/>
                  </a:lnTo>
                  <a:lnTo>
                    <a:pt x="47131" y="12387"/>
                  </a:lnTo>
                  <a:lnTo>
                    <a:pt x="35418" y="34464"/>
                  </a:lnTo>
                  <a:lnTo>
                    <a:pt x="20777" y="22914"/>
                  </a:lnTo>
                  <a:lnTo>
                    <a:pt x="15480" y="16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5"/>
            <p:cNvSpPr/>
            <p:nvPr/>
          </p:nvSpPr>
          <p:spPr>
            <a:xfrm>
              <a:off x="2632238" y="3375724"/>
              <a:ext cx="198702" cy="265512"/>
            </a:xfrm>
            <a:custGeom>
              <a:avLst/>
              <a:pathLst>
                <a:path w="198702" h="265512">
                  <a:moveTo>
                    <a:pt x="17186" y="59896"/>
                  </a:moveTo>
                  <a:lnTo>
                    <a:pt x="111764" y="0"/>
                  </a:lnTo>
                  <a:lnTo>
                    <a:pt x="198702" y="147888"/>
                  </a:lnTo>
                  <a:lnTo>
                    <a:pt x="39741" y="242639"/>
                  </a:lnTo>
                  <a:lnTo>
                    <a:pt x="30822" y="247772"/>
                  </a:lnTo>
                  <a:lnTo>
                    <a:pt x="0" y="265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6"/>
            <p:cNvSpPr/>
            <p:nvPr/>
          </p:nvSpPr>
          <p:spPr>
            <a:xfrm>
              <a:off x="3090550" y="4094197"/>
              <a:ext cx="343970" cy="232511"/>
            </a:xfrm>
            <a:custGeom>
              <a:avLst/>
              <a:pathLst>
                <a:path w="343970" h="232511">
                  <a:moveTo>
                    <a:pt x="101111" y="232511"/>
                  </a:moveTo>
                  <a:lnTo>
                    <a:pt x="7709" y="180585"/>
                  </a:lnTo>
                  <a:lnTo>
                    <a:pt x="0" y="167391"/>
                  </a:lnTo>
                  <a:lnTo>
                    <a:pt x="280244" y="437"/>
                  </a:lnTo>
                  <a:lnTo>
                    <a:pt x="291927" y="0"/>
                  </a:lnTo>
                  <a:lnTo>
                    <a:pt x="343970" y="92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07"/>
            <p:cNvSpPr/>
            <p:nvPr/>
          </p:nvSpPr>
          <p:spPr>
            <a:xfrm>
              <a:off x="2901246" y="4129150"/>
              <a:ext cx="49123" cy="45024"/>
            </a:xfrm>
            <a:custGeom>
              <a:avLst/>
              <a:pathLst>
                <a:path w="49123" h="45024">
                  <a:moveTo>
                    <a:pt x="0" y="16443"/>
                  </a:moveTo>
                  <a:lnTo>
                    <a:pt x="24366" y="0"/>
                  </a:lnTo>
                  <a:lnTo>
                    <a:pt x="49123" y="4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08"/>
            <p:cNvSpPr/>
            <p:nvPr/>
          </p:nvSpPr>
          <p:spPr>
            <a:xfrm>
              <a:off x="2935709" y="4045262"/>
              <a:ext cx="224741" cy="194986"/>
            </a:xfrm>
            <a:custGeom>
              <a:avLst/>
              <a:pathLst>
                <a:path w="224741" h="194986">
                  <a:moveTo>
                    <a:pt x="0" y="84922"/>
                  </a:moveTo>
                  <a:lnTo>
                    <a:pt x="29750" y="66252"/>
                  </a:lnTo>
                  <a:lnTo>
                    <a:pt x="108058" y="18997"/>
                  </a:lnTo>
                  <a:lnTo>
                    <a:pt x="136823" y="1813"/>
                  </a:lnTo>
                  <a:lnTo>
                    <a:pt x="139858" y="0"/>
                  </a:lnTo>
                  <a:lnTo>
                    <a:pt x="224741" y="144442"/>
                  </a:lnTo>
                  <a:lnTo>
                    <a:pt x="206194" y="154953"/>
                  </a:lnTo>
                  <a:lnTo>
                    <a:pt x="142546" y="194986"/>
                  </a:lnTo>
                  <a:lnTo>
                    <a:pt x="81931" y="166610"/>
                  </a:lnTo>
                  <a:lnTo>
                    <a:pt x="49016" y="147365"/>
                  </a:lnTo>
                  <a:lnTo>
                    <a:pt x="33446" y="139437"/>
                  </a:lnTo>
                  <a:lnTo>
                    <a:pt x="24307" y="130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09"/>
            <p:cNvSpPr/>
            <p:nvPr/>
          </p:nvSpPr>
          <p:spPr>
            <a:xfrm>
              <a:off x="2757127" y="3285144"/>
              <a:ext cx="229458" cy="226621"/>
            </a:xfrm>
            <a:custGeom>
              <a:avLst/>
              <a:pathLst>
                <a:path w="229458" h="226621">
                  <a:moveTo>
                    <a:pt x="0" y="86486"/>
                  </a:moveTo>
                  <a:lnTo>
                    <a:pt x="572" y="83067"/>
                  </a:lnTo>
                  <a:lnTo>
                    <a:pt x="125031" y="11368"/>
                  </a:lnTo>
                  <a:lnTo>
                    <a:pt x="145075" y="0"/>
                  </a:lnTo>
                  <a:lnTo>
                    <a:pt x="155914" y="18021"/>
                  </a:lnTo>
                  <a:lnTo>
                    <a:pt x="229458" y="143622"/>
                  </a:lnTo>
                  <a:lnTo>
                    <a:pt x="88958" y="226621"/>
                  </a:lnTo>
                  <a:lnTo>
                    <a:pt x="83686" y="226206"/>
                  </a:lnTo>
                  <a:lnTo>
                    <a:pt x="49085" y="169297"/>
                  </a:lnTo>
                  <a:lnTo>
                    <a:pt x="46738" y="165252"/>
                  </a:lnTo>
                  <a:lnTo>
                    <a:pt x="34014" y="143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0"/>
            <p:cNvSpPr/>
            <p:nvPr/>
          </p:nvSpPr>
          <p:spPr>
            <a:xfrm>
              <a:off x="2937657" y="3594807"/>
              <a:ext cx="238903" cy="244889"/>
            </a:xfrm>
            <a:custGeom>
              <a:avLst/>
              <a:pathLst>
                <a:path w="238903" h="244889">
                  <a:moveTo>
                    <a:pt x="0" y="83128"/>
                  </a:moveTo>
                  <a:lnTo>
                    <a:pt x="145876" y="0"/>
                  </a:lnTo>
                  <a:lnTo>
                    <a:pt x="238903" y="161169"/>
                  </a:lnTo>
                  <a:lnTo>
                    <a:pt x="93793" y="244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1"/>
            <p:cNvSpPr/>
            <p:nvPr/>
          </p:nvSpPr>
          <p:spPr>
            <a:xfrm>
              <a:off x="2733522" y="3683663"/>
              <a:ext cx="282681" cy="263886"/>
            </a:xfrm>
            <a:custGeom>
              <a:avLst/>
              <a:pathLst>
                <a:path w="282681" h="263886">
                  <a:moveTo>
                    <a:pt x="32621" y="169657"/>
                  </a:moveTo>
                  <a:lnTo>
                    <a:pt x="84800" y="160826"/>
                  </a:lnTo>
                  <a:lnTo>
                    <a:pt x="82777" y="151953"/>
                  </a:lnTo>
                  <a:lnTo>
                    <a:pt x="29247" y="162928"/>
                  </a:lnTo>
                  <a:lnTo>
                    <a:pt x="0" y="115193"/>
                  </a:lnTo>
                  <a:lnTo>
                    <a:pt x="69155" y="74449"/>
                  </a:lnTo>
                  <a:lnTo>
                    <a:pt x="73231" y="72173"/>
                  </a:lnTo>
                  <a:lnTo>
                    <a:pt x="197756" y="0"/>
                  </a:lnTo>
                  <a:lnTo>
                    <a:pt x="231030" y="57035"/>
                  </a:lnTo>
                  <a:lnTo>
                    <a:pt x="282681" y="148856"/>
                  </a:lnTo>
                  <a:lnTo>
                    <a:pt x="88013" y="263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2"/>
            <p:cNvSpPr/>
            <p:nvPr/>
          </p:nvSpPr>
          <p:spPr>
            <a:xfrm>
              <a:off x="2773099" y="3435276"/>
              <a:ext cx="306334" cy="278958"/>
            </a:xfrm>
            <a:custGeom>
              <a:avLst/>
              <a:pathLst>
                <a:path w="306334" h="278958">
                  <a:moveTo>
                    <a:pt x="85931" y="278958"/>
                  </a:moveTo>
                  <a:lnTo>
                    <a:pt x="82207" y="277973"/>
                  </a:lnTo>
                  <a:lnTo>
                    <a:pt x="0" y="133743"/>
                  </a:lnTo>
                  <a:lnTo>
                    <a:pt x="42125" y="108210"/>
                  </a:lnTo>
                  <a:lnTo>
                    <a:pt x="46696" y="105935"/>
                  </a:lnTo>
                  <a:lnTo>
                    <a:pt x="185551" y="23270"/>
                  </a:lnTo>
                  <a:lnTo>
                    <a:pt x="222835" y="0"/>
                  </a:lnTo>
                  <a:lnTo>
                    <a:pt x="306334" y="149731"/>
                  </a:lnTo>
                  <a:lnTo>
                    <a:pt x="306334" y="15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3"/>
            <p:cNvSpPr/>
            <p:nvPr/>
          </p:nvSpPr>
          <p:spPr>
            <a:xfrm>
              <a:off x="3085666" y="3922491"/>
              <a:ext cx="274974" cy="259104"/>
            </a:xfrm>
            <a:custGeom>
              <a:avLst/>
              <a:pathLst>
                <a:path w="274974" h="259104">
                  <a:moveTo>
                    <a:pt x="83774" y="259104"/>
                  </a:moveTo>
                  <a:lnTo>
                    <a:pt x="76550" y="248633"/>
                  </a:lnTo>
                  <a:lnTo>
                    <a:pt x="0" y="115996"/>
                  </a:lnTo>
                  <a:lnTo>
                    <a:pt x="125279" y="38848"/>
                  </a:lnTo>
                  <a:lnTo>
                    <a:pt x="188715" y="2283"/>
                  </a:lnTo>
                  <a:lnTo>
                    <a:pt x="193026" y="0"/>
                  </a:lnTo>
                  <a:lnTo>
                    <a:pt x="274974" y="141131"/>
                  </a:lnTo>
                  <a:lnTo>
                    <a:pt x="273168" y="149678"/>
                  </a:lnTo>
                  <a:lnTo>
                    <a:pt x="270300" y="151361"/>
                  </a:lnTo>
                  <a:lnTo>
                    <a:pt x="232510" y="173547"/>
                  </a:lnTo>
                  <a:lnTo>
                    <a:pt x="220806" y="180417"/>
                  </a:lnTo>
                  <a:lnTo>
                    <a:pt x="111889" y="244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4"/>
            <p:cNvSpPr/>
            <p:nvPr/>
          </p:nvSpPr>
          <p:spPr>
            <a:xfrm>
              <a:off x="2995822" y="3768459"/>
              <a:ext cx="279205" cy="261792"/>
            </a:xfrm>
            <a:custGeom>
              <a:avLst/>
              <a:pathLst>
                <a:path w="279205" h="261792">
                  <a:moveTo>
                    <a:pt x="0" y="113962"/>
                  </a:moveTo>
                  <a:lnTo>
                    <a:pt x="194717" y="0"/>
                  </a:lnTo>
                  <a:lnTo>
                    <a:pt x="279205" y="144470"/>
                  </a:lnTo>
                  <a:lnTo>
                    <a:pt x="88856" y="261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5"/>
            <p:cNvSpPr/>
            <p:nvPr/>
          </p:nvSpPr>
          <p:spPr>
            <a:xfrm>
              <a:off x="2351924" y="3578734"/>
              <a:ext cx="491907" cy="283195"/>
            </a:xfrm>
            <a:custGeom>
              <a:avLst/>
              <a:pathLst>
                <a:path w="491907" h="283195">
                  <a:moveTo>
                    <a:pt x="50737" y="63305"/>
                  </a:moveTo>
                  <a:lnTo>
                    <a:pt x="64393" y="42322"/>
                  </a:lnTo>
                  <a:lnTo>
                    <a:pt x="274778" y="157413"/>
                  </a:lnTo>
                  <a:lnTo>
                    <a:pt x="279850" y="77032"/>
                  </a:lnTo>
                  <a:lnTo>
                    <a:pt x="406071" y="0"/>
                  </a:lnTo>
                  <a:lnTo>
                    <a:pt x="410543" y="989"/>
                  </a:lnTo>
                  <a:lnTo>
                    <a:pt x="491907" y="142262"/>
                  </a:lnTo>
                  <a:lnTo>
                    <a:pt x="491874" y="143338"/>
                  </a:lnTo>
                  <a:lnTo>
                    <a:pt x="422482" y="185759"/>
                  </a:lnTo>
                  <a:lnTo>
                    <a:pt x="419722" y="187618"/>
                  </a:lnTo>
                  <a:lnTo>
                    <a:pt x="417888" y="188853"/>
                  </a:lnTo>
                  <a:lnTo>
                    <a:pt x="261151" y="283195"/>
                  </a:lnTo>
                  <a:lnTo>
                    <a:pt x="162903" y="227020"/>
                  </a:lnTo>
                  <a:lnTo>
                    <a:pt x="201776" y="155341"/>
                  </a:lnTo>
                  <a:lnTo>
                    <a:pt x="195154" y="152235"/>
                  </a:lnTo>
                  <a:lnTo>
                    <a:pt x="154595" y="223694"/>
                  </a:lnTo>
                  <a:lnTo>
                    <a:pt x="0" y="134256"/>
                  </a:lnTo>
                  <a:lnTo>
                    <a:pt x="21706" y="116266"/>
                  </a:lnTo>
                  <a:lnTo>
                    <a:pt x="33195" y="100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6"/>
            <p:cNvSpPr/>
            <p:nvPr/>
          </p:nvSpPr>
          <p:spPr>
            <a:xfrm>
              <a:off x="2621706" y="3807507"/>
              <a:ext cx="190452" cy="229410"/>
            </a:xfrm>
            <a:custGeom>
              <a:avLst/>
              <a:pathLst>
                <a:path w="190452" h="229410">
                  <a:moveTo>
                    <a:pt x="1380" y="64206"/>
                  </a:moveTo>
                  <a:lnTo>
                    <a:pt x="0" y="61879"/>
                  </a:lnTo>
                  <a:lnTo>
                    <a:pt x="107143" y="0"/>
                  </a:lnTo>
                  <a:lnTo>
                    <a:pt x="148799" y="73526"/>
                  </a:lnTo>
                  <a:lnTo>
                    <a:pt x="190452" y="147049"/>
                  </a:lnTo>
                  <a:lnTo>
                    <a:pt x="84902" y="209450"/>
                  </a:lnTo>
                  <a:lnTo>
                    <a:pt x="51140" y="229410"/>
                  </a:lnTo>
                  <a:lnTo>
                    <a:pt x="37557" y="161661"/>
                  </a:lnTo>
                  <a:lnTo>
                    <a:pt x="30282" y="125682"/>
                  </a:lnTo>
                  <a:lnTo>
                    <a:pt x="20367" y="76654"/>
                  </a:lnTo>
                  <a:lnTo>
                    <a:pt x="4628" y="6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17"/>
            <p:cNvSpPr/>
            <p:nvPr/>
          </p:nvSpPr>
          <p:spPr>
            <a:xfrm>
              <a:off x="2561262" y="3659712"/>
              <a:ext cx="56108" cy="44209"/>
            </a:xfrm>
            <a:custGeom>
              <a:avLst/>
              <a:pathLst>
                <a:path w="56108" h="44209">
                  <a:moveTo>
                    <a:pt x="0" y="20392"/>
                  </a:moveTo>
                  <a:lnTo>
                    <a:pt x="56055" y="0"/>
                  </a:lnTo>
                  <a:lnTo>
                    <a:pt x="56108" y="44209"/>
                  </a:lnTo>
                  <a:lnTo>
                    <a:pt x="19888" y="29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18"/>
            <p:cNvSpPr/>
            <p:nvPr/>
          </p:nvSpPr>
          <p:spPr>
            <a:xfrm>
              <a:off x="2512077" y="3617075"/>
              <a:ext cx="92960" cy="58371"/>
            </a:xfrm>
            <a:custGeom>
              <a:avLst/>
              <a:pathLst>
                <a:path w="92960" h="58371">
                  <a:moveTo>
                    <a:pt x="0" y="35457"/>
                  </a:moveTo>
                  <a:lnTo>
                    <a:pt x="16406" y="0"/>
                  </a:lnTo>
                  <a:lnTo>
                    <a:pt x="92960" y="40409"/>
                  </a:lnTo>
                  <a:lnTo>
                    <a:pt x="41899" y="58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19"/>
            <p:cNvSpPr/>
            <p:nvPr/>
          </p:nvSpPr>
          <p:spPr>
            <a:xfrm>
              <a:off x="2423100" y="3433724"/>
              <a:ext cx="217297" cy="221265"/>
            </a:xfrm>
            <a:custGeom>
              <a:avLst/>
              <a:pathLst>
                <a:path w="217297" h="221265">
                  <a:moveTo>
                    <a:pt x="196315" y="213874"/>
                  </a:moveTo>
                  <a:lnTo>
                    <a:pt x="187285" y="221265"/>
                  </a:lnTo>
                  <a:lnTo>
                    <a:pt x="153517" y="201959"/>
                  </a:lnTo>
                  <a:lnTo>
                    <a:pt x="170641" y="167233"/>
                  </a:lnTo>
                  <a:lnTo>
                    <a:pt x="172597" y="132277"/>
                  </a:lnTo>
                  <a:lnTo>
                    <a:pt x="122029" y="132277"/>
                  </a:lnTo>
                  <a:lnTo>
                    <a:pt x="104086" y="170069"/>
                  </a:lnTo>
                  <a:lnTo>
                    <a:pt x="99585" y="179551"/>
                  </a:lnTo>
                  <a:lnTo>
                    <a:pt x="82519" y="215405"/>
                  </a:lnTo>
                  <a:lnTo>
                    <a:pt x="14124" y="178749"/>
                  </a:lnTo>
                  <a:lnTo>
                    <a:pt x="0" y="176267"/>
                  </a:lnTo>
                  <a:lnTo>
                    <a:pt x="106980" y="64682"/>
                  </a:lnTo>
                  <a:lnTo>
                    <a:pt x="111957" y="59809"/>
                  </a:lnTo>
                  <a:lnTo>
                    <a:pt x="121726" y="50242"/>
                  </a:lnTo>
                  <a:lnTo>
                    <a:pt x="124870" y="48441"/>
                  </a:lnTo>
                  <a:lnTo>
                    <a:pt x="212437" y="2223"/>
                  </a:lnTo>
                  <a:lnTo>
                    <a:pt x="214904" y="1094"/>
                  </a:lnTo>
                  <a:lnTo>
                    <a:pt x="217297" y="0"/>
                  </a:lnTo>
                  <a:lnTo>
                    <a:pt x="209321" y="67320"/>
                  </a:lnTo>
                  <a:lnTo>
                    <a:pt x="201020" y="165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0"/>
            <p:cNvSpPr/>
            <p:nvPr/>
          </p:nvSpPr>
          <p:spPr>
            <a:xfrm>
              <a:off x="2841243" y="3889466"/>
              <a:ext cx="232217" cy="230403"/>
            </a:xfrm>
            <a:custGeom>
              <a:avLst/>
              <a:pathLst>
                <a:path w="232217" h="230403">
                  <a:moveTo>
                    <a:pt x="0" y="85772"/>
                  </a:moveTo>
                  <a:lnTo>
                    <a:pt x="144339" y="0"/>
                  </a:lnTo>
                  <a:lnTo>
                    <a:pt x="232217" y="145797"/>
                  </a:lnTo>
                  <a:lnTo>
                    <a:pt x="87049" y="230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1"/>
            <p:cNvSpPr/>
            <p:nvPr/>
          </p:nvSpPr>
          <p:spPr>
            <a:xfrm>
              <a:off x="2683400" y="3980014"/>
              <a:ext cx="237601" cy="251088"/>
            </a:xfrm>
            <a:custGeom>
              <a:avLst/>
              <a:pathLst>
                <a:path w="237601" h="251088">
                  <a:moveTo>
                    <a:pt x="52027" y="247527"/>
                  </a:moveTo>
                  <a:lnTo>
                    <a:pt x="34766" y="192677"/>
                  </a:lnTo>
                  <a:lnTo>
                    <a:pt x="0" y="91505"/>
                  </a:lnTo>
                  <a:lnTo>
                    <a:pt x="7579" y="86772"/>
                  </a:lnTo>
                  <a:lnTo>
                    <a:pt x="13882" y="82835"/>
                  </a:lnTo>
                  <a:lnTo>
                    <a:pt x="112020" y="21832"/>
                  </a:lnTo>
                  <a:lnTo>
                    <a:pt x="149243" y="0"/>
                  </a:lnTo>
                  <a:lnTo>
                    <a:pt x="237601" y="144352"/>
                  </a:lnTo>
                  <a:lnTo>
                    <a:pt x="224183" y="152629"/>
                  </a:lnTo>
                  <a:lnTo>
                    <a:pt x="192494" y="170593"/>
                  </a:lnTo>
                  <a:lnTo>
                    <a:pt x="190155" y="174941"/>
                  </a:lnTo>
                  <a:lnTo>
                    <a:pt x="191139" y="175522"/>
                  </a:lnTo>
                  <a:lnTo>
                    <a:pt x="194310" y="177394"/>
                  </a:lnTo>
                  <a:lnTo>
                    <a:pt x="184097" y="197676"/>
                  </a:lnTo>
                  <a:lnTo>
                    <a:pt x="186361" y="198742"/>
                  </a:lnTo>
                  <a:lnTo>
                    <a:pt x="182922" y="204840"/>
                  </a:lnTo>
                  <a:lnTo>
                    <a:pt x="169632" y="218834"/>
                  </a:lnTo>
                  <a:lnTo>
                    <a:pt x="148688" y="208050"/>
                  </a:lnTo>
                  <a:lnTo>
                    <a:pt x="141773" y="213227"/>
                  </a:lnTo>
                  <a:lnTo>
                    <a:pt x="139590" y="211533"/>
                  </a:lnTo>
                  <a:lnTo>
                    <a:pt x="129076" y="217815"/>
                  </a:lnTo>
                  <a:lnTo>
                    <a:pt x="124232" y="220709"/>
                  </a:lnTo>
                  <a:lnTo>
                    <a:pt x="118592" y="211455"/>
                  </a:lnTo>
                  <a:lnTo>
                    <a:pt x="80470" y="232830"/>
                  </a:lnTo>
                  <a:lnTo>
                    <a:pt x="72287" y="238759"/>
                  </a:lnTo>
                  <a:lnTo>
                    <a:pt x="68281" y="242315"/>
                  </a:lnTo>
                  <a:lnTo>
                    <a:pt x="53147" y="251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2"/>
            <p:cNvSpPr/>
            <p:nvPr/>
          </p:nvSpPr>
          <p:spPr>
            <a:xfrm>
              <a:off x="3236811" y="4333721"/>
              <a:ext cx="173574" cy="216770"/>
            </a:xfrm>
            <a:custGeom>
              <a:avLst/>
              <a:pathLst>
                <a:path w="173574" h="216770">
                  <a:moveTo>
                    <a:pt x="31184" y="25315"/>
                  </a:moveTo>
                  <a:lnTo>
                    <a:pt x="75552" y="0"/>
                  </a:lnTo>
                  <a:lnTo>
                    <a:pt x="146723" y="125399"/>
                  </a:lnTo>
                  <a:lnTo>
                    <a:pt x="173574" y="172710"/>
                  </a:lnTo>
                  <a:lnTo>
                    <a:pt x="100561" y="216770"/>
                  </a:lnTo>
                  <a:lnTo>
                    <a:pt x="81893" y="185695"/>
                  </a:lnTo>
                  <a:lnTo>
                    <a:pt x="54923" y="140853"/>
                  </a:lnTo>
                  <a:lnTo>
                    <a:pt x="52578" y="136810"/>
                  </a:lnTo>
                  <a:lnTo>
                    <a:pt x="51222" y="134395"/>
                  </a:lnTo>
                  <a:lnTo>
                    <a:pt x="47957" y="128576"/>
                  </a:lnTo>
                  <a:lnTo>
                    <a:pt x="0" y="43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3"/>
            <p:cNvSpPr/>
            <p:nvPr/>
          </p:nvSpPr>
          <p:spPr>
            <a:xfrm>
              <a:off x="3352459" y="4537619"/>
              <a:ext cx="86240" cy="64401"/>
            </a:xfrm>
            <a:custGeom>
              <a:avLst/>
              <a:pathLst>
                <a:path w="86240" h="64401">
                  <a:moveTo>
                    <a:pt x="0" y="40678"/>
                  </a:moveTo>
                  <a:lnTo>
                    <a:pt x="73125" y="0"/>
                  </a:lnTo>
                  <a:lnTo>
                    <a:pt x="86240" y="22542"/>
                  </a:lnTo>
                  <a:lnTo>
                    <a:pt x="16076" y="63439"/>
                  </a:lnTo>
                  <a:lnTo>
                    <a:pt x="13229" y="64401"/>
                  </a:lnTo>
                  <a:lnTo>
                    <a:pt x="12826" y="63678"/>
                  </a:lnTo>
                  <a:lnTo>
                    <a:pt x="2414" y="4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4"/>
            <p:cNvSpPr/>
            <p:nvPr/>
          </p:nvSpPr>
          <p:spPr>
            <a:xfrm>
              <a:off x="3392895" y="4562176"/>
              <a:ext cx="92801" cy="109765"/>
            </a:xfrm>
            <a:custGeom>
              <a:avLst/>
              <a:pathLst>
                <a:path w="92801" h="109765">
                  <a:moveTo>
                    <a:pt x="0" y="28879"/>
                  </a:moveTo>
                  <a:lnTo>
                    <a:pt x="48779" y="0"/>
                  </a:lnTo>
                  <a:lnTo>
                    <a:pt x="92801" y="82384"/>
                  </a:lnTo>
                  <a:lnTo>
                    <a:pt x="45667" y="109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5"/>
            <p:cNvSpPr/>
            <p:nvPr/>
          </p:nvSpPr>
          <p:spPr>
            <a:xfrm>
              <a:off x="3276721" y="4614076"/>
              <a:ext cx="152302" cy="91857"/>
            </a:xfrm>
            <a:custGeom>
              <a:avLst/>
              <a:pathLst>
                <a:path w="152302" h="91857">
                  <a:moveTo>
                    <a:pt x="30341" y="0"/>
                  </a:moveTo>
                  <a:lnTo>
                    <a:pt x="31774" y="659"/>
                  </a:lnTo>
                  <a:lnTo>
                    <a:pt x="152302" y="64826"/>
                  </a:lnTo>
                  <a:lnTo>
                    <a:pt x="105878" y="91857"/>
                  </a:lnTo>
                  <a:lnTo>
                    <a:pt x="102920" y="90126"/>
                  </a:lnTo>
                  <a:lnTo>
                    <a:pt x="17119" y="45111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6"/>
            <p:cNvSpPr/>
            <p:nvPr/>
          </p:nvSpPr>
          <p:spPr>
            <a:xfrm>
              <a:off x="3316596" y="4244176"/>
              <a:ext cx="211434" cy="196063"/>
            </a:xfrm>
            <a:custGeom>
              <a:avLst/>
              <a:pathLst>
                <a:path w="211434" h="196063">
                  <a:moveTo>
                    <a:pt x="211434" y="105090"/>
                  </a:moveTo>
                  <a:lnTo>
                    <a:pt x="135111" y="146996"/>
                  </a:lnTo>
                  <a:lnTo>
                    <a:pt x="88686" y="66768"/>
                  </a:lnTo>
                  <a:lnTo>
                    <a:pt x="82666" y="70464"/>
                  </a:lnTo>
                  <a:lnTo>
                    <a:pt x="154287" y="196063"/>
                  </a:lnTo>
                  <a:lnTo>
                    <a:pt x="56114" y="181582"/>
                  </a:lnTo>
                  <a:lnTo>
                    <a:pt x="0" y="86671"/>
                  </a:lnTo>
                  <a:lnTo>
                    <a:pt x="149635" y="421"/>
                  </a:lnTo>
                  <a:lnTo>
                    <a:pt x="150518" y="0"/>
                  </a:lnTo>
                  <a:lnTo>
                    <a:pt x="203044" y="9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27"/>
            <p:cNvSpPr/>
            <p:nvPr/>
          </p:nvSpPr>
          <p:spPr>
            <a:xfrm>
              <a:off x="3433651" y="4489339"/>
              <a:ext cx="147572" cy="152733"/>
            </a:xfrm>
            <a:custGeom>
              <a:avLst/>
              <a:pathLst>
                <a:path w="147572" h="152733">
                  <a:moveTo>
                    <a:pt x="0" y="46546"/>
                  </a:moveTo>
                  <a:lnTo>
                    <a:pt x="74473" y="2879"/>
                  </a:lnTo>
                  <a:lnTo>
                    <a:pt x="76680" y="1668"/>
                  </a:lnTo>
                  <a:lnTo>
                    <a:pt x="79723" y="0"/>
                  </a:lnTo>
                  <a:lnTo>
                    <a:pt x="90620" y="13568"/>
                  </a:lnTo>
                  <a:lnTo>
                    <a:pt x="97256" y="19171"/>
                  </a:lnTo>
                  <a:lnTo>
                    <a:pt x="104893" y="31353"/>
                  </a:lnTo>
                  <a:lnTo>
                    <a:pt x="127606" y="67584"/>
                  </a:lnTo>
                  <a:lnTo>
                    <a:pt x="147572" y="100237"/>
                  </a:lnTo>
                  <a:lnTo>
                    <a:pt x="56646" y="152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28"/>
            <p:cNvSpPr/>
            <p:nvPr/>
          </p:nvSpPr>
          <p:spPr>
            <a:xfrm>
              <a:off x="3196048" y="4191475"/>
              <a:ext cx="268699" cy="182400"/>
            </a:xfrm>
            <a:custGeom>
              <a:avLst/>
              <a:pathLst>
                <a:path w="268699" h="182400">
                  <a:moveTo>
                    <a:pt x="128214" y="67394"/>
                  </a:moveTo>
                  <a:lnTo>
                    <a:pt x="242052" y="0"/>
                  </a:lnTo>
                  <a:lnTo>
                    <a:pt x="268699" y="48336"/>
                  </a:lnTo>
                  <a:lnTo>
                    <a:pt x="101597" y="145443"/>
                  </a:lnTo>
                  <a:lnTo>
                    <a:pt x="34774" y="182400"/>
                  </a:lnTo>
                  <a:lnTo>
                    <a:pt x="16629" y="160535"/>
                  </a:lnTo>
                  <a:lnTo>
                    <a:pt x="0" y="14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29"/>
            <p:cNvSpPr/>
            <p:nvPr/>
          </p:nvSpPr>
          <p:spPr>
            <a:xfrm>
              <a:off x="3375751" y="4350885"/>
              <a:ext cx="207395" cy="180744"/>
            </a:xfrm>
            <a:custGeom>
              <a:avLst/>
              <a:pathLst>
                <a:path w="207395" h="180744">
                  <a:moveTo>
                    <a:pt x="190108" y="63957"/>
                  </a:moveTo>
                  <a:lnTo>
                    <a:pt x="190250" y="65444"/>
                  </a:lnTo>
                  <a:lnTo>
                    <a:pt x="190797" y="65129"/>
                  </a:lnTo>
                  <a:lnTo>
                    <a:pt x="192337" y="67553"/>
                  </a:lnTo>
                  <a:lnTo>
                    <a:pt x="194379" y="70765"/>
                  </a:lnTo>
                  <a:lnTo>
                    <a:pt x="195984" y="73555"/>
                  </a:lnTo>
                  <a:lnTo>
                    <a:pt x="207395" y="92735"/>
                  </a:lnTo>
                  <a:lnTo>
                    <a:pt x="126283" y="139776"/>
                  </a:lnTo>
                  <a:lnTo>
                    <a:pt x="56978" y="180744"/>
                  </a:lnTo>
                  <a:lnTo>
                    <a:pt x="55723" y="178559"/>
                  </a:lnTo>
                  <a:lnTo>
                    <a:pt x="0" y="81587"/>
                  </a:lnTo>
                  <a:lnTo>
                    <a:pt x="10087" y="82477"/>
                  </a:lnTo>
                  <a:lnTo>
                    <a:pt x="19110" y="83611"/>
                  </a:lnTo>
                  <a:lnTo>
                    <a:pt x="29953" y="84974"/>
                  </a:lnTo>
                  <a:lnTo>
                    <a:pt x="63217" y="140283"/>
                  </a:lnTo>
                  <a:lnTo>
                    <a:pt x="65817" y="138687"/>
                  </a:lnTo>
                  <a:lnTo>
                    <a:pt x="36218" y="87049"/>
                  </a:lnTo>
                  <a:lnTo>
                    <a:pt x="41791" y="87899"/>
                  </a:lnTo>
                  <a:lnTo>
                    <a:pt x="63093" y="90333"/>
                  </a:lnTo>
                  <a:lnTo>
                    <a:pt x="84646" y="126934"/>
                  </a:lnTo>
                  <a:lnTo>
                    <a:pt x="89913" y="124241"/>
                  </a:lnTo>
                  <a:lnTo>
                    <a:pt x="69995" y="93281"/>
                  </a:lnTo>
                  <a:lnTo>
                    <a:pt x="71582" y="91257"/>
                  </a:lnTo>
                  <a:lnTo>
                    <a:pt x="100388" y="95507"/>
                  </a:lnTo>
                  <a:lnTo>
                    <a:pt x="111220" y="113110"/>
                  </a:lnTo>
                  <a:lnTo>
                    <a:pt x="116451" y="110172"/>
                  </a:lnTo>
                  <a:lnTo>
                    <a:pt x="115440" y="108571"/>
                  </a:lnTo>
                  <a:lnTo>
                    <a:pt x="115589" y="107054"/>
                  </a:lnTo>
                  <a:lnTo>
                    <a:pt x="114726" y="107552"/>
                  </a:lnTo>
                  <a:lnTo>
                    <a:pt x="112367" y="103208"/>
                  </a:lnTo>
                  <a:lnTo>
                    <a:pt x="77174" y="42390"/>
                  </a:lnTo>
                  <a:lnTo>
                    <a:pt x="1532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0"/>
            <p:cNvSpPr/>
            <p:nvPr/>
          </p:nvSpPr>
          <p:spPr>
            <a:xfrm>
              <a:off x="2530789" y="3569624"/>
              <a:ext cx="59358" cy="63813"/>
            </a:xfrm>
            <a:custGeom>
              <a:avLst/>
              <a:pathLst>
                <a:path w="59358" h="63813">
                  <a:moveTo>
                    <a:pt x="57552" y="29073"/>
                  </a:moveTo>
                  <a:lnTo>
                    <a:pt x="39973" y="63813"/>
                  </a:lnTo>
                  <a:lnTo>
                    <a:pt x="0" y="42747"/>
                  </a:lnTo>
                  <a:lnTo>
                    <a:pt x="18301" y="492"/>
                  </a:lnTo>
                  <a:lnTo>
                    <a:pt x="593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1"/>
            <p:cNvSpPr/>
            <p:nvPr/>
          </p:nvSpPr>
          <p:spPr>
            <a:xfrm>
              <a:off x="3337682" y="4509485"/>
              <a:ext cx="86713" cy="64980"/>
            </a:xfrm>
            <a:custGeom>
              <a:avLst/>
              <a:pathLst>
                <a:path w="86713" h="64980">
                  <a:moveTo>
                    <a:pt x="0" y="42507"/>
                  </a:moveTo>
                  <a:lnTo>
                    <a:pt x="73818" y="0"/>
                  </a:lnTo>
                  <a:lnTo>
                    <a:pt x="86713" y="22961"/>
                  </a:lnTo>
                  <a:lnTo>
                    <a:pt x="12883" y="6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2"/>
            <p:cNvSpPr/>
            <p:nvPr/>
          </p:nvSpPr>
          <p:spPr>
            <a:xfrm>
              <a:off x="3516792" y="4446838"/>
              <a:ext cx="128194" cy="140310"/>
            </a:xfrm>
            <a:custGeom>
              <a:avLst/>
              <a:pathLst>
                <a:path w="128194" h="140310">
                  <a:moveTo>
                    <a:pt x="28896" y="73104"/>
                  </a:moveTo>
                  <a:lnTo>
                    <a:pt x="17026" y="57202"/>
                  </a:lnTo>
                  <a:lnTo>
                    <a:pt x="14579" y="56325"/>
                  </a:lnTo>
                  <a:lnTo>
                    <a:pt x="11418" y="54246"/>
                  </a:lnTo>
                  <a:lnTo>
                    <a:pt x="7264" y="50504"/>
                  </a:lnTo>
                  <a:lnTo>
                    <a:pt x="3246" y="45745"/>
                  </a:lnTo>
                  <a:lnTo>
                    <a:pt x="1163" y="42260"/>
                  </a:lnTo>
                  <a:lnTo>
                    <a:pt x="0" y="40313"/>
                  </a:lnTo>
                  <a:lnTo>
                    <a:pt x="68046" y="0"/>
                  </a:lnTo>
                  <a:lnTo>
                    <a:pt x="124778" y="99500"/>
                  </a:lnTo>
                  <a:lnTo>
                    <a:pt x="128194" y="105469"/>
                  </a:lnTo>
                  <a:lnTo>
                    <a:pt x="68774" y="14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3"/>
            <p:cNvSpPr/>
            <p:nvPr/>
          </p:nvSpPr>
          <p:spPr>
            <a:xfrm>
              <a:off x="3673328" y="2798491"/>
              <a:ext cx="56068" cy="46124"/>
            </a:xfrm>
            <a:custGeom>
              <a:avLst/>
              <a:pathLst>
                <a:path w="56068" h="46124">
                  <a:moveTo>
                    <a:pt x="0" y="26600"/>
                  </a:moveTo>
                  <a:lnTo>
                    <a:pt x="43877" y="0"/>
                  </a:lnTo>
                  <a:lnTo>
                    <a:pt x="56068" y="20419"/>
                  </a:lnTo>
                  <a:lnTo>
                    <a:pt x="11344" y="461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4"/>
            <p:cNvSpPr/>
            <p:nvPr/>
          </p:nvSpPr>
          <p:spPr>
            <a:xfrm>
              <a:off x="3818426" y="2787741"/>
              <a:ext cx="57446" cy="67730"/>
            </a:xfrm>
            <a:custGeom>
              <a:avLst/>
              <a:pathLst>
                <a:path w="57446" h="67730">
                  <a:moveTo>
                    <a:pt x="0" y="44265"/>
                  </a:moveTo>
                  <a:lnTo>
                    <a:pt x="8068" y="15013"/>
                  </a:lnTo>
                  <a:lnTo>
                    <a:pt x="11889" y="12640"/>
                  </a:lnTo>
                  <a:lnTo>
                    <a:pt x="32272" y="0"/>
                  </a:lnTo>
                  <a:lnTo>
                    <a:pt x="57446" y="42638"/>
                  </a:lnTo>
                  <a:lnTo>
                    <a:pt x="14545" y="67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5"/>
            <p:cNvSpPr/>
            <p:nvPr/>
          </p:nvSpPr>
          <p:spPr>
            <a:xfrm>
              <a:off x="3741985" y="2806366"/>
              <a:ext cx="45168" cy="55612"/>
            </a:xfrm>
            <a:custGeom>
              <a:avLst/>
              <a:pathLst>
                <a:path w="45168" h="55612">
                  <a:moveTo>
                    <a:pt x="686" y="12334"/>
                  </a:moveTo>
                  <a:lnTo>
                    <a:pt x="0" y="11703"/>
                  </a:lnTo>
                  <a:lnTo>
                    <a:pt x="19745" y="0"/>
                  </a:lnTo>
                  <a:lnTo>
                    <a:pt x="45168" y="43542"/>
                  </a:lnTo>
                  <a:lnTo>
                    <a:pt x="26688" y="55116"/>
                  </a:lnTo>
                  <a:lnTo>
                    <a:pt x="25833" y="556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6"/>
            <p:cNvSpPr/>
            <p:nvPr/>
          </p:nvSpPr>
          <p:spPr>
            <a:xfrm>
              <a:off x="3896376" y="2782691"/>
              <a:ext cx="46966" cy="56583"/>
            </a:xfrm>
            <a:custGeom>
              <a:avLst/>
              <a:pathLst>
                <a:path w="46966" h="56583">
                  <a:moveTo>
                    <a:pt x="0" y="12025"/>
                  </a:moveTo>
                  <a:lnTo>
                    <a:pt x="19936" y="0"/>
                  </a:lnTo>
                  <a:lnTo>
                    <a:pt x="46966" y="43979"/>
                  </a:lnTo>
                  <a:lnTo>
                    <a:pt x="25303" y="56583"/>
                  </a:lnTo>
                  <a:lnTo>
                    <a:pt x="520" y="129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37"/>
            <p:cNvSpPr/>
            <p:nvPr/>
          </p:nvSpPr>
          <p:spPr>
            <a:xfrm>
              <a:off x="3766272" y="2791384"/>
              <a:ext cx="45630" cy="55915"/>
            </a:xfrm>
            <a:custGeom>
              <a:avLst/>
              <a:pathLst>
                <a:path w="45630" h="55915">
                  <a:moveTo>
                    <a:pt x="0" y="11826"/>
                  </a:moveTo>
                  <a:lnTo>
                    <a:pt x="18963" y="0"/>
                  </a:lnTo>
                  <a:lnTo>
                    <a:pt x="45630" y="43969"/>
                  </a:lnTo>
                  <a:lnTo>
                    <a:pt x="26334" y="55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38"/>
            <p:cNvSpPr/>
            <p:nvPr/>
          </p:nvSpPr>
          <p:spPr>
            <a:xfrm>
              <a:off x="3871450" y="2797394"/>
              <a:ext cx="44998" cy="55958"/>
            </a:xfrm>
            <a:custGeom>
              <a:avLst/>
              <a:pathLst>
                <a:path w="44998" h="55958">
                  <a:moveTo>
                    <a:pt x="25735" y="55958"/>
                  </a:moveTo>
                  <a:lnTo>
                    <a:pt x="0" y="11840"/>
                  </a:lnTo>
                  <a:lnTo>
                    <a:pt x="19440" y="0"/>
                  </a:lnTo>
                  <a:lnTo>
                    <a:pt x="44998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39"/>
            <p:cNvSpPr/>
            <p:nvPr/>
          </p:nvSpPr>
          <p:spPr>
            <a:xfrm>
              <a:off x="3688229" y="2838097"/>
              <a:ext cx="44606" cy="56173"/>
            </a:xfrm>
            <a:custGeom>
              <a:avLst/>
              <a:pathLst>
                <a:path w="44606" h="56173">
                  <a:moveTo>
                    <a:pt x="0" y="11487"/>
                  </a:moveTo>
                  <a:lnTo>
                    <a:pt x="18963" y="0"/>
                  </a:lnTo>
                  <a:lnTo>
                    <a:pt x="44606" y="44028"/>
                  </a:lnTo>
                  <a:lnTo>
                    <a:pt x="25183" y="561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0"/>
            <p:cNvSpPr/>
            <p:nvPr/>
          </p:nvSpPr>
          <p:spPr>
            <a:xfrm>
              <a:off x="3861800" y="2837249"/>
              <a:ext cx="44760" cy="55464"/>
            </a:xfrm>
            <a:custGeom>
              <a:avLst/>
              <a:pathLst>
                <a:path w="44760" h="55464">
                  <a:moveTo>
                    <a:pt x="0" y="11231"/>
                  </a:moveTo>
                  <a:lnTo>
                    <a:pt x="18945" y="0"/>
                  </a:lnTo>
                  <a:lnTo>
                    <a:pt x="44760" y="43671"/>
                  </a:lnTo>
                  <a:lnTo>
                    <a:pt x="25407" y="55464"/>
                  </a:lnTo>
                  <a:lnTo>
                    <a:pt x="544" y="121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1"/>
            <p:cNvSpPr/>
            <p:nvPr/>
          </p:nvSpPr>
          <p:spPr>
            <a:xfrm>
              <a:off x="3463799" y="3039338"/>
              <a:ext cx="45470" cy="56089"/>
            </a:xfrm>
            <a:custGeom>
              <a:avLst/>
              <a:pathLst>
                <a:path w="45470" h="56089">
                  <a:moveTo>
                    <a:pt x="0" y="12133"/>
                  </a:moveTo>
                  <a:lnTo>
                    <a:pt x="19958" y="0"/>
                  </a:lnTo>
                  <a:lnTo>
                    <a:pt x="45470" y="44380"/>
                  </a:lnTo>
                  <a:lnTo>
                    <a:pt x="25620" y="560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2"/>
            <p:cNvSpPr/>
            <p:nvPr/>
          </p:nvSpPr>
          <p:spPr>
            <a:xfrm>
              <a:off x="3564296" y="2979537"/>
              <a:ext cx="45007" cy="55449"/>
            </a:xfrm>
            <a:custGeom>
              <a:avLst/>
              <a:pathLst>
                <a:path w="45007" h="55449">
                  <a:moveTo>
                    <a:pt x="0" y="12062"/>
                  </a:moveTo>
                  <a:lnTo>
                    <a:pt x="19203" y="0"/>
                  </a:lnTo>
                  <a:lnTo>
                    <a:pt x="45007" y="44833"/>
                  </a:lnTo>
                  <a:lnTo>
                    <a:pt x="26102" y="554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3"/>
            <p:cNvSpPr/>
            <p:nvPr/>
          </p:nvSpPr>
          <p:spPr>
            <a:xfrm>
              <a:off x="3647468" y="2981968"/>
              <a:ext cx="54824" cy="46610"/>
            </a:xfrm>
            <a:custGeom>
              <a:avLst/>
              <a:pathLst>
                <a:path w="54824" h="46610">
                  <a:moveTo>
                    <a:pt x="0" y="26288"/>
                  </a:moveTo>
                  <a:lnTo>
                    <a:pt x="43063" y="0"/>
                  </a:lnTo>
                  <a:lnTo>
                    <a:pt x="54824" y="20278"/>
                  </a:lnTo>
                  <a:lnTo>
                    <a:pt x="12010" y="466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4"/>
            <p:cNvSpPr/>
            <p:nvPr/>
          </p:nvSpPr>
          <p:spPr>
            <a:xfrm>
              <a:off x="3711865" y="2822790"/>
              <a:ext cx="47270" cy="57185"/>
            </a:xfrm>
            <a:custGeom>
              <a:avLst/>
              <a:pathLst>
                <a:path w="47270" h="57185">
                  <a:moveTo>
                    <a:pt x="0" y="12796"/>
                  </a:moveTo>
                  <a:lnTo>
                    <a:pt x="20510" y="0"/>
                  </a:lnTo>
                  <a:lnTo>
                    <a:pt x="47270" y="44256"/>
                  </a:lnTo>
                  <a:lnTo>
                    <a:pt x="25807" y="571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5"/>
            <p:cNvSpPr/>
            <p:nvPr/>
          </p:nvSpPr>
          <p:spPr>
            <a:xfrm>
              <a:off x="3648125" y="2826510"/>
              <a:ext cx="47528" cy="58269"/>
            </a:xfrm>
            <a:custGeom>
              <a:avLst/>
              <a:pathLst>
                <a:path w="47528" h="58269">
                  <a:moveTo>
                    <a:pt x="0" y="11370"/>
                  </a:moveTo>
                  <a:lnTo>
                    <a:pt x="10581" y="4799"/>
                  </a:lnTo>
                  <a:lnTo>
                    <a:pt x="20774" y="0"/>
                  </a:lnTo>
                  <a:lnTo>
                    <a:pt x="47528" y="46457"/>
                  </a:lnTo>
                  <a:lnTo>
                    <a:pt x="27657" y="58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6"/>
            <p:cNvSpPr/>
            <p:nvPr/>
          </p:nvSpPr>
          <p:spPr>
            <a:xfrm>
              <a:off x="3593365" y="3015390"/>
              <a:ext cx="54634" cy="45029"/>
            </a:xfrm>
            <a:custGeom>
              <a:avLst/>
              <a:pathLst>
                <a:path w="54634" h="45029">
                  <a:moveTo>
                    <a:pt x="0" y="25476"/>
                  </a:moveTo>
                  <a:lnTo>
                    <a:pt x="43325" y="0"/>
                  </a:lnTo>
                  <a:lnTo>
                    <a:pt x="54634" y="19336"/>
                  </a:lnTo>
                  <a:lnTo>
                    <a:pt x="11209" y="45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47"/>
            <p:cNvSpPr/>
            <p:nvPr/>
          </p:nvSpPr>
          <p:spPr>
            <a:xfrm>
              <a:off x="3383048" y="3019373"/>
              <a:ext cx="44498" cy="54381"/>
            </a:xfrm>
            <a:custGeom>
              <a:avLst/>
              <a:pathLst>
                <a:path w="44498" h="54381">
                  <a:moveTo>
                    <a:pt x="0" y="11488"/>
                  </a:moveTo>
                  <a:lnTo>
                    <a:pt x="18985" y="0"/>
                  </a:lnTo>
                  <a:lnTo>
                    <a:pt x="44498" y="43042"/>
                  </a:lnTo>
                  <a:lnTo>
                    <a:pt x="25287" y="5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48"/>
            <p:cNvSpPr/>
            <p:nvPr/>
          </p:nvSpPr>
          <p:spPr>
            <a:xfrm>
              <a:off x="3552763" y="3020173"/>
              <a:ext cx="45574" cy="55592"/>
            </a:xfrm>
            <a:custGeom>
              <a:avLst/>
              <a:pathLst>
                <a:path w="45574" h="55592">
                  <a:moveTo>
                    <a:pt x="0" y="11683"/>
                  </a:moveTo>
                  <a:lnTo>
                    <a:pt x="20109" y="0"/>
                  </a:lnTo>
                  <a:lnTo>
                    <a:pt x="45574" y="43943"/>
                  </a:lnTo>
                  <a:lnTo>
                    <a:pt x="26454" y="5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49"/>
            <p:cNvSpPr/>
            <p:nvPr/>
          </p:nvSpPr>
          <p:spPr>
            <a:xfrm>
              <a:off x="3802024" y="2735656"/>
              <a:ext cx="45733" cy="56015"/>
            </a:xfrm>
            <a:custGeom>
              <a:avLst/>
              <a:pathLst>
                <a:path w="45733" h="56015">
                  <a:moveTo>
                    <a:pt x="0" y="12047"/>
                  </a:moveTo>
                  <a:lnTo>
                    <a:pt x="19343" y="0"/>
                  </a:lnTo>
                  <a:lnTo>
                    <a:pt x="45733" y="45203"/>
                  </a:lnTo>
                  <a:lnTo>
                    <a:pt x="25981" y="56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0"/>
            <p:cNvSpPr/>
            <p:nvPr/>
          </p:nvSpPr>
          <p:spPr>
            <a:xfrm>
              <a:off x="3796413" y="2842455"/>
              <a:ext cx="45331" cy="55739"/>
            </a:xfrm>
            <a:custGeom>
              <a:avLst/>
              <a:pathLst>
                <a:path w="45331" h="55739">
                  <a:moveTo>
                    <a:pt x="0" y="11586"/>
                  </a:moveTo>
                  <a:lnTo>
                    <a:pt x="20396" y="0"/>
                  </a:lnTo>
                  <a:lnTo>
                    <a:pt x="32006" y="20498"/>
                  </a:lnTo>
                  <a:lnTo>
                    <a:pt x="45331" y="44026"/>
                  </a:lnTo>
                  <a:lnTo>
                    <a:pt x="25417" y="557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1"/>
            <p:cNvSpPr/>
            <p:nvPr/>
          </p:nvSpPr>
          <p:spPr>
            <a:xfrm>
              <a:off x="3623357" y="2840838"/>
              <a:ext cx="46107" cy="58831"/>
            </a:xfrm>
            <a:custGeom>
              <a:avLst/>
              <a:pathLst>
                <a:path w="46107" h="58831">
                  <a:moveTo>
                    <a:pt x="0" y="11502"/>
                  </a:moveTo>
                  <a:lnTo>
                    <a:pt x="19470" y="0"/>
                  </a:lnTo>
                  <a:lnTo>
                    <a:pt x="46107" y="46763"/>
                  </a:lnTo>
                  <a:lnTo>
                    <a:pt x="25605" y="588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2"/>
            <p:cNvSpPr/>
            <p:nvPr/>
          </p:nvSpPr>
          <p:spPr>
            <a:xfrm>
              <a:off x="3746191" y="2922453"/>
              <a:ext cx="57132" cy="47314"/>
            </a:xfrm>
            <a:custGeom>
              <a:avLst/>
              <a:pathLst>
                <a:path w="57132" h="47314">
                  <a:moveTo>
                    <a:pt x="0" y="27780"/>
                  </a:moveTo>
                  <a:lnTo>
                    <a:pt x="45212" y="0"/>
                  </a:lnTo>
                  <a:lnTo>
                    <a:pt x="57132" y="20049"/>
                  </a:lnTo>
                  <a:lnTo>
                    <a:pt x="11660" y="47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3"/>
            <p:cNvSpPr/>
            <p:nvPr/>
          </p:nvSpPr>
          <p:spPr>
            <a:xfrm>
              <a:off x="3708177" y="2928950"/>
              <a:ext cx="44757" cy="55613"/>
            </a:xfrm>
            <a:custGeom>
              <a:avLst/>
              <a:pathLst>
                <a:path w="44757" h="55613">
                  <a:moveTo>
                    <a:pt x="0" y="11392"/>
                  </a:moveTo>
                  <a:lnTo>
                    <a:pt x="19103" y="0"/>
                  </a:lnTo>
                  <a:lnTo>
                    <a:pt x="44757" y="43708"/>
                  </a:lnTo>
                  <a:lnTo>
                    <a:pt x="24922" y="55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4"/>
            <p:cNvSpPr/>
            <p:nvPr/>
          </p:nvSpPr>
          <p:spPr>
            <a:xfrm>
              <a:off x="3534377" y="2928708"/>
              <a:ext cx="45445" cy="55512"/>
            </a:xfrm>
            <a:custGeom>
              <a:avLst/>
              <a:pathLst>
                <a:path w="45445" h="55512">
                  <a:moveTo>
                    <a:pt x="0" y="11171"/>
                  </a:moveTo>
                  <a:lnTo>
                    <a:pt x="19408" y="0"/>
                  </a:lnTo>
                  <a:lnTo>
                    <a:pt x="45445" y="43828"/>
                  </a:lnTo>
                  <a:lnTo>
                    <a:pt x="26001" y="555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5"/>
            <p:cNvSpPr/>
            <p:nvPr/>
          </p:nvSpPr>
          <p:spPr>
            <a:xfrm>
              <a:off x="3643449" y="2933671"/>
              <a:ext cx="44611" cy="55418"/>
            </a:xfrm>
            <a:custGeom>
              <a:avLst/>
              <a:pathLst>
                <a:path w="44611" h="55418">
                  <a:moveTo>
                    <a:pt x="0" y="11116"/>
                  </a:moveTo>
                  <a:lnTo>
                    <a:pt x="18823" y="0"/>
                  </a:lnTo>
                  <a:lnTo>
                    <a:pt x="44611" y="44157"/>
                  </a:lnTo>
                  <a:lnTo>
                    <a:pt x="24715" y="554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6"/>
            <p:cNvSpPr/>
            <p:nvPr/>
          </p:nvSpPr>
          <p:spPr>
            <a:xfrm>
              <a:off x="3468477" y="2935389"/>
              <a:ext cx="45112" cy="55097"/>
            </a:xfrm>
            <a:custGeom>
              <a:avLst/>
              <a:pathLst>
                <a:path w="45112" h="55097">
                  <a:moveTo>
                    <a:pt x="0" y="10925"/>
                  </a:moveTo>
                  <a:lnTo>
                    <a:pt x="19230" y="0"/>
                  </a:lnTo>
                  <a:lnTo>
                    <a:pt x="45112" y="43589"/>
                  </a:lnTo>
                  <a:lnTo>
                    <a:pt x="25728" y="550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57"/>
            <p:cNvSpPr/>
            <p:nvPr/>
          </p:nvSpPr>
          <p:spPr>
            <a:xfrm>
              <a:off x="3408354" y="3004716"/>
              <a:ext cx="29815" cy="30489"/>
            </a:xfrm>
            <a:custGeom>
              <a:avLst/>
              <a:pathLst>
                <a:path w="29815" h="30489">
                  <a:moveTo>
                    <a:pt x="0" y="12109"/>
                  </a:moveTo>
                  <a:lnTo>
                    <a:pt x="19017" y="0"/>
                  </a:lnTo>
                  <a:lnTo>
                    <a:pt x="29815" y="19301"/>
                  </a:lnTo>
                  <a:lnTo>
                    <a:pt x="10529" y="30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58"/>
            <p:cNvSpPr/>
            <p:nvPr/>
          </p:nvSpPr>
          <p:spPr>
            <a:xfrm>
              <a:off x="3827551" y="2706468"/>
              <a:ext cx="84633" cy="95893"/>
            </a:xfrm>
            <a:custGeom>
              <a:avLst/>
              <a:pathLst>
                <a:path w="84633" h="95893">
                  <a:moveTo>
                    <a:pt x="40901" y="95893"/>
                  </a:moveTo>
                  <a:lnTo>
                    <a:pt x="0" y="27385"/>
                  </a:lnTo>
                  <a:lnTo>
                    <a:pt x="44512" y="0"/>
                  </a:lnTo>
                  <a:lnTo>
                    <a:pt x="84633" y="692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59"/>
            <p:cNvSpPr/>
            <p:nvPr/>
          </p:nvSpPr>
          <p:spPr>
            <a:xfrm>
              <a:off x="3900771" y="2832235"/>
              <a:ext cx="56336" cy="45494"/>
            </a:xfrm>
            <a:custGeom>
              <a:avLst/>
              <a:pathLst>
                <a:path w="56336" h="45494">
                  <a:moveTo>
                    <a:pt x="0" y="25867"/>
                  </a:moveTo>
                  <a:lnTo>
                    <a:pt x="44014" y="0"/>
                  </a:lnTo>
                  <a:lnTo>
                    <a:pt x="56336" y="19876"/>
                  </a:lnTo>
                  <a:lnTo>
                    <a:pt x="11660" y="45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0"/>
            <p:cNvSpPr/>
            <p:nvPr/>
          </p:nvSpPr>
          <p:spPr>
            <a:xfrm>
              <a:off x="3358612" y="3033925"/>
              <a:ext cx="44620" cy="55045"/>
            </a:xfrm>
            <a:custGeom>
              <a:avLst/>
              <a:pathLst>
                <a:path w="44620" h="55045">
                  <a:moveTo>
                    <a:pt x="0" y="11288"/>
                  </a:moveTo>
                  <a:lnTo>
                    <a:pt x="19289" y="0"/>
                  </a:lnTo>
                  <a:lnTo>
                    <a:pt x="44620" y="42911"/>
                  </a:lnTo>
                  <a:lnTo>
                    <a:pt x="25839" y="55045"/>
                  </a:lnTo>
                  <a:lnTo>
                    <a:pt x="8366" y="250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1"/>
            <p:cNvSpPr/>
            <p:nvPr/>
          </p:nvSpPr>
          <p:spPr>
            <a:xfrm>
              <a:off x="3527359" y="3035444"/>
              <a:ext cx="45879" cy="55343"/>
            </a:xfrm>
            <a:custGeom>
              <a:avLst/>
              <a:pathLst>
                <a:path w="45879" h="55343">
                  <a:moveTo>
                    <a:pt x="0" y="11236"/>
                  </a:moveTo>
                  <a:lnTo>
                    <a:pt x="19271" y="0"/>
                  </a:lnTo>
                  <a:lnTo>
                    <a:pt x="45879" y="44028"/>
                  </a:lnTo>
                  <a:lnTo>
                    <a:pt x="26206" y="553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2"/>
            <p:cNvSpPr/>
            <p:nvPr/>
          </p:nvSpPr>
          <p:spPr>
            <a:xfrm>
              <a:off x="3457774" y="2974115"/>
              <a:ext cx="46559" cy="56310"/>
            </a:xfrm>
            <a:custGeom>
              <a:avLst/>
              <a:pathLst>
                <a:path w="46559" h="56310">
                  <a:moveTo>
                    <a:pt x="0" y="11852"/>
                  </a:moveTo>
                  <a:lnTo>
                    <a:pt x="19603" y="0"/>
                  </a:lnTo>
                  <a:lnTo>
                    <a:pt x="46559" y="44592"/>
                  </a:lnTo>
                  <a:lnTo>
                    <a:pt x="26521" y="56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3"/>
            <p:cNvSpPr/>
            <p:nvPr/>
          </p:nvSpPr>
          <p:spPr>
            <a:xfrm>
              <a:off x="3342959" y="2980093"/>
              <a:ext cx="80168" cy="60338"/>
            </a:xfrm>
            <a:custGeom>
              <a:avLst/>
              <a:pathLst>
                <a:path w="80168" h="60338">
                  <a:moveTo>
                    <a:pt x="0" y="41443"/>
                  </a:moveTo>
                  <a:lnTo>
                    <a:pt x="69309" y="0"/>
                  </a:lnTo>
                  <a:lnTo>
                    <a:pt x="80168" y="18801"/>
                  </a:lnTo>
                  <a:lnTo>
                    <a:pt x="11342" y="603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4"/>
            <p:cNvSpPr/>
            <p:nvPr/>
          </p:nvSpPr>
          <p:spPr>
            <a:xfrm>
              <a:off x="3488246" y="3024460"/>
              <a:ext cx="45828" cy="56520"/>
            </a:xfrm>
            <a:custGeom>
              <a:avLst/>
              <a:pathLst>
                <a:path w="45828" h="56520">
                  <a:moveTo>
                    <a:pt x="0" y="12148"/>
                  </a:moveTo>
                  <a:lnTo>
                    <a:pt x="20216" y="0"/>
                  </a:lnTo>
                  <a:lnTo>
                    <a:pt x="45828" y="44896"/>
                  </a:lnTo>
                  <a:lnTo>
                    <a:pt x="25664" y="565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5"/>
            <p:cNvSpPr/>
            <p:nvPr/>
          </p:nvSpPr>
          <p:spPr>
            <a:xfrm>
              <a:off x="3727813" y="2767443"/>
              <a:ext cx="54903" cy="45800"/>
            </a:xfrm>
            <a:custGeom>
              <a:avLst/>
              <a:pathLst>
                <a:path w="54903" h="45800">
                  <a:moveTo>
                    <a:pt x="0" y="26008"/>
                  </a:moveTo>
                  <a:lnTo>
                    <a:pt x="43815" y="0"/>
                  </a:lnTo>
                  <a:lnTo>
                    <a:pt x="54903" y="19581"/>
                  </a:lnTo>
                  <a:lnTo>
                    <a:pt x="11518" y="4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6"/>
            <p:cNvSpPr/>
            <p:nvPr/>
          </p:nvSpPr>
          <p:spPr>
            <a:xfrm>
              <a:off x="3837129" y="2852097"/>
              <a:ext cx="45169" cy="55107"/>
            </a:xfrm>
            <a:custGeom>
              <a:avLst/>
              <a:pathLst>
                <a:path w="45169" h="55107">
                  <a:moveTo>
                    <a:pt x="0" y="11539"/>
                  </a:moveTo>
                  <a:lnTo>
                    <a:pt x="19032" y="0"/>
                  </a:lnTo>
                  <a:lnTo>
                    <a:pt x="45169" y="43476"/>
                  </a:lnTo>
                  <a:lnTo>
                    <a:pt x="25750" y="55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67"/>
            <p:cNvSpPr/>
            <p:nvPr/>
          </p:nvSpPr>
          <p:spPr>
            <a:xfrm>
              <a:off x="3771663" y="2856304"/>
              <a:ext cx="45524" cy="55913"/>
            </a:xfrm>
            <a:custGeom>
              <a:avLst/>
              <a:pathLst>
                <a:path w="45524" h="55913">
                  <a:moveTo>
                    <a:pt x="0" y="11787"/>
                  </a:moveTo>
                  <a:lnTo>
                    <a:pt x="19584" y="0"/>
                  </a:lnTo>
                  <a:lnTo>
                    <a:pt x="45524" y="44157"/>
                  </a:lnTo>
                  <a:lnTo>
                    <a:pt x="25777" y="55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68"/>
            <p:cNvSpPr/>
            <p:nvPr/>
          </p:nvSpPr>
          <p:spPr>
            <a:xfrm>
              <a:off x="3572447" y="2857124"/>
              <a:ext cx="56436" cy="46016"/>
            </a:xfrm>
            <a:custGeom>
              <a:avLst/>
              <a:pathLst>
                <a:path w="56436" h="46016">
                  <a:moveTo>
                    <a:pt x="44453" y="0"/>
                  </a:moveTo>
                  <a:lnTo>
                    <a:pt x="56436" y="19971"/>
                  </a:lnTo>
                  <a:lnTo>
                    <a:pt x="12220" y="46016"/>
                  </a:lnTo>
                  <a:lnTo>
                    <a:pt x="0" y="255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69"/>
            <p:cNvSpPr/>
            <p:nvPr/>
          </p:nvSpPr>
          <p:spPr>
            <a:xfrm>
              <a:off x="3742045" y="2873156"/>
              <a:ext cx="46151" cy="56014"/>
            </a:xfrm>
            <a:custGeom>
              <a:avLst/>
              <a:pathLst>
                <a:path w="46151" h="56014">
                  <a:moveTo>
                    <a:pt x="0" y="12034"/>
                  </a:moveTo>
                  <a:lnTo>
                    <a:pt x="19532" y="0"/>
                  </a:lnTo>
                  <a:lnTo>
                    <a:pt x="46151" y="44834"/>
                  </a:lnTo>
                  <a:lnTo>
                    <a:pt x="26586" y="560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0"/>
            <p:cNvSpPr/>
            <p:nvPr/>
          </p:nvSpPr>
          <p:spPr>
            <a:xfrm>
              <a:off x="3777382" y="2752222"/>
              <a:ext cx="44949" cy="54293"/>
            </a:xfrm>
            <a:custGeom>
              <a:avLst/>
              <a:pathLst>
                <a:path w="44949" h="54293">
                  <a:moveTo>
                    <a:pt x="0" y="11317"/>
                  </a:moveTo>
                  <a:lnTo>
                    <a:pt x="19551" y="0"/>
                  </a:lnTo>
                  <a:lnTo>
                    <a:pt x="44949" y="43308"/>
                  </a:lnTo>
                  <a:lnTo>
                    <a:pt x="25695" y="542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1"/>
            <p:cNvSpPr/>
            <p:nvPr/>
          </p:nvSpPr>
          <p:spPr>
            <a:xfrm>
              <a:off x="3434022" y="2988299"/>
              <a:ext cx="45258" cy="56316"/>
            </a:xfrm>
            <a:custGeom>
              <a:avLst/>
              <a:pathLst>
                <a:path w="45258" h="56316">
                  <a:moveTo>
                    <a:pt x="0" y="11508"/>
                  </a:moveTo>
                  <a:lnTo>
                    <a:pt x="19289" y="0"/>
                  </a:lnTo>
                  <a:lnTo>
                    <a:pt x="45258" y="44830"/>
                  </a:lnTo>
                  <a:lnTo>
                    <a:pt x="25888" y="56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2"/>
            <p:cNvSpPr/>
            <p:nvPr/>
          </p:nvSpPr>
          <p:spPr>
            <a:xfrm>
              <a:off x="4256879" y="3330029"/>
              <a:ext cx="31478" cy="31381"/>
            </a:xfrm>
            <a:custGeom>
              <a:avLst/>
              <a:pathLst>
                <a:path w="31478" h="31381">
                  <a:moveTo>
                    <a:pt x="0" y="11968"/>
                  </a:moveTo>
                  <a:lnTo>
                    <a:pt x="19933" y="0"/>
                  </a:lnTo>
                  <a:lnTo>
                    <a:pt x="31478" y="19630"/>
                  </a:lnTo>
                  <a:lnTo>
                    <a:pt x="11957" y="3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3"/>
            <p:cNvSpPr/>
            <p:nvPr/>
          </p:nvSpPr>
          <p:spPr>
            <a:xfrm>
              <a:off x="4304820" y="3299469"/>
              <a:ext cx="47544" cy="59088"/>
            </a:xfrm>
            <a:custGeom>
              <a:avLst/>
              <a:pathLst>
                <a:path w="47544" h="59088">
                  <a:moveTo>
                    <a:pt x="27670" y="59088"/>
                  </a:moveTo>
                  <a:lnTo>
                    <a:pt x="0" y="13143"/>
                  </a:lnTo>
                  <a:lnTo>
                    <a:pt x="21160" y="0"/>
                  </a:lnTo>
                  <a:lnTo>
                    <a:pt x="47544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4"/>
            <p:cNvSpPr/>
            <p:nvPr/>
          </p:nvSpPr>
          <p:spPr>
            <a:xfrm>
              <a:off x="4201083" y="2949617"/>
              <a:ext cx="46604" cy="58493"/>
            </a:xfrm>
            <a:custGeom>
              <a:avLst/>
              <a:pathLst>
                <a:path w="46604" h="58493">
                  <a:moveTo>
                    <a:pt x="26262" y="58493"/>
                  </a:moveTo>
                  <a:lnTo>
                    <a:pt x="0" y="13032"/>
                  </a:lnTo>
                  <a:lnTo>
                    <a:pt x="20588" y="0"/>
                  </a:lnTo>
                  <a:lnTo>
                    <a:pt x="46604" y="44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5"/>
            <p:cNvSpPr/>
            <p:nvPr/>
          </p:nvSpPr>
          <p:spPr>
            <a:xfrm>
              <a:off x="4136170" y="2953373"/>
              <a:ext cx="48645" cy="59636"/>
            </a:xfrm>
            <a:custGeom>
              <a:avLst/>
              <a:pathLst>
                <a:path w="48645" h="59636">
                  <a:moveTo>
                    <a:pt x="28026" y="59636"/>
                  </a:moveTo>
                  <a:lnTo>
                    <a:pt x="0" y="13135"/>
                  </a:lnTo>
                  <a:lnTo>
                    <a:pt x="21376" y="0"/>
                  </a:lnTo>
                  <a:lnTo>
                    <a:pt x="48645" y="47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6"/>
            <p:cNvSpPr/>
            <p:nvPr/>
          </p:nvSpPr>
          <p:spPr>
            <a:xfrm>
              <a:off x="4176217" y="2963075"/>
              <a:ext cx="47251" cy="58679"/>
            </a:xfrm>
            <a:custGeom>
              <a:avLst/>
              <a:pathLst>
                <a:path w="47251" h="58679">
                  <a:moveTo>
                    <a:pt x="27333" y="58679"/>
                  </a:moveTo>
                  <a:lnTo>
                    <a:pt x="0" y="14323"/>
                  </a:lnTo>
                  <a:lnTo>
                    <a:pt x="21387" y="0"/>
                  </a:lnTo>
                  <a:lnTo>
                    <a:pt x="47251" y="46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77"/>
            <p:cNvSpPr/>
            <p:nvPr/>
          </p:nvSpPr>
          <p:spPr>
            <a:xfrm>
              <a:off x="4164296" y="3158375"/>
              <a:ext cx="58134" cy="49225"/>
            </a:xfrm>
            <a:custGeom>
              <a:avLst/>
              <a:pathLst>
                <a:path w="58134" h="49225">
                  <a:moveTo>
                    <a:pt x="58134" y="22926"/>
                  </a:moveTo>
                  <a:lnTo>
                    <a:pt x="12039" y="49225"/>
                  </a:lnTo>
                  <a:lnTo>
                    <a:pt x="0" y="27239"/>
                  </a:lnTo>
                  <a:lnTo>
                    <a:pt x="237" y="27096"/>
                  </a:lnTo>
                  <a:lnTo>
                    <a:pt x="4849" y="24328"/>
                  </a:lnTo>
                  <a:lnTo>
                    <a:pt x="453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78"/>
            <p:cNvSpPr/>
            <p:nvPr/>
          </p:nvSpPr>
          <p:spPr>
            <a:xfrm>
              <a:off x="4354309" y="3424434"/>
              <a:ext cx="56940" cy="47741"/>
            </a:xfrm>
            <a:custGeom>
              <a:avLst/>
              <a:pathLst>
                <a:path w="56940" h="47741">
                  <a:moveTo>
                    <a:pt x="0" y="27304"/>
                  </a:moveTo>
                  <a:lnTo>
                    <a:pt x="45150" y="0"/>
                  </a:lnTo>
                  <a:lnTo>
                    <a:pt x="56940" y="21366"/>
                  </a:lnTo>
                  <a:lnTo>
                    <a:pt x="12330" y="47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79"/>
            <p:cNvSpPr/>
            <p:nvPr/>
          </p:nvSpPr>
          <p:spPr>
            <a:xfrm>
              <a:off x="4135185" y="3109156"/>
              <a:ext cx="57818" cy="47651"/>
            </a:xfrm>
            <a:custGeom>
              <a:avLst/>
              <a:pathLst>
                <a:path w="57818" h="47651">
                  <a:moveTo>
                    <a:pt x="0" y="26087"/>
                  </a:moveTo>
                  <a:lnTo>
                    <a:pt x="44998" y="0"/>
                  </a:lnTo>
                  <a:lnTo>
                    <a:pt x="57818" y="21273"/>
                  </a:lnTo>
                  <a:lnTo>
                    <a:pt x="12770" y="47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0"/>
            <p:cNvSpPr/>
            <p:nvPr/>
          </p:nvSpPr>
          <p:spPr>
            <a:xfrm>
              <a:off x="4301300" y="3404315"/>
              <a:ext cx="61151" cy="81608"/>
            </a:xfrm>
            <a:custGeom>
              <a:avLst/>
              <a:pathLst>
                <a:path w="61151" h="81608">
                  <a:moveTo>
                    <a:pt x="0" y="11946"/>
                  </a:moveTo>
                  <a:lnTo>
                    <a:pt x="19221" y="0"/>
                  </a:lnTo>
                  <a:lnTo>
                    <a:pt x="61151" y="69941"/>
                  </a:lnTo>
                  <a:lnTo>
                    <a:pt x="40751" y="8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1"/>
            <p:cNvSpPr/>
            <p:nvPr/>
          </p:nvSpPr>
          <p:spPr>
            <a:xfrm>
              <a:off x="4125137" y="3231052"/>
              <a:ext cx="46727" cy="58242"/>
            </a:xfrm>
            <a:custGeom>
              <a:avLst/>
              <a:pathLst>
                <a:path w="46727" h="58242">
                  <a:moveTo>
                    <a:pt x="27519" y="58242"/>
                  </a:moveTo>
                  <a:lnTo>
                    <a:pt x="0" y="11911"/>
                  </a:lnTo>
                  <a:lnTo>
                    <a:pt x="20076" y="0"/>
                  </a:lnTo>
                  <a:lnTo>
                    <a:pt x="46727" y="46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2"/>
            <p:cNvSpPr/>
            <p:nvPr/>
          </p:nvSpPr>
          <p:spPr>
            <a:xfrm>
              <a:off x="4377095" y="3360967"/>
              <a:ext cx="31105" cy="32077"/>
            </a:xfrm>
            <a:custGeom>
              <a:avLst/>
              <a:pathLst>
                <a:path w="31105" h="32077">
                  <a:moveTo>
                    <a:pt x="19398" y="0"/>
                  </a:moveTo>
                  <a:lnTo>
                    <a:pt x="31105" y="19938"/>
                  </a:lnTo>
                  <a:lnTo>
                    <a:pt x="11724" y="32077"/>
                  </a:lnTo>
                  <a:lnTo>
                    <a:pt x="0" y="13730"/>
                  </a:lnTo>
                  <a:lnTo>
                    <a:pt x="212" y="11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3"/>
            <p:cNvSpPr/>
            <p:nvPr/>
          </p:nvSpPr>
          <p:spPr>
            <a:xfrm>
              <a:off x="4310040" y="3191165"/>
              <a:ext cx="45950" cy="56462"/>
            </a:xfrm>
            <a:custGeom>
              <a:avLst/>
              <a:pathLst>
                <a:path w="45950" h="56462">
                  <a:moveTo>
                    <a:pt x="0" y="12481"/>
                  </a:moveTo>
                  <a:lnTo>
                    <a:pt x="19961" y="0"/>
                  </a:lnTo>
                  <a:lnTo>
                    <a:pt x="45950" y="45000"/>
                  </a:lnTo>
                  <a:lnTo>
                    <a:pt x="25504" y="56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4"/>
            <p:cNvSpPr/>
            <p:nvPr/>
          </p:nvSpPr>
          <p:spPr>
            <a:xfrm>
              <a:off x="4179669" y="3199551"/>
              <a:ext cx="48011" cy="57339"/>
            </a:xfrm>
            <a:custGeom>
              <a:avLst/>
              <a:pathLst>
                <a:path w="48011" h="57339">
                  <a:moveTo>
                    <a:pt x="0" y="10908"/>
                  </a:moveTo>
                  <a:lnTo>
                    <a:pt x="21071" y="0"/>
                  </a:lnTo>
                  <a:lnTo>
                    <a:pt x="48011" y="45100"/>
                  </a:lnTo>
                  <a:lnTo>
                    <a:pt x="26802" y="573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5"/>
            <p:cNvSpPr/>
            <p:nvPr/>
          </p:nvSpPr>
          <p:spPr>
            <a:xfrm>
              <a:off x="4148913" y="3216359"/>
              <a:ext cx="48599" cy="58089"/>
            </a:xfrm>
            <a:custGeom>
              <a:avLst/>
              <a:pathLst>
                <a:path w="48599" h="58089">
                  <a:moveTo>
                    <a:pt x="26885" y="58089"/>
                  </a:moveTo>
                  <a:lnTo>
                    <a:pt x="0" y="12961"/>
                  </a:lnTo>
                  <a:lnTo>
                    <a:pt x="20401" y="0"/>
                  </a:lnTo>
                  <a:lnTo>
                    <a:pt x="48599" y="45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6"/>
            <p:cNvSpPr/>
            <p:nvPr/>
          </p:nvSpPr>
          <p:spPr>
            <a:xfrm>
              <a:off x="4153947" y="3280804"/>
              <a:ext cx="48527" cy="59230"/>
            </a:xfrm>
            <a:custGeom>
              <a:avLst/>
              <a:pathLst>
                <a:path w="48527" h="59230">
                  <a:moveTo>
                    <a:pt x="27238" y="59230"/>
                  </a:moveTo>
                  <a:lnTo>
                    <a:pt x="0" y="13848"/>
                  </a:lnTo>
                  <a:lnTo>
                    <a:pt x="21250" y="0"/>
                  </a:lnTo>
                  <a:lnTo>
                    <a:pt x="48527" y="47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87"/>
            <p:cNvSpPr/>
            <p:nvPr/>
          </p:nvSpPr>
          <p:spPr>
            <a:xfrm>
              <a:off x="4238183" y="3283996"/>
              <a:ext cx="58426" cy="47596"/>
            </a:xfrm>
            <a:custGeom>
              <a:avLst/>
              <a:pathLst>
                <a:path w="58426" h="47596">
                  <a:moveTo>
                    <a:pt x="0" y="26357"/>
                  </a:moveTo>
                  <a:lnTo>
                    <a:pt x="44989" y="0"/>
                  </a:lnTo>
                  <a:lnTo>
                    <a:pt x="58426" y="21298"/>
                  </a:lnTo>
                  <a:lnTo>
                    <a:pt x="12358" y="47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88"/>
            <p:cNvSpPr/>
            <p:nvPr/>
          </p:nvSpPr>
          <p:spPr>
            <a:xfrm>
              <a:off x="4111058" y="2967709"/>
              <a:ext cx="47301" cy="59868"/>
            </a:xfrm>
            <a:custGeom>
              <a:avLst/>
              <a:pathLst>
                <a:path w="47301" h="59868">
                  <a:moveTo>
                    <a:pt x="26481" y="59868"/>
                  </a:moveTo>
                  <a:lnTo>
                    <a:pt x="0" y="12502"/>
                  </a:lnTo>
                  <a:lnTo>
                    <a:pt x="20547" y="0"/>
                  </a:lnTo>
                  <a:lnTo>
                    <a:pt x="47301" y="47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89"/>
            <p:cNvSpPr/>
            <p:nvPr/>
          </p:nvSpPr>
          <p:spPr>
            <a:xfrm>
              <a:off x="4077307" y="3022698"/>
              <a:ext cx="48274" cy="60356"/>
            </a:xfrm>
            <a:custGeom>
              <a:avLst/>
              <a:pathLst>
                <a:path w="48274" h="60356">
                  <a:moveTo>
                    <a:pt x="0" y="12877"/>
                  </a:moveTo>
                  <a:lnTo>
                    <a:pt x="21520" y="0"/>
                  </a:lnTo>
                  <a:lnTo>
                    <a:pt x="48274" y="47551"/>
                  </a:lnTo>
                  <a:lnTo>
                    <a:pt x="26883" y="60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0"/>
            <p:cNvSpPr/>
            <p:nvPr/>
          </p:nvSpPr>
          <p:spPr>
            <a:xfrm>
              <a:off x="4338132" y="3225575"/>
              <a:ext cx="56881" cy="47151"/>
            </a:xfrm>
            <a:custGeom>
              <a:avLst/>
              <a:pathLst>
                <a:path w="56881" h="47151">
                  <a:moveTo>
                    <a:pt x="12435" y="47151"/>
                  </a:moveTo>
                  <a:lnTo>
                    <a:pt x="0" y="25732"/>
                  </a:lnTo>
                  <a:lnTo>
                    <a:pt x="45661" y="0"/>
                  </a:lnTo>
                  <a:lnTo>
                    <a:pt x="56881" y="2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1"/>
            <p:cNvSpPr/>
            <p:nvPr/>
          </p:nvSpPr>
          <p:spPr>
            <a:xfrm>
              <a:off x="4299100" y="3228344"/>
              <a:ext cx="47322" cy="59447"/>
            </a:xfrm>
            <a:custGeom>
              <a:avLst/>
              <a:pathLst>
                <a:path w="47322" h="59447">
                  <a:moveTo>
                    <a:pt x="26621" y="59447"/>
                  </a:moveTo>
                  <a:lnTo>
                    <a:pt x="0" y="12973"/>
                  </a:lnTo>
                  <a:lnTo>
                    <a:pt x="21363" y="0"/>
                  </a:lnTo>
                  <a:lnTo>
                    <a:pt x="47322" y="46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2"/>
            <p:cNvSpPr/>
            <p:nvPr/>
          </p:nvSpPr>
          <p:spPr>
            <a:xfrm>
              <a:off x="3390842" y="2022606"/>
              <a:ext cx="55986" cy="44637"/>
            </a:xfrm>
            <a:custGeom>
              <a:avLst/>
              <a:pathLst>
                <a:path w="55986" h="44637">
                  <a:moveTo>
                    <a:pt x="11645" y="44637"/>
                  </a:moveTo>
                  <a:lnTo>
                    <a:pt x="0" y="24946"/>
                  </a:lnTo>
                  <a:lnTo>
                    <a:pt x="45240" y="0"/>
                  </a:lnTo>
                  <a:lnTo>
                    <a:pt x="55986" y="18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3"/>
            <p:cNvSpPr/>
            <p:nvPr/>
          </p:nvSpPr>
          <p:spPr>
            <a:xfrm>
              <a:off x="3526869" y="2028946"/>
              <a:ext cx="45374" cy="57205"/>
            </a:xfrm>
            <a:custGeom>
              <a:avLst/>
              <a:pathLst>
                <a:path w="45374" h="57205">
                  <a:moveTo>
                    <a:pt x="26416" y="57205"/>
                  </a:moveTo>
                  <a:lnTo>
                    <a:pt x="0" y="11549"/>
                  </a:lnTo>
                  <a:lnTo>
                    <a:pt x="19053" y="0"/>
                  </a:lnTo>
                  <a:lnTo>
                    <a:pt x="45374" y="45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4"/>
            <p:cNvSpPr/>
            <p:nvPr/>
          </p:nvSpPr>
          <p:spPr>
            <a:xfrm>
              <a:off x="3631721" y="2035225"/>
              <a:ext cx="46384" cy="56817"/>
            </a:xfrm>
            <a:custGeom>
              <a:avLst/>
              <a:pathLst>
                <a:path w="46384" h="56817">
                  <a:moveTo>
                    <a:pt x="0" y="11037"/>
                  </a:moveTo>
                  <a:lnTo>
                    <a:pt x="19595" y="0"/>
                  </a:lnTo>
                  <a:lnTo>
                    <a:pt x="46384" y="45223"/>
                  </a:lnTo>
                  <a:lnTo>
                    <a:pt x="25853" y="568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5"/>
            <p:cNvSpPr/>
            <p:nvPr/>
          </p:nvSpPr>
          <p:spPr>
            <a:xfrm>
              <a:off x="3595749" y="2089192"/>
              <a:ext cx="45365" cy="57129"/>
            </a:xfrm>
            <a:custGeom>
              <a:avLst/>
              <a:pathLst>
                <a:path w="45365" h="57129">
                  <a:moveTo>
                    <a:pt x="25942" y="57129"/>
                  </a:moveTo>
                  <a:lnTo>
                    <a:pt x="0" y="11878"/>
                  </a:lnTo>
                  <a:lnTo>
                    <a:pt x="19546" y="0"/>
                  </a:lnTo>
                  <a:lnTo>
                    <a:pt x="45365" y="45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6"/>
            <p:cNvSpPr/>
            <p:nvPr/>
          </p:nvSpPr>
          <p:spPr>
            <a:xfrm>
              <a:off x="3333717" y="2096642"/>
              <a:ext cx="55614" cy="45561"/>
            </a:xfrm>
            <a:custGeom>
              <a:avLst/>
              <a:pathLst>
                <a:path w="55614" h="45561">
                  <a:moveTo>
                    <a:pt x="44518" y="0"/>
                  </a:moveTo>
                  <a:lnTo>
                    <a:pt x="55614" y="20005"/>
                  </a:lnTo>
                  <a:lnTo>
                    <a:pt x="11966" y="45561"/>
                  </a:lnTo>
                  <a:lnTo>
                    <a:pt x="0" y="254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497"/>
            <p:cNvSpPr/>
            <p:nvPr/>
          </p:nvSpPr>
          <p:spPr>
            <a:xfrm>
              <a:off x="3532286" y="2095101"/>
              <a:ext cx="46163" cy="56445"/>
            </a:xfrm>
            <a:custGeom>
              <a:avLst/>
              <a:pathLst>
                <a:path w="46163" h="56445">
                  <a:moveTo>
                    <a:pt x="0" y="10789"/>
                  </a:moveTo>
                  <a:lnTo>
                    <a:pt x="19615" y="0"/>
                  </a:lnTo>
                  <a:lnTo>
                    <a:pt x="46163" y="44595"/>
                  </a:lnTo>
                  <a:lnTo>
                    <a:pt x="25547" y="56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498"/>
            <p:cNvSpPr/>
            <p:nvPr/>
          </p:nvSpPr>
          <p:spPr>
            <a:xfrm>
              <a:off x="3566347" y="2024399"/>
              <a:ext cx="72720" cy="71666"/>
            </a:xfrm>
            <a:custGeom>
              <a:avLst/>
              <a:pathLst>
                <a:path w="72720" h="71666">
                  <a:moveTo>
                    <a:pt x="26546" y="71666"/>
                  </a:moveTo>
                  <a:lnTo>
                    <a:pt x="0" y="27577"/>
                  </a:lnTo>
                  <a:lnTo>
                    <a:pt x="45991" y="0"/>
                  </a:lnTo>
                  <a:lnTo>
                    <a:pt x="72720" y="459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499"/>
            <p:cNvSpPr/>
            <p:nvPr/>
          </p:nvSpPr>
          <p:spPr>
            <a:xfrm>
              <a:off x="3372871" y="2120919"/>
              <a:ext cx="44896" cy="56295"/>
            </a:xfrm>
            <a:custGeom>
              <a:avLst/>
              <a:pathLst>
                <a:path w="44896" h="56295">
                  <a:moveTo>
                    <a:pt x="26476" y="56295"/>
                  </a:moveTo>
                  <a:lnTo>
                    <a:pt x="0" y="11918"/>
                  </a:lnTo>
                  <a:lnTo>
                    <a:pt x="19505" y="0"/>
                  </a:lnTo>
                  <a:lnTo>
                    <a:pt x="44896" y="45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0"/>
            <p:cNvSpPr/>
            <p:nvPr/>
          </p:nvSpPr>
          <p:spPr>
            <a:xfrm>
              <a:off x="3278990" y="2129283"/>
              <a:ext cx="55600" cy="45919"/>
            </a:xfrm>
            <a:custGeom>
              <a:avLst/>
              <a:pathLst>
                <a:path w="55600" h="45919">
                  <a:moveTo>
                    <a:pt x="11859" y="45919"/>
                  </a:moveTo>
                  <a:lnTo>
                    <a:pt x="0" y="25316"/>
                  </a:lnTo>
                  <a:lnTo>
                    <a:pt x="44296" y="0"/>
                  </a:lnTo>
                  <a:lnTo>
                    <a:pt x="55600" y="191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1"/>
            <p:cNvSpPr/>
            <p:nvPr/>
          </p:nvSpPr>
          <p:spPr>
            <a:xfrm>
              <a:off x="3477116" y="2126187"/>
              <a:ext cx="47044" cy="57543"/>
            </a:xfrm>
            <a:custGeom>
              <a:avLst/>
              <a:pathLst>
                <a:path w="47044" h="57543">
                  <a:moveTo>
                    <a:pt x="0" y="12148"/>
                  </a:moveTo>
                  <a:lnTo>
                    <a:pt x="20526" y="0"/>
                  </a:lnTo>
                  <a:lnTo>
                    <a:pt x="47044" y="45402"/>
                  </a:lnTo>
                  <a:lnTo>
                    <a:pt x="26446" y="575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2"/>
            <p:cNvSpPr/>
            <p:nvPr/>
          </p:nvSpPr>
          <p:spPr>
            <a:xfrm>
              <a:off x="3560811" y="2129565"/>
              <a:ext cx="55438" cy="46226"/>
            </a:xfrm>
            <a:custGeom>
              <a:avLst/>
              <a:pathLst>
                <a:path w="55438" h="46226">
                  <a:moveTo>
                    <a:pt x="10648" y="46226"/>
                  </a:moveTo>
                  <a:lnTo>
                    <a:pt x="0" y="25884"/>
                  </a:lnTo>
                  <a:lnTo>
                    <a:pt x="44385" y="0"/>
                  </a:lnTo>
                  <a:lnTo>
                    <a:pt x="55438" y="19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3"/>
            <p:cNvSpPr/>
            <p:nvPr/>
          </p:nvSpPr>
          <p:spPr>
            <a:xfrm>
              <a:off x="3348087" y="2135486"/>
              <a:ext cx="46107" cy="56652"/>
            </a:xfrm>
            <a:custGeom>
              <a:avLst/>
              <a:pathLst>
                <a:path w="46107" h="56652">
                  <a:moveTo>
                    <a:pt x="0" y="11010"/>
                  </a:moveTo>
                  <a:lnTo>
                    <a:pt x="19836" y="0"/>
                  </a:lnTo>
                  <a:lnTo>
                    <a:pt x="46107" y="44624"/>
                  </a:lnTo>
                  <a:lnTo>
                    <a:pt x="25800" y="56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4"/>
            <p:cNvSpPr/>
            <p:nvPr/>
          </p:nvSpPr>
          <p:spPr>
            <a:xfrm>
              <a:off x="3467961" y="2167840"/>
              <a:ext cx="43931" cy="54211"/>
            </a:xfrm>
            <a:custGeom>
              <a:avLst/>
              <a:pathLst>
                <a:path w="43931" h="54211">
                  <a:moveTo>
                    <a:pt x="25860" y="54211"/>
                  </a:moveTo>
                  <a:lnTo>
                    <a:pt x="0" y="10108"/>
                  </a:lnTo>
                  <a:lnTo>
                    <a:pt x="18157" y="0"/>
                  </a:lnTo>
                  <a:lnTo>
                    <a:pt x="43931" y="44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5"/>
            <p:cNvSpPr/>
            <p:nvPr/>
          </p:nvSpPr>
          <p:spPr>
            <a:xfrm>
              <a:off x="3402810" y="2171649"/>
              <a:ext cx="45120" cy="56364"/>
            </a:xfrm>
            <a:custGeom>
              <a:avLst/>
              <a:pathLst>
                <a:path w="45120" h="56364">
                  <a:moveTo>
                    <a:pt x="0" y="11502"/>
                  </a:moveTo>
                  <a:lnTo>
                    <a:pt x="19024" y="0"/>
                  </a:lnTo>
                  <a:lnTo>
                    <a:pt x="45120" y="45189"/>
                  </a:lnTo>
                  <a:lnTo>
                    <a:pt x="26198" y="56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6"/>
            <p:cNvSpPr/>
            <p:nvPr/>
          </p:nvSpPr>
          <p:spPr>
            <a:xfrm>
              <a:off x="3441782" y="2181239"/>
              <a:ext cx="45203" cy="57103"/>
            </a:xfrm>
            <a:custGeom>
              <a:avLst/>
              <a:pathLst>
                <a:path w="45203" h="57103">
                  <a:moveTo>
                    <a:pt x="25730" y="57103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203" y="45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07"/>
            <p:cNvSpPr/>
            <p:nvPr/>
          </p:nvSpPr>
          <p:spPr>
            <a:xfrm>
              <a:off x="3378344" y="2186442"/>
              <a:ext cx="45139" cy="56455"/>
            </a:xfrm>
            <a:custGeom>
              <a:avLst/>
              <a:pathLst>
                <a:path w="45139" h="56455">
                  <a:moveTo>
                    <a:pt x="0" y="11225"/>
                  </a:moveTo>
                  <a:lnTo>
                    <a:pt x="18946" y="0"/>
                  </a:lnTo>
                  <a:lnTo>
                    <a:pt x="45139" y="45195"/>
                  </a:lnTo>
                  <a:lnTo>
                    <a:pt x="25890" y="56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08"/>
            <p:cNvSpPr/>
            <p:nvPr/>
          </p:nvSpPr>
          <p:spPr>
            <a:xfrm>
              <a:off x="3348384" y="2203945"/>
              <a:ext cx="45406" cy="56332"/>
            </a:xfrm>
            <a:custGeom>
              <a:avLst/>
              <a:pathLst>
                <a:path w="45406" h="56332">
                  <a:moveTo>
                    <a:pt x="19399" y="0"/>
                  </a:moveTo>
                  <a:lnTo>
                    <a:pt x="45406" y="45411"/>
                  </a:lnTo>
                  <a:lnTo>
                    <a:pt x="25395" y="56332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09"/>
            <p:cNvSpPr/>
            <p:nvPr/>
          </p:nvSpPr>
          <p:spPr>
            <a:xfrm>
              <a:off x="3548121" y="1874229"/>
              <a:ext cx="77423" cy="87088"/>
            </a:xfrm>
            <a:custGeom>
              <a:avLst/>
              <a:pathLst>
                <a:path w="77423" h="87088">
                  <a:moveTo>
                    <a:pt x="0" y="27807"/>
                  </a:moveTo>
                  <a:lnTo>
                    <a:pt x="45584" y="0"/>
                  </a:lnTo>
                  <a:lnTo>
                    <a:pt x="77423" y="56925"/>
                  </a:lnTo>
                  <a:lnTo>
                    <a:pt x="76520" y="61545"/>
                  </a:lnTo>
                  <a:lnTo>
                    <a:pt x="33231" y="87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0"/>
            <p:cNvSpPr/>
            <p:nvPr/>
          </p:nvSpPr>
          <p:spPr>
            <a:xfrm>
              <a:off x="3467439" y="1924656"/>
              <a:ext cx="54836" cy="31868"/>
            </a:xfrm>
            <a:custGeom>
              <a:avLst/>
              <a:pathLst>
                <a:path w="54836" h="31868">
                  <a:moveTo>
                    <a:pt x="0" y="13933"/>
                  </a:moveTo>
                  <a:lnTo>
                    <a:pt x="11264" y="6762"/>
                  </a:lnTo>
                  <a:lnTo>
                    <a:pt x="16357" y="14931"/>
                  </a:lnTo>
                  <a:lnTo>
                    <a:pt x="39023" y="1197"/>
                  </a:lnTo>
                  <a:lnTo>
                    <a:pt x="42112" y="438"/>
                  </a:lnTo>
                  <a:lnTo>
                    <a:pt x="45896" y="0"/>
                  </a:lnTo>
                  <a:lnTo>
                    <a:pt x="49327" y="277"/>
                  </a:lnTo>
                  <a:lnTo>
                    <a:pt x="51675" y="1385"/>
                  </a:lnTo>
                  <a:lnTo>
                    <a:pt x="54836" y="4989"/>
                  </a:lnTo>
                  <a:lnTo>
                    <a:pt x="10427" y="31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1"/>
            <p:cNvSpPr/>
            <p:nvPr/>
          </p:nvSpPr>
          <p:spPr>
            <a:xfrm>
              <a:off x="3531438" y="1920683"/>
              <a:ext cx="31153" cy="31335"/>
            </a:xfrm>
            <a:custGeom>
              <a:avLst/>
              <a:pathLst>
                <a:path w="31153" h="31335">
                  <a:moveTo>
                    <a:pt x="19775" y="0"/>
                  </a:moveTo>
                  <a:lnTo>
                    <a:pt x="31153" y="19310"/>
                  </a:lnTo>
                  <a:lnTo>
                    <a:pt x="11546" y="31335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2"/>
            <p:cNvSpPr/>
            <p:nvPr/>
          </p:nvSpPr>
          <p:spPr>
            <a:xfrm>
              <a:off x="3480661" y="1936159"/>
              <a:ext cx="54562" cy="45465"/>
            </a:xfrm>
            <a:custGeom>
              <a:avLst/>
              <a:pathLst>
                <a:path w="54562" h="45465">
                  <a:moveTo>
                    <a:pt x="11695" y="45465"/>
                  </a:moveTo>
                  <a:lnTo>
                    <a:pt x="0" y="25331"/>
                  </a:lnTo>
                  <a:lnTo>
                    <a:pt x="43269" y="0"/>
                  </a:lnTo>
                  <a:lnTo>
                    <a:pt x="54562" y="19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3"/>
            <p:cNvSpPr/>
            <p:nvPr/>
          </p:nvSpPr>
          <p:spPr>
            <a:xfrm>
              <a:off x="3587336" y="1945584"/>
              <a:ext cx="56882" cy="45923"/>
            </a:xfrm>
            <a:custGeom>
              <a:avLst/>
              <a:pathLst>
                <a:path w="56882" h="45923">
                  <a:moveTo>
                    <a:pt x="12006" y="45923"/>
                  </a:moveTo>
                  <a:lnTo>
                    <a:pt x="0" y="25115"/>
                  </a:lnTo>
                  <a:lnTo>
                    <a:pt x="20099" y="13335"/>
                  </a:lnTo>
                  <a:lnTo>
                    <a:pt x="44887" y="0"/>
                  </a:lnTo>
                  <a:lnTo>
                    <a:pt x="56882" y="20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4"/>
            <p:cNvSpPr/>
            <p:nvPr/>
          </p:nvSpPr>
          <p:spPr>
            <a:xfrm>
              <a:off x="3545616" y="1944243"/>
              <a:ext cx="31207" cy="31867"/>
            </a:xfrm>
            <a:custGeom>
              <a:avLst/>
              <a:pathLst>
                <a:path w="31207" h="31867">
                  <a:moveTo>
                    <a:pt x="11811" y="31867"/>
                  </a:moveTo>
                  <a:lnTo>
                    <a:pt x="0" y="11456"/>
                  </a:lnTo>
                  <a:lnTo>
                    <a:pt x="19234" y="0"/>
                  </a:lnTo>
                  <a:lnTo>
                    <a:pt x="31207" y="20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5"/>
            <p:cNvSpPr/>
            <p:nvPr/>
          </p:nvSpPr>
          <p:spPr>
            <a:xfrm>
              <a:off x="3495034" y="1959797"/>
              <a:ext cx="54227" cy="46105"/>
            </a:xfrm>
            <a:custGeom>
              <a:avLst/>
              <a:pathLst>
                <a:path w="54227" h="46105">
                  <a:moveTo>
                    <a:pt x="11731" y="46105"/>
                  </a:moveTo>
                  <a:lnTo>
                    <a:pt x="0" y="26024"/>
                  </a:lnTo>
                  <a:lnTo>
                    <a:pt x="44172" y="0"/>
                  </a:lnTo>
                  <a:lnTo>
                    <a:pt x="54227" y="20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6"/>
            <p:cNvSpPr/>
            <p:nvPr/>
          </p:nvSpPr>
          <p:spPr>
            <a:xfrm>
              <a:off x="3455079" y="1964167"/>
              <a:ext cx="47031" cy="56546"/>
            </a:xfrm>
            <a:custGeom>
              <a:avLst/>
              <a:pathLst>
                <a:path w="47031" h="56546">
                  <a:moveTo>
                    <a:pt x="47031" y="43887"/>
                  </a:moveTo>
                  <a:lnTo>
                    <a:pt x="26395" y="56546"/>
                  </a:lnTo>
                  <a:lnTo>
                    <a:pt x="0" y="11395"/>
                  </a:lnTo>
                  <a:lnTo>
                    <a:pt x="1994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17"/>
            <p:cNvSpPr/>
            <p:nvPr/>
          </p:nvSpPr>
          <p:spPr>
            <a:xfrm>
              <a:off x="3387013" y="1972621"/>
              <a:ext cx="44174" cy="55840"/>
            </a:xfrm>
            <a:custGeom>
              <a:avLst/>
              <a:pathLst>
                <a:path w="44174" h="55840">
                  <a:moveTo>
                    <a:pt x="0" y="11272"/>
                  </a:moveTo>
                  <a:lnTo>
                    <a:pt x="18647" y="0"/>
                  </a:lnTo>
                  <a:lnTo>
                    <a:pt x="44174" y="44581"/>
                  </a:lnTo>
                  <a:lnTo>
                    <a:pt x="26009" y="558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18"/>
            <p:cNvSpPr/>
            <p:nvPr/>
          </p:nvSpPr>
          <p:spPr>
            <a:xfrm>
              <a:off x="3627145" y="1970469"/>
              <a:ext cx="44849" cy="55749"/>
            </a:xfrm>
            <a:custGeom>
              <a:avLst/>
              <a:pathLst>
                <a:path w="44849" h="55749">
                  <a:moveTo>
                    <a:pt x="25670" y="5574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4849" y="443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19"/>
            <p:cNvSpPr/>
            <p:nvPr/>
          </p:nvSpPr>
          <p:spPr>
            <a:xfrm>
              <a:off x="3562735" y="1974047"/>
              <a:ext cx="46837" cy="57471"/>
            </a:xfrm>
            <a:custGeom>
              <a:avLst/>
              <a:pathLst>
                <a:path w="46837" h="57471">
                  <a:moveTo>
                    <a:pt x="26701" y="57471"/>
                  </a:moveTo>
                  <a:lnTo>
                    <a:pt x="0" y="12134"/>
                  </a:lnTo>
                  <a:lnTo>
                    <a:pt x="19518" y="0"/>
                  </a:lnTo>
                  <a:lnTo>
                    <a:pt x="46837" y="4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0"/>
            <p:cNvSpPr/>
            <p:nvPr/>
          </p:nvSpPr>
          <p:spPr>
            <a:xfrm>
              <a:off x="3362315" y="1986453"/>
              <a:ext cx="45721" cy="56191"/>
            </a:xfrm>
            <a:custGeom>
              <a:avLst/>
              <a:pathLst>
                <a:path w="45721" h="56191">
                  <a:moveTo>
                    <a:pt x="10902" y="30848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21" y="45636"/>
                  </a:lnTo>
                  <a:lnTo>
                    <a:pt x="25950" y="561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1"/>
            <p:cNvSpPr/>
            <p:nvPr/>
          </p:nvSpPr>
          <p:spPr>
            <a:xfrm>
              <a:off x="3425653" y="1981217"/>
              <a:ext cx="46580" cy="56733"/>
            </a:xfrm>
            <a:custGeom>
              <a:avLst/>
              <a:pathLst>
                <a:path w="46580" h="56733">
                  <a:moveTo>
                    <a:pt x="25626" y="56733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6580" y="449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2"/>
            <p:cNvSpPr/>
            <p:nvPr/>
          </p:nvSpPr>
          <p:spPr>
            <a:xfrm>
              <a:off x="3319013" y="2153925"/>
              <a:ext cx="45263" cy="55992"/>
            </a:xfrm>
            <a:custGeom>
              <a:avLst/>
              <a:pathLst>
                <a:path w="45263" h="55992">
                  <a:moveTo>
                    <a:pt x="25888" y="55992"/>
                  </a:moveTo>
                  <a:lnTo>
                    <a:pt x="0" y="11354"/>
                  </a:lnTo>
                  <a:lnTo>
                    <a:pt x="19158" y="0"/>
                  </a:lnTo>
                  <a:lnTo>
                    <a:pt x="45263" y="44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3"/>
            <p:cNvSpPr/>
            <p:nvPr/>
          </p:nvSpPr>
          <p:spPr>
            <a:xfrm>
              <a:off x="3506999" y="2162500"/>
              <a:ext cx="55083" cy="45847"/>
            </a:xfrm>
            <a:custGeom>
              <a:avLst/>
              <a:pathLst>
                <a:path w="55083" h="45847">
                  <a:moveTo>
                    <a:pt x="10994" y="45847"/>
                  </a:moveTo>
                  <a:lnTo>
                    <a:pt x="0" y="25134"/>
                  </a:lnTo>
                  <a:lnTo>
                    <a:pt x="43587" y="0"/>
                  </a:lnTo>
                  <a:lnTo>
                    <a:pt x="55083" y="19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4"/>
            <p:cNvSpPr/>
            <p:nvPr/>
          </p:nvSpPr>
          <p:spPr>
            <a:xfrm>
              <a:off x="3294072" y="2168439"/>
              <a:ext cx="46026" cy="56337"/>
            </a:xfrm>
            <a:custGeom>
              <a:avLst/>
              <a:pathLst>
                <a:path w="46026" h="56337">
                  <a:moveTo>
                    <a:pt x="25889" y="56337"/>
                  </a:moveTo>
                  <a:lnTo>
                    <a:pt x="0" y="11278"/>
                  </a:lnTo>
                  <a:lnTo>
                    <a:pt x="19744" y="0"/>
                  </a:lnTo>
                  <a:lnTo>
                    <a:pt x="46026" y="4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5"/>
            <p:cNvSpPr/>
            <p:nvPr/>
          </p:nvSpPr>
          <p:spPr>
            <a:xfrm>
              <a:off x="3323943" y="2218636"/>
              <a:ext cx="45165" cy="56297"/>
            </a:xfrm>
            <a:custGeom>
              <a:avLst/>
              <a:pathLst>
                <a:path w="45165" h="56297">
                  <a:moveTo>
                    <a:pt x="25714" y="56297"/>
                  </a:moveTo>
                  <a:lnTo>
                    <a:pt x="0" y="11641"/>
                  </a:lnTo>
                  <a:lnTo>
                    <a:pt x="19640" y="0"/>
                  </a:lnTo>
                  <a:lnTo>
                    <a:pt x="45165" y="44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6"/>
            <p:cNvSpPr/>
            <p:nvPr/>
          </p:nvSpPr>
          <p:spPr>
            <a:xfrm>
              <a:off x="3406938" y="2221243"/>
              <a:ext cx="55986" cy="45857"/>
            </a:xfrm>
            <a:custGeom>
              <a:avLst/>
              <a:pathLst>
                <a:path w="55986" h="45857">
                  <a:moveTo>
                    <a:pt x="11766" y="45857"/>
                  </a:moveTo>
                  <a:lnTo>
                    <a:pt x="0" y="25334"/>
                  </a:lnTo>
                  <a:lnTo>
                    <a:pt x="44012" y="0"/>
                  </a:lnTo>
                  <a:lnTo>
                    <a:pt x="55986" y="198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27"/>
            <p:cNvSpPr/>
            <p:nvPr/>
          </p:nvSpPr>
          <p:spPr>
            <a:xfrm>
              <a:off x="3521751" y="1907160"/>
              <a:ext cx="24460" cy="20982"/>
            </a:xfrm>
            <a:custGeom>
              <a:avLst/>
              <a:pathLst>
                <a:path w="24460" h="20982">
                  <a:moveTo>
                    <a:pt x="0" y="10997"/>
                  </a:moveTo>
                  <a:lnTo>
                    <a:pt x="18160" y="0"/>
                  </a:lnTo>
                  <a:lnTo>
                    <a:pt x="24460" y="10618"/>
                  </a:lnTo>
                  <a:lnTo>
                    <a:pt x="5930" y="209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28"/>
            <p:cNvSpPr/>
            <p:nvPr/>
          </p:nvSpPr>
          <p:spPr>
            <a:xfrm>
              <a:off x="3412330" y="1939919"/>
              <a:ext cx="59835" cy="47187"/>
            </a:xfrm>
            <a:custGeom>
              <a:avLst/>
              <a:pathLst>
                <a:path w="59835" h="47187">
                  <a:moveTo>
                    <a:pt x="0" y="29198"/>
                  </a:moveTo>
                  <a:lnTo>
                    <a:pt x="33725" y="8974"/>
                  </a:lnTo>
                  <a:lnTo>
                    <a:pt x="48550" y="0"/>
                  </a:lnTo>
                  <a:lnTo>
                    <a:pt x="59835" y="18551"/>
                  </a:lnTo>
                  <a:lnTo>
                    <a:pt x="10856" y="471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29"/>
            <p:cNvSpPr/>
            <p:nvPr/>
          </p:nvSpPr>
          <p:spPr>
            <a:xfrm>
              <a:off x="3715314" y="2037769"/>
              <a:ext cx="55264" cy="46906"/>
            </a:xfrm>
            <a:custGeom>
              <a:avLst/>
              <a:pathLst>
                <a:path w="55264" h="46906">
                  <a:moveTo>
                    <a:pt x="0" y="25839"/>
                  </a:moveTo>
                  <a:lnTo>
                    <a:pt x="43636" y="0"/>
                  </a:lnTo>
                  <a:lnTo>
                    <a:pt x="55264" y="20249"/>
                  </a:lnTo>
                  <a:lnTo>
                    <a:pt x="11261" y="46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0"/>
            <p:cNvSpPr/>
            <p:nvPr/>
          </p:nvSpPr>
          <p:spPr>
            <a:xfrm>
              <a:off x="3432955" y="2036835"/>
              <a:ext cx="56614" cy="46554"/>
            </a:xfrm>
            <a:custGeom>
              <a:avLst/>
              <a:pathLst>
                <a:path w="56614" h="46554">
                  <a:moveTo>
                    <a:pt x="11975" y="46554"/>
                  </a:moveTo>
                  <a:lnTo>
                    <a:pt x="0" y="26462"/>
                  </a:lnTo>
                  <a:lnTo>
                    <a:pt x="44514" y="0"/>
                  </a:lnTo>
                  <a:lnTo>
                    <a:pt x="56614" y="20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1"/>
            <p:cNvSpPr/>
            <p:nvPr/>
          </p:nvSpPr>
          <p:spPr>
            <a:xfrm>
              <a:off x="3503052" y="2043821"/>
              <a:ext cx="45200" cy="56327"/>
            </a:xfrm>
            <a:custGeom>
              <a:avLst/>
              <a:pathLst>
                <a:path w="45200" h="56327">
                  <a:moveTo>
                    <a:pt x="25865" y="56327"/>
                  </a:moveTo>
                  <a:lnTo>
                    <a:pt x="0" y="11662"/>
                  </a:lnTo>
                  <a:lnTo>
                    <a:pt x="18910" y="0"/>
                  </a:lnTo>
                  <a:lnTo>
                    <a:pt x="45200" y="45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2"/>
            <p:cNvSpPr/>
            <p:nvPr/>
          </p:nvSpPr>
          <p:spPr>
            <a:xfrm>
              <a:off x="4377082" y="3597679"/>
              <a:ext cx="47369" cy="57883"/>
            </a:xfrm>
            <a:custGeom>
              <a:avLst/>
              <a:pathLst>
                <a:path w="47369" h="57883">
                  <a:moveTo>
                    <a:pt x="47369" y="45634"/>
                  </a:moveTo>
                  <a:lnTo>
                    <a:pt x="27018" y="57883"/>
                  </a:lnTo>
                  <a:lnTo>
                    <a:pt x="0" y="12394"/>
                  </a:lnTo>
                  <a:lnTo>
                    <a:pt x="20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3"/>
            <p:cNvSpPr/>
            <p:nvPr/>
          </p:nvSpPr>
          <p:spPr>
            <a:xfrm>
              <a:off x="4168674" y="3719146"/>
              <a:ext cx="34597" cy="33816"/>
            </a:xfrm>
            <a:custGeom>
              <a:avLst/>
              <a:pathLst>
                <a:path w="34597" h="33816">
                  <a:moveTo>
                    <a:pt x="22135" y="0"/>
                  </a:moveTo>
                  <a:lnTo>
                    <a:pt x="34597" y="20942"/>
                  </a:lnTo>
                  <a:lnTo>
                    <a:pt x="12262" y="33816"/>
                  </a:lnTo>
                  <a:lnTo>
                    <a:pt x="0" y="12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4"/>
            <p:cNvSpPr/>
            <p:nvPr/>
          </p:nvSpPr>
          <p:spPr>
            <a:xfrm>
              <a:off x="4501153" y="3456170"/>
              <a:ext cx="46552" cy="56914"/>
            </a:xfrm>
            <a:custGeom>
              <a:avLst/>
              <a:pathLst>
                <a:path w="46552" h="56914">
                  <a:moveTo>
                    <a:pt x="0" y="12072"/>
                  </a:moveTo>
                  <a:lnTo>
                    <a:pt x="20709" y="0"/>
                  </a:lnTo>
                  <a:lnTo>
                    <a:pt x="46552" y="44888"/>
                  </a:lnTo>
                  <a:lnTo>
                    <a:pt x="26350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5"/>
            <p:cNvSpPr/>
            <p:nvPr/>
          </p:nvSpPr>
          <p:spPr>
            <a:xfrm>
              <a:off x="4437861" y="3460590"/>
              <a:ext cx="46829" cy="57130"/>
            </a:xfrm>
            <a:custGeom>
              <a:avLst/>
              <a:pathLst>
                <a:path w="46829" h="57130">
                  <a:moveTo>
                    <a:pt x="0" y="11426"/>
                  </a:moveTo>
                  <a:lnTo>
                    <a:pt x="19725" y="0"/>
                  </a:lnTo>
                  <a:lnTo>
                    <a:pt x="46829" y="45381"/>
                  </a:lnTo>
                  <a:lnTo>
                    <a:pt x="26791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6"/>
            <p:cNvSpPr/>
            <p:nvPr/>
          </p:nvSpPr>
          <p:spPr>
            <a:xfrm>
              <a:off x="4363088" y="3489142"/>
              <a:ext cx="57940" cy="47968"/>
            </a:xfrm>
            <a:custGeom>
              <a:avLst/>
              <a:pathLst>
                <a:path w="57940" h="47968">
                  <a:moveTo>
                    <a:pt x="57940" y="20805"/>
                  </a:moveTo>
                  <a:lnTo>
                    <a:pt x="12317" y="47968"/>
                  </a:lnTo>
                  <a:lnTo>
                    <a:pt x="0" y="27418"/>
                  </a:lnTo>
                  <a:lnTo>
                    <a:pt x="46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37"/>
            <p:cNvSpPr/>
            <p:nvPr/>
          </p:nvSpPr>
          <p:spPr>
            <a:xfrm>
              <a:off x="4605428" y="3493785"/>
              <a:ext cx="232107" cy="232902"/>
            </a:xfrm>
            <a:custGeom>
              <a:avLst/>
              <a:pathLst>
                <a:path w="232107" h="232902">
                  <a:moveTo>
                    <a:pt x="86705" y="232902"/>
                  </a:moveTo>
                  <a:lnTo>
                    <a:pt x="0" y="86376"/>
                  </a:lnTo>
                  <a:lnTo>
                    <a:pt x="144496" y="0"/>
                  </a:lnTo>
                  <a:lnTo>
                    <a:pt x="232107" y="145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38"/>
            <p:cNvSpPr/>
            <p:nvPr/>
          </p:nvSpPr>
          <p:spPr>
            <a:xfrm>
              <a:off x="4461830" y="3431473"/>
              <a:ext cx="57263" cy="46133"/>
            </a:xfrm>
            <a:custGeom>
              <a:avLst/>
              <a:pathLst>
                <a:path w="57263" h="46133">
                  <a:moveTo>
                    <a:pt x="0" y="25772"/>
                  </a:moveTo>
                  <a:lnTo>
                    <a:pt x="44801" y="0"/>
                  </a:lnTo>
                  <a:lnTo>
                    <a:pt x="57263" y="20265"/>
                  </a:lnTo>
                  <a:lnTo>
                    <a:pt x="30068" y="36104"/>
                  </a:lnTo>
                  <a:lnTo>
                    <a:pt x="11897" y="46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39"/>
            <p:cNvSpPr/>
            <p:nvPr/>
          </p:nvSpPr>
          <p:spPr>
            <a:xfrm>
              <a:off x="4476315" y="3470832"/>
              <a:ext cx="47060" cy="56786"/>
            </a:xfrm>
            <a:custGeom>
              <a:avLst/>
              <a:pathLst>
                <a:path w="47060" h="56786">
                  <a:moveTo>
                    <a:pt x="0" y="11829"/>
                  </a:moveTo>
                  <a:lnTo>
                    <a:pt x="20378" y="0"/>
                  </a:lnTo>
                  <a:lnTo>
                    <a:pt x="47060" y="45022"/>
                  </a:lnTo>
                  <a:lnTo>
                    <a:pt x="26939" y="56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0"/>
            <p:cNvSpPr/>
            <p:nvPr/>
          </p:nvSpPr>
          <p:spPr>
            <a:xfrm>
              <a:off x="4411763" y="3476257"/>
              <a:ext cx="46050" cy="56890"/>
            </a:xfrm>
            <a:custGeom>
              <a:avLst/>
              <a:pathLst>
                <a:path w="46050" h="56890">
                  <a:moveTo>
                    <a:pt x="0" y="11307"/>
                  </a:moveTo>
                  <a:lnTo>
                    <a:pt x="18980" y="0"/>
                  </a:lnTo>
                  <a:lnTo>
                    <a:pt x="46050" y="45388"/>
                  </a:lnTo>
                  <a:lnTo>
                    <a:pt x="26777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1"/>
            <p:cNvSpPr/>
            <p:nvPr/>
          </p:nvSpPr>
          <p:spPr>
            <a:xfrm>
              <a:off x="4530080" y="3505554"/>
              <a:ext cx="48166" cy="59001"/>
            </a:xfrm>
            <a:custGeom>
              <a:avLst/>
              <a:pathLst>
                <a:path w="48166" h="59001">
                  <a:moveTo>
                    <a:pt x="27535" y="59001"/>
                  </a:moveTo>
                  <a:lnTo>
                    <a:pt x="0" y="12442"/>
                  </a:lnTo>
                  <a:lnTo>
                    <a:pt x="21070" y="0"/>
                  </a:lnTo>
                  <a:lnTo>
                    <a:pt x="48166" y="46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2"/>
            <p:cNvSpPr/>
            <p:nvPr/>
          </p:nvSpPr>
          <p:spPr>
            <a:xfrm>
              <a:off x="4402270" y="3514763"/>
              <a:ext cx="46394" cy="57338"/>
            </a:xfrm>
            <a:custGeom>
              <a:avLst/>
              <a:pathLst>
                <a:path w="46394" h="57338">
                  <a:moveTo>
                    <a:pt x="0" y="12107"/>
                  </a:moveTo>
                  <a:lnTo>
                    <a:pt x="20268" y="0"/>
                  </a:lnTo>
                  <a:lnTo>
                    <a:pt x="46394" y="45825"/>
                  </a:lnTo>
                  <a:lnTo>
                    <a:pt x="26829" y="57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3"/>
            <p:cNvSpPr/>
            <p:nvPr/>
          </p:nvSpPr>
          <p:spPr>
            <a:xfrm>
              <a:off x="4495943" y="3560746"/>
              <a:ext cx="47560" cy="58017"/>
            </a:xfrm>
            <a:custGeom>
              <a:avLst/>
              <a:pathLst>
                <a:path w="47560" h="58017">
                  <a:moveTo>
                    <a:pt x="27177" y="58017"/>
                  </a:moveTo>
                  <a:lnTo>
                    <a:pt x="0" y="11628"/>
                  </a:lnTo>
                  <a:lnTo>
                    <a:pt x="20382" y="0"/>
                  </a:lnTo>
                  <a:lnTo>
                    <a:pt x="47560" y="4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4"/>
            <p:cNvSpPr/>
            <p:nvPr/>
          </p:nvSpPr>
          <p:spPr>
            <a:xfrm>
              <a:off x="4322072" y="3561644"/>
              <a:ext cx="47073" cy="58120"/>
            </a:xfrm>
            <a:custGeom>
              <a:avLst/>
              <a:pathLst>
                <a:path w="47073" h="58120">
                  <a:moveTo>
                    <a:pt x="0" y="12065"/>
                  </a:moveTo>
                  <a:lnTo>
                    <a:pt x="20665" y="0"/>
                  </a:lnTo>
                  <a:lnTo>
                    <a:pt x="47073" y="46199"/>
                  </a:lnTo>
                  <a:lnTo>
                    <a:pt x="26705" y="58120"/>
                  </a:lnTo>
                  <a:lnTo>
                    <a:pt x="25253" y="55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5"/>
            <p:cNvSpPr/>
            <p:nvPr/>
          </p:nvSpPr>
          <p:spPr>
            <a:xfrm>
              <a:off x="4257304" y="3567369"/>
              <a:ext cx="47247" cy="57224"/>
            </a:xfrm>
            <a:custGeom>
              <a:avLst/>
              <a:pathLst>
                <a:path w="47247" h="57224">
                  <a:moveTo>
                    <a:pt x="0" y="12107"/>
                  </a:moveTo>
                  <a:lnTo>
                    <a:pt x="21130" y="0"/>
                  </a:lnTo>
                  <a:lnTo>
                    <a:pt x="47247" y="44651"/>
                  </a:lnTo>
                  <a:lnTo>
                    <a:pt x="26502" y="57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6"/>
            <p:cNvSpPr/>
            <p:nvPr/>
          </p:nvSpPr>
          <p:spPr>
            <a:xfrm>
              <a:off x="4431388" y="3565378"/>
              <a:ext cx="46835" cy="57447"/>
            </a:xfrm>
            <a:custGeom>
              <a:avLst/>
              <a:pathLst>
                <a:path w="46835" h="57447">
                  <a:moveTo>
                    <a:pt x="0" y="11672"/>
                  </a:moveTo>
                  <a:lnTo>
                    <a:pt x="19678" y="0"/>
                  </a:lnTo>
                  <a:lnTo>
                    <a:pt x="46835" y="45713"/>
                  </a:lnTo>
                  <a:lnTo>
                    <a:pt x="27150" y="57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47"/>
            <p:cNvSpPr/>
            <p:nvPr/>
          </p:nvSpPr>
          <p:spPr>
            <a:xfrm>
              <a:off x="4470457" y="3575196"/>
              <a:ext cx="47619" cy="57930"/>
            </a:xfrm>
            <a:custGeom>
              <a:avLst/>
              <a:pathLst>
                <a:path w="47619" h="57930">
                  <a:moveTo>
                    <a:pt x="26833" y="57930"/>
                  </a:moveTo>
                  <a:lnTo>
                    <a:pt x="0" y="12214"/>
                  </a:lnTo>
                  <a:lnTo>
                    <a:pt x="20709" y="0"/>
                  </a:lnTo>
                  <a:lnTo>
                    <a:pt x="47619" y="45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48"/>
            <p:cNvSpPr/>
            <p:nvPr/>
          </p:nvSpPr>
          <p:spPr>
            <a:xfrm>
              <a:off x="4203199" y="3581953"/>
              <a:ext cx="59258" cy="49427"/>
            </a:xfrm>
            <a:custGeom>
              <a:avLst/>
              <a:pathLst>
                <a:path w="59258" h="49427">
                  <a:moveTo>
                    <a:pt x="0" y="27221"/>
                  </a:moveTo>
                  <a:lnTo>
                    <a:pt x="45752" y="394"/>
                  </a:lnTo>
                  <a:lnTo>
                    <a:pt x="46676" y="0"/>
                  </a:lnTo>
                  <a:lnTo>
                    <a:pt x="59258" y="21558"/>
                  </a:lnTo>
                  <a:lnTo>
                    <a:pt x="56756" y="23065"/>
                  </a:lnTo>
                  <a:lnTo>
                    <a:pt x="50678" y="26868"/>
                  </a:lnTo>
                  <a:lnTo>
                    <a:pt x="17054" y="47426"/>
                  </a:lnTo>
                  <a:lnTo>
                    <a:pt x="15488" y="48349"/>
                  </a:lnTo>
                  <a:lnTo>
                    <a:pt x="13347" y="49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49"/>
            <p:cNvSpPr/>
            <p:nvPr/>
          </p:nvSpPr>
          <p:spPr>
            <a:xfrm>
              <a:off x="4407462" y="3580448"/>
              <a:ext cx="46264" cy="57204"/>
            </a:xfrm>
            <a:custGeom>
              <a:avLst/>
              <a:pathLst>
                <a:path w="46264" h="57204">
                  <a:moveTo>
                    <a:pt x="0" y="11513"/>
                  </a:moveTo>
                  <a:lnTo>
                    <a:pt x="19410" y="0"/>
                  </a:lnTo>
                  <a:lnTo>
                    <a:pt x="46264" y="45238"/>
                  </a:lnTo>
                  <a:lnTo>
                    <a:pt x="26695" y="57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0"/>
            <p:cNvSpPr/>
            <p:nvPr/>
          </p:nvSpPr>
          <p:spPr>
            <a:xfrm>
              <a:off x="4144496" y="3732676"/>
              <a:ext cx="34374" cy="35202"/>
            </a:xfrm>
            <a:custGeom>
              <a:avLst/>
              <a:pathLst>
                <a:path w="34374" h="35202">
                  <a:moveTo>
                    <a:pt x="34374" y="22236"/>
                  </a:moveTo>
                  <a:lnTo>
                    <a:pt x="12491" y="35202"/>
                  </a:lnTo>
                  <a:lnTo>
                    <a:pt x="0" y="12720"/>
                  </a:lnTo>
                  <a:lnTo>
                    <a:pt x="21530" y="0"/>
                  </a:lnTo>
                  <a:lnTo>
                    <a:pt x="27725" y="10724"/>
                  </a:lnTo>
                  <a:lnTo>
                    <a:pt x="28386" y="1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1"/>
            <p:cNvSpPr/>
            <p:nvPr/>
          </p:nvSpPr>
          <p:spPr>
            <a:xfrm>
              <a:off x="4308211" y="3523114"/>
              <a:ext cx="58122" cy="46743"/>
            </a:xfrm>
            <a:custGeom>
              <a:avLst/>
              <a:pathLst>
                <a:path w="58122" h="46743">
                  <a:moveTo>
                    <a:pt x="58122" y="20016"/>
                  </a:moveTo>
                  <a:lnTo>
                    <a:pt x="12071" y="46743"/>
                  </a:lnTo>
                  <a:lnTo>
                    <a:pt x="0" y="26349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2"/>
            <p:cNvSpPr/>
            <p:nvPr/>
          </p:nvSpPr>
          <p:spPr>
            <a:xfrm>
              <a:off x="4505059" y="3519845"/>
              <a:ext cx="47998" cy="58672"/>
            </a:xfrm>
            <a:custGeom>
              <a:avLst/>
              <a:pathLst>
                <a:path w="47998" h="58672">
                  <a:moveTo>
                    <a:pt x="0" y="12440"/>
                  </a:moveTo>
                  <a:lnTo>
                    <a:pt x="20927" y="0"/>
                  </a:lnTo>
                  <a:lnTo>
                    <a:pt x="47998" y="46986"/>
                  </a:lnTo>
                  <a:lnTo>
                    <a:pt x="27891" y="5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3"/>
            <p:cNvSpPr/>
            <p:nvPr/>
          </p:nvSpPr>
          <p:spPr>
            <a:xfrm>
              <a:off x="4377686" y="3529338"/>
              <a:ext cx="46718" cy="57638"/>
            </a:xfrm>
            <a:custGeom>
              <a:avLst/>
              <a:pathLst>
                <a:path w="46718" h="57638">
                  <a:moveTo>
                    <a:pt x="0" y="12133"/>
                  </a:moveTo>
                  <a:lnTo>
                    <a:pt x="20631" y="0"/>
                  </a:lnTo>
                  <a:lnTo>
                    <a:pt x="46718" y="45996"/>
                  </a:lnTo>
                  <a:lnTo>
                    <a:pt x="26761" y="57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4"/>
            <p:cNvSpPr/>
            <p:nvPr/>
          </p:nvSpPr>
          <p:spPr>
            <a:xfrm>
              <a:off x="4382149" y="3647702"/>
              <a:ext cx="55974" cy="47295"/>
            </a:xfrm>
            <a:custGeom>
              <a:avLst/>
              <a:pathLst>
                <a:path w="55974" h="47295">
                  <a:moveTo>
                    <a:pt x="0" y="26880"/>
                  </a:moveTo>
                  <a:lnTo>
                    <a:pt x="44334" y="0"/>
                  </a:lnTo>
                  <a:lnTo>
                    <a:pt x="55974" y="20747"/>
                  </a:lnTo>
                  <a:lnTo>
                    <a:pt x="11876" y="47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5"/>
            <p:cNvSpPr/>
            <p:nvPr/>
          </p:nvSpPr>
          <p:spPr>
            <a:xfrm>
              <a:off x="4339069" y="3654576"/>
              <a:ext cx="46141" cy="57279"/>
            </a:xfrm>
            <a:custGeom>
              <a:avLst/>
              <a:pathLst>
                <a:path w="46141" h="57279">
                  <a:moveTo>
                    <a:pt x="0" y="11752"/>
                  </a:moveTo>
                  <a:lnTo>
                    <a:pt x="19441" y="0"/>
                  </a:lnTo>
                  <a:lnTo>
                    <a:pt x="46141" y="45777"/>
                  </a:lnTo>
                  <a:lnTo>
                    <a:pt x="26745" y="57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6"/>
            <p:cNvSpPr/>
            <p:nvPr/>
          </p:nvSpPr>
          <p:spPr>
            <a:xfrm>
              <a:off x="4166018" y="3655016"/>
              <a:ext cx="47240" cy="56330"/>
            </a:xfrm>
            <a:custGeom>
              <a:avLst/>
              <a:pathLst>
                <a:path w="47240" h="56330">
                  <a:moveTo>
                    <a:pt x="26293" y="56330"/>
                  </a:moveTo>
                  <a:lnTo>
                    <a:pt x="0" y="11862"/>
                  </a:lnTo>
                  <a:lnTo>
                    <a:pt x="20384" y="0"/>
                  </a:lnTo>
                  <a:lnTo>
                    <a:pt x="47240" y="4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57"/>
            <p:cNvSpPr/>
            <p:nvPr/>
          </p:nvSpPr>
          <p:spPr>
            <a:xfrm>
              <a:off x="4100523" y="3658701"/>
              <a:ext cx="47229" cy="57145"/>
            </a:xfrm>
            <a:custGeom>
              <a:avLst/>
              <a:pathLst>
                <a:path w="47229" h="57145">
                  <a:moveTo>
                    <a:pt x="0" y="11587"/>
                  </a:moveTo>
                  <a:lnTo>
                    <a:pt x="20060" y="0"/>
                  </a:lnTo>
                  <a:lnTo>
                    <a:pt x="47229" y="45397"/>
                  </a:lnTo>
                  <a:lnTo>
                    <a:pt x="27003" y="57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58"/>
            <p:cNvSpPr/>
            <p:nvPr/>
          </p:nvSpPr>
          <p:spPr>
            <a:xfrm>
              <a:off x="4534159" y="3555868"/>
              <a:ext cx="58062" cy="48284"/>
            </a:xfrm>
            <a:custGeom>
              <a:avLst/>
              <a:pathLst>
                <a:path w="58062" h="48284">
                  <a:moveTo>
                    <a:pt x="12724" y="48284"/>
                  </a:moveTo>
                  <a:lnTo>
                    <a:pt x="0" y="26543"/>
                  </a:lnTo>
                  <a:lnTo>
                    <a:pt x="45461" y="0"/>
                  </a:lnTo>
                  <a:lnTo>
                    <a:pt x="58062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59"/>
            <p:cNvSpPr/>
            <p:nvPr/>
          </p:nvSpPr>
          <p:spPr>
            <a:xfrm>
              <a:off x="4221116" y="3689356"/>
              <a:ext cx="48365" cy="57849"/>
            </a:xfrm>
            <a:custGeom>
              <a:avLst/>
              <a:pathLst>
                <a:path w="48365" h="57849">
                  <a:moveTo>
                    <a:pt x="0" y="11978"/>
                  </a:moveTo>
                  <a:lnTo>
                    <a:pt x="21074" y="0"/>
                  </a:lnTo>
                  <a:lnTo>
                    <a:pt x="48365" y="45700"/>
                  </a:lnTo>
                  <a:lnTo>
                    <a:pt x="27632" y="57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0"/>
            <p:cNvSpPr/>
            <p:nvPr/>
          </p:nvSpPr>
          <p:spPr>
            <a:xfrm>
              <a:off x="4130334" y="3694503"/>
              <a:ext cx="58405" cy="48322"/>
            </a:xfrm>
            <a:custGeom>
              <a:avLst/>
              <a:pathLst>
                <a:path w="58405" h="48322">
                  <a:moveTo>
                    <a:pt x="36052" y="34343"/>
                  </a:moveTo>
                  <a:lnTo>
                    <a:pt x="12100" y="48322"/>
                  </a:lnTo>
                  <a:lnTo>
                    <a:pt x="662" y="28149"/>
                  </a:lnTo>
                  <a:lnTo>
                    <a:pt x="0" y="26994"/>
                  </a:lnTo>
                  <a:lnTo>
                    <a:pt x="46068" y="0"/>
                  </a:lnTo>
                  <a:lnTo>
                    <a:pt x="50433" y="6852"/>
                  </a:lnTo>
                  <a:lnTo>
                    <a:pt x="57798" y="20283"/>
                  </a:lnTo>
                  <a:lnTo>
                    <a:pt x="58405" y="21298"/>
                  </a:lnTo>
                  <a:lnTo>
                    <a:pt x="57296" y="21945"/>
                  </a:lnTo>
                  <a:lnTo>
                    <a:pt x="51114" y="25553"/>
                  </a:lnTo>
                  <a:lnTo>
                    <a:pt x="45605" y="287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1"/>
            <p:cNvSpPr/>
            <p:nvPr/>
          </p:nvSpPr>
          <p:spPr>
            <a:xfrm>
              <a:off x="4092241" y="3699133"/>
              <a:ext cx="45992" cy="55484"/>
            </a:xfrm>
            <a:custGeom>
              <a:avLst/>
              <a:pathLst>
                <a:path w="45992" h="55484">
                  <a:moveTo>
                    <a:pt x="45992" y="43530"/>
                  </a:moveTo>
                  <a:lnTo>
                    <a:pt x="25768" y="55484"/>
                  </a:lnTo>
                  <a:lnTo>
                    <a:pt x="0" y="11502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2"/>
            <p:cNvSpPr/>
            <p:nvPr/>
          </p:nvSpPr>
          <p:spPr>
            <a:xfrm>
              <a:off x="4195992" y="3704108"/>
              <a:ext cx="49274" cy="58196"/>
            </a:xfrm>
            <a:custGeom>
              <a:avLst/>
              <a:pathLst>
                <a:path w="49274" h="58196">
                  <a:moveTo>
                    <a:pt x="26972" y="58196"/>
                  </a:moveTo>
                  <a:lnTo>
                    <a:pt x="0" y="12778"/>
                  </a:lnTo>
                  <a:lnTo>
                    <a:pt x="21052" y="0"/>
                  </a:lnTo>
                  <a:lnTo>
                    <a:pt x="49274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3"/>
            <p:cNvSpPr/>
            <p:nvPr/>
          </p:nvSpPr>
          <p:spPr>
            <a:xfrm>
              <a:off x="4096406" y="3763598"/>
              <a:ext cx="46245" cy="57246"/>
            </a:xfrm>
            <a:custGeom>
              <a:avLst/>
              <a:pathLst>
                <a:path w="46245" h="57246">
                  <a:moveTo>
                    <a:pt x="46245" y="45636"/>
                  </a:moveTo>
                  <a:lnTo>
                    <a:pt x="26702" y="57246"/>
                  </a:lnTo>
                  <a:lnTo>
                    <a:pt x="0" y="10997"/>
                  </a:lnTo>
                  <a:lnTo>
                    <a:pt x="19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4"/>
            <p:cNvSpPr/>
            <p:nvPr/>
          </p:nvSpPr>
          <p:spPr>
            <a:xfrm>
              <a:off x="4227129" y="3739055"/>
              <a:ext cx="56177" cy="47313"/>
            </a:xfrm>
            <a:custGeom>
              <a:avLst/>
              <a:pathLst>
                <a:path w="56177" h="47313">
                  <a:moveTo>
                    <a:pt x="0" y="26224"/>
                  </a:moveTo>
                  <a:lnTo>
                    <a:pt x="44346" y="0"/>
                  </a:lnTo>
                  <a:lnTo>
                    <a:pt x="56177" y="20392"/>
                  </a:lnTo>
                  <a:lnTo>
                    <a:pt x="12315" y="47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5"/>
            <p:cNvSpPr/>
            <p:nvPr/>
          </p:nvSpPr>
          <p:spPr>
            <a:xfrm>
              <a:off x="4185933" y="3745252"/>
              <a:ext cx="46533" cy="56154"/>
            </a:xfrm>
            <a:custGeom>
              <a:avLst/>
              <a:pathLst>
                <a:path w="46533" h="56154">
                  <a:moveTo>
                    <a:pt x="0" y="11487"/>
                  </a:moveTo>
                  <a:lnTo>
                    <a:pt x="19983" y="0"/>
                  </a:lnTo>
                  <a:lnTo>
                    <a:pt x="46533" y="44427"/>
                  </a:lnTo>
                  <a:lnTo>
                    <a:pt x="26354" y="5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6"/>
            <p:cNvSpPr/>
            <p:nvPr/>
          </p:nvSpPr>
          <p:spPr>
            <a:xfrm>
              <a:off x="4120757" y="3749060"/>
              <a:ext cx="46814" cy="57126"/>
            </a:xfrm>
            <a:custGeom>
              <a:avLst/>
              <a:pathLst>
                <a:path w="46814" h="57126">
                  <a:moveTo>
                    <a:pt x="46814" y="45209"/>
                  </a:moveTo>
                  <a:lnTo>
                    <a:pt x="26970" y="57126"/>
                  </a:lnTo>
                  <a:lnTo>
                    <a:pt x="0" y="11502"/>
                  </a:lnTo>
                  <a:lnTo>
                    <a:pt x="201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67"/>
            <p:cNvSpPr/>
            <p:nvPr/>
          </p:nvSpPr>
          <p:spPr>
            <a:xfrm>
              <a:off x="4283566" y="3619019"/>
              <a:ext cx="49393" cy="59144"/>
            </a:xfrm>
            <a:custGeom>
              <a:avLst/>
              <a:pathLst>
                <a:path w="49393" h="59144">
                  <a:moveTo>
                    <a:pt x="27424" y="59144"/>
                  </a:moveTo>
                  <a:lnTo>
                    <a:pt x="0" y="12755"/>
                  </a:lnTo>
                  <a:lnTo>
                    <a:pt x="22012" y="0"/>
                  </a:lnTo>
                  <a:lnTo>
                    <a:pt x="23615" y="2675"/>
                  </a:lnTo>
                  <a:lnTo>
                    <a:pt x="29528" y="12550"/>
                  </a:lnTo>
                  <a:lnTo>
                    <a:pt x="33473" y="19137"/>
                  </a:lnTo>
                  <a:lnTo>
                    <a:pt x="39146" y="28608"/>
                  </a:lnTo>
                  <a:lnTo>
                    <a:pt x="45205" y="38725"/>
                  </a:lnTo>
                  <a:lnTo>
                    <a:pt x="47236" y="42116"/>
                  </a:lnTo>
                  <a:lnTo>
                    <a:pt x="47971" y="43344"/>
                  </a:lnTo>
                  <a:lnTo>
                    <a:pt x="48940" y="44962"/>
                  </a:lnTo>
                  <a:lnTo>
                    <a:pt x="49393" y="45718"/>
                  </a:lnTo>
                  <a:lnTo>
                    <a:pt x="40472" y="51169"/>
                  </a:lnTo>
                  <a:lnTo>
                    <a:pt x="36404" y="53656"/>
                  </a:lnTo>
                  <a:lnTo>
                    <a:pt x="29484" y="57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68"/>
            <p:cNvSpPr/>
            <p:nvPr/>
          </p:nvSpPr>
          <p:spPr>
            <a:xfrm>
              <a:off x="4309171" y="3602120"/>
              <a:ext cx="48944" cy="58634"/>
            </a:xfrm>
            <a:custGeom>
              <a:avLst/>
              <a:pathLst>
                <a:path w="48944" h="58634">
                  <a:moveTo>
                    <a:pt x="0" y="12927"/>
                  </a:moveTo>
                  <a:lnTo>
                    <a:pt x="22217" y="0"/>
                  </a:lnTo>
                  <a:lnTo>
                    <a:pt x="48944" y="45203"/>
                  </a:lnTo>
                  <a:lnTo>
                    <a:pt x="27012" y="58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69"/>
            <p:cNvSpPr/>
            <p:nvPr/>
          </p:nvSpPr>
          <p:spPr>
            <a:xfrm>
              <a:off x="4190518" y="3638768"/>
              <a:ext cx="48806" cy="57919"/>
            </a:xfrm>
            <a:custGeom>
              <a:avLst/>
              <a:pathLst>
                <a:path w="48806" h="57919">
                  <a:moveTo>
                    <a:pt x="0" y="13388"/>
                  </a:moveTo>
                  <a:lnTo>
                    <a:pt x="21986" y="0"/>
                  </a:lnTo>
                  <a:lnTo>
                    <a:pt x="48806" y="45279"/>
                  </a:lnTo>
                  <a:lnTo>
                    <a:pt x="26570" y="57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0"/>
            <p:cNvSpPr/>
            <p:nvPr/>
          </p:nvSpPr>
          <p:spPr>
            <a:xfrm>
              <a:off x="4127219" y="3644097"/>
              <a:ext cx="46450" cy="56316"/>
            </a:xfrm>
            <a:custGeom>
              <a:avLst/>
              <a:pathLst>
                <a:path w="46450" h="56316">
                  <a:moveTo>
                    <a:pt x="0" y="11731"/>
                  </a:moveTo>
                  <a:lnTo>
                    <a:pt x="19841" y="0"/>
                  </a:lnTo>
                  <a:lnTo>
                    <a:pt x="46450" y="44550"/>
                  </a:lnTo>
                  <a:lnTo>
                    <a:pt x="26365" y="56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1"/>
            <p:cNvSpPr/>
            <p:nvPr/>
          </p:nvSpPr>
          <p:spPr>
            <a:xfrm>
              <a:off x="4273665" y="3658230"/>
              <a:ext cx="46475" cy="57397"/>
            </a:xfrm>
            <a:custGeom>
              <a:avLst/>
              <a:pathLst>
                <a:path w="46475" h="57397">
                  <a:moveTo>
                    <a:pt x="0" y="12195"/>
                  </a:moveTo>
                  <a:lnTo>
                    <a:pt x="20107" y="0"/>
                  </a:lnTo>
                  <a:lnTo>
                    <a:pt x="46475" y="45519"/>
                  </a:lnTo>
                  <a:lnTo>
                    <a:pt x="26108" y="57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2"/>
            <p:cNvSpPr/>
            <p:nvPr/>
          </p:nvSpPr>
          <p:spPr>
            <a:xfrm>
              <a:off x="4968215" y="5110529"/>
              <a:ext cx="53666" cy="72310"/>
            </a:xfrm>
            <a:custGeom>
              <a:avLst/>
              <a:pathLst>
                <a:path w="53666" h="72310">
                  <a:moveTo>
                    <a:pt x="0" y="11215"/>
                  </a:moveTo>
                  <a:lnTo>
                    <a:pt x="18779" y="0"/>
                  </a:lnTo>
                  <a:lnTo>
                    <a:pt x="53666" y="61576"/>
                  </a:lnTo>
                  <a:lnTo>
                    <a:pt x="35435" y="72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3"/>
            <p:cNvSpPr/>
            <p:nvPr/>
          </p:nvSpPr>
          <p:spPr>
            <a:xfrm>
              <a:off x="5167890" y="5110746"/>
              <a:ext cx="46421" cy="62189"/>
            </a:xfrm>
            <a:custGeom>
              <a:avLst/>
              <a:pathLst>
                <a:path w="46421" h="62189">
                  <a:moveTo>
                    <a:pt x="17960" y="0"/>
                  </a:moveTo>
                  <a:lnTo>
                    <a:pt x="46421" y="48176"/>
                  </a:lnTo>
                  <a:lnTo>
                    <a:pt x="30242" y="62189"/>
                  </a:lnTo>
                  <a:lnTo>
                    <a:pt x="0" y="11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4"/>
            <p:cNvSpPr/>
            <p:nvPr/>
          </p:nvSpPr>
          <p:spPr>
            <a:xfrm>
              <a:off x="5014579" y="5116969"/>
              <a:ext cx="70853" cy="53983"/>
            </a:xfrm>
            <a:custGeom>
              <a:avLst/>
              <a:pathLst>
                <a:path w="70853" h="53983">
                  <a:moveTo>
                    <a:pt x="0" y="36100"/>
                  </a:moveTo>
                  <a:lnTo>
                    <a:pt x="60200" y="0"/>
                  </a:lnTo>
                  <a:lnTo>
                    <a:pt x="70853" y="18099"/>
                  </a:lnTo>
                  <a:lnTo>
                    <a:pt x="10230" y="53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5"/>
            <p:cNvSpPr/>
            <p:nvPr/>
          </p:nvSpPr>
          <p:spPr>
            <a:xfrm>
              <a:off x="4943502" y="5214401"/>
              <a:ext cx="58585" cy="78667"/>
            </a:xfrm>
            <a:custGeom>
              <a:avLst/>
              <a:pathLst>
                <a:path w="58585" h="78667">
                  <a:moveTo>
                    <a:pt x="0" y="10648"/>
                  </a:moveTo>
                  <a:lnTo>
                    <a:pt x="18556" y="0"/>
                  </a:lnTo>
                  <a:lnTo>
                    <a:pt x="58585" y="67303"/>
                  </a:lnTo>
                  <a:lnTo>
                    <a:pt x="39351" y="78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6"/>
            <p:cNvSpPr/>
            <p:nvPr/>
          </p:nvSpPr>
          <p:spPr>
            <a:xfrm>
              <a:off x="4947111" y="5123835"/>
              <a:ext cx="52944" cy="72277"/>
            </a:xfrm>
            <a:custGeom>
              <a:avLst/>
              <a:pathLst>
                <a:path w="52944" h="72277">
                  <a:moveTo>
                    <a:pt x="0" y="10708"/>
                  </a:moveTo>
                  <a:lnTo>
                    <a:pt x="17574" y="0"/>
                  </a:lnTo>
                  <a:lnTo>
                    <a:pt x="52944" y="61280"/>
                  </a:lnTo>
                  <a:lnTo>
                    <a:pt x="34536" y="72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77"/>
            <p:cNvSpPr/>
            <p:nvPr/>
          </p:nvSpPr>
          <p:spPr>
            <a:xfrm>
              <a:off x="5483949" y="4886367"/>
              <a:ext cx="32754" cy="34982"/>
            </a:xfrm>
            <a:custGeom>
              <a:avLst/>
              <a:pathLst>
                <a:path w="32754" h="34982">
                  <a:moveTo>
                    <a:pt x="23648" y="29529"/>
                  </a:moveTo>
                  <a:lnTo>
                    <a:pt x="14543" y="34982"/>
                  </a:lnTo>
                  <a:lnTo>
                    <a:pt x="6974" y="22362"/>
                  </a:lnTo>
                  <a:lnTo>
                    <a:pt x="5844" y="20478"/>
                  </a:lnTo>
                  <a:lnTo>
                    <a:pt x="0" y="10733"/>
                  </a:lnTo>
                  <a:lnTo>
                    <a:pt x="4184" y="8344"/>
                  </a:lnTo>
                  <a:lnTo>
                    <a:pt x="6697" y="6909"/>
                  </a:lnTo>
                  <a:lnTo>
                    <a:pt x="12748" y="3454"/>
                  </a:lnTo>
                  <a:lnTo>
                    <a:pt x="18798" y="0"/>
                  </a:lnTo>
                  <a:lnTo>
                    <a:pt x="24545" y="9914"/>
                  </a:lnTo>
                  <a:lnTo>
                    <a:pt x="25826" y="12124"/>
                  </a:lnTo>
                  <a:lnTo>
                    <a:pt x="32754" y="24077"/>
                  </a:lnTo>
                  <a:lnTo>
                    <a:pt x="25673" y="28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78"/>
            <p:cNvSpPr/>
            <p:nvPr/>
          </p:nvSpPr>
          <p:spPr>
            <a:xfrm>
              <a:off x="5076578" y="5163642"/>
              <a:ext cx="42119" cy="35810"/>
            </a:xfrm>
            <a:custGeom>
              <a:avLst/>
              <a:pathLst>
                <a:path w="42119" h="35810">
                  <a:moveTo>
                    <a:pt x="0" y="18363"/>
                  </a:moveTo>
                  <a:lnTo>
                    <a:pt x="32549" y="0"/>
                  </a:lnTo>
                  <a:lnTo>
                    <a:pt x="42119" y="16943"/>
                  </a:lnTo>
                  <a:lnTo>
                    <a:pt x="9274" y="35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79"/>
            <p:cNvSpPr/>
            <p:nvPr/>
          </p:nvSpPr>
          <p:spPr>
            <a:xfrm>
              <a:off x="5043411" y="5193081"/>
              <a:ext cx="20030" cy="20433"/>
            </a:xfrm>
            <a:custGeom>
              <a:avLst/>
              <a:pathLst>
                <a:path w="20030" h="20433">
                  <a:moveTo>
                    <a:pt x="0" y="7812"/>
                  </a:moveTo>
                  <a:lnTo>
                    <a:pt x="12519" y="0"/>
                  </a:lnTo>
                  <a:lnTo>
                    <a:pt x="20030" y="12622"/>
                  </a:lnTo>
                  <a:lnTo>
                    <a:pt x="7387" y="2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0"/>
            <p:cNvSpPr/>
            <p:nvPr/>
          </p:nvSpPr>
          <p:spPr>
            <a:xfrm>
              <a:off x="5013492" y="5236327"/>
              <a:ext cx="29773" cy="31624"/>
            </a:xfrm>
            <a:custGeom>
              <a:avLst/>
              <a:pathLst>
                <a:path w="29773" h="31624">
                  <a:moveTo>
                    <a:pt x="0" y="10440"/>
                  </a:moveTo>
                  <a:lnTo>
                    <a:pt x="17699" y="0"/>
                  </a:lnTo>
                  <a:lnTo>
                    <a:pt x="29773" y="21238"/>
                  </a:lnTo>
                  <a:lnTo>
                    <a:pt x="12374" y="3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1"/>
            <p:cNvSpPr/>
            <p:nvPr/>
          </p:nvSpPr>
          <p:spPr>
            <a:xfrm>
              <a:off x="5134031" y="5104660"/>
              <a:ext cx="26860" cy="28206"/>
            </a:xfrm>
            <a:custGeom>
              <a:avLst/>
              <a:pathLst>
                <a:path w="26860" h="28206">
                  <a:moveTo>
                    <a:pt x="0" y="9585"/>
                  </a:moveTo>
                  <a:lnTo>
                    <a:pt x="16632" y="0"/>
                  </a:lnTo>
                  <a:lnTo>
                    <a:pt x="26860" y="17134"/>
                  </a:lnTo>
                  <a:lnTo>
                    <a:pt x="19937" y="22831"/>
                  </a:lnTo>
                  <a:lnTo>
                    <a:pt x="10398" y="28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2"/>
            <p:cNvSpPr/>
            <p:nvPr/>
          </p:nvSpPr>
          <p:spPr>
            <a:xfrm>
              <a:off x="5107428" y="5115240"/>
              <a:ext cx="35137" cy="33308"/>
            </a:xfrm>
            <a:custGeom>
              <a:avLst/>
              <a:pathLst>
                <a:path w="35137" h="33308">
                  <a:moveTo>
                    <a:pt x="0" y="14369"/>
                  </a:moveTo>
                  <a:lnTo>
                    <a:pt x="24662" y="0"/>
                  </a:lnTo>
                  <a:lnTo>
                    <a:pt x="35137" y="19217"/>
                  </a:lnTo>
                  <a:lnTo>
                    <a:pt x="10949" y="33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3"/>
            <p:cNvSpPr/>
            <p:nvPr/>
          </p:nvSpPr>
          <p:spPr>
            <a:xfrm>
              <a:off x="5079759" y="5169655"/>
              <a:ext cx="85557" cy="78852"/>
            </a:xfrm>
            <a:custGeom>
              <a:avLst/>
              <a:pathLst>
                <a:path w="85557" h="78852">
                  <a:moveTo>
                    <a:pt x="24286" y="78852"/>
                  </a:moveTo>
                  <a:lnTo>
                    <a:pt x="0" y="35050"/>
                  </a:lnTo>
                  <a:lnTo>
                    <a:pt x="59707" y="0"/>
                  </a:lnTo>
                  <a:lnTo>
                    <a:pt x="85557" y="30799"/>
                  </a:lnTo>
                  <a:lnTo>
                    <a:pt x="38147" y="7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4"/>
            <p:cNvSpPr/>
            <p:nvPr/>
          </p:nvSpPr>
          <p:spPr>
            <a:xfrm>
              <a:off x="5116376" y="5057593"/>
              <a:ext cx="20539" cy="23953"/>
            </a:xfrm>
            <a:custGeom>
              <a:avLst/>
              <a:pathLst>
                <a:path w="20539" h="23953">
                  <a:moveTo>
                    <a:pt x="20539" y="18073"/>
                  </a:moveTo>
                  <a:lnTo>
                    <a:pt x="10764" y="23953"/>
                  </a:lnTo>
                  <a:lnTo>
                    <a:pt x="6713" y="17137"/>
                  </a:lnTo>
                  <a:lnTo>
                    <a:pt x="4190" y="12892"/>
                  </a:lnTo>
                  <a:lnTo>
                    <a:pt x="0" y="5842"/>
                  </a:lnTo>
                  <a:lnTo>
                    <a:pt x="9899" y="0"/>
                  </a:lnTo>
                  <a:lnTo>
                    <a:pt x="14094" y="7124"/>
                  </a:lnTo>
                  <a:lnTo>
                    <a:pt x="16455" y="11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5"/>
            <p:cNvSpPr/>
            <p:nvPr/>
          </p:nvSpPr>
          <p:spPr>
            <a:xfrm>
              <a:off x="5151665" y="5033039"/>
              <a:ext cx="22360" cy="19318"/>
            </a:xfrm>
            <a:custGeom>
              <a:avLst/>
              <a:pathLst>
                <a:path w="22360" h="19318">
                  <a:moveTo>
                    <a:pt x="22360" y="9716"/>
                  </a:moveTo>
                  <a:lnTo>
                    <a:pt x="5574" y="19318"/>
                  </a:lnTo>
                  <a:lnTo>
                    <a:pt x="4997" y="18337"/>
                  </a:lnTo>
                  <a:lnTo>
                    <a:pt x="187" y="10147"/>
                  </a:lnTo>
                  <a:lnTo>
                    <a:pt x="0" y="9829"/>
                  </a:lnTo>
                  <a:lnTo>
                    <a:pt x="1251" y="9087"/>
                  </a:lnTo>
                  <a:lnTo>
                    <a:pt x="16581" y="0"/>
                  </a:lnTo>
                  <a:lnTo>
                    <a:pt x="17144" y="946"/>
                  </a:lnTo>
                  <a:lnTo>
                    <a:pt x="21592" y="8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6"/>
            <p:cNvSpPr/>
            <p:nvPr/>
          </p:nvSpPr>
          <p:spPr>
            <a:xfrm>
              <a:off x="5002262" y="5126071"/>
              <a:ext cx="20004" cy="23776"/>
            </a:xfrm>
            <a:custGeom>
              <a:avLst/>
              <a:pathLst>
                <a:path w="20004" h="23776">
                  <a:moveTo>
                    <a:pt x="0" y="5375"/>
                  </a:moveTo>
                  <a:lnTo>
                    <a:pt x="9063" y="0"/>
                  </a:lnTo>
                  <a:lnTo>
                    <a:pt x="20004" y="18650"/>
                  </a:lnTo>
                  <a:lnTo>
                    <a:pt x="11049" y="2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87"/>
            <p:cNvSpPr/>
            <p:nvPr/>
          </p:nvSpPr>
          <p:spPr>
            <a:xfrm>
              <a:off x="4998423" y="5260143"/>
              <a:ext cx="25113" cy="20369"/>
            </a:xfrm>
            <a:custGeom>
              <a:avLst/>
              <a:pathLst>
                <a:path w="25113" h="20369">
                  <a:moveTo>
                    <a:pt x="0" y="11210"/>
                  </a:moveTo>
                  <a:lnTo>
                    <a:pt x="19143" y="0"/>
                  </a:lnTo>
                  <a:lnTo>
                    <a:pt x="25113" y="9323"/>
                  </a:lnTo>
                  <a:lnTo>
                    <a:pt x="5501" y="20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88"/>
            <p:cNvSpPr/>
            <p:nvPr/>
          </p:nvSpPr>
          <p:spPr>
            <a:xfrm>
              <a:off x="4783942" y="5194910"/>
              <a:ext cx="50857" cy="57067"/>
            </a:xfrm>
            <a:custGeom>
              <a:avLst/>
              <a:pathLst>
                <a:path w="50857" h="57067">
                  <a:moveTo>
                    <a:pt x="30072" y="0"/>
                  </a:moveTo>
                  <a:lnTo>
                    <a:pt x="50857" y="14788"/>
                  </a:lnTo>
                  <a:lnTo>
                    <a:pt x="19360" y="57067"/>
                  </a:lnTo>
                  <a:lnTo>
                    <a:pt x="0" y="433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89"/>
            <p:cNvSpPr/>
            <p:nvPr/>
          </p:nvSpPr>
          <p:spPr>
            <a:xfrm>
              <a:off x="4723477" y="5176289"/>
              <a:ext cx="68918" cy="58984"/>
            </a:xfrm>
            <a:custGeom>
              <a:avLst/>
              <a:pathLst>
                <a:path w="68918" h="58984">
                  <a:moveTo>
                    <a:pt x="54975" y="58984"/>
                  </a:moveTo>
                  <a:lnTo>
                    <a:pt x="0" y="18774"/>
                  </a:lnTo>
                  <a:lnTo>
                    <a:pt x="13870" y="0"/>
                  </a:lnTo>
                  <a:lnTo>
                    <a:pt x="68918" y="402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0"/>
            <p:cNvSpPr/>
            <p:nvPr/>
          </p:nvSpPr>
          <p:spPr>
            <a:xfrm>
              <a:off x="4740598" y="5153153"/>
              <a:ext cx="68629" cy="59058"/>
            </a:xfrm>
            <a:custGeom>
              <a:avLst/>
              <a:pathLst>
                <a:path w="68629" h="59058">
                  <a:moveTo>
                    <a:pt x="13725" y="0"/>
                  </a:moveTo>
                  <a:lnTo>
                    <a:pt x="68629" y="39618"/>
                  </a:lnTo>
                  <a:lnTo>
                    <a:pt x="55408" y="59058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1"/>
            <p:cNvSpPr/>
            <p:nvPr/>
          </p:nvSpPr>
          <p:spPr>
            <a:xfrm>
              <a:off x="4701154" y="5137050"/>
              <a:ext cx="49051" cy="55796"/>
            </a:xfrm>
            <a:custGeom>
              <a:avLst/>
              <a:pathLst>
                <a:path w="49051" h="55796">
                  <a:moveTo>
                    <a:pt x="30030" y="0"/>
                  </a:moveTo>
                  <a:lnTo>
                    <a:pt x="49051" y="13516"/>
                  </a:lnTo>
                  <a:lnTo>
                    <a:pt x="18854" y="55796"/>
                  </a:lnTo>
                  <a:lnTo>
                    <a:pt x="0" y="4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2"/>
            <p:cNvSpPr/>
            <p:nvPr/>
          </p:nvSpPr>
          <p:spPr>
            <a:xfrm>
              <a:off x="3353028" y="2253784"/>
              <a:ext cx="55053" cy="46261"/>
            </a:xfrm>
            <a:custGeom>
              <a:avLst/>
              <a:pathLst>
                <a:path w="55053" h="46261">
                  <a:moveTo>
                    <a:pt x="17096" y="15230"/>
                  </a:moveTo>
                  <a:lnTo>
                    <a:pt x="43945" y="0"/>
                  </a:lnTo>
                  <a:lnTo>
                    <a:pt x="55053" y="19726"/>
                  </a:lnTo>
                  <a:lnTo>
                    <a:pt x="11100" y="46261"/>
                  </a:lnTo>
                  <a:lnTo>
                    <a:pt x="0" y="25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3"/>
            <p:cNvSpPr/>
            <p:nvPr/>
          </p:nvSpPr>
          <p:spPr>
            <a:xfrm>
              <a:off x="3426200" y="2139997"/>
              <a:ext cx="58775" cy="48936"/>
            </a:xfrm>
            <a:custGeom>
              <a:avLst/>
              <a:pathLst>
                <a:path w="58775" h="48936">
                  <a:moveTo>
                    <a:pt x="0" y="27387"/>
                  </a:moveTo>
                  <a:lnTo>
                    <a:pt x="45215" y="0"/>
                  </a:lnTo>
                  <a:lnTo>
                    <a:pt x="58775" y="21589"/>
                  </a:lnTo>
                  <a:lnTo>
                    <a:pt x="12805" y="48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4"/>
            <p:cNvSpPr/>
            <p:nvPr/>
          </p:nvSpPr>
          <p:spPr>
            <a:xfrm>
              <a:off x="3472632" y="2062917"/>
              <a:ext cx="45134" cy="55079"/>
            </a:xfrm>
            <a:custGeom>
              <a:avLst/>
              <a:pathLst>
                <a:path w="45134" h="55079">
                  <a:moveTo>
                    <a:pt x="25813" y="55079"/>
                  </a:moveTo>
                  <a:lnTo>
                    <a:pt x="0" y="10568"/>
                  </a:lnTo>
                  <a:lnTo>
                    <a:pt x="19285" y="0"/>
                  </a:lnTo>
                  <a:lnTo>
                    <a:pt x="45134" y="435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5"/>
            <p:cNvSpPr/>
            <p:nvPr/>
          </p:nvSpPr>
          <p:spPr>
            <a:xfrm>
              <a:off x="3408720" y="2066132"/>
              <a:ext cx="45852" cy="56149"/>
            </a:xfrm>
            <a:custGeom>
              <a:avLst/>
              <a:pathLst>
                <a:path w="45852" h="56149">
                  <a:moveTo>
                    <a:pt x="25920" y="56149"/>
                  </a:moveTo>
                  <a:lnTo>
                    <a:pt x="0" y="12072"/>
                  </a:lnTo>
                  <a:lnTo>
                    <a:pt x="19484" y="0"/>
                  </a:lnTo>
                  <a:lnTo>
                    <a:pt x="45852" y="445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6"/>
            <p:cNvSpPr/>
            <p:nvPr/>
          </p:nvSpPr>
          <p:spPr>
            <a:xfrm>
              <a:off x="3660837" y="2069219"/>
              <a:ext cx="55716" cy="47314"/>
            </a:xfrm>
            <a:custGeom>
              <a:avLst/>
              <a:pathLst>
                <a:path w="55716" h="47314">
                  <a:moveTo>
                    <a:pt x="11938" y="47314"/>
                  </a:moveTo>
                  <a:lnTo>
                    <a:pt x="0" y="25580"/>
                  </a:lnTo>
                  <a:lnTo>
                    <a:pt x="43608" y="0"/>
                  </a:lnTo>
                  <a:lnTo>
                    <a:pt x="55716" y="21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597"/>
            <p:cNvSpPr/>
            <p:nvPr/>
          </p:nvSpPr>
          <p:spPr>
            <a:xfrm>
              <a:off x="3621368" y="2074550"/>
              <a:ext cx="46655" cy="56852"/>
            </a:xfrm>
            <a:custGeom>
              <a:avLst/>
              <a:pathLst>
                <a:path w="46655" h="56852">
                  <a:moveTo>
                    <a:pt x="26228" y="56852"/>
                  </a:moveTo>
                  <a:lnTo>
                    <a:pt x="0" y="11044"/>
                  </a:lnTo>
                  <a:lnTo>
                    <a:pt x="20140" y="0"/>
                  </a:lnTo>
                  <a:lnTo>
                    <a:pt x="46655" y="451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598"/>
            <p:cNvSpPr/>
            <p:nvPr/>
          </p:nvSpPr>
          <p:spPr>
            <a:xfrm>
              <a:off x="3447656" y="2076000"/>
              <a:ext cx="45925" cy="56564"/>
            </a:xfrm>
            <a:custGeom>
              <a:avLst/>
              <a:pathLst>
                <a:path w="45925" h="56564">
                  <a:moveTo>
                    <a:pt x="22685" y="50676"/>
                  </a:moveTo>
                  <a:lnTo>
                    <a:pt x="0" y="11136"/>
                  </a:lnTo>
                  <a:lnTo>
                    <a:pt x="20020" y="0"/>
                  </a:lnTo>
                  <a:lnTo>
                    <a:pt x="33941" y="24484"/>
                  </a:lnTo>
                  <a:lnTo>
                    <a:pt x="45925" y="44699"/>
                  </a:lnTo>
                  <a:lnTo>
                    <a:pt x="26479" y="56564"/>
                  </a:lnTo>
                  <a:lnTo>
                    <a:pt x="22888" y="505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599"/>
            <p:cNvSpPr/>
            <p:nvPr/>
          </p:nvSpPr>
          <p:spPr>
            <a:xfrm>
              <a:off x="3556675" y="2080317"/>
              <a:ext cx="45615" cy="56489"/>
            </a:xfrm>
            <a:custGeom>
              <a:avLst/>
              <a:pathLst>
                <a:path w="45615" h="56489">
                  <a:moveTo>
                    <a:pt x="0" y="10853"/>
                  </a:moveTo>
                  <a:lnTo>
                    <a:pt x="20210" y="0"/>
                  </a:lnTo>
                  <a:lnTo>
                    <a:pt x="45615" y="44718"/>
                  </a:lnTo>
                  <a:lnTo>
                    <a:pt x="26511" y="56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0"/>
            <p:cNvSpPr/>
            <p:nvPr/>
          </p:nvSpPr>
          <p:spPr>
            <a:xfrm>
              <a:off x="3383051" y="2082583"/>
              <a:ext cx="45393" cy="55406"/>
            </a:xfrm>
            <a:custGeom>
              <a:avLst/>
              <a:pathLst>
                <a:path w="45393" h="55406">
                  <a:moveTo>
                    <a:pt x="25573" y="55406"/>
                  </a:moveTo>
                  <a:lnTo>
                    <a:pt x="0" y="11343"/>
                  </a:lnTo>
                  <a:lnTo>
                    <a:pt x="19243" y="0"/>
                  </a:lnTo>
                  <a:lnTo>
                    <a:pt x="45393" y="42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1"/>
            <p:cNvSpPr/>
            <p:nvPr/>
          </p:nvSpPr>
          <p:spPr>
            <a:xfrm>
              <a:off x="3602343" y="1985201"/>
              <a:ext cx="45752" cy="55487"/>
            </a:xfrm>
            <a:custGeom>
              <a:avLst/>
              <a:pathLst>
                <a:path w="45752" h="55487">
                  <a:moveTo>
                    <a:pt x="0" y="11323"/>
                  </a:moveTo>
                  <a:lnTo>
                    <a:pt x="19503" y="0"/>
                  </a:lnTo>
                  <a:lnTo>
                    <a:pt x="45752" y="44338"/>
                  </a:lnTo>
                  <a:lnTo>
                    <a:pt x="25886" y="55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2"/>
            <p:cNvSpPr/>
            <p:nvPr/>
          </p:nvSpPr>
          <p:spPr>
            <a:xfrm>
              <a:off x="3710537" y="1987750"/>
              <a:ext cx="45999" cy="57012"/>
            </a:xfrm>
            <a:custGeom>
              <a:avLst/>
              <a:pathLst>
                <a:path w="45999" h="57012">
                  <a:moveTo>
                    <a:pt x="0" y="11881"/>
                  </a:moveTo>
                  <a:lnTo>
                    <a:pt x="20383" y="0"/>
                  </a:lnTo>
                  <a:lnTo>
                    <a:pt x="45999" y="45977"/>
                  </a:lnTo>
                  <a:lnTo>
                    <a:pt x="26028" y="57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3"/>
            <p:cNvSpPr/>
            <p:nvPr/>
          </p:nvSpPr>
          <p:spPr>
            <a:xfrm>
              <a:off x="3537511" y="1990110"/>
              <a:ext cx="45511" cy="56712"/>
            </a:xfrm>
            <a:custGeom>
              <a:avLst/>
              <a:pathLst>
                <a:path w="45511" h="56712">
                  <a:moveTo>
                    <a:pt x="26118" y="56712"/>
                  </a:moveTo>
                  <a:lnTo>
                    <a:pt x="0" y="11502"/>
                  </a:lnTo>
                  <a:lnTo>
                    <a:pt x="18900" y="0"/>
                  </a:lnTo>
                  <a:lnTo>
                    <a:pt x="45511" y="44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4"/>
            <p:cNvSpPr/>
            <p:nvPr/>
          </p:nvSpPr>
          <p:spPr>
            <a:xfrm>
              <a:off x="3288606" y="2003305"/>
              <a:ext cx="107833" cy="107879"/>
            </a:xfrm>
            <a:custGeom>
              <a:avLst/>
              <a:pathLst>
                <a:path w="107833" h="107879">
                  <a:moveTo>
                    <a:pt x="0" y="39001"/>
                  </a:moveTo>
                  <a:lnTo>
                    <a:pt x="65610" y="0"/>
                  </a:lnTo>
                  <a:lnTo>
                    <a:pt x="107833" y="66554"/>
                  </a:lnTo>
                  <a:lnTo>
                    <a:pt x="38958" y="1078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5"/>
            <p:cNvSpPr/>
            <p:nvPr/>
          </p:nvSpPr>
          <p:spPr>
            <a:xfrm>
              <a:off x="3501932" y="2112372"/>
              <a:ext cx="45755" cy="56282"/>
            </a:xfrm>
            <a:custGeom>
              <a:avLst/>
              <a:pathLst>
                <a:path w="45755" h="56282">
                  <a:moveTo>
                    <a:pt x="0" y="11628"/>
                  </a:moveTo>
                  <a:lnTo>
                    <a:pt x="19271" y="0"/>
                  </a:lnTo>
                  <a:lnTo>
                    <a:pt x="45755" y="45122"/>
                  </a:lnTo>
                  <a:lnTo>
                    <a:pt x="26278" y="5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6"/>
            <p:cNvSpPr/>
            <p:nvPr/>
          </p:nvSpPr>
          <p:spPr>
            <a:xfrm>
              <a:off x="3485621" y="1916707"/>
              <a:ext cx="21391" cy="16917"/>
            </a:xfrm>
            <a:custGeom>
              <a:avLst/>
              <a:pathLst>
                <a:path w="21391" h="16917">
                  <a:moveTo>
                    <a:pt x="0" y="9749"/>
                  </a:moveTo>
                  <a:lnTo>
                    <a:pt x="18402" y="0"/>
                  </a:lnTo>
                  <a:lnTo>
                    <a:pt x="21391" y="6785"/>
                  </a:lnTo>
                  <a:lnTo>
                    <a:pt x="3175" y="169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07"/>
            <p:cNvSpPr/>
            <p:nvPr/>
          </p:nvSpPr>
          <p:spPr>
            <a:xfrm>
              <a:off x="3412479" y="2116660"/>
              <a:ext cx="58304" cy="49546"/>
            </a:xfrm>
            <a:custGeom>
              <a:avLst/>
              <a:pathLst>
                <a:path w="58304" h="49546">
                  <a:moveTo>
                    <a:pt x="49755" y="7896"/>
                  </a:moveTo>
                  <a:lnTo>
                    <a:pt x="52487" y="12396"/>
                  </a:lnTo>
                  <a:lnTo>
                    <a:pt x="58304" y="22320"/>
                  </a:lnTo>
                  <a:lnTo>
                    <a:pt x="13469" y="49546"/>
                  </a:lnTo>
                  <a:lnTo>
                    <a:pt x="8996" y="41866"/>
                  </a:lnTo>
                  <a:lnTo>
                    <a:pt x="5377" y="35133"/>
                  </a:lnTo>
                  <a:lnTo>
                    <a:pt x="0" y="26409"/>
                  </a:lnTo>
                  <a:lnTo>
                    <a:pt x="452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08"/>
            <p:cNvSpPr/>
            <p:nvPr/>
          </p:nvSpPr>
          <p:spPr>
            <a:xfrm>
              <a:off x="3927221" y="2398329"/>
              <a:ext cx="55965" cy="45590"/>
            </a:xfrm>
            <a:custGeom>
              <a:avLst/>
              <a:pathLst>
                <a:path w="55965" h="45590">
                  <a:moveTo>
                    <a:pt x="11374" y="45590"/>
                  </a:moveTo>
                  <a:lnTo>
                    <a:pt x="0" y="25696"/>
                  </a:lnTo>
                  <a:lnTo>
                    <a:pt x="44049" y="0"/>
                  </a:lnTo>
                  <a:lnTo>
                    <a:pt x="55965" y="2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09"/>
            <p:cNvSpPr/>
            <p:nvPr/>
          </p:nvSpPr>
          <p:spPr>
            <a:xfrm>
              <a:off x="4095506" y="2414360"/>
              <a:ext cx="45977" cy="56861"/>
            </a:xfrm>
            <a:custGeom>
              <a:avLst/>
              <a:pathLst>
                <a:path w="45977" h="56861">
                  <a:moveTo>
                    <a:pt x="45977" y="45797"/>
                  </a:moveTo>
                  <a:lnTo>
                    <a:pt x="25378" y="56861"/>
                  </a:lnTo>
                  <a:lnTo>
                    <a:pt x="0" y="11060"/>
                  </a:lnTo>
                  <a:lnTo>
                    <a:pt x="192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0"/>
            <p:cNvSpPr/>
            <p:nvPr/>
          </p:nvSpPr>
          <p:spPr>
            <a:xfrm>
              <a:off x="3843543" y="2027144"/>
              <a:ext cx="58472" cy="48639"/>
            </a:xfrm>
            <a:custGeom>
              <a:avLst/>
              <a:pathLst>
                <a:path w="58472" h="48639">
                  <a:moveTo>
                    <a:pt x="0" y="27499"/>
                  </a:moveTo>
                  <a:lnTo>
                    <a:pt x="44563" y="934"/>
                  </a:lnTo>
                  <a:lnTo>
                    <a:pt x="46131" y="0"/>
                  </a:lnTo>
                  <a:lnTo>
                    <a:pt x="58472" y="20480"/>
                  </a:lnTo>
                  <a:lnTo>
                    <a:pt x="12139" y="48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1"/>
            <p:cNvSpPr/>
            <p:nvPr/>
          </p:nvSpPr>
          <p:spPr>
            <a:xfrm>
              <a:off x="3744277" y="2086974"/>
              <a:ext cx="57097" cy="46449"/>
            </a:xfrm>
            <a:custGeom>
              <a:avLst/>
              <a:pathLst>
                <a:path w="57097" h="46449">
                  <a:moveTo>
                    <a:pt x="0" y="25843"/>
                  </a:moveTo>
                  <a:lnTo>
                    <a:pt x="45161" y="0"/>
                  </a:lnTo>
                  <a:lnTo>
                    <a:pt x="57097" y="20477"/>
                  </a:lnTo>
                  <a:lnTo>
                    <a:pt x="11585" y="46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2"/>
            <p:cNvSpPr/>
            <p:nvPr/>
          </p:nvSpPr>
          <p:spPr>
            <a:xfrm>
              <a:off x="3889225" y="2118545"/>
              <a:ext cx="45704" cy="56573"/>
            </a:xfrm>
            <a:custGeom>
              <a:avLst/>
              <a:pathLst>
                <a:path w="45704" h="56573">
                  <a:moveTo>
                    <a:pt x="0" y="11989"/>
                  </a:moveTo>
                  <a:lnTo>
                    <a:pt x="20685" y="0"/>
                  </a:lnTo>
                  <a:lnTo>
                    <a:pt x="45704" y="44402"/>
                  </a:lnTo>
                  <a:lnTo>
                    <a:pt x="25229" y="56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3"/>
            <p:cNvSpPr/>
            <p:nvPr/>
          </p:nvSpPr>
          <p:spPr>
            <a:xfrm>
              <a:off x="3758862" y="2126725"/>
              <a:ext cx="47606" cy="57061"/>
            </a:xfrm>
            <a:custGeom>
              <a:avLst/>
              <a:pathLst>
                <a:path w="47606" h="57061">
                  <a:moveTo>
                    <a:pt x="20588" y="0"/>
                  </a:moveTo>
                  <a:lnTo>
                    <a:pt x="47606" y="44721"/>
                  </a:lnTo>
                  <a:lnTo>
                    <a:pt x="26500" y="57061"/>
                  </a:lnTo>
                  <a:lnTo>
                    <a:pt x="26364" y="56829"/>
                  </a:lnTo>
                  <a:lnTo>
                    <a:pt x="0" y="11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4"/>
            <p:cNvSpPr/>
            <p:nvPr/>
          </p:nvSpPr>
          <p:spPr>
            <a:xfrm>
              <a:off x="4059681" y="2468061"/>
              <a:ext cx="46452" cy="56511"/>
            </a:xfrm>
            <a:custGeom>
              <a:avLst/>
              <a:pathLst>
                <a:path w="46452" h="56511">
                  <a:moveTo>
                    <a:pt x="26559" y="56511"/>
                  </a:moveTo>
                  <a:lnTo>
                    <a:pt x="0" y="11991"/>
                  </a:lnTo>
                  <a:lnTo>
                    <a:pt x="20513" y="0"/>
                  </a:lnTo>
                  <a:lnTo>
                    <a:pt x="46452" y="45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5"/>
            <p:cNvSpPr/>
            <p:nvPr/>
          </p:nvSpPr>
          <p:spPr>
            <a:xfrm>
              <a:off x="3995146" y="2472968"/>
              <a:ext cx="47912" cy="57147"/>
            </a:xfrm>
            <a:custGeom>
              <a:avLst/>
              <a:pathLst>
                <a:path w="47912" h="57147">
                  <a:moveTo>
                    <a:pt x="0" y="12263"/>
                  </a:moveTo>
                  <a:lnTo>
                    <a:pt x="21304" y="0"/>
                  </a:lnTo>
                  <a:lnTo>
                    <a:pt x="47912" y="44841"/>
                  </a:lnTo>
                  <a:lnTo>
                    <a:pt x="46200" y="45995"/>
                  </a:lnTo>
                  <a:lnTo>
                    <a:pt x="26425" y="57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6"/>
            <p:cNvSpPr/>
            <p:nvPr/>
          </p:nvSpPr>
          <p:spPr>
            <a:xfrm>
              <a:off x="4035292" y="2483254"/>
              <a:ext cx="47258" cy="56334"/>
            </a:xfrm>
            <a:custGeom>
              <a:avLst/>
              <a:pathLst>
                <a:path w="47258" h="56334">
                  <a:moveTo>
                    <a:pt x="0" y="12018"/>
                  </a:moveTo>
                  <a:lnTo>
                    <a:pt x="19203" y="841"/>
                  </a:lnTo>
                  <a:lnTo>
                    <a:pt x="20649" y="0"/>
                  </a:lnTo>
                  <a:lnTo>
                    <a:pt x="47258" y="44472"/>
                  </a:lnTo>
                  <a:lnTo>
                    <a:pt x="25858" y="5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17"/>
            <p:cNvSpPr/>
            <p:nvPr/>
          </p:nvSpPr>
          <p:spPr>
            <a:xfrm>
              <a:off x="3852555" y="2173682"/>
              <a:ext cx="46509" cy="57256"/>
            </a:xfrm>
            <a:custGeom>
              <a:avLst/>
              <a:pathLst>
                <a:path w="46509" h="57256">
                  <a:moveTo>
                    <a:pt x="25660" y="57256"/>
                  </a:moveTo>
                  <a:lnTo>
                    <a:pt x="0" y="11456"/>
                  </a:lnTo>
                  <a:lnTo>
                    <a:pt x="20498" y="0"/>
                  </a:lnTo>
                  <a:lnTo>
                    <a:pt x="46509" y="44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18"/>
            <p:cNvSpPr/>
            <p:nvPr/>
          </p:nvSpPr>
          <p:spPr>
            <a:xfrm>
              <a:off x="3788947" y="2178453"/>
              <a:ext cx="46817" cy="56077"/>
            </a:xfrm>
            <a:custGeom>
              <a:avLst/>
              <a:pathLst>
                <a:path w="46817" h="56077">
                  <a:moveTo>
                    <a:pt x="0" y="11794"/>
                  </a:moveTo>
                  <a:lnTo>
                    <a:pt x="20502" y="0"/>
                  </a:lnTo>
                  <a:lnTo>
                    <a:pt x="46817" y="43949"/>
                  </a:lnTo>
                  <a:lnTo>
                    <a:pt x="26022" y="5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19"/>
            <p:cNvSpPr/>
            <p:nvPr/>
          </p:nvSpPr>
          <p:spPr>
            <a:xfrm>
              <a:off x="3934667" y="2182951"/>
              <a:ext cx="57318" cy="47815"/>
            </a:xfrm>
            <a:custGeom>
              <a:avLst/>
              <a:pathLst>
                <a:path w="57318" h="47815">
                  <a:moveTo>
                    <a:pt x="0" y="27063"/>
                  </a:moveTo>
                  <a:lnTo>
                    <a:pt x="45639" y="0"/>
                  </a:lnTo>
                  <a:lnTo>
                    <a:pt x="57318" y="20203"/>
                  </a:lnTo>
                  <a:lnTo>
                    <a:pt x="11840" y="47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0"/>
            <p:cNvSpPr/>
            <p:nvPr/>
          </p:nvSpPr>
          <p:spPr>
            <a:xfrm>
              <a:off x="3943352" y="2328006"/>
              <a:ext cx="46553" cy="57493"/>
            </a:xfrm>
            <a:custGeom>
              <a:avLst/>
              <a:pathLst>
                <a:path w="46553" h="57493">
                  <a:moveTo>
                    <a:pt x="25582" y="57493"/>
                  </a:moveTo>
                  <a:lnTo>
                    <a:pt x="0" y="11481"/>
                  </a:lnTo>
                  <a:lnTo>
                    <a:pt x="19349" y="0"/>
                  </a:lnTo>
                  <a:lnTo>
                    <a:pt x="46553" y="44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1"/>
            <p:cNvSpPr/>
            <p:nvPr/>
          </p:nvSpPr>
          <p:spPr>
            <a:xfrm>
              <a:off x="3880228" y="2333170"/>
              <a:ext cx="45948" cy="56125"/>
            </a:xfrm>
            <a:custGeom>
              <a:avLst/>
              <a:pathLst>
                <a:path w="45948" h="56125">
                  <a:moveTo>
                    <a:pt x="0" y="12133"/>
                  </a:moveTo>
                  <a:lnTo>
                    <a:pt x="19984" y="0"/>
                  </a:lnTo>
                  <a:lnTo>
                    <a:pt x="45948" y="44378"/>
                  </a:lnTo>
                  <a:lnTo>
                    <a:pt x="25752" y="56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2"/>
            <p:cNvSpPr/>
            <p:nvPr/>
          </p:nvSpPr>
          <p:spPr>
            <a:xfrm>
              <a:off x="4025983" y="2339038"/>
              <a:ext cx="55857" cy="46639"/>
            </a:xfrm>
            <a:custGeom>
              <a:avLst/>
              <a:pathLst>
                <a:path w="55857" h="46639">
                  <a:moveTo>
                    <a:pt x="55857" y="20449"/>
                  </a:moveTo>
                  <a:lnTo>
                    <a:pt x="11107" y="46639"/>
                  </a:lnTo>
                  <a:lnTo>
                    <a:pt x="0" y="26294"/>
                  </a:lnTo>
                  <a:lnTo>
                    <a:pt x="443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3"/>
            <p:cNvSpPr/>
            <p:nvPr/>
          </p:nvSpPr>
          <p:spPr>
            <a:xfrm>
              <a:off x="4008481" y="2308083"/>
              <a:ext cx="57311" cy="46812"/>
            </a:xfrm>
            <a:custGeom>
              <a:avLst/>
              <a:pathLst>
                <a:path w="57311" h="46812">
                  <a:moveTo>
                    <a:pt x="837" y="27198"/>
                  </a:moveTo>
                  <a:lnTo>
                    <a:pt x="0" y="25747"/>
                  </a:lnTo>
                  <a:lnTo>
                    <a:pt x="44669" y="0"/>
                  </a:lnTo>
                  <a:lnTo>
                    <a:pt x="57311" y="20573"/>
                  </a:lnTo>
                  <a:lnTo>
                    <a:pt x="12160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4"/>
            <p:cNvSpPr/>
            <p:nvPr/>
          </p:nvSpPr>
          <p:spPr>
            <a:xfrm>
              <a:off x="3969066" y="2312579"/>
              <a:ext cx="46398" cy="57270"/>
            </a:xfrm>
            <a:custGeom>
              <a:avLst/>
              <a:pathLst>
                <a:path w="46398" h="57270">
                  <a:moveTo>
                    <a:pt x="0" y="12397"/>
                  </a:moveTo>
                  <a:lnTo>
                    <a:pt x="20662" y="0"/>
                  </a:lnTo>
                  <a:lnTo>
                    <a:pt x="46398" y="44626"/>
                  </a:lnTo>
                  <a:lnTo>
                    <a:pt x="26012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5"/>
            <p:cNvSpPr/>
            <p:nvPr/>
          </p:nvSpPr>
          <p:spPr>
            <a:xfrm>
              <a:off x="3904068" y="2318362"/>
              <a:ext cx="46430" cy="56428"/>
            </a:xfrm>
            <a:custGeom>
              <a:avLst/>
              <a:pathLst>
                <a:path w="46430" h="56428">
                  <a:moveTo>
                    <a:pt x="0" y="11979"/>
                  </a:moveTo>
                  <a:lnTo>
                    <a:pt x="19808" y="0"/>
                  </a:lnTo>
                  <a:lnTo>
                    <a:pt x="46430" y="44699"/>
                  </a:lnTo>
                  <a:lnTo>
                    <a:pt x="26480" y="56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6"/>
            <p:cNvSpPr/>
            <p:nvPr/>
          </p:nvSpPr>
          <p:spPr>
            <a:xfrm>
              <a:off x="3918380" y="2153777"/>
              <a:ext cx="55370" cy="46173"/>
            </a:xfrm>
            <a:custGeom>
              <a:avLst/>
              <a:pathLst>
                <a:path w="55370" h="46173">
                  <a:moveTo>
                    <a:pt x="55370" y="20455"/>
                  </a:moveTo>
                  <a:lnTo>
                    <a:pt x="11078" y="46173"/>
                  </a:lnTo>
                  <a:lnTo>
                    <a:pt x="0" y="26092"/>
                  </a:lnTo>
                  <a:lnTo>
                    <a:pt x="43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27"/>
            <p:cNvSpPr/>
            <p:nvPr/>
          </p:nvSpPr>
          <p:spPr>
            <a:xfrm>
              <a:off x="3879228" y="2159188"/>
              <a:ext cx="44715" cy="55157"/>
            </a:xfrm>
            <a:custGeom>
              <a:avLst/>
              <a:pathLst>
                <a:path w="44715" h="55157">
                  <a:moveTo>
                    <a:pt x="25072" y="55157"/>
                  </a:moveTo>
                  <a:lnTo>
                    <a:pt x="0" y="10870"/>
                  </a:lnTo>
                  <a:lnTo>
                    <a:pt x="19395" y="0"/>
                  </a:lnTo>
                  <a:lnTo>
                    <a:pt x="44715" y="43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28"/>
            <p:cNvSpPr/>
            <p:nvPr/>
          </p:nvSpPr>
          <p:spPr>
            <a:xfrm>
              <a:off x="3813823" y="2164071"/>
              <a:ext cx="45235" cy="55478"/>
            </a:xfrm>
            <a:custGeom>
              <a:avLst/>
              <a:pathLst>
                <a:path w="45235" h="55478">
                  <a:moveTo>
                    <a:pt x="25699" y="55478"/>
                  </a:moveTo>
                  <a:lnTo>
                    <a:pt x="0" y="11453"/>
                  </a:lnTo>
                  <a:lnTo>
                    <a:pt x="19970" y="0"/>
                  </a:lnTo>
                  <a:lnTo>
                    <a:pt x="45235" y="44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29"/>
            <p:cNvSpPr/>
            <p:nvPr/>
          </p:nvSpPr>
          <p:spPr>
            <a:xfrm>
              <a:off x="3973831" y="2208667"/>
              <a:ext cx="46611" cy="56247"/>
            </a:xfrm>
            <a:custGeom>
              <a:avLst/>
              <a:pathLst>
                <a:path w="46611" h="56247">
                  <a:moveTo>
                    <a:pt x="46611" y="44745"/>
                  </a:moveTo>
                  <a:lnTo>
                    <a:pt x="27463" y="56247"/>
                  </a:lnTo>
                  <a:lnTo>
                    <a:pt x="0" y="11780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0"/>
            <p:cNvSpPr/>
            <p:nvPr/>
          </p:nvSpPr>
          <p:spPr>
            <a:xfrm>
              <a:off x="3817354" y="2212680"/>
              <a:ext cx="56528" cy="46388"/>
            </a:xfrm>
            <a:custGeom>
              <a:avLst/>
              <a:pathLst>
                <a:path w="56528" h="46388">
                  <a:moveTo>
                    <a:pt x="12340" y="46388"/>
                  </a:moveTo>
                  <a:lnTo>
                    <a:pt x="0" y="25985"/>
                  </a:lnTo>
                  <a:lnTo>
                    <a:pt x="44563" y="0"/>
                  </a:lnTo>
                  <a:lnTo>
                    <a:pt x="56528" y="20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1"/>
            <p:cNvSpPr/>
            <p:nvPr/>
          </p:nvSpPr>
          <p:spPr>
            <a:xfrm>
              <a:off x="3910072" y="2212874"/>
              <a:ext cx="46776" cy="56498"/>
            </a:xfrm>
            <a:custGeom>
              <a:avLst/>
              <a:pathLst>
                <a:path w="46776" h="56498">
                  <a:moveTo>
                    <a:pt x="26428" y="56498"/>
                  </a:moveTo>
                  <a:lnTo>
                    <a:pt x="8505" y="26050"/>
                  </a:lnTo>
                  <a:lnTo>
                    <a:pt x="0" y="12072"/>
                  </a:lnTo>
                  <a:lnTo>
                    <a:pt x="20046" y="0"/>
                  </a:lnTo>
                  <a:lnTo>
                    <a:pt x="46776" y="45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2"/>
            <p:cNvSpPr/>
            <p:nvPr/>
          </p:nvSpPr>
          <p:spPr>
            <a:xfrm>
              <a:off x="3949631" y="2223203"/>
              <a:ext cx="46447" cy="56753"/>
            </a:xfrm>
            <a:custGeom>
              <a:avLst/>
              <a:pathLst>
                <a:path w="46447" h="56753">
                  <a:moveTo>
                    <a:pt x="26187" y="56753"/>
                  </a:moveTo>
                  <a:lnTo>
                    <a:pt x="0" y="11929"/>
                  </a:lnTo>
                  <a:lnTo>
                    <a:pt x="20010" y="0"/>
                  </a:lnTo>
                  <a:lnTo>
                    <a:pt x="46447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3"/>
            <p:cNvSpPr/>
            <p:nvPr/>
          </p:nvSpPr>
          <p:spPr>
            <a:xfrm>
              <a:off x="3885118" y="2229163"/>
              <a:ext cx="45801" cy="56483"/>
            </a:xfrm>
            <a:custGeom>
              <a:avLst/>
              <a:pathLst>
                <a:path w="45801" h="56483">
                  <a:moveTo>
                    <a:pt x="25904" y="56483"/>
                  </a:moveTo>
                  <a:lnTo>
                    <a:pt x="0" y="11531"/>
                  </a:lnTo>
                  <a:lnTo>
                    <a:pt x="19553" y="0"/>
                  </a:lnTo>
                  <a:lnTo>
                    <a:pt x="45801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4"/>
            <p:cNvSpPr/>
            <p:nvPr/>
          </p:nvSpPr>
          <p:spPr>
            <a:xfrm>
              <a:off x="3835470" y="2242268"/>
              <a:ext cx="58086" cy="48400"/>
            </a:xfrm>
            <a:custGeom>
              <a:avLst/>
              <a:pathLst>
                <a:path w="58086" h="48400">
                  <a:moveTo>
                    <a:pt x="315" y="27238"/>
                  </a:moveTo>
                  <a:lnTo>
                    <a:pt x="0" y="26762"/>
                  </a:lnTo>
                  <a:lnTo>
                    <a:pt x="45324" y="0"/>
                  </a:lnTo>
                  <a:lnTo>
                    <a:pt x="58086" y="20942"/>
                  </a:lnTo>
                  <a:lnTo>
                    <a:pt x="12688" y="48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5"/>
            <p:cNvSpPr/>
            <p:nvPr/>
          </p:nvSpPr>
          <p:spPr>
            <a:xfrm>
              <a:off x="3999901" y="2521752"/>
              <a:ext cx="57003" cy="47220"/>
            </a:xfrm>
            <a:custGeom>
              <a:avLst/>
              <a:pathLst>
                <a:path w="57003" h="47220">
                  <a:moveTo>
                    <a:pt x="0" y="26893"/>
                  </a:moveTo>
                  <a:lnTo>
                    <a:pt x="45926" y="0"/>
                  </a:lnTo>
                  <a:lnTo>
                    <a:pt x="57003" y="20449"/>
                  </a:lnTo>
                  <a:lnTo>
                    <a:pt x="12207" y="47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6"/>
            <p:cNvSpPr/>
            <p:nvPr/>
          </p:nvSpPr>
          <p:spPr>
            <a:xfrm>
              <a:off x="4070090" y="2428084"/>
              <a:ext cx="46756" cy="56847"/>
            </a:xfrm>
            <a:custGeom>
              <a:avLst/>
              <a:pathLst>
                <a:path w="46756" h="56847">
                  <a:moveTo>
                    <a:pt x="26485" y="56847"/>
                  </a:moveTo>
                  <a:lnTo>
                    <a:pt x="0" y="12134"/>
                  </a:lnTo>
                  <a:lnTo>
                    <a:pt x="20136" y="0"/>
                  </a:lnTo>
                  <a:lnTo>
                    <a:pt x="46756" y="45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37"/>
            <p:cNvSpPr/>
            <p:nvPr/>
          </p:nvSpPr>
          <p:spPr>
            <a:xfrm>
              <a:off x="4004412" y="2432354"/>
              <a:ext cx="48374" cy="58901"/>
            </a:xfrm>
            <a:custGeom>
              <a:avLst/>
              <a:pathLst>
                <a:path w="48374" h="58901">
                  <a:moveTo>
                    <a:pt x="0" y="12627"/>
                  </a:moveTo>
                  <a:lnTo>
                    <a:pt x="21371" y="0"/>
                  </a:lnTo>
                  <a:lnTo>
                    <a:pt x="48374" y="45643"/>
                  </a:lnTo>
                  <a:lnTo>
                    <a:pt x="27015" y="5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38"/>
            <p:cNvSpPr/>
            <p:nvPr/>
          </p:nvSpPr>
          <p:spPr>
            <a:xfrm>
              <a:off x="4098977" y="2465044"/>
              <a:ext cx="57010" cy="44890"/>
            </a:xfrm>
            <a:custGeom>
              <a:avLst/>
              <a:pathLst>
                <a:path w="57010" h="44890">
                  <a:moveTo>
                    <a:pt x="57010" y="18947"/>
                  </a:moveTo>
                  <a:lnTo>
                    <a:pt x="12151" y="44890"/>
                  </a:lnTo>
                  <a:lnTo>
                    <a:pt x="0" y="24059"/>
                  </a:lnTo>
                  <a:lnTo>
                    <a:pt x="454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39"/>
            <p:cNvSpPr/>
            <p:nvPr/>
          </p:nvSpPr>
          <p:spPr>
            <a:xfrm>
              <a:off x="3965536" y="2422904"/>
              <a:ext cx="46109" cy="56345"/>
            </a:xfrm>
            <a:custGeom>
              <a:avLst/>
              <a:pathLst>
                <a:path w="46109" h="56345">
                  <a:moveTo>
                    <a:pt x="0" y="11726"/>
                  </a:moveTo>
                  <a:lnTo>
                    <a:pt x="20058" y="0"/>
                  </a:lnTo>
                  <a:lnTo>
                    <a:pt x="46109" y="44626"/>
                  </a:lnTo>
                  <a:lnTo>
                    <a:pt x="26313" y="56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0"/>
            <p:cNvSpPr/>
            <p:nvPr/>
          </p:nvSpPr>
          <p:spPr>
            <a:xfrm>
              <a:off x="4064903" y="2364175"/>
              <a:ext cx="45741" cy="55683"/>
            </a:xfrm>
            <a:custGeom>
              <a:avLst/>
              <a:pathLst>
                <a:path w="45741" h="55683">
                  <a:moveTo>
                    <a:pt x="45741" y="44223"/>
                  </a:moveTo>
                  <a:lnTo>
                    <a:pt x="26293" y="55683"/>
                  </a:lnTo>
                  <a:lnTo>
                    <a:pt x="0" y="11641"/>
                  </a:lnTo>
                  <a:lnTo>
                    <a:pt x="1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1"/>
            <p:cNvSpPr/>
            <p:nvPr/>
          </p:nvSpPr>
          <p:spPr>
            <a:xfrm>
              <a:off x="3908428" y="2367669"/>
              <a:ext cx="56281" cy="46586"/>
            </a:xfrm>
            <a:custGeom>
              <a:avLst/>
              <a:pathLst>
                <a:path w="56281" h="46586">
                  <a:moveTo>
                    <a:pt x="11942" y="46586"/>
                  </a:moveTo>
                  <a:lnTo>
                    <a:pt x="0" y="25204"/>
                  </a:lnTo>
                  <a:lnTo>
                    <a:pt x="44544" y="0"/>
                  </a:lnTo>
                  <a:lnTo>
                    <a:pt x="56281" y="20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2"/>
            <p:cNvSpPr/>
            <p:nvPr/>
          </p:nvSpPr>
          <p:spPr>
            <a:xfrm>
              <a:off x="4001885" y="2368483"/>
              <a:ext cx="45722" cy="56315"/>
            </a:xfrm>
            <a:custGeom>
              <a:avLst/>
              <a:pathLst>
                <a:path w="45722" h="56315">
                  <a:moveTo>
                    <a:pt x="25892" y="56315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722" y="44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3"/>
            <p:cNvSpPr/>
            <p:nvPr/>
          </p:nvSpPr>
          <p:spPr>
            <a:xfrm>
              <a:off x="3979130" y="2273233"/>
              <a:ext cx="46128" cy="56499"/>
            </a:xfrm>
            <a:custGeom>
              <a:avLst/>
              <a:pathLst>
                <a:path w="46128" h="56499">
                  <a:moveTo>
                    <a:pt x="26974" y="56499"/>
                  </a:moveTo>
                  <a:lnTo>
                    <a:pt x="0" y="12088"/>
                  </a:lnTo>
                  <a:lnTo>
                    <a:pt x="19866" y="0"/>
                  </a:lnTo>
                  <a:lnTo>
                    <a:pt x="46128" y="45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4"/>
            <p:cNvSpPr/>
            <p:nvPr/>
          </p:nvSpPr>
          <p:spPr>
            <a:xfrm>
              <a:off x="3849897" y="2282708"/>
              <a:ext cx="46016" cy="55528"/>
            </a:xfrm>
            <a:custGeom>
              <a:avLst/>
              <a:pathLst>
                <a:path w="46016" h="55528">
                  <a:moveTo>
                    <a:pt x="26126" y="55528"/>
                  </a:moveTo>
                  <a:lnTo>
                    <a:pt x="0" y="11272"/>
                  </a:lnTo>
                  <a:lnTo>
                    <a:pt x="20197" y="0"/>
                  </a:lnTo>
                  <a:lnTo>
                    <a:pt x="46016" y="43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5"/>
            <p:cNvSpPr/>
            <p:nvPr/>
          </p:nvSpPr>
          <p:spPr>
            <a:xfrm>
              <a:off x="4040912" y="2378457"/>
              <a:ext cx="45504" cy="56148"/>
            </a:xfrm>
            <a:custGeom>
              <a:avLst/>
              <a:pathLst>
                <a:path w="45504" h="56148">
                  <a:moveTo>
                    <a:pt x="25814" y="56148"/>
                  </a:moveTo>
                  <a:lnTo>
                    <a:pt x="0" y="12133"/>
                  </a:lnTo>
                  <a:lnTo>
                    <a:pt x="19888" y="0"/>
                  </a:lnTo>
                  <a:lnTo>
                    <a:pt x="45504" y="44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6"/>
            <p:cNvSpPr/>
            <p:nvPr/>
          </p:nvSpPr>
          <p:spPr>
            <a:xfrm>
              <a:off x="3976253" y="2384484"/>
              <a:ext cx="45190" cy="55127"/>
            </a:xfrm>
            <a:custGeom>
              <a:avLst/>
              <a:pathLst>
                <a:path w="45190" h="55127">
                  <a:moveTo>
                    <a:pt x="25324" y="55127"/>
                  </a:moveTo>
                  <a:lnTo>
                    <a:pt x="0" y="11589"/>
                  </a:lnTo>
                  <a:lnTo>
                    <a:pt x="19468" y="0"/>
                  </a:lnTo>
                  <a:lnTo>
                    <a:pt x="45190" y="43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47"/>
            <p:cNvSpPr/>
            <p:nvPr/>
          </p:nvSpPr>
          <p:spPr>
            <a:xfrm>
              <a:off x="4004320" y="2259132"/>
              <a:ext cx="45761" cy="56386"/>
            </a:xfrm>
            <a:custGeom>
              <a:avLst/>
              <a:pathLst>
                <a:path w="45761" h="56386">
                  <a:moveTo>
                    <a:pt x="45761" y="44315"/>
                  </a:moveTo>
                  <a:lnTo>
                    <a:pt x="26350" y="56386"/>
                  </a:lnTo>
                  <a:lnTo>
                    <a:pt x="0" y="11272"/>
                  </a:lnTo>
                  <a:lnTo>
                    <a:pt x="192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48"/>
            <p:cNvSpPr/>
            <p:nvPr/>
          </p:nvSpPr>
          <p:spPr>
            <a:xfrm>
              <a:off x="3874416" y="2268325"/>
              <a:ext cx="46174" cy="56293"/>
            </a:xfrm>
            <a:custGeom>
              <a:avLst/>
              <a:pathLst>
                <a:path w="46174" h="56293">
                  <a:moveTo>
                    <a:pt x="25542" y="56293"/>
                  </a:moveTo>
                  <a:lnTo>
                    <a:pt x="0" y="11456"/>
                  </a:lnTo>
                  <a:lnTo>
                    <a:pt x="19926" y="0"/>
                  </a:lnTo>
                  <a:lnTo>
                    <a:pt x="46174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49"/>
            <p:cNvSpPr/>
            <p:nvPr/>
          </p:nvSpPr>
          <p:spPr>
            <a:xfrm>
              <a:off x="3941002" y="2437377"/>
              <a:ext cx="46034" cy="55857"/>
            </a:xfrm>
            <a:custGeom>
              <a:avLst/>
              <a:pathLst>
                <a:path w="46034" h="55857">
                  <a:moveTo>
                    <a:pt x="20088" y="0"/>
                  </a:moveTo>
                  <a:lnTo>
                    <a:pt x="46034" y="44413"/>
                  </a:lnTo>
                  <a:lnTo>
                    <a:pt x="25846" y="55857"/>
                  </a:lnTo>
                  <a:lnTo>
                    <a:pt x="0" y="11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0"/>
            <p:cNvSpPr/>
            <p:nvPr/>
          </p:nvSpPr>
          <p:spPr>
            <a:xfrm>
              <a:off x="3971048" y="2487258"/>
              <a:ext cx="47328" cy="57475"/>
            </a:xfrm>
            <a:custGeom>
              <a:avLst/>
              <a:pathLst>
                <a:path w="47328" h="57475">
                  <a:moveTo>
                    <a:pt x="0" y="12410"/>
                  </a:moveTo>
                  <a:lnTo>
                    <a:pt x="20358" y="0"/>
                  </a:lnTo>
                  <a:lnTo>
                    <a:pt x="47328" y="44595"/>
                  </a:lnTo>
                  <a:lnTo>
                    <a:pt x="26144" y="57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1"/>
            <p:cNvSpPr/>
            <p:nvPr/>
          </p:nvSpPr>
          <p:spPr>
            <a:xfrm>
              <a:off x="3883481" y="2053476"/>
              <a:ext cx="45990" cy="56031"/>
            </a:xfrm>
            <a:custGeom>
              <a:avLst/>
              <a:pathLst>
                <a:path w="45990" h="56031">
                  <a:moveTo>
                    <a:pt x="0" y="11808"/>
                  </a:moveTo>
                  <a:lnTo>
                    <a:pt x="18789" y="819"/>
                  </a:lnTo>
                  <a:lnTo>
                    <a:pt x="20190" y="0"/>
                  </a:lnTo>
                  <a:lnTo>
                    <a:pt x="45990" y="44240"/>
                  </a:lnTo>
                  <a:lnTo>
                    <a:pt x="26749" y="56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2"/>
            <p:cNvSpPr/>
            <p:nvPr/>
          </p:nvSpPr>
          <p:spPr>
            <a:xfrm>
              <a:off x="3819104" y="2058292"/>
              <a:ext cx="45961" cy="56245"/>
            </a:xfrm>
            <a:custGeom>
              <a:avLst/>
              <a:pathLst>
                <a:path w="45961" h="56245">
                  <a:moveTo>
                    <a:pt x="26689" y="56245"/>
                  </a:moveTo>
                  <a:lnTo>
                    <a:pt x="0" y="11628"/>
                  </a:lnTo>
                  <a:lnTo>
                    <a:pt x="19395" y="0"/>
                  </a:lnTo>
                  <a:lnTo>
                    <a:pt x="45961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3"/>
            <p:cNvSpPr/>
            <p:nvPr/>
          </p:nvSpPr>
          <p:spPr>
            <a:xfrm>
              <a:off x="3859091" y="2068039"/>
              <a:ext cx="45539" cy="56882"/>
            </a:xfrm>
            <a:custGeom>
              <a:avLst/>
              <a:pathLst>
                <a:path w="45539" h="56882">
                  <a:moveTo>
                    <a:pt x="25355" y="56882"/>
                  </a:moveTo>
                  <a:lnTo>
                    <a:pt x="0" y="12011"/>
                  </a:lnTo>
                  <a:lnTo>
                    <a:pt x="19444" y="0"/>
                  </a:lnTo>
                  <a:lnTo>
                    <a:pt x="45539" y="45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4"/>
            <p:cNvSpPr/>
            <p:nvPr/>
          </p:nvSpPr>
          <p:spPr>
            <a:xfrm>
              <a:off x="3793579" y="2073246"/>
              <a:ext cx="45873" cy="56421"/>
            </a:xfrm>
            <a:custGeom>
              <a:avLst/>
              <a:pathLst>
                <a:path w="45873" h="56421">
                  <a:moveTo>
                    <a:pt x="25381" y="5642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873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5"/>
            <p:cNvSpPr/>
            <p:nvPr/>
          </p:nvSpPr>
          <p:spPr>
            <a:xfrm>
              <a:off x="3914099" y="2104387"/>
              <a:ext cx="44896" cy="55661"/>
            </a:xfrm>
            <a:custGeom>
              <a:avLst/>
              <a:pathLst>
                <a:path w="44896" h="55661">
                  <a:moveTo>
                    <a:pt x="0" y="11730"/>
                  </a:moveTo>
                  <a:lnTo>
                    <a:pt x="19212" y="0"/>
                  </a:lnTo>
                  <a:lnTo>
                    <a:pt x="44896" y="44615"/>
                  </a:lnTo>
                  <a:lnTo>
                    <a:pt x="25707" y="5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6"/>
            <p:cNvSpPr/>
            <p:nvPr/>
          </p:nvSpPr>
          <p:spPr>
            <a:xfrm>
              <a:off x="3784513" y="2112923"/>
              <a:ext cx="45293" cy="55585"/>
            </a:xfrm>
            <a:custGeom>
              <a:avLst/>
              <a:pathLst>
                <a:path w="45293" h="55585">
                  <a:moveTo>
                    <a:pt x="0" y="11091"/>
                  </a:moveTo>
                  <a:lnTo>
                    <a:pt x="19962" y="0"/>
                  </a:lnTo>
                  <a:lnTo>
                    <a:pt x="45293" y="44689"/>
                  </a:lnTo>
                  <a:lnTo>
                    <a:pt x="25340" y="55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57"/>
            <p:cNvSpPr/>
            <p:nvPr/>
          </p:nvSpPr>
          <p:spPr>
            <a:xfrm>
              <a:off x="3913528" y="2262036"/>
              <a:ext cx="73621" cy="74282"/>
            </a:xfrm>
            <a:custGeom>
              <a:avLst/>
              <a:pathLst>
                <a:path w="73621" h="74282">
                  <a:moveTo>
                    <a:pt x="0" y="27894"/>
                  </a:moveTo>
                  <a:lnTo>
                    <a:pt x="46316" y="0"/>
                  </a:lnTo>
                  <a:lnTo>
                    <a:pt x="73621" y="46294"/>
                  </a:lnTo>
                  <a:lnTo>
                    <a:pt x="27301" y="74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58"/>
            <p:cNvSpPr/>
            <p:nvPr/>
          </p:nvSpPr>
          <p:spPr>
            <a:xfrm>
              <a:off x="4029320" y="2416955"/>
              <a:ext cx="48590" cy="58856"/>
            </a:xfrm>
            <a:custGeom>
              <a:avLst/>
              <a:pathLst>
                <a:path w="48590" h="58856">
                  <a:moveTo>
                    <a:pt x="0" y="13320"/>
                  </a:moveTo>
                  <a:lnTo>
                    <a:pt x="21822" y="0"/>
                  </a:lnTo>
                  <a:lnTo>
                    <a:pt x="48590" y="45853"/>
                  </a:lnTo>
                  <a:lnTo>
                    <a:pt x="26535" y="58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59"/>
            <p:cNvSpPr/>
            <p:nvPr/>
          </p:nvSpPr>
          <p:spPr>
            <a:xfrm>
              <a:off x="3825527" y="2110139"/>
              <a:ext cx="70169" cy="69058"/>
            </a:xfrm>
            <a:custGeom>
              <a:avLst/>
              <a:pathLst>
                <a:path w="70169" h="69058">
                  <a:moveTo>
                    <a:pt x="0" y="26121"/>
                  </a:moveTo>
                  <a:lnTo>
                    <a:pt x="43608" y="0"/>
                  </a:lnTo>
                  <a:lnTo>
                    <a:pt x="70169" y="43481"/>
                  </a:lnTo>
                  <a:lnTo>
                    <a:pt x="25201" y="6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0"/>
            <p:cNvSpPr/>
            <p:nvPr/>
          </p:nvSpPr>
          <p:spPr>
            <a:xfrm>
              <a:off x="2887062" y="4465520"/>
              <a:ext cx="493103" cy="270829"/>
            </a:xfrm>
            <a:custGeom>
              <a:avLst/>
              <a:pathLst>
                <a:path w="493103" h="270829">
                  <a:moveTo>
                    <a:pt x="48086" y="9263"/>
                  </a:moveTo>
                  <a:lnTo>
                    <a:pt x="229113" y="95881"/>
                  </a:lnTo>
                  <a:lnTo>
                    <a:pt x="212016" y="125509"/>
                  </a:lnTo>
                  <a:lnTo>
                    <a:pt x="203995" y="139479"/>
                  </a:lnTo>
                  <a:lnTo>
                    <a:pt x="209950" y="143742"/>
                  </a:lnTo>
                  <a:lnTo>
                    <a:pt x="217795" y="128219"/>
                  </a:lnTo>
                  <a:lnTo>
                    <a:pt x="251344" y="142334"/>
                  </a:lnTo>
                  <a:lnTo>
                    <a:pt x="256554" y="144729"/>
                  </a:lnTo>
                  <a:lnTo>
                    <a:pt x="279094" y="155089"/>
                  </a:lnTo>
                  <a:lnTo>
                    <a:pt x="309621" y="167591"/>
                  </a:lnTo>
                  <a:lnTo>
                    <a:pt x="347095" y="101002"/>
                  </a:lnTo>
                  <a:lnTo>
                    <a:pt x="347627" y="100055"/>
                  </a:lnTo>
                  <a:lnTo>
                    <a:pt x="352293" y="107139"/>
                  </a:lnTo>
                  <a:lnTo>
                    <a:pt x="359668" y="118842"/>
                  </a:lnTo>
                  <a:lnTo>
                    <a:pt x="377896" y="150863"/>
                  </a:lnTo>
                  <a:lnTo>
                    <a:pt x="400604" y="190755"/>
                  </a:lnTo>
                  <a:lnTo>
                    <a:pt x="403915" y="195991"/>
                  </a:lnTo>
                  <a:lnTo>
                    <a:pt x="419567" y="206154"/>
                  </a:lnTo>
                  <a:lnTo>
                    <a:pt x="424083" y="207540"/>
                  </a:lnTo>
                  <a:lnTo>
                    <a:pt x="410016" y="230869"/>
                  </a:lnTo>
                  <a:lnTo>
                    <a:pt x="412454" y="232255"/>
                  </a:lnTo>
                  <a:lnTo>
                    <a:pt x="424698" y="212712"/>
                  </a:lnTo>
                  <a:lnTo>
                    <a:pt x="427412" y="208167"/>
                  </a:lnTo>
                  <a:lnTo>
                    <a:pt x="427695" y="207694"/>
                  </a:lnTo>
                  <a:lnTo>
                    <a:pt x="457936" y="223827"/>
                  </a:lnTo>
                  <a:lnTo>
                    <a:pt x="486059" y="238831"/>
                  </a:lnTo>
                  <a:lnTo>
                    <a:pt x="492651" y="242157"/>
                  </a:lnTo>
                  <a:lnTo>
                    <a:pt x="493103" y="244836"/>
                  </a:lnTo>
                  <a:lnTo>
                    <a:pt x="467975" y="260431"/>
                  </a:lnTo>
                  <a:lnTo>
                    <a:pt x="453733" y="269040"/>
                  </a:lnTo>
                  <a:lnTo>
                    <a:pt x="450773" y="270829"/>
                  </a:lnTo>
                  <a:lnTo>
                    <a:pt x="393412" y="242604"/>
                  </a:lnTo>
                  <a:lnTo>
                    <a:pt x="330653" y="213192"/>
                  </a:lnTo>
                  <a:lnTo>
                    <a:pt x="284750" y="192711"/>
                  </a:lnTo>
                  <a:lnTo>
                    <a:pt x="204984" y="156832"/>
                  </a:lnTo>
                  <a:lnTo>
                    <a:pt x="194448" y="148516"/>
                  </a:lnTo>
                  <a:lnTo>
                    <a:pt x="160736" y="131731"/>
                  </a:lnTo>
                  <a:lnTo>
                    <a:pt x="108963" y="108941"/>
                  </a:lnTo>
                  <a:lnTo>
                    <a:pt x="126120" y="74601"/>
                  </a:lnTo>
                  <a:lnTo>
                    <a:pt x="120552" y="71983"/>
                  </a:lnTo>
                  <a:lnTo>
                    <a:pt x="104749" y="107709"/>
                  </a:lnTo>
                  <a:lnTo>
                    <a:pt x="98578" y="105091"/>
                  </a:lnTo>
                  <a:lnTo>
                    <a:pt x="23929" y="69057"/>
                  </a:lnTo>
                  <a:lnTo>
                    <a:pt x="0" y="59664"/>
                  </a:lnTo>
                  <a:lnTo>
                    <a:pt x="5719" y="48577"/>
                  </a:lnTo>
                  <a:lnTo>
                    <a:pt x="10986" y="40569"/>
                  </a:lnTo>
                  <a:lnTo>
                    <a:pt x="16754" y="28941"/>
                  </a:lnTo>
                  <a:lnTo>
                    <a:pt x="55754" y="47133"/>
                  </a:lnTo>
                  <a:lnTo>
                    <a:pt x="60050" y="42263"/>
                  </a:lnTo>
                  <a:lnTo>
                    <a:pt x="20618" y="23322"/>
                  </a:lnTo>
                  <a:lnTo>
                    <a:pt x="294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1"/>
            <p:cNvSpPr/>
            <p:nvPr/>
          </p:nvSpPr>
          <p:spPr>
            <a:xfrm>
              <a:off x="2240347" y="3738720"/>
              <a:ext cx="177952" cy="201907"/>
            </a:xfrm>
            <a:custGeom>
              <a:avLst/>
              <a:pathLst>
                <a:path w="177952" h="201907">
                  <a:moveTo>
                    <a:pt x="48207" y="31596"/>
                  </a:moveTo>
                  <a:lnTo>
                    <a:pt x="57671" y="21308"/>
                  </a:lnTo>
                  <a:lnTo>
                    <a:pt x="65979" y="23895"/>
                  </a:lnTo>
                  <a:lnTo>
                    <a:pt x="73218" y="26149"/>
                  </a:lnTo>
                  <a:lnTo>
                    <a:pt x="86261" y="33780"/>
                  </a:lnTo>
                  <a:lnTo>
                    <a:pt x="102260" y="50977"/>
                  </a:lnTo>
                  <a:lnTo>
                    <a:pt x="104368" y="49819"/>
                  </a:lnTo>
                  <a:lnTo>
                    <a:pt x="94720" y="35814"/>
                  </a:lnTo>
                  <a:lnTo>
                    <a:pt x="84204" y="20551"/>
                  </a:lnTo>
                  <a:lnTo>
                    <a:pt x="78575" y="24604"/>
                  </a:lnTo>
                  <a:lnTo>
                    <a:pt x="76454" y="23649"/>
                  </a:lnTo>
                  <a:lnTo>
                    <a:pt x="70485" y="22122"/>
                  </a:lnTo>
                  <a:lnTo>
                    <a:pt x="63072" y="16140"/>
                  </a:lnTo>
                  <a:lnTo>
                    <a:pt x="80732" y="2509"/>
                  </a:lnTo>
                  <a:lnTo>
                    <a:pt x="82282" y="1431"/>
                  </a:lnTo>
                  <a:lnTo>
                    <a:pt x="84341" y="0"/>
                  </a:lnTo>
                  <a:lnTo>
                    <a:pt x="84777" y="600"/>
                  </a:lnTo>
                  <a:lnTo>
                    <a:pt x="124284" y="63351"/>
                  </a:lnTo>
                  <a:lnTo>
                    <a:pt x="175245" y="138962"/>
                  </a:lnTo>
                  <a:lnTo>
                    <a:pt x="177952" y="142775"/>
                  </a:lnTo>
                  <a:lnTo>
                    <a:pt x="86447" y="201907"/>
                  </a:lnTo>
                  <a:lnTo>
                    <a:pt x="3213" y="84325"/>
                  </a:lnTo>
                  <a:lnTo>
                    <a:pt x="1693" y="82155"/>
                  </a:lnTo>
                  <a:lnTo>
                    <a:pt x="0" y="79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2"/>
            <p:cNvSpPr/>
            <p:nvPr/>
          </p:nvSpPr>
          <p:spPr>
            <a:xfrm>
              <a:off x="2436241" y="3813409"/>
              <a:ext cx="220159" cy="240840"/>
            </a:xfrm>
            <a:custGeom>
              <a:avLst/>
              <a:pathLst>
                <a:path w="220159" h="240840">
                  <a:moveTo>
                    <a:pt x="167114" y="51743"/>
                  </a:moveTo>
                  <a:lnTo>
                    <a:pt x="203364" y="71717"/>
                  </a:lnTo>
                  <a:lnTo>
                    <a:pt x="216947" y="151149"/>
                  </a:lnTo>
                  <a:lnTo>
                    <a:pt x="217295" y="153452"/>
                  </a:lnTo>
                  <a:lnTo>
                    <a:pt x="220159" y="194390"/>
                  </a:lnTo>
                  <a:lnTo>
                    <a:pt x="192358" y="211445"/>
                  </a:lnTo>
                  <a:lnTo>
                    <a:pt x="174763" y="222238"/>
                  </a:lnTo>
                  <a:lnTo>
                    <a:pt x="171678" y="216540"/>
                  </a:lnTo>
                  <a:lnTo>
                    <a:pt x="164037" y="221346"/>
                  </a:lnTo>
                  <a:lnTo>
                    <a:pt x="156661" y="225986"/>
                  </a:lnTo>
                  <a:lnTo>
                    <a:pt x="133044" y="240840"/>
                  </a:lnTo>
                  <a:lnTo>
                    <a:pt x="0" y="65907"/>
                  </a:lnTo>
                  <a:lnTo>
                    <a:pt x="73144" y="0"/>
                  </a:lnTo>
                  <a:lnTo>
                    <a:pt x="162130" y="48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3"/>
            <p:cNvSpPr/>
            <p:nvPr/>
          </p:nvSpPr>
          <p:spPr>
            <a:xfrm>
              <a:off x="2194287" y="3824381"/>
              <a:ext cx="127466" cy="147460"/>
            </a:xfrm>
            <a:custGeom>
              <a:avLst/>
              <a:pathLst>
                <a:path w="127466" h="147460">
                  <a:moveTo>
                    <a:pt x="0" y="40439"/>
                  </a:moveTo>
                  <a:lnTo>
                    <a:pt x="41017" y="0"/>
                  </a:lnTo>
                  <a:lnTo>
                    <a:pt x="127466" y="120481"/>
                  </a:lnTo>
                  <a:lnTo>
                    <a:pt x="78703" y="147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4"/>
            <p:cNvSpPr/>
            <p:nvPr/>
          </p:nvSpPr>
          <p:spPr>
            <a:xfrm>
              <a:off x="2810980" y="4383952"/>
              <a:ext cx="44989" cy="44497"/>
            </a:xfrm>
            <a:custGeom>
              <a:avLst/>
              <a:pathLst>
                <a:path w="44989" h="44497">
                  <a:moveTo>
                    <a:pt x="0" y="30247"/>
                  </a:moveTo>
                  <a:lnTo>
                    <a:pt x="31398" y="0"/>
                  </a:lnTo>
                  <a:lnTo>
                    <a:pt x="44989" y="12588"/>
                  </a:lnTo>
                  <a:lnTo>
                    <a:pt x="13448" y="4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5"/>
            <p:cNvSpPr/>
            <p:nvPr/>
          </p:nvSpPr>
          <p:spPr>
            <a:xfrm>
              <a:off x="2249723" y="4157196"/>
              <a:ext cx="206333" cy="202365"/>
            </a:xfrm>
            <a:custGeom>
              <a:avLst/>
              <a:pathLst>
                <a:path w="206333" h="202365">
                  <a:moveTo>
                    <a:pt x="102990" y="7448"/>
                  </a:moveTo>
                  <a:lnTo>
                    <a:pt x="121846" y="26116"/>
                  </a:lnTo>
                  <a:lnTo>
                    <a:pt x="138100" y="42993"/>
                  </a:lnTo>
                  <a:lnTo>
                    <a:pt x="167525" y="79369"/>
                  </a:lnTo>
                  <a:lnTo>
                    <a:pt x="171519" y="83778"/>
                  </a:lnTo>
                  <a:lnTo>
                    <a:pt x="174135" y="83443"/>
                  </a:lnTo>
                  <a:lnTo>
                    <a:pt x="177539" y="83008"/>
                  </a:lnTo>
                  <a:lnTo>
                    <a:pt x="206333" y="120873"/>
                  </a:lnTo>
                  <a:lnTo>
                    <a:pt x="96938" y="202365"/>
                  </a:lnTo>
                  <a:lnTo>
                    <a:pt x="43623" y="133928"/>
                  </a:lnTo>
                  <a:lnTo>
                    <a:pt x="2430" y="77531"/>
                  </a:lnTo>
                  <a:lnTo>
                    <a:pt x="1698" y="76441"/>
                  </a:lnTo>
                  <a:lnTo>
                    <a:pt x="0" y="73915"/>
                  </a:lnTo>
                  <a:lnTo>
                    <a:pt x="95237" y="0"/>
                  </a:lnTo>
                  <a:lnTo>
                    <a:pt x="96735" y="1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6"/>
            <p:cNvSpPr/>
            <p:nvPr/>
          </p:nvSpPr>
          <p:spPr>
            <a:xfrm>
              <a:off x="2182848" y="4240831"/>
              <a:ext cx="123450" cy="125445"/>
            </a:xfrm>
            <a:custGeom>
              <a:avLst/>
              <a:pathLst>
                <a:path w="123450" h="125445">
                  <a:moveTo>
                    <a:pt x="21440" y="79668"/>
                  </a:moveTo>
                  <a:lnTo>
                    <a:pt x="0" y="58762"/>
                  </a:lnTo>
                  <a:lnTo>
                    <a:pt x="62488" y="0"/>
                  </a:lnTo>
                  <a:lnTo>
                    <a:pt x="123450" y="74827"/>
                  </a:lnTo>
                  <a:lnTo>
                    <a:pt x="64741" y="125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67"/>
            <p:cNvSpPr/>
            <p:nvPr/>
          </p:nvSpPr>
          <p:spPr>
            <a:xfrm>
              <a:off x="2520525" y="4074877"/>
              <a:ext cx="164491" cy="180318"/>
            </a:xfrm>
            <a:custGeom>
              <a:avLst/>
              <a:pathLst>
                <a:path w="164491" h="180318">
                  <a:moveTo>
                    <a:pt x="58537" y="109923"/>
                  </a:moveTo>
                  <a:lnTo>
                    <a:pt x="24230" y="60038"/>
                  </a:lnTo>
                  <a:lnTo>
                    <a:pt x="9572" y="36616"/>
                  </a:lnTo>
                  <a:lnTo>
                    <a:pt x="0" y="21541"/>
                  </a:lnTo>
                  <a:lnTo>
                    <a:pt x="18559" y="11947"/>
                  </a:lnTo>
                  <a:lnTo>
                    <a:pt x="41674" y="0"/>
                  </a:lnTo>
                  <a:lnTo>
                    <a:pt x="67131" y="37776"/>
                  </a:lnTo>
                  <a:lnTo>
                    <a:pt x="164491" y="176601"/>
                  </a:lnTo>
                  <a:lnTo>
                    <a:pt x="160821" y="176805"/>
                  </a:lnTo>
                  <a:lnTo>
                    <a:pt x="157323" y="177000"/>
                  </a:lnTo>
                  <a:lnTo>
                    <a:pt x="109814" y="180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68"/>
            <p:cNvSpPr/>
            <p:nvPr/>
          </p:nvSpPr>
          <p:spPr>
            <a:xfrm>
              <a:off x="2414684" y="4133145"/>
              <a:ext cx="149990" cy="126299"/>
            </a:xfrm>
            <a:custGeom>
              <a:avLst/>
              <a:pathLst>
                <a:path w="149990" h="126299">
                  <a:moveTo>
                    <a:pt x="149990" y="122733"/>
                  </a:moveTo>
                  <a:lnTo>
                    <a:pt x="86427" y="126299"/>
                  </a:lnTo>
                  <a:lnTo>
                    <a:pt x="0" y="33646"/>
                  </a:lnTo>
                  <a:lnTo>
                    <a:pt x="5792" y="29653"/>
                  </a:lnTo>
                  <a:lnTo>
                    <a:pt x="38930" y="5222"/>
                  </a:lnTo>
                  <a:lnTo>
                    <a:pt x="45602" y="0"/>
                  </a:lnTo>
                  <a:lnTo>
                    <a:pt x="110255" y="77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69"/>
            <p:cNvSpPr/>
            <p:nvPr/>
          </p:nvSpPr>
          <p:spPr>
            <a:xfrm>
              <a:off x="2464133" y="4260815"/>
              <a:ext cx="133627" cy="162006"/>
            </a:xfrm>
            <a:custGeom>
              <a:avLst/>
              <a:pathLst>
                <a:path w="133627" h="162006">
                  <a:moveTo>
                    <a:pt x="0" y="18755"/>
                  </a:moveTo>
                  <a:lnTo>
                    <a:pt x="27622" y="0"/>
                  </a:lnTo>
                  <a:lnTo>
                    <a:pt x="87115" y="64751"/>
                  </a:lnTo>
                  <a:lnTo>
                    <a:pt x="87062" y="64956"/>
                  </a:lnTo>
                  <a:lnTo>
                    <a:pt x="133627" y="119874"/>
                  </a:lnTo>
                  <a:lnTo>
                    <a:pt x="133194" y="124449"/>
                  </a:lnTo>
                  <a:lnTo>
                    <a:pt x="132518" y="128538"/>
                  </a:lnTo>
                  <a:lnTo>
                    <a:pt x="131574" y="132570"/>
                  </a:lnTo>
                  <a:lnTo>
                    <a:pt x="130366" y="136529"/>
                  </a:lnTo>
                  <a:lnTo>
                    <a:pt x="128876" y="140454"/>
                  </a:lnTo>
                  <a:lnTo>
                    <a:pt x="127125" y="144266"/>
                  </a:lnTo>
                  <a:lnTo>
                    <a:pt x="124976" y="148197"/>
                  </a:lnTo>
                  <a:lnTo>
                    <a:pt x="122551" y="151955"/>
                  </a:lnTo>
                  <a:lnTo>
                    <a:pt x="119864" y="155523"/>
                  </a:lnTo>
                  <a:lnTo>
                    <a:pt x="116929" y="158879"/>
                  </a:lnTo>
                  <a:lnTo>
                    <a:pt x="113761" y="162006"/>
                  </a:lnTo>
                  <a:lnTo>
                    <a:pt x="66330" y="102539"/>
                  </a:lnTo>
                  <a:lnTo>
                    <a:pt x="65485" y="101068"/>
                  </a:lnTo>
                  <a:lnTo>
                    <a:pt x="63149" y="98627"/>
                  </a:lnTo>
                  <a:lnTo>
                    <a:pt x="36095" y="633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0"/>
            <p:cNvSpPr/>
            <p:nvPr/>
          </p:nvSpPr>
          <p:spPr>
            <a:xfrm>
              <a:off x="2350419" y="4282826"/>
              <a:ext cx="246524" cy="289873"/>
            </a:xfrm>
            <a:custGeom>
              <a:avLst/>
              <a:pathLst>
                <a:path w="246524" h="289873">
                  <a:moveTo>
                    <a:pt x="145029" y="121066"/>
                  </a:moveTo>
                  <a:lnTo>
                    <a:pt x="148912" y="125815"/>
                  </a:lnTo>
                  <a:lnTo>
                    <a:pt x="152499" y="130801"/>
                  </a:lnTo>
                  <a:lnTo>
                    <a:pt x="155777" y="136006"/>
                  </a:lnTo>
                  <a:lnTo>
                    <a:pt x="158734" y="141408"/>
                  </a:lnTo>
                  <a:lnTo>
                    <a:pt x="161356" y="146988"/>
                  </a:lnTo>
                  <a:lnTo>
                    <a:pt x="163636" y="152724"/>
                  </a:lnTo>
                  <a:lnTo>
                    <a:pt x="165563" y="158593"/>
                  </a:lnTo>
                  <a:lnTo>
                    <a:pt x="176258" y="190747"/>
                  </a:lnTo>
                  <a:lnTo>
                    <a:pt x="223429" y="254366"/>
                  </a:lnTo>
                  <a:lnTo>
                    <a:pt x="246524" y="289873"/>
                  </a:lnTo>
                  <a:lnTo>
                    <a:pt x="212811" y="280018"/>
                  </a:lnTo>
                  <a:lnTo>
                    <a:pt x="161761" y="258336"/>
                  </a:lnTo>
                  <a:lnTo>
                    <a:pt x="126603" y="232220"/>
                  </a:lnTo>
                  <a:lnTo>
                    <a:pt x="76998" y="181957"/>
                  </a:lnTo>
                  <a:lnTo>
                    <a:pt x="65921" y="168160"/>
                  </a:lnTo>
                  <a:lnTo>
                    <a:pt x="0" y="81669"/>
                  </a:lnTo>
                  <a:lnTo>
                    <a:pt x="99631" y="6732"/>
                  </a:lnTo>
                  <a:lnTo>
                    <a:pt x="104248" y="3324"/>
                  </a:lnTo>
                  <a:lnTo>
                    <a:pt x="108753" y="0"/>
                  </a:lnTo>
                  <a:lnTo>
                    <a:pt x="160864" y="65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1"/>
            <p:cNvSpPr/>
            <p:nvPr/>
          </p:nvSpPr>
          <p:spPr>
            <a:xfrm>
              <a:off x="2251493" y="4320043"/>
              <a:ext cx="220092" cy="243242"/>
            </a:xfrm>
            <a:custGeom>
              <a:avLst/>
              <a:pathLst>
                <a:path w="220092" h="243242">
                  <a:moveTo>
                    <a:pt x="0" y="51288"/>
                  </a:moveTo>
                  <a:lnTo>
                    <a:pt x="56320" y="0"/>
                  </a:lnTo>
                  <a:lnTo>
                    <a:pt x="106132" y="61245"/>
                  </a:lnTo>
                  <a:lnTo>
                    <a:pt x="137798" y="104609"/>
                  </a:lnTo>
                  <a:lnTo>
                    <a:pt x="153209" y="124935"/>
                  </a:lnTo>
                  <a:lnTo>
                    <a:pt x="173196" y="145755"/>
                  </a:lnTo>
                  <a:lnTo>
                    <a:pt x="195229" y="170024"/>
                  </a:lnTo>
                  <a:lnTo>
                    <a:pt x="220092" y="198681"/>
                  </a:lnTo>
                  <a:lnTo>
                    <a:pt x="218561" y="200741"/>
                  </a:lnTo>
                  <a:lnTo>
                    <a:pt x="175939" y="243242"/>
                  </a:lnTo>
                  <a:lnTo>
                    <a:pt x="165494" y="231473"/>
                  </a:lnTo>
                  <a:lnTo>
                    <a:pt x="126278" y="187337"/>
                  </a:lnTo>
                  <a:lnTo>
                    <a:pt x="123323" y="184110"/>
                  </a:lnTo>
                  <a:lnTo>
                    <a:pt x="105263" y="161935"/>
                  </a:lnTo>
                  <a:lnTo>
                    <a:pt x="92260" y="146783"/>
                  </a:lnTo>
                  <a:lnTo>
                    <a:pt x="81424" y="136065"/>
                  </a:lnTo>
                  <a:lnTo>
                    <a:pt x="71310" y="126456"/>
                  </a:lnTo>
                  <a:lnTo>
                    <a:pt x="61196" y="118325"/>
                  </a:lnTo>
                  <a:lnTo>
                    <a:pt x="47832" y="105021"/>
                  </a:lnTo>
                  <a:lnTo>
                    <a:pt x="45542" y="102678"/>
                  </a:lnTo>
                  <a:lnTo>
                    <a:pt x="47407" y="101183"/>
                  </a:lnTo>
                  <a:lnTo>
                    <a:pt x="30325" y="83397"/>
                  </a:lnTo>
                  <a:lnTo>
                    <a:pt x="29346" y="83936"/>
                  </a:lnTo>
                  <a:lnTo>
                    <a:pt x="15554" y="69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2"/>
            <p:cNvSpPr/>
            <p:nvPr/>
          </p:nvSpPr>
          <p:spPr>
            <a:xfrm>
              <a:off x="2580314" y="4261873"/>
              <a:ext cx="86654" cy="74616"/>
            </a:xfrm>
            <a:custGeom>
              <a:avLst/>
              <a:pathLst>
                <a:path w="86654" h="74616">
                  <a:moveTo>
                    <a:pt x="0" y="4476"/>
                  </a:moveTo>
                  <a:lnTo>
                    <a:pt x="5480" y="4069"/>
                  </a:lnTo>
                  <a:lnTo>
                    <a:pt x="43906" y="0"/>
                  </a:lnTo>
                  <a:lnTo>
                    <a:pt x="64557" y="26231"/>
                  </a:lnTo>
                  <a:lnTo>
                    <a:pt x="86654" y="52022"/>
                  </a:lnTo>
                  <a:lnTo>
                    <a:pt x="58413" y="7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3"/>
            <p:cNvSpPr/>
            <p:nvPr/>
          </p:nvSpPr>
          <p:spPr>
            <a:xfrm>
              <a:off x="2506776" y="4354376"/>
              <a:ext cx="69482" cy="116435"/>
            </a:xfrm>
            <a:custGeom>
              <a:avLst/>
              <a:pathLst>
                <a:path w="69482" h="116435">
                  <a:moveTo>
                    <a:pt x="1025" y="39544"/>
                  </a:moveTo>
                  <a:lnTo>
                    <a:pt x="2021" y="31515"/>
                  </a:lnTo>
                  <a:lnTo>
                    <a:pt x="3390" y="23543"/>
                  </a:lnTo>
                  <a:lnTo>
                    <a:pt x="5132" y="15648"/>
                  </a:lnTo>
                  <a:lnTo>
                    <a:pt x="7240" y="7847"/>
                  </a:lnTo>
                  <a:lnTo>
                    <a:pt x="9711" y="158"/>
                  </a:lnTo>
                  <a:lnTo>
                    <a:pt x="10549" y="10"/>
                  </a:lnTo>
                  <a:lnTo>
                    <a:pt x="11400" y="0"/>
                  </a:lnTo>
                  <a:lnTo>
                    <a:pt x="12241" y="126"/>
                  </a:lnTo>
                  <a:lnTo>
                    <a:pt x="69482" y="76547"/>
                  </a:lnTo>
                  <a:lnTo>
                    <a:pt x="51819" y="116048"/>
                  </a:lnTo>
                  <a:lnTo>
                    <a:pt x="42710" y="116435"/>
                  </a:lnTo>
                  <a:lnTo>
                    <a:pt x="31112" y="115609"/>
                  </a:lnTo>
                  <a:lnTo>
                    <a:pt x="16474" y="94387"/>
                  </a:lnTo>
                  <a:lnTo>
                    <a:pt x="13265" y="87345"/>
                  </a:lnTo>
                  <a:lnTo>
                    <a:pt x="10390" y="80153"/>
                  </a:lnTo>
                  <a:lnTo>
                    <a:pt x="7857" y="72828"/>
                  </a:lnTo>
                  <a:lnTo>
                    <a:pt x="5671" y="65387"/>
                  </a:lnTo>
                  <a:lnTo>
                    <a:pt x="3859" y="62752"/>
                  </a:lnTo>
                  <a:lnTo>
                    <a:pt x="2370" y="59913"/>
                  </a:lnTo>
                  <a:lnTo>
                    <a:pt x="1225" y="56912"/>
                  </a:lnTo>
                  <a:lnTo>
                    <a:pt x="442" y="53791"/>
                  </a:lnTo>
                  <a:lnTo>
                    <a:pt x="32" y="50597"/>
                  </a:lnTo>
                  <a:lnTo>
                    <a:pt x="0" y="47375"/>
                  </a:lnTo>
                  <a:lnTo>
                    <a:pt x="346" y="44173"/>
                  </a:lnTo>
                  <a:lnTo>
                    <a:pt x="1068" y="41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4"/>
            <p:cNvSpPr/>
            <p:nvPr/>
          </p:nvSpPr>
          <p:spPr>
            <a:xfrm>
              <a:off x="2567179" y="4313952"/>
              <a:ext cx="165612" cy="262146"/>
            </a:xfrm>
            <a:custGeom>
              <a:avLst/>
              <a:pathLst>
                <a:path w="165612" h="262146">
                  <a:moveTo>
                    <a:pt x="18632" y="203991"/>
                  </a:moveTo>
                  <a:lnTo>
                    <a:pt x="0" y="179658"/>
                  </a:lnTo>
                  <a:lnTo>
                    <a:pt x="8159" y="156969"/>
                  </a:lnTo>
                  <a:lnTo>
                    <a:pt x="16629" y="134399"/>
                  </a:lnTo>
                  <a:lnTo>
                    <a:pt x="25407" y="111954"/>
                  </a:lnTo>
                  <a:lnTo>
                    <a:pt x="34493" y="89636"/>
                  </a:lnTo>
                  <a:lnTo>
                    <a:pt x="43885" y="67452"/>
                  </a:lnTo>
                  <a:lnTo>
                    <a:pt x="107120" y="0"/>
                  </a:lnTo>
                  <a:lnTo>
                    <a:pt x="165612" y="62133"/>
                  </a:lnTo>
                  <a:lnTo>
                    <a:pt x="144301" y="84985"/>
                  </a:lnTo>
                  <a:lnTo>
                    <a:pt x="123893" y="63242"/>
                  </a:lnTo>
                  <a:lnTo>
                    <a:pt x="115067" y="73297"/>
                  </a:lnTo>
                  <a:lnTo>
                    <a:pt x="114742" y="77286"/>
                  </a:lnTo>
                  <a:lnTo>
                    <a:pt x="133394" y="98822"/>
                  </a:lnTo>
                  <a:lnTo>
                    <a:pt x="122783" y="110602"/>
                  </a:lnTo>
                  <a:lnTo>
                    <a:pt x="120299" y="113841"/>
                  </a:lnTo>
                  <a:lnTo>
                    <a:pt x="102364" y="141052"/>
                  </a:lnTo>
                  <a:lnTo>
                    <a:pt x="94578" y="152865"/>
                  </a:lnTo>
                  <a:lnTo>
                    <a:pt x="87291" y="162042"/>
                  </a:lnTo>
                  <a:lnTo>
                    <a:pt x="79585" y="175347"/>
                  </a:lnTo>
                  <a:lnTo>
                    <a:pt x="76695" y="184216"/>
                  </a:lnTo>
                  <a:lnTo>
                    <a:pt x="75652" y="195961"/>
                  </a:lnTo>
                  <a:lnTo>
                    <a:pt x="79099" y="207040"/>
                  </a:lnTo>
                  <a:lnTo>
                    <a:pt x="82475" y="212797"/>
                  </a:lnTo>
                  <a:lnTo>
                    <a:pt x="89699" y="228565"/>
                  </a:lnTo>
                  <a:lnTo>
                    <a:pt x="95632" y="235804"/>
                  </a:lnTo>
                  <a:lnTo>
                    <a:pt x="102575" y="244658"/>
                  </a:lnTo>
                  <a:lnTo>
                    <a:pt x="113873" y="256725"/>
                  </a:lnTo>
                  <a:lnTo>
                    <a:pt x="113969" y="258549"/>
                  </a:lnTo>
                  <a:lnTo>
                    <a:pt x="113807" y="260369"/>
                  </a:lnTo>
                  <a:lnTo>
                    <a:pt x="113391" y="262146"/>
                  </a:lnTo>
                  <a:lnTo>
                    <a:pt x="109298" y="262146"/>
                  </a:lnTo>
                  <a:lnTo>
                    <a:pt x="89672" y="258450"/>
                  </a:lnTo>
                  <a:lnTo>
                    <a:pt x="73538" y="252167"/>
                  </a:lnTo>
                  <a:lnTo>
                    <a:pt x="53792" y="245884"/>
                  </a:lnTo>
                  <a:lnTo>
                    <a:pt x="43611" y="234973"/>
                  </a:lnTo>
                  <a:lnTo>
                    <a:pt x="23908" y="2097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5"/>
            <p:cNvSpPr/>
            <p:nvPr/>
          </p:nvSpPr>
          <p:spPr>
            <a:xfrm>
              <a:off x="2690980" y="4264280"/>
              <a:ext cx="83942" cy="103282"/>
            </a:xfrm>
            <a:custGeom>
              <a:avLst/>
              <a:pathLst>
                <a:path w="83942" h="103282">
                  <a:moveTo>
                    <a:pt x="0" y="46389"/>
                  </a:moveTo>
                  <a:lnTo>
                    <a:pt x="47031" y="0"/>
                  </a:lnTo>
                  <a:lnTo>
                    <a:pt x="83942" y="71228"/>
                  </a:lnTo>
                  <a:lnTo>
                    <a:pt x="50198" y="103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6"/>
            <p:cNvSpPr/>
            <p:nvPr/>
          </p:nvSpPr>
          <p:spPr>
            <a:xfrm>
              <a:off x="2747523" y="4247456"/>
              <a:ext cx="52021" cy="80382"/>
            </a:xfrm>
            <a:custGeom>
              <a:avLst/>
              <a:pathLst>
                <a:path w="52021" h="80382">
                  <a:moveTo>
                    <a:pt x="35744" y="80382"/>
                  </a:moveTo>
                  <a:lnTo>
                    <a:pt x="29536" y="76148"/>
                  </a:lnTo>
                  <a:lnTo>
                    <a:pt x="22199" y="56321"/>
                  </a:lnTo>
                  <a:lnTo>
                    <a:pt x="3942" y="20145"/>
                  </a:lnTo>
                  <a:lnTo>
                    <a:pt x="0" y="13343"/>
                  </a:lnTo>
                  <a:lnTo>
                    <a:pt x="1682" y="6800"/>
                  </a:lnTo>
                  <a:lnTo>
                    <a:pt x="7051" y="0"/>
                  </a:lnTo>
                  <a:lnTo>
                    <a:pt x="10060" y="1912"/>
                  </a:lnTo>
                  <a:lnTo>
                    <a:pt x="36881" y="16981"/>
                  </a:lnTo>
                  <a:lnTo>
                    <a:pt x="40462" y="18293"/>
                  </a:lnTo>
                  <a:lnTo>
                    <a:pt x="52021" y="26424"/>
                  </a:lnTo>
                  <a:lnTo>
                    <a:pt x="43133" y="72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77"/>
            <p:cNvSpPr/>
            <p:nvPr/>
          </p:nvSpPr>
          <p:spPr>
            <a:xfrm>
              <a:off x="2798056" y="4297825"/>
              <a:ext cx="45171" cy="45046"/>
            </a:xfrm>
            <a:custGeom>
              <a:avLst/>
              <a:pathLst>
                <a:path w="45171" h="45046">
                  <a:moveTo>
                    <a:pt x="0" y="28334"/>
                  </a:moveTo>
                  <a:lnTo>
                    <a:pt x="26488" y="0"/>
                  </a:lnTo>
                  <a:lnTo>
                    <a:pt x="45171" y="17609"/>
                  </a:lnTo>
                  <a:lnTo>
                    <a:pt x="15648" y="45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78"/>
            <p:cNvSpPr/>
            <p:nvPr/>
          </p:nvSpPr>
          <p:spPr>
            <a:xfrm>
              <a:off x="2713555" y="4331824"/>
              <a:ext cx="92898" cy="90807"/>
            </a:xfrm>
            <a:custGeom>
              <a:avLst/>
              <a:pathLst>
                <a:path w="92898" h="90807">
                  <a:moveTo>
                    <a:pt x="73032" y="35574"/>
                  </a:moveTo>
                  <a:lnTo>
                    <a:pt x="17846" y="90807"/>
                  </a:lnTo>
                  <a:lnTo>
                    <a:pt x="0" y="73840"/>
                  </a:lnTo>
                  <a:lnTo>
                    <a:pt x="55935" y="18697"/>
                  </a:lnTo>
                  <a:lnTo>
                    <a:pt x="75534" y="0"/>
                  </a:lnTo>
                  <a:lnTo>
                    <a:pt x="92898" y="164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79"/>
            <p:cNvSpPr/>
            <p:nvPr/>
          </p:nvSpPr>
          <p:spPr>
            <a:xfrm>
              <a:off x="2173330" y="4013609"/>
              <a:ext cx="167351" cy="177700"/>
            </a:xfrm>
            <a:custGeom>
              <a:avLst/>
              <a:pathLst>
                <a:path w="167351" h="177700">
                  <a:moveTo>
                    <a:pt x="0" y="33377"/>
                  </a:moveTo>
                  <a:lnTo>
                    <a:pt x="17037" y="20698"/>
                  </a:lnTo>
                  <a:lnTo>
                    <a:pt x="44852" y="0"/>
                  </a:lnTo>
                  <a:lnTo>
                    <a:pt x="46310" y="1508"/>
                  </a:lnTo>
                  <a:lnTo>
                    <a:pt x="49516" y="4823"/>
                  </a:lnTo>
                  <a:lnTo>
                    <a:pt x="90760" y="54964"/>
                  </a:lnTo>
                  <a:lnTo>
                    <a:pt x="136724" y="105458"/>
                  </a:lnTo>
                  <a:lnTo>
                    <a:pt x="167351" y="138808"/>
                  </a:lnTo>
                  <a:lnTo>
                    <a:pt x="116359" y="177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0"/>
            <p:cNvSpPr/>
            <p:nvPr/>
          </p:nvSpPr>
          <p:spPr>
            <a:xfrm>
              <a:off x="2116277" y="4041009"/>
              <a:ext cx="167902" cy="187383"/>
            </a:xfrm>
            <a:custGeom>
              <a:avLst/>
              <a:pathLst>
                <a:path w="167902" h="187383">
                  <a:moveTo>
                    <a:pt x="0" y="28829"/>
                  </a:moveTo>
                  <a:lnTo>
                    <a:pt x="42454" y="0"/>
                  </a:lnTo>
                  <a:lnTo>
                    <a:pt x="73717" y="39400"/>
                  </a:lnTo>
                  <a:lnTo>
                    <a:pt x="107340" y="77756"/>
                  </a:lnTo>
                  <a:lnTo>
                    <a:pt x="133708" y="110894"/>
                  </a:lnTo>
                  <a:lnTo>
                    <a:pt x="157909" y="142185"/>
                  </a:lnTo>
                  <a:lnTo>
                    <a:pt x="167902" y="155613"/>
                  </a:lnTo>
                  <a:lnTo>
                    <a:pt x="151949" y="167758"/>
                  </a:lnTo>
                  <a:lnTo>
                    <a:pt x="134768" y="181669"/>
                  </a:lnTo>
                  <a:lnTo>
                    <a:pt x="128459" y="186359"/>
                  </a:lnTo>
                  <a:lnTo>
                    <a:pt x="127081" y="187383"/>
                  </a:lnTo>
                  <a:lnTo>
                    <a:pt x="109874" y="166736"/>
                  </a:lnTo>
                  <a:lnTo>
                    <a:pt x="108506" y="165285"/>
                  </a:lnTo>
                  <a:lnTo>
                    <a:pt x="55642" y="91307"/>
                  </a:lnTo>
                  <a:lnTo>
                    <a:pt x="36077" y="66669"/>
                  </a:lnTo>
                  <a:lnTo>
                    <a:pt x="31444" y="621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1"/>
            <p:cNvSpPr/>
            <p:nvPr/>
          </p:nvSpPr>
          <p:spPr>
            <a:xfrm>
              <a:off x="2386501" y="4172863"/>
              <a:ext cx="97999" cy="100364"/>
            </a:xfrm>
            <a:custGeom>
              <a:avLst/>
              <a:pathLst>
                <a:path w="97999" h="100364">
                  <a:moveTo>
                    <a:pt x="0" y="16690"/>
                  </a:moveTo>
                  <a:lnTo>
                    <a:pt x="22926" y="0"/>
                  </a:lnTo>
                  <a:lnTo>
                    <a:pt x="58264" y="36801"/>
                  </a:lnTo>
                  <a:lnTo>
                    <a:pt x="97999" y="82349"/>
                  </a:lnTo>
                  <a:lnTo>
                    <a:pt x="75305" y="10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2"/>
            <p:cNvSpPr/>
            <p:nvPr/>
          </p:nvSpPr>
          <p:spPr>
            <a:xfrm>
              <a:off x="2992599" y="4444671"/>
              <a:ext cx="151884" cy="114115"/>
            </a:xfrm>
            <a:custGeom>
              <a:avLst/>
              <a:pathLst>
                <a:path w="151884" h="114115">
                  <a:moveTo>
                    <a:pt x="23620" y="0"/>
                  </a:moveTo>
                  <a:lnTo>
                    <a:pt x="67156" y="21670"/>
                  </a:lnTo>
                  <a:lnTo>
                    <a:pt x="151884" y="63238"/>
                  </a:lnTo>
                  <a:lnTo>
                    <a:pt x="124885" y="114115"/>
                  </a:lnTo>
                  <a:lnTo>
                    <a:pt x="2690" y="50473"/>
                  </a:lnTo>
                  <a:lnTo>
                    <a:pt x="0" y="4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3"/>
            <p:cNvSpPr/>
            <p:nvPr/>
          </p:nvSpPr>
          <p:spPr>
            <a:xfrm>
              <a:off x="2813407" y="4316913"/>
              <a:ext cx="49957" cy="47035"/>
            </a:xfrm>
            <a:custGeom>
              <a:avLst/>
              <a:pathLst>
                <a:path w="49957" h="47035">
                  <a:moveTo>
                    <a:pt x="16254" y="47035"/>
                  </a:moveTo>
                  <a:lnTo>
                    <a:pt x="0" y="30404"/>
                  </a:lnTo>
                  <a:lnTo>
                    <a:pt x="33703" y="0"/>
                  </a:lnTo>
                  <a:lnTo>
                    <a:pt x="49957" y="14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4"/>
            <p:cNvSpPr/>
            <p:nvPr/>
          </p:nvSpPr>
          <p:spPr>
            <a:xfrm>
              <a:off x="2435503" y="4524369"/>
              <a:ext cx="1245845" cy="708041"/>
            </a:xfrm>
            <a:custGeom>
              <a:avLst/>
              <a:pathLst>
                <a:path w="1245845" h="708041">
                  <a:moveTo>
                    <a:pt x="1245845" y="651197"/>
                  </a:moveTo>
                  <a:lnTo>
                    <a:pt x="1215738" y="708041"/>
                  </a:lnTo>
                  <a:lnTo>
                    <a:pt x="1214488" y="707501"/>
                  </a:lnTo>
                  <a:lnTo>
                    <a:pt x="1103860" y="655795"/>
                  </a:lnTo>
                  <a:lnTo>
                    <a:pt x="943576" y="571870"/>
                  </a:lnTo>
                  <a:lnTo>
                    <a:pt x="823174" y="509119"/>
                  </a:lnTo>
                  <a:lnTo>
                    <a:pt x="713155" y="445521"/>
                  </a:lnTo>
                  <a:lnTo>
                    <a:pt x="265102" y="212879"/>
                  </a:lnTo>
                  <a:lnTo>
                    <a:pt x="117600" y="130467"/>
                  </a:lnTo>
                  <a:lnTo>
                    <a:pt x="49532" y="88502"/>
                  </a:lnTo>
                  <a:lnTo>
                    <a:pt x="27913" y="71438"/>
                  </a:lnTo>
                  <a:lnTo>
                    <a:pt x="15682" y="61326"/>
                  </a:lnTo>
                  <a:lnTo>
                    <a:pt x="0" y="46318"/>
                  </a:lnTo>
                  <a:lnTo>
                    <a:pt x="44553" y="0"/>
                  </a:lnTo>
                  <a:lnTo>
                    <a:pt x="49532" y="4826"/>
                  </a:lnTo>
                  <a:lnTo>
                    <a:pt x="66950" y="18477"/>
                  </a:lnTo>
                  <a:lnTo>
                    <a:pt x="71150" y="21257"/>
                  </a:lnTo>
                  <a:lnTo>
                    <a:pt x="105246" y="45652"/>
                  </a:lnTo>
                  <a:lnTo>
                    <a:pt x="123653" y="57408"/>
                  </a:lnTo>
                  <a:lnTo>
                    <a:pt x="124518" y="58672"/>
                  </a:lnTo>
                  <a:lnTo>
                    <a:pt x="260427" y="128879"/>
                  </a:lnTo>
                  <a:lnTo>
                    <a:pt x="353438" y="177540"/>
                  </a:lnTo>
                  <a:lnTo>
                    <a:pt x="477451" y="243756"/>
                  </a:lnTo>
                  <a:lnTo>
                    <a:pt x="567151" y="288721"/>
                  </a:lnTo>
                  <a:lnTo>
                    <a:pt x="685744" y="360793"/>
                  </a:lnTo>
                  <a:lnTo>
                    <a:pt x="853135" y="450003"/>
                  </a:lnTo>
                  <a:lnTo>
                    <a:pt x="914933" y="482726"/>
                  </a:lnTo>
                  <a:lnTo>
                    <a:pt x="905120" y="493628"/>
                  </a:lnTo>
                  <a:lnTo>
                    <a:pt x="863160" y="483649"/>
                  </a:lnTo>
                  <a:lnTo>
                    <a:pt x="838477" y="483342"/>
                  </a:lnTo>
                  <a:lnTo>
                    <a:pt x="837875" y="487345"/>
                  </a:lnTo>
                  <a:lnTo>
                    <a:pt x="866471" y="489932"/>
                  </a:lnTo>
                  <a:lnTo>
                    <a:pt x="887060" y="496585"/>
                  </a:lnTo>
                  <a:lnTo>
                    <a:pt x="907106" y="501820"/>
                  </a:lnTo>
                  <a:lnTo>
                    <a:pt x="917040" y="509212"/>
                  </a:lnTo>
                  <a:lnTo>
                    <a:pt x="935100" y="525781"/>
                  </a:lnTo>
                  <a:lnTo>
                    <a:pt x="939013" y="521531"/>
                  </a:lnTo>
                  <a:lnTo>
                    <a:pt x="928478" y="512600"/>
                  </a:lnTo>
                  <a:lnTo>
                    <a:pt x="917341" y="500588"/>
                  </a:lnTo>
                  <a:lnTo>
                    <a:pt x="919147" y="495045"/>
                  </a:lnTo>
                  <a:lnTo>
                    <a:pt x="939916" y="493813"/>
                  </a:lnTo>
                  <a:lnTo>
                    <a:pt x="979287" y="493792"/>
                  </a:lnTo>
                  <a:lnTo>
                    <a:pt x="1076933" y="542576"/>
                  </a:lnTo>
                  <a:lnTo>
                    <a:pt x="1101014" y="579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5"/>
            <p:cNvSpPr/>
            <p:nvPr/>
          </p:nvSpPr>
          <p:spPr>
            <a:xfrm>
              <a:off x="3654666" y="5177096"/>
              <a:ext cx="338739" cy="219114"/>
            </a:xfrm>
            <a:custGeom>
              <a:avLst/>
              <a:pathLst>
                <a:path w="338739" h="219114">
                  <a:moveTo>
                    <a:pt x="230986" y="179072"/>
                  </a:moveTo>
                  <a:lnTo>
                    <a:pt x="202372" y="164530"/>
                  </a:lnTo>
                  <a:lnTo>
                    <a:pt x="198118" y="162447"/>
                  </a:lnTo>
                  <a:lnTo>
                    <a:pt x="59177" y="86256"/>
                  </a:lnTo>
                  <a:lnTo>
                    <a:pt x="27584" y="69852"/>
                  </a:lnTo>
                  <a:lnTo>
                    <a:pt x="0" y="56959"/>
                  </a:lnTo>
                  <a:lnTo>
                    <a:pt x="17772" y="22850"/>
                  </a:lnTo>
                  <a:lnTo>
                    <a:pt x="29752" y="0"/>
                  </a:lnTo>
                  <a:lnTo>
                    <a:pt x="165828" y="67794"/>
                  </a:lnTo>
                  <a:lnTo>
                    <a:pt x="233075" y="102442"/>
                  </a:lnTo>
                  <a:lnTo>
                    <a:pt x="263196" y="115991"/>
                  </a:lnTo>
                  <a:lnTo>
                    <a:pt x="285047" y="126864"/>
                  </a:lnTo>
                  <a:lnTo>
                    <a:pt x="308342" y="138454"/>
                  </a:lnTo>
                  <a:lnTo>
                    <a:pt x="325304" y="146894"/>
                  </a:lnTo>
                  <a:lnTo>
                    <a:pt x="338739" y="152061"/>
                  </a:lnTo>
                  <a:lnTo>
                    <a:pt x="333073" y="163517"/>
                  </a:lnTo>
                  <a:lnTo>
                    <a:pt x="304739" y="219114"/>
                  </a:lnTo>
                  <a:lnTo>
                    <a:pt x="294209" y="213499"/>
                  </a:lnTo>
                  <a:lnTo>
                    <a:pt x="290284" y="211446"/>
                  </a:lnTo>
                  <a:lnTo>
                    <a:pt x="261290" y="1962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6"/>
            <p:cNvSpPr/>
            <p:nvPr/>
          </p:nvSpPr>
          <p:spPr>
            <a:xfrm>
              <a:off x="2148011" y="3869562"/>
              <a:ext cx="118251" cy="132677"/>
            </a:xfrm>
            <a:custGeom>
              <a:avLst/>
              <a:pathLst>
                <a:path w="118251" h="132677">
                  <a:moveTo>
                    <a:pt x="75629" y="132677"/>
                  </a:moveTo>
                  <a:lnTo>
                    <a:pt x="0" y="38539"/>
                  </a:lnTo>
                  <a:lnTo>
                    <a:pt x="39869" y="0"/>
                  </a:lnTo>
                  <a:lnTo>
                    <a:pt x="118251" y="1090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87"/>
            <p:cNvSpPr/>
            <p:nvPr/>
          </p:nvSpPr>
          <p:spPr>
            <a:xfrm>
              <a:off x="2385918" y="3882421"/>
              <a:ext cx="179438" cy="210545"/>
            </a:xfrm>
            <a:custGeom>
              <a:avLst/>
              <a:pathLst>
                <a:path w="179438" h="210545">
                  <a:moveTo>
                    <a:pt x="0" y="29576"/>
                  </a:moveTo>
                  <a:lnTo>
                    <a:pt x="45337" y="0"/>
                  </a:lnTo>
                  <a:lnTo>
                    <a:pt x="114319" y="92448"/>
                  </a:lnTo>
                  <a:lnTo>
                    <a:pt x="179438" y="176913"/>
                  </a:lnTo>
                  <a:lnTo>
                    <a:pt x="178535" y="181348"/>
                  </a:lnTo>
                  <a:lnTo>
                    <a:pt x="129592" y="210545"/>
                  </a:lnTo>
                  <a:lnTo>
                    <a:pt x="68851" y="123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88"/>
            <p:cNvSpPr/>
            <p:nvPr/>
          </p:nvSpPr>
          <p:spPr>
            <a:xfrm>
              <a:off x="3970873" y="5347210"/>
              <a:ext cx="41885" cy="58691"/>
            </a:xfrm>
            <a:custGeom>
              <a:avLst/>
              <a:pathLst>
                <a:path w="41885" h="58691">
                  <a:moveTo>
                    <a:pt x="0" y="50418"/>
                  </a:moveTo>
                  <a:lnTo>
                    <a:pt x="27890" y="0"/>
                  </a:lnTo>
                  <a:lnTo>
                    <a:pt x="41885" y="7822"/>
                  </a:lnTo>
                  <a:lnTo>
                    <a:pt x="15701" y="58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89"/>
            <p:cNvSpPr/>
            <p:nvPr/>
          </p:nvSpPr>
          <p:spPr>
            <a:xfrm>
              <a:off x="3989827" y="5357827"/>
              <a:ext cx="42727" cy="57672"/>
            </a:xfrm>
            <a:custGeom>
              <a:avLst/>
              <a:pathLst>
                <a:path w="42727" h="57672">
                  <a:moveTo>
                    <a:pt x="0" y="49012"/>
                  </a:moveTo>
                  <a:lnTo>
                    <a:pt x="26172" y="0"/>
                  </a:lnTo>
                  <a:lnTo>
                    <a:pt x="42727" y="8808"/>
                  </a:lnTo>
                  <a:lnTo>
                    <a:pt x="17313" y="576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0"/>
            <p:cNvSpPr/>
            <p:nvPr/>
          </p:nvSpPr>
          <p:spPr>
            <a:xfrm>
              <a:off x="4029515" y="5375104"/>
              <a:ext cx="42837" cy="61657"/>
            </a:xfrm>
            <a:custGeom>
              <a:avLst/>
              <a:pathLst>
                <a:path w="42837" h="61657">
                  <a:moveTo>
                    <a:pt x="0" y="53034"/>
                  </a:moveTo>
                  <a:lnTo>
                    <a:pt x="26892" y="0"/>
                  </a:lnTo>
                  <a:lnTo>
                    <a:pt x="42837" y="8486"/>
                  </a:lnTo>
                  <a:lnTo>
                    <a:pt x="16555" y="61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1"/>
            <p:cNvSpPr/>
            <p:nvPr/>
          </p:nvSpPr>
          <p:spPr>
            <a:xfrm>
              <a:off x="4049063" y="5383997"/>
              <a:ext cx="41103" cy="61776"/>
            </a:xfrm>
            <a:custGeom>
              <a:avLst/>
              <a:pathLst>
                <a:path w="41103" h="61776">
                  <a:moveTo>
                    <a:pt x="0" y="54882"/>
                  </a:moveTo>
                  <a:lnTo>
                    <a:pt x="25374" y="0"/>
                  </a:lnTo>
                  <a:lnTo>
                    <a:pt x="41103" y="7029"/>
                  </a:lnTo>
                  <a:lnTo>
                    <a:pt x="13789" y="61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2"/>
            <p:cNvSpPr/>
            <p:nvPr/>
          </p:nvSpPr>
          <p:spPr>
            <a:xfrm>
              <a:off x="2330693" y="3916405"/>
              <a:ext cx="180129" cy="209776"/>
            </a:xfrm>
            <a:custGeom>
              <a:avLst/>
              <a:pathLst>
                <a:path w="180129" h="209776">
                  <a:moveTo>
                    <a:pt x="0" y="31564"/>
                  </a:moveTo>
                  <a:lnTo>
                    <a:pt x="48560" y="0"/>
                  </a:lnTo>
                  <a:lnTo>
                    <a:pt x="180129" y="179741"/>
                  </a:lnTo>
                  <a:lnTo>
                    <a:pt x="163501" y="189362"/>
                  </a:lnTo>
                  <a:lnTo>
                    <a:pt x="133119" y="209776"/>
                  </a:lnTo>
                  <a:lnTo>
                    <a:pt x="131896" y="208229"/>
                  </a:lnTo>
                  <a:lnTo>
                    <a:pt x="115708" y="187757"/>
                  </a:lnTo>
                  <a:lnTo>
                    <a:pt x="98467" y="164578"/>
                  </a:lnTo>
                  <a:lnTo>
                    <a:pt x="80958" y="143031"/>
                  </a:lnTo>
                  <a:lnTo>
                    <a:pt x="80423" y="142306"/>
                  </a:lnTo>
                  <a:lnTo>
                    <a:pt x="45406" y="90064"/>
                  </a:lnTo>
                  <a:lnTo>
                    <a:pt x="11995" y="48229"/>
                  </a:lnTo>
                  <a:lnTo>
                    <a:pt x="1738" y="340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3"/>
            <p:cNvSpPr/>
            <p:nvPr/>
          </p:nvSpPr>
          <p:spPr>
            <a:xfrm>
              <a:off x="2100278" y="3912840"/>
              <a:ext cx="114331" cy="127923"/>
            </a:xfrm>
            <a:custGeom>
              <a:avLst/>
              <a:pathLst>
                <a:path w="114331" h="127923">
                  <a:moveTo>
                    <a:pt x="0" y="39436"/>
                  </a:moveTo>
                  <a:lnTo>
                    <a:pt x="40149" y="0"/>
                  </a:lnTo>
                  <a:lnTo>
                    <a:pt x="114331" y="95374"/>
                  </a:lnTo>
                  <a:lnTo>
                    <a:pt x="68830" y="127923"/>
                  </a:lnTo>
                  <a:lnTo>
                    <a:pt x="41632" y="920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4"/>
            <p:cNvSpPr/>
            <p:nvPr/>
          </p:nvSpPr>
          <p:spPr>
            <a:xfrm>
              <a:off x="2330015" y="3720068"/>
              <a:ext cx="173894" cy="157172"/>
            </a:xfrm>
            <a:custGeom>
              <a:avLst/>
              <a:pathLst>
                <a:path w="173894" h="157172">
                  <a:moveTo>
                    <a:pt x="103452" y="52941"/>
                  </a:moveTo>
                  <a:lnTo>
                    <a:pt x="173894" y="92390"/>
                  </a:lnTo>
                  <a:lnTo>
                    <a:pt x="95719" y="157172"/>
                  </a:lnTo>
                  <a:lnTo>
                    <a:pt x="0" y="15275"/>
                  </a:lnTo>
                  <a:lnTo>
                    <a:pt x="139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5"/>
            <p:cNvSpPr/>
            <p:nvPr/>
          </p:nvSpPr>
          <p:spPr>
            <a:xfrm>
              <a:off x="1966214" y="4004012"/>
              <a:ext cx="272935" cy="288207"/>
            </a:xfrm>
            <a:custGeom>
              <a:avLst/>
              <a:pathLst>
                <a:path w="272935" h="288207">
                  <a:moveTo>
                    <a:pt x="175613" y="253961"/>
                  </a:moveTo>
                  <a:lnTo>
                    <a:pt x="130342" y="208626"/>
                  </a:lnTo>
                  <a:lnTo>
                    <a:pt x="61176" y="138949"/>
                  </a:lnTo>
                  <a:lnTo>
                    <a:pt x="64834" y="134450"/>
                  </a:lnTo>
                  <a:lnTo>
                    <a:pt x="40753" y="108464"/>
                  </a:lnTo>
                  <a:lnTo>
                    <a:pt x="82330" y="68811"/>
                  </a:lnTo>
                  <a:lnTo>
                    <a:pt x="106034" y="94220"/>
                  </a:lnTo>
                  <a:lnTo>
                    <a:pt x="109420" y="91140"/>
                  </a:lnTo>
                  <a:lnTo>
                    <a:pt x="88726" y="68234"/>
                  </a:lnTo>
                  <a:lnTo>
                    <a:pt x="89667" y="61112"/>
                  </a:lnTo>
                  <a:lnTo>
                    <a:pt x="86657" y="58802"/>
                  </a:lnTo>
                  <a:lnTo>
                    <a:pt x="32933" y="110497"/>
                  </a:lnTo>
                  <a:lnTo>
                    <a:pt x="0" y="77320"/>
                  </a:lnTo>
                  <a:lnTo>
                    <a:pt x="79426" y="2543"/>
                  </a:lnTo>
                  <a:lnTo>
                    <a:pt x="82128" y="0"/>
                  </a:lnTo>
                  <a:lnTo>
                    <a:pt x="107413" y="27718"/>
                  </a:lnTo>
                  <a:lnTo>
                    <a:pt x="148237" y="78152"/>
                  </a:lnTo>
                  <a:lnTo>
                    <a:pt x="153424" y="83851"/>
                  </a:lnTo>
                  <a:lnTo>
                    <a:pt x="185261" y="114173"/>
                  </a:lnTo>
                  <a:lnTo>
                    <a:pt x="251234" y="202263"/>
                  </a:lnTo>
                  <a:lnTo>
                    <a:pt x="272935" y="227843"/>
                  </a:lnTo>
                  <a:lnTo>
                    <a:pt x="209724" y="288207"/>
                  </a:lnTo>
                  <a:lnTo>
                    <a:pt x="206372" y="284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6"/>
            <p:cNvSpPr/>
            <p:nvPr/>
          </p:nvSpPr>
          <p:spPr>
            <a:xfrm>
              <a:off x="3140850" y="4469652"/>
              <a:ext cx="91354" cy="147938"/>
            </a:xfrm>
            <a:custGeom>
              <a:avLst/>
              <a:pathLst>
                <a:path w="91354" h="147938">
                  <a:moveTo>
                    <a:pt x="91088" y="93281"/>
                  </a:moveTo>
                  <a:lnTo>
                    <a:pt x="60200" y="147938"/>
                  </a:lnTo>
                  <a:lnTo>
                    <a:pt x="39567" y="118264"/>
                  </a:lnTo>
                  <a:lnTo>
                    <a:pt x="0" y="62134"/>
                  </a:lnTo>
                  <a:lnTo>
                    <a:pt x="34206" y="1538"/>
                  </a:lnTo>
                  <a:lnTo>
                    <a:pt x="35074" y="0"/>
                  </a:lnTo>
                  <a:lnTo>
                    <a:pt x="58411" y="37275"/>
                  </a:lnTo>
                  <a:lnTo>
                    <a:pt x="89274" y="89302"/>
                  </a:lnTo>
                  <a:lnTo>
                    <a:pt x="91354" y="928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697"/>
            <p:cNvSpPr/>
            <p:nvPr/>
          </p:nvSpPr>
          <p:spPr>
            <a:xfrm>
              <a:off x="3110199" y="4536161"/>
              <a:ext cx="84636" cy="87740"/>
            </a:xfrm>
            <a:custGeom>
              <a:avLst/>
              <a:pathLst>
                <a:path w="84636" h="87740">
                  <a:moveTo>
                    <a:pt x="234" y="49797"/>
                  </a:moveTo>
                  <a:lnTo>
                    <a:pt x="27212" y="0"/>
                  </a:lnTo>
                  <a:lnTo>
                    <a:pt x="84636" y="83429"/>
                  </a:lnTo>
                  <a:lnTo>
                    <a:pt x="82108" y="87740"/>
                  </a:lnTo>
                  <a:lnTo>
                    <a:pt x="0" y="51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698"/>
            <p:cNvSpPr/>
            <p:nvPr/>
          </p:nvSpPr>
          <p:spPr>
            <a:xfrm>
              <a:off x="2276260" y="3951124"/>
              <a:ext cx="183461" cy="210150"/>
            </a:xfrm>
            <a:custGeom>
              <a:avLst/>
              <a:pathLst>
                <a:path w="183461" h="210150">
                  <a:moveTo>
                    <a:pt x="0" y="30013"/>
                  </a:moveTo>
                  <a:lnTo>
                    <a:pt x="49878" y="0"/>
                  </a:lnTo>
                  <a:lnTo>
                    <a:pt x="103122" y="77609"/>
                  </a:lnTo>
                  <a:lnTo>
                    <a:pt x="142160" y="125261"/>
                  </a:lnTo>
                  <a:lnTo>
                    <a:pt x="183461" y="176846"/>
                  </a:lnTo>
                  <a:lnTo>
                    <a:pt x="134126" y="210150"/>
                  </a:lnTo>
                  <a:lnTo>
                    <a:pt x="68810" y="126658"/>
                  </a:lnTo>
                  <a:lnTo>
                    <a:pt x="34134" y="7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699"/>
            <p:cNvSpPr/>
            <p:nvPr/>
          </p:nvSpPr>
          <p:spPr>
            <a:xfrm>
              <a:off x="2052801" y="3957701"/>
              <a:ext cx="101868" cy="108655"/>
            </a:xfrm>
            <a:custGeom>
              <a:avLst/>
              <a:pathLst>
                <a:path w="101868" h="108655">
                  <a:moveTo>
                    <a:pt x="62434" y="105570"/>
                  </a:moveTo>
                  <a:lnTo>
                    <a:pt x="59636" y="107587"/>
                  </a:lnTo>
                  <a:lnTo>
                    <a:pt x="58154" y="108655"/>
                  </a:lnTo>
                  <a:lnTo>
                    <a:pt x="0" y="44595"/>
                  </a:lnTo>
                  <a:lnTo>
                    <a:pt x="1242" y="43347"/>
                  </a:lnTo>
                  <a:lnTo>
                    <a:pt x="8206" y="36352"/>
                  </a:lnTo>
                  <a:lnTo>
                    <a:pt x="45180" y="0"/>
                  </a:lnTo>
                  <a:lnTo>
                    <a:pt x="92079" y="63033"/>
                  </a:lnTo>
                  <a:lnTo>
                    <a:pt x="95383" y="67475"/>
                  </a:lnTo>
                  <a:lnTo>
                    <a:pt x="101868" y="76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0"/>
            <p:cNvSpPr/>
            <p:nvPr/>
          </p:nvSpPr>
          <p:spPr>
            <a:xfrm>
              <a:off x="2226359" y="3982266"/>
              <a:ext cx="178620" cy="200068"/>
            </a:xfrm>
            <a:custGeom>
              <a:avLst/>
              <a:pathLst>
                <a:path w="178620" h="200068">
                  <a:moveTo>
                    <a:pt x="37802" y="74196"/>
                  </a:moveTo>
                  <a:lnTo>
                    <a:pt x="0" y="26543"/>
                  </a:lnTo>
                  <a:lnTo>
                    <a:pt x="45214" y="0"/>
                  </a:lnTo>
                  <a:lnTo>
                    <a:pt x="127489" y="115276"/>
                  </a:lnTo>
                  <a:lnTo>
                    <a:pt x="178620" y="181266"/>
                  </a:lnTo>
                  <a:lnTo>
                    <a:pt x="153561" y="2000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1"/>
            <p:cNvSpPr/>
            <p:nvPr/>
          </p:nvSpPr>
          <p:spPr>
            <a:xfrm>
              <a:off x="2574397" y="4017979"/>
              <a:ext cx="155723" cy="232723"/>
            </a:xfrm>
            <a:custGeom>
              <a:avLst/>
              <a:pathLst>
                <a:path w="155723" h="232723">
                  <a:moveTo>
                    <a:pt x="15860" y="36500"/>
                  </a:moveTo>
                  <a:lnTo>
                    <a:pt x="45552" y="16961"/>
                  </a:lnTo>
                  <a:lnTo>
                    <a:pt x="75264" y="2379"/>
                  </a:lnTo>
                  <a:lnTo>
                    <a:pt x="78261" y="923"/>
                  </a:lnTo>
                  <a:lnTo>
                    <a:pt x="82324" y="0"/>
                  </a:lnTo>
                  <a:lnTo>
                    <a:pt x="86237" y="461"/>
                  </a:lnTo>
                  <a:lnTo>
                    <a:pt x="88383" y="10350"/>
                  </a:lnTo>
                  <a:lnTo>
                    <a:pt x="118158" y="116637"/>
                  </a:lnTo>
                  <a:lnTo>
                    <a:pt x="155723" y="228988"/>
                  </a:lnTo>
                  <a:lnTo>
                    <a:pt x="118647" y="232723"/>
                  </a:lnTo>
                  <a:lnTo>
                    <a:pt x="73445" y="169850"/>
                  </a:lnTo>
                  <a:lnTo>
                    <a:pt x="46806" y="129967"/>
                  </a:lnTo>
                  <a:lnTo>
                    <a:pt x="0" y="50662"/>
                  </a:lnTo>
                  <a:lnTo>
                    <a:pt x="2007" y="49510"/>
                  </a:lnTo>
                  <a:lnTo>
                    <a:pt x="18511" y="40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2"/>
            <p:cNvSpPr/>
            <p:nvPr/>
          </p:nvSpPr>
          <p:spPr>
            <a:xfrm>
              <a:off x="4058465" y="5360937"/>
              <a:ext cx="39693" cy="25993"/>
            </a:xfrm>
            <a:custGeom>
              <a:avLst/>
              <a:pathLst>
                <a:path w="39693" h="25993">
                  <a:moveTo>
                    <a:pt x="0" y="5292"/>
                  </a:moveTo>
                  <a:lnTo>
                    <a:pt x="903" y="3667"/>
                  </a:lnTo>
                  <a:lnTo>
                    <a:pt x="2517" y="0"/>
                  </a:lnTo>
                  <a:lnTo>
                    <a:pt x="39693" y="17867"/>
                  </a:lnTo>
                  <a:lnTo>
                    <a:pt x="34424" y="25993"/>
                  </a:lnTo>
                  <a:lnTo>
                    <a:pt x="4099" y="11333"/>
                  </a:lnTo>
                  <a:lnTo>
                    <a:pt x="5959" y="82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3"/>
            <p:cNvSpPr/>
            <p:nvPr/>
          </p:nvSpPr>
          <p:spPr>
            <a:xfrm>
              <a:off x="3000234" y="4408432"/>
              <a:ext cx="54757" cy="38947"/>
            </a:xfrm>
            <a:custGeom>
              <a:avLst/>
              <a:pathLst>
                <a:path w="54757" h="38947">
                  <a:moveTo>
                    <a:pt x="0" y="15599"/>
                  </a:moveTo>
                  <a:lnTo>
                    <a:pt x="7023" y="0"/>
                  </a:lnTo>
                  <a:lnTo>
                    <a:pt x="54757" y="22966"/>
                  </a:lnTo>
                  <a:lnTo>
                    <a:pt x="46541" y="389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4"/>
            <p:cNvSpPr/>
            <p:nvPr/>
          </p:nvSpPr>
          <p:spPr>
            <a:xfrm>
              <a:off x="3010117" y="4390723"/>
              <a:ext cx="55058" cy="36939"/>
            </a:xfrm>
            <a:custGeom>
              <a:avLst/>
              <a:pathLst>
                <a:path w="55058" h="36939">
                  <a:moveTo>
                    <a:pt x="50910" y="29408"/>
                  </a:moveTo>
                  <a:lnTo>
                    <a:pt x="46795" y="36939"/>
                  </a:lnTo>
                  <a:lnTo>
                    <a:pt x="0" y="14167"/>
                  </a:lnTo>
                  <a:lnTo>
                    <a:pt x="5869" y="0"/>
                  </a:lnTo>
                  <a:lnTo>
                    <a:pt x="54628" y="21628"/>
                  </a:lnTo>
                  <a:lnTo>
                    <a:pt x="55058" y="21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5"/>
            <p:cNvSpPr/>
            <p:nvPr/>
          </p:nvSpPr>
          <p:spPr>
            <a:xfrm>
              <a:off x="3017221" y="4371258"/>
              <a:ext cx="56692" cy="37693"/>
            </a:xfrm>
            <a:custGeom>
              <a:avLst/>
              <a:pathLst>
                <a:path w="56692" h="37693">
                  <a:moveTo>
                    <a:pt x="56692" y="22611"/>
                  </a:moveTo>
                  <a:lnTo>
                    <a:pt x="49916" y="37693"/>
                  </a:lnTo>
                  <a:lnTo>
                    <a:pt x="49285" y="37406"/>
                  </a:lnTo>
                  <a:lnTo>
                    <a:pt x="0" y="14967"/>
                  </a:lnTo>
                  <a:lnTo>
                    <a:pt x="6772" y="0"/>
                  </a:lnTo>
                  <a:lnTo>
                    <a:pt x="56415" y="22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6"/>
            <p:cNvSpPr/>
            <p:nvPr/>
          </p:nvSpPr>
          <p:spPr>
            <a:xfrm>
              <a:off x="3024980" y="4354442"/>
              <a:ext cx="57635" cy="37199"/>
            </a:xfrm>
            <a:custGeom>
              <a:avLst/>
              <a:pathLst>
                <a:path w="57635" h="37199">
                  <a:moveTo>
                    <a:pt x="57635" y="22279"/>
                  </a:moveTo>
                  <a:lnTo>
                    <a:pt x="50188" y="37199"/>
                  </a:lnTo>
                  <a:lnTo>
                    <a:pt x="49753" y="37003"/>
                  </a:lnTo>
                  <a:lnTo>
                    <a:pt x="0" y="14620"/>
                  </a:lnTo>
                  <a:lnTo>
                    <a:pt x="6374" y="0"/>
                  </a:lnTo>
                  <a:lnTo>
                    <a:pt x="56934" y="219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07"/>
            <p:cNvSpPr/>
            <p:nvPr/>
          </p:nvSpPr>
          <p:spPr>
            <a:xfrm>
              <a:off x="2870465" y="4385140"/>
              <a:ext cx="36611" cy="37515"/>
            </a:xfrm>
            <a:custGeom>
              <a:avLst/>
              <a:pathLst>
                <a:path w="36611" h="37515">
                  <a:moveTo>
                    <a:pt x="36611" y="20527"/>
                  </a:moveTo>
                  <a:lnTo>
                    <a:pt x="20004" y="37515"/>
                  </a:lnTo>
                  <a:lnTo>
                    <a:pt x="0" y="16754"/>
                  </a:lnTo>
                  <a:lnTo>
                    <a:pt x="1721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08"/>
            <p:cNvSpPr/>
            <p:nvPr/>
          </p:nvSpPr>
          <p:spPr>
            <a:xfrm>
              <a:off x="3991328" y="5328802"/>
              <a:ext cx="29310" cy="21277"/>
            </a:xfrm>
            <a:custGeom>
              <a:avLst/>
              <a:pathLst>
                <a:path w="29310" h="21277">
                  <a:moveTo>
                    <a:pt x="0" y="9311"/>
                  </a:moveTo>
                  <a:lnTo>
                    <a:pt x="4555" y="0"/>
                  </a:lnTo>
                  <a:lnTo>
                    <a:pt x="29310" y="12602"/>
                  </a:lnTo>
                  <a:lnTo>
                    <a:pt x="24323" y="212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09"/>
            <p:cNvSpPr/>
            <p:nvPr/>
          </p:nvSpPr>
          <p:spPr>
            <a:xfrm>
              <a:off x="4009330" y="5370207"/>
              <a:ext cx="42020" cy="56116"/>
            </a:xfrm>
            <a:custGeom>
              <a:avLst/>
              <a:pathLst>
                <a:path w="42020" h="56116">
                  <a:moveTo>
                    <a:pt x="0" y="47644"/>
                  </a:moveTo>
                  <a:lnTo>
                    <a:pt x="26294" y="0"/>
                  </a:lnTo>
                  <a:lnTo>
                    <a:pt x="31987" y="2969"/>
                  </a:lnTo>
                  <a:lnTo>
                    <a:pt x="42020" y="6744"/>
                  </a:lnTo>
                  <a:lnTo>
                    <a:pt x="16023" y="561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0"/>
            <p:cNvSpPr/>
            <p:nvPr/>
          </p:nvSpPr>
          <p:spPr>
            <a:xfrm>
              <a:off x="2781097" y="4352723"/>
              <a:ext cx="43269" cy="43266"/>
            </a:xfrm>
            <a:custGeom>
              <a:avLst/>
              <a:pathLst>
                <a:path w="43269" h="43266">
                  <a:moveTo>
                    <a:pt x="1632" y="29430"/>
                  </a:moveTo>
                  <a:lnTo>
                    <a:pt x="8125" y="22513"/>
                  </a:lnTo>
                  <a:lnTo>
                    <a:pt x="31347" y="0"/>
                  </a:lnTo>
                  <a:lnTo>
                    <a:pt x="42183" y="11087"/>
                  </a:lnTo>
                  <a:lnTo>
                    <a:pt x="43269" y="12746"/>
                  </a:lnTo>
                  <a:lnTo>
                    <a:pt x="24646" y="31559"/>
                  </a:lnTo>
                  <a:lnTo>
                    <a:pt x="14489" y="41513"/>
                  </a:lnTo>
                  <a:lnTo>
                    <a:pt x="12521" y="43266"/>
                  </a:lnTo>
                  <a:lnTo>
                    <a:pt x="0" y="311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1"/>
            <p:cNvSpPr/>
            <p:nvPr/>
          </p:nvSpPr>
          <p:spPr>
            <a:xfrm>
              <a:off x="2748437" y="4385891"/>
              <a:ext cx="39519" cy="38599"/>
            </a:xfrm>
            <a:custGeom>
              <a:avLst/>
              <a:pathLst>
                <a:path w="39519" h="38599">
                  <a:moveTo>
                    <a:pt x="39519" y="15760"/>
                  </a:moveTo>
                  <a:lnTo>
                    <a:pt x="13723" y="38599"/>
                  </a:lnTo>
                  <a:lnTo>
                    <a:pt x="0" y="24751"/>
                  </a:lnTo>
                  <a:lnTo>
                    <a:pt x="2451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2"/>
            <p:cNvSpPr/>
            <p:nvPr/>
          </p:nvSpPr>
          <p:spPr>
            <a:xfrm>
              <a:off x="2826894" y="4417577"/>
              <a:ext cx="49330" cy="46477"/>
            </a:xfrm>
            <a:custGeom>
              <a:avLst/>
              <a:pathLst>
                <a:path w="49330" h="46477">
                  <a:moveTo>
                    <a:pt x="49330" y="31542"/>
                  </a:moveTo>
                  <a:lnTo>
                    <a:pt x="34956" y="46477"/>
                  </a:lnTo>
                  <a:lnTo>
                    <a:pt x="0" y="17812"/>
                  </a:lnTo>
                  <a:lnTo>
                    <a:pt x="1556" y="15919"/>
                  </a:lnTo>
                  <a:lnTo>
                    <a:pt x="169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3"/>
            <p:cNvSpPr/>
            <p:nvPr/>
          </p:nvSpPr>
          <p:spPr>
            <a:xfrm>
              <a:off x="2834350" y="4333170"/>
              <a:ext cx="50225" cy="49523"/>
            </a:xfrm>
            <a:custGeom>
              <a:avLst/>
              <a:pathLst>
                <a:path w="50225" h="49523">
                  <a:moveTo>
                    <a:pt x="50225" y="12935"/>
                  </a:moveTo>
                  <a:lnTo>
                    <a:pt x="15008" y="49523"/>
                  </a:lnTo>
                  <a:lnTo>
                    <a:pt x="0" y="35789"/>
                  </a:lnTo>
                  <a:lnTo>
                    <a:pt x="3622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4"/>
            <p:cNvSpPr/>
            <p:nvPr/>
          </p:nvSpPr>
          <p:spPr>
            <a:xfrm>
              <a:off x="2851597" y="4349062"/>
              <a:ext cx="47279" cy="47772"/>
            </a:xfrm>
            <a:custGeom>
              <a:avLst/>
              <a:pathLst>
                <a:path w="47279" h="47772">
                  <a:moveTo>
                    <a:pt x="47279" y="13047"/>
                  </a:moveTo>
                  <a:lnTo>
                    <a:pt x="10707" y="47772"/>
                  </a:lnTo>
                  <a:lnTo>
                    <a:pt x="0" y="36792"/>
                  </a:lnTo>
                  <a:lnTo>
                    <a:pt x="34874" y="0"/>
                  </a:lnTo>
                  <a:lnTo>
                    <a:pt x="40726" y="5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5"/>
            <p:cNvSpPr/>
            <p:nvPr/>
          </p:nvSpPr>
          <p:spPr>
            <a:xfrm>
              <a:off x="2904630" y="4381018"/>
              <a:ext cx="32336" cy="40676"/>
            </a:xfrm>
            <a:custGeom>
              <a:avLst/>
              <a:pathLst>
                <a:path w="32336" h="40676">
                  <a:moveTo>
                    <a:pt x="0" y="15223"/>
                  </a:moveTo>
                  <a:lnTo>
                    <a:pt x="15658" y="0"/>
                  </a:lnTo>
                  <a:lnTo>
                    <a:pt x="32336" y="22253"/>
                  </a:lnTo>
                  <a:lnTo>
                    <a:pt x="31496" y="26217"/>
                  </a:lnTo>
                  <a:lnTo>
                    <a:pt x="25156" y="40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6"/>
            <p:cNvSpPr/>
            <p:nvPr/>
          </p:nvSpPr>
          <p:spPr>
            <a:xfrm>
              <a:off x="2846471" y="4403476"/>
              <a:ext cx="44550" cy="43513"/>
            </a:xfrm>
            <a:custGeom>
              <a:avLst/>
              <a:pathLst>
                <a:path w="44550" h="43513">
                  <a:moveTo>
                    <a:pt x="44550" y="30093"/>
                  </a:moveTo>
                  <a:lnTo>
                    <a:pt x="30855" y="43513"/>
                  </a:lnTo>
                  <a:lnTo>
                    <a:pt x="0" y="13091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17"/>
            <p:cNvSpPr/>
            <p:nvPr/>
          </p:nvSpPr>
          <p:spPr>
            <a:xfrm>
              <a:off x="2794414" y="4438122"/>
              <a:ext cx="41944" cy="38129"/>
            </a:xfrm>
            <a:custGeom>
              <a:avLst/>
              <a:pathLst>
                <a:path w="41944" h="38129">
                  <a:moveTo>
                    <a:pt x="41944" y="10646"/>
                  </a:moveTo>
                  <a:lnTo>
                    <a:pt x="25243" y="28162"/>
                  </a:lnTo>
                  <a:lnTo>
                    <a:pt x="13224" y="38129"/>
                  </a:lnTo>
                  <a:lnTo>
                    <a:pt x="0" y="26990"/>
                  </a:lnTo>
                  <a:lnTo>
                    <a:pt x="287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18"/>
            <p:cNvSpPr/>
            <p:nvPr/>
          </p:nvSpPr>
          <p:spPr>
            <a:xfrm>
              <a:off x="2809909" y="4466822"/>
              <a:ext cx="68552" cy="41334"/>
            </a:xfrm>
            <a:custGeom>
              <a:avLst/>
              <a:pathLst>
                <a:path w="68552" h="41334">
                  <a:moveTo>
                    <a:pt x="16013" y="0"/>
                  </a:moveTo>
                  <a:lnTo>
                    <a:pt x="44769" y="19015"/>
                  </a:lnTo>
                  <a:lnTo>
                    <a:pt x="53385" y="4697"/>
                  </a:lnTo>
                  <a:lnTo>
                    <a:pt x="68552" y="16571"/>
                  </a:lnTo>
                  <a:lnTo>
                    <a:pt x="55483" y="41334"/>
                  </a:lnTo>
                  <a:lnTo>
                    <a:pt x="37270" y="31475"/>
                  </a:lnTo>
                  <a:lnTo>
                    <a:pt x="0" y="121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19"/>
            <p:cNvSpPr/>
            <p:nvPr/>
          </p:nvSpPr>
          <p:spPr>
            <a:xfrm>
              <a:off x="2869262" y="4485266"/>
              <a:ext cx="22574" cy="30188"/>
            </a:xfrm>
            <a:custGeom>
              <a:avLst/>
              <a:pathLst>
                <a:path w="22574" h="30188">
                  <a:moveTo>
                    <a:pt x="0" y="24379"/>
                  </a:moveTo>
                  <a:lnTo>
                    <a:pt x="11968" y="0"/>
                  </a:lnTo>
                  <a:lnTo>
                    <a:pt x="22574" y="8501"/>
                  </a:lnTo>
                  <a:lnTo>
                    <a:pt x="10861" y="30188"/>
                  </a:lnTo>
                  <a:lnTo>
                    <a:pt x="2211" y="2556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0"/>
            <p:cNvSpPr/>
            <p:nvPr/>
          </p:nvSpPr>
          <p:spPr>
            <a:xfrm>
              <a:off x="2795774" y="4367634"/>
              <a:ext cx="42826" cy="42781"/>
            </a:xfrm>
            <a:custGeom>
              <a:avLst/>
              <a:pathLst>
                <a:path w="42826" h="42781">
                  <a:moveTo>
                    <a:pt x="42826" y="12729"/>
                  </a:moveTo>
                  <a:lnTo>
                    <a:pt x="11819" y="42781"/>
                  </a:lnTo>
                  <a:lnTo>
                    <a:pt x="0" y="30628"/>
                  </a:lnTo>
                  <a:lnTo>
                    <a:pt x="302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1"/>
            <p:cNvSpPr/>
            <p:nvPr/>
          </p:nvSpPr>
          <p:spPr>
            <a:xfrm>
              <a:off x="2775480" y="4418314"/>
              <a:ext cx="42972" cy="42702"/>
            </a:xfrm>
            <a:custGeom>
              <a:avLst/>
              <a:pathLst>
                <a:path w="42972" h="42702">
                  <a:moveTo>
                    <a:pt x="0" y="26886"/>
                  </a:moveTo>
                  <a:lnTo>
                    <a:pt x="29889" y="0"/>
                  </a:lnTo>
                  <a:lnTo>
                    <a:pt x="42972" y="13845"/>
                  </a:lnTo>
                  <a:lnTo>
                    <a:pt x="14178" y="4270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2"/>
            <p:cNvSpPr/>
            <p:nvPr/>
          </p:nvSpPr>
          <p:spPr>
            <a:xfrm>
              <a:off x="2919377" y="4409986"/>
              <a:ext cx="95855" cy="83083"/>
            </a:xfrm>
            <a:custGeom>
              <a:avLst/>
              <a:pathLst>
                <a:path w="95855" h="83083">
                  <a:moveTo>
                    <a:pt x="72577" y="83083"/>
                  </a:moveTo>
                  <a:lnTo>
                    <a:pt x="0" y="48918"/>
                  </a:lnTo>
                  <a:lnTo>
                    <a:pt x="1404" y="46013"/>
                  </a:lnTo>
                  <a:lnTo>
                    <a:pt x="3171" y="42356"/>
                  </a:lnTo>
                  <a:lnTo>
                    <a:pt x="24174" y="0"/>
                  </a:lnTo>
                  <a:lnTo>
                    <a:pt x="95855" y="339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3"/>
            <p:cNvSpPr/>
            <p:nvPr/>
          </p:nvSpPr>
          <p:spPr>
            <a:xfrm>
              <a:off x="4067953" y="5339820"/>
              <a:ext cx="567318" cy="394753"/>
            </a:xfrm>
            <a:custGeom>
              <a:avLst/>
              <a:pathLst>
                <a:path w="567318" h="394753">
                  <a:moveTo>
                    <a:pt x="504963" y="394265"/>
                  </a:moveTo>
                  <a:lnTo>
                    <a:pt x="430362" y="337157"/>
                  </a:lnTo>
                  <a:lnTo>
                    <a:pt x="407410" y="322528"/>
                  </a:lnTo>
                  <a:lnTo>
                    <a:pt x="389539" y="314831"/>
                  </a:lnTo>
                  <a:lnTo>
                    <a:pt x="284386" y="260495"/>
                  </a:lnTo>
                  <a:lnTo>
                    <a:pt x="201498" y="217664"/>
                  </a:lnTo>
                  <a:lnTo>
                    <a:pt x="191507" y="212501"/>
                  </a:lnTo>
                  <a:lnTo>
                    <a:pt x="89776" y="162240"/>
                  </a:lnTo>
                  <a:lnTo>
                    <a:pt x="4644" y="111047"/>
                  </a:lnTo>
                  <a:lnTo>
                    <a:pt x="0" y="108532"/>
                  </a:lnTo>
                  <a:lnTo>
                    <a:pt x="56889" y="0"/>
                  </a:lnTo>
                  <a:lnTo>
                    <a:pt x="147674" y="41783"/>
                  </a:lnTo>
                  <a:lnTo>
                    <a:pt x="133903" y="69386"/>
                  </a:lnTo>
                  <a:lnTo>
                    <a:pt x="155524" y="73249"/>
                  </a:lnTo>
                  <a:lnTo>
                    <a:pt x="187602" y="80625"/>
                  </a:lnTo>
                  <a:lnTo>
                    <a:pt x="242418" y="108904"/>
                  </a:lnTo>
                  <a:lnTo>
                    <a:pt x="247659" y="111626"/>
                  </a:lnTo>
                  <a:lnTo>
                    <a:pt x="249236" y="112445"/>
                  </a:lnTo>
                  <a:lnTo>
                    <a:pt x="235650" y="141205"/>
                  </a:lnTo>
                  <a:lnTo>
                    <a:pt x="306013" y="178066"/>
                  </a:lnTo>
                  <a:lnTo>
                    <a:pt x="326666" y="184414"/>
                  </a:lnTo>
                  <a:lnTo>
                    <a:pt x="401014" y="218600"/>
                  </a:lnTo>
                  <a:lnTo>
                    <a:pt x="399494" y="225541"/>
                  </a:lnTo>
                  <a:lnTo>
                    <a:pt x="400713" y="236771"/>
                  </a:lnTo>
                  <a:lnTo>
                    <a:pt x="435630" y="256481"/>
                  </a:lnTo>
                  <a:lnTo>
                    <a:pt x="490714" y="282968"/>
                  </a:lnTo>
                  <a:lnTo>
                    <a:pt x="567318" y="307938"/>
                  </a:lnTo>
                  <a:lnTo>
                    <a:pt x="505539" y="39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4"/>
            <p:cNvSpPr/>
            <p:nvPr/>
          </p:nvSpPr>
          <p:spPr>
            <a:xfrm>
              <a:off x="4186042" y="5268979"/>
              <a:ext cx="96755" cy="67685"/>
            </a:xfrm>
            <a:custGeom>
              <a:avLst/>
              <a:pathLst>
                <a:path w="96755" h="67685">
                  <a:moveTo>
                    <a:pt x="96755" y="59824"/>
                  </a:moveTo>
                  <a:lnTo>
                    <a:pt x="91596" y="67685"/>
                  </a:lnTo>
                  <a:lnTo>
                    <a:pt x="74973" y="56159"/>
                  </a:lnTo>
                  <a:lnTo>
                    <a:pt x="72547" y="54476"/>
                  </a:lnTo>
                  <a:lnTo>
                    <a:pt x="68061" y="51366"/>
                  </a:lnTo>
                  <a:lnTo>
                    <a:pt x="30984" y="27606"/>
                  </a:lnTo>
                  <a:lnTo>
                    <a:pt x="27860" y="25604"/>
                  </a:lnTo>
                  <a:lnTo>
                    <a:pt x="21040" y="21233"/>
                  </a:lnTo>
                  <a:lnTo>
                    <a:pt x="4570" y="8575"/>
                  </a:lnTo>
                  <a:lnTo>
                    <a:pt x="218" y="5230"/>
                  </a:lnTo>
                  <a:lnTo>
                    <a:pt x="0" y="5061"/>
                  </a:lnTo>
                  <a:lnTo>
                    <a:pt x="190" y="4735"/>
                  </a:lnTo>
                  <a:lnTo>
                    <a:pt x="2327" y="1067"/>
                  </a:lnTo>
                  <a:lnTo>
                    <a:pt x="2948" y="0"/>
                  </a:lnTo>
                  <a:lnTo>
                    <a:pt x="3889" y="641"/>
                  </a:lnTo>
                  <a:lnTo>
                    <a:pt x="16183" y="9026"/>
                  </a:lnTo>
                  <a:lnTo>
                    <a:pt x="18465" y="10725"/>
                  </a:lnTo>
                  <a:lnTo>
                    <a:pt x="36197" y="23929"/>
                  </a:lnTo>
                  <a:lnTo>
                    <a:pt x="80099" y="50012"/>
                  </a:lnTo>
                  <a:lnTo>
                    <a:pt x="80775" y="50414"/>
                  </a:lnTo>
                  <a:lnTo>
                    <a:pt x="95457" y="591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5"/>
            <p:cNvSpPr/>
            <p:nvPr/>
          </p:nvSpPr>
          <p:spPr>
            <a:xfrm>
              <a:off x="4207039" y="5269585"/>
              <a:ext cx="146536" cy="86506"/>
            </a:xfrm>
            <a:custGeom>
              <a:avLst/>
              <a:pathLst>
                <a:path w="146536" h="86506">
                  <a:moveTo>
                    <a:pt x="0" y="7595"/>
                  </a:moveTo>
                  <a:lnTo>
                    <a:pt x="7162" y="0"/>
                  </a:lnTo>
                  <a:lnTo>
                    <a:pt x="18761" y="8369"/>
                  </a:lnTo>
                  <a:lnTo>
                    <a:pt x="22357" y="10373"/>
                  </a:lnTo>
                  <a:lnTo>
                    <a:pt x="40882" y="20699"/>
                  </a:lnTo>
                  <a:lnTo>
                    <a:pt x="60963" y="31892"/>
                  </a:lnTo>
                  <a:lnTo>
                    <a:pt x="88289" y="47124"/>
                  </a:lnTo>
                  <a:lnTo>
                    <a:pt x="108227" y="58237"/>
                  </a:lnTo>
                  <a:lnTo>
                    <a:pt x="126635" y="68498"/>
                  </a:lnTo>
                  <a:lnTo>
                    <a:pt x="136284" y="73876"/>
                  </a:lnTo>
                  <a:lnTo>
                    <a:pt x="146536" y="79591"/>
                  </a:lnTo>
                  <a:lnTo>
                    <a:pt x="142666" y="86506"/>
                  </a:lnTo>
                  <a:lnTo>
                    <a:pt x="140194" y="85175"/>
                  </a:lnTo>
                  <a:lnTo>
                    <a:pt x="136385" y="83125"/>
                  </a:lnTo>
                  <a:lnTo>
                    <a:pt x="134633" y="82182"/>
                  </a:lnTo>
                  <a:lnTo>
                    <a:pt x="113622" y="76249"/>
                  </a:lnTo>
                  <a:lnTo>
                    <a:pt x="96963" y="66994"/>
                  </a:lnTo>
                  <a:lnTo>
                    <a:pt x="83927" y="59751"/>
                  </a:lnTo>
                  <a:lnTo>
                    <a:pt x="79333" y="57199"/>
                  </a:lnTo>
                  <a:lnTo>
                    <a:pt x="70881" y="52503"/>
                  </a:lnTo>
                  <a:lnTo>
                    <a:pt x="58913" y="45206"/>
                  </a:lnTo>
                  <a:lnTo>
                    <a:pt x="39184" y="33178"/>
                  </a:lnTo>
                  <a:lnTo>
                    <a:pt x="32902" y="29348"/>
                  </a:lnTo>
                  <a:lnTo>
                    <a:pt x="18156" y="20358"/>
                  </a:lnTo>
                  <a:lnTo>
                    <a:pt x="9060" y="14813"/>
                  </a:lnTo>
                  <a:lnTo>
                    <a:pt x="5854" y="12858"/>
                  </a:lnTo>
                  <a:lnTo>
                    <a:pt x="1236" y="8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6"/>
            <p:cNvSpPr/>
            <p:nvPr/>
          </p:nvSpPr>
          <p:spPr>
            <a:xfrm>
              <a:off x="4272279" y="5275675"/>
              <a:ext cx="67630" cy="49204"/>
            </a:xfrm>
            <a:custGeom>
              <a:avLst/>
              <a:pathLst>
                <a:path w="67630" h="49204">
                  <a:moveTo>
                    <a:pt x="6880" y="0"/>
                  </a:moveTo>
                  <a:lnTo>
                    <a:pt x="9047" y="1437"/>
                  </a:lnTo>
                  <a:lnTo>
                    <a:pt x="56251" y="32733"/>
                  </a:lnTo>
                  <a:lnTo>
                    <a:pt x="67630" y="41185"/>
                  </a:lnTo>
                  <a:lnTo>
                    <a:pt x="61453" y="49204"/>
                  </a:lnTo>
                  <a:lnTo>
                    <a:pt x="23032" y="25279"/>
                  </a:lnTo>
                  <a:lnTo>
                    <a:pt x="17757" y="21994"/>
                  </a:lnTo>
                  <a:lnTo>
                    <a:pt x="7160" y="15396"/>
                  </a:lnTo>
                  <a:lnTo>
                    <a:pt x="811" y="12182"/>
                  </a:lnTo>
                  <a:lnTo>
                    <a:pt x="0" y="117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27"/>
            <p:cNvSpPr/>
            <p:nvPr/>
          </p:nvSpPr>
          <p:spPr>
            <a:xfrm>
              <a:off x="4336003" y="5320220"/>
              <a:ext cx="26550" cy="22105"/>
            </a:xfrm>
            <a:custGeom>
              <a:avLst/>
              <a:pathLst>
                <a:path w="26550" h="22105">
                  <a:moveTo>
                    <a:pt x="5310" y="0"/>
                  </a:moveTo>
                  <a:lnTo>
                    <a:pt x="26550" y="13653"/>
                  </a:lnTo>
                  <a:lnTo>
                    <a:pt x="21999" y="22105"/>
                  </a:lnTo>
                  <a:lnTo>
                    <a:pt x="0" y="92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28"/>
            <p:cNvSpPr/>
            <p:nvPr/>
          </p:nvSpPr>
          <p:spPr>
            <a:xfrm>
              <a:off x="4216922" y="5261610"/>
              <a:ext cx="115938" cy="70421"/>
            </a:xfrm>
            <a:custGeom>
              <a:avLst/>
              <a:pathLst>
                <a:path w="115938" h="70421">
                  <a:moveTo>
                    <a:pt x="0" y="6214"/>
                  </a:moveTo>
                  <a:lnTo>
                    <a:pt x="3888" y="0"/>
                  </a:lnTo>
                  <a:lnTo>
                    <a:pt x="48206" y="27510"/>
                  </a:lnTo>
                  <a:lnTo>
                    <a:pt x="49398" y="28013"/>
                  </a:lnTo>
                  <a:lnTo>
                    <a:pt x="50649" y="28540"/>
                  </a:lnTo>
                  <a:lnTo>
                    <a:pt x="59260" y="32170"/>
                  </a:lnTo>
                  <a:lnTo>
                    <a:pt x="115938" y="66520"/>
                  </a:lnTo>
                  <a:lnTo>
                    <a:pt x="113553" y="70421"/>
                  </a:lnTo>
                  <a:lnTo>
                    <a:pt x="55683" y="38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29"/>
            <p:cNvSpPr/>
            <p:nvPr/>
          </p:nvSpPr>
          <p:spPr>
            <a:xfrm>
              <a:off x="2829759" y="4453199"/>
              <a:ext cx="31814" cy="28030"/>
            </a:xfrm>
            <a:custGeom>
              <a:avLst/>
              <a:pathLst>
                <a:path w="31814" h="28030">
                  <a:moveTo>
                    <a:pt x="23800" y="28030"/>
                  </a:moveTo>
                  <a:lnTo>
                    <a:pt x="0" y="11746"/>
                  </a:lnTo>
                  <a:lnTo>
                    <a:pt x="11050" y="0"/>
                  </a:lnTo>
                  <a:lnTo>
                    <a:pt x="31814" y="16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0"/>
            <p:cNvSpPr/>
            <p:nvPr/>
          </p:nvSpPr>
          <p:spPr>
            <a:xfrm>
              <a:off x="2765156" y="4403900"/>
              <a:ext cx="32822" cy="31657"/>
            </a:xfrm>
            <a:custGeom>
              <a:avLst/>
              <a:pathLst>
                <a:path w="32822" h="31657">
                  <a:moveTo>
                    <a:pt x="7970" y="31657"/>
                  </a:moveTo>
                  <a:lnTo>
                    <a:pt x="0" y="23614"/>
                  </a:lnTo>
                  <a:lnTo>
                    <a:pt x="24940" y="0"/>
                  </a:lnTo>
                  <a:lnTo>
                    <a:pt x="32822" y="82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1"/>
            <p:cNvSpPr/>
            <p:nvPr/>
          </p:nvSpPr>
          <p:spPr>
            <a:xfrm>
              <a:off x="2469797" y="4101500"/>
              <a:ext cx="150910" cy="156652"/>
            </a:xfrm>
            <a:custGeom>
              <a:avLst/>
              <a:pathLst>
                <a:path w="150910" h="156652">
                  <a:moveTo>
                    <a:pt x="69540" y="36649"/>
                  </a:moveTo>
                  <a:lnTo>
                    <a:pt x="102944" y="85456"/>
                  </a:lnTo>
                  <a:lnTo>
                    <a:pt x="150910" y="154157"/>
                  </a:lnTo>
                  <a:lnTo>
                    <a:pt x="104194" y="156652"/>
                  </a:lnTo>
                  <a:lnTo>
                    <a:pt x="81273" y="130777"/>
                  </a:lnTo>
                  <a:lnTo>
                    <a:pt x="32005" y="71721"/>
                  </a:lnTo>
                  <a:lnTo>
                    <a:pt x="0" y="30651"/>
                  </a:lnTo>
                  <a:lnTo>
                    <a:pt x="4092" y="28059"/>
                  </a:lnTo>
                  <a:lnTo>
                    <a:pt x="43955" y="0"/>
                  </a:lnTo>
                  <a:lnTo>
                    <a:pt x="45337" y="19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2"/>
            <p:cNvSpPr/>
            <p:nvPr/>
          </p:nvSpPr>
          <p:spPr>
            <a:xfrm>
              <a:off x="2866272" y="4453250"/>
              <a:ext cx="35919" cy="36589"/>
            </a:xfrm>
            <a:custGeom>
              <a:avLst/>
              <a:pathLst>
                <a:path w="35919" h="36589">
                  <a:moveTo>
                    <a:pt x="0" y="14429"/>
                  </a:moveTo>
                  <a:lnTo>
                    <a:pt x="14198" y="0"/>
                  </a:lnTo>
                  <a:lnTo>
                    <a:pt x="35919" y="21129"/>
                  </a:lnTo>
                  <a:lnTo>
                    <a:pt x="28333" y="33396"/>
                  </a:lnTo>
                  <a:lnTo>
                    <a:pt x="27023" y="3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3"/>
            <p:cNvSpPr/>
            <p:nvPr/>
          </p:nvSpPr>
          <p:spPr>
            <a:xfrm>
              <a:off x="2880022" y="4436134"/>
              <a:ext cx="33133" cy="36770"/>
            </a:xfrm>
            <a:custGeom>
              <a:avLst/>
              <a:pathLst>
                <a:path w="33133" h="36770">
                  <a:moveTo>
                    <a:pt x="0" y="13512"/>
                  </a:moveTo>
                  <a:lnTo>
                    <a:pt x="13233" y="0"/>
                  </a:lnTo>
                  <a:lnTo>
                    <a:pt x="33133" y="19033"/>
                  </a:lnTo>
                  <a:lnTo>
                    <a:pt x="23590" y="367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4"/>
            <p:cNvSpPr/>
            <p:nvPr/>
          </p:nvSpPr>
          <p:spPr>
            <a:xfrm>
              <a:off x="2890266" y="4363588"/>
              <a:ext cx="28656" cy="31140"/>
            </a:xfrm>
            <a:custGeom>
              <a:avLst/>
              <a:pathLst>
                <a:path w="28656" h="31140">
                  <a:moveTo>
                    <a:pt x="28656" y="15606"/>
                  </a:moveTo>
                  <a:lnTo>
                    <a:pt x="12868" y="31140"/>
                  </a:lnTo>
                  <a:lnTo>
                    <a:pt x="0" y="18120"/>
                  </a:lnTo>
                  <a:lnTo>
                    <a:pt x="169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5"/>
            <p:cNvSpPr/>
            <p:nvPr/>
          </p:nvSpPr>
          <p:spPr>
            <a:xfrm>
              <a:off x="2893297" y="4409663"/>
              <a:ext cx="30626" cy="38831"/>
            </a:xfrm>
            <a:custGeom>
              <a:avLst/>
              <a:pathLst>
                <a:path w="30626" h="38831">
                  <a:moveTo>
                    <a:pt x="0" y="15925"/>
                  </a:moveTo>
                  <a:lnTo>
                    <a:pt x="17555" y="0"/>
                  </a:lnTo>
                  <a:lnTo>
                    <a:pt x="25810" y="8738"/>
                  </a:lnTo>
                  <a:lnTo>
                    <a:pt x="30626" y="18224"/>
                  </a:lnTo>
                  <a:lnTo>
                    <a:pt x="30626" y="26601"/>
                  </a:lnTo>
                  <a:lnTo>
                    <a:pt x="29663" y="29434"/>
                  </a:lnTo>
                  <a:lnTo>
                    <a:pt x="22070" y="388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6"/>
            <p:cNvSpPr/>
            <p:nvPr/>
          </p:nvSpPr>
          <p:spPr>
            <a:xfrm>
              <a:off x="2513207" y="4260929"/>
              <a:ext cx="123676" cy="114728"/>
            </a:xfrm>
            <a:custGeom>
              <a:avLst/>
              <a:pathLst>
                <a:path w="123676" h="114728">
                  <a:moveTo>
                    <a:pt x="0" y="3823"/>
                  </a:moveTo>
                  <a:lnTo>
                    <a:pt x="57251" y="0"/>
                  </a:lnTo>
                  <a:lnTo>
                    <a:pt x="64644" y="6319"/>
                  </a:lnTo>
                  <a:lnTo>
                    <a:pt x="75129" y="19745"/>
                  </a:lnTo>
                  <a:lnTo>
                    <a:pt x="75750" y="20414"/>
                  </a:lnTo>
                  <a:lnTo>
                    <a:pt x="123676" y="78645"/>
                  </a:lnTo>
                  <a:lnTo>
                    <a:pt x="117746" y="86309"/>
                  </a:lnTo>
                  <a:lnTo>
                    <a:pt x="93462" y="114728"/>
                  </a:lnTo>
                  <a:lnTo>
                    <a:pt x="44618" y="619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37"/>
            <p:cNvSpPr/>
            <p:nvPr/>
          </p:nvSpPr>
          <p:spPr>
            <a:xfrm>
              <a:off x="4280966" y="5330199"/>
              <a:ext cx="61012" cy="32167"/>
            </a:xfrm>
            <a:custGeom>
              <a:avLst/>
              <a:pathLst>
                <a:path w="61012" h="32167">
                  <a:moveTo>
                    <a:pt x="0" y="8772"/>
                  </a:moveTo>
                  <a:lnTo>
                    <a:pt x="4464" y="0"/>
                  </a:lnTo>
                  <a:lnTo>
                    <a:pt x="23439" y="10059"/>
                  </a:lnTo>
                  <a:lnTo>
                    <a:pt x="41233" y="19492"/>
                  </a:lnTo>
                  <a:lnTo>
                    <a:pt x="50231" y="21799"/>
                  </a:lnTo>
                  <a:lnTo>
                    <a:pt x="61012" y="24564"/>
                  </a:lnTo>
                  <a:lnTo>
                    <a:pt x="58984" y="32167"/>
                  </a:lnTo>
                  <a:lnTo>
                    <a:pt x="50354" y="31467"/>
                  </a:lnTo>
                  <a:lnTo>
                    <a:pt x="31811" y="257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38"/>
            <p:cNvSpPr/>
            <p:nvPr/>
          </p:nvSpPr>
          <p:spPr>
            <a:xfrm>
              <a:off x="4183527" y="5252902"/>
              <a:ext cx="29422" cy="23366"/>
            </a:xfrm>
            <a:custGeom>
              <a:avLst/>
              <a:pathLst>
                <a:path w="29422" h="23366">
                  <a:moveTo>
                    <a:pt x="29422" y="15779"/>
                  </a:moveTo>
                  <a:lnTo>
                    <a:pt x="22497" y="23366"/>
                  </a:lnTo>
                  <a:lnTo>
                    <a:pt x="1098" y="4127"/>
                  </a:lnTo>
                  <a:lnTo>
                    <a:pt x="0" y="3139"/>
                  </a:lnTo>
                  <a:lnTo>
                    <a:pt x="282" y="2533"/>
                  </a:lnTo>
                  <a:lnTo>
                    <a:pt x="1486" y="0"/>
                  </a:lnTo>
                  <a:lnTo>
                    <a:pt x="11716" y="5584"/>
                  </a:lnTo>
                  <a:lnTo>
                    <a:pt x="26406" y="13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39"/>
            <p:cNvSpPr/>
            <p:nvPr/>
          </p:nvSpPr>
          <p:spPr>
            <a:xfrm>
              <a:off x="4185368" y="5243393"/>
              <a:ext cx="33495" cy="23154"/>
            </a:xfrm>
            <a:custGeom>
              <a:avLst/>
              <a:pathLst>
                <a:path w="33495" h="23154">
                  <a:moveTo>
                    <a:pt x="33495" y="17009"/>
                  </a:moveTo>
                  <a:lnTo>
                    <a:pt x="29332" y="23154"/>
                  </a:lnTo>
                  <a:lnTo>
                    <a:pt x="0" y="6284"/>
                  </a:lnTo>
                  <a:lnTo>
                    <a:pt x="5418" y="0"/>
                  </a:lnTo>
                  <a:lnTo>
                    <a:pt x="31226" y="156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0"/>
            <p:cNvSpPr/>
            <p:nvPr/>
          </p:nvSpPr>
          <p:spPr>
            <a:xfrm>
              <a:off x="3963009" y="5343181"/>
              <a:ext cx="31171" cy="51387"/>
            </a:xfrm>
            <a:custGeom>
              <a:avLst/>
              <a:pathLst>
                <a:path w="31171" h="51387">
                  <a:moveTo>
                    <a:pt x="0" y="48262"/>
                  </a:moveTo>
                  <a:lnTo>
                    <a:pt x="24709" y="0"/>
                  </a:lnTo>
                  <a:lnTo>
                    <a:pt x="31171" y="3746"/>
                  </a:lnTo>
                  <a:lnTo>
                    <a:pt x="9019" y="46449"/>
                  </a:lnTo>
                  <a:lnTo>
                    <a:pt x="6467" y="513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1"/>
            <p:cNvSpPr/>
            <p:nvPr/>
          </p:nvSpPr>
          <p:spPr>
            <a:xfrm>
              <a:off x="3808990" y="4092127"/>
              <a:ext cx="73565" cy="74038"/>
            </a:xfrm>
            <a:custGeom>
              <a:avLst/>
              <a:pathLst>
                <a:path w="73565" h="74038">
                  <a:moveTo>
                    <a:pt x="49646" y="60526"/>
                  </a:moveTo>
                  <a:lnTo>
                    <a:pt x="27090" y="74038"/>
                  </a:lnTo>
                  <a:lnTo>
                    <a:pt x="10897" y="45982"/>
                  </a:lnTo>
                  <a:lnTo>
                    <a:pt x="10025" y="44471"/>
                  </a:lnTo>
                  <a:lnTo>
                    <a:pt x="1038" y="28901"/>
                  </a:lnTo>
                  <a:lnTo>
                    <a:pt x="0" y="27102"/>
                  </a:lnTo>
                  <a:lnTo>
                    <a:pt x="22430" y="14055"/>
                  </a:lnTo>
                  <a:lnTo>
                    <a:pt x="23793" y="13262"/>
                  </a:lnTo>
                  <a:lnTo>
                    <a:pt x="46595" y="0"/>
                  </a:lnTo>
                  <a:lnTo>
                    <a:pt x="56835" y="17540"/>
                  </a:lnTo>
                  <a:lnTo>
                    <a:pt x="57535" y="18738"/>
                  </a:lnTo>
                  <a:lnTo>
                    <a:pt x="73565" y="46196"/>
                  </a:lnTo>
                  <a:lnTo>
                    <a:pt x="71586" y="47382"/>
                  </a:lnTo>
                  <a:lnTo>
                    <a:pt x="51216" y="59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2"/>
            <p:cNvSpPr/>
            <p:nvPr/>
          </p:nvSpPr>
          <p:spPr>
            <a:xfrm>
              <a:off x="3615761" y="4153443"/>
              <a:ext cx="46084" cy="56994"/>
            </a:xfrm>
            <a:custGeom>
              <a:avLst/>
              <a:pathLst>
                <a:path w="46084" h="56994">
                  <a:moveTo>
                    <a:pt x="46084" y="44732"/>
                  </a:moveTo>
                  <a:lnTo>
                    <a:pt x="25735" y="56994"/>
                  </a:lnTo>
                  <a:lnTo>
                    <a:pt x="0" y="12275"/>
                  </a:lnTo>
                  <a:lnTo>
                    <a:pt x="206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3"/>
            <p:cNvSpPr/>
            <p:nvPr/>
          </p:nvSpPr>
          <p:spPr>
            <a:xfrm>
              <a:off x="3479992" y="4078471"/>
              <a:ext cx="71277" cy="70958"/>
            </a:xfrm>
            <a:custGeom>
              <a:avLst/>
              <a:pathLst>
                <a:path w="71277" h="70958">
                  <a:moveTo>
                    <a:pt x="51522" y="55607"/>
                  </a:moveTo>
                  <a:lnTo>
                    <a:pt x="25163" y="70958"/>
                  </a:lnTo>
                  <a:lnTo>
                    <a:pt x="14924" y="52611"/>
                  </a:lnTo>
                  <a:lnTo>
                    <a:pt x="14160" y="51243"/>
                  </a:lnTo>
                  <a:lnTo>
                    <a:pt x="0" y="25870"/>
                  </a:lnTo>
                  <a:lnTo>
                    <a:pt x="20253" y="14265"/>
                  </a:lnTo>
                  <a:lnTo>
                    <a:pt x="21178" y="13735"/>
                  </a:lnTo>
                  <a:lnTo>
                    <a:pt x="45150" y="0"/>
                  </a:lnTo>
                  <a:lnTo>
                    <a:pt x="56488" y="19137"/>
                  </a:lnTo>
                  <a:lnTo>
                    <a:pt x="57091" y="20156"/>
                  </a:lnTo>
                  <a:lnTo>
                    <a:pt x="71277" y="44102"/>
                  </a:lnTo>
                  <a:lnTo>
                    <a:pt x="52455" y="55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4"/>
            <p:cNvSpPr/>
            <p:nvPr/>
          </p:nvSpPr>
          <p:spPr>
            <a:xfrm>
              <a:off x="3542009" y="4223109"/>
              <a:ext cx="44706" cy="39336"/>
            </a:xfrm>
            <a:custGeom>
              <a:avLst/>
              <a:pathLst>
                <a:path w="44706" h="39336">
                  <a:moveTo>
                    <a:pt x="44706" y="19495"/>
                  </a:moveTo>
                  <a:lnTo>
                    <a:pt x="11829" y="39336"/>
                  </a:lnTo>
                  <a:lnTo>
                    <a:pt x="0" y="19794"/>
                  </a:lnTo>
                  <a:lnTo>
                    <a:pt x="33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5"/>
            <p:cNvSpPr/>
            <p:nvPr/>
          </p:nvSpPr>
          <p:spPr>
            <a:xfrm>
              <a:off x="3492471" y="4226605"/>
              <a:ext cx="46279" cy="57715"/>
            </a:xfrm>
            <a:custGeom>
              <a:avLst/>
              <a:pathLst>
                <a:path w="46279" h="57715">
                  <a:moveTo>
                    <a:pt x="46279" y="46012"/>
                  </a:moveTo>
                  <a:lnTo>
                    <a:pt x="25886" y="57715"/>
                  </a:lnTo>
                  <a:lnTo>
                    <a:pt x="24843" y="55871"/>
                  </a:lnTo>
                  <a:lnTo>
                    <a:pt x="0" y="11934"/>
                  </a:lnTo>
                  <a:lnTo>
                    <a:pt x="18290" y="677"/>
                  </a:lnTo>
                  <a:lnTo>
                    <a:pt x="19414" y="0"/>
                  </a:lnTo>
                  <a:lnTo>
                    <a:pt x="19640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6"/>
            <p:cNvSpPr/>
            <p:nvPr/>
          </p:nvSpPr>
          <p:spPr>
            <a:xfrm>
              <a:off x="3590261" y="4322377"/>
              <a:ext cx="56889" cy="46350"/>
            </a:xfrm>
            <a:custGeom>
              <a:avLst/>
              <a:pathLst>
                <a:path w="56889" h="46350">
                  <a:moveTo>
                    <a:pt x="54774" y="21317"/>
                  </a:moveTo>
                  <a:lnTo>
                    <a:pt x="11438" y="46350"/>
                  </a:lnTo>
                  <a:lnTo>
                    <a:pt x="0" y="26286"/>
                  </a:lnTo>
                  <a:lnTo>
                    <a:pt x="45602" y="0"/>
                  </a:lnTo>
                  <a:lnTo>
                    <a:pt x="56889" y="20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47"/>
            <p:cNvSpPr/>
            <p:nvPr/>
          </p:nvSpPr>
          <p:spPr>
            <a:xfrm>
              <a:off x="3551698" y="4327629"/>
              <a:ext cx="45320" cy="56358"/>
            </a:xfrm>
            <a:custGeom>
              <a:avLst/>
              <a:pathLst>
                <a:path w="45320" h="56358">
                  <a:moveTo>
                    <a:pt x="45320" y="44678"/>
                  </a:moveTo>
                  <a:lnTo>
                    <a:pt x="25369" y="56358"/>
                  </a:lnTo>
                  <a:lnTo>
                    <a:pt x="0" y="12134"/>
                  </a:lnTo>
                  <a:lnTo>
                    <a:pt x="19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48"/>
            <p:cNvSpPr/>
            <p:nvPr/>
          </p:nvSpPr>
          <p:spPr>
            <a:xfrm>
              <a:off x="3548772" y="4137403"/>
              <a:ext cx="56022" cy="46735"/>
            </a:xfrm>
            <a:custGeom>
              <a:avLst/>
              <a:pathLst>
                <a:path w="56022" h="46735">
                  <a:moveTo>
                    <a:pt x="56022" y="20126"/>
                  </a:moveTo>
                  <a:lnTo>
                    <a:pt x="11232" y="46735"/>
                  </a:lnTo>
                  <a:lnTo>
                    <a:pt x="0" y="26821"/>
                  </a:lnTo>
                  <a:lnTo>
                    <a:pt x="442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49"/>
            <p:cNvSpPr/>
            <p:nvPr/>
          </p:nvSpPr>
          <p:spPr>
            <a:xfrm>
              <a:off x="3775257" y="4147709"/>
              <a:ext cx="57306" cy="46272"/>
            </a:xfrm>
            <a:custGeom>
              <a:avLst/>
              <a:pathLst>
                <a:path w="57306" h="46272">
                  <a:moveTo>
                    <a:pt x="57306" y="19710"/>
                  </a:moveTo>
                  <a:lnTo>
                    <a:pt x="11612" y="46272"/>
                  </a:lnTo>
                  <a:lnTo>
                    <a:pt x="0" y="26302"/>
                  </a:lnTo>
                  <a:lnTo>
                    <a:pt x="462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0"/>
            <p:cNvSpPr/>
            <p:nvPr/>
          </p:nvSpPr>
          <p:spPr>
            <a:xfrm>
              <a:off x="3879257" y="4152968"/>
              <a:ext cx="56619" cy="46314"/>
            </a:xfrm>
            <a:custGeom>
              <a:avLst/>
              <a:pathLst>
                <a:path w="56619" h="46314">
                  <a:moveTo>
                    <a:pt x="56619" y="20168"/>
                  </a:moveTo>
                  <a:lnTo>
                    <a:pt x="12040" y="46314"/>
                  </a:lnTo>
                  <a:lnTo>
                    <a:pt x="0" y="26304"/>
                  </a:lnTo>
                  <a:lnTo>
                    <a:pt x="446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1"/>
            <p:cNvSpPr/>
            <p:nvPr/>
          </p:nvSpPr>
          <p:spPr>
            <a:xfrm>
              <a:off x="3635657" y="4229070"/>
              <a:ext cx="56123" cy="46756"/>
            </a:xfrm>
            <a:custGeom>
              <a:avLst/>
              <a:pathLst>
                <a:path w="56123" h="46756">
                  <a:moveTo>
                    <a:pt x="56123" y="21317"/>
                  </a:moveTo>
                  <a:lnTo>
                    <a:pt x="11394" y="46756"/>
                  </a:lnTo>
                  <a:lnTo>
                    <a:pt x="0" y="27025"/>
                  </a:lnTo>
                  <a:lnTo>
                    <a:pt x="439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2"/>
            <p:cNvSpPr/>
            <p:nvPr/>
          </p:nvSpPr>
          <p:spPr>
            <a:xfrm>
              <a:off x="3521995" y="4262116"/>
              <a:ext cx="55735" cy="46508"/>
            </a:xfrm>
            <a:custGeom>
              <a:avLst/>
              <a:pathLst>
                <a:path w="55735" h="46508">
                  <a:moveTo>
                    <a:pt x="55735" y="20144"/>
                  </a:moveTo>
                  <a:lnTo>
                    <a:pt x="11207" y="46508"/>
                  </a:lnTo>
                  <a:lnTo>
                    <a:pt x="10361" y="45051"/>
                  </a:lnTo>
                  <a:lnTo>
                    <a:pt x="0" y="26826"/>
                  </a:lnTo>
                  <a:lnTo>
                    <a:pt x="44389" y="0"/>
                  </a:lnTo>
                  <a:lnTo>
                    <a:pt x="55175" y="19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3"/>
            <p:cNvSpPr/>
            <p:nvPr/>
          </p:nvSpPr>
          <p:spPr>
            <a:xfrm>
              <a:off x="3730117" y="4231669"/>
              <a:ext cx="79676" cy="56901"/>
            </a:xfrm>
            <a:custGeom>
              <a:avLst/>
              <a:pathLst>
                <a:path w="79676" h="56901">
                  <a:moveTo>
                    <a:pt x="79676" y="16023"/>
                  </a:moveTo>
                  <a:lnTo>
                    <a:pt x="9556" y="56901"/>
                  </a:lnTo>
                  <a:lnTo>
                    <a:pt x="0" y="40724"/>
                  </a:lnTo>
                  <a:lnTo>
                    <a:pt x="69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4"/>
            <p:cNvSpPr/>
            <p:nvPr/>
          </p:nvSpPr>
          <p:spPr>
            <a:xfrm>
              <a:off x="3570567" y="4232979"/>
              <a:ext cx="71562" cy="72460"/>
            </a:xfrm>
            <a:custGeom>
              <a:avLst/>
              <a:pathLst>
                <a:path w="71562" h="72460">
                  <a:moveTo>
                    <a:pt x="54003" y="56817"/>
                  </a:moveTo>
                  <a:lnTo>
                    <a:pt x="27551" y="72460"/>
                  </a:lnTo>
                  <a:lnTo>
                    <a:pt x="0" y="26535"/>
                  </a:lnTo>
                  <a:lnTo>
                    <a:pt x="44603" y="0"/>
                  </a:lnTo>
                  <a:lnTo>
                    <a:pt x="55817" y="19626"/>
                  </a:lnTo>
                  <a:lnTo>
                    <a:pt x="57097" y="21868"/>
                  </a:lnTo>
                  <a:lnTo>
                    <a:pt x="59489" y="26323"/>
                  </a:lnTo>
                  <a:lnTo>
                    <a:pt x="59678" y="26667"/>
                  </a:lnTo>
                  <a:lnTo>
                    <a:pt x="71562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5"/>
            <p:cNvSpPr/>
            <p:nvPr/>
          </p:nvSpPr>
          <p:spPr>
            <a:xfrm>
              <a:off x="3674367" y="4254270"/>
              <a:ext cx="46372" cy="57108"/>
            </a:xfrm>
            <a:custGeom>
              <a:avLst/>
              <a:pathLst>
                <a:path w="46372" h="57108">
                  <a:moveTo>
                    <a:pt x="30360" y="54558"/>
                  </a:moveTo>
                  <a:lnTo>
                    <a:pt x="25796" y="57108"/>
                  </a:lnTo>
                  <a:lnTo>
                    <a:pt x="0" y="11634"/>
                  </a:lnTo>
                  <a:lnTo>
                    <a:pt x="20096" y="0"/>
                  </a:lnTo>
                  <a:lnTo>
                    <a:pt x="4637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6"/>
            <p:cNvSpPr/>
            <p:nvPr/>
          </p:nvSpPr>
          <p:spPr>
            <a:xfrm>
              <a:off x="3719454" y="4211768"/>
              <a:ext cx="78411" cy="56899"/>
            </a:xfrm>
            <a:custGeom>
              <a:avLst/>
              <a:pathLst>
                <a:path w="78411" h="56899">
                  <a:moveTo>
                    <a:pt x="78411" y="15013"/>
                  </a:moveTo>
                  <a:lnTo>
                    <a:pt x="8879" y="56899"/>
                  </a:lnTo>
                  <a:lnTo>
                    <a:pt x="0" y="41038"/>
                  </a:lnTo>
                  <a:lnTo>
                    <a:pt x="695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57"/>
            <p:cNvSpPr/>
            <p:nvPr/>
          </p:nvSpPr>
          <p:spPr>
            <a:xfrm>
              <a:off x="3584025" y="4099183"/>
              <a:ext cx="46316" cy="56514"/>
            </a:xfrm>
            <a:custGeom>
              <a:avLst/>
              <a:pathLst>
                <a:path w="46316" h="56514">
                  <a:moveTo>
                    <a:pt x="46316" y="44474"/>
                  </a:moveTo>
                  <a:lnTo>
                    <a:pt x="25961" y="56514"/>
                  </a:lnTo>
                  <a:lnTo>
                    <a:pt x="0" y="11934"/>
                  </a:lnTo>
                  <a:lnTo>
                    <a:pt x="197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58"/>
            <p:cNvSpPr/>
            <p:nvPr/>
          </p:nvSpPr>
          <p:spPr>
            <a:xfrm>
              <a:off x="3655418" y="4102289"/>
              <a:ext cx="132205" cy="148513"/>
            </a:xfrm>
            <a:custGeom>
              <a:avLst/>
              <a:pathLst>
                <a:path w="132205" h="148513">
                  <a:moveTo>
                    <a:pt x="132205" y="106949"/>
                  </a:moveTo>
                  <a:lnTo>
                    <a:pt x="62749" y="148513"/>
                  </a:lnTo>
                  <a:lnTo>
                    <a:pt x="55224" y="135500"/>
                  </a:lnTo>
                  <a:lnTo>
                    <a:pt x="0" y="40735"/>
                  </a:lnTo>
                  <a:lnTo>
                    <a:pt x="69251" y="0"/>
                  </a:lnTo>
                  <a:lnTo>
                    <a:pt x="131644" y="105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59"/>
            <p:cNvSpPr/>
            <p:nvPr/>
          </p:nvSpPr>
          <p:spPr>
            <a:xfrm>
              <a:off x="3914423" y="4113779"/>
              <a:ext cx="46595" cy="56653"/>
            </a:xfrm>
            <a:custGeom>
              <a:avLst/>
              <a:pathLst>
                <a:path w="46595" h="56653">
                  <a:moveTo>
                    <a:pt x="46595" y="45196"/>
                  </a:moveTo>
                  <a:lnTo>
                    <a:pt x="25916" y="56653"/>
                  </a:lnTo>
                  <a:lnTo>
                    <a:pt x="0" y="12212"/>
                  </a:lnTo>
                  <a:lnTo>
                    <a:pt x="202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0"/>
            <p:cNvSpPr/>
            <p:nvPr/>
          </p:nvSpPr>
          <p:spPr>
            <a:xfrm>
              <a:off x="3534896" y="4113920"/>
              <a:ext cx="55676" cy="44580"/>
            </a:xfrm>
            <a:custGeom>
              <a:avLst/>
              <a:pathLst>
                <a:path w="55676" h="44580">
                  <a:moveTo>
                    <a:pt x="55676" y="19359"/>
                  </a:moveTo>
                  <a:lnTo>
                    <a:pt x="11287" y="44580"/>
                  </a:lnTo>
                  <a:lnTo>
                    <a:pt x="0" y="25254"/>
                  </a:lnTo>
                  <a:lnTo>
                    <a:pt x="44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1"/>
            <p:cNvSpPr/>
            <p:nvPr/>
          </p:nvSpPr>
          <p:spPr>
            <a:xfrm>
              <a:off x="3444624" y="4131903"/>
              <a:ext cx="56586" cy="47585"/>
            </a:xfrm>
            <a:custGeom>
              <a:avLst/>
              <a:pathLst>
                <a:path w="56586" h="47585">
                  <a:moveTo>
                    <a:pt x="56586" y="20376"/>
                  </a:moveTo>
                  <a:lnTo>
                    <a:pt x="11663" y="47585"/>
                  </a:lnTo>
                  <a:lnTo>
                    <a:pt x="0" y="27412"/>
                  </a:lnTo>
                  <a:lnTo>
                    <a:pt x="447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2"/>
            <p:cNvSpPr/>
            <p:nvPr/>
          </p:nvSpPr>
          <p:spPr>
            <a:xfrm>
              <a:off x="3759282" y="4120874"/>
              <a:ext cx="58165" cy="46756"/>
            </a:xfrm>
            <a:custGeom>
              <a:avLst/>
              <a:pathLst>
                <a:path w="58165" h="46756">
                  <a:moveTo>
                    <a:pt x="58165" y="19710"/>
                  </a:moveTo>
                  <a:lnTo>
                    <a:pt x="11859" y="46756"/>
                  </a:lnTo>
                  <a:lnTo>
                    <a:pt x="0" y="26279"/>
                  </a:lnTo>
                  <a:lnTo>
                    <a:pt x="466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3"/>
            <p:cNvSpPr/>
            <p:nvPr/>
          </p:nvSpPr>
          <p:spPr>
            <a:xfrm>
              <a:off x="3865197" y="4127762"/>
              <a:ext cx="55929" cy="46739"/>
            </a:xfrm>
            <a:custGeom>
              <a:avLst/>
              <a:pathLst>
                <a:path w="55929" h="46739">
                  <a:moveTo>
                    <a:pt x="55929" y="20365"/>
                  </a:moveTo>
                  <a:lnTo>
                    <a:pt x="11699" y="46739"/>
                  </a:lnTo>
                  <a:lnTo>
                    <a:pt x="0" y="26033"/>
                  </a:lnTo>
                  <a:lnTo>
                    <a:pt x="44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4"/>
            <p:cNvSpPr/>
            <p:nvPr/>
          </p:nvSpPr>
          <p:spPr>
            <a:xfrm>
              <a:off x="3484628" y="4142485"/>
              <a:ext cx="55836" cy="45889"/>
            </a:xfrm>
            <a:custGeom>
              <a:avLst/>
              <a:pathLst>
                <a:path w="55836" h="45889">
                  <a:moveTo>
                    <a:pt x="55836" y="19556"/>
                  </a:moveTo>
                  <a:lnTo>
                    <a:pt x="10610" y="45889"/>
                  </a:lnTo>
                  <a:lnTo>
                    <a:pt x="1030" y="28439"/>
                  </a:lnTo>
                  <a:lnTo>
                    <a:pt x="0" y="26563"/>
                  </a:lnTo>
                  <a:lnTo>
                    <a:pt x="44398" y="0"/>
                  </a:lnTo>
                  <a:lnTo>
                    <a:pt x="55305" y="18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5"/>
            <p:cNvSpPr/>
            <p:nvPr/>
          </p:nvSpPr>
          <p:spPr>
            <a:xfrm>
              <a:off x="3814195" y="4157936"/>
              <a:ext cx="56934" cy="47187"/>
            </a:xfrm>
            <a:custGeom>
              <a:avLst/>
              <a:pathLst>
                <a:path w="56934" h="47187">
                  <a:moveTo>
                    <a:pt x="56934" y="20203"/>
                  </a:moveTo>
                  <a:lnTo>
                    <a:pt x="11665" y="47187"/>
                  </a:lnTo>
                  <a:lnTo>
                    <a:pt x="0" y="26890"/>
                  </a:lnTo>
                  <a:lnTo>
                    <a:pt x="447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6"/>
            <p:cNvSpPr/>
            <p:nvPr/>
          </p:nvSpPr>
          <p:spPr>
            <a:xfrm>
              <a:off x="3497779" y="4165891"/>
              <a:ext cx="57434" cy="48038"/>
            </a:xfrm>
            <a:custGeom>
              <a:avLst/>
              <a:pathLst>
                <a:path w="57434" h="48038">
                  <a:moveTo>
                    <a:pt x="55438" y="22258"/>
                  </a:moveTo>
                  <a:lnTo>
                    <a:pt x="11299" y="48038"/>
                  </a:lnTo>
                  <a:lnTo>
                    <a:pt x="0" y="26934"/>
                  </a:lnTo>
                  <a:lnTo>
                    <a:pt x="43911" y="587"/>
                  </a:lnTo>
                  <a:lnTo>
                    <a:pt x="45168" y="0"/>
                  </a:lnTo>
                  <a:lnTo>
                    <a:pt x="57434" y="20942"/>
                  </a:lnTo>
                  <a:lnTo>
                    <a:pt x="56617" y="21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67"/>
            <p:cNvSpPr/>
            <p:nvPr/>
          </p:nvSpPr>
          <p:spPr>
            <a:xfrm>
              <a:off x="3459419" y="4172430"/>
              <a:ext cx="44719" cy="57385"/>
            </a:xfrm>
            <a:custGeom>
              <a:avLst/>
              <a:pathLst>
                <a:path w="44719" h="57385">
                  <a:moveTo>
                    <a:pt x="44719" y="45251"/>
                  </a:moveTo>
                  <a:lnTo>
                    <a:pt x="25942" y="57385"/>
                  </a:lnTo>
                  <a:lnTo>
                    <a:pt x="0" y="12134"/>
                  </a:lnTo>
                  <a:lnTo>
                    <a:pt x="195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68"/>
            <p:cNvSpPr/>
            <p:nvPr/>
          </p:nvSpPr>
          <p:spPr>
            <a:xfrm>
              <a:off x="3566618" y="4167604"/>
              <a:ext cx="55734" cy="46990"/>
            </a:xfrm>
            <a:custGeom>
              <a:avLst/>
              <a:pathLst>
                <a:path w="55734" h="46990">
                  <a:moveTo>
                    <a:pt x="55734" y="20658"/>
                  </a:moveTo>
                  <a:lnTo>
                    <a:pt x="11486" y="46990"/>
                  </a:lnTo>
                  <a:lnTo>
                    <a:pt x="0" y="26313"/>
                  </a:lnTo>
                  <a:lnTo>
                    <a:pt x="439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69"/>
            <p:cNvSpPr/>
            <p:nvPr/>
          </p:nvSpPr>
          <p:spPr>
            <a:xfrm>
              <a:off x="3827533" y="4181463"/>
              <a:ext cx="57044" cy="48301"/>
            </a:xfrm>
            <a:custGeom>
              <a:avLst/>
              <a:pathLst>
                <a:path w="57044" h="48301">
                  <a:moveTo>
                    <a:pt x="57044" y="22174"/>
                  </a:moveTo>
                  <a:lnTo>
                    <a:pt x="12742" y="48301"/>
                  </a:lnTo>
                  <a:lnTo>
                    <a:pt x="0" y="26570"/>
                  </a:lnTo>
                  <a:lnTo>
                    <a:pt x="435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0"/>
            <p:cNvSpPr/>
            <p:nvPr/>
          </p:nvSpPr>
          <p:spPr>
            <a:xfrm>
              <a:off x="3788998" y="4186039"/>
              <a:ext cx="47277" cy="57914"/>
            </a:xfrm>
            <a:custGeom>
              <a:avLst/>
              <a:pathLst>
                <a:path w="47277" h="57914">
                  <a:moveTo>
                    <a:pt x="47277" y="45950"/>
                  </a:moveTo>
                  <a:lnTo>
                    <a:pt x="26931" y="57914"/>
                  </a:lnTo>
                  <a:lnTo>
                    <a:pt x="0" y="12158"/>
                  </a:lnTo>
                  <a:lnTo>
                    <a:pt x="206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1"/>
            <p:cNvSpPr/>
            <p:nvPr/>
          </p:nvSpPr>
          <p:spPr>
            <a:xfrm>
              <a:off x="3515953" y="4197424"/>
              <a:ext cx="56675" cy="46936"/>
            </a:xfrm>
            <a:custGeom>
              <a:avLst/>
              <a:pathLst>
                <a:path w="56675" h="46936">
                  <a:moveTo>
                    <a:pt x="56675" y="20788"/>
                  </a:moveTo>
                  <a:lnTo>
                    <a:pt x="11795" y="46936"/>
                  </a:lnTo>
                  <a:lnTo>
                    <a:pt x="11487" y="46423"/>
                  </a:lnTo>
                  <a:lnTo>
                    <a:pt x="0" y="26545"/>
                  </a:lnTo>
                  <a:lnTo>
                    <a:pt x="43664" y="637"/>
                  </a:lnTo>
                  <a:lnTo>
                    <a:pt x="44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2"/>
            <p:cNvSpPr/>
            <p:nvPr/>
          </p:nvSpPr>
          <p:spPr>
            <a:xfrm>
              <a:off x="3581124" y="4193067"/>
              <a:ext cx="56489" cy="45795"/>
            </a:xfrm>
            <a:custGeom>
              <a:avLst/>
              <a:pathLst>
                <a:path w="56489" h="45795">
                  <a:moveTo>
                    <a:pt x="56489" y="20511"/>
                  </a:moveTo>
                  <a:lnTo>
                    <a:pt x="11415" y="45795"/>
                  </a:lnTo>
                  <a:lnTo>
                    <a:pt x="0" y="26948"/>
                  </a:lnTo>
                  <a:lnTo>
                    <a:pt x="442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3"/>
            <p:cNvSpPr/>
            <p:nvPr/>
          </p:nvSpPr>
          <p:spPr>
            <a:xfrm>
              <a:off x="3620259" y="4203751"/>
              <a:ext cx="55356" cy="45722"/>
            </a:xfrm>
            <a:custGeom>
              <a:avLst/>
              <a:pathLst>
                <a:path w="55356" h="45722">
                  <a:moveTo>
                    <a:pt x="55356" y="19929"/>
                  </a:moveTo>
                  <a:lnTo>
                    <a:pt x="10958" y="45722"/>
                  </a:lnTo>
                  <a:lnTo>
                    <a:pt x="0" y="26206"/>
                  </a:lnTo>
                  <a:lnTo>
                    <a:pt x="43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4"/>
            <p:cNvSpPr/>
            <p:nvPr/>
          </p:nvSpPr>
          <p:spPr>
            <a:xfrm>
              <a:off x="3642310" y="4268938"/>
              <a:ext cx="38763" cy="35963"/>
            </a:xfrm>
            <a:custGeom>
              <a:avLst/>
              <a:pathLst>
                <a:path w="38763" h="35963">
                  <a:moveTo>
                    <a:pt x="38763" y="19982"/>
                  </a:moveTo>
                  <a:lnTo>
                    <a:pt x="11698" y="35963"/>
                  </a:lnTo>
                  <a:lnTo>
                    <a:pt x="0" y="16384"/>
                  </a:lnTo>
                  <a:lnTo>
                    <a:pt x="270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5"/>
            <p:cNvSpPr/>
            <p:nvPr/>
          </p:nvSpPr>
          <p:spPr>
            <a:xfrm>
              <a:off x="3536854" y="4288230"/>
              <a:ext cx="56167" cy="46064"/>
            </a:xfrm>
            <a:custGeom>
              <a:avLst/>
              <a:pathLst>
                <a:path w="56167" h="46064">
                  <a:moveTo>
                    <a:pt x="56167" y="19824"/>
                  </a:moveTo>
                  <a:lnTo>
                    <a:pt x="11739" y="46064"/>
                  </a:lnTo>
                  <a:lnTo>
                    <a:pt x="0" y="26107"/>
                  </a:lnTo>
                  <a:lnTo>
                    <a:pt x="44152" y="0"/>
                  </a:lnTo>
                  <a:lnTo>
                    <a:pt x="52907" y="14275"/>
                  </a:lnTo>
                  <a:lnTo>
                    <a:pt x="55623" y="1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6"/>
            <p:cNvSpPr/>
            <p:nvPr/>
          </p:nvSpPr>
          <p:spPr>
            <a:xfrm>
              <a:off x="3874826" y="4088717"/>
              <a:ext cx="56483" cy="46883"/>
            </a:xfrm>
            <a:custGeom>
              <a:avLst/>
              <a:pathLst>
                <a:path w="56483" h="46883">
                  <a:moveTo>
                    <a:pt x="56483" y="20735"/>
                  </a:moveTo>
                  <a:lnTo>
                    <a:pt x="12732" y="46883"/>
                  </a:lnTo>
                  <a:lnTo>
                    <a:pt x="0" y="25863"/>
                  </a:lnTo>
                  <a:lnTo>
                    <a:pt x="4476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77"/>
            <p:cNvSpPr/>
            <p:nvPr/>
          </p:nvSpPr>
          <p:spPr>
            <a:xfrm>
              <a:off x="3428822" y="4106200"/>
              <a:ext cx="56923" cy="47033"/>
            </a:xfrm>
            <a:custGeom>
              <a:avLst/>
              <a:pathLst>
                <a:path w="56923" h="47033">
                  <a:moveTo>
                    <a:pt x="56923" y="20326"/>
                  </a:moveTo>
                  <a:lnTo>
                    <a:pt x="11814" y="47033"/>
                  </a:lnTo>
                  <a:lnTo>
                    <a:pt x="0" y="26552"/>
                  </a:lnTo>
                  <a:lnTo>
                    <a:pt x="452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78"/>
            <p:cNvSpPr/>
            <p:nvPr/>
          </p:nvSpPr>
          <p:spPr>
            <a:xfrm>
              <a:off x="3576239" y="4298077"/>
              <a:ext cx="55762" cy="45742"/>
            </a:xfrm>
            <a:custGeom>
              <a:avLst/>
              <a:pathLst>
                <a:path w="55762" h="45742">
                  <a:moveTo>
                    <a:pt x="55762" y="20355"/>
                  </a:moveTo>
                  <a:lnTo>
                    <a:pt x="11072" y="45742"/>
                  </a:lnTo>
                  <a:lnTo>
                    <a:pt x="0" y="26820"/>
                  </a:lnTo>
                  <a:lnTo>
                    <a:pt x="44232" y="0"/>
                  </a:lnTo>
                  <a:lnTo>
                    <a:pt x="54363" y="17792"/>
                  </a:lnTo>
                  <a:lnTo>
                    <a:pt x="55234" y="19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79"/>
            <p:cNvSpPr/>
            <p:nvPr/>
          </p:nvSpPr>
          <p:spPr>
            <a:xfrm>
              <a:off x="3663879" y="4293943"/>
              <a:ext cx="32121" cy="31809"/>
            </a:xfrm>
            <a:custGeom>
              <a:avLst/>
              <a:pathLst>
                <a:path w="32121" h="31809">
                  <a:moveTo>
                    <a:pt x="32121" y="20175"/>
                  </a:moveTo>
                  <a:lnTo>
                    <a:pt x="11734" y="31809"/>
                  </a:lnTo>
                  <a:lnTo>
                    <a:pt x="0" y="11327"/>
                  </a:lnTo>
                  <a:lnTo>
                    <a:pt x="200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0"/>
            <p:cNvSpPr/>
            <p:nvPr/>
          </p:nvSpPr>
          <p:spPr>
            <a:xfrm>
              <a:off x="3490915" y="4037507"/>
              <a:ext cx="56202" cy="46173"/>
            </a:xfrm>
            <a:custGeom>
              <a:avLst/>
              <a:pathLst>
                <a:path w="56202" h="46173">
                  <a:moveTo>
                    <a:pt x="56202" y="20018"/>
                  </a:moveTo>
                  <a:lnTo>
                    <a:pt x="11468" y="46173"/>
                  </a:lnTo>
                  <a:lnTo>
                    <a:pt x="0" y="25787"/>
                  </a:lnTo>
                  <a:lnTo>
                    <a:pt x="4446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1"/>
            <p:cNvSpPr/>
            <p:nvPr/>
          </p:nvSpPr>
          <p:spPr>
            <a:xfrm>
              <a:off x="3529508" y="4047362"/>
              <a:ext cx="56137" cy="46812"/>
            </a:xfrm>
            <a:custGeom>
              <a:avLst/>
              <a:pathLst>
                <a:path w="56137" h="46812">
                  <a:moveTo>
                    <a:pt x="56137" y="20711"/>
                  </a:moveTo>
                  <a:lnTo>
                    <a:pt x="11287" y="46812"/>
                  </a:lnTo>
                  <a:lnTo>
                    <a:pt x="0" y="27179"/>
                  </a:lnTo>
                  <a:lnTo>
                    <a:pt x="443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2"/>
            <p:cNvSpPr/>
            <p:nvPr/>
          </p:nvSpPr>
          <p:spPr>
            <a:xfrm>
              <a:off x="3822141" y="4052898"/>
              <a:ext cx="55404" cy="45833"/>
            </a:xfrm>
            <a:custGeom>
              <a:avLst/>
              <a:pathLst>
                <a:path w="55404" h="45833">
                  <a:moveTo>
                    <a:pt x="55404" y="19857"/>
                  </a:moveTo>
                  <a:lnTo>
                    <a:pt x="11488" y="45833"/>
                  </a:lnTo>
                  <a:lnTo>
                    <a:pt x="0" y="26368"/>
                  </a:lnTo>
                  <a:lnTo>
                    <a:pt x="439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3"/>
            <p:cNvSpPr/>
            <p:nvPr/>
          </p:nvSpPr>
          <p:spPr>
            <a:xfrm>
              <a:off x="3400002" y="4069537"/>
              <a:ext cx="46955" cy="57946"/>
            </a:xfrm>
            <a:custGeom>
              <a:avLst/>
              <a:pathLst>
                <a:path w="46955" h="57946">
                  <a:moveTo>
                    <a:pt x="46955" y="45888"/>
                  </a:moveTo>
                  <a:lnTo>
                    <a:pt x="26512" y="57946"/>
                  </a:lnTo>
                  <a:lnTo>
                    <a:pt x="0" y="12733"/>
                  </a:lnTo>
                  <a:lnTo>
                    <a:pt x="215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4"/>
            <p:cNvSpPr/>
            <p:nvPr/>
          </p:nvSpPr>
          <p:spPr>
            <a:xfrm>
              <a:off x="3440787" y="4067341"/>
              <a:ext cx="55863" cy="46237"/>
            </a:xfrm>
            <a:custGeom>
              <a:avLst/>
              <a:pathLst>
                <a:path w="55863" h="46237">
                  <a:moveTo>
                    <a:pt x="55863" y="20152"/>
                  </a:moveTo>
                  <a:lnTo>
                    <a:pt x="10836" y="46237"/>
                  </a:lnTo>
                  <a:lnTo>
                    <a:pt x="0" y="26218"/>
                  </a:lnTo>
                  <a:lnTo>
                    <a:pt x="439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5"/>
            <p:cNvSpPr/>
            <p:nvPr/>
          </p:nvSpPr>
          <p:spPr>
            <a:xfrm>
              <a:off x="3756074" y="4056839"/>
              <a:ext cx="57305" cy="46855"/>
            </a:xfrm>
            <a:custGeom>
              <a:avLst/>
              <a:pathLst>
                <a:path w="57305" h="46855">
                  <a:moveTo>
                    <a:pt x="57305" y="20364"/>
                  </a:moveTo>
                  <a:lnTo>
                    <a:pt x="11648" y="46855"/>
                  </a:lnTo>
                  <a:lnTo>
                    <a:pt x="0" y="27176"/>
                  </a:lnTo>
                  <a:lnTo>
                    <a:pt x="45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6"/>
            <p:cNvSpPr/>
            <p:nvPr/>
          </p:nvSpPr>
          <p:spPr>
            <a:xfrm>
              <a:off x="3860034" y="4062726"/>
              <a:ext cx="56406" cy="46427"/>
            </a:xfrm>
            <a:custGeom>
              <a:avLst/>
              <a:pathLst>
                <a:path w="56406" h="46427">
                  <a:moveTo>
                    <a:pt x="55702" y="20585"/>
                  </a:moveTo>
                  <a:lnTo>
                    <a:pt x="11632" y="46427"/>
                  </a:lnTo>
                  <a:lnTo>
                    <a:pt x="0" y="26739"/>
                  </a:lnTo>
                  <a:lnTo>
                    <a:pt x="44742" y="0"/>
                  </a:lnTo>
                  <a:lnTo>
                    <a:pt x="56406" y="20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87"/>
            <p:cNvSpPr/>
            <p:nvPr/>
          </p:nvSpPr>
          <p:spPr>
            <a:xfrm>
              <a:off x="3544849" y="4074079"/>
              <a:ext cx="55922" cy="46273"/>
            </a:xfrm>
            <a:custGeom>
              <a:avLst/>
              <a:pathLst>
                <a:path w="55922" h="46273">
                  <a:moveTo>
                    <a:pt x="55922" y="19710"/>
                  </a:moveTo>
                  <a:lnTo>
                    <a:pt x="11674" y="46273"/>
                  </a:lnTo>
                  <a:lnTo>
                    <a:pt x="0" y="25658"/>
                  </a:lnTo>
                  <a:lnTo>
                    <a:pt x="444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88"/>
            <p:cNvSpPr/>
            <p:nvPr/>
          </p:nvSpPr>
          <p:spPr>
            <a:xfrm>
              <a:off x="3770883" y="4082190"/>
              <a:ext cx="56846" cy="46913"/>
            </a:xfrm>
            <a:custGeom>
              <a:avLst/>
              <a:pathLst>
                <a:path w="56846" h="46913">
                  <a:moveTo>
                    <a:pt x="56846" y="19405"/>
                  </a:moveTo>
                  <a:lnTo>
                    <a:pt x="10745" y="46913"/>
                  </a:lnTo>
                  <a:lnTo>
                    <a:pt x="0" y="26956"/>
                  </a:lnTo>
                  <a:lnTo>
                    <a:pt x="45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89"/>
            <p:cNvSpPr/>
            <p:nvPr/>
          </p:nvSpPr>
          <p:spPr>
            <a:xfrm>
              <a:off x="3731392" y="4086456"/>
              <a:ext cx="46624" cy="56825"/>
            </a:xfrm>
            <a:custGeom>
              <a:avLst/>
              <a:pathLst>
                <a:path w="46624" h="56825">
                  <a:moveTo>
                    <a:pt x="46624" y="45327"/>
                  </a:moveTo>
                  <a:lnTo>
                    <a:pt x="26426" y="56825"/>
                  </a:lnTo>
                  <a:lnTo>
                    <a:pt x="0" y="11718"/>
                  </a:lnTo>
                  <a:lnTo>
                    <a:pt x="204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0"/>
            <p:cNvSpPr/>
            <p:nvPr/>
          </p:nvSpPr>
          <p:spPr>
            <a:xfrm>
              <a:off x="3525399" y="3998255"/>
              <a:ext cx="46655" cy="57256"/>
            </a:xfrm>
            <a:custGeom>
              <a:avLst/>
              <a:pathLst>
                <a:path w="46655" h="57256">
                  <a:moveTo>
                    <a:pt x="46655" y="45368"/>
                  </a:moveTo>
                  <a:lnTo>
                    <a:pt x="26066" y="57256"/>
                  </a:lnTo>
                  <a:lnTo>
                    <a:pt x="0" y="12476"/>
                  </a:lnTo>
                  <a:lnTo>
                    <a:pt x="20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1"/>
            <p:cNvSpPr/>
            <p:nvPr/>
          </p:nvSpPr>
          <p:spPr>
            <a:xfrm>
              <a:off x="3476522" y="4012021"/>
              <a:ext cx="55921" cy="46501"/>
            </a:xfrm>
            <a:custGeom>
              <a:avLst/>
              <a:pathLst>
                <a:path w="55921" h="46501">
                  <a:moveTo>
                    <a:pt x="55921" y="20711"/>
                  </a:moveTo>
                  <a:lnTo>
                    <a:pt x="11133" y="46501"/>
                  </a:lnTo>
                  <a:lnTo>
                    <a:pt x="0" y="26667"/>
                  </a:lnTo>
                  <a:lnTo>
                    <a:pt x="44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2"/>
            <p:cNvSpPr/>
            <p:nvPr/>
          </p:nvSpPr>
          <p:spPr>
            <a:xfrm>
              <a:off x="3854801" y="4012579"/>
              <a:ext cx="46838" cy="57655"/>
            </a:xfrm>
            <a:custGeom>
              <a:avLst/>
              <a:pathLst>
                <a:path w="46838" h="57655">
                  <a:moveTo>
                    <a:pt x="46838" y="45919"/>
                  </a:moveTo>
                  <a:lnTo>
                    <a:pt x="27004" y="57655"/>
                  </a:lnTo>
                  <a:lnTo>
                    <a:pt x="0" y="12513"/>
                  </a:lnTo>
                  <a:lnTo>
                    <a:pt x="18327" y="1408"/>
                  </a:lnTo>
                  <a:lnTo>
                    <a:pt x="206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3"/>
            <p:cNvSpPr/>
            <p:nvPr/>
          </p:nvSpPr>
          <p:spPr>
            <a:xfrm>
              <a:off x="3806477" y="4026847"/>
              <a:ext cx="56817" cy="46912"/>
            </a:xfrm>
            <a:custGeom>
              <a:avLst/>
              <a:pathLst>
                <a:path w="56817" h="46912">
                  <a:moveTo>
                    <a:pt x="56817" y="21112"/>
                  </a:moveTo>
                  <a:lnTo>
                    <a:pt x="12356" y="46912"/>
                  </a:lnTo>
                  <a:lnTo>
                    <a:pt x="0" y="26724"/>
                  </a:lnTo>
                  <a:lnTo>
                    <a:pt x="446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4"/>
            <p:cNvSpPr/>
            <p:nvPr/>
          </p:nvSpPr>
          <p:spPr>
            <a:xfrm>
              <a:off x="3425686" y="4041433"/>
              <a:ext cx="56940" cy="47728"/>
            </a:xfrm>
            <a:custGeom>
              <a:avLst/>
              <a:pathLst>
                <a:path w="56940" h="47728">
                  <a:moveTo>
                    <a:pt x="56940" y="21173"/>
                  </a:moveTo>
                  <a:lnTo>
                    <a:pt x="11568" y="47728"/>
                  </a:lnTo>
                  <a:lnTo>
                    <a:pt x="0" y="25885"/>
                  </a:lnTo>
                  <a:lnTo>
                    <a:pt x="44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5"/>
            <p:cNvSpPr/>
            <p:nvPr/>
          </p:nvSpPr>
          <p:spPr>
            <a:xfrm>
              <a:off x="3531408" y="4243782"/>
              <a:ext cx="21166" cy="24992"/>
            </a:xfrm>
            <a:custGeom>
              <a:avLst/>
              <a:pathLst>
                <a:path w="21166" h="24992">
                  <a:moveTo>
                    <a:pt x="21166" y="19125"/>
                  </a:moveTo>
                  <a:lnTo>
                    <a:pt x="11549" y="24992"/>
                  </a:lnTo>
                  <a:lnTo>
                    <a:pt x="0" y="5778"/>
                  </a:lnTo>
                  <a:lnTo>
                    <a:pt x="97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6"/>
            <p:cNvSpPr/>
            <p:nvPr/>
          </p:nvSpPr>
          <p:spPr>
            <a:xfrm>
              <a:off x="3945631" y="4100900"/>
              <a:ext cx="40247" cy="52283"/>
            </a:xfrm>
            <a:custGeom>
              <a:avLst/>
              <a:pathLst>
                <a:path w="40247" h="52283">
                  <a:moveTo>
                    <a:pt x="29034" y="52283"/>
                  </a:moveTo>
                  <a:lnTo>
                    <a:pt x="27153" y="52283"/>
                  </a:lnTo>
                  <a:lnTo>
                    <a:pt x="25799" y="51667"/>
                  </a:lnTo>
                  <a:lnTo>
                    <a:pt x="24143" y="49897"/>
                  </a:lnTo>
                  <a:lnTo>
                    <a:pt x="17695" y="39267"/>
                  </a:lnTo>
                  <a:lnTo>
                    <a:pt x="16016" y="36499"/>
                  </a:lnTo>
                  <a:lnTo>
                    <a:pt x="12648" y="30607"/>
                  </a:lnTo>
                  <a:lnTo>
                    <a:pt x="11076" y="27856"/>
                  </a:lnTo>
                  <a:lnTo>
                    <a:pt x="1063" y="10338"/>
                  </a:lnTo>
                  <a:lnTo>
                    <a:pt x="0" y="8478"/>
                  </a:lnTo>
                  <a:lnTo>
                    <a:pt x="130" y="7334"/>
                  </a:lnTo>
                  <a:lnTo>
                    <a:pt x="1317" y="4943"/>
                  </a:lnTo>
                  <a:lnTo>
                    <a:pt x="3710" y="2633"/>
                  </a:lnTo>
                  <a:lnTo>
                    <a:pt x="6735" y="1293"/>
                  </a:lnTo>
                  <a:lnTo>
                    <a:pt x="10167" y="462"/>
                  </a:lnTo>
                  <a:lnTo>
                    <a:pt x="13418" y="0"/>
                  </a:lnTo>
                  <a:lnTo>
                    <a:pt x="15327" y="61"/>
                  </a:lnTo>
                  <a:lnTo>
                    <a:pt x="15721" y="120"/>
                  </a:lnTo>
                  <a:lnTo>
                    <a:pt x="16607" y="1627"/>
                  </a:lnTo>
                  <a:lnTo>
                    <a:pt x="19673" y="6837"/>
                  </a:lnTo>
                  <a:lnTo>
                    <a:pt x="24865" y="15660"/>
                  </a:lnTo>
                  <a:lnTo>
                    <a:pt x="27055" y="19382"/>
                  </a:lnTo>
                  <a:lnTo>
                    <a:pt x="28118" y="21184"/>
                  </a:lnTo>
                  <a:lnTo>
                    <a:pt x="29130" y="22900"/>
                  </a:lnTo>
                  <a:lnTo>
                    <a:pt x="31454" y="26840"/>
                  </a:lnTo>
                  <a:lnTo>
                    <a:pt x="33013" y="29483"/>
                  </a:lnTo>
                  <a:lnTo>
                    <a:pt x="38742" y="39194"/>
                  </a:lnTo>
                  <a:lnTo>
                    <a:pt x="40172" y="41735"/>
                  </a:lnTo>
                  <a:lnTo>
                    <a:pt x="40247" y="42967"/>
                  </a:lnTo>
                  <a:lnTo>
                    <a:pt x="39871" y="45431"/>
                  </a:lnTo>
                  <a:lnTo>
                    <a:pt x="37834" y="46847"/>
                  </a:lnTo>
                  <a:lnTo>
                    <a:pt x="36108" y="48049"/>
                  </a:lnTo>
                  <a:lnTo>
                    <a:pt x="35493" y="48437"/>
                  </a:lnTo>
                  <a:lnTo>
                    <a:pt x="30615" y="5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797"/>
            <p:cNvSpPr/>
            <p:nvPr/>
          </p:nvSpPr>
          <p:spPr>
            <a:xfrm>
              <a:off x="3640425" y="4308781"/>
              <a:ext cx="31153" cy="31783"/>
            </a:xfrm>
            <a:custGeom>
              <a:avLst/>
              <a:pathLst>
                <a:path w="31153" h="31783">
                  <a:moveTo>
                    <a:pt x="31153" y="20141"/>
                  </a:moveTo>
                  <a:lnTo>
                    <a:pt x="11739" y="31783"/>
                  </a:lnTo>
                  <a:lnTo>
                    <a:pt x="0" y="11364"/>
                  </a:lnTo>
                  <a:lnTo>
                    <a:pt x="1905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798"/>
            <p:cNvSpPr/>
            <p:nvPr/>
          </p:nvSpPr>
          <p:spPr>
            <a:xfrm>
              <a:off x="3625790" y="4287682"/>
              <a:ext cx="24390" cy="27872"/>
            </a:xfrm>
            <a:custGeom>
              <a:avLst/>
              <a:pathLst>
                <a:path w="24390" h="27872">
                  <a:moveTo>
                    <a:pt x="24390" y="20865"/>
                  </a:moveTo>
                  <a:lnTo>
                    <a:pt x="12425" y="27872"/>
                  </a:lnTo>
                  <a:lnTo>
                    <a:pt x="0" y="7288"/>
                  </a:lnTo>
                  <a:lnTo>
                    <a:pt x="12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799"/>
            <p:cNvSpPr/>
            <p:nvPr/>
          </p:nvSpPr>
          <p:spPr>
            <a:xfrm>
              <a:off x="4129996" y="4886827"/>
              <a:ext cx="36772" cy="36391"/>
            </a:xfrm>
            <a:custGeom>
              <a:avLst/>
              <a:pathLst>
                <a:path w="36772" h="36391">
                  <a:moveTo>
                    <a:pt x="0" y="13382"/>
                  </a:moveTo>
                  <a:lnTo>
                    <a:pt x="3532" y="11103"/>
                  </a:lnTo>
                  <a:lnTo>
                    <a:pt x="20741" y="0"/>
                  </a:lnTo>
                  <a:lnTo>
                    <a:pt x="24878" y="5005"/>
                  </a:lnTo>
                  <a:lnTo>
                    <a:pt x="28670" y="8978"/>
                  </a:lnTo>
                  <a:lnTo>
                    <a:pt x="36772" y="17250"/>
                  </a:lnTo>
                  <a:lnTo>
                    <a:pt x="22109" y="36391"/>
                  </a:lnTo>
                  <a:lnTo>
                    <a:pt x="14378" y="30185"/>
                  </a:lnTo>
                  <a:lnTo>
                    <a:pt x="11921" y="28171"/>
                  </a:lnTo>
                  <a:lnTo>
                    <a:pt x="5963" y="21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0"/>
            <p:cNvSpPr/>
            <p:nvPr/>
          </p:nvSpPr>
          <p:spPr>
            <a:xfrm>
              <a:off x="4064776" y="4832547"/>
              <a:ext cx="29062" cy="26017"/>
            </a:xfrm>
            <a:custGeom>
              <a:avLst/>
              <a:pathLst>
                <a:path w="29062" h="26017">
                  <a:moveTo>
                    <a:pt x="0" y="12732"/>
                  </a:moveTo>
                  <a:lnTo>
                    <a:pt x="21462" y="0"/>
                  </a:lnTo>
                  <a:lnTo>
                    <a:pt x="29062" y="14167"/>
                  </a:lnTo>
                  <a:lnTo>
                    <a:pt x="7394" y="260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1"/>
            <p:cNvSpPr/>
            <p:nvPr/>
          </p:nvSpPr>
          <p:spPr>
            <a:xfrm>
              <a:off x="4134644" y="4929830"/>
              <a:ext cx="30061" cy="28236"/>
            </a:xfrm>
            <a:custGeom>
              <a:avLst/>
              <a:pathLst>
                <a:path w="30061" h="28236">
                  <a:moveTo>
                    <a:pt x="0" y="16994"/>
                  </a:moveTo>
                  <a:lnTo>
                    <a:pt x="17454" y="0"/>
                  </a:lnTo>
                  <a:lnTo>
                    <a:pt x="30061" y="9937"/>
                  </a:lnTo>
                  <a:lnTo>
                    <a:pt x="17105" y="28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2"/>
            <p:cNvSpPr/>
            <p:nvPr/>
          </p:nvSpPr>
          <p:spPr>
            <a:xfrm>
              <a:off x="4153181" y="4940978"/>
              <a:ext cx="53207" cy="47529"/>
            </a:xfrm>
            <a:custGeom>
              <a:avLst/>
              <a:pathLst>
                <a:path w="53207" h="47529">
                  <a:moveTo>
                    <a:pt x="23413" y="6608"/>
                  </a:moveTo>
                  <a:lnTo>
                    <a:pt x="53207" y="27652"/>
                  </a:lnTo>
                  <a:lnTo>
                    <a:pt x="38069" y="47529"/>
                  </a:lnTo>
                  <a:lnTo>
                    <a:pt x="36205" y="46134"/>
                  </a:lnTo>
                  <a:lnTo>
                    <a:pt x="27535" y="39631"/>
                  </a:lnTo>
                  <a:lnTo>
                    <a:pt x="9366" y="26004"/>
                  </a:lnTo>
                  <a:lnTo>
                    <a:pt x="6336" y="23731"/>
                  </a:lnTo>
                  <a:lnTo>
                    <a:pt x="0" y="18601"/>
                  </a:lnTo>
                  <a:lnTo>
                    <a:pt x="13334" y="0"/>
                  </a:lnTo>
                  <a:lnTo>
                    <a:pt x="15199" y="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3"/>
            <p:cNvSpPr/>
            <p:nvPr/>
          </p:nvSpPr>
          <p:spPr>
            <a:xfrm>
              <a:off x="4169780" y="4838380"/>
              <a:ext cx="76831" cy="68787"/>
            </a:xfrm>
            <a:custGeom>
              <a:avLst/>
              <a:pathLst>
                <a:path w="76831" h="68787">
                  <a:moveTo>
                    <a:pt x="0" y="11965"/>
                  </a:moveTo>
                  <a:lnTo>
                    <a:pt x="20829" y="0"/>
                  </a:lnTo>
                  <a:lnTo>
                    <a:pt x="30792" y="15537"/>
                  </a:lnTo>
                  <a:lnTo>
                    <a:pt x="35006" y="19602"/>
                  </a:lnTo>
                  <a:lnTo>
                    <a:pt x="43555" y="26624"/>
                  </a:lnTo>
                  <a:lnTo>
                    <a:pt x="75709" y="48557"/>
                  </a:lnTo>
                  <a:lnTo>
                    <a:pt x="76831" y="49307"/>
                  </a:lnTo>
                  <a:lnTo>
                    <a:pt x="63210" y="68787"/>
                  </a:lnTo>
                  <a:lnTo>
                    <a:pt x="22349" y="39837"/>
                  </a:lnTo>
                  <a:lnTo>
                    <a:pt x="16705" y="35063"/>
                  </a:lnTo>
                  <a:lnTo>
                    <a:pt x="13018" y="31136"/>
                  </a:lnTo>
                  <a:lnTo>
                    <a:pt x="10760" y="28133"/>
                  </a:lnTo>
                  <a:lnTo>
                    <a:pt x="7826" y="24592"/>
                  </a:lnTo>
                  <a:lnTo>
                    <a:pt x="1655" y="148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4"/>
            <p:cNvSpPr/>
            <p:nvPr/>
          </p:nvSpPr>
          <p:spPr>
            <a:xfrm>
              <a:off x="4076906" y="4795132"/>
              <a:ext cx="46324" cy="56607"/>
            </a:xfrm>
            <a:custGeom>
              <a:avLst/>
              <a:pathLst>
                <a:path w="46324" h="56607">
                  <a:moveTo>
                    <a:pt x="46324" y="43966"/>
                  </a:moveTo>
                  <a:lnTo>
                    <a:pt x="24705" y="56607"/>
                  </a:lnTo>
                  <a:lnTo>
                    <a:pt x="0" y="12334"/>
                  </a:lnTo>
                  <a:lnTo>
                    <a:pt x="2104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5"/>
            <p:cNvSpPr/>
            <p:nvPr/>
          </p:nvSpPr>
          <p:spPr>
            <a:xfrm>
              <a:off x="4332408" y="4648501"/>
              <a:ext cx="25987" cy="28827"/>
            </a:xfrm>
            <a:custGeom>
              <a:avLst/>
              <a:pathLst>
                <a:path w="25987" h="28827">
                  <a:moveTo>
                    <a:pt x="0" y="9116"/>
                  </a:moveTo>
                  <a:lnTo>
                    <a:pt x="14809" y="0"/>
                  </a:lnTo>
                  <a:lnTo>
                    <a:pt x="25987" y="9171"/>
                  </a:lnTo>
                  <a:lnTo>
                    <a:pt x="13102" y="28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6"/>
            <p:cNvSpPr/>
            <p:nvPr/>
          </p:nvSpPr>
          <p:spPr>
            <a:xfrm>
              <a:off x="4504377" y="4642087"/>
              <a:ext cx="54391" cy="74654"/>
            </a:xfrm>
            <a:custGeom>
              <a:avLst/>
              <a:pathLst>
                <a:path w="54391" h="74654">
                  <a:moveTo>
                    <a:pt x="0" y="10440"/>
                  </a:moveTo>
                  <a:lnTo>
                    <a:pt x="18963" y="0"/>
                  </a:lnTo>
                  <a:lnTo>
                    <a:pt x="54391" y="63567"/>
                  </a:lnTo>
                  <a:lnTo>
                    <a:pt x="34615" y="74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07"/>
            <p:cNvSpPr/>
            <p:nvPr/>
          </p:nvSpPr>
          <p:spPr>
            <a:xfrm>
              <a:off x="4383556" y="4557020"/>
              <a:ext cx="68681" cy="48814"/>
            </a:xfrm>
            <a:custGeom>
              <a:avLst/>
              <a:pathLst>
                <a:path w="68681" h="48814">
                  <a:moveTo>
                    <a:pt x="0" y="34119"/>
                  </a:moveTo>
                  <a:lnTo>
                    <a:pt x="57093" y="0"/>
                  </a:lnTo>
                  <a:lnTo>
                    <a:pt x="68681" y="19402"/>
                  </a:lnTo>
                  <a:lnTo>
                    <a:pt x="18715" y="4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08"/>
            <p:cNvSpPr/>
            <p:nvPr/>
          </p:nvSpPr>
          <p:spPr>
            <a:xfrm>
              <a:off x="4154850" y="4871642"/>
              <a:ext cx="72884" cy="59994"/>
            </a:xfrm>
            <a:custGeom>
              <a:avLst/>
              <a:pathLst>
                <a:path w="72884" h="59994">
                  <a:moveTo>
                    <a:pt x="0" y="13181"/>
                  </a:moveTo>
                  <a:lnTo>
                    <a:pt x="20347" y="0"/>
                  </a:lnTo>
                  <a:lnTo>
                    <a:pt x="27571" y="7268"/>
                  </a:lnTo>
                  <a:lnTo>
                    <a:pt x="34194" y="12688"/>
                  </a:lnTo>
                  <a:lnTo>
                    <a:pt x="72884" y="41170"/>
                  </a:lnTo>
                  <a:lnTo>
                    <a:pt x="57672" y="59994"/>
                  </a:lnTo>
                  <a:lnTo>
                    <a:pt x="13935" y="27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09"/>
            <p:cNvSpPr/>
            <p:nvPr/>
          </p:nvSpPr>
          <p:spPr>
            <a:xfrm>
              <a:off x="4169435" y="4916263"/>
              <a:ext cx="40402" cy="38112"/>
            </a:xfrm>
            <a:custGeom>
              <a:avLst/>
              <a:pathLst>
                <a:path w="40402" h="38112">
                  <a:moveTo>
                    <a:pt x="0" y="20403"/>
                  </a:moveTo>
                  <a:lnTo>
                    <a:pt x="14448" y="0"/>
                  </a:lnTo>
                  <a:lnTo>
                    <a:pt x="40402" y="19240"/>
                  </a:lnTo>
                  <a:lnTo>
                    <a:pt x="26036" y="38112"/>
                  </a:lnTo>
                  <a:lnTo>
                    <a:pt x="10083" y="279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0"/>
            <p:cNvSpPr/>
            <p:nvPr/>
          </p:nvSpPr>
          <p:spPr>
            <a:xfrm>
              <a:off x="4154023" y="4905322"/>
              <a:ext cx="28227" cy="29720"/>
            </a:xfrm>
            <a:custGeom>
              <a:avLst/>
              <a:pathLst>
                <a:path w="28227" h="29720">
                  <a:moveTo>
                    <a:pt x="0" y="18585"/>
                  </a:moveTo>
                  <a:lnTo>
                    <a:pt x="14170" y="0"/>
                  </a:lnTo>
                  <a:lnTo>
                    <a:pt x="28227" y="9776"/>
                  </a:lnTo>
                  <a:lnTo>
                    <a:pt x="14261" y="29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1"/>
            <p:cNvSpPr/>
            <p:nvPr/>
          </p:nvSpPr>
          <p:spPr>
            <a:xfrm>
              <a:off x="4100971" y="4780673"/>
              <a:ext cx="47165" cy="56117"/>
            </a:xfrm>
            <a:custGeom>
              <a:avLst/>
              <a:pathLst>
                <a:path w="47165" h="56117">
                  <a:moveTo>
                    <a:pt x="47165" y="43477"/>
                  </a:moveTo>
                  <a:lnTo>
                    <a:pt x="25299" y="56117"/>
                  </a:lnTo>
                  <a:lnTo>
                    <a:pt x="0" y="12704"/>
                  </a:lnTo>
                  <a:lnTo>
                    <a:pt x="208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2"/>
            <p:cNvSpPr/>
            <p:nvPr/>
          </p:nvSpPr>
          <p:spPr>
            <a:xfrm>
              <a:off x="4036382" y="4785008"/>
              <a:ext cx="47184" cy="57344"/>
            </a:xfrm>
            <a:custGeom>
              <a:avLst/>
              <a:pathLst>
                <a:path w="47184" h="57344">
                  <a:moveTo>
                    <a:pt x="0" y="12441"/>
                  </a:moveTo>
                  <a:lnTo>
                    <a:pt x="20571" y="0"/>
                  </a:lnTo>
                  <a:lnTo>
                    <a:pt x="47184" y="45073"/>
                  </a:lnTo>
                  <a:lnTo>
                    <a:pt x="27288" y="57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3"/>
            <p:cNvSpPr/>
            <p:nvPr/>
          </p:nvSpPr>
          <p:spPr>
            <a:xfrm>
              <a:off x="4320375" y="4774978"/>
              <a:ext cx="32732" cy="32720"/>
            </a:xfrm>
            <a:custGeom>
              <a:avLst/>
              <a:pathLst>
                <a:path w="32732" h="32720">
                  <a:moveTo>
                    <a:pt x="15996" y="0"/>
                  </a:moveTo>
                  <a:lnTo>
                    <a:pt x="32732" y="12688"/>
                  </a:lnTo>
                  <a:lnTo>
                    <a:pt x="19191" y="32720"/>
                  </a:lnTo>
                  <a:lnTo>
                    <a:pt x="0" y="185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4"/>
            <p:cNvSpPr/>
            <p:nvPr/>
          </p:nvSpPr>
          <p:spPr>
            <a:xfrm>
              <a:off x="4326870" y="4593593"/>
              <a:ext cx="122448" cy="97163"/>
            </a:xfrm>
            <a:custGeom>
              <a:avLst/>
              <a:pathLst>
                <a:path w="122448" h="97163">
                  <a:moveTo>
                    <a:pt x="11317" y="42343"/>
                  </a:moveTo>
                  <a:lnTo>
                    <a:pt x="0" y="31625"/>
                  </a:lnTo>
                  <a:lnTo>
                    <a:pt x="52103" y="0"/>
                  </a:lnTo>
                  <a:lnTo>
                    <a:pt x="122448" y="50104"/>
                  </a:lnTo>
                  <a:lnTo>
                    <a:pt x="88254" y="97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5"/>
            <p:cNvSpPr/>
            <p:nvPr/>
          </p:nvSpPr>
          <p:spPr>
            <a:xfrm>
              <a:off x="4556120" y="4626072"/>
              <a:ext cx="46113" cy="57530"/>
            </a:xfrm>
            <a:custGeom>
              <a:avLst/>
              <a:pathLst>
                <a:path w="46113" h="57530">
                  <a:moveTo>
                    <a:pt x="32508" y="50385"/>
                  </a:moveTo>
                  <a:lnTo>
                    <a:pt x="22394" y="57530"/>
                  </a:lnTo>
                  <a:lnTo>
                    <a:pt x="0" y="17862"/>
                  </a:lnTo>
                  <a:lnTo>
                    <a:pt x="28776" y="0"/>
                  </a:lnTo>
                  <a:lnTo>
                    <a:pt x="46113" y="30797"/>
                  </a:lnTo>
                  <a:lnTo>
                    <a:pt x="40816" y="380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6"/>
            <p:cNvSpPr/>
            <p:nvPr/>
          </p:nvSpPr>
          <p:spPr>
            <a:xfrm>
              <a:off x="4277013" y="4777072"/>
              <a:ext cx="36690" cy="34322"/>
            </a:xfrm>
            <a:custGeom>
              <a:avLst/>
              <a:pathLst>
                <a:path w="36690" h="34322">
                  <a:moveTo>
                    <a:pt x="0" y="15522"/>
                  </a:moveTo>
                  <a:lnTo>
                    <a:pt x="18873" y="0"/>
                  </a:lnTo>
                  <a:lnTo>
                    <a:pt x="28791" y="9821"/>
                  </a:lnTo>
                  <a:lnTo>
                    <a:pt x="36690" y="16434"/>
                  </a:lnTo>
                  <a:lnTo>
                    <a:pt x="19208" y="343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17"/>
            <p:cNvSpPr/>
            <p:nvPr/>
          </p:nvSpPr>
          <p:spPr>
            <a:xfrm>
              <a:off x="4299709" y="4796106"/>
              <a:ext cx="37139" cy="37277"/>
            </a:xfrm>
            <a:custGeom>
              <a:avLst/>
              <a:pathLst>
                <a:path w="37139" h="37277">
                  <a:moveTo>
                    <a:pt x="0" y="18663"/>
                  </a:moveTo>
                  <a:lnTo>
                    <a:pt x="16434" y="0"/>
                  </a:lnTo>
                  <a:lnTo>
                    <a:pt x="37139" y="15973"/>
                  </a:lnTo>
                  <a:lnTo>
                    <a:pt x="22164" y="372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18"/>
            <p:cNvSpPr/>
            <p:nvPr/>
          </p:nvSpPr>
          <p:spPr>
            <a:xfrm>
              <a:off x="4156176" y="4800753"/>
              <a:ext cx="56114" cy="44993"/>
            </a:xfrm>
            <a:custGeom>
              <a:avLst/>
              <a:pathLst>
                <a:path w="56114" h="44993">
                  <a:moveTo>
                    <a:pt x="0" y="27120"/>
                  </a:moveTo>
                  <a:lnTo>
                    <a:pt x="45277" y="0"/>
                  </a:lnTo>
                  <a:lnTo>
                    <a:pt x="56114" y="18663"/>
                  </a:lnTo>
                  <a:lnTo>
                    <a:pt x="10927" y="449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19"/>
            <p:cNvSpPr/>
            <p:nvPr/>
          </p:nvSpPr>
          <p:spPr>
            <a:xfrm>
              <a:off x="4415817" y="4595980"/>
              <a:ext cx="25284" cy="27718"/>
            </a:xfrm>
            <a:custGeom>
              <a:avLst/>
              <a:pathLst>
                <a:path w="25284" h="27718">
                  <a:moveTo>
                    <a:pt x="0" y="8931"/>
                  </a:moveTo>
                  <a:lnTo>
                    <a:pt x="13846" y="0"/>
                  </a:lnTo>
                  <a:lnTo>
                    <a:pt x="25284" y="19248"/>
                  </a:lnTo>
                  <a:lnTo>
                    <a:pt x="10234" y="27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0"/>
            <p:cNvSpPr/>
            <p:nvPr/>
          </p:nvSpPr>
          <p:spPr>
            <a:xfrm>
              <a:off x="4535652" y="4645906"/>
              <a:ext cx="40936" cy="54697"/>
            </a:xfrm>
            <a:custGeom>
              <a:avLst/>
              <a:pathLst>
                <a:path w="40936" h="54697">
                  <a:moveTo>
                    <a:pt x="0" y="8869"/>
                  </a:moveTo>
                  <a:lnTo>
                    <a:pt x="15893" y="0"/>
                  </a:lnTo>
                  <a:lnTo>
                    <a:pt x="40936" y="44595"/>
                  </a:lnTo>
                  <a:lnTo>
                    <a:pt x="24561" y="546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1"/>
            <p:cNvSpPr/>
            <p:nvPr/>
          </p:nvSpPr>
          <p:spPr>
            <a:xfrm>
              <a:off x="4106706" y="4831589"/>
              <a:ext cx="53953" cy="43608"/>
            </a:xfrm>
            <a:custGeom>
              <a:avLst/>
              <a:pathLst>
                <a:path w="53953" h="43608">
                  <a:moveTo>
                    <a:pt x="0" y="25266"/>
                  </a:moveTo>
                  <a:lnTo>
                    <a:pt x="43343" y="0"/>
                  </a:lnTo>
                  <a:lnTo>
                    <a:pt x="53953" y="17785"/>
                  </a:lnTo>
                  <a:lnTo>
                    <a:pt x="10929" y="436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2"/>
            <p:cNvSpPr/>
            <p:nvPr/>
          </p:nvSpPr>
          <p:spPr>
            <a:xfrm>
              <a:off x="4490157" y="4598588"/>
              <a:ext cx="71338" cy="50057"/>
            </a:xfrm>
            <a:custGeom>
              <a:avLst/>
              <a:pathLst>
                <a:path w="71338" h="50057">
                  <a:moveTo>
                    <a:pt x="51200" y="0"/>
                  </a:moveTo>
                  <a:lnTo>
                    <a:pt x="71338" y="15244"/>
                  </a:lnTo>
                  <a:lnTo>
                    <a:pt x="11855" y="50057"/>
                  </a:lnTo>
                  <a:lnTo>
                    <a:pt x="0" y="292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3"/>
            <p:cNvSpPr/>
            <p:nvPr/>
          </p:nvSpPr>
          <p:spPr>
            <a:xfrm>
              <a:off x="4118167" y="4851980"/>
              <a:ext cx="55149" cy="43931"/>
            </a:xfrm>
            <a:custGeom>
              <a:avLst/>
              <a:pathLst>
                <a:path w="55149" h="43931">
                  <a:moveTo>
                    <a:pt x="0" y="27810"/>
                  </a:moveTo>
                  <a:lnTo>
                    <a:pt x="44879" y="0"/>
                  </a:lnTo>
                  <a:lnTo>
                    <a:pt x="55149" y="16003"/>
                  </a:lnTo>
                  <a:lnTo>
                    <a:pt x="9926" y="439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4"/>
            <p:cNvSpPr/>
            <p:nvPr/>
          </p:nvSpPr>
          <p:spPr>
            <a:xfrm>
              <a:off x="4080940" y="4859339"/>
              <a:ext cx="67575" cy="86188"/>
            </a:xfrm>
            <a:custGeom>
              <a:avLst/>
              <a:pathLst>
                <a:path w="67575" h="86188">
                  <a:moveTo>
                    <a:pt x="40647" y="77345"/>
                  </a:moveTo>
                  <a:lnTo>
                    <a:pt x="38709" y="75470"/>
                  </a:lnTo>
                  <a:lnTo>
                    <a:pt x="37351" y="73665"/>
                  </a:lnTo>
                  <a:lnTo>
                    <a:pt x="33393" y="67910"/>
                  </a:lnTo>
                  <a:lnTo>
                    <a:pt x="1594" y="14141"/>
                  </a:lnTo>
                  <a:lnTo>
                    <a:pt x="0" y="11641"/>
                  </a:lnTo>
                  <a:lnTo>
                    <a:pt x="20679" y="0"/>
                  </a:lnTo>
                  <a:lnTo>
                    <a:pt x="33501" y="22359"/>
                  </a:lnTo>
                  <a:lnTo>
                    <a:pt x="37607" y="29618"/>
                  </a:lnTo>
                  <a:lnTo>
                    <a:pt x="50252" y="50691"/>
                  </a:lnTo>
                  <a:lnTo>
                    <a:pt x="54948" y="56729"/>
                  </a:lnTo>
                  <a:lnTo>
                    <a:pt x="59824" y="61901"/>
                  </a:lnTo>
                  <a:lnTo>
                    <a:pt x="67575" y="68633"/>
                  </a:lnTo>
                  <a:lnTo>
                    <a:pt x="66908" y="69413"/>
                  </a:lnTo>
                  <a:lnTo>
                    <a:pt x="66506" y="69882"/>
                  </a:lnTo>
                  <a:lnTo>
                    <a:pt x="51197" y="86188"/>
                  </a:lnTo>
                  <a:lnTo>
                    <a:pt x="47105" y="83048"/>
                  </a:lnTo>
                  <a:lnTo>
                    <a:pt x="42398" y="79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5"/>
            <p:cNvSpPr/>
            <p:nvPr/>
          </p:nvSpPr>
          <p:spPr>
            <a:xfrm>
              <a:off x="4237872" y="4867305"/>
              <a:ext cx="47963" cy="56154"/>
            </a:xfrm>
            <a:custGeom>
              <a:avLst/>
              <a:pathLst>
                <a:path w="47963" h="56154">
                  <a:moveTo>
                    <a:pt x="0" y="42138"/>
                  </a:moveTo>
                  <a:lnTo>
                    <a:pt x="29522" y="0"/>
                  </a:lnTo>
                  <a:lnTo>
                    <a:pt x="47963" y="13819"/>
                  </a:lnTo>
                  <a:lnTo>
                    <a:pt x="17972" y="5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6"/>
            <p:cNvSpPr/>
            <p:nvPr/>
          </p:nvSpPr>
          <p:spPr>
            <a:xfrm>
              <a:off x="4208332" y="4785317"/>
              <a:ext cx="51401" cy="52223"/>
            </a:xfrm>
            <a:custGeom>
              <a:avLst/>
              <a:pathLst>
                <a:path w="51401" h="52223">
                  <a:moveTo>
                    <a:pt x="51401" y="33037"/>
                  </a:moveTo>
                  <a:lnTo>
                    <a:pt x="28626" y="52223"/>
                  </a:lnTo>
                  <a:lnTo>
                    <a:pt x="22857" y="47262"/>
                  </a:lnTo>
                  <a:lnTo>
                    <a:pt x="19596" y="43883"/>
                  </a:lnTo>
                  <a:lnTo>
                    <a:pt x="17670" y="41011"/>
                  </a:lnTo>
                  <a:lnTo>
                    <a:pt x="9483" y="27982"/>
                  </a:lnTo>
                  <a:lnTo>
                    <a:pt x="0" y="11639"/>
                  </a:lnTo>
                  <a:lnTo>
                    <a:pt x="2697" y="10109"/>
                  </a:lnTo>
                  <a:lnTo>
                    <a:pt x="20509" y="0"/>
                  </a:lnTo>
                  <a:lnTo>
                    <a:pt x="28960" y="13519"/>
                  </a:lnTo>
                  <a:lnTo>
                    <a:pt x="33851" y="10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27"/>
            <p:cNvSpPr/>
            <p:nvPr/>
          </p:nvSpPr>
          <p:spPr>
            <a:xfrm>
              <a:off x="4525756" y="4634622"/>
              <a:ext cx="14985" cy="17647"/>
            </a:xfrm>
            <a:custGeom>
              <a:avLst/>
              <a:pathLst>
                <a:path w="14985" h="17647">
                  <a:moveTo>
                    <a:pt x="0" y="4235"/>
                  </a:moveTo>
                  <a:lnTo>
                    <a:pt x="7490" y="0"/>
                  </a:lnTo>
                  <a:lnTo>
                    <a:pt x="14985" y="13304"/>
                  </a:lnTo>
                  <a:lnTo>
                    <a:pt x="7670" y="1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28"/>
            <p:cNvSpPr/>
            <p:nvPr/>
          </p:nvSpPr>
          <p:spPr>
            <a:xfrm>
              <a:off x="4534345" y="4627796"/>
              <a:ext cx="17079" cy="18805"/>
            </a:xfrm>
            <a:custGeom>
              <a:avLst/>
              <a:pathLst>
                <a:path w="17079" h="18805">
                  <a:moveTo>
                    <a:pt x="0" y="5716"/>
                  </a:moveTo>
                  <a:lnTo>
                    <a:pt x="9373" y="0"/>
                  </a:lnTo>
                  <a:lnTo>
                    <a:pt x="17079" y="13427"/>
                  </a:lnTo>
                  <a:lnTo>
                    <a:pt x="7615" y="18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29"/>
            <p:cNvSpPr/>
            <p:nvPr/>
          </p:nvSpPr>
          <p:spPr>
            <a:xfrm>
              <a:off x="4028425" y="4804113"/>
              <a:ext cx="26787" cy="41962"/>
            </a:xfrm>
            <a:custGeom>
              <a:avLst/>
              <a:pathLst>
                <a:path w="26787" h="41962">
                  <a:moveTo>
                    <a:pt x="0" y="1261"/>
                  </a:moveTo>
                  <a:lnTo>
                    <a:pt x="2387" y="0"/>
                  </a:lnTo>
                  <a:lnTo>
                    <a:pt x="21825" y="31822"/>
                  </a:lnTo>
                  <a:lnTo>
                    <a:pt x="26787" y="39945"/>
                  </a:lnTo>
                  <a:lnTo>
                    <a:pt x="26611" y="40076"/>
                  </a:lnTo>
                  <a:lnTo>
                    <a:pt x="24089" y="41962"/>
                  </a:lnTo>
                  <a:lnTo>
                    <a:pt x="741" y="25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0"/>
            <p:cNvSpPr/>
            <p:nvPr/>
          </p:nvSpPr>
          <p:spPr>
            <a:xfrm>
              <a:off x="4228823" y="4705521"/>
              <a:ext cx="47483" cy="56533"/>
            </a:xfrm>
            <a:custGeom>
              <a:avLst/>
              <a:pathLst>
                <a:path w="47483" h="56533">
                  <a:moveTo>
                    <a:pt x="47483" y="43968"/>
                  </a:moveTo>
                  <a:lnTo>
                    <a:pt x="26894" y="56533"/>
                  </a:lnTo>
                  <a:lnTo>
                    <a:pt x="0" y="12143"/>
                  </a:lnTo>
                  <a:lnTo>
                    <a:pt x="20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1"/>
            <p:cNvSpPr/>
            <p:nvPr/>
          </p:nvSpPr>
          <p:spPr>
            <a:xfrm>
              <a:off x="4211163" y="4664856"/>
              <a:ext cx="60288" cy="49785"/>
            </a:xfrm>
            <a:custGeom>
              <a:avLst/>
              <a:pathLst>
                <a:path w="60288" h="49785">
                  <a:moveTo>
                    <a:pt x="0" y="27769"/>
                  </a:moveTo>
                  <a:lnTo>
                    <a:pt x="45984" y="992"/>
                  </a:lnTo>
                  <a:lnTo>
                    <a:pt x="47771" y="0"/>
                  </a:lnTo>
                  <a:lnTo>
                    <a:pt x="60288" y="21511"/>
                  </a:lnTo>
                  <a:lnTo>
                    <a:pt x="12844" y="49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2"/>
            <p:cNvSpPr/>
            <p:nvPr/>
          </p:nvSpPr>
          <p:spPr>
            <a:xfrm>
              <a:off x="4313024" y="4659589"/>
              <a:ext cx="29821" cy="36701"/>
            </a:xfrm>
            <a:custGeom>
              <a:avLst/>
              <a:pathLst>
                <a:path w="29821" h="36701">
                  <a:moveTo>
                    <a:pt x="0" y="9239"/>
                  </a:moveTo>
                  <a:lnTo>
                    <a:pt x="16856" y="0"/>
                  </a:lnTo>
                  <a:lnTo>
                    <a:pt x="29821" y="20363"/>
                  </a:lnTo>
                  <a:lnTo>
                    <a:pt x="16651" y="3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3"/>
            <p:cNvSpPr/>
            <p:nvPr/>
          </p:nvSpPr>
          <p:spPr>
            <a:xfrm>
              <a:off x="4376129" y="4678968"/>
              <a:ext cx="35593" cy="35417"/>
            </a:xfrm>
            <a:custGeom>
              <a:avLst/>
              <a:pathLst>
                <a:path w="35593" h="35417">
                  <a:moveTo>
                    <a:pt x="0" y="19171"/>
                  </a:moveTo>
                  <a:lnTo>
                    <a:pt x="13093" y="0"/>
                  </a:lnTo>
                  <a:lnTo>
                    <a:pt x="35593" y="15783"/>
                  </a:lnTo>
                  <a:lnTo>
                    <a:pt x="22424" y="35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4"/>
            <p:cNvSpPr/>
            <p:nvPr/>
          </p:nvSpPr>
          <p:spPr>
            <a:xfrm>
              <a:off x="4193966" y="4823828"/>
              <a:ext cx="69754" cy="59624"/>
            </a:xfrm>
            <a:custGeom>
              <a:avLst/>
              <a:pathLst>
                <a:path w="69754" h="59624">
                  <a:moveTo>
                    <a:pt x="0" y="12442"/>
                  </a:moveTo>
                  <a:lnTo>
                    <a:pt x="20949" y="0"/>
                  </a:lnTo>
                  <a:lnTo>
                    <a:pt x="27331" y="10101"/>
                  </a:lnTo>
                  <a:lnTo>
                    <a:pt x="30943" y="14167"/>
                  </a:lnTo>
                  <a:lnTo>
                    <a:pt x="38408" y="19341"/>
                  </a:lnTo>
                  <a:lnTo>
                    <a:pt x="69754" y="40853"/>
                  </a:lnTo>
                  <a:lnTo>
                    <a:pt x="55384" y="59624"/>
                  </a:lnTo>
                  <a:lnTo>
                    <a:pt x="24561" y="39051"/>
                  </a:lnTo>
                  <a:lnTo>
                    <a:pt x="13859" y="30534"/>
                  </a:lnTo>
                  <a:lnTo>
                    <a:pt x="8018" y="24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5"/>
            <p:cNvSpPr/>
            <p:nvPr/>
          </p:nvSpPr>
          <p:spPr>
            <a:xfrm>
              <a:off x="4351612" y="4661567"/>
              <a:ext cx="33832" cy="34000"/>
            </a:xfrm>
            <a:custGeom>
              <a:avLst/>
              <a:pathLst>
                <a:path w="33832" h="34000">
                  <a:moveTo>
                    <a:pt x="0" y="17986"/>
                  </a:moveTo>
                  <a:lnTo>
                    <a:pt x="12521" y="0"/>
                  </a:lnTo>
                  <a:lnTo>
                    <a:pt x="33832" y="15152"/>
                  </a:lnTo>
                  <a:lnTo>
                    <a:pt x="21551" y="340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6"/>
            <p:cNvSpPr/>
            <p:nvPr/>
          </p:nvSpPr>
          <p:spPr>
            <a:xfrm>
              <a:off x="4240238" y="4805268"/>
              <a:ext cx="78818" cy="71145"/>
            </a:xfrm>
            <a:custGeom>
              <a:avLst/>
              <a:pathLst>
                <a:path w="78818" h="71145">
                  <a:moveTo>
                    <a:pt x="40816" y="0"/>
                  </a:moveTo>
                  <a:lnTo>
                    <a:pt x="48409" y="7520"/>
                  </a:lnTo>
                  <a:lnTo>
                    <a:pt x="52905" y="11530"/>
                  </a:lnTo>
                  <a:lnTo>
                    <a:pt x="69578" y="25406"/>
                  </a:lnTo>
                  <a:lnTo>
                    <a:pt x="78818" y="32399"/>
                  </a:lnTo>
                  <a:lnTo>
                    <a:pt x="49993" y="71145"/>
                  </a:lnTo>
                  <a:lnTo>
                    <a:pt x="49560" y="70878"/>
                  </a:lnTo>
                  <a:lnTo>
                    <a:pt x="33577" y="58867"/>
                  </a:lnTo>
                  <a:lnTo>
                    <a:pt x="18767" y="48334"/>
                  </a:lnTo>
                  <a:lnTo>
                    <a:pt x="0" y="3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37"/>
            <p:cNvSpPr/>
            <p:nvPr/>
          </p:nvSpPr>
          <p:spPr>
            <a:xfrm>
              <a:off x="4161632" y="4711200"/>
              <a:ext cx="45332" cy="56444"/>
            </a:xfrm>
            <a:custGeom>
              <a:avLst/>
              <a:pathLst>
                <a:path w="45332" h="56444">
                  <a:moveTo>
                    <a:pt x="0" y="12085"/>
                  </a:moveTo>
                  <a:lnTo>
                    <a:pt x="19897" y="0"/>
                  </a:lnTo>
                  <a:lnTo>
                    <a:pt x="45332" y="44988"/>
                  </a:lnTo>
                  <a:lnTo>
                    <a:pt x="26392" y="56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38"/>
            <p:cNvSpPr/>
            <p:nvPr/>
          </p:nvSpPr>
          <p:spPr>
            <a:xfrm>
              <a:off x="4253448" y="4691482"/>
              <a:ext cx="47601" cy="56252"/>
            </a:xfrm>
            <a:custGeom>
              <a:avLst/>
              <a:pathLst>
                <a:path w="47601" h="56252">
                  <a:moveTo>
                    <a:pt x="47601" y="43964"/>
                  </a:moveTo>
                  <a:lnTo>
                    <a:pt x="27283" y="56252"/>
                  </a:lnTo>
                  <a:lnTo>
                    <a:pt x="0" y="12134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39"/>
            <p:cNvSpPr/>
            <p:nvPr/>
          </p:nvSpPr>
          <p:spPr>
            <a:xfrm>
              <a:off x="4187351" y="4695875"/>
              <a:ext cx="46424" cy="56822"/>
            </a:xfrm>
            <a:custGeom>
              <a:avLst/>
              <a:pathLst>
                <a:path w="46424" h="56822">
                  <a:moveTo>
                    <a:pt x="0" y="11851"/>
                  </a:moveTo>
                  <a:lnTo>
                    <a:pt x="19861" y="0"/>
                  </a:lnTo>
                  <a:lnTo>
                    <a:pt x="46424" y="44620"/>
                  </a:lnTo>
                  <a:lnTo>
                    <a:pt x="26415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0"/>
            <p:cNvSpPr/>
            <p:nvPr/>
          </p:nvSpPr>
          <p:spPr>
            <a:xfrm>
              <a:off x="4151496" y="4751816"/>
              <a:ext cx="46696" cy="55615"/>
            </a:xfrm>
            <a:custGeom>
              <a:avLst/>
              <a:pathLst>
                <a:path w="46696" h="55615">
                  <a:moveTo>
                    <a:pt x="33972" y="21740"/>
                  </a:moveTo>
                  <a:lnTo>
                    <a:pt x="46696" y="43481"/>
                  </a:lnTo>
                  <a:lnTo>
                    <a:pt x="25324" y="55615"/>
                  </a:lnTo>
                  <a:lnTo>
                    <a:pt x="0" y="12134"/>
                  </a:lnTo>
                  <a:lnTo>
                    <a:pt x="2124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1"/>
            <p:cNvSpPr/>
            <p:nvPr/>
          </p:nvSpPr>
          <p:spPr>
            <a:xfrm>
              <a:off x="4061575" y="4755257"/>
              <a:ext cx="57758" cy="47127"/>
            </a:xfrm>
            <a:custGeom>
              <a:avLst/>
              <a:pathLst>
                <a:path w="57758" h="47127">
                  <a:moveTo>
                    <a:pt x="0" y="26973"/>
                  </a:moveTo>
                  <a:lnTo>
                    <a:pt x="45296" y="0"/>
                  </a:lnTo>
                  <a:lnTo>
                    <a:pt x="57758" y="21004"/>
                  </a:lnTo>
                  <a:lnTo>
                    <a:pt x="11380" y="471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2"/>
            <p:cNvSpPr/>
            <p:nvPr/>
          </p:nvSpPr>
          <p:spPr>
            <a:xfrm>
              <a:off x="4258381" y="4756031"/>
              <a:ext cx="36030" cy="34108"/>
            </a:xfrm>
            <a:custGeom>
              <a:avLst/>
              <a:pathLst>
                <a:path w="36030" h="34108">
                  <a:moveTo>
                    <a:pt x="0" y="12103"/>
                  </a:moveTo>
                  <a:lnTo>
                    <a:pt x="20227" y="0"/>
                  </a:lnTo>
                  <a:lnTo>
                    <a:pt x="36030" y="19402"/>
                  </a:lnTo>
                  <a:lnTo>
                    <a:pt x="15558" y="34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3"/>
            <p:cNvSpPr/>
            <p:nvPr/>
          </p:nvSpPr>
          <p:spPr>
            <a:xfrm>
              <a:off x="4361052" y="4700565"/>
              <a:ext cx="36644" cy="34333"/>
            </a:xfrm>
            <a:custGeom>
              <a:avLst/>
              <a:pathLst>
                <a:path w="36644" h="34333">
                  <a:moveTo>
                    <a:pt x="0" y="18874"/>
                  </a:moveTo>
                  <a:lnTo>
                    <a:pt x="12985" y="0"/>
                  </a:lnTo>
                  <a:lnTo>
                    <a:pt x="36644" y="16538"/>
                  </a:lnTo>
                  <a:lnTo>
                    <a:pt x="22856" y="34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4"/>
            <p:cNvSpPr/>
            <p:nvPr/>
          </p:nvSpPr>
          <p:spPr>
            <a:xfrm>
              <a:off x="4283939" y="4739955"/>
              <a:ext cx="34092" cy="32444"/>
            </a:xfrm>
            <a:custGeom>
              <a:avLst/>
              <a:pathLst>
                <a:path w="34092" h="32444">
                  <a:moveTo>
                    <a:pt x="0" y="13793"/>
                  </a:moveTo>
                  <a:lnTo>
                    <a:pt x="20857" y="0"/>
                  </a:lnTo>
                  <a:lnTo>
                    <a:pt x="34092" y="17294"/>
                  </a:lnTo>
                  <a:lnTo>
                    <a:pt x="14767" y="32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5"/>
            <p:cNvSpPr/>
            <p:nvPr/>
          </p:nvSpPr>
          <p:spPr>
            <a:xfrm>
              <a:off x="4112446" y="4726769"/>
              <a:ext cx="55975" cy="46752"/>
            </a:xfrm>
            <a:custGeom>
              <a:avLst/>
              <a:pathLst>
                <a:path w="55975" h="46752">
                  <a:moveTo>
                    <a:pt x="0" y="26685"/>
                  </a:moveTo>
                  <a:lnTo>
                    <a:pt x="44042" y="0"/>
                  </a:lnTo>
                  <a:lnTo>
                    <a:pt x="55975" y="19862"/>
                  </a:lnTo>
                  <a:lnTo>
                    <a:pt x="11757" y="467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6"/>
            <p:cNvSpPr/>
            <p:nvPr/>
          </p:nvSpPr>
          <p:spPr>
            <a:xfrm>
              <a:off x="4127036" y="4766167"/>
              <a:ext cx="46326" cy="55489"/>
            </a:xfrm>
            <a:custGeom>
              <a:avLst/>
              <a:pathLst>
                <a:path w="46326" h="55489">
                  <a:moveTo>
                    <a:pt x="46326" y="43354"/>
                  </a:moveTo>
                  <a:lnTo>
                    <a:pt x="25448" y="55489"/>
                  </a:lnTo>
                  <a:lnTo>
                    <a:pt x="0" y="12134"/>
                  </a:lnTo>
                  <a:lnTo>
                    <a:pt x="2100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47"/>
            <p:cNvSpPr/>
            <p:nvPr/>
          </p:nvSpPr>
          <p:spPr>
            <a:xfrm>
              <a:off x="4300890" y="4759593"/>
              <a:ext cx="33013" cy="31609"/>
            </a:xfrm>
            <a:custGeom>
              <a:avLst/>
              <a:pathLst>
                <a:path w="33013" h="31609">
                  <a:moveTo>
                    <a:pt x="0" y="15393"/>
                  </a:moveTo>
                  <a:lnTo>
                    <a:pt x="18444" y="0"/>
                  </a:lnTo>
                  <a:lnTo>
                    <a:pt x="33013" y="12330"/>
                  </a:lnTo>
                  <a:lnTo>
                    <a:pt x="16759" y="31609"/>
                  </a:lnTo>
                  <a:lnTo>
                    <a:pt x="6649" y="22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48"/>
            <p:cNvSpPr/>
            <p:nvPr/>
          </p:nvSpPr>
          <p:spPr>
            <a:xfrm>
              <a:off x="4335278" y="4681563"/>
              <a:ext cx="36441" cy="34801"/>
            </a:xfrm>
            <a:custGeom>
              <a:avLst/>
              <a:pathLst>
                <a:path w="36441" h="34801">
                  <a:moveTo>
                    <a:pt x="0" y="17363"/>
                  </a:moveTo>
                  <a:lnTo>
                    <a:pt x="14528" y="0"/>
                  </a:lnTo>
                  <a:lnTo>
                    <a:pt x="36441" y="16446"/>
                  </a:lnTo>
                  <a:lnTo>
                    <a:pt x="23859" y="34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49"/>
            <p:cNvSpPr/>
            <p:nvPr/>
          </p:nvSpPr>
          <p:spPr>
            <a:xfrm>
              <a:off x="4447272" y="4511901"/>
              <a:ext cx="107458" cy="109486"/>
            </a:xfrm>
            <a:custGeom>
              <a:avLst/>
              <a:pathLst>
                <a:path w="107458" h="109486">
                  <a:moveTo>
                    <a:pt x="0" y="41115"/>
                  </a:moveTo>
                  <a:lnTo>
                    <a:pt x="67650" y="0"/>
                  </a:lnTo>
                  <a:lnTo>
                    <a:pt x="107458" y="69449"/>
                  </a:lnTo>
                  <a:lnTo>
                    <a:pt x="39130" y="109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0"/>
            <p:cNvSpPr/>
            <p:nvPr/>
          </p:nvSpPr>
          <p:spPr>
            <a:xfrm>
              <a:off x="4435683" y="4581659"/>
              <a:ext cx="43796" cy="53588"/>
            </a:xfrm>
            <a:custGeom>
              <a:avLst/>
              <a:pathLst>
                <a:path w="43796" h="53588">
                  <a:moveTo>
                    <a:pt x="0" y="10933"/>
                  </a:moveTo>
                  <a:lnTo>
                    <a:pt x="18963" y="0"/>
                  </a:lnTo>
                  <a:lnTo>
                    <a:pt x="43796" y="42655"/>
                  </a:lnTo>
                  <a:lnTo>
                    <a:pt x="23929" y="53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1"/>
            <p:cNvSpPr/>
            <p:nvPr/>
          </p:nvSpPr>
          <p:spPr>
            <a:xfrm>
              <a:off x="4545878" y="4587870"/>
              <a:ext cx="26478" cy="24098"/>
            </a:xfrm>
            <a:custGeom>
              <a:avLst/>
              <a:pathLst>
                <a:path w="26478" h="24098">
                  <a:moveTo>
                    <a:pt x="26478" y="20198"/>
                  </a:moveTo>
                  <a:lnTo>
                    <a:pt x="20278" y="24098"/>
                  </a:lnTo>
                  <a:lnTo>
                    <a:pt x="602" y="9316"/>
                  </a:lnTo>
                  <a:lnTo>
                    <a:pt x="0" y="8161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2"/>
            <p:cNvSpPr/>
            <p:nvPr/>
          </p:nvSpPr>
          <p:spPr>
            <a:xfrm>
              <a:off x="4546969" y="4616216"/>
              <a:ext cx="29498" cy="21928"/>
            </a:xfrm>
            <a:custGeom>
              <a:avLst/>
              <a:pathLst>
                <a:path w="29498" h="21928">
                  <a:moveTo>
                    <a:pt x="0" y="9855"/>
                  </a:moveTo>
                  <a:lnTo>
                    <a:pt x="16976" y="0"/>
                  </a:lnTo>
                  <a:lnTo>
                    <a:pt x="29498" y="8992"/>
                  </a:lnTo>
                  <a:lnTo>
                    <a:pt x="7826" y="21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3"/>
            <p:cNvSpPr/>
            <p:nvPr/>
          </p:nvSpPr>
          <p:spPr>
            <a:xfrm>
              <a:off x="4297010" y="4628298"/>
              <a:ext cx="45086" cy="39069"/>
            </a:xfrm>
            <a:custGeom>
              <a:avLst/>
              <a:pathLst>
                <a:path w="45086" h="39069">
                  <a:moveTo>
                    <a:pt x="0" y="12935"/>
                  </a:moveTo>
                  <a:lnTo>
                    <a:pt x="22996" y="0"/>
                  </a:lnTo>
                  <a:lnTo>
                    <a:pt x="45086" y="18043"/>
                  </a:lnTo>
                  <a:lnTo>
                    <a:pt x="15305" y="390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4"/>
            <p:cNvSpPr/>
            <p:nvPr/>
          </p:nvSpPr>
          <p:spPr>
            <a:xfrm>
              <a:off x="4199021" y="4915006"/>
              <a:ext cx="52353" cy="56874"/>
            </a:xfrm>
            <a:custGeom>
              <a:avLst/>
              <a:pathLst>
                <a:path w="52353" h="56874">
                  <a:moveTo>
                    <a:pt x="0" y="41433"/>
                  </a:moveTo>
                  <a:lnTo>
                    <a:pt x="19648" y="17405"/>
                  </a:lnTo>
                  <a:lnTo>
                    <a:pt x="33169" y="870"/>
                  </a:lnTo>
                  <a:lnTo>
                    <a:pt x="33932" y="0"/>
                  </a:lnTo>
                  <a:lnTo>
                    <a:pt x="52353" y="13674"/>
                  </a:lnTo>
                  <a:lnTo>
                    <a:pt x="51840" y="14382"/>
                  </a:lnTo>
                  <a:lnTo>
                    <a:pt x="51001" y="15541"/>
                  </a:lnTo>
                  <a:lnTo>
                    <a:pt x="37284" y="33319"/>
                  </a:lnTo>
                  <a:lnTo>
                    <a:pt x="18745" y="56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5"/>
            <p:cNvSpPr/>
            <p:nvPr/>
          </p:nvSpPr>
          <p:spPr>
            <a:xfrm>
              <a:off x="4190779" y="4744577"/>
              <a:ext cx="60092" cy="47813"/>
            </a:xfrm>
            <a:custGeom>
              <a:avLst/>
              <a:pathLst>
                <a:path w="60092" h="47813">
                  <a:moveTo>
                    <a:pt x="0" y="28117"/>
                  </a:moveTo>
                  <a:lnTo>
                    <a:pt x="47600" y="0"/>
                  </a:lnTo>
                  <a:lnTo>
                    <a:pt x="60092" y="20249"/>
                  </a:lnTo>
                  <a:lnTo>
                    <a:pt x="11555" y="47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6"/>
            <p:cNvSpPr/>
            <p:nvPr/>
          </p:nvSpPr>
          <p:spPr>
            <a:xfrm>
              <a:off x="4230750" y="4771111"/>
              <a:ext cx="47406" cy="45036"/>
            </a:xfrm>
            <a:custGeom>
              <a:avLst/>
              <a:pathLst>
                <a:path w="47406" h="45036">
                  <a:moveTo>
                    <a:pt x="47406" y="30989"/>
                  </a:moveTo>
                  <a:lnTo>
                    <a:pt x="30598" y="45036"/>
                  </a:lnTo>
                  <a:lnTo>
                    <a:pt x="12261" y="21566"/>
                  </a:lnTo>
                  <a:lnTo>
                    <a:pt x="7162" y="24819"/>
                  </a:lnTo>
                  <a:lnTo>
                    <a:pt x="0" y="13123"/>
                  </a:lnTo>
                  <a:lnTo>
                    <a:pt x="23120" y="0"/>
                  </a:lnTo>
                  <a:lnTo>
                    <a:pt x="40187" y="23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57"/>
            <p:cNvSpPr/>
            <p:nvPr/>
          </p:nvSpPr>
          <p:spPr>
            <a:xfrm>
              <a:off x="4568203" y="4610182"/>
              <a:ext cx="12366" cy="12104"/>
            </a:xfrm>
            <a:custGeom>
              <a:avLst/>
              <a:pathLst>
                <a:path w="12366" h="12104">
                  <a:moveTo>
                    <a:pt x="0" y="3323"/>
                  </a:moveTo>
                  <a:lnTo>
                    <a:pt x="5413" y="0"/>
                  </a:lnTo>
                  <a:lnTo>
                    <a:pt x="12366" y="11673"/>
                  </a:lnTo>
                  <a:lnTo>
                    <a:pt x="11689" y="1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58"/>
            <p:cNvSpPr/>
            <p:nvPr/>
          </p:nvSpPr>
          <p:spPr>
            <a:xfrm>
              <a:off x="4541407" y="4709238"/>
              <a:ext cx="20844" cy="21943"/>
            </a:xfrm>
            <a:custGeom>
              <a:avLst/>
              <a:pathLst>
                <a:path w="20844" h="21943">
                  <a:moveTo>
                    <a:pt x="20844" y="1539"/>
                  </a:moveTo>
                  <a:lnTo>
                    <a:pt x="5267" y="21943"/>
                  </a:lnTo>
                  <a:lnTo>
                    <a:pt x="2073" y="15873"/>
                  </a:lnTo>
                  <a:lnTo>
                    <a:pt x="1309" y="14422"/>
                  </a:lnTo>
                  <a:lnTo>
                    <a:pt x="0" y="11934"/>
                  </a:lnTo>
                  <a:lnTo>
                    <a:pt x="194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59"/>
            <p:cNvSpPr/>
            <p:nvPr/>
          </p:nvSpPr>
          <p:spPr>
            <a:xfrm>
              <a:off x="4268931" y="4650774"/>
              <a:ext cx="48160" cy="70939"/>
            </a:xfrm>
            <a:custGeom>
              <a:avLst/>
              <a:pathLst>
                <a:path w="48160" h="70939">
                  <a:moveTo>
                    <a:pt x="0" y="6825"/>
                  </a:moveTo>
                  <a:lnTo>
                    <a:pt x="12483" y="0"/>
                  </a:lnTo>
                  <a:lnTo>
                    <a:pt x="13687" y="369"/>
                  </a:lnTo>
                  <a:lnTo>
                    <a:pt x="29219" y="26609"/>
                  </a:lnTo>
                  <a:lnTo>
                    <a:pt x="48160" y="61330"/>
                  </a:lnTo>
                  <a:lnTo>
                    <a:pt x="47618" y="64563"/>
                  </a:lnTo>
                  <a:lnTo>
                    <a:pt x="46354" y="66966"/>
                  </a:lnTo>
                  <a:lnTo>
                    <a:pt x="42110" y="70107"/>
                  </a:lnTo>
                  <a:lnTo>
                    <a:pt x="39672" y="70939"/>
                  </a:lnTo>
                  <a:lnTo>
                    <a:pt x="35970" y="70754"/>
                  </a:lnTo>
                  <a:lnTo>
                    <a:pt x="33983" y="69183"/>
                  </a:lnTo>
                  <a:lnTo>
                    <a:pt x="26006" y="55978"/>
                  </a:lnTo>
                  <a:lnTo>
                    <a:pt x="16254" y="37869"/>
                  </a:lnTo>
                  <a:lnTo>
                    <a:pt x="14990" y="335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0"/>
            <p:cNvSpPr/>
            <p:nvPr/>
          </p:nvSpPr>
          <p:spPr>
            <a:xfrm>
              <a:off x="4334743" y="4291059"/>
              <a:ext cx="47959" cy="58091"/>
            </a:xfrm>
            <a:custGeom>
              <a:avLst/>
              <a:pathLst>
                <a:path w="47959" h="58091">
                  <a:moveTo>
                    <a:pt x="47959" y="45474"/>
                  </a:moveTo>
                  <a:lnTo>
                    <a:pt x="26509" y="58091"/>
                  </a:lnTo>
                  <a:lnTo>
                    <a:pt x="0" y="12640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1"/>
            <p:cNvSpPr/>
            <p:nvPr/>
          </p:nvSpPr>
          <p:spPr>
            <a:xfrm>
              <a:off x="4381338" y="4356636"/>
              <a:ext cx="57115" cy="46891"/>
            </a:xfrm>
            <a:custGeom>
              <a:avLst/>
              <a:pathLst>
                <a:path w="57115" h="46891">
                  <a:moveTo>
                    <a:pt x="12563" y="46891"/>
                  </a:moveTo>
                  <a:lnTo>
                    <a:pt x="0" y="26640"/>
                  </a:lnTo>
                  <a:lnTo>
                    <a:pt x="44849" y="0"/>
                  </a:lnTo>
                  <a:lnTo>
                    <a:pt x="57115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2"/>
            <p:cNvSpPr/>
            <p:nvPr/>
          </p:nvSpPr>
          <p:spPr>
            <a:xfrm>
              <a:off x="4290966" y="4201968"/>
              <a:ext cx="56587" cy="45750"/>
            </a:xfrm>
            <a:custGeom>
              <a:avLst/>
              <a:pathLst>
                <a:path w="56587" h="45750">
                  <a:moveTo>
                    <a:pt x="0" y="25494"/>
                  </a:moveTo>
                  <a:lnTo>
                    <a:pt x="44448" y="0"/>
                  </a:lnTo>
                  <a:lnTo>
                    <a:pt x="56587" y="20298"/>
                  </a:lnTo>
                  <a:lnTo>
                    <a:pt x="11669" y="45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3"/>
            <p:cNvSpPr/>
            <p:nvPr/>
          </p:nvSpPr>
          <p:spPr>
            <a:xfrm>
              <a:off x="4364130" y="4326543"/>
              <a:ext cx="56809" cy="47005"/>
            </a:xfrm>
            <a:custGeom>
              <a:avLst/>
              <a:pathLst>
                <a:path w="56809" h="47005">
                  <a:moveTo>
                    <a:pt x="0" y="26713"/>
                  </a:moveTo>
                  <a:lnTo>
                    <a:pt x="44714" y="0"/>
                  </a:lnTo>
                  <a:lnTo>
                    <a:pt x="56809" y="19955"/>
                  </a:lnTo>
                  <a:lnTo>
                    <a:pt x="11659" y="47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4"/>
            <p:cNvSpPr/>
            <p:nvPr/>
          </p:nvSpPr>
          <p:spPr>
            <a:xfrm>
              <a:off x="4325554" y="4330857"/>
              <a:ext cx="46423" cy="57305"/>
            </a:xfrm>
            <a:custGeom>
              <a:avLst/>
              <a:pathLst>
                <a:path w="46423" h="57305">
                  <a:moveTo>
                    <a:pt x="0" y="11501"/>
                  </a:moveTo>
                  <a:lnTo>
                    <a:pt x="19727" y="0"/>
                  </a:lnTo>
                  <a:lnTo>
                    <a:pt x="46423" y="45254"/>
                  </a:lnTo>
                  <a:lnTo>
                    <a:pt x="26636" y="5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5"/>
            <p:cNvSpPr/>
            <p:nvPr/>
          </p:nvSpPr>
          <p:spPr>
            <a:xfrm>
              <a:off x="4203266" y="4400683"/>
              <a:ext cx="233752" cy="232678"/>
            </a:xfrm>
            <a:custGeom>
              <a:avLst/>
              <a:pathLst>
                <a:path w="233752" h="232678">
                  <a:moveTo>
                    <a:pt x="0" y="86388"/>
                  </a:moveTo>
                  <a:lnTo>
                    <a:pt x="148846" y="0"/>
                  </a:lnTo>
                  <a:lnTo>
                    <a:pt x="233752" y="146286"/>
                  </a:lnTo>
                  <a:lnTo>
                    <a:pt x="88796" y="232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6"/>
            <p:cNvSpPr/>
            <p:nvPr/>
          </p:nvSpPr>
          <p:spPr>
            <a:xfrm>
              <a:off x="4396040" y="4395048"/>
              <a:ext cx="47346" cy="57919"/>
            </a:xfrm>
            <a:custGeom>
              <a:avLst/>
              <a:pathLst>
                <a:path w="47346" h="57919">
                  <a:moveTo>
                    <a:pt x="47346" y="46091"/>
                  </a:moveTo>
                  <a:lnTo>
                    <a:pt x="26954" y="57919"/>
                  </a:lnTo>
                  <a:lnTo>
                    <a:pt x="0" y="12165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67"/>
            <p:cNvSpPr/>
            <p:nvPr/>
          </p:nvSpPr>
          <p:spPr>
            <a:xfrm>
              <a:off x="4358018" y="4385494"/>
              <a:ext cx="46602" cy="57270"/>
            </a:xfrm>
            <a:custGeom>
              <a:avLst/>
              <a:pathLst>
                <a:path w="46602" h="57270">
                  <a:moveTo>
                    <a:pt x="0" y="11456"/>
                  </a:moveTo>
                  <a:lnTo>
                    <a:pt x="19053" y="0"/>
                  </a:lnTo>
                  <a:lnTo>
                    <a:pt x="46602" y="45662"/>
                  </a:lnTo>
                  <a:lnTo>
                    <a:pt x="26803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68"/>
            <p:cNvSpPr/>
            <p:nvPr/>
          </p:nvSpPr>
          <p:spPr>
            <a:xfrm>
              <a:off x="4292443" y="4295097"/>
              <a:ext cx="26520" cy="43601"/>
            </a:xfrm>
            <a:custGeom>
              <a:avLst/>
              <a:pathLst>
                <a:path w="26520" h="43601">
                  <a:moveTo>
                    <a:pt x="0" y="752"/>
                  </a:moveTo>
                  <a:lnTo>
                    <a:pt x="1142" y="0"/>
                  </a:lnTo>
                  <a:lnTo>
                    <a:pt x="26520" y="43061"/>
                  </a:lnTo>
                  <a:lnTo>
                    <a:pt x="25200" y="43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69"/>
            <p:cNvSpPr/>
            <p:nvPr/>
          </p:nvSpPr>
          <p:spPr>
            <a:xfrm>
              <a:off x="4420572" y="4380908"/>
              <a:ext cx="47362" cy="57431"/>
            </a:xfrm>
            <a:custGeom>
              <a:avLst/>
              <a:pathLst>
                <a:path w="47362" h="57431">
                  <a:moveTo>
                    <a:pt x="47362" y="45615"/>
                  </a:moveTo>
                  <a:lnTo>
                    <a:pt x="27643" y="57431"/>
                  </a:lnTo>
                  <a:lnTo>
                    <a:pt x="0" y="11599"/>
                  </a:lnTo>
                  <a:lnTo>
                    <a:pt x="200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0"/>
            <p:cNvSpPr/>
            <p:nvPr/>
          </p:nvSpPr>
          <p:spPr>
            <a:xfrm>
              <a:off x="4359087" y="4277809"/>
              <a:ext cx="46538" cy="56760"/>
            </a:xfrm>
            <a:custGeom>
              <a:avLst/>
              <a:pathLst>
                <a:path w="46538" h="56760">
                  <a:moveTo>
                    <a:pt x="0" y="11381"/>
                  </a:moveTo>
                  <a:lnTo>
                    <a:pt x="20085" y="0"/>
                  </a:lnTo>
                  <a:lnTo>
                    <a:pt x="46538" y="44800"/>
                  </a:lnTo>
                  <a:lnTo>
                    <a:pt x="27069" y="56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1"/>
            <p:cNvSpPr/>
            <p:nvPr/>
          </p:nvSpPr>
          <p:spPr>
            <a:xfrm>
              <a:off x="4402071" y="4461066"/>
              <a:ext cx="46599" cy="57077"/>
            </a:xfrm>
            <a:custGeom>
              <a:avLst/>
              <a:pathLst>
                <a:path w="46599" h="57077">
                  <a:moveTo>
                    <a:pt x="46599" y="45296"/>
                  </a:moveTo>
                  <a:lnTo>
                    <a:pt x="26389" y="57077"/>
                  </a:lnTo>
                  <a:lnTo>
                    <a:pt x="0" y="11628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2"/>
            <p:cNvSpPr/>
            <p:nvPr/>
          </p:nvSpPr>
          <p:spPr>
            <a:xfrm>
              <a:off x="4455580" y="4480973"/>
              <a:ext cx="52814" cy="41579"/>
            </a:xfrm>
            <a:custGeom>
              <a:avLst/>
              <a:pathLst>
                <a:path w="52814" h="41579">
                  <a:moveTo>
                    <a:pt x="29948" y="28856"/>
                  </a:moveTo>
                  <a:lnTo>
                    <a:pt x="9022" y="41579"/>
                  </a:lnTo>
                  <a:lnTo>
                    <a:pt x="0" y="26000"/>
                  </a:lnTo>
                  <a:lnTo>
                    <a:pt x="20586" y="13716"/>
                  </a:lnTo>
                  <a:lnTo>
                    <a:pt x="43573" y="0"/>
                  </a:lnTo>
                  <a:lnTo>
                    <a:pt x="52814" y="14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3"/>
            <p:cNvSpPr/>
            <p:nvPr/>
          </p:nvSpPr>
          <p:spPr>
            <a:xfrm>
              <a:off x="4451489" y="4432355"/>
              <a:ext cx="46144" cy="56784"/>
            </a:xfrm>
            <a:custGeom>
              <a:avLst/>
              <a:pathLst>
                <a:path w="46144" h="56784">
                  <a:moveTo>
                    <a:pt x="0" y="11488"/>
                  </a:moveTo>
                  <a:lnTo>
                    <a:pt x="19683" y="0"/>
                  </a:lnTo>
                  <a:lnTo>
                    <a:pt x="46144" y="45076"/>
                  </a:lnTo>
                  <a:lnTo>
                    <a:pt x="26689" y="56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4"/>
            <p:cNvSpPr/>
            <p:nvPr/>
          </p:nvSpPr>
          <p:spPr>
            <a:xfrm>
              <a:off x="4304025" y="4296372"/>
              <a:ext cx="37589" cy="41609"/>
            </a:xfrm>
            <a:custGeom>
              <a:avLst/>
              <a:pathLst>
                <a:path w="37589" h="41609">
                  <a:moveTo>
                    <a:pt x="0" y="11533"/>
                  </a:moveTo>
                  <a:lnTo>
                    <a:pt x="19881" y="0"/>
                  </a:lnTo>
                  <a:lnTo>
                    <a:pt x="37589" y="30352"/>
                  </a:lnTo>
                  <a:lnTo>
                    <a:pt x="18897" y="4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5"/>
            <p:cNvSpPr/>
            <p:nvPr/>
          </p:nvSpPr>
          <p:spPr>
            <a:xfrm>
              <a:off x="4389665" y="4439325"/>
              <a:ext cx="28444" cy="27925"/>
            </a:xfrm>
            <a:custGeom>
              <a:avLst/>
              <a:pathLst>
                <a:path w="28444" h="27925">
                  <a:moveTo>
                    <a:pt x="0" y="11349"/>
                  </a:moveTo>
                  <a:lnTo>
                    <a:pt x="19022" y="0"/>
                  </a:lnTo>
                  <a:lnTo>
                    <a:pt x="28444" y="16554"/>
                  </a:lnTo>
                  <a:lnTo>
                    <a:pt x="9371" y="2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6"/>
            <p:cNvSpPr/>
            <p:nvPr/>
          </p:nvSpPr>
          <p:spPr>
            <a:xfrm>
              <a:off x="4296029" y="4280745"/>
              <a:ext cx="24662" cy="21080"/>
            </a:xfrm>
            <a:custGeom>
              <a:avLst/>
              <a:pathLst>
                <a:path w="24662" h="21080">
                  <a:moveTo>
                    <a:pt x="0" y="10763"/>
                  </a:moveTo>
                  <a:lnTo>
                    <a:pt x="18445" y="0"/>
                  </a:lnTo>
                  <a:lnTo>
                    <a:pt x="24662" y="10447"/>
                  </a:lnTo>
                  <a:lnTo>
                    <a:pt x="6062" y="2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77"/>
            <p:cNvSpPr/>
            <p:nvPr/>
          </p:nvSpPr>
          <p:spPr>
            <a:xfrm>
              <a:off x="4437560" y="4515917"/>
              <a:ext cx="19662" cy="21152"/>
            </a:xfrm>
            <a:custGeom>
              <a:avLst/>
              <a:pathLst>
                <a:path w="19662" h="21152">
                  <a:moveTo>
                    <a:pt x="0" y="6138"/>
                  </a:moveTo>
                  <a:lnTo>
                    <a:pt x="10955" y="0"/>
                  </a:lnTo>
                  <a:lnTo>
                    <a:pt x="19662" y="14848"/>
                  </a:lnTo>
                  <a:lnTo>
                    <a:pt x="9110" y="211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78"/>
            <p:cNvSpPr/>
            <p:nvPr/>
          </p:nvSpPr>
          <p:spPr>
            <a:xfrm>
              <a:off x="4329679" y="4227273"/>
              <a:ext cx="46436" cy="56195"/>
            </a:xfrm>
            <a:custGeom>
              <a:avLst/>
              <a:pathLst>
                <a:path w="46436" h="56195">
                  <a:moveTo>
                    <a:pt x="46436" y="44534"/>
                  </a:moveTo>
                  <a:lnTo>
                    <a:pt x="26330" y="56195"/>
                  </a:lnTo>
                  <a:lnTo>
                    <a:pt x="0" y="11456"/>
                  </a:lnTo>
                  <a:lnTo>
                    <a:pt x="199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79"/>
            <p:cNvSpPr/>
            <p:nvPr/>
          </p:nvSpPr>
          <p:spPr>
            <a:xfrm>
              <a:off x="4266166" y="4230269"/>
              <a:ext cx="47031" cy="57529"/>
            </a:xfrm>
            <a:custGeom>
              <a:avLst/>
              <a:pathLst>
                <a:path w="47031" h="57529">
                  <a:moveTo>
                    <a:pt x="47031" y="46219"/>
                  </a:moveTo>
                  <a:lnTo>
                    <a:pt x="26869" y="57529"/>
                  </a:lnTo>
                  <a:lnTo>
                    <a:pt x="0" y="11337"/>
                  </a:lnTo>
                  <a:lnTo>
                    <a:pt x="204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0"/>
            <p:cNvSpPr/>
            <p:nvPr/>
          </p:nvSpPr>
          <p:spPr>
            <a:xfrm>
              <a:off x="4304492" y="4240515"/>
              <a:ext cx="47978" cy="57385"/>
            </a:xfrm>
            <a:custGeom>
              <a:avLst/>
              <a:pathLst>
                <a:path w="47978" h="57385">
                  <a:moveTo>
                    <a:pt x="47978" y="45005"/>
                  </a:moveTo>
                  <a:lnTo>
                    <a:pt x="26632" y="57385"/>
                  </a:lnTo>
                  <a:lnTo>
                    <a:pt x="0" y="12134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1"/>
            <p:cNvSpPr/>
            <p:nvPr/>
          </p:nvSpPr>
          <p:spPr>
            <a:xfrm>
              <a:off x="4426136" y="4446657"/>
              <a:ext cx="47009" cy="57114"/>
            </a:xfrm>
            <a:custGeom>
              <a:avLst/>
              <a:pathLst>
                <a:path w="47009" h="57114">
                  <a:moveTo>
                    <a:pt x="0" y="11793"/>
                  </a:moveTo>
                  <a:lnTo>
                    <a:pt x="20531" y="0"/>
                  </a:lnTo>
                  <a:lnTo>
                    <a:pt x="47009" y="44990"/>
                  </a:lnTo>
                  <a:lnTo>
                    <a:pt x="26355" y="57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2"/>
            <p:cNvSpPr/>
            <p:nvPr/>
          </p:nvSpPr>
          <p:spPr>
            <a:xfrm>
              <a:off x="4221486" y="4335820"/>
              <a:ext cx="77957" cy="51895"/>
            </a:xfrm>
            <a:custGeom>
              <a:avLst/>
              <a:pathLst>
                <a:path w="77957" h="51895">
                  <a:moveTo>
                    <a:pt x="0" y="41175"/>
                  </a:moveTo>
                  <a:lnTo>
                    <a:pt x="71711" y="0"/>
                  </a:lnTo>
                  <a:lnTo>
                    <a:pt x="77957" y="10240"/>
                  </a:lnTo>
                  <a:lnTo>
                    <a:pt x="6533" y="51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3"/>
            <p:cNvSpPr/>
            <p:nvPr/>
          </p:nvSpPr>
          <p:spPr>
            <a:xfrm>
              <a:off x="4205642" y="4308899"/>
              <a:ext cx="79327" cy="52712"/>
            </a:xfrm>
            <a:custGeom>
              <a:avLst/>
              <a:pathLst>
                <a:path w="79327" h="52712">
                  <a:moveTo>
                    <a:pt x="0" y="41357"/>
                  </a:moveTo>
                  <a:lnTo>
                    <a:pt x="72825" y="0"/>
                  </a:lnTo>
                  <a:lnTo>
                    <a:pt x="79327" y="10810"/>
                  </a:lnTo>
                  <a:lnTo>
                    <a:pt x="6447" y="5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4"/>
            <p:cNvSpPr/>
            <p:nvPr/>
          </p:nvSpPr>
          <p:spPr>
            <a:xfrm>
              <a:off x="4112510" y="4307342"/>
              <a:ext cx="49644" cy="38435"/>
            </a:xfrm>
            <a:custGeom>
              <a:avLst/>
              <a:pathLst>
                <a:path w="49644" h="38435">
                  <a:moveTo>
                    <a:pt x="0" y="23500"/>
                  </a:moveTo>
                  <a:lnTo>
                    <a:pt x="41201" y="0"/>
                  </a:lnTo>
                  <a:lnTo>
                    <a:pt x="49644" y="14136"/>
                  </a:lnTo>
                  <a:lnTo>
                    <a:pt x="8693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5"/>
            <p:cNvSpPr/>
            <p:nvPr/>
          </p:nvSpPr>
          <p:spPr>
            <a:xfrm>
              <a:off x="4171053" y="4405940"/>
              <a:ext cx="49246" cy="37742"/>
            </a:xfrm>
            <a:custGeom>
              <a:avLst/>
              <a:pathLst>
                <a:path w="49246" h="37742">
                  <a:moveTo>
                    <a:pt x="0" y="24383"/>
                  </a:moveTo>
                  <a:lnTo>
                    <a:pt x="40826" y="0"/>
                  </a:lnTo>
                  <a:lnTo>
                    <a:pt x="49246" y="14158"/>
                  </a:lnTo>
                  <a:lnTo>
                    <a:pt x="7932" y="37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6"/>
            <p:cNvSpPr/>
            <p:nvPr/>
          </p:nvSpPr>
          <p:spPr>
            <a:xfrm>
              <a:off x="4172613" y="4253257"/>
              <a:ext cx="79619" cy="52789"/>
            </a:xfrm>
            <a:custGeom>
              <a:avLst/>
              <a:pathLst>
                <a:path w="79619" h="52789">
                  <a:moveTo>
                    <a:pt x="0" y="41022"/>
                  </a:moveTo>
                  <a:lnTo>
                    <a:pt x="72622" y="0"/>
                  </a:lnTo>
                  <a:lnTo>
                    <a:pt x="79619" y="12079"/>
                  </a:lnTo>
                  <a:lnTo>
                    <a:pt x="6999" y="52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87"/>
            <p:cNvSpPr/>
            <p:nvPr/>
          </p:nvSpPr>
          <p:spPr>
            <a:xfrm>
              <a:off x="4141827" y="4357113"/>
              <a:ext cx="49746" cy="37287"/>
            </a:xfrm>
            <a:custGeom>
              <a:avLst/>
              <a:pathLst>
                <a:path w="49746" h="37287">
                  <a:moveTo>
                    <a:pt x="0" y="23518"/>
                  </a:moveTo>
                  <a:lnTo>
                    <a:pt x="41632" y="0"/>
                  </a:lnTo>
                  <a:lnTo>
                    <a:pt x="49746" y="13838"/>
                  </a:lnTo>
                  <a:lnTo>
                    <a:pt x="8081" y="37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88"/>
            <p:cNvSpPr/>
            <p:nvPr/>
          </p:nvSpPr>
          <p:spPr>
            <a:xfrm>
              <a:off x="4229945" y="4347909"/>
              <a:ext cx="78001" cy="53559"/>
            </a:xfrm>
            <a:custGeom>
              <a:avLst/>
              <a:pathLst>
                <a:path w="78001" h="53559">
                  <a:moveTo>
                    <a:pt x="0" y="42256"/>
                  </a:moveTo>
                  <a:lnTo>
                    <a:pt x="70852" y="0"/>
                  </a:lnTo>
                  <a:lnTo>
                    <a:pt x="78001" y="11318"/>
                  </a:lnTo>
                  <a:lnTo>
                    <a:pt x="6611" y="53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89"/>
            <p:cNvSpPr/>
            <p:nvPr/>
          </p:nvSpPr>
          <p:spPr>
            <a:xfrm>
              <a:off x="4122564" y="4323766"/>
              <a:ext cx="49646" cy="38621"/>
            </a:xfrm>
            <a:custGeom>
              <a:avLst/>
              <a:pathLst>
                <a:path w="49646" h="38621">
                  <a:moveTo>
                    <a:pt x="0" y="23828"/>
                  </a:moveTo>
                  <a:lnTo>
                    <a:pt x="41297" y="0"/>
                  </a:lnTo>
                  <a:lnTo>
                    <a:pt x="49646" y="13840"/>
                  </a:lnTo>
                  <a:lnTo>
                    <a:pt x="8328" y="38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0"/>
            <p:cNvSpPr/>
            <p:nvPr/>
          </p:nvSpPr>
          <p:spPr>
            <a:xfrm>
              <a:off x="4292984" y="4320530"/>
              <a:ext cx="53437" cy="77067"/>
            </a:xfrm>
            <a:custGeom>
              <a:avLst/>
              <a:pathLst>
                <a:path w="53437" h="77067">
                  <a:moveTo>
                    <a:pt x="0" y="6958"/>
                  </a:moveTo>
                  <a:lnTo>
                    <a:pt x="11767" y="0"/>
                  </a:lnTo>
                  <a:lnTo>
                    <a:pt x="53437" y="70754"/>
                  </a:lnTo>
                  <a:lnTo>
                    <a:pt x="42676" y="77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1"/>
            <p:cNvSpPr/>
            <p:nvPr/>
          </p:nvSpPr>
          <p:spPr>
            <a:xfrm>
              <a:off x="4132457" y="4340690"/>
              <a:ext cx="49123" cy="37840"/>
            </a:xfrm>
            <a:custGeom>
              <a:avLst/>
              <a:pathLst>
                <a:path w="49123" h="37840">
                  <a:moveTo>
                    <a:pt x="0" y="23960"/>
                  </a:moveTo>
                  <a:lnTo>
                    <a:pt x="40861" y="0"/>
                  </a:lnTo>
                  <a:lnTo>
                    <a:pt x="49123" y="13674"/>
                  </a:lnTo>
                  <a:lnTo>
                    <a:pt x="47140" y="14870"/>
                  </a:lnTo>
                  <a:lnTo>
                    <a:pt x="8044" y="37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2"/>
            <p:cNvSpPr/>
            <p:nvPr/>
          </p:nvSpPr>
          <p:spPr>
            <a:xfrm>
              <a:off x="4161184" y="4390210"/>
              <a:ext cx="48867" cy="37431"/>
            </a:xfrm>
            <a:custGeom>
              <a:avLst/>
              <a:pathLst>
                <a:path w="48867" h="37431">
                  <a:moveTo>
                    <a:pt x="0" y="23776"/>
                  </a:moveTo>
                  <a:lnTo>
                    <a:pt x="40517" y="0"/>
                  </a:lnTo>
                  <a:lnTo>
                    <a:pt x="48867" y="13939"/>
                  </a:lnTo>
                  <a:lnTo>
                    <a:pt x="7510" y="37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3"/>
            <p:cNvSpPr/>
            <p:nvPr/>
          </p:nvSpPr>
          <p:spPr>
            <a:xfrm>
              <a:off x="4254770" y="4389209"/>
              <a:ext cx="77388" cy="51609"/>
            </a:xfrm>
            <a:custGeom>
              <a:avLst/>
              <a:pathLst>
                <a:path w="77388" h="51609">
                  <a:moveTo>
                    <a:pt x="0" y="41392"/>
                  </a:moveTo>
                  <a:lnTo>
                    <a:pt x="70344" y="0"/>
                  </a:lnTo>
                  <a:lnTo>
                    <a:pt x="77388" y="11272"/>
                  </a:lnTo>
                  <a:lnTo>
                    <a:pt x="6493" y="5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4"/>
            <p:cNvSpPr/>
            <p:nvPr/>
          </p:nvSpPr>
          <p:spPr>
            <a:xfrm>
              <a:off x="4238834" y="4361608"/>
              <a:ext cx="76701" cy="52361"/>
            </a:xfrm>
            <a:custGeom>
              <a:avLst/>
              <a:pathLst>
                <a:path w="76701" h="52361">
                  <a:moveTo>
                    <a:pt x="0" y="41450"/>
                  </a:moveTo>
                  <a:lnTo>
                    <a:pt x="69950" y="0"/>
                  </a:lnTo>
                  <a:lnTo>
                    <a:pt x="76701" y="11006"/>
                  </a:lnTo>
                  <a:lnTo>
                    <a:pt x="6815" y="5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5"/>
            <p:cNvSpPr/>
            <p:nvPr/>
          </p:nvSpPr>
          <p:spPr>
            <a:xfrm>
              <a:off x="4247275" y="4376181"/>
              <a:ext cx="75943" cy="51417"/>
            </a:xfrm>
            <a:custGeom>
              <a:avLst/>
              <a:pathLst>
                <a:path w="75943" h="51417">
                  <a:moveTo>
                    <a:pt x="0" y="40283"/>
                  </a:moveTo>
                  <a:lnTo>
                    <a:pt x="69261" y="0"/>
                  </a:lnTo>
                  <a:lnTo>
                    <a:pt x="75943" y="10717"/>
                  </a:lnTo>
                  <a:lnTo>
                    <a:pt x="6305" y="51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6"/>
            <p:cNvSpPr/>
            <p:nvPr/>
          </p:nvSpPr>
          <p:spPr>
            <a:xfrm>
              <a:off x="4151573" y="4373049"/>
              <a:ext cx="49125" cy="37770"/>
            </a:xfrm>
            <a:custGeom>
              <a:avLst/>
              <a:pathLst>
                <a:path w="49125" h="37770">
                  <a:moveTo>
                    <a:pt x="0" y="23522"/>
                  </a:moveTo>
                  <a:lnTo>
                    <a:pt x="41230" y="0"/>
                  </a:lnTo>
                  <a:lnTo>
                    <a:pt x="49125" y="14070"/>
                  </a:lnTo>
                  <a:lnTo>
                    <a:pt x="7884" y="3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897"/>
            <p:cNvSpPr/>
            <p:nvPr/>
          </p:nvSpPr>
          <p:spPr>
            <a:xfrm>
              <a:off x="4189836" y="4439719"/>
              <a:ext cx="49753" cy="37616"/>
            </a:xfrm>
            <a:custGeom>
              <a:avLst/>
              <a:pathLst>
                <a:path w="49753" h="37616">
                  <a:moveTo>
                    <a:pt x="0" y="23539"/>
                  </a:moveTo>
                  <a:lnTo>
                    <a:pt x="41012" y="187"/>
                  </a:lnTo>
                  <a:lnTo>
                    <a:pt x="41382" y="0"/>
                  </a:lnTo>
                  <a:lnTo>
                    <a:pt x="49753" y="14209"/>
                  </a:lnTo>
                  <a:lnTo>
                    <a:pt x="8218" y="37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898"/>
            <p:cNvSpPr/>
            <p:nvPr/>
          </p:nvSpPr>
          <p:spPr>
            <a:xfrm>
              <a:off x="4180742" y="4267780"/>
              <a:ext cx="79352" cy="52101"/>
            </a:xfrm>
            <a:custGeom>
              <a:avLst/>
              <a:pathLst>
                <a:path w="79352" h="52101">
                  <a:moveTo>
                    <a:pt x="0" y="41061"/>
                  </a:moveTo>
                  <a:lnTo>
                    <a:pt x="72617" y="0"/>
                  </a:lnTo>
                  <a:lnTo>
                    <a:pt x="79352" y="11241"/>
                  </a:lnTo>
                  <a:lnTo>
                    <a:pt x="6562" y="5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899"/>
            <p:cNvSpPr/>
            <p:nvPr/>
          </p:nvSpPr>
          <p:spPr>
            <a:xfrm>
              <a:off x="4197854" y="4295761"/>
              <a:ext cx="78551" cy="52240"/>
            </a:xfrm>
            <a:custGeom>
              <a:avLst/>
              <a:pathLst>
                <a:path w="78551" h="52240">
                  <a:moveTo>
                    <a:pt x="0" y="41368"/>
                  </a:moveTo>
                  <a:lnTo>
                    <a:pt x="72078" y="0"/>
                  </a:lnTo>
                  <a:lnTo>
                    <a:pt x="78551" y="11455"/>
                  </a:lnTo>
                  <a:lnTo>
                    <a:pt x="6111" y="5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0"/>
            <p:cNvSpPr/>
            <p:nvPr/>
          </p:nvSpPr>
          <p:spPr>
            <a:xfrm>
              <a:off x="4156945" y="4298440"/>
              <a:ext cx="100025" cy="153313"/>
            </a:xfrm>
            <a:custGeom>
              <a:avLst/>
              <a:pathLst>
                <a:path w="100025" h="153313">
                  <a:moveTo>
                    <a:pt x="55100" y="101111"/>
                  </a:moveTo>
                  <a:lnTo>
                    <a:pt x="41780" y="78705"/>
                  </a:lnTo>
                  <a:lnTo>
                    <a:pt x="16861" y="35026"/>
                  </a:lnTo>
                  <a:lnTo>
                    <a:pt x="0" y="6774"/>
                  </a:lnTo>
                  <a:lnTo>
                    <a:pt x="11313" y="0"/>
                  </a:lnTo>
                  <a:lnTo>
                    <a:pt x="100025" y="146076"/>
                  </a:lnTo>
                  <a:lnTo>
                    <a:pt x="87458" y="153313"/>
                  </a:lnTo>
                  <a:lnTo>
                    <a:pt x="76703" y="136214"/>
                  </a:lnTo>
                  <a:lnTo>
                    <a:pt x="67167" y="121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1"/>
            <p:cNvSpPr/>
            <p:nvPr/>
          </p:nvSpPr>
          <p:spPr>
            <a:xfrm>
              <a:off x="4180725" y="4423019"/>
              <a:ext cx="49463" cy="37561"/>
            </a:xfrm>
            <a:custGeom>
              <a:avLst/>
              <a:pathLst>
                <a:path w="49463" h="37561">
                  <a:moveTo>
                    <a:pt x="0" y="23575"/>
                  </a:moveTo>
                  <a:lnTo>
                    <a:pt x="40936" y="0"/>
                  </a:lnTo>
                  <a:lnTo>
                    <a:pt x="41374" y="560"/>
                  </a:lnTo>
                  <a:lnTo>
                    <a:pt x="49463" y="13759"/>
                  </a:lnTo>
                  <a:lnTo>
                    <a:pt x="7819" y="37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2"/>
            <p:cNvSpPr/>
            <p:nvPr/>
          </p:nvSpPr>
          <p:spPr>
            <a:xfrm>
              <a:off x="4189960" y="4282019"/>
              <a:ext cx="78291" cy="51515"/>
            </a:xfrm>
            <a:custGeom>
              <a:avLst/>
              <a:pathLst>
                <a:path w="78291" h="51515">
                  <a:moveTo>
                    <a:pt x="0" y="40890"/>
                  </a:moveTo>
                  <a:lnTo>
                    <a:pt x="71561" y="0"/>
                  </a:lnTo>
                  <a:lnTo>
                    <a:pt x="78291" y="11554"/>
                  </a:lnTo>
                  <a:lnTo>
                    <a:pt x="6074" y="51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3"/>
            <p:cNvSpPr/>
            <p:nvPr/>
          </p:nvSpPr>
          <p:spPr>
            <a:xfrm>
              <a:off x="4249881" y="4245682"/>
              <a:ext cx="51469" cy="76575"/>
            </a:xfrm>
            <a:custGeom>
              <a:avLst/>
              <a:pathLst>
                <a:path w="51469" h="76575">
                  <a:moveTo>
                    <a:pt x="0" y="6528"/>
                  </a:moveTo>
                  <a:lnTo>
                    <a:pt x="11433" y="0"/>
                  </a:lnTo>
                  <a:lnTo>
                    <a:pt x="51469" y="70018"/>
                  </a:lnTo>
                  <a:lnTo>
                    <a:pt x="39786" y="76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4"/>
            <p:cNvSpPr/>
            <p:nvPr/>
          </p:nvSpPr>
          <p:spPr>
            <a:xfrm>
              <a:off x="4214108" y="4337726"/>
              <a:ext cx="51334" cy="36657"/>
            </a:xfrm>
            <a:custGeom>
              <a:avLst/>
              <a:pathLst>
                <a:path w="51334" h="36657">
                  <a:moveTo>
                    <a:pt x="0" y="26505"/>
                  </a:moveTo>
                  <a:lnTo>
                    <a:pt x="35970" y="5485"/>
                  </a:lnTo>
                  <a:lnTo>
                    <a:pt x="43658" y="970"/>
                  </a:lnTo>
                  <a:lnTo>
                    <a:pt x="45238" y="0"/>
                  </a:lnTo>
                  <a:lnTo>
                    <a:pt x="51334" y="10163"/>
                  </a:lnTo>
                  <a:lnTo>
                    <a:pt x="5809" y="36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5"/>
            <p:cNvSpPr/>
            <p:nvPr/>
          </p:nvSpPr>
          <p:spPr>
            <a:xfrm>
              <a:off x="4260245" y="4322115"/>
              <a:ext cx="32199" cy="25506"/>
            </a:xfrm>
            <a:custGeom>
              <a:avLst/>
              <a:pathLst>
                <a:path w="32199" h="25506">
                  <a:moveTo>
                    <a:pt x="0" y="15085"/>
                  </a:moveTo>
                  <a:lnTo>
                    <a:pt x="25802" y="0"/>
                  </a:lnTo>
                  <a:lnTo>
                    <a:pt x="32199" y="10779"/>
                  </a:lnTo>
                  <a:lnTo>
                    <a:pt x="6122" y="25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6"/>
            <p:cNvSpPr/>
            <p:nvPr/>
          </p:nvSpPr>
          <p:spPr>
            <a:xfrm>
              <a:off x="3896566" y="4551362"/>
              <a:ext cx="34209" cy="33507"/>
            </a:xfrm>
            <a:custGeom>
              <a:avLst/>
              <a:pathLst>
                <a:path w="34209" h="33507">
                  <a:moveTo>
                    <a:pt x="23492" y="26768"/>
                  </a:moveTo>
                  <a:lnTo>
                    <a:pt x="12077" y="33507"/>
                  </a:lnTo>
                  <a:lnTo>
                    <a:pt x="0" y="13280"/>
                  </a:lnTo>
                  <a:lnTo>
                    <a:pt x="22120" y="0"/>
                  </a:lnTo>
                  <a:lnTo>
                    <a:pt x="24450" y="4010"/>
                  </a:lnTo>
                  <a:lnTo>
                    <a:pt x="25710" y="6131"/>
                  </a:lnTo>
                  <a:lnTo>
                    <a:pt x="32905" y="18247"/>
                  </a:lnTo>
                  <a:lnTo>
                    <a:pt x="34209" y="20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07"/>
            <p:cNvSpPr/>
            <p:nvPr/>
          </p:nvSpPr>
          <p:spPr>
            <a:xfrm>
              <a:off x="3991091" y="4707034"/>
              <a:ext cx="30805" cy="30715"/>
            </a:xfrm>
            <a:custGeom>
              <a:avLst/>
              <a:pathLst>
                <a:path w="30805" h="30715">
                  <a:moveTo>
                    <a:pt x="0" y="11888"/>
                  </a:moveTo>
                  <a:lnTo>
                    <a:pt x="19933" y="0"/>
                  </a:lnTo>
                  <a:lnTo>
                    <a:pt x="30805" y="18707"/>
                  </a:lnTo>
                  <a:lnTo>
                    <a:pt x="11279" y="30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08"/>
            <p:cNvSpPr/>
            <p:nvPr/>
          </p:nvSpPr>
          <p:spPr>
            <a:xfrm>
              <a:off x="3976526" y="4681113"/>
              <a:ext cx="29566" cy="30011"/>
            </a:xfrm>
            <a:custGeom>
              <a:avLst/>
              <a:pathLst>
                <a:path w="29566" h="30011">
                  <a:moveTo>
                    <a:pt x="0" y="11446"/>
                  </a:moveTo>
                  <a:lnTo>
                    <a:pt x="19220" y="0"/>
                  </a:lnTo>
                  <a:lnTo>
                    <a:pt x="29566" y="18527"/>
                  </a:lnTo>
                  <a:lnTo>
                    <a:pt x="10626" y="30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09"/>
            <p:cNvSpPr/>
            <p:nvPr/>
          </p:nvSpPr>
          <p:spPr>
            <a:xfrm>
              <a:off x="4048900" y="4460899"/>
              <a:ext cx="46131" cy="56168"/>
            </a:xfrm>
            <a:custGeom>
              <a:avLst/>
              <a:pathLst>
                <a:path w="46131" h="56168">
                  <a:moveTo>
                    <a:pt x="0" y="12288"/>
                  </a:moveTo>
                  <a:lnTo>
                    <a:pt x="20384" y="0"/>
                  </a:lnTo>
                  <a:lnTo>
                    <a:pt x="46131" y="44582"/>
                  </a:lnTo>
                  <a:lnTo>
                    <a:pt x="26505" y="561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0"/>
            <p:cNvSpPr/>
            <p:nvPr/>
          </p:nvSpPr>
          <p:spPr>
            <a:xfrm>
              <a:off x="4134887" y="4550555"/>
              <a:ext cx="46889" cy="56699"/>
            </a:xfrm>
            <a:custGeom>
              <a:avLst/>
              <a:pathLst>
                <a:path w="46889" h="56699">
                  <a:moveTo>
                    <a:pt x="0" y="12072"/>
                  </a:moveTo>
                  <a:lnTo>
                    <a:pt x="20572" y="0"/>
                  </a:lnTo>
                  <a:lnTo>
                    <a:pt x="46889" y="44588"/>
                  </a:lnTo>
                  <a:lnTo>
                    <a:pt x="25908" y="56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1"/>
            <p:cNvSpPr/>
            <p:nvPr/>
          </p:nvSpPr>
          <p:spPr>
            <a:xfrm>
              <a:off x="4069334" y="4555947"/>
              <a:ext cx="46230" cy="57164"/>
            </a:xfrm>
            <a:custGeom>
              <a:avLst/>
              <a:pathLst>
                <a:path w="46230" h="57164">
                  <a:moveTo>
                    <a:pt x="0" y="11791"/>
                  </a:moveTo>
                  <a:lnTo>
                    <a:pt x="19395" y="289"/>
                  </a:lnTo>
                  <a:lnTo>
                    <a:pt x="20088" y="0"/>
                  </a:lnTo>
                  <a:lnTo>
                    <a:pt x="46230" y="45596"/>
                  </a:lnTo>
                  <a:lnTo>
                    <a:pt x="45613" y="45928"/>
                  </a:lnTo>
                  <a:lnTo>
                    <a:pt x="26582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2"/>
            <p:cNvSpPr/>
            <p:nvPr/>
          </p:nvSpPr>
          <p:spPr>
            <a:xfrm>
              <a:off x="4039002" y="4676105"/>
              <a:ext cx="47437" cy="56753"/>
            </a:xfrm>
            <a:custGeom>
              <a:avLst/>
              <a:pathLst>
                <a:path w="47437" h="56753">
                  <a:moveTo>
                    <a:pt x="25818" y="56753"/>
                  </a:moveTo>
                  <a:lnTo>
                    <a:pt x="0" y="12640"/>
                  </a:lnTo>
                  <a:lnTo>
                    <a:pt x="21618" y="0"/>
                  </a:lnTo>
                  <a:lnTo>
                    <a:pt x="47437" y="43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3"/>
            <p:cNvSpPr/>
            <p:nvPr/>
          </p:nvSpPr>
          <p:spPr>
            <a:xfrm>
              <a:off x="4097153" y="4431078"/>
              <a:ext cx="47411" cy="57377"/>
            </a:xfrm>
            <a:custGeom>
              <a:avLst/>
              <a:pathLst>
                <a:path w="47411" h="57377">
                  <a:moveTo>
                    <a:pt x="26904" y="57377"/>
                  </a:moveTo>
                  <a:lnTo>
                    <a:pt x="0" y="12473"/>
                  </a:lnTo>
                  <a:lnTo>
                    <a:pt x="20694" y="0"/>
                  </a:lnTo>
                  <a:lnTo>
                    <a:pt x="47411" y="45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4"/>
            <p:cNvSpPr/>
            <p:nvPr/>
          </p:nvSpPr>
          <p:spPr>
            <a:xfrm>
              <a:off x="3913187" y="4560353"/>
              <a:ext cx="57444" cy="47928"/>
            </a:xfrm>
            <a:custGeom>
              <a:avLst/>
              <a:pathLst>
                <a:path w="57444" h="47928">
                  <a:moveTo>
                    <a:pt x="0" y="26638"/>
                  </a:moveTo>
                  <a:lnTo>
                    <a:pt x="45213" y="0"/>
                  </a:lnTo>
                  <a:lnTo>
                    <a:pt x="57444" y="21057"/>
                  </a:lnTo>
                  <a:lnTo>
                    <a:pt x="12383" y="47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5"/>
            <p:cNvSpPr/>
            <p:nvPr/>
          </p:nvSpPr>
          <p:spPr>
            <a:xfrm>
              <a:off x="3954750" y="4777968"/>
              <a:ext cx="59093" cy="48976"/>
            </a:xfrm>
            <a:custGeom>
              <a:avLst/>
              <a:pathLst>
                <a:path w="59093" h="48976">
                  <a:moveTo>
                    <a:pt x="0" y="27410"/>
                  </a:moveTo>
                  <a:lnTo>
                    <a:pt x="46429" y="0"/>
                  </a:lnTo>
                  <a:lnTo>
                    <a:pt x="59093" y="22021"/>
                  </a:lnTo>
                  <a:lnTo>
                    <a:pt x="21504" y="43770"/>
                  </a:lnTo>
                  <a:lnTo>
                    <a:pt x="13714" y="48194"/>
                  </a:lnTo>
                  <a:lnTo>
                    <a:pt x="12337" y="48976"/>
                  </a:lnTo>
                  <a:lnTo>
                    <a:pt x="11735" y="4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6"/>
            <p:cNvSpPr/>
            <p:nvPr/>
          </p:nvSpPr>
          <p:spPr>
            <a:xfrm>
              <a:off x="4002477" y="4352460"/>
              <a:ext cx="85407" cy="66468"/>
            </a:xfrm>
            <a:custGeom>
              <a:avLst/>
              <a:pathLst>
                <a:path w="85407" h="66468">
                  <a:moveTo>
                    <a:pt x="0" y="42910"/>
                  </a:moveTo>
                  <a:lnTo>
                    <a:pt x="71246" y="0"/>
                  </a:lnTo>
                  <a:lnTo>
                    <a:pt x="85407" y="23451"/>
                  </a:lnTo>
                  <a:lnTo>
                    <a:pt x="13991" y="6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17"/>
            <p:cNvSpPr/>
            <p:nvPr/>
          </p:nvSpPr>
          <p:spPr>
            <a:xfrm>
              <a:off x="4189247" y="4587145"/>
              <a:ext cx="48405" cy="56655"/>
            </a:xfrm>
            <a:custGeom>
              <a:avLst/>
              <a:pathLst>
                <a:path w="48405" h="56655">
                  <a:moveTo>
                    <a:pt x="0" y="12016"/>
                  </a:moveTo>
                  <a:lnTo>
                    <a:pt x="21716" y="0"/>
                  </a:lnTo>
                  <a:lnTo>
                    <a:pt x="48405" y="44472"/>
                  </a:lnTo>
                  <a:lnTo>
                    <a:pt x="26686" y="56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18"/>
            <p:cNvSpPr/>
            <p:nvPr/>
          </p:nvSpPr>
          <p:spPr>
            <a:xfrm>
              <a:off x="4059830" y="4595517"/>
              <a:ext cx="46344" cy="57126"/>
            </a:xfrm>
            <a:custGeom>
              <a:avLst/>
              <a:pathLst>
                <a:path w="46344" h="57126">
                  <a:moveTo>
                    <a:pt x="0" y="11889"/>
                  </a:moveTo>
                  <a:lnTo>
                    <a:pt x="20084" y="0"/>
                  </a:lnTo>
                  <a:lnTo>
                    <a:pt x="46344" y="45249"/>
                  </a:lnTo>
                  <a:lnTo>
                    <a:pt x="26262" y="571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19"/>
            <p:cNvSpPr/>
            <p:nvPr/>
          </p:nvSpPr>
          <p:spPr>
            <a:xfrm>
              <a:off x="3969674" y="4600074"/>
              <a:ext cx="57714" cy="47904"/>
            </a:xfrm>
            <a:custGeom>
              <a:avLst/>
              <a:pathLst>
                <a:path w="57714" h="47904">
                  <a:moveTo>
                    <a:pt x="0" y="26917"/>
                  </a:moveTo>
                  <a:lnTo>
                    <a:pt x="45632" y="0"/>
                  </a:lnTo>
                  <a:lnTo>
                    <a:pt x="57714" y="20853"/>
                  </a:lnTo>
                  <a:lnTo>
                    <a:pt x="12289" y="4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0"/>
            <p:cNvSpPr/>
            <p:nvPr/>
          </p:nvSpPr>
          <p:spPr>
            <a:xfrm>
              <a:off x="4164160" y="4601652"/>
              <a:ext cx="46890" cy="56926"/>
            </a:xfrm>
            <a:custGeom>
              <a:avLst/>
              <a:pathLst>
                <a:path w="46890" h="56926">
                  <a:moveTo>
                    <a:pt x="0" y="11644"/>
                  </a:moveTo>
                  <a:lnTo>
                    <a:pt x="20445" y="0"/>
                  </a:lnTo>
                  <a:lnTo>
                    <a:pt x="46890" y="44910"/>
                  </a:lnTo>
                  <a:lnTo>
                    <a:pt x="25894" y="56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1"/>
            <p:cNvSpPr/>
            <p:nvPr/>
          </p:nvSpPr>
          <p:spPr>
            <a:xfrm>
              <a:off x="4066339" y="4379525"/>
              <a:ext cx="48369" cy="58079"/>
            </a:xfrm>
            <a:custGeom>
              <a:avLst/>
              <a:pathLst>
                <a:path w="48369" h="58079">
                  <a:moveTo>
                    <a:pt x="27909" y="58079"/>
                  </a:moveTo>
                  <a:lnTo>
                    <a:pt x="0" y="12392"/>
                  </a:lnTo>
                  <a:lnTo>
                    <a:pt x="20400" y="0"/>
                  </a:lnTo>
                  <a:lnTo>
                    <a:pt x="48369" y="46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2"/>
            <p:cNvSpPr/>
            <p:nvPr/>
          </p:nvSpPr>
          <p:spPr>
            <a:xfrm>
              <a:off x="4042514" y="4395112"/>
              <a:ext cx="47601" cy="57489"/>
            </a:xfrm>
            <a:custGeom>
              <a:avLst/>
              <a:pathLst>
                <a:path w="47601" h="57489">
                  <a:moveTo>
                    <a:pt x="27834" y="57489"/>
                  </a:moveTo>
                  <a:lnTo>
                    <a:pt x="0" y="11563"/>
                  </a:lnTo>
                  <a:lnTo>
                    <a:pt x="19177" y="0"/>
                  </a:lnTo>
                  <a:lnTo>
                    <a:pt x="47601" y="4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3"/>
            <p:cNvSpPr/>
            <p:nvPr/>
          </p:nvSpPr>
          <p:spPr>
            <a:xfrm>
              <a:off x="4017866" y="4409274"/>
              <a:ext cx="47741" cy="58067"/>
            </a:xfrm>
            <a:custGeom>
              <a:avLst/>
              <a:pathLst>
                <a:path w="47741" h="58067">
                  <a:moveTo>
                    <a:pt x="0" y="12655"/>
                  </a:moveTo>
                  <a:lnTo>
                    <a:pt x="20493" y="0"/>
                  </a:lnTo>
                  <a:lnTo>
                    <a:pt x="47741" y="45918"/>
                  </a:lnTo>
                  <a:lnTo>
                    <a:pt x="27223" y="58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4"/>
            <p:cNvSpPr/>
            <p:nvPr/>
          </p:nvSpPr>
          <p:spPr>
            <a:xfrm>
              <a:off x="3881527" y="4654271"/>
              <a:ext cx="56223" cy="47048"/>
            </a:xfrm>
            <a:custGeom>
              <a:avLst/>
              <a:pathLst>
                <a:path w="56223" h="47048">
                  <a:moveTo>
                    <a:pt x="0" y="26413"/>
                  </a:moveTo>
                  <a:lnTo>
                    <a:pt x="44531" y="0"/>
                  </a:lnTo>
                  <a:lnTo>
                    <a:pt x="56223" y="20336"/>
                  </a:lnTo>
                  <a:lnTo>
                    <a:pt x="45205" y="26996"/>
                  </a:lnTo>
                  <a:lnTo>
                    <a:pt x="11498" y="470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5"/>
            <p:cNvSpPr/>
            <p:nvPr/>
          </p:nvSpPr>
          <p:spPr>
            <a:xfrm>
              <a:off x="4194332" y="4635412"/>
              <a:ext cx="59803" cy="48179"/>
            </a:xfrm>
            <a:custGeom>
              <a:avLst/>
              <a:pathLst>
                <a:path w="59803" h="48179">
                  <a:moveTo>
                    <a:pt x="0" y="26992"/>
                  </a:moveTo>
                  <a:lnTo>
                    <a:pt x="1036" y="26351"/>
                  </a:lnTo>
                  <a:lnTo>
                    <a:pt x="45977" y="926"/>
                  </a:lnTo>
                  <a:lnTo>
                    <a:pt x="47763" y="0"/>
                  </a:lnTo>
                  <a:lnTo>
                    <a:pt x="59803" y="20203"/>
                  </a:lnTo>
                  <a:lnTo>
                    <a:pt x="12039" y="481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6"/>
            <p:cNvSpPr/>
            <p:nvPr/>
          </p:nvSpPr>
          <p:spPr>
            <a:xfrm>
              <a:off x="3984488" y="4640022"/>
              <a:ext cx="46206" cy="57688"/>
            </a:xfrm>
            <a:custGeom>
              <a:avLst/>
              <a:pathLst>
                <a:path w="46206" h="57688">
                  <a:moveTo>
                    <a:pt x="0" y="11546"/>
                  </a:moveTo>
                  <a:lnTo>
                    <a:pt x="20187" y="0"/>
                  </a:lnTo>
                  <a:lnTo>
                    <a:pt x="46206" y="45796"/>
                  </a:lnTo>
                  <a:lnTo>
                    <a:pt x="26472" y="576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27"/>
            <p:cNvSpPr/>
            <p:nvPr/>
          </p:nvSpPr>
          <p:spPr>
            <a:xfrm>
              <a:off x="4154245" y="4640354"/>
              <a:ext cx="46828" cy="57908"/>
            </a:xfrm>
            <a:custGeom>
              <a:avLst/>
              <a:pathLst>
                <a:path w="46828" h="57908">
                  <a:moveTo>
                    <a:pt x="0" y="12622"/>
                  </a:moveTo>
                  <a:lnTo>
                    <a:pt x="20342" y="0"/>
                  </a:lnTo>
                  <a:lnTo>
                    <a:pt x="46828" y="45998"/>
                  </a:lnTo>
                  <a:lnTo>
                    <a:pt x="26889" y="5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28"/>
            <p:cNvSpPr/>
            <p:nvPr/>
          </p:nvSpPr>
          <p:spPr>
            <a:xfrm>
              <a:off x="4089869" y="4646697"/>
              <a:ext cx="45730" cy="56217"/>
            </a:xfrm>
            <a:custGeom>
              <a:avLst/>
              <a:pathLst>
                <a:path w="45730" h="56217">
                  <a:moveTo>
                    <a:pt x="0" y="12171"/>
                  </a:moveTo>
                  <a:lnTo>
                    <a:pt x="20375" y="0"/>
                  </a:lnTo>
                  <a:lnTo>
                    <a:pt x="45730" y="44315"/>
                  </a:lnTo>
                  <a:lnTo>
                    <a:pt x="25689" y="562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29"/>
            <p:cNvSpPr/>
            <p:nvPr/>
          </p:nvSpPr>
          <p:spPr>
            <a:xfrm>
              <a:off x="4065066" y="4661569"/>
              <a:ext cx="46345" cy="55833"/>
            </a:xfrm>
            <a:custGeom>
              <a:avLst/>
              <a:pathLst>
                <a:path w="46345" h="55833">
                  <a:moveTo>
                    <a:pt x="0" y="11919"/>
                  </a:moveTo>
                  <a:lnTo>
                    <a:pt x="20508" y="0"/>
                  </a:lnTo>
                  <a:lnTo>
                    <a:pt x="46345" y="44322"/>
                  </a:lnTo>
                  <a:lnTo>
                    <a:pt x="26177" y="558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0"/>
            <p:cNvSpPr/>
            <p:nvPr/>
          </p:nvSpPr>
          <p:spPr>
            <a:xfrm>
              <a:off x="4015520" y="4691161"/>
              <a:ext cx="46573" cy="56753"/>
            </a:xfrm>
            <a:custGeom>
              <a:avLst/>
              <a:pathLst>
                <a:path w="46573" h="56753">
                  <a:moveTo>
                    <a:pt x="25818" y="56753"/>
                  </a:moveTo>
                  <a:lnTo>
                    <a:pt x="0" y="12640"/>
                  </a:lnTo>
                  <a:lnTo>
                    <a:pt x="20877" y="0"/>
                  </a:lnTo>
                  <a:lnTo>
                    <a:pt x="46573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1"/>
            <p:cNvSpPr/>
            <p:nvPr/>
          </p:nvSpPr>
          <p:spPr>
            <a:xfrm>
              <a:off x="3940558" y="4755223"/>
              <a:ext cx="56629" cy="46035"/>
            </a:xfrm>
            <a:custGeom>
              <a:avLst/>
              <a:pathLst>
                <a:path w="56629" h="46035">
                  <a:moveTo>
                    <a:pt x="0" y="26055"/>
                  </a:moveTo>
                  <a:lnTo>
                    <a:pt x="45376" y="0"/>
                  </a:lnTo>
                  <a:lnTo>
                    <a:pt x="56629" y="19795"/>
                  </a:lnTo>
                  <a:lnTo>
                    <a:pt x="11358" y="460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2"/>
            <p:cNvSpPr/>
            <p:nvPr/>
          </p:nvSpPr>
          <p:spPr>
            <a:xfrm>
              <a:off x="4004161" y="4730054"/>
              <a:ext cx="47025" cy="57317"/>
            </a:xfrm>
            <a:custGeom>
              <a:avLst/>
              <a:pathLst>
                <a:path w="47025" h="57317">
                  <a:moveTo>
                    <a:pt x="0" y="12376"/>
                  </a:moveTo>
                  <a:lnTo>
                    <a:pt x="20299" y="0"/>
                  </a:lnTo>
                  <a:lnTo>
                    <a:pt x="47025" y="45028"/>
                  </a:lnTo>
                  <a:lnTo>
                    <a:pt x="26691" y="573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3"/>
            <p:cNvSpPr/>
            <p:nvPr/>
          </p:nvSpPr>
          <p:spPr>
            <a:xfrm>
              <a:off x="3925970" y="4730878"/>
              <a:ext cx="55666" cy="45926"/>
            </a:xfrm>
            <a:custGeom>
              <a:avLst/>
              <a:pathLst>
                <a:path w="55666" h="45926">
                  <a:moveTo>
                    <a:pt x="0" y="24984"/>
                  </a:moveTo>
                  <a:lnTo>
                    <a:pt x="43927" y="0"/>
                  </a:lnTo>
                  <a:lnTo>
                    <a:pt x="55666" y="18786"/>
                  </a:lnTo>
                  <a:lnTo>
                    <a:pt x="12040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4"/>
            <p:cNvSpPr/>
            <p:nvPr/>
          </p:nvSpPr>
          <p:spPr>
            <a:xfrm>
              <a:off x="3911193" y="4704984"/>
              <a:ext cx="55126" cy="45735"/>
            </a:xfrm>
            <a:custGeom>
              <a:avLst/>
              <a:pathLst>
                <a:path w="55126" h="45735">
                  <a:moveTo>
                    <a:pt x="0" y="25674"/>
                  </a:moveTo>
                  <a:lnTo>
                    <a:pt x="44365" y="0"/>
                  </a:lnTo>
                  <a:lnTo>
                    <a:pt x="55126" y="20172"/>
                  </a:lnTo>
                  <a:lnTo>
                    <a:pt x="42504" y="27732"/>
                  </a:lnTo>
                  <a:lnTo>
                    <a:pt x="11631" y="457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5"/>
            <p:cNvSpPr/>
            <p:nvPr/>
          </p:nvSpPr>
          <p:spPr>
            <a:xfrm>
              <a:off x="4043556" y="4725943"/>
              <a:ext cx="56468" cy="46581"/>
            </a:xfrm>
            <a:custGeom>
              <a:avLst/>
              <a:pathLst>
                <a:path w="56468" h="46581">
                  <a:moveTo>
                    <a:pt x="0" y="26470"/>
                  </a:moveTo>
                  <a:lnTo>
                    <a:pt x="44894" y="0"/>
                  </a:lnTo>
                  <a:lnTo>
                    <a:pt x="56468" y="20295"/>
                  </a:lnTo>
                  <a:lnTo>
                    <a:pt x="11739" y="46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6"/>
            <p:cNvSpPr/>
            <p:nvPr/>
          </p:nvSpPr>
          <p:spPr>
            <a:xfrm>
              <a:off x="3852497" y="4443926"/>
              <a:ext cx="112751" cy="114295"/>
            </a:xfrm>
            <a:custGeom>
              <a:avLst/>
              <a:pathLst>
                <a:path w="112751" h="114295">
                  <a:moveTo>
                    <a:pt x="0" y="40946"/>
                  </a:moveTo>
                  <a:lnTo>
                    <a:pt x="70189" y="0"/>
                  </a:lnTo>
                  <a:lnTo>
                    <a:pt x="112751" y="71548"/>
                  </a:lnTo>
                  <a:lnTo>
                    <a:pt x="42798" y="11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37"/>
            <p:cNvSpPr/>
            <p:nvPr/>
          </p:nvSpPr>
          <p:spPr>
            <a:xfrm>
              <a:off x="4073655" y="4446743"/>
              <a:ext cx="45832" cy="56248"/>
            </a:xfrm>
            <a:custGeom>
              <a:avLst/>
              <a:pathLst>
                <a:path w="45832" h="56248">
                  <a:moveTo>
                    <a:pt x="25695" y="56248"/>
                  </a:moveTo>
                  <a:lnTo>
                    <a:pt x="0" y="11502"/>
                  </a:lnTo>
                  <a:lnTo>
                    <a:pt x="19272" y="0"/>
                  </a:lnTo>
                  <a:lnTo>
                    <a:pt x="45832" y="44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38"/>
            <p:cNvSpPr/>
            <p:nvPr/>
          </p:nvSpPr>
          <p:spPr>
            <a:xfrm>
              <a:off x="4023257" y="4476636"/>
              <a:ext cx="45963" cy="56097"/>
            </a:xfrm>
            <a:custGeom>
              <a:avLst/>
              <a:pathLst>
                <a:path w="45963" h="56097">
                  <a:moveTo>
                    <a:pt x="26378" y="56097"/>
                  </a:moveTo>
                  <a:lnTo>
                    <a:pt x="0" y="12350"/>
                  </a:lnTo>
                  <a:lnTo>
                    <a:pt x="19956" y="0"/>
                  </a:lnTo>
                  <a:lnTo>
                    <a:pt x="45963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39"/>
            <p:cNvSpPr/>
            <p:nvPr/>
          </p:nvSpPr>
          <p:spPr>
            <a:xfrm>
              <a:off x="4035007" y="4609978"/>
              <a:ext cx="46816" cy="57075"/>
            </a:xfrm>
            <a:custGeom>
              <a:avLst/>
              <a:pathLst>
                <a:path w="46816" h="57075">
                  <a:moveTo>
                    <a:pt x="0" y="12253"/>
                  </a:moveTo>
                  <a:lnTo>
                    <a:pt x="20486" y="0"/>
                  </a:lnTo>
                  <a:lnTo>
                    <a:pt x="46816" y="45405"/>
                  </a:lnTo>
                  <a:lnTo>
                    <a:pt x="26501" y="570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0"/>
            <p:cNvSpPr/>
            <p:nvPr/>
          </p:nvSpPr>
          <p:spPr>
            <a:xfrm>
              <a:off x="3973802" y="4506048"/>
              <a:ext cx="46850" cy="56666"/>
            </a:xfrm>
            <a:custGeom>
              <a:avLst/>
              <a:pathLst>
                <a:path w="46850" h="56666">
                  <a:moveTo>
                    <a:pt x="27136" y="11718"/>
                  </a:moveTo>
                  <a:lnTo>
                    <a:pt x="46850" y="44380"/>
                  </a:lnTo>
                  <a:lnTo>
                    <a:pt x="26338" y="56666"/>
                  </a:lnTo>
                  <a:lnTo>
                    <a:pt x="0" y="11456"/>
                  </a:lnTo>
                  <a:lnTo>
                    <a:pt x="19866" y="0"/>
                  </a:lnTo>
                  <a:lnTo>
                    <a:pt x="21136" y="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1"/>
            <p:cNvSpPr/>
            <p:nvPr/>
          </p:nvSpPr>
          <p:spPr>
            <a:xfrm>
              <a:off x="4119616" y="4511434"/>
              <a:ext cx="57629" cy="46799"/>
            </a:xfrm>
            <a:custGeom>
              <a:avLst/>
              <a:pathLst>
                <a:path w="57629" h="46799">
                  <a:moveTo>
                    <a:pt x="0" y="26306"/>
                  </a:moveTo>
                  <a:lnTo>
                    <a:pt x="45255" y="0"/>
                  </a:lnTo>
                  <a:lnTo>
                    <a:pt x="47903" y="4327"/>
                  </a:lnTo>
                  <a:lnTo>
                    <a:pt x="57629" y="20218"/>
                  </a:lnTo>
                  <a:lnTo>
                    <a:pt x="57052" y="20478"/>
                  </a:lnTo>
                  <a:lnTo>
                    <a:pt x="12039" y="46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2"/>
            <p:cNvSpPr/>
            <p:nvPr/>
          </p:nvSpPr>
          <p:spPr>
            <a:xfrm>
              <a:off x="4098786" y="4590366"/>
              <a:ext cx="71403" cy="72427"/>
            </a:xfrm>
            <a:custGeom>
              <a:avLst/>
              <a:pathLst>
                <a:path w="71403" h="72427">
                  <a:moveTo>
                    <a:pt x="26807" y="72427"/>
                  </a:moveTo>
                  <a:lnTo>
                    <a:pt x="0" y="26543"/>
                  </a:lnTo>
                  <a:lnTo>
                    <a:pt x="45213" y="0"/>
                  </a:lnTo>
                  <a:lnTo>
                    <a:pt x="71403" y="452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3"/>
            <p:cNvSpPr/>
            <p:nvPr/>
          </p:nvSpPr>
          <p:spPr>
            <a:xfrm>
              <a:off x="3928300" y="4399675"/>
              <a:ext cx="111118" cy="112285"/>
            </a:xfrm>
            <a:custGeom>
              <a:avLst/>
              <a:pathLst>
                <a:path w="111118" h="112285">
                  <a:moveTo>
                    <a:pt x="0" y="41195"/>
                  </a:moveTo>
                  <a:lnTo>
                    <a:pt x="68846" y="0"/>
                  </a:lnTo>
                  <a:lnTo>
                    <a:pt x="82610" y="23470"/>
                  </a:lnTo>
                  <a:lnTo>
                    <a:pt x="111118" y="71090"/>
                  </a:lnTo>
                  <a:lnTo>
                    <a:pt x="42311" y="1122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4"/>
            <p:cNvSpPr/>
            <p:nvPr/>
          </p:nvSpPr>
          <p:spPr>
            <a:xfrm>
              <a:off x="4020738" y="4570498"/>
              <a:ext cx="56428" cy="47403"/>
            </a:xfrm>
            <a:custGeom>
              <a:avLst/>
              <a:pathLst>
                <a:path w="56428" h="47403">
                  <a:moveTo>
                    <a:pt x="0" y="27201"/>
                  </a:moveTo>
                  <a:lnTo>
                    <a:pt x="44201" y="0"/>
                  </a:lnTo>
                  <a:lnTo>
                    <a:pt x="56428" y="20553"/>
                  </a:lnTo>
                  <a:lnTo>
                    <a:pt x="11891" y="47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5"/>
            <p:cNvSpPr/>
            <p:nvPr/>
          </p:nvSpPr>
          <p:spPr>
            <a:xfrm>
              <a:off x="3927724" y="4584774"/>
              <a:ext cx="57219" cy="47753"/>
            </a:xfrm>
            <a:custGeom>
              <a:avLst/>
              <a:pathLst>
                <a:path w="57219" h="47753">
                  <a:moveTo>
                    <a:pt x="0" y="27218"/>
                  </a:moveTo>
                  <a:lnTo>
                    <a:pt x="44904" y="0"/>
                  </a:lnTo>
                  <a:lnTo>
                    <a:pt x="57219" y="20473"/>
                  </a:lnTo>
                  <a:lnTo>
                    <a:pt x="11873" y="47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6"/>
            <p:cNvSpPr/>
            <p:nvPr/>
          </p:nvSpPr>
          <p:spPr>
            <a:xfrm>
              <a:off x="4159231" y="4536666"/>
              <a:ext cx="46922" cy="56537"/>
            </a:xfrm>
            <a:custGeom>
              <a:avLst/>
              <a:pathLst>
                <a:path w="46922" h="56537">
                  <a:moveTo>
                    <a:pt x="0" y="12265"/>
                  </a:moveTo>
                  <a:lnTo>
                    <a:pt x="20902" y="0"/>
                  </a:lnTo>
                  <a:lnTo>
                    <a:pt x="46922" y="44382"/>
                  </a:lnTo>
                  <a:lnTo>
                    <a:pt x="26580" y="565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47"/>
            <p:cNvSpPr/>
            <p:nvPr/>
          </p:nvSpPr>
          <p:spPr>
            <a:xfrm>
              <a:off x="4095211" y="4539734"/>
              <a:ext cx="47284" cy="57683"/>
            </a:xfrm>
            <a:custGeom>
              <a:avLst/>
              <a:pathLst>
                <a:path w="47284" h="57683">
                  <a:moveTo>
                    <a:pt x="0" y="12592"/>
                  </a:moveTo>
                  <a:lnTo>
                    <a:pt x="20746" y="0"/>
                  </a:lnTo>
                  <a:lnTo>
                    <a:pt x="47284" y="44905"/>
                  </a:lnTo>
                  <a:lnTo>
                    <a:pt x="25833" y="57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48"/>
            <p:cNvSpPr/>
            <p:nvPr/>
          </p:nvSpPr>
          <p:spPr>
            <a:xfrm>
              <a:off x="4002011" y="4540520"/>
              <a:ext cx="57110" cy="46668"/>
            </a:xfrm>
            <a:custGeom>
              <a:avLst/>
              <a:pathLst>
                <a:path w="57110" h="46668">
                  <a:moveTo>
                    <a:pt x="0" y="26178"/>
                  </a:moveTo>
                  <a:lnTo>
                    <a:pt x="44849" y="0"/>
                  </a:lnTo>
                  <a:lnTo>
                    <a:pt x="57110" y="19861"/>
                  </a:lnTo>
                  <a:lnTo>
                    <a:pt x="12752" y="4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49"/>
            <p:cNvSpPr/>
            <p:nvPr/>
          </p:nvSpPr>
          <p:spPr>
            <a:xfrm>
              <a:off x="4101974" y="4480900"/>
              <a:ext cx="56724" cy="47237"/>
            </a:xfrm>
            <a:custGeom>
              <a:avLst/>
              <a:pathLst>
                <a:path w="56724" h="47237">
                  <a:moveTo>
                    <a:pt x="0" y="26409"/>
                  </a:moveTo>
                  <a:lnTo>
                    <a:pt x="44548" y="0"/>
                  </a:lnTo>
                  <a:lnTo>
                    <a:pt x="56724" y="20475"/>
                  </a:lnTo>
                  <a:lnTo>
                    <a:pt x="12613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0"/>
            <p:cNvSpPr/>
            <p:nvPr/>
          </p:nvSpPr>
          <p:spPr>
            <a:xfrm>
              <a:off x="3998875" y="4491019"/>
              <a:ext cx="46104" cy="57080"/>
            </a:xfrm>
            <a:custGeom>
              <a:avLst/>
              <a:pathLst>
                <a:path w="46104" h="57080">
                  <a:moveTo>
                    <a:pt x="0" y="12072"/>
                  </a:moveTo>
                  <a:lnTo>
                    <a:pt x="19625" y="0"/>
                  </a:lnTo>
                  <a:lnTo>
                    <a:pt x="46104" y="44801"/>
                  </a:lnTo>
                  <a:lnTo>
                    <a:pt x="25666" y="57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1"/>
            <p:cNvSpPr/>
            <p:nvPr/>
          </p:nvSpPr>
          <p:spPr>
            <a:xfrm>
              <a:off x="4009567" y="4625369"/>
              <a:ext cx="46371" cy="57357"/>
            </a:xfrm>
            <a:custGeom>
              <a:avLst/>
              <a:pathLst>
                <a:path w="46371" h="57357">
                  <a:moveTo>
                    <a:pt x="0" y="11725"/>
                  </a:moveTo>
                  <a:lnTo>
                    <a:pt x="20069" y="0"/>
                  </a:lnTo>
                  <a:lnTo>
                    <a:pt x="46371" y="45077"/>
                  </a:lnTo>
                  <a:lnTo>
                    <a:pt x="26369" y="573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2"/>
            <p:cNvSpPr/>
            <p:nvPr/>
          </p:nvSpPr>
          <p:spPr>
            <a:xfrm>
              <a:off x="3945100" y="4629599"/>
              <a:ext cx="47751" cy="58125"/>
            </a:xfrm>
            <a:custGeom>
              <a:avLst/>
              <a:pathLst>
                <a:path w="47751" h="58125">
                  <a:moveTo>
                    <a:pt x="0" y="12506"/>
                  </a:moveTo>
                  <a:lnTo>
                    <a:pt x="20779" y="0"/>
                  </a:lnTo>
                  <a:lnTo>
                    <a:pt x="44497" y="40827"/>
                  </a:lnTo>
                  <a:lnTo>
                    <a:pt x="47751" y="46237"/>
                  </a:lnTo>
                  <a:lnTo>
                    <a:pt x="27343" y="58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3"/>
            <p:cNvSpPr/>
            <p:nvPr/>
          </p:nvSpPr>
          <p:spPr>
            <a:xfrm>
              <a:off x="3922372" y="4520804"/>
              <a:ext cx="56988" cy="47860"/>
            </a:xfrm>
            <a:custGeom>
              <a:avLst/>
              <a:pathLst>
                <a:path w="56988" h="47860">
                  <a:moveTo>
                    <a:pt x="12477" y="47860"/>
                  </a:moveTo>
                  <a:lnTo>
                    <a:pt x="0" y="27383"/>
                  </a:lnTo>
                  <a:lnTo>
                    <a:pt x="44803" y="0"/>
                  </a:lnTo>
                  <a:lnTo>
                    <a:pt x="56988" y="21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4"/>
            <p:cNvSpPr/>
            <p:nvPr/>
          </p:nvSpPr>
          <p:spPr>
            <a:xfrm>
              <a:off x="4129002" y="4656765"/>
              <a:ext cx="46242" cy="56802"/>
            </a:xfrm>
            <a:custGeom>
              <a:avLst/>
              <a:pathLst>
                <a:path w="46242" h="56802">
                  <a:moveTo>
                    <a:pt x="46242" y="45033"/>
                  </a:moveTo>
                  <a:lnTo>
                    <a:pt x="26561" y="56802"/>
                  </a:lnTo>
                  <a:lnTo>
                    <a:pt x="0" y="11875"/>
                  </a:lnTo>
                  <a:lnTo>
                    <a:pt x="191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5"/>
            <p:cNvSpPr/>
            <p:nvPr/>
          </p:nvSpPr>
          <p:spPr>
            <a:xfrm>
              <a:off x="3962760" y="4545999"/>
              <a:ext cx="46521" cy="56432"/>
            </a:xfrm>
            <a:custGeom>
              <a:avLst/>
              <a:pathLst>
                <a:path w="46521" h="56432">
                  <a:moveTo>
                    <a:pt x="0" y="11449"/>
                  </a:moveTo>
                  <a:lnTo>
                    <a:pt x="19925" y="0"/>
                  </a:lnTo>
                  <a:lnTo>
                    <a:pt x="46521" y="44675"/>
                  </a:lnTo>
                  <a:lnTo>
                    <a:pt x="26328" y="564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6"/>
            <p:cNvSpPr/>
            <p:nvPr/>
          </p:nvSpPr>
          <p:spPr>
            <a:xfrm>
              <a:off x="4094660" y="4696403"/>
              <a:ext cx="56553" cy="46561"/>
            </a:xfrm>
            <a:custGeom>
              <a:avLst/>
              <a:pathLst>
                <a:path w="56553" h="46561">
                  <a:moveTo>
                    <a:pt x="0" y="26514"/>
                  </a:moveTo>
                  <a:lnTo>
                    <a:pt x="45252" y="0"/>
                  </a:lnTo>
                  <a:lnTo>
                    <a:pt x="56553" y="19804"/>
                  </a:lnTo>
                  <a:lnTo>
                    <a:pt x="11428" y="465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57"/>
            <p:cNvSpPr/>
            <p:nvPr/>
          </p:nvSpPr>
          <p:spPr>
            <a:xfrm>
              <a:off x="3896697" y="4680069"/>
              <a:ext cx="55162" cy="46323"/>
            </a:xfrm>
            <a:custGeom>
              <a:avLst/>
              <a:pathLst>
                <a:path w="55162" h="46323">
                  <a:moveTo>
                    <a:pt x="0" y="26178"/>
                  </a:moveTo>
                  <a:lnTo>
                    <a:pt x="43826" y="0"/>
                  </a:lnTo>
                  <a:lnTo>
                    <a:pt x="55162" y="19375"/>
                  </a:lnTo>
                  <a:lnTo>
                    <a:pt x="11667" y="46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58"/>
            <p:cNvSpPr/>
            <p:nvPr/>
          </p:nvSpPr>
          <p:spPr>
            <a:xfrm>
              <a:off x="4051873" y="4510695"/>
              <a:ext cx="58535" cy="48237"/>
            </a:xfrm>
            <a:custGeom>
              <a:avLst/>
              <a:pathLst>
                <a:path w="58535" h="48237">
                  <a:moveTo>
                    <a:pt x="12955" y="47961"/>
                  </a:moveTo>
                  <a:lnTo>
                    <a:pt x="12496" y="48237"/>
                  </a:lnTo>
                  <a:lnTo>
                    <a:pt x="10380" y="44749"/>
                  </a:lnTo>
                  <a:lnTo>
                    <a:pt x="2252" y="31352"/>
                  </a:lnTo>
                  <a:lnTo>
                    <a:pt x="1143" y="29523"/>
                  </a:lnTo>
                  <a:lnTo>
                    <a:pt x="364" y="28239"/>
                  </a:lnTo>
                  <a:lnTo>
                    <a:pt x="0" y="27638"/>
                  </a:lnTo>
                  <a:lnTo>
                    <a:pt x="14636" y="18863"/>
                  </a:lnTo>
                  <a:lnTo>
                    <a:pt x="16176" y="17940"/>
                  </a:lnTo>
                  <a:lnTo>
                    <a:pt x="22294" y="14272"/>
                  </a:lnTo>
                  <a:lnTo>
                    <a:pt x="23719" y="13418"/>
                  </a:lnTo>
                  <a:lnTo>
                    <a:pt x="33173" y="7750"/>
                  </a:lnTo>
                  <a:lnTo>
                    <a:pt x="34338" y="7052"/>
                  </a:lnTo>
                  <a:lnTo>
                    <a:pt x="46102" y="0"/>
                  </a:lnTo>
                  <a:lnTo>
                    <a:pt x="47380" y="2111"/>
                  </a:lnTo>
                  <a:lnTo>
                    <a:pt x="47742" y="2708"/>
                  </a:lnTo>
                  <a:lnTo>
                    <a:pt x="55076" y="14817"/>
                  </a:lnTo>
                  <a:lnTo>
                    <a:pt x="56235" y="16732"/>
                  </a:lnTo>
                  <a:lnTo>
                    <a:pt x="58535" y="20529"/>
                  </a:lnTo>
                  <a:lnTo>
                    <a:pt x="46655" y="27679"/>
                  </a:lnTo>
                  <a:lnTo>
                    <a:pt x="44807" y="28791"/>
                  </a:lnTo>
                  <a:lnTo>
                    <a:pt x="34535" y="34973"/>
                  </a:lnTo>
                  <a:lnTo>
                    <a:pt x="31647" y="36711"/>
                  </a:lnTo>
                  <a:lnTo>
                    <a:pt x="29907" y="37758"/>
                  </a:lnTo>
                  <a:lnTo>
                    <a:pt x="28905" y="38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59"/>
            <p:cNvSpPr/>
            <p:nvPr/>
          </p:nvSpPr>
          <p:spPr>
            <a:xfrm>
              <a:off x="5310941" y="4185748"/>
              <a:ext cx="42446" cy="41080"/>
            </a:xfrm>
            <a:custGeom>
              <a:avLst/>
              <a:pathLst>
                <a:path w="42446" h="41080">
                  <a:moveTo>
                    <a:pt x="0" y="17472"/>
                  </a:moveTo>
                  <a:lnTo>
                    <a:pt x="28660" y="0"/>
                  </a:lnTo>
                  <a:lnTo>
                    <a:pt x="42446" y="23802"/>
                  </a:lnTo>
                  <a:lnTo>
                    <a:pt x="13459" y="4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0"/>
            <p:cNvSpPr/>
            <p:nvPr/>
          </p:nvSpPr>
          <p:spPr>
            <a:xfrm>
              <a:off x="5307823" y="4318784"/>
              <a:ext cx="71197" cy="53857"/>
            </a:xfrm>
            <a:custGeom>
              <a:avLst/>
              <a:pathLst>
                <a:path w="71197" h="53857">
                  <a:moveTo>
                    <a:pt x="10866" y="53857"/>
                  </a:moveTo>
                  <a:lnTo>
                    <a:pt x="0" y="34995"/>
                  </a:lnTo>
                  <a:lnTo>
                    <a:pt x="60963" y="0"/>
                  </a:lnTo>
                  <a:lnTo>
                    <a:pt x="71197" y="17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1"/>
            <p:cNvSpPr/>
            <p:nvPr/>
          </p:nvSpPr>
          <p:spPr>
            <a:xfrm>
              <a:off x="5317163" y="4261549"/>
              <a:ext cx="49365" cy="64860"/>
            </a:xfrm>
            <a:custGeom>
              <a:avLst/>
              <a:pathLst>
                <a:path w="49365" h="64860">
                  <a:moveTo>
                    <a:pt x="0" y="10555"/>
                  </a:moveTo>
                  <a:lnTo>
                    <a:pt x="18573" y="0"/>
                  </a:lnTo>
                  <a:lnTo>
                    <a:pt x="49365" y="54697"/>
                  </a:lnTo>
                  <a:lnTo>
                    <a:pt x="31666" y="64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2"/>
            <p:cNvSpPr/>
            <p:nvPr/>
          </p:nvSpPr>
          <p:spPr>
            <a:xfrm>
              <a:off x="5295982" y="4273652"/>
              <a:ext cx="44104" cy="55910"/>
            </a:xfrm>
            <a:custGeom>
              <a:avLst/>
              <a:pathLst>
                <a:path w="44104" h="55910">
                  <a:moveTo>
                    <a:pt x="0" y="10586"/>
                  </a:moveTo>
                  <a:lnTo>
                    <a:pt x="18533" y="0"/>
                  </a:lnTo>
                  <a:lnTo>
                    <a:pt x="44104" y="45747"/>
                  </a:lnTo>
                  <a:lnTo>
                    <a:pt x="26405" y="55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3"/>
            <p:cNvSpPr/>
            <p:nvPr/>
          </p:nvSpPr>
          <p:spPr>
            <a:xfrm>
              <a:off x="5274894" y="4285756"/>
              <a:ext cx="49916" cy="66154"/>
            </a:xfrm>
            <a:custGeom>
              <a:avLst/>
              <a:pathLst>
                <a:path w="49916" h="66154">
                  <a:moveTo>
                    <a:pt x="0" y="10736"/>
                  </a:moveTo>
                  <a:lnTo>
                    <a:pt x="18400" y="0"/>
                  </a:lnTo>
                  <a:lnTo>
                    <a:pt x="49916" y="55159"/>
                  </a:lnTo>
                  <a:lnTo>
                    <a:pt x="31765" y="6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4"/>
            <p:cNvSpPr/>
            <p:nvPr/>
          </p:nvSpPr>
          <p:spPr>
            <a:xfrm>
              <a:off x="5322884" y="4320201"/>
              <a:ext cx="22876" cy="18632"/>
            </a:xfrm>
            <a:custGeom>
              <a:avLst/>
              <a:pathLst>
                <a:path w="22876" h="18632">
                  <a:moveTo>
                    <a:pt x="14240" y="13026"/>
                  </a:moveTo>
                  <a:lnTo>
                    <a:pt x="4740" y="18632"/>
                  </a:lnTo>
                  <a:lnTo>
                    <a:pt x="2765" y="15232"/>
                  </a:lnTo>
                  <a:lnTo>
                    <a:pt x="0" y="10471"/>
                  </a:lnTo>
                  <a:lnTo>
                    <a:pt x="9649" y="4945"/>
                  </a:lnTo>
                  <a:lnTo>
                    <a:pt x="18286" y="0"/>
                  </a:lnTo>
                  <a:lnTo>
                    <a:pt x="20723" y="4210"/>
                  </a:lnTo>
                  <a:lnTo>
                    <a:pt x="22876" y="7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5"/>
            <p:cNvSpPr/>
            <p:nvPr/>
          </p:nvSpPr>
          <p:spPr>
            <a:xfrm>
              <a:off x="5367638" y="4340117"/>
              <a:ext cx="15576" cy="26640"/>
            </a:xfrm>
            <a:custGeom>
              <a:avLst/>
              <a:pathLst>
                <a:path w="15576" h="26640">
                  <a:moveTo>
                    <a:pt x="0" y="8238"/>
                  </a:moveTo>
                  <a:lnTo>
                    <a:pt x="13695" y="0"/>
                  </a:lnTo>
                  <a:lnTo>
                    <a:pt x="15576" y="3618"/>
                  </a:lnTo>
                  <a:lnTo>
                    <a:pt x="12040" y="25331"/>
                  </a:lnTo>
                  <a:lnTo>
                    <a:pt x="10760" y="26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6"/>
            <p:cNvSpPr/>
            <p:nvPr/>
          </p:nvSpPr>
          <p:spPr>
            <a:xfrm>
              <a:off x="5234237" y="4189983"/>
              <a:ext cx="70791" cy="55128"/>
            </a:xfrm>
            <a:custGeom>
              <a:avLst/>
              <a:pathLst>
                <a:path w="70791" h="55128">
                  <a:moveTo>
                    <a:pt x="70791" y="19659"/>
                  </a:moveTo>
                  <a:lnTo>
                    <a:pt x="11091" y="55128"/>
                  </a:lnTo>
                  <a:lnTo>
                    <a:pt x="0" y="35356"/>
                  </a:lnTo>
                  <a:lnTo>
                    <a:pt x="49208" y="5986"/>
                  </a:lnTo>
                  <a:lnTo>
                    <a:pt x="52788" y="3849"/>
                  </a:lnTo>
                  <a:lnTo>
                    <a:pt x="59237" y="0"/>
                  </a:lnTo>
                  <a:lnTo>
                    <a:pt x="67927" y="14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67"/>
            <p:cNvSpPr/>
            <p:nvPr/>
          </p:nvSpPr>
          <p:spPr>
            <a:xfrm>
              <a:off x="5321173" y="4348971"/>
              <a:ext cx="56322" cy="45229"/>
            </a:xfrm>
            <a:custGeom>
              <a:avLst/>
              <a:pathLst>
                <a:path w="56322" h="45229">
                  <a:moveTo>
                    <a:pt x="10339" y="45229"/>
                  </a:moveTo>
                  <a:lnTo>
                    <a:pt x="0" y="27267"/>
                  </a:lnTo>
                  <a:lnTo>
                    <a:pt x="45637" y="0"/>
                  </a:lnTo>
                  <a:lnTo>
                    <a:pt x="56322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68"/>
            <p:cNvSpPr/>
            <p:nvPr/>
          </p:nvSpPr>
          <p:spPr>
            <a:xfrm>
              <a:off x="5246608" y="4211670"/>
              <a:ext cx="70789" cy="55564"/>
            </a:xfrm>
            <a:custGeom>
              <a:avLst/>
              <a:pathLst>
                <a:path w="70789" h="55564">
                  <a:moveTo>
                    <a:pt x="0" y="35571"/>
                  </a:moveTo>
                  <a:lnTo>
                    <a:pt x="59598" y="0"/>
                  </a:lnTo>
                  <a:lnTo>
                    <a:pt x="70789" y="19744"/>
                  </a:lnTo>
                  <a:lnTo>
                    <a:pt x="11388" y="55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69"/>
            <p:cNvSpPr/>
            <p:nvPr/>
          </p:nvSpPr>
          <p:spPr>
            <a:xfrm>
              <a:off x="5333866" y="4028605"/>
              <a:ext cx="33247" cy="52533"/>
            </a:xfrm>
            <a:custGeom>
              <a:avLst/>
              <a:pathLst>
                <a:path w="33247" h="52533">
                  <a:moveTo>
                    <a:pt x="33247" y="46751"/>
                  </a:moveTo>
                  <a:lnTo>
                    <a:pt x="12553" y="52533"/>
                  </a:lnTo>
                  <a:lnTo>
                    <a:pt x="0" y="5519"/>
                  </a:lnTo>
                  <a:lnTo>
                    <a:pt x="201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0"/>
            <p:cNvSpPr/>
            <p:nvPr/>
          </p:nvSpPr>
          <p:spPr>
            <a:xfrm>
              <a:off x="5436083" y="4448690"/>
              <a:ext cx="19505" cy="23699"/>
            </a:xfrm>
            <a:custGeom>
              <a:avLst/>
              <a:pathLst>
                <a:path w="19505" h="23699">
                  <a:moveTo>
                    <a:pt x="15379" y="21214"/>
                  </a:moveTo>
                  <a:lnTo>
                    <a:pt x="11287" y="23699"/>
                  </a:lnTo>
                  <a:lnTo>
                    <a:pt x="0" y="4896"/>
                  </a:lnTo>
                  <a:lnTo>
                    <a:pt x="3724" y="2748"/>
                  </a:lnTo>
                  <a:lnTo>
                    <a:pt x="8488" y="0"/>
                  </a:lnTo>
                  <a:lnTo>
                    <a:pt x="14061" y="9464"/>
                  </a:lnTo>
                  <a:lnTo>
                    <a:pt x="19505" y="18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1"/>
            <p:cNvSpPr/>
            <p:nvPr/>
          </p:nvSpPr>
          <p:spPr>
            <a:xfrm>
              <a:off x="5210098" y="4158784"/>
              <a:ext cx="54305" cy="43960"/>
            </a:xfrm>
            <a:custGeom>
              <a:avLst/>
              <a:pathLst>
                <a:path w="54305" h="43960">
                  <a:moveTo>
                    <a:pt x="0" y="25912"/>
                  </a:moveTo>
                  <a:lnTo>
                    <a:pt x="43731" y="0"/>
                  </a:lnTo>
                  <a:lnTo>
                    <a:pt x="54305" y="17781"/>
                  </a:lnTo>
                  <a:lnTo>
                    <a:pt x="10584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2"/>
            <p:cNvSpPr/>
            <p:nvPr/>
          </p:nvSpPr>
          <p:spPr>
            <a:xfrm>
              <a:off x="5347350" y="4394082"/>
              <a:ext cx="55826" cy="45057"/>
            </a:xfrm>
            <a:custGeom>
              <a:avLst/>
              <a:pathLst>
                <a:path w="55826" h="45057">
                  <a:moveTo>
                    <a:pt x="10685" y="45057"/>
                  </a:moveTo>
                  <a:lnTo>
                    <a:pt x="0" y="26578"/>
                  </a:lnTo>
                  <a:lnTo>
                    <a:pt x="45331" y="0"/>
                  </a:lnTo>
                  <a:lnTo>
                    <a:pt x="55826" y="18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3"/>
            <p:cNvSpPr/>
            <p:nvPr/>
          </p:nvSpPr>
          <p:spPr>
            <a:xfrm>
              <a:off x="5227706" y="3937169"/>
              <a:ext cx="52284" cy="33908"/>
            </a:xfrm>
            <a:custGeom>
              <a:avLst/>
              <a:pathLst>
                <a:path w="52284" h="33908">
                  <a:moveTo>
                    <a:pt x="52284" y="20326"/>
                  </a:moveTo>
                  <a:lnTo>
                    <a:pt x="5056" y="33908"/>
                  </a:lnTo>
                  <a:lnTo>
                    <a:pt x="0" y="13674"/>
                  </a:lnTo>
                  <a:lnTo>
                    <a:pt x="468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4"/>
            <p:cNvSpPr/>
            <p:nvPr/>
          </p:nvSpPr>
          <p:spPr>
            <a:xfrm>
              <a:off x="5111101" y="4004842"/>
              <a:ext cx="63752" cy="88523"/>
            </a:xfrm>
            <a:custGeom>
              <a:avLst/>
              <a:pathLst>
                <a:path w="63752" h="88523">
                  <a:moveTo>
                    <a:pt x="0" y="10510"/>
                  </a:moveTo>
                  <a:lnTo>
                    <a:pt x="17789" y="0"/>
                  </a:lnTo>
                  <a:lnTo>
                    <a:pt x="63752" y="78350"/>
                  </a:lnTo>
                  <a:lnTo>
                    <a:pt x="45723" y="8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5"/>
            <p:cNvSpPr/>
            <p:nvPr/>
          </p:nvSpPr>
          <p:spPr>
            <a:xfrm>
              <a:off x="5225053" y="4015182"/>
              <a:ext cx="76728" cy="60702"/>
            </a:xfrm>
            <a:custGeom>
              <a:avLst/>
              <a:pathLst>
                <a:path w="76728" h="60702">
                  <a:moveTo>
                    <a:pt x="0" y="42672"/>
                  </a:moveTo>
                  <a:lnTo>
                    <a:pt x="70949" y="0"/>
                  </a:lnTo>
                  <a:lnTo>
                    <a:pt x="76728" y="21712"/>
                  </a:lnTo>
                  <a:lnTo>
                    <a:pt x="10267" y="6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6"/>
            <p:cNvSpPr/>
            <p:nvPr/>
          </p:nvSpPr>
          <p:spPr>
            <a:xfrm>
              <a:off x="5333936" y="4370518"/>
              <a:ext cx="55713" cy="44949"/>
            </a:xfrm>
            <a:custGeom>
              <a:avLst/>
              <a:pathLst>
                <a:path w="55713" h="44949">
                  <a:moveTo>
                    <a:pt x="10364" y="44949"/>
                  </a:moveTo>
                  <a:lnTo>
                    <a:pt x="0" y="26552"/>
                  </a:lnTo>
                  <a:lnTo>
                    <a:pt x="45140" y="0"/>
                  </a:lnTo>
                  <a:lnTo>
                    <a:pt x="55713" y="1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77"/>
            <p:cNvSpPr/>
            <p:nvPr/>
          </p:nvSpPr>
          <p:spPr>
            <a:xfrm>
              <a:off x="5282491" y="3930080"/>
              <a:ext cx="45903" cy="103755"/>
            </a:xfrm>
            <a:custGeom>
              <a:avLst/>
              <a:pathLst>
                <a:path w="45903" h="103755">
                  <a:moveTo>
                    <a:pt x="25627" y="103755"/>
                  </a:moveTo>
                  <a:lnTo>
                    <a:pt x="0" y="5158"/>
                  </a:lnTo>
                  <a:lnTo>
                    <a:pt x="19264" y="0"/>
                  </a:lnTo>
                  <a:lnTo>
                    <a:pt x="45903" y="9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78"/>
            <p:cNvSpPr/>
            <p:nvPr/>
          </p:nvSpPr>
          <p:spPr>
            <a:xfrm>
              <a:off x="5158653" y="4061281"/>
              <a:ext cx="70779" cy="53958"/>
            </a:xfrm>
            <a:custGeom>
              <a:avLst/>
              <a:pathLst>
                <a:path w="70779" h="53958">
                  <a:moveTo>
                    <a:pt x="10548" y="53958"/>
                  </a:moveTo>
                  <a:lnTo>
                    <a:pt x="0" y="35531"/>
                  </a:lnTo>
                  <a:lnTo>
                    <a:pt x="59943" y="0"/>
                  </a:lnTo>
                  <a:lnTo>
                    <a:pt x="70779" y="18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79"/>
            <p:cNvSpPr/>
            <p:nvPr/>
          </p:nvSpPr>
          <p:spPr>
            <a:xfrm>
              <a:off x="5251303" y="4068096"/>
              <a:ext cx="64910" cy="53034"/>
            </a:xfrm>
            <a:custGeom>
              <a:avLst/>
              <a:pathLst>
                <a:path w="64910" h="53034">
                  <a:moveTo>
                    <a:pt x="64910" y="21250"/>
                  </a:moveTo>
                  <a:lnTo>
                    <a:pt x="10188" y="53034"/>
                  </a:lnTo>
                  <a:lnTo>
                    <a:pt x="0" y="34834"/>
                  </a:lnTo>
                  <a:lnTo>
                    <a:pt x="54647" y="2739"/>
                  </a:lnTo>
                  <a:lnTo>
                    <a:pt x="593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0"/>
            <p:cNvSpPr/>
            <p:nvPr/>
          </p:nvSpPr>
          <p:spPr>
            <a:xfrm>
              <a:off x="5347005" y="4077751"/>
              <a:ext cx="35820" cy="62920"/>
            </a:xfrm>
            <a:custGeom>
              <a:avLst/>
              <a:pathLst>
                <a:path w="35820" h="62920">
                  <a:moveTo>
                    <a:pt x="0" y="5487"/>
                  </a:moveTo>
                  <a:lnTo>
                    <a:pt x="20830" y="0"/>
                  </a:lnTo>
                  <a:lnTo>
                    <a:pt x="35820" y="57376"/>
                  </a:lnTo>
                  <a:lnTo>
                    <a:pt x="15773" y="62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1"/>
            <p:cNvSpPr/>
            <p:nvPr/>
          </p:nvSpPr>
          <p:spPr>
            <a:xfrm>
              <a:off x="5305125" y="3923382"/>
              <a:ext cx="47575" cy="104328"/>
            </a:xfrm>
            <a:custGeom>
              <a:avLst/>
              <a:pathLst>
                <a:path w="47575" h="104328">
                  <a:moveTo>
                    <a:pt x="26805" y="104328"/>
                  </a:moveTo>
                  <a:lnTo>
                    <a:pt x="0" y="5769"/>
                  </a:lnTo>
                  <a:lnTo>
                    <a:pt x="20514" y="0"/>
                  </a:lnTo>
                  <a:lnTo>
                    <a:pt x="47575" y="9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2"/>
            <p:cNvSpPr/>
            <p:nvPr/>
          </p:nvSpPr>
          <p:spPr>
            <a:xfrm>
              <a:off x="5384549" y="4454049"/>
              <a:ext cx="61918" cy="49615"/>
            </a:xfrm>
            <a:custGeom>
              <a:avLst/>
              <a:pathLst>
                <a:path w="61918" h="49615">
                  <a:moveTo>
                    <a:pt x="0" y="31021"/>
                  </a:moveTo>
                  <a:lnTo>
                    <a:pt x="50721" y="0"/>
                  </a:lnTo>
                  <a:lnTo>
                    <a:pt x="61918" y="18940"/>
                  </a:lnTo>
                  <a:lnTo>
                    <a:pt x="10093" y="49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3"/>
            <p:cNvSpPr/>
            <p:nvPr/>
          </p:nvSpPr>
          <p:spPr>
            <a:xfrm>
              <a:off x="5396276" y="4469948"/>
              <a:ext cx="71285" cy="54597"/>
            </a:xfrm>
            <a:custGeom>
              <a:avLst/>
              <a:pathLst>
                <a:path w="71285" h="54597">
                  <a:moveTo>
                    <a:pt x="11061" y="54597"/>
                  </a:moveTo>
                  <a:lnTo>
                    <a:pt x="0" y="36118"/>
                  </a:lnTo>
                  <a:lnTo>
                    <a:pt x="60810" y="0"/>
                  </a:lnTo>
                  <a:lnTo>
                    <a:pt x="71285" y="19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4"/>
            <p:cNvSpPr/>
            <p:nvPr/>
          </p:nvSpPr>
          <p:spPr>
            <a:xfrm>
              <a:off x="5360544" y="4416004"/>
              <a:ext cx="55411" cy="44533"/>
            </a:xfrm>
            <a:custGeom>
              <a:avLst/>
              <a:pathLst>
                <a:path w="55411" h="44533">
                  <a:moveTo>
                    <a:pt x="55411" y="17924"/>
                  </a:moveTo>
                  <a:lnTo>
                    <a:pt x="9719" y="44533"/>
                  </a:lnTo>
                  <a:lnTo>
                    <a:pt x="0" y="26778"/>
                  </a:lnTo>
                  <a:lnTo>
                    <a:pt x="448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5"/>
            <p:cNvSpPr/>
            <p:nvPr/>
          </p:nvSpPr>
          <p:spPr>
            <a:xfrm>
              <a:off x="5263435" y="4091995"/>
              <a:ext cx="59190" cy="50200"/>
            </a:xfrm>
            <a:custGeom>
              <a:avLst/>
              <a:pathLst>
                <a:path w="59190" h="50200">
                  <a:moveTo>
                    <a:pt x="59190" y="21835"/>
                  </a:moveTo>
                  <a:lnTo>
                    <a:pt x="10246" y="50200"/>
                  </a:lnTo>
                  <a:lnTo>
                    <a:pt x="0" y="32057"/>
                  </a:lnTo>
                  <a:lnTo>
                    <a:pt x="47945" y="3304"/>
                  </a:lnTo>
                  <a:lnTo>
                    <a:pt x="534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6"/>
            <p:cNvSpPr/>
            <p:nvPr/>
          </p:nvSpPr>
          <p:spPr>
            <a:xfrm>
              <a:off x="5323156" y="4084311"/>
              <a:ext cx="36011" cy="63105"/>
            </a:xfrm>
            <a:custGeom>
              <a:avLst/>
              <a:pathLst>
                <a:path w="36011" h="63105">
                  <a:moveTo>
                    <a:pt x="0" y="5319"/>
                  </a:moveTo>
                  <a:lnTo>
                    <a:pt x="20841" y="0"/>
                  </a:lnTo>
                  <a:lnTo>
                    <a:pt x="36011" y="57838"/>
                  </a:lnTo>
                  <a:lnTo>
                    <a:pt x="15964" y="63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87"/>
            <p:cNvSpPr/>
            <p:nvPr/>
          </p:nvSpPr>
          <p:spPr>
            <a:xfrm>
              <a:off x="5172978" y="4085388"/>
              <a:ext cx="70016" cy="53769"/>
            </a:xfrm>
            <a:custGeom>
              <a:avLst/>
              <a:pathLst>
                <a:path w="70016" h="53769">
                  <a:moveTo>
                    <a:pt x="10500" y="53769"/>
                  </a:moveTo>
                  <a:lnTo>
                    <a:pt x="0" y="35567"/>
                  </a:lnTo>
                  <a:lnTo>
                    <a:pt x="59902" y="0"/>
                  </a:lnTo>
                  <a:lnTo>
                    <a:pt x="7001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88"/>
            <p:cNvSpPr/>
            <p:nvPr/>
          </p:nvSpPr>
          <p:spPr>
            <a:xfrm>
              <a:off x="5372320" y="4427861"/>
              <a:ext cx="70834" cy="53773"/>
            </a:xfrm>
            <a:custGeom>
              <a:avLst/>
              <a:pathLst>
                <a:path w="70834" h="53773">
                  <a:moveTo>
                    <a:pt x="0" y="35770"/>
                  </a:moveTo>
                  <a:lnTo>
                    <a:pt x="60720" y="0"/>
                  </a:lnTo>
                  <a:lnTo>
                    <a:pt x="70834" y="18201"/>
                  </a:lnTo>
                  <a:lnTo>
                    <a:pt x="10151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89"/>
            <p:cNvSpPr/>
            <p:nvPr/>
          </p:nvSpPr>
          <p:spPr>
            <a:xfrm>
              <a:off x="5198132" y="3951936"/>
              <a:ext cx="35208" cy="42315"/>
            </a:xfrm>
            <a:custGeom>
              <a:avLst/>
              <a:pathLst>
                <a:path w="35208" h="42315">
                  <a:moveTo>
                    <a:pt x="0" y="11810"/>
                  </a:moveTo>
                  <a:lnTo>
                    <a:pt x="16189" y="3027"/>
                  </a:lnTo>
                  <a:lnTo>
                    <a:pt x="27030" y="0"/>
                  </a:lnTo>
                  <a:lnTo>
                    <a:pt x="35208" y="32768"/>
                  </a:lnTo>
                  <a:lnTo>
                    <a:pt x="18291" y="4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0"/>
            <p:cNvSpPr/>
            <p:nvPr/>
          </p:nvSpPr>
          <p:spPr>
            <a:xfrm>
              <a:off x="5257430" y="4149139"/>
              <a:ext cx="22998" cy="25617"/>
            </a:xfrm>
            <a:custGeom>
              <a:avLst/>
              <a:pathLst>
                <a:path w="22998" h="25617">
                  <a:moveTo>
                    <a:pt x="14402" y="23363"/>
                  </a:moveTo>
                  <a:lnTo>
                    <a:pt x="10629" y="25617"/>
                  </a:lnTo>
                  <a:lnTo>
                    <a:pt x="0" y="7584"/>
                  </a:lnTo>
                  <a:lnTo>
                    <a:pt x="3841" y="5202"/>
                  </a:lnTo>
                  <a:lnTo>
                    <a:pt x="12230" y="0"/>
                  </a:lnTo>
                  <a:lnTo>
                    <a:pt x="14905" y="4527"/>
                  </a:lnTo>
                  <a:lnTo>
                    <a:pt x="20690" y="14320"/>
                  </a:lnTo>
                  <a:lnTo>
                    <a:pt x="22998" y="18226"/>
                  </a:lnTo>
                  <a:lnTo>
                    <a:pt x="18836" y="20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1"/>
            <p:cNvSpPr/>
            <p:nvPr/>
          </p:nvSpPr>
          <p:spPr>
            <a:xfrm>
              <a:off x="5173654" y="4063037"/>
              <a:ext cx="22364" cy="18447"/>
            </a:xfrm>
            <a:custGeom>
              <a:avLst/>
              <a:pathLst>
                <a:path w="22364" h="18447">
                  <a:moveTo>
                    <a:pt x="8464" y="16314"/>
                  </a:moveTo>
                  <a:lnTo>
                    <a:pt x="4846" y="18447"/>
                  </a:lnTo>
                  <a:lnTo>
                    <a:pt x="0" y="10348"/>
                  </a:lnTo>
                  <a:lnTo>
                    <a:pt x="3592" y="8240"/>
                  </a:lnTo>
                  <a:lnTo>
                    <a:pt x="17638" y="0"/>
                  </a:lnTo>
                  <a:lnTo>
                    <a:pt x="22364" y="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2"/>
            <p:cNvSpPr/>
            <p:nvPr/>
          </p:nvSpPr>
          <p:spPr>
            <a:xfrm>
              <a:off x="5294813" y="4158812"/>
              <a:ext cx="43406" cy="41546"/>
            </a:xfrm>
            <a:custGeom>
              <a:avLst/>
              <a:pathLst>
                <a:path w="43406" h="41546">
                  <a:moveTo>
                    <a:pt x="29610" y="32469"/>
                  </a:moveTo>
                  <a:lnTo>
                    <a:pt x="14509" y="41546"/>
                  </a:lnTo>
                  <a:lnTo>
                    <a:pt x="6974" y="28673"/>
                  </a:lnTo>
                  <a:lnTo>
                    <a:pt x="0" y="16757"/>
                  </a:lnTo>
                  <a:lnTo>
                    <a:pt x="15138" y="8024"/>
                  </a:lnTo>
                  <a:lnTo>
                    <a:pt x="29048" y="0"/>
                  </a:lnTo>
                  <a:lnTo>
                    <a:pt x="36522" y="12585"/>
                  </a:lnTo>
                  <a:lnTo>
                    <a:pt x="43406" y="24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3"/>
            <p:cNvSpPr/>
            <p:nvPr/>
          </p:nvSpPr>
          <p:spPr>
            <a:xfrm>
              <a:off x="5176944" y="3965318"/>
              <a:ext cx="39338" cy="47074"/>
            </a:xfrm>
            <a:custGeom>
              <a:avLst/>
              <a:pathLst>
                <a:path w="39338" h="47074">
                  <a:moveTo>
                    <a:pt x="0" y="10369"/>
                  </a:moveTo>
                  <a:lnTo>
                    <a:pt x="18027" y="0"/>
                  </a:lnTo>
                  <a:lnTo>
                    <a:pt x="39338" y="36772"/>
                  </a:lnTo>
                  <a:lnTo>
                    <a:pt x="21654" y="47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4"/>
            <p:cNvSpPr/>
            <p:nvPr/>
          </p:nvSpPr>
          <p:spPr>
            <a:xfrm>
              <a:off x="5310134" y="4035262"/>
              <a:ext cx="33321" cy="52105"/>
            </a:xfrm>
            <a:custGeom>
              <a:avLst/>
              <a:pathLst>
                <a:path w="33321" h="52105">
                  <a:moveTo>
                    <a:pt x="33321" y="46654"/>
                  </a:moveTo>
                  <a:lnTo>
                    <a:pt x="12371" y="52105"/>
                  </a:lnTo>
                  <a:lnTo>
                    <a:pt x="0" y="5169"/>
                  </a:lnTo>
                  <a:lnTo>
                    <a:pt x="201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5"/>
            <p:cNvSpPr/>
            <p:nvPr/>
          </p:nvSpPr>
          <p:spPr>
            <a:xfrm>
              <a:off x="5239224" y="4044073"/>
              <a:ext cx="70292" cy="55359"/>
            </a:xfrm>
            <a:custGeom>
              <a:avLst/>
              <a:pathLst>
                <a:path w="70292" h="55359">
                  <a:moveTo>
                    <a:pt x="70292" y="20788"/>
                  </a:moveTo>
                  <a:lnTo>
                    <a:pt x="10317" y="55359"/>
                  </a:lnTo>
                  <a:lnTo>
                    <a:pt x="0" y="37430"/>
                  </a:lnTo>
                  <a:lnTo>
                    <a:pt x="59936" y="2525"/>
                  </a:lnTo>
                  <a:lnTo>
                    <a:pt x="642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6"/>
            <p:cNvSpPr/>
            <p:nvPr/>
          </p:nvSpPr>
          <p:spPr>
            <a:xfrm>
              <a:off x="5277943" y="4128707"/>
              <a:ext cx="44062" cy="43733"/>
            </a:xfrm>
            <a:custGeom>
              <a:avLst/>
              <a:pathLst>
                <a:path w="44062" h="43733">
                  <a:moveTo>
                    <a:pt x="0" y="16708"/>
                  </a:moveTo>
                  <a:lnTo>
                    <a:pt x="28259" y="0"/>
                  </a:lnTo>
                  <a:lnTo>
                    <a:pt x="44062" y="27102"/>
                  </a:lnTo>
                  <a:lnTo>
                    <a:pt x="14563" y="43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1997"/>
            <p:cNvSpPr/>
            <p:nvPr/>
          </p:nvSpPr>
          <p:spPr>
            <a:xfrm>
              <a:off x="5197715" y="4128021"/>
              <a:ext cx="69469" cy="52847"/>
            </a:xfrm>
            <a:custGeom>
              <a:avLst/>
              <a:pathLst>
                <a:path w="69469" h="52847">
                  <a:moveTo>
                    <a:pt x="10129" y="52847"/>
                  </a:moveTo>
                  <a:lnTo>
                    <a:pt x="0" y="35783"/>
                  </a:lnTo>
                  <a:lnTo>
                    <a:pt x="59460" y="0"/>
                  </a:lnTo>
                  <a:lnTo>
                    <a:pt x="69469" y="17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1998"/>
            <p:cNvSpPr/>
            <p:nvPr/>
          </p:nvSpPr>
          <p:spPr>
            <a:xfrm>
              <a:off x="5330368" y="4143270"/>
              <a:ext cx="62428" cy="64064"/>
            </a:xfrm>
            <a:custGeom>
              <a:avLst/>
              <a:pathLst>
                <a:path w="62428" h="64064">
                  <a:moveTo>
                    <a:pt x="0" y="19094"/>
                  </a:moveTo>
                  <a:lnTo>
                    <a:pt x="9391" y="13058"/>
                  </a:lnTo>
                  <a:lnTo>
                    <a:pt x="53879" y="0"/>
                  </a:lnTo>
                  <a:lnTo>
                    <a:pt x="60772" y="24391"/>
                  </a:lnTo>
                  <a:lnTo>
                    <a:pt x="62428" y="32476"/>
                  </a:lnTo>
                  <a:lnTo>
                    <a:pt x="62428" y="36403"/>
                  </a:lnTo>
                  <a:lnTo>
                    <a:pt x="61414" y="40427"/>
                  </a:lnTo>
                  <a:lnTo>
                    <a:pt x="58515" y="43871"/>
                  </a:lnTo>
                  <a:lnTo>
                    <a:pt x="47227" y="51340"/>
                  </a:lnTo>
                  <a:lnTo>
                    <a:pt x="26152" y="64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1999"/>
            <p:cNvSpPr/>
            <p:nvPr/>
          </p:nvSpPr>
          <p:spPr>
            <a:xfrm>
              <a:off x="5185420" y="4106758"/>
              <a:ext cx="69584" cy="54208"/>
            </a:xfrm>
            <a:custGeom>
              <a:avLst/>
              <a:pathLst>
                <a:path w="69584" h="54208">
                  <a:moveTo>
                    <a:pt x="10617" y="54208"/>
                  </a:moveTo>
                  <a:lnTo>
                    <a:pt x="0" y="35869"/>
                  </a:lnTo>
                  <a:lnTo>
                    <a:pt x="59539" y="0"/>
                  </a:lnTo>
                  <a:lnTo>
                    <a:pt x="69584" y="1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0"/>
            <p:cNvSpPr/>
            <p:nvPr/>
          </p:nvSpPr>
          <p:spPr>
            <a:xfrm>
              <a:off x="5222760" y="4169467"/>
              <a:ext cx="69983" cy="54219"/>
            </a:xfrm>
            <a:custGeom>
              <a:avLst/>
              <a:pathLst>
                <a:path w="69983" h="54219">
                  <a:moveTo>
                    <a:pt x="0" y="36203"/>
                  </a:moveTo>
                  <a:lnTo>
                    <a:pt x="59041" y="0"/>
                  </a:lnTo>
                  <a:lnTo>
                    <a:pt x="69983" y="18894"/>
                  </a:lnTo>
                  <a:lnTo>
                    <a:pt x="10610" y="54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1"/>
            <p:cNvSpPr/>
            <p:nvPr/>
          </p:nvSpPr>
          <p:spPr>
            <a:xfrm>
              <a:off x="5200646" y="3980525"/>
              <a:ext cx="69712" cy="53680"/>
            </a:xfrm>
            <a:custGeom>
              <a:avLst/>
              <a:pathLst>
                <a:path w="69712" h="53680">
                  <a:moveTo>
                    <a:pt x="0" y="35202"/>
                  </a:moveTo>
                  <a:lnTo>
                    <a:pt x="59598" y="0"/>
                  </a:lnTo>
                  <a:lnTo>
                    <a:pt x="69712" y="17739"/>
                  </a:lnTo>
                  <a:lnTo>
                    <a:pt x="10294" y="5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2"/>
            <p:cNvSpPr/>
            <p:nvPr/>
          </p:nvSpPr>
          <p:spPr>
            <a:xfrm>
              <a:off x="5152833" y="3979619"/>
              <a:ext cx="64191" cy="89806"/>
            </a:xfrm>
            <a:custGeom>
              <a:avLst/>
              <a:pathLst>
                <a:path w="64191" h="89806">
                  <a:moveTo>
                    <a:pt x="0" y="10803"/>
                  </a:moveTo>
                  <a:lnTo>
                    <a:pt x="18318" y="0"/>
                  </a:lnTo>
                  <a:lnTo>
                    <a:pt x="64191" y="79643"/>
                  </a:lnTo>
                  <a:lnTo>
                    <a:pt x="47034" y="8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3"/>
            <p:cNvSpPr/>
            <p:nvPr/>
          </p:nvSpPr>
          <p:spPr>
            <a:xfrm>
              <a:off x="5132149" y="3992134"/>
              <a:ext cx="58597" cy="80433"/>
            </a:xfrm>
            <a:custGeom>
              <a:avLst/>
              <a:pathLst>
                <a:path w="58597" h="80433">
                  <a:moveTo>
                    <a:pt x="0" y="10779"/>
                  </a:moveTo>
                  <a:lnTo>
                    <a:pt x="18060" y="0"/>
                  </a:lnTo>
                  <a:lnTo>
                    <a:pt x="58597" y="70085"/>
                  </a:lnTo>
                  <a:lnTo>
                    <a:pt x="40898" y="8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4"/>
            <p:cNvSpPr/>
            <p:nvPr/>
          </p:nvSpPr>
          <p:spPr>
            <a:xfrm>
              <a:off x="5212778" y="3991113"/>
              <a:ext cx="82404" cy="64059"/>
            </a:xfrm>
            <a:custGeom>
              <a:avLst/>
              <a:pathLst>
                <a:path w="82404" h="64059">
                  <a:moveTo>
                    <a:pt x="0" y="46256"/>
                  </a:moveTo>
                  <a:lnTo>
                    <a:pt x="76903" y="0"/>
                  </a:lnTo>
                  <a:lnTo>
                    <a:pt x="82404" y="21558"/>
                  </a:lnTo>
                  <a:lnTo>
                    <a:pt x="10073" y="64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5"/>
            <p:cNvSpPr/>
            <p:nvPr/>
          </p:nvSpPr>
          <p:spPr>
            <a:xfrm>
              <a:off x="5409410" y="4421317"/>
              <a:ext cx="19866" cy="12103"/>
            </a:xfrm>
            <a:custGeom>
              <a:avLst/>
              <a:pathLst>
                <a:path w="19866" h="12103">
                  <a:moveTo>
                    <a:pt x="7088" y="12103"/>
                  </a:moveTo>
                  <a:lnTo>
                    <a:pt x="0" y="0"/>
                  </a:lnTo>
                  <a:lnTo>
                    <a:pt x="19866" y="4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6"/>
            <p:cNvSpPr/>
            <p:nvPr/>
          </p:nvSpPr>
          <p:spPr>
            <a:xfrm>
              <a:off x="5233049" y="3958881"/>
              <a:ext cx="48913" cy="30998"/>
            </a:xfrm>
            <a:custGeom>
              <a:avLst/>
              <a:pathLst>
                <a:path w="48913" h="30998">
                  <a:moveTo>
                    <a:pt x="24008" y="19658"/>
                  </a:moveTo>
                  <a:lnTo>
                    <a:pt x="4364" y="30998"/>
                  </a:lnTo>
                  <a:lnTo>
                    <a:pt x="1539" y="19834"/>
                  </a:lnTo>
                  <a:lnTo>
                    <a:pt x="0" y="13751"/>
                  </a:lnTo>
                  <a:lnTo>
                    <a:pt x="29280" y="5255"/>
                  </a:lnTo>
                  <a:lnTo>
                    <a:pt x="47393" y="0"/>
                  </a:lnTo>
                  <a:lnTo>
                    <a:pt x="48913" y="5281"/>
                  </a:lnTo>
                  <a:lnTo>
                    <a:pt x="32593" y="14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07"/>
            <p:cNvSpPr/>
            <p:nvPr/>
          </p:nvSpPr>
          <p:spPr>
            <a:xfrm>
              <a:off x="5260968" y="3967128"/>
              <a:ext cx="27487" cy="30576"/>
            </a:xfrm>
            <a:custGeom>
              <a:avLst/>
              <a:pathLst>
                <a:path w="27487" h="30576">
                  <a:moveTo>
                    <a:pt x="15691" y="27439"/>
                  </a:moveTo>
                  <a:lnTo>
                    <a:pt x="10210" y="30576"/>
                  </a:lnTo>
                  <a:lnTo>
                    <a:pt x="8295" y="27250"/>
                  </a:lnTo>
                  <a:lnTo>
                    <a:pt x="5006" y="21538"/>
                  </a:lnTo>
                  <a:lnTo>
                    <a:pt x="0" y="12842"/>
                  </a:lnTo>
                  <a:lnTo>
                    <a:pt x="5535" y="9562"/>
                  </a:lnTo>
                  <a:lnTo>
                    <a:pt x="10092" y="6862"/>
                  </a:lnTo>
                  <a:lnTo>
                    <a:pt x="19161" y="1487"/>
                  </a:lnTo>
                  <a:lnTo>
                    <a:pt x="21672" y="0"/>
                  </a:lnTo>
                  <a:lnTo>
                    <a:pt x="23243" y="5589"/>
                  </a:lnTo>
                  <a:lnTo>
                    <a:pt x="24656" y="10617"/>
                  </a:lnTo>
                  <a:lnTo>
                    <a:pt x="27487" y="20690"/>
                  </a:lnTo>
                  <a:lnTo>
                    <a:pt x="25275" y="21955"/>
                  </a:lnTo>
                  <a:lnTo>
                    <a:pt x="21347" y="24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08"/>
            <p:cNvSpPr/>
            <p:nvPr/>
          </p:nvSpPr>
          <p:spPr>
            <a:xfrm>
              <a:off x="5309100" y="4118004"/>
              <a:ext cx="21785" cy="36187"/>
            </a:xfrm>
            <a:custGeom>
              <a:avLst/>
              <a:pathLst>
                <a:path w="21785" h="36187">
                  <a:moveTo>
                    <a:pt x="15765" y="36187"/>
                  </a:moveTo>
                  <a:lnTo>
                    <a:pt x="0" y="8729"/>
                  </a:lnTo>
                  <a:lnTo>
                    <a:pt x="14787" y="0"/>
                  </a:lnTo>
                  <a:lnTo>
                    <a:pt x="21785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09"/>
            <p:cNvSpPr/>
            <p:nvPr/>
          </p:nvSpPr>
          <p:spPr>
            <a:xfrm>
              <a:off x="5410649" y="4495057"/>
              <a:ext cx="70337" cy="52931"/>
            </a:xfrm>
            <a:custGeom>
              <a:avLst/>
              <a:pathLst>
                <a:path w="70337" h="52931">
                  <a:moveTo>
                    <a:pt x="0" y="34801"/>
                  </a:moveTo>
                  <a:lnTo>
                    <a:pt x="60200" y="0"/>
                  </a:lnTo>
                  <a:lnTo>
                    <a:pt x="70337" y="18786"/>
                  </a:lnTo>
                  <a:lnTo>
                    <a:pt x="10472" y="5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0"/>
            <p:cNvSpPr/>
            <p:nvPr/>
          </p:nvSpPr>
          <p:spPr>
            <a:xfrm>
              <a:off x="5523776" y="4498812"/>
              <a:ext cx="49140" cy="40124"/>
            </a:xfrm>
            <a:custGeom>
              <a:avLst/>
              <a:pathLst>
                <a:path w="49140" h="40124">
                  <a:moveTo>
                    <a:pt x="9529" y="40124"/>
                  </a:moveTo>
                  <a:lnTo>
                    <a:pt x="0" y="22937"/>
                  </a:lnTo>
                  <a:lnTo>
                    <a:pt x="39147" y="0"/>
                  </a:lnTo>
                  <a:lnTo>
                    <a:pt x="49140" y="17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1"/>
            <p:cNvSpPr/>
            <p:nvPr/>
          </p:nvSpPr>
          <p:spPr>
            <a:xfrm>
              <a:off x="5634044" y="4497959"/>
              <a:ext cx="15441" cy="28919"/>
            </a:xfrm>
            <a:custGeom>
              <a:avLst/>
              <a:pathLst>
                <a:path w="15441" h="28919">
                  <a:moveTo>
                    <a:pt x="0" y="9886"/>
                  </a:moveTo>
                  <a:lnTo>
                    <a:pt x="15441" y="0"/>
                  </a:lnTo>
                  <a:lnTo>
                    <a:pt x="14177" y="8685"/>
                  </a:lnTo>
                  <a:lnTo>
                    <a:pt x="13906" y="13674"/>
                  </a:lnTo>
                  <a:lnTo>
                    <a:pt x="13184" y="19679"/>
                  </a:lnTo>
                  <a:lnTo>
                    <a:pt x="13003" y="27163"/>
                  </a:lnTo>
                  <a:lnTo>
                    <a:pt x="9933" y="28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2"/>
            <p:cNvSpPr/>
            <p:nvPr/>
          </p:nvSpPr>
          <p:spPr>
            <a:xfrm>
              <a:off x="5597346" y="4637981"/>
              <a:ext cx="51441" cy="71297"/>
            </a:xfrm>
            <a:custGeom>
              <a:avLst/>
              <a:pathLst>
                <a:path w="51441" h="71297">
                  <a:moveTo>
                    <a:pt x="34886" y="71297"/>
                  </a:moveTo>
                  <a:lnTo>
                    <a:pt x="0" y="10369"/>
                  </a:lnTo>
                  <a:lnTo>
                    <a:pt x="17758" y="0"/>
                  </a:lnTo>
                  <a:lnTo>
                    <a:pt x="51441" y="57053"/>
                  </a:lnTo>
                  <a:lnTo>
                    <a:pt x="50011" y="59517"/>
                  </a:lnTo>
                  <a:lnTo>
                    <a:pt x="47076" y="62519"/>
                  </a:lnTo>
                  <a:lnTo>
                    <a:pt x="44443" y="65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3"/>
            <p:cNvSpPr/>
            <p:nvPr/>
          </p:nvSpPr>
          <p:spPr>
            <a:xfrm>
              <a:off x="5498163" y="4643011"/>
              <a:ext cx="69986" cy="53286"/>
            </a:xfrm>
            <a:custGeom>
              <a:avLst/>
              <a:pathLst>
                <a:path w="69986" h="53286">
                  <a:moveTo>
                    <a:pt x="10071" y="53286"/>
                  </a:moveTo>
                  <a:lnTo>
                    <a:pt x="0" y="35502"/>
                  </a:lnTo>
                  <a:lnTo>
                    <a:pt x="59434" y="0"/>
                  </a:lnTo>
                  <a:lnTo>
                    <a:pt x="69986" y="186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4"/>
            <p:cNvSpPr/>
            <p:nvPr/>
          </p:nvSpPr>
          <p:spPr>
            <a:xfrm>
              <a:off x="5642048" y="4661365"/>
              <a:ext cx="24183" cy="31035"/>
            </a:xfrm>
            <a:custGeom>
              <a:avLst/>
              <a:pathLst>
                <a:path w="24183" h="31035">
                  <a:moveTo>
                    <a:pt x="13555" y="25256"/>
                  </a:moveTo>
                  <a:lnTo>
                    <a:pt x="9287" y="31035"/>
                  </a:lnTo>
                  <a:lnTo>
                    <a:pt x="0" y="14686"/>
                  </a:lnTo>
                  <a:lnTo>
                    <a:pt x="9352" y="9007"/>
                  </a:lnTo>
                  <a:lnTo>
                    <a:pt x="24183" y="0"/>
                  </a:lnTo>
                  <a:lnTo>
                    <a:pt x="21929" y="7105"/>
                  </a:lnTo>
                  <a:lnTo>
                    <a:pt x="19491" y="15144"/>
                  </a:lnTo>
                  <a:lnTo>
                    <a:pt x="15428" y="22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5"/>
            <p:cNvSpPr/>
            <p:nvPr/>
          </p:nvSpPr>
          <p:spPr>
            <a:xfrm>
              <a:off x="5490263" y="4558745"/>
              <a:ext cx="51351" cy="67570"/>
            </a:xfrm>
            <a:custGeom>
              <a:avLst/>
              <a:pathLst>
                <a:path w="51351" h="67570">
                  <a:moveTo>
                    <a:pt x="33110" y="67570"/>
                  </a:moveTo>
                  <a:lnTo>
                    <a:pt x="0" y="10642"/>
                  </a:lnTo>
                  <a:lnTo>
                    <a:pt x="18722" y="0"/>
                  </a:lnTo>
                  <a:lnTo>
                    <a:pt x="51351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6"/>
            <p:cNvSpPr/>
            <p:nvPr/>
          </p:nvSpPr>
          <p:spPr>
            <a:xfrm>
              <a:off x="5461877" y="4343011"/>
              <a:ext cx="49123" cy="76287"/>
            </a:xfrm>
            <a:custGeom>
              <a:avLst/>
              <a:pathLst>
                <a:path w="49123" h="76287">
                  <a:moveTo>
                    <a:pt x="0" y="66893"/>
                  </a:moveTo>
                  <a:lnTo>
                    <a:pt x="31184" y="0"/>
                  </a:lnTo>
                  <a:lnTo>
                    <a:pt x="49123" y="10471"/>
                  </a:lnTo>
                  <a:lnTo>
                    <a:pt x="19730" y="76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17"/>
            <p:cNvSpPr/>
            <p:nvPr/>
          </p:nvSpPr>
          <p:spPr>
            <a:xfrm>
              <a:off x="5511526" y="4391433"/>
              <a:ext cx="36534" cy="47873"/>
            </a:xfrm>
            <a:custGeom>
              <a:avLst/>
              <a:pathLst>
                <a:path w="36534" h="47873">
                  <a:moveTo>
                    <a:pt x="0" y="39072"/>
                  </a:moveTo>
                  <a:lnTo>
                    <a:pt x="17230" y="0"/>
                  </a:lnTo>
                  <a:lnTo>
                    <a:pt x="36534" y="8544"/>
                  </a:lnTo>
                  <a:lnTo>
                    <a:pt x="19843" y="47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18"/>
            <p:cNvSpPr/>
            <p:nvPr/>
          </p:nvSpPr>
          <p:spPr>
            <a:xfrm>
              <a:off x="5630927" y="4643710"/>
              <a:ext cx="31786" cy="31506"/>
            </a:xfrm>
            <a:custGeom>
              <a:avLst/>
              <a:pathLst>
                <a:path w="31786" h="31506">
                  <a:moveTo>
                    <a:pt x="0" y="12380"/>
                  </a:moveTo>
                  <a:lnTo>
                    <a:pt x="21311" y="0"/>
                  </a:lnTo>
                  <a:lnTo>
                    <a:pt x="31786" y="18663"/>
                  </a:lnTo>
                  <a:lnTo>
                    <a:pt x="10565" y="3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19"/>
            <p:cNvSpPr/>
            <p:nvPr/>
          </p:nvSpPr>
          <p:spPr>
            <a:xfrm>
              <a:off x="5593548" y="4564461"/>
              <a:ext cx="58876" cy="47305"/>
            </a:xfrm>
            <a:custGeom>
              <a:avLst/>
              <a:pathLst>
                <a:path w="58876" h="47305">
                  <a:moveTo>
                    <a:pt x="0" y="28951"/>
                  </a:moveTo>
                  <a:lnTo>
                    <a:pt x="48882" y="0"/>
                  </a:lnTo>
                  <a:lnTo>
                    <a:pt x="58876" y="18478"/>
                  </a:lnTo>
                  <a:lnTo>
                    <a:pt x="10835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0"/>
            <p:cNvSpPr/>
            <p:nvPr/>
          </p:nvSpPr>
          <p:spPr>
            <a:xfrm>
              <a:off x="5627637" y="4396266"/>
              <a:ext cx="22036" cy="14081"/>
            </a:xfrm>
            <a:custGeom>
              <a:avLst/>
              <a:pathLst>
                <a:path w="22036" h="14081">
                  <a:moveTo>
                    <a:pt x="0" y="5156"/>
                  </a:moveTo>
                  <a:lnTo>
                    <a:pt x="2519" y="0"/>
                  </a:lnTo>
                  <a:lnTo>
                    <a:pt x="22036" y="8659"/>
                  </a:lnTo>
                  <a:lnTo>
                    <a:pt x="19791" y="14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1"/>
            <p:cNvSpPr/>
            <p:nvPr/>
          </p:nvSpPr>
          <p:spPr>
            <a:xfrm>
              <a:off x="5576228" y="4649838"/>
              <a:ext cx="53686" cy="71544"/>
            </a:xfrm>
            <a:custGeom>
              <a:avLst/>
              <a:pathLst>
                <a:path w="53686" h="71544">
                  <a:moveTo>
                    <a:pt x="34783" y="71544"/>
                  </a:moveTo>
                  <a:lnTo>
                    <a:pt x="0" y="10997"/>
                  </a:lnTo>
                  <a:lnTo>
                    <a:pt x="18777" y="0"/>
                  </a:lnTo>
                  <a:lnTo>
                    <a:pt x="53686" y="60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2"/>
            <p:cNvSpPr/>
            <p:nvPr/>
          </p:nvSpPr>
          <p:spPr>
            <a:xfrm>
              <a:off x="5514613" y="4543968"/>
              <a:ext cx="51379" cy="68173"/>
            </a:xfrm>
            <a:custGeom>
              <a:avLst/>
              <a:pathLst>
                <a:path w="51379" h="68173">
                  <a:moveTo>
                    <a:pt x="32867" y="68173"/>
                  </a:moveTo>
                  <a:lnTo>
                    <a:pt x="0" y="10213"/>
                  </a:lnTo>
                  <a:lnTo>
                    <a:pt x="17659" y="0"/>
                  </a:lnTo>
                  <a:lnTo>
                    <a:pt x="51379" y="57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3"/>
            <p:cNvSpPr/>
            <p:nvPr/>
          </p:nvSpPr>
          <p:spPr>
            <a:xfrm>
              <a:off x="5386478" y="4327971"/>
              <a:ext cx="97794" cy="92653"/>
            </a:xfrm>
            <a:custGeom>
              <a:avLst/>
              <a:pathLst>
                <a:path w="97794" h="92653">
                  <a:moveTo>
                    <a:pt x="50117" y="10717"/>
                  </a:moveTo>
                  <a:lnTo>
                    <a:pt x="57251" y="6559"/>
                  </a:lnTo>
                  <a:lnTo>
                    <a:pt x="73954" y="35767"/>
                  </a:lnTo>
                  <a:lnTo>
                    <a:pt x="94242" y="23940"/>
                  </a:lnTo>
                  <a:lnTo>
                    <a:pt x="97794" y="25049"/>
                  </a:lnTo>
                  <a:lnTo>
                    <a:pt x="72299" y="80342"/>
                  </a:lnTo>
                  <a:lnTo>
                    <a:pt x="51048" y="92653"/>
                  </a:lnTo>
                  <a:lnTo>
                    <a:pt x="38904" y="90022"/>
                  </a:lnTo>
                  <a:lnTo>
                    <a:pt x="31078" y="87558"/>
                  </a:lnTo>
                  <a:lnTo>
                    <a:pt x="24155" y="83092"/>
                  </a:lnTo>
                  <a:lnTo>
                    <a:pt x="15727" y="69233"/>
                  </a:lnTo>
                  <a:lnTo>
                    <a:pt x="1128" y="44595"/>
                  </a:lnTo>
                  <a:lnTo>
                    <a:pt x="0" y="37881"/>
                  </a:lnTo>
                  <a:lnTo>
                    <a:pt x="722" y="31691"/>
                  </a:lnTo>
                  <a:lnTo>
                    <a:pt x="1896" y="25408"/>
                  </a:lnTo>
                  <a:lnTo>
                    <a:pt x="3612" y="17554"/>
                  </a:lnTo>
                  <a:lnTo>
                    <a:pt x="8398" y="20973"/>
                  </a:lnTo>
                  <a:lnTo>
                    <a:pt x="439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4"/>
            <p:cNvSpPr/>
            <p:nvPr/>
          </p:nvSpPr>
          <p:spPr>
            <a:xfrm>
              <a:off x="5606080" y="4610903"/>
              <a:ext cx="16301" cy="21819"/>
            </a:xfrm>
            <a:custGeom>
              <a:avLst/>
              <a:pathLst>
                <a:path w="16301" h="21819">
                  <a:moveTo>
                    <a:pt x="16301" y="18666"/>
                  </a:moveTo>
                  <a:lnTo>
                    <a:pt x="10871" y="21819"/>
                  </a:lnTo>
                  <a:lnTo>
                    <a:pt x="5872" y="13450"/>
                  </a:lnTo>
                  <a:lnTo>
                    <a:pt x="0" y="3618"/>
                  </a:lnTo>
                  <a:lnTo>
                    <a:pt x="5876" y="0"/>
                  </a:lnTo>
                  <a:lnTo>
                    <a:pt x="11426" y="9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5"/>
            <p:cNvSpPr/>
            <p:nvPr/>
          </p:nvSpPr>
          <p:spPr>
            <a:xfrm>
              <a:off x="5540106" y="4387758"/>
              <a:ext cx="134007" cy="108285"/>
            </a:xfrm>
            <a:custGeom>
              <a:avLst/>
              <a:pathLst>
                <a:path w="134007" h="108285">
                  <a:moveTo>
                    <a:pt x="42983" y="0"/>
                  </a:moveTo>
                  <a:lnTo>
                    <a:pt x="134007" y="42131"/>
                  </a:lnTo>
                  <a:lnTo>
                    <a:pt x="124977" y="60856"/>
                  </a:lnTo>
                  <a:lnTo>
                    <a:pt x="117632" y="80198"/>
                  </a:lnTo>
                  <a:lnTo>
                    <a:pt x="110288" y="108285"/>
                  </a:lnTo>
                  <a:lnTo>
                    <a:pt x="85653" y="65214"/>
                  </a:lnTo>
                  <a:lnTo>
                    <a:pt x="45476" y="88043"/>
                  </a:lnTo>
                  <a:lnTo>
                    <a:pt x="35091" y="70257"/>
                  </a:lnTo>
                  <a:lnTo>
                    <a:pt x="13720" y="81884"/>
                  </a:lnTo>
                  <a:lnTo>
                    <a:pt x="0" y="58023"/>
                  </a:lnTo>
                  <a:lnTo>
                    <a:pt x="19005" y="41675"/>
                  </a:lnTo>
                  <a:lnTo>
                    <a:pt x="30220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6"/>
            <p:cNvSpPr/>
            <p:nvPr/>
          </p:nvSpPr>
          <p:spPr>
            <a:xfrm>
              <a:off x="5643067" y="4560161"/>
              <a:ext cx="9839" cy="22517"/>
            </a:xfrm>
            <a:custGeom>
              <a:avLst/>
              <a:pathLst>
                <a:path w="9839" h="22517">
                  <a:moveTo>
                    <a:pt x="0" y="3908"/>
                  </a:moveTo>
                  <a:lnTo>
                    <a:pt x="6438" y="0"/>
                  </a:lnTo>
                  <a:lnTo>
                    <a:pt x="9839" y="22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27"/>
            <p:cNvSpPr/>
            <p:nvPr/>
          </p:nvSpPr>
          <p:spPr>
            <a:xfrm>
              <a:off x="5388541" y="4316020"/>
              <a:ext cx="40815" cy="31044"/>
            </a:xfrm>
            <a:custGeom>
              <a:avLst/>
              <a:pathLst>
                <a:path w="40815" h="31044">
                  <a:moveTo>
                    <a:pt x="14768" y="25818"/>
                  </a:moveTo>
                  <a:lnTo>
                    <a:pt x="5899" y="31044"/>
                  </a:lnTo>
                  <a:lnTo>
                    <a:pt x="0" y="20648"/>
                  </a:lnTo>
                  <a:lnTo>
                    <a:pt x="9029" y="15290"/>
                  </a:lnTo>
                  <a:lnTo>
                    <a:pt x="28123" y="3959"/>
                  </a:lnTo>
                  <a:lnTo>
                    <a:pt x="34795" y="0"/>
                  </a:lnTo>
                  <a:lnTo>
                    <a:pt x="40815" y="10471"/>
                  </a:lnTo>
                  <a:lnTo>
                    <a:pt x="34067" y="14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28"/>
            <p:cNvSpPr/>
            <p:nvPr/>
          </p:nvSpPr>
          <p:spPr>
            <a:xfrm>
              <a:off x="5466275" y="4321179"/>
              <a:ext cx="23658" cy="29319"/>
            </a:xfrm>
            <a:custGeom>
              <a:avLst/>
              <a:pathLst>
                <a:path w="23658" h="29319">
                  <a:moveTo>
                    <a:pt x="23658" y="20511"/>
                  </a:moveTo>
                  <a:lnTo>
                    <a:pt x="19806" y="28087"/>
                  </a:lnTo>
                  <a:lnTo>
                    <a:pt x="17699" y="29319"/>
                  </a:lnTo>
                  <a:lnTo>
                    <a:pt x="15953" y="290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29"/>
            <p:cNvSpPr/>
            <p:nvPr/>
          </p:nvSpPr>
          <p:spPr>
            <a:xfrm>
              <a:off x="5653412" y="4635772"/>
              <a:ext cx="13454" cy="25861"/>
            </a:xfrm>
            <a:custGeom>
              <a:avLst/>
              <a:pathLst>
                <a:path w="13454" h="25861">
                  <a:moveTo>
                    <a:pt x="10565" y="25861"/>
                  </a:moveTo>
                  <a:lnTo>
                    <a:pt x="0" y="7290"/>
                  </a:lnTo>
                  <a:lnTo>
                    <a:pt x="12307" y="0"/>
                  </a:lnTo>
                  <a:lnTo>
                    <a:pt x="13274" y="9230"/>
                  </a:lnTo>
                  <a:lnTo>
                    <a:pt x="13454" y="16252"/>
                  </a:lnTo>
                  <a:lnTo>
                    <a:pt x="12822" y="21149"/>
                  </a:lnTo>
                  <a:lnTo>
                    <a:pt x="12164" y="24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0"/>
            <p:cNvSpPr/>
            <p:nvPr/>
          </p:nvSpPr>
          <p:spPr>
            <a:xfrm>
              <a:off x="5484227" y="4354644"/>
              <a:ext cx="48446" cy="75340"/>
            </a:xfrm>
            <a:custGeom>
              <a:avLst/>
              <a:pathLst>
                <a:path w="48446" h="75340">
                  <a:moveTo>
                    <a:pt x="19309" y="75340"/>
                  </a:moveTo>
                  <a:lnTo>
                    <a:pt x="0" y="66486"/>
                  </a:lnTo>
                  <a:lnTo>
                    <a:pt x="29154" y="0"/>
                  </a:lnTo>
                  <a:lnTo>
                    <a:pt x="48446" y="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1"/>
            <p:cNvSpPr/>
            <p:nvPr/>
          </p:nvSpPr>
          <p:spPr>
            <a:xfrm>
              <a:off x="5530386" y="4366927"/>
              <a:ext cx="50207" cy="39651"/>
            </a:xfrm>
            <a:custGeom>
              <a:avLst/>
              <a:pathLst>
                <a:path w="50207" h="39651">
                  <a:moveTo>
                    <a:pt x="0" y="20926"/>
                  </a:moveTo>
                  <a:lnTo>
                    <a:pt x="9147" y="0"/>
                  </a:lnTo>
                  <a:lnTo>
                    <a:pt x="50207" y="19324"/>
                  </a:lnTo>
                  <a:lnTo>
                    <a:pt x="41177" y="39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2"/>
            <p:cNvSpPr/>
            <p:nvPr/>
          </p:nvSpPr>
          <p:spPr>
            <a:xfrm>
              <a:off x="5480798" y="4589413"/>
              <a:ext cx="39139" cy="49218"/>
            </a:xfrm>
            <a:custGeom>
              <a:avLst/>
              <a:pathLst>
                <a:path w="39139" h="49218">
                  <a:moveTo>
                    <a:pt x="0" y="10546"/>
                  </a:moveTo>
                  <a:lnTo>
                    <a:pt x="17041" y="0"/>
                  </a:lnTo>
                  <a:lnTo>
                    <a:pt x="39139" y="38661"/>
                  </a:lnTo>
                  <a:lnTo>
                    <a:pt x="21650" y="49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3"/>
            <p:cNvSpPr/>
            <p:nvPr/>
          </p:nvSpPr>
          <p:spPr>
            <a:xfrm>
              <a:off x="5572433" y="4595303"/>
              <a:ext cx="40766" cy="49794"/>
            </a:xfrm>
            <a:custGeom>
              <a:avLst/>
              <a:pathLst>
                <a:path w="40766" h="49794">
                  <a:moveTo>
                    <a:pt x="0" y="10244"/>
                  </a:moveTo>
                  <a:lnTo>
                    <a:pt x="18343" y="0"/>
                  </a:lnTo>
                  <a:lnTo>
                    <a:pt x="40766" y="39417"/>
                  </a:lnTo>
                  <a:lnTo>
                    <a:pt x="23118" y="49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4"/>
            <p:cNvSpPr/>
            <p:nvPr/>
          </p:nvSpPr>
          <p:spPr>
            <a:xfrm>
              <a:off x="5413867" y="4281326"/>
              <a:ext cx="67398" cy="80813"/>
            </a:xfrm>
            <a:custGeom>
              <a:avLst/>
              <a:pathLst>
                <a:path w="67398" h="80813">
                  <a:moveTo>
                    <a:pt x="67398" y="69110"/>
                  </a:moveTo>
                  <a:lnTo>
                    <a:pt x="47652" y="80813"/>
                  </a:lnTo>
                  <a:lnTo>
                    <a:pt x="30434" y="50878"/>
                  </a:lnTo>
                  <a:lnTo>
                    <a:pt x="24414" y="54204"/>
                  </a:lnTo>
                  <a:lnTo>
                    <a:pt x="0" y="11425"/>
                  </a:lnTo>
                  <a:lnTo>
                    <a:pt x="18876" y="0"/>
                  </a:lnTo>
                  <a:lnTo>
                    <a:pt x="38742" y="25747"/>
                  </a:lnTo>
                  <a:lnTo>
                    <a:pt x="50541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5"/>
            <p:cNvSpPr/>
            <p:nvPr/>
          </p:nvSpPr>
          <p:spPr>
            <a:xfrm>
              <a:off x="5440764" y="4412492"/>
              <a:ext cx="61568" cy="70712"/>
            </a:xfrm>
            <a:custGeom>
              <a:avLst/>
              <a:pathLst>
                <a:path w="61568" h="70712">
                  <a:moveTo>
                    <a:pt x="0" y="9770"/>
                  </a:moveTo>
                  <a:lnTo>
                    <a:pt x="17020" y="0"/>
                  </a:lnTo>
                  <a:lnTo>
                    <a:pt x="61568" y="20203"/>
                  </a:lnTo>
                  <a:lnTo>
                    <a:pt x="38813" y="68125"/>
                  </a:lnTo>
                  <a:lnTo>
                    <a:pt x="35321" y="7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6"/>
            <p:cNvSpPr/>
            <p:nvPr/>
          </p:nvSpPr>
          <p:spPr>
            <a:xfrm>
              <a:off x="5341084" y="4223125"/>
              <a:ext cx="89528" cy="89190"/>
            </a:xfrm>
            <a:custGeom>
              <a:avLst/>
              <a:pathLst>
                <a:path w="89528" h="89190">
                  <a:moveTo>
                    <a:pt x="31615" y="89190"/>
                  </a:moveTo>
                  <a:lnTo>
                    <a:pt x="0" y="35071"/>
                  </a:lnTo>
                  <a:lnTo>
                    <a:pt x="59789" y="0"/>
                  </a:lnTo>
                  <a:lnTo>
                    <a:pt x="64605" y="1847"/>
                  </a:lnTo>
                  <a:lnTo>
                    <a:pt x="73154" y="24145"/>
                  </a:lnTo>
                  <a:lnTo>
                    <a:pt x="89528" y="55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37"/>
            <p:cNvSpPr/>
            <p:nvPr/>
          </p:nvSpPr>
          <p:spPr>
            <a:xfrm>
              <a:off x="5469538" y="4570888"/>
              <a:ext cx="27891" cy="28457"/>
            </a:xfrm>
            <a:custGeom>
              <a:avLst/>
              <a:pathLst>
                <a:path w="27891" h="28457">
                  <a:moveTo>
                    <a:pt x="27891" y="18016"/>
                  </a:moveTo>
                  <a:lnTo>
                    <a:pt x="10733" y="28457"/>
                  </a:lnTo>
                  <a:lnTo>
                    <a:pt x="0" y="10274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38"/>
            <p:cNvSpPr/>
            <p:nvPr/>
          </p:nvSpPr>
          <p:spPr>
            <a:xfrm>
              <a:off x="5509824" y="4669234"/>
              <a:ext cx="62195" cy="48814"/>
            </a:xfrm>
            <a:custGeom>
              <a:avLst/>
              <a:pathLst>
                <a:path w="62195" h="48814">
                  <a:moveTo>
                    <a:pt x="51208" y="0"/>
                  </a:moveTo>
                  <a:lnTo>
                    <a:pt x="62195" y="18709"/>
                  </a:lnTo>
                  <a:lnTo>
                    <a:pt x="11174" y="48814"/>
                  </a:lnTo>
                  <a:lnTo>
                    <a:pt x="0" y="29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39"/>
            <p:cNvSpPr/>
            <p:nvPr/>
          </p:nvSpPr>
          <p:spPr>
            <a:xfrm>
              <a:off x="5534896" y="4705614"/>
              <a:ext cx="69840" cy="54604"/>
            </a:xfrm>
            <a:custGeom>
              <a:avLst/>
              <a:pathLst>
                <a:path w="69840" h="54604">
                  <a:moveTo>
                    <a:pt x="10602" y="54604"/>
                  </a:moveTo>
                  <a:lnTo>
                    <a:pt x="0" y="35899"/>
                  </a:lnTo>
                  <a:lnTo>
                    <a:pt x="59365" y="0"/>
                  </a:lnTo>
                  <a:lnTo>
                    <a:pt x="69840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0"/>
            <p:cNvSpPr/>
            <p:nvPr/>
          </p:nvSpPr>
          <p:spPr>
            <a:xfrm>
              <a:off x="5523040" y="4685670"/>
              <a:ext cx="70058" cy="53434"/>
            </a:xfrm>
            <a:custGeom>
              <a:avLst/>
              <a:pathLst>
                <a:path w="70058" h="53434">
                  <a:moveTo>
                    <a:pt x="10384" y="53434"/>
                  </a:moveTo>
                  <a:lnTo>
                    <a:pt x="0" y="35648"/>
                  </a:lnTo>
                  <a:lnTo>
                    <a:pt x="59674" y="0"/>
                  </a:lnTo>
                  <a:lnTo>
                    <a:pt x="70058" y="17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1"/>
            <p:cNvSpPr/>
            <p:nvPr/>
          </p:nvSpPr>
          <p:spPr>
            <a:xfrm>
              <a:off x="5498509" y="4455541"/>
              <a:ext cx="49754" cy="41144"/>
            </a:xfrm>
            <a:custGeom>
              <a:avLst/>
              <a:pathLst>
                <a:path w="49754" h="41144">
                  <a:moveTo>
                    <a:pt x="10496" y="41144"/>
                  </a:moveTo>
                  <a:lnTo>
                    <a:pt x="0" y="23216"/>
                  </a:lnTo>
                  <a:lnTo>
                    <a:pt x="38918" y="0"/>
                  </a:lnTo>
                  <a:lnTo>
                    <a:pt x="497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2"/>
            <p:cNvSpPr/>
            <p:nvPr/>
          </p:nvSpPr>
          <p:spPr>
            <a:xfrm>
              <a:off x="5586927" y="4456965"/>
              <a:ext cx="47341" cy="39205"/>
            </a:xfrm>
            <a:custGeom>
              <a:avLst/>
              <a:pathLst>
                <a:path w="47341" h="39205">
                  <a:moveTo>
                    <a:pt x="0" y="21171"/>
                  </a:moveTo>
                  <a:lnTo>
                    <a:pt x="36986" y="0"/>
                  </a:lnTo>
                  <a:lnTo>
                    <a:pt x="47341" y="17862"/>
                  </a:lnTo>
                  <a:lnTo>
                    <a:pt x="10468" y="3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3"/>
            <p:cNvSpPr/>
            <p:nvPr/>
          </p:nvSpPr>
          <p:spPr>
            <a:xfrm>
              <a:off x="5557100" y="4519887"/>
              <a:ext cx="50817" cy="67370"/>
            </a:xfrm>
            <a:custGeom>
              <a:avLst/>
              <a:pathLst>
                <a:path w="50817" h="67370">
                  <a:moveTo>
                    <a:pt x="33058" y="67370"/>
                  </a:moveTo>
                  <a:lnTo>
                    <a:pt x="0" y="10133"/>
                  </a:lnTo>
                  <a:lnTo>
                    <a:pt x="17631" y="0"/>
                  </a:lnTo>
                  <a:lnTo>
                    <a:pt x="50817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4"/>
            <p:cNvSpPr/>
            <p:nvPr/>
          </p:nvSpPr>
          <p:spPr>
            <a:xfrm>
              <a:off x="5519802" y="4476976"/>
              <a:ext cx="40592" cy="35473"/>
            </a:xfrm>
            <a:custGeom>
              <a:avLst/>
              <a:pathLst>
                <a:path w="40592" h="35473">
                  <a:moveTo>
                    <a:pt x="10373" y="35473"/>
                  </a:moveTo>
                  <a:lnTo>
                    <a:pt x="0" y="17635"/>
                  </a:lnTo>
                  <a:lnTo>
                    <a:pt x="30147" y="0"/>
                  </a:lnTo>
                  <a:lnTo>
                    <a:pt x="40592" y="1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5"/>
            <p:cNvSpPr/>
            <p:nvPr/>
          </p:nvSpPr>
          <p:spPr>
            <a:xfrm>
              <a:off x="5478258" y="4480594"/>
              <a:ext cx="52224" cy="70681"/>
            </a:xfrm>
            <a:custGeom>
              <a:avLst/>
              <a:pathLst>
                <a:path w="52224" h="70681">
                  <a:moveTo>
                    <a:pt x="0" y="10317"/>
                  </a:moveTo>
                  <a:lnTo>
                    <a:pt x="17307" y="0"/>
                  </a:lnTo>
                  <a:lnTo>
                    <a:pt x="52224" y="60672"/>
                  </a:lnTo>
                  <a:lnTo>
                    <a:pt x="34615" y="70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6"/>
            <p:cNvSpPr/>
            <p:nvPr/>
          </p:nvSpPr>
          <p:spPr>
            <a:xfrm>
              <a:off x="5599582" y="4478432"/>
              <a:ext cx="47388" cy="40191"/>
            </a:xfrm>
            <a:custGeom>
              <a:avLst/>
              <a:pathLst>
                <a:path w="47388" h="40191">
                  <a:moveTo>
                    <a:pt x="47388" y="17832"/>
                  </a:moveTo>
                  <a:lnTo>
                    <a:pt x="10455" y="40191"/>
                  </a:lnTo>
                  <a:lnTo>
                    <a:pt x="0" y="21702"/>
                  </a:lnTo>
                  <a:lnTo>
                    <a:pt x="36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47"/>
            <p:cNvSpPr/>
            <p:nvPr/>
          </p:nvSpPr>
          <p:spPr>
            <a:xfrm>
              <a:off x="5551445" y="4607284"/>
              <a:ext cx="41632" cy="50306"/>
            </a:xfrm>
            <a:custGeom>
              <a:avLst/>
              <a:pathLst>
                <a:path w="41632" h="50306">
                  <a:moveTo>
                    <a:pt x="22978" y="50306"/>
                  </a:moveTo>
                  <a:lnTo>
                    <a:pt x="0" y="10364"/>
                  </a:lnTo>
                  <a:lnTo>
                    <a:pt x="18283" y="0"/>
                  </a:lnTo>
                  <a:lnTo>
                    <a:pt x="41632" y="39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48"/>
            <p:cNvSpPr/>
            <p:nvPr/>
          </p:nvSpPr>
          <p:spPr>
            <a:xfrm>
              <a:off x="5618846" y="4616676"/>
              <a:ext cx="43209" cy="37289"/>
            </a:xfrm>
            <a:custGeom>
              <a:avLst/>
              <a:pathLst>
                <a:path w="43209" h="37289">
                  <a:moveTo>
                    <a:pt x="43209" y="18375"/>
                  </a:moveTo>
                  <a:lnTo>
                    <a:pt x="10636" y="37289"/>
                  </a:lnTo>
                  <a:lnTo>
                    <a:pt x="0" y="19078"/>
                  </a:lnTo>
                  <a:lnTo>
                    <a:pt x="32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49"/>
            <p:cNvSpPr/>
            <p:nvPr/>
          </p:nvSpPr>
          <p:spPr>
            <a:xfrm>
              <a:off x="5554596" y="4460625"/>
              <a:ext cx="52830" cy="70370"/>
            </a:xfrm>
            <a:custGeom>
              <a:avLst/>
              <a:pathLst>
                <a:path w="52830" h="70370">
                  <a:moveTo>
                    <a:pt x="35672" y="70370"/>
                  </a:moveTo>
                  <a:lnTo>
                    <a:pt x="0" y="10385"/>
                  </a:lnTo>
                  <a:lnTo>
                    <a:pt x="19014" y="0"/>
                  </a:lnTo>
                  <a:lnTo>
                    <a:pt x="52830" y="5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0"/>
            <p:cNvSpPr/>
            <p:nvPr/>
          </p:nvSpPr>
          <p:spPr>
            <a:xfrm>
              <a:off x="5374551" y="4294192"/>
              <a:ext cx="47717" cy="39282"/>
            </a:xfrm>
            <a:custGeom>
              <a:avLst/>
              <a:pathLst>
                <a:path w="47717" h="39282">
                  <a:moveTo>
                    <a:pt x="10242" y="39282"/>
                  </a:moveTo>
                  <a:lnTo>
                    <a:pt x="0" y="21393"/>
                  </a:lnTo>
                  <a:lnTo>
                    <a:pt x="37152" y="0"/>
                  </a:lnTo>
                  <a:lnTo>
                    <a:pt x="47717" y="18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1"/>
            <p:cNvSpPr/>
            <p:nvPr/>
          </p:nvSpPr>
          <p:spPr>
            <a:xfrm>
              <a:off x="5592325" y="4508307"/>
              <a:ext cx="50895" cy="43506"/>
            </a:xfrm>
            <a:custGeom>
              <a:avLst/>
              <a:pathLst>
                <a:path w="50895" h="43506">
                  <a:moveTo>
                    <a:pt x="0" y="25777"/>
                  </a:moveTo>
                  <a:lnTo>
                    <a:pt x="40996" y="0"/>
                  </a:lnTo>
                  <a:lnTo>
                    <a:pt x="50895" y="19070"/>
                  </a:lnTo>
                  <a:lnTo>
                    <a:pt x="9890" y="4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2"/>
            <p:cNvSpPr/>
            <p:nvPr/>
          </p:nvSpPr>
          <p:spPr>
            <a:xfrm>
              <a:off x="5614928" y="4586341"/>
              <a:ext cx="43838" cy="41453"/>
            </a:xfrm>
            <a:custGeom>
              <a:avLst/>
              <a:pathLst>
                <a:path w="43838" h="41453">
                  <a:moveTo>
                    <a:pt x="10747" y="41453"/>
                  </a:moveTo>
                  <a:lnTo>
                    <a:pt x="0" y="22746"/>
                  </a:lnTo>
                  <a:lnTo>
                    <a:pt x="38782" y="0"/>
                  </a:lnTo>
                  <a:lnTo>
                    <a:pt x="43838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3"/>
            <p:cNvSpPr/>
            <p:nvPr/>
          </p:nvSpPr>
          <p:spPr>
            <a:xfrm>
              <a:off x="5448282" y="4583107"/>
              <a:ext cx="51012" cy="67844"/>
            </a:xfrm>
            <a:custGeom>
              <a:avLst/>
              <a:pathLst>
                <a:path w="51012" h="67844">
                  <a:moveTo>
                    <a:pt x="33493" y="67844"/>
                  </a:moveTo>
                  <a:lnTo>
                    <a:pt x="0" y="10491"/>
                  </a:lnTo>
                  <a:lnTo>
                    <a:pt x="18036" y="0"/>
                  </a:lnTo>
                  <a:lnTo>
                    <a:pt x="51012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4"/>
            <p:cNvSpPr/>
            <p:nvPr/>
          </p:nvSpPr>
          <p:spPr>
            <a:xfrm>
              <a:off x="5423906" y="4521189"/>
              <a:ext cx="61948" cy="47762"/>
            </a:xfrm>
            <a:custGeom>
              <a:avLst/>
              <a:pathLst>
                <a:path w="61948" h="47762">
                  <a:moveTo>
                    <a:pt x="51834" y="0"/>
                  </a:moveTo>
                  <a:lnTo>
                    <a:pt x="61948" y="18201"/>
                  </a:lnTo>
                  <a:lnTo>
                    <a:pt x="10376" y="47762"/>
                  </a:lnTo>
                  <a:lnTo>
                    <a:pt x="0" y="30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5"/>
            <p:cNvSpPr/>
            <p:nvPr/>
          </p:nvSpPr>
          <p:spPr>
            <a:xfrm>
              <a:off x="5535834" y="4532098"/>
              <a:ext cx="51088" cy="67940"/>
            </a:xfrm>
            <a:custGeom>
              <a:avLst/>
              <a:pathLst>
                <a:path w="51088" h="67940">
                  <a:moveTo>
                    <a:pt x="33027" y="67940"/>
                  </a:moveTo>
                  <a:lnTo>
                    <a:pt x="0" y="9887"/>
                  </a:lnTo>
                  <a:lnTo>
                    <a:pt x="17812" y="0"/>
                  </a:lnTo>
                  <a:lnTo>
                    <a:pt x="51088" y="57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6"/>
            <p:cNvSpPr/>
            <p:nvPr/>
          </p:nvSpPr>
          <p:spPr>
            <a:xfrm>
              <a:off x="5604069" y="4534452"/>
              <a:ext cx="41388" cy="38343"/>
            </a:xfrm>
            <a:custGeom>
              <a:avLst/>
              <a:pathLst>
                <a:path w="41388" h="38343">
                  <a:moveTo>
                    <a:pt x="0" y="19941"/>
                  </a:moveTo>
                  <a:lnTo>
                    <a:pt x="33035" y="0"/>
                  </a:lnTo>
                  <a:lnTo>
                    <a:pt x="41388" y="20018"/>
                  </a:lnTo>
                  <a:lnTo>
                    <a:pt x="10384" y="3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57"/>
            <p:cNvSpPr/>
            <p:nvPr/>
          </p:nvSpPr>
          <p:spPr>
            <a:xfrm>
              <a:off x="5436168" y="4537030"/>
              <a:ext cx="70441" cy="52474"/>
            </a:xfrm>
            <a:custGeom>
              <a:avLst/>
              <a:pathLst>
                <a:path w="70441" h="52474">
                  <a:moveTo>
                    <a:pt x="0" y="34904"/>
                  </a:moveTo>
                  <a:lnTo>
                    <a:pt x="59966" y="0"/>
                  </a:lnTo>
                  <a:lnTo>
                    <a:pt x="70441" y="18478"/>
                  </a:lnTo>
                  <a:lnTo>
                    <a:pt x="10253" y="5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58"/>
            <p:cNvSpPr/>
            <p:nvPr/>
          </p:nvSpPr>
          <p:spPr>
            <a:xfrm>
              <a:off x="5485579" y="4621984"/>
              <a:ext cx="69933" cy="53958"/>
            </a:xfrm>
            <a:custGeom>
              <a:avLst/>
              <a:pathLst>
                <a:path w="69933" h="53958">
                  <a:moveTo>
                    <a:pt x="10695" y="53958"/>
                  </a:moveTo>
                  <a:lnTo>
                    <a:pt x="0" y="34403"/>
                  </a:lnTo>
                  <a:lnTo>
                    <a:pt x="60000" y="0"/>
                  </a:lnTo>
                  <a:lnTo>
                    <a:pt x="69933" y="181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59"/>
            <p:cNvSpPr/>
            <p:nvPr/>
          </p:nvSpPr>
          <p:spPr>
            <a:xfrm>
              <a:off x="5510915" y="4495061"/>
              <a:ext cx="18435" cy="22624"/>
            </a:xfrm>
            <a:custGeom>
              <a:avLst/>
              <a:pathLst>
                <a:path w="18435" h="22624">
                  <a:moveTo>
                    <a:pt x="0" y="4887"/>
                  </a:moveTo>
                  <a:lnTo>
                    <a:pt x="8270" y="0"/>
                  </a:lnTo>
                  <a:lnTo>
                    <a:pt x="18435" y="17699"/>
                  </a:lnTo>
                  <a:lnTo>
                    <a:pt x="10046" y="22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0"/>
            <p:cNvSpPr/>
            <p:nvPr/>
          </p:nvSpPr>
          <p:spPr>
            <a:xfrm>
              <a:off x="5561600" y="4663975"/>
              <a:ext cx="19456" cy="23460"/>
            </a:xfrm>
            <a:custGeom>
              <a:avLst/>
              <a:pathLst>
                <a:path w="19456" h="23460">
                  <a:moveTo>
                    <a:pt x="0" y="4927"/>
                  </a:moveTo>
                  <a:lnTo>
                    <a:pt x="8620" y="0"/>
                  </a:lnTo>
                  <a:lnTo>
                    <a:pt x="19456" y="18524"/>
                  </a:lnTo>
                  <a:lnTo>
                    <a:pt x="11277" y="2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1"/>
            <p:cNvSpPr/>
            <p:nvPr/>
          </p:nvSpPr>
          <p:spPr>
            <a:xfrm>
              <a:off x="5491035" y="4436424"/>
              <a:ext cx="44789" cy="40109"/>
            </a:xfrm>
            <a:custGeom>
              <a:avLst/>
              <a:pathLst>
                <a:path w="44789" h="40109">
                  <a:moveTo>
                    <a:pt x="15201" y="33818"/>
                  </a:moveTo>
                  <a:lnTo>
                    <a:pt x="4424" y="40109"/>
                  </a:lnTo>
                  <a:lnTo>
                    <a:pt x="0" y="37891"/>
                  </a:lnTo>
                  <a:lnTo>
                    <a:pt x="6960" y="22740"/>
                  </a:lnTo>
                  <a:lnTo>
                    <a:pt x="10862" y="14248"/>
                  </a:lnTo>
                  <a:lnTo>
                    <a:pt x="17407" y="0"/>
                  </a:lnTo>
                  <a:lnTo>
                    <a:pt x="38437" y="8829"/>
                  </a:lnTo>
                  <a:lnTo>
                    <a:pt x="41091" y="9943"/>
                  </a:lnTo>
                  <a:lnTo>
                    <a:pt x="44789" y="16548"/>
                  </a:lnTo>
                  <a:lnTo>
                    <a:pt x="43173" y="17491"/>
                  </a:lnTo>
                  <a:lnTo>
                    <a:pt x="34723" y="22424"/>
                  </a:lnTo>
                  <a:lnTo>
                    <a:pt x="30146" y="25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2"/>
            <p:cNvSpPr/>
            <p:nvPr/>
          </p:nvSpPr>
          <p:spPr>
            <a:xfrm>
              <a:off x="5476656" y="4516167"/>
              <a:ext cx="17912" cy="22775"/>
            </a:xfrm>
            <a:custGeom>
              <a:avLst/>
              <a:pathLst>
                <a:path w="17912" h="22775">
                  <a:moveTo>
                    <a:pt x="0" y="4578"/>
                  </a:moveTo>
                  <a:lnTo>
                    <a:pt x="8001" y="0"/>
                  </a:lnTo>
                  <a:lnTo>
                    <a:pt x="17912" y="18386"/>
                  </a:lnTo>
                  <a:lnTo>
                    <a:pt x="9965" y="22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3"/>
            <p:cNvSpPr/>
            <p:nvPr/>
          </p:nvSpPr>
          <p:spPr>
            <a:xfrm>
              <a:off x="5638002" y="4528369"/>
              <a:ext cx="10615" cy="25647"/>
            </a:xfrm>
            <a:custGeom>
              <a:avLst/>
              <a:pathLst>
                <a:path w="10615" h="25647">
                  <a:moveTo>
                    <a:pt x="10615" y="24368"/>
                  </a:moveTo>
                  <a:lnTo>
                    <a:pt x="8388" y="25647"/>
                  </a:lnTo>
                  <a:lnTo>
                    <a:pt x="3913" y="14951"/>
                  </a:lnTo>
                  <a:lnTo>
                    <a:pt x="0" y="5600"/>
                  </a:lnTo>
                  <a:lnTo>
                    <a:pt x="8885" y="0"/>
                  </a:lnTo>
                  <a:lnTo>
                    <a:pt x="8960" y="6852"/>
                  </a:lnTo>
                  <a:lnTo>
                    <a:pt x="9220" y="11638"/>
                  </a:lnTo>
                  <a:lnTo>
                    <a:pt x="9261" y="12396"/>
                  </a:lnTo>
                  <a:lnTo>
                    <a:pt x="9637" y="17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4"/>
            <p:cNvSpPr/>
            <p:nvPr/>
          </p:nvSpPr>
          <p:spPr>
            <a:xfrm>
              <a:off x="5551229" y="4406343"/>
              <a:ext cx="19229" cy="23776"/>
            </a:xfrm>
            <a:custGeom>
              <a:avLst/>
              <a:pathLst>
                <a:path w="19229" h="23776">
                  <a:moveTo>
                    <a:pt x="6712" y="20018"/>
                  </a:moveTo>
                  <a:lnTo>
                    <a:pt x="0" y="23776"/>
                  </a:lnTo>
                  <a:lnTo>
                    <a:pt x="10354" y="0"/>
                  </a:lnTo>
                  <a:lnTo>
                    <a:pt x="19229" y="4197"/>
                  </a:lnTo>
                  <a:lnTo>
                    <a:pt x="14388" y="14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5"/>
            <p:cNvSpPr/>
            <p:nvPr/>
          </p:nvSpPr>
          <p:spPr>
            <a:xfrm>
              <a:off x="5534334" y="4401407"/>
              <a:ext cx="26458" cy="41564"/>
            </a:xfrm>
            <a:custGeom>
              <a:avLst/>
              <a:pathLst>
                <a:path w="26458" h="41564">
                  <a:moveTo>
                    <a:pt x="26458" y="4390"/>
                  </a:moveTo>
                  <a:lnTo>
                    <a:pt x="12642" y="36020"/>
                  </a:lnTo>
                  <a:lnTo>
                    <a:pt x="7705" y="34295"/>
                  </a:lnTo>
                  <a:lnTo>
                    <a:pt x="4334" y="41564"/>
                  </a:lnTo>
                  <a:lnTo>
                    <a:pt x="0" y="38484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6"/>
            <p:cNvSpPr/>
            <p:nvPr/>
          </p:nvSpPr>
          <p:spPr>
            <a:xfrm>
              <a:off x="5586301" y="4365465"/>
              <a:ext cx="44067" cy="34000"/>
            </a:xfrm>
            <a:custGeom>
              <a:avLst/>
              <a:pathLst>
                <a:path w="44067" h="34000">
                  <a:moveTo>
                    <a:pt x="8759" y="0"/>
                  </a:moveTo>
                  <a:lnTo>
                    <a:pt x="12822" y="1478"/>
                  </a:lnTo>
                  <a:lnTo>
                    <a:pt x="44067" y="15522"/>
                  </a:lnTo>
                  <a:lnTo>
                    <a:pt x="36030" y="34000"/>
                  </a:lnTo>
                  <a:lnTo>
                    <a:pt x="0" y="1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67"/>
            <p:cNvSpPr/>
            <p:nvPr/>
          </p:nvSpPr>
          <p:spPr>
            <a:xfrm>
              <a:off x="5653140" y="4611464"/>
              <a:ext cx="12463" cy="22711"/>
            </a:xfrm>
            <a:custGeom>
              <a:avLst/>
              <a:pathLst>
                <a:path w="12463" h="22711">
                  <a:moveTo>
                    <a:pt x="10423" y="22711"/>
                  </a:moveTo>
                  <a:lnTo>
                    <a:pt x="0" y="4271"/>
                  </a:lnTo>
                  <a:lnTo>
                    <a:pt x="7316" y="0"/>
                  </a:lnTo>
                  <a:lnTo>
                    <a:pt x="12463" y="215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68"/>
            <p:cNvSpPr/>
            <p:nvPr/>
          </p:nvSpPr>
          <p:spPr>
            <a:xfrm>
              <a:off x="5701020" y="4572063"/>
              <a:ext cx="47258" cy="26876"/>
            </a:xfrm>
            <a:custGeom>
              <a:avLst/>
              <a:pathLst>
                <a:path w="47258" h="26876">
                  <a:moveTo>
                    <a:pt x="0" y="9346"/>
                  </a:moveTo>
                  <a:lnTo>
                    <a:pt x="46355" y="0"/>
                  </a:lnTo>
                  <a:lnTo>
                    <a:pt x="47258" y="5235"/>
                  </a:lnTo>
                  <a:lnTo>
                    <a:pt x="41884" y="17877"/>
                  </a:lnTo>
                  <a:lnTo>
                    <a:pt x="3811" y="26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69"/>
            <p:cNvSpPr/>
            <p:nvPr/>
          </p:nvSpPr>
          <p:spPr>
            <a:xfrm>
              <a:off x="5619073" y="4703329"/>
              <a:ext cx="69381" cy="54078"/>
            </a:xfrm>
            <a:custGeom>
              <a:avLst/>
              <a:pathLst>
                <a:path w="69381" h="54078">
                  <a:moveTo>
                    <a:pt x="0" y="32329"/>
                  </a:moveTo>
                  <a:lnTo>
                    <a:pt x="55535" y="0"/>
                  </a:lnTo>
                  <a:lnTo>
                    <a:pt x="69381" y="21063"/>
                  </a:lnTo>
                  <a:lnTo>
                    <a:pt x="12792" y="54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0"/>
            <p:cNvSpPr/>
            <p:nvPr/>
          </p:nvSpPr>
          <p:spPr>
            <a:xfrm>
              <a:off x="5743904" y="4517768"/>
              <a:ext cx="24381" cy="32158"/>
            </a:xfrm>
            <a:custGeom>
              <a:avLst/>
              <a:pathLst>
                <a:path w="24381" h="32158">
                  <a:moveTo>
                    <a:pt x="0" y="0"/>
                  </a:moveTo>
                  <a:lnTo>
                    <a:pt x="24381" y="9358"/>
                  </a:lnTo>
                  <a:lnTo>
                    <a:pt x="20271" y="32158"/>
                  </a:lnTo>
                  <a:lnTo>
                    <a:pt x="13047" y="29272"/>
                  </a:lnTo>
                  <a:lnTo>
                    <a:pt x="4031" y="2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1"/>
            <p:cNvSpPr/>
            <p:nvPr/>
          </p:nvSpPr>
          <p:spPr>
            <a:xfrm>
              <a:off x="5691538" y="4527358"/>
              <a:ext cx="52741" cy="28584"/>
            </a:xfrm>
            <a:custGeom>
              <a:avLst/>
              <a:pathLst>
                <a:path w="52741" h="28584">
                  <a:moveTo>
                    <a:pt x="0" y="9779"/>
                  </a:moveTo>
                  <a:lnTo>
                    <a:pt x="50483" y="0"/>
                  </a:lnTo>
                  <a:lnTo>
                    <a:pt x="52741" y="18600"/>
                  </a:lnTo>
                  <a:lnTo>
                    <a:pt x="4139" y="2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2"/>
            <p:cNvSpPr/>
            <p:nvPr/>
          </p:nvSpPr>
          <p:spPr>
            <a:xfrm>
              <a:off x="5687435" y="4506231"/>
              <a:ext cx="54446" cy="28272"/>
            </a:xfrm>
            <a:custGeom>
              <a:avLst/>
              <a:pathLst>
                <a:path w="54446" h="28272">
                  <a:moveTo>
                    <a:pt x="0" y="10193"/>
                  </a:moveTo>
                  <a:lnTo>
                    <a:pt x="51962" y="0"/>
                  </a:lnTo>
                  <a:lnTo>
                    <a:pt x="54446" y="18355"/>
                  </a:lnTo>
                  <a:lnTo>
                    <a:pt x="3937" y="2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3"/>
            <p:cNvSpPr/>
            <p:nvPr/>
          </p:nvSpPr>
          <p:spPr>
            <a:xfrm>
              <a:off x="5813800" y="4516442"/>
              <a:ext cx="48469" cy="39274"/>
            </a:xfrm>
            <a:custGeom>
              <a:avLst/>
              <a:pathLst>
                <a:path w="48469" h="39274">
                  <a:moveTo>
                    <a:pt x="0" y="23197"/>
                  </a:moveTo>
                  <a:lnTo>
                    <a:pt x="8307" y="0"/>
                  </a:lnTo>
                  <a:lnTo>
                    <a:pt x="48469" y="16634"/>
                  </a:lnTo>
                  <a:lnTo>
                    <a:pt x="40204" y="39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4"/>
            <p:cNvSpPr/>
            <p:nvPr/>
          </p:nvSpPr>
          <p:spPr>
            <a:xfrm>
              <a:off x="5682222" y="4433818"/>
              <a:ext cx="28087" cy="31064"/>
            </a:xfrm>
            <a:custGeom>
              <a:avLst/>
              <a:pathLst>
                <a:path w="28087" h="31064">
                  <a:moveTo>
                    <a:pt x="0" y="19146"/>
                  </a:moveTo>
                  <a:lnTo>
                    <a:pt x="8473" y="0"/>
                  </a:lnTo>
                  <a:lnTo>
                    <a:pt x="28087" y="8098"/>
                  </a:lnTo>
                  <a:lnTo>
                    <a:pt x="18771" y="31064"/>
                  </a:lnTo>
                  <a:lnTo>
                    <a:pt x="8040" y="27100"/>
                  </a:lnTo>
                  <a:lnTo>
                    <a:pt x="9666" y="23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5"/>
            <p:cNvSpPr/>
            <p:nvPr/>
          </p:nvSpPr>
          <p:spPr>
            <a:xfrm>
              <a:off x="5651662" y="4779150"/>
              <a:ext cx="78067" cy="57258"/>
            </a:xfrm>
            <a:custGeom>
              <a:avLst/>
              <a:pathLst>
                <a:path w="78067" h="57258">
                  <a:moveTo>
                    <a:pt x="67566" y="0"/>
                  </a:moveTo>
                  <a:lnTo>
                    <a:pt x="78067" y="17064"/>
                  </a:lnTo>
                  <a:lnTo>
                    <a:pt x="11350" y="57258"/>
                  </a:lnTo>
                  <a:lnTo>
                    <a:pt x="0" y="3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6"/>
            <p:cNvSpPr/>
            <p:nvPr/>
          </p:nvSpPr>
          <p:spPr>
            <a:xfrm>
              <a:off x="5570167" y="4773304"/>
              <a:ext cx="64691" cy="51235"/>
            </a:xfrm>
            <a:custGeom>
              <a:avLst/>
              <a:pathLst>
                <a:path w="64691" h="51235">
                  <a:moveTo>
                    <a:pt x="0" y="29956"/>
                  </a:moveTo>
                  <a:lnTo>
                    <a:pt x="52256" y="0"/>
                  </a:lnTo>
                  <a:lnTo>
                    <a:pt x="64691" y="20499"/>
                  </a:lnTo>
                  <a:lnTo>
                    <a:pt x="12420" y="5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77"/>
            <p:cNvSpPr/>
            <p:nvPr/>
          </p:nvSpPr>
          <p:spPr>
            <a:xfrm>
              <a:off x="5739059" y="4594618"/>
              <a:ext cx="41659" cy="30713"/>
            </a:xfrm>
            <a:custGeom>
              <a:avLst/>
              <a:pathLst>
                <a:path w="41659" h="30713">
                  <a:moveTo>
                    <a:pt x="6287" y="0"/>
                  </a:moveTo>
                  <a:lnTo>
                    <a:pt x="41659" y="14174"/>
                  </a:lnTo>
                  <a:lnTo>
                    <a:pt x="35495" y="30713"/>
                  </a:lnTo>
                  <a:lnTo>
                    <a:pt x="0" y="16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78"/>
            <p:cNvSpPr/>
            <p:nvPr/>
          </p:nvSpPr>
          <p:spPr>
            <a:xfrm>
              <a:off x="5706263" y="4593236"/>
              <a:ext cx="35879" cy="27221"/>
            </a:xfrm>
            <a:custGeom>
              <a:avLst/>
              <a:pathLst>
                <a:path w="35879" h="27221">
                  <a:moveTo>
                    <a:pt x="0" y="8377"/>
                  </a:moveTo>
                  <a:lnTo>
                    <a:pt x="35879" y="0"/>
                  </a:lnTo>
                  <a:lnTo>
                    <a:pt x="30070" y="19556"/>
                  </a:lnTo>
                  <a:lnTo>
                    <a:pt x="3494" y="27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79"/>
            <p:cNvSpPr/>
            <p:nvPr/>
          </p:nvSpPr>
          <p:spPr>
            <a:xfrm>
              <a:off x="5779413" y="4601956"/>
              <a:ext cx="35990" cy="26085"/>
            </a:xfrm>
            <a:custGeom>
              <a:avLst/>
              <a:pathLst>
                <a:path w="35990" h="26085">
                  <a:moveTo>
                    <a:pt x="8591" y="0"/>
                  </a:moveTo>
                  <a:lnTo>
                    <a:pt x="35990" y="11273"/>
                  </a:lnTo>
                  <a:lnTo>
                    <a:pt x="17829" y="23622"/>
                  </a:lnTo>
                  <a:lnTo>
                    <a:pt x="11809" y="26085"/>
                  </a:lnTo>
                  <a:lnTo>
                    <a:pt x="0" y="22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0"/>
            <p:cNvSpPr/>
            <p:nvPr/>
          </p:nvSpPr>
          <p:spPr>
            <a:xfrm>
              <a:off x="5579824" y="4885867"/>
              <a:ext cx="31446" cy="25002"/>
            </a:xfrm>
            <a:custGeom>
              <a:avLst/>
              <a:pathLst>
                <a:path w="31446" h="25002">
                  <a:moveTo>
                    <a:pt x="9883" y="0"/>
                  </a:moveTo>
                  <a:lnTo>
                    <a:pt x="23844" y="141"/>
                  </a:lnTo>
                  <a:lnTo>
                    <a:pt x="31446" y="13484"/>
                  </a:lnTo>
                  <a:lnTo>
                    <a:pt x="11294" y="25002"/>
                  </a:lnTo>
                  <a:lnTo>
                    <a:pt x="0" y="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1"/>
            <p:cNvSpPr/>
            <p:nvPr/>
          </p:nvSpPr>
          <p:spPr>
            <a:xfrm>
              <a:off x="5593615" y="4903253"/>
              <a:ext cx="30708" cy="30034"/>
            </a:xfrm>
            <a:custGeom>
              <a:avLst/>
              <a:pathLst>
                <a:path w="30708" h="30034">
                  <a:moveTo>
                    <a:pt x="0" y="11898"/>
                  </a:moveTo>
                  <a:lnTo>
                    <a:pt x="19876" y="0"/>
                  </a:lnTo>
                  <a:lnTo>
                    <a:pt x="30708" y="19013"/>
                  </a:lnTo>
                  <a:lnTo>
                    <a:pt x="10575" y="30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2"/>
            <p:cNvSpPr/>
            <p:nvPr/>
          </p:nvSpPr>
          <p:spPr>
            <a:xfrm>
              <a:off x="5802088" y="4481848"/>
              <a:ext cx="27762" cy="30374"/>
            </a:xfrm>
            <a:custGeom>
              <a:avLst/>
              <a:pathLst>
                <a:path w="27762" h="30374">
                  <a:moveTo>
                    <a:pt x="0" y="22613"/>
                  </a:moveTo>
                  <a:lnTo>
                    <a:pt x="8574" y="0"/>
                  </a:lnTo>
                  <a:lnTo>
                    <a:pt x="27762" y="7374"/>
                  </a:lnTo>
                  <a:lnTo>
                    <a:pt x="19204" y="30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3"/>
            <p:cNvSpPr/>
            <p:nvPr/>
          </p:nvSpPr>
          <p:spPr>
            <a:xfrm>
              <a:off x="5799152" y="4613205"/>
              <a:ext cx="32233" cy="30072"/>
            </a:xfrm>
            <a:custGeom>
              <a:avLst/>
              <a:pathLst>
                <a:path w="32233" h="30072">
                  <a:moveTo>
                    <a:pt x="0" y="16129"/>
                  </a:moveTo>
                  <a:lnTo>
                    <a:pt x="24232" y="0"/>
                  </a:lnTo>
                  <a:lnTo>
                    <a:pt x="32233" y="3528"/>
                  </a:lnTo>
                  <a:lnTo>
                    <a:pt x="19595" y="30072"/>
                  </a:lnTo>
                  <a:lnTo>
                    <a:pt x="5819" y="25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4"/>
            <p:cNvSpPr/>
            <p:nvPr/>
          </p:nvSpPr>
          <p:spPr>
            <a:xfrm>
              <a:off x="5732002" y="4614148"/>
              <a:ext cx="41440" cy="33294"/>
            </a:xfrm>
            <a:custGeom>
              <a:avLst/>
              <a:pathLst>
                <a:path w="41440" h="33294">
                  <a:moveTo>
                    <a:pt x="5943" y="0"/>
                  </a:moveTo>
                  <a:lnTo>
                    <a:pt x="41440" y="14304"/>
                  </a:lnTo>
                  <a:lnTo>
                    <a:pt x="40111" y="23892"/>
                  </a:lnTo>
                  <a:lnTo>
                    <a:pt x="38178" y="33294"/>
                  </a:lnTo>
                  <a:lnTo>
                    <a:pt x="0" y="17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5"/>
            <p:cNvSpPr/>
            <p:nvPr/>
          </p:nvSpPr>
          <p:spPr>
            <a:xfrm>
              <a:off x="5783283" y="4473652"/>
              <a:ext cx="25469" cy="30388"/>
            </a:xfrm>
            <a:custGeom>
              <a:avLst/>
              <a:pathLst>
                <a:path w="25469" h="30388">
                  <a:moveTo>
                    <a:pt x="9194" y="0"/>
                  </a:moveTo>
                  <a:lnTo>
                    <a:pt x="25469" y="7342"/>
                  </a:lnTo>
                  <a:lnTo>
                    <a:pt x="17185" y="30388"/>
                  </a:lnTo>
                  <a:lnTo>
                    <a:pt x="0" y="22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6"/>
            <p:cNvSpPr/>
            <p:nvPr/>
          </p:nvSpPr>
          <p:spPr>
            <a:xfrm>
              <a:off x="5663108" y="4476916"/>
              <a:ext cx="28986" cy="84562"/>
            </a:xfrm>
            <a:custGeom>
              <a:avLst/>
              <a:pathLst>
                <a:path w="28986" h="84562">
                  <a:moveTo>
                    <a:pt x="1228" y="39933"/>
                  </a:moveTo>
                  <a:lnTo>
                    <a:pt x="2914" y="22957"/>
                  </a:lnTo>
                  <a:lnTo>
                    <a:pt x="5445" y="11219"/>
                  </a:lnTo>
                  <a:lnTo>
                    <a:pt x="9319" y="0"/>
                  </a:lnTo>
                  <a:lnTo>
                    <a:pt x="27921" y="6915"/>
                  </a:lnTo>
                  <a:lnTo>
                    <a:pt x="28433" y="19080"/>
                  </a:lnTo>
                  <a:lnTo>
                    <a:pt x="18669" y="21414"/>
                  </a:lnTo>
                  <a:lnTo>
                    <a:pt x="19441" y="27199"/>
                  </a:lnTo>
                  <a:lnTo>
                    <a:pt x="18388" y="31126"/>
                  </a:lnTo>
                  <a:lnTo>
                    <a:pt x="28986" y="80035"/>
                  </a:lnTo>
                  <a:lnTo>
                    <a:pt x="4848" y="84562"/>
                  </a:lnTo>
                  <a:lnTo>
                    <a:pt x="0" y="55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87"/>
            <p:cNvSpPr/>
            <p:nvPr/>
          </p:nvSpPr>
          <p:spPr>
            <a:xfrm>
              <a:off x="5583782" y="4796890"/>
              <a:ext cx="64156" cy="49853"/>
            </a:xfrm>
            <a:custGeom>
              <a:avLst/>
              <a:pathLst>
                <a:path w="64156" h="49853">
                  <a:moveTo>
                    <a:pt x="0" y="30274"/>
                  </a:moveTo>
                  <a:lnTo>
                    <a:pt x="52991" y="0"/>
                  </a:lnTo>
                  <a:lnTo>
                    <a:pt x="64156" y="18801"/>
                  </a:lnTo>
                  <a:lnTo>
                    <a:pt x="11214" y="49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88"/>
            <p:cNvSpPr/>
            <p:nvPr/>
          </p:nvSpPr>
          <p:spPr>
            <a:xfrm>
              <a:off x="5699949" y="4800604"/>
              <a:ext cx="42864" cy="37216"/>
            </a:xfrm>
            <a:custGeom>
              <a:avLst/>
              <a:pathLst>
                <a:path w="42864" h="37216">
                  <a:moveTo>
                    <a:pt x="0" y="18581"/>
                  </a:moveTo>
                  <a:lnTo>
                    <a:pt x="32028" y="0"/>
                  </a:lnTo>
                  <a:lnTo>
                    <a:pt x="42864" y="18294"/>
                  </a:lnTo>
                  <a:lnTo>
                    <a:pt x="11454" y="37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89"/>
            <p:cNvSpPr/>
            <p:nvPr/>
          </p:nvSpPr>
          <p:spPr>
            <a:xfrm>
              <a:off x="5745426" y="4457986"/>
              <a:ext cx="23789" cy="29846"/>
            </a:xfrm>
            <a:custGeom>
              <a:avLst/>
              <a:pathLst>
                <a:path w="23789" h="29846">
                  <a:moveTo>
                    <a:pt x="0" y="24634"/>
                  </a:moveTo>
                  <a:lnTo>
                    <a:pt x="1390" y="12081"/>
                  </a:lnTo>
                  <a:lnTo>
                    <a:pt x="6517" y="0"/>
                  </a:lnTo>
                  <a:lnTo>
                    <a:pt x="23789" y="6574"/>
                  </a:lnTo>
                  <a:lnTo>
                    <a:pt x="14548" y="2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0"/>
            <p:cNvSpPr/>
            <p:nvPr/>
          </p:nvSpPr>
          <p:spPr>
            <a:xfrm>
              <a:off x="5609962" y="4846845"/>
              <a:ext cx="54288" cy="44086"/>
            </a:xfrm>
            <a:custGeom>
              <a:avLst/>
              <a:pathLst>
                <a:path w="54288" h="44086">
                  <a:moveTo>
                    <a:pt x="0" y="25195"/>
                  </a:moveTo>
                  <a:lnTo>
                    <a:pt x="43322" y="0"/>
                  </a:lnTo>
                  <a:lnTo>
                    <a:pt x="54288" y="18124"/>
                  </a:lnTo>
                  <a:lnTo>
                    <a:pt x="11080" y="44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1"/>
            <p:cNvSpPr/>
            <p:nvPr/>
          </p:nvSpPr>
          <p:spPr>
            <a:xfrm>
              <a:off x="5799002" y="4640249"/>
              <a:ext cx="17610" cy="21520"/>
            </a:xfrm>
            <a:custGeom>
              <a:avLst/>
              <a:pathLst>
                <a:path w="17610" h="21520">
                  <a:moveTo>
                    <a:pt x="0" y="16967"/>
                  </a:moveTo>
                  <a:lnTo>
                    <a:pt x="6142" y="0"/>
                  </a:lnTo>
                  <a:lnTo>
                    <a:pt x="17610" y="4388"/>
                  </a:lnTo>
                  <a:lnTo>
                    <a:pt x="11485" y="21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2"/>
            <p:cNvSpPr/>
            <p:nvPr/>
          </p:nvSpPr>
          <p:spPr>
            <a:xfrm>
              <a:off x="5623053" y="4854559"/>
              <a:ext cx="77034" cy="58170"/>
            </a:xfrm>
            <a:custGeom>
              <a:avLst/>
              <a:pathLst>
                <a:path w="77034" h="58170">
                  <a:moveTo>
                    <a:pt x="0" y="39953"/>
                  </a:moveTo>
                  <a:lnTo>
                    <a:pt x="65572" y="0"/>
                  </a:lnTo>
                  <a:lnTo>
                    <a:pt x="77034" y="18763"/>
                  </a:lnTo>
                  <a:lnTo>
                    <a:pt x="10702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3"/>
            <p:cNvSpPr/>
            <p:nvPr/>
          </p:nvSpPr>
          <p:spPr>
            <a:xfrm>
              <a:off x="5762918" y="4465450"/>
              <a:ext cx="27183" cy="30045"/>
            </a:xfrm>
            <a:custGeom>
              <a:avLst/>
              <a:pathLst>
                <a:path w="27183" h="30045">
                  <a:moveTo>
                    <a:pt x="9261" y="0"/>
                  </a:moveTo>
                  <a:lnTo>
                    <a:pt x="27183" y="7132"/>
                  </a:lnTo>
                  <a:lnTo>
                    <a:pt x="17851" y="30045"/>
                  </a:lnTo>
                  <a:lnTo>
                    <a:pt x="0" y="23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4"/>
            <p:cNvSpPr/>
            <p:nvPr/>
          </p:nvSpPr>
          <p:spPr>
            <a:xfrm>
              <a:off x="5673034" y="4459780"/>
              <a:ext cx="66108" cy="53156"/>
            </a:xfrm>
            <a:custGeom>
              <a:avLst/>
              <a:pathLst>
                <a:path w="66108" h="53156">
                  <a:moveTo>
                    <a:pt x="0" y="14536"/>
                  </a:moveTo>
                  <a:lnTo>
                    <a:pt x="5187" y="0"/>
                  </a:lnTo>
                  <a:lnTo>
                    <a:pt x="62450" y="23071"/>
                  </a:lnTo>
                  <a:lnTo>
                    <a:pt x="66108" y="42705"/>
                  </a:lnTo>
                  <a:lnTo>
                    <a:pt x="12200" y="53156"/>
                  </a:lnTo>
                  <a:lnTo>
                    <a:pt x="11086" y="39394"/>
                  </a:lnTo>
                  <a:lnTo>
                    <a:pt x="36157" y="34071"/>
                  </a:lnTo>
                  <a:lnTo>
                    <a:pt x="45301" y="31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5"/>
            <p:cNvSpPr/>
            <p:nvPr/>
          </p:nvSpPr>
          <p:spPr>
            <a:xfrm>
              <a:off x="5773080" y="4499003"/>
              <a:ext cx="26324" cy="30490"/>
            </a:xfrm>
            <a:custGeom>
              <a:avLst/>
              <a:pathLst>
                <a:path w="26324" h="30490">
                  <a:moveTo>
                    <a:pt x="8805" y="0"/>
                  </a:moveTo>
                  <a:lnTo>
                    <a:pt x="26324" y="7508"/>
                  </a:lnTo>
                  <a:lnTo>
                    <a:pt x="17495" y="30490"/>
                  </a:lnTo>
                  <a:lnTo>
                    <a:pt x="0" y="23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6"/>
            <p:cNvSpPr/>
            <p:nvPr/>
          </p:nvSpPr>
          <p:spPr>
            <a:xfrm>
              <a:off x="5797222" y="4561591"/>
              <a:ext cx="47852" cy="34272"/>
            </a:xfrm>
            <a:custGeom>
              <a:avLst/>
              <a:pathLst>
                <a:path w="47852" h="34272">
                  <a:moveTo>
                    <a:pt x="0" y="17862"/>
                  </a:moveTo>
                  <a:lnTo>
                    <a:pt x="6622" y="0"/>
                  </a:lnTo>
                  <a:lnTo>
                    <a:pt x="47852" y="16532"/>
                  </a:lnTo>
                  <a:lnTo>
                    <a:pt x="41440" y="3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097"/>
            <p:cNvSpPr/>
            <p:nvPr/>
          </p:nvSpPr>
          <p:spPr>
            <a:xfrm>
              <a:off x="5767800" y="4664904"/>
              <a:ext cx="39861" cy="34020"/>
            </a:xfrm>
            <a:custGeom>
              <a:avLst/>
              <a:pathLst>
                <a:path w="39861" h="34020">
                  <a:moveTo>
                    <a:pt x="0" y="20716"/>
                  </a:moveTo>
                  <a:lnTo>
                    <a:pt x="8129" y="0"/>
                  </a:lnTo>
                  <a:lnTo>
                    <a:pt x="39861" y="13601"/>
                  </a:lnTo>
                  <a:lnTo>
                    <a:pt x="31463" y="34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098"/>
            <p:cNvSpPr/>
            <p:nvPr/>
          </p:nvSpPr>
          <p:spPr>
            <a:xfrm>
              <a:off x="5696479" y="4549511"/>
              <a:ext cx="50815" cy="28471"/>
            </a:xfrm>
            <a:custGeom>
              <a:avLst/>
              <a:pathLst>
                <a:path w="50815" h="28471">
                  <a:moveTo>
                    <a:pt x="0" y="9701"/>
                  </a:moveTo>
                  <a:lnTo>
                    <a:pt x="48296" y="0"/>
                  </a:lnTo>
                  <a:lnTo>
                    <a:pt x="50815" y="18568"/>
                  </a:lnTo>
                  <a:lnTo>
                    <a:pt x="4031" y="28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099"/>
            <p:cNvSpPr/>
            <p:nvPr/>
          </p:nvSpPr>
          <p:spPr>
            <a:xfrm>
              <a:off x="5748129" y="4550095"/>
              <a:ext cx="48542" cy="35783"/>
            </a:xfrm>
            <a:custGeom>
              <a:avLst/>
              <a:pathLst>
                <a:path w="48542" h="35783">
                  <a:moveTo>
                    <a:pt x="0" y="0"/>
                  </a:moveTo>
                  <a:lnTo>
                    <a:pt x="5250" y="460"/>
                  </a:lnTo>
                  <a:lnTo>
                    <a:pt x="48542" y="18167"/>
                  </a:lnTo>
                  <a:lnTo>
                    <a:pt x="41860" y="35783"/>
                  </a:lnTo>
                  <a:lnTo>
                    <a:pt x="2940" y="21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0"/>
            <p:cNvSpPr/>
            <p:nvPr/>
          </p:nvSpPr>
          <p:spPr>
            <a:xfrm>
              <a:off x="5667458" y="4560220"/>
              <a:ext cx="38442" cy="67030"/>
            </a:xfrm>
            <a:custGeom>
              <a:avLst/>
              <a:pathLst>
                <a:path w="38442" h="67030">
                  <a:moveTo>
                    <a:pt x="0" y="4424"/>
                  </a:moveTo>
                  <a:lnTo>
                    <a:pt x="25352" y="0"/>
                  </a:lnTo>
                  <a:lnTo>
                    <a:pt x="38442" y="62083"/>
                  </a:lnTo>
                  <a:lnTo>
                    <a:pt x="11800" y="6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1"/>
            <p:cNvSpPr/>
            <p:nvPr/>
          </p:nvSpPr>
          <p:spPr>
            <a:xfrm>
              <a:off x="5756733" y="4647344"/>
              <a:ext cx="21883" cy="29788"/>
            </a:xfrm>
            <a:custGeom>
              <a:avLst/>
              <a:pathLst>
                <a:path w="21883" h="29788">
                  <a:moveTo>
                    <a:pt x="451" y="10523"/>
                  </a:moveTo>
                  <a:lnTo>
                    <a:pt x="5282" y="0"/>
                  </a:lnTo>
                  <a:lnTo>
                    <a:pt x="21883" y="6371"/>
                  </a:lnTo>
                  <a:lnTo>
                    <a:pt x="11953" y="29788"/>
                  </a:lnTo>
                  <a:lnTo>
                    <a:pt x="0" y="1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2"/>
            <p:cNvSpPr/>
            <p:nvPr/>
          </p:nvSpPr>
          <p:spPr>
            <a:xfrm>
              <a:off x="5733590" y="4637259"/>
              <a:ext cx="26829" cy="31400"/>
            </a:xfrm>
            <a:custGeom>
              <a:avLst/>
              <a:pathLst>
                <a:path w="26829" h="31400">
                  <a:moveTo>
                    <a:pt x="0" y="31173"/>
                  </a:moveTo>
                  <a:lnTo>
                    <a:pt x="3628" y="0"/>
                  </a:lnTo>
                  <a:lnTo>
                    <a:pt x="16143" y="4639"/>
                  </a:lnTo>
                  <a:lnTo>
                    <a:pt x="26829" y="9417"/>
                  </a:lnTo>
                  <a:lnTo>
                    <a:pt x="22284" y="19838"/>
                  </a:lnTo>
                  <a:lnTo>
                    <a:pt x="21646" y="26341"/>
                  </a:lnTo>
                  <a:lnTo>
                    <a:pt x="16670" y="27593"/>
                  </a:lnTo>
                  <a:lnTo>
                    <a:pt x="10963" y="3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3"/>
            <p:cNvSpPr/>
            <p:nvPr/>
          </p:nvSpPr>
          <p:spPr>
            <a:xfrm>
              <a:off x="5533279" y="4800070"/>
              <a:ext cx="35021" cy="36266"/>
            </a:xfrm>
            <a:custGeom>
              <a:avLst/>
              <a:pathLst>
                <a:path w="35021" h="36266">
                  <a:moveTo>
                    <a:pt x="0" y="11612"/>
                  </a:moveTo>
                  <a:lnTo>
                    <a:pt x="21005" y="0"/>
                  </a:lnTo>
                  <a:lnTo>
                    <a:pt x="35021" y="24479"/>
                  </a:lnTo>
                  <a:lnTo>
                    <a:pt x="14376" y="3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4"/>
            <p:cNvSpPr/>
            <p:nvPr/>
          </p:nvSpPr>
          <p:spPr>
            <a:xfrm>
              <a:off x="5654165" y="4819697"/>
              <a:ext cx="56478" cy="44968"/>
            </a:xfrm>
            <a:custGeom>
              <a:avLst/>
              <a:pathLst>
                <a:path w="56478" h="44968">
                  <a:moveTo>
                    <a:pt x="44630" y="25558"/>
                  </a:moveTo>
                  <a:lnTo>
                    <a:pt x="11297" y="44968"/>
                  </a:lnTo>
                  <a:lnTo>
                    <a:pt x="0" y="26628"/>
                  </a:lnTo>
                  <a:lnTo>
                    <a:pt x="33468" y="6862"/>
                  </a:lnTo>
                  <a:lnTo>
                    <a:pt x="45089" y="0"/>
                  </a:lnTo>
                  <a:lnTo>
                    <a:pt x="56478" y="18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5"/>
            <p:cNvSpPr/>
            <p:nvPr/>
          </p:nvSpPr>
          <p:spPr>
            <a:xfrm>
              <a:off x="5625857" y="4766080"/>
              <a:ext cx="34706" cy="48321"/>
            </a:xfrm>
            <a:custGeom>
              <a:avLst/>
              <a:pathLst>
                <a:path w="34706" h="48321">
                  <a:moveTo>
                    <a:pt x="26588" y="47469"/>
                  </a:moveTo>
                  <a:lnTo>
                    <a:pt x="25194" y="48321"/>
                  </a:lnTo>
                  <a:lnTo>
                    <a:pt x="0" y="5977"/>
                  </a:lnTo>
                  <a:lnTo>
                    <a:pt x="10069" y="0"/>
                  </a:lnTo>
                  <a:lnTo>
                    <a:pt x="10436" y="632"/>
                  </a:lnTo>
                  <a:lnTo>
                    <a:pt x="34706" y="42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6"/>
            <p:cNvSpPr/>
            <p:nvPr/>
          </p:nvSpPr>
          <p:spPr>
            <a:xfrm>
              <a:off x="5730471" y="4667585"/>
              <a:ext cx="36722" cy="40838"/>
            </a:xfrm>
            <a:custGeom>
              <a:avLst/>
              <a:pathLst>
                <a:path w="36722" h="40838">
                  <a:moveTo>
                    <a:pt x="36722" y="15275"/>
                  </a:moveTo>
                  <a:lnTo>
                    <a:pt x="27651" y="40838"/>
                  </a:lnTo>
                  <a:lnTo>
                    <a:pt x="0" y="28940"/>
                  </a:lnTo>
                  <a:lnTo>
                    <a:pt x="3096" y="9424"/>
                  </a:lnTo>
                  <a:lnTo>
                    <a:pt x="20343" y="0"/>
                  </a:lnTo>
                  <a:lnTo>
                    <a:pt x="27748" y="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07"/>
            <p:cNvSpPr/>
            <p:nvPr/>
          </p:nvSpPr>
          <p:spPr>
            <a:xfrm>
              <a:off x="5702275" y="4629989"/>
              <a:ext cx="31088" cy="85019"/>
            </a:xfrm>
            <a:custGeom>
              <a:avLst/>
              <a:pathLst>
                <a:path w="31088" h="85019">
                  <a:moveTo>
                    <a:pt x="0" y="80200"/>
                  </a:moveTo>
                  <a:lnTo>
                    <a:pt x="5658" y="41025"/>
                  </a:lnTo>
                  <a:lnTo>
                    <a:pt x="10690" y="0"/>
                  </a:lnTo>
                  <a:lnTo>
                    <a:pt x="21984" y="1316"/>
                  </a:lnTo>
                  <a:lnTo>
                    <a:pt x="31088" y="7737"/>
                  </a:lnTo>
                  <a:lnTo>
                    <a:pt x="30004" y="24460"/>
                  </a:lnTo>
                  <a:lnTo>
                    <a:pt x="27448" y="42184"/>
                  </a:lnTo>
                  <a:lnTo>
                    <a:pt x="22021" y="82709"/>
                  </a:lnTo>
                  <a:lnTo>
                    <a:pt x="17356" y="85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08"/>
            <p:cNvSpPr/>
            <p:nvPr/>
          </p:nvSpPr>
          <p:spPr>
            <a:xfrm>
              <a:off x="5597054" y="4819272"/>
              <a:ext cx="62855" cy="49380"/>
            </a:xfrm>
            <a:custGeom>
              <a:avLst/>
              <a:pathLst>
                <a:path w="62855" h="49380">
                  <a:moveTo>
                    <a:pt x="62855" y="18545"/>
                  </a:moveTo>
                  <a:lnTo>
                    <a:pt x="10487" y="49380"/>
                  </a:lnTo>
                  <a:lnTo>
                    <a:pt x="0" y="30611"/>
                  </a:lnTo>
                  <a:lnTo>
                    <a:pt x="518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09"/>
            <p:cNvSpPr/>
            <p:nvPr/>
          </p:nvSpPr>
          <p:spPr>
            <a:xfrm>
              <a:off x="5691946" y="4821525"/>
              <a:ext cx="64127" cy="50263"/>
            </a:xfrm>
            <a:custGeom>
              <a:avLst/>
              <a:pathLst>
                <a:path w="64127" h="50263">
                  <a:moveTo>
                    <a:pt x="64127" y="18848"/>
                  </a:moveTo>
                  <a:lnTo>
                    <a:pt x="11580" y="50263"/>
                  </a:lnTo>
                  <a:lnTo>
                    <a:pt x="0" y="30805"/>
                  </a:lnTo>
                  <a:lnTo>
                    <a:pt x="520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0"/>
            <p:cNvSpPr/>
            <p:nvPr/>
          </p:nvSpPr>
          <p:spPr>
            <a:xfrm>
              <a:off x="5751831" y="4712014"/>
              <a:ext cx="38465" cy="32791"/>
            </a:xfrm>
            <a:custGeom>
              <a:avLst/>
              <a:pathLst>
                <a:path w="38465" h="32791">
                  <a:moveTo>
                    <a:pt x="7990" y="0"/>
                  </a:moveTo>
                  <a:lnTo>
                    <a:pt x="38465" y="11567"/>
                  </a:lnTo>
                  <a:lnTo>
                    <a:pt x="30851" y="32791"/>
                  </a:lnTo>
                  <a:lnTo>
                    <a:pt x="0" y="2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1"/>
            <p:cNvSpPr/>
            <p:nvPr/>
          </p:nvSpPr>
          <p:spPr>
            <a:xfrm>
              <a:off x="5699159" y="4723665"/>
              <a:ext cx="31857" cy="25205"/>
            </a:xfrm>
            <a:custGeom>
              <a:avLst/>
              <a:pathLst>
                <a:path w="31857" h="25205">
                  <a:moveTo>
                    <a:pt x="30608" y="9182"/>
                  </a:moveTo>
                  <a:lnTo>
                    <a:pt x="31857" y="12489"/>
                  </a:lnTo>
                  <a:lnTo>
                    <a:pt x="12041" y="25205"/>
                  </a:lnTo>
                  <a:lnTo>
                    <a:pt x="0" y="5050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2"/>
            <p:cNvSpPr/>
            <p:nvPr/>
          </p:nvSpPr>
          <p:spPr>
            <a:xfrm>
              <a:off x="5846070" y="4498797"/>
              <a:ext cx="26532" cy="30851"/>
            </a:xfrm>
            <a:custGeom>
              <a:avLst/>
              <a:pathLst>
                <a:path w="26532" h="30851">
                  <a:moveTo>
                    <a:pt x="0" y="23791"/>
                  </a:moveTo>
                  <a:lnTo>
                    <a:pt x="8428" y="0"/>
                  </a:lnTo>
                  <a:lnTo>
                    <a:pt x="26532" y="7295"/>
                  </a:lnTo>
                  <a:lnTo>
                    <a:pt x="17806" y="30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3"/>
            <p:cNvSpPr/>
            <p:nvPr/>
          </p:nvSpPr>
          <p:spPr>
            <a:xfrm>
              <a:off x="5792035" y="4507348"/>
              <a:ext cx="26899" cy="31523"/>
            </a:xfrm>
            <a:custGeom>
              <a:avLst/>
              <a:pathLst>
                <a:path w="26899" h="31523">
                  <a:moveTo>
                    <a:pt x="0" y="24330"/>
                  </a:moveTo>
                  <a:lnTo>
                    <a:pt x="9291" y="0"/>
                  </a:lnTo>
                  <a:lnTo>
                    <a:pt x="26899" y="7019"/>
                  </a:lnTo>
                  <a:lnTo>
                    <a:pt x="18240" y="3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4"/>
            <p:cNvSpPr/>
            <p:nvPr/>
          </p:nvSpPr>
          <p:spPr>
            <a:xfrm>
              <a:off x="5759384" y="4688406"/>
              <a:ext cx="38563" cy="33107"/>
            </a:xfrm>
            <a:custGeom>
              <a:avLst/>
              <a:pathLst>
                <a:path w="38563" h="33107">
                  <a:moveTo>
                    <a:pt x="7560" y="0"/>
                  </a:moveTo>
                  <a:lnTo>
                    <a:pt x="38563" y="13243"/>
                  </a:lnTo>
                  <a:lnTo>
                    <a:pt x="31248" y="33107"/>
                  </a:lnTo>
                  <a:lnTo>
                    <a:pt x="0" y="203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5"/>
            <p:cNvSpPr/>
            <p:nvPr/>
          </p:nvSpPr>
          <p:spPr>
            <a:xfrm>
              <a:off x="5653098" y="4755958"/>
              <a:ext cx="63960" cy="50380"/>
            </a:xfrm>
            <a:custGeom>
              <a:avLst/>
              <a:pathLst>
                <a:path w="63960" h="50380">
                  <a:moveTo>
                    <a:pt x="0" y="31917"/>
                  </a:moveTo>
                  <a:lnTo>
                    <a:pt x="52272" y="0"/>
                  </a:lnTo>
                  <a:lnTo>
                    <a:pt x="63960" y="19533"/>
                  </a:lnTo>
                  <a:lnTo>
                    <a:pt x="11313" y="50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6"/>
            <p:cNvSpPr/>
            <p:nvPr/>
          </p:nvSpPr>
          <p:spPr>
            <a:xfrm>
              <a:off x="5639697" y="4732902"/>
              <a:ext cx="64105" cy="51478"/>
            </a:xfrm>
            <a:custGeom>
              <a:avLst/>
              <a:pathLst>
                <a:path w="64105" h="51478">
                  <a:moveTo>
                    <a:pt x="11456" y="51478"/>
                  </a:moveTo>
                  <a:lnTo>
                    <a:pt x="0" y="31161"/>
                  </a:lnTo>
                  <a:lnTo>
                    <a:pt x="52525" y="0"/>
                  </a:lnTo>
                  <a:lnTo>
                    <a:pt x="64105" y="20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17"/>
            <p:cNvSpPr/>
            <p:nvPr/>
          </p:nvSpPr>
          <p:spPr>
            <a:xfrm>
              <a:off x="5726532" y="4745416"/>
              <a:ext cx="52894" cy="48868"/>
            </a:xfrm>
            <a:custGeom>
              <a:avLst/>
              <a:pathLst>
                <a:path w="52894" h="48868">
                  <a:moveTo>
                    <a:pt x="30266" y="8866"/>
                  </a:moveTo>
                  <a:lnTo>
                    <a:pt x="34336" y="0"/>
                  </a:lnTo>
                  <a:lnTo>
                    <a:pt x="52894" y="7499"/>
                  </a:lnTo>
                  <a:lnTo>
                    <a:pt x="43274" y="27374"/>
                  </a:lnTo>
                  <a:lnTo>
                    <a:pt x="13172" y="48868"/>
                  </a:lnTo>
                  <a:lnTo>
                    <a:pt x="0" y="28783"/>
                  </a:lnTo>
                  <a:lnTo>
                    <a:pt x="21220" y="1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18"/>
            <p:cNvSpPr/>
            <p:nvPr/>
          </p:nvSpPr>
          <p:spPr>
            <a:xfrm>
              <a:off x="5552095" y="4738377"/>
              <a:ext cx="75160" cy="59591"/>
            </a:xfrm>
            <a:custGeom>
              <a:avLst/>
              <a:pathLst>
                <a:path w="75160" h="59591">
                  <a:moveTo>
                    <a:pt x="0" y="37078"/>
                  </a:moveTo>
                  <a:lnTo>
                    <a:pt x="62673" y="0"/>
                  </a:lnTo>
                  <a:lnTo>
                    <a:pt x="75160" y="21756"/>
                  </a:lnTo>
                  <a:lnTo>
                    <a:pt x="12235" y="59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19"/>
            <p:cNvSpPr/>
            <p:nvPr/>
          </p:nvSpPr>
          <p:spPr>
            <a:xfrm>
              <a:off x="5713276" y="4735773"/>
              <a:ext cx="44277" cy="35695"/>
            </a:xfrm>
            <a:custGeom>
              <a:avLst/>
              <a:pathLst>
                <a:path w="44277" h="35695">
                  <a:moveTo>
                    <a:pt x="0" y="16317"/>
                  </a:moveTo>
                  <a:lnTo>
                    <a:pt x="23733" y="0"/>
                  </a:lnTo>
                  <a:lnTo>
                    <a:pt x="44277" y="8302"/>
                  </a:lnTo>
                  <a:lnTo>
                    <a:pt x="40423" y="16310"/>
                  </a:lnTo>
                  <a:lnTo>
                    <a:pt x="11276" y="35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0"/>
            <p:cNvSpPr/>
            <p:nvPr/>
          </p:nvSpPr>
          <p:spPr>
            <a:xfrm>
              <a:off x="5702996" y="4442418"/>
              <a:ext cx="27170" cy="30187"/>
            </a:xfrm>
            <a:custGeom>
              <a:avLst/>
              <a:pathLst>
                <a:path w="27170" h="30187">
                  <a:moveTo>
                    <a:pt x="0" y="23147"/>
                  </a:moveTo>
                  <a:lnTo>
                    <a:pt x="8903" y="0"/>
                  </a:lnTo>
                  <a:lnTo>
                    <a:pt x="27170" y="7422"/>
                  </a:lnTo>
                  <a:lnTo>
                    <a:pt x="21223" y="19711"/>
                  </a:lnTo>
                  <a:lnTo>
                    <a:pt x="17450" y="30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1"/>
            <p:cNvSpPr/>
            <p:nvPr/>
          </p:nvSpPr>
          <p:spPr>
            <a:xfrm>
              <a:off x="5722409" y="4450530"/>
              <a:ext cx="27265" cy="30209"/>
            </a:xfrm>
            <a:custGeom>
              <a:avLst/>
              <a:pathLst>
                <a:path w="27265" h="30209">
                  <a:moveTo>
                    <a:pt x="9768" y="0"/>
                  </a:moveTo>
                  <a:lnTo>
                    <a:pt x="27265" y="6420"/>
                  </a:lnTo>
                  <a:lnTo>
                    <a:pt x="18496" y="30209"/>
                  </a:lnTo>
                  <a:lnTo>
                    <a:pt x="0" y="22649"/>
                  </a:lnTo>
                  <a:lnTo>
                    <a:pt x="4568" y="10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2"/>
            <p:cNvSpPr/>
            <p:nvPr/>
          </p:nvSpPr>
          <p:spPr>
            <a:xfrm>
              <a:off x="5549114" y="4826708"/>
              <a:ext cx="48686" cy="60740"/>
            </a:xfrm>
            <a:custGeom>
              <a:avLst/>
              <a:pathLst>
                <a:path w="48686" h="60740">
                  <a:moveTo>
                    <a:pt x="0" y="12129"/>
                  </a:moveTo>
                  <a:lnTo>
                    <a:pt x="20774" y="0"/>
                  </a:lnTo>
                  <a:lnTo>
                    <a:pt x="48686" y="48997"/>
                  </a:lnTo>
                  <a:lnTo>
                    <a:pt x="28347" y="60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3"/>
            <p:cNvSpPr/>
            <p:nvPr/>
          </p:nvSpPr>
          <p:spPr>
            <a:xfrm>
              <a:off x="5746524" y="4574792"/>
              <a:ext cx="42090" cy="30989"/>
            </a:xfrm>
            <a:custGeom>
              <a:avLst/>
              <a:pathLst>
                <a:path w="42090" h="30989">
                  <a:moveTo>
                    <a:pt x="6983" y="0"/>
                  </a:moveTo>
                  <a:lnTo>
                    <a:pt x="42090" y="13588"/>
                  </a:lnTo>
                  <a:lnTo>
                    <a:pt x="35392" y="30989"/>
                  </a:lnTo>
                  <a:lnTo>
                    <a:pt x="0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4"/>
            <p:cNvSpPr/>
            <p:nvPr/>
          </p:nvSpPr>
          <p:spPr>
            <a:xfrm>
              <a:off x="5789789" y="4581412"/>
              <a:ext cx="48166" cy="29798"/>
            </a:xfrm>
            <a:custGeom>
              <a:avLst/>
              <a:pathLst>
                <a:path w="48166" h="29798">
                  <a:moveTo>
                    <a:pt x="0" y="17910"/>
                  </a:moveTo>
                  <a:lnTo>
                    <a:pt x="6731" y="0"/>
                  </a:lnTo>
                  <a:lnTo>
                    <a:pt x="48166" y="16124"/>
                  </a:lnTo>
                  <a:lnTo>
                    <a:pt x="46253" y="18863"/>
                  </a:lnTo>
                  <a:lnTo>
                    <a:pt x="43483" y="21867"/>
                  </a:lnTo>
                  <a:lnTo>
                    <a:pt x="37704" y="25810"/>
                  </a:lnTo>
                  <a:lnTo>
                    <a:pt x="29818" y="29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5"/>
            <p:cNvSpPr/>
            <p:nvPr/>
          </p:nvSpPr>
          <p:spPr>
            <a:xfrm>
              <a:off x="5804273" y="4541952"/>
              <a:ext cx="48385" cy="34606"/>
            </a:xfrm>
            <a:custGeom>
              <a:avLst/>
              <a:pathLst>
                <a:path w="48385" h="34606">
                  <a:moveTo>
                    <a:pt x="0" y="18045"/>
                  </a:moveTo>
                  <a:lnTo>
                    <a:pt x="6927" y="0"/>
                  </a:lnTo>
                  <a:lnTo>
                    <a:pt x="48385" y="16683"/>
                  </a:lnTo>
                  <a:lnTo>
                    <a:pt x="41536" y="34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6"/>
            <p:cNvSpPr/>
            <p:nvPr/>
          </p:nvSpPr>
          <p:spPr>
            <a:xfrm>
              <a:off x="5752698" y="4490924"/>
              <a:ext cx="26968" cy="30974"/>
            </a:xfrm>
            <a:custGeom>
              <a:avLst/>
              <a:pathLst>
                <a:path w="26968" h="30974">
                  <a:moveTo>
                    <a:pt x="8608" y="0"/>
                  </a:moveTo>
                  <a:lnTo>
                    <a:pt x="26968" y="7244"/>
                  </a:lnTo>
                  <a:lnTo>
                    <a:pt x="18178" y="30974"/>
                  </a:lnTo>
                  <a:lnTo>
                    <a:pt x="1915" y="24742"/>
                  </a:lnTo>
                  <a:lnTo>
                    <a:pt x="0" y="21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27"/>
            <p:cNvSpPr/>
            <p:nvPr/>
          </p:nvSpPr>
          <p:spPr>
            <a:xfrm>
              <a:off x="5823655" y="4489972"/>
              <a:ext cx="27134" cy="31246"/>
            </a:xfrm>
            <a:custGeom>
              <a:avLst/>
              <a:pathLst>
                <a:path w="27134" h="31246">
                  <a:moveTo>
                    <a:pt x="0" y="23161"/>
                  </a:moveTo>
                  <a:lnTo>
                    <a:pt x="8084" y="0"/>
                  </a:lnTo>
                  <a:lnTo>
                    <a:pt x="27134" y="7543"/>
                  </a:lnTo>
                  <a:lnTo>
                    <a:pt x="19146" y="31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28"/>
            <p:cNvSpPr/>
            <p:nvPr/>
          </p:nvSpPr>
          <p:spPr>
            <a:xfrm>
              <a:off x="5676791" y="4627487"/>
              <a:ext cx="32109" cy="78148"/>
            </a:xfrm>
            <a:custGeom>
              <a:avLst/>
              <a:pathLst>
                <a:path w="32109" h="78148">
                  <a:moveTo>
                    <a:pt x="5329" y="3356"/>
                  </a:moveTo>
                  <a:lnTo>
                    <a:pt x="23470" y="82"/>
                  </a:lnTo>
                  <a:lnTo>
                    <a:pt x="32109" y="0"/>
                  </a:lnTo>
                  <a:lnTo>
                    <a:pt x="29103" y="24575"/>
                  </a:lnTo>
                  <a:lnTo>
                    <a:pt x="26548" y="46597"/>
                  </a:lnTo>
                  <a:lnTo>
                    <a:pt x="21812" y="78148"/>
                  </a:lnTo>
                  <a:lnTo>
                    <a:pt x="0" y="75776"/>
                  </a:lnTo>
                  <a:lnTo>
                    <a:pt x="2158" y="60785"/>
                  </a:lnTo>
                  <a:lnTo>
                    <a:pt x="4603" y="41286"/>
                  </a:lnTo>
                  <a:lnTo>
                    <a:pt x="6207" y="21439"/>
                  </a:lnTo>
                  <a:lnTo>
                    <a:pt x="6185" y="11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29"/>
            <p:cNvSpPr/>
            <p:nvPr/>
          </p:nvSpPr>
          <p:spPr>
            <a:xfrm>
              <a:off x="5725944" y="4700341"/>
              <a:ext cx="32268" cy="31601"/>
            </a:xfrm>
            <a:custGeom>
              <a:avLst/>
              <a:pathLst>
                <a:path w="32268" h="31601">
                  <a:moveTo>
                    <a:pt x="0" y="21311"/>
                  </a:moveTo>
                  <a:lnTo>
                    <a:pt x="4200" y="0"/>
                  </a:lnTo>
                  <a:lnTo>
                    <a:pt x="32268" y="11241"/>
                  </a:lnTo>
                  <a:lnTo>
                    <a:pt x="24620" y="31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0"/>
            <p:cNvSpPr/>
            <p:nvPr/>
          </p:nvSpPr>
          <p:spPr>
            <a:xfrm>
              <a:off x="5740523" y="4484421"/>
              <a:ext cx="17330" cy="29486"/>
            </a:xfrm>
            <a:custGeom>
              <a:avLst/>
              <a:pathLst>
                <a:path w="17330" h="29486">
                  <a:moveTo>
                    <a:pt x="0" y="0"/>
                  </a:moveTo>
                  <a:lnTo>
                    <a:pt x="17330" y="6474"/>
                  </a:lnTo>
                  <a:lnTo>
                    <a:pt x="8313" y="29486"/>
                  </a:lnTo>
                  <a:lnTo>
                    <a:pt x="2570" y="27268"/>
                  </a:lnTo>
                  <a:lnTo>
                    <a:pt x="968" y="1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1"/>
            <p:cNvSpPr/>
            <p:nvPr/>
          </p:nvSpPr>
          <p:spPr>
            <a:xfrm>
              <a:off x="5794528" y="4658583"/>
              <a:ext cx="19113" cy="17698"/>
            </a:xfrm>
            <a:custGeom>
              <a:avLst/>
              <a:pathLst>
                <a:path w="19113" h="17698">
                  <a:moveTo>
                    <a:pt x="0" y="11692"/>
                  </a:moveTo>
                  <a:lnTo>
                    <a:pt x="4589" y="0"/>
                  </a:lnTo>
                  <a:lnTo>
                    <a:pt x="19113" y="5597"/>
                  </a:lnTo>
                  <a:lnTo>
                    <a:pt x="14162" y="17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2"/>
            <p:cNvSpPr/>
            <p:nvPr/>
          </p:nvSpPr>
          <p:spPr>
            <a:xfrm>
              <a:off x="5774295" y="4529343"/>
              <a:ext cx="34106" cy="35846"/>
            </a:xfrm>
            <a:custGeom>
              <a:avLst/>
              <a:pathLst>
                <a:path w="34106" h="35846">
                  <a:moveTo>
                    <a:pt x="34106" y="12497"/>
                  </a:moveTo>
                  <a:lnTo>
                    <a:pt x="25565" y="35846"/>
                  </a:lnTo>
                  <a:lnTo>
                    <a:pt x="23521" y="34983"/>
                  </a:lnTo>
                  <a:lnTo>
                    <a:pt x="0" y="25059"/>
                  </a:lnTo>
                  <a:lnTo>
                    <a:pt x="3538" y="3568"/>
                  </a:lnTo>
                  <a:lnTo>
                    <a:pt x="41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3"/>
            <p:cNvSpPr/>
            <p:nvPr/>
          </p:nvSpPr>
          <p:spPr>
            <a:xfrm>
              <a:off x="5281947" y="4628764"/>
              <a:ext cx="77201" cy="110564"/>
            </a:xfrm>
            <a:custGeom>
              <a:avLst/>
              <a:pathLst>
                <a:path w="77201" h="110564">
                  <a:moveTo>
                    <a:pt x="77201" y="98583"/>
                  </a:moveTo>
                  <a:lnTo>
                    <a:pt x="57405" y="110564"/>
                  </a:lnTo>
                  <a:lnTo>
                    <a:pt x="0" y="11949"/>
                  </a:lnTo>
                  <a:lnTo>
                    <a:pt x="197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4"/>
            <p:cNvSpPr/>
            <p:nvPr/>
          </p:nvSpPr>
          <p:spPr>
            <a:xfrm>
              <a:off x="5289621" y="4826484"/>
              <a:ext cx="45677" cy="41096"/>
            </a:xfrm>
            <a:custGeom>
              <a:avLst/>
              <a:pathLst>
                <a:path w="45677" h="41096">
                  <a:moveTo>
                    <a:pt x="35563" y="27628"/>
                  </a:moveTo>
                  <a:lnTo>
                    <a:pt x="12837" y="41096"/>
                  </a:lnTo>
                  <a:lnTo>
                    <a:pt x="0" y="19412"/>
                  </a:lnTo>
                  <a:lnTo>
                    <a:pt x="22665" y="6211"/>
                  </a:lnTo>
                  <a:lnTo>
                    <a:pt x="33352" y="0"/>
                  </a:lnTo>
                  <a:lnTo>
                    <a:pt x="45677" y="21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5"/>
            <p:cNvSpPr/>
            <p:nvPr/>
          </p:nvSpPr>
          <p:spPr>
            <a:xfrm>
              <a:off x="5332336" y="4801915"/>
              <a:ext cx="44285" cy="39758"/>
            </a:xfrm>
            <a:custGeom>
              <a:avLst/>
              <a:pathLst>
                <a:path w="44285" h="39758">
                  <a:moveTo>
                    <a:pt x="12521" y="39758"/>
                  </a:moveTo>
                  <a:lnTo>
                    <a:pt x="0" y="18453"/>
                  </a:lnTo>
                  <a:lnTo>
                    <a:pt x="32613" y="0"/>
                  </a:lnTo>
                  <a:lnTo>
                    <a:pt x="44285" y="2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6"/>
            <p:cNvSpPr/>
            <p:nvPr/>
          </p:nvSpPr>
          <p:spPr>
            <a:xfrm>
              <a:off x="5142756" y="4836479"/>
              <a:ext cx="52405" cy="67991"/>
            </a:xfrm>
            <a:custGeom>
              <a:avLst/>
              <a:pathLst>
                <a:path w="52405" h="67991">
                  <a:moveTo>
                    <a:pt x="0" y="11569"/>
                  </a:moveTo>
                  <a:lnTo>
                    <a:pt x="20348" y="0"/>
                  </a:lnTo>
                  <a:lnTo>
                    <a:pt x="52405" y="56175"/>
                  </a:lnTo>
                  <a:lnTo>
                    <a:pt x="32267" y="6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37"/>
            <p:cNvSpPr/>
            <p:nvPr/>
          </p:nvSpPr>
          <p:spPr>
            <a:xfrm>
              <a:off x="5185677" y="4648381"/>
              <a:ext cx="45108" cy="40152"/>
            </a:xfrm>
            <a:custGeom>
              <a:avLst/>
              <a:pathLst>
                <a:path w="45108" h="40152">
                  <a:moveTo>
                    <a:pt x="11673" y="40152"/>
                  </a:moveTo>
                  <a:lnTo>
                    <a:pt x="0" y="19687"/>
                  </a:lnTo>
                  <a:lnTo>
                    <a:pt x="33519" y="0"/>
                  </a:lnTo>
                  <a:lnTo>
                    <a:pt x="45108" y="20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38"/>
            <p:cNvSpPr/>
            <p:nvPr/>
          </p:nvSpPr>
          <p:spPr>
            <a:xfrm>
              <a:off x="5244420" y="4649127"/>
              <a:ext cx="46370" cy="41962"/>
            </a:xfrm>
            <a:custGeom>
              <a:avLst/>
              <a:pathLst>
                <a:path w="46370" h="41962">
                  <a:moveTo>
                    <a:pt x="13184" y="41962"/>
                  </a:moveTo>
                  <a:lnTo>
                    <a:pt x="0" y="19704"/>
                  </a:lnTo>
                  <a:lnTo>
                    <a:pt x="32900" y="0"/>
                  </a:lnTo>
                  <a:lnTo>
                    <a:pt x="46370" y="22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39"/>
            <p:cNvSpPr/>
            <p:nvPr/>
          </p:nvSpPr>
          <p:spPr>
            <a:xfrm>
              <a:off x="5369904" y="4715353"/>
              <a:ext cx="49339" cy="62750"/>
            </a:xfrm>
            <a:custGeom>
              <a:avLst/>
              <a:pathLst>
                <a:path w="49339" h="62750">
                  <a:moveTo>
                    <a:pt x="49339" y="51135"/>
                  </a:moveTo>
                  <a:lnTo>
                    <a:pt x="29880" y="62750"/>
                  </a:lnTo>
                  <a:lnTo>
                    <a:pt x="0" y="12058"/>
                  </a:lnTo>
                  <a:lnTo>
                    <a:pt x="203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0"/>
            <p:cNvSpPr/>
            <p:nvPr/>
          </p:nvSpPr>
          <p:spPr>
            <a:xfrm>
              <a:off x="5160987" y="4739348"/>
              <a:ext cx="49545" cy="62814"/>
            </a:xfrm>
            <a:custGeom>
              <a:avLst/>
              <a:pathLst>
                <a:path w="49545" h="62814">
                  <a:moveTo>
                    <a:pt x="0" y="11734"/>
                  </a:moveTo>
                  <a:lnTo>
                    <a:pt x="19354" y="0"/>
                  </a:lnTo>
                  <a:lnTo>
                    <a:pt x="49545" y="51217"/>
                  </a:lnTo>
                  <a:lnTo>
                    <a:pt x="29504" y="6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1"/>
            <p:cNvSpPr/>
            <p:nvPr/>
          </p:nvSpPr>
          <p:spPr>
            <a:xfrm>
              <a:off x="5321029" y="4557990"/>
              <a:ext cx="62722" cy="50323"/>
            </a:xfrm>
            <a:custGeom>
              <a:avLst/>
              <a:pathLst>
                <a:path w="62722" h="50323">
                  <a:moveTo>
                    <a:pt x="62722" y="20573"/>
                  </a:moveTo>
                  <a:lnTo>
                    <a:pt x="11957" y="50323"/>
                  </a:lnTo>
                  <a:lnTo>
                    <a:pt x="0" y="29583"/>
                  </a:lnTo>
                  <a:lnTo>
                    <a:pt x="510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2"/>
            <p:cNvSpPr/>
            <p:nvPr/>
          </p:nvSpPr>
          <p:spPr>
            <a:xfrm>
              <a:off x="5207809" y="4866491"/>
              <a:ext cx="58628" cy="48021"/>
            </a:xfrm>
            <a:custGeom>
              <a:avLst/>
              <a:pathLst>
                <a:path w="58628" h="48021">
                  <a:moveTo>
                    <a:pt x="11565" y="48021"/>
                  </a:moveTo>
                  <a:lnTo>
                    <a:pt x="0" y="27638"/>
                  </a:lnTo>
                  <a:lnTo>
                    <a:pt x="46798" y="0"/>
                  </a:lnTo>
                  <a:lnTo>
                    <a:pt x="58628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3"/>
            <p:cNvSpPr/>
            <p:nvPr/>
          </p:nvSpPr>
          <p:spPr>
            <a:xfrm>
              <a:off x="5247978" y="4878337"/>
              <a:ext cx="62038" cy="49800"/>
            </a:xfrm>
            <a:custGeom>
              <a:avLst/>
              <a:pathLst>
                <a:path w="62038" h="49800">
                  <a:moveTo>
                    <a:pt x="12371" y="49800"/>
                  </a:moveTo>
                  <a:lnTo>
                    <a:pt x="0" y="28919"/>
                  </a:lnTo>
                  <a:lnTo>
                    <a:pt x="24384" y="14654"/>
                  </a:lnTo>
                  <a:lnTo>
                    <a:pt x="50207" y="0"/>
                  </a:lnTo>
                  <a:lnTo>
                    <a:pt x="62038" y="20471"/>
                  </a:lnTo>
                  <a:lnTo>
                    <a:pt x="13328" y="49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4"/>
            <p:cNvSpPr/>
            <p:nvPr/>
          </p:nvSpPr>
          <p:spPr>
            <a:xfrm>
              <a:off x="5257645" y="4773232"/>
              <a:ext cx="46806" cy="41176"/>
            </a:xfrm>
            <a:custGeom>
              <a:avLst/>
              <a:pathLst>
                <a:path w="46806" h="41176">
                  <a:moveTo>
                    <a:pt x="11814" y="41176"/>
                  </a:moveTo>
                  <a:lnTo>
                    <a:pt x="0" y="20696"/>
                  </a:lnTo>
                  <a:lnTo>
                    <a:pt x="34735" y="0"/>
                  </a:lnTo>
                  <a:lnTo>
                    <a:pt x="46806" y="21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5"/>
            <p:cNvSpPr/>
            <p:nvPr/>
          </p:nvSpPr>
          <p:spPr>
            <a:xfrm>
              <a:off x="5316276" y="4772939"/>
              <a:ext cx="48094" cy="41861"/>
            </a:xfrm>
            <a:custGeom>
              <a:avLst/>
              <a:pathLst>
                <a:path w="48094" h="41861">
                  <a:moveTo>
                    <a:pt x="12476" y="41861"/>
                  </a:moveTo>
                  <a:lnTo>
                    <a:pt x="0" y="21005"/>
                  </a:lnTo>
                  <a:lnTo>
                    <a:pt x="36280" y="0"/>
                  </a:lnTo>
                  <a:lnTo>
                    <a:pt x="48094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6"/>
            <p:cNvSpPr/>
            <p:nvPr/>
          </p:nvSpPr>
          <p:spPr>
            <a:xfrm>
              <a:off x="5108201" y="4776214"/>
              <a:ext cx="52130" cy="67399"/>
            </a:xfrm>
            <a:custGeom>
              <a:avLst/>
              <a:pathLst>
                <a:path w="52130" h="67399">
                  <a:moveTo>
                    <a:pt x="0" y="11839"/>
                  </a:moveTo>
                  <a:lnTo>
                    <a:pt x="20299" y="0"/>
                  </a:lnTo>
                  <a:lnTo>
                    <a:pt x="52130" y="55513"/>
                  </a:lnTo>
                  <a:lnTo>
                    <a:pt x="31906" y="67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47"/>
            <p:cNvSpPr/>
            <p:nvPr/>
          </p:nvSpPr>
          <p:spPr>
            <a:xfrm>
              <a:off x="5269019" y="4588592"/>
              <a:ext cx="62469" cy="50539"/>
            </a:xfrm>
            <a:custGeom>
              <a:avLst/>
              <a:pathLst>
                <a:path w="62469" h="50539">
                  <a:moveTo>
                    <a:pt x="50368" y="0"/>
                  </a:moveTo>
                  <a:lnTo>
                    <a:pt x="62469" y="20788"/>
                  </a:lnTo>
                  <a:lnTo>
                    <a:pt x="12080" y="50539"/>
                  </a:lnTo>
                  <a:lnTo>
                    <a:pt x="0" y="29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48"/>
            <p:cNvSpPr/>
            <p:nvPr/>
          </p:nvSpPr>
          <p:spPr>
            <a:xfrm>
              <a:off x="5312503" y="4602302"/>
              <a:ext cx="59668" cy="48283"/>
            </a:xfrm>
            <a:custGeom>
              <a:avLst/>
              <a:pathLst>
                <a:path w="59668" h="48283">
                  <a:moveTo>
                    <a:pt x="59668" y="19971"/>
                  </a:moveTo>
                  <a:lnTo>
                    <a:pt x="11859" y="48283"/>
                  </a:lnTo>
                  <a:lnTo>
                    <a:pt x="0" y="27807"/>
                  </a:lnTo>
                  <a:lnTo>
                    <a:pt x="478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49"/>
            <p:cNvSpPr/>
            <p:nvPr/>
          </p:nvSpPr>
          <p:spPr>
            <a:xfrm>
              <a:off x="5389934" y="4795183"/>
              <a:ext cx="61907" cy="50383"/>
            </a:xfrm>
            <a:custGeom>
              <a:avLst/>
              <a:pathLst>
                <a:path w="61907" h="50383">
                  <a:moveTo>
                    <a:pt x="0" y="29797"/>
                  </a:moveTo>
                  <a:lnTo>
                    <a:pt x="50117" y="0"/>
                  </a:lnTo>
                  <a:lnTo>
                    <a:pt x="61907" y="20632"/>
                  </a:lnTo>
                  <a:lnTo>
                    <a:pt x="11880" y="50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0"/>
            <p:cNvSpPr/>
            <p:nvPr/>
          </p:nvSpPr>
          <p:spPr>
            <a:xfrm>
              <a:off x="5271964" y="4798451"/>
              <a:ext cx="47010" cy="42199"/>
            </a:xfrm>
            <a:custGeom>
              <a:avLst/>
              <a:pathLst>
                <a:path w="47010" h="42199">
                  <a:moveTo>
                    <a:pt x="0" y="20415"/>
                  </a:moveTo>
                  <a:lnTo>
                    <a:pt x="34743" y="0"/>
                  </a:lnTo>
                  <a:lnTo>
                    <a:pt x="47010" y="21732"/>
                  </a:lnTo>
                  <a:lnTo>
                    <a:pt x="12488" y="42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1"/>
            <p:cNvSpPr/>
            <p:nvPr/>
          </p:nvSpPr>
          <p:spPr>
            <a:xfrm>
              <a:off x="5232220" y="4797393"/>
              <a:ext cx="65012" cy="90284"/>
            </a:xfrm>
            <a:custGeom>
              <a:avLst/>
              <a:pathLst>
                <a:path w="65012" h="90284">
                  <a:moveTo>
                    <a:pt x="65012" y="79320"/>
                  </a:moveTo>
                  <a:lnTo>
                    <a:pt x="45748" y="90284"/>
                  </a:lnTo>
                  <a:lnTo>
                    <a:pt x="0" y="12280"/>
                  </a:lnTo>
                  <a:lnTo>
                    <a:pt x="198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2"/>
            <p:cNvSpPr/>
            <p:nvPr/>
          </p:nvSpPr>
          <p:spPr>
            <a:xfrm>
              <a:off x="5348320" y="4828608"/>
              <a:ext cx="44894" cy="40421"/>
            </a:xfrm>
            <a:custGeom>
              <a:avLst/>
              <a:pathLst>
                <a:path w="44894" h="40421">
                  <a:moveTo>
                    <a:pt x="0" y="19279"/>
                  </a:moveTo>
                  <a:lnTo>
                    <a:pt x="32508" y="0"/>
                  </a:lnTo>
                  <a:lnTo>
                    <a:pt x="44894" y="20819"/>
                  </a:lnTo>
                  <a:lnTo>
                    <a:pt x="12190" y="40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3"/>
            <p:cNvSpPr/>
            <p:nvPr/>
          </p:nvSpPr>
          <p:spPr>
            <a:xfrm>
              <a:off x="5305963" y="4853299"/>
              <a:ext cx="45000" cy="40899"/>
            </a:xfrm>
            <a:custGeom>
              <a:avLst/>
              <a:pathLst>
                <a:path w="45000" h="40899">
                  <a:moveTo>
                    <a:pt x="0" y="19726"/>
                  </a:moveTo>
                  <a:lnTo>
                    <a:pt x="33155" y="0"/>
                  </a:lnTo>
                  <a:lnTo>
                    <a:pt x="45000" y="21189"/>
                  </a:lnTo>
                  <a:lnTo>
                    <a:pt x="11979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4"/>
            <p:cNvSpPr/>
            <p:nvPr/>
          </p:nvSpPr>
          <p:spPr>
            <a:xfrm>
              <a:off x="5397171" y="4699147"/>
              <a:ext cx="47269" cy="58562"/>
            </a:xfrm>
            <a:custGeom>
              <a:avLst/>
              <a:pathLst>
                <a:path w="47269" h="58562">
                  <a:moveTo>
                    <a:pt x="26575" y="58562"/>
                  </a:moveTo>
                  <a:lnTo>
                    <a:pt x="0" y="12713"/>
                  </a:lnTo>
                  <a:lnTo>
                    <a:pt x="20946" y="0"/>
                  </a:lnTo>
                  <a:lnTo>
                    <a:pt x="47269" y="46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5"/>
            <p:cNvSpPr/>
            <p:nvPr/>
          </p:nvSpPr>
          <p:spPr>
            <a:xfrm>
              <a:off x="5172345" y="4695467"/>
              <a:ext cx="65501" cy="90661"/>
            </a:xfrm>
            <a:custGeom>
              <a:avLst/>
              <a:pathLst>
                <a:path w="65501" h="90661">
                  <a:moveTo>
                    <a:pt x="19669" y="0"/>
                  </a:moveTo>
                  <a:lnTo>
                    <a:pt x="65501" y="79092"/>
                  </a:lnTo>
                  <a:lnTo>
                    <a:pt x="45772" y="90661"/>
                  </a:lnTo>
                  <a:lnTo>
                    <a:pt x="0" y="1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6"/>
            <p:cNvSpPr/>
            <p:nvPr/>
          </p:nvSpPr>
          <p:spPr>
            <a:xfrm>
              <a:off x="5075562" y="4702825"/>
              <a:ext cx="62402" cy="50332"/>
            </a:xfrm>
            <a:custGeom>
              <a:avLst/>
              <a:pathLst>
                <a:path w="62402" h="50332">
                  <a:moveTo>
                    <a:pt x="0" y="29467"/>
                  </a:moveTo>
                  <a:lnTo>
                    <a:pt x="50572" y="0"/>
                  </a:lnTo>
                  <a:lnTo>
                    <a:pt x="62402" y="21250"/>
                  </a:lnTo>
                  <a:lnTo>
                    <a:pt x="12040" y="50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57"/>
            <p:cNvSpPr/>
            <p:nvPr/>
          </p:nvSpPr>
          <p:spPr>
            <a:xfrm>
              <a:off x="5275095" y="4676139"/>
              <a:ext cx="47604" cy="59056"/>
            </a:xfrm>
            <a:custGeom>
              <a:avLst/>
              <a:pathLst>
                <a:path w="47604" h="59056">
                  <a:moveTo>
                    <a:pt x="27548" y="59056"/>
                  </a:moveTo>
                  <a:lnTo>
                    <a:pt x="0" y="12162"/>
                  </a:lnTo>
                  <a:lnTo>
                    <a:pt x="20695" y="0"/>
                  </a:lnTo>
                  <a:lnTo>
                    <a:pt x="47604" y="47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58"/>
            <p:cNvSpPr/>
            <p:nvPr/>
          </p:nvSpPr>
          <p:spPr>
            <a:xfrm>
              <a:off x="5204591" y="4813842"/>
              <a:ext cx="49033" cy="62643"/>
            </a:xfrm>
            <a:custGeom>
              <a:avLst/>
              <a:pathLst>
                <a:path w="49033" h="62643">
                  <a:moveTo>
                    <a:pt x="29528" y="62643"/>
                  </a:moveTo>
                  <a:lnTo>
                    <a:pt x="0" y="11918"/>
                  </a:lnTo>
                  <a:lnTo>
                    <a:pt x="20588" y="0"/>
                  </a:lnTo>
                  <a:lnTo>
                    <a:pt x="49033" y="51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59"/>
            <p:cNvSpPr/>
            <p:nvPr/>
          </p:nvSpPr>
          <p:spPr>
            <a:xfrm>
              <a:off x="5128188" y="4671873"/>
              <a:ext cx="62061" cy="50816"/>
            </a:xfrm>
            <a:custGeom>
              <a:avLst/>
              <a:pathLst>
                <a:path w="62061" h="50816">
                  <a:moveTo>
                    <a:pt x="62061" y="20973"/>
                  </a:moveTo>
                  <a:lnTo>
                    <a:pt x="12124" y="50816"/>
                  </a:lnTo>
                  <a:lnTo>
                    <a:pt x="0" y="29774"/>
                  </a:lnTo>
                  <a:lnTo>
                    <a:pt x="504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0"/>
            <p:cNvSpPr/>
            <p:nvPr/>
          </p:nvSpPr>
          <p:spPr>
            <a:xfrm>
              <a:off x="5418783" y="4673053"/>
              <a:ext cx="52948" cy="68408"/>
            </a:xfrm>
            <a:custGeom>
              <a:avLst/>
              <a:pathLst>
                <a:path w="52948" h="68408">
                  <a:moveTo>
                    <a:pt x="0" y="12259"/>
                  </a:moveTo>
                  <a:lnTo>
                    <a:pt x="20891" y="0"/>
                  </a:lnTo>
                  <a:lnTo>
                    <a:pt x="52948" y="56729"/>
                  </a:lnTo>
                  <a:lnTo>
                    <a:pt x="32975" y="68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1"/>
            <p:cNvSpPr/>
            <p:nvPr/>
          </p:nvSpPr>
          <p:spPr>
            <a:xfrm>
              <a:off x="5200869" y="4674685"/>
              <a:ext cx="46390" cy="42144"/>
            </a:xfrm>
            <a:custGeom>
              <a:avLst/>
              <a:pathLst>
                <a:path w="46390" h="42144">
                  <a:moveTo>
                    <a:pt x="0" y="19644"/>
                  </a:moveTo>
                  <a:lnTo>
                    <a:pt x="33417" y="0"/>
                  </a:lnTo>
                  <a:lnTo>
                    <a:pt x="46390" y="22613"/>
                  </a:lnTo>
                  <a:lnTo>
                    <a:pt x="13114" y="42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2"/>
            <p:cNvSpPr/>
            <p:nvPr/>
          </p:nvSpPr>
          <p:spPr>
            <a:xfrm>
              <a:off x="5176528" y="4829976"/>
              <a:ext cx="47102" cy="57761"/>
            </a:xfrm>
            <a:custGeom>
              <a:avLst/>
              <a:pathLst>
                <a:path w="47102" h="57761">
                  <a:moveTo>
                    <a:pt x="0" y="12134"/>
                  </a:moveTo>
                  <a:lnTo>
                    <a:pt x="20506" y="0"/>
                  </a:lnTo>
                  <a:lnTo>
                    <a:pt x="47102" y="45323"/>
                  </a:lnTo>
                  <a:lnTo>
                    <a:pt x="26492" y="57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3"/>
            <p:cNvSpPr/>
            <p:nvPr/>
          </p:nvSpPr>
          <p:spPr>
            <a:xfrm>
              <a:off x="5356498" y="4629846"/>
              <a:ext cx="47233" cy="57746"/>
            </a:xfrm>
            <a:custGeom>
              <a:avLst/>
              <a:pathLst>
                <a:path w="47233" h="57746">
                  <a:moveTo>
                    <a:pt x="20684" y="0"/>
                  </a:moveTo>
                  <a:lnTo>
                    <a:pt x="47233" y="45365"/>
                  </a:lnTo>
                  <a:lnTo>
                    <a:pt x="26373" y="57746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4"/>
            <p:cNvSpPr/>
            <p:nvPr/>
          </p:nvSpPr>
          <p:spPr>
            <a:xfrm>
              <a:off x="5326253" y="4640782"/>
              <a:ext cx="49439" cy="62904"/>
            </a:xfrm>
            <a:custGeom>
              <a:avLst/>
              <a:pathLst>
                <a:path w="49439" h="62904">
                  <a:moveTo>
                    <a:pt x="0" y="12011"/>
                  </a:moveTo>
                  <a:lnTo>
                    <a:pt x="20016" y="0"/>
                  </a:lnTo>
                  <a:lnTo>
                    <a:pt x="49439" y="50970"/>
                  </a:lnTo>
                  <a:lnTo>
                    <a:pt x="29347" y="6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5"/>
            <p:cNvSpPr/>
            <p:nvPr/>
          </p:nvSpPr>
          <p:spPr>
            <a:xfrm>
              <a:off x="5260020" y="4689167"/>
              <a:ext cx="40285" cy="55343"/>
            </a:xfrm>
            <a:custGeom>
              <a:avLst/>
              <a:pathLst>
                <a:path w="40285" h="55343">
                  <a:moveTo>
                    <a:pt x="40285" y="47675"/>
                  </a:moveTo>
                  <a:lnTo>
                    <a:pt x="27372" y="55343"/>
                  </a:lnTo>
                  <a:lnTo>
                    <a:pt x="0" y="7943"/>
                  </a:lnTo>
                  <a:lnTo>
                    <a:pt x="132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6"/>
            <p:cNvSpPr/>
            <p:nvPr/>
          </p:nvSpPr>
          <p:spPr>
            <a:xfrm>
              <a:off x="5400596" y="4751706"/>
              <a:ext cx="59674" cy="49783"/>
            </a:xfrm>
            <a:custGeom>
              <a:avLst/>
              <a:pathLst>
                <a:path w="59674" h="49783">
                  <a:moveTo>
                    <a:pt x="0" y="28334"/>
                  </a:moveTo>
                  <a:lnTo>
                    <a:pt x="47031" y="0"/>
                  </a:lnTo>
                  <a:lnTo>
                    <a:pt x="59674" y="21911"/>
                  </a:lnTo>
                  <a:lnTo>
                    <a:pt x="12521" y="49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67"/>
            <p:cNvSpPr/>
            <p:nvPr/>
          </p:nvSpPr>
          <p:spPr>
            <a:xfrm>
              <a:off x="5135664" y="4759383"/>
              <a:ext cx="47272" cy="58793"/>
            </a:xfrm>
            <a:custGeom>
              <a:avLst/>
              <a:pathLst>
                <a:path w="47272" h="58793">
                  <a:moveTo>
                    <a:pt x="26804" y="58793"/>
                  </a:moveTo>
                  <a:lnTo>
                    <a:pt x="0" y="12196"/>
                  </a:lnTo>
                  <a:lnTo>
                    <a:pt x="20227" y="0"/>
                  </a:lnTo>
                  <a:lnTo>
                    <a:pt x="47272" y="46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68"/>
            <p:cNvSpPr/>
            <p:nvPr/>
          </p:nvSpPr>
          <p:spPr>
            <a:xfrm>
              <a:off x="5441707" y="4763692"/>
              <a:ext cx="62834" cy="51086"/>
            </a:xfrm>
            <a:custGeom>
              <a:avLst/>
              <a:pathLst>
                <a:path w="62834" h="51086">
                  <a:moveTo>
                    <a:pt x="0" y="30104"/>
                  </a:moveTo>
                  <a:lnTo>
                    <a:pt x="50493" y="0"/>
                  </a:lnTo>
                  <a:lnTo>
                    <a:pt x="62834" y="20942"/>
                  </a:lnTo>
                  <a:lnTo>
                    <a:pt x="11909" y="51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69"/>
            <p:cNvSpPr/>
            <p:nvPr/>
          </p:nvSpPr>
          <p:spPr>
            <a:xfrm>
              <a:off x="5342333" y="4731418"/>
              <a:ext cx="64991" cy="90793"/>
            </a:xfrm>
            <a:custGeom>
              <a:avLst/>
              <a:pathLst>
                <a:path w="64991" h="90793">
                  <a:moveTo>
                    <a:pt x="64991" y="79475"/>
                  </a:moveTo>
                  <a:lnTo>
                    <a:pt x="46027" y="90793"/>
                  </a:lnTo>
                  <a:lnTo>
                    <a:pt x="0" y="12000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0"/>
            <p:cNvSpPr/>
            <p:nvPr/>
          </p:nvSpPr>
          <p:spPr>
            <a:xfrm>
              <a:off x="5455927" y="4736033"/>
              <a:ext cx="35187" cy="37943"/>
            </a:xfrm>
            <a:custGeom>
              <a:avLst/>
              <a:pathLst>
                <a:path w="35187" h="37943">
                  <a:moveTo>
                    <a:pt x="35187" y="25993"/>
                  </a:moveTo>
                  <a:lnTo>
                    <a:pt x="14809" y="37943"/>
                  </a:lnTo>
                  <a:lnTo>
                    <a:pt x="0" y="11734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1"/>
            <p:cNvSpPr/>
            <p:nvPr/>
          </p:nvSpPr>
          <p:spPr>
            <a:xfrm>
              <a:off x="5119793" y="4715950"/>
              <a:ext cx="59237" cy="49030"/>
            </a:xfrm>
            <a:custGeom>
              <a:avLst/>
              <a:pathLst>
                <a:path w="59237" h="49030">
                  <a:moveTo>
                    <a:pt x="59237" y="21065"/>
                  </a:moveTo>
                  <a:lnTo>
                    <a:pt x="12551" y="49030"/>
                  </a:lnTo>
                  <a:lnTo>
                    <a:pt x="0" y="27594"/>
                  </a:lnTo>
                  <a:lnTo>
                    <a:pt x="47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2"/>
            <p:cNvSpPr/>
            <p:nvPr/>
          </p:nvSpPr>
          <p:spPr>
            <a:xfrm>
              <a:off x="5383309" y="4611913"/>
              <a:ext cx="53867" cy="69603"/>
            </a:xfrm>
            <a:custGeom>
              <a:avLst/>
              <a:pathLst>
                <a:path w="53867" h="69603">
                  <a:moveTo>
                    <a:pt x="20456" y="0"/>
                  </a:moveTo>
                  <a:lnTo>
                    <a:pt x="53867" y="57407"/>
                  </a:lnTo>
                  <a:lnTo>
                    <a:pt x="33489" y="69603"/>
                  </a:lnTo>
                  <a:lnTo>
                    <a:pt x="0" y="12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3"/>
            <p:cNvSpPr/>
            <p:nvPr/>
          </p:nvSpPr>
          <p:spPr>
            <a:xfrm>
              <a:off x="5088807" y="4742996"/>
              <a:ext cx="35829" cy="38111"/>
            </a:xfrm>
            <a:custGeom>
              <a:avLst/>
              <a:pathLst>
                <a:path w="35829" h="38111">
                  <a:moveTo>
                    <a:pt x="0" y="11701"/>
                  </a:moveTo>
                  <a:lnTo>
                    <a:pt x="20207" y="0"/>
                  </a:lnTo>
                  <a:lnTo>
                    <a:pt x="35829" y="26055"/>
                  </a:lnTo>
                  <a:lnTo>
                    <a:pt x="15275" y="3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4"/>
            <p:cNvSpPr/>
            <p:nvPr/>
          </p:nvSpPr>
          <p:spPr>
            <a:xfrm>
              <a:off x="5301506" y="4746491"/>
              <a:ext cx="48168" cy="42555"/>
            </a:xfrm>
            <a:custGeom>
              <a:avLst/>
              <a:pathLst>
                <a:path w="48168" h="42555">
                  <a:moveTo>
                    <a:pt x="12145" y="42555"/>
                  </a:moveTo>
                  <a:lnTo>
                    <a:pt x="0" y="20642"/>
                  </a:lnTo>
                  <a:lnTo>
                    <a:pt x="35655" y="0"/>
                  </a:lnTo>
                  <a:lnTo>
                    <a:pt x="48168" y="21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5"/>
            <p:cNvSpPr/>
            <p:nvPr/>
          </p:nvSpPr>
          <p:spPr>
            <a:xfrm>
              <a:off x="5364482" y="4579671"/>
              <a:ext cx="35685" cy="38441"/>
            </a:xfrm>
            <a:custGeom>
              <a:avLst/>
              <a:pathLst>
                <a:path w="35685" h="38441">
                  <a:moveTo>
                    <a:pt x="0" y="11823"/>
                  </a:moveTo>
                  <a:lnTo>
                    <a:pt x="20173" y="0"/>
                  </a:lnTo>
                  <a:lnTo>
                    <a:pt x="35685" y="26198"/>
                  </a:lnTo>
                  <a:lnTo>
                    <a:pt x="15292" y="38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6"/>
            <p:cNvSpPr/>
            <p:nvPr/>
          </p:nvSpPr>
          <p:spPr>
            <a:xfrm>
              <a:off x="5228894" y="4622964"/>
              <a:ext cx="44875" cy="39777"/>
            </a:xfrm>
            <a:custGeom>
              <a:avLst/>
              <a:pathLst>
                <a:path w="44875" h="39777">
                  <a:moveTo>
                    <a:pt x="0" y="19066"/>
                  </a:moveTo>
                  <a:lnTo>
                    <a:pt x="32955" y="0"/>
                  </a:lnTo>
                  <a:lnTo>
                    <a:pt x="44875" y="20018"/>
                  </a:lnTo>
                  <a:lnTo>
                    <a:pt x="11779" y="39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77"/>
            <p:cNvSpPr/>
            <p:nvPr/>
          </p:nvSpPr>
          <p:spPr>
            <a:xfrm>
              <a:off x="5178756" y="4898452"/>
              <a:ext cx="35539" cy="38171"/>
            </a:xfrm>
            <a:custGeom>
              <a:avLst/>
              <a:pathLst>
                <a:path w="35539" h="38171">
                  <a:moveTo>
                    <a:pt x="0" y="12301"/>
                  </a:moveTo>
                  <a:lnTo>
                    <a:pt x="20730" y="0"/>
                  </a:lnTo>
                  <a:lnTo>
                    <a:pt x="35539" y="26055"/>
                  </a:lnTo>
                  <a:lnTo>
                    <a:pt x="15411" y="3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78"/>
            <p:cNvSpPr/>
            <p:nvPr/>
          </p:nvSpPr>
          <p:spPr>
            <a:xfrm>
              <a:off x="5195372" y="4908030"/>
              <a:ext cx="63743" cy="51137"/>
            </a:xfrm>
            <a:custGeom>
              <a:avLst/>
              <a:pathLst>
                <a:path w="63743" h="51137">
                  <a:moveTo>
                    <a:pt x="0" y="30194"/>
                  </a:moveTo>
                  <a:lnTo>
                    <a:pt x="22956" y="16440"/>
                  </a:lnTo>
                  <a:lnTo>
                    <a:pt x="51327" y="0"/>
                  </a:lnTo>
                  <a:lnTo>
                    <a:pt x="63743" y="20788"/>
                  </a:lnTo>
                  <a:lnTo>
                    <a:pt x="12401" y="51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79"/>
            <p:cNvSpPr/>
            <p:nvPr/>
          </p:nvSpPr>
          <p:spPr>
            <a:xfrm>
              <a:off x="5383997" y="4680193"/>
              <a:ext cx="30507" cy="28069"/>
            </a:xfrm>
            <a:custGeom>
              <a:avLst/>
              <a:pathLst>
                <a:path w="30507" h="28069">
                  <a:moveTo>
                    <a:pt x="0" y="12896"/>
                  </a:moveTo>
                  <a:lnTo>
                    <a:pt x="12253" y="5636"/>
                  </a:lnTo>
                  <a:lnTo>
                    <a:pt x="21940" y="0"/>
                  </a:lnTo>
                  <a:lnTo>
                    <a:pt x="30507" y="14802"/>
                  </a:lnTo>
                  <a:lnTo>
                    <a:pt x="8519" y="28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0"/>
            <p:cNvSpPr/>
            <p:nvPr/>
          </p:nvSpPr>
          <p:spPr>
            <a:xfrm>
              <a:off x="5358168" y="4695623"/>
              <a:ext cx="29975" cy="27956"/>
            </a:xfrm>
            <a:custGeom>
              <a:avLst/>
              <a:pathLst>
                <a:path w="29975" h="27956">
                  <a:moveTo>
                    <a:pt x="0" y="12804"/>
                  </a:moveTo>
                  <a:lnTo>
                    <a:pt x="21514" y="0"/>
                  </a:lnTo>
                  <a:lnTo>
                    <a:pt x="29975" y="15295"/>
                  </a:lnTo>
                  <a:lnTo>
                    <a:pt x="8804" y="27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1"/>
            <p:cNvSpPr/>
            <p:nvPr/>
          </p:nvSpPr>
          <p:spPr>
            <a:xfrm>
              <a:off x="5214672" y="4702107"/>
              <a:ext cx="43778" cy="33169"/>
            </a:xfrm>
            <a:custGeom>
              <a:avLst/>
              <a:pathLst>
                <a:path w="43778" h="33169">
                  <a:moveTo>
                    <a:pt x="0" y="21367"/>
                  </a:moveTo>
                  <a:lnTo>
                    <a:pt x="36915" y="0"/>
                  </a:lnTo>
                  <a:lnTo>
                    <a:pt x="43778" y="11826"/>
                  </a:lnTo>
                  <a:lnTo>
                    <a:pt x="6935" y="3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2"/>
            <p:cNvSpPr/>
            <p:nvPr/>
          </p:nvSpPr>
          <p:spPr>
            <a:xfrm>
              <a:off x="5222369" y="4714858"/>
              <a:ext cx="56760" cy="56699"/>
            </a:xfrm>
            <a:custGeom>
              <a:avLst/>
              <a:pathLst>
                <a:path w="56760" h="56699">
                  <a:moveTo>
                    <a:pt x="0" y="21447"/>
                  </a:moveTo>
                  <a:lnTo>
                    <a:pt x="36803" y="0"/>
                  </a:lnTo>
                  <a:lnTo>
                    <a:pt x="56760" y="35109"/>
                  </a:lnTo>
                  <a:lnTo>
                    <a:pt x="20188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3"/>
            <p:cNvSpPr/>
            <p:nvPr/>
          </p:nvSpPr>
          <p:spPr>
            <a:xfrm>
              <a:off x="5221201" y="4755978"/>
              <a:ext cx="67434" cy="47952"/>
            </a:xfrm>
            <a:custGeom>
              <a:avLst/>
              <a:pathLst>
                <a:path w="67434" h="47952">
                  <a:moveTo>
                    <a:pt x="7203" y="47952"/>
                  </a:moveTo>
                  <a:lnTo>
                    <a:pt x="0" y="35853"/>
                  </a:lnTo>
                  <a:lnTo>
                    <a:pt x="60932" y="0"/>
                  </a:lnTo>
                  <a:lnTo>
                    <a:pt x="67434" y="11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4"/>
            <p:cNvSpPr/>
            <p:nvPr/>
          </p:nvSpPr>
          <p:spPr>
            <a:xfrm>
              <a:off x="5291153" y="4729654"/>
              <a:ext cx="42140" cy="32769"/>
            </a:xfrm>
            <a:custGeom>
              <a:avLst/>
              <a:pathLst>
                <a:path w="42140" h="32769">
                  <a:moveTo>
                    <a:pt x="6501" y="32769"/>
                  </a:moveTo>
                  <a:lnTo>
                    <a:pt x="0" y="20911"/>
                  </a:lnTo>
                  <a:lnTo>
                    <a:pt x="35157" y="0"/>
                  </a:lnTo>
                  <a:lnTo>
                    <a:pt x="42140" y="12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5"/>
            <p:cNvSpPr/>
            <p:nvPr/>
          </p:nvSpPr>
          <p:spPr>
            <a:xfrm>
              <a:off x="5163471" y="4810623"/>
              <a:ext cx="27812" cy="29966"/>
            </a:xfrm>
            <a:custGeom>
              <a:avLst/>
              <a:pathLst>
                <a:path w="27812" h="29966">
                  <a:moveTo>
                    <a:pt x="0" y="9270"/>
                  </a:moveTo>
                  <a:lnTo>
                    <a:pt x="15787" y="0"/>
                  </a:lnTo>
                  <a:lnTo>
                    <a:pt x="27812" y="20542"/>
                  </a:lnTo>
                  <a:lnTo>
                    <a:pt x="11919" y="29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6"/>
            <p:cNvSpPr/>
            <p:nvPr/>
          </p:nvSpPr>
          <p:spPr>
            <a:xfrm>
              <a:off x="5194857" y="4791910"/>
              <a:ext cx="28595" cy="29997"/>
            </a:xfrm>
            <a:custGeom>
              <a:avLst/>
              <a:pathLst>
                <a:path w="28595" h="29997">
                  <a:moveTo>
                    <a:pt x="0" y="9833"/>
                  </a:moveTo>
                  <a:lnTo>
                    <a:pt x="16781" y="0"/>
                  </a:lnTo>
                  <a:lnTo>
                    <a:pt x="28595" y="20150"/>
                  </a:lnTo>
                  <a:lnTo>
                    <a:pt x="11724" y="29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87"/>
            <p:cNvSpPr/>
            <p:nvPr/>
          </p:nvSpPr>
          <p:spPr>
            <a:xfrm>
              <a:off x="5516083" y="4770281"/>
              <a:ext cx="26737" cy="27357"/>
            </a:xfrm>
            <a:custGeom>
              <a:avLst/>
              <a:pathLst>
                <a:path w="26737" h="27357">
                  <a:moveTo>
                    <a:pt x="13368" y="27357"/>
                  </a:moveTo>
                  <a:lnTo>
                    <a:pt x="12619" y="27319"/>
                  </a:lnTo>
                  <a:lnTo>
                    <a:pt x="12058" y="27291"/>
                  </a:lnTo>
                  <a:lnTo>
                    <a:pt x="11058" y="27139"/>
                  </a:lnTo>
                  <a:lnTo>
                    <a:pt x="10760" y="27094"/>
                  </a:lnTo>
                  <a:lnTo>
                    <a:pt x="9488" y="26768"/>
                  </a:lnTo>
                  <a:lnTo>
                    <a:pt x="8252" y="26316"/>
                  </a:lnTo>
                  <a:lnTo>
                    <a:pt x="7066" y="25742"/>
                  </a:lnTo>
                  <a:lnTo>
                    <a:pt x="5941" y="25052"/>
                  </a:lnTo>
                  <a:lnTo>
                    <a:pt x="4887" y="24252"/>
                  </a:lnTo>
                  <a:lnTo>
                    <a:pt x="3915" y="23351"/>
                  </a:lnTo>
                  <a:lnTo>
                    <a:pt x="3034" y="22356"/>
                  </a:lnTo>
                  <a:lnTo>
                    <a:pt x="2253" y="21278"/>
                  </a:lnTo>
                  <a:lnTo>
                    <a:pt x="1578" y="20126"/>
                  </a:lnTo>
                  <a:lnTo>
                    <a:pt x="1017" y="18913"/>
                  </a:lnTo>
                  <a:lnTo>
                    <a:pt x="575" y="17649"/>
                  </a:lnTo>
                  <a:lnTo>
                    <a:pt x="256" y="16347"/>
                  </a:lnTo>
                  <a:lnTo>
                    <a:pt x="64" y="15019"/>
                  </a:lnTo>
                  <a:lnTo>
                    <a:pt x="0" y="13678"/>
                  </a:lnTo>
                  <a:lnTo>
                    <a:pt x="64" y="12338"/>
                  </a:lnTo>
                  <a:lnTo>
                    <a:pt x="256" y="11010"/>
                  </a:lnTo>
                  <a:lnTo>
                    <a:pt x="575" y="9708"/>
                  </a:lnTo>
                  <a:lnTo>
                    <a:pt x="1017" y="8444"/>
                  </a:lnTo>
                  <a:lnTo>
                    <a:pt x="1578" y="7230"/>
                  </a:lnTo>
                  <a:lnTo>
                    <a:pt x="2253" y="6079"/>
                  </a:lnTo>
                  <a:lnTo>
                    <a:pt x="3034" y="5001"/>
                  </a:lnTo>
                  <a:lnTo>
                    <a:pt x="3915" y="4006"/>
                  </a:lnTo>
                  <a:lnTo>
                    <a:pt x="4887" y="3104"/>
                  </a:lnTo>
                  <a:lnTo>
                    <a:pt x="5941" y="2305"/>
                  </a:lnTo>
                  <a:lnTo>
                    <a:pt x="7066" y="1615"/>
                  </a:lnTo>
                  <a:lnTo>
                    <a:pt x="8252" y="1041"/>
                  </a:lnTo>
                  <a:lnTo>
                    <a:pt x="9488" y="588"/>
                  </a:lnTo>
                  <a:lnTo>
                    <a:pt x="10760" y="262"/>
                  </a:lnTo>
                  <a:lnTo>
                    <a:pt x="11776" y="108"/>
                  </a:lnTo>
                  <a:lnTo>
                    <a:pt x="12058" y="65"/>
                  </a:lnTo>
                  <a:lnTo>
                    <a:pt x="12827" y="27"/>
                  </a:lnTo>
                  <a:lnTo>
                    <a:pt x="13368" y="0"/>
                  </a:lnTo>
                  <a:lnTo>
                    <a:pt x="13885" y="25"/>
                  </a:lnTo>
                  <a:lnTo>
                    <a:pt x="14679" y="66"/>
                  </a:lnTo>
                  <a:lnTo>
                    <a:pt x="14935" y="104"/>
                  </a:lnTo>
                  <a:lnTo>
                    <a:pt x="15991" y="266"/>
                  </a:lnTo>
                  <a:lnTo>
                    <a:pt x="17249" y="588"/>
                  </a:lnTo>
                  <a:lnTo>
                    <a:pt x="18485" y="1041"/>
                  </a:lnTo>
                  <a:lnTo>
                    <a:pt x="19671" y="1615"/>
                  </a:lnTo>
                  <a:lnTo>
                    <a:pt x="20233" y="1960"/>
                  </a:lnTo>
                  <a:lnTo>
                    <a:pt x="20796" y="2305"/>
                  </a:lnTo>
                  <a:lnTo>
                    <a:pt x="21850" y="3104"/>
                  </a:lnTo>
                  <a:lnTo>
                    <a:pt x="22822" y="4006"/>
                  </a:lnTo>
                  <a:lnTo>
                    <a:pt x="23703" y="5001"/>
                  </a:lnTo>
                  <a:lnTo>
                    <a:pt x="24484" y="6079"/>
                  </a:lnTo>
                  <a:lnTo>
                    <a:pt x="25159" y="7230"/>
                  </a:lnTo>
                  <a:lnTo>
                    <a:pt x="25720" y="8444"/>
                  </a:lnTo>
                  <a:lnTo>
                    <a:pt x="26162" y="9708"/>
                  </a:lnTo>
                  <a:lnTo>
                    <a:pt x="26481" y="11010"/>
                  </a:lnTo>
                  <a:lnTo>
                    <a:pt x="26673" y="12338"/>
                  </a:lnTo>
                  <a:lnTo>
                    <a:pt x="26737" y="13678"/>
                  </a:lnTo>
                  <a:lnTo>
                    <a:pt x="26673" y="15019"/>
                  </a:lnTo>
                  <a:lnTo>
                    <a:pt x="26481" y="16347"/>
                  </a:lnTo>
                  <a:lnTo>
                    <a:pt x="26162" y="17649"/>
                  </a:lnTo>
                  <a:lnTo>
                    <a:pt x="25720" y="18913"/>
                  </a:lnTo>
                  <a:lnTo>
                    <a:pt x="25159" y="20126"/>
                  </a:lnTo>
                  <a:lnTo>
                    <a:pt x="24484" y="21278"/>
                  </a:lnTo>
                  <a:lnTo>
                    <a:pt x="23703" y="22356"/>
                  </a:lnTo>
                  <a:lnTo>
                    <a:pt x="22822" y="23351"/>
                  </a:lnTo>
                  <a:lnTo>
                    <a:pt x="21850" y="24252"/>
                  </a:lnTo>
                  <a:lnTo>
                    <a:pt x="20796" y="25052"/>
                  </a:lnTo>
                  <a:lnTo>
                    <a:pt x="19671" y="25742"/>
                  </a:lnTo>
                  <a:lnTo>
                    <a:pt x="18485" y="26316"/>
                  </a:lnTo>
                  <a:lnTo>
                    <a:pt x="17243" y="26770"/>
                  </a:lnTo>
                  <a:lnTo>
                    <a:pt x="15977" y="27094"/>
                  </a:lnTo>
                  <a:lnTo>
                    <a:pt x="15720" y="27133"/>
                  </a:lnTo>
                  <a:lnTo>
                    <a:pt x="14679" y="27291"/>
                  </a:lnTo>
                  <a:lnTo>
                    <a:pt x="14178" y="27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88"/>
            <p:cNvSpPr/>
            <p:nvPr/>
          </p:nvSpPr>
          <p:spPr>
            <a:xfrm>
              <a:off x="4368624" y="4053822"/>
              <a:ext cx="46911" cy="56822"/>
            </a:xfrm>
            <a:custGeom>
              <a:avLst/>
              <a:pathLst>
                <a:path w="46911" h="56822">
                  <a:moveTo>
                    <a:pt x="0" y="11503"/>
                  </a:moveTo>
                  <a:lnTo>
                    <a:pt x="20408" y="0"/>
                  </a:lnTo>
                  <a:lnTo>
                    <a:pt x="46911" y="44903"/>
                  </a:lnTo>
                  <a:lnTo>
                    <a:pt x="26367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89"/>
            <p:cNvSpPr/>
            <p:nvPr/>
          </p:nvSpPr>
          <p:spPr>
            <a:xfrm>
              <a:off x="4194941" y="4056097"/>
              <a:ext cx="45140" cy="56160"/>
            </a:xfrm>
            <a:custGeom>
              <a:avLst/>
              <a:pathLst>
                <a:path w="45140" h="56160">
                  <a:moveTo>
                    <a:pt x="25816" y="56160"/>
                  </a:moveTo>
                  <a:lnTo>
                    <a:pt x="0" y="11842"/>
                  </a:lnTo>
                  <a:lnTo>
                    <a:pt x="19622" y="0"/>
                  </a:lnTo>
                  <a:lnTo>
                    <a:pt x="4514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0"/>
            <p:cNvSpPr/>
            <p:nvPr/>
          </p:nvSpPr>
          <p:spPr>
            <a:xfrm>
              <a:off x="4192699" y="3815048"/>
              <a:ext cx="45265" cy="55251"/>
            </a:xfrm>
            <a:custGeom>
              <a:avLst/>
              <a:pathLst>
                <a:path w="45265" h="55251">
                  <a:moveTo>
                    <a:pt x="0" y="11481"/>
                  </a:moveTo>
                  <a:lnTo>
                    <a:pt x="19529" y="0"/>
                  </a:lnTo>
                  <a:lnTo>
                    <a:pt x="45265" y="43794"/>
                  </a:lnTo>
                  <a:lnTo>
                    <a:pt x="25850" y="5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1"/>
            <p:cNvSpPr/>
            <p:nvPr/>
          </p:nvSpPr>
          <p:spPr>
            <a:xfrm>
              <a:off x="4143859" y="3829437"/>
              <a:ext cx="54387" cy="44307"/>
            </a:xfrm>
            <a:custGeom>
              <a:avLst/>
              <a:pathLst>
                <a:path w="54387" h="44307">
                  <a:moveTo>
                    <a:pt x="0" y="25751"/>
                  </a:moveTo>
                  <a:lnTo>
                    <a:pt x="43669" y="0"/>
                  </a:lnTo>
                  <a:lnTo>
                    <a:pt x="54387" y="18965"/>
                  </a:lnTo>
                  <a:lnTo>
                    <a:pt x="10535" y="44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2"/>
            <p:cNvSpPr/>
            <p:nvPr/>
          </p:nvSpPr>
          <p:spPr>
            <a:xfrm>
              <a:off x="4390828" y="3833922"/>
              <a:ext cx="200468" cy="230058"/>
            </a:xfrm>
            <a:custGeom>
              <a:avLst/>
              <a:pathLst>
                <a:path w="200468" h="230058">
                  <a:moveTo>
                    <a:pt x="0" y="83521"/>
                  </a:moveTo>
                  <a:lnTo>
                    <a:pt x="66194" y="43192"/>
                  </a:lnTo>
                  <a:lnTo>
                    <a:pt x="140067" y="0"/>
                  </a:lnTo>
                  <a:lnTo>
                    <a:pt x="200468" y="100297"/>
                  </a:lnTo>
                  <a:lnTo>
                    <a:pt x="98954" y="159259"/>
                  </a:lnTo>
                  <a:lnTo>
                    <a:pt x="125865" y="204157"/>
                  </a:lnTo>
                  <a:lnTo>
                    <a:pt x="82234" y="23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3"/>
            <p:cNvSpPr/>
            <p:nvPr/>
          </p:nvSpPr>
          <p:spPr>
            <a:xfrm>
              <a:off x="4311968" y="3845540"/>
              <a:ext cx="44661" cy="55278"/>
            </a:xfrm>
            <a:custGeom>
              <a:avLst/>
              <a:pathLst>
                <a:path w="44661" h="55278">
                  <a:moveTo>
                    <a:pt x="25435" y="55278"/>
                  </a:moveTo>
                  <a:lnTo>
                    <a:pt x="0" y="11495"/>
                  </a:lnTo>
                  <a:lnTo>
                    <a:pt x="19354" y="0"/>
                  </a:lnTo>
                  <a:lnTo>
                    <a:pt x="44661" y="43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4"/>
            <p:cNvSpPr/>
            <p:nvPr/>
          </p:nvSpPr>
          <p:spPr>
            <a:xfrm>
              <a:off x="4221853" y="3849180"/>
              <a:ext cx="71774" cy="72159"/>
            </a:xfrm>
            <a:custGeom>
              <a:avLst/>
              <a:pathLst>
                <a:path w="71774" h="72159">
                  <a:moveTo>
                    <a:pt x="26789" y="72159"/>
                  </a:moveTo>
                  <a:lnTo>
                    <a:pt x="0" y="26886"/>
                  </a:lnTo>
                  <a:lnTo>
                    <a:pt x="44849" y="0"/>
                  </a:lnTo>
                  <a:lnTo>
                    <a:pt x="71774" y="4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5"/>
            <p:cNvSpPr/>
            <p:nvPr/>
          </p:nvSpPr>
          <p:spPr>
            <a:xfrm>
              <a:off x="4314027" y="4016533"/>
              <a:ext cx="35879" cy="36033"/>
            </a:xfrm>
            <a:custGeom>
              <a:avLst/>
              <a:pathLst>
                <a:path w="35879" h="36033">
                  <a:moveTo>
                    <a:pt x="0" y="14290"/>
                  </a:moveTo>
                  <a:lnTo>
                    <a:pt x="23779" y="0"/>
                  </a:lnTo>
                  <a:lnTo>
                    <a:pt x="35879" y="21558"/>
                  </a:lnTo>
                  <a:lnTo>
                    <a:pt x="12642" y="36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6"/>
            <p:cNvSpPr/>
            <p:nvPr/>
          </p:nvSpPr>
          <p:spPr>
            <a:xfrm>
              <a:off x="4351514" y="4027312"/>
              <a:ext cx="32810" cy="33492"/>
            </a:xfrm>
            <a:custGeom>
              <a:avLst/>
              <a:pathLst>
                <a:path w="32810" h="33492">
                  <a:moveTo>
                    <a:pt x="0" y="11076"/>
                  </a:moveTo>
                  <a:lnTo>
                    <a:pt x="19851" y="0"/>
                  </a:lnTo>
                  <a:lnTo>
                    <a:pt x="32810" y="22313"/>
                  </a:lnTo>
                  <a:lnTo>
                    <a:pt x="13463" y="33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197"/>
            <p:cNvSpPr/>
            <p:nvPr/>
          </p:nvSpPr>
          <p:spPr>
            <a:xfrm>
              <a:off x="4403253" y="3999933"/>
              <a:ext cx="46535" cy="56421"/>
            </a:xfrm>
            <a:custGeom>
              <a:avLst/>
              <a:pathLst>
                <a:path w="46535" h="56421">
                  <a:moveTo>
                    <a:pt x="26789" y="56421"/>
                  </a:moveTo>
                  <a:lnTo>
                    <a:pt x="0" y="11518"/>
                  </a:lnTo>
                  <a:lnTo>
                    <a:pt x="19745" y="0"/>
                  </a:lnTo>
                  <a:lnTo>
                    <a:pt x="46535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198"/>
            <p:cNvSpPr/>
            <p:nvPr/>
          </p:nvSpPr>
          <p:spPr>
            <a:xfrm>
              <a:off x="4211812" y="3904178"/>
              <a:ext cx="45483" cy="54920"/>
            </a:xfrm>
            <a:custGeom>
              <a:avLst/>
              <a:pathLst>
                <a:path w="45483" h="54920">
                  <a:moveTo>
                    <a:pt x="26068" y="54920"/>
                  </a:moveTo>
                  <a:lnTo>
                    <a:pt x="0" y="11628"/>
                  </a:lnTo>
                  <a:lnTo>
                    <a:pt x="20137" y="0"/>
                  </a:lnTo>
                  <a:lnTo>
                    <a:pt x="45483" y="43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199"/>
            <p:cNvSpPr/>
            <p:nvPr/>
          </p:nvSpPr>
          <p:spPr>
            <a:xfrm>
              <a:off x="4316250" y="3894491"/>
              <a:ext cx="55128" cy="45108"/>
            </a:xfrm>
            <a:custGeom>
              <a:avLst/>
              <a:pathLst>
                <a:path w="55128" h="45108">
                  <a:moveTo>
                    <a:pt x="0" y="25845"/>
                  </a:moveTo>
                  <a:lnTo>
                    <a:pt x="43690" y="0"/>
                  </a:lnTo>
                  <a:lnTo>
                    <a:pt x="55128" y="19248"/>
                  </a:lnTo>
                  <a:lnTo>
                    <a:pt x="11633" y="4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0"/>
            <p:cNvSpPr/>
            <p:nvPr/>
          </p:nvSpPr>
          <p:spPr>
            <a:xfrm>
              <a:off x="4258839" y="3810466"/>
              <a:ext cx="43241" cy="53220"/>
            </a:xfrm>
            <a:custGeom>
              <a:avLst/>
              <a:pathLst>
                <a:path w="43241" h="53220">
                  <a:moveTo>
                    <a:pt x="24202" y="53220"/>
                  </a:moveTo>
                  <a:lnTo>
                    <a:pt x="0" y="11118"/>
                  </a:lnTo>
                  <a:lnTo>
                    <a:pt x="18421" y="0"/>
                  </a:lnTo>
                  <a:lnTo>
                    <a:pt x="43241" y="42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1"/>
            <p:cNvSpPr/>
            <p:nvPr/>
          </p:nvSpPr>
          <p:spPr>
            <a:xfrm>
              <a:off x="4378812" y="4014531"/>
              <a:ext cx="46465" cy="56498"/>
            </a:xfrm>
            <a:custGeom>
              <a:avLst/>
              <a:pathLst>
                <a:path w="46465" h="56498">
                  <a:moveTo>
                    <a:pt x="26608" y="56498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65" y="44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2"/>
            <p:cNvSpPr/>
            <p:nvPr/>
          </p:nvSpPr>
          <p:spPr>
            <a:xfrm>
              <a:off x="4249363" y="4023509"/>
              <a:ext cx="45358" cy="56415"/>
            </a:xfrm>
            <a:custGeom>
              <a:avLst/>
              <a:pathLst>
                <a:path w="45358" h="56415">
                  <a:moveTo>
                    <a:pt x="25898" y="56415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5358" y="4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3"/>
            <p:cNvSpPr/>
            <p:nvPr/>
          </p:nvSpPr>
          <p:spPr>
            <a:xfrm>
              <a:off x="4157951" y="4095505"/>
              <a:ext cx="58166" cy="47556"/>
            </a:xfrm>
            <a:custGeom>
              <a:avLst/>
              <a:pathLst>
                <a:path w="58166" h="47556">
                  <a:moveTo>
                    <a:pt x="58166" y="20265"/>
                  </a:moveTo>
                  <a:lnTo>
                    <a:pt x="12431" y="47556"/>
                  </a:lnTo>
                  <a:lnTo>
                    <a:pt x="0" y="27014"/>
                  </a:lnTo>
                  <a:lnTo>
                    <a:pt x="46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4"/>
            <p:cNvSpPr/>
            <p:nvPr/>
          </p:nvSpPr>
          <p:spPr>
            <a:xfrm>
              <a:off x="4342791" y="3798738"/>
              <a:ext cx="106104" cy="106915"/>
            </a:xfrm>
            <a:custGeom>
              <a:avLst/>
              <a:pathLst>
                <a:path w="106104" h="106915">
                  <a:moveTo>
                    <a:pt x="0" y="40391"/>
                  </a:moveTo>
                  <a:lnTo>
                    <a:pt x="67921" y="0"/>
                  </a:lnTo>
                  <a:lnTo>
                    <a:pt x="106104" y="66816"/>
                  </a:lnTo>
                  <a:lnTo>
                    <a:pt x="38739" y="106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5"/>
            <p:cNvSpPr/>
            <p:nvPr/>
          </p:nvSpPr>
          <p:spPr>
            <a:xfrm>
              <a:off x="4573668" y="3938640"/>
              <a:ext cx="44021" cy="52402"/>
            </a:xfrm>
            <a:custGeom>
              <a:avLst/>
              <a:pathLst>
                <a:path w="44021" h="52402">
                  <a:moveTo>
                    <a:pt x="0" y="11841"/>
                  </a:moveTo>
                  <a:lnTo>
                    <a:pt x="20167" y="0"/>
                  </a:lnTo>
                  <a:lnTo>
                    <a:pt x="44021" y="40668"/>
                  </a:lnTo>
                  <a:lnTo>
                    <a:pt x="23982" y="52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6"/>
            <p:cNvSpPr/>
            <p:nvPr/>
          </p:nvSpPr>
          <p:spPr>
            <a:xfrm>
              <a:off x="4373203" y="3950176"/>
              <a:ext cx="45812" cy="55990"/>
            </a:xfrm>
            <a:custGeom>
              <a:avLst/>
              <a:pathLst>
                <a:path w="45812" h="55990">
                  <a:moveTo>
                    <a:pt x="26066" y="55990"/>
                  </a:moveTo>
                  <a:lnTo>
                    <a:pt x="0" y="11703"/>
                  </a:lnTo>
                  <a:lnTo>
                    <a:pt x="19866" y="0"/>
                  </a:lnTo>
                  <a:lnTo>
                    <a:pt x="45812" y="442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07"/>
            <p:cNvSpPr/>
            <p:nvPr/>
          </p:nvSpPr>
          <p:spPr>
            <a:xfrm>
              <a:off x="4282671" y="3795831"/>
              <a:ext cx="43685" cy="53342"/>
            </a:xfrm>
            <a:custGeom>
              <a:avLst/>
              <a:pathLst>
                <a:path w="43685" h="53342">
                  <a:moveTo>
                    <a:pt x="43685" y="41700"/>
                  </a:moveTo>
                  <a:lnTo>
                    <a:pt x="24962" y="53342"/>
                  </a:lnTo>
                  <a:lnTo>
                    <a:pt x="0" y="11253"/>
                  </a:lnTo>
                  <a:lnTo>
                    <a:pt x="192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08"/>
            <p:cNvSpPr/>
            <p:nvPr/>
          </p:nvSpPr>
          <p:spPr>
            <a:xfrm>
              <a:off x="4273494" y="4008465"/>
              <a:ext cx="46031" cy="56783"/>
            </a:xfrm>
            <a:custGeom>
              <a:avLst/>
              <a:pathLst>
                <a:path w="46031" h="56783">
                  <a:moveTo>
                    <a:pt x="26729" y="56783"/>
                  </a:moveTo>
                  <a:lnTo>
                    <a:pt x="0" y="11812"/>
                  </a:lnTo>
                  <a:lnTo>
                    <a:pt x="19241" y="0"/>
                  </a:lnTo>
                  <a:lnTo>
                    <a:pt x="46031" y="45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09"/>
            <p:cNvSpPr/>
            <p:nvPr/>
          </p:nvSpPr>
          <p:spPr>
            <a:xfrm>
              <a:off x="4179459" y="4016120"/>
              <a:ext cx="56399" cy="47305"/>
            </a:xfrm>
            <a:custGeom>
              <a:avLst/>
              <a:pathLst>
                <a:path w="56399" h="47305">
                  <a:moveTo>
                    <a:pt x="0" y="26225"/>
                  </a:moveTo>
                  <a:lnTo>
                    <a:pt x="44453" y="0"/>
                  </a:lnTo>
                  <a:lnTo>
                    <a:pt x="56399" y="20973"/>
                  </a:lnTo>
                  <a:lnTo>
                    <a:pt x="12531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0"/>
            <p:cNvSpPr/>
            <p:nvPr/>
          </p:nvSpPr>
          <p:spPr>
            <a:xfrm>
              <a:off x="4279519" y="4073620"/>
              <a:ext cx="45955" cy="56753"/>
            </a:xfrm>
            <a:custGeom>
              <a:avLst/>
              <a:pathLst>
                <a:path w="45955" h="56753">
                  <a:moveTo>
                    <a:pt x="26437" y="56753"/>
                  </a:moveTo>
                  <a:lnTo>
                    <a:pt x="0" y="12133"/>
                  </a:lnTo>
                  <a:lnTo>
                    <a:pt x="19518" y="0"/>
                  </a:lnTo>
                  <a:lnTo>
                    <a:pt x="4595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1"/>
            <p:cNvSpPr/>
            <p:nvPr/>
          </p:nvSpPr>
          <p:spPr>
            <a:xfrm>
              <a:off x="4368553" y="3759413"/>
              <a:ext cx="36662" cy="49908"/>
            </a:xfrm>
            <a:custGeom>
              <a:avLst/>
              <a:pathLst>
                <a:path w="36662" h="49908">
                  <a:moveTo>
                    <a:pt x="0" y="48306"/>
                  </a:moveTo>
                  <a:lnTo>
                    <a:pt x="14258" y="0"/>
                  </a:lnTo>
                  <a:lnTo>
                    <a:pt x="18888" y="1224"/>
                  </a:lnTo>
                  <a:lnTo>
                    <a:pt x="36662" y="31429"/>
                  </a:lnTo>
                  <a:lnTo>
                    <a:pt x="5177" y="4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2"/>
            <p:cNvSpPr/>
            <p:nvPr/>
          </p:nvSpPr>
          <p:spPr>
            <a:xfrm>
              <a:off x="4243583" y="3770746"/>
              <a:ext cx="54573" cy="44185"/>
            </a:xfrm>
            <a:custGeom>
              <a:avLst/>
              <a:pathLst>
                <a:path w="54573" h="44185">
                  <a:moveTo>
                    <a:pt x="10650" y="44185"/>
                  </a:moveTo>
                  <a:lnTo>
                    <a:pt x="0" y="25947"/>
                  </a:lnTo>
                  <a:lnTo>
                    <a:pt x="44007" y="0"/>
                  </a:lnTo>
                  <a:lnTo>
                    <a:pt x="54573" y="18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3"/>
            <p:cNvSpPr/>
            <p:nvPr/>
          </p:nvSpPr>
          <p:spPr>
            <a:xfrm>
              <a:off x="4251539" y="3914374"/>
              <a:ext cx="44936" cy="56041"/>
            </a:xfrm>
            <a:custGeom>
              <a:avLst/>
              <a:pathLst>
                <a:path w="44936" h="56041">
                  <a:moveTo>
                    <a:pt x="0" y="11766"/>
                  </a:moveTo>
                  <a:lnTo>
                    <a:pt x="18989" y="0"/>
                  </a:lnTo>
                  <a:lnTo>
                    <a:pt x="44936" y="44286"/>
                  </a:lnTo>
                  <a:lnTo>
                    <a:pt x="25645" y="56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4"/>
            <p:cNvSpPr/>
            <p:nvPr/>
          </p:nvSpPr>
          <p:spPr>
            <a:xfrm>
              <a:off x="4187299" y="3918313"/>
              <a:ext cx="45948" cy="55415"/>
            </a:xfrm>
            <a:custGeom>
              <a:avLst/>
              <a:pathLst>
                <a:path w="45948" h="55415">
                  <a:moveTo>
                    <a:pt x="25585" y="55415"/>
                  </a:moveTo>
                  <a:lnTo>
                    <a:pt x="0" y="11127"/>
                  </a:lnTo>
                  <a:lnTo>
                    <a:pt x="19882" y="0"/>
                  </a:lnTo>
                  <a:lnTo>
                    <a:pt x="45948" y="44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5"/>
            <p:cNvSpPr/>
            <p:nvPr/>
          </p:nvSpPr>
          <p:spPr>
            <a:xfrm>
              <a:off x="4334223" y="3925004"/>
              <a:ext cx="55986" cy="46335"/>
            </a:xfrm>
            <a:custGeom>
              <a:avLst/>
              <a:pathLst>
                <a:path w="55986" h="46335">
                  <a:moveTo>
                    <a:pt x="0" y="26193"/>
                  </a:moveTo>
                  <a:lnTo>
                    <a:pt x="43705" y="0"/>
                  </a:lnTo>
                  <a:lnTo>
                    <a:pt x="55986" y="20465"/>
                  </a:lnTo>
                  <a:lnTo>
                    <a:pt x="11964" y="4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6"/>
            <p:cNvSpPr/>
            <p:nvPr/>
          </p:nvSpPr>
          <p:spPr>
            <a:xfrm>
              <a:off x="4304149" y="4058935"/>
              <a:ext cx="46053" cy="56966"/>
            </a:xfrm>
            <a:custGeom>
              <a:avLst/>
              <a:pathLst>
                <a:path w="46053" h="56966">
                  <a:moveTo>
                    <a:pt x="26638" y="56966"/>
                  </a:moveTo>
                  <a:lnTo>
                    <a:pt x="0" y="11641"/>
                  </a:lnTo>
                  <a:lnTo>
                    <a:pt x="19204" y="0"/>
                  </a:lnTo>
                  <a:lnTo>
                    <a:pt x="46053" y="45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17"/>
            <p:cNvSpPr/>
            <p:nvPr/>
          </p:nvSpPr>
          <p:spPr>
            <a:xfrm>
              <a:off x="4129352" y="4061162"/>
              <a:ext cx="46235" cy="56374"/>
            </a:xfrm>
            <a:custGeom>
              <a:avLst/>
              <a:pathLst>
                <a:path w="46235" h="56374">
                  <a:moveTo>
                    <a:pt x="0" y="11664"/>
                  </a:moveTo>
                  <a:lnTo>
                    <a:pt x="19775" y="0"/>
                  </a:lnTo>
                  <a:lnTo>
                    <a:pt x="46235" y="44887"/>
                  </a:lnTo>
                  <a:lnTo>
                    <a:pt x="27091" y="56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18"/>
            <p:cNvSpPr/>
            <p:nvPr/>
          </p:nvSpPr>
          <p:spPr>
            <a:xfrm>
              <a:off x="4248837" y="4091793"/>
              <a:ext cx="45473" cy="56220"/>
            </a:xfrm>
            <a:custGeom>
              <a:avLst/>
              <a:pathLst>
                <a:path w="45473" h="56220">
                  <a:moveTo>
                    <a:pt x="0" y="11601"/>
                  </a:moveTo>
                  <a:lnTo>
                    <a:pt x="19479" y="0"/>
                  </a:lnTo>
                  <a:lnTo>
                    <a:pt x="45473" y="45065"/>
                  </a:lnTo>
                  <a:lnTo>
                    <a:pt x="26436" y="56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19"/>
            <p:cNvSpPr/>
            <p:nvPr/>
          </p:nvSpPr>
          <p:spPr>
            <a:xfrm>
              <a:off x="4407975" y="4049456"/>
              <a:ext cx="56207" cy="46653"/>
            </a:xfrm>
            <a:custGeom>
              <a:avLst/>
              <a:pathLst>
                <a:path w="56207" h="46653">
                  <a:moveTo>
                    <a:pt x="0" y="26108"/>
                  </a:moveTo>
                  <a:lnTo>
                    <a:pt x="44245" y="0"/>
                  </a:lnTo>
                  <a:lnTo>
                    <a:pt x="56207" y="20175"/>
                  </a:lnTo>
                  <a:lnTo>
                    <a:pt x="12148" y="46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0"/>
            <p:cNvSpPr/>
            <p:nvPr/>
          </p:nvSpPr>
          <p:spPr>
            <a:xfrm>
              <a:off x="4297913" y="3752602"/>
              <a:ext cx="44389" cy="54697"/>
            </a:xfrm>
            <a:custGeom>
              <a:avLst/>
              <a:pathLst>
                <a:path w="44389" h="54697">
                  <a:moveTo>
                    <a:pt x="0" y="11194"/>
                  </a:moveTo>
                  <a:lnTo>
                    <a:pt x="18984" y="0"/>
                  </a:lnTo>
                  <a:lnTo>
                    <a:pt x="44389" y="43055"/>
                  </a:lnTo>
                  <a:lnTo>
                    <a:pt x="25426" y="5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1"/>
            <p:cNvSpPr/>
            <p:nvPr/>
          </p:nvSpPr>
          <p:spPr>
            <a:xfrm>
              <a:off x="4277475" y="3898955"/>
              <a:ext cx="44664" cy="55345"/>
            </a:xfrm>
            <a:custGeom>
              <a:avLst/>
              <a:pathLst>
                <a:path w="44664" h="55345">
                  <a:moveTo>
                    <a:pt x="0" y="11510"/>
                  </a:moveTo>
                  <a:lnTo>
                    <a:pt x="19012" y="0"/>
                  </a:lnTo>
                  <a:lnTo>
                    <a:pt x="44664" y="44320"/>
                  </a:lnTo>
                  <a:lnTo>
                    <a:pt x="25821" y="55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2"/>
            <p:cNvSpPr/>
            <p:nvPr/>
          </p:nvSpPr>
          <p:spPr>
            <a:xfrm>
              <a:off x="4188480" y="4161586"/>
              <a:ext cx="46204" cy="55975"/>
            </a:xfrm>
            <a:custGeom>
              <a:avLst/>
              <a:pathLst>
                <a:path w="46204" h="55975">
                  <a:moveTo>
                    <a:pt x="0" y="11626"/>
                  </a:moveTo>
                  <a:lnTo>
                    <a:pt x="19565" y="0"/>
                  </a:lnTo>
                  <a:lnTo>
                    <a:pt x="46204" y="43717"/>
                  </a:lnTo>
                  <a:lnTo>
                    <a:pt x="26413" y="55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3"/>
            <p:cNvSpPr/>
            <p:nvPr/>
          </p:nvSpPr>
          <p:spPr>
            <a:xfrm>
              <a:off x="4338579" y="4004515"/>
              <a:ext cx="32275" cy="32830"/>
            </a:xfrm>
            <a:custGeom>
              <a:avLst/>
              <a:pathLst>
                <a:path w="32275" h="32830">
                  <a:moveTo>
                    <a:pt x="0" y="11549"/>
                  </a:moveTo>
                  <a:lnTo>
                    <a:pt x="19572" y="0"/>
                  </a:lnTo>
                  <a:lnTo>
                    <a:pt x="32275" y="21928"/>
                  </a:lnTo>
                  <a:lnTo>
                    <a:pt x="12408" y="32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4"/>
            <p:cNvSpPr/>
            <p:nvPr/>
          </p:nvSpPr>
          <p:spPr>
            <a:xfrm>
              <a:off x="4216643" y="3954506"/>
              <a:ext cx="55476" cy="44483"/>
            </a:xfrm>
            <a:custGeom>
              <a:avLst/>
              <a:pathLst>
                <a:path w="55476" h="44483">
                  <a:moveTo>
                    <a:pt x="0" y="25303"/>
                  </a:moveTo>
                  <a:lnTo>
                    <a:pt x="44134" y="0"/>
                  </a:lnTo>
                  <a:lnTo>
                    <a:pt x="55476" y="18753"/>
                  </a:lnTo>
                  <a:lnTo>
                    <a:pt x="10573" y="44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5"/>
            <p:cNvSpPr/>
            <p:nvPr/>
          </p:nvSpPr>
          <p:spPr>
            <a:xfrm>
              <a:off x="4309479" y="3954008"/>
              <a:ext cx="46098" cy="56431"/>
            </a:xfrm>
            <a:custGeom>
              <a:avLst/>
              <a:pathLst>
                <a:path w="46098" h="56431">
                  <a:moveTo>
                    <a:pt x="26277" y="56431"/>
                  </a:moveTo>
                  <a:lnTo>
                    <a:pt x="0" y="11435"/>
                  </a:lnTo>
                  <a:lnTo>
                    <a:pt x="19640" y="0"/>
                  </a:lnTo>
                  <a:lnTo>
                    <a:pt x="46098" y="4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6"/>
            <p:cNvSpPr/>
            <p:nvPr/>
          </p:nvSpPr>
          <p:spPr>
            <a:xfrm>
              <a:off x="4549645" y="3953249"/>
              <a:ext cx="44097" cy="52531"/>
            </a:xfrm>
            <a:custGeom>
              <a:avLst/>
              <a:pathLst>
                <a:path w="44097" h="52531">
                  <a:moveTo>
                    <a:pt x="0" y="11943"/>
                  </a:moveTo>
                  <a:lnTo>
                    <a:pt x="20077" y="0"/>
                  </a:lnTo>
                  <a:lnTo>
                    <a:pt x="44097" y="40345"/>
                  </a:lnTo>
                  <a:lnTo>
                    <a:pt x="23308" y="52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27"/>
            <p:cNvSpPr/>
            <p:nvPr/>
          </p:nvSpPr>
          <p:spPr>
            <a:xfrm>
              <a:off x="4348750" y="3964713"/>
              <a:ext cx="45763" cy="56483"/>
            </a:xfrm>
            <a:custGeom>
              <a:avLst/>
              <a:pathLst>
                <a:path w="45763" h="56483">
                  <a:moveTo>
                    <a:pt x="25837" y="56483"/>
                  </a:moveTo>
                  <a:lnTo>
                    <a:pt x="0" y="11625"/>
                  </a:lnTo>
                  <a:lnTo>
                    <a:pt x="19817" y="0"/>
                  </a:lnTo>
                  <a:lnTo>
                    <a:pt x="45763" y="44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28"/>
            <p:cNvSpPr/>
            <p:nvPr/>
          </p:nvSpPr>
          <p:spPr>
            <a:xfrm>
              <a:off x="4219233" y="4041646"/>
              <a:ext cx="45496" cy="55929"/>
            </a:xfrm>
            <a:custGeom>
              <a:avLst/>
              <a:pathLst>
                <a:path w="45496" h="55929">
                  <a:moveTo>
                    <a:pt x="0" y="11687"/>
                  </a:moveTo>
                  <a:lnTo>
                    <a:pt x="19640" y="0"/>
                  </a:lnTo>
                  <a:lnTo>
                    <a:pt x="45496" y="44410"/>
                  </a:lnTo>
                  <a:lnTo>
                    <a:pt x="25871" y="5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29"/>
            <p:cNvSpPr/>
            <p:nvPr/>
          </p:nvSpPr>
          <p:spPr>
            <a:xfrm>
              <a:off x="4155247" y="4045441"/>
              <a:ext cx="45978" cy="57137"/>
            </a:xfrm>
            <a:custGeom>
              <a:avLst/>
              <a:pathLst>
                <a:path w="45978" h="57137">
                  <a:moveTo>
                    <a:pt x="0" y="11857"/>
                  </a:moveTo>
                  <a:lnTo>
                    <a:pt x="19452" y="0"/>
                  </a:lnTo>
                  <a:lnTo>
                    <a:pt x="45978" y="45850"/>
                  </a:lnTo>
                  <a:lnTo>
                    <a:pt x="26395" y="57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0"/>
            <p:cNvSpPr/>
            <p:nvPr/>
          </p:nvSpPr>
          <p:spPr>
            <a:xfrm>
              <a:off x="4224244" y="4106461"/>
              <a:ext cx="45827" cy="56379"/>
            </a:xfrm>
            <a:custGeom>
              <a:avLst/>
              <a:pathLst>
                <a:path w="45827" h="56379">
                  <a:moveTo>
                    <a:pt x="26524" y="56379"/>
                  </a:moveTo>
                  <a:lnTo>
                    <a:pt x="0" y="11626"/>
                  </a:lnTo>
                  <a:lnTo>
                    <a:pt x="19264" y="0"/>
                  </a:lnTo>
                  <a:lnTo>
                    <a:pt x="45827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1"/>
            <p:cNvSpPr/>
            <p:nvPr/>
          </p:nvSpPr>
          <p:spPr>
            <a:xfrm>
              <a:off x="4253847" y="4141360"/>
              <a:ext cx="54906" cy="45588"/>
            </a:xfrm>
            <a:custGeom>
              <a:avLst/>
              <a:pathLst>
                <a:path w="54906" h="45588">
                  <a:moveTo>
                    <a:pt x="0" y="26020"/>
                  </a:moveTo>
                  <a:lnTo>
                    <a:pt x="43694" y="0"/>
                  </a:lnTo>
                  <a:lnTo>
                    <a:pt x="54906" y="19895"/>
                  </a:lnTo>
                  <a:lnTo>
                    <a:pt x="11245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2"/>
            <p:cNvSpPr/>
            <p:nvPr/>
          </p:nvSpPr>
          <p:spPr>
            <a:xfrm>
              <a:off x="4214595" y="4146010"/>
              <a:ext cx="45471" cy="55713"/>
            </a:xfrm>
            <a:custGeom>
              <a:avLst/>
              <a:pathLst>
                <a:path w="45471" h="55713">
                  <a:moveTo>
                    <a:pt x="0" y="11884"/>
                  </a:moveTo>
                  <a:lnTo>
                    <a:pt x="19976" y="0"/>
                  </a:lnTo>
                  <a:lnTo>
                    <a:pt x="45471" y="44133"/>
                  </a:lnTo>
                  <a:lnTo>
                    <a:pt x="26244" y="5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3"/>
            <p:cNvSpPr/>
            <p:nvPr/>
          </p:nvSpPr>
          <p:spPr>
            <a:xfrm>
              <a:off x="4327316" y="3790129"/>
              <a:ext cx="41168" cy="41395"/>
            </a:xfrm>
            <a:custGeom>
              <a:avLst/>
              <a:pathLst>
                <a:path w="41168" h="41395">
                  <a:moveTo>
                    <a:pt x="0" y="23416"/>
                  </a:moveTo>
                  <a:lnTo>
                    <a:pt x="37736" y="0"/>
                  </a:lnTo>
                  <a:lnTo>
                    <a:pt x="40506" y="4866"/>
                  </a:lnTo>
                  <a:lnTo>
                    <a:pt x="37736" y="17246"/>
                  </a:lnTo>
                  <a:lnTo>
                    <a:pt x="41168" y="23344"/>
                  </a:lnTo>
                  <a:lnTo>
                    <a:pt x="10760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4"/>
            <p:cNvSpPr/>
            <p:nvPr/>
          </p:nvSpPr>
          <p:spPr>
            <a:xfrm>
              <a:off x="4218979" y="3799701"/>
              <a:ext cx="44172" cy="55233"/>
            </a:xfrm>
            <a:custGeom>
              <a:avLst/>
              <a:pathLst>
                <a:path w="44172" h="55233">
                  <a:moveTo>
                    <a:pt x="0" y="11164"/>
                  </a:moveTo>
                  <a:lnTo>
                    <a:pt x="18963" y="0"/>
                  </a:lnTo>
                  <a:lnTo>
                    <a:pt x="44172" y="44015"/>
                  </a:lnTo>
                  <a:lnTo>
                    <a:pt x="25540" y="55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5"/>
            <p:cNvSpPr/>
            <p:nvPr/>
          </p:nvSpPr>
          <p:spPr>
            <a:xfrm>
              <a:off x="4183522" y="3855476"/>
              <a:ext cx="44468" cy="53911"/>
            </a:xfrm>
            <a:custGeom>
              <a:avLst/>
              <a:pathLst>
                <a:path w="44468" h="53911">
                  <a:moveTo>
                    <a:pt x="24782" y="53911"/>
                  </a:moveTo>
                  <a:lnTo>
                    <a:pt x="0" y="10817"/>
                  </a:lnTo>
                  <a:lnTo>
                    <a:pt x="18586" y="0"/>
                  </a:lnTo>
                  <a:lnTo>
                    <a:pt x="44468" y="42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6"/>
            <p:cNvSpPr/>
            <p:nvPr/>
          </p:nvSpPr>
          <p:spPr>
            <a:xfrm>
              <a:off x="4287383" y="3859904"/>
              <a:ext cx="44857" cy="55219"/>
            </a:xfrm>
            <a:custGeom>
              <a:avLst/>
              <a:pathLst>
                <a:path w="44857" h="55219">
                  <a:moveTo>
                    <a:pt x="25758" y="55219"/>
                  </a:moveTo>
                  <a:lnTo>
                    <a:pt x="0" y="11821"/>
                  </a:lnTo>
                  <a:lnTo>
                    <a:pt x="19571" y="0"/>
                  </a:lnTo>
                  <a:lnTo>
                    <a:pt x="44857" y="4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37"/>
            <p:cNvSpPr/>
            <p:nvPr/>
          </p:nvSpPr>
          <p:spPr>
            <a:xfrm>
              <a:off x="4158292" y="3869710"/>
              <a:ext cx="44944" cy="53863"/>
            </a:xfrm>
            <a:custGeom>
              <a:avLst/>
              <a:pathLst>
                <a:path w="44944" h="53863">
                  <a:moveTo>
                    <a:pt x="0" y="10889"/>
                  </a:moveTo>
                  <a:lnTo>
                    <a:pt x="18790" y="0"/>
                  </a:lnTo>
                  <a:lnTo>
                    <a:pt x="44944" y="42738"/>
                  </a:lnTo>
                  <a:lnTo>
                    <a:pt x="25003" y="5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38"/>
            <p:cNvSpPr/>
            <p:nvPr/>
          </p:nvSpPr>
          <p:spPr>
            <a:xfrm>
              <a:off x="4283355" y="3969303"/>
              <a:ext cx="46008" cy="56271"/>
            </a:xfrm>
            <a:custGeom>
              <a:avLst/>
              <a:pathLst>
                <a:path w="46008" h="56271">
                  <a:moveTo>
                    <a:pt x="26579" y="56271"/>
                  </a:moveTo>
                  <a:lnTo>
                    <a:pt x="0" y="11754"/>
                  </a:lnTo>
                  <a:lnTo>
                    <a:pt x="19770" y="0"/>
                  </a:lnTo>
                  <a:lnTo>
                    <a:pt x="46008" y="446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39"/>
            <p:cNvSpPr/>
            <p:nvPr/>
          </p:nvSpPr>
          <p:spPr>
            <a:xfrm>
              <a:off x="4524801" y="3967631"/>
              <a:ext cx="43697" cy="52839"/>
            </a:xfrm>
            <a:custGeom>
              <a:avLst/>
              <a:pathLst>
                <a:path w="43697" h="52839">
                  <a:moveTo>
                    <a:pt x="0" y="12184"/>
                  </a:moveTo>
                  <a:lnTo>
                    <a:pt x="20401" y="0"/>
                  </a:lnTo>
                  <a:lnTo>
                    <a:pt x="43697" y="40951"/>
                  </a:lnTo>
                  <a:lnTo>
                    <a:pt x="23891" y="52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0"/>
            <p:cNvSpPr/>
            <p:nvPr/>
          </p:nvSpPr>
          <p:spPr>
            <a:xfrm>
              <a:off x="4234466" y="3984019"/>
              <a:ext cx="56055" cy="46188"/>
            </a:xfrm>
            <a:custGeom>
              <a:avLst/>
              <a:pathLst>
                <a:path w="56055" h="46188">
                  <a:moveTo>
                    <a:pt x="11988" y="46188"/>
                  </a:moveTo>
                  <a:lnTo>
                    <a:pt x="0" y="26209"/>
                  </a:lnTo>
                  <a:lnTo>
                    <a:pt x="44021" y="0"/>
                  </a:lnTo>
                  <a:lnTo>
                    <a:pt x="56055" y="20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1"/>
            <p:cNvSpPr/>
            <p:nvPr/>
          </p:nvSpPr>
          <p:spPr>
            <a:xfrm>
              <a:off x="4500451" y="3982302"/>
              <a:ext cx="43450" cy="52033"/>
            </a:xfrm>
            <a:custGeom>
              <a:avLst/>
              <a:pathLst>
                <a:path w="43450" h="52033">
                  <a:moveTo>
                    <a:pt x="0" y="11518"/>
                  </a:moveTo>
                  <a:lnTo>
                    <a:pt x="20109" y="0"/>
                  </a:lnTo>
                  <a:lnTo>
                    <a:pt x="43450" y="40437"/>
                  </a:lnTo>
                  <a:lnTo>
                    <a:pt x="23014" y="52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2"/>
            <p:cNvSpPr/>
            <p:nvPr/>
          </p:nvSpPr>
          <p:spPr>
            <a:xfrm>
              <a:off x="4308881" y="4108937"/>
              <a:ext cx="55815" cy="45950"/>
            </a:xfrm>
            <a:custGeom>
              <a:avLst/>
              <a:pathLst>
                <a:path w="55815" h="45950">
                  <a:moveTo>
                    <a:pt x="0" y="26684"/>
                  </a:moveTo>
                  <a:lnTo>
                    <a:pt x="44079" y="0"/>
                  </a:lnTo>
                  <a:lnTo>
                    <a:pt x="55815" y="19708"/>
                  </a:lnTo>
                  <a:lnTo>
                    <a:pt x="11345" y="459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3"/>
            <p:cNvSpPr/>
            <p:nvPr/>
          </p:nvSpPr>
          <p:spPr>
            <a:xfrm>
              <a:off x="4327392" y="4038954"/>
              <a:ext cx="36963" cy="37080"/>
            </a:xfrm>
            <a:custGeom>
              <a:avLst/>
              <a:pathLst>
                <a:path w="36963" h="37080">
                  <a:moveTo>
                    <a:pt x="0" y="14475"/>
                  </a:moveTo>
                  <a:lnTo>
                    <a:pt x="23237" y="0"/>
                  </a:lnTo>
                  <a:lnTo>
                    <a:pt x="36963" y="22420"/>
                  </a:lnTo>
                  <a:lnTo>
                    <a:pt x="13364" y="37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4"/>
            <p:cNvSpPr/>
            <p:nvPr/>
          </p:nvSpPr>
          <p:spPr>
            <a:xfrm>
              <a:off x="4173660" y="4121303"/>
              <a:ext cx="57988" cy="47351"/>
            </a:xfrm>
            <a:custGeom>
              <a:avLst/>
              <a:pathLst>
                <a:path w="57988" h="47351">
                  <a:moveTo>
                    <a:pt x="33162" y="34888"/>
                  </a:moveTo>
                  <a:lnTo>
                    <a:pt x="11979" y="47351"/>
                  </a:lnTo>
                  <a:lnTo>
                    <a:pt x="0" y="27764"/>
                  </a:lnTo>
                  <a:lnTo>
                    <a:pt x="20925" y="15153"/>
                  </a:lnTo>
                  <a:lnTo>
                    <a:pt x="22169" y="14403"/>
                  </a:lnTo>
                  <a:lnTo>
                    <a:pt x="22905" y="13960"/>
                  </a:lnTo>
                  <a:lnTo>
                    <a:pt x="33354" y="7662"/>
                  </a:lnTo>
                  <a:lnTo>
                    <a:pt x="34562" y="6934"/>
                  </a:lnTo>
                  <a:lnTo>
                    <a:pt x="44999" y="644"/>
                  </a:lnTo>
                  <a:lnTo>
                    <a:pt x="46068" y="0"/>
                  </a:lnTo>
                  <a:lnTo>
                    <a:pt x="46327" y="440"/>
                  </a:lnTo>
                  <a:lnTo>
                    <a:pt x="57533" y="19505"/>
                  </a:lnTo>
                  <a:lnTo>
                    <a:pt x="57988" y="20280"/>
                  </a:lnTo>
                  <a:lnTo>
                    <a:pt x="57535" y="20547"/>
                  </a:lnTo>
                  <a:lnTo>
                    <a:pt x="34455" y="34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5"/>
            <p:cNvSpPr/>
            <p:nvPr/>
          </p:nvSpPr>
          <p:spPr>
            <a:xfrm>
              <a:off x="4336014" y="3748036"/>
              <a:ext cx="45150" cy="45580"/>
            </a:xfrm>
            <a:custGeom>
              <a:avLst/>
              <a:pathLst>
                <a:path w="45150" h="45580">
                  <a:moveTo>
                    <a:pt x="26245" y="37350"/>
                  </a:moveTo>
                  <a:lnTo>
                    <a:pt x="11739" y="45580"/>
                  </a:lnTo>
                  <a:lnTo>
                    <a:pt x="0" y="26101"/>
                  </a:lnTo>
                  <a:lnTo>
                    <a:pt x="13611" y="18126"/>
                  </a:lnTo>
                  <a:lnTo>
                    <a:pt x="14413" y="17656"/>
                  </a:lnTo>
                  <a:lnTo>
                    <a:pt x="15199" y="17195"/>
                  </a:lnTo>
                  <a:lnTo>
                    <a:pt x="26015" y="10858"/>
                  </a:lnTo>
                  <a:lnTo>
                    <a:pt x="27697" y="9873"/>
                  </a:lnTo>
                  <a:lnTo>
                    <a:pt x="44548" y="0"/>
                  </a:lnTo>
                  <a:lnTo>
                    <a:pt x="45150" y="1154"/>
                  </a:lnTo>
                  <a:lnTo>
                    <a:pt x="41615" y="13656"/>
                  </a:lnTo>
                  <a:lnTo>
                    <a:pt x="41049" y="15657"/>
                  </a:lnTo>
                  <a:lnTo>
                    <a:pt x="36572" y="31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6"/>
            <p:cNvSpPr/>
            <p:nvPr/>
          </p:nvSpPr>
          <p:spPr>
            <a:xfrm>
              <a:off x="4322319" y="3723246"/>
              <a:ext cx="55245" cy="45273"/>
            </a:xfrm>
            <a:custGeom>
              <a:avLst/>
              <a:pathLst>
                <a:path w="55245" h="45273">
                  <a:moveTo>
                    <a:pt x="55245" y="19341"/>
                  </a:moveTo>
                  <a:lnTo>
                    <a:pt x="10997" y="45273"/>
                  </a:lnTo>
                  <a:lnTo>
                    <a:pt x="0" y="25947"/>
                  </a:lnTo>
                  <a:lnTo>
                    <a:pt x="437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47"/>
            <p:cNvSpPr/>
            <p:nvPr/>
          </p:nvSpPr>
          <p:spPr>
            <a:xfrm>
              <a:off x="5318944" y="4499800"/>
              <a:ext cx="33516" cy="36316"/>
            </a:xfrm>
            <a:custGeom>
              <a:avLst/>
              <a:pathLst>
                <a:path w="33516" h="36316">
                  <a:moveTo>
                    <a:pt x="33516" y="24751"/>
                  </a:moveTo>
                  <a:lnTo>
                    <a:pt x="13861" y="36316"/>
                  </a:lnTo>
                  <a:lnTo>
                    <a:pt x="0" y="11780"/>
                  </a:lnTo>
                  <a:lnTo>
                    <a:pt x="193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48"/>
            <p:cNvSpPr/>
            <p:nvPr/>
          </p:nvSpPr>
          <p:spPr>
            <a:xfrm>
              <a:off x="5110233" y="4640950"/>
              <a:ext cx="62822" cy="50845"/>
            </a:xfrm>
            <a:custGeom>
              <a:avLst/>
              <a:pathLst>
                <a:path w="62822" h="50845">
                  <a:moveTo>
                    <a:pt x="22977" y="16494"/>
                  </a:moveTo>
                  <a:lnTo>
                    <a:pt x="50722" y="0"/>
                  </a:lnTo>
                  <a:lnTo>
                    <a:pt x="62822" y="21191"/>
                  </a:lnTo>
                  <a:lnTo>
                    <a:pt x="11941" y="50845"/>
                  </a:lnTo>
                  <a:lnTo>
                    <a:pt x="0" y="3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49"/>
            <p:cNvSpPr/>
            <p:nvPr/>
          </p:nvSpPr>
          <p:spPr>
            <a:xfrm>
              <a:off x="5041617" y="4661686"/>
              <a:ext cx="35347" cy="38376"/>
            </a:xfrm>
            <a:custGeom>
              <a:avLst/>
              <a:pathLst>
                <a:path w="35347" h="38376">
                  <a:moveTo>
                    <a:pt x="0" y="12890"/>
                  </a:moveTo>
                  <a:lnTo>
                    <a:pt x="20372" y="0"/>
                  </a:lnTo>
                  <a:lnTo>
                    <a:pt x="35347" y="26228"/>
                  </a:lnTo>
                  <a:lnTo>
                    <a:pt x="15125" y="3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0"/>
            <p:cNvSpPr/>
            <p:nvPr/>
          </p:nvSpPr>
          <p:spPr>
            <a:xfrm>
              <a:off x="4989634" y="4434821"/>
              <a:ext cx="62429" cy="50755"/>
            </a:xfrm>
            <a:custGeom>
              <a:avLst/>
              <a:pathLst>
                <a:path w="62429" h="50755">
                  <a:moveTo>
                    <a:pt x="0" y="29744"/>
                  </a:moveTo>
                  <a:lnTo>
                    <a:pt x="51409" y="0"/>
                  </a:lnTo>
                  <a:lnTo>
                    <a:pt x="62429" y="20990"/>
                  </a:lnTo>
                  <a:lnTo>
                    <a:pt x="11917" y="5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1"/>
            <p:cNvSpPr/>
            <p:nvPr/>
          </p:nvSpPr>
          <p:spPr>
            <a:xfrm>
              <a:off x="5093848" y="4560619"/>
              <a:ext cx="66145" cy="91008"/>
            </a:xfrm>
            <a:custGeom>
              <a:avLst/>
              <a:pathLst>
                <a:path w="66145" h="91008">
                  <a:moveTo>
                    <a:pt x="66145" y="78765"/>
                  </a:moveTo>
                  <a:lnTo>
                    <a:pt x="45526" y="91008"/>
                  </a:lnTo>
                  <a:lnTo>
                    <a:pt x="0" y="11703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2"/>
            <p:cNvSpPr/>
            <p:nvPr/>
          </p:nvSpPr>
          <p:spPr>
            <a:xfrm>
              <a:off x="5226168" y="4342916"/>
              <a:ext cx="35343" cy="38474"/>
            </a:xfrm>
            <a:custGeom>
              <a:avLst/>
              <a:pathLst>
                <a:path w="35343" h="38474">
                  <a:moveTo>
                    <a:pt x="0" y="12378"/>
                  </a:moveTo>
                  <a:lnTo>
                    <a:pt x="20654" y="0"/>
                  </a:lnTo>
                  <a:lnTo>
                    <a:pt x="35343" y="26363"/>
                  </a:lnTo>
                  <a:lnTo>
                    <a:pt x="15240" y="38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3"/>
            <p:cNvSpPr/>
            <p:nvPr/>
          </p:nvSpPr>
          <p:spPr>
            <a:xfrm>
              <a:off x="5088669" y="4386860"/>
              <a:ext cx="46993" cy="41241"/>
            </a:xfrm>
            <a:custGeom>
              <a:avLst/>
              <a:pathLst>
                <a:path w="46993" h="41241">
                  <a:moveTo>
                    <a:pt x="0" y="21181"/>
                  </a:moveTo>
                  <a:lnTo>
                    <a:pt x="35746" y="0"/>
                  </a:lnTo>
                  <a:lnTo>
                    <a:pt x="46993" y="20162"/>
                  </a:lnTo>
                  <a:lnTo>
                    <a:pt x="11073" y="4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4"/>
            <p:cNvSpPr/>
            <p:nvPr/>
          </p:nvSpPr>
          <p:spPr>
            <a:xfrm>
              <a:off x="5218190" y="4393560"/>
              <a:ext cx="46816" cy="57792"/>
            </a:xfrm>
            <a:custGeom>
              <a:avLst/>
              <a:pathLst>
                <a:path w="46816" h="57792">
                  <a:moveTo>
                    <a:pt x="0" y="12072"/>
                  </a:moveTo>
                  <a:lnTo>
                    <a:pt x="20227" y="0"/>
                  </a:lnTo>
                  <a:lnTo>
                    <a:pt x="46816" y="45442"/>
                  </a:lnTo>
                  <a:lnTo>
                    <a:pt x="26558" y="57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5"/>
            <p:cNvSpPr/>
            <p:nvPr/>
          </p:nvSpPr>
          <p:spPr>
            <a:xfrm>
              <a:off x="5143623" y="4390730"/>
              <a:ext cx="80443" cy="112027"/>
            </a:xfrm>
            <a:custGeom>
              <a:avLst/>
              <a:pathLst>
                <a:path w="80443" h="112027">
                  <a:moveTo>
                    <a:pt x="0" y="13628"/>
                  </a:moveTo>
                  <a:lnTo>
                    <a:pt x="23327" y="0"/>
                  </a:lnTo>
                  <a:lnTo>
                    <a:pt x="80443" y="98861"/>
                  </a:lnTo>
                  <a:lnTo>
                    <a:pt x="57642" y="112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6"/>
            <p:cNvSpPr/>
            <p:nvPr/>
          </p:nvSpPr>
          <p:spPr>
            <a:xfrm>
              <a:off x="5188092" y="4404175"/>
              <a:ext cx="50285" cy="63289"/>
            </a:xfrm>
            <a:custGeom>
              <a:avLst/>
              <a:pathLst>
                <a:path w="50285" h="63289">
                  <a:moveTo>
                    <a:pt x="0" y="11748"/>
                  </a:moveTo>
                  <a:lnTo>
                    <a:pt x="20034" y="0"/>
                  </a:lnTo>
                  <a:lnTo>
                    <a:pt x="50285" y="51047"/>
                  </a:lnTo>
                  <a:lnTo>
                    <a:pt x="29967" y="63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57"/>
            <p:cNvSpPr/>
            <p:nvPr/>
          </p:nvSpPr>
          <p:spPr>
            <a:xfrm>
              <a:off x="5118546" y="4545696"/>
              <a:ext cx="39892" cy="45919"/>
            </a:xfrm>
            <a:custGeom>
              <a:avLst/>
              <a:pathLst>
                <a:path w="39892" h="45919">
                  <a:moveTo>
                    <a:pt x="0" y="12222"/>
                  </a:moveTo>
                  <a:lnTo>
                    <a:pt x="20477" y="0"/>
                  </a:lnTo>
                  <a:lnTo>
                    <a:pt x="39892" y="33800"/>
                  </a:lnTo>
                  <a:lnTo>
                    <a:pt x="19695" y="45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58"/>
            <p:cNvSpPr/>
            <p:nvPr/>
          </p:nvSpPr>
          <p:spPr>
            <a:xfrm>
              <a:off x="5221392" y="4445503"/>
              <a:ext cx="54218" cy="39921"/>
            </a:xfrm>
            <a:custGeom>
              <a:avLst/>
              <a:pathLst>
                <a:path w="54218" h="39921">
                  <a:moveTo>
                    <a:pt x="0" y="27872"/>
                  </a:moveTo>
                  <a:lnTo>
                    <a:pt x="47182" y="0"/>
                  </a:lnTo>
                  <a:lnTo>
                    <a:pt x="54218" y="12088"/>
                  </a:lnTo>
                  <a:lnTo>
                    <a:pt x="7111" y="39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59"/>
            <p:cNvSpPr/>
            <p:nvPr/>
          </p:nvSpPr>
          <p:spPr>
            <a:xfrm>
              <a:off x="5104555" y="4457460"/>
              <a:ext cx="41203" cy="37804"/>
            </a:xfrm>
            <a:custGeom>
              <a:avLst/>
              <a:pathLst>
                <a:path w="41203" h="37804">
                  <a:moveTo>
                    <a:pt x="41203" y="19864"/>
                  </a:moveTo>
                  <a:lnTo>
                    <a:pt x="11328" y="37804"/>
                  </a:lnTo>
                  <a:lnTo>
                    <a:pt x="0" y="17709"/>
                  </a:lnTo>
                  <a:lnTo>
                    <a:pt x="300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0"/>
            <p:cNvSpPr/>
            <p:nvPr/>
          </p:nvSpPr>
          <p:spPr>
            <a:xfrm>
              <a:off x="5259108" y="4462753"/>
              <a:ext cx="47139" cy="58626"/>
            </a:xfrm>
            <a:custGeom>
              <a:avLst/>
              <a:pathLst>
                <a:path w="47139" h="58626">
                  <a:moveTo>
                    <a:pt x="26821" y="58626"/>
                  </a:moveTo>
                  <a:lnTo>
                    <a:pt x="0" y="12134"/>
                  </a:lnTo>
                  <a:lnTo>
                    <a:pt x="20382" y="0"/>
                  </a:lnTo>
                  <a:lnTo>
                    <a:pt x="47139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1"/>
            <p:cNvSpPr/>
            <p:nvPr/>
          </p:nvSpPr>
          <p:spPr>
            <a:xfrm>
              <a:off x="5231822" y="4542994"/>
              <a:ext cx="38378" cy="42963"/>
            </a:xfrm>
            <a:custGeom>
              <a:avLst/>
              <a:pathLst>
                <a:path w="38378" h="42963">
                  <a:moveTo>
                    <a:pt x="20859" y="0"/>
                  </a:moveTo>
                  <a:lnTo>
                    <a:pt x="38378" y="30490"/>
                  </a:lnTo>
                  <a:lnTo>
                    <a:pt x="17789" y="42963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2"/>
            <p:cNvSpPr/>
            <p:nvPr/>
          </p:nvSpPr>
          <p:spPr>
            <a:xfrm>
              <a:off x="5131207" y="4352400"/>
              <a:ext cx="62215" cy="50510"/>
            </a:xfrm>
            <a:custGeom>
              <a:avLst/>
              <a:pathLst>
                <a:path w="62215" h="50510">
                  <a:moveTo>
                    <a:pt x="0" y="30491"/>
                  </a:moveTo>
                  <a:lnTo>
                    <a:pt x="50146" y="0"/>
                  </a:lnTo>
                  <a:lnTo>
                    <a:pt x="62215" y="20738"/>
                  </a:lnTo>
                  <a:lnTo>
                    <a:pt x="11362" y="50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3"/>
            <p:cNvSpPr/>
            <p:nvPr/>
          </p:nvSpPr>
          <p:spPr>
            <a:xfrm>
              <a:off x="5175175" y="4365992"/>
              <a:ext cx="59102" cy="47930"/>
            </a:xfrm>
            <a:custGeom>
              <a:avLst/>
              <a:pathLst>
                <a:path w="59102" h="47930">
                  <a:moveTo>
                    <a:pt x="47205" y="0"/>
                  </a:moveTo>
                  <a:lnTo>
                    <a:pt x="59102" y="20474"/>
                  </a:lnTo>
                  <a:lnTo>
                    <a:pt x="11319" y="47930"/>
                  </a:lnTo>
                  <a:lnTo>
                    <a:pt x="0" y="2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4"/>
            <p:cNvSpPr/>
            <p:nvPr/>
          </p:nvSpPr>
          <p:spPr>
            <a:xfrm>
              <a:off x="5154153" y="4590384"/>
              <a:ext cx="42018" cy="38274"/>
            </a:xfrm>
            <a:custGeom>
              <a:avLst/>
              <a:pathLst>
                <a:path w="42018" h="38274">
                  <a:moveTo>
                    <a:pt x="11685" y="38274"/>
                  </a:moveTo>
                  <a:lnTo>
                    <a:pt x="0" y="18043"/>
                  </a:lnTo>
                  <a:lnTo>
                    <a:pt x="30370" y="0"/>
                  </a:lnTo>
                  <a:lnTo>
                    <a:pt x="42018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5"/>
            <p:cNvSpPr/>
            <p:nvPr/>
          </p:nvSpPr>
          <p:spPr>
            <a:xfrm>
              <a:off x="5038087" y="4592625"/>
              <a:ext cx="47694" cy="59178"/>
            </a:xfrm>
            <a:custGeom>
              <a:avLst/>
              <a:pathLst>
                <a:path w="47694" h="59178">
                  <a:moveTo>
                    <a:pt x="27105" y="59178"/>
                  </a:moveTo>
                  <a:lnTo>
                    <a:pt x="0" y="11934"/>
                  </a:lnTo>
                  <a:lnTo>
                    <a:pt x="20543" y="0"/>
                  </a:lnTo>
                  <a:lnTo>
                    <a:pt x="47694" y="46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6"/>
            <p:cNvSpPr/>
            <p:nvPr/>
          </p:nvSpPr>
          <p:spPr>
            <a:xfrm>
              <a:off x="5004882" y="4599005"/>
              <a:ext cx="53462" cy="69244"/>
            </a:xfrm>
            <a:custGeom>
              <a:avLst/>
              <a:pathLst>
                <a:path w="53462" h="69244">
                  <a:moveTo>
                    <a:pt x="0" y="12088"/>
                  </a:moveTo>
                  <a:lnTo>
                    <a:pt x="20223" y="0"/>
                  </a:lnTo>
                  <a:lnTo>
                    <a:pt x="53462" y="56863"/>
                  </a:lnTo>
                  <a:lnTo>
                    <a:pt x="33114" y="69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67"/>
            <p:cNvSpPr/>
            <p:nvPr/>
          </p:nvSpPr>
          <p:spPr>
            <a:xfrm>
              <a:off x="5245704" y="4376725"/>
              <a:ext cx="53270" cy="68390"/>
            </a:xfrm>
            <a:custGeom>
              <a:avLst/>
              <a:pathLst>
                <a:path w="53270" h="68390">
                  <a:moveTo>
                    <a:pt x="32651" y="68390"/>
                  </a:moveTo>
                  <a:lnTo>
                    <a:pt x="0" y="12105"/>
                  </a:lnTo>
                  <a:lnTo>
                    <a:pt x="20578" y="0"/>
                  </a:lnTo>
                  <a:lnTo>
                    <a:pt x="53270" y="56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68"/>
            <p:cNvSpPr/>
            <p:nvPr/>
          </p:nvSpPr>
          <p:spPr>
            <a:xfrm>
              <a:off x="5104017" y="4413734"/>
              <a:ext cx="48170" cy="42927"/>
            </a:xfrm>
            <a:custGeom>
              <a:avLst/>
              <a:pathLst>
                <a:path w="48170" h="42927">
                  <a:moveTo>
                    <a:pt x="12107" y="42927"/>
                  </a:moveTo>
                  <a:lnTo>
                    <a:pt x="0" y="21313"/>
                  </a:lnTo>
                  <a:lnTo>
                    <a:pt x="35681" y="0"/>
                  </a:lnTo>
                  <a:lnTo>
                    <a:pt x="48170" y="21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69"/>
            <p:cNvSpPr/>
            <p:nvPr/>
          </p:nvSpPr>
          <p:spPr>
            <a:xfrm>
              <a:off x="5048274" y="4410545"/>
              <a:ext cx="47314" cy="41084"/>
            </a:xfrm>
            <a:custGeom>
              <a:avLst/>
              <a:pathLst>
                <a:path w="47314" h="41084">
                  <a:moveTo>
                    <a:pt x="0" y="20388"/>
                  </a:moveTo>
                  <a:lnTo>
                    <a:pt x="36000" y="0"/>
                  </a:lnTo>
                  <a:lnTo>
                    <a:pt x="47314" y="19958"/>
                  </a:lnTo>
                  <a:lnTo>
                    <a:pt x="11558" y="4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0"/>
            <p:cNvSpPr/>
            <p:nvPr/>
          </p:nvSpPr>
          <p:spPr>
            <a:xfrm>
              <a:off x="5057924" y="4672208"/>
              <a:ext cx="62445" cy="50999"/>
            </a:xfrm>
            <a:custGeom>
              <a:avLst/>
              <a:pathLst>
                <a:path w="62445" h="50999">
                  <a:moveTo>
                    <a:pt x="0" y="29748"/>
                  </a:moveTo>
                  <a:lnTo>
                    <a:pt x="50766" y="0"/>
                  </a:lnTo>
                  <a:lnTo>
                    <a:pt x="62445" y="20757"/>
                  </a:lnTo>
                  <a:lnTo>
                    <a:pt x="11648" y="50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1"/>
            <p:cNvSpPr/>
            <p:nvPr/>
          </p:nvSpPr>
          <p:spPr>
            <a:xfrm>
              <a:off x="5182834" y="4321565"/>
              <a:ext cx="63386" cy="50745"/>
            </a:xfrm>
            <a:custGeom>
              <a:avLst/>
              <a:pathLst>
                <a:path w="63386" h="50745">
                  <a:moveTo>
                    <a:pt x="0" y="29802"/>
                  </a:moveTo>
                  <a:lnTo>
                    <a:pt x="52341" y="0"/>
                  </a:lnTo>
                  <a:lnTo>
                    <a:pt x="63386" y="20183"/>
                  </a:lnTo>
                  <a:lnTo>
                    <a:pt x="12190" y="5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2"/>
            <p:cNvSpPr/>
            <p:nvPr/>
          </p:nvSpPr>
          <p:spPr>
            <a:xfrm>
              <a:off x="5280794" y="4436515"/>
              <a:ext cx="53001" cy="68599"/>
            </a:xfrm>
            <a:custGeom>
              <a:avLst/>
              <a:pathLst>
                <a:path w="53001" h="68599">
                  <a:moveTo>
                    <a:pt x="0" y="11833"/>
                  </a:moveTo>
                  <a:lnTo>
                    <a:pt x="20666" y="0"/>
                  </a:lnTo>
                  <a:lnTo>
                    <a:pt x="53001" y="56650"/>
                  </a:lnTo>
                  <a:lnTo>
                    <a:pt x="32657" y="68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3"/>
            <p:cNvSpPr/>
            <p:nvPr/>
          </p:nvSpPr>
          <p:spPr>
            <a:xfrm>
              <a:off x="5063955" y="4437600"/>
              <a:ext cx="47846" cy="42408"/>
            </a:xfrm>
            <a:custGeom>
              <a:avLst/>
              <a:pathLst>
                <a:path w="47846" h="42408">
                  <a:moveTo>
                    <a:pt x="35699" y="0"/>
                  </a:moveTo>
                  <a:lnTo>
                    <a:pt x="47846" y="21587"/>
                  </a:lnTo>
                  <a:lnTo>
                    <a:pt x="12190" y="42408"/>
                  </a:lnTo>
                  <a:lnTo>
                    <a:pt x="0" y="20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4"/>
            <p:cNvSpPr/>
            <p:nvPr/>
          </p:nvSpPr>
          <p:spPr>
            <a:xfrm>
              <a:off x="5138695" y="4440912"/>
              <a:ext cx="46244" cy="57482"/>
            </a:xfrm>
            <a:custGeom>
              <a:avLst/>
              <a:pathLst>
                <a:path w="46244" h="57482">
                  <a:moveTo>
                    <a:pt x="46244" y="45779"/>
                  </a:moveTo>
                  <a:lnTo>
                    <a:pt x="26302" y="57482"/>
                  </a:lnTo>
                  <a:lnTo>
                    <a:pt x="0" y="11945"/>
                  </a:lnTo>
                  <a:lnTo>
                    <a:pt x="198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5"/>
            <p:cNvSpPr/>
            <p:nvPr/>
          </p:nvSpPr>
          <p:spPr>
            <a:xfrm>
              <a:off x="5263859" y="4516049"/>
              <a:ext cx="59792" cy="48916"/>
            </a:xfrm>
            <a:custGeom>
              <a:avLst/>
              <a:pathLst>
                <a:path w="59792" h="48916">
                  <a:moveTo>
                    <a:pt x="59792" y="21108"/>
                  </a:moveTo>
                  <a:lnTo>
                    <a:pt x="11859" y="48916"/>
                  </a:lnTo>
                  <a:lnTo>
                    <a:pt x="0" y="28313"/>
                  </a:lnTo>
                  <a:lnTo>
                    <a:pt x="484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6"/>
            <p:cNvSpPr/>
            <p:nvPr/>
          </p:nvSpPr>
          <p:spPr>
            <a:xfrm>
              <a:off x="5078471" y="4475753"/>
              <a:ext cx="46424" cy="57842"/>
            </a:xfrm>
            <a:custGeom>
              <a:avLst/>
              <a:pathLst>
                <a:path w="46424" h="57842">
                  <a:moveTo>
                    <a:pt x="26377" y="57842"/>
                  </a:moveTo>
                  <a:lnTo>
                    <a:pt x="0" y="11851"/>
                  </a:lnTo>
                  <a:lnTo>
                    <a:pt x="19924" y="0"/>
                  </a:lnTo>
                  <a:lnTo>
                    <a:pt x="46424" y="4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77"/>
            <p:cNvSpPr/>
            <p:nvPr/>
          </p:nvSpPr>
          <p:spPr>
            <a:xfrm>
              <a:off x="5232435" y="4479550"/>
              <a:ext cx="48251" cy="61904"/>
            </a:xfrm>
            <a:custGeom>
              <a:avLst/>
              <a:pathLst>
                <a:path w="48251" h="61904">
                  <a:moveTo>
                    <a:pt x="48251" y="50231"/>
                  </a:moveTo>
                  <a:lnTo>
                    <a:pt x="29001" y="61904"/>
                  </a:lnTo>
                  <a:lnTo>
                    <a:pt x="0" y="11533"/>
                  </a:lnTo>
                  <a:lnTo>
                    <a:pt x="19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78"/>
            <p:cNvSpPr/>
            <p:nvPr/>
          </p:nvSpPr>
          <p:spPr>
            <a:xfrm>
              <a:off x="5168118" y="4617379"/>
              <a:ext cx="44586" cy="40730"/>
            </a:xfrm>
            <a:custGeom>
              <a:avLst/>
              <a:pathLst>
                <a:path w="44586" h="40730">
                  <a:moveTo>
                    <a:pt x="12040" y="40730"/>
                  </a:moveTo>
                  <a:lnTo>
                    <a:pt x="0" y="19171"/>
                  </a:lnTo>
                  <a:lnTo>
                    <a:pt x="32282" y="0"/>
                  </a:lnTo>
                  <a:lnTo>
                    <a:pt x="44586" y="21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79"/>
            <p:cNvSpPr/>
            <p:nvPr/>
          </p:nvSpPr>
          <p:spPr>
            <a:xfrm>
              <a:off x="4950855" y="4506534"/>
              <a:ext cx="34796" cy="38127"/>
            </a:xfrm>
            <a:custGeom>
              <a:avLst/>
              <a:pathLst>
                <a:path w="34796" h="38127">
                  <a:moveTo>
                    <a:pt x="0" y="11333"/>
                  </a:moveTo>
                  <a:lnTo>
                    <a:pt x="19866" y="0"/>
                  </a:lnTo>
                  <a:lnTo>
                    <a:pt x="34796" y="25747"/>
                  </a:lnTo>
                  <a:lnTo>
                    <a:pt x="15125" y="38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0"/>
            <p:cNvSpPr/>
            <p:nvPr/>
          </p:nvSpPr>
          <p:spPr>
            <a:xfrm>
              <a:off x="5195848" y="4564830"/>
              <a:ext cx="43645" cy="39498"/>
            </a:xfrm>
            <a:custGeom>
              <a:avLst/>
              <a:pathLst>
                <a:path w="43645" h="39498">
                  <a:moveTo>
                    <a:pt x="43645" y="20095"/>
                  </a:moveTo>
                  <a:lnTo>
                    <a:pt x="11513" y="39498"/>
                  </a:lnTo>
                  <a:lnTo>
                    <a:pt x="0" y="19017"/>
                  </a:lnTo>
                  <a:lnTo>
                    <a:pt x="31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1"/>
            <p:cNvSpPr/>
            <p:nvPr/>
          </p:nvSpPr>
          <p:spPr>
            <a:xfrm>
              <a:off x="5066486" y="4576365"/>
              <a:ext cx="49553" cy="63012"/>
            </a:xfrm>
            <a:custGeom>
              <a:avLst/>
              <a:pathLst>
                <a:path w="49553" h="63012">
                  <a:moveTo>
                    <a:pt x="49553" y="51356"/>
                  </a:moveTo>
                  <a:lnTo>
                    <a:pt x="29347" y="63012"/>
                  </a:lnTo>
                  <a:lnTo>
                    <a:pt x="0" y="11734"/>
                  </a:lnTo>
                  <a:lnTo>
                    <a:pt x="204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2"/>
            <p:cNvSpPr/>
            <p:nvPr/>
          </p:nvSpPr>
          <p:spPr>
            <a:xfrm>
              <a:off x="5164276" y="4496268"/>
              <a:ext cx="86173" cy="80857"/>
            </a:xfrm>
            <a:custGeom>
              <a:avLst/>
              <a:pathLst>
                <a:path w="86173" h="80857">
                  <a:moveTo>
                    <a:pt x="86173" y="45411"/>
                  </a:moveTo>
                  <a:lnTo>
                    <a:pt x="26229" y="80857"/>
                  </a:lnTo>
                  <a:lnTo>
                    <a:pt x="0" y="35182"/>
                  </a:lnTo>
                  <a:lnTo>
                    <a:pt x="5967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3"/>
            <p:cNvSpPr/>
            <p:nvPr/>
          </p:nvSpPr>
          <p:spPr>
            <a:xfrm>
              <a:off x="4970118" y="4538903"/>
              <a:ext cx="52737" cy="68001"/>
            </a:xfrm>
            <a:custGeom>
              <a:avLst/>
              <a:pathLst>
                <a:path w="52737" h="68001">
                  <a:moveTo>
                    <a:pt x="0" y="12064"/>
                  </a:moveTo>
                  <a:lnTo>
                    <a:pt x="20228" y="0"/>
                  </a:lnTo>
                  <a:lnTo>
                    <a:pt x="52737" y="55805"/>
                  </a:lnTo>
                  <a:lnTo>
                    <a:pt x="32058" y="68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4"/>
            <p:cNvSpPr/>
            <p:nvPr/>
          </p:nvSpPr>
          <p:spPr>
            <a:xfrm>
              <a:off x="5251000" y="4557462"/>
              <a:ext cx="63028" cy="51047"/>
            </a:xfrm>
            <a:custGeom>
              <a:avLst/>
              <a:pathLst>
                <a:path w="63028" h="51047">
                  <a:moveTo>
                    <a:pt x="50975" y="0"/>
                  </a:moveTo>
                  <a:lnTo>
                    <a:pt x="63028" y="21427"/>
                  </a:lnTo>
                  <a:lnTo>
                    <a:pt x="11905" y="51047"/>
                  </a:lnTo>
                  <a:lnTo>
                    <a:pt x="0" y="30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5"/>
            <p:cNvSpPr/>
            <p:nvPr/>
          </p:nvSpPr>
          <p:spPr>
            <a:xfrm>
              <a:off x="4982202" y="4479740"/>
              <a:ext cx="58953" cy="48048"/>
            </a:xfrm>
            <a:custGeom>
              <a:avLst/>
              <a:pathLst>
                <a:path w="58953" h="48048">
                  <a:moveTo>
                    <a:pt x="58953" y="20141"/>
                  </a:moveTo>
                  <a:lnTo>
                    <a:pt x="11496" y="48048"/>
                  </a:lnTo>
                  <a:lnTo>
                    <a:pt x="0" y="27941"/>
                  </a:lnTo>
                  <a:lnTo>
                    <a:pt x="47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6"/>
            <p:cNvSpPr/>
            <p:nvPr/>
          </p:nvSpPr>
          <p:spPr>
            <a:xfrm>
              <a:off x="5117891" y="4481235"/>
              <a:ext cx="41966" cy="37916"/>
            </a:xfrm>
            <a:custGeom>
              <a:avLst/>
              <a:pathLst>
                <a:path w="41966" h="37916">
                  <a:moveTo>
                    <a:pt x="41966" y="20053"/>
                  </a:moveTo>
                  <a:lnTo>
                    <a:pt x="11564" y="37916"/>
                  </a:lnTo>
                  <a:lnTo>
                    <a:pt x="0" y="17690"/>
                  </a:lnTo>
                  <a:lnTo>
                    <a:pt x="303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87"/>
            <p:cNvSpPr/>
            <p:nvPr/>
          </p:nvSpPr>
          <p:spPr>
            <a:xfrm>
              <a:off x="4938160" y="4465566"/>
              <a:ext cx="61749" cy="49945"/>
            </a:xfrm>
            <a:custGeom>
              <a:avLst/>
              <a:pathLst>
                <a:path w="61749" h="49945">
                  <a:moveTo>
                    <a:pt x="0" y="30081"/>
                  </a:moveTo>
                  <a:lnTo>
                    <a:pt x="49749" y="0"/>
                  </a:lnTo>
                  <a:lnTo>
                    <a:pt x="61749" y="20956"/>
                  </a:lnTo>
                  <a:lnTo>
                    <a:pt x="11858" y="49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88"/>
            <p:cNvSpPr/>
            <p:nvPr/>
          </p:nvSpPr>
          <p:spPr>
            <a:xfrm>
              <a:off x="5069264" y="4629662"/>
              <a:ext cx="60411" cy="49153"/>
            </a:xfrm>
            <a:custGeom>
              <a:avLst/>
              <a:pathLst>
                <a:path w="60411" h="49153">
                  <a:moveTo>
                    <a:pt x="47859" y="0"/>
                  </a:moveTo>
                  <a:lnTo>
                    <a:pt x="60411" y="20696"/>
                  </a:lnTo>
                  <a:lnTo>
                    <a:pt x="12371" y="49153"/>
                  </a:lnTo>
                  <a:lnTo>
                    <a:pt x="0" y="2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89"/>
            <p:cNvSpPr/>
            <p:nvPr/>
          </p:nvSpPr>
          <p:spPr>
            <a:xfrm>
              <a:off x="5303782" y="4527323"/>
              <a:ext cx="61862" cy="50449"/>
            </a:xfrm>
            <a:custGeom>
              <a:avLst/>
              <a:pathLst>
                <a:path w="61862" h="50449">
                  <a:moveTo>
                    <a:pt x="0" y="29076"/>
                  </a:moveTo>
                  <a:lnTo>
                    <a:pt x="49671" y="0"/>
                  </a:lnTo>
                  <a:lnTo>
                    <a:pt x="61862" y="20973"/>
                  </a:lnTo>
                  <a:lnTo>
                    <a:pt x="11919" y="50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0"/>
            <p:cNvSpPr/>
            <p:nvPr/>
          </p:nvSpPr>
          <p:spPr>
            <a:xfrm>
              <a:off x="5107954" y="4491521"/>
              <a:ext cx="87507" cy="60754"/>
            </a:xfrm>
            <a:custGeom>
              <a:avLst/>
              <a:pathLst>
                <a:path w="87507" h="60754">
                  <a:moveTo>
                    <a:pt x="0" y="47141"/>
                  </a:moveTo>
                  <a:lnTo>
                    <a:pt x="79620" y="0"/>
                  </a:lnTo>
                  <a:lnTo>
                    <a:pt x="87507" y="13427"/>
                  </a:lnTo>
                  <a:lnTo>
                    <a:pt x="7826" y="60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1"/>
            <p:cNvSpPr/>
            <p:nvPr/>
          </p:nvSpPr>
          <p:spPr>
            <a:xfrm>
              <a:off x="5141530" y="4536195"/>
              <a:ext cx="32997" cy="41808"/>
            </a:xfrm>
            <a:custGeom>
              <a:avLst/>
              <a:pathLst>
                <a:path w="32997" h="41808">
                  <a:moveTo>
                    <a:pt x="32997" y="33862"/>
                  </a:moveTo>
                  <a:lnTo>
                    <a:pt x="19542" y="41808"/>
                  </a:lnTo>
                  <a:lnTo>
                    <a:pt x="0" y="7884"/>
                  </a:lnTo>
                  <a:lnTo>
                    <a:pt x="135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2"/>
            <p:cNvSpPr/>
            <p:nvPr/>
          </p:nvSpPr>
          <p:spPr>
            <a:xfrm>
              <a:off x="5211629" y="4592215"/>
              <a:ext cx="42065" cy="38388"/>
            </a:xfrm>
            <a:custGeom>
              <a:avLst/>
              <a:pathLst>
                <a:path w="42065" h="38388">
                  <a:moveTo>
                    <a:pt x="0" y="17862"/>
                  </a:moveTo>
                  <a:lnTo>
                    <a:pt x="30326" y="0"/>
                  </a:lnTo>
                  <a:lnTo>
                    <a:pt x="42065" y="20326"/>
                  </a:lnTo>
                  <a:lnTo>
                    <a:pt x="11626" y="38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3"/>
            <p:cNvSpPr/>
            <p:nvPr/>
          </p:nvSpPr>
          <p:spPr>
            <a:xfrm>
              <a:off x="5027752" y="4575246"/>
              <a:ext cx="26623" cy="23782"/>
            </a:xfrm>
            <a:custGeom>
              <a:avLst/>
              <a:pathLst>
                <a:path w="26623" h="23782">
                  <a:moveTo>
                    <a:pt x="26623" y="12072"/>
                  </a:moveTo>
                  <a:lnTo>
                    <a:pt x="7273" y="23782"/>
                  </a:lnTo>
                  <a:lnTo>
                    <a:pt x="0" y="11842"/>
                  </a:lnTo>
                  <a:lnTo>
                    <a:pt x="19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4"/>
            <p:cNvSpPr/>
            <p:nvPr/>
          </p:nvSpPr>
          <p:spPr>
            <a:xfrm>
              <a:off x="4997696" y="4523144"/>
              <a:ext cx="46861" cy="58310"/>
            </a:xfrm>
            <a:custGeom>
              <a:avLst/>
              <a:pathLst>
                <a:path w="46861" h="58310">
                  <a:moveTo>
                    <a:pt x="46861" y="46662"/>
                  </a:moveTo>
                  <a:lnTo>
                    <a:pt x="27852" y="58310"/>
                  </a:lnTo>
                  <a:lnTo>
                    <a:pt x="0" y="11862"/>
                  </a:lnTo>
                  <a:lnTo>
                    <a:pt x="199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5"/>
            <p:cNvSpPr/>
            <p:nvPr/>
          </p:nvSpPr>
          <p:spPr>
            <a:xfrm>
              <a:off x="5059914" y="4558862"/>
              <a:ext cx="22153" cy="21312"/>
            </a:xfrm>
            <a:custGeom>
              <a:avLst/>
              <a:pathLst>
                <a:path w="22153" h="21312">
                  <a:moveTo>
                    <a:pt x="22153" y="12688"/>
                  </a:moveTo>
                  <a:lnTo>
                    <a:pt x="7103" y="21312"/>
                  </a:lnTo>
                  <a:lnTo>
                    <a:pt x="0" y="8623"/>
                  </a:lnTo>
                  <a:lnTo>
                    <a:pt x="146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6"/>
            <p:cNvSpPr/>
            <p:nvPr/>
          </p:nvSpPr>
          <p:spPr>
            <a:xfrm>
              <a:off x="5022659" y="4503036"/>
              <a:ext cx="49531" cy="62339"/>
            </a:xfrm>
            <a:custGeom>
              <a:avLst/>
              <a:pathLst>
                <a:path w="49531" h="62339">
                  <a:moveTo>
                    <a:pt x="49531" y="49985"/>
                  </a:moveTo>
                  <a:lnTo>
                    <a:pt x="29180" y="62339"/>
                  </a:lnTo>
                  <a:lnTo>
                    <a:pt x="0" y="12169"/>
                  </a:lnTo>
                  <a:lnTo>
                    <a:pt x="200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297"/>
            <p:cNvSpPr/>
            <p:nvPr/>
          </p:nvSpPr>
          <p:spPr>
            <a:xfrm>
              <a:off x="5084540" y="4543744"/>
              <a:ext cx="25856" cy="23560"/>
            </a:xfrm>
            <a:custGeom>
              <a:avLst/>
              <a:pathLst>
                <a:path w="25856" h="23560">
                  <a:moveTo>
                    <a:pt x="25856" y="12688"/>
                  </a:moveTo>
                  <a:lnTo>
                    <a:pt x="6923" y="23560"/>
                  </a:lnTo>
                  <a:lnTo>
                    <a:pt x="0" y="10471"/>
                  </a:lnTo>
                  <a:lnTo>
                    <a:pt x="189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298"/>
            <p:cNvSpPr/>
            <p:nvPr/>
          </p:nvSpPr>
          <p:spPr>
            <a:xfrm>
              <a:off x="5034523" y="4458326"/>
              <a:ext cx="65327" cy="89710"/>
            </a:xfrm>
            <a:custGeom>
              <a:avLst/>
              <a:pathLst>
                <a:path w="65327" h="89710">
                  <a:moveTo>
                    <a:pt x="65327" y="78192"/>
                  </a:moveTo>
                  <a:lnTo>
                    <a:pt x="45626" y="89710"/>
                  </a:lnTo>
                  <a:lnTo>
                    <a:pt x="0" y="11406"/>
                  </a:lnTo>
                  <a:lnTo>
                    <a:pt x="190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299"/>
            <p:cNvSpPr/>
            <p:nvPr/>
          </p:nvSpPr>
          <p:spPr>
            <a:xfrm>
              <a:off x="4772574" y="4190874"/>
              <a:ext cx="54828" cy="45619"/>
            </a:xfrm>
            <a:custGeom>
              <a:avLst/>
              <a:pathLst>
                <a:path w="54828" h="45619">
                  <a:moveTo>
                    <a:pt x="11050" y="45619"/>
                  </a:moveTo>
                  <a:lnTo>
                    <a:pt x="0" y="26409"/>
                  </a:lnTo>
                  <a:lnTo>
                    <a:pt x="43194" y="0"/>
                  </a:lnTo>
                  <a:lnTo>
                    <a:pt x="54828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0"/>
            <p:cNvSpPr/>
            <p:nvPr/>
          </p:nvSpPr>
          <p:spPr>
            <a:xfrm>
              <a:off x="4663099" y="4186382"/>
              <a:ext cx="55994" cy="47592"/>
            </a:xfrm>
            <a:custGeom>
              <a:avLst/>
              <a:pathLst>
                <a:path w="55994" h="47592">
                  <a:moveTo>
                    <a:pt x="12468" y="47592"/>
                  </a:moveTo>
                  <a:lnTo>
                    <a:pt x="0" y="26332"/>
                  </a:lnTo>
                  <a:lnTo>
                    <a:pt x="43043" y="0"/>
                  </a:lnTo>
                  <a:lnTo>
                    <a:pt x="55994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1"/>
            <p:cNvSpPr/>
            <p:nvPr/>
          </p:nvSpPr>
          <p:spPr>
            <a:xfrm>
              <a:off x="4737423" y="4313610"/>
              <a:ext cx="54169" cy="43656"/>
            </a:xfrm>
            <a:custGeom>
              <a:avLst/>
              <a:pathLst>
                <a:path w="54169" h="43656">
                  <a:moveTo>
                    <a:pt x="0" y="25531"/>
                  </a:moveTo>
                  <a:lnTo>
                    <a:pt x="43490" y="0"/>
                  </a:lnTo>
                  <a:lnTo>
                    <a:pt x="54169" y="18224"/>
                  </a:lnTo>
                  <a:lnTo>
                    <a:pt x="10238" y="43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2"/>
            <p:cNvSpPr/>
            <p:nvPr/>
          </p:nvSpPr>
          <p:spPr>
            <a:xfrm>
              <a:off x="4771980" y="4274305"/>
              <a:ext cx="44700" cy="54420"/>
            </a:xfrm>
            <a:custGeom>
              <a:avLst/>
              <a:pathLst>
                <a:path w="44700" h="54420">
                  <a:moveTo>
                    <a:pt x="0" y="11678"/>
                  </a:moveTo>
                  <a:lnTo>
                    <a:pt x="19325" y="0"/>
                  </a:lnTo>
                  <a:lnTo>
                    <a:pt x="44700" y="42932"/>
                  </a:lnTo>
                  <a:lnTo>
                    <a:pt x="25526" y="54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3"/>
            <p:cNvSpPr/>
            <p:nvPr/>
          </p:nvSpPr>
          <p:spPr>
            <a:xfrm>
              <a:off x="4722881" y="4289311"/>
              <a:ext cx="54572" cy="43848"/>
            </a:xfrm>
            <a:custGeom>
              <a:avLst/>
              <a:pathLst>
                <a:path w="54572" h="43848">
                  <a:moveTo>
                    <a:pt x="11016" y="43848"/>
                  </a:moveTo>
                  <a:lnTo>
                    <a:pt x="0" y="25462"/>
                  </a:lnTo>
                  <a:lnTo>
                    <a:pt x="43735" y="0"/>
                  </a:lnTo>
                  <a:lnTo>
                    <a:pt x="5457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4"/>
            <p:cNvSpPr/>
            <p:nvPr/>
          </p:nvSpPr>
          <p:spPr>
            <a:xfrm>
              <a:off x="4930050" y="3834111"/>
              <a:ext cx="56050" cy="72929"/>
            </a:xfrm>
            <a:custGeom>
              <a:avLst/>
              <a:pathLst>
                <a:path w="56050" h="72929">
                  <a:moveTo>
                    <a:pt x="36011" y="72929"/>
                  </a:moveTo>
                  <a:lnTo>
                    <a:pt x="0" y="12384"/>
                  </a:lnTo>
                  <a:lnTo>
                    <a:pt x="20359" y="0"/>
                  </a:lnTo>
                  <a:lnTo>
                    <a:pt x="56050" y="60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5"/>
            <p:cNvSpPr/>
            <p:nvPr/>
          </p:nvSpPr>
          <p:spPr>
            <a:xfrm>
              <a:off x="4713426" y="4172153"/>
              <a:ext cx="46716" cy="57384"/>
            </a:xfrm>
            <a:custGeom>
              <a:avLst/>
              <a:pathLst>
                <a:path w="46716" h="57384">
                  <a:moveTo>
                    <a:pt x="26149" y="57384"/>
                  </a:moveTo>
                  <a:lnTo>
                    <a:pt x="0" y="12904"/>
                  </a:lnTo>
                  <a:lnTo>
                    <a:pt x="20680" y="0"/>
                  </a:lnTo>
                  <a:lnTo>
                    <a:pt x="46716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6"/>
            <p:cNvSpPr/>
            <p:nvPr/>
          </p:nvSpPr>
          <p:spPr>
            <a:xfrm>
              <a:off x="4820753" y="4176865"/>
              <a:ext cx="46204" cy="56067"/>
            </a:xfrm>
            <a:custGeom>
              <a:avLst/>
              <a:pathLst>
                <a:path w="46204" h="56067">
                  <a:moveTo>
                    <a:pt x="0" y="11456"/>
                  </a:moveTo>
                  <a:lnTo>
                    <a:pt x="19911" y="0"/>
                  </a:lnTo>
                  <a:lnTo>
                    <a:pt x="46204" y="44518"/>
                  </a:lnTo>
                  <a:lnTo>
                    <a:pt x="26428" y="56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07"/>
            <p:cNvSpPr/>
            <p:nvPr/>
          </p:nvSpPr>
          <p:spPr>
            <a:xfrm>
              <a:off x="4871019" y="4014992"/>
              <a:ext cx="65919" cy="92239"/>
            </a:xfrm>
            <a:custGeom>
              <a:avLst/>
              <a:pathLst>
                <a:path w="65919" h="92239">
                  <a:moveTo>
                    <a:pt x="0" y="11626"/>
                  </a:moveTo>
                  <a:lnTo>
                    <a:pt x="19791" y="0"/>
                  </a:lnTo>
                  <a:lnTo>
                    <a:pt x="65919" y="81075"/>
                  </a:lnTo>
                  <a:lnTo>
                    <a:pt x="46429" y="92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08"/>
            <p:cNvSpPr/>
            <p:nvPr/>
          </p:nvSpPr>
          <p:spPr>
            <a:xfrm>
              <a:off x="4894789" y="3999441"/>
              <a:ext cx="67685" cy="92891"/>
            </a:xfrm>
            <a:custGeom>
              <a:avLst/>
              <a:pathLst>
                <a:path w="67685" h="92891">
                  <a:moveTo>
                    <a:pt x="0" y="11641"/>
                  </a:moveTo>
                  <a:lnTo>
                    <a:pt x="20287" y="0"/>
                  </a:lnTo>
                  <a:lnTo>
                    <a:pt x="67685" y="81342"/>
                  </a:lnTo>
                  <a:lnTo>
                    <a:pt x="48090" y="92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09"/>
            <p:cNvSpPr/>
            <p:nvPr/>
          </p:nvSpPr>
          <p:spPr>
            <a:xfrm>
              <a:off x="4677562" y="4211913"/>
              <a:ext cx="56237" cy="47450"/>
            </a:xfrm>
            <a:custGeom>
              <a:avLst/>
              <a:pathLst>
                <a:path w="56237" h="47450">
                  <a:moveTo>
                    <a:pt x="12832" y="47450"/>
                  </a:moveTo>
                  <a:lnTo>
                    <a:pt x="0" y="27467"/>
                  </a:lnTo>
                  <a:lnTo>
                    <a:pt x="46039" y="0"/>
                  </a:lnTo>
                  <a:lnTo>
                    <a:pt x="56237" y="21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0"/>
            <p:cNvSpPr/>
            <p:nvPr/>
          </p:nvSpPr>
          <p:spPr>
            <a:xfrm>
              <a:off x="4787808" y="4217303"/>
              <a:ext cx="54873" cy="44734"/>
            </a:xfrm>
            <a:custGeom>
              <a:avLst/>
              <a:pathLst>
                <a:path w="54873" h="44734">
                  <a:moveTo>
                    <a:pt x="11227" y="44734"/>
                  </a:moveTo>
                  <a:lnTo>
                    <a:pt x="0" y="25654"/>
                  </a:lnTo>
                  <a:lnTo>
                    <a:pt x="43660" y="0"/>
                  </a:lnTo>
                  <a:lnTo>
                    <a:pt x="54873" y="19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1"/>
            <p:cNvSpPr/>
            <p:nvPr/>
          </p:nvSpPr>
          <p:spPr>
            <a:xfrm>
              <a:off x="4795429" y="4017208"/>
              <a:ext cx="45797" cy="56406"/>
            </a:xfrm>
            <a:custGeom>
              <a:avLst/>
              <a:pathLst>
                <a:path w="45797" h="56406">
                  <a:moveTo>
                    <a:pt x="26894" y="56406"/>
                  </a:moveTo>
                  <a:lnTo>
                    <a:pt x="0" y="11456"/>
                  </a:lnTo>
                  <a:lnTo>
                    <a:pt x="19053" y="0"/>
                  </a:lnTo>
                  <a:lnTo>
                    <a:pt x="45797" y="45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2"/>
            <p:cNvSpPr/>
            <p:nvPr/>
          </p:nvSpPr>
          <p:spPr>
            <a:xfrm>
              <a:off x="4876957" y="3891403"/>
              <a:ext cx="57521" cy="56688"/>
            </a:xfrm>
            <a:custGeom>
              <a:avLst/>
              <a:pathLst>
                <a:path w="57521" h="56688">
                  <a:moveTo>
                    <a:pt x="21130" y="56688"/>
                  </a:moveTo>
                  <a:lnTo>
                    <a:pt x="0" y="21024"/>
                  </a:lnTo>
                  <a:lnTo>
                    <a:pt x="36546" y="0"/>
                  </a:lnTo>
                  <a:lnTo>
                    <a:pt x="57521" y="3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3"/>
            <p:cNvSpPr/>
            <p:nvPr/>
          </p:nvSpPr>
          <p:spPr>
            <a:xfrm>
              <a:off x="4807669" y="3868820"/>
              <a:ext cx="27779" cy="21671"/>
            </a:xfrm>
            <a:custGeom>
              <a:avLst/>
              <a:pathLst>
                <a:path w="27779" h="21671">
                  <a:moveTo>
                    <a:pt x="0" y="13728"/>
                  </a:moveTo>
                  <a:lnTo>
                    <a:pt x="23060" y="0"/>
                  </a:lnTo>
                  <a:lnTo>
                    <a:pt x="27779" y="7627"/>
                  </a:lnTo>
                  <a:lnTo>
                    <a:pt x="4481" y="21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4"/>
            <p:cNvSpPr/>
            <p:nvPr/>
          </p:nvSpPr>
          <p:spPr>
            <a:xfrm>
              <a:off x="4782139" y="4151589"/>
              <a:ext cx="55212" cy="45242"/>
            </a:xfrm>
            <a:custGeom>
              <a:avLst/>
              <a:pathLst>
                <a:path w="55212" h="45242">
                  <a:moveTo>
                    <a:pt x="11145" y="45242"/>
                  </a:moveTo>
                  <a:lnTo>
                    <a:pt x="0" y="26132"/>
                  </a:lnTo>
                  <a:lnTo>
                    <a:pt x="43729" y="0"/>
                  </a:lnTo>
                  <a:lnTo>
                    <a:pt x="55212" y="1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5"/>
            <p:cNvSpPr/>
            <p:nvPr/>
          </p:nvSpPr>
          <p:spPr>
            <a:xfrm>
              <a:off x="4742583" y="4155803"/>
              <a:ext cx="45817" cy="55821"/>
            </a:xfrm>
            <a:custGeom>
              <a:avLst/>
              <a:pathLst>
                <a:path w="45817" h="55821">
                  <a:moveTo>
                    <a:pt x="26327" y="55821"/>
                  </a:moveTo>
                  <a:lnTo>
                    <a:pt x="0" y="12175"/>
                  </a:lnTo>
                  <a:lnTo>
                    <a:pt x="19705" y="0"/>
                  </a:lnTo>
                  <a:lnTo>
                    <a:pt x="45817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6"/>
            <p:cNvSpPr/>
            <p:nvPr/>
          </p:nvSpPr>
          <p:spPr>
            <a:xfrm>
              <a:off x="4751114" y="3926616"/>
              <a:ext cx="54948" cy="45588"/>
            </a:xfrm>
            <a:custGeom>
              <a:avLst/>
              <a:pathLst>
                <a:path w="54948" h="45588">
                  <a:moveTo>
                    <a:pt x="0" y="26255"/>
                  </a:moveTo>
                  <a:lnTo>
                    <a:pt x="43796" y="0"/>
                  </a:lnTo>
                  <a:lnTo>
                    <a:pt x="54948" y="19164"/>
                  </a:lnTo>
                  <a:lnTo>
                    <a:pt x="10941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17"/>
            <p:cNvSpPr/>
            <p:nvPr/>
          </p:nvSpPr>
          <p:spPr>
            <a:xfrm>
              <a:off x="4930683" y="3951420"/>
              <a:ext cx="100608" cy="72991"/>
            </a:xfrm>
            <a:custGeom>
              <a:avLst/>
              <a:pathLst>
                <a:path w="100608" h="72991">
                  <a:moveTo>
                    <a:pt x="12383" y="72991"/>
                  </a:moveTo>
                  <a:lnTo>
                    <a:pt x="0" y="52117"/>
                  </a:lnTo>
                  <a:lnTo>
                    <a:pt x="88236" y="0"/>
                  </a:lnTo>
                  <a:lnTo>
                    <a:pt x="100608" y="2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18"/>
            <p:cNvSpPr/>
            <p:nvPr/>
          </p:nvSpPr>
          <p:spPr>
            <a:xfrm>
              <a:off x="4820262" y="4002129"/>
              <a:ext cx="45205" cy="56796"/>
            </a:xfrm>
            <a:custGeom>
              <a:avLst/>
              <a:pathLst>
                <a:path w="45205" h="56796">
                  <a:moveTo>
                    <a:pt x="26558" y="56796"/>
                  </a:moveTo>
                  <a:lnTo>
                    <a:pt x="0" y="11664"/>
                  </a:lnTo>
                  <a:lnTo>
                    <a:pt x="19264" y="0"/>
                  </a:lnTo>
                  <a:lnTo>
                    <a:pt x="45205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19"/>
            <p:cNvSpPr/>
            <p:nvPr/>
          </p:nvSpPr>
          <p:spPr>
            <a:xfrm>
              <a:off x="4857352" y="3934825"/>
              <a:ext cx="55776" cy="73314"/>
            </a:xfrm>
            <a:custGeom>
              <a:avLst/>
              <a:pathLst>
                <a:path w="55776" h="73314">
                  <a:moveTo>
                    <a:pt x="0" y="11148"/>
                  </a:moveTo>
                  <a:lnTo>
                    <a:pt x="20107" y="0"/>
                  </a:lnTo>
                  <a:lnTo>
                    <a:pt x="55776" y="61626"/>
                  </a:lnTo>
                  <a:lnTo>
                    <a:pt x="35232" y="7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0"/>
            <p:cNvSpPr/>
            <p:nvPr/>
          </p:nvSpPr>
          <p:spPr>
            <a:xfrm>
              <a:off x="4963850" y="4175382"/>
              <a:ext cx="67394" cy="92155"/>
            </a:xfrm>
            <a:custGeom>
              <a:avLst/>
              <a:pathLst>
                <a:path w="67394" h="92155">
                  <a:moveTo>
                    <a:pt x="0" y="11441"/>
                  </a:moveTo>
                  <a:lnTo>
                    <a:pt x="19836" y="0"/>
                  </a:lnTo>
                  <a:lnTo>
                    <a:pt x="67394" y="80382"/>
                  </a:lnTo>
                  <a:lnTo>
                    <a:pt x="47039" y="92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1"/>
            <p:cNvSpPr/>
            <p:nvPr/>
          </p:nvSpPr>
          <p:spPr>
            <a:xfrm>
              <a:off x="4988577" y="4159912"/>
              <a:ext cx="67437" cy="93312"/>
            </a:xfrm>
            <a:custGeom>
              <a:avLst/>
              <a:pathLst>
                <a:path w="67437" h="93312">
                  <a:moveTo>
                    <a:pt x="0" y="12682"/>
                  </a:moveTo>
                  <a:lnTo>
                    <a:pt x="21383" y="0"/>
                  </a:lnTo>
                  <a:lnTo>
                    <a:pt x="67437" y="81491"/>
                  </a:lnTo>
                  <a:lnTo>
                    <a:pt x="47032" y="93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2"/>
            <p:cNvSpPr/>
            <p:nvPr/>
          </p:nvSpPr>
          <p:spPr>
            <a:xfrm>
              <a:off x="4916231" y="3926484"/>
              <a:ext cx="100550" cy="72960"/>
            </a:xfrm>
            <a:custGeom>
              <a:avLst/>
              <a:pathLst>
                <a:path w="100550" h="72960">
                  <a:moveTo>
                    <a:pt x="0" y="51632"/>
                  </a:moveTo>
                  <a:lnTo>
                    <a:pt x="87992" y="0"/>
                  </a:lnTo>
                  <a:lnTo>
                    <a:pt x="100550" y="20804"/>
                  </a:lnTo>
                  <a:lnTo>
                    <a:pt x="11889" y="72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3"/>
            <p:cNvSpPr/>
            <p:nvPr/>
          </p:nvSpPr>
          <p:spPr>
            <a:xfrm>
              <a:off x="4988498" y="4061366"/>
              <a:ext cx="59352" cy="79999"/>
            </a:xfrm>
            <a:custGeom>
              <a:avLst/>
              <a:pathLst>
                <a:path w="59352" h="79999">
                  <a:moveTo>
                    <a:pt x="39305" y="79999"/>
                  </a:moveTo>
                  <a:lnTo>
                    <a:pt x="0" y="11503"/>
                  </a:lnTo>
                  <a:lnTo>
                    <a:pt x="19279" y="0"/>
                  </a:lnTo>
                  <a:lnTo>
                    <a:pt x="59352" y="6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4"/>
            <p:cNvSpPr/>
            <p:nvPr/>
          </p:nvSpPr>
          <p:spPr>
            <a:xfrm>
              <a:off x="5064696" y="4064512"/>
              <a:ext cx="67821" cy="94375"/>
            </a:xfrm>
            <a:custGeom>
              <a:avLst/>
              <a:pathLst>
                <a:path w="67821" h="94375">
                  <a:moveTo>
                    <a:pt x="0" y="12083"/>
                  </a:moveTo>
                  <a:lnTo>
                    <a:pt x="20112" y="0"/>
                  </a:lnTo>
                  <a:lnTo>
                    <a:pt x="67821" y="82769"/>
                  </a:lnTo>
                  <a:lnTo>
                    <a:pt x="48100" y="94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5"/>
            <p:cNvSpPr/>
            <p:nvPr/>
          </p:nvSpPr>
          <p:spPr>
            <a:xfrm>
              <a:off x="4759432" y="4071305"/>
              <a:ext cx="45205" cy="56052"/>
            </a:xfrm>
            <a:custGeom>
              <a:avLst/>
              <a:pathLst>
                <a:path w="45205" h="56052">
                  <a:moveTo>
                    <a:pt x="0" y="11356"/>
                  </a:moveTo>
                  <a:lnTo>
                    <a:pt x="19199" y="0"/>
                  </a:lnTo>
                  <a:lnTo>
                    <a:pt x="45205" y="44780"/>
                  </a:lnTo>
                  <a:lnTo>
                    <a:pt x="26182" y="5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6"/>
            <p:cNvSpPr/>
            <p:nvPr/>
          </p:nvSpPr>
          <p:spPr>
            <a:xfrm>
              <a:off x="4785253" y="4055783"/>
              <a:ext cx="45888" cy="57083"/>
            </a:xfrm>
            <a:custGeom>
              <a:avLst/>
              <a:pathLst>
                <a:path w="45888" h="57083">
                  <a:moveTo>
                    <a:pt x="0" y="11826"/>
                  </a:moveTo>
                  <a:lnTo>
                    <a:pt x="19745" y="0"/>
                  </a:lnTo>
                  <a:lnTo>
                    <a:pt x="45888" y="45257"/>
                  </a:lnTo>
                  <a:lnTo>
                    <a:pt x="26263" y="5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27"/>
            <p:cNvSpPr/>
            <p:nvPr/>
          </p:nvSpPr>
          <p:spPr>
            <a:xfrm>
              <a:off x="4825137" y="4052933"/>
              <a:ext cx="54693" cy="45288"/>
            </a:xfrm>
            <a:custGeom>
              <a:avLst/>
              <a:pathLst>
                <a:path w="54693" h="45288">
                  <a:moveTo>
                    <a:pt x="0" y="26609"/>
                  </a:moveTo>
                  <a:lnTo>
                    <a:pt x="44112" y="0"/>
                  </a:lnTo>
                  <a:lnTo>
                    <a:pt x="54693" y="19187"/>
                  </a:lnTo>
                  <a:lnTo>
                    <a:pt x="11005" y="45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28"/>
            <p:cNvSpPr/>
            <p:nvPr/>
          </p:nvSpPr>
          <p:spPr>
            <a:xfrm>
              <a:off x="4821194" y="3930337"/>
              <a:ext cx="67056" cy="92307"/>
            </a:xfrm>
            <a:custGeom>
              <a:avLst/>
              <a:pathLst>
                <a:path w="67056" h="92307">
                  <a:moveTo>
                    <a:pt x="0" y="11087"/>
                  </a:moveTo>
                  <a:lnTo>
                    <a:pt x="19490" y="0"/>
                  </a:lnTo>
                  <a:lnTo>
                    <a:pt x="67056" y="80850"/>
                  </a:lnTo>
                  <a:lnTo>
                    <a:pt x="47101" y="92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29"/>
            <p:cNvSpPr/>
            <p:nvPr/>
          </p:nvSpPr>
          <p:spPr>
            <a:xfrm>
              <a:off x="4842581" y="4082859"/>
              <a:ext cx="55174" cy="45419"/>
            </a:xfrm>
            <a:custGeom>
              <a:avLst/>
              <a:pathLst>
                <a:path w="55174" h="45419">
                  <a:moveTo>
                    <a:pt x="11107" y="45419"/>
                  </a:moveTo>
                  <a:lnTo>
                    <a:pt x="0" y="26178"/>
                  </a:lnTo>
                  <a:lnTo>
                    <a:pt x="43645" y="0"/>
                  </a:lnTo>
                  <a:lnTo>
                    <a:pt x="55174" y="19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0"/>
            <p:cNvSpPr/>
            <p:nvPr/>
          </p:nvSpPr>
          <p:spPr>
            <a:xfrm>
              <a:off x="5039590" y="4079868"/>
              <a:ext cx="67849" cy="94418"/>
            </a:xfrm>
            <a:custGeom>
              <a:avLst/>
              <a:pathLst>
                <a:path w="67849" h="94418">
                  <a:moveTo>
                    <a:pt x="0" y="11754"/>
                  </a:moveTo>
                  <a:lnTo>
                    <a:pt x="19708" y="0"/>
                  </a:lnTo>
                  <a:lnTo>
                    <a:pt x="67849" y="82530"/>
                  </a:lnTo>
                  <a:lnTo>
                    <a:pt x="48825" y="94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1"/>
            <p:cNvSpPr/>
            <p:nvPr/>
          </p:nvSpPr>
          <p:spPr>
            <a:xfrm>
              <a:off x="4588487" y="4219345"/>
              <a:ext cx="152549" cy="181584"/>
            </a:xfrm>
            <a:custGeom>
              <a:avLst/>
              <a:pathLst>
                <a:path w="152549" h="181584">
                  <a:moveTo>
                    <a:pt x="0" y="41392"/>
                  </a:moveTo>
                  <a:lnTo>
                    <a:pt x="68749" y="0"/>
                  </a:lnTo>
                  <a:lnTo>
                    <a:pt x="152549" y="141917"/>
                  </a:lnTo>
                  <a:lnTo>
                    <a:pt x="85966" y="181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2"/>
            <p:cNvSpPr/>
            <p:nvPr/>
          </p:nvSpPr>
          <p:spPr>
            <a:xfrm>
              <a:off x="4717955" y="4223352"/>
              <a:ext cx="54802" cy="45377"/>
            </a:xfrm>
            <a:custGeom>
              <a:avLst/>
              <a:pathLst>
                <a:path w="54802" h="45377">
                  <a:moveTo>
                    <a:pt x="0" y="25868"/>
                  </a:moveTo>
                  <a:lnTo>
                    <a:pt x="43439" y="0"/>
                  </a:lnTo>
                  <a:lnTo>
                    <a:pt x="54802" y="19325"/>
                  </a:lnTo>
                  <a:lnTo>
                    <a:pt x="11578" y="45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3"/>
            <p:cNvSpPr/>
            <p:nvPr/>
          </p:nvSpPr>
          <p:spPr>
            <a:xfrm>
              <a:off x="4864818" y="4161398"/>
              <a:ext cx="102973" cy="104694"/>
            </a:xfrm>
            <a:custGeom>
              <a:avLst/>
              <a:pathLst>
                <a:path w="102973" h="104694">
                  <a:moveTo>
                    <a:pt x="0" y="38633"/>
                  </a:moveTo>
                  <a:lnTo>
                    <a:pt x="62699" y="0"/>
                  </a:lnTo>
                  <a:lnTo>
                    <a:pt x="102973" y="66628"/>
                  </a:lnTo>
                  <a:lnTo>
                    <a:pt x="39130" y="104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4"/>
            <p:cNvSpPr/>
            <p:nvPr/>
          </p:nvSpPr>
          <p:spPr>
            <a:xfrm>
              <a:off x="4730284" y="4007391"/>
              <a:ext cx="71091" cy="70281"/>
            </a:xfrm>
            <a:custGeom>
              <a:avLst/>
              <a:pathLst>
                <a:path w="71091" h="70281">
                  <a:moveTo>
                    <a:pt x="25880" y="70281"/>
                  </a:moveTo>
                  <a:lnTo>
                    <a:pt x="0" y="26224"/>
                  </a:lnTo>
                  <a:lnTo>
                    <a:pt x="45325" y="0"/>
                  </a:lnTo>
                  <a:lnTo>
                    <a:pt x="71091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5"/>
            <p:cNvSpPr/>
            <p:nvPr/>
          </p:nvSpPr>
          <p:spPr>
            <a:xfrm>
              <a:off x="4947371" y="4007785"/>
              <a:ext cx="62623" cy="67262"/>
            </a:xfrm>
            <a:custGeom>
              <a:avLst/>
              <a:pathLst>
                <a:path w="62623" h="67262">
                  <a:moveTo>
                    <a:pt x="62623" y="45365"/>
                  </a:moveTo>
                  <a:lnTo>
                    <a:pt x="25419" y="67262"/>
                  </a:lnTo>
                  <a:lnTo>
                    <a:pt x="0" y="22266"/>
                  </a:lnTo>
                  <a:lnTo>
                    <a:pt x="370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6"/>
            <p:cNvSpPr/>
            <p:nvPr/>
          </p:nvSpPr>
          <p:spPr>
            <a:xfrm>
              <a:off x="4826778" y="4227523"/>
              <a:ext cx="55142" cy="44995"/>
            </a:xfrm>
            <a:custGeom>
              <a:avLst/>
              <a:pathLst>
                <a:path w="55142" h="44995">
                  <a:moveTo>
                    <a:pt x="11075" y="44995"/>
                  </a:moveTo>
                  <a:lnTo>
                    <a:pt x="0" y="25499"/>
                  </a:lnTo>
                  <a:lnTo>
                    <a:pt x="43764" y="0"/>
                  </a:lnTo>
                  <a:lnTo>
                    <a:pt x="5514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37"/>
            <p:cNvSpPr/>
            <p:nvPr/>
          </p:nvSpPr>
          <p:spPr>
            <a:xfrm>
              <a:off x="4732965" y="4249315"/>
              <a:ext cx="54903" cy="45334"/>
            </a:xfrm>
            <a:custGeom>
              <a:avLst/>
              <a:pathLst>
                <a:path w="54903" h="45334">
                  <a:moveTo>
                    <a:pt x="0" y="26301"/>
                  </a:moveTo>
                  <a:lnTo>
                    <a:pt x="43796" y="0"/>
                  </a:lnTo>
                  <a:lnTo>
                    <a:pt x="54903" y="19341"/>
                  </a:lnTo>
                  <a:lnTo>
                    <a:pt x="11016" y="45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38"/>
            <p:cNvSpPr/>
            <p:nvPr/>
          </p:nvSpPr>
          <p:spPr>
            <a:xfrm>
              <a:off x="4841428" y="4252069"/>
              <a:ext cx="54827" cy="44564"/>
            </a:xfrm>
            <a:custGeom>
              <a:avLst/>
              <a:pathLst>
                <a:path w="54827" h="44564">
                  <a:moveTo>
                    <a:pt x="0" y="25841"/>
                  </a:moveTo>
                  <a:lnTo>
                    <a:pt x="43540" y="0"/>
                  </a:lnTo>
                  <a:lnTo>
                    <a:pt x="54827" y="19387"/>
                  </a:lnTo>
                  <a:lnTo>
                    <a:pt x="10730" y="44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39"/>
            <p:cNvSpPr/>
            <p:nvPr/>
          </p:nvSpPr>
          <p:spPr>
            <a:xfrm>
              <a:off x="4802448" y="4256365"/>
              <a:ext cx="44578" cy="54979"/>
            </a:xfrm>
            <a:custGeom>
              <a:avLst/>
              <a:pathLst>
                <a:path w="44578" h="54979">
                  <a:moveTo>
                    <a:pt x="0" y="11246"/>
                  </a:moveTo>
                  <a:lnTo>
                    <a:pt x="18903" y="0"/>
                  </a:lnTo>
                  <a:lnTo>
                    <a:pt x="44578" y="43538"/>
                  </a:lnTo>
                  <a:lnTo>
                    <a:pt x="25464" y="54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0"/>
            <p:cNvSpPr/>
            <p:nvPr/>
          </p:nvSpPr>
          <p:spPr>
            <a:xfrm>
              <a:off x="4901014" y="3900401"/>
              <a:ext cx="100784" cy="73545"/>
            </a:xfrm>
            <a:custGeom>
              <a:avLst/>
              <a:pathLst>
                <a:path w="100784" h="73545">
                  <a:moveTo>
                    <a:pt x="12469" y="73545"/>
                  </a:moveTo>
                  <a:lnTo>
                    <a:pt x="0" y="52840"/>
                  </a:lnTo>
                  <a:lnTo>
                    <a:pt x="88442" y="0"/>
                  </a:lnTo>
                  <a:lnTo>
                    <a:pt x="100784" y="2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1"/>
            <p:cNvSpPr/>
            <p:nvPr/>
          </p:nvSpPr>
          <p:spPr>
            <a:xfrm>
              <a:off x="4790622" y="3952050"/>
              <a:ext cx="44970" cy="55190"/>
            </a:xfrm>
            <a:custGeom>
              <a:avLst/>
              <a:pathLst>
                <a:path w="44970" h="55190">
                  <a:moveTo>
                    <a:pt x="25705" y="55190"/>
                  </a:moveTo>
                  <a:lnTo>
                    <a:pt x="0" y="11641"/>
                  </a:lnTo>
                  <a:lnTo>
                    <a:pt x="19625" y="0"/>
                  </a:lnTo>
                  <a:lnTo>
                    <a:pt x="44970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2"/>
            <p:cNvSpPr/>
            <p:nvPr/>
          </p:nvSpPr>
          <p:spPr>
            <a:xfrm>
              <a:off x="4726501" y="3955704"/>
              <a:ext cx="45255" cy="55798"/>
            </a:xfrm>
            <a:custGeom>
              <a:avLst/>
              <a:pathLst>
                <a:path w="45255" h="55798">
                  <a:moveTo>
                    <a:pt x="26021" y="55798"/>
                  </a:moveTo>
                  <a:lnTo>
                    <a:pt x="0" y="11427"/>
                  </a:lnTo>
                  <a:lnTo>
                    <a:pt x="19700" y="0"/>
                  </a:lnTo>
                  <a:lnTo>
                    <a:pt x="45255" y="44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3"/>
            <p:cNvSpPr/>
            <p:nvPr/>
          </p:nvSpPr>
          <p:spPr>
            <a:xfrm>
              <a:off x="4766214" y="3966300"/>
              <a:ext cx="45131" cy="56006"/>
            </a:xfrm>
            <a:custGeom>
              <a:avLst/>
              <a:pathLst>
                <a:path w="45131" h="56006">
                  <a:moveTo>
                    <a:pt x="25582" y="56006"/>
                  </a:moveTo>
                  <a:lnTo>
                    <a:pt x="0" y="11683"/>
                  </a:lnTo>
                  <a:lnTo>
                    <a:pt x="20013" y="0"/>
                  </a:lnTo>
                  <a:lnTo>
                    <a:pt x="45131" y="44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4"/>
            <p:cNvSpPr/>
            <p:nvPr/>
          </p:nvSpPr>
          <p:spPr>
            <a:xfrm>
              <a:off x="4857295" y="4107251"/>
              <a:ext cx="54770" cy="45462"/>
            </a:xfrm>
            <a:custGeom>
              <a:avLst/>
              <a:pathLst>
                <a:path w="54770" h="45462">
                  <a:moveTo>
                    <a:pt x="0" y="26024"/>
                  </a:moveTo>
                  <a:lnTo>
                    <a:pt x="43284" y="0"/>
                  </a:lnTo>
                  <a:lnTo>
                    <a:pt x="54770" y="18915"/>
                  </a:lnTo>
                  <a:lnTo>
                    <a:pt x="11225" y="45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5"/>
            <p:cNvSpPr/>
            <p:nvPr/>
          </p:nvSpPr>
          <p:spPr>
            <a:xfrm>
              <a:off x="4767375" y="4126920"/>
              <a:ext cx="55798" cy="45888"/>
            </a:xfrm>
            <a:custGeom>
              <a:avLst/>
              <a:pathLst>
                <a:path w="55798" h="45888">
                  <a:moveTo>
                    <a:pt x="11739" y="45888"/>
                  </a:moveTo>
                  <a:lnTo>
                    <a:pt x="0" y="25793"/>
                  </a:lnTo>
                  <a:lnTo>
                    <a:pt x="44117" y="0"/>
                  </a:lnTo>
                  <a:lnTo>
                    <a:pt x="55798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6"/>
            <p:cNvSpPr/>
            <p:nvPr/>
          </p:nvSpPr>
          <p:spPr>
            <a:xfrm>
              <a:off x="4895837" y="4131905"/>
              <a:ext cx="30492" cy="30837"/>
            </a:xfrm>
            <a:custGeom>
              <a:avLst/>
              <a:pathLst>
                <a:path w="30492" h="30837">
                  <a:moveTo>
                    <a:pt x="0" y="11466"/>
                  </a:moveTo>
                  <a:lnTo>
                    <a:pt x="19311" y="0"/>
                  </a:lnTo>
                  <a:lnTo>
                    <a:pt x="30492" y="19143"/>
                  </a:lnTo>
                  <a:lnTo>
                    <a:pt x="10988" y="30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47"/>
            <p:cNvSpPr/>
            <p:nvPr/>
          </p:nvSpPr>
          <p:spPr>
            <a:xfrm>
              <a:off x="4846721" y="4146365"/>
              <a:ext cx="55408" cy="45642"/>
            </a:xfrm>
            <a:custGeom>
              <a:avLst/>
              <a:pathLst>
                <a:path w="55408" h="45642">
                  <a:moveTo>
                    <a:pt x="0" y="26602"/>
                  </a:moveTo>
                  <a:lnTo>
                    <a:pt x="44000" y="0"/>
                  </a:lnTo>
                  <a:lnTo>
                    <a:pt x="55408" y="19310"/>
                  </a:lnTo>
                  <a:lnTo>
                    <a:pt x="11341" y="45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48"/>
            <p:cNvSpPr/>
            <p:nvPr/>
          </p:nvSpPr>
          <p:spPr>
            <a:xfrm>
              <a:off x="4817748" y="4111721"/>
              <a:ext cx="45451" cy="55670"/>
            </a:xfrm>
            <a:custGeom>
              <a:avLst/>
              <a:pathLst>
                <a:path w="45451" h="55670">
                  <a:moveTo>
                    <a:pt x="25826" y="55670"/>
                  </a:moveTo>
                  <a:lnTo>
                    <a:pt x="0" y="11752"/>
                  </a:lnTo>
                  <a:lnTo>
                    <a:pt x="20137" y="0"/>
                  </a:lnTo>
                  <a:lnTo>
                    <a:pt x="45451" y="44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49"/>
            <p:cNvSpPr/>
            <p:nvPr/>
          </p:nvSpPr>
          <p:spPr>
            <a:xfrm>
              <a:off x="4904769" y="3849695"/>
              <a:ext cx="55574" cy="72919"/>
            </a:xfrm>
            <a:custGeom>
              <a:avLst/>
              <a:pathLst>
                <a:path w="55574" h="72919">
                  <a:moveTo>
                    <a:pt x="15812" y="37875"/>
                  </a:moveTo>
                  <a:lnTo>
                    <a:pt x="0" y="12090"/>
                  </a:lnTo>
                  <a:lnTo>
                    <a:pt x="19935" y="0"/>
                  </a:lnTo>
                  <a:lnTo>
                    <a:pt x="55574" y="61010"/>
                  </a:lnTo>
                  <a:lnTo>
                    <a:pt x="35421" y="72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0"/>
            <p:cNvSpPr/>
            <p:nvPr/>
          </p:nvSpPr>
          <p:spPr>
            <a:xfrm>
              <a:off x="4807688" y="3864998"/>
              <a:ext cx="103475" cy="73901"/>
            </a:xfrm>
            <a:custGeom>
              <a:avLst/>
              <a:pathLst>
                <a:path w="103475" h="73901">
                  <a:moveTo>
                    <a:pt x="0" y="54050"/>
                  </a:moveTo>
                  <a:lnTo>
                    <a:pt x="92017" y="0"/>
                  </a:lnTo>
                  <a:lnTo>
                    <a:pt x="103475" y="19850"/>
                  </a:lnTo>
                  <a:lnTo>
                    <a:pt x="11187" y="73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1"/>
            <p:cNvSpPr/>
            <p:nvPr/>
          </p:nvSpPr>
          <p:spPr>
            <a:xfrm>
              <a:off x="4700559" y="3970541"/>
              <a:ext cx="45400" cy="56391"/>
            </a:xfrm>
            <a:custGeom>
              <a:avLst/>
              <a:pathLst>
                <a:path w="45400" h="56391">
                  <a:moveTo>
                    <a:pt x="26497" y="56391"/>
                  </a:moveTo>
                  <a:lnTo>
                    <a:pt x="0" y="11770"/>
                  </a:lnTo>
                  <a:lnTo>
                    <a:pt x="20116" y="0"/>
                  </a:lnTo>
                  <a:lnTo>
                    <a:pt x="45400" y="44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2"/>
            <p:cNvSpPr/>
            <p:nvPr/>
          </p:nvSpPr>
          <p:spPr>
            <a:xfrm>
              <a:off x="5013364" y="3978499"/>
              <a:ext cx="69167" cy="94276"/>
            </a:xfrm>
            <a:custGeom>
              <a:avLst/>
              <a:pathLst>
                <a:path w="69167" h="94276">
                  <a:moveTo>
                    <a:pt x="0" y="11955"/>
                  </a:moveTo>
                  <a:lnTo>
                    <a:pt x="20535" y="0"/>
                  </a:lnTo>
                  <a:lnTo>
                    <a:pt x="69167" y="82151"/>
                  </a:lnTo>
                  <a:lnTo>
                    <a:pt x="48924" y="9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3"/>
            <p:cNvSpPr/>
            <p:nvPr/>
          </p:nvSpPr>
          <p:spPr>
            <a:xfrm>
              <a:off x="4988680" y="3993411"/>
              <a:ext cx="68931" cy="94446"/>
            </a:xfrm>
            <a:custGeom>
              <a:avLst/>
              <a:pathLst>
                <a:path w="68931" h="94446">
                  <a:moveTo>
                    <a:pt x="0" y="11707"/>
                  </a:moveTo>
                  <a:lnTo>
                    <a:pt x="19807" y="0"/>
                  </a:lnTo>
                  <a:lnTo>
                    <a:pt x="68931" y="82507"/>
                  </a:lnTo>
                  <a:lnTo>
                    <a:pt x="48299" y="94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4"/>
            <p:cNvSpPr/>
            <p:nvPr/>
          </p:nvSpPr>
          <p:spPr>
            <a:xfrm>
              <a:off x="4938094" y="4076163"/>
              <a:ext cx="62467" cy="56883"/>
            </a:xfrm>
            <a:custGeom>
              <a:avLst/>
              <a:pathLst>
                <a:path w="62467" h="56883">
                  <a:moveTo>
                    <a:pt x="17377" y="56883"/>
                  </a:moveTo>
                  <a:lnTo>
                    <a:pt x="0" y="26642"/>
                  </a:lnTo>
                  <a:lnTo>
                    <a:pt x="44918" y="0"/>
                  </a:lnTo>
                  <a:lnTo>
                    <a:pt x="62467" y="30274"/>
                  </a:lnTo>
                  <a:lnTo>
                    <a:pt x="42215" y="41710"/>
                  </a:lnTo>
                  <a:lnTo>
                    <a:pt x="30922" y="22082"/>
                  </a:lnTo>
                  <a:lnTo>
                    <a:pt x="20748" y="27995"/>
                  </a:lnTo>
                  <a:lnTo>
                    <a:pt x="32066" y="4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5"/>
            <p:cNvSpPr/>
            <p:nvPr/>
          </p:nvSpPr>
          <p:spPr>
            <a:xfrm>
              <a:off x="4957759" y="4110220"/>
              <a:ext cx="64954" cy="60833"/>
            </a:xfrm>
            <a:custGeom>
              <a:avLst/>
              <a:pathLst>
                <a:path w="64954" h="60833">
                  <a:moveTo>
                    <a:pt x="0" y="26256"/>
                  </a:moveTo>
                  <a:lnTo>
                    <a:pt x="14935" y="17554"/>
                  </a:lnTo>
                  <a:lnTo>
                    <a:pt x="24958" y="34524"/>
                  </a:lnTo>
                  <a:lnTo>
                    <a:pt x="34410" y="28796"/>
                  </a:lnTo>
                  <a:lnTo>
                    <a:pt x="25034" y="12134"/>
                  </a:lnTo>
                  <a:lnTo>
                    <a:pt x="45743" y="0"/>
                  </a:lnTo>
                  <a:lnTo>
                    <a:pt x="64954" y="34316"/>
                  </a:lnTo>
                  <a:lnTo>
                    <a:pt x="20616" y="60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6"/>
            <p:cNvSpPr/>
            <p:nvPr/>
          </p:nvSpPr>
          <p:spPr>
            <a:xfrm>
              <a:off x="5017838" y="4134885"/>
              <a:ext cx="61151" cy="65980"/>
            </a:xfrm>
            <a:custGeom>
              <a:avLst/>
              <a:pathLst>
                <a:path w="61151" h="65980">
                  <a:moveTo>
                    <a:pt x="34096" y="0"/>
                  </a:moveTo>
                  <a:lnTo>
                    <a:pt x="61151" y="45755"/>
                  </a:lnTo>
                  <a:lnTo>
                    <a:pt x="26436" y="65980"/>
                  </a:lnTo>
                  <a:lnTo>
                    <a:pt x="0" y="2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7"/>
            <p:cNvSpPr/>
            <p:nvPr/>
          </p:nvSpPr>
          <p:spPr>
            <a:xfrm>
              <a:off x="4699119" y="4263500"/>
              <a:ext cx="28606" cy="25688"/>
            </a:xfrm>
            <a:custGeom>
              <a:avLst/>
              <a:pathLst>
                <a:path w="28606" h="25688">
                  <a:moveTo>
                    <a:pt x="28266" y="13809"/>
                  </a:moveTo>
                  <a:lnTo>
                    <a:pt x="7899" y="25688"/>
                  </a:lnTo>
                  <a:lnTo>
                    <a:pt x="0" y="11859"/>
                  </a:lnTo>
                  <a:lnTo>
                    <a:pt x="591" y="11515"/>
                  </a:lnTo>
                  <a:lnTo>
                    <a:pt x="20513" y="0"/>
                  </a:lnTo>
                  <a:lnTo>
                    <a:pt x="20896" y="643"/>
                  </a:lnTo>
                  <a:lnTo>
                    <a:pt x="28413" y="13286"/>
                  </a:lnTo>
                  <a:lnTo>
                    <a:pt x="28606" y="1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58"/>
            <p:cNvSpPr/>
            <p:nvPr/>
          </p:nvSpPr>
          <p:spPr>
            <a:xfrm>
              <a:off x="4711958" y="4278253"/>
              <a:ext cx="27331" cy="28377"/>
            </a:xfrm>
            <a:custGeom>
              <a:avLst/>
              <a:pathLst>
                <a:path w="27331" h="28377">
                  <a:moveTo>
                    <a:pt x="0" y="10206"/>
                  </a:moveTo>
                  <a:lnTo>
                    <a:pt x="16446" y="0"/>
                  </a:lnTo>
                  <a:lnTo>
                    <a:pt x="27331" y="18306"/>
                  </a:lnTo>
                  <a:lnTo>
                    <a:pt x="10475" y="2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59"/>
            <p:cNvSpPr/>
            <p:nvPr/>
          </p:nvSpPr>
          <p:spPr>
            <a:xfrm>
              <a:off x="4693055" y="4252518"/>
              <a:ext cx="25921" cy="21674"/>
            </a:xfrm>
            <a:custGeom>
              <a:avLst/>
              <a:pathLst>
                <a:path w="25921" h="21674">
                  <a:moveTo>
                    <a:pt x="25921" y="9880"/>
                  </a:moveTo>
                  <a:lnTo>
                    <a:pt x="5396" y="21674"/>
                  </a:lnTo>
                  <a:lnTo>
                    <a:pt x="0" y="12226"/>
                  </a:lnTo>
                  <a:lnTo>
                    <a:pt x="200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0"/>
            <p:cNvSpPr/>
            <p:nvPr/>
          </p:nvSpPr>
          <p:spPr>
            <a:xfrm>
              <a:off x="4511618" y="4185638"/>
              <a:ext cx="45842" cy="56298"/>
            </a:xfrm>
            <a:custGeom>
              <a:avLst/>
              <a:pathLst>
                <a:path w="45842" h="56298">
                  <a:moveTo>
                    <a:pt x="26789" y="56298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842" y="44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1"/>
            <p:cNvSpPr/>
            <p:nvPr/>
          </p:nvSpPr>
          <p:spPr>
            <a:xfrm>
              <a:off x="4570973" y="4203038"/>
              <a:ext cx="55666" cy="46196"/>
            </a:xfrm>
            <a:custGeom>
              <a:avLst/>
              <a:pathLst>
                <a:path w="55666" h="46196">
                  <a:moveTo>
                    <a:pt x="0" y="26100"/>
                  </a:moveTo>
                  <a:lnTo>
                    <a:pt x="44213" y="0"/>
                  </a:lnTo>
                  <a:lnTo>
                    <a:pt x="55666" y="19793"/>
                  </a:lnTo>
                  <a:lnTo>
                    <a:pt x="11524" y="46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2"/>
            <p:cNvSpPr/>
            <p:nvPr/>
          </p:nvSpPr>
          <p:spPr>
            <a:xfrm>
              <a:off x="4549368" y="4304766"/>
              <a:ext cx="45230" cy="56175"/>
            </a:xfrm>
            <a:custGeom>
              <a:avLst/>
              <a:pathLst>
                <a:path w="45230" h="56175">
                  <a:moveTo>
                    <a:pt x="25996" y="56175"/>
                  </a:moveTo>
                  <a:lnTo>
                    <a:pt x="0" y="11493"/>
                  </a:lnTo>
                  <a:lnTo>
                    <a:pt x="19314" y="0"/>
                  </a:lnTo>
                  <a:lnTo>
                    <a:pt x="45230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3"/>
            <p:cNvSpPr/>
            <p:nvPr/>
          </p:nvSpPr>
          <p:spPr>
            <a:xfrm>
              <a:off x="4483898" y="4310185"/>
              <a:ext cx="45840" cy="55582"/>
            </a:xfrm>
            <a:custGeom>
              <a:avLst/>
              <a:pathLst>
                <a:path w="45840" h="55582">
                  <a:moveTo>
                    <a:pt x="0" y="11318"/>
                  </a:moveTo>
                  <a:lnTo>
                    <a:pt x="19038" y="0"/>
                  </a:lnTo>
                  <a:lnTo>
                    <a:pt x="45840" y="44197"/>
                  </a:lnTo>
                  <a:lnTo>
                    <a:pt x="25972" y="55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4"/>
            <p:cNvSpPr/>
            <p:nvPr/>
          </p:nvSpPr>
          <p:spPr>
            <a:xfrm>
              <a:off x="4357971" y="4208626"/>
              <a:ext cx="46204" cy="57053"/>
            </a:xfrm>
            <a:custGeom>
              <a:avLst/>
              <a:pathLst>
                <a:path w="46204" h="57053">
                  <a:moveTo>
                    <a:pt x="26262" y="57053"/>
                  </a:moveTo>
                  <a:lnTo>
                    <a:pt x="0" y="11472"/>
                  </a:lnTo>
                  <a:lnTo>
                    <a:pt x="19490" y="0"/>
                  </a:lnTo>
                  <a:lnTo>
                    <a:pt x="46204" y="45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5"/>
            <p:cNvSpPr/>
            <p:nvPr/>
          </p:nvSpPr>
          <p:spPr>
            <a:xfrm>
              <a:off x="4535373" y="4265961"/>
              <a:ext cx="54777" cy="45504"/>
            </a:xfrm>
            <a:custGeom>
              <a:avLst/>
              <a:pathLst>
                <a:path w="54777" h="45504">
                  <a:moveTo>
                    <a:pt x="0" y="26178"/>
                  </a:moveTo>
                  <a:lnTo>
                    <a:pt x="43871" y="0"/>
                  </a:lnTo>
                  <a:lnTo>
                    <a:pt x="54777" y="19339"/>
                  </a:lnTo>
                  <a:lnTo>
                    <a:pt x="10760" y="455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6"/>
            <p:cNvSpPr/>
            <p:nvPr/>
          </p:nvSpPr>
          <p:spPr>
            <a:xfrm>
              <a:off x="4573168" y="4290082"/>
              <a:ext cx="45668" cy="56167"/>
            </a:xfrm>
            <a:custGeom>
              <a:avLst/>
              <a:pathLst>
                <a:path w="45668" h="56167">
                  <a:moveTo>
                    <a:pt x="0" y="11892"/>
                  </a:moveTo>
                  <a:lnTo>
                    <a:pt x="19694" y="0"/>
                  </a:lnTo>
                  <a:lnTo>
                    <a:pt x="45668" y="44710"/>
                  </a:lnTo>
                  <a:lnTo>
                    <a:pt x="26163" y="5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67"/>
            <p:cNvSpPr/>
            <p:nvPr/>
          </p:nvSpPr>
          <p:spPr>
            <a:xfrm>
              <a:off x="4474253" y="4349907"/>
              <a:ext cx="45464" cy="55436"/>
            </a:xfrm>
            <a:custGeom>
              <a:avLst/>
              <a:pathLst>
                <a:path w="45464" h="55436">
                  <a:moveTo>
                    <a:pt x="25523" y="55436"/>
                  </a:moveTo>
                  <a:lnTo>
                    <a:pt x="0" y="11819"/>
                  </a:lnTo>
                  <a:lnTo>
                    <a:pt x="19518" y="0"/>
                  </a:lnTo>
                  <a:lnTo>
                    <a:pt x="45464" y="43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68"/>
            <p:cNvSpPr/>
            <p:nvPr/>
          </p:nvSpPr>
          <p:spPr>
            <a:xfrm>
              <a:off x="4579497" y="4355514"/>
              <a:ext cx="44158" cy="55251"/>
            </a:xfrm>
            <a:custGeom>
              <a:avLst/>
              <a:pathLst>
                <a:path w="44158" h="55251">
                  <a:moveTo>
                    <a:pt x="25285" y="55251"/>
                  </a:moveTo>
                  <a:lnTo>
                    <a:pt x="0" y="11491"/>
                  </a:lnTo>
                  <a:lnTo>
                    <a:pt x="18873" y="0"/>
                  </a:lnTo>
                  <a:lnTo>
                    <a:pt x="44158" y="439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69"/>
            <p:cNvSpPr/>
            <p:nvPr/>
          </p:nvSpPr>
          <p:spPr>
            <a:xfrm>
              <a:off x="4605678" y="4162683"/>
              <a:ext cx="45175" cy="56822"/>
            </a:xfrm>
            <a:custGeom>
              <a:avLst/>
              <a:pathLst>
                <a:path w="45175" h="56822">
                  <a:moveTo>
                    <a:pt x="0" y="11630"/>
                  </a:moveTo>
                  <a:lnTo>
                    <a:pt x="18974" y="0"/>
                  </a:lnTo>
                  <a:lnTo>
                    <a:pt x="45175" y="45192"/>
                  </a:lnTo>
                  <a:lnTo>
                    <a:pt x="26063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0"/>
            <p:cNvSpPr/>
            <p:nvPr/>
          </p:nvSpPr>
          <p:spPr>
            <a:xfrm>
              <a:off x="4382293" y="4194228"/>
              <a:ext cx="46338" cy="56603"/>
            </a:xfrm>
            <a:custGeom>
              <a:avLst/>
              <a:pathLst>
                <a:path w="46338" h="56603">
                  <a:moveTo>
                    <a:pt x="0" y="11544"/>
                  </a:moveTo>
                  <a:lnTo>
                    <a:pt x="19323" y="0"/>
                  </a:lnTo>
                  <a:lnTo>
                    <a:pt x="46338" y="44734"/>
                  </a:lnTo>
                  <a:lnTo>
                    <a:pt x="26520" y="56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1"/>
            <p:cNvSpPr/>
            <p:nvPr/>
          </p:nvSpPr>
          <p:spPr>
            <a:xfrm>
              <a:off x="4487297" y="4199928"/>
              <a:ext cx="45930" cy="56711"/>
            </a:xfrm>
            <a:custGeom>
              <a:avLst/>
              <a:pathLst>
                <a:path w="45930" h="56711">
                  <a:moveTo>
                    <a:pt x="26458" y="5671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930" y="452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2"/>
            <p:cNvSpPr/>
            <p:nvPr/>
          </p:nvSpPr>
          <p:spPr>
            <a:xfrm>
              <a:off x="4450116" y="4364860"/>
              <a:ext cx="44422" cy="54859"/>
            </a:xfrm>
            <a:custGeom>
              <a:avLst/>
              <a:pathLst>
                <a:path w="44422" h="54859">
                  <a:moveTo>
                    <a:pt x="25127" y="54859"/>
                  </a:moveTo>
                  <a:lnTo>
                    <a:pt x="0" y="11368"/>
                  </a:lnTo>
                  <a:lnTo>
                    <a:pt x="19138" y="0"/>
                  </a:lnTo>
                  <a:lnTo>
                    <a:pt x="44422" y="43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3"/>
            <p:cNvSpPr/>
            <p:nvPr/>
          </p:nvSpPr>
          <p:spPr>
            <a:xfrm>
              <a:off x="4434585" y="4324433"/>
              <a:ext cx="55727" cy="46192"/>
            </a:xfrm>
            <a:custGeom>
              <a:avLst/>
              <a:pathLst>
                <a:path w="55727" h="46192">
                  <a:moveTo>
                    <a:pt x="0" y="26037"/>
                  </a:moveTo>
                  <a:lnTo>
                    <a:pt x="44225" y="0"/>
                  </a:lnTo>
                  <a:lnTo>
                    <a:pt x="55727" y="19574"/>
                  </a:lnTo>
                  <a:lnTo>
                    <a:pt x="11676" y="461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4"/>
            <p:cNvSpPr/>
            <p:nvPr/>
          </p:nvSpPr>
          <p:spPr>
            <a:xfrm>
              <a:off x="4603843" y="4341162"/>
              <a:ext cx="44307" cy="54758"/>
            </a:xfrm>
            <a:custGeom>
              <a:avLst/>
              <a:pathLst>
                <a:path w="44307" h="54758">
                  <a:moveTo>
                    <a:pt x="0" y="11148"/>
                  </a:moveTo>
                  <a:lnTo>
                    <a:pt x="18752" y="0"/>
                  </a:lnTo>
                  <a:lnTo>
                    <a:pt x="44307" y="43425"/>
                  </a:lnTo>
                  <a:lnTo>
                    <a:pt x="25344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5"/>
            <p:cNvSpPr/>
            <p:nvPr/>
          </p:nvSpPr>
          <p:spPr>
            <a:xfrm>
              <a:off x="4597005" y="4018630"/>
              <a:ext cx="56122" cy="46304"/>
            </a:xfrm>
            <a:custGeom>
              <a:avLst/>
              <a:pathLst>
                <a:path w="56122" h="46304">
                  <a:moveTo>
                    <a:pt x="11593" y="46304"/>
                  </a:moveTo>
                  <a:lnTo>
                    <a:pt x="0" y="25736"/>
                  </a:lnTo>
                  <a:lnTo>
                    <a:pt x="44030" y="0"/>
                  </a:lnTo>
                  <a:lnTo>
                    <a:pt x="56122" y="204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6"/>
            <p:cNvSpPr/>
            <p:nvPr/>
          </p:nvSpPr>
          <p:spPr>
            <a:xfrm>
              <a:off x="4666497" y="4025897"/>
              <a:ext cx="45150" cy="55205"/>
            </a:xfrm>
            <a:custGeom>
              <a:avLst/>
              <a:pathLst>
                <a:path w="45150" h="55205">
                  <a:moveTo>
                    <a:pt x="26036" y="55205"/>
                  </a:moveTo>
                  <a:lnTo>
                    <a:pt x="0" y="11857"/>
                  </a:lnTo>
                  <a:lnTo>
                    <a:pt x="19715" y="0"/>
                  </a:lnTo>
                  <a:lnTo>
                    <a:pt x="45150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77"/>
            <p:cNvSpPr/>
            <p:nvPr/>
          </p:nvSpPr>
          <p:spPr>
            <a:xfrm>
              <a:off x="4566481" y="4153561"/>
              <a:ext cx="45095" cy="55713"/>
            </a:xfrm>
            <a:custGeom>
              <a:avLst/>
              <a:pathLst>
                <a:path w="45095" h="55713">
                  <a:moveTo>
                    <a:pt x="26250" y="55713"/>
                  </a:moveTo>
                  <a:lnTo>
                    <a:pt x="0" y="11401"/>
                  </a:lnTo>
                  <a:lnTo>
                    <a:pt x="18908" y="0"/>
                  </a:lnTo>
                  <a:lnTo>
                    <a:pt x="45095" y="44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78"/>
            <p:cNvSpPr/>
            <p:nvPr/>
          </p:nvSpPr>
          <p:spPr>
            <a:xfrm>
              <a:off x="4391946" y="4154565"/>
              <a:ext cx="46286" cy="56722"/>
            </a:xfrm>
            <a:custGeom>
              <a:avLst/>
              <a:pathLst>
                <a:path w="46286" h="56722">
                  <a:moveTo>
                    <a:pt x="27097" y="56722"/>
                  </a:moveTo>
                  <a:lnTo>
                    <a:pt x="0" y="11687"/>
                  </a:lnTo>
                  <a:lnTo>
                    <a:pt x="19685" y="0"/>
                  </a:lnTo>
                  <a:lnTo>
                    <a:pt x="46286" y="45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79"/>
            <p:cNvSpPr/>
            <p:nvPr/>
          </p:nvSpPr>
          <p:spPr>
            <a:xfrm>
              <a:off x="4503351" y="4399794"/>
              <a:ext cx="45975" cy="56452"/>
            </a:xfrm>
            <a:custGeom>
              <a:avLst/>
              <a:pathLst>
                <a:path w="45975" h="56452">
                  <a:moveTo>
                    <a:pt x="0" y="11674"/>
                  </a:moveTo>
                  <a:lnTo>
                    <a:pt x="19853" y="0"/>
                  </a:lnTo>
                  <a:lnTo>
                    <a:pt x="45975" y="44939"/>
                  </a:lnTo>
                  <a:lnTo>
                    <a:pt x="26353" y="56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0"/>
            <p:cNvSpPr/>
            <p:nvPr/>
          </p:nvSpPr>
          <p:spPr>
            <a:xfrm>
              <a:off x="4608082" y="4390637"/>
              <a:ext cx="54933" cy="44613"/>
            </a:xfrm>
            <a:custGeom>
              <a:avLst/>
              <a:pathLst>
                <a:path w="54933" h="44613">
                  <a:moveTo>
                    <a:pt x="0" y="26134"/>
                  </a:moveTo>
                  <a:lnTo>
                    <a:pt x="44142" y="0"/>
                  </a:lnTo>
                  <a:lnTo>
                    <a:pt x="54933" y="18805"/>
                  </a:lnTo>
                  <a:lnTo>
                    <a:pt x="10745" y="44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1"/>
            <p:cNvSpPr/>
            <p:nvPr/>
          </p:nvSpPr>
          <p:spPr>
            <a:xfrm>
              <a:off x="4568436" y="4394747"/>
              <a:ext cx="45508" cy="55708"/>
            </a:xfrm>
            <a:custGeom>
              <a:avLst/>
              <a:pathLst>
                <a:path w="45508" h="55708">
                  <a:moveTo>
                    <a:pt x="0" y="11438"/>
                  </a:moveTo>
                  <a:lnTo>
                    <a:pt x="19606" y="0"/>
                  </a:lnTo>
                  <a:lnTo>
                    <a:pt x="45508" y="44066"/>
                  </a:lnTo>
                  <a:lnTo>
                    <a:pt x="26123" y="55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2"/>
            <p:cNvSpPr/>
            <p:nvPr/>
          </p:nvSpPr>
          <p:spPr>
            <a:xfrm>
              <a:off x="4509935" y="4294940"/>
              <a:ext cx="45827" cy="56129"/>
            </a:xfrm>
            <a:custGeom>
              <a:avLst/>
              <a:pathLst>
                <a:path w="45827" h="56129">
                  <a:moveTo>
                    <a:pt x="25660" y="56129"/>
                  </a:moveTo>
                  <a:lnTo>
                    <a:pt x="0" y="11164"/>
                  </a:lnTo>
                  <a:lnTo>
                    <a:pt x="19715" y="0"/>
                  </a:lnTo>
                  <a:lnTo>
                    <a:pt x="45827" y="445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3"/>
            <p:cNvSpPr/>
            <p:nvPr/>
          </p:nvSpPr>
          <p:spPr>
            <a:xfrm>
              <a:off x="4416879" y="4294725"/>
              <a:ext cx="55851" cy="45965"/>
            </a:xfrm>
            <a:custGeom>
              <a:avLst/>
              <a:pathLst>
                <a:path w="55851" h="45965">
                  <a:moveTo>
                    <a:pt x="0" y="26101"/>
                  </a:moveTo>
                  <a:lnTo>
                    <a:pt x="44292" y="0"/>
                  </a:lnTo>
                  <a:lnTo>
                    <a:pt x="55851" y="19864"/>
                  </a:lnTo>
                  <a:lnTo>
                    <a:pt x="11648" y="45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4"/>
            <p:cNvSpPr/>
            <p:nvPr/>
          </p:nvSpPr>
          <p:spPr>
            <a:xfrm>
              <a:off x="4457497" y="4149907"/>
              <a:ext cx="45677" cy="55975"/>
            </a:xfrm>
            <a:custGeom>
              <a:avLst/>
              <a:pathLst>
                <a:path w="45677" h="55975">
                  <a:moveTo>
                    <a:pt x="26187" y="55975"/>
                  </a:moveTo>
                  <a:lnTo>
                    <a:pt x="0" y="11857"/>
                  </a:lnTo>
                  <a:lnTo>
                    <a:pt x="19640" y="0"/>
                  </a:lnTo>
                  <a:lnTo>
                    <a:pt x="45677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5"/>
            <p:cNvSpPr/>
            <p:nvPr/>
          </p:nvSpPr>
          <p:spPr>
            <a:xfrm>
              <a:off x="4691631" y="4010652"/>
              <a:ext cx="44646" cy="55744"/>
            </a:xfrm>
            <a:custGeom>
              <a:avLst/>
              <a:pathLst>
                <a:path w="44646" h="55744">
                  <a:moveTo>
                    <a:pt x="25359" y="55744"/>
                  </a:moveTo>
                  <a:lnTo>
                    <a:pt x="0" y="11626"/>
                  </a:lnTo>
                  <a:lnTo>
                    <a:pt x="19158" y="0"/>
                  </a:lnTo>
                  <a:lnTo>
                    <a:pt x="44646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6"/>
            <p:cNvSpPr/>
            <p:nvPr/>
          </p:nvSpPr>
          <p:spPr>
            <a:xfrm>
              <a:off x="4542337" y="4410172"/>
              <a:ext cx="46279" cy="56496"/>
            </a:xfrm>
            <a:custGeom>
              <a:avLst/>
              <a:pathLst>
                <a:path w="46279" h="56496">
                  <a:moveTo>
                    <a:pt x="0" y="11731"/>
                  </a:moveTo>
                  <a:lnTo>
                    <a:pt x="19593" y="0"/>
                  </a:lnTo>
                  <a:lnTo>
                    <a:pt x="46279" y="44531"/>
                  </a:lnTo>
                  <a:lnTo>
                    <a:pt x="26503" y="564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87"/>
            <p:cNvSpPr/>
            <p:nvPr/>
          </p:nvSpPr>
          <p:spPr>
            <a:xfrm>
              <a:off x="4720633" y="4061299"/>
              <a:ext cx="44766" cy="55497"/>
            </a:xfrm>
            <a:custGeom>
              <a:avLst/>
              <a:pathLst>
                <a:path w="44766" h="55497">
                  <a:moveTo>
                    <a:pt x="0" y="11461"/>
                  </a:moveTo>
                  <a:lnTo>
                    <a:pt x="19030" y="0"/>
                  </a:lnTo>
                  <a:lnTo>
                    <a:pt x="44766" y="43656"/>
                  </a:lnTo>
                  <a:lnTo>
                    <a:pt x="26112" y="55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88"/>
            <p:cNvSpPr/>
            <p:nvPr/>
          </p:nvSpPr>
          <p:spPr>
            <a:xfrm>
              <a:off x="4546496" y="4063261"/>
              <a:ext cx="45752" cy="57284"/>
            </a:xfrm>
            <a:custGeom>
              <a:avLst/>
              <a:pathLst>
                <a:path w="45752" h="57284">
                  <a:moveTo>
                    <a:pt x="26729" y="5728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752" y="45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89"/>
            <p:cNvSpPr/>
            <p:nvPr/>
          </p:nvSpPr>
          <p:spPr>
            <a:xfrm>
              <a:off x="4696065" y="4075836"/>
              <a:ext cx="45638" cy="56203"/>
            </a:xfrm>
            <a:custGeom>
              <a:avLst/>
              <a:pathLst>
                <a:path w="45638" h="56203">
                  <a:moveTo>
                    <a:pt x="0" y="11411"/>
                  </a:moveTo>
                  <a:lnTo>
                    <a:pt x="19375" y="0"/>
                  </a:lnTo>
                  <a:lnTo>
                    <a:pt x="45638" y="44118"/>
                  </a:lnTo>
                  <a:lnTo>
                    <a:pt x="26311" y="56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0"/>
            <p:cNvSpPr/>
            <p:nvPr/>
          </p:nvSpPr>
          <p:spPr>
            <a:xfrm>
              <a:off x="4478968" y="4414700"/>
              <a:ext cx="45561" cy="56228"/>
            </a:xfrm>
            <a:custGeom>
              <a:avLst/>
              <a:pathLst>
                <a:path w="45561" h="56228">
                  <a:moveTo>
                    <a:pt x="26097" y="56228"/>
                  </a:moveTo>
                  <a:lnTo>
                    <a:pt x="0" y="11601"/>
                  </a:lnTo>
                  <a:lnTo>
                    <a:pt x="19373" y="0"/>
                  </a:lnTo>
                  <a:lnTo>
                    <a:pt x="45561" y="44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1"/>
            <p:cNvSpPr/>
            <p:nvPr/>
          </p:nvSpPr>
          <p:spPr>
            <a:xfrm>
              <a:off x="4508316" y="4450325"/>
              <a:ext cx="55181" cy="45364"/>
            </a:xfrm>
            <a:custGeom>
              <a:avLst/>
              <a:pathLst>
                <a:path w="55181" h="45364">
                  <a:moveTo>
                    <a:pt x="0" y="26054"/>
                  </a:moveTo>
                  <a:lnTo>
                    <a:pt x="43848" y="0"/>
                  </a:lnTo>
                  <a:lnTo>
                    <a:pt x="55181" y="19533"/>
                  </a:lnTo>
                  <a:lnTo>
                    <a:pt x="11468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2"/>
            <p:cNvSpPr/>
            <p:nvPr/>
          </p:nvSpPr>
          <p:spPr>
            <a:xfrm>
              <a:off x="4611926" y="4058105"/>
              <a:ext cx="45210" cy="55944"/>
            </a:xfrm>
            <a:custGeom>
              <a:avLst/>
              <a:pathLst>
                <a:path w="45210" h="55944">
                  <a:moveTo>
                    <a:pt x="26021" y="55944"/>
                  </a:moveTo>
                  <a:lnTo>
                    <a:pt x="0" y="11287"/>
                  </a:lnTo>
                  <a:lnTo>
                    <a:pt x="18978" y="0"/>
                  </a:lnTo>
                  <a:lnTo>
                    <a:pt x="45210" y="447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3"/>
            <p:cNvSpPr/>
            <p:nvPr/>
          </p:nvSpPr>
          <p:spPr>
            <a:xfrm>
              <a:off x="4642245" y="4094124"/>
              <a:ext cx="83361" cy="94757"/>
            </a:xfrm>
            <a:custGeom>
              <a:avLst/>
              <a:pathLst>
                <a:path w="83361" h="94757">
                  <a:moveTo>
                    <a:pt x="0" y="25870"/>
                  </a:moveTo>
                  <a:lnTo>
                    <a:pt x="43382" y="0"/>
                  </a:lnTo>
                  <a:lnTo>
                    <a:pt x="83361" y="69141"/>
                  </a:lnTo>
                  <a:lnTo>
                    <a:pt x="40146" y="94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4"/>
            <p:cNvSpPr/>
            <p:nvPr/>
          </p:nvSpPr>
          <p:spPr>
            <a:xfrm>
              <a:off x="4537712" y="4103850"/>
              <a:ext cx="44902" cy="55916"/>
            </a:xfrm>
            <a:custGeom>
              <a:avLst/>
              <a:pathLst>
                <a:path w="44902" h="55916">
                  <a:moveTo>
                    <a:pt x="25653" y="55916"/>
                  </a:moveTo>
                  <a:lnTo>
                    <a:pt x="0" y="11107"/>
                  </a:lnTo>
                  <a:lnTo>
                    <a:pt x="18880" y="0"/>
                  </a:lnTo>
                  <a:lnTo>
                    <a:pt x="44902" y="44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5"/>
            <p:cNvSpPr/>
            <p:nvPr/>
          </p:nvSpPr>
          <p:spPr>
            <a:xfrm>
              <a:off x="4572086" y="4047456"/>
              <a:ext cx="46103" cy="57522"/>
            </a:xfrm>
            <a:custGeom>
              <a:avLst/>
              <a:pathLst>
                <a:path w="46103" h="57522">
                  <a:moveTo>
                    <a:pt x="26465" y="57522"/>
                  </a:moveTo>
                  <a:lnTo>
                    <a:pt x="0" y="11780"/>
                  </a:lnTo>
                  <a:lnTo>
                    <a:pt x="19956" y="0"/>
                  </a:lnTo>
                  <a:lnTo>
                    <a:pt x="46103" y="460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6"/>
            <p:cNvSpPr/>
            <p:nvPr/>
          </p:nvSpPr>
          <p:spPr>
            <a:xfrm>
              <a:off x="4497890" y="4078097"/>
              <a:ext cx="55379" cy="46470"/>
            </a:xfrm>
            <a:custGeom>
              <a:avLst/>
              <a:pathLst>
                <a:path w="55379" h="46470">
                  <a:moveTo>
                    <a:pt x="0" y="25958"/>
                  </a:moveTo>
                  <a:lnTo>
                    <a:pt x="42918" y="0"/>
                  </a:lnTo>
                  <a:lnTo>
                    <a:pt x="55379" y="21250"/>
                  </a:lnTo>
                  <a:lnTo>
                    <a:pt x="11694" y="46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397"/>
            <p:cNvSpPr/>
            <p:nvPr/>
          </p:nvSpPr>
          <p:spPr>
            <a:xfrm>
              <a:off x="4631668" y="4147273"/>
              <a:ext cx="44823" cy="56468"/>
            </a:xfrm>
            <a:custGeom>
              <a:avLst/>
              <a:pathLst>
                <a:path w="44823" h="56468">
                  <a:moveTo>
                    <a:pt x="0" y="11327"/>
                  </a:moveTo>
                  <a:lnTo>
                    <a:pt x="18448" y="0"/>
                  </a:lnTo>
                  <a:lnTo>
                    <a:pt x="44823" y="44888"/>
                  </a:lnTo>
                  <a:lnTo>
                    <a:pt x="26015" y="56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398"/>
            <p:cNvSpPr/>
            <p:nvPr/>
          </p:nvSpPr>
          <p:spPr>
            <a:xfrm>
              <a:off x="4541525" y="4168123"/>
              <a:ext cx="45790" cy="55805"/>
            </a:xfrm>
            <a:custGeom>
              <a:avLst/>
              <a:pathLst>
                <a:path w="45790" h="55805">
                  <a:moveTo>
                    <a:pt x="0" y="11877"/>
                  </a:moveTo>
                  <a:lnTo>
                    <a:pt x="19723" y="0"/>
                  </a:lnTo>
                  <a:lnTo>
                    <a:pt x="45790" y="44179"/>
                  </a:lnTo>
                  <a:lnTo>
                    <a:pt x="25893" y="558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399"/>
            <p:cNvSpPr/>
            <p:nvPr/>
          </p:nvSpPr>
          <p:spPr>
            <a:xfrm>
              <a:off x="4517277" y="4235420"/>
              <a:ext cx="55685" cy="46258"/>
            </a:xfrm>
            <a:custGeom>
              <a:avLst/>
              <a:pathLst>
                <a:path w="55685" h="46258">
                  <a:moveTo>
                    <a:pt x="0" y="25685"/>
                  </a:moveTo>
                  <a:lnTo>
                    <a:pt x="43525" y="0"/>
                  </a:lnTo>
                  <a:lnTo>
                    <a:pt x="55685" y="20141"/>
                  </a:lnTo>
                  <a:lnTo>
                    <a:pt x="11558" y="462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0"/>
            <p:cNvSpPr/>
            <p:nvPr/>
          </p:nvSpPr>
          <p:spPr>
            <a:xfrm>
              <a:off x="4477123" y="4239893"/>
              <a:ext cx="46354" cy="56637"/>
            </a:xfrm>
            <a:custGeom>
              <a:avLst/>
              <a:pathLst>
                <a:path w="46354" h="56637">
                  <a:moveTo>
                    <a:pt x="0" y="12011"/>
                  </a:moveTo>
                  <a:lnTo>
                    <a:pt x="20408" y="0"/>
                  </a:lnTo>
                  <a:lnTo>
                    <a:pt x="46354" y="44687"/>
                  </a:lnTo>
                  <a:lnTo>
                    <a:pt x="26066" y="56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1"/>
            <p:cNvSpPr/>
            <p:nvPr/>
          </p:nvSpPr>
          <p:spPr>
            <a:xfrm>
              <a:off x="4412274" y="4245064"/>
              <a:ext cx="45647" cy="56167"/>
            </a:xfrm>
            <a:custGeom>
              <a:avLst/>
              <a:pathLst>
                <a:path w="45647" h="56167">
                  <a:moveTo>
                    <a:pt x="0" y="11395"/>
                  </a:moveTo>
                  <a:lnTo>
                    <a:pt x="19537" y="0"/>
                  </a:lnTo>
                  <a:lnTo>
                    <a:pt x="45647" y="44949"/>
                  </a:lnTo>
                  <a:lnTo>
                    <a:pt x="26450" y="561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2"/>
            <p:cNvSpPr/>
            <p:nvPr/>
          </p:nvSpPr>
          <p:spPr>
            <a:xfrm>
              <a:off x="4451168" y="4255200"/>
              <a:ext cx="46021" cy="56545"/>
            </a:xfrm>
            <a:custGeom>
              <a:avLst/>
              <a:pathLst>
                <a:path w="46021" h="56545">
                  <a:moveTo>
                    <a:pt x="0" y="11998"/>
                  </a:moveTo>
                  <a:lnTo>
                    <a:pt x="20315" y="0"/>
                  </a:lnTo>
                  <a:lnTo>
                    <a:pt x="46021" y="44780"/>
                  </a:lnTo>
                  <a:lnTo>
                    <a:pt x="26697" y="565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3"/>
            <p:cNvSpPr/>
            <p:nvPr/>
          </p:nvSpPr>
          <p:spPr>
            <a:xfrm>
              <a:off x="4387601" y="4259308"/>
              <a:ext cx="45790" cy="55744"/>
            </a:xfrm>
            <a:custGeom>
              <a:avLst/>
              <a:pathLst>
                <a:path w="45790" h="55744">
                  <a:moveTo>
                    <a:pt x="0" y="11587"/>
                  </a:moveTo>
                  <a:lnTo>
                    <a:pt x="19602" y="0"/>
                  </a:lnTo>
                  <a:lnTo>
                    <a:pt x="45790" y="44580"/>
                  </a:lnTo>
                  <a:lnTo>
                    <a:pt x="25923" y="55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4"/>
            <p:cNvSpPr/>
            <p:nvPr/>
          </p:nvSpPr>
          <p:spPr>
            <a:xfrm>
              <a:off x="4636142" y="4043741"/>
              <a:ext cx="45329" cy="56160"/>
            </a:xfrm>
            <a:custGeom>
              <a:avLst/>
              <a:pathLst>
                <a:path w="45329" h="56160">
                  <a:moveTo>
                    <a:pt x="26154" y="56160"/>
                  </a:moveTo>
                  <a:lnTo>
                    <a:pt x="0" y="11395"/>
                  </a:lnTo>
                  <a:lnTo>
                    <a:pt x="19640" y="0"/>
                  </a:lnTo>
                  <a:lnTo>
                    <a:pt x="45329" y="44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5"/>
            <p:cNvSpPr/>
            <p:nvPr/>
          </p:nvSpPr>
          <p:spPr>
            <a:xfrm>
              <a:off x="4482561" y="4135247"/>
              <a:ext cx="45326" cy="56206"/>
            </a:xfrm>
            <a:custGeom>
              <a:avLst/>
              <a:pathLst>
                <a:path w="45326" h="56206">
                  <a:moveTo>
                    <a:pt x="25911" y="56206"/>
                  </a:moveTo>
                  <a:lnTo>
                    <a:pt x="0" y="11683"/>
                  </a:lnTo>
                  <a:lnTo>
                    <a:pt x="19665" y="0"/>
                  </a:lnTo>
                  <a:lnTo>
                    <a:pt x="45326" y="44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6"/>
            <p:cNvSpPr/>
            <p:nvPr/>
          </p:nvSpPr>
          <p:spPr>
            <a:xfrm>
              <a:off x="4418517" y="4139513"/>
              <a:ext cx="45873" cy="56483"/>
            </a:xfrm>
            <a:custGeom>
              <a:avLst/>
              <a:pathLst>
                <a:path w="45873" h="56483">
                  <a:moveTo>
                    <a:pt x="26066" y="56483"/>
                  </a:moveTo>
                  <a:lnTo>
                    <a:pt x="0" y="11210"/>
                  </a:lnTo>
                  <a:lnTo>
                    <a:pt x="19264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07"/>
            <p:cNvSpPr/>
            <p:nvPr/>
          </p:nvSpPr>
          <p:spPr>
            <a:xfrm>
              <a:off x="4725308" y="4110628"/>
              <a:ext cx="55354" cy="46212"/>
            </a:xfrm>
            <a:custGeom>
              <a:avLst/>
              <a:pathLst>
                <a:path w="55354" h="46212">
                  <a:moveTo>
                    <a:pt x="11084" y="46212"/>
                  </a:moveTo>
                  <a:lnTo>
                    <a:pt x="0" y="26332"/>
                  </a:lnTo>
                  <a:lnTo>
                    <a:pt x="43615" y="0"/>
                  </a:lnTo>
                  <a:lnTo>
                    <a:pt x="55354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08"/>
            <p:cNvSpPr/>
            <p:nvPr/>
          </p:nvSpPr>
          <p:spPr>
            <a:xfrm>
              <a:off x="4512564" y="4118105"/>
              <a:ext cx="45722" cy="56360"/>
            </a:xfrm>
            <a:custGeom>
              <a:avLst/>
              <a:pathLst>
                <a:path w="45722" h="56360">
                  <a:moveTo>
                    <a:pt x="0" y="11149"/>
                  </a:moveTo>
                  <a:lnTo>
                    <a:pt x="19173" y="0"/>
                  </a:lnTo>
                  <a:lnTo>
                    <a:pt x="45722" y="44580"/>
                  </a:lnTo>
                  <a:lnTo>
                    <a:pt x="25856" y="56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09"/>
            <p:cNvSpPr/>
            <p:nvPr/>
          </p:nvSpPr>
          <p:spPr>
            <a:xfrm>
              <a:off x="4343366" y="4168786"/>
              <a:ext cx="55826" cy="47295"/>
            </a:xfrm>
            <a:custGeom>
              <a:avLst/>
              <a:pathLst>
                <a:path w="55826" h="47295">
                  <a:moveTo>
                    <a:pt x="0" y="27270"/>
                  </a:moveTo>
                  <a:lnTo>
                    <a:pt x="43997" y="0"/>
                  </a:lnTo>
                  <a:lnTo>
                    <a:pt x="55826" y="20965"/>
                  </a:lnTo>
                  <a:lnTo>
                    <a:pt x="11881" y="472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0"/>
            <p:cNvSpPr/>
            <p:nvPr/>
          </p:nvSpPr>
          <p:spPr>
            <a:xfrm>
              <a:off x="4650754" y="3985259"/>
              <a:ext cx="56619" cy="47200"/>
            </a:xfrm>
            <a:custGeom>
              <a:avLst/>
              <a:pathLst>
                <a:path w="56619" h="47200">
                  <a:moveTo>
                    <a:pt x="12582" y="47200"/>
                  </a:moveTo>
                  <a:lnTo>
                    <a:pt x="0" y="26582"/>
                  </a:lnTo>
                  <a:lnTo>
                    <a:pt x="44639" y="0"/>
                  </a:lnTo>
                  <a:lnTo>
                    <a:pt x="56619" y="209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1"/>
            <p:cNvSpPr/>
            <p:nvPr/>
          </p:nvSpPr>
          <p:spPr>
            <a:xfrm>
              <a:off x="4442823" y="4110039"/>
              <a:ext cx="56212" cy="46966"/>
            </a:xfrm>
            <a:custGeom>
              <a:avLst/>
              <a:pathLst>
                <a:path w="56212" h="46966">
                  <a:moveTo>
                    <a:pt x="11814" y="46966"/>
                  </a:moveTo>
                  <a:lnTo>
                    <a:pt x="0" y="26563"/>
                  </a:lnTo>
                  <a:lnTo>
                    <a:pt x="44322" y="0"/>
                  </a:lnTo>
                  <a:lnTo>
                    <a:pt x="56212" y="20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2"/>
            <p:cNvSpPr/>
            <p:nvPr/>
          </p:nvSpPr>
          <p:spPr>
            <a:xfrm>
              <a:off x="4422131" y="4190045"/>
              <a:ext cx="71675" cy="72205"/>
            </a:xfrm>
            <a:custGeom>
              <a:avLst/>
              <a:pathLst>
                <a:path w="71675" h="72205">
                  <a:moveTo>
                    <a:pt x="49223" y="58766"/>
                  </a:moveTo>
                  <a:lnTo>
                    <a:pt x="26524" y="72205"/>
                  </a:lnTo>
                  <a:lnTo>
                    <a:pt x="0" y="26778"/>
                  </a:lnTo>
                  <a:lnTo>
                    <a:pt x="45352" y="0"/>
                  </a:lnTo>
                  <a:lnTo>
                    <a:pt x="58188" y="22174"/>
                  </a:lnTo>
                  <a:lnTo>
                    <a:pt x="71675" y="454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3"/>
            <p:cNvSpPr/>
            <p:nvPr/>
          </p:nvSpPr>
          <p:spPr>
            <a:xfrm>
              <a:off x="4577320" y="4099864"/>
              <a:ext cx="69110" cy="68505"/>
            </a:xfrm>
            <a:custGeom>
              <a:avLst/>
              <a:pathLst>
                <a:path w="69110" h="68505">
                  <a:moveTo>
                    <a:pt x="69110" y="41638"/>
                  </a:moveTo>
                  <a:lnTo>
                    <a:pt x="25032" y="68505"/>
                  </a:lnTo>
                  <a:lnTo>
                    <a:pt x="0" y="26671"/>
                  </a:lnTo>
                  <a:lnTo>
                    <a:pt x="443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4"/>
            <p:cNvSpPr/>
            <p:nvPr/>
          </p:nvSpPr>
          <p:spPr>
            <a:xfrm>
              <a:off x="4515148" y="4343968"/>
              <a:ext cx="59128" cy="49054"/>
            </a:xfrm>
            <a:custGeom>
              <a:avLst/>
              <a:pathLst>
                <a:path w="59128" h="49054">
                  <a:moveTo>
                    <a:pt x="59128" y="23024"/>
                  </a:moveTo>
                  <a:lnTo>
                    <a:pt x="12702" y="49054"/>
                  </a:lnTo>
                  <a:lnTo>
                    <a:pt x="0" y="26981"/>
                  </a:lnTo>
                  <a:lnTo>
                    <a:pt x="1774" y="25920"/>
                  </a:lnTo>
                  <a:lnTo>
                    <a:pt x="4511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5"/>
            <p:cNvSpPr/>
            <p:nvPr/>
          </p:nvSpPr>
          <p:spPr>
            <a:xfrm>
              <a:off x="4528670" y="4368023"/>
              <a:ext cx="58219" cy="47657"/>
            </a:xfrm>
            <a:custGeom>
              <a:avLst/>
              <a:pathLst>
                <a:path w="58219" h="47657">
                  <a:moveTo>
                    <a:pt x="58219" y="20580"/>
                  </a:moveTo>
                  <a:lnTo>
                    <a:pt x="12590" y="47657"/>
                  </a:lnTo>
                  <a:lnTo>
                    <a:pt x="3696" y="32366"/>
                  </a:lnTo>
                  <a:lnTo>
                    <a:pt x="0" y="26010"/>
                  </a:lnTo>
                  <a:lnTo>
                    <a:pt x="462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6"/>
            <p:cNvSpPr/>
            <p:nvPr/>
          </p:nvSpPr>
          <p:spPr>
            <a:xfrm>
              <a:off x="4797086" y="3006990"/>
              <a:ext cx="75392" cy="89276"/>
            </a:xfrm>
            <a:custGeom>
              <a:avLst/>
              <a:pathLst>
                <a:path w="75392" h="89276">
                  <a:moveTo>
                    <a:pt x="0" y="13005"/>
                  </a:moveTo>
                  <a:lnTo>
                    <a:pt x="21002" y="0"/>
                  </a:lnTo>
                  <a:lnTo>
                    <a:pt x="75392" y="71834"/>
                  </a:lnTo>
                  <a:lnTo>
                    <a:pt x="44804" y="8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17"/>
            <p:cNvSpPr/>
            <p:nvPr/>
          </p:nvSpPr>
          <p:spPr>
            <a:xfrm>
              <a:off x="4505027" y="2962105"/>
              <a:ext cx="106188" cy="133941"/>
            </a:xfrm>
            <a:custGeom>
              <a:avLst/>
              <a:pathLst>
                <a:path w="106188" h="133941">
                  <a:moveTo>
                    <a:pt x="0" y="23839"/>
                  </a:moveTo>
                  <a:lnTo>
                    <a:pt x="44216" y="0"/>
                  </a:lnTo>
                  <a:lnTo>
                    <a:pt x="106188" y="105036"/>
                  </a:lnTo>
                  <a:lnTo>
                    <a:pt x="104738" y="110080"/>
                  </a:lnTo>
                  <a:lnTo>
                    <a:pt x="64931" y="133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18"/>
            <p:cNvSpPr/>
            <p:nvPr/>
          </p:nvSpPr>
          <p:spPr>
            <a:xfrm>
              <a:off x="4883858" y="3069312"/>
              <a:ext cx="14983" cy="15620"/>
            </a:xfrm>
            <a:custGeom>
              <a:avLst/>
              <a:pathLst>
                <a:path w="14983" h="15620">
                  <a:moveTo>
                    <a:pt x="0" y="5383"/>
                  </a:moveTo>
                  <a:lnTo>
                    <a:pt x="7548" y="0"/>
                  </a:lnTo>
                  <a:lnTo>
                    <a:pt x="14983" y="10696"/>
                  </a:lnTo>
                  <a:lnTo>
                    <a:pt x="7443" y="1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19"/>
            <p:cNvSpPr/>
            <p:nvPr/>
          </p:nvSpPr>
          <p:spPr>
            <a:xfrm>
              <a:off x="4596156" y="3018644"/>
              <a:ext cx="302579" cy="397685"/>
            </a:xfrm>
            <a:custGeom>
              <a:avLst/>
              <a:pathLst>
                <a:path w="302579" h="397685">
                  <a:moveTo>
                    <a:pt x="85895" y="19407"/>
                  </a:moveTo>
                  <a:lnTo>
                    <a:pt x="118780" y="0"/>
                  </a:lnTo>
                  <a:lnTo>
                    <a:pt x="302579" y="313593"/>
                  </a:lnTo>
                  <a:lnTo>
                    <a:pt x="302389" y="315224"/>
                  </a:lnTo>
                  <a:lnTo>
                    <a:pt x="166489" y="395985"/>
                  </a:lnTo>
                  <a:lnTo>
                    <a:pt x="159907" y="397685"/>
                  </a:lnTo>
                  <a:lnTo>
                    <a:pt x="0" y="124035"/>
                  </a:lnTo>
                  <a:lnTo>
                    <a:pt x="102568" y="60810"/>
                  </a:lnTo>
                  <a:lnTo>
                    <a:pt x="113307" y="78220"/>
                  </a:lnTo>
                  <a:lnTo>
                    <a:pt x="117934" y="74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0"/>
            <p:cNvSpPr/>
            <p:nvPr/>
          </p:nvSpPr>
          <p:spPr>
            <a:xfrm>
              <a:off x="4744274" y="3026229"/>
              <a:ext cx="67443" cy="63822"/>
            </a:xfrm>
            <a:custGeom>
              <a:avLst/>
              <a:pathLst>
                <a:path w="67443" h="63822">
                  <a:moveTo>
                    <a:pt x="0" y="26966"/>
                  </a:moveTo>
                  <a:lnTo>
                    <a:pt x="46728" y="0"/>
                  </a:lnTo>
                  <a:lnTo>
                    <a:pt x="67443" y="34758"/>
                  </a:lnTo>
                  <a:lnTo>
                    <a:pt x="19918" y="6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1"/>
            <p:cNvSpPr/>
            <p:nvPr/>
          </p:nvSpPr>
          <p:spPr>
            <a:xfrm>
              <a:off x="4722281" y="2973064"/>
              <a:ext cx="89783" cy="74816"/>
            </a:xfrm>
            <a:custGeom>
              <a:avLst/>
              <a:pathLst>
                <a:path w="89783" h="74816">
                  <a:moveTo>
                    <a:pt x="0" y="39415"/>
                  </a:moveTo>
                  <a:lnTo>
                    <a:pt x="69889" y="0"/>
                  </a:lnTo>
                  <a:lnTo>
                    <a:pt x="89783" y="31988"/>
                  </a:lnTo>
                  <a:lnTo>
                    <a:pt x="18246" y="74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2"/>
            <p:cNvSpPr/>
            <p:nvPr/>
          </p:nvSpPr>
          <p:spPr>
            <a:xfrm>
              <a:off x="4793529" y="3109563"/>
              <a:ext cx="69293" cy="64522"/>
            </a:xfrm>
            <a:custGeom>
              <a:avLst/>
              <a:pathLst>
                <a:path w="69293" h="64522">
                  <a:moveTo>
                    <a:pt x="0" y="27446"/>
                  </a:moveTo>
                  <a:lnTo>
                    <a:pt x="46852" y="0"/>
                  </a:lnTo>
                  <a:lnTo>
                    <a:pt x="69293" y="36994"/>
                  </a:lnTo>
                  <a:lnTo>
                    <a:pt x="21268" y="64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3"/>
            <p:cNvSpPr/>
            <p:nvPr/>
          </p:nvSpPr>
          <p:spPr>
            <a:xfrm>
              <a:off x="4555487" y="2926720"/>
              <a:ext cx="115614" cy="138891"/>
            </a:xfrm>
            <a:custGeom>
              <a:avLst/>
              <a:pathLst>
                <a:path w="115614" h="138891">
                  <a:moveTo>
                    <a:pt x="40259" y="96608"/>
                  </a:moveTo>
                  <a:lnTo>
                    <a:pt x="61196" y="82450"/>
                  </a:lnTo>
                  <a:lnTo>
                    <a:pt x="72427" y="96996"/>
                  </a:lnTo>
                  <a:lnTo>
                    <a:pt x="75716" y="94075"/>
                  </a:lnTo>
                  <a:lnTo>
                    <a:pt x="59122" y="66352"/>
                  </a:lnTo>
                  <a:lnTo>
                    <a:pt x="56178" y="67958"/>
                  </a:lnTo>
                  <a:lnTo>
                    <a:pt x="57834" y="71553"/>
                  </a:lnTo>
                  <a:lnTo>
                    <a:pt x="31981" y="85759"/>
                  </a:lnTo>
                  <a:lnTo>
                    <a:pt x="0" y="29315"/>
                  </a:lnTo>
                  <a:lnTo>
                    <a:pt x="49989" y="0"/>
                  </a:lnTo>
                  <a:lnTo>
                    <a:pt x="115614" y="108328"/>
                  </a:lnTo>
                  <a:lnTo>
                    <a:pt x="64336" y="138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4"/>
            <p:cNvSpPr/>
            <p:nvPr/>
          </p:nvSpPr>
          <p:spPr>
            <a:xfrm>
              <a:off x="4727220" y="2848303"/>
              <a:ext cx="78569" cy="108293"/>
            </a:xfrm>
            <a:custGeom>
              <a:avLst/>
              <a:pathLst>
                <a:path w="78569" h="108293">
                  <a:moveTo>
                    <a:pt x="0" y="8389"/>
                  </a:moveTo>
                  <a:lnTo>
                    <a:pt x="12966" y="0"/>
                  </a:lnTo>
                  <a:lnTo>
                    <a:pt x="70236" y="88531"/>
                  </a:lnTo>
                  <a:lnTo>
                    <a:pt x="78569" y="105578"/>
                  </a:lnTo>
                  <a:lnTo>
                    <a:pt x="76572" y="106745"/>
                  </a:lnTo>
                  <a:lnTo>
                    <a:pt x="74414" y="108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5"/>
            <p:cNvSpPr/>
            <p:nvPr/>
          </p:nvSpPr>
          <p:spPr>
            <a:xfrm>
              <a:off x="4650014" y="2865103"/>
              <a:ext cx="134452" cy="145500"/>
            </a:xfrm>
            <a:custGeom>
              <a:avLst/>
              <a:pathLst>
                <a:path w="134452" h="145500">
                  <a:moveTo>
                    <a:pt x="52412" y="5172"/>
                  </a:moveTo>
                  <a:lnTo>
                    <a:pt x="67428" y="32828"/>
                  </a:lnTo>
                  <a:lnTo>
                    <a:pt x="79786" y="51854"/>
                  </a:lnTo>
                  <a:lnTo>
                    <a:pt x="81551" y="50891"/>
                  </a:lnTo>
                  <a:lnTo>
                    <a:pt x="85788" y="58598"/>
                  </a:lnTo>
                  <a:lnTo>
                    <a:pt x="87201" y="57876"/>
                  </a:lnTo>
                  <a:lnTo>
                    <a:pt x="54806" y="3782"/>
                  </a:lnTo>
                  <a:lnTo>
                    <a:pt x="61320" y="0"/>
                  </a:lnTo>
                  <a:lnTo>
                    <a:pt x="95485" y="44272"/>
                  </a:lnTo>
                  <a:lnTo>
                    <a:pt x="105022" y="56631"/>
                  </a:lnTo>
                  <a:lnTo>
                    <a:pt x="112948" y="67799"/>
                  </a:lnTo>
                  <a:lnTo>
                    <a:pt x="134452" y="98245"/>
                  </a:lnTo>
                  <a:lnTo>
                    <a:pt x="133374" y="104089"/>
                  </a:lnTo>
                  <a:lnTo>
                    <a:pt x="63819" y="145500"/>
                  </a:lnTo>
                  <a:lnTo>
                    <a:pt x="0" y="3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6"/>
            <p:cNvSpPr/>
            <p:nvPr/>
          </p:nvSpPr>
          <p:spPr>
            <a:xfrm>
              <a:off x="4573417" y="3041540"/>
              <a:ext cx="121676" cy="95998"/>
            </a:xfrm>
            <a:custGeom>
              <a:avLst/>
              <a:pathLst>
                <a:path w="121676" h="95998">
                  <a:moveTo>
                    <a:pt x="19217" y="95998"/>
                  </a:moveTo>
                  <a:lnTo>
                    <a:pt x="0" y="60794"/>
                  </a:lnTo>
                  <a:lnTo>
                    <a:pt x="100504" y="0"/>
                  </a:lnTo>
                  <a:lnTo>
                    <a:pt x="121676" y="34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27"/>
            <p:cNvSpPr/>
            <p:nvPr/>
          </p:nvSpPr>
          <p:spPr>
            <a:xfrm>
              <a:off x="4842252" y="3213082"/>
              <a:ext cx="91137" cy="117004"/>
            </a:xfrm>
            <a:custGeom>
              <a:avLst/>
              <a:pathLst>
                <a:path w="91137" h="117004">
                  <a:moveTo>
                    <a:pt x="0" y="11020"/>
                  </a:moveTo>
                  <a:lnTo>
                    <a:pt x="21111" y="0"/>
                  </a:lnTo>
                  <a:lnTo>
                    <a:pt x="91137" y="100876"/>
                  </a:lnTo>
                  <a:lnTo>
                    <a:pt x="61261" y="11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28"/>
            <p:cNvSpPr/>
            <p:nvPr/>
          </p:nvSpPr>
          <p:spPr>
            <a:xfrm>
              <a:off x="4767083" y="3065533"/>
              <a:ext cx="69238" cy="63871"/>
            </a:xfrm>
            <a:custGeom>
              <a:avLst/>
              <a:pathLst>
                <a:path w="69238" h="63871">
                  <a:moveTo>
                    <a:pt x="0" y="27693"/>
                  </a:moveTo>
                  <a:lnTo>
                    <a:pt x="45892" y="0"/>
                  </a:lnTo>
                  <a:lnTo>
                    <a:pt x="69238" y="36460"/>
                  </a:lnTo>
                  <a:lnTo>
                    <a:pt x="21755" y="63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29"/>
            <p:cNvSpPr/>
            <p:nvPr/>
          </p:nvSpPr>
          <p:spPr>
            <a:xfrm>
              <a:off x="4843659" y="3080983"/>
              <a:ext cx="88300" cy="105405"/>
            </a:xfrm>
            <a:custGeom>
              <a:avLst/>
              <a:pathLst>
                <a:path w="88300" h="105405">
                  <a:moveTo>
                    <a:pt x="0" y="17680"/>
                  </a:moveTo>
                  <a:lnTo>
                    <a:pt x="30591" y="0"/>
                  </a:lnTo>
                  <a:lnTo>
                    <a:pt x="88300" y="83145"/>
                  </a:lnTo>
                  <a:lnTo>
                    <a:pt x="51616" y="10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0"/>
            <p:cNvSpPr/>
            <p:nvPr/>
          </p:nvSpPr>
          <p:spPr>
            <a:xfrm>
              <a:off x="4817543" y="3151810"/>
              <a:ext cx="71413" cy="63795"/>
            </a:xfrm>
            <a:custGeom>
              <a:avLst/>
              <a:pathLst>
                <a:path w="71413" h="63795">
                  <a:moveTo>
                    <a:pt x="0" y="28994"/>
                  </a:moveTo>
                  <a:lnTo>
                    <a:pt x="48786" y="0"/>
                  </a:lnTo>
                  <a:lnTo>
                    <a:pt x="71413" y="37531"/>
                  </a:lnTo>
                  <a:lnTo>
                    <a:pt x="26404" y="63689"/>
                  </a:lnTo>
                  <a:lnTo>
                    <a:pt x="22366" y="6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1"/>
            <p:cNvSpPr/>
            <p:nvPr/>
          </p:nvSpPr>
          <p:spPr>
            <a:xfrm>
              <a:off x="4868941" y="3193374"/>
              <a:ext cx="103541" cy="117928"/>
            </a:xfrm>
            <a:custGeom>
              <a:avLst/>
              <a:pathLst>
                <a:path w="103541" h="117928">
                  <a:moveTo>
                    <a:pt x="0" y="15689"/>
                  </a:moveTo>
                  <a:lnTo>
                    <a:pt x="29888" y="0"/>
                  </a:lnTo>
                  <a:lnTo>
                    <a:pt x="103541" y="97175"/>
                  </a:lnTo>
                  <a:lnTo>
                    <a:pt x="71735" y="117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2"/>
            <p:cNvSpPr/>
            <p:nvPr/>
          </p:nvSpPr>
          <p:spPr>
            <a:xfrm>
              <a:off x="4614274" y="2903372"/>
              <a:ext cx="95425" cy="129688"/>
            </a:xfrm>
            <a:custGeom>
              <a:avLst/>
              <a:pathLst>
                <a:path w="95425" h="129688">
                  <a:moveTo>
                    <a:pt x="0" y="18541"/>
                  </a:moveTo>
                  <a:lnTo>
                    <a:pt x="31161" y="0"/>
                  </a:lnTo>
                  <a:lnTo>
                    <a:pt x="95425" y="110269"/>
                  </a:lnTo>
                  <a:lnTo>
                    <a:pt x="63615" y="129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3"/>
            <p:cNvSpPr/>
            <p:nvPr/>
          </p:nvSpPr>
          <p:spPr>
            <a:xfrm>
              <a:off x="4906219" y="3171431"/>
              <a:ext cx="100120" cy="114197"/>
            </a:xfrm>
            <a:custGeom>
              <a:avLst/>
              <a:pathLst>
                <a:path w="100120" h="114197">
                  <a:moveTo>
                    <a:pt x="0" y="19049"/>
                  </a:moveTo>
                  <a:lnTo>
                    <a:pt x="30106" y="0"/>
                  </a:lnTo>
                  <a:lnTo>
                    <a:pt x="100120" y="95031"/>
                  </a:lnTo>
                  <a:lnTo>
                    <a:pt x="72246" y="114197"/>
                  </a:lnTo>
                  <a:lnTo>
                    <a:pt x="18014" y="4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4"/>
            <p:cNvSpPr/>
            <p:nvPr/>
          </p:nvSpPr>
          <p:spPr>
            <a:xfrm>
              <a:off x="4839135" y="3369655"/>
              <a:ext cx="71926" cy="88899"/>
            </a:xfrm>
            <a:custGeom>
              <a:avLst/>
              <a:pathLst>
                <a:path w="71926" h="88899">
                  <a:moveTo>
                    <a:pt x="0" y="9054"/>
                  </a:moveTo>
                  <a:lnTo>
                    <a:pt x="15663" y="0"/>
                  </a:lnTo>
                  <a:lnTo>
                    <a:pt x="71926" y="74111"/>
                  </a:lnTo>
                  <a:lnTo>
                    <a:pt x="47524" y="88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5"/>
            <p:cNvSpPr/>
            <p:nvPr/>
          </p:nvSpPr>
          <p:spPr>
            <a:xfrm>
              <a:off x="4906538" y="3324224"/>
              <a:ext cx="21470" cy="16131"/>
            </a:xfrm>
            <a:custGeom>
              <a:avLst/>
              <a:pathLst>
                <a:path w="21470" h="16131">
                  <a:moveTo>
                    <a:pt x="0" y="12938"/>
                  </a:moveTo>
                  <a:lnTo>
                    <a:pt x="19206" y="0"/>
                  </a:lnTo>
                  <a:lnTo>
                    <a:pt x="21470" y="3234"/>
                  </a:lnTo>
                  <a:lnTo>
                    <a:pt x="2201" y="16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6"/>
            <p:cNvSpPr/>
            <p:nvPr/>
          </p:nvSpPr>
          <p:spPr>
            <a:xfrm>
              <a:off x="4877494" y="3609753"/>
              <a:ext cx="31377" cy="41355"/>
            </a:xfrm>
            <a:custGeom>
              <a:avLst/>
              <a:pathLst>
                <a:path w="31377" h="41355">
                  <a:moveTo>
                    <a:pt x="0" y="9233"/>
                  </a:moveTo>
                  <a:lnTo>
                    <a:pt x="14415" y="0"/>
                  </a:lnTo>
                  <a:lnTo>
                    <a:pt x="31377" y="26932"/>
                  </a:lnTo>
                  <a:lnTo>
                    <a:pt x="19557" y="41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37"/>
            <p:cNvSpPr/>
            <p:nvPr/>
          </p:nvSpPr>
          <p:spPr>
            <a:xfrm>
              <a:off x="4858103" y="3339275"/>
              <a:ext cx="46789" cy="35885"/>
            </a:xfrm>
            <a:custGeom>
              <a:avLst/>
              <a:pathLst>
                <a:path w="46789" h="35885">
                  <a:moveTo>
                    <a:pt x="0" y="23889"/>
                  </a:moveTo>
                  <a:lnTo>
                    <a:pt x="41709" y="0"/>
                  </a:lnTo>
                  <a:lnTo>
                    <a:pt x="46789" y="5296"/>
                  </a:lnTo>
                  <a:lnTo>
                    <a:pt x="8660" y="35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38"/>
            <p:cNvSpPr/>
            <p:nvPr/>
          </p:nvSpPr>
          <p:spPr>
            <a:xfrm>
              <a:off x="4863115" y="3584255"/>
              <a:ext cx="28119" cy="33118"/>
            </a:xfrm>
            <a:custGeom>
              <a:avLst/>
              <a:pathLst>
                <a:path w="28119" h="33118">
                  <a:moveTo>
                    <a:pt x="0" y="9515"/>
                  </a:moveTo>
                  <a:lnTo>
                    <a:pt x="13809" y="0"/>
                  </a:lnTo>
                  <a:lnTo>
                    <a:pt x="28119" y="24424"/>
                  </a:lnTo>
                  <a:lnTo>
                    <a:pt x="13959" y="3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39"/>
            <p:cNvSpPr/>
            <p:nvPr/>
          </p:nvSpPr>
          <p:spPr>
            <a:xfrm>
              <a:off x="4779572" y="3442586"/>
              <a:ext cx="29919" cy="36052"/>
            </a:xfrm>
            <a:custGeom>
              <a:avLst/>
              <a:pathLst>
                <a:path w="29919" h="36052">
                  <a:moveTo>
                    <a:pt x="0" y="8758"/>
                  </a:moveTo>
                  <a:lnTo>
                    <a:pt x="14335" y="0"/>
                  </a:lnTo>
                  <a:lnTo>
                    <a:pt x="29919" y="27354"/>
                  </a:lnTo>
                  <a:lnTo>
                    <a:pt x="15039" y="3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0"/>
            <p:cNvSpPr/>
            <p:nvPr/>
          </p:nvSpPr>
          <p:spPr>
            <a:xfrm>
              <a:off x="4818671" y="3455767"/>
              <a:ext cx="54107" cy="63681"/>
            </a:xfrm>
            <a:custGeom>
              <a:avLst/>
              <a:pathLst>
                <a:path w="54107" h="63681">
                  <a:moveTo>
                    <a:pt x="0" y="14193"/>
                  </a:moveTo>
                  <a:lnTo>
                    <a:pt x="25021" y="0"/>
                  </a:lnTo>
                  <a:lnTo>
                    <a:pt x="32214" y="12212"/>
                  </a:lnTo>
                  <a:lnTo>
                    <a:pt x="29578" y="14044"/>
                  </a:lnTo>
                  <a:lnTo>
                    <a:pt x="42828" y="36962"/>
                  </a:lnTo>
                  <a:lnTo>
                    <a:pt x="45763" y="35715"/>
                  </a:lnTo>
                  <a:lnTo>
                    <a:pt x="54107" y="50918"/>
                  </a:lnTo>
                  <a:lnTo>
                    <a:pt x="31674" y="63681"/>
                  </a:lnTo>
                  <a:lnTo>
                    <a:pt x="22596" y="48726"/>
                  </a:lnTo>
                  <a:lnTo>
                    <a:pt x="25134" y="46697"/>
                  </a:lnTo>
                  <a:lnTo>
                    <a:pt x="11891" y="24758"/>
                  </a:lnTo>
                  <a:lnTo>
                    <a:pt x="6905" y="27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1"/>
            <p:cNvSpPr/>
            <p:nvPr/>
          </p:nvSpPr>
          <p:spPr>
            <a:xfrm>
              <a:off x="4889565" y="3445114"/>
              <a:ext cx="73210" cy="76649"/>
            </a:xfrm>
            <a:custGeom>
              <a:avLst/>
              <a:pathLst>
                <a:path w="73210" h="76649">
                  <a:moveTo>
                    <a:pt x="0" y="13783"/>
                  </a:moveTo>
                  <a:lnTo>
                    <a:pt x="21567" y="0"/>
                  </a:lnTo>
                  <a:lnTo>
                    <a:pt x="73210" y="55066"/>
                  </a:lnTo>
                  <a:lnTo>
                    <a:pt x="32817" y="76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2"/>
            <p:cNvSpPr/>
            <p:nvPr/>
          </p:nvSpPr>
          <p:spPr>
            <a:xfrm>
              <a:off x="4844515" y="3442195"/>
              <a:ext cx="52056" cy="64473"/>
            </a:xfrm>
            <a:custGeom>
              <a:avLst/>
              <a:pathLst>
                <a:path w="52056" h="64473">
                  <a:moveTo>
                    <a:pt x="0" y="11801"/>
                  </a:moveTo>
                  <a:lnTo>
                    <a:pt x="19832" y="0"/>
                  </a:lnTo>
                  <a:lnTo>
                    <a:pt x="52056" y="50543"/>
                  </a:lnTo>
                  <a:lnTo>
                    <a:pt x="30716" y="64473"/>
                  </a:lnTo>
                  <a:lnTo>
                    <a:pt x="23277" y="52503"/>
                  </a:lnTo>
                  <a:lnTo>
                    <a:pt x="27368" y="48207"/>
                  </a:lnTo>
                  <a:lnTo>
                    <a:pt x="11594" y="22022"/>
                  </a:lnTo>
                  <a:lnTo>
                    <a:pt x="7395" y="24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3"/>
            <p:cNvSpPr/>
            <p:nvPr/>
          </p:nvSpPr>
          <p:spPr>
            <a:xfrm>
              <a:off x="4889711" y="3529779"/>
              <a:ext cx="8554" cy="9867"/>
            </a:xfrm>
            <a:custGeom>
              <a:avLst/>
              <a:pathLst>
                <a:path w="8554" h="9867">
                  <a:moveTo>
                    <a:pt x="0" y="2673"/>
                  </a:moveTo>
                  <a:lnTo>
                    <a:pt x="4277" y="0"/>
                  </a:lnTo>
                  <a:lnTo>
                    <a:pt x="8554" y="7218"/>
                  </a:lnTo>
                  <a:lnTo>
                    <a:pt x="4237" y="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4"/>
            <p:cNvSpPr/>
            <p:nvPr/>
          </p:nvSpPr>
          <p:spPr>
            <a:xfrm>
              <a:off x="4797151" y="3470896"/>
              <a:ext cx="50764" cy="63613"/>
            </a:xfrm>
            <a:custGeom>
              <a:avLst/>
              <a:pathLst>
                <a:path w="50764" h="63613">
                  <a:moveTo>
                    <a:pt x="0" y="11566"/>
                  </a:moveTo>
                  <a:lnTo>
                    <a:pt x="20272" y="0"/>
                  </a:lnTo>
                  <a:lnTo>
                    <a:pt x="26812" y="12375"/>
                  </a:lnTo>
                  <a:lnTo>
                    <a:pt x="24100" y="14017"/>
                  </a:lnTo>
                  <a:lnTo>
                    <a:pt x="38041" y="37183"/>
                  </a:lnTo>
                  <a:lnTo>
                    <a:pt x="40697" y="35336"/>
                  </a:lnTo>
                  <a:lnTo>
                    <a:pt x="50764" y="51754"/>
                  </a:lnTo>
                  <a:lnTo>
                    <a:pt x="31314" y="63613"/>
                  </a:lnTo>
                  <a:lnTo>
                    <a:pt x="23792" y="51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5"/>
            <p:cNvSpPr/>
            <p:nvPr/>
          </p:nvSpPr>
          <p:spPr>
            <a:xfrm>
              <a:off x="4876479" y="3497194"/>
              <a:ext cx="52269" cy="63500"/>
            </a:xfrm>
            <a:custGeom>
              <a:avLst/>
              <a:pathLst>
                <a:path w="52269" h="63500">
                  <a:moveTo>
                    <a:pt x="0" y="12013"/>
                  </a:moveTo>
                  <a:lnTo>
                    <a:pt x="20913" y="0"/>
                  </a:lnTo>
                  <a:lnTo>
                    <a:pt x="52269" y="50119"/>
                  </a:lnTo>
                  <a:lnTo>
                    <a:pt x="31103" y="63500"/>
                  </a:lnTo>
                  <a:lnTo>
                    <a:pt x="24016" y="52189"/>
                  </a:lnTo>
                  <a:lnTo>
                    <a:pt x="28993" y="49128"/>
                  </a:lnTo>
                  <a:lnTo>
                    <a:pt x="12492" y="22463"/>
                  </a:lnTo>
                  <a:lnTo>
                    <a:pt x="7771" y="25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6"/>
            <p:cNvSpPr/>
            <p:nvPr/>
          </p:nvSpPr>
          <p:spPr>
            <a:xfrm>
              <a:off x="4974257" y="3455551"/>
              <a:ext cx="68570" cy="64322"/>
            </a:xfrm>
            <a:custGeom>
              <a:avLst/>
              <a:pathLst>
                <a:path w="68570" h="64322">
                  <a:moveTo>
                    <a:pt x="0" y="43162"/>
                  </a:moveTo>
                  <a:lnTo>
                    <a:pt x="32824" y="0"/>
                  </a:lnTo>
                  <a:lnTo>
                    <a:pt x="68570" y="35250"/>
                  </a:lnTo>
                  <a:lnTo>
                    <a:pt x="44013" y="51177"/>
                  </a:lnTo>
                  <a:lnTo>
                    <a:pt x="24722" y="64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47"/>
            <p:cNvSpPr/>
            <p:nvPr/>
          </p:nvSpPr>
          <p:spPr>
            <a:xfrm>
              <a:off x="4830175" y="3526294"/>
              <a:ext cx="49289" cy="62078"/>
            </a:xfrm>
            <a:custGeom>
              <a:avLst/>
              <a:pathLst>
                <a:path w="49289" h="62078">
                  <a:moveTo>
                    <a:pt x="0" y="12109"/>
                  </a:moveTo>
                  <a:lnTo>
                    <a:pt x="19906" y="0"/>
                  </a:lnTo>
                  <a:lnTo>
                    <a:pt x="27325" y="13082"/>
                  </a:lnTo>
                  <a:lnTo>
                    <a:pt x="24863" y="14822"/>
                  </a:lnTo>
                  <a:lnTo>
                    <a:pt x="37658" y="36532"/>
                  </a:lnTo>
                  <a:lnTo>
                    <a:pt x="39844" y="35891"/>
                  </a:lnTo>
                  <a:lnTo>
                    <a:pt x="49289" y="51057"/>
                  </a:lnTo>
                  <a:lnTo>
                    <a:pt x="29417" y="62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48"/>
            <p:cNvSpPr/>
            <p:nvPr/>
          </p:nvSpPr>
          <p:spPr>
            <a:xfrm>
              <a:off x="4851556" y="3510797"/>
              <a:ext cx="53549" cy="64730"/>
            </a:xfrm>
            <a:custGeom>
              <a:avLst/>
              <a:pathLst>
                <a:path w="53549" h="64730">
                  <a:moveTo>
                    <a:pt x="0" y="15101"/>
                  </a:moveTo>
                  <a:lnTo>
                    <a:pt x="24114" y="0"/>
                  </a:lnTo>
                  <a:lnTo>
                    <a:pt x="30709" y="11705"/>
                  </a:lnTo>
                  <a:lnTo>
                    <a:pt x="28135" y="13845"/>
                  </a:lnTo>
                  <a:lnTo>
                    <a:pt x="42096" y="38580"/>
                  </a:lnTo>
                  <a:lnTo>
                    <a:pt x="45329" y="36921"/>
                  </a:lnTo>
                  <a:lnTo>
                    <a:pt x="53549" y="51013"/>
                  </a:lnTo>
                  <a:lnTo>
                    <a:pt x="29130" y="64730"/>
                  </a:lnTo>
                  <a:lnTo>
                    <a:pt x="22006" y="52927"/>
                  </a:lnTo>
                  <a:lnTo>
                    <a:pt x="26500" y="49307"/>
                  </a:lnTo>
                  <a:lnTo>
                    <a:pt x="11905" y="23850"/>
                  </a:lnTo>
                  <a:lnTo>
                    <a:pt x="6882" y="26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49"/>
            <p:cNvSpPr/>
            <p:nvPr/>
          </p:nvSpPr>
          <p:spPr>
            <a:xfrm>
              <a:off x="4927905" y="3502396"/>
              <a:ext cx="63532" cy="59145"/>
            </a:xfrm>
            <a:custGeom>
              <a:avLst/>
              <a:pathLst>
                <a:path w="63532" h="59145">
                  <a:moveTo>
                    <a:pt x="0" y="25589"/>
                  </a:moveTo>
                  <a:lnTo>
                    <a:pt x="38196" y="0"/>
                  </a:lnTo>
                  <a:lnTo>
                    <a:pt x="63532" y="19980"/>
                  </a:lnTo>
                  <a:lnTo>
                    <a:pt x="30930" y="59145"/>
                  </a:lnTo>
                  <a:lnTo>
                    <a:pt x="7307" y="40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0"/>
            <p:cNvSpPr/>
            <p:nvPr/>
          </p:nvSpPr>
          <p:spPr>
            <a:xfrm>
              <a:off x="4891314" y="3552239"/>
              <a:ext cx="64686" cy="69795"/>
            </a:xfrm>
            <a:custGeom>
              <a:avLst/>
              <a:pathLst>
                <a:path w="64686" h="69795">
                  <a:moveTo>
                    <a:pt x="0" y="25337"/>
                  </a:moveTo>
                  <a:lnTo>
                    <a:pt x="39921" y="0"/>
                  </a:lnTo>
                  <a:lnTo>
                    <a:pt x="64686" y="19806"/>
                  </a:lnTo>
                  <a:lnTo>
                    <a:pt x="27387" y="69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1"/>
            <p:cNvSpPr/>
            <p:nvPr/>
          </p:nvSpPr>
          <p:spPr>
            <a:xfrm>
              <a:off x="4893305" y="3604026"/>
              <a:ext cx="24254" cy="29574"/>
            </a:xfrm>
            <a:custGeom>
              <a:avLst/>
              <a:pathLst>
                <a:path w="24254" h="29574">
                  <a:moveTo>
                    <a:pt x="0" y="4950"/>
                  </a:moveTo>
                  <a:lnTo>
                    <a:pt x="7958" y="0"/>
                  </a:lnTo>
                  <a:lnTo>
                    <a:pt x="24254" y="23933"/>
                  </a:lnTo>
                  <a:lnTo>
                    <a:pt x="15817" y="29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2"/>
            <p:cNvSpPr/>
            <p:nvPr/>
          </p:nvSpPr>
          <p:spPr>
            <a:xfrm>
              <a:off x="4940714" y="3417109"/>
              <a:ext cx="75901" cy="76506"/>
            </a:xfrm>
            <a:custGeom>
              <a:avLst/>
              <a:pathLst>
                <a:path w="75901" h="76506">
                  <a:moveTo>
                    <a:pt x="0" y="53569"/>
                  </a:moveTo>
                  <a:lnTo>
                    <a:pt x="66143" y="0"/>
                  </a:lnTo>
                  <a:lnTo>
                    <a:pt x="75901" y="9620"/>
                  </a:lnTo>
                  <a:lnTo>
                    <a:pt x="24350" y="76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3"/>
            <p:cNvSpPr/>
            <p:nvPr/>
          </p:nvSpPr>
          <p:spPr>
            <a:xfrm>
              <a:off x="4878878" y="3578698"/>
              <a:ext cx="21661" cy="29162"/>
            </a:xfrm>
            <a:custGeom>
              <a:avLst/>
              <a:pathLst>
                <a:path w="21661" h="29162">
                  <a:moveTo>
                    <a:pt x="7732" y="0"/>
                  </a:moveTo>
                  <a:lnTo>
                    <a:pt x="21661" y="24268"/>
                  </a:lnTo>
                  <a:lnTo>
                    <a:pt x="20874" y="24751"/>
                  </a:lnTo>
                  <a:lnTo>
                    <a:pt x="13689" y="29162"/>
                  </a:lnTo>
                  <a:lnTo>
                    <a:pt x="0" y="48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4"/>
            <p:cNvSpPr/>
            <p:nvPr/>
          </p:nvSpPr>
          <p:spPr>
            <a:xfrm>
              <a:off x="5010127" y="3358932"/>
              <a:ext cx="101734" cy="126819"/>
            </a:xfrm>
            <a:custGeom>
              <a:avLst/>
              <a:pathLst>
                <a:path w="101734" h="126819">
                  <a:moveTo>
                    <a:pt x="0" y="91316"/>
                  </a:moveTo>
                  <a:lnTo>
                    <a:pt x="65483" y="0"/>
                  </a:lnTo>
                  <a:lnTo>
                    <a:pt x="101734" y="44895"/>
                  </a:lnTo>
                  <a:lnTo>
                    <a:pt x="53858" y="106710"/>
                  </a:lnTo>
                  <a:lnTo>
                    <a:pt x="38234" y="12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5"/>
            <p:cNvSpPr/>
            <p:nvPr/>
          </p:nvSpPr>
          <p:spPr>
            <a:xfrm>
              <a:off x="4769369" y="3414961"/>
              <a:ext cx="23493" cy="32654"/>
            </a:xfrm>
            <a:custGeom>
              <a:avLst/>
              <a:pathLst>
                <a:path w="23493" h="32654">
                  <a:moveTo>
                    <a:pt x="0" y="5386"/>
                  </a:moveTo>
                  <a:lnTo>
                    <a:pt x="9577" y="0"/>
                  </a:lnTo>
                  <a:lnTo>
                    <a:pt x="23493" y="24839"/>
                  </a:lnTo>
                  <a:lnTo>
                    <a:pt x="9961" y="32654"/>
                  </a:lnTo>
                  <a:lnTo>
                    <a:pt x="897" y="16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6"/>
            <p:cNvSpPr/>
            <p:nvPr/>
          </p:nvSpPr>
          <p:spPr>
            <a:xfrm>
              <a:off x="4868616" y="3322446"/>
              <a:ext cx="103911" cy="97172"/>
            </a:xfrm>
            <a:custGeom>
              <a:avLst/>
              <a:pathLst>
                <a:path w="103911" h="97172">
                  <a:moveTo>
                    <a:pt x="0" y="55566"/>
                  </a:moveTo>
                  <a:lnTo>
                    <a:pt x="71244" y="0"/>
                  </a:lnTo>
                  <a:lnTo>
                    <a:pt x="103911" y="44027"/>
                  </a:lnTo>
                  <a:lnTo>
                    <a:pt x="31972" y="97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57"/>
            <p:cNvSpPr/>
            <p:nvPr/>
          </p:nvSpPr>
          <p:spPr>
            <a:xfrm>
              <a:off x="4796415" y="3438317"/>
              <a:ext cx="22441" cy="31279"/>
            </a:xfrm>
            <a:custGeom>
              <a:avLst/>
              <a:pathLst>
                <a:path w="22441" h="31279">
                  <a:moveTo>
                    <a:pt x="0" y="4361"/>
                  </a:moveTo>
                  <a:lnTo>
                    <a:pt x="7132" y="0"/>
                  </a:lnTo>
                  <a:lnTo>
                    <a:pt x="22441" y="26302"/>
                  </a:lnTo>
                  <a:lnTo>
                    <a:pt x="14260" y="31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58"/>
            <p:cNvSpPr/>
            <p:nvPr/>
          </p:nvSpPr>
          <p:spPr>
            <a:xfrm>
              <a:off x="4982538" y="3269781"/>
              <a:ext cx="90021" cy="112110"/>
            </a:xfrm>
            <a:custGeom>
              <a:avLst/>
              <a:pathLst>
                <a:path w="90021" h="112110">
                  <a:moveTo>
                    <a:pt x="0" y="23006"/>
                  </a:moveTo>
                  <a:lnTo>
                    <a:pt x="28188" y="0"/>
                  </a:lnTo>
                  <a:lnTo>
                    <a:pt x="90021" y="83584"/>
                  </a:lnTo>
                  <a:lnTo>
                    <a:pt x="68389" y="112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59"/>
            <p:cNvSpPr/>
            <p:nvPr/>
          </p:nvSpPr>
          <p:spPr>
            <a:xfrm>
              <a:off x="4781498" y="3409521"/>
              <a:ext cx="21124" cy="28280"/>
            </a:xfrm>
            <a:custGeom>
              <a:avLst/>
              <a:pathLst>
                <a:path w="21124" h="28280">
                  <a:moveTo>
                    <a:pt x="0" y="3847"/>
                  </a:moveTo>
                  <a:lnTo>
                    <a:pt x="7359" y="0"/>
                  </a:lnTo>
                  <a:lnTo>
                    <a:pt x="21124" y="24239"/>
                  </a:lnTo>
                  <a:lnTo>
                    <a:pt x="14840" y="28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0"/>
            <p:cNvSpPr/>
            <p:nvPr/>
          </p:nvSpPr>
          <p:spPr>
            <a:xfrm>
              <a:off x="4949412" y="3297099"/>
              <a:ext cx="96790" cy="120831"/>
            </a:xfrm>
            <a:custGeom>
              <a:avLst/>
              <a:pathLst>
                <a:path w="96790" h="120831">
                  <a:moveTo>
                    <a:pt x="0" y="21246"/>
                  </a:moveTo>
                  <a:lnTo>
                    <a:pt x="27537" y="0"/>
                  </a:lnTo>
                  <a:lnTo>
                    <a:pt x="96790" y="91515"/>
                  </a:lnTo>
                  <a:lnTo>
                    <a:pt x="74716" y="120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1"/>
            <p:cNvSpPr/>
            <p:nvPr/>
          </p:nvSpPr>
          <p:spPr>
            <a:xfrm>
              <a:off x="4792565" y="3398104"/>
              <a:ext cx="45329" cy="64057"/>
            </a:xfrm>
            <a:custGeom>
              <a:avLst/>
              <a:pathLst>
                <a:path w="45329" h="64057">
                  <a:moveTo>
                    <a:pt x="0" y="6975"/>
                  </a:moveTo>
                  <a:lnTo>
                    <a:pt x="11908" y="0"/>
                  </a:lnTo>
                  <a:lnTo>
                    <a:pt x="45329" y="55338"/>
                  </a:lnTo>
                  <a:lnTo>
                    <a:pt x="30930" y="64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2"/>
            <p:cNvSpPr/>
            <p:nvPr/>
          </p:nvSpPr>
          <p:spPr>
            <a:xfrm>
              <a:off x="4807785" y="3382582"/>
              <a:ext cx="54628" cy="68442"/>
            </a:xfrm>
            <a:custGeom>
              <a:avLst/>
              <a:pathLst>
                <a:path w="54628" h="68442">
                  <a:moveTo>
                    <a:pt x="0" y="13110"/>
                  </a:moveTo>
                  <a:lnTo>
                    <a:pt x="22802" y="0"/>
                  </a:lnTo>
                  <a:lnTo>
                    <a:pt x="54628" y="56323"/>
                  </a:lnTo>
                  <a:lnTo>
                    <a:pt x="32999" y="68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3"/>
            <p:cNvSpPr/>
            <p:nvPr/>
          </p:nvSpPr>
          <p:spPr>
            <a:xfrm>
              <a:off x="4905697" y="3372764"/>
              <a:ext cx="101177" cy="93297"/>
            </a:xfrm>
            <a:custGeom>
              <a:avLst/>
              <a:pathLst>
                <a:path w="101177" h="93297">
                  <a:moveTo>
                    <a:pt x="0" y="52940"/>
                  </a:moveTo>
                  <a:lnTo>
                    <a:pt x="70524" y="0"/>
                  </a:lnTo>
                  <a:lnTo>
                    <a:pt x="101177" y="39935"/>
                  </a:lnTo>
                  <a:lnTo>
                    <a:pt x="31494" y="93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4"/>
            <p:cNvSpPr/>
            <p:nvPr/>
          </p:nvSpPr>
          <p:spPr>
            <a:xfrm>
              <a:off x="5088871" y="3407951"/>
              <a:ext cx="109441" cy="136861"/>
            </a:xfrm>
            <a:custGeom>
              <a:avLst/>
              <a:pathLst>
                <a:path w="109441" h="136861">
                  <a:moveTo>
                    <a:pt x="0" y="31706"/>
                  </a:moveTo>
                  <a:lnTo>
                    <a:pt x="25959" y="0"/>
                  </a:lnTo>
                  <a:lnTo>
                    <a:pt x="109441" y="115802"/>
                  </a:lnTo>
                  <a:lnTo>
                    <a:pt x="75672" y="136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5"/>
            <p:cNvSpPr/>
            <p:nvPr/>
          </p:nvSpPr>
          <p:spPr>
            <a:xfrm>
              <a:off x="5050399" y="3444712"/>
              <a:ext cx="113280" cy="119654"/>
            </a:xfrm>
            <a:custGeom>
              <a:avLst/>
              <a:pathLst>
                <a:path w="113280" h="119654">
                  <a:moveTo>
                    <a:pt x="0" y="45843"/>
                  </a:moveTo>
                  <a:lnTo>
                    <a:pt x="7413" y="36927"/>
                  </a:lnTo>
                  <a:lnTo>
                    <a:pt x="15610" y="26760"/>
                  </a:lnTo>
                  <a:lnTo>
                    <a:pt x="25984" y="13321"/>
                  </a:lnTo>
                  <a:lnTo>
                    <a:pt x="35506" y="0"/>
                  </a:lnTo>
                  <a:lnTo>
                    <a:pt x="113280" y="108002"/>
                  </a:lnTo>
                  <a:lnTo>
                    <a:pt x="97316" y="119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6"/>
            <p:cNvSpPr/>
            <p:nvPr/>
          </p:nvSpPr>
          <p:spPr>
            <a:xfrm>
              <a:off x="5019655" y="3494193"/>
              <a:ext cx="77418" cy="61763"/>
            </a:xfrm>
            <a:custGeom>
              <a:avLst/>
              <a:pathLst>
                <a:path w="77418" h="61763">
                  <a:moveTo>
                    <a:pt x="0" y="17388"/>
                  </a:moveTo>
                  <a:lnTo>
                    <a:pt x="26205" y="0"/>
                  </a:lnTo>
                  <a:lnTo>
                    <a:pt x="77418" y="37413"/>
                  </a:lnTo>
                  <a:lnTo>
                    <a:pt x="60102" y="6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67"/>
            <p:cNvSpPr/>
            <p:nvPr/>
          </p:nvSpPr>
          <p:spPr>
            <a:xfrm>
              <a:off x="5168105" y="3529060"/>
              <a:ext cx="59561" cy="66888"/>
            </a:xfrm>
            <a:custGeom>
              <a:avLst/>
              <a:pathLst>
                <a:path w="59561" h="66888">
                  <a:moveTo>
                    <a:pt x="0" y="18970"/>
                  </a:moveTo>
                  <a:lnTo>
                    <a:pt x="31912" y="0"/>
                  </a:lnTo>
                  <a:lnTo>
                    <a:pt x="59561" y="48540"/>
                  </a:lnTo>
                  <a:lnTo>
                    <a:pt x="26961" y="66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68"/>
            <p:cNvSpPr/>
            <p:nvPr/>
          </p:nvSpPr>
          <p:spPr>
            <a:xfrm>
              <a:off x="5083472" y="3534010"/>
              <a:ext cx="106209" cy="82614"/>
            </a:xfrm>
            <a:custGeom>
              <a:avLst/>
              <a:pathLst>
                <a:path w="106209" h="82614">
                  <a:moveTo>
                    <a:pt x="0" y="24851"/>
                  </a:moveTo>
                  <a:lnTo>
                    <a:pt x="17360" y="0"/>
                  </a:lnTo>
                  <a:lnTo>
                    <a:pt x="61776" y="35347"/>
                  </a:lnTo>
                  <a:lnTo>
                    <a:pt x="84007" y="26138"/>
                  </a:lnTo>
                  <a:lnTo>
                    <a:pt x="106209" y="66400"/>
                  </a:lnTo>
                  <a:lnTo>
                    <a:pt x="76936" y="82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69"/>
            <p:cNvSpPr/>
            <p:nvPr/>
          </p:nvSpPr>
          <p:spPr>
            <a:xfrm>
              <a:off x="4431805" y="3793694"/>
              <a:ext cx="54557" cy="45124"/>
            </a:xfrm>
            <a:custGeom>
              <a:avLst/>
              <a:pathLst>
                <a:path w="54557" h="45124">
                  <a:moveTo>
                    <a:pt x="11189" y="45124"/>
                  </a:moveTo>
                  <a:lnTo>
                    <a:pt x="0" y="25808"/>
                  </a:lnTo>
                  <a:lnTo>
                    <a:pt x="43705" y="0"/>
                  </a:lnTo>
                  <a:lnTo>
                    <a:pt x="54557" y="18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0"/>
            <p:cNvSpPr/>
            <p:nvPr/>
          </p:nvSpPr>
          <p:spPr>
            <a:xfrm>
              <a:off x="4527444" y="3587387"/>
              <a:ext cx="152391" cy="183527"/>
            </a:xfrm>
            <a:custGeom>
              <a:avLst/>
              <a:pathLst>
                <a:path w="152391" h="183527">
                  <a:moveTo>
                    <a:pt x="69075" y="0"/>
                  </a:moveTo>
                  <a:lnTo>
                    <a:pt x="152391" y="143613"/>
                  </a:lnTo>
                  <a:lnTo>
                    <a:pt x="86230" y="183527"/>
                  </a:lnTo>
                  <a:lnTo>
                    <a:pt x="0" y="408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1"/>
            <p:cNvSpPr/>
            <p:nvPr/>
          </p:nvSpPr>
          <p:spPr>
            <a:xfrm>
              <a:off x="4736243" y="3718450"/>
              <a:ext cx="56528" cy="46504"/>
            </a:xfrm>
            <a:custGeom>
              <a:avLst/>
              <a:pathLst>
                <a:path w="56528" h="46504">
                  <a:moveTo>
                    <a:pt x="11829" y="46504"/>
                  </a:moveTo>
                  <a:lnTo>
                    <a:pt x="0" y="26147"/>
                  </a:lnTo>
                  <a:lnTo>
                    <a:pt x="44036" y="0"/>
                  </a:lnTo>
                  <a:lnTo>
                    <a:pt x="5652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2"/>
            <p:cNvSpPr/>
            <p:nvPr/>
          </p:nvSpPr>
          <p:spPr>
            <a:xfrm>
              <a:off x="4446803" y="3818363"/>
              <a:ext cx="53894" cy="44711"/>
            </a:xfrm>
            <a:custGeom>
              <a:avLst/>
              <a:pathLst>
                <a:path w="53894" h="44711">
                  <a:moveTo>
                    <a:pt x="10482" y="44711"/>
                  </a:moveTo>
                  <a:lnTo>
                    <a:pt x="0" y="26198"/>
                  </a:lnTo>
                  <a:lnTo>
                    <a:pt x="43118" y="0"/>
                  </a:lnTo>
                  <a:lnTo>
                    <a:pt x="53894" y="18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3"/>
            <p:cNvSpPr/>
            <p:nvPr/>
          </p:nvSpPr>
          <p:spPr>
            <a:xfrm>
              <a:off x="4387850" y="3718166"/>
              <a:ext cx="54346" cy="44657"/>
            </a:xfrm>
            <a:custGeom>
              <a:avLst/>
              <a:pathLst>
                <a:path w="54346" h="44657">
                  <a:moveTo>
                    <a:pt x="11001" y="44657"/>
                  </a:moveTo>
                  <a:lnTo>
                    <a:pt x="0" y="25639"/>
                  </a:lnTo>
                  <a:lnTo>
                    <a:pt x="43510" y="0"/>
                  </a:lnTo>
                  <a:lnTo>
                    <a:pt x="5434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4"/>
            <p:cNvSpPr/>
            <p:nvPr/>
          </p:nvSpPr>
          <p:spPr>
            <a:xfrm>
              <a:off x="4756889" y="3824792"/>
              <a:ext cx="44669" cy="56232"/>
            </a:xfrm>
            <a:custGeom>
              <a:avLst/>
              <a:pathLst>
                <a:path w="44669" h="56232">
                  <a:moveTo>
                    <a:pt x="0" y="11760"/>
                  </a:moveTo>
                  <a:lnTo>
                    <a:pt x="19533" y="0"/>
                  </a:lnTo>
                  <a:lnTo>
                    <a:pt x="44669" y="44406"/>
                  </a:lnTo>
                  <a:lnTo>
                    <a:pt x="26006" y="56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5"/>
            <p:cNvSpPr/>
            <p:nvPr/>
          </p:nvSpPr>
          <p:spPr>
            <a:xfrm>
              <a:off x="4582337" y="3826561"/>
              <a:ext cx="44247" cy="55066"/>
            </a:xfrm>
            <a:custGeom>
              <a:avLst/>
              <a:pathLst>
                <a:path w="44247" h="55066">
                  <a:moveTo>
                    <a:pt x="0" y="11395"/>
                  </a:moveTo>
                  <a:lnTo>
                    <a:pt x="19204" y="0"/>
                  </a:lnTo>
                  <a:lnTo>
                    <a:pt x="44247" y="44349"/>
                  </a:lnTo>
                  <a:lnTo>
                    <a:pt x="25585" y="55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6"/>
            <p:cNvSpPr/>
            <p:nvPr/>
          </p:nvSpPr>
          <p:spPr>
            <a:xfrm>
              <a:off x="4686547" y="3831487"/>
              <a:ext cx="45592" cy="56044"/>
            </a:xfrm>
            <a:custGeom>
              <a:avLst/>
              <a:pathLst>
                <a:path w="45592" h="56044">
                  <a:moveTo>
                    <a:pt x="25915" y="56044"/>
                  </a:moveTo>
                  <a:lnTo>
                    <a:pt x="0" y="11733"/>
                  </a:lnTo>
                  <a:lnTo>
                    <a:pt x="19645" y="0"/>
                  </a:lnTo>
                  <a:lnTo>
                    <a:pt x="45592" y="44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77"/>
            <p:cNvSpPr/>
            <p:nvPr/>
          </p:nvSpPr>
          <p:spPr>
            <a:xfrm>
              <a:off x="4422145" y="3678806"/>
              <a:ext cx="43605" cy="54643"/>
            </a:xfrm>
            <a:custGeom>
              <a:avLst/>
              <a:pathLst>
                <a:path w="43605" h="54643">
                  <a:moveTo>
                    <a:pt x="25131" y="54643"/>
                  </a:moveTo>
                  <a:lnTo>
                    <a:pt x="0" y="11216"/>
                  </a:lnTo>
                  <a:lnTo>
                    <a:pt x="19178" y="0"/>
                  </a:lnTo>
                  <a:lnTo>
                    <a:pt x="43605" y="43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78"/>
            <p:cNvSpPr/>
            <p:nvPr/>
          </p:nvSpPr>
          <p:spPr>
            <a:xfrm>
              <a:off x="4480914" y="3778664"/>
              <a:ext cx="44774" cy="55436"/>
            </a:xfrm>
            <a:custGeom>
              <a:avLst/>
              <a:pathLst>
                <a:path w="44774" h="55436">
                  <a:moveTo>
                    <a:pt x="25623" y="55436"/>
                  </a:moveTo>
                  <a:lnTo>
                    <a:pt x="0" y="11664"/>
                  </a:lnTo>
                  <a:lnTo>
                    <a:pt x="18737" y="0"/>
                  </a:lnTo>
                  <a:lnTo>
                    <a:pt x="44774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79"/>
            <p:cNvSpPr/>
            <p:nvPr/>
          </p:nvSpPr>
          <p:spPr>
            <a:xfrm>
              <a:off x="4557811" y="3841129"/>
              <a:ext cx="44904" cy="55159"/>
            </a:xfrm>
            <a:custGeom>
              <a:avLst/>
              <a:pathLst>
                <a:path w="44904" h="55159">
                  <a:moveTo>
                    <a:pt x="0" y="11622"/>
                  </a:moveTo>
                  <a:lnTo>
                    <a:pt x="19228" y="0"/>
                  </a:lnTo>
                  <a:lnTo>
                    <a:pt x="44904" y="43609"/>
                  </a:lnTo>
                  <a:lnTo>
                    <a:pt x="25188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0"/>
            <p:cNvSpPr/>
            <p:nvPr/>
          </p:nvSpPr>
          <p:spPr>
            <a:xfrm>
              <a:off x="4790840" y="3769260"/>
              <a:ext cx="31685" cy="32783"/>
            </a:xfrm>
            <a:custGeom>
              <a:avLst/>
              <a:pathLst>
                <a:path w="31685" h="32783">
                  <a:moveTo>
                    <a:pt x="0" y="11674"/>
                  </a:moveTo>
                  <a:lnTo>
                    <a:pt x="19524" y="0"/>
                  </a:lnTo>
                  <a:lnTo>
                    <a:pt x="31685" y="20696"/>
                  </a:lnTo>
                  <a:lnTo>
                    <a:pt x="12229" y="32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1"/>
            <p:cNvSpPr/>
            <p:nvPr/>
          </p:nvSpPr>
          <p:spPr>
            <a:xfrm>
              <a:off x="4650825" y="3885849"/>
              <a:ext cx="45721" cy="56708"/>
            </a:xfrm>
            <a:custGeom>
              <a:avLst/>
              <a:pathLst>
                <a:path w="45721" h="56708">
                  <a:moveTo>
                    <a:pt x="0" y="11685"/>
                  </a:moveTo>
                  <a:lnTo>
                    <a:pt x="19058" y="0"/>
                  </a:lnTo>
                  <a:lnTo>
                    <a:pt x="45721" y="44743"/>
                  </a:lnTo>
                  <a:lnTo>
                    <a:pt x="26125" y="56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2"/>
            <p:cNvSpPr/>
            <p:nvPr/>
          </p:nvSpPr>
          <p:spPr>
            <a:xfrm>
              <a:off x="4710886" y="3817689"/>
              <a:ext cx="45363" cy="55390"/>
            </a:xfrm>
            <a:custGeom>
              <a:avLst/>
              <a:pathLst>
                <a:path w="45363" h="55390">
                  <a:moveTo>
                    <a:pt x="25587" y="55390"/>
                  </a:moveTo>
                  <a:lnTo>
                    <a:pt x="0" y="11245"/>
                  </a:lnTo>
                  <a:lnTo>
                    <a:pt x="19356" y="0"/>
                  </a:lnTo>
                  <a:lnTo>
                    <a:pt x="45363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3"/>
            <p:cNvSpPr/>
            <p:nvPr/>
          </p:nvSpPr>
          <p:spPr>
            <a:xfrm>
              <a:off x="4495974" y="3721282"/>
              <a:ext cx="55029" cy="45694"/>
            </a:xfrm>
            <a:custGeom>
              <a:avLst/>
              <a:pathLst>
                <a:path w="55029" h="45694">
                  <a:moveTo>
                    <a:pt x="11188" y="45694"/>
                  </a:moveTo>
                  <a:lnTo>
                    <a:pt x="0" y="26239"/>
                  </a:lnTo>
                  <a:lnTo>
                    <a:pt x="43766" y="0"/>
                  </a:lnTo>
                  <a:lnTo>
                    <a:pt x="55029" y="19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4"/>
            <p:cNvSpPr/>
            <p:nvPr/>
          </p:nvSpPr>
          <p:spPr>
            <a:xfrm>
              <a:off x="4696473" y="3722362"/>
              <a:ext cx="46422" cy="57404"/>
            </a:xfrm>
            <a:custGeom>
              <a:avLst/>
              <a:pathLst>
                <a:path w="46422" h="57404">
                  <a:moveTo>
                    <a:pt x="0" y="12061"/>
                  </a:moveTo>
                  <a:lnTo>
                    <a:pt x="19331" y="0"/>
                  </a:lnTo>
                  <a:lnTo>
                    <a:pt x="46422" y="45334"/>
                  </a:lnTo>
                  <a:lnTo>
                    <a:pt x="26519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5"/>
            <p:cNvSpPr/>
            <p:nvPr/>
          </p:nvSpPr>
          <p:spPr>
            <a:xfrm>
              <a:off x="4542346" y="3800198"/>
              <a:ext cx="56366" cy="47120"/>
            </a:xfrm>
            <a:custGeom>
              <a:avLst/>
              <a:pathLst>
                <a:path w="56366" h="47120">
                  <a:moveTo>
                    <a:pt x="12118" y="47120"/>
                  </a:moveTo>
                  <a:lnTo>
                    <a:pt x="0" y="26548"/>
                  </a:lnTo>
                  <a:lnTo>
                    <a:pt x="44265" y="0"/>
                  </a:lnTo>
                  <a:lnTo>
                    <a:pt x="56366" y="21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6"/>
            <p:cNvSpPr/>
            <p:nvPr/>
          </p:nvSpPr>
          <p:spPr>
            <a:xfrm>
              <a:off x="4795302" y="3819799"/>
              <a:ext cx="55982" cy="46135"/>
            </a:xfrm>
            <a:custGeom>
              <a:avLst/>
              <a:pathLst>
                <a:path w="55982" h="46135">
                  <a:moveTo>
                    <a:pt x="0" y="26241"/>
                  </a:moveTo>
                  <a:lnTo>
                    <a:pt x="44483" y="0"/>
                  </a:lnTo>
                  <a:lnTo>
                    <a:pt x="55982" y="19217"/>
                  </a:lnTo>
                  <a:lnTo>
                    <a:pt x="11554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87"/>
            <p:cNvSpPr/>
            <p:nvPr/>
          </p:nvSpPr>
          <p:spPr>
            <a:xfrm>
              <a:off x="4841492" y="3723891"/>
              <a:ext cx="55918" cy="46658"/>
            </a:xfrm>
            <a:custGeom>
              <a:avLst/>
              <a:pathLst>
                <a:path w="55918" h="46658">
                  <a:moveTo>
                    <a:pt x="12062" y="46658"/>
                  </a:moveTo>
                  <a:lnTo>
                    <a:pt x="0" y="26402"/>
                  </a:lnTo>
                  <a:lnTo>
                    <a:pt x="43999" y="0"/>
                  </a:lnTo>
                  <a:lnTo>
                    <a:pt x="55918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88"/>
            <p:cNvSpPr/>
            <p:nvPr/>
          </p:nvSpPr>
          <p:spPr>
            <a:xfrm>
              <a:off x="4426917" y="3728221"/>
              <a:ext cx="54463" cy="45088"/>
            </a:xfrm>
            <a:custGeom>
              <a:avLst/>
              <a:pathLst>
                <a:path w="54463" h="45088">
                  <a:moveTo>
                    <a:pt x="10878" y="45088"/>
                  </a:moveTo>
                  <a:lnTo>
                    <a:pt x="0" y="25782"/>
                  </a:lnTo>
                  <a:lnTo>
                    <a:pt x="42844" y="0"/>
                  </a:lnTo>
                  <a:lnTo>
                    <a:pt x="54463" y="19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89"/>
            <p:cNvSpPr/>
            <p:nvPr/>
          </p:nvSpPr>
          <p:spPr>
            <a:xfrm>
              <a:off x="4801184" y="3728160"/>
              <a:ext cx="31936" cy="31860"/>
            </a:xfrm>
            <a:custGeom>
              <a:avLst/>
              <a:pathLst>
                <a:path w="31936" h="31860">
                  <a:moveTo>
                    <a:pt x="20317" y="0"/>
                  </a:moveTo>
                  <a:lnTo>
                    <a:pt x="31936" y="19910"/>
                  </a:lnTo>
                  <a:lnTo>
                    <a:pt x="11588" y="31860"/>
                  </a:lnTo>
                  <a:lnTo>
                    <a:pt x="0" y="11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0"/>
            <p:cNvSpPr/>
            <p:nvPr/>
          </p:nvSpPr>
          <p:spPr>
            <a:xfrm>
              <a:off x="4775425" y="3744726"/>
              <a:ext cx="30316" cy="31116"/>
            </a:xfrm>
            <a:custGeom>
              <a:avLst/>
              <a:pathLst>
                <a:path w="30316" h="31116">
                  <a:moveTo>
                    <a:pt x="18580" y="0"/>
                  </a:moveTo>
                  <a:lnTo>
                    <a:pt x="30316" y="19844"/>
                  </a:lnTo>
                  <a:lnTo>
                    <a:pt x="11558" y="31116"/>
                  </a:lnTo>
                  <a:lnTo>
                    <a:pt x="0" y="11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1"/>
            <p:cNvSpPr/>
            <p:nvPr/>
          </p:nvSpPr>
          <p:spPr>
            <a:xfrm>
              <a:off x="4820720" y="3648618"/>
              <a:ext cx="46730" cy="56696"/>
            </a:xfrm>
            <a:custGeom>
              <a:avLst/>
              <a:pathLst>
                <a:path w="46730" h="56696">
                  <a:moveTo>
                    <a:pt x="26774" y="56696"/>
                  </a:moveTo>
                  <a:lnTo>
                    <a:pt x="0" y="11254"/>
                  </a:lnTo>
                  <a:lnTo>
                    <a:pt x="20317" y="0"/>
                  </a:lnTo>
                  <a:lnTo>
                    <a:pt x="46730" y="45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2"/>
            <p:cNvSpPr/>
            <p:nvPr/>
          </p:nvSpPr>
          <p:spPr>
            <a:xfrm>
              <a:off x="4490206" y="3656020"/>
              <a:ext cx="55384" cy="45273"/>
            </a:xfrm>
            <a:custGeom>
              <a:avLst/>
              <a:pathLst>
                <a:path w="55384" h="45273">
                  <a:moveTo>
                    <a:pt x="11558" y="45273"/>
                  </a:moveTo>
                  <a:lnTo>
                    <a:pt x="0" y="25870"/>
                  </a:lnTo>
                  <a:lnTo>
                    <a:pt x="44127" y="0"/>
                  </a:lnTo>
                  <a:lnTo>
                    <a:pt x="5538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3"/>
            <p:cNvSpPr/>
            <p:nvPr/>
          </p:nvSpPr>
          <p:spPr>
            <a:xfrm>
              <a:off x="4785783" y="3687652"/>
              <a:ext cx="56759" cy="47675"/>
            </a:xfrm>
            <a:custGeom>
              <a:avLst/>
              <a:pathLst>
                <a:path w="56759" h="47675">
                  <a:moveTo>
                    <a:pt x="12451" y="47675"/>
                  </a:moveTo>
                  <a:lnTo>
                    <a:pt x="0" y="26971"/>
                  </a:lnTo>
                  <a:lnTo>
                    <a:pt x="44839" y="0"/>
                  </a:lnTo>
                  <a:lnTo>
                    <a:pt x="56759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4"/>
            <p:cNvSpPr/>
            <p:nvPr/>
          </p:nvSpPr>
          <p:spPr>
            <a:xfrm>
              <a:off x="4372800" y="3693201"/>
              <a:ext cx="54933" cy="45137"/>
            </a:xfrm>
            <a:custGeom>
              <a:avLst/>
              <a:pathLst>
                <a:path w="54933" h="45137">
                  <a:moveTo>
                    <a:pt x="11046" y="45137"/>
                  </a:moveTo>
                  <a:lnTo>
                    <a:pt x="0" y="25962"/>
                  </a:lnTo>
                  <a:lnTo>
                    <a:pt x="43976" y="0"/>
                  </a:lnTo>
                  <a:lnTo>
                    <a:pt x="54933" y="1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5"/>
            <p:cNvSpPr/>
            <p:nvPr/>
          </p:nvSpPr>
          <p:spPr>
            <a:xfrm>
              <a:off x="4721223" y="3693288"/>
              <a:ext cx="56107" cy="46566"/>
            </a:xfrm>
            <a:custGeom>
              <a:avLst/>
              <a:pathLst>
                <a:path w="56107" h="46566">
                  <a:moveTo>
                    <a:pt x="12160" y="46566"/>
                  </a:moveTo>
                  <a:lnTo>
                    <a:pt x="0" y="26239"/>
                  </a:lnTo>
                  <a:lnTo>
                    <a:pt x="43946" y="0"/>
                  </a:lnTo>
                  <a:lnTo>
                    <a:pt x="56107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6"/>
            <p:cNvSpPr/>
            <p:nvPr/>
          </p:nvSpPr>
          <p:spPr>
            <a:xfrm>
              <a:off x="4480578" y="3695057"/>
              <a:ext cx="54903" cy="45642"/>
            </a:xfrm>
            <a:custGeom>
              <a:avLst/>
              <a:pathLst>
                <a:path w="54903" h="45642">
                  <a:moveTo>
                    <a:pt x="11197" y="45642"/>
                  </a:moveTo>
                  <a:lnTo>
                    <a:pt x="0" y="26178"/>
                  </a:lnTo>
                  <a:lnTo>
                    <a:pt x="43585" y="0"/>
                  </a:lnTo>
                  <a:lnTo>
                    <a:pt x="54903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497"/>
            <p:cNvSpPr/>
            <p:nvPr/>
          </p:nvSpPr>
          <p:spPr>
            <a:xfrm>
              <a:off x="4826735" y="3698659"/>
              <a:ext cx="54903" cy="45805"/>
            </a:xfrm>
            <a:custGeom>
              <a:avLst/>
              <a:pathLst>
                <a:path w="54903" h="45805">
                  <a:moveTo>
                    <a:pt x="11438" y="45805"/>
                  </a:moveTo>
                  <a:lnTo>
                    <a:pt x="0" y="25478"/>
                  </a:lnTo>
                  <a:lnTo>
                    <a:pt x="43853" y="0"/>
                  </a:lnTo>
                  <a:lnTo>
                    <a:pt x="54903" y="19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498"/>
            <p:cNvSpPr/>
            <p:nvPr/>
          </p:nvSpPr>
          <p:spPr>
            <a:xfrm>
              <a:off x="4535031" y="3731336"/>
              <a:ext cx="55042" cy="46320"/>
            </a:xfrm>
            <a:custGeom>
              <a:avLst/>
              <a:pathLst>
                <a:path w="55042" h="46320">
                  <a:moveTo>
                    <a:pt x="11999" y="46320"/>
                  </a:moveTo>
                  <a:lnTo>
                    <a:pt x="0" y="25875"/>
                  </a:lnTo>
                  <a:lnTo>
                    <a:pt x="43845" y="0"/>
                  </a:lnTo>
                  <a:lnTo>
                    <a:pt x="55042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499"/>
            <p:cNvSpPr/>
            <p:nvPr/>
          </p:nvSpPr>
          <p:spPr>
            <a:xfrm>
              <a:off x="4725934" y="3758218"/>
              <a:ext cx="56573" cy="46104"/>
            </a:xfrm>
            <a:custGeom>
              <a:avLst/>
              <a:pathLst>
                <a:path w="56573" h="46104">
                  <a:moveTo>
                    <a:pt x="11859" y="46104"/>
                  </a:moveTo>
                  <a:lnTo>
                    <a:pt x="0" y="25962"/>
                  </a:lnTo>
                  <a:lnTo>
                    <a:pt x="44608" y="0"/>
                  </a:lnTo>
                  <a:lnTo>
                    <a:pt x="56573" y="20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0"/>
            <p:cNvSpPr/>
            <p:nvPr/>
          </p:nvSpPr>
          <p:spPr>
            <a:xfrm>
              <a:off x="4831340" y="3764126"/>
              <a:ext cx="55896" cy="46459"/>
            </a:xfrm>
            <a:custGeom>
              <a:avLst/>
              <a:pathLst>
                <a:path w="55896" h="46459">
                  <a:moveTo>
                    <a:pt x="11046" y="46459"/>
                  </a:moveTo>
                  <a:lnTo>
                    <a:pt x="0" y="26886"/>
                  </a:lnTo>
                  <a:lnTo>
                    <a:pt x="44428" y="0"/>
                  </a:lnTo>
                  <a:lnTo>
                    <a:pt x="55896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1"/>
            <p:cNvSpPr/>
            <p:nvPr/>
          </p:nvSpPr>
          <p:spPr>
            <a:xfrm>
              <a:off x="4681559" y="3767111"/>
              <a:ext cx="44590" cy="55159"/>
            </a:xfrm>
            <a:custGeom>
              <a:avLst/>
              <a:pathLst>
                <a:path w="44590" h="55159">
                  <a:moveTo>
                    <a:pt x="0" y="11272"/>
                  </a:moveTo>
                  <a:lnTo>
                    <a:pt x="18602" y="0"/>
                  </a:lnTo>
                  <a:lnTo>
                    <a:pt x="44590" y="43925"/>
                  </a:lnTo>
                  <a:lnTo>
                    <a:pt x="25555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2"/>
            <p:cNvSpPr/>
            <p:nvPr/>
          </p:nvSpPr>
          <p:spPr>
            <a:xfrm>
              <a:off x="4617955" y="3771284"/>
              <a:ext cx="44571" cy="55128"/>
            </a:xfrm>
            <a:custGeom>
              <a:avLst/>
              <a:pathLst>
                <a:path w="44571" h="55128">
                  <a:moveTo>
                    <a:pt x="0" y="11018"/>
                  </a:moveTo>
                  <a:lnTo>
                    <a:pt x="18604" y="0"/>
                  </a:lnTo>
                  <a:lnTo>
                    <a:pt x="44571" y="43988"/>
                  </a:lnTo>
                  <a:lnTo>
                    <a:pt x="25903" y="5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3"/>
            <p:cNvSpPr/>
            <p:nvPr/>
          </p:nvSpPr>
          <p:spPr>
            <a:xfrm>
              <a:off x="4587874" y="3892199"/>
              <a:ext cx="44761" cy="54990"/>
            </a:xfrm>
            <a:custGeom>
              <a:avLst/>
              <a:pathLst>
                <a:path w="44761" h="54990">
                  <a:moveTo>
                    <a:pt x="25571" y="54990"/>
                  </a:moveTo>
                  <a:lnTo>
                    <a:pt x="0" y="11509"/>
                  </a:lnTo>
                  <a:lnTo>
                    <a:pt x="18754" y="0"/>
                  </a:lnTo>
                  <a:lnTo>
                    <a:pt x="44761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4"/>
            <p:cNvSpPr/>
            <p:nvPr/>
          </p:nvSpPr>
          <p:spPr>
            <a:xfrm>
              <a:off x="4780861" y="3795407"/>
              <a:ext cx="55734" cy="45950"/>
            </a:xfrm>
            <a:custGeom>
              <a:avLst/>
              <a:pathLst>
                <a:path w="55734" h="45950">
                  <a:moveTo>
                    <a:pt x="11546" y="45950"/>
                  </a:moveTo>
                  <a:lnTo>
                    <a:pt x="0" y="26494"/>
                  </a:lnTo>
                  <a:lnTo>
                    <a:pt x="44175" y="0"/>
                  </a:lnTo>
                  <a:lnTo>
                    <a:pt x="5573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5"/>
            <p:cNvSpPr/>
            <p:nvPr/>
          </p:nvSpPr>
          <p:spPr>
            <a:xfrm>
              <a:off x="4641973" y="3741518"/>
              <a:ext cx="54937" cy="45965"/>
            </a:xfrm>
            <a:custGeom>
              <a:avLst/>
              <a:pathLst>
                <a:path w="54937" h="45965">
                  <a:moveTo>
                    <a:pt x="0" y="26433"/>
                  </a:moveTo>
                  <a:lnTo>
                    <a:pt x="43830" y="0"/>
                  </a:lnTo>
                  <a:lnTo>
                    <a:pt x="54937" y="19957"/>
                  </a:lnTo>
                  <a:lnTo>
                    <a:pt x="11638" y="45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6"/>
            <p:cNvSpPr/>
            <p:nvPr/>
          </p:nvSpPr>
          <p:spPr>
            <a:xfrm>
              <a:off x="4881057" y="3748992"/>
              <a:ext cx="45942" cy="56514"/>
            </a:xfrm>
            <a:custGeom>
              <a:avLst/>
              <a:pathLst>
                <a:path w="45942" h="56514">
                  <a:moveTo>
                    <a:pt x="0" y="11831"/>
                  </a:moveTo>
                  <a:lnTo>
                    <a:pt x="19228" y="0"/>
                  </a:lnTo>
                  <a:lnTo>
                    <a:pt x="45942" y="44811"/>
                  </a:lnTo>
                  <a:lnTo>
                    <a:pt x="26302" y="56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07"/>
            <p:cNvSpPr/>
            <p:nvPr/>
          </p:nvSpPr>
          <p:spPr>
            <a:xfrm>
              <a:off x="4441668" y="3753799"/>
              <a:ext cx="54662" cy="45683"/>
            </a:xfrm>
            <a:custGeom>
              <a:avLst/>
              <a:pathLst>
                <a:path w="54662" h="45683">
                  <a:moveTo>
                    <a:pt x="11317" y="45683"/>
                  </a:moveTo>
                  <a:lnTo>
                    <a:pt x="0" y="26157"/>
                  </a:lnTo>
                  <a:lnTo>
                    <a:pt x="43610" y="0"/>
                  </a:lnTo>
                  <a:lnTo>
                    <a:pt x="54662" y="19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08"/>
            <p:cNvSpPr/>
            <p:nvPr/>
          </p:nvSpPr>
          <p:spPr>
            <a:xfrm>
              <a:off x="4815541" y="3752741"/>
              <a:ext cx="32829" cy="33519"/>
            </a:xfrm>
            <a:custGeom>
              <a:avLst/>
              <a:pathLst>
                <a:path w="32829" h="33519">
                  <a:moveTo>
                    <a:pt x="20571" y="0"/>
                  </a:moveTo>
                  <a:lnTo>
                    <a:pt x="32829" y="21246"/>
                  </a:lnTo>
                  <a:lnTo>
                    <a:pt x="12762" y="33519"/>
                  </a:lnTo>
                  <a:lnTo>
                    <a:pt x="0" y="1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09"/>
            <p:cNvSpPr/>
            <p:nvPr/>
          </p:nvSpPr>
          <p:spPr>
            <a:xfrm>
              <a:off x="4529782" y="3680565"/>
              <a:ext cx="46475" cy="58023"/>
            </a:xfrm>
            <a:custGeom>
              <a:avLst/>
              <a:pathLst>
                <a:path w="46475" h="58023">
                  <a:moveTo>
                    <a:pt x="26970" y="58023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75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0"/>
            <p:cNvSpPr/>
            <p:nvPr/>
          </p:nvSpPr>
          <p:spPr>
            <a:xfrm>
              <a:off x="4451989" y="3660793"/>
              <a:ext cx="44306" cy="55233"/>
            </a:xfrm>
            <a:custGeom>
              <a:avLst/>
              <a:pathLst>
                <a:path w="44306" h="55233">
                  <a:moveTo>
                    <a:pt x="25433" y="55233"/>
                  </a:moveTo>
                  <a:lnTo>
                    <a:pt x="0" y="11626"/>
                  </a:lnTo>
                  <a:lnTo>
                    <a:pt x="19414" y="0"/>
                  </a:lnTo>
                  <a:lnTo>
                    <a:pt x="44306" y="43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1"/>
            <p:cNvSpPr/>
            <p:nvPr/>
          </p:nvSpPr>
          <p:spPr>
            <a:xfrm>
              <a:off x="4770947" y="3662644"/>
              <a:ext cx="56786" cy="47675"/>
            </a:xfrm>
            <a:custGeom>
              <a:avLst/>
              <a:pathLst>
                <a:path w="56786" h="47675">
                  <a:moveTo>
                    <a:pt x="12839" y="47675"/>
                  </a:moveTo>
                  <a:lnTo>
                    <a:pt x="0" y="27039"/>
                  </a:lnTo>
                  <a:lnTo>
                    <a:pt x="44866" y="0"/>
                  </a:lnTo>
                  <a:lnTo>
                    <a:pt x="56786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2"/>
            <p:cNvSpPr/>
            <p:nvPr/>
          </p:nvSpPr>
          <p:spPr>
            <a:xfrm>
              <a:off x="4656963" y="3781340"/>
              <a:ext cx="45365" cy="55390"/>
            </a:xfrm>
            <a:custGeom>
              <a:avLst/>
              <a:pathLst>
                <a:path w="45365" h="55390">
                  <a:moveTo>
                    <a:pt x="0" y="11569"/>
                  </a:moveTo>
                  <a:lnTo>
                    <a:pt x="19719" y="0"/>
                  </a:lnTo>
                  <a:lnTo>
                    <a:pt x="45365" y="43563"/>
                  </a:lnTo>
                  <a:lnTo>
                    <a:pt x="25679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3"/>
            <p:cNvSpPr/>
            <p:nvPr/>
          </p:nvSpPr>
          <p:spPr>
            <a:xfrm>
              <a:off x="4591661" y="3785889"/>
              <a:ext cx="44961" cy="56360"/>
            </a:xfrm>
            <a:custGeom>
              <a:avLst/>
              <a:pathLst>
                <a:path w="44961" h="56360">
                  <a:moveTo>
                    <a:pt x="0" y="11499"/>
                  </a:moveTo>
                  <a:lnTo>
                    <a:pt x="19617" y="0"/>
                  </a:lnTo>
                  <a:lnTo>
                    <a:pt x="44961" y="44780"/>
                  </a:lnTo>
                  <a:lnTo>
                    <a:pt x="26058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4"/>
            <p:cNvSpPr/>
            <p:nvPr/>
          </p:nvSpPr>
          <p:spPr>
            <a:xfrm>
              <a:off x="4742061" y="3784843"/>
              <a:ext cx="55616" cy="46581"/>
            </a:xfrm>
            <a:custGeom>
              <a:avLst/>
              <a:pathLst>
                <a:path w="55616" h="46581">
                  <a:moveTo>
                    <a:pt x="11429" y="46581"/>
                  </a:moveTo>
                  <a:lnTo>
                    <a:pt x="0" y="26326"/>
                  </a:lnTo>
                  <a:lnTo>
                    <a:pt x="44254" y="0"/>
                  </a:lnTo>
                  <a:lnTo>
                    <a:pt x="55616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5"/>
            <p:cNvSpPr/>
            <p:nvPr/>
          </p:nvSpPr>
          <p:spPr>
            <a:xfrm>
              <a:off x="4845789" y="3788795"/>
              <a:ext cx="56077" cy="46751"/>
            </a:xfrm>
            <a:custGeom>
              <a:avLst/>
              <a:pathLst>
                <a:path w="56077" h="46751">
                  <a:moveTo>
                    <a:pt x="0" y="26794"/>
                  </a:moveTo>
                  <a:lnTo>
                    <a:pt x="44518" y="0"/>
                  </a:lnTo>
                  <a:lnTo>
                    <a:pt x="56077" y="20234"/>
                  </a:lnTo>
                  <a:lnTo>
                    <a:pt x="11558" y="46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6"/>
            <p:cNvSpPr/>
            <p:nvPr/>
          </p:nvSpPr>
          <p:spPr>
            <a:xfrm>
              <a:off x="4549785" y="3756652"/>
              <a:ext cx="55341" cy="45765"/>
            </a:xfrm>
            <a:custGeom>
              <a:avLst/>
              <a:pathLst>
                <a:path w="55341" h="45765">
                  <a:moveTo>
                    <a:pt x="11753" y="45765"/>
                  </a:moveTo>
                  <a:lnTo>
                    <a:pt x="0" y="25638"/>
                  </a:lnTo>
                  <a:lnTo>
                    <a:pt x="43479" y="0"/>
                  </a:lnTo>
                  <a:lnTo>
                    <a:pt x="55341" y="1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17"/>
            <p:cNvSpPr/>
            <p:nvPr/>
          </p:nvSpPr>
          <p:spPr>
            <a:xfrm>
              <a:off x="4510521" y="3760655"/>
              <a:ext cx="45779" cy="56190"/>
            </a:xfrm>
            <a:custGeom>
              <a:avLst/>
              <a:pathLst>
                <a:path w="45779" h="56190">
                  <a:moveTo>
                    <a:pt x="26590" y="56190"/>
                  </a:moveTo>
                  <a:lnTo>
                    <a:pt x="0" y="11350"/>
                  </a:lnTo>
                  <a:lnTo>
                    <a:pt x="19050" y="0"/>
                  </a:lnTo>
                  <a:lnTo>
                    <a:pt x="45779" y="4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18"/>
            <p:cNvSpPr/>
            <p:nvPr/>
          </p:nvSpPr>
          <p:spPr>
            <a:xfrm>
              <a:off x="4715373" y="3866581"/>
              <a:ext cx="54926" cy="45126"/>
            </a:xfrm>
            <a:custGeom>
              <a:avLst/>
              <a:pathLst>
                <a:path w="54926" h="45126">
                  <a:moveTo>
                    <a:pt x="0" y="25844"/>
                  </a:moveTo>
                  <a:lnTo>
                    <a:pt x="43902" y="0"/>
                  </a:lnTo>
                  <a:lnTo>
                    <a:pt x="54926" y="19641"/>
                  </a:lnTo>
                  <a:lnTo>
                    <a:pt x="11205" y="45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19"/>
            <p:cNvSpPr/>
            <p:nvPr/>
          </p:nvSpPr>
          <p:spPr>
            <a:xfrm>
              <a:off x="4676226" y="3870018"/>
              <a:ext cx="45053" cy="56518"/>
            </a:xfrm>
            <a:custGeom>
              <a:avLst/>
              <a:pathLst>
                <a:path w="45053" h="56518">
                  <a:moveTo>
                    <a:pt x="0" y="11969"/>
                  </a:moveTo>
                  <a:lnTo>
                    <a:pt x="19588" y="0"/>
                  </a:lnTo>
                  <a:lnTo>
                    <a:pt x="45053" y="45365"/>
                  </a:lnTo>
                  <a:lnTo>
                    <a:pt x="26350" y="5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0"/>
            <p:cNvSpPr/>
            <p:nvPr/>
          </p:nvSpPr>
          <p:spPr>
            <a:xfrm>
              <a:off x="4611678" y="3877663"/>
              <a:ext cx="44513" cy="55361"/>
            </a:xfrm>
            <a:custGeom>
              <a:avLst/>
              <a:pathLst>
                <a:path w="44513" h="55361">
                  <a:moveTo>
                    <a:pt x="25695" y="55361"/>
                  </a:moveTo>
                  <a:lnTo>
                    <a:pt x="0" y="11374"/>
                  </a:lnTo>
                  <a:lnTo>
                    <a:pt x="19183" y="0"/>
                  </a:lnTo>
                  <a:lnTo>
                    <a:pt x="44513" y="43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1"/>
            <p:cNvSpPr/>
            <p:nvPr/>
          </p:nvSpPr>
          <p:spPr>
            <a:xfrm>
              <a:off x="4476278" y="3632367"/>
              <a:ext cx="55388" cy="44718"/>
            </a:xfrm>
            <a:custGeom>
              <a:avLst/>
              <a:pathLst>
                <a:path w="55388" h="44718">
                  <a:moveTo>
                    <a:pt x="10966" y="44718"/>
                  </a:moveTo>
                  <a:lnTo>
                    <a:pt x="0" y="26048"/>
                  </a:lnTo>
                  <a:lnTo>
                    <a:pt x="44377" y="0"/>
                  </a:lnTo>
                  <a:lnTo>
                    <a:pt x="55388" y="18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2"/>
            <p:cNvSpPr/>
            <p:nvPr/>
          </p:nvSpPr>
          <p:spPr>
            <a:xfrm>
              <a:off x="4417031" y="3783991"/>
              <a:ext cx="28444" cy="28565"/>
            </a:xfrm>
            <a:custGeom>
              <a:avLst/>
              <a:pathLst>
                <a:path w="28444" h="28565">
                  <a:moveTo>
                    <a:pt x="10234" y="28565"/>
                  </a:moveTo>
                  <a:lnTo>
                    <a:pt x="0" y="10779"/>
                  </a:lnTo>
                  <a:lnTo>
                    <a:pt x="18135" y="0"/>
                  </a:lnTo>
                  <a:lnTo>
                    <a:pt x="28444" y="1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3"/>
            <p:cNvSpPr/>
            <p:nvPr/>
          </p:nvSpPr>
          <p:spPr>
            <a:xfrm>
              <a:off x="4401786" y="3757792"/>
              <a:ext cx="30379" cy="30998"/>
            </a:xfrm>
            <a:custGeom>
              <a:avLst/>
              <a:pathLst>
                <a:path w="30379" h="30998">
                  <a:moveTo>
                    <a:pt x="19625" y="25909"/>
                  </a:moveTo>
                  <a:lnTo>
                    <a:pt x="11010" y="30998"/>
                  </a:lnTo>
                  <a:lnTo>
                    <a:pt x="7134" y="24156"/>
                  </a:lnTo>
                  <a:lnTo>
                    <a:pt x="2126" y="15313"/>
                  </a:lnTo>
                  <a:lnTo>
                    <a:pt x="0" y="11559"/>
                  </a:lnTo>
                  <a:lnTo>
                    <a:pt x="8680" y="6385"/>
                  </a:lnTo>
                  <a:lnTo>
                    <a:pt x="19393" y="0"/>
                  </a:lnTo>
                  <a:lnTo>
                    <a:pt x="30379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4"/>
            <p:cNvSpPr/>
            <p:nvPr/>
          </p:nvSpPr>
          <p:spPr>
            <a:xfrm>
              <a:off x="4620377" y="3832258"/>
              <a:ext cx="38332" cy="38181"/>
            </a:xfrm>
            <a:custGeom>
              <a:avLst/>
              <a:pathLst>
                <a:path w="38332" h="38181">
                  <a:moveTo>
                    <a:pt x="37166" y="23583"/>
                  </a:moveTo>
                  <a:lnTo>
                    <a:pt x="13146" y="38181"/>
                  </a:lnTo>
                  <a:lnTo>
                    <a:pt x="0" y="15244"/>
                  </a:lnTo>
                  <a:lnTo>
                    <a:pt x="25510" y="0"/>
                  </a:lnTo>
                  <a:lnTo>
                    <a:pt x="38332" y="20788"/>
                  </a:lnTo>
                  <a:lnTo>
                    <a:pt x="37565" y="21458"/>
                  </a:lnTo>
                  <a:lnTo>
                    <a:pt x="37136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5"/>
            <p:cNvSpPr/>
            <p:nvPr/>
          </p:nvSpPr>
          <p:spPr>
            <a:xfrm>
              <a:off x="4633862" y="3856608"/>
              <a:ext cx="38107" cy="37269"/>
            </a:xfrm>
            <a:custGeom>
              <a:avLst/>
              <a:pathLst>
                <a:path w="38107" h="37269">
                  <a:moveTo>
                    <a:pt x="38107" y="22255"/>
                  </a:moveTo>
                  <a:lnTo>
                    <a:pt x="13086" y="37269"/>
                  </a:lnTo>
                  <a:lnTo>
                    <a:pt x="0" y="14502"/>
                  </a:lnTo>
                  <a:lnTo>
                    <a:pt x="24102" y="0"/>
                  </a:lnTo>
                  <a:lnTo>
                    <a:pt x="25104" y="653"/>
                  </a:lnTo>
                  <a:lnTo>
                    <a:pt x="26179" y="889"/>
                  </a:lnTo>
                  <a:lnTo>
                    <a:pt x="27064" y="677"/>
                  </a:lnTo>
                  <a:lnTo>
                    <a:pt x="30770" y="4854"/>
                  </a:lnTo>
                  <a:lnTo>
                    <a:pt x="35134" y="10205"/>
                  </a:lnTo>
                  <a:lnTo>
                    <a:pt x="36639" y="15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6"/>
            <p:cNvSpPr/>
            <p:nvPr/>
          </p:nvSpPr>
          <p:spPr>
            <a:xfrm>
              <a:off x="4646655" y="3820703"/>
              <a:ext cx="46112" cy="57730"/>
            </a:xfrm>
            <a:custGeom>
              <a:avLst/>
              <a:pathLst>
                <a:path w="46112" h="57730">
                  <a:moveTo>
                    <a:pt x="35193" y="26734"/>
                  </a:moveTo>
                  <a:lnTo>
                    <a:pt x="46112" y="45303"/>
                  </a:lnTo>
                  <a:lnTo>
                    <a:pt x="26065" y="57730"/>
                  </a:lnTo>
                  <a:lnTo>
                    <a:pt x="24756" y="51217"/>
                  </a:lnTo>
                  <a:lnTo>
                    <a:pt x="23130" y="45627"/>
                  </a:lnTo>
                  <a:lnTo>
                    <a:pt x="15208" y="36019"/>
                  </a:lnTo>
                  <a:lnTo>
                    <a:pt x="15862" y="35095"/>
                  </a:lnTo>
                  <a:lnTo>
                    <a:pt x="16088" y="34195"/>
                  </a:lnTo>
                  <a:lnTo>
                    <a:pt x="15772" y="32901"/>
                  </a:lnTo>
                  <a:lnTo>
                    <a:pt x="14824" y="31977"/>
                  </a:lnTo>
                  <a:lnTo>
                    <a:pt x="13718" y="31677"/>
                  </a:lnTo>
                  <a:lnTo>
                    <a:pt x="12717" y="31885"/>
                  </a:lnTo>
                  <a:lnTo>
                    <a:pt x="0" y="11135"/>
                  </a:lnTo>
                  <a:lnTo>
                    <a:pt x="19473" y="0"/>
                  </a:lnTo>
                  <a:lnTo>
                    <a:pt x="32688" y="2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27"/>
            <p:cNvSpPr/>
            <p:nvPr/>
          </p:nvSpPr>
          <p:spPr>
            <a:xfrm>
              <a:off x="4616583" y="3926267"/>
              <a:ext cx="54904" cy="45981"/>
            </a:xfrm>
            <a:custGeom>
              <a:avLst/>
              <a:pathLst>
                <a:path w="54904" h="45981">
                  <a:moveTo>
                    <a:pt x="54904" y="19800"/>
                  </a:moveTo>
                  <a:lnTo>
                    <a:pt x="12028" y="45981"/>
                  </a:lnTo>
                  <a:lnTo>
                    <a:pt x="0" y="25762"/>
                  </a:lnTo>
                  <a:lnTo>
                    <a:pt x="4277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28"/>
            <p:cNvSpPr/>
            <p:nvPr/>
          </p:nvSpPr>
          <p:spPr>
            <a:xfrm>
              <a:off x="4755367" y="4358007"/>
              <a:ext cx="44548" cy="55205"/>
            </a:xfrm>
            <a:custGeom>
              <a:avLst/>
              <a:pathLst>
                <a:path w="44548" h="55205">
                  <a:moveTo>
                    <a:pt x="0" y="10856"/>
                  </a:moveTo>
                  <a:lnTo>
                    <a:pt x="18737" y="0"/>
                  </a:lnTo>
                  <a:lnTo>
                    <a:pt x="44548" y="44195"/>
                  </a:lnTo>
                  <a:lnTo>
                    <a:pt x="26488" y="552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29"/>
            <p:cNvSpPr/>
            <p:nvPr/>
          </p:nvSpPr>
          <p:spPr>
            <a:xfrm>
              <a:off x="5062887" y="4178260"/>
              <a:ext cx="99693" cy="73134"/>
            </a:xfrm>
            <a:custGeom>
              <a:avLst/>
              <a:pathLst>
                <a:path w="99693" h="73134">
                  <a:moveTo>
                    <a:pt x="0" y="51898"/>
                  </a:moveTo>
                  <a:lnTo>
                    <a:pt x="87322" y="0"/>
                  </a:lnTo>
                  <a:lnTo>
                    <a:pt x="99693" y="20511"/>
                  </a:lnTo>
                  <a:lnTo>
                    <a:pt x="12354" y="73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0"/>
            <p:cNvSpPr/>
            <p:nvPr/>
          </p:nvSpPr>
          <p:spPr>
            <a:xfrm>
              <a:off x="5078015" y="4203953"/>
              <a:ext cx="99801" cy="72843"/>
            </a:xfrm>
            <a:custGeom>
              <a:avLst/>
              <a:pathLst>
                <a:path w="99801" h="72843">
                  <a:moveTo>
                    <a:pt x="11701" y="72843"/>
                  </a:moveTo>
                  <a:lnTo>
                    <a:pt x="0" y="52333"/>
                  </a:lnTo>
                  <a:lnTo>
                    <a:pt x="87235" y="0"/>
                  </a:lnTo>
                  <a:lnTo>
                    <a:pt x="99801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1"/>
            <p:cNvSpPr/>
            <p:nvPr/>
          </p:nvSpPr>
          <p:spPr>
            <a:xfrm>
              <a:off x="5002440" y="4312296"/>
              <a:ext cx="45109" cy="55331"/>
            </a:xfrm>
            <a:custGeom>
              <a:avLst/>
              <a:pathLst>
                <a:path w="45109" h="55331">
                  <a:moveTo>
                    <a:pt x="0" y="11621"/>
                  </a:moveTo>
                  <a:lnTo>
                    <a:pt x="19253" y="0"/>
                  </a:lnTo>
                  <a:lnTo>
                    <a:pt x="45109" y="44333"/>
                  </a:lnTo>
                  <a:lnTo>
                    <a:pt x="26248" y="55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2"/>
            <p:cNvSpPr/>
            <p:nvPr/>
          </p:nvSpPr>
          <p:spPr>
            <a:xfrm>
              <a:off x="4873817" y="4320922"/>
              <a:ext cx="45150" cy="56113"/>
            </a:xfrm>
            <a:custGeom>
              <a:avLst/>
              <a:pathLst>
                <a:path w="45150" h="56113">
                  <a:moveTo>
                    <a:pt x="25404" y="56113"/>
                  </a:moveTo>
                  <a:lnTo>
                    <a:pt x="0" y="11826"/>
                  </a:lnTo>
                  <a:lnTo>
                    <a:pt x="19143" y="0"/>
                  </a:lnTo>
                  <a:lnTo>
                    <a:pt x="45150" y="447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3"/>
            <p:cNvSpPr/>
            <p:nvPr/>
          </p:nvSpPr>
          <p:spPr>
            <a:xfrm>
              <a:off x="4973154" y="4262612"/>
              <a:ext cx="44247" cy="55574"/>
            </a:xfrm>
            <a:custGeom>
              <a:avLst/>
              <a:pathLst>
                <a:path w="44247" h="55574">
                  <a:moveTo>
                    <a:pt x="0" y="11056"/>
                  </a:moveTo>
                  <a:lnTo>
                    <a:pt x="18990" y="0"/>
                  </a:lnTo>
                  <a:lnTo>
                    <a:pt x="44247" y="43961"/>
                  </a:lnTo>
                  <a:lnTo>
                    <a:pt x="25730" y="55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4"/>
            <p:cNvSpPr/>
            <p:nvPr/>
          </p:nvSpPr>
          <p:spPr>
            <a:xfrm>
              <a:off x="4909048" y="4266450"/>
              <a:ext cx="45526" cy="55906"/>
            </a:xfrm>
            <a:custGeom>
              <a:avLst/>
              <a:pathLst>
                <a:path w="45526" h="55906">
                  <a:moveTo>
                    <a:pt x="0" y="11549"/>
                  </a:moveTo>
                  <a:lnTo>
                    <a:pt x="19490" y="0"/>
                  </a:lnTo>
                  <a:lnTo>
                    <a:pt x="45526" y="44580"/>
                  </a:lnTo>
                  <a:lnTo>
                    <a:pt x="25720" y="559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5"/>
            <p:cNvSpPr/>
            <p:nvPr/>
          </p:nvSpPr>
          <p:spPr>
            <a:xfrm>
              <a:off x="4912289" y="4315772"/>
              <a:ext cx="72646" cy="72991"/>
            </a:xfrm>
            <a:custGeom>
              <a:avLst/>
              <a:pathLst>
                <a:path w="72646" h="72991">
                  <a:moveTo>
                    <a:pt x="53478" y="57900"/>
                  </a:moveTo>
                  <a:lnTo>
                    <a:pt x="26789" y="72991"/>
                  </a:lnTo>
                  <a:lnTo>
                    <a:pt x="17650" y="57153"/>
                  </a:lnTo>
                  <a:lnTo>
                    <a:pt x="13523" y="50000"/>
                  </a:lnTo>
                  <a:lnTo>
                    <a:pt x="12704" y="48580"/>
                  </a:lnTo>
                  <a:lnTo>
                    <a:pt x="0" y="26563"/>
                  </a:lnTo>
                  <a:lnTo>
                    <a:pt x="14066" y="18314"/>
                  </a:lnTo>
                  <a:lnTo>
                    <a:pt x="22529" y="13352"/>
                  </a:lnTo>
                  <a:lnTo>
                    <a:pt x="38939" y="3730"/>
                  </a:lnTo>
                  <a:lnTo>
                    <a:pt x="45301" y="0"/>
                  </a:lnTo>
                  <a:lnTo>
                    <a:pt x="50037" y="8151"/>
                  </a:lnTo>
                  <a:lnTo>
                    <a:pt x="56468" y="19220"/>
                  </a:lnTo>
                  <a:lnTo>
                    <a:pt x="59029" y="23627"/>
                  </a:lnTo>
                  <a:lnTo>
                    <a:pt x="68659" y="40202"/>
                  </a:lnTo>
                  <a:lnTo>
                    <a:pt x="72646" y="47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6"/>
            <p:cNvSpPr/>
            <p:nvPr/>
          </p:nvSpPr>
          <p:spPr>
            <a:xfrm>
              <a:off x="4670590" y="4511157"/>
              <a:ext cx="44787" cy="55592"/>
            </a:xfrm>
            <a:custGeom>
              <a:avLst/>
              <a:pathLst>
                <a:path w="44787" h="55592">
                  <a:moveTo>
                    <a:pt x="25681" y="55592"/>
                  </a:moveTo>
                  <a:lnTo>
                    <a:pt x="0" y="10969"/>
                  </a:lnTo>
                  <a:lnTo>
                    <a:pt x="19071" y="0"/>
                  </a:lnTo>
                  <a:lnTo>
                    <a:pt x="44787" y="440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37"/>
            <p:cNvSpPr/>
            <p:nvPr/>
          </p:nvSpPr>
          <p:spPr>
            <a:xfrm>
              <a:off x="4754109" y="4512722"/>
              <a:ext cx="54591" cy="45747"/>
            </a:xfrm>
            <a:custGeom>
              <a:avLst/>
              <a:pathLst>
                <a:path w="54591" h="45747">
                  <a:moveTo>
                    <a:pt x="0" y="26245"/>
                  </a:moveTo>
                  <a:lnTo>
                    <a:pt x="43424" y="0"/>
                  </a:lnTo>
                  <a:lnTo>
                    <a:pt x="54591" y="19664"/>
                  </a:lnTo>
                  <a:lnTo>
                    <a:pt x="11323" y="457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38"/>
            <p:cNvSpPr/>
            <p:nvPr/>
          </p:nvSpPr>
          <p:spPr>
            <a:xfrm>
              <a:off x="4540012" y="4518398"/>
              <a:ext cx="44949" cy="55826"/>
            </a:xfrm>
            <a:custGeom>
              <a:avLst/>
              <a:pathLst>
                <a:path w="44949" h="55826">
                  <a:moveTo>
                    <a:pt x="25916" y="55826"/>
                  </a:moveTo>
                  <a:lnTo>
                    <a:pt x="0" y="11662"/>
                  </a:lnTo>
                  <a:lnTo>
                    <a:pt x="19775" y="0"/>
                  </a:lnTo>
                  <a:lnTo>
                    <a:pt x="44949" y="44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39"/>
            <p:cNvSpPr/>
            <p:nvPr/>
          </p:nvSpPr>
          <p:spPr>
            <a:xfrm>
              <a:off x="4819333" y="4354350"/>
              <a:ext cx="44418" cy="54219"/>
            </a:xfrm>
            <a:custGeom>
              <a:avLst/>
              <a:pathLst>
                <a:path w="44418" h="54219">
                  <a:moveTo>
                    <a:pt x="25304" y="54219"/>
                  </a:moveTo>
                  <a:lnTo>
                    <a:pt x="0" y="10978"/>
                  </a:lnTo>
                  <a:lnTo>
                    <a:pt x="18290" y="0"/>
                  </a:lnTo>
                  <a:lnTo>
                    <a:pt x="44418" y="429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0"/>
            <p:cNvSpPr/>
            <p:nvPr/>
          </p:nvSpPr>
          <p:spPr>
            <a:xfrm>
              <a:off x="4967434" y="4366700"/>
              <a:ext cx="45365" cy="55775"/>
            </a:xfrm>
            <a:custGeom>
              <a:avLst/>
              <a:pathLst>
                <a:path w="45365" h="55775">
                  <a:moveTo>
                    <a:pt x="0" y="11749"/>
                  </a:moveTo>
                  <a:lnTo>
                    <a:pt x="20110" y="0"/>
                  </a:lnTo>
                  <a:lnTo>
                    <a:pt x="45365" y="44503"/>
                  </a:lnTo>
                  <a:lnTo>
                    <a:pt x="25920" y="557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1"/>
            <p:cNvSpPr/>
            <p:nvPr/>
          </p:nvSpPr>
          <p:spPr>
            <a:xfrm>
              <a:off x="5007020" y="4362188"/>
              <a:ext cx="55685" cy="45581"/>
            </a:xfrm>
            <a:custGeom>
              <a:avLst/>
              <a:pathLst>
                <a:path w="55685" h="45581">
                  <a:moveTo>
                    <a:pt x="0" y="25716"/>
                  </a:moveTo>
                  <a:lnTo>
                    <a:pt x="44247" y="0"/>
                  </a:lnTo>
                  <a:lnTo>
                    <a:pt x="55685" y="19633"/>
                  </a:lnTo>
                  <a:lnTo>
                    <a:pt x="11137" y="45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2"/>
            <p:cNvSpPr/>
            <p:nvPr/>
          </p:nvSpPr>
          <p:spPr>
            <a:xfrm>
              <a:off x="4977822" y="4326848"/>
              <a:ext cx="45225" cy="55744"/>
            </a:xfrm>
            <a:custGeom>
              <a:avLst/>
              <a:pathLst>
                <a:path w="45225" h="55744">
                  <a:moveTo>
                    <a:pt x="26036" y="55744"/>
                  </a:moveTo>
                  <a:lnTo>
                    <a:pt x="0" y="10856"/>
                  </a:lnTo>
                  <a:lnTo>
                    <a:pt x="18511" y="0"/>
                  </a:lnTo>
                  <a:lnTo>
                    <a:pt x="45225" y="44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3"/>
            <p:cNvSpPr/>
            <p:nvPr/>
          </p:nvSpPr>
          <p:spPr>
            <a:xfrm>
              <a:off x="4779837" y="4329380"/>
              <a:ext cx="55477" cy="45919"/>
            </a:xfrm>
            <a:custGeom>
              <a:avLst/>
              <a:pathLst>
                <a:path w="55477" h="45919">
                  <a:moveTo>
                    <a:pt x="11861" y="45919"/>
                  </a:moveTo>
                  <a:lnTo>
                    <a:pt x="0" y="25232"/>
                  </a:lnTo>
                  <a:lnTo>
                    <a:pt x="43467" y="0"/>
                  </a:lnTo>
                  <a:lnTo>
                    <a:pt x="55477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4"/>
            <p:cNvSpPr/>
            <p:nvPr/>
          </p:nvSpPr>
          <p:spPr>
            <a:xfrm>
              <a:off x="4849769" y="4336128"/>
              <a:ext cx="44094" cy="55174"/>
            </a:xfrm>
            <a:custGeom>
              <a:avLst/>
              <a:pathLst>
                <a:path w="44094" h="55174">
                  <a:moveTo>
                    <a:pt x="0" y="10979"/>
                  </a:moveTo>
                  <a:lnTo>
                    <a:pt x="18632" y="0"/>
                  </a:lnTo>
                  <a:lnTo>
                    <a:pt x="44094" y="44172"/>
                  </a:lnTo>
                  <a:lnTo>
                    <a:pt x="24983" y="551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5"/>
            <p:cNvSpPr/>
            <p:nvPr/>
          </p:nvSpPr>
          <p:spPr>
            <a:xfrm>
              <a:off x="5047792" y="4153191"/>
              <a:ext cx="100195" cy="72831"/>
            </a:xfrm>
            <a:custGeom>
              <a:avLst/>
              <a:pathLst>
                <a:path w="100195" h="72831">
                  <a:moveTo>
                    <a:pt x="12476" y="72831"/>
                  </a:moveTo>
                  <a:lnTo>
                    <a:pt x="0" y="51596"/>
                  </a:lnTo>
                  <a:lnTo>
                    <a:pt x="87788" y="0"/>
                  </a:lnTo>
                  <a:lnTo>
                    <a:pt x="100195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6"/>
            <p:cNvSpPr/>
            <p:nvPr/>
          </p:nvSpPr>
          <p:spPr>
            <a:xfrm>
              <a:off x="4849089" y="4403596"/>
              <a:ext cx="44973" cy="55975"/>
            </a:xfrm>
            <a:custGeom>
              <a:avLst/>
              <a:pathLst>
                <a:path w="44973" h="55975">
                  <a:moveTo>
                    <a:pt x="25709" y="55975"/>
                  </a:moveTo>
                  <a:lnTo>
                    <a:pt x="0" y="11058"/>
                  </a:lnTo>
                  <a:lnTo>
                    <a:pt x="18335" y="0"/>
                  </a:lnTo>
                  <a:lnTo>
                    <a:pt x="44973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47"/>
            <p:cNvSpPr/>
            <p:nvPr/>
          </p:nvSpPr>
          <p:spPr>
            <a:xfrm>
              <a:off x="4679982" y="4387981"/>
              <a:ext cx="55590" cy="45904"/>
            </a:xfrm>
            <a:custGeom>
              <a:avLst/>
              <a:pathLst>
                <a:path w="55590" h="45904">
                  <a:moveTo>
                    <a:pt x="0" y="26156"/>
                  </a:moveTo>
                  <a:lnTo>
                    <a:pt x="43730" y="0"/>
                  </a:lnTo>
                  <a:lnTo>
                    <a:pt x="55590" y="19833"/>
                  </a:lnTo>
                  <a:lnTo>
                    <a:pt x="11204" y="459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48"/>
            <p:cNvSpPr/>
            <p:nvPr/>
          </p:nvSpPr>
          <p:spPr>
            <a:xfrm>
              <a:off x="4814886" y="4458437"/>
              <a:ext cx="44006" cy="54512"/>
            </a:xfrm>
            <a:custGeom>
              <a:avLst/>
              <a:pathLst>
                <a:path w="44006" h="54512">
                  <a:moveTo>
                    <a:pt x="25494" y="54512"/>
                  </a:moveTo>
                  <a:lnTo>
                    <a:pt x="0" y="11564"/>
                  </a:lnTo>
                  <a:lnTo>
                    <a:pt x="18647" y="0"/>
                  </a:lnTo>
                  <a:lnTo>
                    <a:pt x="44006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49"/>
            <p:cNvSpPr/>
            <p:nvPr/>
          </p:nvSpPr>
          <p:spPr>
            <a:xfrm>
              <a:off x="4641674" y="4461221"/>
              <a:ext cx="43485" cy="54435"/>
            </a:xfrm>
            <a:custGeom>
              <a:avLst/>
              <a:pathLst>
                <a:path w="43485" h="54435">
                  <a:moveTo>
                    <a:pt x="24898" y="54435"/>
                  </a:moveTo>
                  <a:lnTo>
                    <a:pt x="0" y="11333"/>
                  </a:lnTo>
                  <a:lnTo>
                    <a:pt x="19329" y="0"/>
                  </a:lnTo>
                  <a:lnTo>
                    <a:pt x="43485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0"/>
            <p:cNvSpPr/>
            <p:nvPr/>
          </p:nvSpPr>
          <p:spPr>
            <a:xfrm>
              <a:off x="4667341" y="4611950"/>
              <a:ext cx="36120" cy="29011"/>
            </a:xfrm>
            <a:custGeom>
              <a:avLst/>
              <a:pathLst>
                <a:path w="36120" h="29011">
                  <a:moveTo>
                    <a:pt x="0" y="18109"/>
                  </a:moveTo>
                  <a:lnTo>
                    <a:pt x="29889" y="0"/>
                  </a:lnTo>
                  <a:lnTo>
                    <a:pt x="36120" y="10717"/>
                  </a:lnTo>
                  <a:lnTo>
                    <a:pt x="5869" y="29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1"/>
            <p:cNvSpPr/>
            <p:nvPr/>
          </p:nvSpPr>
          <p:spPr>
            <a:xfrm>
              <a:off x="4834719" y="4296213"/>
              <a:ext cx="54632" cy="44626"/>
            </a:xfrm>
            <a:custGeom>
              <a:avLst/>
              <a:pathLst>
                <a:path w="54632" h="44626">
                  <a:moveTo>
                    <a:pt x="0" y="26055"/>
                  </a:moveTo>
                  <a:lnTo>
                    <a:pt x="43796" y="0"/>
                  </a:lnTo>
                  <a:lnTo>
                    <a:pt x="54632" y="18940"/>
                  </a:lnTo>
                  <a:lnTo>
                    <a:pt x="10926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2"/>
            <p:cNvSpPr/>
            <p:nvPr/>
          </p:nvSpPr>
          <p:spPr>
            <a:xfrm>
              <a:off x="4565201" y="4504141"/>
              <a:ext cx="44413" cy="55362"/>
            </a:xfrm>
            <a:custGeom>
              <a:avLst/>
              <a:pathLst>
                <a:path w="44413" h="55362">
                  <a:moveTo>
                    <a:pt x="0" y="11352"/>
                  </a:moveTo>
                  <a:lnTo>
                    <a:pt x="18857" y="0"/>
                  </a:lnTo>
                  <a:lnTo>
                    <a:pt x="44413" y="43874"/>
                  </a:lnTo>
                  <a:lnTo>
                    <a:pt x="25217" y="55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3"/>
            <p:cNvSpPr/>
            <p:nvPr/>
          </p:nvSpPr>
          <p:spPr>
            <a:xfrm>
              <a:off x="4902743" y="4371400"/>
              <a:ext cx="45632" cy="55833"/>
            </a:xfrm>
            <a:custGeom>
              <a:avLst/>
              <a:pathLst>
                <a:path w="45632" h="55833">
                  <a:moveTo>
                    <a:pt x="26559" y="55833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632" y="45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4"/>
            <p:cNvSpPr/>
            <p:nvPr/>
          </p:nvSpPr>
          <p:spPr>
            <a:xfrm>
              <a:off x="4729190" y="4372667"/>
              <a:ext cx="45516" cy="56899"/>
            </a:xfrm>
            <a:custGeom>
              <a:avLst/>
              <a:pathLst>
                <a:path w="45516" h="56899">
                  <a:moveTo>
                    <a:pt x="26628" y="56899"/>
                  </a:moveTo>
                  <a:lnTo>
                    <a:pt x="0" y="12012"/>
                  </a:lnTo>
                  <a:lnTo>
                    <a:pt x="19479" y="0"/>
                  </a:lnTo>
                  <a:lnTo>
                    <a:pt x="45516" y="45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5"/>
            <p:cNvSpPr/>
            <p:nvPr/>
          </p:nvSpPr>
          <p:spPr>
            <a:xfrm>
              <a:off x="4941943" y="4381622"/>
              <a:ext cx="44970" cy="55113"/>
            </a:xfrm>
            <a:custGeom>
              <a:avLst/>
              <a:pathLst>
                <a:path w="44970" h="55113">
                  <a:moveTo>
                    <a:pt x="0" y="11179"/>
                  </a:moveTo>
                  <a:lnTo>
                    <a:pt x="19505" y="0"/>
                  </a:lnTo>
                  <a:lnTo>
                    <a:pt x="44970" y="44302"/>
                  </a:lnTo>
                  <a:lnTo>
                    <a:pt x="26428" y="5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6"/>
            <p:cNvSpPr/>
            <p:nvPr/>
          </p:nvSpPr>
          <p:spPr>
            <a:xfrm>
              <a:off x="4878414" y="4386374"/>
              <a:ext cx="44496" cy="55405"/>
            </a:xfrm>
            <a:custGeom>
              <a:avLst/>
              <a:pathLst>
                <a:path w="44496" h="55405">
                  <a:moveTo>
                    <a:pt x="0" y="11005"/>
                  </a:moveTo>
                  <a:lnTo>
                    <a:pt x="19046" y="0"/>
                  </a:lnTo>
                  <a:lnTo>
                    <a:pt x="44496" y="44549"/>
                  </a:lnTo>
                  <a:lnTo>
                    <a:pt x="26361" y="55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57"/>
            <p:cNvSpPr/>
            <p:nvPr/>
          </p:nvSpPr>
          <p:spPr>
            <a:xfrm>
              <a:off x="4759850" y="4408128"/>
              <a:ext cx="70793" cy="72144"/>
            </a:xfrm>
            <a:custGeom>
              <a:avLst/>
              <a:pathLst>
                <a:path w="70793" h="72144">
                  <a:moveTo>
                    <a:pt x="47794" y="59054"/>
                  </a:moveTo>
                  <a:lnTo>
                    <a:pt x="26545" y="72144"/>
                  </a:lnTo>
                  <a:lnTo>
                    <a:pt x="25181" y="69841"/>
                  </a:lnTo>
                  <a:lnTo>
                    <a:pt x="18156" y="57984"/>
                  </a:lnTo>
                  <a:lnTo>
                    <a:pt x="0" y="27339"/>
                  </a:lnTo>
                  <a:lnTo>
                    <a:pt x="24483" y="12358"/>
                  </a:lnTo>
                  <a:lnTo>
                    <a:pt x="44680" y="0"/>
                  </a:lnTo>
                  <a:lnTo>
                    <a:pt x="54844" y="17471"/>
                  </a:lnTo>
                  <a:lnTo>
                    <a:pt x="58182" y="23210"/>
                  </a:lnTo>
                  <a:lnTo>
                    <a:pt x="70793" y="44888"/>
                  </a:lnTo>
                  <a:lnTo>
                    <a:pt x="56195" y="53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58"/>
            <p:cNvSpPr/>
            <p:nvPr/>
          </p:nvSpPr>
          <p:spPr>
            <a:xfrm>
              <a:off x="4948411" y="4276761"/>
              <a:ext cx="45210" cy="55867"/>
            </a:xfrm>
            <a:custGeom>
              <a:avLst/>
              <a:pathLst>
                <a:path w="45210" h="55867">
                  <a:moveTo>
                    <a:pt x="0" y="11580"/>
                  </a:moveTo>
                  <a:lnTo>
                    <a:pt x="19685" y="0"/>
                  </a:lnTo>
                  <a:lnTo>
                    <a:pt x="45210" y="44657"/>
                  </a:lnTo>
                  <a:lnTo>
                    <a:pt x="25645" y="5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59"/>
            <p:cNvSpPr/>
            <p:nvPr/>
          </p:nvSpPr>
          <p:spPr>
            <a:xfrm>
              <a:off x="4749831" y="4464439"/>
              <a:ext cx="44390" cy="54781"/>
            </a:xfrm>
            <a:custGeom>
              <a:avLst/>
              <a:pathLst>
                <a:path w="44390" h="54781">
                  <a:moveTo>
                    <a:pt x="25492" y="54781"/>
                  </a:moveTo>
                  <a:lnTo>
                    <a:pt x="0" y="10968"/>
                  </a:lnTo>
                  <a:lnTo>
                    <a:pt x="18659" y="0"/>
                  </a:lnTo>
                  <a:lnTo>
                    <a:pt x="44390" y="433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0"/>
            <p:cNvSpPr/>
            <p:nvPr/>
          </p:nvSpPr>
          <p:spPr>
            <a:xfrm>
              <a:off x="4575675" y="4465686"/>
              <a:ext cx="44628" cy="54681"/>
            </a:xfrm>
            <a:custGeom>
              <a:avLst/>
              <a:pathLst>
                <a:path w="44628" h="54681">
                  <a:moveTo>
                    <a:pt x="0" y="11549"/>
                  </a:moveTo>
                  <a:lnTo>
                    <a:pt x="18873" y="0"/>
                  </a:lnTo>
                  <a:lnTo>
                    <a:pt x="44628" y="43328"/>
                  </a:lnTo>
                  <a:lnTo>
                    <a:pt x="25540" y="54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1"/>
            <p:cNvSpPr/>
            <p:nvPr/>
          </p:nvSpPr>
          <p:spPr>
            <a:xfrm>
              <a:off x="4788975" y="4474621"/>
              <a:ext cx="43745" cy="54497"/>
            </a:xfrm>
            <a:custGeom>
              <a:avLst/>
              <a:pathLst>
                <a:path w="43745" h="54497">
                  <a:moveTo>
                    <a:pt x="25414" y="54497"/>
                  </a:moveTo>
                  <a:lnTo>
                    <a:pt x="0" y="10992"/>
                  </a:lnTo>
                  <a:lnTo>
                    <a:pt x="18205" y="0"/>
                  </a:lnTo>
                  <a:lnTo>
                    <a:pt x="43745" y="434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2"/>
            <p:cNvSpPr/>
            <p:nvPr/>
          </p:nvSpPr>
          <p:spPr>
            <a:xfrm>
              <a:off x="4724755" y="4478753"/>
              <a:ext cx="45090" cy="55313"/>
            </a:xfrm>
            <a:custGeom>
              <a:avLst/>
              <a:pathLst>
                <a:path w="45090" h="55313">
                  <a:moveTo>
                    <a:pt x="0" y="11333"/>
                  </a:moveTo>
                  <a:lnTo>
                    <a:pt x="19324" y="0"/>
                  </a:lnTo>
                  <a:lnTo>
                    <a:pt x="45090" y="44164"/>
                  </a:lnTo>
                  <a:lnTo>
                    <a:pt x="26247" y="553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3"/>
            <p:cNvSpPr/>
            <p:nvPr/>
          </p:nvSpPr>
          <p:spPr>
            <a:xfrm>
              <a:off x="4695099" y="4496392"/>
              <a:ext cx="45099" cy="55564"/>
            </a:xfrm>
            <a:custGeom>
              <a:avLst/>
              <a:pathLst>
                <a:path w="45099" h="55564">
                  <a:moveTo>
                    <a:pt x="0" y="11078"/>
                  </a:moveTo>
                  <a:lnTo>
                    <a:pt x="18836" y="0"/>
                  </a:lnTo>
                  <a:lnTo>
                    <a:pt x="45099" y="44195"/>
                  </a:lnTo>
                  <a:lnTo>
                    <a:pt x="25708" y="555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4"/>
            <p:cNvSpPr/>
            <p:nvPr/>
          </p:nvSpPr>
          <p:spPr>
            <a:xfrm>
              <a:off x="4794927" y="4368147"/>
              <a:ext cx="44902" cy="55036"/>
            </a:xfrm>
            <a:custGeom>
              <a:avLst/>
              <a:pathLst>
                <a:path w="44902" h="55036">
                  <a:moveTo>
                    <a:pt x="25269" y="55036"/>
                  </a:moveTo>
                  <a:lnTo>
                    <a:pt x="0" y="11780"/>
                  </a:lnTo>
                  <a:lnTo>
                    <a:pt x="19791" y="0"/>
                  </a:lnTo>
                  <a:lnTo>
                    <a:pt x="44902" y="43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5"/>
            <p:cNvSpPr/>
            <p:nvPr/>
          </p:nvSpPr>
          <p:spPr>
            <a:xfrm>
              <a:off x="4719787" y="4413666"/>
              <a:ext cx="44642" cy="54584"/>
            </a:xfrm>
            <a:custGeom>
              <a:avLst/>
              <a:pathLst>
                <a:path w="44642" h="54584">
                  <a:moveTo>
                    <a:pt x="26055" y="54584"/>
                  </a:moveTo>
                  <a:lnTo>
                    <a:pt x="0" y="11395"/>
                  </a:lnTo>
                  <a:lnTo>
                    <a:pt x="19036" y="0"/>
                  </a:lnTo>
                  <a:lnTo>
                    <a:pt x="44642" y="4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6"/>
            <p:cNvSpPr/>
            <p:nvPr/>
          </p:nvSpPr>
          <p:spPr>
            <a:xfrm>
              <a:off x="4824071" y="4417732"/>
              <a:ext cx="45655" cy="56052"/>
            </a:xfrm>
            <a:custGeom>
              <a:avLst/>
              <a:pathLst>
                <a:path w="45655" h="56052">
                  <a:moveTo>
                    <a:pt x="26842" y="56052"/>
                  </a:moveTo>
                  <a:lnTo>
                    <a:pt x="0" y="11501"/>
                  </a:lnTo>
                  <a:lnTo>
                    <a:pt x="19618" y="0"/>
                  </a:lnTo>
                  <a:lnTo>
                    <a:pt x="45655" y="44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67"/>
            <p:cNvSpPr/>
            <p:nvPr/>
          </p:nvSpPr>
          <p:spPr>
            <a:xfrm>
              <a:off x="4626516" y="4420888"/>
              <a:ext cx="54331" cy="45559"/>
            </a:xfrm>
            <a:custGeom>
              <a:avLst/>
              <a:pathLst>
                <a:path w="54331" h="45559">
                  <a:moveTo>
                    <a:pt x="11641" y="45559"/>
                  </a:moveTo>
                  <a:lnTo>
                    <a:pt x="0" y="25654"/>
                  </a:lnTo>
                  <a:lnTo>
                    <a:pt x="43036" y="0"/>
                  </a:lnTo>
                  <a:lnTo>
                    <a:pt x="54331" y="19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68"/>
            <p:cNvSpPr/>
            <p:nvPr/>
          </p:nvSpPr>
          <p:spPr>
            <a:xfrm>
              <a:off x="4853587" y="4453802"/>
              <a:ext cx="54557" cy="44595"/>
            </a:xfrm>
            <a:custGeom>
              <a:avLst/>
              <a:pathLst>
                <a:path w="54557" h="44595">
                  <a:moveTo>
                    <a:pt x="11091" y="44595"/>
                  </a:moveTo>
                  <a:lnTo>
                    <a:pt x="0" y="25931"/>
                  </a:lnTo>
                  <a:lnTo>
                    <a:pt x="43705" y="0"/>
                  </a:lnTo>
                  <a:lnTo>
                    <a:pt x="54557" y="191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69"/>
            <p:cNvSpPr/>
            <p:nvPr/>
          </p:nvSpPr>
          <p:spPr>
            <a:xfrm>
              <a:off x="4883496" y="4281695"/>
              <a:ext cx="45267" cy="55590"/>
            </a:xfrm>
            <a:custGeom>
              <a:avLst/>
              <a:pathLst>
                <a:path w="45267" h="55590">
                  <a:moveTo>
                    <a:pt x="0" y="11615"/>
                  </a:moveTo>
                  <a:lnTo>
                    <a:pt x="19456" y="0"/>
                  </a:lnTo>
                  <a:lnTo>
                    <a:pt x="45267" y="44272"/>
                  </a:lnTo>
                  <a:lnTo>
                    <a:pt x="25928" y="55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0"/>
            <p:cNvSpPr/>
            <p:nvPr/>
          </p:nvSpPr>
          <p:spPr>
            <a:xfrm>
              <a:off x="5062727" y="4297888"/>
              <a:ext cx="105608" cy="77363"/>
            </a:xfrm>
            <a:custGeom>
              <a:avLst/>
              <a:pathLst>
                <a:path w="105608" h="77363">
                  <a:moveTo>
                    <a:pt x="0" y="58084"/>
                  </a:moveTo>
                  <a:lnTo>
                    <a:pt x="38695" y="33354"/>
                  </a:lnTo>
                  <a:lnTo>
                    <a:pt x="93056" y="0"/>
                  </a:lnTo>
                  <a:lnTo>
                    <a:pt x="105608" y="21435"/>
                  </a:lnTo>
                  <a:lnTo>
                    <a:pt x="11178" y="77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1"/>
            <p:cNvSpPr/>
            <p:nvPr/>
          </p:nvSpPr>
          <p:spPr>
            <a:xfrm>
              <a:off x="4626394" y="4632408"/>
              <a:ext cx="42001" cy="35171"/>
            </a:xfrm>
            <a:custGeom>
              <a:avLst/>
              <a:pathLst>
                <a:path w="42001" h="35171">
                  <a:moveTo>
                    <a:pt x="0" y="22297"/>
                  </a:moveTo>
                  <a:lnTo>
                    <a:pt x="37204" y="0"/>
                  </a:lnTo>
                  <a:lnTo>
                    <a:pt x="42001" y="16230"/>
                  </a:lnTo>
                  <a:lnTo>
                    <a:pt x="8680" y="35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2"/>
            <p:cNvSpPr/>
            <p:nvPr/>
          </p:nvSpPr>
          <p:spPr>
            <a:xfrm>
              <a:off x="5166198" y="4167061"/>
              <a:ext cx="20317" cy="22482"/>
            </a:xfrm>
            <a:custGeom>
              <a:avLst/>
              <a:pathLst>
                <a:path w="20317" h="22482">
                  <a:moveTo>
                    <a:pt x="0" y="6544"/>
                  </a:moveTo>
                  <a:lnTo>
                    <a:pt x="11362" y="0"/>
                  </a:lnTo>
                  <a:lnTo>
                    <a:pt x="20317" y="15783"/>
                  </a:lnTo>
                  <a:lnTo>
                    <a:pt x="9255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3"/>
            <p:cNvSpPr/>
            <p:nvPr/>
          </p:nvSpPr>
          <p:spPr>
            <a:xfrm>
              <a:off x="4604682" y="4501365"/>
              <a:ext cx="70304" cy="69513"/>
            </a:xfrm>
            <a:custGeom>
              <a:avLst/>
              <a:pathLst>
                <a:path w="70304" h="69513">
                  <a:moveTo>
                    <a:pt x="51882" y="53730"/>
                  </a:moveTo>
                  <a:lnTo>
                    <a:pt x="25567" y="69513"/>
                  </a:lnTo>
                  <a:lnTo>
                    <a:pt x="12679" y="47577"/>
                  </a:lnTo>
                  <a:lnTo>
                    <a:pt x="0" y="25998"/>
                  </a:lnTo>
                  <a:lnTo>
                    <a:pt x="12373" y="18884"/>
                  </a:lnTo>
                  <a:lnTo>
                    <a:pt x="15491" y="17091"/>
                  </a:lnTo>
                  <a:lnTo>
                    <a:pt x="45221" y="0"/>
                  </a:lnTo>
                  <a:lnTo>
                    <a:pt x="55473" y="17444"/>
                  </a:lnTo>
                  <a:lnTo>
                    <a:pt x="64307" y="32476"/>
                  </a:lnTo>
                  <a:lnTo>
                    <a:pt x="67156" y="37324"/>
                  </a:lnTo>
                  <a:lnTo>
                    <a:pt x="70304" y="42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4"/>
            <p:cNvSpPr/>
            <p:nvPr/>
          </p:nvSpPr>
          <p:spPr>
            <a:xfrm>
              <a:off x="5090869" y="4259406"/>
              <a:ext cx="60878" cy="59204"/>
            </a:xfrm>
            <a:custGeom>
              <a:avLst/>
              <a:pathLst>
                <a:path w="60878" h="59204">
                  <a:moveTo>
                    <a:pt x="21296" y="59204"/>
                  </a:moveTo>
                  <a:lnTo>
                    <a:pt x="0" y="23170"/>
                  </a:lnTo>
                  <a:lnTo>
                    <a:pt x="39732" y="0"/>
                  </a:lnTo>
                  <a:lnTo>
                    <a:pt x="60878" y="35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5"/>
            <p:cNvSpPr/>
            <p:nvPr/>
          </p:nvSpPr>
          <p:spPr>
            <a:xfrm>
              <a:off x="5073732" y="4305140"/>
              <a:ext cx="30877" cy="30447"/>
            </a:xfrm>
            <a:custGeom>
              <a:avLst/>
              <a:pathLst>
                <a:path w="30877" h="30447">
                  <a:moveTo>
                    <a:pt x="0" y="12679"/>
                  </a:moveTo>
                  <a:lnTo>
                    <a:pt x="20171" y="0"/>
                  </a:lnTo>
                  <a:lnTo>
                    <a:pt x="30877" y="17794"/>
                  </a:lnTo>
                  <a:lnTo>
                    <a:pt x="10696" y="304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6"/>
            <p:cNvSpPr/>
            <p:nvPr/>
          </p:nvSpPr>
          <p:spPr>
            <a:xfrm>
              <a:off x="5160749" y="4230408"/>
              <a:ext cx="55739" cy="72797"/>
            </a:xfrm>
            <a:custGeom>
              <a:avLst/>
              <a:pathLst>
                <a:path w="55739" h="72797">
                  <a:moveTo>
                    <a:pt x="0" y="12342"/>
                  </a:moveTo>
                  <a:lnTo>
                    <a:pt x="20612" y="0"/>
                  </a:lnTo>
                  <a:lnTo>
                    <a:pt x="55739" y="60471"/>
                  </a:lnTo>
                  <a:lnTo>
                    <a:pt x="34744" y="72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77"/>
            <p:cNvSpPr/>
            <p:nvPr/>
          </p:nvSpPr>
          <p:spPr>
            <a:xfrm>
              <a:off x="4933690" y="4237188"/>
              <a:ext cx="54734" cy="45119"/>
            </a:xfrm>
            <a:custGeom>
              <a:avLst/>
              <a:pathLst>
                <a:path w="54734" h="45119">
                  <a:moveTo>
                    <a:pt x="0" y="25901"/>
                  </a:moveTo>
                  <a:lnTo>
                    <a:pt x="43823" y="0"/>
                  </a:lnTo>
                  <a:lnTo>
                    <a:pt x="54734" y="19171"/>
                  </a:lnTo>
                  <a:lnTo>
                    <a:pt x="11465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78"/>
            <p:cNvSpPr/>
            <p:nvPr/>
          </p:nvSpPr>
          <p:spPr>
            <a:xfrm>
              <a:off x="5036876" y="4243401"/>
              <a:ext cx="55845" cy="72621"/>
            </a:xfrm>
            <a:custGeom>
              <a:avLst/>
              <a:pathLst>
                <a:path w="55845" h="72621">
                  <a:moveTo>
                    <a:pt x="20242" y="0"/>
                  </a:moveTo>
                  <a:lnTo>
                    <a:pt x="55845" y="59963"/>
                  </a:lnTo>
                  <a:lnTo>
                    <a:pt x="35729" y="72621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79"/>
            <p:cNvSpPr/>
            <p:nvPr/>
          </p:nvSpPr>
          <p:spPr>
            <a:xfrm>
              <a:off x="5136361" y="4246108"/>
              <a:ext cx="54662" cy="71482"/>
            </a:xfrm>
            <a:custGeom>
              <a:avLst/>
              <a:pathLst>
                <a:path w="54662" h="71482">
                  <a:moveTo>
                    <a:pt x="0" y="11395"/>
                  </a:moveTo>
                  <a:lnTo>
                    <a:pt x="19143" y="0"/>
                  </a:lnTo>
                  <a:lnTo>
                    <a:pt x="54662" y="59886"/>
                  </a:lnTo>
                  <a:lnTo>
                    <a:pt x="34615" y="71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0"/>
            <p:cNvSpPr/>
            <p:nvPr/>
          </p:nvSpPr>
          <p:spPr>
            <a:xfrm>
              <a:off x="5012154" y="4257651"/>
              <a:ext cx="67274" cy="93225"/>
            </a:xfrm>
            <a:custGeom>
              <a:avLst/>
              <a:pathLst>
                <a:path w="67274" h="93225">
                  <a:moveTo>
                    <a:pt x="47769" y="93225"/>
                  </a:moveTo>
                  <a:lnTo>
                    <a:pt x="0" y="11826"/>
                  </a:lnTo>
                  <a:lnTo>
                    <a:pt x="20227" y="0"/>
                  </a:lnTo>
                  <a:lnTo>
                    <a:pt x="67274" y="81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1"/>
            <p:cNvSpPr/>
            <p:nvPr/>
          </p:nvSpPr>
          <p:spPr>
            <a:xfrm>
              <a:off x="4908239" y="4421505"/>
              <a:ext cx="54565" cy="45273"/>
            </a:xfrm>
            <a:custGeom>
              <a:avLst/>
              <a:pathLst>
                <a:path w="54565" h="45273">
                  <a:moveTo>
                    <a:pt x="0" y="26126"/>
                  </a:moveTo>
                  <a:lnTo>
                    <a:pt x="43458" y="0"/>
                  </a:lnTo>
                  <a:lnTo>
                    <a:pt x="54565" y="18386"/>
                  </a:lnTo>
                  <a:lnTo>
                    <a:pt x="11130" y="452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2"/>
            <p:cNvSpPr/>
            <p:nvPr/>
          </p:nvSpPr>
          <p:spPr>
            <a:xfrm>
              <a:off x="4694934" y="4428172"/>
              <a:ext cx="44882" cy="54438"/>
            </a:xfrm>
            <a:custGeom>
              <a:avLst/>
              <a:pathLst>
                <a:path w="44882" h="54438">
                  <a:moveTo>
                    <a:pt x="0" y="11098"/>
                  </a:moveTo>
                  <a:lnTo>
                    <a:pt x="19237" y="0"/>
                  </a:lnTo>
                  <a:lnTo>
                    <a:pt x="44882" y="43332"/>
                  </a:lnTo>
                  <a:lnTo>
                    <a:pt x="25968" y="54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3"/>
            <p:cNvSpPr/>
            <p:nvPr/>
          </p:nvSpPr>
          <p:spPr>
            <a:xfrm>
              <a:off x="4699356" y="4546005"/>
              <a:ext cx="55126" cy="45119"/>
            </a:xfrm>
            <a:custGeom>
              <a:avLst/>
              <a:pathLst>
                <a:path w="55126" h="45119">
                  <a:moveTo>
                    <a:pt x="0" y="26126"/>
                  </a:moveTo>
                  <a:lnTo>
                    <a:pt x="43914" y="0"/>
                  </a:lnTo>
                  <a:lnTo>
                    <a:pt x="55126" y="18940"/>
                  </a:lnTo>
                  <a:lnTo>
                    <a:pt x="10879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4"/>
            <p:cNvSpPr/>
            <p:nvPr/>
          </p:nvSpPr>
          <p:spPr>
            <a:xfrm>
              <a:off x="4660862" y="4550485"/>
              <a:ext cx="44406" cy="54497"/>
            </a:xfrm>
            <a:custGeom>
              <a:avLst/>
              <a:pathLst>
                <a:path w="44406" h="54497">
                  <a:moveTo>
                    <a:pt x="0" y="10609"/>
                  </a:moveTo>
                  <a:lnTo>
                    <a:pt x="18351" y="0"/>
                  </a:lnTo>
                  <a:lnTo>
                    <a:pt x="44406" y="43179"/>
                  </a:lnTo>
                  <a:lnTo>
                    <a:pt x="25593" y="5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5"/>
            <p:cNvSpPr/>
            <p:nvPr/>
          </p:nvSpPr>
          <p:spPr>
            <a:xfrm>
              <a:off x="4595582" y="4555333"/>
              <a:ext cx="43419" cy="55019"/>
            </a:xfrm>
            <a:custGeom>
              <a:avLst/>
              <a:pathLst>
                <a:path w="43419" h="55019">
                  <a:moveTo>
                    <a:pt x="0" y="11202"/>
                  </a:moveTo>
                  <a:lnTo>
                    <a:pt x="18714" y="0"/>
                  </a:lnTo>
                  <a:lnTo>
                    <a:pt x="43419" y="44125"/>
                  </a:lnTo>
                  <a:lnTo>
                    <a:pt x="24942" y="550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6"/>
            <p:cNvSpPr/>
            <p:nvPr/>
          </p:nvSpPr>
          <p:spPr>
            <a:xfrm>
              <a:off x="4634247" y="4565438"/>
              <a:ext cx="44800" cy="54758"/>
            </a:xfrm>
            <a:custGeom>
              <a:avLst/>
              <a:pathLst>
                <a:path w="44800" h="54758">
                  <a:moveTo>
                    <a:pt x="0" y="11589"/>
                  </a:moveTo>
                  <a:lnTo>
                    <a:pt x="19245" y="0"/>
                  </a:lnTo>
                  <a:lnTo>
                    <a:pt x="44800" y="43489"/>
                  </a:lnTo>
                  <a:lnTo>
                    <a:pt x="26078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87"/>
            <p:cNvSpPr/>
            <p:nvPr/>
          </p:nvSpPr>
          <p:spPr>
            <a:xfrm>
              <a:off x="4570534" y="4570093"/>
              <a:ext cx="44568" cy="54394"/>
            </a:xfrm>
            <a:custGeom>
              <a:avLst/>
              <a:pathLst>
                <a:path w="44568" h="54394">
                  <a:moveTo>
                    <a:pt x="0" y="11430"/>
                  </a:moveTo>
                  <a:lnTo>
                    <a:pt x="19405" y="0"/>
                  </a:lnTo>
                  <a:lnTo>
                    <a:pt x="44568" y="43425"/>
                  </a:lnTo>
                  <a:lnTo>
                    <a:pt x="24923" y="54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88"/>
            <p:cNvSpPr/>
            <p:nvPr/>
          </p:nvSpPr>
          <p:spPr>
            <a:xfrm>
              <a:off x="4599881" y="4605149"/>
              <a:ext cx="54043" cy="44561"/>
            </a:xfrm>
            <a:custGeom>
              <a:avLst/>
              <a:pathLst>
                <a:path w="54043" h="44561">
                  <a:moveTo>
                    <a:pt x="0" y="26082"/>
                  </a:moveTo>
                  <a:lnTo>
                    <a:pt x="43297" y="0"/>
                  </a:lnTo>
                  <a:lnTo>
                    <a:pt x="54043" y="18571"/>
                  </a:lnTo>
                  <a:lnTo>
                    <a:pt x="10474" y="44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89"/>
            <p:cNvSpPr/>
            <p:nvPr/>
          </p:nvSpPr>
          <p:spPr>
            <a:xfrm>
              <a:off x="4665716" y="4446651"/>
              <a:ext cx="43869" cy="54412"/>
            </a:xfrm>
            <a:custGeom>
              <a:avLst/>
              <a:pathLst>
                <a:path w="43869" h="54412">
                  <a:moveTo>
                    <a:pt x="0" y="11384"/>
                  </a:moveTo>
                  <a:lnTo>
                    <a:pt x="18565" y="0"/>
                  </a:lnTo>
                  <a:lnTo>
                    <a:pt x="43869" y="42949"/>
                  </a:lnTo>
                  <a:lnTo>
                    <a:pt x="25056" y="544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0"/>
            <p:cNvSpPr/>
            <p:nvPr/>
          </p:nvSpPr>
          <p:spPr>
            <a:xfrm>
              <a:off x="4601717" y="4449883"/>
              <a:ext cx="44849" cy="55259"/>
            </a:xfrm>
            <a:custGeom>
              <a:avLst/>
              <a:pathLst>
                <a:path w="44849" h="55259">
                  <a:moveTo>
                    <a:pt x="0" y="11318"/>
                  </a:moveTo>
                  <a:lnTo>
                    <a:pt x="18782" y="0"/>
                  </a:lnTo>
                  <a:lnTo>
                    <a:pt x="44849" y="43887"/>
                  </a:lnTo>
                  <a:lnTo>
                    <a:pt x="25230" y="552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1"/>
            <p:cNvSpPr/>
            <p:nvPr/>
          </p:nvSpPr>
          <p:spPr>
            <a:xfrm>
              <a:off x="5206844" y="3582000"/>
              <a:ext cx="32767" cy="38705"/>
            </a:xfrm>
            <a:custGeom>
              <a:avLst/>
              <a:pathLst>
                <a:path w="32767" h="38705">
                  <a:moveTo>
                    <a:pt x="32767" y="27048"/>
                  </a:moveTo>
                  <a:lnTo>
                    <a:pt x="13216" y="38705"/>
                  </a:lnTo>
                  <a:lnTo>
                    <a:pt x="0" y="15081"/>
                  </a:lnTo>
                  <a:lnTo>
                    <a:pt x="25851" y="0"/>
                  </a:lnTo>
                  <a:lnTo>
                    <a:pt x="28477" y="4103"/>
                  </a:lnTo>
                  <a:lnTo>
                    <a:pt x="30005" y="9116"/>
                  </a:lnTo>
                  <a:lnTo>
                    <a:pt x="29907" y="16346"/>
                  </a:lnTo>
                  <a:lnTo>
                    <a:pt x="31036" y="20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2"/>
            <p:cNvSpPr/>
            <p:nvPr/>
          </p:nvSpPr>
          <p:spPr>
            <a:xfrm>
              <a:off x="5250553" y="3723669"/>
              <a:ext cx="36536" cy="63771"/>
            </a:xfrm>
            <a:custGeom>
              <a:avLst/>
              <a:pathLst>
                <a:path w="36536" h="63771">
                  <a:moveTo>
                    <a:pt x="15451" y="63771"/>
                  </a:moveTo>
                  <a:lnTo>
                    <a:pt x="0" y="4904"/>
                  </a:lnTo>
                  <a:lnTo>
                    <a:pt x="20222" y="0"/>
                  </a:lnTo>
                  <a:lnTo>
                    <a:pt x="36536" y="57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3"/>
            <p:cNvSpPr/>
            <p:nvPr/>
          </p:nvSpPr>
          <p:spPr>
            <a:xfrm>
              <a:off x="4931740" y="3700721"/>
              <a:ext cx="34080" cy="42553"/>
            </a:xfrm>
            <a:custGeom>
              <a:avLst/>
              <a:pathLst>
                <a:path w="34080" h="42553">
                  <a:moveTo>
                    <a:pt x="0" y="8358"/>
                  </a:moveTo>
                  <a:lnTo>
                    <a:pt x="14341" y="0"/>
                  </a:lnTo>
                  <a:lnTo>
                    <a:pt x="34080" y="34469"/>
                  </a:lnTo>
                  <a:lnTo>
                    <a:pt x="20347" y="42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4"/>
            <p:cNvSpPr/>
            <p:nvPr/>
          </p:nvSpPr>
          <p:spPr>
            <a:xfrm>
              <a:off x="5095878" y="3778302"/>
              <a:ext cx="59989" cy="82800"/>
            </a:xfrm>
            <a:custGeom>
              <a:avLst/>
              <a:pathLst>
                <a:path w="59989" h="82800">
                  <a:moveTo>
                    <a:pt x="0" y="10395"/>
                  </a:moveTo>
                  <a:lnTo>
                    <a:pt x="18210" y="0"/>
                  </a:lnTo>
                  <a:lnTo>
                    <a:pt x="59989" y="72098"/>
                  </a:lnTo>
                  <a:lnTo>
                    <a:pt x="41778" y="8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5"/>
            <p:cNvSpPr/>
            <p:nvPr/>
          </p:nvSpPr>
          <p:spPr>
            <a:xfrm>
              <a:off x="4912536" y="3667911"/>
              <a:ext cx="33095" cy="39742"/>
            </a:xfrm>
            <a:custGeom>
              <a:avLst/>
              <a:pathLst>
                <a:path w="33095" h="39742">
                  <a:moveTo>
                    <a:pt x="0" y="8253"/>
                  </a:moveTo>
                  <a:lnTo>
                    <a:pt x="14192" y="0"/>
                  </a:lnTo>
                  <a:lnTo>
                    <a:pt x="33095" y="31152"/>
                  </a:lnTo>
                  <a:lnTo>
                    <a:pt x="18240" y="39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6"/>
            <p:cNvSpPr/>
            <p:nvPr/>
          </p:nvSpPr>
          <p:spPr>
            <a:xfrm>
              <a:off x="4991691" y="3773489"/>
              <a:ext cx="70054" cy="53465"/>
            </a:xfrm>
            <a:custGeom>
              <a:avLst/>
              <a:pathLst>
                <a:path w="70054" h="53465">
                  <a:moveTo>
                    <a:pt x="10816" y="53465"/>
                  </a:moveTo>
                  <a:lnTo>
                    <a:pt x="0" y="35193"/>
                  </a:lnTo>
                  <a:lnTo>
                    <a:pt x="59699" y="0"/>
                  </a:lnTo>
                  <a:lnTo>
                    <a:pt x="700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597"/>
            <p:cNvSpPr/>
            <p:nvPr/>
          </p:nvSpPr>
          <p:spPr>
            <a:xfrm>
              <a:off x="5183652" y="3831128"/>
              <a:ext cx="49551" cy="65522"/>
            </a:xfrm>
            <a:custGeom>
              <a:avLst/>
              <a:pathLst>
                <a:path w="49551" h="65522">
                  <a:moveTo>
                    <a:pt x="49551" y="54743"/>
                  </a:moveTo>
                  <a:lnTo>
                    <a:pt x="31942" y="65522"/>
                  </a:lnTo>
                  <a:lnTo>
                    <a:pt x="0" y="10630"/>
                  </a:lnTo>
                  <a:lnTo>
                    <a:pt x="180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598"/>
            <p:cNvSpPr/>
            <p:nvPr/>
          </p:nvSpPr>
          <p:spPr>
            <a:xfrm>
              <a:off x="5027971" y="3836929"/>
              <a:ext cx="70830" cy="54050"/>
            </a:xfrm>
            <a:custGeom>
              <a:avLst/>
              <a:pathLst>
                <a:path w="70830" h="54050">
                  <a:moveTo>
                    <a:pt x="62303" y="23998"/>
                  </a:moveTo>
                  <a:lnTo>
                    <a:pt x="10854" y="54050"/>
                  </a:lnTo>
                  <a:lnTo>
                    <a:pt x="0" y="35201"/>
                  </a:lnTo>
                  <a:lnTo>
                    <a:pt x="51393" y="4855"/>
                  </a:lnTo>
                  <a:lnTo>
                    <a:pt x="59617" y="0"/>
                  </a:lnTo>
                  <a:lnTo>
                    <a:pt x="7083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599"/>
            <p:cNvSpPr/>
            <p:nvPr/>
          </p:nvSpPr>
          <p:spPr>
            <a:xfrm>
              <a:off x="5120852" y="3843408"/>
              <a:ext cx="70473" cy="53588"/>
            </a:xfrm>
            <a:custGeom>
              <a:avLst/>
              <a:pathLst>
                <a:path w="70473" h="53588">
                  <a:moveTo>
                    <a:pt x="0" y="35591"/>
                  </a:moveTo>
                  <a:lnTo>
                    <a:pt x="59863" y="0"/>
                  </a:lnTo>
                  <a:lnTo>
                    <a:pt x="70473" y="18940"/>
                  </a:lnTo>
                  <a:lnTo>
                    <a:pt x="10573" y="53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0"/>
            <p:cNvSpPr/>
            <p:nvPr/>
          </p:nvSpPr>
          <p:spPr>
            <a:xfrm>
              <a:off x="5108633" y="3904258"/>
              <a:ext cx="58929" cy="79920"/>
            </a:xfrm>
            <a:custGeom>
              <a:avLst/>
              <a:pathLst>
                <a:path w="58929" h="79920">
                  <a:moveTo>
                    <a:pt x="40868" y="79920"/>
                  </a:moveTo>
                  <a:lnTo>
                    <a:pt x="0" y="10910"/>
                  </a:lnTo>
                  <a:lnTo>
                    <a:pt x="18383" y="0"/>
                  </a:lnTo>
                  <a:lnTo>
                    <a:pt x="58929" y="69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1"/>
            <p:cNvSpPr/>
            <p:nvPr/>
          </p:nvSpPr>
          <p:spPr>
            <a:xfrm>
              <a:off x="5213718" y="3886872"/>
              <a:ext cx="52344" cy="33446"/>
            </a:xfrm>
            <a:custGeom>
              <a:avLst/>
              <a:pathLst>
                <a:path w="52344" h="33446">
                  <a:moveTo>
                    <a:pt x="0" y="13489"/>
                  </a:moveTo>
                  <a:lnTo>
                    <a:pt x="46771" y="0"/>
                  </a:lnTo>
                  <a:lnTo>
                    <a:pt x="52344" y="20172"/>
                  </a:lnTo>
                  <a:lnTo>
                    <a:pt x="5418" y="33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2"/>
            <p:cNvSpPr/>
            <p:nvPr/>
          </p:nvSpPr>
          <p:spPr>
            <a:xfrm>
              <a:off x="4985780" y="3516537"/>
              <a:ext cx="88224" cy="76255"/>
            </a:xfrm>
            <a:custGeom>
              <a:avLst/>
              <a:pathLst>
                <a:path w="88224" h="76255">
                  <a:moveTo>
                    <a:pt x="29347" y="0"/>
                  </a:moveTo>
                  <a:lnTo>
                    <a:pt x="88224" y="44349"/>
                  </a:lnTo>
                  <a:lnTo>
                    <a:pt x="64625" y="76255"/>
                  </a:lnTo>
                  <a:lnTo>
                    <a:pt x="0" y="27933"/>
                  </a:lnTo>
                  <a:lnTo>
                    <a:pt x="12491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3"/>
            <p:cNvSpPr/>
            <p:nvPr/>
          </p:nvSpPr>
          <p:spPr>
            <a:xfrm>
              <a:off x="4947442" y="3575133"/>
              <a:ext cx="57764" cy="52149"/>
            </a:xfrm>
            <a:custGeom>
              <a:avLst/>
              <a:pathLst>
                <a:path w="57764" h="52149">
                  <a:moveTo>
                    <a:pt x="57764" y="33362"/>
                  </a:moveTo>
                  <a:lnTo>
                    <a:pt x="43768" y="52149"/>
                  </a:lnTo>
                  <a:lnTo>
                    <a:pt x="0" y="19601"/>
                  </a:lnTo>
                  <a:lnTo>
                    <a:pt x="141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4"/>
            <p:cNvSpPr/>
            <p:nvPr/>
          </p:nvSpPr>
          <p:spPr>
            <a:xfrm>
              <a:off x="5234419" y="3579251"/>
              <a:ext cx="18203" cy="31798"/>
            </a:xfrm>
            <a:custGeom>
              <a:avLst/>
              <a:pathLst>
                <a:path w="18203" h="31798">
                  <a:moveTo>
                    <a:pt x="0" y="1770"/>
                  </a:moveTo>
                  <a:lnTo>
                    <a:pt x="3160" y="0"/>
                  </a:lnTo>
                  <a:lnTo>
                    <a:pt x="7901" y="846"/>
                  </a:lnTo>
                  <a:lnTo>
                    <a:pt x="12363" y="2748"/>
                  </a:lnTo>
                  <a:lnTo>
                    <a:pt x="14832" y="5705"/>
                  </a:lnTo>
                  <a:lnTo>
                    <a:pt x="16818" y="9832"/>
                  </a:lnTo>
                  <a:lnTo>
                    <a:pt x="18082" y="14513"/>
                  </a:lnTo>
                  <a:lnTo>
                    <a:pt x="18203" y="18886"/>
                  </a:lnTo>
                  <a:lnTo>
                    <a:pt x="17179" y="23937"/>
                  </a:lnTo>
                  <a:lnTo>
                    <a:pt x="14523" y="28642"/>
                  </a:lnTo>
                  <a:lnTo>
                    <a:pt x="10459" y="31798"/>
                  </a:lnTo>
                  <a:lnTo>
                    <a:pt x="6546" y="23483"/>
                  </a:lnTo>
                  <a:lnTo>
                    <a:pt x="5019" y="18702"/>
                  </a:lnTo>
                  <a:lnTo>
                    <a:pt x="5041" y="11318"/>
                  </a:lnTo>
                  <a:lnTo>
                    <a:pt x="2852" y="5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5"/>
            <p:cNvSpPr/>
            <p:nvPr/>
          </p:nvSpPr>
          <p:spPr>
            <a:xfrm>
              <a:off x="5016594" y="3816513"/>
              <a:ext cx="69609" cy="53038"/>
            </a:xfrm>
            <a:custGeom>
              <a:avLst/>
              <a:pathLst>
                <a:path w="69609" h="53038">
                  <a:moveTo>
                    <a:pt x="9860" y="53038"/>
                  </a:moveTo>
                  <a:lnTo>
                    <a:pt x="0" y="35571"/>
                  </a:lnTo>
                  <a:lnTo>
                    <a:pt x="58966" y="0"/>
                  </a:lnTo>
                  <a:lnTo>
                    <a:pt x="69609" y="17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6"/>
            <p:cNvSpPr/>
            <p:nvPr/>
          </p:nvSpPr>
          <p:spPr>
            <a:xfrm>
              <a:off x="5056882" y="3722542"/>
              <a:ext cx="92032" cy="66203"/>
            </a:xfrm>
            <a:custGeom>
              <a:avLst/>
              <a:pathLst>
                <a:path w="92032" h="66203">
                  <a:moveTo>
                    <a:pt x="0" y="47339"/>
                  </a:moveTo>
                  <a:lnTo>
                    <a:pt x="81316" y="0"/>
                  </a:lnTo>
                  <a:lnTo>
                    <a:pt x="92032" y="18697"/>
                  </a:lnTo>
                  <a:lnTo>
                    <a:pt x="11137" y="66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07"/>
            <p:cNvSpPr/>
            <p:nvPr/>
          </p:nvSpPr>
          <p:spPr>
            <a:xfrm>
              <a:off x="5220786" y="3822979"/>
              <a:ext cx="54451" cy="44121"/>
            </a:xfrm>
            <a:custGeom>
              <a:avLst/>
              <a:pathLst>
                <a:path w="54451" h="44121">
                  <a:moveTo>
                    <a:pt x="0" y="26609"/>
                  </a:moveTo>
                  <a:lnTo>
                    <a:pt x="44428" y="0"/>
                  </a:lnTo>
                  <a:lnTo>
                    <a:pt x="54451" y="17924"/>
                  </a:lnTo>
                  <a:lnTo>
                    <a:pt x="9700" y="4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08"/>
            <p:cNvSpPr/>
            <p:nvPr/>
          </p:nvSpPr>
          <p:spPr>
            <a:xfrm>
              <a:off x="4952787" y="3674477"/>
              <a:ext cx="15307" cy="16061"/>
            </a:xfrm>
            <a:custGeom>
              <a:avLst/>
              <a:pathLst>
                <a:path w="15307" h="16061">
                  <a:moveTo>
                    <a:pt x="7322" y="16061"/>
                  </a:moveTo>
                  <a:lnTo>
                    <a:pt x="2220" y="7145"/>
                  </a:lnTo>
                  <a:lnTo>
                    <a:pt x="0" y="5157"/>
                  </a:lnTo>
                  <a:lnTo>
                    <a:pt x="1137" y="0"/>
                  </a:lnTo>
                  <a:lnTo>
                    <a:pt x="15307" y="11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09"/>
            <p:cNvSpPr/>
            <p:nvPr/>
          </p:nvSpPr>
          <p:spPr>
            <a:xfrm>
              <a:off x="5231290" y="3840599"/>
              <a:ext cx="58475" cy="43266"/>
            </a:xfrm>
            <a:custGeom>
              <a:avLst/>
              <a:pathLst>
                <a:path w="58475" h="43266">
                  <a:moveTo>
                    <a:pt x="29422" y="38261"/>
                  </a:moveTo>
                  <a:lnTo>
                    <a:pt x="24601" y="36628"/>
                  </a:lnTo>
                  <a:lnTo>
                    <a:pt x="19002" y="35334"/>
                  </a:lnTo>
                  <a:lnTo>
                    <a:pt x="10694" y="33609"/>
                  </a:lnTo>
                  <a:lnTo>
                    <a:pt x="4975" y="32316"/>
                  </a:lnTo>
                  <a:lnTo>
                    <a:pt x="2808" y="30899"/>
                  </a:lnTo>
                  <a:lnTo>
                    <a:pt x="0" y="27872"/>
                  </a:lnTo>
                  <a:lnTo>
                    <a:pt x="48085" y="0"/>
                  </a:lnTo>
                  <a:lnTo>
                    <a:pt x="58475" y="37352"/>
                  </a:lnTo>
                  <a:lnTo>
                    <a:pt x="36200" y="43266"/>
                  </a:lnTo>
                  <a:lnTo>
                    <a:pt x="34783" y="40971"/>
                  </a:lnTo>
                  <a:lnTo>
                    <a:pt x="32788" y="39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0"/>
            <p:cNvSpPr/>
            <p:nvPr/>
          </p:nvSpPr>
          <p:spPr>
            <a:xfrm>
              <a:off x="5230155" y="3878736"/>
              <a:ext cx="30281" cy="13797"/>
            </a:xfrm>
            <a:custGeom>
              <a:avLst/>
              <a:pathLst>
                <a:path w="30281" h="13797">
                  <a:moveTo>
                    <a:pt x="10715" y="2217"/>
                  </a:moveTo>
                  <a:lnTo>
                    <a:pt x="22394" y="4681"/>
                  </a:lnTo>
                  <a:lnTo>
                    <a:pt x="27632" y="6097"/>
                  </a:lnTo>
                  <a:lnTo>
                    <a:pt x="30281" y="7314"/>
                  </a:lnTo>
                  <a:lnTo>
                    <a:pt x="7886" y="13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1"/>
            <p:cNvSpPr/>
            <p:nvPr/>
          </p:nvSpPr>
          <p:spPr>
            <a:xfrm>
              <a:off x="4907509" y="3639663"/>
              <a:ext cx="26322" cy="24623"/>
            </a:xfrm>
            <a:custGeom>
              <a:avLst/>
              <a:pathLst>
                <a:path w="26322" h="24623">
                  <a:moveTo>
                    <a:pt x="5102" y="0"/>
                  </a:moveTo>
                  <a:lnTo>
                    <a:pt x="20498" y="11503"/>
                  </a:lnTo>
                  <a:lnTo>
                    <a:pt x="26322" y="20696"/>
                  </a:lnTo>
                  <a:lnTo>
                    <a:pt x="19053" y="24623"/>
                  </a:lnTo>
                  <a:lnTo>
                    <a:pt x="14719" y="17601"/>
                  </a:lnTo>
                  <a:lnTo>
                    <a:pt x="9496" y="12972"/>
                  </a:lnTo>
                  <a:lnTo>
                    <a:pt x="0" y="6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2"/>
            <p:cNvSpPr/>
            <p:nvPr/>
          </p:nvSpPr>
          <p:spPr>
            <a:xfrm>
              <a:off x="5010743" y="3649216"/>
              <a:ext cx="68388" cy="60364"/>
            </a:xfrm>
            <a:custGeom>
              <a:avLst/>
              <a:pathLst>
                <a:path w="68388" h="60364">
                  <a:moveTo>
                    <a:pt x="21443" y="47636"/>
                  </a:moveTo>
                  <a:lnTo>
                    <a:pt x="0" y="60364"/>
                  </a:lnTo>
                  <a:lnTo>
                    <a:pt x="13465" y="41715"/>
                  </a:lnTo>
                  <a:lnTo>
                    <a:pt x="43585" y="0"/>
                  </a:lnTo>
                  <a:lnTo>
                    <a:pt x="68388" y="1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3"/>
            <p:cNvSpPr/>
            <p:nvPr/>
          </p:nvSpPr>
          <p:spPr>
            <a:xfrm>
              <a:off x="4900515" y="3647553"/>
              <a:ext cx="24528" cy="27126"/>
            </a:xfrm>
            <a:custGeom>
              <a:avLst/>
              <a:pathLst>
                <a:path w="24528" h="27126">
                  <a:moveTo>
                    <a:pt x="11043" y="27126"/>
                  </a:moveTo>
                  <a:lnTo>
                    <a:pt x="0" y="8943"/>
                  </a:lnTo>
                  <a:lnTo>
                    <a:pt x="6242" y="0"/>
                  </a:lnTo>
                  <a:lnTo>
                    <a:pt x="15513" y="6338"/>
                  </a:lnTo>
                  <a:lnTo>
                    <a:pt x="20193" y="10532"/>
                  </a:lnTo>
                  <a:lnTo>
                    <a:pt x="24528" y="17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4"/>
            <p:cNvSpPr/>
            <p:nvPr/>
          </p:nvSpPr>
          <p:spPr>
            <a:xfrm>
              <a:off x="5177555" y="3720202"/>
              <a:ext cx="71300" cy="53334"/>
            </a:xfrm>
            <a:custGeom>
              <a:avLst/>
              <a:pathLst>
                <a:path w="71300" h="53334">
                  <a:moveTo>
                    <a:pt x="0" y="35317"/>
                  </a:moveTo>
                  <a:lnTo>
                    <a:pt x="60426" y="0"/>
                  </a:lnTo>
                  <a:lnTo>
                    <a:pt x="71300" y="18093"/>
                  </a:lnTo>
                  <a:lnTo>
                    <a:pt x="11137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5"/>
            <p:cNvSpPr/>
            <p:nvPr/>
          </p:nvSpPr>
          <p:spPr>
            <a:xfrm>
              <a:off x="4968527" y="3549341"/>
              <a:ext cx="76990" cy="66180"/>
            </a:xfrm>
            <a:custGeom>
              <a:avLst/>
              <a:pathLst>
                <a:path w="76990" h="66180">
                  <a:moveTo>
                    <a:pt x="13184" y="0"/>
                  </a:moveTo>
                  <a:lnTo>
                    <a:pt x="76990" y="49652"/>
                  </a:lnTo>
                  <a:lnTo>
                    <a:pt x="65384" y="66180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6"/>
            <p:cNvSpPr/>
            <p:nvPr/>
          </p:nvSpPr>
          <p:spPr>
            <a:xfrm>
              <a:off x="4947760" y="3692212"/>
              <a:ext cx="32689" cy="41447"/>
            </a:xfrm>
            <a:custGeom>
              <a:avLst/>
              <a:pathLst>
                <a:path w="32689" h="41447">
                  <a:moveTo>
                    <a:pt x="32689" y="34425"/>
                  </a:moveTo>
                  <a:lnTo>
                    <a:pt x="20633" y="41447"/>
                  </a:lnTo>
                  <a:lnTo>
                    <a:pt x="0" y="7446"/>
                  </a:lnTo>
                  <a:lnTo>
                    <a:pt x="125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17"/>
            <p:cNvSpPr/>
            <p:nvPr/>
          </p:nvSpPr>
          <p:spPr>
            <a:xfrm>
              <a:off x="5157388" y="3695287"/>
              <a:ext cx="84702" cy="62827"/>
            </a:xfrm>
            <a:custGeom>
              <a:avLst/>
              <a:pathLst>
                <a:path w="84702" h="62827">
                  <a:moveTo>
                    <a:pt x="9812" y="62827"/>
                  </a:moveTo>
                  <a:lnTo>
                    <a:pt x="0" y="45026"/>
                  </a:lnTo>
                  <a:lnTo>
                    <a:pt x="74287" y="0"/>
                  </a:lnTo>
                  <a:lnTo>
                    <a:pt x="84702" y="18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18"/>
            <p:cNvSpPr/>
            <p:nvPr/>
          </p:nvSpPr>
          <p:spPr>
            <a:xfrm>
              <a:off x="5193688" y="3769641"/>
              <a:ext cx="68313" cy="52579"/>
            </a:xfrm>
            <a:custGeom>
              <a:avLst/>
              <a:pathLst>
                <a:path w="68313" h="52579">
                  <a:moveTo>
                    <a:pt x="0" y="34054"/>
                  </a:moveTo>
                  <a:lnTo>
                    <a:pt x="57470" y="0"/>
                  </a:lnTo>
                  <a:lnTo>
                    <a:pt x="68313" y="18763"/>
                  </a:lnTo>
                  <a:lnTo>
                    <a:pt x="10791" y="52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19"/>
            <p:cNvSpPr/>
            <p:nvPr/>
          </p:nvSpPr>
          <p:spPr>
            <a:xfrm>
              <a:off x="5219910" y="3910186"/>
              <a:ext cx="52649" cy="33492"/>
            </a:xfrm>
            <a:custGeom>
              <a:avLst/>
              <a:pathLst>
                <a:path w="52649" h="33492">
                  <a:moveTo>
                    <a:pt x="5165" y="33492"/>
                  </a:moveTo>
                  <a:lnTo>
                    <a:pt x="0" y="13226"/>
                  </a:lnTo>
                  <a:lnTo>
                    <a:pt x="47005" y="0"/>
                  </a:lnTo>
                  <a:lnTo>
                    <a:pt x="52649" y="20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0"/>
            <p:cNvSpPr/>
            <p:nvPr/>
          </p:nvSpPr>
          <p:spPr>
            <a:xfrm>
              <a:off x="5145133" y="3909994"/>
              <a:ext cx="46447" cy="60548"/>
            </a:xfrm>
            <a:custGeom>
              <a:avLst/>
              <a:pathLst>
                <a:path w="46447" h="60548">
                  <a:moveTo>
                    <a:pt x="0" y="10840"/>
                  </a:moveTo>
                  <a:lnTo>
                    <a:pt x="18453" y="0"/>
                  </a:lnTo>
                  <a:lnTo>
                    <a:pt x="46447" y="50139"/>
                  </a:lnTo>
                  <a:lnTo>
                    <a:pt x="28206" y="6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1"/>
            <p:cNvSpPr/>
            <p:nvPr/>
          </p:nvSpPr>
          <p:spPr>
            <a:xfrm>
              <a:off x="5087386" y="3916559"/>
              <a:ext cx="59114" cy="79732"/>
            </a:xfrm>
            <a:custGeom>
              <a:avLst/>
              <a:pathLst>
                <a:path w="59114" h="79732">
                  <a:moveTo>
                    <a:pt x="59114" y="69391"/>
                  </a:moveTo>
                  <a:lnTo>
                    <a:pt x="40504" y="79732"/>
                  </a:lnTo>
                  <a:lnTo>
                    <a:pt x="11880" y="31452"/>
                  </a:lnTo>
                  <a:lnTo>
                    <a:pt x="5312" y="20373"/>
                  </a:lnTo>
                  <a:lnTo>
                    <a:pt x="0" y="11412"/>
                  </a:lnTo>
                  <a:lnTo>
                    <a:pt x="10788" y="4868"/>
                  </a:lnTo>
                  <a:lnTo>
                    <a:pt x="18813" y="0"/>
                  </a:lnTo>
                  <a:lnTo>
                    <a:pt x="24091" y="9087"/>
                  </a:lnTo>
                  <a:lnTo>
                    <a:pt x="30648" y="20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2"/>
            <p:cNvSpPr/>
            <p:nvPr/>
          </p:nvSpPr>
          <p:spPr>
            <a:xfrm>
              <a:off x="5117128" y="3766067"/>
              <a:ext cx="59791" cy="82777"/>
            </a:xfrm>
            <a:custGeom>
              <a:avLst/>
              <a:pathLst>
                <a:path w="59791" h="82777">
                  <a:moveTo>
                    <a:pt x="0" y="10525"/>
                  </a:moveTo>
                  <a:lnTo>
                    <a:pt x="18260" y="0"/>
                  </a:lnTo>
                  <a:lnTo>
                    <a:pt x="59791" y="71920"/>
                  </a:lnTo>
                  <a:lnTo>
                    <a:pt x="41166" y="82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3"/>
            <p:cNvSpPr/>
            <p:nvPr/>
          </p:nvSpPr>
          <p:spPr>
            <a:xfrm>
              <a:off x="5208090" y="3798004"/>
              <a:ext cx="60992" cy="47952"/>
            </a:xfrm>
            <a:custGeom>
              <a:avLst/>
              <a:pathLst>
                <a:path w="60992" h="47952">
                  <a:moveTo>
                    <a:pt x="0" y="29728"/>
                  </a:moveTo>
                  <a:lnTo>
                    <a:pt x="50577" y="0"/>
                  </a:lnTo>
                  <a:lnTo>
                    <a:pt x="60992" y="18478"/>
                  </a:lnTo>
                  <a:lnTo>
                    <a:pt x="10754" y="47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4"/>
            <p:cNvSpPr/>
            <p:nvPr/>
          </p:nvSpPr>
          <p:spPr>
            <a:xfrm>
              <a:off x="5181589" y="3745760"/>
              <a:ext cx="73550" cy="55043"/>
            </a:xfrm>
            <a:custGeom>
              <a:avLst/>
              <a:pathLst>
                <a:path w="73550" h="55043">
                  <a:moveTo>
                    <a:pt x="0" y="37373"/>
                  </a:moveTo>
                  <a:lnTo>
                    <a:pt x="63210" y="0"/>
                  </a:lnTo>
                  <a:lnTo>
                    <a:pt x="73550" y="17924"/>
                  </a:lnTo>
                  <a:lnTo>
                    <a:pt x="10321" y="55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5"/>
            <p:cNvSpPr/>
            <p:nvPr/>
          </p:nvSpPr>
          <p:spPr>
            <a:xfrm>
              <a:off x="5132552" y="3744262"/>
              <a:ext cx="65919" cy="91855"/>
            </a:xfrm>
            <a:custGeom>
              <a:avLst/>
              <a:pathLst>
                <a:path w="65919" h="91855">
                  <a:moveTo>
                    <a:pt x="47453" y="91855"/>
                  </a:moveTo>
                  <a:lnTo>
                    <a:pt x="0" y="10825"/>
                  </a:lnTo>
                  <a:lnTo>
                    <a:pt x="18015" y="0"/>
                  </a:lnTo>
                  <a:lnTo>
                    <a:pt x="65919" y="81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6"/>
            <p:cNvSpPr/>
            <p:nvPr/>
          </p:nvSpPr>
          <p:spPr>
            <a:xfrm>
              <a:off x="5067196" y="3929173"/>
              <a:ext cx="58605" cy="79751"/>
            </a:xfrm>
            <a:custGeom>
              <a:avLst/>
              <a:pathLst>
                <a:path w="58605" h="79751">
                  <a:moveTo>
                    <a:pt x="40138" y="79751"/>
                  </a:moveTo>
                  <a:lnTo>
                    <a:pt x="0" y="10594"/>
                  </a:lnTo>
                  <a:lnTo>
                    <a:pt x="18301" y="0"/>
                  </a:lnTo>
                  <a:lnTo>
                    <a:pt x="58605" y="68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27"/>
            <p:cNvSpPr/>
            <p:nvPr/>
          </p:nvSpPr>
          <p:spPr>
            <a:xfrm>
              <a:off x="5274217" y="3896167"/>
              <a:ext cx="49881" cy="32563"/>
            </a:xfrm>
            <a:custGeom>
              <a:avLst/>
              <a:pathLst>
                <a:path w="49881" h="32563">
                  <a:moveTo>
                    <a:pt x="5435" y="32563"/>
                  </a:moveTo>
                  <a:lnTo>
                    <a:pt x="0" y="11960"/>
                  </a:lnTo>
                  <a:lnTo>
                    <a:pt x="44011" y="0"/>
                  </a:lnTo>
                  <a:lnTo>
                    <a:pt x="49881" y="20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28"/>
            <p:cNvSpPr/>
            <p:nvPr/>
          </p:nvSpPr>
          <p:spPr>
            <a:xfrm>
              <a:off x="5166328" y="3888158"/>
              <a:ext cx="56200" cy="69830"/>
            </a:xfrm>
            <a:custGeom>
              <a:avLst/>
              <a:pathLst>
                <a:path w="56200" h="69830">
                  <a:moveTo>
                    <a:pt x="28116" y="69830"/>
                  </a:moveTo>
                  <a:lnTo>
                    <a:pt x="0" y="20634"/>
                  </a:lnTo>
                  <a:lnTo>
                    <a:pt x="36120" y="0"/>
                  </a:lnTo>
                  <a:lnTo>
                    <a:pt x="45150" y="15091"/>
                  </a:lnTo>
                  <a:lnTo>
                    <a:pt x="56200" y="56802"/>
                  </a:lnTo>
                  <a:lnTo>
                    <a:pt x="43287" y="62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29"/>
            <p:cNvSpPr/>
            <p:nvPr/>
          </p:nvSpPr>
          <p:spPr>
            <a:xfrm>
              <a:off x="4960764" y="3686761"/>
              <a:ext cx="42539" cy="39540"/>
            </a:xfrm>
            <a:custGeom>
              <a:avLst/>
              <a:pathLst>
                <a:path w="42539" h="39540">
                  <a:moveTo>
                    <a:pt x="42539" y="26055"/>
                  </a:moveTo>
                  <a:lnTo>
                    <a:pt x="20121" y="39540"/>
                  </a:lnTo>
                  <a:lnTo>
                    <a:pt x="0" y="5082"/>
                  </a:lnTo>
                  <a:lnTo>
                    <a:pt x="82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0"/>
            <p:cNvSpPr/>
            <p:nvPr/>
          </p:nvSpPr>
          <p:spPr>
            <a:xfrm>
              <a:off x="5233737" y="3664545"/>
              <a:ext cx="36346" cy="62057"/>
            </a:xfrm>
            <a:custGeom>
              <a:avLst/>
              <a:pathLst>
                <a:path w="36346" h="62057">
                  <a:moveTo>
                    <a:pt x="0" y="5389"/>
                  </a:moveTo>
                  <a:lnTo>
                    <a:pt x="20242" y="0"/>
                  </a:lnTo>
                  <a:lnTo>
                    <a:pt x="36346" y="57207"/>
                  </a:lnTo>
                  <a:lnTo>
                    <a:pt x="16479" y="62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1"/>
            <p:cNvSpPr/>
            <p:nvPr/>
          </p:nvSpPr>
          <p:spPr>
            <a:xfrm>
              <a:off x="4928098" y="3661566"/>
              <a:ext cx="31560" cy="36772"/>
            </a:xfrm>
            <a:custGeom>
              <a:avLst/>
              <a:pathLst>
                <a:path w="31560" h="36772">
                  <a:moveTo>
                    <a:pt x="9105" y="0"/>
                  </a:moveTo>
                  <a:lnTo>
                    <a:pt x="25359" y="12504"/>
                  </a:lnTo>
                  <a:lnTo>
                    <a:pt x="24155" y="18355"/>
                  </a:lnTo>
                  <a:lnTo>
                    <a:pt x="26322" y="20326"/>
                  </a:lnTo>
                  <a:lnTo>
                    <a:pt x="31560" y="29258"/>
                  </a:lnTo>
                  <a:lnTo>
                    <a:pt x="18556" y="36772"/>
                  </a:lnTo>
                  <a:lnTo>
                    <a:pt x="0" y="5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2"/>
            <p:cNvSpPr/>
            <p:nvPr/>
          </p:nvSpPr>
          <p:spPr>
            <a:xfrm>
              <a:off x="4955291" y="3670983"/>
              <a:ext cx="142467" cy="98399"/>
            </a:xfrm>
            <a:custGeom>
              <a:avLst/>
              <a:pathLst>
                <a:path w="142467" h="98399">
                  <a:moveTo>
                    <a:pt x="13306" y="98399"/>
                  </a:moveTo>
                  <a:lnTo>
                    <a:pt x="0" y="75458"/>
                  </a:lnTo>
                  <a:lnTo>
                    <a:pt x="129343" y="0"/>
                  </a:lnTo>
                  <a:lnTo>
                    <a:pt x="142467" y="22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3"/>
            <p:cNvSpPr/>
            <p:nvPr/>
          </p:nvSpPr>
          <p:spPr>
            <a:xfrm>
              <a:off x="5144610" y="3674103"/>
              <a:ext cx="85423" cy="63289"/>
            </a:xfrm>
            <a:custGeom>
              <a:avLst/>
              <a:pathLst>
                <a:path w="85423" h="63289">
                  <a:moveTo>
                    <a:pt x="85423" y="18555"/>
                  </a:moveTo>
                  <a:lnTo>
                    <a:pt x="10887" y="63289"/>
                  </a:lnTo>
                  <a:lnTo>
                    <a:pt x="0" y="44513"/>
                  </a:lnTo>
                  <a:lnTo>
                    <a:pt x="74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4"/>
            <p:cNvSpPr/>
            <p:nvPr/>
          </p:nvSpPr>
          <p:spPr>
            <a:xfrm>
              <a:off x="5054930" y="3882930"/>
              <a:ext cx="69802" cy="53588"/>
            </a:xfrm>
            <a:custGeom>
              <a:avLst/>
              <a:pathLst>
                <a:path w="69802" h="53588">
                  <a:moveTo>
                    <a:pt x="10294" y="53588"/>
                  </a:moveTo>
                  <a:lnTo>
                    <a:pt x="0" y="34924"/>
                  </a:lnTo>
                  <a:lnTo>
                    <a:pt x="59508" y="0"/>
                  </a:lnTo>
                  <a:lnTo>
                    <a:pt x="69802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5"/>
            <p:cNvSpPr/>
            <p:nvPr/>
          </p:nvSpPr>
          <p:spPr>
            <a:xfrm>
              <a:off x="5070036" y="3781151"/>
              <a:ext cx="64941" cy="91932"/>
            </a:xfrm>
            <a:custGeom>
              <a:avLst/>
              <a:pathLst>
                <a:path w="64941" h="91932">
                  <a:moveTo>
                    <a:pt x="47558" y="91932"/>
                  </a:moveTo>
                  <a:lnTo>
                    <a:pt x="0" y="10009"/>
                  </a:lnTo>
                  <a:lnTo>
                    <a:pt x="17232" y="0"/>
                  </a:lnTo>
                  <a:lnTo>
                    <a:pt x="64941" y="81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6"/>
            <p:cNvSpPr/>
            <p:nvPr/>
          </p:nvSpPr>
          <p:spPr>
            <a:xfrm>
              <a:off x="5268184" y="3788244"/>
              <a:ext cx="42381" cy="87146"/>
            </a:xfrm>
            <a:custGeom>
              <a:avLst/>
              <a:pathLst>
                <a:path w="42381" h="87146">
                  <a:moveTo>
                    <a:pt x="21928" y="87146"/>
                  </a:moveTo>
                  <a:lnTo>
                    <a:pt x="0" y="5687"/>
                  </a:lnTo>
                  <a:lnTo>
                    <a:pt x="5435" y="3412"/>
                  </a:lnTo>
                  <a:lnTo>
                    <a:pt x="21001" y="0"/>
                  </a:lnTo>
                  <a:lnTo>
                    <a:pt x="42381" y="81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37"/>
            <p:cNvSpPr/>
            <p:nvPr/>
          </p:nvSpPr>
          <p:spPr>
            <a:xfrm>
              <a:off x="4928473" y="3597178"/>
              <a:ext cx="60020" cy="54577"/>
            </a:xfrm>
            <a:custGeom>
              <a:avLst/>
              <a:pathLst>
                <a:path w="60020" h="54577">
                  <a:moveTo>
                    <a:pt x="16683" y="0"/>
                  </a:moveTo>
                  <a:lnTo>
                    <a:pt x="60020" y="32865"/>
                  </a:lnTo>
                  <a:lnTo>
                    <a:pt x="43766" y="54577"/>
                  </a:lnTo>
                  <a:lnTo>
                    <a:pt x="0" y="21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38"/>
            <p:cNvSpPr/>
            <p:nvPr/>
          </p:nvSpPr>
          <p:spPr>
            <a:xfrm>
              <a:off x="4914032" y="3620723"/>
              <a:ext cx="56057" cy="50031"/>
            </a:xfrm>
            <a:custGeom>
              <a:avLst/>
              <a:pathLst>
                <a:path w="56057" h="50031">
                  <a:moveTo>
                    <a:pt x="12712" y="0"/>
                  </a:moveTo>
                  <a:lnTo>
                    <a:pt x="56057" y="33354"/>
                  </a:lnTo>
                  <a:lnTo>
                    <a:pt x="43655" y="50031"/>
                  </a:lnTo>
                  <a:lnTo>
                    <a:pt x="0" y="17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39"/>
            <p:cNvSpPr/>
            <p:nvPr/>
          </p:nvSpPr>
          <p:spPr>
            <a:xfrm>
              <a:off x="4995098" y="3611349"/>
              <a:ext cx="56172" cy="52372"/>
            </a:xfrm>
            <a:custGeom>
              <a:avLst/>
              <a:pathLst>
                <a:path w="56172" h="52372">
                  <a:moveTo>
                    <a:pt x="13477" y="0"/>
                  </a:moveTo>
                  <a:lnTo>
                    <a:pt x="56172" y="35321"/>
                  </a:lnTo>
                  <a:lnTo>
                    <a:pt x="43327" y="52372"/>
                  </a:lnTo>
                  <a:lnTo>
                    <a:pt x="0" y="18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0"/>
            <p:cNvSpPr/>
            <p:nvPr/>
          </p:nvSpPr>
          <p:spPr>
            <a:xfrm>
              <a:off x="4976085" y="3633339"/>
              <a:ext cx="59329" cy="54294"/>
            </a:xfrm>
            <a:custGeom>
              <a:avLst/>
              <a:pathLst>
                <a:path w="59329" h="54294">
                  <a:moveTo>
                    <a:pt x="43014" y="54294"/>
                  </a:moveTo>
                  <a:lnTo>
                    <a:pt x="0" y="21558"/>
                  </a:lnTo>
                  <a:lnTo>
                    <a:pt x="15878" y="0"/>
                  </a:lnTo>
                  <a:lnTo>
                    <a:pt x="59329" y="33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1"/>
            <p:cNvSpPr/>
            <p:nvPr/>
          </p:nvSpPr>
          <p:spPr>
            <a:xfrm>
              <a:off x="4961863" y="3657115"/>
              <a:ext cx="55476" cy="49471"/>
            </a:xfrm>
            <a:custGeom>
              <a:avLst/>
              <a:pathLst>
                <a:path w="55476" h="49471">
                  <a:moveTo>
                    <a:pt x="0" y="15799"/>
                  </a:moveTo>
                  <a:lnTo>
                    <a:pt x="11648" y="0"/>
                  </a:lnTo>
                  <a:lnTo>
                    <a:pt x="55476" y="33164"/>
                  </a:lnTo>
                  <a:lnTo>
                    <a:pt x="43330" y="4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2"/>
            <p:cNvSpPr/>
            <p:nvPr/>
          </p:nvSpPr>
          <p:spPr>
            <a:xfrm>
              <a:off x="5004313" y="3795658"/>
              <a:ext cx="68869" cy="52361"/>
            </a:xfrm>
            <a:custGeom>
              <a:avLst/>
              <a:pathLst>
                <a:path w="68869" h="52361">
                  <a:moveTo>
                    <a:pt x="9933" y="52361"/>
                  </a:moveTo>
                  <a:lnTo>
                    <a:pt x="0" y="34622"/>
                  </a:lnTo>
                  <a:lnTo>
                    <a:pt x="58954" y="0"/>
                  </a:lnTo>
                  <a:lnTo>
                    <a:pt x="68869" y="17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3"/>
            <p:cNvSpPr/>
            <p:nvPr/>
          </p:nvSpPr>
          <p:spPr>
            <a:xfrm>
              <a:off x="5040619" y="3858765"/>
              <a:ext cx="70071" cy="53126"/>
            </a:xfrm>
            <a:custGeom>
              <a:avLst/>
              <a:pathLst>
                <a:path w="70071" h="53126">
                  <a:moveTo>
                    <a:pt x="9942" y="53126"/>
                  </a:moveTo>
                  <a:lnTo>
                    <a:pt x="0" y="35288"/>
                  </a:lnTo>
                  <a:lnTo>
                    <a:pt x="60059" y="0"/>
                  </a:lnTo>
                  <a:lnTo>
                    <a:pt x="70071" y="1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4"/>
            <p:cNvSpPr/>
            <p:nvPr/>
          </p:nvSpPr>
          <p:spPr>
            <a:xfrm>
              <a:off x="5132927" y="3865152"/>
              <a:ext cx="70665" cy="53773"/>
            </a:xfrm>
            <a:custGeom>
              <a:avLst/>
              <a:pathLst>
                <a:path w="70665" h="53773">
                  <a:moveTo>
                    <a:pt x="0" y="34931"/>
                  </a:moveTo>
                  <a:lnTo>
                    <a:pt x="60070" y="0"/>
                  </a:lnTo>
                  <a:lnTo>
                    <a:pt x="70665" y="18663"/>
                  </a:lnTo>
                  <a:lnTo>
                    <a:pt x="11006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5"/>
            <p:cNvSpPr/>
            <p:nvPr/>
          </p:nvSpPr>
          <p:spPr>
            <a:xfrm>
              <a:off x="5267593" y="3872927"/>
              <a:ext cx="49759" cy="32060"/>
            </a:xfrm>
            <a:custGeom>
              <a:avLst/>
              <a:pathLst>
                <a:path w="49759" h="32060">
                  <a:moveTo>
                    <a:pt x="0" y="11820"/>
                  </a:moveTo>
                  <a:lnTo>
                    <a:pt x="43589" y="0"/>
                  </a:lnTo>
                  <a:lnTo>
                    <a:pt x="49759" y="20126"/>
                  </a:lnTo>
                  <a:lnTo>
                    <a:pt x="5813" y="32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6"/>
            <p:cNvSpPr/>
            <p:nvPr/>
          </p:nvSpPr>
          <p:spPr>
            <a:xfrm>
              <a:off x="5039499" y="3603091"/>
              <a:ext cx="68749" cy="55882"/>
            </a:xfrm>
            <a:custGeom>
              <a:avLst/>
              <a:pathLst>
                <a:path w="68749" h="55882">
                  <a:moveTo>
                    <a:pt x="0" y="16861"/>
                  </a:moveTo>
                  <a:lnTo>
                    <a:pt x="11663" y="0"/>
                  </a:lnTo>
                  <a:lnTo>
                    <a:pt x="68749" y="44256"/>
                  </a:lnTo>
                  <a:lnTo>
                    <a:pt x="50764" y="5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47"/>
            <p:cNvSpPr/>
            <p:nvPr/>
          </p:nvSpPr>
          <p:spPr>
            <a:xfrm>
              <a:off x="5091499" y="3598715"/>
              <a:ext cx="125853" cy="89350"/>
            </a:xfrm>
            <a:custGeom>
              <a:avLst/>
              <a:pathLst>
                <a:path w="125853" h="89350">
                  <a:moveTo>
                    <a:pt x="0" y="66752"/>
                  </a:moveTo>
                  <a:lnTo>
                    <a:pt x="112669" y="0"/>
                  </a:lnTo>
                  <a:lnTo>
                    <a:pt x="125853" y="23745"/>
                  </a:lnTo>
                  <a:lnTo>
                    <a:pt x="12636" y="89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48"/>
            <p:cNvSpPr/>
            <p:nvPr/>
          </p:nvSpPr>
          <p:spPr>
            <a:xfrm>
              <a:off x="5056035" y="3565286"/>
              <a:ext cx="97299" cy="77105"/>
            </a:xfrm>
            <a:custGeom>
              <a:avLst/>
              <a:pathLst>
                <a:path w="97299" h="77105">
                  <a:moveTo>
                    <a:pt x="0" y="32525"/>
                  </a:moveTo>
                  <a:lnTo>
                    <a:pt x="23572" y="0"/>
                  </a:lnTo>
                  <a:lnTo>
                    <a:pt x="97299" y="55162"/>
                  </a:lnTo>
                  <a:lnTo>
                    <a:pt x="59147" y="77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49"/>
            <p:cNvSpPr/>
            <p:nvPr/>
          </p:nvSpPr>
          <p:spPr>
            <a:xfrm>
              <a:off x="3834439" y="4574230"/>
              <a:ext cx="56695" cy="47755"/>
            </a:xfrm>
            <a:custGeom>
              <a:avLst/>
              <a:pathLst>
                <a:path w="56695" h="47755">
                  <a:moveTo>
                    <a:pt x="0" y="27083"/>
                  </a:moveTo>
                  <a:lnTo>
                    <a:pt x="45096" y="0"/>
                  </a:lnTo>
                  <a:lnTo>
                    <a:pt x="56695" y="19784"/>
                  </a:lnTo>
                  <a:lnTo>
                    <a:pt x="11785" y="477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0"/>
            <p:cNvSpPr/>
            <p:nvPr/>
          </p:nvSpPr>
          <p:spPr>
            <a:xfrm>
              <a:off x="3804269" y="4873946"/>
              <a:ext cx="42171" cy="33830"/>
            </a:xfrm>
            <a:custGeom>
              <a:avLst/>
              <a:pathLst>
                <a:path w="42171" h="33830">
                  <a:moveTo>
                    <a:pt x="10340" y="23069"/>
                  </a:moveTo>
                  <a:lnTo>
                    <a:pt x="7031" y="25356"/>
                  </a:lnTo>
                  <a:lnTo>
                    <a:pt x="0" y="18880"/>
                  </a:lnTo>
                  <a:lnTo>
                    <a:pt x="30807" y="0"/>
                  </a:lnTo>
                  <a:lnTo>
                    <a:pt x="42171" y="21376"/>
                  </a:lnTo>
                  <a:lnTo>
                    <a:pt x="20776" y="33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1"/>
            <p:cNvSpPr/>
            <p:nvPr/>
          </p:nvSpPr>
          <p:spPr>
            <a:xfrm>
              <a:off x="3749172" y="4660038"/>
              <a:ext cx="56683" cy="45180"/>
            </a:xfrm>
            <a:custGeom>
              <a:avLst/>
              <a:pathLst>
                <a:path w="56683" h="45180">
                  <a:moveTo>
                    <a:pt x="45421" y="0"/>
                  </a:moveTo>
                  <a:lnTo>
                    <a:pt x="56683" y="18736"/>
                  </a:lnTo>
                  <a:lnTo>
                    <a:pt x="12551" y="45180"/>
                  </a:lnTo>
                  <a:lnTo>
                    <a:pt x="0" y="2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2"/>
            <p:cNvSpPr/>
            <p:nvPr/>
          </p:nvSpPr>
          <p:spPr>
            <a:xfrm>
              <a:off x="3826131" y="4788659"/>
              <a:ext cx="56889" cy="47675"/>
            </a:xfrm>
            <a:custGeom>
              <a:avLst/>
              <a:pathLst>
                <a:path w="56889" h="47675">
                  <a:moveTo>
                    <a:pt x="12280" y="47675"/>
                  </a:moveTo>
                  <a:lnTo>
                    <a:pt x="0" y="26116"/>
                  </a:lnTo>
                  <a:lnTo>
                    <a:pt x="44729" y="0"/>
                  </a:lnTo>
                  <a:lnTo>
                    <a:pt x="56889" y="20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3"/>
            <p:cNvSpPr/>
            <p:nvPr/>
          </p:nvSpPr>
          <p:spPr>
            <a:xfrm>
              <a:off x="3741991" y="4793024"/>
              <a:ext cx="54481" cy="43827"/>
            </a:xfrm>
            <a:custGeom>
              <a:avLst/>
              <a:pathLst>
                <a:path w="54481" h="43827">
                  <a:moveTo>
                    <a:pt x="0" y="27320"/>
                  </a:moveTo>
                  <a:lnTo>
                    <a:pt x="44239" y="0"/>
                  </a:lnTo>
                  <a:lnTo>
                    <a:pt x="54481" y="16417"/>
                  </a:lnTo>
                  <a:lnTo>
                    <a:pt x="9632" y="43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4"/>
            <p:cNvSpPr/>
            <p:nvPr/>
          </p:nvSpPr>
          <p:spPr>
            <a:xfrm>
              <a:off x="3670067" y="4801487"/>
              <a:ext cx="66371" cy="47659"/>
            </a:xfrm>
            <a:custGeom>
              <a:avLst/>
              <a:pathLst>
                <a:path w="66371" h="47659">
                  <a:moveTo>
                    <a:pt x="0" y="30489"/>
                  </a:moveTo>
                  <a:lnTo>
                    <a:pt x="9070" y="26342"/>
                  </a:lnTo>
                  <a:lnTo>
                    <a:pt x="18999" y="21212"/>
                  </a:lnTo>
                  <a:lnTo>
                    <a:pt x="54707" y="0"/>
                  </a:lnTo>
                  <a:lnTo>
                    <a:pt x="66371" y="17862"/>
                  </a:lnTo>
                  <a:lnTo>
                    <a:pt x="48947" y="28273"/>
                  </a:lnTo>
                  <a:lnTo>
                    <a:pt x="41457" y="33560"/>
                  </a:lnTo>
                  <a:lnTo>
                    <a:pt x="37892" y="36606"/>
                  </a:lnTo>
                  <a:lnTo>
                    <a:pt x="26638" y="47659"/>
                  </a:lnTo>
                  <a:lnTo>
                    <a:pt x="23642" y="46052"/>
                  </a:lnTo>
                  <a:lnTo>
                    <a:pt x="5568" y="40037"/>
                  </a:lnTo>
                  <a:lnTo>
                    <a:pt x="526" y="318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5"/>
            <p:cNvSpPr/>
            <p:nvPr/>
          </p:nvSpPr>
          <p:spPr>
            <a:xfrm>
              <a:off x="3891026" y="4784987"/>
              <a:ext cx="55575" cy="45314"/>
            </a:xfrm>
            <a:custGeom>
              <a:avLst/>
              <a:pathLst>
                <a:path w="55575" h="45314">
                  <a:moveTo>
                    <a:pt x="0" y="25189"/>
                  </a:moveTo>
                  <a:lnTo>
                    <a:pt x="44183" y="0"/>
                  </a:lnTo>
                  <a:lnTo>
                    <a:pt x="55575" y="19278"/>
                  </a:lnTo>
                  <a:lnTo>
                    <a:pt x="11678" y="45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6"/>
            <p:cNvSpPr/>
            <p:nvPr/>
          </p:nvSpPr>
          <p:spPr>
            <a:xfrm>
              <a:off x="3650407" y="4639950"/>
              <a:ext cx="55733" cy="42465"/>
            </a:xfrm>
            <a:custGeom>
              <a:avLst/>
              <a:pathLst>
                <a:path w="55733" h="42465">
                  <a:moveTo>
                    <a:pt x="0" y="27184"/>
                  </a:moveTo>
                  <a:lnTo>
                    <a:pt x="45950" y="0"/>
                  </a:lnTo>
                  <a:lnTo>
                    <a:pt x="55733" y="16322"/>
                  </a:lnTo>
                  <a:lnTo>
                    <a:pt x="9822" y="4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57"/>
            <p:cNvSpPr/>
            <p:nvPr/>
          </p:nvSpPr>
          <p:spPr>
            <a:xfrm>
              <a:off x="3605485" y="4625706"/>
              <a:ext cx="39070" cy="48332"/>
            </a:xfrm>
            <a:custGeom>
              <a:avLst/>
              <a:pathLst>
                <a:path w="39070" h="48332">
                  <a:moveTo>
                    <a:pt x="0" y="10101"/>
                  </a:moveTo>
                  <a:lnTo>
                    <a:pt x="17277" y="0"/>
                  </a:lnTo>
                  <a:lnTo>
                    <a:pt x="39070" y="38620"/>
                  </a:lnTo>
                  <a:lnTo>
                    <a:pt x="22968" y="483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58"/>
            <p:cNvSpPr/>
            <p:nvPr/>
          </p:nvSpPr>
          <p:spPr>
            <a:xfrm>
              <a:off x="3734904" y="4634629"/>
              <a:ext cx="56799" cy="46116"/>
            </a:xfrm>
            <a:custGeom>
              <a:avLst/>
              <a:pathLst>
                <a:path w="56799" h="46116">
                  <a:moveTo>
                    <a:pt x="44067" y="0"/>
                  </a:moveTo>
                  <a:lnTo>
                    <a:pt x="56799" y="20419"/>
                  </a:lnTo>
                  <a:lnTo>
                    <a:pt x="12236" y="46116"/>
                  </a:lnTo>
                  <a:lnTo>
                    <a:pt x="0" y="258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59"/>
            <p:cNvSpPr/>
            <p:nvPr/>
          </p:nvSpPr>
          <p:spPr>
            <a:xfrm>
              <a:off x="3754033" y="4813683"/>
              <a:ext cx="54750" cy="44651"/>
            </a:xfrm>
            <a:custGeom>
              <a:avLst/>
              <a:pathLst>
                <a:path w="54750" h="44651">
                  <a:moveTo>
                    <a:pt x="0" y="28146"/>
                  </a:moveTo>
                  <a:lnTo>
                    <a:pt x="45022" y="0"/>
                  </a:lnTo>
                  <a:lnTo>
                    <a:pt x="46946" y="3038"/>
                  </a:lnTo>
                  <a:lnTo>
                    <a:pt x="54750" y="16207"/>
                  </a:lnTo>
                  <a:lnTo>
                    <a:pt x="8788" y="446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0"/>
            <p:cNvSpPr/>
            <p:nvPr/>
          </p:nvSpPr>
          <p:spPr>
            <a:xfrm>
              <a:off x="3717108" y="4823532"/>
              <a:ext cx="35179" cy="29657"/>
            </a:xfrm>
            <a:custGeom>
              <a:avLst/>
              <a:pathLst>
                <a:path w="35179" h="29657">
                  <a:moveTo>
                    <a:pt x="3226" y="17030"/>
                  </a:moveTo>
                  <a:lnTo>
                    <a:pt x="0" y="11924"/>
                  </a:lnTo>
                  <a:lnTo>
                    <a:pt x="19517" y="0"/>
                  </a:lnTo>
                  <a:lnTo>
                    <a:pt x="35179" y="26099"/>
                  </a:lnTo>
                  <a:lnTo>
                    <a:pt x="31612" y="28360"/>
                  </a:lnTo>
                  <a:lnTo>
                    <a:pt x="29564" y="29657"/>
                  </a:lnTo>
                  <a:lnTo>
                    <a:pt x="27845" y="26401"/>
                  </a:lnTo>
                  <a:lnTo>
                    <a:pt x="21512" y="16183"/>
                  </a:lnTo>
                  <a:lnTo>
                    <a:pt x="15149" y="17105"/>
                  </a:lnTo>
                  <a:lnTo>
                    <a:pt x="12210" y="16427"/>
                  </a:lnTo>
                  <a:lnTo>
                    <a:pt x="6994" y="167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1"/>
            <p:cNvSpPr/>
            <p:nvPr/>
          </p:nvSpPr>
          <p:spPr>
            <a:xfrm>
              <a:off x="3841187" y="4813845"/>
              <a:ext cx="55917" cy="46169"/>
            </a:xfrm>
            <a:custGeom>
              <a:avLst/>
              <a:pathLst>
                <a:path w="55917" h="46169">
                  <a:moveTo>
                    <a:pt x="0" y="25924"/>
                  </a:moveTo>
                  <a:lnTo>
                    <a:pt x="42655" y="662"/>
                  </a:lnTo>
                  <a:lnTo>
                    <a:pt x="43877" y="0"/>
                  </a:lnTo>
                  <a:lnTo>
                    <a:pt x="55917" y="20018"/>
                  </a:lnTo>
                  <a:lnTo>
                    <a:pt x="47716" y="24789"/>
                  </a:lnTo>
                  <a:lnTo>
                    <a:pt x="11532" y="461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2"/>
            <p:cNvSpPr/>
            <p:nvPr/>
          </p:nvSpPr>
          <p:spPr>
            <a:xfrm>
              <a:off x="3904687" y="4808548"/>
              <a:ext cx="56528" cy="46853"/>
            </a:xfrm>
            <a:custGeom>
              <a:avLst/>
              <a:pathLst>
                <a:path w="56528" h="46853">
                  <a:moveTo>
                    <a:pt x="0" y="26886"/>
                  </a:moveTo>
                  <a:lnTo>
                    <a:pt x="43705" y="0"/>
                  </a:lnTo>
                  <a:lnTo>
                    <a:pt x="56528" y="20419"/>
                  </a:lnTo>
                  <a:lnTo>
                    <a:pt x="12710" y="46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3"/>
            <p:cNvSpPr/>
            <p:nvPr/>
          </p:nvSpPr>
          <p:spPr>
            <a:xfrm>
              <a:off x="3766794" y="4833564"/>
              <a:ext cx="54777" cy="43463"/>
            </a:xfrm>
            <a:custGeom>
              <a:avLst/>
              <a:pathLst>
                <a:path w="54777" h="43463">
                  <a:moveTo>
                    <a:pt x="10906" y="42455"/>
                  </a:moveTo>
                  <a:lnTo>
                    <a:pt x="9301" y="43463"/>
                  </a:lnTo>
                  <a:lnTo>
                    <a:pt x="0" y="27663"/>
                  </a:lnTo>
                  <a:lnTo>
                    <a:pt x="1706" y="26613"/>
                  </a:lnTo>
                  <a:lnTo>
                    <a:pt x="29354" y="9596"/>
                  </a:lnTo>
                  <a:lnTo>
                    <a:pt x="45002" y="0"/>
                  </a:lnTo>
                  <a:lnTo>
                    <a:pt x="54777" y="171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4"/>
            <p:cNvSpPr/>
            <p:nvPr/>
          </p:nvSpPr>
          <p:spPr>
            <a:xfrm>
              <a:off x="3782078" y="4854591"/>
              <a:ext cx="51631" cy="41653"/>
            </a:xfrm>
            <a:custGeom>
              <a:avLst/>
              <a:pathLst>
                <a:path w="51631" h="41653">
                  <a:moveTo>
                    <a:pt x="0" y="24532"/>
                  </a:moveTo>
                  <a:lnTo>
                    <a:pt x="41292" y="0"/>
                  </a:lnTo>
                  <a:lnTo>
                    <a:pt x="51631" y="16995"/>
                  </a:lnTo>
                  <a:lnTo>
                    <a:pt x="11032" y="416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5"/>
            <p:cNvSpPr/>
            <p:nvPr/>
          </p:nvSpPr>
          <p:spPr>
            <a:xfrm>
              <a:off x="3701318" y="4724655"/>
              <a:ext cx="55444" cy="43794"/>
            </a:xfrm>
            <a:custGeom>
              <a:avLst/>
              <a:pathLst>
                <a:path w="55444" h="43794">
                  <a:moveTo>
                    <a:pt x="0" y="27071"/>
                  </a:moveTo>
                  <a:lnTo>
                    <a:pt x="44157" y="0"/>
                  </a:lnTo>
                  <a:lnTo>
                    <a:pt x="55444" y="17462"/>
                  </a:lnTo>
                  <a:lnTo>
                    <a:pt x="10474" y="437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6"/>
            <p:cNvSpPr/>
            <p:nvPr/>
          </p:nvSpPr>
          <p:spPr>
            <a:xfrm>
              <a:off x="3667636" y="4732601"/>
              <a:ext cx="38829" cy="48536"/>
            </a:xfrm>
            <a:custGeom>
              <a:avLst/>
              <a:pathLst>
                <a:path w="38829" h="48536">
                  <a:moveTo>
                    <a:pt x="38829" y="38959"/>
                  </a:moveTo>
                  <a:lnTo>
                    <a:pt x="22529" y="48536"/>
                  </a:lnTo>
                  <a:lnTo>
                    <a:pt x="0" y="9562"/>
                  </a:lnTo>
                  <a:lnTo>
                    <a:pt x="157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67"/>
            <p:cNvSpPr/>
            <p:nvPr/>
          </p:nvSpPr>
          <p:spPr>
            <a:xfrm>
              <a:off x="3633713" y="4711211"/>
              <a:ext cx="46975" cy="39141"/>
            </a:xfrm>
            <a:custGeom>
              <a:avLst/>
              <a:pathLst>
                <a:path w="46975" h="39141">
                  <a:moveTo>
                    <a:pt x="0" y="22590"/>
                  </a:moveTo>
                  <a:lnTo>
                    <a:pt x="37655" y="0"/>
                  </a:lnTo>
                  <a:lnTo>
                    <a:pt x="46975" y="16450"/>
                  </a:lnTo>
                  <a:lnTo>
                    <a:pt x="9741" y="39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68"/>
            <p:cNvSpPr/>
            <p:nvPr/>
          </p:nvSpPr>
          <p:spPr>
            <a:xfrm>
              <a:off x="3559805" y="4694216"/>
              <a:ext cx="54587" cy="42693"/>
            </a:xfrm>
            <a:custGeom>
              <a:avLst/>
              <a:pathLst>
                <a:path w="54587" h="42693">
                  <a:moveTo>
                    <a:pt x="3657" y="23969"/>
                  </a:moveTo>
                  <a:lnTo>
                    <a:pt x="44699" y="0"/>
                  </a:lnTo>
                  <a:lnTo>
                    <a:pt x="54587" y="16947"/>
                  </a:lnTo>
                  <a:lnTo>
                    <a:pt x="9707" y="42693"/>
                  </a:lnTo>
                  <a:lnTo>
                    <a:pt x="0" y="260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69"/>
            <p:cNvSpPr/>
            <p:nvPr/>
          </p:nvSpPr>
          <p:spPr>
            <a:xfrm>
              <a:off x="3484521" y="4680290"/>
              <a:ext cx="56293" cy="44107"/>
            </a:xfrm>
            <a:custGeom>
              <a:avLst/>
              <a:pathLst>
                <a:path w="56293" h="44107">
                  <a:moveTo>
                    <a:pt x="0" y="26899"/>
                  </a:moveTo>
                  <a:lnTo>
                    <a:pt x="3739" y="24823"/>
                  </a:lnTo>
                  <a:lnTo>
                    <a:pt x="46422" y="0"/>
                  </a:lnTo>
                  <a:lnTo>
                    <a:pt x="47527" y="1917"/>
                  </a:lnTo>
                  <a:lnTo>
                    <a:pt x="56293" y="17133"/>
                  </a:lnTo>
                  <a:lnTo>
                    <a:pt x="45940" y="24453"/>
                  </a:lnTo>
                  <a:lnTo>
                    <a:pt x="38415" y="29073"/>
                  </a:lnTo>
                  <a:lnTo>
                    <a:pt x="10384" y="44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0"/>
            <p:cNvSpPr/>
            <p:nvPr/>
          </p:nvSpPr>
          <p:spPr>
            <a:xfrm>
              <a:off x="3613462" y="4575289"/>
              <a:ext cx="55610" cy="43460"/>
            </a:xfrm>
            <a:custGeom>
              <a:avLst/>
              <a:pathLst>
                <a:path w="55610" h="43460">
                  <a:moveTo>
                    <a:pt x="9368" y="43460"/>
                  </a:moveTo>
                  <a:lnTo>
                    <a:pt x="0" y="28272"/>
                  </a:lnTo>
                  <a:lnTo>
                    <a:pt x="46670" y="0"/>
                  </a:lnTo>
                  <a:lnTo>
                    <a:pt x="55610" y="16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1"/>
            <p:cNvSpPr/>
            <p:nvPr/>
          </p:nvSpPr>
          <p:spPr>
            <a:xfrm>
              <a:off x="3602460" y="4556995"/>
              <a:ext cx="56588" cy="43369"/>
            </a:xfrm>
            <a:custGeom>
              <a:avLst/>
              <a:pathLst>
                <a:path w="56588" h="43369">
                  <a:moveTo>
                    <a:pt x="9546" y="43369"/>
                  </a:moveTo>
                  <a:lnTo>
                    <a:pt x="0" y="28026"/>
                  </a:lnTo>
                  <a:lnTo>
                    <a:pt x="47257" y="0"/>
                  </a:lnTo>
                  <a:lnTo>
                    <a:pt x="56588" y="15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2"/>
            <p:cNvSpPr/>
            <p:nvPr/>
          </p:nvSpPr>
          <p:spPr>
            <a:xfrm>
              <a:off x="3534691" y="4650683"/>
              <a:ext cx="55987" cy="44164"/>
            </a:xfrm>
            <a:custGeom>
              <a:avLst/>
              <a:pathLst>
                <a:path w="55987" h="44164">
                  <a:moveTo>
                    <a:pt x="0" y="27163"/>
                  </a:moveTo>
                  <a:lnTo>
                    <a:pt x="45963" y="0"/>
                  </a:lnTo>
                  <a:lnTo>
                    <a:pt x="55987" y="17947"/>
                  </a:lnTo>
                  <a:lnTo>
                    <a:pt x="9571" y="44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3"/>
            <p:cNvSpPr/>
            <p:nvPr/>
          </p:nvSpPr>
          <p:spPr>
            <a:xfrm>
              <a:off x="3676004" y="4682739"/>
              <a:ext cx="54481" cy="42501"/>
            </a:xfrm>
            <a:custGeom>
              <a:avLst/>
              <a:pathLst>
                <a:path w="54481" h="42501">
                  <a:moveTo>
                    <a:pt x="0" y="25685"/>
                  </a:moveTo>
                  <a:lnTo>
                    <a:pt x="41577" y="1795"/>
                  </a:lnTo>
                  <a:lnTo>
                    <a:pt x="44250" y="329"/>
                  </a:lnTo>
                  <a:lnTo>
                    <a:pt x="44849" y="0"/>
                  </a:lnTo>
                  <a:lnTo>
                    <a:pt x="54481" y="16076"/>
                  </a:lnTo>
                  <a:lnTo>
                    <a:pt x="52900" y="17115"/>
                  </a:lnTo>
                  <a:lnTo>
                    <a:pt x="32554" y="29198"/>
                  </a:lnTo>
                  <a:lnTo>
                    <a:pt x="10025" y="42170"/>
                  </a:lnTo>
                  <a:lnTo>
                    <a:pt x="9451" y="42501"/>
                  </a:lnTo>
                  <a:lnTo>
                    <a:pt x="913" y="2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4"/>
            <p:cNvSpPr/>
            <p:nvPr/>
          </p:nvSpPr>
          <p:spPr>
            <a:xfrm>
              <a:off x="3547239" y="4672727"/>
              <a:ext cx="55510" cy="43132"/>
            </a:xfrm>
            <a:custGeom>
              <a:avLst/>
              <a:pathLst>
                <a:path w="55510" h="43132">
                  <a:moveTo>
                    <a:pt x="0" y="25885"/>
                  </a:moveTo>
                  <a:lnTo>
                    <a:pt x="31305" y="8132"/>
                  </a:lnTo>
                  <a:lnTo>
                    <a:pt x="31932" y="7790"/>
                  </a:lnTo>
                  <a:lnTo>
                    <a:pt x="46189" y="0"/>
                  </a:lnTo>
                  <a:lnTo>
                    <a:pt x="55199" y="16188"/>
                  </a:lnTo>
                  <a:lnTo>
                    <a:pt x="55510" y="16695"/>
                  </a:lnTo>
                  <a:lnTo>
                    <a:pt x="13212" y="41270"/>
                  </a:lnTo>
                  <a:lnTo>
                    <a:pt x="10008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5"/>
            <p:cNvSpPr/>
            <p:nvPr/>
          </p:nvSpPr>
          <p:spPr>
            <a:xfrm>
              <a:off x="3688676" y="4704328"/>
              <a:ext cx="54204" cy="42823"/>
            </a:xfrm>
            <a:custGeom>
              <a:avLst/>
              <a:pathLst>
                <a:path w="54204" h="42823">
                  <a:moveTo>
                    <a:pt x="0" y="25870"/>
                  </a:moveTo>
                  <a:lnTo>
                    <a:pt x="44247" y="0"/>
                  </a:lnTo>
                  <a:lnTo>
                    <a:pt x="54204" y="15866"/>
                  </a:lnTo>
                  <a:lnTo>
                    <a:pt x="9857" y="42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6"/>
            <p:cNvSpPr/>
            <p:nvPr/>
          </p:nvSpPr>
          <p:spPr>
            <a:xfrm>
              <a:off x="3526532" y="4701381"/>
              <a:ext cx="39130" cy="47736"/>
            </a:xfrm>
            <a:custGeom>
              <a:avLst/>
              <a:pathLst>
                <a:path w="39130" h="47736">
                  <a:moveTo>
                    <a:pt x="0" y="10471"/>
                  </a:moveTo>
                  <a:lnTo>
                    <a:pt x="16254" y="0"/>
                  </a:lnTo>
                  <a:lnTo>
                    <a:pt x="39130" y="38497"/>
                  </a:lnTo>
                  <a:lnTo>
                    <a:pt x="22575" y="47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77"/>
            <p:cNvSpPr/>
            <p:nvPr/>
          </p:nvSpPr>
          <p:spPr>
            <a:xfrm>
              <a:off x="3571921" y="4715043"/>
              <a:ext cx="54994" cy="43579"/>
            </a:xfrm>
            <a:custGeom>
              <a:avLst/>
              <a:pathLst>
                <a:path w="54994" h="43579">
                  <a:moveTo>
                    <a:pt x="0" y="26640"/>
                  </a:moveTo>
                  <a:lnTo>
                    <a:pt x="45225" y="0"/>
                  </a:lnTo>
                  <a:lnTo>
                    <a:pt x="54994" y="16786"/>
                  </a:lnTo>
                  <a:lnTo>
                    <a:pt x="10158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78"/>
            <p:cNvSpPr/>
            <p:nvPr/>
          </p:nvSpPr>
          <p:spPr>
            <a:xfrm>
              <a:off x="3855202" y="4838668"/>
              <a:ext cx="56980" cy="46028"/>
            </a:xfrm>
            <a:custGeom>
              <a:avLst/>
              <a:pathLst>
                <a:path w="56980" h="46028">
                  <a:moveTo>
                    <a:pt x="0" y="26701"/>
                  </a:moveTo>
                  <a:lnTo>
                    <a:pt x="44699" y="0"/>
                  </a:lnTo>
                  <a:lnTo>
                    <a:pt x="56980" y="20326"/>
                  </a:lnTo>
                  <a:lnTo>
                    <a:pt x="12123" y="46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79"/>
            <p:cNvSpPr/>
            <p:nvPr/>
          </p:nvSpPr>
          <p:spPr>
            <a:xfrm>
              <a:off x="3814551" y="4654017"/>
              <a:ext cx="56004" cy="46101"/>
            </a:xfrm>
            <a:custGeom>
              <a:avLst/>
              <a:pathLst>
                <a:path w="56004" h="46101">
                  <a:moveTo>
                    <a:pt x="11739" y="46101"/>
                  </a:moveTo>
                  <a:lnTo>
                    <a:pt x="0" y="27006"/>
                  </a:lnTo>
                  <a:lnTo>
                    <a:pt x="44547" y="0"/>
                  </a:lnTo>
                  <a:lnTo>
                    <a:pt x="56004" y="19418"/>
                  </a:lnTo>
                  <a:lnTo>
                    <a:pt x="47327" y="24754"/>
                  </a:lnTo>
                  <a:lnTo>
                    <a:pt x="13036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0"/>
            <p:cNvSpPr/>
            <p:nvPr/>
          </p:nvSpPr>
          <p:spPr>
            <a:xfrm>
              <a:off x="3646264" y="4745028"/>
              <a:ext cx="39250" cy="48198"/>
            </a:xfrm>
            <a:custGeom>
              <a:avLst/>
              <a:pathLst>
                <a:path w="39250" h="48198">
                  <a:moveTo>
                    <a:pt x="39250" y="38160"/>
                  </a:moveTo>
                  <a:lnTo>
                    <a:pt x="22921" y="48198"/>
                  </a:lnTo>
                  <a:lnTo>
                    <a:pt x="0" y="9516"/>
                  </a:lnTo>
                  <a:lnTo>
                    <a:pt x="1562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1"/>
            <p:cNvSpPr/>
            <p:nvPr/>
          </p:nvSpPr>
          <p:spPr>
            <a:xfrm>
              <a:off x="3782436" y="4714654"/>
              <a:ext cx="56197" cy="46166"/>
            </a:xfrm>
            <a:custGeom>
              <a:avLst/>
              <a:pathLst>
                <a:path w="56197" h="46166">
                  <a:moveTo>
                    <a:pt x="43914" y="0"/>
                  </a:moveTo>
                  <a:lnTo>
                    <a:pt x="54263" y="16569"/>
                  </a:lnTo>
                  <a:lnTo>
                    <a:pt x="55297" y="18299"/>
                  </a:lnTo>
                  <a:lnTo>
                    <a:pt x="56197" y="19803"/>
                  </a:lnTo>
                  <a:lnTo>
                    <a:pt x="55564" y="20223"/>
                  </a:lnTo>
                  <a:lnTo>
                    <a:pt x="45918" y="26072"/>
                  </a:lnTo>
                  <a:lnTo>
                    <a:pt x="11980" y="46166"/>
                  </a:lnTo>
                  <a:lnTo>
                    <a:pt x="11635" y="45492"/>
                  </a:lnTo>
                  <a:lnTo>
                    <a:pt x="377" y="26064"/>
                  </a:lnTo>
                  <a:lnTo>
                    <a:pt x="0" y="25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2"/>
            <p:cNvSpPr/>
            <p:nvPr/>
          </p:nvSpPr>
          <p:spPr>
            <a:xfrm>
              <a:off x="3604681" y="4769666"/>
              <a:ext cx="39783" cy="47582"/>
            </a:xfrm>
            <a:custGeom>
              <a:avLst/>
              <a:pathLst>
                <a:path w="39783" h="47582">
                  <a:moveTo>
                    <a:pt x="0" y="9701"/>
                  </a:moveTo>
                  <a:lnTo>
                    <a:pt x="17066" y="0"/>
                  </a:lnTo>
                  <a:lnTo>
                    <a:pt x="39783" y="37701"/>
                  </a:lnTo>
                  <a:lnTo>
                    <a:pt x="23041" y="475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3"/>
            <p:cNvSpPr/>
            <p:nvPr/>
          </p:nvSpPr>
          <p:spPr>
            <a:xfrm>
              <a:off x="3729801" y="4773238"/>
              <a:ext cx="54541" cy="43229"/>
            </a:xfrm>
            <a:custGeom>
              <a:avLst/>
              <a:pathLst>
                <a:path w="54541" h="43229">
                  <a:moveTo>
                    <a:pt x="0" y="26979"/>
                  </a:moveTo>
                  <a:lnTo>
                    <a:pt x="44608" y="0"/>
                  </a:lnTo>
                  <a:lnTo>
                    <a:pt x="54541" y="16168"/>
                  </a:lnTo>
                  <a:lnTo>
                    <a:pt x="11081" y="42181"/>
                  </a:lnTo>
                  <a:lnTo>
                    <a:pt x="9330" y="432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4"/>
            <p:cNvSpPr/>
            <p:nvPr/>
          </p:nvSpPr>
          <p:spPr>
            <a:xfrm>
              <a:off x="3810563" y="4763282"/>
              <a:ext cx="57407" cy="47059"/>
            </a:xfrm>
            <a:custGeom>
              <a:avLst/>
              <a:pathLst>
                <a:path w="57407" h="47059">
                  <a:moveTo>
                    <a:pt x="12136" y="47059"/>
                  </a:moveTo>
                  <a:lnTo>
                    <a:pt x="3483" y="32042"/>
                  </a:lnTo>
                  <a:lnTo>
                    <a:pt x="0" y="26500"/>
                  </a:lnTo>
                  <a:lnTo>
                    <a:pt x="45307" y="0"/>
                  </a:lnTo>
                  <a:lnTo>
                    <a:pt x="57407" y="20018"/>
                  </a:lnTo>
                  <a:lnTo>
                    <a:pt x="48079" y="25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5"/>
            <p:cNvSpPr/>
            <p:nvPr/>
          </p:nvSpPr>
          <p:spPr>
            <a:xfrm>
              <a:off x="3626199" y="4757423"/>
              <a:ext cx="39652" cy="48052"/>
            </a:xfrm>
            <a:custGeom>
              <a:avLst/>
              <a:pathLst>
                <a:path w="39652" h="48052">
                  <a:moveTo>
                    <a:pt x="0" y="10428"/>
                  </a:moveTo>
                  <a:lnTo>
                    <a:pt x="16519" y="0"/>
                  </a:lnTo>
                  <a:lnTo>
                    <a:pt x="39652" y="37869"/>
                  </a:lnTo>
                  <a:lnTo>
                    <a:pt x="22160" y="48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6"/>
            <p:cNvSpPr/>
            <p:nvPr/>
          </p:nvSpPr>
          <p:spPr>
            <a:xfrm>
              <a:off x="3717256" y="4753166"/>
              <a:ext cx="54933" cy="42970"/>
            </a:xfrm>
            <a:custGeom>
              <a:avLst/>
              <a:pathLst>
                <a:path w="54933" h="42970">
                  <a:moveTo>
                    <a:pt x="0" y="26339"/>
                  </a:moveTo>
                  <a:lnTo>
                    <a:pt x="44961" y="0"/>
                  </a:lnTo>
                  <a:lnTo>
                    <a:pt x="45388" y="663"/>
                  </a:lnTo>
                  <a:lnTo>
                    <a:pt x="54933" y="16176"/>
                  </a:lnTo>
                  <a:lnTo>
                    <a:pt x="9481" y="42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87"/>
            <p:cNvSpPr/>
            <p:nvPr/>
          </p:nvSpPr>
          <p:spPr>
            <a:xfrm>
              <a:off x="3796927" y="4738970"/>
              <a:ext cx="55650" cy="45704"/>
            </a:xfrm>
            <a:custGeom>
              <a:avLst/>
              <a:pathLst>
                <a:path w="55650" h="45704">
                  <a:moveTo>
                    <a:pt x="0" y="25731"/>
                  </a:moveTo>
                  <a:lnTo>
                    <a:pt x="43791" y="0"/>
                  </a:lnTo>
                  <a:lnTo>
                    <a:pt x="55650" y="19525"/>
                  </a:lnTo>
                  <a:lnTo>
                    <a:pt x="46861" y="24823"/>
                  </a:lnTo>
                  <a:lnTo>
                    <a:pt x="11704" y="45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88"/>
            <p:cNvSpPr/>
            <p:nvPr/>
          </p:nvSpPr>
          <p:spPr>
            <a:xfrm>
              <a:off x="3846678" y="4708665"/>
              <a:ext cx="56528" cy="46912"/>
            </a:xfrm>
            <a:custGeom>
              <a:avLst/>
              <a:pathLst>
                <a:path w="56528" h="46912">
                  <a:moveTo>
                    <a:pt x="0" y="27410"/>
                  </a:moveTo>
                  <a:lnTo>
                    <a:pt x="44368" y="0"/>
                  </a:lnTo>
                  <a:lnTo>
                    <a:pt x="56528" y="20018"/>
                  </a:lnTo>
                  <a:lnTo>
                    <a:pt x="11788" y="46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89"/>
            <p:cNvSpPr/>
            <p:nvPr/>
          </p:nvSpPr>
          <p:spPr>
            <a:xfrm>
              <a:off x="3584337" y="4735601"/>
              <a:ext cx="53837" cy="43733"/>
            </a:xfrm>
            <a:custGeom>
              <a:avLst/>
              <a:pathLst>
                <a:path w="53837" h="43733">
                  <a:moveTo>
                    <a:pt x="0" y="27256"/>
                  </a:moveTo>
                  <a:lnTo>
                    <a:pt x="44097" y="0"/>
                  </a:lnTo>
                  <a:lnTo>
                    <a:pt x="53837" y="17413"/>
                  </a:lnTo>
                  <a:lnTo>
                    <a:pt x="9481" y="43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0"/>
            <p:cNvSpPr/>
            <p:nvPr/>
          </p:nvSpPr>
          <p:spPr>
            <a:xfrm>
              <a:off x="3552175" y="4743784"/>
              <a:ext cx="37466" cy="46852"/>
            </a:xfrm>
            <a:custGeom>
              <a:avLst/>
              <a:pathLst>
                <a:path w="37466" h="46852">
                  <a:moveTo>
                    <a:pt x="0" y="9340"/>
                  </a:moveTo>
                  <a:lnTo>
                    <a:pt x="15510" y="0"/>
                  </a:lnTo>
                  <a:lnTo>
                    <a:pt x="30169" y="24915"/>
                  </a:lnTo>
                  <a:lnTo>
                    <a:pt x="37466" y="37525"/>
                  </a:lnTo>
                  <a:lnTo>
                    <a:pt x="21130" y="46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1"/>
            <p:cNvSpPr/>
            <p:nvPr/>
          </p:nvSpPr>
          <p:spPr>
            <a:xfrm>
              <a:off x="3658237" y="4781858"/>
              <a:ext cx="64527" cy="48594"/>
            </a:xfrm>
            <a:custGeom>
              <a:avLst/>
              <a:pathLst>
                <a:path w="64527" h="48594">
                  <a:moveTo>
                    <a:pt x="64527" y="16091"/>
                  </a:moveTo>
                  <a:lnTo>
                    <a:pt x="19101" y="43322"/>
                  </a:lnTo>
                  <a:lnTo>
                    <a:pt x="10384" y="48594"/>
                  </a:lnTo>
                  <a:lnTo>
                    <a:pt x="0" y="31809"/>
                  </a:lnTo>
                  <a:lnTo>
                    <a:pt x="5485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2"/>
            <p:cNvSpPr/>
            <p:nvPr/>
          </p:nvSpPr>
          <p:spPr>
            <a:xfrm>
              <a:off x="3799214" y="4628685"/>
              <a:ext cx="57207" cy="47505"/>
            </a:xfrm>
            <a:custGeom>
              <a:avLst/>
              <a:pathLst>
                <a:path w="57207" h="47505">
                  <a:moveTo>
                    <a:pt x="44383" y="0"/>
                  </a:moveTo>
                  <a:lnTo>
                    <a:pt x="57207" y="20392"/>
                  </a:lnTo>
                  <a:lnTo>
                    <a:pt x="23041" y="41038"/>
                  </a:lnTo>
                  <a:lnTo>
                    <a:pt x="12446" y="47505"/>
                  </a:lnTo>
                  <a:lnTo>
                    <a:pt x="0" y="27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3"/>
            <p:cNvSpPr/>
            <p:nvPr/>
          </p:nvSpPr>
          <p:spPr>
            <a:xfrm>
              <a:off x="3861914" y="4733950"/>
              <a:ext cx="70339" cy="71790"/>
            </a:xfrm>
            <a:custGeom>
              <a:avLst/>
              <a:pathLst>
                <a:path w="70339" h="71790">
                  <a:moveTo>
                    <a:pt x="26994" y="71790"/>
                  </a:moveTo>
                  <a:lnTo>
                    <a:pt x="0" y="26604"/>
                  </a:lnTo>
                  <a:lnTo>
                    <a:pt x="43609" y="0"/>
                  </a:lnTo>
                  <a:lnTo>
                    <a:pt x="70339" y="46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4"/>
            <p:cNvSpPr/>
            <p:nvPr/>
          </p:nvSpPr>
          <p:spPr>
            <a:xfrm>
              <a:off x="3638716" y="4617852"/>
              <a:ext cx="54933" cy="43656"/>
            </a:xfrm>
            <a:custGeom>
              <a:avLst/>
              <a:pathLst>
                <a:path w="54933" h="43656">
                  <a:moveTo>
                    <a:pt x="0" y="27641"/>
                  </a:moveTo>
                  <a:lnTo>
                    <a:pt x="44578" y="0"/>
                  </a:lnTo>
                  <a:lnTo>
                    <a:pt x="54933" y="16938"/>
                  </a:lnTo>
                  <a:lnTo>
                    <a:pt x="9331" y="436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5"/>
            <p:cNvSpPr/>
            <p:nvPr/>
          </p:nvSpPr>
          <p:spPr>
            <a:xfrm>
              <a:off x="3781269" y="4770153"/>
              <a:ext cx="7767" cy="8394"/>
            </a:xfrm>
            <a:custGeom>
              <a:avLst/>
              <a:pathLst>
                <a:path w="7767" h="8394">
                  <a:moveTo>
                    <a:pt x="0" y="2400"/>
                  </a:moveTo>
                  <a:lnTo>
                    <a:pt x="4331" y="0"/>
                  </a:lnTo>
                  <a:lnTo>
                    <a:pt x="7767" y="6177"/>
                  </a:lnTo>
                  <a:lnTo>
                    <a:pt x="3553" y="8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6"/>
            <p:cNvSpPr/>
            <p:nvPr/>
          </p:nvSpPr>
          <p:spPr>
            <a:xfrm>
              <a:off x="3849512" y="4597010"/>
              <a:ext cx="57960" cy="48891"/>
            </a:xfrm>
            <a:custGeom>
              <a:avLst/>
              <a:pathLst>
                <a:path w="57960" h="48891">
                  <a:moveTo>
                    <a:pt x="0" y="29566"/>
                  </a:moveTo>
                  <a:lnTo>
                    <a:pt x="46730" y="0"/>
                  </a:lnTo>
                  <a:lnTo>
                    <a:pt x="57960" y="21172"/>
                  </a:lnTo>
                  <a:lnTo>
                    <a:pt x="55839" y="22433"/>
                  </a:lnTo>
                  <a:lnTo>
                    <a:pt x="13677" y="47489"/>
                  </a:lnTo>
                  <a:lnTo>
                    <a:pt x="11287" y="48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697"/>
            <p:cNvSpPr/>
            <p:nvPr/>
          </p:nvSpPr>
          <p:spPr>
            <a:xfrm>
              <a:off x="3584716" y="4637717"/>
              <a:ext cx="39552" cy="50262"/>
            </a:xfrm>
            <a:custGeom>
              <a:avLst/>
              <a:pathLst>
                <a:path w="39552" h="50262">
                  <a:moveTo>
                    <a:pt x="0" y="10224"/>
                  </a:moveTo>
                  <a:lnTo>
                    <a:pt x="16916" y="0"/>
                  </a:lnTo>
                  <a:lnTo>
                    <a:pt x="39552" y="40222"/>
                  </a:lnTo>
                  <a:lnTo>
                    <a:pt x="22214" y="50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698"/>
            <p:cNvSpPr/>
            <p:nvPr/>
          </p:nvSpPr>
          <p:spPr>
            <a:xfrm>
              <a:off x="3662646" y="4660276"/>
              <a:ext cx="55685" cy="43529"/>
            </a:xfrm>
            <a:custGeom>
              <a:avLst/>
              <a:pathLst>
                <a:path w="55685" h="43529">
                  <a:moveTo>
                    <a:pt x="0" y="26178"/>
                  </a:moveTo>
                  <a:lnTo>
                    <a:pt x="45602" y="0"/>
                  </a:lnTo>
                  <a:lnTo>
                    <a:pt x="55685" y="17169"/>
                  </a:lnTo>
                  <a:lnTo>
                    <a:pt x="10914" y="435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699"/>
            <p:cNvSpPr/>
            <p:nvPr/>
          </p:nvSpPr>
          <p:spPr>
            <a:xfrm>
              <a:off x="3764794" y="4684060"/>
              <a:ext cx="55715" cy="46104"/>
            </a:xfrm>
            <a:custGeom>
              <a:avLst/>
              <a:pathLst>
                <a:path w="55715" h="46104">
                  <a:moveTo>
                    <a:pt x="0" y="26239"/>
                  </a:moveTo>
                  <a:lnTo>
                    <a:pt x="43705" y="0"/>
                  </a:lnTo>
                  <a:lnTo>
                    <a:pt x="55715" y="19217"/>
                  </a:lnTo>
                  <a:lnTo>
                    <a:pt x="54845" y="19740"/>
                  </a:lnTo>
                  <a:lnTo>
                    <a:pt x="10926" y="461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0"/>
            <p:cNvSpPr/>
            <p:nvPr/>
          </p:nvSpPr>
          <p:spPr>
            <a:xfrm>
              <a:off x="3624990" y="4594723"/>
              <a:ext cx="56819" cy="46736"/>
            </a:xfrm>
            <a:custGeom>
              <a:avLst/>
              <a:pathLst>
                <a:path w="56819" h="46736">
                  <a:moveTo>
                    <a:pt x="10715" y="46736"/>
                  </a:moveTo>
                  <a:lnTo>
                    <a:pt x="0" y="28334"/>
                  </a:lnTo>
                  <a:lnTo>
                    <a:pt x="47799" y="0"/>
                  </a:lnTo>
                  <a:lnTo>
                    <a:pt x="56819" y="1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1"/>
            <p:cNvSpPr/>
            <p:nvPr/>
          </p:nvSpPr>
          <p:spPr>
            <a:xfrm>
              <a:off x="3832794" y="4683749"/>
              <a:ext cx="55445" cy="46889"/>
            </a:xfrm>
            <a:custGeom>
              <a:avLst/>
              <a:pathLst>
                <a:path w="55445" h="46889">
                  <a:moveTo>
                    <a:pt x="0" y="27071"/>
                  </a:moveTo>
                  <a:lnTo>
                    <a:pt x="43660" y="0"/>
                  </a:lnTo>
                  <a:lnTo>
                    <a:pt x="55445" y="20326"/>
                  </a:lnTo>
                  <a:lnTo>
                    <a:pt x="55037" y="20569"/>
                  </a:lnTo>
                  <a:lnTo>
                    <a:pt x="11152" y="46889"/>
                  </a:lnTo>
                  <a:lnTo>
                    <a:pt x="451" y="278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2"/>
            <p:cNvSpPr/>
            <p:nvPr/>
          </p:nvSpPr>
          <p:spPr>
            <a:xfrm>
              <a:off x="3610301" y="4669623"/>
              <a:ext cx="58605" cy="58854"/>
            </a:xfrm>
            <a:custGeom>
              <a:avLst/>
              <a:pathLst>
                <a:path w="58605" h="58854">
                  <a:moveTo>
                    <a:pt x="0" y="21435"/>
                  </a:moveTo>
                  <a:lnTo>
                    <a:pt x="36030" y="0"/>
                  </a:lnTo>
                  <a:lnTo>
                    <a:pt x="58605" y="37234"/>
                  </a:lnTo>
                  <a:lnTo>
                    <a:pt x="21852" y="58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3"/>
            <p:cNvSpPr/>
            <p:nvPr/>
          </p:nvSpPr>
          <p:spPr>
            <a:xfrm>
              <a:off x="3472989" y="4642461"/>
              <a:ext cx="38287" cy="33692"/>
            </a:xfrm>
            <a:custGeom>
              <a:avLst/>
              <a:pathLst>
                <a:path w="38287" h="33692">
                  <a:moveTo>
                    <a:pt x="0" y="17370"/>
                  </a:moveTo>
                  <a:lnTo>
                    <a:pt x="28053" y="0"/>
                  </a:lnTo>
                  <a:lnTo>
                    <a:pt x="38287" y="16754"/>
                  </a:lnTo>
                  <a:lnTo>
                    <a:pt x="10655" y="33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4"/>
            <p:cNvSpPr/>
            <p:nvPr/>
          </p:nvSpPr>
          <p:spPr>
            <a:xfrm>
              <a:off x="3502381" y="4638812"/>
              <a:ext cx="30402" cy="39407"/>
            </a:xfrm>
            <a:custGeom>
              <a:avLst/>
              <a:pathLst>
                <a:path w="30402" h="39407">
                  <a:moveTo>
                    <a:pt x="24614" y="39407"/>
                  </a:moveTo>
                  <a:lnTo>
                    <a:pt x="21282" y="35159"/>
                  </a:lnTo>
                  <a:lnTo>
                    <a:pt x="14412" y="26401"/>
                  </a:lnTo>
                  <a:lnTo>
                    <a:pt x="9650" y="19396"/>
                  </a:lnTo>
                  <a:lnTo>
                    <a:pt x="2952" y="9025"/>
                  </a:lnTo>
                  <a:lnTo>
                    <a:pt x="0" y="3874"/>
                  </a:lnTo>
                  <a:lnTo>
                    <a:pt x="6397" y="0"/>
                  </a:lnTo>
                  <a:lnTo>
                    <a:pt x="16165" y="15024"/>
                  </a:lnTo>
                  <a:lnTo>
                    <a:pt x="23704" y="26409"/>
                  </a:lnTo>
                  <a:lnTo>
                    <a:pt x="30402" y="353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5"/>
            <p:cNvSpPr/>
            <p:nvPr/>
          </p:nvSpPr>
          <p:spPr>
            <a:xfrm>
              <a:off x="3770655" y="4580071"/>
              <a:ext cx="69674" cy="72067"/>
            </a:xfrm>
            <a:custGeom>
              <a:avLst/>
              <a:pathLst>
                <a:path w="69674" h="72067">
                  <a:moveTo>
                    <a:pt x="0" y="25562"/>
                  </a:moveTo>
                  <a:lnTo>
                    <a:pt x="43495" y="0"/>
                  </a:lnTo>
                  <a:lnTo>
                    <a:pt x="45225" y="2939"/>
                  </a:lnTo>
                  <a:lnTo>
                    <a:pt x="69674" y="45536"/>
                  </a:lnTo>
                  <a:lnTo>
                    <a:pt x="26104" y="720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6"/>
            <p:cNvSpPr/>
            <p:nvPr/>
          </p:nvSpPr>
          <p:spPr>
            <a:xfrm>
              <a:off x="3485691" y="4662419"/>
              <a:ext cx="39250" cy="33015"/>
            </a:xfrm>
            <a:custGeom>
              <a:avLst/>
              <a:pathLst>
                <a:path w="39250" h="33015">
                  <a:moveTo>
                    <a:pt x="0" y="15953"/>
                  </a:moveTo>
                  <a:lnTo>
                    <a:pt x="27812" y="0"/>
                  </a:lnTo>
                  <a:lnTo>
                    <a:pt x="39250" y="16877"/>
                  </a:lnTo>
                  <a:lnTo>
                    <a:pt x="11618" y="33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07"/>
            <p:cNvSpPr/>
            <p:nvPr/>
          </p:nvSpPr>
          <p:spPr>
            <a:xfrm>
              <a:off x="3643525" y="4814543"/>
              <a:ext cx="25245" cy="22299"/>
            </a:xfrm>
            <a:custGeom>
              <a:avLst/>
              <a:pathLst>
                <a:path w="25245" h="22299">
                  <a:moveTo>
                    <a:pt x="2049" y="5788"/>
                  </a:moveTo>
                  <a:lnTo>
                    <a:pt x="12107" y="0"/>
                  </a:lnTo>
                  <a:lnTo>
                    <a:pt x="25245" y="20484"/>
                  </a:lnTo>
                  <a:lnTo>
                    <a:pt x="22086" y="22299"/>
                  </a:lnTo>
                  <a:lnTo>
                    <a:pt x="17263" y="20314"/>
                  </a:lnTo>
                  <a:lnTo>
                    <a:pt x="10445" y="16117"/>
                  </a:lnTo>
                  <a:lnTo>
                    <a:pt x="5567" y="12714"/>
                  </a:lnTo>
                  <a:lnTo>
                    <a:pt x="2859" y="11125"/>
                  </a:lnTo>
                  <a:lnTo>
                    <a:pt x="0" y="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08"/>
            <p:cNvSpPr/>
            <p:nvPr/>
          </p:nvSpPr>
          <p:spPr>
            <a:xfrm>
              <a:off x="3561277" y="4588183"/>
              <a:ext cx="45941" cy="36896"/>
            </a:xfrm>
            <a:custGeom>
              <a:avLst/>
              <a:pathLst>
                <a:path w="45941" h="36896">
                  <a:moveTo>
                    <a:pt x="45941" y="14961"/>
                  </a:moveTo>
                  <a:lnTo>
                    <a:pt x="9688" y="36896"/>
                  </a:lnTo>
                  <a:lnTo>
                    <a:pt x="0" y="21003"/>
                  </a:lnTo>
                  <a:lnTo>
                    <a:pt x="3340" y="19119"/>
                  </a:lnTo>
                  <a:lnTo>
                    <a:pt x="372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09"/>
            <p:cNvSpPr/>
            <p:nvPr/>
          </p:nvSpPr>
          <p:spPr>
            <a:xfrm>
              <a:off x="3573497" y="4606097"/>
              <a:ext cx="43823" cy="36972"/>
            </a:xfrm>
            <a:custGeom>
              <a:avLst/>
              <a:pathLst>
                <a:path w="43823" h="36972">
                  <a:moveTo>
                    <a:pt x="43823" y="14857"/>
                  </a:moveTo>
                  <a:lnTo>
                    <a:pt x="8209" y="36972"/>
                  </a:lnTo>
                  <a:lnTo>
                    <a:pt x="0" y="21560"/>
                  </a:lnTo>
                  <a:lnTo>
                    <a:pt x="1891" y="20425"/>
                  </a:lnTo>
                  <a:lnTo>
                    <a:pt x="3590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0"/>
            <p:cNvSpPr/>
            <p:nvPr/>
          </p:nvSpPr>
          <p:spPr>
            <a:xfrm>
              <a:off x="3539629" y="4611750"/>
              <a:ext cx="37459" cy="42423"/>
            </a:xfrm>
            <a:custGeom>
              <a:avLst/>
              <a:pathLst>
                <a:path w="37459" h="42423">
                  <a:moveTo>
                    <a:pt x="37459" y="33046"/>
                  </a:moveTo>
                  <a:lnTo>
                    <a:pt x="23025" y="42423"/>
                  </a:lnTo>
                  <a:lnTo>
                    <a:pt x="0" y="10474"/>
                  </a:lnTo>
                  <a:lnTo>
                    <a:pt x="865" y="9964"/>
                  </a:lnTo>
                  <a:lnTo>
                    <a:pt x="1777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1"/>
            <p:cNvSpPr/>
            <p:nvPr/>
          </p:nvSpPr>
          <p:spPr>
            <a:xfrm>
              <a:off x="3510253" y="4622530"/>
              <a:ext cx="51150" cy="51305"/>
            </a:xfrm>
            <a:custGeom>
              <a:avLst/>
              <a:pathLst>
                <a:path w="51150" h="51305">
                  <a:moveTo>
                    <a:pt x="41498" y="19281"/>
                  </a:moveTo>
                  <a:lnTo>
                    <a:pt x="22254" y="33571"/>
                  </a:lnTo>
                  <a:lnTo>
                    <a:pt x="23542" y="34954"/>
                  </a:lnTo>
                  <a:lnTo>
                    <a:pt x="42674" y="20878"/>
                  </a:lnTo>
                  <a:lnTo>
                    <a:pt x="51150" y="32980"/>
                  </a:lnTo>
                  <a:lnTo>
                    <a:pt x="23773" y="51305"/>
                  </a:lnTo>
                  <a:lnTo>
                    <a:pt x="0" y="16847"/>
                  </a:lnTo>
                  <a:lnTo>
                    <a:pt x="1530" y="15928"/>
                  </a:lnTo>
                  <a:lnTo>
                    <a:pt x="28052" y="0"/>
                  </a:lnTo>
                  <a:lnTo>
                    <a:pt x="34428" y="9104"/>
                  </a:lnTo>
                  <a:lnTo>
                    <a:pt x="14274" y="22508"/>
                  </a:lnTo>
                  <a:lnTo>
                    <a:pt x="15303" y="24220"/>
                  </a:lnTo>
                  <a:lnTo>
                    <a:pt x="35443" y="105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2"/>
            <p:cNvSpPr/>
            <p:nvPr/>
          </p:nvSpPr>
          <p:spPr>
            <a:xfrm>
              <a:off x="3958376" y="4055715"/>
              <a:ext cx="45550" cy="56413"/>
            </a:xfrm>
            <a:custGeom>
              <a:avLst/>
              <a:pathLst>
                <a:path w="45550" h="56413">
                  <a:moveTo>
                    <a:pt x="0" y="11794"/>
                  </a:moveTo>
                  <a:lnTo>
                    <a:pt x="20131" y="0"/>
                  </a:lnTo>
                  <a:lnTo>
                    <a:pt x="45550" y="44672"/>
                  </a:lnTo>
                  <a:lnTo>
                    <a:pt x="26065" y="56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3"/>
            <p:cNvSpPr/>
            <p:nvPr/>
          </p:nvSpPr>
          <p:spPr>
            <a:xfrm>
              <a:off x="3871415" y="3795487"/>
              <a:ext cx="46686" cy="57176"/>
            </a:xfrm>
            <a:custGeom>
              <a:avLst/>
              <a:pathLst>
                <a:path w="46686" h="57176">
                  <a:moveTo>
                    <a:pt x="26585" y="57176"/>
                  </a:moveTo>
                  <a:lnTo>
                    <a:pt x="0" y="11737"/>
                  </a:lnTo>
                  <a:lnTo>
                    <a:pt x="20435" y="0"/>
                  </a:lnTo>
                  <a:lnTo>
                    <a:pt x="46686" y="45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4"/>
            <p:cNvSpPr/>
            <p:nvPr/>
          </p:nvSpPr>
          <p:spPr>
            <a:xfrm>
              <a:off x="4071161" y="3831891"/>
              <a:ext cx="56671" cy="46547"/>
            </a:xfrm>
            <a:custGeom>
              <a:avLst/>
              <a:pathLst>
                <a:path w="56671" h="46547">
                  <a:moveTo>
                    <a:pt x="0" y="26849"/>
                  </a:moveTo>
                  <a:lnTo>
                    <a:pt x="44683" y="0"/>
                  </a:lnTo>
                  <a:lnTo>
                    <a:pt x="56671" y="19299"/>
                  </a:lnTo>
                  <a:lnTo>
                    <a:pt x="11372" y="46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5"/>
            <p:cNvSpPr/>
            <p:nvPr/>
          </p:nvSpPr>
          <p:spPr>
            <a:xfrm>
              <a:off x="4049570" y="4210049"/>
              <a:ext cx="47693" cy="57954"/>
            </a:xfrm>
            <a:custGeom>
              <a:avLst/>
              <a:pathLst>
                <a:path w="47693" h="57954">
                  <a:moveTo>
                    <a:pt x="0" y="11988"/>
                  </a:moveTo>
                  <a:lnTo>
                    <a:pt x="20152" y="0"/>
                  </a:lnTo>
                  <a:lnTo>
                    <a:pt x="47693" y="45080"/>
                  </a:lnTo>
                  <a:lnTo>
                    <a:pt x="36896" y="51507"/>
                  </a:lnTo>
                  <a:lnTo>
                    <a:pt x="38363" y="50636"/>
                  </a:lnTo>
                  <a:lnTo>
                    <a:pt x="26413" y="5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6"/>
            <p:cNvSpPr/>
            <p:nvPr/>
          </p:nvSpPr>
          <p:spPr>
            <a:xfrm>
              <a:off x="3867362" y="3900479"/>
              <a:ext cx="45487" cy="56540"/>
            </a:xfrm>
            <a:custGeom>
              <a:avLst/>
              <a:pathLst>
                <a:path w="45487" h="56540">
                  <a:moveTo>
                    <a:pt x="0" y="11104"/>
                  </a:moveTo>
                  <a:lnTo>
                    <a:pt x="19018" y="0"/>
                  </a:lnTo>
                  <a:lnTo>
                    <a:pt x="45487" y="44667"/>
                  </a:lnTo>
                  <a:lnTo>
                    <a:pt x="25480" y="56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17"/>
            <p:cNvSpPr/>
            <p:nvPr/>
          </p:nvSpPr>
          <p:spPr>
            <a:xfrm>
              <a:off x="3861452" y="3834851"/>
              <a:ext cx="47585" cy="56990"/>
            </a:xfrm>
            <a:custGeom>
              <a:avLst/>
              <a:pathLst>
                <a:path w="47585" h="56990">
                  <a:moveTo>
                    <a:pt x="26636" y="56990"/>
                  </a:moveTo>
                  <a:lnTo>
                    <a:pt x="0" y="11990"/>
                  </a:lnTo>
                  <a:lnTo>
                    <a:pt x="20481" y="0"/>
                  </a:lnTo>
                  <a:lnTo>
                    <a:pt x="47585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18"/>
            <p:cNvSpPr/>
            <p:nvPr/>
          </p:nvSpPr>
          <p:spPr>
            <a:xfrm>
              <a:off x="4030981" y="3835632"/>
              <a:ext cx="47203" cy="57018"/>
            </a:xfrm>
            <a:custGeom>
              <a:avLst/>
              <a:pathLst>
                <a:path w="47203" h="57018">
                  <a:moveTo>
                    <a:pt x="0" y="11742"/>
                  </a:moveTo>
                  <a:lnTo>
                    <a:pt x="19612" y="0"/>
                  </a:lnTo>
                  <a:lnTo>
                    <a:pt x="47203" y="45422"/>
                  </a:lnTo>
                  <a:lnTo>
                    <a:pt x="27431" y="57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19"/>
            <p:cNvSpPr/>
            <p:nvPr/>
          </p:nvSpPr>
          <p:spPr>
            <a:xfrm>
              <a:off x="3966273" y="3841090"/>
              <a:ext cx="46479" cy="56630"/>
            </a:xfrm>
            <a:custGeom>
              <a:avLst/>
              <a:pathLst>
                <a:path w="46479" h="56630">
                  <a:moveTo>
                    <a:pt x="0" y="12134"/>
                  </a:moveTo>
                  <a:lnTo>
                    <a:pt x="20630" y="0"/>
                  </a:lnTo>
                  <a:lnTo>
                    <a:pt x="46479" y="44623"/>
                  </a:lnTo>
                  <a:lnTo>
                    <a:pt x="26376" y="5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0"/>
            <p:cNvSpPr/>
            <p:nvPr/>
          </p:nvSpPr>
          <p:spPr>
            <a:xfrm>
              <a:off x="3837024" y="3848646"/>
              <a:ext cx="47535" cy="57359"/>
            </a:xfrm>
            <a:custGeom>
              <a:avLst/>
              <a:pathLst>
                <a:path w="47535" h="57359">
                  <a:moveTo>
                    <a:pt x="26393" y="57359"/>
                  </a:moveTo>
                  <a:lnTo>
                    <a:pt x="0" y="12357"/>
                  </a:lnTo>
                  <a:lnTo>
                    <a:pt x="20996" y="0"/>
                  </a:lnTo>
                  <a:lnTo>
                    <a:pt x="47535" y="44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1"/>
            <p:cNvSpPr/>
            <p:nvPr/>
          </p:nvSpPr>
          <p:spPr>
            <a:xfrm>
              <a:off x="4005967" y="3851091"/>
              <a:ext cx="46222" cy="57352"/>
            </a:xfrm>
            <a:custGeom>
              <a:avLst/>
              <a:pathLst>
                <a:path w="46222" h="57352">
                  <a:moveTo>
                    <a:pt x="0" y="11255"/>
                  </a:moveTo>
                  <a:lnTo>
                    <a:pt x="19483" y="0"/>
                  </a:lnTo>
                  <a:lnTo>
                    <a:pt x="46222" y="45161"/>
                  </a:lnTo>
                  <a:lnTo>
                    <a:pt x="26193" y="5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2"/>
            <p:cNvSpPr/>
            <p:nvPr/>
          </p:nvSpPr>
          <p:spPr>
            <a:xfrm>
              <a:off x="3992707" y="4000760"/>
              <a:ext cx="47257" cy="56379"/>
            </a:xfrm>
            <a:custGeom>
              <a:avLst/>
              <a:pathLst>
                <a:path w="47257" h="56379">
                  <a:moveTo>
                    <a:pt x="47257" y="43906"/>
                  </a:moveTo>
                  <a:lnTo>
                    <a:pt x="26262" y="56379"/>
                  </a:lnTo>
                  <a:lnTo>
                    <a:pt x="13602" y="35520"/>
                  </a:lnTo>
                  <a:lnTo>
                    <a:pt x="12516" y="33731"/>
                  </a:lnTo>
                  <a:lnTo>
                    <a:pt x="716" y="14288"/>
                  </a:lnTo>
                  <a:lnTo>
                    <a:pt x="0" y="13108"/>
                  </a:lnTo>
                  <a:lnTo>
                    <a:pt x="1570" y="12155"/>
                  </a:lnTo>
                  <a:lnTo>
                    <a:pt x="21604" y="0"/>
                  </a:lnTo>
                  <a:lnTo>
                    <a:pt x="33046" y="19583"/>
                  </a:lnTo>
                  <a:lnTo>
                    <a:pt x="34735" y="22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3"/>
            <p:cNvSpPr/>
            <p:nvPr/>
          </p:nvSpPr>
          <p:spPr>
            <a:xfrm>
              <a:off x="4015960" y="3986563"/>
              <a:ext cx="48351" cy="57332"/>
            </a:xfrm>
            <a:custGeom>
              <a:avLst/>
              <a:pathLst>
                <a:path w="48351" h="57332">
                  <a:moveTo>
                    <a:pt x="48351" y="44104"/>
                  </a:moveTo>
                  <a:lnTo>
                    <a:pt x="25735" y="57332"/>
                  </a:lnTo>
                  <a:lnTo>
                    <a:pt x="13151" y="35909"/>
                  </a:lnTo>
                  <a:lnTo>
                    <a:pt x="12297" y="34456"/>
                  </a:lnTo>
                  <a:lnTo>
                    <a:pt x="0" y="13522"/>
                  </a:lnTo>
                  <a:lnTo>
                    <a:pt x="3921" y="10938"/>
                  </a:lnTo>
                  <a:lnTo>
                    <a:pt x="22449" y="0"/>
                  </a:lnTo>
                  <a:lnTo>
                    <a:pt x="34999" y="21369"/>
                  </a:lnTo>
                  <a:lnTo>
                    <a:pt x="35901" y="2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4"/>
            <p:cNvSpPr/>
            <p:nvPr/>
          </p:nvSpPr>
          <p:spPr>
            <a:xfrm>
              <a:off x="4083124" y="4154301"/>
              <a:ext cx="47248" cy="59729"/>
            </a:xfrm>
            <a:custGeom>
              <a:avLst/>
              <a:pathLst>
                <a:path w="47248" h="59729">
                  <a:moveTo>
                    <a:pt x="47248" y="48055"/>
                  </a:moveTo>
                  <a:lnTo>
                    <a:pt x="27540" y="59729"/>
                  </a:lnTo>
                  <a:lnTo>
                    <a:pt x="1448" y="14188"/>
                  </a:lnTo>
                  <a:lnTo>
                    <a:pt x="0" y="11631"/>
                  </a:lnTo>
                  <a:lnTo>
                    <a:pt x="19940" y="0"/>
                  </a:lnTo>
                  <a:lnTo>
                    <a:pt x="23516" y="6198"/>
                  </a:lnTo>
                  <a:lnTo>
                    <a:pt x="28130" y="14337"/>
                  </a:lnTo>
                  <a:lnTo>
                    <a:pt x="29204" y="16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5"/>
            <p:cNvSpPr/>
            <p:nvPr/>
          </p:nvSpPr>
          <p:spPr>
            <a:xfrm>
              <a:off x="4013140" y="3906180"/>
              <a:ext cx="56090" cy="46374"/>
            </a:xfrm>
            <a:custGeom>
              <a:avLst/>
              <a:pathLst>
                <a:path w="56090" h="46374">
                  <a:moveTo>
                    <a:pt x="56090" y="19609"/>
                  </a:moveTo>
                  <a:lnTo>
                    <a:pt x="11966" y="46374"/>
                  </a:lnTo>
                  <a:lnTo>
                    <a:pt x="0" y="26236"/>
                  </a:lnTo>
                  <a:lnTo>
                    <a:pt x="446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6"/>
            <p:cNvSpPr/>
            <p:nvPr/>
          </p:nvSpPr>
          <p:spPr>
            <a:xfrm>
              <a:off x="4073801" y="4195731"/>
              <a:ext cx="46076" cy="56643"/>
            </a:xfrm>
            <a:custGeom>
              <a:avLst/>
              <a:pathLst>
                <a:path w="46076" h="56643">
                  <a:moveTo>
                    <a:pt x="0" y="11985"/>
                  </a:moveTo>
                  <a:lnTo>
                    <a:pt x="19516" y="0"/>
                  </a:lnTo>
                  <a:lnTo>
                    <a:pt x="46076" y="45251"/>
                  </a:lnTo>
                  <a:lnTo>
                    <a:pt x="27090" y="5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27"/>
            <p:cNvSpPr/>
            <p:nvPr/>
          </p:nvSpPr>
          <p:spPr>
            <a:xfrm>
              <a:off x="4152972" y="4200029"/>
              <a:ext cx="57338" cy="47441"/>
            </a:xfrm>
            <a:custGeom>
              <a:avLst/>
              <a:pathLst>
                <a:path w="57338" h="47441">
                  <a:moveTo>
                    <a:pt x="0" y="26543"/>
                  </a:moveTo>
                  <a:lnTo>
                    <a:pt x="45090" y="0"/>
                  </a:lnTo>
                  <a:lnTo>
                    <a:pt x="57338" y="20886"/>
                  </a:lnTo>
                  <a:lnTo>
                    <a:pt x="12354" y="47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28"/>
            <p:cNvSpPr/>
            <p:nvPr/>
          </p:nvSpPr>
          <p:spPr>
            <a:xfrm>
              <a:off x="3912367" y="3805341"/>
              <a:ext cx="45696" cy="56334"/>
            </a:xfrm>
            <a:custGeom>
              <a:avLst/>
              <a:pathLst>
                <a:path w="45696" h="56334">
                  <a:moveTo>
                    <a:pt x="45696" y="44809"/>
                  </a:moveTo>
                  <a:lnTo>
                    <a:pt x="26192" y="56334"/>
                  </a:lnTo>
                  <a:lnTo>
                    <a:pt x="0" y="11628"/>
                  </a:lnTo>
                  <a:lnTo>
                    <a:pt x="193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29"/>
            <p:cNvSpPr/>
            <p:nvPr/>
          </p:nvSpPr>
          <p:spPr>
            <a:xfrm>
              <a:off x="3821926" y="3809158"/>
              <a:ext cx="57331" cy="47594"/>
            </a:xfrm>
            <a:custGeom>
              <a:avLst/>
              <a:pathLst>
                <a:path w="57331" h="47594">
                  <a:moveTo>
                    <a:pt x="12372" y="47594"/>
                  </a:moveTo>
                  <a:lnTo>
                    <a:pt x="0" y="26765"/>
                  </a:lnTo>
                  <a:lnTo>
                    <a:pt x="44604" y="0"/>
                  </a:lnTo>
                  <a:lnTo>
                    <a:pt x="57331" y="21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0"/>
            <p:cNvSpPr/>
            <p:nvPr/>
          </p:nvSpPr>
          <p:spPr>
            <a:xfrm>
              <a:off x="4112794" y="4205623"/>
              <a:ext cx="47185" cy="57084"/>
            </a:xfrm>
            <a:custGeom>
              <a:avLst/>
              <a:pathLst>
                <a:path w="47185" h="57084">
                  <a:moveTo>
                    <a:pt x="0" y="11897"/>
                  </a:moveTo>
                  <a:lnTo>
                    <a:pt x="20275" y="0"/>
                  </a:lnTo>
                  <a:lnTo>
                    <a:pt x="47185" y="45180"/>
                  </a:lnTo>
                  <a:lnTo>
                    <a:pt x="27010" y="57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1"/>
            <p:cNvSpPr/>
            <p:nvPr/>
          </p:nvSpPr>
          <p:spPr>
            <a:xfrm>
              <a:off x="4086417" y="4030802"/>
              <a:ext cx="56570" cy="47251"/>
            </a:xfrm>
            <a:custGeom>
              <a:avLst/>
              <a:pathLst>
                <a:path w="56570" h="47251">
                  <a:moveTo>
                    <a:pt x="0" y="26370"/>
                  </a:moveTo>
                  <a:lnTo>
                    <a:pt x="44383" y="0"/>
                  </a:lnTo>
                  <a:lnTo>
                    <a:pt x="56570" y="19975"/>
                  </a:lnTo>
                  <a:lnTo>
                    <a:pt x="12160" y="4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2"/>
            <p:cNvSpPr/>
            <p:nvPr/>
          </p:nvSpPr>
          <p:spPr>
            <a:xfrm>
              <a:off x="4034962" y="3730760"/>
              <a:ext cx="47622" cy="57867"/>
            </a:xfrm>
            <a:custGeom>
              <a:avLst/>
              <a:pathLst>
                <a:path w="47622" h="57867">
                  <a:moveTo>
                    <a:pt x="0" y="11975"/>
                  </a:moveTo>
                  <a:lnTo>
                    <a:pt x="20326" y="0"/>
                  </a:lnTo>
                  <a:lnTo>
                    <a:pt x="47622" y="45518"/>
                  </a:lnTo>
                  <a:lnTo>
                    <a:pt x="26910" y="57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3"/>
            <p:cNvSpPr/>
            <p:nvPr/>
          </p:nvSpPr>
          <p:spPr>
            <a:xfrm>
              <a:off x="3900187" y="3844783"/>
              <a:ext cx="47872" cy="59316"/>
            </a:xfrm>
            <a:custGeom>
              <a:avLst/>
              <a:pathLst>
                <a:path w="47872" h="59316">
                  <a:moveTo>
                    <a:pt x="47872" y="46997"/>
                  </a:moveTo>
                  <a:lnTo>
                    <a:pt x="26742" y="59316"/>
                  </a:lnTo>
                  <a:lnTo>
                    <a:pt x="14032" y="37192"/>
                  </a:lnTo>
                  <a:lnTo>
                    <a:pt x="7415" y="25673"/>
                  </a:lnTo>
                  <a:lnTo>
                    <a:pt x="0" y="12766"/>
                  </a:lnTo>
                  <a:lnTo>
                    <a:pt x="563" y="12425"/>
                  </a:lnTo>
                  <a:lnTo>
                    <a:pt x="12077" y="5467"/>
                  </a:lnTo>
                  <a:lnTo>
                    <a:pt x="17477" y="2203"/>
                  </a:lnTo>
                  <a:lnTo>
                    <a:pt x="21124" y="0"/>
                  </a:lnTo>
                  <a:lnTo>
                    <a:pt x="25430" y="7565"/>
                  </a:lnTo>
                  <a:lnTo>
                    <a:pt x="35032" y="24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4"/>
            <p:cNvSpPr/>
            <p:nvPr/>
          </p:nvSpPr>
          <p:spPr>
            <a:xfrm>
              <a:off x="4149266" y="4150931"/>
              <a:ext cx="46819" cy="56878"/>
            </a:xfrm>
            <a:custGeom>
              <a:avLst/>
              <a:pathLst>
                <a:path w="46819" h="56878">
                  <a:moveTo>
                    <a:pt x="26313" y="56878"/>
                  </a:moveTo>
                  <a:lnTo>
                    <a:pt x="0" y="12133"/>
                  </a:lnTo>
                  <a:lnTo>
                    <a:pt x="20630" y="0"/>
                  </a:lnTo>
                  <a:lnTo>
                    <a:pt x="46819" y="45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5"/>
            <p:cNvSpPr/>
            <p:nvPr/>
          </p:nvSpPr>
          <p:spPr>
            <a:xfrm>
              <a:off x="3988539" y="3935139"/>
              <a:ext cx="46346" cy="56995"/>
            </a:xfrm>
            <a:custGeom>
              <a:avLst/>
              <a:pathLst>
                <a:path w="46346" h="56995">
                  <a:moveTo>
                    <a:pt x="0" y="11892"/>
                  </a:moveTo>
                  <a:lnTo>
                    <a:pt x="19905" y="0"/>
                  </a:lnTo>
                  <a:lnTo>
                    <a:pt x="46346" y="45335"/>
                  </a:lnTo>
                  <a:lnTo>
                    <a:pt x="26424" y="56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6"/>
            <p:cNvSpPr/>
            <p:nvPr/>
          </p:nvSpPr>
          <p:spPr>
            <a:xfrm>
              <a:off x="3895698" y="3935389"/>
              <a:ext cx="56722" cy="46718"/>
            </a:xfrm>
            <a:custGeom>
              <a:avLst/>
              <a:pathLst>
                <a:path w="56722" h="46718">
                  <a:moveTo>
                    <a:pt x="0" y="26640"/>
                  </a:moveTo>
                  <a:lnTo>
                    <a:pt x="44548" y="0"/>
                  </a:lnTo>
                  <a:lnTo>
                    <a:pt x="56722" y="20374"/>
                  </a:lnTo>
                  <a:lnTo>
                    <a:pt x="11374" y="46718"/>
                  </a:lnTo>
                  <a:lnTo>
                    <a:pt x="1100" y="28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37"/>
            <p:cNvSpPr/>
            <p:nvPr/>
          </p:nvSpPr>
          <p:spPr>
            <a:xfrm>
              <a:off x="4028000" y="3945920"/>
              <a:ext cx="46546" cy="57085"/>
            </a:xfrm>
            <a:custGeom>
              <a:avLst/>
              <a:pathLst>
                <a:path w="46546" h="57085">
                  <a:moveTo>
                    <a:pt x="25992" y="57085"/>
                  </a:moveTo>
                  <a:lnTo>
                    <a:pt x="0" y="11336"/>
                  </a:lnTo>
                  <a:lnTo>
                    <a:pt x="19512" y="0"/>
                  </a:lnTo>
                  <a:lnTo>
                    <a:pt x="46546" y="44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38"/>
            <p:cNvSpPr/>
            <p:nvPr/>
          </p:nvSpPr>
          <p:spPr>
            <a:xfrm>
              <a:off x="3962857" y="3950244"/>
              <a:ext cx="46843" cy="57020"/>
            </a:xfrm>
            <a:custGeom>
              <a:avLst/>
              <a:pathLst>
                <a:path w="46843" h="57020">
                  <a:moveTo>
                    <a:pt x="0" y="12131"/>
                  </a:moveTo>
                  <a:lnTo>
                    <a:pt x="20304" y="0"/>
                  </a:lnTo>
                  <a:lnTo>
                    <a:pt x="46843" y="44973"/>
                  </a:lnTo>
                  <a:lnTo>
                    <a:pt x="26281" y="57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39"/>
            <p:cNvSpPr/>
            <p:nvPr/>
          </p:nvSpPr>
          <p:spPr>
            <a:xfrm>
              <a:off x="4041704" y="3795583"/>
              <a:ext cx="47676" cy="57318"/>
            </a:xfrm>
            <a:custGeom>
              <a:avLst/>
              <a:pathLst>
                <a:path w="47676" h="57318">
                  <a:moveTo>
                    <a:pt x="0" y="12134"/>
                  </a:moveTo>
                  <a:lnTo>
                    <a:pt x="20877" y="0"/>
                  </a:lnTo>
                  <a:lnTo>
                    <a:pt x="47676" y="45140"/>
                  </a:lnTo>
                  <a:lnTo>
                    <a:pt x="26658" y="57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0"/>
            <p:cNvSpPr/>
            <p:nvPr/>
          </p:nvSpPr>
          <p:spPr>
            <a:xfrm>
              <a:off x="3928788" y="4004832"/>
              <a:ext cx="45963" cy="56987"/>
            </a:xfrm>
            <a:custGeom>
              <a:avLst/>
              <a:pathLst>
                <a:path w="45963" h="56987">
                  <a:moveTo>
                    <a:pt x="0" y="11734"/>
                  </a:moveTo>
                  <a:lnTo>
                    <a:pt x="19685" y="0"/>
                  </a:lnTo>
                  <a:lnTo>
                    <a:pt x="45963" y="44811"/>
                  </a:lnTo>
                  <a:lnTo>
                    <a:pt x="25438" y="5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1"/>
            <p:cNvSpPr/>
            <p:nvPr/>
          </p:nvSpPr>
          <p:spPr>
            <a:xfrm>
              <a:off x="4079796" y="4075067"/>
              <a:ext cx="57390" cy="47435"/>
            </a:xfrm>
            <a:custGeom>
              <a:avLst/>
              <a:pathLst>
                <a:path w="57390" h="47435">
                  <a:moveTo>
                    <a:pt x="12670" y="47435"/>
                  </a:moveTo>
                  <a:lnTo>
                    <a:pt x="0" y="26363"/>
                  </a:lnTo>
                  <a:lnTo>
                    <a:pt x="44187" y="0"/>
                  </a:lnTo>
                  <a:lnTo>
                    <a:pt x="57390" y="20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2"/>
            <p:cNvSpPr/>
            <p:nvPr/>
          </p:nvSpPr>
          <p:spPr>
            <a:xfrm>
              <a:off x="3996534" y="3705506"/>
              <a:ext cx="58359" cy="47473"/>
            </a:xfrm>
            <a:custGeom>
              <a:avLst/>
              <a:pathLst>
                <a:path w="58359" h="47473">
                  <a:moveTo>
                    <a:pt x="58359" y="20534"/>
                  </a:moveTo>
                  <a:lnTo>
                    <a:pt x="12397" y="47473"/>
                  </a:lnTo>
                  <a:lnTo>
                    <a:pt x="0" y="26555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3"/>
            <p:cNvSpPr/>
            <p:nvPr/>
          </p:nvSpPr>
          <p:spPr>
            <a:xfrm>
              <a:off x="3898396" y="3766549"/>
              <a:ext cx="55485" cy="45078"/>
            </a:xfrm>
            <a:custGeom>
              <a:avLst/>
              <a:pathLst>
                <a:path w="55485" h="45078">
                  <a:moveTo>
                    <a:pt x="0" y="25920"/>
                  </a:moveTo>
                  <a:lnTo>
                    <a:pt x="44204" y="0"/>
                  </a:lnTo>
                  <a:lnTo>
                    <a:pt x="55485" y="19167"/>
                  </a:lnTo>
                  <a:lnTo>
                    <a:pt x="11629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4"/>
            <p:cNvSpPr/>
            <p:nvPr/>
          </p:nvSpPr>
          <p:spPr>
            <a:xfrm>
              <a:off x="3971158" y="3891007"/>
              <a:ext cx="55774" cy="46276"/>
            </a:xfrm>
            <a:custGeom>
              <a:avLst/>
              <a:pathLst>
                <a:path w="55774" h="46276">
                  <a:moveTo>
                    <a:pt x="0" y="26028"/>
                  </a:moveTo>
                  <a:lnTo>
                    <a:pt x="43856" y="0"/>
                  </a:lnTo>
                  <a:lnTo>
                    <a:pt x="55774" y="20363"/>
                  </a:lnTo>
                  <a:lnTo>
                    <a:pt x="11918" y="46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5"/>
            <p:cNvSpPr/>
            <p:nvPr/>
          </p:nvSpPr>
          <p:spPr>
            <a:xfrm>
              <a:off x="3930164" y="3896046"/>
              <a:ext cx="46810" cy="56822"/>
            </a:xfrm>
            <a:custGeom>
              <a:avLst/>
              <a:pathLst>
                <a:path w="46810" h="56822">
                  <a:moveTo>
                    <a:pt x="0" y="11866"/>
                  </a:moveTo>
                  <a:lnTo>
                    <a:pt x="19979" y="0"/>
                  </a:lnTo>
                  <a:lnTo>
                    <a:pt x="46810" y="44531"/>
                  </a:lnTo>
                  <a:lnTo>
                    <a:pt x="26475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6"/>
            <p:cNvSpPr/>
            <p:nvPr/>
          </p:nvSpPr>
          <p:spPr>
            <a:xfrm>
              <a:off x="4119315" y="4100462"/>
              <a:ext cx="48425" cy="58431"/>
            </a:xfrm>
            <a:custGeom>
              <a:avLst/>
              <a:pathLst>
                <a:path w="48425" h="58431">
                  <a:moveTo>
                    <a:pt x="0" y="11922"/>
                  </a:moveTo>
                  <a:lnTo>
                    <a:pt x="21172" y="0"/>
                  </a:lnTo>
                  <a:lnTo>
                    <a:pt x="48425" y="46808"/>
                  </a:lnTo>
                  <a:lnTo>
                    <a:pt x="27615" y="58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47"/>
            <p:cNvSpPr/>
            <p:nvPr/>
          </p:nvSpPr>
          <p:spPr>
            <a:xfrm>
              <a:off x="4021861" y="4051260"/>
              <a:ext cx="45873" cy="56421"/>
            </a:xfrm>
            <a:custGeom>
              <a:avLst/>
              <a:pathLst>
                <a:path w="45873" h="56421">
                  <a:moveTo>
                    <a:pt x="0" y="11626"/>
                  </a:moveTo>
                  <a:lnTo>
                    <a:pt x="19753" y="0"/>
                  </a:lnTo>
                  <a:lnTo>
                    <a:pt x="45873" y="44749"/>
                  </a:lnTo>
                  <a:lnTo>
                    <a:pt x="26216" y="5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48"/>
            <p:cNvSpPr/>
            <p:nvPr/>
          </p:nvSpPr>
          <p:spPr>
            <a:xfrm>
              <a:off x="4011951" y="3744966"/>
              <a:ext cx="46726" cy="57240"/>
            </a:xfrm>
            <a:custGeom>
              <a:avLst/>
              <a:pathLst>
                <a:path w="46726" h="57240">
                  <a:moveTo>
                    <a:pt x="46726" y="45512"/>
                  </a:moveTo>
                  <a:lnTo>
                    <a:pt x="26783" y="57240"/>
                  </a:lnTo>
                  <a:lnTo>
                    <a:pt x="0" y="11349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49"/>
            <p:cNvSpPr/>
            <p:nvPr/>
          </p:nvSpPr>
          <p:spPr>
            <a:xfrm>
              <a:off x="3946688" y="3750898"/>
              <a:ext cx="46889" cy="56849"/>
            </a:xfrm>
            <a:custGeom>
              <a:avLst/>
              <a:pathLst>
                <a:path w="46889" h="56849">
                  <a:moveTo>
                    <a:pt x="0" y="11860"/>
                  </a:moveTo>
                  <a:lnTo>
                    <a:pt x="20557" y="0"/>
                  </a:lnTo>
                  <a:lnTo>
                    <a:pt x="46889" y="44715"/>
                  </a:lnTo>
                  <a:lnTo>
                    <a:pt x="26382" y="56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0"/>
            <p:cNvSpPr/>
            <p:nvPr/>
          </p:nvSpPr>
          <p:spPr>
            <a:xfrm>
              <a:off x="4050878" y="3930380"/>
              <a:ext cx="48188" cy="58241"/>
            </a:xfrm>
            <a:custGeom>
              <a:avLst/>
              <a:pathLst>
                <a:path w="48188" h="58241">
                  <a:moveTo>
                    <a:pt x="27194" y="58241"/>
                  </a:moveTo>
                  <a:lnTo>
                    <a:pt x="0" y="12119"/>
                  </a:lnTo>
                  <a:lnTo>
                    <a:pt x="21001" y="0"/>
                  </a:lnTo>
                  <a:lnTo>
                    <a:pt x="48188" y="45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1"/>
            <p:cNvSpPr/>
            <p:nvPr/>
          </p:nvSpPr>
          <p:spPr>
            <a:xfrm>
              <a:off x="3987185" y="4090189"/>
              <a:ext cx="56195" cy="47144"/>
            </a:xfrm>
            <a:custGeom>
              <a:avLst/>
              <a:pathLst>
                <a:path w="56195" h="47144">
                  <a:moveTo>
                    <a:pt x="0" y="26695"/>
                  </a:moveTo>
                  <a:lnTo>
                    <a:pt x="44711" y="0"/>
                  </a:lnTo>
                  <a:lnTo>
                    <a:pt x="56195" y="20246"/>
                  </a:lnTo>
                  <a:lnTo>
                    <a:pt x="11786" y="47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2"/>
            <p:cNvSpPr/>
            <p:nvPr/>
          </p:nvSpPr>
          <p:spPr>
            <a:xfrm>
              <a:off x="4019385" y="4158937"/>
              <a:ext cx="47122" cy="57898"/>
            </a:xfrm>
            <a:custGeom>
              <a:avLst/>
              <a:pathLst>
                <a:path w="47122" h="57898">
                  <a:moveTo>
                    <a:pt x="0" y="11915"/>
                  </a:moveTo>
                  <a:lnTo>
                    <a:pt x="20052" y="0"/>
                  </a:lnTo>
                  <a:lnTo>
                    <a:pt x="47122" y="45581"/>
                  </a:lnTo>
                  <a:lnTo>
                    <a:pt x="26764" y="57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3"/>
            <p:cNvSpPr/>
            <p:nvPr/>
          </p:nvSpPr>
          <p:spPr>
            <a:xfrm>
              <a:off x="4078614" y="4244813"/>
              <a:ext cx="56960" cy="47382"/>
            </a:xfrm>
            <a:custGeom>
              <a:avLst/>
              <a:pathLst>
                <a:path w="56960" h="47382">
                  <a:moveTo>
                    <a:pt x="0" y="26621"/>
                  </a:moveTo>
                  <a:lnTo>
                    <a:pt x="44487" y="0"/>
                  </a:lnTo>
                  <a:lnTo>
                    <a:pt x="56960" y="20619"/>
                  </a:lnTo>
                  <a:lnTo>
                    <a:pt x="12194" y="47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4"/>
            <p:cNvSpPr/>
            <p:nvPr/>
          </p:nvSpPr>
          <p:spPr>
            <a:xfrm>
              <a:off x="3913115" y="3965329"/>
              <a:ext cx="57477" cy="47158"/>
            </a:xfrm>
            <a:custGeom>
              <a:avLst/>
              <a:pathLst>
                <a:path w="57477" h="47158">
                  <a:moveTo>
                    <a:pt x="57477" y="19548"/>
                  </a:moveTo>
                  <a:lnTo>
                    <a:pt x="11547" y="47158"/>
                  </a:lnTo>
                  <a:lnTo>
                    <a:pt x="0" y="27048"/>
                  </a:lnTo>
                  <a:lnTo>
                    <a:pt x="460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5"/>
            <p:cNvSpPr/>
            <p:nvPr/>
          </p:nvSpPr>
          <p:spPr>
            <a:xfrm>
              <a:off x="4047016" y="4036046"/>
              <a:ext cx="46475" cy="56606"/>
            </a:xfrm>
            <a:custGeom>
              <a:avLst/>
              <a:pathLst>
                <a:path w="46475" h="56606">
                  <a:moveTo>
                    <a:pt x="0" y="11641"/>
                  </a:moveTo>
                  <a:lnTo>
                    <a:pt x="20167" y="0"/>
                  </a:lnTo>
                  <a:lnTo>
                    <a:pt x="46475" y="44841"/>
                  </a:lnTo>
                  <a:lnTo>
                    <a:pt x="26668" y="56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6"/>
            <p:cNvSpPr/>
            <p:nvPr/>
          </p:nvSpPr>
          <p:spPr>
            <a:xfrm>
              <a:off x="3983128" y="4041463"/>
              <a:ext cx="45405" cy="55709"/>
            </a:xfrm>
            <a:custGeom>
              <a:avLst/>
              <a:pathLst>
                <a:path w="45405" h="55709">
                  <a:moveTo>
                    <a:pt x="18474" y="601"/>
                  </a:moveTo>
                  <a:lnTo>
                    <a:pt x="19671" y="0"/>
                  </a:lnTo>
                  <a:lnTo>
                    <a:pt x="45405" y="44168"/>
                  </a:lnTo>
                  <a:lnTo>
                    <a:pt x="42670" y="45886"/>
                  </a:lnTo>
                  <a:lnTo>
                    <a:pt x="25592" y="55709"/>
                  </a:lnTo>
                  <a:lnTo>
                    <a:pt x="0" y="11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57"/>
            <p:cNvSpPr/>
            <p:nvPr/>
          </p:nvSpPr>
          <p:spPr>
            <a:xfrm>
              <a:off x="4053454" y="4105382"/>
              <a:ext cx="47020" cy="56437"/>
            </a:xfrm>
            <a:custGeom>
              <a:avLst/>
              <a:pathLst>
                <a:path w="47020" h="56437">
                  <a:moveTo>
                    <a:pt x="0" y="11872"/>
                  </a:moveTo>
                  <a:lnTo>
                    <a:pt x="20358" y="0"/>
                  </a:lnTo>
                  <a:lnTo>
                    <a:pt x="47020" y="44822"/>
                  </a:lnTo>
                  <a:lnTo>
                    <a:pt x="26762" y="56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58"/>
            <p:cNvSpPr/>
            <p:nvPr/>
          </p:nvSpPr>
          <p:spPr>
            <a:xfrm>
              <a:off x="4043993" y="4144188"/>
              <a:ext cx="46990" cy="58534"/>
            </a:xfrm>
            <a:custGeom>
              <a:avLst/>
              <a:pathLst>
                <a:path w="46990" h="58534">
                  <a:moveTo>
                    <a:pt x="46990" y="45983"/>
                  </a:moveTo>
                  <a:lnTo>
                    <a:pt x="26729" y="58534"/>
                  </a:lnTo>
                  <a:lnTo>
                    <a:pt x="0" y="12429"/>
                  </a:lnTo>
                  <a:lnTo>
                    <a:pt x="202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59"/>
            <p:cNvSpPr/>
            <p:nvPr/>
          </p:nvSpPr>
          <p:spPr>
            <a:xfrm>
              <a:off x="4066039" y="3781295"/>
              <a:ext cx="47077" cy="57658"/>
            </a:xfrm>
            <a:custGeom>
              <a:avLst/>
              <a:pathLst>
                <a:path w="47077" h="57658">
                  <a:moveTo>
                    <a:pt x="0" y="11883"/>
                  </a:moveTo>
                  <a:lnTo>
                    <a:pt x="20070" y="0"/>
                  </a:lnTo>
                  <a:lnTo>
                    <a:pt x="47077" y="45677"/>
                  </a:lnTo>
                  <a:lnTo>
                    <a:pt x="27127" y="57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0"/>
            <p:cNvSpPr/>
            <p:nvPr/>
          </p:nvSpPr>
          <p:spPr>
            <a:xfrm>
              <a:off x="4094265" y="4114615"/>
              <a:ext cx="47051" cy="57099"/>
            </a:xfrm>
            <a:custGeom>
              <a:avLst/>
              <a:pathLst>
                <a:path w="47051" h="57099">
                  <a:moveTo>
                    <a:pt x="0" y="12319"/>
                  </a:moveTo>
                  <a:lnTo>
                    <a:pt x="20472" y="0"/>
                  </a:lnTo>
                  <a:lnTo>
                    <a:pt x="47051" y="44941"/>
                  </a:lnTo>
                  <a:lnTo>
                    <a:pt x="25800" y="57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1"/>
            <p:cNvSpPr/>
            <p:nvPr/>
          </p:nvSpPr>
          <p:spPr>
            <a:xfrm>
              <a:off x="4005434" y="4120845"/>
              <a:ext cx="55583" cy="46180"/>
            </a:xfrm>
            <a:custGeom>
              <a:avLst/>
              <a:pathLst>
                <a:path w="55583" h="46180">
                  <a:moveTo>
                    <a:pt x="0" y="25979"/>
                  </a:moveTo>
                  <a:lnTo>
                    <a:pt x="43767" y="0"/>
                  </a:lnTo>
                  <a:lnTo>
                    <a:pt x="55583" y="20012"/>
                  </a:lnTo>
                  <a:lnTo>
                    <a:pt x="11722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2"/>
            <p:cNvSpPr/>
            <p:nvPr/>
          </p:nvSpPr>
          <p:spPr>
            <a:xfrm>
              <a:off x="3936216" y="3790393"/>
              <a:ext cx="46807" cy="56865"/>
            </a:xfrm>
            <a:custGeom>
              <a:avLst/>
              <a:pathLst>
                <a:path w="46807" h="56865">
                  <a:moveTo>
                    <a:pt x="46807" y="44690"/>
                  </a:moveTo>
                  <a:lnTo>
                    <a:pt x="26206" y="56865"/>
                  </a:lnTo>
                  <a:lnTo>
                    <a:pt x="0" y="12133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3"/>
            <p:cNvSpPr/>
            <p:nvPr/>
          </p:nvSpPr>
          <p:spPr>
            <a:xfrm>
              <a:off x="4125231" y="4166297"/>
              <a:ext cx="45708" cy="56120"/>
            </a:xfrm>
            <a:custGeom>
              <a:avLst/>
              <a:pathLst>
                <a:path w="45708" h="56120">
                  <a:moveTo>
                    <a:pt x="25942" y="56120"/>
                  </a:moveTo>
                  <a:lnTo>
                    <a:pt x="0" y="11502"/>
                  </a:lnTo>
                  <a:lnTo>
                    <a:pt x="19395" y="0"/>
                  </a:lnTo>
                  <a:lnTo>
                    <a:pt x="45708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4"/>
            <p:cNvSpPr/>
            <p:nvPr/>
          </p:nvSpPr>
          <p:spPr>
            <a:xfrm>
              <a:off x="3941598" y="3856423"/>
              <a:ext cx="45678" cy="56028"/>
            </a:xfrm>
            <a:custGeom>
              <a:avLst/>
              <a:pathLst>
                <a:path w="45678" h="56028">
                  <a:moveTo>
                    <a:pt x="0" y="11628"/>
                  </a:moveTo>
                  <a:lnTo>
                    <a:pt x="19518" y="0"/>
                  </a:lnTo>
                  <a:lnTo>
                    <a:pt x="45678" y="44711"/>
                  </a:lnTo>
                  <a:lnTo>
                    <a:pt x="26428" y="56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5"/>
            <p:cNvSpPr/>
            <p:nvPr/>
          </p:nvSpPr>
          <p:spPr>
            <a:xfrm>
              <a:off x="4064322" y="3862069"/>
              <a:ext cx="154045" cy="185315"/>
            </a:xfrm>
            <a:custGeom>
              <a:avLst/>
              <a:pathLst>
                <a:path w="154045" h="185315">
                  <a:moveTo>
                    <a:pt x="0" y="40818"/>
                  </a:moveTo>
                  <a:lnTo>
                    <a:pt x="68553" y="0"/>
                  </a:lnTo>
                  <a:lnTo>
                    <a:pt x="154045" y="144697"/>
                  </a:lnTo>
                  <a:lnTo>
                    <a:pt x="85269" y="185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6"/>
            <p:cNvSpPr/>
            <p:nvPr/>
          </p:nvSpPr>
          <p:spPr>
            <a:xfrm>
              <a:off x="3891322" y="3885854"/>
              <a:ext cx="46727" cy="56548"/>
            </a:xfrm>
            <a:custGeom>
              <a:avLst/>
              <a:pathLst>
                <a:path w="46727" h="56548">
                  <a:moveTo>
                    <a:pt x="0" y="12396"/>
                  </a:moveTo>
                  <a:lnTo>
                    <a:pt x="20107" y="0"/>
                  </a:lnTo>
                  <a:lnTo>
                    <a:pt x="46727" y="44373"/>
                  </a:lnTo>
                  <a:lnTo>
                    <a:pt x="26745" y="56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67"/>
            <p:cNvSpPr/>
            <p:nvPr/>
          </p:nvSpPr>
          <p:spPr>
            <a:xfrm>
              <a:off x="4081671" y="3982279"/>
              <a:ext cx="46326" cy="56121"/>
            </a:xfrm>
            <a:custGeom>
              <a:avLst/>
              <a:pathLst>
                <a:path w="46326" h="56121">
                  <a:moveTo>
                    <a:pt x="26560" y="56121"/>
                  </a:moveTo>
                  <a:lnTo>
                    <a:pt x="0" y="11502"/>
                  </a:lnTo>
                  <a:lnTo>
                    <a:pt x="19889" y="0"/>
                  </a:lnTo>
                  <a:lnTo>
                    <a:pt x="46326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68"/>
            <p:cNvSpPr/>
            <p:nvPr/>
          </p:nvSpPr>
          <p:spPr>
            <a:xfrm>
              <a:off x="3953169" y="3989941"/>
              <a:ext cx="45424" cy="56937"/>
            </a:xfrm>
            <a:custGeom>
              <a:avLst/>
              <a:pathLst>
                <a:path w="45424" h="56937">
                  <a:moveTo>
                    <a:pt x="19730" y="0"/>
                  </a:moveTo>
                  <a:lnTo>
                    <a:pt x="45424" y="45055"/>
                  </a:lnTo>
                  <a:lnTo>
                    <a:pt x="25487" y="56937"/>
                  </a:lnTo>
                  <a:lnTo>
                    <a:pt x="541" y="13089"/>
                  </a:lnTo>
                  <a:lnTo>
                    <a:pt x="0" y="12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69"/>
            <p:cNvSpPr/>
            <p:nvPr/>
          </p:nvSpPr>
          <p:spPr>
            <a:xfrm>
              <a:off x="4058039" y="3996057"/>
              <a:ext cx="46240" cy="56890"/>
            </a:xfrm>
            <a:custGeom>
              <a:avLst/>
              <a:pathLst>
                <a:path w="46240" h="56890">
                  <a:moveTo>
                    <a:pt x="0" y="12033"/>
                  </a:moveTo>
                  <a:lnTo>
                    <a:pt x="19679" y="0"/>
                  </a:lnTo>
                  <a:lnTo>
                    <a:pt x="46240" y="44745"/>
                  </a:lnTo>
                  <a:lnTo>
                    <a:pt x="25940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0"/>
            <p:cNvSpPr/>
            <p:nvPr/>
          </p:nvSpPr>
          <p:spPr>
            <a:xfrm>
              <a:off x="3972723" y="3735379"/>
              <a:ext cx="45904" cy="56925"/>
            </a:xfrm>
            <a:custGeom>
              <a:avLst/>
              <a:pathLst>
                <a:path w="45904" h="56925">
                  <a:moveTo>
                    <a:pt x="0" y="11461"/>
                  </a:moveTo>
                  <a:lnTo>
                    <a:pt x="19363" y="0"/>
                  </a:lnTo>
                  <a:lnTo>
                    <a:pt x="45904" y="44972"/>
                  </a:lnTo>
                  <a:lnTo>
                    <a:pt x="26285" y="56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1"/>
            <p:cNvSpPr/>
            <p:nvPr/>
          </p:nvSpPr>
          <p:spPr>
            <a:xfrm>
              <a:off x="3977340" y="3800525"/>
              <a:ext cx="48870" cy="57996"/>
            </a:xfrm>
            <a:custGeom>
              <a:avLst/>
              <a:pathLst>
                <a:path w="48870" h="57996">
                  <a:moveTo>
                    <a:pt x="21840" y="0"/>
                  </a:moveTo>
                  <a:lnTo>
                    <a:pt x="48870" y="45149"/>
                  </a:lnTo>
                  <a:lnTo>
                    <a:pt x="26326" y="57996"/>
                  </a:lnTo>
                  <a:lnTo>
                    <a:pt x="0" y="13351"/>
                  </a:lnTo>
                  <a:lnTo>
                    <a:pt x="19875" y="1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2"/>
            <p:cNvSpPr/>
            <p:nvPr/>
          </p:nvSpPr>
          <p:spPr>
            <a:xfrm>
              <a:off x="4000006" y="3786222"/>
              <a:ext cx="49862" cy="59156"/>
            </a:xfrm>
            <a:custGeom>
              <a:avLst/>
              <a:pathLst>
                <a:path w="49862" h="59156">
                  <a:moveTo>
                    <a:pt x="22808" y="0"/>
                  </a:moveTo>
                  <a:lnTo>
                    <a:pt x="49862" y="45755"/>
                  </a:lnTo>
                  <a:lnTo>
                    <a:pt x="27077" y="59156"/>
                  </a:lnTo>
                  <a:lnTo>
                    <a:pt x="0" y="13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3"/>
            <p:cNvSpPr/>
            <p:nvPr/>
          </p:nvSpPr>
          <p:spPr>
            <a:xfrm>
              <a:off x="3763347" y="4470083"/>
              <a:ext cx="62856" cy="52972"/>
            </a:xfrm>
            <a:custGeom>
              <a:avLst/>
              <a:pathLst>
                <a:path w="62856" h="52972">
                  <a:moveTo>
                    <a:pt x="0" y="28384"/>
                  </a:moveTo>
                  <a:lnTo>
                    <a:pt x="48575" y="0"/>
                  </a:lnTo>
                  <a:lnTo>
                    <a:pt x="62856" y="24088"/>
                  </a:lnTo>
                  <a:lnTo>
                    <a:pt x="61737" y="24747"/>
                  </a:lnTo>
                  <a:lnTo>
                    <a:pt x="13763" y="52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4"/>
            <p:cNvSpPr/>
            <p:nvPr/>
          </p:nvSpPr>
          <p:spPr>
            <a:xfrm>
              <a:off x="3950930" y="4219245"/>
              <a:ext cx="56010" cy="46129"/>
            </a:xfrm>
            <a:custGeom>
              <a:avLst/>
              <a:pathLst>
                <a:path w="56010" h="46129">
                  <a:moveTo>
                    <a:pt x="0" y="26134"/>
                  </a:moveTo>
                  <a:lnTo>
                    <a:pt x="44169" y="0"/>
                  </a:lnTo>
                  <a:lnTo>
                    <a:pt x="56010" y="19949"/>
                  </a:lnTo>
                  <a:lnTo>
                    <a:pt x="11701" y="46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5"/>
            <p:cNvSpPr/>
            <p:nvPr/>
          </p:nvSpPr>
          <p:spPr>
            <a:xfrm>
              <a:off x="3965741" y="4244609"/>
              <a:ext cx="56747" cy="46611"/>
            </a:xfrm>
            <a:custGeom>
              <a:avLst/>
              <a:pathLst>
                <a:path w="56747" h="46611">
                  <a:moveTo>
                    <a:pt x="0" y="25634"/>
                  </a:moveTo>
                  <a:lnTo>
                    <a:pt x="44628" y="0"/>
                  </a:lnTo>
                  <a:lnTo>
                    <a:pt x="56747" y="20628"/>
                  </a:lnTo>
                  <a:lnTo>
                    <a:pt x="12157" y="4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6"/>
            <p:cNvSpPr/>
            <p:nvPr/>
          </p:nvSpPr>
          <p:spPr>
            <a:xfrm>
              <a:off x="3835511" y="4252706"/>
              <a:ext cx="56614" cy="45748"/>
            </a:xfrm>
            <a:custGeom>
              <a:avLst/>
              <a:pathLst>
                <a:path w="56614" h="45748">
                  <a:moveTo>
                    <a:pt x="11859" y="45748"/>
                  </a:moveTo>
                  <a:lnTo>
                    <a:pt x="0" y="25777"/>
                  </a:lnTo>
                  <a:lnTo>
                    <a:pt x="44498" y="0"/>
                  </a:lnTo>
                  <a:lnTo>
                    <a:pt x="56614" y="19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77"/>
            <p:cNvSpPr/>
            <p:nvPr/>
          </p:nvSpPr>
          <p:spPr>
            <a:xfrm>
              <a:off x="3771005" y="4257563"/>
              <a:ext cx="55727" cy="45480"/>
            </a:xfrm>
            <a:custGeom>
              <a:avLst/>
              <a:pathLst>
                <a:path w="55727" h="45480">
                  <a:moveTo>
                    <a:pt x="0" y="25674"/>
                  </a:moveTo>
                  <a:lnTo>
                    <a:pt x="44001" y="0"/>
                  </a:lnTo>
                  <a:lnTo>
                    <a:pt x="55727" y="19566"/>
                  </a:lnTo>
                  <a:lnTo>
                    <a:pt x="11482" y="45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78"/>
            <p:cNvSpPr/>
            <p:nvPr/>
          </p:nvSpPr>
          <p:spPr>
            <a:xfrm>
              <a:off x="3715016" y="4425279"/>
              <a:ext cx="55444" cy="45827"/>
            </a:xfrm>
            <a:custGeom>
              <a:avLst/>
              <a:pathLst>
                <a:path w="55444" h="45827">
                  <a:moveTo>
                    <a:pt x="0" y="25377"/>
                  </a:moveTo>
                  <a:lnTo>
                    <a:pt x="44247" y="0"/>
                  </a:lnTo>
                  <a:lnTo>
                    <a:pt x="55444" y="19710"/>
                  </a:lnTo>
                  <a:lnTo>
                    <a:pt x="11678" y="4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79"/>
            <p:cNvSpPr/>
            <p:nvPr/>
          </p:nvSpPr>
          <p:spPr>
            <a:xfrm>
              <a:off x="3624973" y="4443576"/>
              <a:ext cx="56490" cy="46199"/>
            </a:xfrm>
            <a:custGeom>
              <a:avLst/>
              <a:pathLst>
                <a:path w="56490" h="46199">
                  <a:moveTo>
                    <a:pt x="0" y="25894"/>
                  </a:moveTo>
                  <a:lnTo>
                    <a:pt x="44802" y="0"/>
                  </a:lnTo>
                  <a:lnTo>
                    <a:pt x="56490" y="20021"/>
                  </a:lnTo>
                  <a:lnTo>
                    <a:pt x="11716" y="46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0"/>
            <p:cNvSpPr/>
            <p:nvPr/>
          </p:nvSpPr>
          <p:spPr>
            <a:xfrm>
              <a:off x="3874744" y="4262075"/>
              <a:ext cx="56926" cy="47287"/>
            </a:xfrm>
            <a:custGeom>
              <a:avLst/>
              <a:pathLst>
                <a:path w="56926" h="47287">
                  <a:moveTo>
                    <a:pt x="56926" y="19867"/>
                  </a:moveTo>
                  <a:lnTo>
                    <a:pt x="11510" y="47287"/>
                  </a:lnTo>
                  <a:lnTo>
                    <a:pt x="0" y="27163"/>
                  </a:lnTo>
                  <a:lnTo>
                    <a:pt x="450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1"/>
            <p:cNvSpPr/>
            <p:nvPr/>
          </p:nvSpPr>
          <p:spPr>
            <a:xfrm>
              <a:off x="3821345" y="4227323"/>
              <a:ext cx="56461" cy="46445"/>
            </a:xfrm>
            <a:custGeom>
              <a:avLst/>
              <a:pathLst>
                <a:path w="56461" h="46445">
                  <a:moveTo>
                    <a:pt x="12382" y="46445"/>
                  </a:moveTo>
                  <a:lnTo>
                    <a:pt x="0" y="26079"/>
                  </a:lnTo>
                  <a:lnTo>
                    <a:pt x="42990" y="672"/>
                  </a:lnTo>
                  <a:lnTo>
                    <a:pt x="44225" y="0"/>
                  </a:lnTo>
                  <a:lnTo>
                    <a:pt x="55049" y="18209"/>
                  </a:lnTo>
                  <a:lnTo>
                    <a:pt x="56253" y="20269"/>
                  </a:lnTo>
                  <a:lnTo>
                    <a:pt x="56461" y="20626"/>
                  </a:lnTo>
                  <a:lnTo>
                    <a:pt x="53841" y="22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2"/>
            <p:cNvSpPr/>
            <p:nvPr/>
          </p:nvSpPr>
          <p:spPr>
            <a:xfrm>
              <a:off x="3894866" y="4353534"/>
              <a:ext cx="55585" cy="45516"/>
            </a:xfrm>
            <a:custGeom>
              <a:avLst/>
              <a:pathLst>
                <a:path w="55585" h="45516">
                  <a:moveTo>
                    <a:pt x="0" y="25639"/>
                  </a:moveTo>
                  <a:lnTo>
                    <a:pt x="43871" y="0"/>
                  </a:lnTo>
                  <a:lnTo>
                    <a:pt x="55585" y="19278"/>
                  </a:lnTo>
                  <a:lnTo>
                    <a:pt x="11492" y="45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3"/>
            <p:cNvSpPr/>
            <p:nvPr/>
          </p:nvSpPr>
          <p:spPr>
            <a:xfrm>
              <a:off x="3828946" y="4358615"/>
              <a:ext cx="56706" cy="44580"/>
            </a:xfrm>
            <a:custGeom>
              <a:avLst/>
              <a:pathLst>
                <a:path w="56706" h="44580">
                  <a:moveTo>
                    <a:pt x="11513" y="44580"/>
                  </a:moveTo>
                  <a:lnTo>
                    <a:pt x="0" y="24869"/>
                  </a:lnTo>
                  <a:lnTo>
                    <a:pt x="44924" y="0"/>
                  </a:lnTo>
                  <a:lnTo>
                    <a:pt x="56706" y="19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4"/>
            <p:cNvSpPr/>
            <p:nvPr/>
          </p:nvSpPr>
          <p:spPr>
            <a:xfrm>
              <a:off x="3710060" y="4359654"/>
              <a:ext cx="56287" cy="45626"/>
            </a:xfrm>
            <a:custGeom>
              <a:avLst/>
              <a:pathLst>
                <a:path w="56287" h="45626">
                  <a:moveTo>
                    <a:pt x="56287" y="19402"/>
                  </a:moveTo>
                  <a:lnTo>
                    <a:pt x="11215" y="45626"/>
                  </a:lnTo>
                  <a:lnTo>
                    <a:pt x="0" y="26409"/>
                  </a:lnTo>
                  <a:lnTo>
                    <a:pt x="446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5"/>
            <p:cNvSpPr/>
            <p:nvPr/>
          </p:nvSpPr>
          <p:spPr>
            <a:xfrm>
              <a:off x="3620365" y="4378459"/>
              <a:ext cx="56401" cy="46012"/>
            </a:xfrm>
            <a:custGeom>
              <a:avLst/>
              <a:pathLst>
                <a:path w="56401" h="46012">
                  <a:moveTo>
                    <a:pt x="0" y="26072"/>
                  </a:moveTo>
                  <a:lnTo>
                    <a:pt x="44569" y="0"/>
                  </a:lnTo>
                  <a:lnTo>
                    <a:pt x="56401" y="20238"/>
                  </a:lnTo>
                  <a:lnTo>
                    <a:pt x="11468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6"/>
            <p:cNvSpPr/>
            <p:nvPr/>
          </p:nvSpPr>
          <p:spPr>
            <a:xfrm>
              <a:off x="3581436" y="4382452"/>
              <a:ext cx="45135" cy="56636"/>
            </a:xfrm>
            <a:custGeom>
              <a:avLst/>
              <a:pathLst>
                <a:path w="45135" h="56636">
                  <a:moveTo>
                    <a:pt x="0" y="11641"/>
                  </a:moveTo>
                  <a:lnTo>
                    <a:pt x="19540" y="0"/>
                  </a:lnTo>
                  <a:lnTo>
                    <a:pt x="45135" y="45161"/>
                  </a:lnTo>
                  <a:lnTo>
                    <a:pt x="25240" y="56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87"/>
            <p:cNvSpPr/>
            <p:nvPr/>
          </p:nvSpPr>
          <p:spPr>
            <a:xfrm>
              <a:off x="3879906" y="4328318"/>
              <a:ext cx="54903" cy="45365"/>
            </a:xfrm>
            <a:custGeom>
              <a:avLst/>
              <a:pathLst>
                <a:path w="54903" h="45365">
                  <a:moveTo>
                    <a:pt x="12100" y="45365"/>
                  </a:moveTo>
                  <a:lnTo>
                    <a:pt x="0" y="25593"/>
                  </a:lnTo>
                  <a:lnTo>
                    <a:pt x="44970" y="0"/>
                  </a:lnTo>
                  <a:lnTo>
                    <a:pt x="54903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88"/>
            <p:cNvSpPr/>
            <p:nvPr/>
          </p:nvSpPr>
          <p:spPr>
            <a:xfrm>
              <a:off x="3606505" y="4353503"/>
              <a:ext cx="56495" cy="45713"/>
            </a:xfrm>
            <a:custGeom>
              <a:avLst/>
              <a:pathLst>
                <a:path w="56495" h="45713">
                  <a:moveTo>
                    <a:pt x="0" y="25973"/>
                  </a:moveTo>
                  <a:lnTo>
                    <a:pt x="44936" y="0"/>
                  </a:lnTo>
                  <a:lnTo>
                    <a:pt x="56495" y="19480"/>
                  </a:lnTo>
                  <a:lnTo>
                    <a:pt x="12857" y="44804"/>
                  </a:lnTo>
                  <a:lnTo>
                    <a:pt x="11169" y="4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89"/>
            <p:cNvSpPr/>
            <p:nvPr/>
          </p:nvSpPr>
          <p:spPr>
            <a:xfrm>
              <a:off x="3790295" y="4347627"/>
              <a:ext cx="56528" cy="45649"/>
            </a:xfrm>
            <a:custGeom>
              <a:avLst/>
              <a:pathLst>
                <a:path w="56528" h="45649">
                  <a:moveTo>
                    <a:pt x="0" y="25599"/>
                  </a:moveTo>
                  <a:lnTo>
                    <a:pt x="44970" y="0"/>
                  </a:lnTo>
                  <a:lnTo>
                    <a:pt x="56528" y="20203"/>
                  </a:lnTo>
                  <a:lnTo>
                    <a:pt x="11377" y="45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0"/>
            <p:cNvSpPr/>
            <p:nvPr/>
          </p:nvSpPr>
          <p:spPr>
            <a:xfrm>
              <a:off x="3671888" y="4349786"/>
              <a:ext cx="54683" cy="45091"/>
            </a:xfrm>
            <a:custGeom>
              <a:avLst/>
              <a:pathLst>
                <a:path w="54683" h="45091">
                  <a:moveTo>
                    <a:pt x="0" y="25639"/>
                  </a:moveTo>
                  <a:lnTo>
                    <a:pt x="43344" y="0"/>
                  </a:lnTo>
                  <a:lnTo>
                    <a:pt x="54683" y="19253"/>
                  </a:lnTo>
                  <a:lnTo>
                    <a:pt x="10895" y="4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1"/>
            <p:cNvSpPr/>
            <p:nvPr/>
          </p:nvSpPr>
          <p:spPr>
            <a:xfrm>
              <a:off x="3869850" y="4211741"/>
              <a:ext cx="47684" cy="57890"/>
            </a:xfrm>
            <a:custGeom>
              <a:avLst/>
              <a:pathLst>
                <a:path w="47684" h="57890">
                  <a:moveTo>
                    <a:pt x="26807" y="57890"/>
                  </a:moveTo>
                  <a:lnTo>
                    <a:pt x="0" y="12133"/>
                  </a:lnTo>
                  <a:lnTo>
                    <a:pt x="21124" y="0"/>
                  </a:lnTo>
                  <a:lnTo>
                    <a:pt x="47684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2"/>
            <p:cNvSpPr/>
            <p:nvPr/>
          </p:nvSpPr>
          <p:spPr>
            <a:xfrm>
              <a:off x="3843997" y="4383174"/>
              <a:ext cx="56588" cy="45969"/>
            </a:xfrm>
            <a:custGeom>
              <a:avLst/>
              <a:pathLst>
                <a:path w="56588" h="45969">
                  <a:moveTo>
                    <a:pt x="0" y="25642"/>
                  </a:moveTo>
                  <a:lnTo>
                    <a:pt x="44202" y="0"/>
                  </a:lnTo>
                  <a:lnTo>
                    <a:pt x="56588" y="20868"/>
                  </a:lnTo>
                  <a:lnTo>
                    <a:pt x="11513" y="459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3"/>
            <p:cNvSpPr/>
            <p:nvPr/>
          </p:nvSpPr>
          <p:spPr>
            <a:xfrm>
              <a:off x="3725414" y="4385088"/>
              <a:ext cx="56139" cy="46309"/>
            </a:xfrm>
            <a:custGeom>
              <a:avLst/>
              <a:pathLst>
                <a:path w="56139" h="46309">
                  <a:moveTo>
                    <a:pt x="56139" y="20172"/>
                  </a:moveTo>
                  <a:lnTo>
                    <a:pt x="10595" y="46309"/>
                  </a:lnTo>
                  <a:lnTo>
                    <a:pt x="0" y="26598"/>
                  </a:lnTo>
                  <a:lnTo>
                    <a:pt x="4440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4"/>
            <p:cNvSpPr/>
            <p:nvPr/>
          </p:nvSpPr>
          <p:spPr>
            <a:xfrm>
              <a:off x="3804189" y="4387026"/>
              <a:ext cx="46204" cy="56360"/>
            </a:xfrm>
            <a:custGeom>
              <a:avLst/>
              <a:pathLst>
                <a:path w="46204" h="56360">
                  <a:moveTo>
                    <a:pt x="0" y="11934"/>
                  </a:moveTo>
                  <a:lnTo>
                    <a:pt x="20393" y="0"/>
                  </a:lnTo>
                  <a:lnTo>
                    <a:pt x="46204" y="44580"/>
                  </a:lnTo>
                  <a:lnTo>
                    <a:pt x="25585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5"/>
            <p:cNvSpPr/>
            <p:nvPr/>
          </p:nvSpPr>
          <p:spPr>
            <a:xfrm>
              <a:off x="3763539" y="4409726"/>
              <a:ext cx="47290" cy="57182"/>
            </a:xfrm>
            <a:custGeom>
              <a:avLst/>
              <a:pathLst>
                <a:path w="47290" h="57182">
                  <a:moveTo>
                    <a:pt x="0" y="12202"/>
                  </a:moveTo>
                  <a:lnTo>
                    <a:pt x="20949" y="0"/>
                  </a:lnTo>
                  <a:lnTo>
                    <a:pt x="47290" y="45389"/>
                  </a:lnTo>
                  <a:lnTo>
                    <a:pt x="26263" y="57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6"/>
            <p:cNvSpPr/>
            <p:nvPr/>
          </p:nvSpPr>
          <p:spPr>
            <a:xfrm>
              <a:off x="3609417" y="4417277"/>
              <a:ext cx="57198" cy="46127"/>
            </a:xfrm>
            <a:custGeom>
              <a:avLst/>
              <a:pathLst>
                <a:path w="57198" h="46127">
                  <a:moveTo>
                    <a:pt x="0" y="26365"/>
                  </a:moveTo>
                  <a:lnTo>
                    <a:pt x="45895" y="0"/>
                  </a:lnTo>
                  <a:lnTo>
                    <a:pt x="57198" y="19398"/>
                  </a:lnTo>
                  <a:lnTo>
                    <a:pt x="11526" y="46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797"/>
            <p:cNvSpPr/>
            <p:nvPr/>
          </p:nvSpPr>
          <p:spPr>
            <a:xfrm>
              <a:off x="3945429" y="4168515"/>
              <a:ext cx="47391" cy="56650"/>
            </a:xfrm>
            <a:custGeom>
              <a:avLst/>
              <a:pathLst>
                <a:path w="47391" h="56650">
                  <a:moveTo>
                    <a:pt x="0" y="11375"/>
                  </a:moveTo>
                  <a:lnTo>
                    <a:pt x="20228" y="0"/>
                  </a:lnTo>
                  <a:lnTo>
                    <a:pt x="47391" y="45216"/>
                  </a:lnTo>
                  <a:lnTo>
                    <a:pt x="27275" y="56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798"/>
            <p:cNvSpPr/>
            <p:nvPr/>
          </p:nvSpPr>
          <p:spPr>
            <a:xfrm>
              <a:off x="3896871" y="4183585"/>
              <a:ext cx="57197" cy="46734"/>
            </a:xfrm>
            <a:custGeom>
              <a:avLst/>
              <a:pathLst>
                <a:path w="57197" h="46734">
                  <a:moveTo>
                    <a:pt x="0" y="25771"/>
                  </a:moveTo>
                  <a:lnTo>
                    <a:pt x="44637" y="0"/>
                  </a:lnTo>
                  <a:lnTo>
                    <a:pt x="57197" y="20496"/>
                  </a:lnTo>
                  <a:lnTo>
                    <a:pt x="12269" y="46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799"/>
            <p:cNvSpPr/>
            <p:nvPr/>
          </p:nvSpPr>
          <p:spPr>
            <a:xfrm>
              <a:off x="3911971" y="4209186"/>
              <a:ext cx="56510" cy="45926"/>
            </a:xfrm>
            <a:custGeom>
              <a:avLst/>
              <a:pathLst>
                <a:path w="56510" h="45926">
                  <a:moveTo>
                    <a:pt x="0" y="25956"/>
                  </a:moveTo>
                  <a:lnTo>
                    <a:pt x="44817" y="0"/>
                  </a:lnTo>
                  <a:lnTo>
                    <a:pt x="56510" y="19356"/>
                  </a:lnTo>
                  <a:lnTo>
                    <a:pt x="11489" y="4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0"/>
            <p:cNvSpPr/>
            <p:nvPr/>
          </p:nvSpPr>
          <p:spPr>
            <a:xfrm>
              <a:off x="4005107" y="4269203"/>
              <a:ext cx="46143" cy="57489"/>
            </a:xfrm>
            <a:custGeom>
              <a:avLst/>
              <a:pathLst>
                <a:path w="46143" h="57489">
                  <a:moveTo>
                    <a:pt x="0" y="11466"/>
                  </a:moveTo>
                  <a:lnTo>
                    <a:pt x="17524" y="1161"/>
                  </a:lnTo>
                  <a:lnTo>
                    <a:pt x="19591" y="0"/>
                  </a:lnTo>
                  <a:lnTo>
                    <a:pt x="46143" y="45801"/>
                  </a:lnTo>
                  <a:lnTo>
                    <a:pt x="26411" y="57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1"/>
            <p:cNvSpPr/>
            <p:nvPr/>
          </p:nvSpPr>
          <p:spPr>
            <a:xfrm>
              <a:off x="3926126" y="4247726"/>
              <a:ext cx="47857" cy="59162"/>
            </a:xfrm>
            <a:custGeom>
              <a:avLst/>
              <a:pathLst>
                <a:path w="47857" h="59162">
                  <a:moveTo>
                    <a:pt x="19640" y="0"/>
                  </a:moveTo>
                  <a:lnTo>
                    <a:pt x="47857" y="47149"/>
                  </a:lnTo>
                  <a:lnTo>
                    <a:pt x="26804" y="59162"/>
                  </a:lnTo>
                  <a:lnTo>
                    <a:pt x="0" y="11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2"/>
            <p:cNvSpPr/>
            <p:nvPr/>
          </p:nvSpPr>
          <p:spPr>
            <a:xfrm>
              <a:off x="3784803" y="4280419"/>
              <a:ext cx="58556" cy="47146"/>
            </a:xfrm>
            <a:custGeom>
              <a:avLst/>
              <a:pathLst>
                <a:path w="58556" h="47146">
                  <a:moveTo>
                    <a:pt x="11489" y="47146"/>
                  </a:moveTo>
                  <a:lnTo>
                    <a:pt x="0" y="27175"/>
                  </a:lnTo>
                  <a:lnTo>
                    <a:pt x="46820" y="0"/>
                  </a:lnTo>
                  <a:lnTo>
                    <a:pt x="58556" y="19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3"/>
            <p:cNvSpPr/>
            <p:nvPr/>
          </p:nvSpPr>
          <p:spPr>
            <a:xfrm>
              <a:off x="3956060" y="4284354"/>
              <a:ext cx="56057" cy="46258"/>
            </a:xfrm>
            <a:custGeom>
              <a:avLst/>
              <a:pathLst>
                <a:path w="56057" h="46258">
                  <a:moveTo>
                    <a:pt x="11799" y="46258"/>
                  </a:moveTo>
                  <a:lnTo>
                    <a:pt x="0" y="26424"/>
                  </a:lnTo>
                  <a:lnTo>
                    <a:pt x="44488" y="0"/>
                  </a:lnTo>
                  <a:lnTo>
                    <a:pt x="56057" y="19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4"/>
            <p:cNvSpPr/>
            <p:nvPr/>
          </p:nvSpPr>
          <p:spPr>
            <a:xfrm>
              <a:off x="3774521" y="4321165"/>
              <a:ext cx="56259" cy="46111"/>
            </a:xfrm>
            <a:custGeom>
              <a:avLst/>
              <a:pathLst>
                <a:path w="56259" h="46111">
                  <a:moveTo>
                    <a:pt x="0" y="25471"/>
                  </a:moveTo>
                  <a:lnTo>
                    <a:pt x="44641" y="0"/>
                  </a:lnTo>
                  <a:lnTo>
                    <a:pt x="56259" y="20671"/>
                  </a:lnTo>
                  <a:lnTo>
                    <a:pt x="12066" y="46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5"/>
            <p:cNvSpPr/>
            <p:nvPr/>
          </p:nvSpPr>
          <p:spPr>
            <a:xfrm>
              <a:off x="3656547" y="4324215"/>
              <a:ext cx="56520" cy="45798"/>
            </a:xfrm>
            <a:custGeom>
              <a:avLst/>
              <a:pathLst>
                <a:path w="56520" h="45798">
                  <a:moveTo>
                    <a:pt x="0" y="25474"/>
                  </a:moveTo>
                  <a:lnTo>
                    <a:pt x="44408" y="0"/>
                  </a:lnTo>
                  <a:lnTo>
                    <a:pt x="56520" y="20185"/>
                  </a:lnTo>
                  <a:lnTo>
                    <a:pt x="11833" y="45798"/>
                  </a:lnTo>
                  <a:lnTo>
                    <a:pt x="977" y="2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6"/>
            <p:cNvSpPr/>
            <p:nvPr/>
          </p:nvSpPr>
          <p:spPr>
            <a:xfrm>
              <a:off x="3664297" y="4454419"/>
              <a:ext cx="55856" cy="45239"/>
            </a:xfrm>
            <a:custGeom>
              <a:avLst/>
              <a:pathLst>
                <a:path w="55856" h="45239">
                  <a:moveTo>
                    <a:pt x="0" y="25749"/>
                  </a:moveTo>
                  <a:lnTo>
                    <a:pt x="44423" y="0"/>
                  </a:lnTo>
                  <a:lnTo>
                    <a:pt x="55856" y="19689"/>
                  </a:lnTo>
                  <a:lnTo>
                    <a:pt x="11080" y="4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07"/>
            <p:cNvSpPr/>
            <p:nvPr/>
          </p:nvSpPr>
          <p:spPr>
            <a:xfrm>
              <a:off x="3729043" y="4450711"/>
              <a:ext cx="55610" cy="44953"/>
            </a:xfrm>
            <a:custGeom>
              <a:avLst/>
              <a:pathLst>
                <a:path w="55610" h="44953">
                  <a:moveTo>
                    <a:pt x="0" y="25446"/>
                  </a:moveTo>
                  <a:lnTo>
                    <a:pt x="43781" y="0"/>
                  </a:lnTo>
                  <a:lnTo>
                    <a:pt x="55610" y="19926"/>
                  </a:lnTo>
                  <a:lnTo>
                    <a:pt x="11291" y="44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08"/>
            <p:cNvSpPr/>
            <p:nvPr/>
          </p:nvSpPr>
          <p:spPr>
            <a:xfrm>
              <a:off x="3739959" y="4529195"/>
              <a:ext cx="56925" cy="46370"/>
            </a:xfrm>
            <a:custGeom>
              <a:avLst/>
              <a:pathLst>
                <a:path w="56925" h="46370">
                  <a:moveTo>
                    <a:pt x="0" y="25936"/>
                  </a:moveTo>
                  <a:lnTo>
                    <a:pt x="44788" y="0"/>
                  </a:lnTo>
                  <a:lnTo>
                    <a:pt x="56925" y="20021"/>
                  </a:lnTo>
                  <a:lnTo>
                    <a:pt x="11850" y="46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09"/>
            <p:cNvSpPr/>
            <p:nvPr/>
          </p:nvSpPr>
          <p:spPr>
            <a:xfrm>
              <a:off x="3746109" y="4285401"/>
              <a:ext cx="45450" cy="57138"/>
            </a:xfrm>
            <a:custGeom>
              <a:avLst/>
              <a:pathLst>
                <a:path w="45450" h="57138">
                  <a:moveTo>
                    <a:pt x="0" y="11614"/>
                  </a:moveTo>
                  <a:lnTo>
                    <a:pt x="19712" y="0"/>
                  </a:lnTo>
                  <a:lnTo>
                    <a:pt x="45450" y="45841"/>
                  </a:lnTo>
                  <a:lnTo>
                    <a:pt x="25698" y="57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0"/>
            <p:cNvSpPr/>
            <p:nvPr/>
          </p:nvSpPr>
          <p:spPr>
            <a:xfrm>
              <a:off x="3890013" y="4289645"/>
              <a:ext cx="56701" cy="45837"/>
            </a:xfrm>
            <a:custGeom>
              <a:avLst/>
              <a:pathLst>
                <a:path w="56701" h="45837">
                  <a:moveTo>
                    <a:pt x="12182" y="45837"/>
                  </a:moveTo>
                  <a:lnTo>
                    <a:pt x="0" y="26062"/>
                  </a:lnTo>
                  <a:lnTo>
                    <a:pt x="44999" y="0"/>
                  </a:lnTo>
                  <a:lnTo>
                    <a:pt x="56701" y="20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1"/>
            <p:cNvSpPr/>
            <p:nvPr/>
          </p:nvSpPr>
          <p:spPr>
            <a:xfrm>
              <a:off x="3970807" y="4309824"/>
              <a:ext cx="56480" cy="47183"/>
            </a:xfrm>
            <a:custGeom>
              <a:avLst/>
              <a:pathLst>
                <a:path w="56480" h="47183">
                  <a:moveTo>
                    <a:pt x="0" y="26143"/>
                  </a:moveTo>
                  <a:lnTo>
                    <a:pt x="44099" y="0"/>
                  </a:lnTo>
                  <a:lnTo>
                    <a:pt x="56480" y="21084"/>
                  </a:lnTo>
                  <a:lnTo>
                    <a:pt x="12305" y="4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2"/>
            <p:cNvSpPr/>
            <p:nvPr/>
          </p:nvSpPr>
          <p:spPr>
            <a:xfrm>
              <a:off x="3705770" y="4309376"/>
              <a:ext cx="46355" cy="56899"/>
            </a:xfrm>
            <a:custGeom>
              <a:avLst/>
              <a:pathLst>
                <a:path w="46355" h="56899">
                  <a:moveTo>
                    <a:pt x="0" y="11549"/>
                  </a:moveTo>
                  <a:lnTo>
                    <a:pt x="20618" y="0"/>
                  </a:lnTo>
                  <a:lnTo>
                    <a:pt x="46355" y="45153"/>
                  </a:lnTo>
                  <a:lnTo>
                    <a:pt x="26036" y="56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3"/>
            <p:cNvSpPr/>
            <p:nvPr/>
          </p:nvSpPr>
          <p:spPr>
            <a:xfrm>
              <a:off x="3928850" y="4313812"/>
              <a:ext cx="47227" cy="58115"/>
            </a:xfrm>
            <a:custGeom>
              <a:avLst/>
              <a:pathLst>
                <a:path w="47227" h="58115">
                  <a:moveTo>
                    <a:pt x="0" y="11641"/>
                  </a:moveTo>
                  <a:lnTo>
                    <a:pt x="20137" y="0"/>
                  </a:lnTo>
                  <a:lnTo>
                    <a:pt x="47227" y="46196"/>
                  </a:lnTo>
                  <a:lnTo>
                    <a:pt x="27451" y="5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4"/>
            <p:cNvSpPr/>
            <p:nvPr/>
          </p:nvSpPr>
          <p:spPr>
            <a:xfrm>
              <a:off x="3803888" y="4524104"/>
              <a:ext cx="57346" cy="47239"/>
            </a:xfrm>
            <a:custGeom>
              <a:avLst/>
              <a:pathLst>
                <a:path w="57346" h="47239">
                  <a:moveTo>
                    <a:pt x="57346" y="20272"/>
                  </a:moveTo>
                  <a:lnTo>
                    <a:pt x="12039" y="47239"/>
                  </a:lnTo>
                  <a:lnTo>
                    <a:pt x="0" y="26412"/>
                  </a:lnTo>
                  <a:lnTo>
                    <a:pt x="454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5"/>
            <p:cNvSpPr/>
            <p:nvPr/>
          </p:nvSpPr>
          <p:spPr>
            <a:xfrm>
              <a:off x="3660469" y="4389360"/>
              <a:ext cx="70498" cy="70849"/>
            </a:xfrm>
            <a:custGeom>
              <a:avLst/>
              <a:pathLst>
                <a:path w="70498" h="70849">
                  <a:moveTo>
                    <a:pt x="44867" y="0"/>
                  </a:moveTo>
                  <a:lnTo>
                    <a:pt x="70498" y="45186"/>
                  </a:lnTo>
                  <a:lnTo>
                    <a:pt x="26036" y="70849"/>
                  </a:lnTo>
                  <a:lnTo>
                    <a:pt x="0" y="25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6"/>
            <p:cNvSpPr/>
            <p:nvPr/>
          </p:nvSpPr>
          <p:spPr>
            <a:xfrm>
              <a:off x="3825422" y="4293028"/>
              <a:ext cx="72322" cy="72067"/>
            </a:xfrm>
            <a:custGeom>
              <a:avLst/>
              <a:pathLst>
                <a:path w="72322" h="72067">
                  <a:moveTo>
                    <a:pt x="44879" y="0"/>
                  </a:moveTo>
                  <a:lnTo>
                    <a:pt x="72322" y="45781"/>
                  </a:lnTo>
                  <a:lnTo>
                    <a:pt x="26187" y="72067"/>
                  </a:lnTo>
                  <a:lnTo>
                    <a:pt x="0" y="2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17"/>
            <p:cNvSpPr/>
            <p:nvPr/>
          </p:nvSpPr>
          <p:spPr>
            <a:xfrm>
              <a:off x="3754675" y="4553866"/>
              <a:ext cx="56884" cy="46744"/>
            </a:xfrm>
            <a:custGeom>
              <a:avLst/>
              <a:pathLst>
                <a:path w="56884" h="46744">
                  <a:moveTo>
                    <a:pt x="0" y="26676"/>
                  </a:moveTo>
                  <a:lnTo>
                    <a:pt x="45020" y="0"/>
                  </a:lnTo>
                  <a:lnTo>
                    <a:pt x="56884" y="19955"/>
                  </a:lnTo>
                  <a:lnTo>
                    <a:pt x="11482" y="46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18"/>
            <p:cNvSpPr/>
            <p:nvPr/>
          </p:nvSpPr>
          <p:spPr>
            <a:xfrm>
              <a:off x="3818379" y="4548991"/>
              <a:ext cx="57218" cy="47404"/>
            </a:xfrm>
            <a:custGeom>
              <a:avLst/>
              <a:pathLst>
                <a:path w="57218" h="47404">
                  <a:moveTo>
                    <a:pt x="57218" y="19848"/>
                  </a:moveTo>
                  <a:lnTo>
                    <a:pt x="12031" y="47404"/>
                  </a:lnTo>
                  <a:lnTo>
                    <a:pt x="1050" y="28409"/>
                  </a:lnTo>
                  <a:lnTo>
                    <a:pt x="0" y="26619"/>
                  </a:lnTo>
                  <a:lnTo>
                    <a:pt x="33694" y="6934"/>
                  </a:lnTo>
                  <a:lnTo>
                    <a:pt x="455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19"/>
            <p:cNvSpPr/>
            <p:nvPr/>
          </p:nvSpPr>
          <p:spPr>
            <a:xfrm>
              <a:off x="3690147" y="4558917"/>
              <a:ext cx="56817" cy="46996"/>
            </a:xfrm>
            <a:custGeom>
              <a:avLst/>
              <a:pathLst>
                <a:path w="56817" h="46996">
                  <a:moveTo>
                    <a:pt x="0" y="25385"/>
                  </a:moveTo>
                  <a:lnTo>
                    <a:pt x="44597" y="0"/>
                  </a:lnTo>
                  <a:lnTo>
                    <a:pt x="56817" y="20426"/>
                  </a:lnTo>
                  <a:lnTo>
                    <a:pt x="12500" y="4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0"/>
            <p:cNvSpPr/>
            <p:nvPr/>
          </p:nvSpPr>
          <p:spPr>
            <a:xfrm>
              <a:off x="3789505" y="4499021"/>
              <a:ext cx="56919" cy="47575"/>
            </a:xfrm>
            <a:custGeom>
              <a:avLst/>
              <a:pathLst>
                <a:path w="56919" h="47575">
                  <a:moveTo>
                    <a:pt x="0" y="26616"/>
                  </a:moveTo>
                  <a:lnTo>
                    <a:pt x="44457" y="0"/>
                  </a:lnTo>
                  <a:lnTo>
                    <a:pt x="56919" y="20863"/>
                  </a:lnTo>
                  <a:lnTo>
                    <a:pt x="12116" y="47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1"/>
            <p:cNvSpPr/>
            <p:nvPr/>
          </p:nvSpPr>
          <p:spPr>
            <a:xfrm>
              <a:off x="3678696" y="4480543"/>
              <a:ext cx="55659" cy="43960"/>
            </a:xfrm>
            <a:custGeom>
              <a:avLst/>
              <a:pathLst>
                <a:path w="55659" h="43960">
                  <a:moveTo>
                    <a:pt x="0" y="24905"/>
                  </a:moveTo>
                  <a:lnTo>
                    <a:pt x="44838" y="0"/>
                  </a:lnTo>
                  <a:lnTo>
                    <a:pt x="55659" y="18742"/>
                  </a:lnTo>
                  <a:lnTo>
                    <a:pt x="10522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2"/>
            <p:cNvSpPr/>
            <p:nvPr/>
          </p:nvSpPr>
          <p:spPr>
            <a:xfrm>
              <a:off x="3639956" y="4483654"/>
              <a:ext cx="44067" cy="55343"/>
            </a:xfrm>
            <a:custGeom>
              <a:avLst/>
              <a:pathLst>
                <a:path w="44067" h="55343">
                  <a:moveTo>
                    <a:pt x="0" y="11456"/>
                  </a:moveTo>
                  <a:lnTo>
                    <a:pt x="19414" y="0"/>
                  </a:lnTo>
                  <a:lnTo>
                    <a:pt x="44067" y="43979"/>
                  </a:lnTo>
                  <a:lnTo>
                    <a:pt x="24923" y="55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3"/>
            <p:cNvSpPr/>
            <p:nvPr/>
          </p:nvSpPr>
          <p:spPr>
            <a:xfrm>
              <a:off x="3705245" y="4583679"/>
              <a:ext cx="56100" cy="46801"/>
            </a:xfrm>
            <a:custGeom>
              <a:avLst/>
              <a:pathLst>
                <a:path w="56100" h="46801">
                  <a:moveTo>
                    <a:pt x="0" y="26829"/>
                  </a:moveTo>
                  <a:lnTo>
                    <a:pt x="44254" y="0"/>
                  </a:lnTo>
                  <a:lnTo>
                    <a:pt x="56100" y="20258"/>
                  </a:lnTo>
                  <a:lnTo>
                    <a:pt x="11286" y="4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4"/>
            <p:cNvSpPr/>
            <p:nvPr/>
          </p:nvSpPr>
          <p:spPr>
            <a:xfrm>
              <a:off x="3719914" y="4609221"/>
              <a:ext cx="55986" cy="45299"/>
            </a:xfrm>
            <a:custGeom>
              <a:avLst/>
              <a:pathLst>
                <a:path w="55986" h="45299">
                  <a:moveTo>
                    <a:pt x="55986" y="19310"/>
                  </a:moveTo>
                  <a:lnTo>
                    <a:pt x="11531" y="45299"/>
                  </a:lnTo>
                  <a:lnTo>
                    <a:pt x="0" y="25685"/>
                  </a:lnTo>
                  <a:lnTo>
                    <a:pt x="443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5"/>
            <p:cNvSpPr/>
            <p:nvPr/>
          </p:nvSpPr>
          <p:spPr>
            <a:xfrm>
              <a:off x="3733756" y="4508468"/>
              <a:ext cx="26426" cy="31147"/>
            </a:xfrm>
            <a:custGeom>
              <a:avLst/>
              <a:pathLst>
                <a:path w="26426" h="31147">
                  <a:moveTo>
                    <a:pt x="14439" y="31147"/>
                  </a:moveTo>
                  <a:lnTo>
                    <a:pt x="0" y="6823"/>
                  </a:lnTo>
                  <a:lnTo>
                    <a:pt x="12360" y="0"/>
                  </a:lnTo>
                  <a:lnTo>
                    <a:pt x="26426" y="24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6"/>
            <p:cNvSpPr/>
            <p:nvPr/>
          </p:nvSpPr>
          <p:spPr>
            <a:xfrm>
              <a:off x="4279427" y="3708905"/>
              <a:ext cx="55253" cy="46615"/>
            </a:xfrm>
            <a:custGeom>
              <a:avLst/>
              <a:pathLst>
                <a:path w="55253" h="46615">
                  <a:moveTo>
                    <a:pt x="0" y="25575"/>
                  </a:moveTo>
                  <a:lnTo>
                    <a:pt x="43057" y="0"/>
                  </a:lnTo>
                  <a:lnTo>
                    <a:pt x="55253" y="20838"/>
                  </a:lnTo>
                  <a:lnTo>
                    <a:pt x="29929" y="35879"/>
                  </a:lnTo>
                  <a:lnTo>
                    <a:pt x="11940" y="46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27"/>
            <p:cNvSpPr/>
            <p:nvPr/>
          </p:nvSpPr>
          <p:spPr>
            <a:xfrm>
              <a:off x="4066690" y="3713696"/>
              <a:ext cx="45355" cy="55808"/>
            </a:xfrm>
            <a:custGeom>
              <a:avLst/>
              <a:pathLst>
                <a:path w="45355" h="55808">
                  <a:moveTo>
                    <a:pt x="45355" y="44446"/>
                  </a:moveTo>
                  <a:lnTo>
                    <a:pt x="26133" y="55808"/>
                  </a:lnTo>
                  <a:lnTo>
                    <a:pt x="0" y="109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28"/>
            <p:cNvSpPr/>
            <p:nvPr/>
          </p:nvSpPr>
          <p:spPr>
            <a:xfrm>
              <a:off x="4346768" y="3547000"/>
              <a:ext cx="47611" cy="58351"/>
            </a:xfrm>
            <a:custGeom>
              <a:avLst/>
              <a:pathLst>
                <a:path w="47611" h="58351">
                  <a:moveTo>
                    <a:pt x="0" y="12492"/>
                  </a:moveTo>
                  <a:lnTo>
                    <a:pt x="20757" y="0"/>
                  </a:lnTo>
                  <a:lnTo>
                    <a:pt x="45683" y="42927"/>
                  </a:lnTo>
                  <a:lnTo>
                    <a:pt x="47611" y="46248"/>
                  </a:lnTo>
                  <a:lnTo>
                    <a:pt x="27113" y="58351"/>
                  </a:lnTo>
                  <a:lnTo>
                    <a:pt x="25506" y="55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29"/>
            <p:cNvSpPr/>
            <p:nvPr/>
          </p:nvSpPr>
          <p:spPr>
            <a:xfrm>
              <a:off x="4283985" y="3552075"/>
              <a:ext cx="46590" cy="56993"/>
            </a:xfrm>
            <a:custGeom>
              <a:avLst/>
              <a:pathLst>
                <a:path w="46590" h="56993">
                  <a:moveTo>
                    <a:pt x="0" y="11569"/>
                  </a:moveTo>
                  <a:lnTo>
                    <a:pt x="20102" y="0"/>
                  </a:lnTo>
                  <a:lnTo>
                    <a:pt x="46590" y="45365"/>
                  </a:lnTo>
                  <a:lnTo>
                    <a:pt x="26453" y="5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0"/>
            <p:cNvSpPr/>
            <p:nvPr/>
          </p:nvSpPr>
          <p:spPr>
            <a:xfrm>
              <a:off x="4313045" y="3668553"/>
              <a:ext cx="47831" cy="58352"/>
            </a:xfrm>
            <a:custGeom>
              <a:avLst/>
              <a:pathLst>
                <a:path w="47831" h="58352">
                  <a:moveTo>
                    <a:pt x="0" y="12769"/>
                  </a:moveTo>
                  <a:lnTo>
                    <a:pt x="21123" y="0"/>
                  </a:lnTo>
                  <a:lnTo>
                    <a:pt x="47831" y="45586"/>
                  </a:lnTo>
                  <a:lnTo>
                    <a:pt x="26706" y="58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1"/>
            <p:cNvSpPr/>
            <p:nvPr/>
          </p:nvSpPr>
          <p:spPr>
            <a:xfrm>
              <a:off x="4051644" y="3673964"/>
              <a:ext cx="56168" cy="45872"/>
            </a:xfrm>
            <a:custGeom>
              <a:avLst/>
              <a:pathLst>
                <a:path w="56168" h="45872">
                  <a:moveTo>
                    <a:pt x="0" y="25094"/>
                  </a:moveTo>
                  <a:lnTo>
                    <a:pt x="1442" y="24111"/>
                  </a:lnTo>
                  <a:lnTo>
                    <a:pt x="44096" y="0"/>
                  </a:lnTo>
                  <a:lnTo>
                    <a:pt x="56168" y="20393"/>
                  </a:lnTo>
                  <a:lnTo>
                    <a:pt x="48193" y="25027"/>
                  </a:lnTo>
                  <a:lnTo>
                    <a:pt x="13517" y="45062"/>
                  </a:lnTo>
                  <a:lnTo>
                    <a:pt x="12115" y="45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2"/>
            <p:cNvSpPr/>
            <p:nvPr/>
          </p:nvSpPr>
          <p:spPr>
            <a:xfrm>
              <a:off x="4249404" y="3672828"/>
              <a:ext cx="46870" cy="56955"/>
            </a:xfrm>
            <a:custGeom>
              <a:avLst/>
              <a:pathLst>
                <a:path w="46870" h="56955">
                  <a:moveTo>
                    <a:pt x="26905" y="56955"/>
                  </a:moveTo>
                  <a:lnTo>
                    <a:pt x="0" y="11949"/>
                  </a:lnTo>
                  <a:lnTo>
                    <a:pt x="20046" y="0"/>
                  </a:lnTo>
                  <a:lnTo>
                    <a:pt x="46870" y="44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3"/>
            <p:cNvSpPr/>
            <p:nvPr/>
          </p:nvSpPr>
          <p:spPr>
            <a:xfrm>
              <a:off x="4515847" y="3339780"/>
              <a:ext cx="231282" cy="232954"/>
            </a:xfrm>
            <a:custGeom>
              <a:avLst/>
              <a:pathLst>
                <a:path w="231282" h="232954">
                  <a:moveTo>
                    <a:pt x="86105" y="232954"/>
                  </a:moveTo>
                  <a:lnTo>
                    <a:pt x="0" y="86078"/>
                  </a:lnTo>
                  <a:lnTo>
                    <a:pt x="146390" y="0"/>
                  </a:lnTo>
                  <a:lnTo>
                    <a:pt x="231282" y="1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4"/>
            <p:cNvSpPr/>
            <p:nvPr/>
          </p:nvSpPr>
          <p:spPr>
            <a:xfrm>
              <a:off x="4159683" y="3759907"/>
              <a:ext cx="46580" cy="56588"/>
            </a:xfrm>
            <a:custGeom>
              <a:avLst/>
              <a:pathLst>
                <a:path w="46580" h="56588">
                  <a:moveTo>
                    <a:pt x="33387" y="21463"/>
                  </a:moveTo>
                  <a:lnTo>
                    <a:pt x="46580" y="43821"/>
                  </a:lnTo>
                  <a:lnTo>
                    <a:pt x="25949" y="56588"/>
                  </a:lnTo>
                  <a:lnTo>
                    <a:pt x="0" y="12220"/>
                  </a:lnTo>
                  <a:lnTo>
                    <a:pt x="20459" y="0"/>
                  </a:lnTo>
                  <a:lnTo>
                    <a:pt x="20720" y="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5"/>
            <p:cNvSpPr/>
            <p:nvPr/>
          </p:nvSpPr>
          <p:spPr>
            <a:xfrm>
              <a:off x="4125381" y="3799332"/>
              <a:ext cx="56257" cy="46104"/>
            </a:xfrm>
            <a:custGeom>
              <a:avLst/>
              <a:pathLst>
                <a:path w="56257" h="46104">
                  <a:moveTo>
                    <a:pt x="11107" y="46104"/>
                  </a:moveTo>
                  <a:lnTo>
                    <a:pt x="0" y="26886"/>
                  </a:lnTo>
                  <a:lnTo>
                    <a:pt x="44518" y="0"/>
                  </a:lnTo>
                  <a:lnTo>
                    <a:pt x="56257" y="19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6"/>
            <p:cNvSpPr/>
            <p:nvPr/>
          </p:nvSpPr>
          <p:spPr>
            <a:xfrm>
              <a:off x="4245043" y="3608129"/>
              <a:ext cx="45618" cy="57311"/>
            </a:xfrm>
            <a:custGeom>
              <a:avLst/>
              <a:pathLst>
                <a:path w="45618" h="57311">
                  <a:moveTo>
                    <a:pt x="0" y="11038"/>
                  </a:moveTo>
                  <a:lnTo>
                    <a:pt x="19096" y="0"/>
                  </a:lnTo>
                  <a:lnTo>
                    <a:pt x="45618" y="45476"/>
                  </a:lnTo>
                  <a:lnTo>
                    <a:pt x="26828" y="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37"/>
            <p:cNvSpPr/>
            <p:nvPr/>
          </p:nvSpPr>
          <p:spPr>
            <a:xfrm>
              <a:off x="4151274" y="3614202"/>
              <a:ext cx="56907" cy="47173"/>
            </a:xfrm>
            <a:custGeom>
              <a:avLst/>
              <a:pathLst>
                <a:path w="56907" h="47173">
                  <a:moveTo>
                    <a:pt x="0" y="26960"/>
                  </a:moveTo>
                  <a:lnTo>
                    <a:pt x="44586" y="0"/>
                  </a:lnTo>
                  <a:lnTo>
                    <a:pt x="56907" y="20883"/>
                  </a:lnTo>
                  <a:lnTo>
                    <a:pt x="11894" y="47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38"/>
            <p:cNvSpPr/>
            <p:nvPr/>
          </p:nvSpPr>
          <p:spPr>
            <a:xfrm>
              <a:off x="4352507" y="3611894"/>
              <a:ext cx="48199" cy="58332"/>
            </a:xfrm>
            <a:custGeom>
              <a:avLst/>
              <a:pathLst>
                <a:path w="48199" h="58332">
                  <a:moveTo>
                    <a:pt x="0" y="12757"/>
                  </a:moveTo>
                  <a:lnTo>
                    <a:pt x="21507" y="0"/>
                  </a:lnTo>
                  <a:lnTo>
                    <a:pt x="48199" y="45558"/>
                  </a:lnTo>
                  <a:lnTo>
                    <a:pt x="27116" y="58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39"/>
            <p:cNvSpPr/>
            <p:nvPr/>
          </p:nvSpPr>
          <p:spPr>
            <a:xfrm>
              <a:off x="4436581" y="3614901"/>
              <a:ext cx="56691" cy="48200"/>
            </a:xfrm>
            <a:custGeom>
              <a:avLst/>
              <a:pathLst>
                <a:path w="56691" h="48200">
                  <a:moveTo>
                    <a:pt x="0" y="26966"/>
                  </a:moveTo>
                  <a:lnTo>
                    <a:pt x="44286" y="0"/>
                  </a:lnTo>
                  <a:lnTo>
                    <a:pt x="56691" y="20816"/>
                  </a:lnTo>
                  <a:lnTo>
                    <a:pt x="12600" y="48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0"/>
            <p:cNvSpPr/>
            <p:nvPr/>
          </p:nvSpPr>
          <p:spPr>
            <a:xfrm>
              <a:off x="4220326" y="3622505"/>
              <a:ext cx="46450" cy="57851"/>
            </a:xfrm>
            <a:custGeom>
              <a:avLst/>
              <a:pathLst>
                <a:path w="46450" h="57851">
                  <a:moveTo>
                    <a:pt x="0" y="11701"/>
                  </a:moveTo>
                  <a:lnTo>
                    <a:pt x="19670" y="0"/>
                  </a:lnTo>
                  <a:lnTo>
                    <a:pt x="46450" y="45789"/>
                  </a:lnTo>
                  <a:lnTo>
                    <a:pt x="26251" y="57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1"/>
            <p:cNvSpPr/>
            <p:nvPr/>
          </p:nvSpPr>
          <p:spPr>
            <a:xfrm>
              <a:off x="4453513" y="3532185"/>
              <a:ext cx="59601" cy="50773"/>
            </a:xfrm>
            <a:custGeom>
              <a:avLst/>
              <a:pathLst>
                <a:path w="59601" h="50773">
                  <a:moveTo>
                    <a:pt x="32482" y="39780"/>
                  </a:moveTo>
                  <a:lnTo>
                    <a:pt x="13747" y="50773"/>
                  </a:lnTo>
                  <a:lnTo>
                    <a:pt x="0" y="27256"/>
                  </a:lnTo>
                  <a:lnTo>
                    <a:pt x="18996" y="15868"/>
                  </a:lnTo>
                  <a:lnTo>
                    <a:pt x="45469" y="0"/>
                  </a:lnTo>
                  <a:lnTo>
                    <a:pt x="59601" y="23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2"/>
            <p:cNvSpPr/>
            <p:nvPr/>
          </p:nvSpPr>
          <p:spPr>
            <a:xfrm>
              <a:off x="4440700" y="3510256"/>
              <a:ext cx="58011" cy="48798"/>
            </a:xfrm>
            <a:custGeom>
              <a:avLst/>
              <a:pathLst>
                <a:path w="58011" h="48798">
                  <a:moveTo>
                    <a:pt x="45519" y="0"/>
                  </a:moveTo>
                  <a:lnTo>
                    <a:pt x="58011" y="21558"/>
                  </a:lnTo>
                  <a:lnTo>
                    <a:pt x="12570" y="48798"/>
                  </a:lnTo>
                  <a:lnTo>
                    <a:pt x="0" y="26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3"/>
            <p:cNvSpPr/>
            <p:nvPr/>
          </p:nvSpPr>
          <p:spPr>
            <a:xfrm>
              <a:off x="4004116" y="5009792"/>
              <a:ext cx="51975" cy="58616"/>
            </a:xfrm>
            <a:custGeom>
              <a:avLst/>
              <a:pathLst>
                <a:path w="51975" h="58616">
                  <a:moveTo>
                    <a:pt x="0" y="46621"/>
                  </a:moveTo>
                  <a:lnTo>
                    <a:pt x="31714" y="0"/>
                  </a:lnTo>
                  <a:lnTo>
                    <a:pt x="51975" y="14813"/>
                  </a:lnTo>
                  <a:lnTo>
                    <a:pt x="21258" y="58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4"/>
            <p:cNvSpPr/>
            <p:nvPr/>
          </p:nvSpPr>
          <p:spPr>
            <a:xfrm>
              <a:off x="3930616" y="4966252"/>
              <a:ext cx="57199" cy="46846"/>
            </a:xfrm>
            <a:custGeom>
              <a:avLst/>
              <a:pathLst>
                <a:path w="57199" h="46846">
                  <a:moveTo>
                    <a:pt x="0" y="26717"/>
                  </a:moveTo>
                  <a:lnTo>
                    <a:pt x="26337" y="10856"/>
                  </a:lnTo>
                  <a:lnTo>
                    <a:pt x="44924" y="0"/>
                  </a:lnTo>
                  <a:lnTo>
                    <a:pt x="57199" y="20509"/>
                  </a:lnTo>
                  <a:lnTo>
                    <a:pt x="12057" y="46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5"/>
            <p:cNvSpPr/>
            <p:nvPr/>
          </p:nvSpPr>
          <p:spPr>
            <a:xfrm>
              <a:off x="4028919" y="5029233"/>
              <a:ext cx="49462" cy="53938"/>
            </a:xfrm>
            <a:custGeom>
              <a:avLst/>
              <a:pathLst>
                <a:path w="49462" h="53938">
                  <a:moveTo>
                    <a:pt x="0" y="41285"/>
                  </a:moveTo>
                  <a:lnTo>
                    <a:pt x="29883" y="0"/>
                  </a:lnTo>
                  <a:lnTo>
                    <a:pt x="49462" y="13076"/>
                  </a:lnTo>
                  <a:lnTo>
                    <a:pt x="20807" y="539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6"/>
            <p:cNvSpPr/>
            <p:nvPr/>
          </p:nvSpPr>
          <p:spPr>
            <a:xfrm>
              <a:off x="4344873" y="4840389"/>
              <a:ext cx="49290" cy="56627"/>
            </a:xfrm>
            <a:custGeom>
              <a:avLst/>
              <a:pathLst>
                <a:path w="49290" h="56627">
                  <a:moveTo>
                    <a:pt x="0" y="42470"/>
                  </a:moveTo>
                  <a:lnTo>
                    <a:pt x="29648" y="0"/>
                  </a:lnTo>
                  <a:lnTo>
                    <a:pt x="49290" y="14788"/>
                  </a:lnTo>
                  <a:lnTo>
                    <a:pt x="19518" y="566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47"/>
            <p:cNvSpPr/>
            <p:nvPr/>
          </p:nvSpPr>
          <p:spPr>
            <a:xfrm>
              <a:off x="4199611" y="5042503"/>
              <a:ext cx="49010" cy="53956"/>
            </a:xfrm>
            <a:custGeom>
              <a:avLst/>
              <a:pathLst>
                <a:path w="49010" h="53956">
                  <a:moveTo>
                    <a:pt x="0" y="41450"/>
                  </a:moveTo>
                  <a:lnTo>
                    <a:pt x="29381" y="0"/>
                  </a:lnTo>
                  <a:lnTo>
                    <a:pt x="47265" y="12036"/>
                  </a:lnTo>
                  <a:lnTo>
                    <a:pt x="49010" y="13210"/>
                  </a:lnTo>
                  <a:lnTo>
                    <a:pt x="20023" y="539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48"/>
            <p:cNvSpPr/>
            <p:nvPr/>
          </p:nvSpPr>
          <p:spPr>
            <a:xfrm>
              <a:off x="3943974" y="4904247"/>
              <a:ext cx="53648" cy="60080"/>
            </a:xfrm>
            <a:custGeom>
              <a:avLst/>
              <a:pathLst>
                <a:path w="53648" h="60080">
                  <a:moveTo>
                    <a:pt x="0" y="17140"/>
                  </a:moveTo>
                  <a:lnTo>
                    <a:pt x="27892" y="0"/>
                  </a:lnTo>
                  <a:lnTo>
                    <a:pt x="53648" y="42525"/>
                  </a:lnTo>
                  <a:lnTo>
                    <a:pt x="24300" y="600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49"/>
            <p:cNvSpPr/>
            <p:nvPr/>
          </p:nvSpPr>
          <p:spPr>
            <a:xfrm>
              <a:off x="4016828" y="4882504"/>
              <a:ext cx="55533" cy="46181"/>
            </a:xfrm>
            <a:custGeom>
              <a:avLst/>
              <a:pathLst>
                <a:path w="55533" h="46181">
                  <a:moveTo>
                    <a:pt x="0" y="27143"/>
                  </a:moveTo>
                  <a:lnTo>
                    <a:pt x="43432" y="0"/>
                  </a:lnTo>
                  <a:lnTo>
                    <a:pt x="55533" y="20511"/>
                  </a:lnTo>
                  <a:lnTo>
                    <a:pt x="28533" y="36957"/>
                  </a:lnTo>
                  <a:lnTo>
                    <a:pt x="11117" y="461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0"/>
            <p:cNvSpPr/>
            <p:nvPr/>
          </p:nvSpPr>
          <p:spPr>
            <a:xfrm>
              <a:off x="4335114" y="4904095"/>
              <a:ext cx="48302" cy="55489"/>
            </a:xfrm>
            <a:custGeom>
              <a:avLst/>
              <a:pathLst>
                <a:path w="48302" h="55489">
                  <a:moveTo>
                    <a:pt x="48302" y="13018"/>
                  </a:moveTo>
                  <a:lnTo>
                    <a:pt x="18283" y="55489"/>
                  </a:lnTo>
                  <a:lnTo>
                    <a:pt x="0" y="41838"/>
                  </a:lnTo>
                  <a:lnTo>
                    <a:pt x="297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1"/>
            <p:cNvSpPr/>
            <p:nvPr/>
          </p:nvSpPr>
          <p:spPr>
            <a:xfrm>
              <a:off x="3870539" y="5003468"/>
              <a:ext cx="58873" cy="49333"/>
            </a:xfrm>
            <a:custGeom>
              <a:avLst/>
              <a:pathLst>
                <a:path w="58873" h="49333">
                  <a:moveTo>
                    <a:pt x="0" y="29973"/>
                  </a:moveTo>
                  <a:lnTo>
                    <a:pt x="47339" y="0"/>
                  </a:lnTo>
                  <a:lnTo>
                    <a:pt x="58873" y="18843"/>
                  </a:lnTo>
                  <a:lnTo>
                    <a:pt x="11917" y="49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2"/>
            <p:cNvSpPr/>
            <p:nvPr/>
          </p:nvSpPr>
          <p:spPr>
            <a:xfrm>
              <a:off x="4043096" y="4991018"/>
              <a:ext cx="52972" cy="47655"/>
            </a:xfrm>
            <a:custGeom>
              <a:avLst/>
              <a:pathLst>
                <a:path w="52972" h="47655">
                  <a:moveTo>
                    <a:pt x="0" y="19475"/>
                  </a:moveTo>
                  <a:lnTo>
                    <a:pt x="14794" y="0"/>
                  </a:lnTo>
                  <a:lnTo>
                    <a:pt x="52972" y="27985"/>
                  </a:lnTo>
                  <a:lnTo>
                    <a:pt x="37565" y="47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3"/>
            <p:cNvSpPr/>
            <p:nvPr/>
          </p:nvSpPr>
          <p:spPr>
            <a:xfrm>
              <a:off x="4146484" y="4988531"/>
              <a:ext cx="58260" cy="51355"/>
            </a:xfrm>
            <a:custGeom>
              <a:avLst/>
              <a:pathLst>
                <a:path w="58260" h="51355">
                  <a:moveTo>
                    <a:pt x="0" y="20865"/>
                  </a:moveTo>
                  <a:lnTo>
                    <a:pt x="15426" y="0"/>
                  </a:lnTo>
                  <a:lnTo>
                    <a:pt x="58260" y="31927"/>
                  </a:lnTo>
                  <a:lnTo>
                    <a:pt x="42817" y="51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4"/>
            <p:cNvSpPr/>
            <p:nvPr/>
          </p:nvSpPr>
          <p:spPr>
            <a:xfrm>
              <a:off x="3968851" y="5002686"/>
              <a:ext cx="62488" cy="50955"/>
            </a:xfrm>
            <a:custGeom>
              <a:avLst/>
              <a:pathLst>
                <a:path w="62488" h="50955">
                  <a:moveTo>
                    <a:pt x="0" y="36372"/>
                  </a:moveTo>
                  <a:lnTo>
                    <a:pt x="57070" y="0"/>
                  </a:lnTo>
                  <a:lnTo>
                    <a:pt x="62488" y="4927"/>
                  </a:lnTo>
                  <a:lnTo>
                    <a:pt x="30905" y="50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5"/>
            <p:cNvSpPr/>
            <p:nvPr/>
          </p:nvSpPr>
          <p:spPr>
            <a:xfrm>
              <a:off x="3884032" y="5025229"/>
              <a:ext cx="57270" cy="51070"/>
            </a:xfrm>
            <a:custGeom>
              <a:avLst/>
              <a:pathLst>
                <a:path w="57270" h="51070">
                  <a:moveTo>
                    <a:pt x="32798" y="40075"/>
                  </a:moveTo>
                  <a:lnTo>
                    <a:pt x="12300" y="51070"/>
                  </a:lnTo>
                  <a:lnTo>
                    <a:pt x="0" y="32967"/>
                  </a:lnTo>
                  <a:lnTo>
                    <a:pt x="47156" y="2101"/>
                  </a:lnTo>
                  <a:lnTo>
                    <a:pt x="50384" y="0"/>
                  </a:lnTo>
                  <a:lnTo>
                    <a:pt x="57270" y="9955"/>
                  </a:lnTo>
                  <a:lnTo>
                    <a:pt x="56006" y="19010"/>
                  </a:lnTo>
                  <a:lnTo>
                    <a:pt x="52058" y="26946"/>
                  </a:lnTo>
                  <a:lnTo>
                    <a:pt x="46712" y="30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6"/>
            <p:cNvSpPr/>
            <p:nvPr/>
          </p:nvSpPr>
          <p:spPr>
            <a:xfrm>
              <a:off x="4174726" y="5025219"/>
              <a:ext cx="49375" cy="57904"/>
            </a:xfrm>
            <a:custGeom>
              <a:avLst/>
              <a:pathLst>
                <a:path w="49375" h="57904">
                  <a:moveTo>
                    <a:pt x="0" y="43837"/>
                  </a:moveTo>
                  <a:lnTo>
                    <a:pt x="30593" y="0"/>
                  </a:lnTo>
                  <a:lnTo>
                    <a:pt x="49375" y="13304"/>
                  </a:lnTo>
                  <a:lnTo>
                    <a:pt x="19067" y="5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57"/>
            <p:cNvSpPr/>
            <p:nvPr/>
          </p:nvSpPr>
          <p:spPr>
            <a:xfrm>
              <a:off x="4094741" y="5023625"/>
              <a:ext cx="25585" cy="18555"/>
            </a:xfrm>
            <a:custGeom>
              <a:avLst/>
              <a:pathLst>
                <a:path w="25585" h="18555">
                  <a:moveTo>
                    <a:pt x="0" y="7083"/>
                  </a:moveTo>
                  <a:lnTo>
                    <a:pt x="5794" y="0"/>
                  </a:lnTo>
                  <a:lnTo>
                    <a:pt x="25585" y="13551"/>
                  </a:lnTo>
                  <a:lnTo>
                    <a:pt x="21597" y="185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58"/>
            <p:cNvSpPr/>
            <p:nvPr/>
          </p:nvSpPr>
          <p:spPr>
            <a:xfrm>
              <a:off x="4057793" y="5035559"/>
              <a:ext cx="55573" cy="60441"/>
            </a:xfrm>
            <a:custGeom>
              <a:avLst/>
              <a:pathLst>
                <a:path w="55573" h="60441">
                  <a:moveTo>
                    <a:pt x="0" y="49045"/>
                  </a:moveTo>
                  <a:lnTo>
                    <a:pt x="32959" y="0"/>
                  </a:lnTo>
                  <a:lnTo>
                    <a:pt x="55573" y="11693"/>
                  </a:lnTo>
                  <a:lnTo>
                    <a:pt x="19640" y="604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59"/>
            <p:cNvSpPr/>
            <p:nvPr/>
          </p:nvSpPr>
          <p:spPr>
            <a:xfrm>
              <a:off x="4356733" y="4919515"/>
              <a:ext cx="49414" cy="57132"/>
            </a:xfrm>
            <a:custGeom>
              <a:avLst/>
              <a:pathLst>
                <a:path w="49414" h="57132">
                  <a:moveTo>
                    <a:pt x="30142" y="0"/>
                  </a:moveTo>
                  <a:lnTo>
                    <a:pt x="49414" y="14662"/>
                  </a:lnTo>
                  <a:lnTo>
                    <a:pt x="19641" y="57132"/>
                  </a:lnTo>
                  <a:lnTo>
                    <a:pt x="0" y="429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0"/>
            <p:cNvSpPr/>
            <p:nvPr/>
          </p:nvSpPr>
          <p:spPr>
            <a:xfrm>
              <a:off x="3901697" y="4926415"/>
              <a:ext cx="42742" cy="38497"/>
            </a:xfrm>
            <a:custGeom>
              <a:avLst/>
              <a:pathLst>
                <a:path w="42742" h="38497">
                  <a:moveTo>
                    <a:pt x="0" y="18016"/>
                  </a:moveTo>
                  <a:lnTo>
                    <a:pt x="30476" y="0"/>
                  </a:lnTo>
                  <a:lnTo>
                    <a:pt x="42742" y="20942"/>
                  </a:lnTo>
                  <a:lnTo>
                    <a:pt x="12341" y="38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1"/>
            <p:cNvSpPr/>
            <p:nvPr/>
          </p:nvSpPr>
          <p:spPr>
            <a:xfrm>
              <a:off x="4031187" y="4907620"/>
              <a:ext cx="55382" cy="46966"/>
            </a:xfrm>
            <a:custGeom>
              <a:avLst/>
              <a:pathLst>
                <a:path w="55382" h="46966">
                  <a:moveTo>
                    <a:pt x="55382" y="19479"/>
                  </a:moveTo>
                  <a:lnTo>
                    <a:pt x="11661" y="46966"/>
                  </a:lnTo>
                  <a:lnTo>
                    <a:pt x="0" y="26967"/>
                  </a:lnTo>
                  <a:lnTo>
                    <a:pt x="432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2"/>
            <p:cNvSpPr/>
            <p:nvPr/>
          </p:nvSpPr>
          <p:spPr>
            <a:xfrm>
              <a:off x="4271379" y="4917929"/>
              <a:ext cx="55504" cy="49391"/>
            </a:xfrm>
            <a:custGeom>
              <a:avLst/>
              <a:pathLst>
                <a:path w="55504" h="49391">
                  <a:moveTo>
                    <a:pt x="0" y="18444"/>
                  </a:moveTo>
                  <a:lnTo>
                    <a:pt x="13389" y="0"/>
                  </a:lnTo>
                  <a:lnTo>
                    <a:pt x="55504" y="30086"/>
                  </a:lnTo>
                  <a:lnTo>
                    <a:pt x="42136" y="49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3"/>
            <p:cNvSpPr/>
            <p:nvPr/>
          </p:nvSpPr>
          <p:spPr>
            <a:xfrm>
              <a:off x="3972440" y="5095534"/>
              <a:ext cx="55047" cy="35877"/>
            </a:xfrm>
            <a:custGeom>
              <a:avLst/>
              <a:pathLst>
                <a:path w="55047" h="35877">
                  <a:moveTo>
                    <a:pt x="0" y="14043"/>
                  </a:moveTo>
                  <a:lnTo>
                    <a:pt x="8669" y="0"/>
                  </a:lnTo>
                  <a:lnTo>
                    <a:pt x="55047" y="24882"/>
                  </a:lnTo>
                  <a:lnTo>
                    <a:pt x="48093" y="35877"/>
                  </a:lnTo>
                  <a:lnTo>
                    <a:pt x="8180" y="190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4"/>
            <p:cNvSpPr/>
            <p:nvPr/>
          </p:nvSpPr>
          <p:spPr>
            <a:xfrm>
              <a:off x="4099525" y="5146671"/>
              <a:ext cx="39826" cy="32212"/>
            </a:xfrm>
            <a:custGeom>
              <a:avLst/>
              <a:pathLst>
                <a:path w="39826" h="32212">
                  <a:moveTo>
                    <a:pt x="0" y="15759"/>
                  </a:moveTo>
                  <a:lnTo>
                    <a:pt x="8521" y="0"/>
                  </a:lnTo>
                  <a:lnTo>
                    <a:pt x="39826" y="16014"/>
                  </a:lnTo>
                  <a:lnTo>
                    <a:pt x="30305" y="32212"/>
                  </a:lnTo>
                  <a:lnTo>
                    <a:pt x="25434" y="29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5"/>
            <p:cNvSpPr/>
            <p:nvPr/>
          </p:nvSpPr>
          <p:spPr>
            <a:xfrm>
              <a:off x="4110335" y="5135583"/>
              <a:ext cx="41779" cy="23203"/>
            </a:xfrm>
            <a:custGeom>
              <a:avLst/>
              <a:pathLst>
                <a:path w="41779" h="23203">
                  <a:moveTo>
                    <a:pt x="0" y="6775"/>
                  </a:moveTo>
                  <a:lnTo>
                    <a:pt x="2287" y="3079"/>
                  </a:lnTo>
                  <a:lnTo>
                    <a:pt x="21792" y="12072"/>
                  </a:lnTo>
                  <a:lnTo>
                    <a:pt x="28896" y="0"/>
                  </a:lnTo>
                  <a:lnTo>
                    <a:pt x="41779" y="7268"/>
                  </a:lnTo>
                  <a:lnTo>
                    <a:pt x="31902" y="23025"/>
                  </a:lnTo>
                  <a:lnTo>
                    <a:pt x="31648" y="23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6"/>
            <p:cNvSpPr/>
            <p:nvPr/>
          </p:nvSpPr>
          <p:spPr>
            <a:xfrm>
              <a:off x="4114729" y="5128192"/>
              <a:ext cx="21130" cy="16774"/>
            </a:xfrm>
            <a:custGeom>
              <a:avLst/>
              <a:pathLst>
                <a:path w="21130" h="16774">
                  <a:moveTo>
                    <a:pt x="0" y="9670"/>
                  </a:moveTo>
                  <a:lnTo>
                    <a:pt x="6140" y="0"/>
                  </a:lnTo>
                  <a:lnTo>
                    <a:pt x="21130" y="7945"/>
                  </a:lnTo>
                  <a:lnTo>
                    <a:pt x="15834" y="167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67"/>
            <p:cNvSpPr/>
            <p:nvPr/>
          </p:nvSpPr>
          <p:spPr>
            <a:xfrm>
              <a:off x="4145129" y="5146529"/>
              <a:ext cx="82637" cy="53881"/>
            </a:xfrm>
            <a:custGeom>
              <a:avLst/>
              <a:pathLst>
                <a:path w="82637" h="53881">
                  <a:moveTo>
                    <a:pt x="0" y="14816"/>
                  </a:moveTo>
                  <a:lnTo>
                    <a:pt x="532" y="13934"/>
                  </a:lnTo>
                  <a:lnTo>
                    <a:pt x="6044" y="5220"/>
                  </a:lnTo>
                  <a:lnTo>
                    <a:pt x="9346" y="0"/>
                  </a:lnTo>
                  <a:lnTo>
                    <a:pt x="82637" y="37750"/>
                  </a:lnTo>
                  <a:lnTo>
                    <a:pt x="81561" y="39477"/>
                  </a:lnTo>
                  <a:lnTo>
                    <a:pt x="73042" y="53159"/>
                  </a:lnTo>
                  <a:lnTo>
                    <a:pt x="72592" y="53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68"/>
            <p:cNvSpPr/>
            <p:nvPr/>
          </p:nvSpPr>
          <p:spPr>
            <a:xfrm>
              <a:off x="4134340" y="5164723"/>
              <a:ext cx="81779" cy="55621"/>
            </a:xfrm>
            <a:custGeom>
              <a:avLst/>
              <a:pathLst>
                <a:path w="81779" h="55621">
                  <a:moveTo>
                    <a:pt x="0" y="15055"/>
                  </a:moveTo>
                  <a:lnTo>
                    <a:pt x="8847" y="0"/>
                  </a:lnTo>
                  <a:lnTo>
                    <a:pt x="81779" y="39845"/>
                  </a:lnTo>
                  <a:lnTo>
                    <a:pt x="72238" y="556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69"/>
            <p:cNvSpPr/>
            <p:nvPr/>
          </p:nvSpPr>
          <p:spPr>
            <a:xfrm>
              <a:off x="4126484" y="5182925"/>
              <a:ext cx="77928" cy="49523"/>
            </a:xfrm>
            <a:custGeom>
              <a:avLst/>
              <a:pathLst>
                <a:path w="77928" h="49523">
                  <a:moveTo>
                    <a:pt x="0" y="10312"/>
                  </a:moveTo>
                  <a:lnTo>
                    <a:pt x="5957" y="0"/>
                  </a:lnTo>
                  <a:lnTo>
                    <a:pt x="77928" y="39267"/>
                  </a:lnTo>
                  <a:lnTo>
                    <a:pt x="70974" y="49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0"/>
            <p:cNvSpPr/>
            <p:nvPr/>
          </p:nvSpPr>
          <p:spPr>
            <a:xfrm>
              <a:off x="4102266" y="4975503"/>
              <a:ext cx="52224" cy="57438"/>
            </a:xfrm>
            <a:custGeom>
              <a:avLst/>
              <a:pathLst>
                <a:path w="52224" h="57438">
                  <a:moveTo>
                    <a:pt x="0" y="42809"/>
                  </a:moveTo>
                  <a:lnTo>
                    <a:pt x="31304" y="0"/>
                  </a:lnTo>
                  <a:lnTo>
                    <a:pt x="52224" y="13089"/>
                  </a:lnTo>
                  <a:lnTo>
                    <a:pt x="20393" y="57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1"/>
            <p:cNvSpPr/>
            <p:nvPr/>
          </p:nvSpPr>
          <p:spPr>
            <a:xfrm>
              <a:off x="3945636" y="4992064"/>
              <a:ext cx="56528" cy="44407"/>
            </a:xfrm>
            <a:custGeom>
              <a:avLst/>
              <a:pathLst>
                <a:path w="56528" h="44407">
                  <a:moveTo>
                    <a:pt x="8578" y="38678"/>
                  </a:moveTo>
                  <a:lnTo>
                    <a:pt x="6050" y="35721"/>
                  </a:lnTo>
                  <a:lnTo>
                    <a:pt x="0" y="26297"/>
                  </a:lnTo>
                  <a:lnTo>
                    <a:pt x="14437" y="17987"/>
                  </a:lnTo>
                  <a:lnTo>
                    <a:pt x="44974" y="0"/>
                  </a:lnTo>
                  <a:lnTo>
                    <a:pt x="56528" y="19645"/>
                  </a:lnTo>
                  <a:lnTo>
                    <a:pt x="17879" y="44407"/>
                  </a:lnTo>
                  <a:lnTo>
                    <a:pt x="14526" y="42882"/>
                  </a:lnTo>
                  <a:lnTo>
                    <a:pt x="11274" y="41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2"/>
            <p:cNvSpPr/>
            <p:nvPr/>
          </p:nvSpPr>
          <p:spPr>
            <a:xfrm>
              <a:off x="4073854" y="4954823"/>
              <a:ext cx="55252" cy="43698"/>
            </a:xfrm>
            <a:custGeom>
              <a:avLst/>
              <a:pathLst>
                <a:path w="55252" h="43698">
                  <a:moveTo>
                    <a:pt x="2809" y="22916"/>
                  </a:moveTo>
                  <a:lnTo>
                    <a:pt x="0" y="20881"/>
                  </a:lnTo>
                  <a:lnTo>
                    <a:pt x="33230" y="0"/>
                  </a:lnTo>
                  <a:lnTo>
                    <a:pt x="35317" y="1481"/>
                  </a:lnTo>
                  <a:lnTo>
                    <a:pt x="55252" y="15737"/>
                  </a:lnTo>
                  <a:lnTo>
                    <a:pt x="35815" y="43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3"/>
            <p:cNvSpPr/>
            <p:nvPr/>
          </p:nvSpPr>
          <p:spPr>
            <a:xfrm>
              <a:off x="3994143" y="4960847"/>
              <a:ext cx="58212" cy="48551"/>
            </a:xfrm>
            <a:custGeom>
              <a:avLst/>
              <a:pathLst>
                <a:path w="58212" h="48551">
                  <a:moveTo>
                    <a:pt x="0" y="28041"/>
                  </a:moveTo>
                  <a:lnTo>
                    <a:pt x="46730" y="0"/>
                  </a:lnTo>
                  <a:lnTo>
                    <a:pt x="58212" y="19996"/>
                  </a:lnTo>
                  <a:lnTo>
                    <a:pt x="12433" y="48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4"/>
            <p:cNvSpPr/>
            <p:nvPr/>
          </p:nvSpPr>
          <p:spPr>
            <a:xfrm>
              <a:off x="4301171" y="4975585"/>
              <a:ext cx="55164" cy="49865"/>
            </a:xfrm>
            <a:custGeom>
              <a:avLst/>
              <a:pathLst>
                <a:path w="55164" h="49865">
                  <a:moveTo>
                    <a:pt x="55164" y="30139"/>
                  </a:moveTo>
                  <a:lnTo>
                    <a:pt x="41921" y="49865"/>
                  </a:lnTo>
                  <a:lnTo>
                    <a:pt x="0" y="19093"/>
                  </a:lnTo>
                  <a:lnTo>
                    <a:pt x="13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5"/>
            <p:cNvSpPr/>
            <p:nvPr/>
          </p:nvSpPr>
          <p:spPr>
            <a:xfrm>
              <a:off x="3855290" y="4978851"/>
              <a:ext cx="59463" cy="49681"/>
            </a:xfrm>
            <a:custGeom>
              <a:avLst/>
              <a:pathLst>
                <a:path w="59463" h="49681">
                  <a:moveTo>
                    <a:pt x="40105" y="4344"/>
                  </a:moveTo>
                  <a:lnTo>
                    <a:pt x="47287" y="0"/>
                  </a:lnTo>
                  <a:lnTo>
                    <a:pt x="58301" y="17860"/>
                  </a:lnTo>
                  <a:lnTo>
                    <a:pt x="59463" y="19745"/>
                  </a:lnTo>
                  <a:lnTo>
                    <a:pt x="11904" y="49681"/>
                  </a:lnTo>
                  <a:lnTo>
                    <a:pt x="910" y="30630"/>
                  </a:lnTo>
                  <a:lnTo>
                    <a:pt x="382" y="29595"/>
                  </a:lnTo>
                  <a:lnTo>
                    <a:pt x="0" y="28846"/>
                  </a:lnTo>
                  <a:lnTo>
                    <a:pt x="20625" y="16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6"/>
            <p:cNvSpPr/>
            <p:nvPr/>
          </p:nvSpPr>
          <p:spPr>
            <a:xfrm>
              <a:off x="4254321" y="4942077"/>
              <a:ext cx="56542" cy="50426"/>
            </a:xfrm>
            <a:custGeom>
              <a:avLst/>
              <a:pathLst>
                <a:path w="56542" h="50426">
                  <a:moveTo>
                    <a:pt x="56542" y="31052"/>
                  </a:moveTo>
                  <a:lnTo>
                    <a:pt x="43297" y="50426"/>
                  </a:lnTo>
                  <a:lnTo>
                    <a:pt x="0" y="18517"/>
                  </a:lnTo>
                  <a:lnTo>
                    <a:pt x="1322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77"/>
            <p:cNvSpPr/>
            <p:nvPr/>
          </p:nvSpPr>
          <p:spPr>
            <a:xfrm>
              <a:off x="3916100" y="4951438"/>
              <a:ext cx="40786" cy="37468"/>
            </a:xfrm>
            <a:custGeom>
              <a:avLst/>
              <a:pathLst>
                <a:path w="40786" h="37468">
                  <a:moveTo>
                    <a:pt x="0" y="17015"/>
                  </a:moveTo>
                  <a:lnTo>
                    <a:pt x="30777" y="0"/>
                  </a:lnTo>
                  <a:lnTo>
                    <a:pt x="40786" y="20480"/>
                  </a:lnTo>
                  <a:lnTo>
                    <a:pt x="11702" y="37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78"/>
            <p:cNvSpPr/>
            <p:nvPr/>
          </p:nvSpPr>
          <p:spPr>
            <a:xfrm>
              <a:off x="3979554" y="4936085"/>
              <a:ext cx="58860" cy="48685"/>
            </a:xfrm>
            <a:custGeom>
              <a:avLst/>
              <a:pathLst>
                <a:path w="58860" h="48685">
                  <a:moveTo>
                    <a:pt x="0" y="27897"/>
                  </a:moveTo>
                  <a:lnTo>
                    <a:pt x="46910" y="0"/>
                  </a:lnTo>
                  <a:lnTo>
                    <a:pt x="58860" y="21245"/>
                  </a:lnTo>
                  <a:lnTo>
                    <a:pt x="12654" y="486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79"/>
            <p:cNvSpPr/>
            <p:nvPr/>
          </p:nvSpPr>
          <p:spPr>
            <a:xfrm>
              <a:off x="4045992" y="4931750"/>
              <a:ext cx="55867" cy="46459"/>
            </a:xfrm>
            <a:custGeom>
              <a:avLst/>
              <a:pathLst>
                <a:path w="55867" h="46459">
                  <a:moveTo>
                    <a:pt x="0" y="27242"/>
                  </a:moveTo>
                  <a:lnTo>
                    <a:pt x="43150" y="0"/>
                  </a:lnTo>
                  <a:lnTo>
                    <a:pt x="55867" y="19248"/>
                  </a:lnTo>
                  <a:lnTo>
                    <a:pt x="10849" y="464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0"/>
            <p:cNvSpPr/>
            <p:nvPr/>
          </p:nvSpPr>
          <p:spPr>
            <a:xfrm>
              <a:off x="3839780" y="4952564"/>
              <a:ext cx="60030" cy="51648"/>
            </a:xfrm>
            <a:custGeom>
              <a:avLst/>
              <a:pathLst>
                <a:path w="60030" h="51648">
                  <a:moveTo>
                    <a:pt x="0" y="30865"/>
                  </a:moveTo>
                  <a:lnTo>
                    <a:pt x="46152" y="0"/>
                  </a:lnTo>
                  <a:lnTo>
                    <a:pt x="60030" y="21873"/>
                  </a:lnTo>
                  <a:lnTo>
                    <a:pt x="11996" y="516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1"/>
            <p:cNvSpPr/>
            <p:nvPr/>
          </p:nvSpPr>
          <p:spPr>
            <a:xfrm>
              <a:off x="4318684" y="4950279"/>
              <a:ext cx="54984" cy="49752"/>
            </a:xfrm>
            <a:custGeom>
              <a:avLst/>
              <a:pathLst>
                <a:path w="54984" h="49752">
                  <a:moveTo>
                    <a:pt x="0" y="19037"/>
                  </a:moveTo>
                  <a:lnTo>
                    <a:pt x="13093" y="0"/>
                  </a:lnTo>
                  <a:lnTo>
                    <a:pt x="54984" y="30243"/>
                  </a:lnTo>
                  <a:lnTo>
                    <a:pt x="41261" y="49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2"/>
            <p:cNvSpPr/>
            <p:nvPr/>
          </p:nvSpPr>
          <p:spPr>
            <a:xfrm>
              <a:off x="4080855" y="5049270"/>
              <a:ext cx="57578" cy="60702"/>
            </a:xfrm>
            <a:custGeom>
              <a:avLst/>
              <a:pathLst>
                <a:path w="57578" h="60702">
                  <a:moveTo>
                    <a:pt x="0" y="48148"/>
                  </a:moveTo>
                  <a:lnTo>
                    <a:pt x="36869" y="0"/>
                  </a:lnTo>
                  <a:lnTo>
                    <a:pt x="57578" y="11125"/>
                  </a:lnTo>
                  <a:lnTo>
                    <a:pt x="23925" y="607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3"/>
            <p:cNvSpPr/>
            <p:nvPr/>
          </p:nvSpPr>
          <p:spPr>
            <a:xfrm>
              <a:off x="3935102" y="5040813"/>
              <a:ext cx="58244" cy="45735"/>
            </a:xfrm>
            <a:custGeom>
              <a:avLst/>
              <a:pathLst>
                <a:path w="58244" h="45735">
                  <a:moveTo>
                    <a:pt x="0" y="21250"/>
                  </a:moveTo>
                  <a:lnTo>
                    <a:pt x="11468" y="0"/>
                  </a:lnTo>
                  <a:lnTo>
                    <a:pt x="58244" y="24669"/>
                  </a:lnTo>
                  <a:lnTo>
                    <a:pt x="45873" y="45735"/>
                  </a:lnTo>
                  <a:lnTo>
                    <a:pt x="23117" y="34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4"/>
            <p:cNvSpPr/>
            <p:nvPr/>
          </p:nvSpPr>
          <p:spPr>
            <a:xfrm>
              <a:off x="4226385" y="5059873"/>
              <a:ext cx="48964" cy="49983"/>
            </a:xfrm>
            <a:custGeom>
              <a:avLst/>
              <a:pathLst>
                <a:path w="48964" h="49983">
                  <a:moveTo>
                    <a:pt x="0" y="37714"/>
                  </a:moveTo>
                  <a:lnTo>
                    <a:pt x="27729" y="0"/>
                  </a:lnTo>
                  <a:lnTo>
                    <a:pt x="44953" y="10176"/>
                  </a:lnTo>
                  <a:lnTo>
                    <a:pt x="48964" y="12471"/>
                  </a:lnTo>
                  <a:lnTo>
                    <a:pt x="21422" y="49983"/>
                  </a:lnTo>
                  <a:lnTo>
                    <a:pt x="17899" y="47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5"/>
            <p:cNvSpPr/>
            <p:nvPr/>
          </p:nvSpPr>
          <p:spPr>
            <a:xfrm>
              <a:off x="4107701" y="5062273"/>
              <a:ext cx="56623" cy="61265"/>
            </a:xfrm>
            <a:custGeom>
              <a:avLst/>
              <a:pathLst>
                <a:path w="56623" h="61265">
                  <a:moveTo>
                    <a:pt x="0" y="49231"/>
                  </a:moveTo>
                  <a:lnTo>
                    <a:pt x="797" y="48059"/>
                  </a:lnTo>
                  <a:lnTo>
                    <a:pt x="34388" y="0"/>
                  </a:lnTo>
                  <a:lnTo>
                    <a:pt x="54690" y="10721"/>
                  </a:lnTo>
                  <a:lnTo>
                    <a:pt x="56623" y="11742"/>
                  </a:lnTo>
                  <a:lnTo>
                    <a:pt x="21586" y="61265"/>
                  </a:lnTo>
                  <a:lnTo>
                    <a:pt x="20603" y="60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6"/>
            <p:cNvSpPr/>
            <p:nvPr/>
          </p:nvSpPr>
          <p:spPr>
            <a:xfrm>
              <a:off x="4354557" y="4799312"/>
              <a:ext cx="55305" cy="50589"/>
            </a:xfrm>
            <a:custGeom>
              <a:avLst/>
              <a:pathLst>
                <a:path w="55305" h="50589">
                  <a:moveTo>
                    <a:pt x="0" y="19002"/>
                  </a:moveTo>
                  <a:lnTo>
                    <a:pt x="13566" y="0"/>
                  </a:lnTo>
                  <a:lnTo>
                    <a:pt x="55305" y="31882"/>
                  </a:lnTo>
                  <a:lnTo>
                    <a:pt x="42086" y="50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87"/>
            <p:cNvSpPr/>
            <p:nvPr/>
          </p:nvSpPr>
          <p:spPr>
            <a:xfrm>
              <a:off x="3973227" y="4809082"/>
              <a:ext cx="56843" cy="46043"/>
            </a:xfrm>
            <a:custGeom>
              <a:avLst/>
              <a:pathLst>
                <a:path w="56843" h="46043">
                  <a:moveTo>
                    <a:pt x="0" y="26135"/>
                  </a:moveTo>
                  <a:lnTo>
                    <a:pt x="44742" y="0"/>
                  </a:lnTo>
                  <a:lnTo>
                    <a:pt x="56843" y="20511"/>
                  </a:lnTo>
                  <a:lnTo>
                    <a:pt x="39806" y="30551"/>
                  </a:lnTo>
                  <a:lnTo>
                    <a:pt x="11993" y="4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88"/>
            <p:cNvSpPr/>
            <p:nvPr/>
          </p:nvSpPr>
          <p:spPr>
            <a:xfrm>
              <a:off x="3922130" y="4838360"/>
              <a:ext cx="58067" cy="47365"/>
            </a:xfrm>
            <a:custGeom>
              <a:avLst/>
              <a:pathLst>
                <a:path w="58067" h="47365">
                  <a:moveTo>
                    <a:pt x="0" y="27179"/>
                  </a:moveTo>
                  <a:lnTo>
                    <a:pt x="45903" y="0"/>
                  </a:lnTo>
                  <a:lnTo>
                    <a:pt x="58067" y="19531"/>
                  </a:lnTo>
                  <a:lnTo>
                    <a:pt x="12464" y="47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89"/>
            <p:cNvSpPr/>
            <p:nvPr/>
          </p:nvSpPr>
          <p:spPr>
            <a:xfrm>
              <a:off x="4400217" y="4834405"/>
              <a:ext cx="55528" cy="49045"/>
            </a:xfrm>
            <a:custGeom>
              <a:avLst/>
              <a:pathLst>
                <a:path w="55528" h="49045">
                  <a:moveTo>
                    <a:pt x="0" y="19004"/>
                  </a:moveTo>
                  <a:lnTo>
                    <a:pt x="13538" y="0"/>
                  </a:lnTo>
                  <a:lnTo>
                    <a:pt x="55528" y="29797"/>
                  </a:lnTo>
                  <a:lnTo>
                    <a:pt x="42434" y="490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0"/>
            <p:cNvSpPr/>
            <p:nvPr/>
          </p:nvSpPr>
          <p:spPr>
            <a:xfrm>
              <a:off x="3986665" y="4833320"/>
              <a:ext cx="58064" cy="46835"/>
            </a:xfrm>
            <a:custGeom>
              <a:avLst/>
              <a:pathLst>
                <a:path w="58064" h="46835">
                  <a:moveTo>
                    <a:pt x="0" y="26344"/>
                  </a:moveTo>
                  <a:lnTo>
                    <a:pt x="46234" y="0"/>
                  </a:lnTo>
                  <a:lnTo>
                    <a:pt x="58064" y="19587"/>
                  </a:lnTo>
                  <a:lnTo>
                    <a:pt x="11925" y="468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1"/>
            <p:cNvSpPr/>
            <p:nvPr/>
          </p:nvSpPr>
          <p:spPr>
            <a:xfrm>
              <a:off x="3873172" y="4867973"/>
              <a:ext cx="56679" cy="47119"/>
            </a:xfrm>
            <a:custGeom>
              <a:avLst/>
              <a:pathLst>
                <a:path w="56679" h="47119">
                  <a:moveTo>
                    <a:pt x="0" y="27117"/>
                  </a:moveTo>
                  <a:lnTo>
                    <a:pt x="44473" y="0"/>
                  </a:lnTo>
                  <a:lnTo>
                    <a:pt x="56679" y="20727"/>
                  </a:lnTo>
                  <a:lnTo>
                    <a:pt x="12106" y="47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2"/>
            <p:cNvSpPr/>
            <p:nvPr/>
          </p:nvSpPr>
          <p:spPr>
            <a:xfrm>
              <a:off x="4367685" y="4856656"/>
              <a:ext cx="48796" cy="57258"/>
            </a:xfrm>
            <a:custGeom>
              <a:avLst/>
              <a:pathLst>
                <a:path w="48796" h="57258">
                  <a:moveTo>
                    <a:pt x="19765" y="57258"/>
                  </a:moveTo>
                  <a:lnTo>
                    <a:pt x="0" y="42975"/>
                  </a:lnTo>
                  <a:lnTo>
                    <a:pt x="30266" y="0"/>
                  </a:lnTo>
                  <a:lnTo>
                    <a:pt x="48796" y="141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3"/>
            <p:cNvSpPr/>
            <p:nvPr/>
          </p:nvSpPr>
          <p:spPr>
            <a:xfrm>
              <a:off x="3937554" y="4862829"/>
              <a:ext cx="56230" cy="47777"/>
            </a:xfrm>
            <a:custGeom>
              <a:avLst/>
              <a:pathLst>
                <a:path w="56230" h="47777">
                  <a:moveTo>
                    <a:pt x="0" y="27819"/>
                  </a:moveTo>
                  <a:lnTo>
                    <a:pt x="44415" y="0"/>
                  </a:lnTo>
                  <a:lnTo>
                    <a:pt x="56230" y="19941"/>
                  </a:lnTo>
                  <a:lnTo>
                    <a:pt x="11798" y="477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4"/>
            <p:cNvSpPr/>
            <p:nvPr/>
          </p:nvSpPr>
          <p:spPr>
            <a:xfrm>
              <a:off x="4217069" y="4981137"/>
              <a:ext cx="112334" cy="89006"/>
            </a:xfrm>
            <a:custGeom>
              <a:avLst/>
              <a:pathLst>
                <a:path w="112334" h="89006">
                  <a:moveTo>
                    <a:pt x="0" y="27872"/>
                  </a:moveTo>
                  <a:lnTo>
                    <a:pt x="19866" y="0"/>
                  </a:lnTo>
                  <a:lnTo>
                    <a:pt x="112334" y="60672"/>
                  </a:lnTo>
                  <a:lnTo>
                    <a:pt x="92709" y="89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5"/>
            <p:cNvSpPr/>
            <p:nvPr/>
          </p:nvSpPr>
          <p:spPr>
            <a:xfrm>
              <a:off x="4286935" y="4866933"/>
              <a:ext cx="75233" cy="75586"/>
            </a:xfrm>
            <a:custGeom>
              <a:avLst/>
              <a:pathLst>
                <a:path w="75233" h="75586">
                  <a:moveTo>
                    <a:pt x="0" y="44239"/>
                  </a:moveTo>
                  <a:lnTo>
                    <a:pt x="29401" y="0"/>
                  </a:lnTo>
                  <a:lnTo>
                    <a:pt x="75233" y="32484"/>
                  </a:lnTo>
                  <a:lnTo>
                    <a:pt x="45090" y="75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6"/>
            <p:cNvSpPr/>
            <p:nvPr/>
          </p:nvSpPr>
          <p:spPr>
            <a:xfrm>
              <a:off x="4001565" y="4857058"/>
              <a:ext cx="56887" cy="47305"/>
            </a:xfrm>
            <a:custGeom>
              <a:avLst/>
              <a:pathLst>
                <a:path w="56887" h="47305">
                  <a:moveTo>
                    <a:pt x="0" y="27602"/>
                  </a:moveTo>
                  <a:lnTo>
                    <a:pt x="44967" y="0"/>
                  </a:lnTo>
                  <a:lnTo>
                    <a:pt x="56887" y="19957"/>
                  </a:lnTo>
                  <a:lnTo>
                    <a:pt x="12097" y="47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897"/>
            <p:cNvSpPr/>
            <p:nvPr/>
          </p:nvSpPr>
          <p:spPr>
            <a:xfrm>
              <a:off x="4390663" y="4873750"/>
              <a:ext cx="49521" cy="57252"/>
            </a:xfrm>
            <a:custGeom>
              <a:avLst/>
              <a:pathLst>
                <a:path w="49521" h="57252">
                  <a:moveTo>
                    <a:pt x="0" y="43072"/>
                  </a:moveTo>
                  <a:lnTo>
                    <a:pt x="30085" y="0"/>
                  </a:lnTo>
                  <a:lnTo>
                    <a:pt x="49521" y="13827"/>
                  </a:lnTo>
                  <a:lnTo>
                    <a:pt x="19089" y="572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898"/>
            <p:cNvSpPr/>
            <p:nvPr/>
          </p:nvSpPr>
          <p:spPr>
            <a:xfrm>
              <a:off x="4026100" y="5130656"/>
              <a:ext cx="46489" cy="30702"/>
            </a:xfrm>
            <a:custGeom>
              <a:avLst/>
              <a:pathLst>
                <a:path w="46489" h="30702">
                  <a:moveTo>
                    <a:pt x="411" y="7311"/>
                  </a:moveTo>
                  <a:lnTo>
                    <a:pt x="0" y="6928"/>
                  </a:lnTo>
                  <a:lnTo>
                    <a:pt x="4047" y="0"/>
                  </a:lnTo>
                  <a:lnTo>
                    <a:pt x="46489" y="21943"/>
                  </a:lnTo>
                  <a:lnTo>
                    <a:pt x="41749" y="30702"/>
                  </a:lnTo>
                  <a:lnTo>
                    <a:pt x="36164" y="29935"/>
                  </a:lnTo>
                  <a:lnTo>
                    <a:pt x="25810" y="24515"/>
                  </a:lnTo>
                  <a:lnTo>
                    <a:pt x="4604" y="9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899"/>
            <p:cNvSpPr/>
            <p:nvPr/>
          </p:nvSpPr>
          <p:spPr>
            <a:xfrm>
              <a:off x="4321399" y="4822935"/>
              <a:ext cx="49431" cy="57164"/>
            </a:xfrm>
            <a:custGeom>
              <a:avLst/>
              <a:pathLst>
                <a:path w="49431" h="57164">
                  <a:moveTo>
                    <a:pt x="0" y="43029"/>
                  </a:moveTo>
                  <a:lnTo>
                    <a:pt x="29766" y="0"/>
                  </a:lnTo>
                  <a:lnTo>
                    <a:pt x="49431" y="14694"/>
                  </a:lnTo>
                  <a:lnTo>
                    <a:pt x="19470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0"/>
            <p:cNvSpPr/>
            <p:nvPr/>
          </p:nvSpPr>
          <p:spPr>
            <a:xfrm>
              <a:off x="4134985" y="5076292"/>
              <a:ext cx="56728" cy="62088"/>
            </a:xfrm>
            <a:custGeom>
              <a:avLst/>
              <a:pathLst>
                <a:path w="56728" h="62088">
                  <a:moveTo>
                    <a:pt x="0" y="49584"/>
                  </a:moveTo>
                  <a:lnTo>
                    <a:pt x="4120" y="43512"/>
                  </a:lnTo>
                  <a:lnTo>
                    <a:pt x="34384" y="0"/>
                  </a:lnTo>
                  <a:lnTo>
                    <a:pt x="56728" y="11246"/>
                  </a:lnTo>
                  <a:lnTo>
                    <a:pt x="21427" y="62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1"/>
            <p:cNvSpPr/>
            <p:nvPr/>
          </p:nvSpPr>
          <p:spPr>
            <a:xfrm>
              <a:off x="3983844" y="5070524"/>
              <a:ext cx="57470" cy="46843"/>
            </a:xfrm>
            <a:custGeom>
              <a:avLst/>
              <a:pathLst>
                <a:path w="57470" h="46843">
                  <a:moveTo>
                    <a:pt x="0" y="20344"/>
                  </a:moveTo>
                  <a:lnTo>
                    <a:pt x="11767" y="0"/>
                  </a:lnTo>
                  <a:lnTo>
                    <a:pt x="57470" y="26201"/>
                  </a:lnTo>
                  <a:lnTo>
                    <a:pt x="45720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2"/>
            <p:cNvSpPr/>
            <p:nvPr/>
          </p:nvSpPr>
          <p:spPr>
            <a:xfrm>
              <a:off x="3887364" y="4893122"/>
              <a:ext cx="57108" cy="46509"/>
            </a:xfrm>
            <a:custGeom>
              <a:avLst/>
              <a:pathLst>
                <a:path w="57108" h="46509">
                  <a:moveTo>
                    <a:pt x="0" y="26493"/>
                  </a:moveTo>
                  <a:lnTo>
                    <a:pt x="44515" y="0"/>
                  </a:lnTo>
                  <a:lnTo>
                    <a:pt x="57108" y="20436"/>
                  </a:lnTo>
                  <a:lnTo>
                    <a:pt x="12225" y="46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3"/>
            <p:cNvSpPr/>
            <p:nvPr/>
          </p:nvSpPr>
          <p:spPr>
            <a:xfrm>
              <a:off x="4072569" y="5154255"/>
              <a:ext cx="23650" cy="15745"/>
            </a:xfrm>
            <a:custGeom>
              <a:avLst/>
              <a:pathLst>
                <a:path w="23650" h="15745">
                  <a:moveTo>
                    <a:pt x="0" y="6546"/>
                  </a:moveTo>
                  <a:lnTo>
                    <a:pt x="3884" y="0"/>
                  </a:lnTo>
                  <a:lnTo>
                    <a:pt x="23650" y="9733"/>
                  </a:lnTo>
                  <a:lnTo>
                    <a:pt x="20003" y="15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4"/>
            <p:cNvSpPr/>
            <p:nvPr/>
          </p:nvSpPr>
          <p:spPr>
            <a:xfrm>
              <a:off x="4095203" y="5164214"/>
              <a:ext cx="34141" cy="23330"/>
            </a:xfrm>
            <a:custGeom>
              <a:avLst/>
              <a:pathLst>
                <a:path w="34141" h="23330">
                  <a:moveTo>
                    <a:pt x="0" y="7336"/>
                  </a:moveTo>
                  <a:lnTo>
                    <a:pt x="3809" y="0"/>
                  </a:lnTo>
                  <a:lnTo>
                    <a:pt x="34141" y="16117"/>
                  </a:lnTo>
                  <a:lnTo>
                    <a:pt x="29677" y="233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5"/>
            <p:cNvSpPr/>
            <p:nvPr/>
          </p:nvSpPr>
          <p:spPr>
            <a:xfrm>
              <a:off x="4253256" y="5073742"/>
              <a:ext cx="46096" cy="50220"/>
            </a:xfrm>
            <a:custGeom>
              <a:avLst/>
              <a:pathLst>
                <a:path w="46096" h="50220">
                  <a:moveTo>
                    <a:pt x="605" y="37101"/>
                  </a:moveTo>
                  <a:lnTo>
                    <a:pt x="24580" y="3141"/>
                  </a:lnTo>
                  <a:lnTo>
                    <a:pt x="26871" y="0"/>
                  </a:lnTo>
                  <a:lnTo>
                    <a:pt x="46096" y="13037"/>
                  </a:lnTo>
                  <a:lnTo>
                    <a:pt x="31517" y="34512"/>
                  </a:lnTo>
                  <a:lnTo>
                    <a:pt x="21613" y="48516"/>
                  </a:lnTo>
                  <a:lnTo>
                    <a:pt x="20408" y="50220"/>
                  </a:lnTo>
                  <a:lnTo>
                    <a:pt x="0" y="37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6"/>
            <p:cNvSpPr/>
            <p:nvPr/>
          </p:nvSpPr>
          <p:spPr>
            <a:xfrm>
              <a:off x="4161018" y="5121132"/>
              <a:ext cx="87341" cy="58336"/>
            </a:xfrm>
            <a:custGeom>
              <a:avLst/>
              <a:pathLst>
                <a:path w="87341" h="58336">
                  <a:moveTo>
                    <a:pt x="0" y="19481"/>
                  </a:moveTo>
                  <a:lnTo>
                    <a:pt x="12767" y="0"/>
                  </a:lnTo>
                  <a:lnTo>
                    <a:pt x="87341" y="38651"/>
                  </a:lnTo>
                  <a:lnTo>
                    <a:pt x="74153" y="583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07"/>
            <p:cNvSpPr/>
            <p:nvPr/>
          </p:nvSpPr>
          <p:spPr>
            <a:xfrm>
              <a:off x="3976401" y="4888102"/>
              <a:ext cx="46324" cy="56800"/>
            </a:xfrm>
            <a:custGeom>
              <a:avLst/>
              <a:pathLst>
                <a:path w="46324" h="56800">
                  <a:moveTo>
                    <a:pt x="0" y="12473"/>
                  </a:moveTo>
                  <a:lnTo>
                    <a:pt x="20137" y="0"/>
                  </a:lnTo>
                  <a:lnTo>
                    <a:pt x="46324" y="44995"/>
                  </a:lnTo>
                  <a:lnTo>
                    <a:pt x="29925" y="54711"/>
                  </a:lnTo>
                  <a:lnTo>
                    <a:pt x="26340" y="56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08"/>
            <p:cNvSpPr/>
            <p:nvPr/>
          </p:nvSpPr>
          <p:spPr>
            <a:xfrm>
              <a:off x="4177300" y="5106618"/>
              <a:ext cx="80909" cy="48154"/>
            </a:xfrm>
            <a:custGeom>
              <a:avLst/>
              <a:pathLst>
                <a:path w="80909" h="48154">
                  <a:moveTo>
                    <a:pt x="0" y="10255"/>
                  </a:moveTo>
                  <a:lnTo>
                    <a:pt x="6953" y="0"/>
                  </a:lnTo>
                  <a:lnTo>
                    <a:pt x="80909" y="38343"/>
                  </a:lnTo>
                  <a:lnTo>
                    <a:pt x="73967" y="48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09"/>
            <p:cNvSpPr/>
            <p:nvPr/>
          </p:nvSpPr>
          <p:spPr>
            <a:xfrm>
              <a:off x="4028939" y="5111158"/>
              <a:ext cx="53357" cy="39054"/>
            </a:xfrm>
            <a:custGeom>
              <a:avLst/>
              <a:pathLst>
                <a:path w="53357" h="39054">
                  <a:moveTo>
                    <a:pt x="0" y="15543"/>
                  </a:moveTo>
                  <a:lnTo>
                    <a:pt x="9395" y="0"/>
                  </a:lnTo>
                  <a:lnTo>
                    <a:pt x="53357" y="22977"/>
                  </a:lnTo>
                  <a:lnTo>
                    <a:pt x="44703" y="390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0"/>
            <p:cNvSpPr/>
            <p:nvPr/>
          </p:nvSpPr>
          <p:spPr>
            <a:xfrm>
              <a:off x="4041202" y="5089691"/>
              <a:ext cx="76055" cy="52048"/>
            </a:xfrm>
            <a:custGeom>
              <a:avLst/>
              <a:pathLst>
                <a:path w="76055" h="52048">
                  <a:moveTo>
                    <a:pt x="0" y="16938"/>
                  </a:moveTo>
                  <a:lnTo>
                    <a:pt x="9030" y="0"/>
                  </a:lnTo>
                  <a:lnTo>
                    <a:pt x="76055" y="35497"/>
                  </a:lnTo>
                  <a:lnTo>
                    <a:pt x="66220" y="52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1"/>
            <p:cNvSpPr/>
            <p:nvPr/>
          </p:nvSpPr>
          <p:spPr>
            <a:xfrm>
              <a:off x="4077666" y="5135641"/>
              <a:ext cx="28129" cy="25734"/>
            </a:xfrm>
            <a:custGeom>
              <a:avLst/>
              <a:pathLst>
                <a:path w="28129" h="25734">
                  <a:moveTo>
                    <a:pt x="0" y="15320"/>
                  </a:moveTo>
                  <a:lnTo>
                    <a:pt x="8734" y="0"/>
                  </a:lnTo>
                  <a:lnTo>
                    <a:pt x="28129" y="11755"/>
                  </a:lnTo>
                  <a:lnTo>
                    <a:pt x="19769" y="257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2"/>
            <p:cNvSpPr/>
            <p:nvPr/>
          </p:nvSpPr>
          <p:spPr>
            <a:xfrm>
              <a:off x="4187173" y="5091423"/>
              <a:ext cx="82234" cy="50027"/>
            </a:xfrm>
            <a:custGeom>
              <a:avLst/>
              <a:pathLst>
                <a:path w="82234" h="50027">
                  <a:moveTo>
                    <a:pt x="0" y="12985"/>
                  </a:moveTo>
                  <a:lnTo>
                    <a:pt x="9013" y="0"/>
                  </a:lnTo>
                  <a:lnTo>
                    <a:pt x="82234" y="37000"/>
                  </a:lnTo>
                  <a:lnTo>
                    <a:pt x="73204" y="50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3"/>
            <p:cNvSpPr/>
            <p:nvPr/>
          </p:nvSpPr>
          <p:spPr>
            <a:xfrm>
              <a:off x="4126775" y="5014409"/>
              <a:ext cx="57555" cy="50606"/>
            </a:xfrm>
            <a:custGeom>
              <a:avLst/>
              <a:pathLst>
                <a:path w="57555" h="50606">
                  <a:moveTo>
                    <a:pt x="57555" y="28993"/>
                  </a:moveTo>
                  <a:lnTo>
                    <a:pt x="41676" y="50606"/>
                  </a:lnTo>
                  <a:lnTo>
                    <a:pt x="0" y="23622"/>
                  </a:lnTo>
                  <a:lnTo>
                    <a:pt x="9618" y="9897"/>
                  </a:lnTo>
                  <a:lnTo>
                    <a:pt x="15671" y="1261"/>
                  </a:lnTo>
                  <a:lnTo>
                    <a:pt x="1655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4"/>
            <p:cNvSpPr/>
            <p:nvPr/>
          </p:nvSpPr>
          <p:spPr>
            <a:xfrm>
              <a:off x="5853250" y="4563145"/>
              <a:ext cx="55825" cy="42113"/>
            </a:xfrm>
            <a:custGeom>
              <a:avLst/>
              <a:pathLst>
                <a:path w="55825" h="42113">
                  <a:moveTo>
                    <a:pt x="0" y="23014"/>
                  </a:moveTo>
                  <a:lnTo>
                    <a:pt x="8346" y="0"/>
                  </a:lnTo>
                  <a:lnTo>
                    <a:pt x="55825" y="18805"/>
                  </a:lnTo>
                  <a:lnTo>
                    <a:pt x="47028" y="42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5"/>
            <p:cNvSpPr/>
            <p:nvPr/>
          </p:nvSpPr>
          <p:spPr>
            <a:xfrm>
              <a:off x="5884062" y="4636555"/>
              <a:ext cx="54991" cy="40313"/>
            </a:xfrm>
            <a:custGeom>
              <a:avLst/>
              <a:pathLst>
                <a:path w="54991" h="40313">
                  <a:moveTo>
                    <a:pt x="0" y="22254"/>
                  </a:moveTo>
                  <a:lnTo>
                    <a:pt x="8310" y="0"/>
                  </a:lnTo>
                  <a:lnTo>
                    <a:pt x="54991" y="17984"/>
                  </a:lnTo>
                  <a:lnTo>
                    <a:pt x="45961" y="40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6"/>
            <p:cNvSpPr/>
            <p:nvPr/>
          </p:nvSpPr>
          <p:spPr>
            <a:xfrm>
              <a:off x="5705432" y="4844393"/>
              <a:ext cx="62047" cy="49356"/>
            </a:xfrm>
            <a:custGeom>
              <a:avLst/>
              <a:pathLst>
                <a:path w="62047" h="49356">
                  <a:moveTo>
                    <a:pt x="0" y="30949"/>
                  </a:moveTo>
                  <a:lnTo>
                    <a:pt x="51483" y="0"/>
                  </a:lnTo>
                  <a:lnTo>
                    <a:pt x="62047" y="18377"/>
                  </a:lnTo>
                  <a:lnTo>
                    <a:pt x="10550" y="4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17"/>
            <p:cNvSpPr/>
            <p:nvPr/>
          </p:nvSpPr>
          <p:spPr>
            <a:xfrm>
              <a:off x="5731413" y="4892180"/>
              <a:ext cx="50134" cy="67510"/>
            </a:xfrm>
            <a:custGeom>
              <a:avLst/>
              <a:pathLst>
                <a:path w="50134" h="67510">
                  <a:moveTo>
                    <a:pt x="0" y="29317"/>
                  </a:moveTo>
                  <a:lnTo>
                    <a:pt x="50134" y="0"/>
                  </a:lnTo>
                  <a:lnTo>
                    <a:pt x="23443" y="67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18"/>
            <p:cNvSpPr/>
            <p:nvPr/>
          </p:nvSpPr>
          <p:spPr>
            <a:xfrm>
              <a:off x="5793635" y="5016439"/>
              <a:ext cx="76657" cy="47903"/>
            </a:xfrm>
            <a:custGeom>
              <a:avLst/>
              <a:pathLst>
                <a:path w="76657" h="47903">
                  <a:moveTo>
                    <a:pt x="0" y="21288"/>
                  </a:moveTo>
                  <a:lnTo>
                    <a:pt x="7697" y="0"/>
                  </a:lnTo>
                  <a:lnTo>
                    <a:pt x="76657" y="26716"/>
                  </a:lnTo>
                  <a:lnTo>
                    <a:pt x="68974" y="47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19"/>
            <p:cNvSpPr/>
            <p:nvPr/>
          </p:nvSpPr>
          <p:spPr>
            <a:xfrm>
              <a:off x="5648470" y="4906780"/>
              <a:ext cx="62781" cy="49660"/>
            </a:xfrm>
            <a:custGeom>
              <a:avLst/>
              <a:pathLst>
                <a:path w="62781" h="49660">
                  <a:moveTo>
                    <a:pt x="0" y="30730"/>
                  </a:moveTo>
                  <a:lnTo>
                    <a:pt x="51496" y="0"/>
                  </a:lnTo>
                  <a:lnTo>
                    <a:pt x="62781" y="19094"/>
                  </a:lnTo>
                  <a:lnTo>
                    <a:pt x="10511" y="49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0"/>
            <p:cNvSpPr/>
            <p:nvPr/>
          </p:nvSpPr>
          <p:spPr>
            <a:xfrm>
              <a:off x="5707632" y="4924421"/>
              <a:ext cx="47512" cy="60925"/>
            </a:xfrm>
            <a:custGeom>
              <a:avLst/>
              <a:pathLst>
                <a:path w="47512" h="60925">
                  <a:moveTo>
                    <a:pt x="0" y="11321"/>
                  </a:moveTo>
                  <a:lnTo>
                    <a:pt x="18883" y="0"/>
                  </a:lnTo>
                  <a:lnTo>
                    <a:pt x="47512" y="49992"/>
                  </a:lnTo>
                  <a:lnTo>
                    <a:pt x="29979" y="6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1"/>
            <p:cNvSpPr/>
            <p:nvPr/>
          </p:nvSpPr>
          <p:spPr>
            <a:xfrm>
              <a:off x="5761554" y="4926890"/>
              <a:ext cx="40337" cy="50273"/>
            </a:xfrm>
            <a:custGeom>
              <a:avLst/>
              <a:pathLst>
                <a:path w="40337" h="50273">
                  <a:moveTo>
                    <a:pt x="0" y="40725"/>
                  </a:moveTo>
                  <a:lnTo>
                    <a:pt x="15779" y="0"/>
                  </a:lnTo>
                  <a:lnTo>
                    <a:pt x="40337" y="9567"/>
                  </a:lnTo>
                  <a:lnTo>
                    <a:pt x="23538" y="50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2"/>
            <p:cNvSpPr/>
            <p:nvPr/>
          </p:nvSpPr>
          <p:spPr>
            <a:xfrm>
              <a:off x="5759266" y="4974861"/>
              <a:ext cx="47953" cy="36038"/>
            </a:xfrm>
            <a:custGeom>
              <a:avLst/>
              <a:pathLst>
                <a:path w="47953" h="36038">
                  <a:moveTo>
                    <a:pt x="0" y="20713"/>
                  </a:moveTo>
                  <a:lnTo>
                    <a:pt x="7310" y="0"/>
                  </a:lnTo>
                  <a:lnTo>
                    <a:pt x="47953" y="15384"/>
                  </a:lnTo>
                  <a:lnTo>
                    <a:pt x="40485" y="36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3"/>
            <p:cNvSpPr/>
            <p:nvPr/>
          </p:nvSpPr>
          <p:spPr>
            <a:xfrm>
              <a:off x="5859506" y="4964631"/>
              <a:ext cx="38754" cy="49947"/>
            </a:xfrm>
            <a:custGeom>
              <a:avLst/>
              <a:pathLst>
                <a:path w="38754" h="49947">
                  <a:moveTo>
                    <a:pt x="0" y="40666"/>
                  </a:moveTo>
                  <a:lnTo>
                    <a:pt x="14724" y="0"/>
                  </a:lnTo>
                  <a:lnTo>
                    <a:pt x="38754" y="9211"/>
                  </a:lnTo>
                  <a:lnTo>
                    <a:pt x="23640" y="49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4"/>
            <p:cNvSpPr/>
            <p:nvPr/>
          </p:nvSpPr>
          <p:spPr>
            <a:xfrm>
              <a:off x="5685364" y="4938295"/>
              <a:ext cx="58418" cy="84001"/>
            </a:xfrm>
            <a:custGeom>
              <a:avLst/>
              <a:pathLst>
                <a:path w="58418" h="84001">
                  <a:moveTo>
                    <a:pt x="0" y="10647"/>
                  </a:moveTo>
                  <a:lnTo>
                    <a:pt x="17960" y="0"/>
                  </a:lnTo>
                  <a:lnTo>
                    <a:pt x="58418" y="66812"/>
                  </a:lnTo>
                  <a:lnTo>
                    <a:pt x="53577" y="77514"/>
                  </a:lnTo>
                  <a:lnTo>
                    <a:pt x="42425" y="84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5"/>
            <p:cNvSpPr/>
            <p:nvPr/>
          </p:nvSpPr>
          <p:spPr>
            <a:xfrm>
              <a:off x="5796138" y="4937958"/>
              <a:ext cx="74528" cy="48244"/>
            </a:xfrm>
            <a:custGeom>
              <a:avLst/>
              <a:pathLst>
                <a:path w="74528" h="48244">
                  <a:moveTo>
                    <a:pt x="0" y="22803"/>
                  </a:moveTo>
                  <a:lnTo>
                    <a:pt x="8922" y="0"/>
                  </a:lnTo>
                  <a:lnTo>
                    <a:pt x="74528" y="25292"/>
                  </a:lnTo>
                  <a:lnTo>
                    <a:pt x="66036" y="48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6"/>
            <p:cNvSpPr/>
            <p:nvPr/>
          </p:nvSpPr>
          <p:spPr>
            <a:xfrm>
              <a:off x="5662985" y="4951217"/>
              <a:ext cx="62391" cy="85838"/>
            </a:xfrm>
            <a:custGeom>
              <a:avLst/>
              <a:pathLst>
                <a:path w="62391" h="85838">
                  <a:moveTo>
                    <a:pt x="0" y="10726"/>
                  </a:moveTo>
                  <a:lnTo>
                    <a:pt x="18433" y="0"/>
                  </a:lnTo>
                  <a:lnTo>
                    <a:pt x="62391" y="74125"/>
                  </a:lnTo>
                  <a:lnTo>
                    <a:pt x="42346" y="8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27"/>
            <p:cNvSpPr/>
            <p:nvPr/>
          </p:nvSpPr>
          <p:spPr>
            <a:xfrm>
              <a:off x="5788337" y="4965916"/>
              <a:ext cx="71997" cy="38766"/>
            </a:xfrm>
            <a:custGeom>
              <a:avLst/>
              <a:pathLst>
                <a:path w="71997" h="38766">
                  <a:moveTo>
                    <a:pt x="0" y="12625"/>
                  </a:moveTo>
                  <a:lnTo>
                    <a:pt x="4859" y="0"/>
                  </a:lnTo>
                  <a:lnTo>
                    <a:pt x="71997" y="25110"/>
                  </a:lnTo>
                  <a:lnTo>
                    <a:pt x="66773" y="38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28"/>
            <p:cNvSpPr/>
            <p:nvPr/>
          </p:nvSpPr>
          <p:spPr>
            <a:xfrm>
              <a:off x="5632526" y="4970665"/>
              <a:ext cx="60877" cy="83801"/>
            </a:xfrm>
            <a:custGeom>
              <a:avLst/>
              <a:pathLst>
                <a:path w="60877" h="83801">
                  <a:moveTo>
                    <a:pt x="0" y="11212"/>
                  </a:moveTo>
                  <a:lnTo>
                    <a:pt x="19368" y="0"/>
                  </a:lnTo>
                  <a:lnTo>
                    <a:pt x="60877" y="72867"/>
                  </a:lnTo>
                  <a:lnTo>
                    <a:pt x="42329" y="8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29"/>
            <p:cNvSpPr/>
            <p:nvPr/>
          </p:nvSpPr>
          <p:spPr>
            <a:xfrm>
              <a:off x="5826096" y="4774409"/>
              <a:ext cx="76537" cy="53446"/>
            </a:xfrm>
            <a:custGeom>
              <a:avLst/>
              <a:pathLst>
                <a:path w="76537" h="53446">
                  <a:moveTo>
                    <a:pt x="10934" y="0"/>
                  </a:moveTo>
                  <a:lnTo>
                    <a:pt x="76537" y="26516"/>
                  </a:lnTo>
                  <a:lnTo>
                    <a:pt x="66406" y="53446"/>
                  </a:lnTo>
                  <a:lnTo>
                    <a:pt x="0" y="2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0"/>
            <p:cNvSpPr/>
            <p:nvPr/>
          </p:nvSpPr>
          <p:spPr>
            <a:xfrm>
              <a:off x="5842569" y="4589487"/>
              <a:ext cx="56514" cy="42034"/>
            </a:xfrm>
            <a:custGeom>
              <a:avLst/>
              <a:pathLst>
                <a:path w="56514" h="42034">
                  <a:moveTo>
                    <a:pt x="8946" y="0"/>
                  </a:moveTo>
                  <a:lnTo>
                    <a:pt x="56514" y="19086"/>
                  </a:lnTo>
                  <a:lnTo>
                    <a:pt x="47784" y="42034"/>
                  </a:lnTo>
                  <a:lnTo>
                    <a:pt x="0" y="24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1"/>
            <p:cNvSpPr/>
            <p:nvPr/>
          </p:nvSpPr>
          <p:spPr>
            <a:xfrm>
              <a:off x="5944109" y="4603187"/>
              <a:ext cx="88812" cy="79888"/>
            </a:xfrm>
            <a:custGeom>
              <a:avLst/>
              <a:pathLst>
                <a:path w="88812" h="79888">
                  <a:moveTo>
                    <a:pt x="0" y="50902"/>
                  </a:moveTo>
                  <a:lnTo>
                    <a:pt x="19418" y="0"/>
                  </a:lnTo>
                  <a:lnTo>
                    <a:pt x="88812" y="26842"/>
                  </a:lnTo>
                  <a:lnTo>
                    <a:pt x="68250" y="79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2"/>
            <p:cNvSpPr/>
            <p:nvPr/>
          </p:nvSpPr>
          <p:spPr>
            <a:xfrm>
              <a:off x="5784259" y="5042975"/>
              <a:ext cx="76372" cy="45785"/>
            </a:xfrm>
            <a:custGeom>
              <a:avLst/>
              <a:pathLst>
                <a:path w="76372" h="45785">
                  <a:moveTo>
                    <a:pt x="0" y="19212"/>
                  </a:moveTo>
                  <a:lnTo>
                    <a:pt x="7164" y="0"/>
                  </a:lnTo>
                  <a:lnTo>
                    <a:pt x="76372" y="26448"/>
                  </a:lnTo>
                  <a:lnTo>
                    <a:pt x="68936" y="45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3"/>
            <p:cNvSpPr/>
            <p:nvPr/>
          </p:nvSpPr>
          <p:spPr>
            <a:xfrm>
              <a:off x="5832131" y="4617905"/>
              <a:ext cx="56239" cy="40185"/>
            </a:xfrm>
            <a:custGeom>
              <a:avLst/>
              <a:pathLst>
                <a:path w="56239" h="40185">
                  <a:moveTo>
                    <a:pt x="0" y="23165"/>
                  </a:moveTo>
                  <a:lnTo>
                    <a:pt x="8446" y="0"/>
                  </a:lnTo>
                  <a:lnTo>
                    <a:pt x="56239" y="17513"/>
                  </a:lnTo>
                  <a:lnTo>
                    <a:pt x="47741" y="40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4"/>
            <p:cNvSpPr/>
            <p:nvPr/>
          </p:nvSpPr>
          <p:spPr>
            <a:xfrm>
              <a:off x="5730206" y="5049249"/>
              <a:ext cx="48780" cy="35914"/>
            </a:xfrm>
            <a:custGeom>
              <a:avLst/>
              <a:pathLst>
                <a:path w="48780" h="35914">
                  <a:moveTo>
                    <a:pt x="40829" y="35914"/>
                  </a:moveTo>
                  <a:lnTo>
                    <a:pt x="0" y="19844"/>
                  </a:lnTo>
                  <a:lnTo>
                    <a:pt x="8065" y="0"/>
                  </a:lnTo>
                  <a:lnTo>
                    <a:pt x="48780" y="15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5"/>
            <p:cNvSpPr/>
            <p:nvPr/>
          </p:nvSpPr>
          <p:spPr>
            <a:xfrm>
              <a:off x="5678273" y="5049532"/>
              <a:ext cx="39354" cy="47069"/>
            </a:xfrm>
            <a:custGeom>
              <a:avLst/>
              <a:pathLst>
                <a:path w="39354" h="47069">
                  <a:moveTo>
                    <a:pt x="0" y="10795"/>
                  </a:moveTo>
                  <a:lnTo>
                    <a:pt x="18548" y="0"/>
                  </a:lnTo>
                  <a:lnTo>
                    <a:pt x="39354" y="36524"/>
                  </a:lnTo>
                  <a:lnTo>
                    <a:pt x="21152" y="47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6"/>
            <p:cNvSpPr/>
            <p:nvPr/>
          </p:nvSpPr>
          <p:spPr>
            <a:xfrm>
              <a:off x="5774310" y="5066276"/>
              <a:ext cx="77445" cy="47726"/>
            </a:xfrm>
            <a:custGeom>
              <a:avLst/>
              <a:pathLst>
                <a:path w="77445" h="47726">
                  <a:moveTo>
                    <a:pt x="0" y="20223"/>
                  </a:moveTo>
                  <a:lnTo>
                    <a:pt x="8045" y="0"/>
                  </a:lnTo>
                  <a:lnTo>
                    <a:pt x="77445" y="26231"/>
                  </a:lnTo>
                  <a:lnTo>
                    <a:pt x="69767" y="4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37"/>
            <p:cNvSpPr/>
            <p:nvPr/>
          </p:nvSpPr>
          <p:spPr>
            <a:xfrm>
              <a:off x="5815846" y="4807157"/>
              <a:ext cx="74567" cy="49529"/>
            </a:xfrm>
            <a:custGeom>
              <a:avLst/>
              <a:pathLst>
                <a:path w="74567" h="49529">
                  <a:moveTo>
                    <a:pt x="9331" y="0"/>
                  </a:moveTo>
                  <a:lnTo>
                    <a:pt x="74567" y="25876"/>
                  </a:lnTo>
                  <a:lnTo>
                    <a:pt x="66259" y="49529"/>
                  </a:lnTo>
                  <a:lnTo>
                    <a:pt x="0" y="227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38"/>
            <p:cNvSpPr/>
            <p:nvPr/>
          </p:nvSpPr>
          <p:spPr>
            <a:xfrm>
              <a:off x="5877344" y="4802509"/>
              <a:ext cx="53211" cy="85049"/>
            </a:xfrm>
            <a:custGeom>
              <a:avLst/>
              <a:pathLst>
                <a:path w="53211" h="85049">
                  <a:moveTo>
                    <a:pt x="0" y="75419"/>
                  </a:moveTo>
                  <a:lnTo>
                    <a:pt x="29259" y="0"/>
                  </a:lnTo>
                  <a:lnTo>
                    <a:pt x="53211" y="9151"/>
                  </a:lnTo>
                  <a:lnTo>
                    <a:pt x="23775" y="85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39"/>
            <p:cNvSpPr/>
            <p:nvPr/>
          </p:nvSpPr>
          <p:spPr>
            <a:xfrm>
              <a:off x="5778064" y="4835592"/>
              <a:ext cx="59283" cy="95827"/>
            </a:xfrm>
            <a:custGeom>
              <a:avLst/>
              <a:pathLst>
                <a:path w="59283" h="95827">
                  <a:moveTo>
                    <a:pt x="0" y="86267"/>
                  </a:moveTo>
                  <a:lnTo>
                    <a:pt x="36028" y="0"/>
                  </a:lnTo>
                  <a:lnTo>
                    <a:pt x="59283" y="9737"/>
                  </a:lnTo>
                  <a:lnTo>
                    <a:pt x="25860" y="9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0"/>
            <p:cNvSpPr/>
            <p:nvPr/>
          </p:nvSpPr>
          <p:spPr>
            <a:xfrm>
              <a:off x="5807969" y="4866446"/>
              <a:ext cx="119084" cy="102064"/>
            </a:xfrm>
            <a:custGeom>
              <a:avLst/>
              <a:pathLst>
                <a:path w="119084" h="102064">
                  <a:moveTo>
                    <a:pt x="0" y="66503"/>
                  </a:moveTo>
                  <a:lnTo>
                    <a:pt x="24371" y="0"/>
                  </a:lnTo>
                  <a:lnTo>
                    <a:pt x="119084" y="37119"/>
                  </a:lnTo>
                  <a:lnTo>
                    <a:pt x="93427" y="102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1"/>
            <p:cNvSpPr/>
            <p:nvPr/>
          </p:nvSpPr>
          <p:spPr>
            <a:xfrm>
              <a:off x="5899978" y="4736111"/>
              <a:ext cx="75791" cy="55538"/>
            </a:xfrm>
            <a:custGeom>
              <a:avLst/>
              <a:pathLst>
                <a:path w="75791" h="55538">
                  <a:moveTo>
                    <a:pt x="17255" y="14599"/>
                  </a:moveTo>
                  <a:lnTo>
                    <a:pt x="75791" y="37290"/>
                  </a:lnTo>
                  <a:lnTo>
                    <a:pt x="68793" y="55538"/>
                  </a:lnTo>
                  <a:lnTo>
                    <a:pt x="14646" y="34309"/>
                  </a:lnTo>
                  <a:lnTo>
                    <a:pt x="16954" y="28643"/>
                  </a:lnTo>
                  <a:lnTo>
                    <a:pt x="0" y="21670"/>
                  </a:lnTo>
                  <a:lnTo>
                    <a:pt x="9605" y="0"/>
                  </a:lnTo>
                  <a:lnTo>
                    <a:pt x="20904" y="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2"/>
            <p:cNvSpPr/>
            <p:nvPr/>
          </p:nvSpPr>
          <p:spPr>
            <a:xfrm>
              <a:off x="5914184" y="4556266"/>
              <a:ext cx="55926" cy="40942"/>
            </a:xfrm>
            <a:custGeom>
              <a:avLst/>
              <a:pathLst>
                <a:path w="55926" h="40942">
                  <a:moveTo>
                    <a:pt x="0" y="22604"/>
                  </a:moveTo>
                  <a:lnTo>
                    <a:pt x="8453" y="0"/>
                  </a:lnTo>
                  <a:lnTo>
                    <a:pt x="55926" y="18169"/>
                  </a:lnTo>
                  <a:lnTo>
                    <a:pt x="47117" y="4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3"/>
            <p:cNvSpPr/>
            <p:nvPr/>
          </p:nvSpPr>
          <p:spPr>
            <a:xfrm>
              <a:off x="5717632" y="4865747"/>
              <a:ext cx="62901" cy="50052"/>
            </a:xfrm>
            <a:custGeom>
              <a:avLst/>
              <a:pathLst>
                <a:path w="62901" h="50052">
                  <a:moveTo>
                    <a:pt x="0" y="30937"/>
                  </a:moveTo>
                  <a:lnTo>
                    <a:pt x="51559" y="0"/>
                  </a:lnTo>
                  <a:lnTo>
                    <a:pt x="62901" y="19225"/>
                  </a:lnTo>
                  <a:lnTo>
                    <a:pt x="11080" y="5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4"/>
            <p:cNvSpPr/>
            <p:nvPr/>
          </p:nvSpPr>
          <p:spPr>
            <a:xfrm>
              <a:off x="5822868" y="4645841"/>
              <a:ext cx="54370" cy="37693"/>
            </a:xfrm>
            <a:custGeom>
              <a:avLst/>
              <a:pathLst>
                <a:path w="54370" h="37693">
                  <a:moveTo>
                    <a:pt x="7478" y="0"/>
                  </a:moveTo>
                  <a:lnTo>
                    <a:pt x="54370" y="16456"/>
                  </a:lnTo>
                  <a:lnTo>
                    <a:pt x="46102" y="37693"/>
                  </a:lnTo>
                  <a:lnTo>
                    <a:pt x="0" y="19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5"/>
            <p:cNvSpPr/>
            <p:nvPr/>
          </p:nvSpPr>
          <p:spPr>
            <a:xfrm>
              <a:off x="5933682" y="4659980"/>
              <a:ext cx="76920" cy="46414"/>
            </a:xfrm>
            <a:custGeom>
              <a:avLst/>
              <a:pathLst>
                <a:path w="76920" h="46414">
                  <a:moveTo>
                    <a:pt x="0" y="18201"/>
                  </a:moveTo>
                  <a:lnTo>
                    <a:pt x="7563" y="0"/>
                  </a:lnTo>
                  <a:lnTo>
                    <a:pt x="76920" y="28224"/>
                  </a:lnTo>
                  <a:lnTo>
                    <a:pt x="70070" y="46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6"/>
            <p:cNvSpPr/>
            <p:nvPr/>
          </p:nvSpPr>
          <p:spPr>
            <a:xfrm>
              <a:off x="6032071" y="4602199"/>
              <a:ext cx="10446" cy="25273"/>
            </a:xfrm>
            <a:custGeom>
              <a:avLst/>
              <a:pathLst>
                <a:path w="10446" h="25273">
                  <a:moveTo>
                    <a:pt x="10446" y="10556"/>
                  </a:moveTo>
                  <a:lnTo>
                    <a:pt x="9776" y="12466"/>
                  </a:lnTo>
                  <a:lnTo>
                    <a:pt x="8809" y="15222"/>
                  </a:lnTo>
                  <a:lnTo>
                    <a:pt x="5285" y="25273"/>
                  </a:lnTo>
                  <a:lnTo>
                    <a:pt x="3616" y="24593"/>
                  </a:lnTo>
                  <a:lnTo>
                    <a:pt x="2648" y="24198"/>
                  </a:lnTo>
                  <a:lnTo>
                    <a:pt x="0" y="23119"/>
                  </a:lnTo>
                  <a:lnTo>
                    <a:pt x="6081" y="5920"/>
                  </a:lnTo>
                  <a:lnTo>
                    <a:pt x="6854" y="3734"/>
                  </a:lnTo>
                  <a:lnTo>
                    <a:pt x="7089" y="3070"/>
                  </a:lnTo>
                  <a:lnTo>
                    <a:pt x="8175" y="0"/>
                  </a:lnTo>
                  <a:lnTo>
                    <a:pt x="10310" y="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47"/>
            <p:cNvSpPr/>
            <p:nvPr/>
          </p:nvSpPr>
          <p:spPr>
            <a:xfrm>
              <a:off x="5841500" y="4744209"/>
              <a:ext cx="53242" cy="38985"/>
            </a:xfrm>
            <a:custGeom>
              <a:avLst/>
              <a:pathLst>
                <a:path w="53242" h="38985">
                  <a:moveTo>
                    <a:pt x="8017" y="0"/>
                  </a:moveTo>
                  <a:lnTo>
                    <a:pt x="53242" y="16903"/>
                  </a:lnTo>
                  <a:lnTo>
                    <a:pt x="44919" y="38985"/>
                  </a:lnTo>
                  <a:lnTo>
                    <a:pt x="0" y="2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48"/>
            <p:cNvSpPr/>
            <p:nvPr/>
          </p:nvSpPr>
          <p:spPr>
            <a:xfrm>
              <a:off x="6008566" y="4556605"/>
              <a:ext cx="32237" cy="38097"/>
            </a:xfrm>
            <a:custGeom>
              <a:avLst/>
              <a:pathLst>
                <a:path w="32237" h="38097">
                  <a:moveTo>
                    <a:pt x="12999" y="3581"/>
                  </a:moveTo>
                  <a:lnTo>
                    <a:pt x="17205" y="7238"/>
                  </a:lnTo>
                  <a:lnTo>
                    <a:pt x="21645" y="11435"/>
                  </a:lnTo>
                  <a:lnTo>
                    <a:pt x="23228" y="12932"/>
                  </a:lnTo>
                  <a:lnTo>
                    <a:pt x="24154" y="14218"/>
                  </a:lnTo>
                  <a:lnTo>
                    <a:pt x="26573" y="17574"/>
                  </a:lnTo>
                  <a:lnTo>
                    <a:pt x="27180" y="18417"/>
                  </a:lnTo>
                  <a:lnTo>
                    <a:pt x="28167" y="20590"/>
                  </a:lnTo>
                  <a:lnTo>
                    <a:pt x="30160" y="24977"/>
                  </a:lnTo>
                  <a:lnTo>
                    <a:pt x="32237" y="38097"/>
                  </a:lnTo>
                  <a:lnTo>
                    <a:pt x="16118" y="32012"/>
                  </a:lnTo>
                  <a:lnTo>
                    <a:pt x="7427" y="28731"/>
                  </a:lnTo>
                  <a:lnTo>
                    <a:pt x="0" y="25927"/>
                  </a:lnTo>
                  <a:lnTo>
                    <a:pt x="381" y="24774"/>
                  </a:lnTo>
                  <a:lnTo>
                    <a:pt x="461" y="24532"/>
                  </a:lnTo>
                  <a:lnTo>
                    <a:pt x="2968" y="16944"/>
                  </a:lnTo>
                  <a:lnTo>
                    <a:pt x="4135" y="13411"/>
                  </a:lnTo>
                  <a:lnTo>
                    <a:pt x="85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49"/>
            <p:cNvSpPr/>
            <p:nvPr/>
          </p:nvSpPr>
          <p:spPr>
            <a:xfrm>
              <a:off x="5800361" y="4696889"/>
              <a:ext cx="54963" cy="40283"/>
            </a:xfrm>
            <a:custGeom>
              <a:avLst/>
              <a:pathLst>
                <a:path w="54963" h="40283">
                  <a:moveTo>
                    <a:pt x="0" y="22590"/>
                  </a:moveTo>
                  <a:lnTo>
                    <a:pt x="8960" y="0"/>
                  </a:lnTo>
                  <a:lnTo>
                    <a:pt x="54963" y="18492"/>
                  </a:lnTo>
                  <a:lnTo>
                    <a:pt x="46866" y="40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0"/>
            <p:cNvSpPr/>
            <p:nvPr/>
          </p:nvSpPr>
          <p:spPr>
            <a:xfrm>
              <a:off x="5872353" y="4662889"/>
              <a:ext cx="55125" cy="41392"/>
            </a:xfrm>
            <a:custGeom>
              <a:avLst/>
              <a:pathLst>
                <a:path w="55125" h="41392">
                  <a:moveTo>
                    <a:pt x="46261" y="41392"/>
                  </a:moveTo>
                  <a:lnTo>
                    <a:pt x="0" y="22714"/>
                  </a:lnTo>
                  <a:lnTo>
                    <a:pt x="8876" y="0"/>
                  </a:lnTo>
                  <a:lnTo>
                    <a:pt x="55125" y="18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1"/>
            <p:cNvSpPr/>
            <p:nvPr/>
          </p:nvSpPr>
          <p:spPr>
            <a:xfrm>
              <a:off x="5924203" y="4681788"/>
              <a:ext cx="77194" cy="45445"/>
            </a:xfrm>
            <a:custGeom>
              <a:avLst/>
              <a:pathLst>
                <a:path w="77194" h="45445">
                  <a:moveTo>
                    <a:pt x="0" y="18663"/>
                  </a:moveTo>
                  <a:lnTo>
                    <a:pt x="7582" y="0"/>
                  </a:lnTo>
                  <a:lnTo>
                    <a:pt x="77194" y="27351"/>
                  </a:lnTo>
                  <a:lnTo>
                    <a:pt x="70406" y="45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2"/>
            <p:cNvSpPr/>
            <p:nvPr/>
          </p:nvSpPr>
          <p:spPr>
            <a:xfrm>
              <a:off x="5904061" y="4812676"/>
              <a:ext cx="55794" cy="85510"/>
            </a:xfrm>
            <a:custGeom>
              <a:avLst/>
              <a:pathLst>
                <a:path w="55794" h="85510">
                  <a:moveTo>
                    <a:pt x="0" y="76137"/>
                  </a:moveTo>
                  <a:lnTo>
                    <a:pt x="29787" y="0"/>
                  </a:lnTo>
                  <a:lnTo>
                    <a:pt x="55794" y="9608"/>
                  </a:lnTo>
                  <a:lnTo>
                    <a:pt x="25836" y="8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3"/>
            <p:cNvSpPr/>
            <p:nvPr/>
          </p:nvSpPr>
          <p:spPr>
            <a:xfrm>
              <a:off x="5811280" y="4669496"/>
              <a:ext cx="55113" cy="41015"/>
            </a:xfrm>
            <a:custGeom>
              <a:avLst/>
              <a:pathLst>
                <a:path w="55113" h="41015">
                  <a:moveTo>
                    <a:pt x="0" y="22913"/>
                  </a:moveTo>
                  <a:lnTo>
                    <a:pt x="8909" y="0"/>
                  </a:lnTo>
                  <a:lnTo>
                    <a:pt x="55113" y="18686"/>
                  </a:lnTo>
                  <a:lnTo>
                    <a:pt x="46182" y="41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4"/>
            <p:cNvSpPr/>
            <p:nvPr/>
          </p:nvSpPr>
          <p:spPr>
            <a:xfrm>
              <a:off x="5913043" y="4705493"/>
              <a:ext cx="80963" cy="43730"/>
            </a:xfrm>
            <a:custGeom>
              <a:avLst/>
              <a:pathLst>
                <a:path w="80963" h="43730">
                  <a:moveTo>
                    <a:pt x="13995" y="20548"/>
                  </a:moveTo>
                  <a:lnTo>
                    <a:pt x="10489" y="30040"/>
                  </a:lnTo>
                  <a:lnTo>
                    <a:pt x="0" y="26437"/>
                  </a:lnTo>
                  <a:lnTo>
                    <a:pt x="11113" y="0"/>
                  </a:lnTo>
                  <a:lnTo>
                    <a:pt x="80963" y="26168"/>
                  </a:lnTo>
                  <a:lnTo>
                    <a:pt x="74252" y="437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5"/>
            <p:cNvSpPr/>
            <p:nvPr/>
          </p:nvSpPr>
          <p:spPr>
            <a:xfrm>
              <a:off x="5635178" y="4884464"/>
              <a:ext cx="63328" cy="50280"/>
            </a:xfrm>
            <a:custGeom>
              <a:avLst/>
              <a:pathLst>
                <a:path w="63328" h="50280">
                  <a:moveTo>
                    <a:pt x="0" y="30862"/>
                  </a:moveTo>
                  <a:lnTo>
                    <a:pt x="52365" y="0"/>
                  </a:lnTo>
                  <a:lnTo>
                    <a:pt x="63328" y="19693"/>
                  </a:lnTo>
                  <a:lnTo>
                    <a:pt x="10843" y="50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6"/>
            <p:cNvSpPr/>
            <p:nvPr/>
          </p:nvSpPr>
          <p:spPr>
            <a:xfrm>
              <a:off x="5889798" y="4761567"/>
              <a:ext cx="78226" cy="50639"/>
            </a:xfrm>
            <a:custGeom>
              <a:avLst/>
              <a:pathLst>
                <a:path w="78226" h="50639">
                  <a:moveTo>
                    <a:pt x="0" y="23252"/>
                  </a:moveTo>
                  <a:lnTo>
                    <a:pt x="9180" y="0"/>
                  </a:lnTo>
                  <a:lnTo>
                    <a:pt x="21286" y="4852"/>
                  </a:lnTo>
                  <a:lnTo>
                    <a:pt x="19312" y="9704"/>
                  </a:lnTo>
                  <a:lnTo>
                    <a:pt x="78226" y="32592"/>
                  </a:lnTo>
                  <a:lnTo>
                    <a:pt x="71459" y="5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57"/>
            <p:cNvSpPr/>
            <p:nvPr/>
          </p:nvSpPr>
          <p:spPr>
            <a:xfrm>
              <a:off x="5926762" y="4731988"/>
              <a:ext cx="57876" cy="37436"/>
            </a:xfrm>
            <a:custGeom>
              <a:avLst/>
              <a:pathLst>
                <a:path w="57876" h="37436">
                  <a:moveTo>
                    <a:pt x="0" y="17997"/>
                  </a:moveTo>
                  <a:lnTo>
                    <a:pt x="6763" y="0"/>
                  </a:lnTo>
                  <a:lnTo>
                    <a:pt x="57876" y="19327"/>
                  </a:lnTo>
                  <a:lnTo>
                    <a:pt x="50893" y="37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58"/>
            <p:cNvSpPr/>
            <p:nvPr/>
          </p:nvSpPr>
          <p:spPr>
            <a:xfrm>
              <a:off x="5850531" y="4716863"/>
              <a:ext cx="55670" cy="39933"/>
            </a:xfrm>
            <a:custGeom>
              <a:avLst/>
              <a:pathLst>
                <a:path w="55670" h="39933">
                  <a:moveTo>
                    <a:pt x="46917" y="39933"/>
                  </a:moveTo>
                  <a:lnTo>
                    <a:pt x="0" y="22544"/>
                  </a:lnTo>
                  <a:lnTo>
                    <a:pt x="8668" y="0"/>
                  </a:lnTo>
                  <a:lnTo>
                    <a:pt x="55670" y="1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59"/>
            <p:cNvSpPr/>
            <p:nvPr/>
          </p:nvSpPr>
          <p:spPr>
            <a:xfrm>
              <a:off x="5790029" y="4723977"/>
              <a:ext cx="55031" cy="40169"/>
            </a:xfrm>
            <a:custGeom>
              <a:avLst/>
              <a:pathLst>
                <a:path w="55031" h="40169">
                  <a:moveTo>
                    <a:pt x="47175" y="40169"/>
                  </a:moveTo>
                  <a:lnTo>
                    <a:pt x="0" y="23160"/>
                  </a:lnTo>
                  <a:lnTo>
                    <a:pt x="8428" y="0"/>
                  </a:lnTo>
                  <a:lnTo>
                    <a:pt x="55031" y="18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0"/>
            <p:cNvSpPr/>
            <p:nvPr/>
          </p:nvSpPr>
          <p:spPr>
            <a:xfrm>
              <a:off x="5924859" y="4528050"/>
              <a:ext cx="54680" cy="42274"/>
            </a:xfrm>
            <a:custGeom>
              <a:avLst/>
              <a:pathLst>
                <a:path w="54680" h="42274">
                  <a:moveTo>
                    <a:pt x="0" y="24298"/>
                  </a:moveTo>
                  <a:lnTo>
                    <a:pt x="9086" y="0"/>
                  </a:lnTo>
                  <a:lnTo>
                    <a:pt x="54680" y="19249"/>
                  </a:lnTo>
                  <a:lnTo>
                    <a:pt x="46008" y="4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1"/>
            <p:cNvSpPr/>
            <p:nvPr/>
          </p:nvSpPr>
          <p:spPr>
            <a:xfrm>
              <a:off x="5803451" y="4991765"/>
              <a:ext cx="76690" cy="47578"/>
            </a:xfrm>
            <a:custGeom>
              <a:avLst/>
              <a:pathLst>
                <a:path w="76690" h="47578">
                  <a:moveTo>
                    <a:pt x="0" y="20535"/>
                  </a:moveTo>
                  <a:lnTo>
                    <a:pt x="7782" y="0"/>
                  </a:lnTo>
                  <a:lnTo>
                    <a:pt x="76690" y="27195"/>
                  </a:lnTo>
                  <a:lnTo>
                    <a:pt x="69616" y="47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2"/>
            <p:cNvSpPr/>
            <p:nvPr/>
          </p:nvSpPr>
          <p:spPr>
            <a:xfrm>
              <a:off x="5966087" y="4576065"/>
              <a:ext cx="70532" cy="47852"/>
            </a:xfrm>
            <a:custGeom>
              <a:avLst/>
              <a:pathLst>
                <a:path w="70532" h="47852">
                  <a:moveTo>
                    <a:pt x="0" y="22712"/>
                  </a:moveTo>
                  <a:lnTo>
                    <a:pt x="8699" y="0"/>
                  </a:lnTo>
                  <a:lnTo>
                    <a:pt x="70532" y="23848"/>
                  </a:lnTo>
                  <a:lnTo>
                    <a:pt x="61897" y="47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3"/>
            <p:cNvSpPr/>
            <p:nvPr/>
          </p:nvSpPr>
          <p:spPr>
            <a:xfrm>
              <a:off x="5863150" y="4536626"/>
              <a:ext cx="56035" cy="41105"/>
            </a:xfrm>
            <a:custGeom>
              <a:avLst/>
              <a:pathLst>
                <a:path w="56035" h="41105">
                  <a:moveTo>
                    <a:pt x="0" y="22571"/>
                  </a:moveTo>
                  <a:lnTo>
                    <a:pt x="8237" y="0"/>
                  </a:lnTo>
                  <a:lnTo>
                    <a:pt x="56035" y="18578"/>
                  </a:lnTo>
                  <a:lnTo>
                    <a:pt x="47853" y="41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4"/>
            <p:cNvSpPr/>
            <p:nvPr/>
          </p:nvSpPr>
          <p:spPr>
            <a:xfrm>
              <a:off x="5974907" y="4544637"/>
              <a:ext cx="36129" cy="37835"/>
            </a:xfrm>
            <a:custGeom>
              <a:avLst/>
              <a:pathLst>
                <a:path w="36129" h="37835">
                  <a:moveTo>
                    <a:pt x="0" y="27244"/>
                  </a:moveTo>
                  <a:lnTo>
                    <a:pt x="8978" y="3874"/>
                  </a:lnTo>
                  <a:lnTo>
                    <a:pt x="15836" y="0"/>
                  </a:lnTo>
                  <a:lnTo>
                    <a:pt x="27304" y="5081"/>
                  </a:lnTo>
                  <a:lnTo>
                    <a:pt x="36129" y="15386"/>
                  </a:lnTo>
                  <a:lnTo>
                    <a:pt x="28162" y="37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5"/>
            <p:cNvSpPr/>
            <p:nvPr/>
          </p:nvSpPr>
          <p:spPr>
            <a:xfrm>
              <a:off x="5873381" y="4507837"/>
              <a:ext cx="57197" cy="43335"/>
            </a:xfrm>
            <a:custGeom>
              <a:avLst/>
              <a:pathLst>
                <a:path w="57197" h="43335">
                  <a:moveTo>
                    <a:pt x="0" y="25165"/>
                  </a:moveTo>
                  <a:lnTo>
                    <a:pt x="9339" y="0"/>
                  </a:lnTo>
                  <a:lnTo>
                    <a:pt x="57197" y="19175"/>
                  </a:lnTo>
                  <a:lnTo>
                    <a:pt x="47718" y="4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6"/>
            <p:cNvSpPr/>
            <p:nvPr/>
          </p:nvSpPr>
          <p:spPr>
            <a:xfrm>
              <a:off x="5861259" y="4689337"/>
              <a:ext cx="55968" cy="40960"/>
            </a:xfrm>
            <a:custGeom>
              <a:avLst/>
              <a:pathLst>
                <a:path w="55968" h="40960">
                  <a:moveTo>
                    <a:pt x="0" y="22895"/>
                  </a:moveTo>
                  <a:lnTo>
                    <a:pt x="9176" y="0"/>
                  </a:lnTo>
                  <a:lnTo>
                    <a:pt x="55968" y="18428"/>
                  </a:lnTo>
                  <a:lnTo>
                    <a:pt x="47102" y="40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67"/>
            <p:cNvSpPr/>
            <p:nvPr/>
          </p:nvSpPr>
          <p:spPr>
            <a:xfrm>
              <a:off x="5606260" y="4925480"/>
              <a:ext cx="44126" cy="53522"/>
            </a:xfrm>
            <a:custGeom>
              <a:avLst/>
              <a:pathLst>
                <a:path w="44126" h="53522">
                  <a:moveTo>
                    <a:pt x="0" y="11354"/>
                  </a:moveTo>
                  <a:lnTo>
                    <a:pt x="19894" y="0"/>
                  </a:lnTo>
                  <a:lnTo>
                    <a:pt x="44126" y="42536"/>
                  </a:lnTo>
                  <a:lnTo>
                    <a:pt x="24590" y="53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68"/>
            <p:cNvSpPr/>
            <p:nvPr/>
          </p:nvSpPr>
          <p:spPr>
            <a:xfrm>
              <a:off x="5834607" y="4846522"/>
              <a:ext cx="43946" cy="29658"/>
            </a:xfrm>
            <a:custGeom>
              <a:avLst/>
              <a:pathLst>
                <a:path w="43946" h="29658">
                  <a:moveTo>
                    <a:pt x="5658" y="0"/>
                  </a:moveTo>
                  <a:lnTo>
                    <a:pt x="43946" y="14783"/>
                  </a:lnTo>
                  <a:lnTo>
                    <a:pt x="38287" y="29658"/>
                  </a:lnTo>
                  <a:lnTo>
                    <a:pt x="0" y="1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69"/>
            <p:cNvSpPr/>
            <p:nvPr/>
          </p:nvSpPr>
          <p:spPr>
            <a:xfrm>
              <a:off x="5690859" y="4876952"/>
              <a:ext cx="34694" cy="47498"/>
            </a:xfrm>
            <a:custGeom>
              <a:avLst/>
              <a:pathLst>
                <a:path w="34694" h="47498">
                  <a:moveTo>
                    <a:pt x="30109" y="43519"/>
                  </a:moveTo>
                  <a:lnTo>
                    <a:pt x="23405" y="47498"/>
                  </a:lnTo>
                  <a:lnTo>
                    <a:pt x="12052" y="27741"/>
                  </a:lnTo>
                  <a:lnTo>
                    <a:pt x="1238" y="8922"/>
                  </a:lnTo>
                  <a:lnTo>
                    <a:pt x="0" y="6767"/>
                  </a:lnTo>
                  <a:lnTo>
                    <a:pt x="4942" y="3794"/>
                  </a:lnTo>
                  <a:lnTo>
                    <a:pt x="5722" y="3325"/>
                  </a:lnTo>
                  <a:lnTo>
                    <a:pt x="11249" y="0"/>
                  </a:lnTo>
                  <a:lnTo>
                    <a:pt x="23377" y="21104"/>
                  </a:lnTo>
                  <a:lnTo>
                    <a:pt x="34694" y="40798"/>
                  </a:lnTo>
                  <a:lnTo>
                    <a:pt x="30751" y="43138"/>
                  </a:lnTo>
                  <a:lnTo>
                    <a:pt x="30417" y="43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0"/>
            <p:cNvSpPr/>
            <p:nvPr/>
          </p:nvSpPr>
          <p:spPr>
            <a:xfrm>
              <a:off x="5740365" y="4999934"/>
              <a:ext cx="57228" cy="60935"/>
            </a:xfrm>
            <a:custGeom>
              <a:avLst/>
              <a:pathLst>
                <a:path w="57228" h="60935">
                  <a:moveTo>
                    <a:pt x="0" y="45028"/>
                  </a:moveTo>
                  <a:lnTo>
                    <a:pt x="17362" y="0"/>
                  </a:lnTo>
                  <a:lnTo>
                    <a:pt x="57228" y="15090"/>
                  </a:lnTo>
                  <a:lnTo>
                    <a:pt x="40485" y="60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1"/>
            <p:cNvSpPr/>
            <p:nvPr/>
          </p:nvSpPr>
          <p:spPr>
            <a:xfrm>
              <a:off x="5709862" y="5029541"/>
              <a:ext cx="21315" cy="34740"/>
            </a:xfrm>
            <a:custGeom>
              <a:avLst/>
              <a:pathLst>
                <a:path w="21315" h="34740">
                  <a:moveTo>
                    <a:pt x="0" y="11569"/>
                  </a:moveTo>
                  <a:lnTo>
                    <a:pt x="18502" y="0"/>
                  </a:lnTo>
                  <a:lnTo>
                    <a:pt x="20945" y="4511"/>
                  </a:lnTo>
                  <a:lnTo>
                    <a:pt x="21315" y="7292"/>
                  </a:lnTo>
                  <a:lnTo>
                    <a:pt x="21113" y="11608"/>
                  </a:lnTo>
                  <a:lnTo>
                    <a:pt x="12959" y="34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2"/>
            <p:cNvSpPr/>
            <p:nvPr/>
          </p:nvSpPr>
          <p:spPr>
            <a:xfrm>
              <a:off x="5740460" y="4757555"/>
              <a:ext cx="92332" cy="118462"/>
            </a:xfrm>
            <a:custGeom>
              <a:avLst/>
              <a:pathLst>
                <a:path w="92332" h="118462">
                  <a:moveTo>
                    <a:pt x="27132" y="21115"/>
                  </a:moveTo>
                  <a:lnTo>
                    <a:pt x="39068" y="19037"/>
                  </a:lnTo>
                  <a:lnTo>
                    <a:pt x="50436" y="0"/>
                  </a:lnTo>
                  <a:lnTo>
                    <a:pt x="92332" y="16303"/>
                  </a:lnTo>
                  <a:lnTo>
                    <a:pt x="80390" y="47881"/>
                  </a:lnTo>
                  <a:lnTo>
                    <a:pt x="44307" y="118462"/>
                  </a:lnTo>
                  <a:lnTo>
                    <a:pt x="19801" y="71614"/>
                  </a:lnTo>
                  <a:lnTo>
                    <a:pt x="0" y="3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3"/>
            <p:cNvSpPr/>
            <p:nvPr/>
          </p:nvSpPr>
          <p:spPr>
            <a:xfrm>
              <a:off x="5894477" y="4583354"/>
              <a:ext cx="65075" cy="67847"/>
            </a:xfrm>
            <a:custGeom>
              <a:avLst/>
              <a:pathLst>
                <a:path w="65075" h="67847">
                  <a:moveTo>
                    <a:pt x="18782" y="0"/>
                  </a:moveTo>
                  <a:lnTo>
                    <a:pt x="65075" y="18057"/>
                  </a:lnTo>
                  <a:lnTo>
                    <a:pt x="44909" y="67847"/>
                  </a:lnTo>
                  <a:lnTo>
                    <a:pt x="0" y="50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4"/>
            <p:cNvSpPr/>
            <p:nvPr/>
          </p:nvSpPr>
          <p:spPr>
            <a:xfrm>
              <a:off x="5743134" y="5081676"/>
              <a:ext cx="26473" cy="28051"/>
            </a:xfrm>
            <a:custGeom>
              <a:avLst/>
              <a:pathLst>
                <a:path w="26473" h="28051">
                  <a:moveTo>
                    <a:pt x="26473" y="7468"/>
                  </a:moveTo>
                  <a:lnTo>
                    <a:pt x="18718" y="28051"/>
                  </a:lnTo>
                  <a:lnTo>
                    <a:pt x="0" y="20419"/>
                  </a:lnTo>
                  <a:lnTo>
                    <a:pt x="70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5"/>
            <p:cNvSpPr/>
            <p:nvPr/>
          </p:nvSpPr>
          <p:spPr>
            <a:xfrm>
              <a:off x="5765182" y="5090211"/>
              <a:ext cx="77484" cy="47659"/>
            </a:xfrm>
            <a:custGeom>
              <a:avLst/>
              <a:pathLst>
                <a:path w="77484" h="47659">
                  <a:moveTo>
                    <a:pt x="7490" y="0"/>
                  </a:moveTo>
                  <a:lnTo>
                    <a:pt x="77484" y="27112"/>
                  </a:lnTo>
                  <a:lnTo>
                    <a:pt x="70430" y="47659"/>
                  </a:lnTo>
                  <a:lnTo>
                    <a:pt x="0" y="20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6"/>
            <p:cNvSpPr/>
            <p:nvPr/>
          </p:nvSpPr>
          <p:spPr>
            <a:xfrm>
              <a:off x="5840753" y="5119479"/>
              <a:ext cx="22996" cy="29196"/>
            </a:xfrm>
            <a:custGeom>
              <a:avLst/>
              <a:pathLst>
                <a:path w="22996" h="29196">
                  <a:moveTo>
                    <a:pt x="0" y="20819"/>
                  </a:moveTo>
                  <a:lnTo>
                    <a:pt x="7224" y="0"/>
                  </a:lnTo>
                  <a:lnTo>
                    <a:pt x="22515" y="6159"/>
                  </a:lnTo>
                  <a:lnTo>
                    <a:pt x="22515" y="23160"/>
                  </a:lnTo>
                  <a:lnTo>
                    <a:pt x="22996" y="27964"/>
                  </a:lnTo>
                  <a:lnTo>
                    <a:pt x="21672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77"/>
            <p:cNvSpPr/>
            <p:nvPr/>
          </p:nvSpPr>
          <p:spPr>
            <a:xfrm>
              <a:off x="5295756" y="5021800"/>
              <a:ext cx="53652" cy="44361"/>
            </a:xfrm>
            <a:custGeom>
              <a:avLst/>
              <a:pathLst>
                <a:path w="53652" h="44361">
                  <a:moveTo>
                    <a:pt x="0" y="25326"/>
                  </a:moveTo>
                  <a:lnTo>
                    <a:pt x="42759" y="0"/>
                  </a:lnTo>
                  <a:lnTo>
                    <a:pt x="53652" y="18209"/>
                  </a:lnTo>
                  <a:lnTo>
                    <a:pt x="10921" y="44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78"/>
            <p:cNvSpPr/>
            <p:nvPr/>
          </p:nvSpPr>
          <p:spPr>
            <a:xfrm>
              <a:off x="5374443" y="5027579"/>
              <a:ext cx="95614" cy="69206"/>
            </a:xfrm>
            <a:custGeom>
              <a:avLst/>
              <a:pathLst>
                <a:path w="95614" h="69206">
                  <a:moveTo>
                    <a:pt x="0" y="50611"/>
                  </a:moveTo>
                  <a:lnTo>
                    <a:pt x="84733" y="0"/>
                  </a:lnTo>
                  <a:lnTo>
                    <a:pt x="95614" y="18488"/>
                  </a:lnTo>
                  <a:lnTo>
                    <a:pt x="59963" y="39385"/>
                  </a:lnTo>
                  <a:lnTo>
                    <a:pt x="11171" y="6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79"/>
            <p:cNvSpPr/>
            <p:nvPr/>
          </p:nvSpPr>
          <p:spPr>
            <a:xfrm>
              <a:off x="5362369" y="5102456"/>
              <a:ext cx="51302" cy="49184"/>
            </a:xfrm>
            <a:custGeom>
              <a:avLst/>
              <a:pathLst>
                <a:path w="51302" h="49184">
                  <a:moveTo>
                    <a:pt x="0" y="31555"/>
                  </a:moveTo>
                  <a:lnTo>
                    <a:pt x="36803" y="0"/>
                  </a:lnTo>
                  <a:lnTo>
                    <a:pt x="51302" y="16639"/>
                  </a:lnTo>
                  <a:lnTo>
                    <a:pt x="14631" y="49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0"/>
            <p:cNvSpPr/>
            <p:nvPr/>
          </p:nvSpPr>
          <p:spPr>
            <a:xfrm>
              <a:off x="5431376" y="5172496"/>
              <a:ext cx="88576" cy="90335"/>
            </a:xfrm>
            <a:custGeom>
              <a:avLst/>
              <a:pathLst>
                <a:path w="88576" h="90335">
                  <a:moveTo>
                    <a:pt x="50438" y="75280"/>
                  </a:moveTo>
                  <a:lnTo>
                    <a:pt x="32896" y="90335"/>
                  </a:lnTo>
                  <a:lnTo>
                    <a:pt x="0" y="52893"/>
                  </a:lnTo>
                  <a:lnTo>
                    <a:pt x="17780" y="37267"/>
                  </a:lnTo>
                  <a:lnTo>
                    <a:pt x="40153" y="17606"/>
                  </a:lnTo>
                  <a:lnTo>
                    <a:pt x="40995" y="16866"/>
                  </a:lnTo>
                  <a:lnTo>
                    <a:pt x="58868" y="1159"/>
                  </a:lnTo>
                  <a:lnTo>
                    <a:pt x="60188" y="0"/>
                  </a:lnTo>
                  <a:lnTo>
                    <a:pt x="60967" y="1363"/>
                  </a:lnTo>
                  <a:lnTo>
                    <a:pt x="73246" y="22838"/>
                  </a:lnTo>
                  <a:lnTo>
                    <a:pt x="74001" y="24159"/>
                  </a:lnTo>
                  <a:lnTo>
                    <a:pt x="77335" y="29990"/>
                  </a:lnTo>
                  <a:lnTo>
                    <a:pt x="88576" y="49650"/>
                  </a:lnTo>
                  <a:lnTo>
                    <a:pt x="78152" y="55813"/>
                  </a:lnTo>
                  <a:lnTo>
                    <a:pt x="75736" y="57241"/>
                  </a:lnTo>
                  <a:lnTo>
                    <a:pt x="74567" y="57932"/>
                  </a:lnTo>
                  <a:lnTo>
                    <a:pt x="62535" y="65045"/>
                  </a:lnTo>
                  <a:lnTo>
                    <a:pt x="61987" y="65369"/>
                  </a:lnTo>
                  <a:lnTo>
                    <a:pt x="61223" y="660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1"/>
            <p:cNvSpPr/>
            <p:nvPr/>
          </p:nvSpPr>
          <p:spPr>
            <a:xfrm>
              <a:off x="5521268" y="4902442"/>
              <a:ext cx="63369" cy="87083"/>
            </a:xfrm>
            <a:custGeom>
              <a:avLst/>
              <a:pathLst>
                <a:path w="63369" h="87083">
                  <a:moveTo>
                    <a:pt x="63369" y="76473"/>
                  </a:moveTo>
                  <a:lnTo>
                    <a:pt x="45411" y="87083"/>
                  </a:lnTo>
                  <a:lnTo>
                    <a:pt x="38180" y="74988"/>
                  </a:lnTo>
                  <a:lnTo>
                    <a:pt x="0" y="11120"/>
                  </a:lnTo>
                  <a:lnTo>
                    <a:pt x="19327" y="0"/>
                  </a:lnTo>
                  <a:lnTo>
                    <a:pt x="56573" y="64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2"/>
            <p:cNvSpPr/>
            <p:nvPr/>
          </p:nvSpPr>
          <p:spPr>
            <a:xfrm>
              <a:off x="5383485" y="4985434"/>
              <a:ext cx="49950" cy="65096"/>
            </a:xfrm>
            <a:custGeom>
              <a:avLst/>
              <a:pathLst>
                <a:path w="49950" h="65096">
                  <a:moveTo>
                    <a:pt x="0" y="9964"/>
                  </a:moveTo>
                  <a:lnTo>
                    <a:pt x="18093" y="0"/>
                  </a:lnTo>
                  <a:lnTo>
                    <a:pt x="49950" y="53940"/>
                  </a:lnTo>
                  <a:lnTo>
                    <a:pt x="31409" y="6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3"/>
            <p:cNvSpPr/>
            <p:nvPr/>
          </p:nvSpPr>
          <p:spPr>
            <a:xfrm>
              <a:off x="5341039" y="5009769"/>
              <a:ext cx="50647" cy="65491"/>
            </a:xfrm>
            <a:custGeom>
              <a:avLst/>
              <a:pathLst>
                <a:path w="50647" h="65491">
                  <a:moveTo>
                    <a:pt x="0" y="10932"/>
                  </a:moveTo>
                  <a:lnTo>
                    <a:pt x="18428" y="0"/>
                  </a:lnTo>
                  <a:lnTo>
                    <a:pt x="50647" y="54917"/>
                  </a:lnTo>
                  <a:lnTo>
                    <a:pt x="32475" y="6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4"/>
            <p:cNvSpPr/>
            <p:nvPr/>
          </p:nvSpPr>
          <p:spPr>
            <a:xfrm>
              <a:off x="5538191" y="5014049"/>
              <a:ext cx="78241" cy="59280"/>
            </a:xfrm>
            <a:custGeom>
              <a:avLst/>
              <a:pathLst>
                <a:path w="78241" h="59280">
                  <a:moveTo>
                    <a:pt x="0" y="39775"/>
                  </a:moveTo>
                  <a:lnTo>
                    <a:pt x="67077" y="0"/>
                  </a:lnTo>
                  <a:lnTo>
                    <a:pt x="78241" y="19412"/>
                  </a:lnTo>
                  <a:lnTo>
                    <a:pt x="11264" y="59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5"/>
            <p:cNvSpPr/>
            <p:nvPr/>
          </p:nvSpPr>
          <p:spPr>
            <a:xfrm>
              <a:off x="5362060" y="4996555"/>
              <a:ext cx="43257" cy="53277"/>
            </a:xfrm>
            <a:custGeom>
              <a:avLst/>
              <a:pathLst>
                <a:path w="43257" h="53277">
                  <a:moveTo>
                    <a:pt x="0" y="11726"/>
                  </a:moveTo>
                  <a:lnTo>
                    <a:pt x="19338" y="0"/>
                  </a:lnTo>
                  <a:lnTo>
                    <a:pt x="43257" y="43185"/>
                  </a:lnTo>
                  <a:lnTo>
                    <a:pt x="24889" y="53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6"/>
            <p:cNvSpPr/>
            <p:nvPr/>
          </p:nvSpPr>
          <p:spPr>
            <a:xfrm>
              <a:off x="5610403" y="4999481"/>
              <a:ext cx="55402" cy="73680"/>
            </a:xfrm>
            <a:custGeom>
              <a:avLst/>
              <a:pathLst>
                <a:path w="55402" h="73680">
                  <a:moveTo>
                    <a:pt x="0" y="11071"/>
                  </a:moveTo>
                  <a:lnTo>
                    <a:pt x="19640" y="0"/>
                  </a:lnTo>
                  <a:lnTo>
                    <a:pt x="55402" y="62128"/>
                  </a:lnTo>
                  <a:lnTo>
                    <a:pt x="36129" y="7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87"/>
            <p:cNvSpPr/>
            <p:nvPr/>
          </p:nvSpPr>
          <p:spPr>
            <a:xfrm>
              <a:off x="5500335" y="4914875"/>
              <a:ext cx="62618" cy="86676"/>
            </a:xfrm>
            <a:custGeom>
              <a:avLst/>
              <a:pathLst>
                <a:path w="62618" h="86676">
                  <a:moveTo>
                    <a:pt x="0" y="11142"/>
                  </a:moveTo>
                  <a:lnTo>
                    <a:pt x="18646" y="0"/>
                  </a:lnTo>
                  <a:lnTo>
                    <a:pt x="62618" y="76327"/>
                  </a:lnTo>
                  <a:lnTo>
                    <a:pt x="44557" y="8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88"/>
            <p:cNvSpPr/>
            <p:nvPr/>
          </p:nvSpPr>
          <p:spPr>
            <a:xfrm>
              <a:off x="5458954" y="4940615"/>
              <a:ext cx="50056" cy="65229"/>
            </a:xfrm>
            <a:custGeom>
              <a:avLst/>
              <a:pathLst>
                <a:path w="50056" h="65229">
                  <a:moveTo>
                    <a:pt x="0" y="10505"/>
                  </a:moveTo>
                  <a:lnTo>
                    <a:pt x="17918" y="0"/>
                  </a:lnTo>
                  <a:lnTo>
                    <a:pt x="50056" y="54399"/>
                  </a:lnTo>
                  <a:lnTo>
                    <a:pt x="31808" y="6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89"/>
            <p:cNvSpPr/>
            <p:nvPr/>
          </p:nvSpPr>
          <p:spPr>
            <a:xfrm>
              <a:off x="5537437" y="4969151"/>
              <a:ext cx="85849" cy="62425"/>
            </a:xfrm>
            <a:custGeom>
              <a:avLst/>
              <a:pathLst>
                <a:path w="85849" h="62425">
                  <a:moveTo>
                    <a:pt x="0" y="43246"/>
                  </a:moveTo>
                  <a:lnTo>
                    <a:pt x="74175" y="0"/>
                  </a:lnTo>
                  <a:lnTo>
                    <a:pt x="85849" y="19211"/>
                  </a:lnTo>
                  <a:lnTo>
                    <a:pt x="11322" y="62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0"/>
            <p:cNvSpPr/>
            <p:nvPr/>
          </p:nvSpPr>
          <p:spPr>
            <a:xfrm>
              <a:off x="5437502" y="4952813"/>
              <a:ext cx="50107" cy="65161"/>
            </a:xfrm>
            <a:custGeom>
              <a:avLst/>
              <a:pathLst>
                <a:path w="50107" h="65161">
                  <a:moveTo>
                    <a:pt x="0" y="10885"/>
                  </a:moveTo>
                  <a:lnTo>
                    <a:pt x="18360" y="0"/>
                  </a:lnTo>
                  <a:lnTo>
                    <a:pt x="50107" y="54903"/>
                  </a:lnTo>
                  <a:lnTo>
                    <a:pt x="32696" y="65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1"/>
            <p:cNvSpPr/>
            <p:nvPr/>
          </p:nvSpPr>
          <p:spPr>
            <a:xfrm>
              <a:off x="5310960" y="5043415"/>
              <a:ext cx="50328" cy="41959"/>
            </a:xfrm>
            <a:custGeom>
              <a:avLst/>
              <a:pathLst>
                <a:path w="50328" h="41959">
                  <a:moveTo>
                    <a:pt x="0" y="23425"/>
                  </a:moveTo>
                  <a:lnTo>
                    <a:pt x="39407" y="0"/>
                  </a:lnTo>
                  <a:lnTo>
                    <a:pt x="50328" y="17484"/>
                  </a:lnTo>
                  <a:lnTo>
                    <a:pt x="10535" y="41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2"/>
            <p:cNvSpPr/>
            <p:nvPr/>
          </p:nvSpPr>
          <p:spPr>
            <a:xfrm>
              <a:off x="5550687" y="5042860"/>
              <a:ext cx="66727" cy="50710"/>
            </a:xfrm>
            <a:custGeom>
              <a:avLst/>
              <a:pathLst>
                <a:path w="66727" h="50710">
                  <a:moveTo>
                    <a:pt x="0" y="32377"/>
                  </a:moveTo>
                  <a:lnTo>
                    <a:pt x="55765" y="0"/>
                  </a:lnTo>
                  <a:lnTo>
                    <a:pt x="66727" y="18295"/>
                  </a:lnTo>
                  <a:lnTo>
                    <a:pt x="11282" y="50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3"/>
            <p:cNvSpPr/>
            <p:nvPr/>
          </p:nvSpPr>
          <p:spPr>
            <a:xfrm>
              <a:off x="5269927" y="5050931"/>
              <a:ext cx="40708" cy="42798"/>
            </a:xfrm>
            <a:custGeom>
              <a:avLst/>
              <a:pathLst>
                <a:path w="40708" h="42798">
                  <a:moveTo>
                    <a:pt x="0" y="13266"/>
                  </a:moveTo>
                  <a:lnTo>
                    <a:pt x="22043" y="0"/>
                  </a:lnTo>
                  <a:lnTo>
                    <a:pt x="28915" y="12692"/>
                  </a:lnTo>
                  <a:lnTo>
                    <a:pt x="40708" y="28312"/>
                  </a:lnTo>
                  <a:lnTo>
                    <a:pt x="24494" y="42798"/>
                  </a:lnTo>
                  <a:lnTo>
                    <a:pt x="16214" y="32660"/>
                  </a:lnTo>
                  <a:lnTo>
                    <a:pt x="7956" y="23837"/>
                  </a:lnTo>
                  <a:lnTo>
                    <a:pt x="3614" y="19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4"/>
            <p:cNvSpPr/>
            <p:nvPr/>
          </p:nvSpPr>
          <p:spPr>
            <a:xfrm>
              <a:off x="5402385" y="5052103"/>
              <a:ext cx="81676" cy="60179"/>
            </a:xfrm>
            <a:custGeom>
              <a:avLst/>
              <a:pathLst>
                <a:path w="81676" h="60179">
                  <a:moveTo>
                    <a:pt x="0" y="41945"/>
                  </a:moveTo>
                  <a:lnTo>
                    <a:pt x="71070" y="0"/>
                  </a:lnTo>
                  <a:lnTo>
                    <a:pt x="81676" y="17404"/>
                  </a:lnTo>
                  <a:lnTo>
                    <a:pt x="11250" y="60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5"/>
            <p:cNvSpPr/>
            <p:nvPr/>
          </p:nvSpPr>
          <p:spPr>
            <a:xfrm>
              <a:off x="5515435" y="5057543"/>
              <a:ext cx="53099" cy="71145"/>
            </a:xfrm>
            <a:custGeom>
              <a:avLst/>
              <a:pathLst>
                <a:path w="53099" h="71145">
                  <a:moveTo>
                    <a:pt x="0" y="10865"/>
                  </a:moveTo>
                  <a:lnTo>
                    <a:pt x="17071" y="0"/>
                  </a:lnTo>
                  <a:lnTo>
                    <a:pt x="53099" y="60955"/>
                  </a:lnTo>
                  <a:lnTo>
                    <a:pt x="35347" y="71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6"/>
            <p:cNvSpPr/>
            <p:nvPr/>
          </p:nvSpPr>
          <p:spPr>
            <a:xfrm>
              <a:off x="5692013" y="5138967"/>
              <a:ext cx="39409" cy="45483"/>
            </a:xfrm>
            <a:custGeom>
              <a:avLst/>
              <a:pathLst>
                <a:path w="39409" h="45483">
                  <a:moveTo>
                    <a:pt x="0" y="11823"/>
                  </a:moveTo>
                  <a:lnTo>
                    <a:pt x="19487" y="0"/>
                  </a:lnTo>
                  <a:lnTo>
                    <a:pt x="39409" y="33580"/>
                  </a:lnTo>
                  <a:lnTo>
                    <a:pt x="19690" y="45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2997"/>
            <p:cNvSpPr/>
            <p:nvPr/>
          </p:nvSpPr>
          <p:spPr>
            <a:xfrm>
              <a:off x="5668073" y="5153956"/>
              <a:ext cx="38038" cy="44226"/>
            </a:xfrm>
            <a:custGeom>
              <a:avLst/>
              <a:pathLst>
                <a:path w="38038" h="44226">
                  <a:moveTo>
                    <a:pt x="19326" y="44226"/>
                  </a:moveTo>
                  <a:lnTo>
                    <a:pt x="0" y="10728"/>
                  </a:lnTo>
                  <a:lnTo>
                    <a:pt x="18848" y="0"/>
                  </a:lnTo>
                  <a:lnTo>
                    <a:pt x="38038" y="33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2998"/>
            <p:cNvSpPr/>
            <p:nvPr/>
          </p:nvSpPr>
          <p:spPr>
            <a:xfrm>
              <a:off x="5327217" y="5064674"/>
              <a:ext cx="46708" cy="39404"/>
            </a:xfrm>
            <a:custGeom>
              <a:avLst/>
              <a:pathLst>
                <a:path w="46708" h="39404">
                  <a:moveTo>
                    <a:pt x="0" y="21798"/>
                  </a:moveTo>
                  <a:lnTo>
                    <a:pt x="36201" y="0"/>
                  </a:lnTo>
                  <a:lnTo>
                    <a:pt x="46708" y="18617"/>
                  </a:lnTo>
                  <a:lnTo>
                    <a:pt x="10448" y="39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2999"/>
            <p:cNvSpPr/>
            <p:nvPr/>
          </p:nvSpPr>
          <p:spPr>
            <a:xfrm>
              <a:off x="5460391" y="5088669"/>
              <a:ext cx="54531" cy="72413"/>
            </a:xfrm>
            <a:custGeom>
              <a:avLst/>
              <a:pathLst>
                <a:path w="54531" h="72413">
                  <a:moveTo>
                    <a:pt x="0" y="10828"/>
                  </a:moveTo>
                  <a:lnTo>
                    <a:pt x="18497" y="0"/>
                  </a:lnTo>
                  <a:lnTo>
                    <a:pt x="54531" y="61429"/>
                  </a:lnTo>
                  <a:lnTo>
                    <a:pt x="36187" y="72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0"/>
            <p:cNvSpPr/>
            <p:nvPr/>
          </p:nvSpPr>
          <p:spPr>
            <a:xfrm>
              <a:off x="5405342" y="4965943"/>
              <a:ext cx="60556" cy="70958"/>
            </a:xfrm>
            <a:custGeom>
              <a:avLst/>
              <a:pathLst>
                <a:path w="60556" h="70958">
                  <a:moveTo>
                    <a:pt x="39496" y="66401"/>
                  </a:moveTo>
                  <a:lnTo>
                    <a:pt x="31715" y="70958"/>
                  </a:lnTo>
                  <a:lnTo>
                    <a:pt x="27680" y="64068"/>
                  </a:lnTo>
                  <a:lnTo>
                    <a:pt x="27059" y="63008"/>
                  </a:lnTo>
                  <a:lnTo>
                    <a:pt x="22553" y="55315"/>
                  </a:lnTo>
                  <a:lnTo>
                    <a:pt x="22256" y="54808"/>
                  </a:lnTo>
                  <a:lnTo>
                    <a:pt x="12575" y="38278"/>
                  </a:lnTo>
                  <a:lnTo>
                    <a:pt x="1413" y="19220"/>
                  </a:lnTo>
                  <a:lnTo>
                    <a:pt x="0" y="16807"/>
                  </a:lnTo>
                  <a:lnTo>
                    <a:pt x="2733" y="15190"/>
                  </a:lnTo>
                  <a:lnTo>
                    <a:pt x="15832" y="7440"/>
                  </a:lnTo>
                  <a:lnTo>
                    <a:pt x="17093" y="6695"/>
                  </a:lnTo>
                  <a:lnTo>
                    <a:pt x="22968" y="3219"/>
                  </a:lnTo>
                  <a:lnTo>
                    <a:pt x="23663" y="2808"/>
                  </a:lnTo>
                  <a:lnTo>
                    <a:pt x="28410" y="0"/>
                  </a:lnTo>
                  <a:lnTo>
                    <a:pt x="60556" y="54066"/>
                  </a:lnTo>
                  <a:lnTo>
                    <a:pt x="55142" y="57237"/>
                  </a:lnTo>
                  <a:lnTo>
                    <a:pt x="54770" y="57455"/>
                  </a:lnTo>
                  <a:lnTo>
                    <a:pt x="49429" y="60583"/>
                  </a:lnTo>
                  <a:lnTo>
                    <a:pt x="47860" y="61502"/>
                  </a:lnTo>
                  <a:lnTo>
                    <a:pt x="40633" y="65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1"/>
            <p:cNvSpPr/>
            <p:nvPr/>
          </p:nvSpPr>
          <p:spPr>
            <a:xfrm>
              <a:off x="5608884" y="5036972"/>
              <a:ext cx="20530" cy="23105"/>
            </a:xfrm>
            <a:custGeom>
              <a:avLst/>
              <a:pathLst>
                <a:path w="20530" h="23105">
                  <a:moveTo>
                    <a:pt x="14658" y="20600"/>
                  </a:moveTo>
                  <a:lnTo>
                    <a:pt x="10373" y="23105"/>
                  </a:lnTo>
                  <a:lnTo>
                    <a:pt x="5971" y="15808"/>
                  </a:lnTo>
                  <a:lnTo>
                    <a:pt x="5302" y="14698"/>
                  </a:lnTo>
                  <a:lnTo>
                    <a:pt x="0" y="5907"/>
                  </a:lnTo>
                  <a:lnTo>
                    <a:pt x="4507" y="3290"/>
                  </a:lnTo>
                  <a:lnTo>
                    <a:pt x="6013" y="2416"/>
                  </a:lnTo>
                  <a:lnTo>
                    <a:pt x="7885" y="1329"/>
                  </a:lnTo>
                  <a:lnTo>
                    <a:pt x="10175" y="0"/>
                  </a:lnTo>
                  <a:lnTo>
                    <a:pt x="15346" y="8572"/>
                  </a:lnTo>
                  <a:lnTo>
                    <a:pt x="16329" y="10202"/>
                  </a:lnTo>
                  <a:lnTo>
                    <a:pt x="18753" y="14221"/>
                  </a:lnTo>
                  <a:lnTo>
                    <a:pt x="20530" y="17167"/>
                  </a:lnTo>
                  <a:lnTo>
                    <a:pt x="16238" y="19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2"/>
            <p:cNvSpPr/>
            <p:nvPr/>
          </p:nvSpPr>
          <p:spPr>
            <a:xfrm>
              <a:off x="5512040" y="5157622"/>
              <a:ext cx="62295" cy="48821"/>
            </a:xfrm>
            <a:custGeom>
              <a:avLst/>
              <a:pathLst>
                <a:path w="62295" h="48821">
                  <a:moveTo>
                    <a:pt x="0" y="30711"/>
                  </a:moveTo>
                  <a:lnTo>
                    <a:pt x="51712" y="0"/>
                  </a:lnTo>
                  <a:lnTo>
                    <a:pt x="62295" y="19048"/>
                  </a:lnTo>
                  <a:lnTo>
                    <a:pt x="10655" y="488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3"/>
            <p:cNvSpPr/>
            <p:nvPr/>
          </p:nvSpPr>
          <p:spPr>
            <a:xfrm>
              <a:off x="5480804" y="5075394"/>
              <a:ext cx="55911" cy="73335"/>
            </a:xfrm>
            <a:custGeom>
              <a:avLst/>
              <a:pathLst>
                <a:path w="55911" h="73335">
                  <a:moveTo>
                    <a:pt x="0" y="12153"/>
                  </a:moveTo>
                  <a:lnTo>
                    <a:pt x="20760" y="0"/>
                  </a:lnTo>
                  <a:lnTo>
                    <a:pt x="55911" y="61777"/>
                  </a:lnTo>
                  <a:lnTo>
                    <a:pt x="36436" y="7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4"/>
            <p:cNvSpPr/>
            <p:nvPr/>
          </p:nvSpPr>
          <p:spPr>
            <a:xfrm>
              <a:off x="5563311" y="5056220"/>
              <a:ext cx="78505" cy="59755"/>
            </a:xfrm>
            <a:custGeom>
              <a:avLst/>
              <a:pathLst>
                <a:path w="78505" h="59755">
                  <a:moveTo>
                    <a:pt x="0" y="40607"/>
                  </a:moveTo>
                  <a:lnTo>
                    <a:pt x="67362" y="0"/>
                  </a:lnTo>
                  <a:lnTo>
                    <a:pt x="78505" y="19795"/>
                  </a:lnTo>
                  <a:lnTo>
                    <a:pt x="11361" y="59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5"/>
            <p:cNvSpPr/>
            <p:nvPr/>
          </p:nvSpPr>
          <p:spPr>
            <a:xfrm>
              <a:off x="5294025" y="5082575"/>
              <a:ext cx="60371" cy="65908"/>
            </a:xfrm>
            <a:custGeom>
              <a:avLst/>
              <a:pathLst>
                <a:path w="60371" h="65908">
                  <a:moveTo>
                    <a:pt x="0" y="15070"/>
                  </a:moveTo>
                  <a:lnTo>
                    <a:pt x="16937" y="0"/>
                  </a:lnTo>
                  <a:lnTo>
                    <a:pt x="60371" y="51181"/>
                  </a:lnTo>
                  <a:lnTo>
                    <a:pt x="43194" y="65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6"/>
            <p:cNvSpPr/>
            <p:nvPr/>
          </p:nvSpPr>
          <p:spPr>
            <a:xfrm>
              <a:off x="5545934" y="4887599"/>
              <a:ext cx="63223" cy="88019"/>
            </a:xfrm>
            <a:custGeom>
              <a:avLst/>
              <a:pathLst>
                <a:path w="63223" h="88019">
                  <a:moveTo>
                    <a:pt x="0" y="11502"/>
                  </a:moveTo>
                  <a:lnTo>
                    <a:pt x="19642" y="0"/>
                  </a:lnTo>
                  <a:lnTo>
                    <a:pt x="63223" y="76932"/>
                  </a:lnTo>
                  <a:lnTo>
                    <a:pt x="44200" y="8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07"/>
            <p:cNvSpPr/>
            <p:nvPr/>
          </p:nvSpPr>
          <p:spPr>
            <a:xfrm>
              <a:off x="5625961" y="5080935"/>
              <a:ext cx="59531" cy="80698"/>
            </a:xfrm>
            <a:custGeom>
              <a:avLst/>
              <a:pathLst>
                <a:path w="59531" h="80698">
                  <a:moveTo>
                    <a:pt x="0" y="11008"/>
                  </a:moveTo>
                  <a:lnTo>
                    <a:pt x="18765" y="0"/>
                  </a:lnTo>
                  <a:lnTo>
                    <a:pt x="59531" y="70080"/>
                  </a:lnTo>
                  <a:lnTo>
                    <a:pt x="40442" y="80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08"/>
            <p:cNvSpPr/>
            <p:nvPr/>
          </p:nvSpPr>
          <p:spPr>
            <a:xfrm>
              <a:off x="5342979" y="5086424"/>
              <a:ext cx="43803" cy="38120"/>
            </a:xfrm>
            <a:custGeom>
              <a:avLst/>
              <a:pathLst>
                <a:path w="43803" h="38120">
                  <a:moveTo>
                    <a:pt x="0" y="19034"/>
                  </a:moveTo>
                  <a:lnTo>
                    <a:pt x="32714" y="0"/>
                  </a:lnTo>
                  <a:lnTo>
                    <a:pt x="43803" y="18158"/>
                  </a:lnTo>
                  <a:lnTo>
                    <a:pt x="9560" y="3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09"/>
            <p:cNvSpPr/>
            <p:nvPr/>
          </p:nvSpPr>
          <p:spPr>
            <a:xfrm>
              <a:off x="5649657" y="5065961"/>
              <a:ext cx="60148" cy="82037"/>
            </a:xfrm>
            <a:custGeom>
              <a:avLst/>
              <a:pathLst>
                <a:path w="60148" h="82037">
                  <a:moveTo>
                    <a:pt x="0" y="11672"/>
                  </a:moveTo>
                  <a:lnTo>
                    <a:pt x="19068" y="0"/>
                  </a:lnTo>
                  <a:lnTo>
                    <a:pt x="60148" y="70325"/>
                  </a:lnTo>
                  <a:lnTo>
                    <a:pt x="40689" y="82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0"/>
            <p:cNvSpPr/>
            <p:nvPr/>
          </p:nvSpPr>
          <p:spPr>
            <a:xfrm>
              <a:off x="5416358" y="5226298"/>
              <a:ext cx="28585" cy="29479"/>
            </a:xfrm>
            <a:custGeom>
              <a:avLst/>
              <a:pathLst>
                <a:path w="28585" h="29479">
                  <a:moveTo>
                    <a:pt x="0" y="10807"/>
                  </a:moveTo>
                  <a:lnTo>
                    <a:pt x="13586" y="0"/>
                  </a:lnTo>
                  <a:lnTo>
                    <a:pt x="28585" y="17728"/>
                  </a:lnTo>
                  <a:lnTo>
                    <a:pt x="16144" y="29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1"/>
            <p:cNvSpPr/>
            <p:nvPr/>
          </p:nvSpPr>
          <p:spPr>
            <a:xfrm>
              <a:off x="5498546" y="5142684"/>
              <a:ext cx="51594" cy="42785"/>
            </a:xfrm>
            <a:custGeom>
              <a:avLst/>
              <a:pathLst>
                <a:path w="51594" h="42785">
                  <a:moveTo>
                    <a:pt x="0" y="23159"/>
                  </a:moveTo>
                  <a:lnTo>
                    <a:pt x="40317" y="0"/>
                  </a:lnTo>
                  <a:lnTo>
                    <a:pt x="51594" y="19157"/>
                  </a:lnTo>
                  <a:lnTo>
                    <a:pt x="11146" y="42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2"/>
            <p:cNvSpPr/>
            <p:nvPr/>
          </p:nvSpPr>
          <p:spPr>
            <a:xfrm>
              <a:off x="5340533" y="5137800"/>
              <a:ext cx="31965" cy="32662"/>
            </a:xfrm>
            <a:custGeom>
              <a:avLst/>
              <a:pathLst>
                <a:path w="31965" h="32662">
                  <a:moveTo>
                    <a:pt x="0" y="14727"/>
                  </a:moveTo>
                  <a:lnTo>
                    <a:pt x="17176" y="0"/>
                  </a:lnTo>
                  <a:lnTo>
                    <a:pt x="31965" y="18056"/>
                  </a:lnTo>
                  <a:lnTo>
                    <a:pt x="14688" y="32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3"/>
            <p:cNvSpPr/>
            <p:nvPr/>
          </p:nvSpPr>
          <p:spPr>
            <a:xfrm>
              <a:off x="5647147" y="5166283"/>
              <a:ext cx="37869" cy="44393"/>
            </a:xfrm>
            <a:custGeom>
              <a:avLst/>
              <a:pathLst>
                <a:path w="37869" h="44393">
                  <a:moveTo>
                    <a:pt x="0" y="10880"/>
                  </a:moveTo>
                  <a:lnTo>
                    <a:pt x="19162" y="0"/>
                  </a:lnTo>
                  <a:lnTo>
                    <a:pt x="37869" y="33247"/>
                  </a:lnTo>
                  <a:lnTo>
                    <a:pt x="19104" y="44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4"/>
            <p:cNvSpPr/>
            <p:nvPr/>
          </p:nvSpPr>
          <p:spPr>
            <a:xfrm>
              <a:off x="5583547" y="5106358"/>
              <a:ext cx="60069" cy="79659"/>
            </a:xfrm>
            <a:custGeom>
              <a:avLst/>
              <a:pathLst>
                <a:path w="60069" h="79659">
                  <a:moveTo>
                    <a:pt x="0" y="11013"/>
                  </a:moveTo>
                  <a:lnTo>
                    <a:pt x="19019" y="0"/>
                  </a:lnTo>
                  <a:lnTo>
                    <a:pt x="60069" y="68849"/>
                  </a:lnTo>
                  <a:lnTo>
                    <a:pt x="41647" y="7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5"/>
            <p:cNvSpPr/>
            <p:nvPr/>
          </p:nvSpPr>
          <p:spPr>
            <a:xfrm>
              <a:off x="5562197" y="5118576"/>
              <a:ext cx="60565" cy="80536"/>
            </a:xfrm>
            <a:custGeom>
              <a:avLst/>
              <a:pathLst>
                <a:path w="60565" h="80536">
                  <a:moveTo>
                    <a:pt x="0" y="10625"/>
                  </a:moveTo>
                  <a:lnTo>
                    <a:pt x="19201" y="0"/>
                  </a:lnTo>
                  <a:lnTo>
                    <a:pt x="60565" y="69264"/>
                  </a:lnTo>
                  <a:lnTo>
                    <a:pt x="42143" y="80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6"/>
            <p:cNvSpPr/>
            <p:nvPr/>
          </p:nvSpPr>
          <p:spPr>
            <a:xfrm>
              <a:off x="5517275" y="5220829"/>
              <a:ext cx="48118" cy="63251"/>
            </a:xfrm>
            <a:custGeom>
              <a:avLst/>
              <a:pathLst>
                <a:path w="48118" h="63251">
                  <a:moveTo>
                    <a:pt x="18062" y="0"/>
                  </a:moveTo>
                  <a:lnTo>
                    <a:pt x="48118" y="53025"/>
                  </a:lnTo>
                  <a:lnTo>
                    <a:pt x="30481" y="63251"/>
                  </a:lnTo>
                  <a:lnTo>
                    <a:pt x="0" y="10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17"/>
            <p:cNvSpPr/>
            <p:nvPr/>
          </p:nvSpPr>
          <p:spPr>
            <a:xfrm>
              <a:off x="5434265" y="5246678"/>
              <a:ext cx="28118" cy="28384"/>
            </a:xfrm>
            <a:custGeom>
              <a:avLst/>
              <a:pathLst>
                <a:path w="28118" h="28384">
                  <a:moveTo>
                    <a:pt x="0" y="11579"/>
                  </a:moveTo>
                  <a:lnTo>
                    <a:pt x="12361" y="0"/>
                  </a:lnTo>
                  <a:lnTo>
                    <a:pt x="28118" y="17462"/>
                  </a:lnTo>
                  <a:lnTo>
                    <a:pt x="14901" y="28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18"/>
            <p:cNvSpPr/>
            <p:nvPr/>
          </p:nvSpPr>
          <p:spPr>
            <a:xfrm>
              <a:off x="5480278" y="4997933"/>
              <a:ext cx="55668" cy="59201"/>
            </a:xfrm>
            <a:custGeom>
              <a:avLst/>
              <a:pathLst>
                <a:path w="55668" h="59201">
                  <a:moveTo>
                    <a:pt x="0" y="17868"/>
                  </a:moveTo>
                  <a:lnTo>
                    <a:pt x="30999" y="0"/>
                  </a:lnTo>
                  <a:lnTo>
                    <a:pt x="55668" y="40906"/>
                  </a:lnTo>
                  <a:lnTo>
                    <a:pt x="23884" y="59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19"/>
            <p:cNvSpPr/>
            <p:nvPr/>
          </p:nvSpPr>
          <p:spPr>
            <a:xfrm>
              <a:off x="5479705" y="4927403"/>
              <a:ext cx="50288" cy="65819"/>
            </a:xfrm>
            <a:custGeom>
              <a:avLst/>
              <a:pathLst>
                <a:path w="50288" h="65819">
                  <a:moveTo>
                    <a:pt x="0" y="10960"/>
                  </a:moveTo>
                  <a:lnTo>
                    <a:pt x="18434" y="0"/>
                  </a:lnTo>
                  <a:lnTo>
                    <a:pt x="50288" y="54887"/>
                  </a:lnTo>
                  <a:lnTo>
                    <a:pt x="32176" y="65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0"/>
            <p:cNvSpPr/>
            <p:nvPr/>
          </p:nvSpPr>
          <p:spPr>
            <a:xfrm>
              <a:off x="5605059" y="5093651"/>
              <a:ext cx="51983" cy="68287"/>
            </a:xfrm>
            <a:custGeom>
              <a:avLst/>
              <a:pathLst>
                <a:path w="51983" h="68287">
                  <a:moveTo>
                    <a:pt x="0" y="10964"/>
                  </a:moveTo>
                  <a:lnTo>
                    <a:pt x="18782" y="0"/>
                  </a:lnTo>
                  <a:lnTo>
                    <a:pt x="51983" y="57572"/>
                  </a:lnTo>
                  <a:lnTo>
                    <a:pt x="33345" y="68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1"/>
            <p:cNvSpPr/>
            <p:nvPr/>
          </p:nvSpPr>
          <p:spPr>
            <a:xfrm>
              <a:off x="5542583" y="5199375"/>
              <a:ext cx="77911" cy="92173"/>
            </a:xfrm>
            <a:custGeom>
              <a:avLst/>
              <a:pathLst>
                <a:path w="77911" h="92173">
                  <a:moveTo>
                    <a:pt x="0" y="20506"/>
                  </a:moveTo>
                  <a:lnTo>
                    <a:pt x="35972" y="0"/>
                  </a:lnTo>
                  <a:lnTo>
                    <a:pt x="77911" y="70854"/>
                  </a:lnTo>
                  <a:lnTo>
                    <a:pt x="4179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2"/>
            <p:cNvSpPr/>
            <p:nvPr/>
          </p:nvSpPr>
          <p:spPr>
            <a:xfrm>
              <a:off x="5541809" y="5131460"/>
              <a:ext cx="28006" cy="28207"/>
            </a:xfrm>
            <a:custGeom>
              <a:avLst/>
              <a:pathLst>
                <a:path w="28006" h="28207">
                  <a:moveTo>
                    <a:pt x="28006" y="18998"/>
                  </a:moveTo>
                  <a:lnTo>
                    <a:pt x="10995" y="28207"/>
                  </a:lnTo>
                  <a:lnTo>
                    <a:pt x="6164" y="19946"/>
                  </a:lnTo>
                  <a:lnTo>
                    <a:pt x="5203" y="18304"/>
                  </a:lnTo>
                  <a:lnTo>
                    <a:pt x="0" y="9405"/>
                  </a:lnTo>
                  <a:lnTo>
                    <a:pt x="7357" y="5335"/>
                  </a:lnTo>
                  <a:lnTo>
                    <a:pt x="8467" y="4721"/>
                  </a:lnTo>
                  <a:lnTo>
                    <a:pt x="17003" y="0"/>
                  </a:lnTo>
                  <a:lnTo>
                    <a:pt x="22025" y="8670"/>
                  </a:lnTo>
                  <a:lnTo>
                    <a:pt x="22826" y="10054"/>
                  </a:lnTo>
                  <a:lnTo>
                    <a:pt x="26408" y="1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3"/>
            <p:cNvSpPr/>
            <p:nvPr/>
          </p:nvSpPr>
          <p:spPr>
            <a:xfrm>
              <a:off x="5640825" y="5192609"/>
              <a:ext cx="19866" cy="21789"/>
            </a:xfrm>
            <a:custGeom>
              <a:avLst/>
              <a:pathLst>
                <a:path w="19866" h="21789">
                  <a:moveTo>
                    <a:pt x="0" y="6005"/>
                  </a:moveTo>
                  <a:lnTo>
                    <a:pt x="10535" y="0"/>
                  </a:lnTo>
                  <a:lnTo>
                    <a:pt x="19866" y="16014"/>
                  </a:lnTo>
                  <a:lnTo>
                    <a:pt x="9632" y="2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4"/>
            <p:cNvSpPr/>
            <p:nvPr/>
          </p:nvSpPr>
          <p:spPr>
            <a:xfrm>
              <a:off x="5388644" y="5042240"/>
              <a:ext cx="24017" cy="20554"/>
            </a:xfrm>
            <a:custGeom>
              <a:avLst/>
              <a:pathLst>
                <a:path w="24017" h="20554">
                  <a:moveTo>
                    <a:pt x="14661" y="15421"/>
                  </a:moveTo>
                  <a:lnTo>
                    <a:pt x="5731" y="20554"/>
                  </a:lnTo>
                  <a:lnTo>
                    <a:pt x="2891" y="15292"/>
                  </a:lnTo>
                  <a:lnTo>
                    <a:pt x="0" y="10493"/>
                  </a:lnTo>
                  <a:lnTo>
                    <a:pt x="9263" y="5340"/>
                  </a:lnTo>
                  <a:lnTo>
                    <a:pt x="10208" y="4737"/>
                  </a:lnTo>
                  <a:lnTo>
                    <a:pt x="15022" y="1670"/>
                  </a:lnTo>
                  <a:lnTo>
                    <a:pt x="18210" y="0"/>
                  </a:lnTo>
                  <a:lnTo>
                    <a:pt x="24017" y="9837"/>
                  </a:lnTo>
                  <a:lnTo>
                    <a:pt x="20888" y="11578"/>
                  </a:lnTo>
                  <a:lnTo>
                    <a:pt x="15701" y="14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5"/>
            <p:cNvSpPr/>
            <p:nvPr/>
          </p:nvSpPr>
          <p:spPr>
            <a:xfrm>
              <a:off x="5518591" y="4987493"/>
              <a:ext cx="23743" cy="25079"/>
            </a:xfrm>
            <a:custGeom>
              <a:avLst/>
              <a:pathLst>
                <a:path w="23743" h="25079">
                  <a:moveTo>
                    <a:pt x="23743" y="17415"/>
                  </a:moveTo>
                  <a:lnTo>
                    <a:pt x="10440" y="25079"/>
                  </a:lnTo>
                  <a:lnTo>
                    <a:pt x="0" y="8231"/>
                  </a:lnTo>
                  <a:lnTo>
                    <a:pt x="13745" y="0"/>
                  </a:lnTo>
                  <a:lnTo>
                    <a:pt x="21470" y="13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6"/>
            <p:cNvSpPr/>
            <p:nvPr/>
          </p:nvSpPr>
          <p:spPr>
            <a:xfrm>
              <a:off x="5639743" y="5153269"/>
              <a:ext cx="24688" cy="21086"/>
            </a:xfrm>
            <a:custGeom>
              <a:avLst/>
              <a:pathLst>
                <a:path w="24688" h="21086">
                  <a:moveTo>
                    <a:pt x="6727" y="20694"/>
                  </a:moveTo>
                  <a:lnTo>
                    <a:pt x="6028" y="21086"/>
                  </a:lnTo>
                  <a:lnTo>
                    <a:pt x="5703" y="20527"/>
                  </a:lnTo>
                  <a:lnTo>
                    <a:pt x="217" y="11062"/>
                  </a:lnTo>
                  <a:lnTo>
                    <a:pt x="0" y="10686"/>
                  </a:lnTo>
                  <a:lnTo>
                    <a:pt x="654" y="10309"/>
                  </a:lnTo>
                  <a:lnTo>
                    <a:pt x="17770" y="444"/>
                  </a:lnTo>
                  <a:lnTo>
                    <a:pt x="18541" y="0"/>
                  </a:lnTo>
                  <a:lnTo>
                    <a:pt x="18809" y="461"/>
                  </a:lnTo>
                  <a:lnTo>
                    <a:pt x="24457" y="10215"/>
                  </a:lnTo>
                  <a:lnTo>
                    <a:pt x="24688" y="10613"/>
                  </a:lnTo>
                  <a:lnTo>
                    <a:pt x="24010" y="10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27"/>
            <p:cNvSpPr/>
            <p:nvPr/>
          </p:nvSpPr>
          <p:spPr>
            <a:xfrm>
              <a:off x="5463434" y="5018210"/>
              <a:ext cx="38927" cy="50619"/>
            </a:xfrm>
            <a:custGeom>
              <a:avLst/>
              <a:pathLst>
                <a:path w="38927" h="50619">
                  <a:moveTo>
                    <a:pt x="38927" y="42149"/>
                  </a:moveTo>
                  <a:lnTo>
                    <a:pt x="24629" y="50619"/>
                  </a:lnTo>
                  <a:lnTo>
                    <a:pt x="12826" y="30070"/>
                  </a:lnTo>
                  <a:lnTo>
                    <a:pt x="12067" y="28747"/>
                  </a:lnTo>
                  <a:lnTo>
                    <a:pt x="0" y="7738"/>
                  </a:lnTo>
                  <a:lnTo>
                    <a:pt x="13737" y="0"/>
                  </a:lnTo>
                  <a:lnTo>
                    <a:pt x="26095" y="20678"/>
                  </a:lnTo>
                  <a:lnTo>
                    <a:pt x="26923" y="2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28"/>
            <p:cNvSpPr/>
            <p:nvPr/>
          </p:nvSpPr>
          <p:spPr>
            <a:xfrm>
              <a:off x="5216589" y="5258151"/>
              <a:ext cx="69153" cy="63945"/>
            </a:xfrm>
            <a:custGeom>
              <a:avLst/>
              <a:pathLst>
                <a:path w="69153" h="63945">
                  <a:moveTo>
                    <a:pt x="69153" y="17642"/>
                  </a:moveTo>
                  <a:lnTo>
                    <a:pt x="15274" y="63945"/>
                  </a:lnTo>
                  <a:lnTo>
                    <a:pt x="0" y="45457"/>
                  </a:lnTo>
                  <a:lnTo>
                    <a:pt x="532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29"/>
            <p:cNvSpPr/>
            <p:nvPr/>
          </p:nvSpPr>
          <p:spPr>
            <a:xfrm>
              <a:off x="5292854" y="5261021"/>
              <a:ext cx="63475" cy="68989"/>
            </a:xfrm>
            <a:custGeom>
              <a:avLst/>
              <a:pathLst>
                <a:path w="63475" h="68989">
                  <a:moveTo>
                    <a:pt x="0" y="13216"/>
                  </a:moveTo>
                  <a:lnTo>
                    <a:pt x="15432" y="0"/>
                  </a:lnTo>
                  <a:lnTo>
                    <a:pt x="63475" y="55632"/>
                  </a:lnTo>
                  <a:lnTo>
                    <a:pt x="48080" y="68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0"/>
            <p:cNvSpPr/>
            <p:nvPr/>
          </p:nvSpPr>
          <p:spPr>
            <a:xfrm>
              <a:off x="5252735" y="5294745"/>
              <a:ext cx="23336" cy="22226"/>
            </a:xfrm>
            <a:custGeom>
              <a:avLst/>
              <a:pathLst>
                <a:path w="23336" h="22226">
                  <a:moveTo>
                    <a:pt x="7267" y="22226"/>
                  </a:moveTo>
                  <a:lnTo>
                    <a:pt x="0" y="13957"/>
                  </a:lnTo>
                  <a:lnTo>
                    <a:pt x="1312" y="12838"/>
                  </a:lnTo>
                  <a:lnTo>
                    <a:pt x="2660" y="11689"/>
                  </a:lnTo>
                  <a:lnTo>
                    <a:pt x="16371" y="0"/>
                  </a:lnTo>
                  <a:lnTo>
                    <a:pt x="16946" y="647"/>
                  </a:lnTo>
                  <a:lnTo>
                    <a:pt x="22723" y="7150"/>
                  </a:lnTo>
                  <a:lnTo>
                    <a:pt x="23336" y="7841"/>
                  </a:lnTo>
                  <a:lnTo>
                    <a:pt x="8743" y="20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1"/>
            <p:cNvSpPr/>
            <p:nvPr/>
          </p:nvSpPr>
          <p:spPr>
            <a:xfrm>
              <a:off x="5194639" y="5345176"/>
              <a:ext cx="23153" cy="21934"/>
            </a:xfrm>
            <a:custGeom>
              <a:avLst/>
              <a:pathLst>
                <a:path w="23153" h="21934">
                  <a:moveTo>
                    <a:pt x="0" y="14229"/>
                  </a:moveTo>
                  <a:lnTo>
                    <a:pt x="16495" y="0"/>
                  </a:lnTo>
                  <a:lnTo>
                    <a:pt x="23153" y="7827"/>
                  </a:lnTo>
                  <a:lnTo>
                    <a:pt x="7165" y="219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2"/>
            <p:cNvSpPr/>
            <p:nvPr/>
          </p:nvSpPr>
          <p:spPr>
            <a:xfrm>
              <a:off x="5275469" y="5208316"/>
              <a:ext cx="67923" cy="63637"/>
            </a:xfrm>
            <a:custGeom>
              <a:avLst/>
              <a:pathLst>
                <a:path w="67923" h="63637">
                  <a:moveTo>
                    <a:pt x="67923" y="17290"/>
                  </a:moveTo>
                  <a:lnTo>
                    <a:pt x="14187" y="63637"/>
                  </a:lnTo>
                  <a:lnTo>
                    <a:pt x="0" y="47357"/>
                  </a:lnTo>
                  <a:lnTo>
                    <a:pt x="5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3"/>
            <p:cNvSpPr/>
            <p:nvPr/>
          </p:nvSpPr>
          <p:spPr>
            <a:xfrm>
              <a:off x="5329908" y="5227656"/>
              <a:ext cx="64882" cy="70481"/>
            </a:xfrm>
            <a:custGeom>
              <a:avLst/>
              <a:pathLst>
                <a:path w="64882" h="70481">
                  <a:moveTo>
                    <a:pt x="0" y="14654"/>
                  </a:moveTo>
                  <a:lnTo>
                    <a:pt x="16042" y="0"/>
                  </a:lnTo>
                  <a:lnTo>
                    <a:pt x="64882" y="55980"/>
                  </a:lnTo>
                  <a:lnTo>
                    <a:pt x="48170" y="70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4"/>
            <p:cNvSpPr/>
            <p:nvPr/>
          </p:nvSpPr>
          <p:spPr>
            <a:xfrm>
              <a:off x="5262586" y="5305457"/>
              <a:ext cx="54668" cy="58875"/>
            </a:xfrm>
            <a:custGeom>
              <a:avLst/>
              <a:pathLst>
                <a:path w="54668" h="58875">
                  <a:moveTo>
                    <a:pt x="0" y="14626"/>
                  </a:moveTo>
                  <a:lnTo>
                    <a:pt x="16452" y="0"/>
                  </a:lnTo>
                  <a:lnTo>
                    <a:pt x="54668" y="44753"/>
                  </a:lnTo>
                  <a:lnTo>
                    <a:pt x="38462" y="5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5"/>
            <p:cNvSpPr/>
            <p:nvPr/>
          </p:nvSpPr>
          <p:spPr>
            <a:xfrm>
              <a:off x="5204066" y="5355236"/>
              <a:ext cx="54875" cy="59175"/>
            </a:xfrm>
            <a:custGeom>
              <a:avLst/>
              <a:pathLst>
                <a:path w="54875" h="59175">
                  <a:moveTo>
                    <a:pt x="0" y="14422"/>
                  </a:moveTo>
                  <a:lnTo>
                    <a:pt x="15991" y="0"/>
                  </a:lnTo>
                  <a:lnTo>
                    <a:pt x="54875" y="45794"/>
                  </a:lnTo>
                  <a:lnTo>
                    <a:pt x="38580" y="59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6"/>
            <p:cNvSpPr/>
            <p:nvPr/>
          </p:nvSpPr>
          <p:spPr>
            <a:xfrm>
              <a:off x="5234659" y="5310405"/>
              <a:ext cx="64163" cy="69848"/>
            </a:xfrm>
            <a:custGeom>
              <a:avLst/>
              <a:pathLst>
                <a:path w="64163" h="69848">
                  <a:moveTo>
                    <a:pt x="0" y="14114"/>
                  </a:moveTo>
                  <a:lnTo>
                    <a:pt x="16074" y="0"/>
                  </a:lnTo>
                  <a:lnTo>
                    <a:pt x="64163" y="55342"/>
                  </a:lnTo>
                  <a:lnTo>
                    <a:pt x="48270" y="69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37"/>
            <p:cNvSpPr/>
            <p:nvPr/>
          </p:nvSpPr>
          <p:spPr>
            <a:xfrm>
              <a:off x="5159912" y="5308444"/>
              <a:ext cx="67504" cy="64133"/>
            </a:xfrm>
            <a:custGeom>
              <a:avLst/>
              <a:pathLst>
                <a:path w="67504" h="64133">
                  <a:moveTo>
                    <a:pt x="0" y="46011"/>
                  </a:moveTo>
                  <a:lnTo>
                    <a:pt x="52673" y="0"/>
                  </a:lnTo>
                  <a:lnTo>
                    <a:pt x="67504" y="17191"/>
                  </a:lnTo>
                  <a:lnTo>
                    <a:pt x="14208" y="6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38"/>
            <p:cNvSpPr/>
            <p:nvPr/>
          </p:nvSpPr>
          <p:spPr>
            <a:xfrm>
              <a:off x="4999164" y="5309002"/>
              <a:ext cx="55830" cy="74920"/>
            </a:xfrm>
            <a:custGeom>
              <a:avLst/>
              <a:pathLst>
                <a:path w="55830" h="74920">
                  <a:moveTo>
                    <a:pt x="0" y="11857"/>
                  </a:moveTo>
                  <a:lnTo>
                    <a:pt x="18323" y="0"/>
                  </a:lnTo>
                  <a:lnTo>
                    <a:pt x="55830" y="63714"/>
                  </a:lnTo>
                  <a:lnTo>
                    <a:pt x="37200" y="7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39"/>
            <p:cNvSpPr/>
            <p:nvPr/>
          </p:nvSpPr>
          <p:spPr>
            <a:xfrm>
              <a:off x="5305773" y="5353844"/>
              <a:ext cx="30973" cy="31013"/>
            </a:xfrm>
            <a:custGeom>
              <a:avLst/>
              <a:pathLst>
                <a:path w="30973" h="31013">
                  <a:moveTo>
                    <a:pt x="0" y="14398"/>
                  </a:moveTo>
                  <a:lnTo>
                    <a:pt x="16479" y="0"/>
                  </a:lnTo>
                  <a:lnTo>
                    <a:pt x="30973" y="16784"/>
                  </a:lnTo>
                  <a:lnTo>
                    <a:pt x="14722" y="31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0"/>
            <p:cNvSpPr/>
            <p:nvPr/>
          </p:nvSpPr>
          <p:spPr>
            <a:xfrm>
              <a:off x="5213936" y="5328990"/>
              <a:ext cx="64361" cy="69286"/>
            </a:xfrm>
            <a:custGeom>
              <a:avLst/>
              <a:pathLst>
                <a:path w="64361" h="69286">
                  <a:moveTo>
                    <a:pt x="0" y="13769"/>
                  </a:moveTo>
                  <a:lnTo>
                    <a:pt x="16238" y="0"/>
                  </a:lnTo>
                  <a:lnTo>
                    <a:pt x="64361" y="55125"/>
                  </a:lnTo>
                  <a:lnTo>
                    <a:pt x="47633" y="69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1"/>
            <p:cNvSpPr/>
            <p:nvPr/>
          </p:nvSpPr>
          <p:spPr>
            <a:xfrm>
              <a:off x="5324824" y="5337606"/>
              <a:ext cx="30544" cy="30507"/>
            </a:xfrm>
            <a:custGeom>
              <a:avLst/>
              <a:pathLst>
                <a:path w="30544" h="30507">
                  <a:moveTo>
                    <a:pt x="0" y="14027"/>
                  </a:moveTo>
                  <a:lnTo>
                    <a:pt x="16382" y="0"/>
                  </a:lnTo>
                  <a:lnTo>
                    <a:pt x="30544" y="16156"/>
                  </a:lnTo>
                  <a:lnTo>
                    <a:pt x="14341" y="30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2"/>
            <p:cNvSpPr/>
            <p:nvPr/>
          </p:nvSpPr>
          <p:spPr>
            <a:xfrm>
              <a:off x="5038657" y="5338232"/>
              <a:ext cx="92042" cy="66882"/>
            </a:xfrm>
            <a:custGeom>
              <a:avLst/>
              <a:pathLst>
                <a:path w="92042" h="66882">
                  <a:moveTo>
                    <a:pt x="0" y="48486"/>
                  </a:moveTo>
                  <a:lnTo>
                    <a:pt x="81269" y="0"/>
                  </a:lnTo>
                  <a:lnTo>
                    <a:pt x="92042" y="18827"/>
                  </a:lnTo>
                  <a:lnTo>
                    <a:pt x="10539" y="66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3"/>
            <p:cNvSpPr/>
            <p:nvPr/>
          </p:nvSpPr>
          <p:spPr>
            <a:xfrm>
              <a:off x="5173645" y="5461493"/>
              <a:ext cx="47508" cy="60787"/>
            </a:xfrm>
            <a:custGeom>
              <a:avLst/>
              <a:pathLst>
                <a:path w="47508" h="60787">
                  <a:moveTo>
                    <a:pt x="0" y="10840"/>
                  </a:moveTo>
                  <a:lnTo>
                    <a:pt x="18283" y="0"/>
                  </a:lnTo>
                  <a:lnTo>
                    <a:pt x="47508" y="49756"/>
                  </a:lnTo>
                  <a:lnTo>
                    <a:pt x="29195" y="60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4"/>
            <p:cNvSpPr/>
            <p:nvPr/>
          </p:nvSpPr>
          <p:spPr>
            <a:xfrm>
              <a:off x="5175759" y="5361230"/>
              <a:ext cx="65137" cy="69698"/>
            </a:xfrm>
            <a:custGeom>
              <a:avLst/>
              <a:pathLst>
                <a:path w="65137" h="69698">
                  <a:moveTo>
                    <a:pt x="0" y="14026"/>
                  </a:moveTo>
                  <a:lnTo>
                    <a:pt x="16763" y="0"/>
                  </a:lnTo>
                  <a:lnTo>
                    <a:pt x="65137" y="54951"/>
                  </a:lnTo>
                  <a:lnTo>
                    <a:pt x="48595" y="69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5"/>
            <p:cNvSpPr/>
            <p:nvPr/>
          </p:nvSpPr>
          <p:spPr>
            <a:xfrm>
              <a:off x="5055281" y="5365081"/>
              <a:ext cx="93621" cy="69731"/>
            </a:xfrm>
            <a:custGeom>
              <a:avLst/>
              <a:pathLst>
                <a:path w="93621" h="69731">
                  <a:moveTo>
                    <a:pt x="0" y="49245"/>
                  </a:moveTo>
                  <a:lnTo>
                    <a:pt x="82354" y="0"/>
                  </a:lnTo>
                  <a:lnTo>
                    <a:pt x="93621" y="20863"/>
                  </a:lnTo>
                  <a:lnTo>
                    <a:pt x="11159" y="69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6"/>
            <p:cNvSpPr/>
            <p:nvPr/>
          </p:nvSpPr>
          <p:spPr>
            <a:xfrm>
              <a:off x="5131642" y="5388710"/>
              <a:ext cx="57261" cy="78966"/>
            </a:xfrm>
            <a:custGeom>
              <a:avLst/>
              <a:pathLst>
                <a:path w="57261" h="78966">
                  <a:moveTo>
                    <a:pt x="39269" y="78966"/>
                  </a:moveTo>
                  <a:lnTo>
                    <a:pt x="0" y="10949"/>
                  </a:lnTo>
                  <a:lnTo>
                    <a:pt x="19180" y="0"/>
                  </a:lnTo>
                  <a:lnTo>
                    <a:pt x="57261" y="6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47"/>
            <p:cNvSpPr/>
            <p:nvPr/>
          </p:nvSpPr>
          <p:spPr>
            <a:xfrm>
              <a:off x="5246632" y="5398955"/>
              <a:ext cx="39087" cy="37070"/>
            </a:xfrm>
            <a:custGeom>
              <a:avLst/>
              <a:pathLst>
                <a:path w="39087" h="37070">
                  <a:moveTo>
                    <a:pt x="0" y="20686"/>
                  </a:moveTo>
                  <a:lnTo>
                    <a:pt x="24360" y="0"/>
                  </a:lnTo>
                  <a:lnTo>
                    <a:pt x="39087" y="16188"/>
                  </a:lnTo>
                  <a:lnTo>
                    <a:pt x="14207" y="37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48"/>
            <p:cNvSpPr/>
            <p:nvPr/>
          </p:nvSpPr>
          <p:spPr>
            <a:xfrm>
              <a:off x="5124788" y="5426105"/>
              <a:ext cx="42399" cy="53763"/>
            </a:xfrm>
            <a:custGeom>
              <a:avLst/>
              <a:pathLst>
                <a:path w="42399" h="53763">
                  <a:moveTo>
                    <a:pt x="18119" y="0"/>
                  </a:moveTo>
                  <a:lnTo>
                    <a:pt x="42399" y="43022"/>
                  </a:lnTo>
                  <a:lnTo>
                    <a:pt x="24534" y="53763"/>
                  </a:lnTo>
                  <a:lnTo>
                    <a:pt x="0" y="10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49"/>
            <p:cNvSpPr/>
            <p:nvPr/>
          </p:nvSpPr>
          <p:spPr>
            <a:xfrm>
              <a:off x="5223684" y="5143189"/>
              <a:ext cx="44517" cy="46851"/>
            </a:xfrm>
            <a:custGeom>
              <a:avLst/>
              <a:pathLst>
                <a:path w="44517" h="46851">
                  <a:moveTo>
                    <a:pt x="0" y="14582"/>
                  </a:moveTo>
                  <a:lnTo>
                    <a:pt x="16521" y="0"/>
                  </a:lnTo>
                  <a:lnTo>
                    <a:pt x="44517" y="32962"/>
                  </a:lnTo>
                  <a:lnTo>
                    <a:pt x="29012" y="4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0"/>
            <p:cNvSpPr/>
            <p:nvPr/>
          </p:nvSpPr>
          <p:spPr>
            <a:xfrm>
              <a:off x="5310571" y="5164540"/>
              <a:ext cx="32128" cy="32080"/>
            </a:xfrm>
            <a:custGeom>
              <a:avLst/>
              <a:pathLst>
                <a:path w="32128" h="32080">
                  <a:moveTo>
                    <a:pt x="0" y="14637"/>
                  </a:moveTo>
                  <a:lnTo>
                    <a:pt x="17514" y="0"/>
                  </a:lnTo>
                  <a:lnTo>
                    <a:pt x="32128" y="17103"/>
                  </a:lnTo>
                  <a:lnTo>
                    <a:pt x="14717" y="3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1"/>
            <p:cNvSpPr/>
            <p:nvPr/>
          </p:nvSpPr>
          <p:spPr>
            <a:xfrm>
              <a:off x="5206108" y="5159758"/>
              <a:ext cx="59332" cy="65108"/>
            </a:xfrm>
            <a:custGeom>
              <a:avLst/>
              <a:pathLst>
                <a:path w="59332" h="65108">
                  <a:moveTo>
                    <a:pt x="0" y="13627"/>
                  </a:moveTo>
                  <a:lnTo>
                    <a:pt x="15947" y="0"/>
                  </a:lnTo>
                  <a:lnTo>
                    <a:pt x="59332" y="51447"/>
                  </a:lnTo>
                  <a:lnTo>
                    <a:pt x="43289" y="6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2"/>
            <p:cNvSpPr/>
            <p:nvPr/>
          </p:nvSpPr>
          <p:spPr>
            <a:xfrm>
              <a:off x="5096086" y="5426033"/>
              <a:ext cx="51422" cy="65634"/>
            </a:xfrm>
            <a:custGeom>
              <a:avLst/>
              <a:pathLst>
                <a:path w="51422" h="65634">
                  <a:moveTo>
                    <a:pt x="18511" y="0"/>
                  </a:moveTo>
                  <a:lnTo>
                    <a:pt x="51422" y="54652"/>
                  </a:lnTo>
                  <a:lnTo>
                    <a:pt x="32420" y="65634"/>
                  </a:lnTo>
                  <a:lnTo>
                    <a:pt x="0" y="10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3"/>
            <p:cNvSpPr/>
            <p:nvPr/>
          </p:nvSpPr>
          <p:spPr>
            <a:xfrm>
              <a:off x="5166040" y="5193404"/>
              <a:ext cx="53439" cy="57623"/>
            </a:xfrm>
            <a:custGeom>
              <a:avLst/>
              <a:pathLst>
                <a:path w="53439" h="57623">
                  <a:moveTo>
                    <a:pt x="16430" y="0"/>
                  </a:moveTo>
                  <a:lnTo>
                    <a:pt x="53439" y="43856"/>
                  </a:lnTo>
                  <a:lnTo>
                    <a:pt x="37052" y="57623"/>
                  </a:lnTo>
                  <a:lnTo>
                    <a:pt x="0" y="13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4"/>
            <p:cNvSpPr/>
            <p:nvPr/>
          </p:nvSpPr>
          <p:spPr>
            <a:xfrm>
              <a:off x="5052125" y="535159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5"/>
            <p:cNvSpPr/>
            <p:nvPr/>
          </p:nvSpPr>
          <p:spPr>
            <a:xfrm>
              <a:off x="5271679" y="5387847"/>
              <a:ext cx="26759" cy="26501"/>
            </a:xfrm>
            <a:custGeom>
              <a:avLst/>
              <a:pathLst>
                <a:path w="26759" h="26501">
                  <a:moveTo>
                    <a:pt x="0" y="10625"/>
                  </a:moveTo>
                  <a:lnTo>
                    <a:pt x="12265" y="0"/>
                  </a:lnTo>
                  <a:lnTo>
                    <a:pt x="26759" y="16107"/>
                  </a:lnTo>
                  <a:lnTo>
                    <a:pt x="14794" y="26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6"/>
            <p:cNvSpPr/>
            <p:nvPr/>
          </p:nvSpPr>
          <p:spPr>
            <a:xfrm>
              <a:off x="5285440" y="5370046"/>
              <a:ext cx="33325" cy="32843"/>
            </a:xfrm>
            <a:custGeom>
              <a:avLst/>
              <a:pathLst>
                <a:path w="33325" h="32843">
                  <a:moveTo>
                    <a:pt x="0" y="15828"/>
                  </a:moveTo>
                  <a:lnTo>
                    <a:pt x="17835" y="0"/>
                  </a:lnTo>
                  <a:lnTo>
                    <a:pt x="33325" y="16508"/>
                  </a:lnTo>
                  <a:lnTo>
                    <a:pt x="15119" y="3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57"/>
            <p:cNvSpPr/>
            <p:nvPr/>
          </p:nvSpPr>
          <p:spPr>
            <a:xfrm>
              <a:off x="5164010" y="5406165"/>
              <a:ext cx="38743" cy="49408"/>
            </a:xfrm>
            <a:custGeom>
              <a:avLst/>
              <a:pathLst>
                <a:path w="38743" h="49408">
                  <a:moveTo>
                    <a:pt x="0" y="0"/>
                  </a:moveTo>
                  <a:lnTo>
                    <a:pt x="38743" y="43451"/>
                  </a:lnTo>
                  <a:lnTo>
                    <a:pt x="29187" y="49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58"/>
            <p:cNvSpPr/>
            <p:nvPr/>
          </p:nvSpPr>
          <p:spPr>
            <a:xfrm>
              <a:off x="5263909" y="5109575"/>
              <a:ext cx="61142" cy="65103"/>
            </a:xfrm>
            <a:custGeom>
              <a:avLst/>
              <a:pathLst>
                <a:path w="61142" h="65103">
                  <a:moveTo>
                    <a:pt x="0" y="13842"/>
                  </a:moveTo>
                  <a:lnTo>
                    <a:pt x="17417" y="0"/>
                  </a:lnTo>
                  <a:lnTo>
                    <a:pt x="61142" y="50561"/>
                  </a:lnTo>
                  <a:lnTo>
                    <a:pt x="44171" y="6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59"/>
            <p:cNvSpPr/>
            <p:nvPr/>
          </p:nvSpPr>
          <p:spPr>
            <a:xfrm>
              <a:off x="5242754" y="5126070"/>
              <a:ext cx="59944" cy="66598"/>
            </a:xfrm>
            <a:custGeom>
              <a:avLst/>
              <a:pathLst>
                <a:path w="59944" h="66598">
                  <a:moveTo>
                    <a:pt x="0" y="15390"/>
                  </a:moveTo>
                  <a:lnTo>
                    <a:pt x="17823" y="0"/>
                  </a:lnTo>
                  <a:lnTo>
                    <a:pt x="59944" y="52933"/>
                  </a:lnTo>
                  <a:lnTo>
                    <a:pt x="43876" y="6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0"/>
            <p:cNvSpPr/>
            <p:nvPr/>
          </p:nvSpPr>
          <p:spPr>
            <a:xfrm>
              <a:off x="5155493" y="5377784"/>
              <a:ext cx="66272" cy="68252"/>
            </a:xfrm>
            <a:custGeom>
              <a:avLst/>
              <a:pathLst>
                <a:path w="66272" h="68252">
                  <a:moveTo>
                    <a:pt x="0" y="10104"/>
                  </a:moveTo>
                  <a:lnTo>
                    <a:pt x="18805" y="0"/>
                  </a:lnTo>
                  <a:lnTo>
                    <a:pt x="66272" y="54888"/>
                  </a:lnTo>
                  <a:lnTo>
                    <a:pt x="50185" y="68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1"/>
            <p:cNvSpPr/>
            <p:nvPr/>
          </p:nvSpPr>
          <p:spPr>
            <a:xfrm>
              <a:off x="5210110" y="5421159"/>
              <a:ext cx="49548" cy="47469"/>
            </a:xfrm>
            <a:custGeom>
              <a:avLst/>
              <a:pathLst>
                <a:path w="49548" h="47469">
                  <a:moveTo>
                    <a:pt x="0" y="29220"/>
                  </a:moveTo>
                  <a:lnTo>
                    <a:pt x="34519" y="0"/>
                  </a:lnTo>
                  <a:lnTo>
                    <a:pt x="49548" y="17151"/>
                  </a:lnTo>
                  <a:lnTo>
                    <a:pt x="15649" y="4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2"/>
            <p:cNvSpPr/>
            <p:nvPr/>
          </p:nvSpPr>
          <p:spPr>
            <a:xfrm>
              <a:off x="5067298" y="5425834"/>
              <a:ext cx="58242" cy="78427"/>
            </a:xfrm>
            <a:custGeom>
              <a:avLst/>
              <a:pathLst>
                <a:path w="58242" h="78427">
                  <a:moveTo>
                    <a:pt x="0" y="10918"/>
                  </a:moveTo>
                  <a:lnTo>
                    <a:pt x="19114" y="0"/>
                  </a:lnTo>
                  <a:lnTo>
                    <a:pt x="58242" y="67054"/>
                  </a:lnTo>
                  <a:lnTo>
                    <a:pt x="39321" y="78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3"/>
            <p:cNvSpPr/>
            <p:nvPr/>
          </p:nvSpPr>
          <p:spPr>
            <a:xfrm>
              <a:off x="5192977" y="5233500"/>
              <a:ext cx="69942" cy="65075"/>
            </a:xfrm>
            <a:custGeom>
              <a:avLst/>
              <a:pathLst>
                <a:path w="69942" h="65075">
                  <a:moveTo>
                    <a:pt x="0" y="48576"/>
                  </a:moveTo>
                  <a:lnTo>
                    <a:pt x="55499" y="0"/>
                  </a:lnTo>
                  <a:lnTo>
                    <a:pt x="69942" y="16740"/>
                  </a:lnTo>
                  <a:lnTo>
                    <a:pt x="14025" y="6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4"/>
            <p:cNvSpPr/>
            <p:nvPr/>
          </p:nvSpPr>
          <p:spPr>
            <a:xfrm>
              <a:off x="5107130" y="5244749"/>
              <a:ext cx="51035" cy="53239"/>
            </a:xfrm>
            <a:custGeom>
              <a:avLst/>
              <a:pathLst>
                <a:path w="51035" h="53239">
                  <a:moveTo>
                    <a:pt x="0" y="11565"/>
                  </a:moveTo>
                  <a:lnTo>
                    <a:pt x="17067" y="0"/>
                  </a:lnTo>
                  <a:lnTo>
                    <a:pt x="51035" y="39967"/>
                  </a:lnTo>
                  <a:lnTo>
                    <a:pt x="35345" y="5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5"/>
            <p:cNvSpPr/>
            <p:nvPr/>
          </p:nvSpPr>
          <p:spPr>
            <a:xfrm>
              <a:off x="5311388" y="5244454"/>
              <a:ext cx="63591" cy="69098"/>
            </a:xfrm>
            <a:custGeom>
              <a:avLst/>
              <a:pathLst>
                <a:path w="63591" h="69098">
                  <a:moveTo>
                    <a:pt x="63591" y="56134"/>
                  </a:moveTo>
                  <a:lnTo>
                    <a:pt x="48649" y="69098"/>
                  </a:lnTo>
                  <a:lnTo>
                    <a:pt x="15957" y="31446"/>
                  </a:lnTo>
                  <a:lnTo>
                    <a:pt x="0" y="13068"/>
                  </a:lnTo>
                  <a:lnTo>
                    <a:pt x="15185" y="0"/>
                  </a:lnTo>
                  <a:lnTo>
                    <a:pt x="30960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6"/>
            <p:cNvSpPr/>
            <p:nvPr/>
          </p:nvSpPr>
          <p:spPr>
            <a:xfrm>
              <a:off x="5147823" y="5208636"/>
              <a:ext cx="62431" cy="69039"/>
            </a:xfrm>
            <a:custGeom>
              <a:avLst/>
              <a:pathLst>
                <a:path w="62431" h="69039">
                  <a:moveTo>
                    <a:pt x="16092" y="0"/>
                  </a:moveTo>
                  <a:lnTo>
                    <a:pt x="62431" y="54574"/>
                  </a:lnTo>
                  <a:lnTo>
                    <a:pt x="45518" y="69039"/>
                  </a:lnTo>
                  <a:lnTo>
                    <a:pt x="0" y="14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67"/>
            <p:cNvSpPr/>
            <p:nvPr/>
          </p:nvSpPr>
          <p:spPr>
            <a:xfrm>
              <a:off x="5126658" y="5227867"/>
              <a:ext cx="51214" cy="54298"/>
            </a:xfrm>
            <a:custGeom>
              <a:avLst/>
              <a:pathLst>
                <a:path w="51214" h="54298">
                  <a:moveTo>
                    <a:pt x="0" y="13903"/>
                  </a:moveTo>
                  <a:lnTo>
                    <a:pt x="16307" y="0"/>
                  </a:lnTo>
                  <a:lnTo>
                    <a:pt x="51214" y="40393"/>
                  </a:lnTo>
                  <a:lnTo>
                    <a:pt x="33919" y="5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68"/>
            <p:cNvSpPr/>
            <p:nvPr/>
          </p:nvSpPr>
          <p:spPr>
            <a:xfrm>
              <a:off x="5086055" y="5258040"/>
              <a:ext cx="54346" cy="56676"/>
            </a:xfrm>
            <a:custGeom>
              <a:avLst/>
              <a:pathLst>
                <a:path w="54346" h="56676">
                  <a:moveTo>
                    <a:pt x="54346" y="42447"/>
                  </a:moveTo>
                  <a:lnTo>
                    <a:pt x="37911" y="56676"/>
                  </a:lnTo>
                  <a:lnTo>
                    <a:pt x="3496" y="15292"/>
                  </a:lnTo>
                  <a:lnTo>
                    <a:pt x="0" y="11087"/>
                  </a:lnTo>
                  <a:lnTo>
                    <a:pt x="18511" y="0"/>
                  </a:lnTo>
                  <a:lnTo>
                    <a:pt x="19145" y="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69"/>
            <p:cNvSpPr/>
            <p:nvPr/>
          </p:nvSpPr>
          <p:spPr>
            <a:xfrm>
              <a:off x="5401515" y="5268047"/>
              <a:ext cx="33974" cy="33631"/>
            </a:xfrm>
            <a:custGeom>
              <a:avLst/>
              <a:pathLst>
                <a:path w="33974" h="33631">
                  <a:moveTo>
                    <a:pt x="0" y="16282"/>
                  </a:moveTo>
                  <a:lnTo>
                    <a:pt x="18683" y="0"/>
                  </a:lnTo>
                  <a:lnTo>
                    <a:pt x="33974" y="17246"/>
                  </a:lnTo>
                  <a:lnTo>
                    <a:pt x="15492" y="33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0"/>
            <p:cNvSpPr/>
            <p:nvPr/>
          </p:nvSpPr>
          <p:spPr>
            <a:xfrm>
              <a:off x="5062251" y="5271868"/>
              <a:ext cx="56371" cy="75080"/>
            </a:xfrm>
            <a:custGeom>
              <a:avLst/>
              <a:pathLst>
                <a:path w="56371" h="75080">
                  <a:moveTo>
                    <a:pt x="56371" y="63822"/>
                  </a:moveTo>
                  <a:lnTo>
                    <a:pt x="37079" y="75080"/>
                  </a:lnTo>
                  <a:lnTo>
                    <a:pt x="0" y="10626"/>
                  </a:lnTo>
                  <a:lnTo>
                    <a:pt x="190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1"/>
            <p:cNvSpPr/>
            <p:nvPr/>
          </p:nvSpPr>
          <p:spPr>
            <a:xfrm>
              <a:off x="5133263" y="5283838"/>
              <a:ext cx="61278" cy="58459"/>
            </a:xfrm>
            <a:custGeom>
              <a:avLst/>
              <a:pathLst>
                <a:path w="61278" h="58459">
                  <a:moveTo>
                    <a:pt x="0" y="31522"/>
                  </a:moveTo>
                  <a:lnTo>
                    <a:pt x="38883" y="0"/>
                  </a:lnTo>
                  <a:lnTo>
                    <a:pt x="61278" y="24391"/>
                  </a:lnTo>
                  <a:lnTo>
                    <a:pt x="22214" y="58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2"/>
            <p:cNvSpPr/>
            <p:nvPr/>
          </p:nvSpPr>
          <p:spPr>
            <a:xfrm>
              <a:off x="5271622" y="5277772"/>
              <a:ext cx="65098" cy="70008"/>
            </a:xfrm>
            <a:custGeom>
              <a:avLst/>
              <a:pathLst>
                <a:path w="65098" h="70008">
                  <a:moveTo>
                    <a:pt x="47691" y="70008"/>
                  </a:moveTo>
                  <a:lnTo>
                    <a:pt x="0" y="14875"/>
                  </a:lnTo>
                  <a:lnTo>
                    <a:pt x="18121" y="0"/>
                  </a:lnTo>
                  <a:lnTo>
                    <a:pt x="65098" y="5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3"/>
            <p:cNvSpPr/>
            <p:nvPr/>
          </p:nvSpPr>
          <p:spPr>
            <a:xfrm>
              <a:off x="5041394" y="5283956"/>
              <a:ext cx="48378" cy="62843"/>
            </a:xfrm>
            <a:custGeom>
              <a:avLst/>
              <a:pathLst>
                <a:path w="48378" h="62843">
                  <a:moveTo>
                    <a:pt x="0" y="11155"/>
                  </a:moveTo>
                  <a:lnTo>
                    <a:pt x="18590" y="0"/>
                  </a:lnTo>
                  <a:lnTo>
                    <a:pt x="48378" y="52302"/>
                  </a:lnTo>
                  <a:lnTo>
                    <a:pt x="29457" y="6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4"/>
            <p:cNvSpPr/>
            <p:nvPr/>
          </p:nvSpPr>
          <p:spPr>
            <a:xfrm>
              <a:off x="5344123" y="5287474"/>
              <a:ext cx="68398" cy="63596"/>
            </a:xfrm>
            <a:custGeom>
              <a:avLst/>
              <a:pathLst>
                <a:path w="68398" h="63596">
                  <a:moveTo>
                    <a:pt x="53255" y="0"/>
                  </a:moveTo>
                  <a:lnTo>
                    <a:pt x="68398" y="17112"/>
                  </a:lnTo>
                  <a:lnTo>
                    <a:pt x="14941" y="63596"/>
                  </a:lnTo>
                  <a:lnTo>
                    <a:pt x="0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5"/>
            <p:cNvSpPr/>
            <p:nvPr/>
          </p:nvSpPr>
          <p:spPr>
            <a:xfrm>
              <a:off x="5152166" y="5474315"/>
              <a:ext cx="47226" cy="60983"/>
            </a:xfrm>
            <a:custGeom>
              <a:avLst/>
              <a:pathLst>
                <a:path w="47226" h="60983">
                  <a:moveTo>
                    <a:pt x="0" y="10581"/>
                  </a:moveTo>
                  <a:lnTo>
                    <a:pt x="17845" y="0"/>
                  </a:lnTo>
                  <a:lnTo>
                    <a:pt x="47226" y="49860"/>
                  </a:lnTo>
                  <a:lnTo>
                    <a:pt x="28687" y="60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6"/>
            <p:cNvSpPr/>
            <p:nvPr/>
          </p:nvSpPr>
          <p:spPr>
            <a:xfrm>
              <a:off x="5131308" y="5486598"/>
              <a:ext cx="46698" cy="60726"/>
            </a:xfrm>
            <a:custGeom>
              <a:avLst/>
              <a:pathLst>
                <a:path w="46698" h="60726">
                  <a:moveTo>
                    <a:pt x="0" y="10817"/>
                  </a:moveTo>
                  <a:lnTo>
                    <a:pt x="17988" y="0"/>
                  </a:lnTo>
                  <a:lnTo>
                    <a:pt x="46698" y="49758"/>
                  </a:lnTo>
                  <a:lnTo>
                    <a:pt x="28546" y="60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77"/>
            <p:cNvSpPr/>
            <p:nvPr/>
          </p:nvSpPr>
          <p:spPr>
            <a:xfrm>
              <a:off x="5109894" y="5499241"/>
              <a:ext cx="47181" cy="60665"/>
            </a:xfrm>
            <a:custGeom>
              <a:avLst/>
              <a:pathLst>
                <a:path w="47181" h="60665">
                  <a:moveTo>
                    <a:pt x="0" y="10880"/>
                  </a:moveTo>
                  <a:lnTo>
                    <a:pt x="18565" y="0"/>
                  </a:lnTo>
                  <a:lnTo>
                    <a:pt x="47181" y="49763"/>
                  </a:lnTo>
                  <a:lnTo>
                    <a:pt x="28631" y="60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78"/>
            <p:cNvSpPr/>
            <p:nvPr/>
          </p:nvSpPr>
          <p:spPr>
            <a:xfrm>
              <a:off x="5184574" y="5177269"/>
              <a:ext cx="62130" cy="68231"/>
            </a:xfrm>
            <a:custGeom>
              <a:avLst/>
              <a:pathLst>
                <a:path w="62130" h="68231">
                  <a:moveTo>
                    <a:pt x="45955" y="68231"/>
                  </a:moveTo>
                  <a:lnTo>
                    <a:pt x="0" y="14652"/>
                  </a:lnTo>
                  <a:lnTo>
                    <a:pt x="17511" y="0"/>
                  </a:lnTo>
                  <a:lnTo>
                    <a:pt x="62130" y="53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79"/>
            <p:cNvSpPr/>
            <p:nvPr/>
          </p:nvSpPr>
          <p:spPr>
            <a:xfrm>
              <a:off x="5333033" y="5187161"/>
              <a:ext cx="83071" cy="92712"/>
            </a:xfrm>
            <a:custGeom>
              <a:avLst/>
              <a:pathLst>
                <a:path w="83071" h="92712">
                  <a:moveTo>
                    <a:pt x="0" y="17190"/>
                  </a:moveTo>
                  <a:lnTo>
                    <a:pt x="18992" y="0"/>
                  </a:lnTo>
                  <a:lnTo>
                    <a:pt x="83071" y="77436"/>
                  </a:lnTo>
                  <a:lnTo>
                    <a:pt x="65612" y="9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0"/>
            <p:cNvSpPr/>
            <p:nvPr/>
          </p:nvSpPr>
          <p:spPr>
            <a:xfrm>
              <a:off x="5252449" y="5182424"/>
              <a:ext cx="68874" cy="64195"/>
            </a:xfrm>
            <a:custGeom>
              <a:avLst/>
              <a:pathLst>
                <a:path w="68874" h="64195">
                  <a:moveTo>
                    <a:pt x="0" y="47340"/>
                  </a:moveTo>
                  <a:lnTo>
                    <a:pt x="14201" y="35017"/>
                  </a:lnTo>
                  <a:lnTo>
                    <a:pt x="53955" y="0"/>
                  </a:lnTo>
                  <a:lnTo>
                    <a:pt x="68874" y="17576"/>
                  </a:lnTo>
                  <a:lnTo>
                    <a:pt x="14520" y="6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1"/>
            <p:cNvSpPr/>
            <p:nvPr/>
          </p:nvSpPr>
          <p:spPr>
            <a:xfrm>
              <a:off x="5119260" y="5317054"/>
              <a:ext cx="34376" cy="37719"/>
            </a:xfrm>
            <a:custGeom>
              <a:avLst/>
              <a:pathLst>
                <a:path w="34376" h="37719">
                  <a:moveTo>
                    <a:pt x="0" y="10618"/>
                  </a:moveTo>
                  <a:lnTo>
                    <a:pt x="12274" y="0"/>
                  </a:lnTo>
                  <a:lnTo>
                    <a:pt x="34376" y="27217"/>
                  </a:lnTo>
                  <a:lnTo>
                    <a:pt x="15443" y="3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2"/>
            <p:cNvSpPr/>
            <p:nvPr/>
          </p:nvSpPr>
          <p:spPr>
            <a:xfrm>
              <a:off x="5143085" y="5357504"/>
              <a:ext cx="27961" cy="26819"/>
            </a:xfrm>
            <a:custGeom>
              <a:avLst/>
              <a:pathLst>
                <a:path w="27961" h="26819">
                  <a:moveTo>
                    <a:pt x="27961" y="17620"/>
                  </a:moveTo>
                  <a:lnTo>
                    <a:pt x="10782" y="26819"/>
                  </a:lnTo>
                  <a:lnTo>
                    <a:pt x="0" y="7433"/>
                  </a:lnTo>
                  <a:lnTo>
                    <a:pt x="131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3"/>
            <p:cNvSpPr/>
            <p:nvPr/>
          </p:nvSpPr>
          <p:spPr>
            <a:xfrm>
              <a:off x="5195968" y="5451824"/>
              <a:ext cx="28974" cy="30732"/>
            </a:xfrm>
            <a:custGeom>
              <a:avLst/>
              <a:pathLst>
                <a:path w="28974" h="30732">
                  <a:moveTo>
                    <a:pt x="28974" y="18423"/>
                  </a:moveTo>
                  <a:lnTo>
                    <a:pt x="13811" y="30732"/>
                  </a:lnTo>
                  <a:lnTo>
                    <a:pt x="0" y="7837"/>
                  </a:lnTo>
                  <a:lnTo>
                    <a:pt x="124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4"/>
            <p:cNvSpPr/>
            <p:nvPr/>
          </p:nvSpPr>
          <p:spPr>
            <a:xfrm>
              <a:off x="5254501" y="5178414"/>
              <a:ext cx="29483" cy="30463"/>
            </a:xfrm>
            <a:custGeom>
              <a:avLst/>
              <a:pathLst>
                <a:path w="29483" h="30463">
                  <a:moveTo>
                    <a:pt x="15447" y="0"/>
                  </a:moveTo>
                  <a:lnTo>
                    <a:pt x="29483" y="16560"/>
                  </a:lnTo>
                  <a:lnTo>
                    <a:pt x="13879" y="30463"/>
                  </a:lnTo>
                  <a:lnTo>
                    <a:pt x="0" y="13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5"/>
            <p:cNvSpPr/>
            <p:nvPr/>
          </p:nvSpPr>
          <p:spPr>
            <a:xfrm>
              <a:off x="5020048" y="5296831"/>
              <a:ext cx="48669" cy="62376"/>
            </a:xfrm>
            <a:custGeom>
              <a:avLst/>
              <a:pathLst>
                <a:path w="48669" h="62376">
                  <a:moveTo>
                    <a:pt x="0" y="11283"/>
                  </a:moveTo>
                  <a:lnTo>
                    <a:pt x="18244" y="0"/>
                  </a:lnTo>
                  <a:lnTo>
                    <a:pt x="48669" y="51377"/>
                  </a:lnTo>
                  <a:lnTo>
                    <a:pt x="30280" y="62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6"/>
            <p:cNvSpPr/>
            <p:nvPr/>
          </p:nvSpPr>
          <p:spPr>
            <a:xfrm>
              <a:off x="5110599" y="5402710"/>
              <a:ext cx="30268" cy="30985"/>
            </a:xfrm>
            <a:custGeom>
              <a:avLst/>
              <a:pathLst>
                <a:path w="30268" h="30985">
                  <a:moveTo>
                    <a:pt x="0" y="10474"/>
                  </a:moveTo>
                  <a:lnTo>
                    <a:pt x="18071" y="0"/>
                  </a:lnTo>
                  <a:lnTo>
                    <a:pt x="30268" y="20989"/>
                  </a:lnTo>
                  <a:lnTo>
                    <a:pt x="12073" y="3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87"/>
            <p:cNvSpPr/>
            <p:nvPr/>
          </p:nvSpPr>
          <p:spPr>
            <a:xfrm>
              <a:off x="5088931" y="5414976"/>
              <a:ext cx="23985" cy="19734"/>
            </a:xfrm>
            <a:custGeom>
              <a:avLst/>
              <a:pathLst>
                <a:path w="23985" h="19734">
                  <a:moveTo>
                    <a:pt x="0" y="10393"/>
                  </a:moveTo>
                  <a:lnTo>
                    <a:pt x="18455" y="0"/>
                  </a:lnTo>
                  <a:lnTo>
                    <a:pt x="23985" y="9356"/>
                  </a:lnTo>
                  <a:lnTo>
                    <a:pt x="5750" y="19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88"/>
            <p:cNvSpPr/>
            <p:nvPr/>
          </p:nvSpPr>
          <p:spPr>
            <a:xfrm>
              <a:off x="5205441" y="5239710"/>
              <a:ext cx="22996" cy="21804"/>
            </a:xfrm>
            <a:custGeom>
              <a:avLst/>
              <a:pathLst>
                <a:path w="22996" h="21804">
                  <a:moveTo>
                    <a:pt x="6923" y="21804"/>
                  </a:moveTo>
                  <a:lnTo>
                    <a:pt x="0" y="13797"/>
                  </a:lnTo>
                  <a:lnTo>
                    <a:pt x="15832" y="0"/>
                  </a:lnTo>
                  <a:lnTo>
                    <a:pt x="22996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89"/>
            <p:cNvSpPr/>
            <p:nvPr/>
          </p:nvSpPr>
          <p:spPr>
            <a:xfrm>
              <a:off x="5072992" y="533952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0"/>
            <p:cNvSpPr/>
            <p:nvPr/>
          </p:nvSpPr>
          <p:spPr>
            <a:xfrm>
              <a:off x="5353095" y="5548431"/>
              <a:ext cx="41188" cy="34366"/>
            </a:xfrm>
            <a:custGeom>
              <a:avLst/>
              <a:pathLst>
                <a:path w="41188" h="34366">
                  <a:moveTo>
                    <a:pt x="0" y="18779"/>
                  </a:moveTo>
                  <a:lnTo>
                    <a:pt x="31744" y="0"/>
                  </a:lnTo>
                  <a:lnTo>
                    <a:pt x="41188" y="15357"/>
                  </a:lnTo>
                  <a:lnTo>
                    <a:pt x="8979" y="34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1"/>
            <p:cNvSpPr/>
            <p:nvPr/>
          </p:nvSpPr>
          <p:spPr>
            <a:xfrm>
              <a:off x="5424199" y="5557052"/>
              <a:ext cx="105319" cy="93360"/>
            </a:xfrm>
            <a:custGeom>
              <a:avLst/>
              <a:pathLst>
                <a:path w="105319" h="93360">
                  <a:moveTo>
                    <a:pt x="0" y="48685"/>
                  </a:moveTo>
                  <a:lnTo>
                    <a:pt x="602" y="45374"/>
                  </a:lnTo>
                  <a:lnTo>
                    <a:pt x="76603" y="0"/>
                  </a:lnTo>
                  <a:lnTo>
                    <a:pt x="79012" y="1231"/>
                  </a:lnTo>
                  <a:lnTo>
                    <a:pt x="105319" y="47890"/>
                  </a:lnTo>
                  <a:lnTo>
                    <a:pt x="26727" y="93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2"/>
            <p:cNvSpPr/>
            <p:nvPr/>
          </p:nvSpPr>
          <p:spPr>
            <a:xfrm>
              <a:off x="5255749" y="5588553"/>
              <a:ext cx="58462" cy="80349"/>
            </a:xfrm>
            <a:custGeom>
              <a:avLst/>
              <a:pathLst>
                <a:path w="58462" h="80349">
                  <a:moveTo>
                    <a:pt x="0" y="10964"/>
                  </a:moveTo>
                  <a:lnTo>
                    <a:pt x="18903" y="0"/>
                  </a:lnTo>
                  <a:lnTo>
                    <a:pt x="58462" y="70370"/>
                  </a:lnTo>
                  <a:lnTo>
                    <a:pt x="41280" y="80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3"/>
            <p:cNvSpPr/>
            <p:nvPr/>
          </p:nvSpPr>
          <p:spPr>
            <a:xfrm>
              <a:off x="5342922" y="5592862"/>
              <a:ext cx="35634" cy="40068"/>
            </a:xfrm>
            <a:custGeom>
              <a:avLst/>
              <a:pathLst>
                <a:path w="35634" h="40068">
                  <a:moveTo>
                    <a:pt x="0" y="10672"/>
                  </a:moveTo>
                  <a:lnTo>
                    <a:pt x="18296" y="0"/>
                  </a:lnTo>
                  <a:lnTo>
                    <a:pt x="35634" y="29073"/>
                  </a:lnTo>
                  <a:lnTo>
                    <a:pt x="16670" y="40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4"/>
            <p:cNvSpPr/>
            <p:nvPr/>
          </p:nvSpPr>
          <p:spPr>
            <a:xfrm>
              <a:off x="5395302" y="5605800"/>
              <a:ext cx="49776" cy="59537"/>
            </a:xfrm>
            <a:custGeom>
              <a:avLst/>
              <a:pathLst>
                <a:path w="49776" h="59537">
                  <a:moveTo>
                    <a:pt x="0" y="13463"/>
                  </a:moveTo>
                  <a:lnTo>
                    <a:pt x="22758" y="0"/>
                  </a:lnTo>
                  <a:lnTo>
                    <a:pt x="49776" y="45890"/>
                  </a:lnTo>
                  <a:lnTo>
                    <a:pt x="26948" y="59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5"/>
            <p:cNvSpPr/>
            <p:nvPr/>
          </p:nvSpPr>
          <p:spPr>
            <a:xfrm>
              <a:off x="5233577" y="5600592"/>
              <a:ext cx="45963" cy="55926"/>
            </a:xfrm>
            <a:custGeom>
              <a:avLst/>
              <a:pathLst>
                <a:path w="45963" h="55926">
                  <a:moveTo>
                    <a:pt x="0" y="11764"/>
                  </a:moveTo>
                  <a:lnTo>
                    <a:pt x="20408" y="0"/>
                  </a:lnTo>
                  <a:lnTo>
                    <a:pt x="45963" y="44543"/>
                  </a:lnTo>
                  <a:lnTo>
                    <a:pt x="25621" y="5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6"/>
            <p:cNvSpPr/>
            <p:nvPr/>
          </p:nvSpPr>
          <p:spPr>
            <a:xfrm>
              <a:off x="5208985" y="5614061"/>
              <a:ext cx="46595" cy="56771"/>
            </a:xfrm>
            <a:custGeom>
              <a:avLst/>
              <a:pathLst>
                <a:path w="46595" h="56771">
                  <a:moveTo>
                    <a:pt x="0" y="11307"/>
                  </a:moveTo>
                  <a:lnTo>
                    <a:pt x="20075" y="0"/>
                  </a:lnTo>
                  <a:lnTo>
                    <a:pt x="46595" y="44076"/>
                  </a:lnTo>
                  <a:lnTo>
                    <a:pt x="26847" y="5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097"/>
            <p:cNvSpPr/>
            <p:nvPr/>
          </p:nvSpPr>
          <p:spPr>
            <a:xfrm>
              <a:off x="5371699" y="5621986"/>
              <a:ext cx="42274" cy="50758"/>
            </a:xfrm>
            <a:custGeom>
              <a:avLst/>
              <a:pathLst>
                <a:path w="42274" h="50758">
                  <a:moveTo>
                    <a:pt x="0" y="11158"/>
                  </a:moveTo>
                  <a:lnTo>
                    <a:pt x="19124" y="0"/>
                  </a:lnTo>
                  <a:lnTo>
                    <a:pt x="42274" y="39405"/>
                  </a:lnTo>
                  <a:lnTo>
                    <a:pt x="23129" y="50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098"/>
            <p:cNvSpPr/>
            <p:nvPr/>
          </p:nvSpPr>
          <p:spPr>
            <a:xfrm>
              <a:off x="5184407" y="5627921"/>
              <a:ext cx="47143" cy="57935"/>
            </a:xfrm>
            <a:custGeom>
              <a:avLst/>
              <a:pathLst>
                <a:path w="47143" h="57935">
                  <a:moveTo>
                    <a:pt x="0" y="12062"/>
                  </a:moveTo>
                  <a:lnTo>
                    <a:pt x="20701" y="0"/>
                  </a:lnTo>
                  <a:lnTo>
                    <a:pt x="47143" y="44261"/>
                  </a:lnTo>
                  <a:lnTo>
                    <a:pt x="26494" y="57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099"/>
            <p:cNvSpPr/>
            <p:nvPr/>
          </p:nvSpPr>
          <p:spPr>
            <a:xfrm>
              <a:off x="5408937" y="5548085"/>
              <a:ext cx="60468" cy="50133"/>
            </a:xfrm>
            <a:custGeom>
              <a:avLst/>
              <a:pathLst>
                <a:path w="60468" h="50133">
                  <a:moveTo>
                    <a:pt x="0" y="32219"/>
                  </a:moveTo>
                  <a:lnTo>
                    <a:pt x="902" y="29078"/>
                  </a:lnTo>
                  <a:lnTo>
                    <a:pt x="48919" y="0"/>
                  </a:lnTo>
                  <a:lnTo>
                    <a:pt x="60468" y="19465"/>
                  </a:lnTo>
                  <a:lnTo>
                    <a:pt x="10251" y="50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0"/>
            <p:cNvSpPr/>
            <p:nvPr/>
          </p:nvSpPr>
          <p:spPr>
            <a:xfrm>
              <a:off x="5318338" y="5550901"/>
              <a:ext cx="29524" cy="30401"/>
            </a:xfrm>
            <a:custGeom>
              <a:avLst/>
              <a:pathLst>
                <a:path w="29524" h="30401">
                  <a:moveTo>
                    <a:pt x="0" y="10801"/>
                  </a:moveTo>
                  <a:lnTo>
                    <a:pt x="17985" y="0"/>
                  </a:lnTo>
                  <a:lnTo>
                    <a:pt x="29524" y="19534"/>
                  </a:lnTo>
                  <a:lnTo>
                    <a:pt x="12072" y="30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1"/>
            <p:cNvSpPr/>
            <p:nvPr/>
          </p:nvSpPr>
          <p:spPr>
            <a:xfrm>
              <a:off x="5297551" y="5563173"/>
              <a:ext cx="60035" cy="81737"/>
            </a:xfrm>
            <a:custGeom>
              <a:avLst/>
              <a:pathLst>
                <a:path w="60035" h="81737">
                  <a:moveTo>
                    <a:pt x="18180" y="0"/>
                  </a:moveTo>
                  <a:lnTo>
                    <a:pt x="60035" y="71210"/>
                  </a:lnTo>
                  <a:lnTo>
                    <a:pt x="41152" y="81737"/>
                  </a:lnTo>
                  <a:lnTo>
                    <a:pt x="0" y="1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2"/>
            <p:cNvSpPr/>
            <p:nvPr/>
          </p:nvSpPr>
          <p:spPr>
            <a:xfrm>
              <a:off x="5363946" y="5566928"/>
              <a:ext cx="39758" cy="33272"/>
            </a:xfrm>
            <a:custGeom>
              <a:avLst/>
              <a:pathLst>
                <a:path w="39758" h="33272">
                  <a:moveTo>
                    <a:pt x="0" y="18624"/>
                  </a:moveTo>
                  <a:lnTo>
                    <a:pt x="30831" y="0"/>
                  </a:lnTo>
                  <a:lnTo>
                    <a:pt x="39758" y="15123"/>
                  </a:lnTo>
                  <a:lnTo>
                    <a:pt x="8224" y="33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3"/>
            <p:cNvSpPr/>
            <p:nvPr/>
          </p:nvSpPr>
          <p:spPr>
            <a:xfrm>
              <a:off x="5230129" y="5649698"/>
              <a:ext cx="63751" cy="50127"/>
            </a:xfrm>
            <a:custGeom>
              <a:avLst/>
              <a:pathLst>
                <a:path w="63751" h="50127">
                  <a:moveTo>
                    <a:pt x="4399" y="36821"/>
                  </a:moveTo>
                  <a:lnTo>
                    <a:pt x="3432" y="37179"/>
                  </a:lnTo>
                  <a:lnTo>
                    <a:pt x="0" y="31473"/>
                  </a:lnTo>
                  <a:lnTo>
                    <a:pt x="1780" y="29551"/>
                  </a:lnTo>
                  <a:lnTo>
                    <a:pt x="51991" y="0"/>
                  </a:lnTo>
                  <a:lnTo>
                    <a:pt x="63751" y="20710"/>
                  </a:lnTo>
                  <a:lnTo>
                    <a:pt x="15069" y="50127"/>
                  </a:lnTo>
                  <a:lnTo>
                    <a:pt x="9331" y="40343"/>
                  </a:lnTo>
                  <a:lnTo>
                    <a:pt x="8041" y="40913"/>
                  </a:lnTo>
                  <a:lnTo>
                    <a:pt x="5237" y="36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4"/>
            <p:cNvSpPr/>
            <p:nvPr/>
          </p:nvSpPr>
          <p:spPr>
            <a:xfrm>
              <a:off x="5334368" y="5656675"/>
              <a:ext cx="55309" cy="45005"/>
            </a:xfrm>
            <a:custGeom>
              <a:avLst/>
              <a:pathLst>
                <a:path w="55309" h="45005">
                  <a:moveTo>
                    <a:pt x="0" y="26637"/>
                  </a:moveTo>
                  <a:lnTo>
                    <a:pt x="44834" y="0"/>
                  </a:lnTo>
                  <a:lnTo>
                    <a:pt x="55309" y="18848"/>
                  </a:lnTo>
                  <a:lnTo>
                    <a:pt x="10720" y="4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5"/>
            <p:cNvSpPr/>
            <p:nvPr/>
          </p:nvSpPr>
          <p:spPr>
            <a:xfrm>
              <a:off x="5299473" y="5663380"/>
              <a:ext cx="44297" cy="54819"/>
            </a:xfrm>
            <a:custGeom>
              <a:avLst/>
              <a:pathLst>
                <a:path w="44297" h="54819">
                  <a:moveTo>
                    <a:pt x="0" y="11345"/>
                  </a:moveTo>
                  <a:lnTo>
                    <a:pt x="19506" y="0"/>
                  </a:lnTo>
                  <a:lnTo>
                    <a:pt x="44297" y="43089"/>
                  </a:lnTo>
                  <a:lnTo>
                    <a:pt x="25188" y="54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6"/>
            <p:cNvSpPr/>
            <p:nvPr/>
          </p:nvSpPr>
          <p:spPr>
            <a:xfrm>
              <a:off x="5286741" y="5676146"/>
              <a:ext cx="29582" cy="34487"/>
            </a:xfrm>
            <a:custGeom>
              <a:avLst/>
              <a:pathLst>
                <a:path w="29582" h="34487">
                  <a:moveTo>
                    <a:pt x="0" y="5759"/>
                  </a:moveTo>
                  <a:lnTo>
                    <a:pt x="9993" y="0"/>
                  </a:lnTo>
                  <a:lnTo>
                    <a:pt x="29582" y="33501"/>
                  </a:lnTo>
                  <a:lnTo>
                    <a:pt x="25097" y="34487"/>
                  </a:lnTo>
                  <a:lnTo>
                    <a:pt x="15328" y="34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07"/>
            <p:cNvSpPr/>
            <p:nvPr/>
          </p:nvSpPr>
          <p:spPr>
            <a:xfrm>
              <a:off x="5342248" y="5529233"/>
              <a:ext cx="41341" cy="35205"/>
            </a:xfrm>
            <a:custGeom>
              <a:avLst/>
              <a:pathLst>
                <a:path w="41341" h="35205">
                  <a:moveTo>
                    <a:pt x="0" y="18363"/>
                  </a:moveTo>
                  <a:lnTo>
                    <a:pt x="31779" y="0"/>
                  </a:lnTo>
                  <a:lnTo>
                    <a:pt x="41341" y="16154"/>
                  </a:lnTo>
                  <a:lnTo>
                    <a:pt x="9394" y="35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08"/>
            <p:cNvSpPr/>
            <p:nvPr/>
          </p:nvSpPr>
          <p:spPr>
            <a:xfrm>
              <a:off x="5392110" y="5531460"/>
              <a:ext cx="47020" cy="41577"/>
            </a:xfrm>
            <a:custGeom>
              <a:avLst/>
              <a:pathLst>
                <a:path w="47020" h="41577">
                  <a:moveTo>
                    <a:pt x="0" y="19694"/>
                  </a:moveTo>
                  <a:lnTo>
                    <a:pt x="33694" y="0"/>
                  </a:lnTo>
                  <a:lnTo>
                    <a:pt x="47020" y="21802"/>
                  </a:lnTo>
                  <a:lnTo>
                    <a:pt x="12875" y="4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09"/>
            <p:cNvSpPr/>
            <p:nvPr/>
          </p:nvSpPr>
          <p:spPr>
            <a:xfrm>
              <a:off x="5378109" y="5508506"/>
              <a:ext cx="42604" cy="37328"/>
            </a:xfrm>
            <a:custGeom>
              <a:avLst/>
              <a:pathLst>
                <a:path w="42604" h="37328">
                  <a:moveTo>
                    <a:pt x="0" y="18569"/>
                  </a:moveTo>
                  <a:lnTo>
                    <a:pt x="31543" y="0"/>
                  </a:lnTo>
                  <a:lnTo>
                    <a:pt x="42604" y="18872"/>
                  </a:lnTo>
                  <a:lnTo>
                    <a:pt x="11149" y="37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0"/>
            <p:cNvSpPr/>
            <p:nvPr/>
          </p:nvSpPr>
          <p:spPr>
            <a:xfrm>
              <a:off x="5277127" y="5575986"/>
              <a:ext cx="58919" cy="81044"/>
            </a:xfrm>
            <a:custGeom>
              <a:avLst/>
              <a:pathLst>
                <a:path w="58919" h="81044">
                  <a:moveTo>
                    <a:pt x="18361" y="0"/>
                  </a:moveTo>
                  <a:lnTo>
                    <a:pt x="58919" y="70252"/>
                  </a:lnTo>
                  <a:lnTo>
                    <a:pt x="40229" y="81044"/>
                  </a:lnTo>
                  <a:lnTo>
                    <a:pt x="0" y="1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1"/>
            <p:cNvSpPr/>
            <p:nvPr/>
          </p:nvSpPr>
          <p:spPr>
            <a:xfrm>
              <a:off x="5373507" y="5585133"/>
              <a:ext cx="41756" cy="34253"/>
            </a:xfrm>
            <a:custGeom>
              <a:avLst/>
              <a:pathLst>
                <a:path w="41756" h="34253">
                  <a:moveTo>
                    <a:pt x="0" y="18998"/>
                  </a:moveTo>
                  <a:lnTo>
                    <a:pt x="31934" y="0"/>
                  </a:lnTo>
                  <a:lnTo>
                    <a:pt x="41756" y="15212"/>
                  </a:lnTo>
                  <a:lnTo>
                    <a:pt x="8931" y="342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2"/>
            <p:cNvSpPr/>
            <p:nvPr/>
          </p:nvSpPr>
          <p:spPr>
            <a:xfrm>
              <a:off x="5428461" y="5524396"/>
              <a:ext cx="22536" cy="27129"/>
            </a:xfrm>
            <a:custGeom>
              <a:avLst/>
              <a:pathLst>
                <a:path w="22536" h="27129">
                  <a:moveTo>
                    <a:pt x="0" y="5915"/>
                  </a:moveTo>
                  <a:lnTo>
                    <a:pt x="9476" y="0"/>
                  </a:lnTo>
                  <a:lnTo>
                    <a:pt x="22536" y="21155"/>
                  </a:lnTo>
                  <a:lnTo>
                    <a:pt x="13054" y="2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3"/>
            <p:cNvSpPr/>
            <p:nvPr/>
          </p:nvSpPr>
          <p:spPr>
            <a:xfrm>
              <a:off x="5331845" y="5572842"/>
              <a:ext cx="27752" cy="27517"/>
            </a:xfrm>
            <a:custGeom>
              <a:avLst/>
              <a:pathLst>
                <a:path w="27752" h="27517">
                  <a:moveTo>
                    <a:pt x="0" y="10794"/>
                  </a:moveTo>
                  <a:lnTo>
                    <a:pt x="17217" y="0"/>
                  </a:lnTo>
                  <a:lnTo>
                    <a:pt x="27752" y="17000"/>
                  </a:lnTo>
                  <a:lnTo>
                    <a:pt x="10083" y="2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4"/>
            <p:cNvSpPr/>
            <p:nvPr/>
          </p:nvSpPr>
          <p:spPr>
            <a:xfrm>
              <a:off x="5250564" y="5693264"/>
              <a:ext cx="25691" cy="12935"/>
            </a:xfrm>
            <a:custGeom>
              <a:avLst/>
              <a:pathLst>
                <a:path w="25691" h="12935">
                  <a:moveTo>
                    <a:pt x="0" y="10008"/>
                  </a:moveTo>
                  <a:lnTo>
                    <a:pt x="17684" y="0"/>
                  </a:lnTo>
                  <a:lnTo>
                    <a:pt x="25691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5"/>
            <p:cNvSpPr/>
            <p:nvPr/>
          </p:nvSpPr>
          <p:spPr>
            <a:xfrm>
              <a:off x="5322088" y="5643259"/>
              <a:ext cx="42215" cy="37161"/>
            </a:xfrm>
            <a:custGeom>
              <a:avLst/>
              <a:pathLst>
                <a:path w="42215" h="37161">
                  <a:moveTo>
                    <a:pt x="0" y="18109"/>
                  </a:moveTo>
                  <a:lnTo>
                    <a:pt x="31184" y="0"/>
                  </a:lnTo>
                  <a:lnTo>
                    <a:pt x="42215" y="18682"/>
                  </a:lnTo>
                  <a:lnTo>
                    <a:pt x="10911" y="37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6"/>
            <p:cNvSpPr/>
            <p:nvPr/>
          </p:nvSpPr>
          <p:spPr>
            <a:xfrm>
              <a:off x="5269377" y="5682958"/>
              <a:ext cx="23252" cy="21381"/>
            </a:xfrm>
            <a:custGeom>
              <a:avLst/>
              <a:pathLst>
                <a:path w="23252" h="21381">
                  <a:moveTo>
                    <a:pt x="0" y="9462"/>
                  </a:moveTo>
                  <a:lnTo>
                    <a:pt x="16058" y="0"/>
                  </a:lnTo>
                  <a:lnTo>
                    <a:pt x="23252" y="12473"/>
                  </a:lnTo>
                  <a:lnTo>
                    <a:pt x="6697" y="2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17"/>
            <p:cNvSpPr/>
            <p:nvPr/>
          </p:nvSpPr>
          <p:spPr>
            <a:xfrm>
              <a:off x="5441682" y="5503833"/>
              <a:ext cx="42355" cy="40007"/>
            </a:xfrm>
            <a:custGeom>
              <a:avLst/>
              <a:pathLst>
                <a:path w="42355" h="40007">
                  <a:moveTo>
                    <a:pt x="0" y="18519"/>
                  </a:moveTo>
                  <a:lnTo>
                    <a:pt x="29439" y="0"/>
                  </a:lnTo>
                  <a:lnTo>
                    <a:pt x="42355" y="22760"/>
                  </a:lnTo>
                  <a:lnTo>
                    <a:pt x="12634" y="40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18"/>
            <p:cNvSpPr/>
            <p:nvPr/>
          </p:nvSpPr>
          <p:spPr>
            <a:xfrm>
              <a:off x="5412820" y="5480102"/>
              <a:ext cx="54742" cy="45182"/>
            </a:xfrm>
            <a:custGeom>
              <a:avLst/>
              <a:pathLst>
                <a:path w="54742" h="45182">
                  <a:moveTo>
                    <a:pt x="0" y="25574"/>
                  </a:moveTo>
                  <a:lnTo>
                    <a:pt x="43946" y="0"/>
                  </a:lnTo>
                  <a:lnTo>
                    <a:pt x="54742" y="17899"/>
                  </a:lnTo>
                  <a:lnTo>
                    <a:pt x="54260" y="19624"/>
                  </a:lnTo>
                  <a:lnTo>
                    <a:pt x="11356" y="45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19"/>
            <p:cNvSpPr/>
            <p:nvPr/>
          </p:nvSpPr>
          <p:spPr>
            <a:xfrm>
              <a:off x="5464215" y="5531248"/>
              <a:ext cx="33321" cy="32469"/>
            </a:xfrm>
            <a:custGeom>
              <a:avLst/>
              <a:pathLst>
                <a:path w="33321" h="32469">
                  <a:moveTo>
                    <a:pt x="0" y="13934"/>
                  </a:moveTo>
                  <a:lnTo>
                    <a:pt x="21769" y="0"/>
                  </a:lnTo>
                  <a:lnTo>
                    <a:pt x="33321" y="19071"/>
                  </a:lnTo>
                  <a:lnTo>
                    <a:pt x="11493" y="32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0"/>
            <p:cNvSpPr/>
            <p:nvPr/>
          </p:nvSpPr>
          <p:spPr>
            <a:xfrm>
              <a:off x="5107319" y="5661741"/>
              <a:ext cx="55645" cy="29978"/>
            </a:xfrm>
            <a:custGeom>
              <a:avLst/>
              <a:pathLst>
                <a:path w="55645" h="29978">
                  <a:moveTo>
                    <a:pt x="0" y="22018"/>
                  </a:moveTo>
                  <a:lnTo>
                    <a:pt x="37729" y="0"/>
                  </a:lnTo>
                  <a:lnTo>
                    <a:pt x="55645" y="29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1"/>
            <p:cNvSpPr/>
            <p:nvPr/>
          </p:nvSpPr>
          <p:spPr>
            <a:xfrm>
              <a:off x="5037831" y="5685393"/>
              <a:ext cx="144032" cy="25546"/>
            </a:xfrm>
            <a:custGeom>
              <a:avLst/>
              <a:pathLst>
                <a:path w="144032" h="25546">
                  <a:moveTo>
                    <a:pt x="35851" y="0"/>
                  </a:moveTo>
                  <a:lnTo>
                    <a:pt x="51027" y="1094"/>
                  </a:lnTo>
                  <a:lnTo>
                    <a:pt x="65906" y="876"/>
                  </a:lnTo>
                  <a:lnTo>
                    <a:pt x="128282" y="9629"/>
                  </a:lnTo>
                  <a:lnTo>
                    <a:pt x="130125" y="15660"/>
                  </a:lnTo>
                  <a:lnTo>
                    <a:pt x="142767" y="17601"/>
                  </a:lnTo>
                  <a:lnTo>
                    <a:pt x="144032" y="25546"/>
                  </a:lnTo>
                  <a:lnTo>
                    <a:pt x="71881" y="15429"/>
                  </a:lnTo>
                  <a:lnTo>
                    <a:pt x="972" y="7062"/>
                  </a:lnTo>
                  <a:lnTo>
                    <a:pt x="0" y="6933"/>
                  </a:lnTo>
                  <a:lnTo>
                    <a:pt x="1004" y="6660"/>
                  </a:lnTo>
                  <a:lnTo>
                    <a:pt x="9842" y="4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2"/>
            <p:cNvSpPr/>
            <p:nvPr/>
          </p:nvSpPr>
          <p:spPr>
            <a:xfrm>
              <a:off x="5220027" y="5702050"/>
              <a:ext cx="107217" cy="27820"/>
            </a:xfrm>
            <a:custGeom>
              <a:avLst/>
              <a:pathLst>
                <a:path w="107217" h="27820">
                  <a:moveTo>
                    <a:pt x="107217" y="21356"/>
                  </a:moveTo>
                  <a:lnTo>
                    <a:pt x="106909" y="27820"/>
                  </a:lnTo>
                  <a:lnTo>
                    <a:pt x="7169" y="15596"/>
                  </a:lnTo>
                  <a:lnTo>
                    <a:pt x="0" y="0"/>
                  </a:lnTo>
                  <a:lnTo>
                    <a:pt x="100408" y="13244"/>
                  </a:lnTo>
                  <a:lnTo>
                    <a:pt x="100440" y="20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3"/>
            <p:cNvSpPr/>
            <p:nvPr/>
          </p:nvSpPr>
          <p:spPr>
            <a:xfrm>
              <a:off x="5526312" y="5730289"/>
              <a:ext cx="25842" cy="30903"/>
            </a:xfrm>
            <a:custGeom>
              <a:avLst/>
              <a:pathLst>
                <a:path w="25842" h="30903">
                  <a:moveTo>
                    <a:pt x="0" y="5713"/>
                  </a:moveTo>
                  <a:lnTo>
                    <a:pt x="11855" y="0"/>
                  </a:lnTo>
                  <a:lnTo>
                    <a:pt x="25842" y="29934"/>
                  </a:lnTo>
                  <a:lnTo>
                    <a:pt x="13509" y="30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4"/>
            <p:cNvSpPr/>
            <p:nvPr/>
          </p:nvSpPr>
          <p:spPr>
            <a:xfrm>
              <a:off x="5454626" y="5706064"/>
              <a:ext cx="31822" cy="28628"/>
            </a:xfrm>
            <a:custGeom>
              <a:avLst/>
              <a:pathLst>
                <a:path w="31822" h="28628">
                  <a:moveTo>
                    <a:pt x="0" y="13475"/>
                  </a:moveTo>
                  <a:lnTo>
                    <a:pt x="23004" y="0"/>
                  </a:lnTo>
                  <a:lnTo>
                    <a:pt x="31822" y="14826"/>
                  </a:lnTo>
                  <a:lnTo>
                    <a:pt x="8548" y="28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5"/>
            <p:cNvSpPr/>
            <p:nvPr/>
          </p:nvSpPr>
          <p:spPr>
            <a:xfrm>
              <a:off x="5550258" y="5735915"/>
              <a:ext cx="36488" cy="23042"/>
            </a:xfrm>
            <a:custGeom>
              <a:avLst/>
              <a:pathLst>
                <a:path w="36488" h="23042">
                  <a:moveTo>
                    <a:pt x="0" y="12108"/>
                  </a:moveTo>
                  <a:lnTo>
                    <a:pt x="26705" y="0"/>
                  </a:lnTo>
                  <a:lnTo>
                    <a:pt x="36488" y="21566"/>
                  </a:lnTo>
                  <a:lnTo>
                    <a:pt x="4307" y="23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6"/>
            <p:cNvSpPr/>
            <p:nvPr/>
          </p:nvSpPr>
          <p:spPr>
            <a:xfrm>
              <a:off x="5439268" y="5723432"/>
              <a:ext cx="26618" cy="22935"/>
            </a:xfrm>
            <a:custGeom>
              <a:avLst/>
              <a:pathLst>
                <a:path w="26618" h="22935">
                  <a:moveTo>
                    <a:pt x="26478" y="22644"/>
                  </a:moveTo>
                  <a:lnTo>
                    <a:pt x="26618" y="22935"/>
                  </a:lnTo>
                  <a:lnTo>
                    <a:pt x="1520" y="20650"/>
                  </a:lnTo>
                  <a:lnTo>
                    <a:pt x="0" y="615"/>
                  </a:lnTo>
                  <a:lnTo>
                    <a:pt x="143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27"/>
            <p:cNvSpPr/>
            <p:nvPr/>
          </p:nvSpPr>
          <p:spPr>
            <a:xfrm>
              <a:off x="5356658" y="5713932"/>
              <a:ext cx="57406" cy="13197"/>
            </a:xfrm>
            <a:custGeom>
              <a:avLst/>
              <a:pathLst>
                <a:path w="57406" h="13197">
                  <a:moveTo>
                    <a:pt x="0" y="3538"/>
                  </a:moveTo>
                  <a:lnTo>
                    <a:pt x="56461" y="0"/>
                  </a:lnTo>
                  <a:lnTo>
                    <a:pt x="57406" y="10240"/>
                  </a:lnTo>
                  <a:lnTo>
                    <a:pt x="8415" y="13197"/>
                  </a:lnTo>
                  <a:lnTo>
                    <a:pt x="766" y="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28"/>
            <p:cNvSpPr/>
            <p:nvPr/>
          </p:nvSpPr>
          <p:spPr>
            <a:xfrm>
              <a:off x="5548888" y="5761541"/>
              <a:ext cx="61500" cy="28735"/>
            </a:xfrm>
            <a:custGeom>
              <a:avLst/>
              <a:pathLst>
                <a:path w="61500" h="28735">
                  <a:moveTo>
                    <a:pt x="1254" y="3409"/>
                  </a:moveTo>
                  <a:lnTo>
                    <a:pt x="61500" y="0"/>
                  </a:lnTo>
                  <a:lnTo>
                    <a:pt x="55098" y="25369"/>
                  </a:lnTo>
                  <a:lnTo>
                    <a:pt x="0" y="28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29"/>
            <p:cNvSpPr/>
            <p:nvPr/>
          </p:nvSpPr>
          <p:spPr>
            <a:xfrm>
              <a:off x="5513958" y="5610074"/>
              <a:ext cx="43036" cy="51517"/>
            </a:xfrm>
            <a:custGeom>
              <a:avLst/>
              <a:pathLst>
                <a:path w="43036" h="51517">
                  <a:moveTo>
                    <a:pt x="0" y="11309"/>
                  </a:moveTo>
                  <a:lnTo>
                    <a:pt x="18941" y="0"/>
                  </a:lnTo>
                  <a:lnTo>
                    <a:pt x="43036" y="41161"/>
                  </a:lnTo>
                  <a:lnTo>
                    <a:pt x="24591" y="51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0"/>
            <p:cNvSpPr/>
            <p:nvPr/>
          </p:nvSpPr>
          <p:spPr>
            <a:xfrm>
              <a:off x="5490132" y="5624176"/>
              <a:ext cx="43073" cy="52629"/>
            </a:xfrm>
            <a:custGeom>
              <a:avLst/>
              <a:pathLst>
                <a:path w="43073" h="52629">
                  <a:moveTo>
                    <a:pt x="0" y="10870"/>
                  </a:moveTo>
                  <a:lnTo>
                    <a:pt x="19117" y="0"/>
                  </a:lnTo>
                  <a:lnTo>
                    <a:pt x="43073" y="41380"/>
                  </a:lnTo>
                  <a:lnTo>
                    <a:pt x="23026" y="5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1"/>
            <p:cNvSpPr/>
            <p:nvPr/>
          </p:nvSpPr>
          <p:spPr>
            <a:xfrm>
              <a:off x="5572768" y="5792407"/>
              <a:ext cx="29353" cy="31652"/>
            </a:xfrm>
            <a:custGeom>
              <a:avLst/>
              <a:pathLst>
                <a:path w="29353" h="31652">
                  <a:moveTo>
                    <a:pt x="5677" y="174"/>
                  </a:moveTo>
                  <a:lnTo>
                    <a:pt x="29353" y="0"/>
                  </a:lnTo>
                  <a:lnTo>
                    <a:pt x="18633" y="31652"/>
                  </a:lnTo>
                  <a:lnTo>
                    <a:pt x="0" y="29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2"/>
            <p:cNvSpPr/>
            <p:nvPr/>
          </p:nvSpPr>
          <p:spPr>
            <a:xfrm>
              <a:off x="5481861" y="5692560"/>
              <a:ext cx="45948" cy="60324"/>
            </a:xfrm>
            <a:custGeom>
              <a:avLst/>
              <a:pathLst>
                <a:path w="45948" h="60324">
                  <a:moveTo>
                    <a:pt x="0" y="9329"/>
                  </a:moveTo>
                  <a:lnTo>
                    <a:pt x="17217" y="0"/>
                  </a:lnTo>
                  <a:lnTo>
                    <a:pt x="45948" y="51963"/>
                  </a:lnTo>
                  <a:lnTo>
                    <a:pt x="29002" y="60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3"/>
            <p:cNvSpPr/>
            <p:nvPr/>
          </p:nvSpPr>
          <p:spPr>
            <a:xfrm>
              <a:off x="5580099" y="5727696"/>
              <a:ext cx="29197" cy="29982"/>
            </a:xfrm>
            <a:custGeom>
              <a:avLst/>
              <a:pathLst>
                <a:path w="29197" h="29982">
                  <a:moveTo>
                    <a:pt x="0" y="7153"/>
                  </a:moveTo>
                  <a:lnTo>
                    <a:pt x="15776" y="0"/>
                  </a:lnTo>
                  <a:lnTo>
                    <a:pt x="29197" y="28555"/>
                  </a:lnTo>
                  <a:lnTo>
                    <a:pt x="9812" y="29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4"/>
            <p:cNvSpPr/>
            <p:nvPr/>
          </p:nvSpPr>
          <p:spPr>
            <a:xfrm>
              <a:off x="5514197" y="5765294"/>
              <a:ext cx="31065" cy="52466"/>
            </a:xfrm>
            <a:custGeom>
              <a:avLst/>
              <a:pathLst>
                <a:path w="31065" h="52466">
                  <a:moveTo>
                    <a:pt x="25419" y="52466"/>
                  </a:moveTo>
                  <a:lnTo>
                    <a:pt x="0" y="50052"/>
                  </a:lnTo>
                  <a:lnTo>
                    <a:pt x="6568" y="1955"/>
                  </a:lnTo>
                  <a:lnTo>
                    <a:pt x="310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5"/>
            <p:cNvSpPr/>
            <p:nvPr/>
          </p:nvSpPr>
          <p:spPr>
            <a:xfrm>
              <a:off x="5510855" y="5819590"/>
              <a:ext cx="78477" cy="33467"/>
            </a:xfrm>
            <a:custGeom>
              <a:avLst/>
              <a:pathLst>
                <a:path w="78477" h="33467">
                  <a:moveTo>
                    <a:pt x="71884" y="33467"/>
                  </a:moveTo>
                  <a:lnTo>
                    <a:pt x="0" y="22883"/>
                  </a:lnTo>
                  <a:lnTo>
                    <a:pt x="3082" y="0"/>
                  </a:lnTo>
                  <a:lnTo>
                    <a:pt x="78477" y="9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6"/>
            <p:cNvSpPr/>
            <p:nvPr/>
          </p:nvSpPr>
          <p:spPr>
            <a:xfrm>
              <a:off x="5416086" y="5724910"/>
              <a:ext cx="22076" cy="18705"/>
            </a:xfrm>
            <a:custGeom>
              <a:avLst/>
              <a:pathLst>
                <a:path w="22076" h="18705">
                  <a:moveTo>
                    <a:pt x="22076" y="18705"/>
                  </a:moveTo>
                  <a:lnTo>
                    <a:pt x="0" y="17385"/>
                  </a:lnTo>
                  <a:lnTo>
                    <a:pt x="567" y="1524"/>
                  </a:lnTo>
                  <a:lnTo>
                    <a:pt x="200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37"/>
            <p:cNvSpPr/>
            <p:nvPr/>
          </p:nvSpPr>
          <p:spPr>
            <a:xfrm>
              <a:off x="5355555" y="5726283"/>
              <a:ext cx="58457" cy="14777"/>
            </a:xfrm>
            <a:custGeom>
              <a:avLst/>
              <a:pathLst>
                <a:path w="58457" h="14777">
                  <a:moveTo>
                    <a:pt x="58457" y="14777"/>
                  </a:moveTo>
                  <a:lnTo>
                    <a:pt x="1138" y="7750"/>
                  </a:lnTo>
                  <a:lnTo>
                    <a:pt x="0" y="2860"/>
                  </a:lnTo>
                  <a:lnTo>
                    <a:pt x="569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38"/>
            <p:cNvSpPr/>
            <p:nvPr/>
          </p:nvSpPr>
          <p:spPr>
            <a:xfrm>
              <a:off x="5518458" y="5746851"/>
              <a:ext cx="19488" cy="17290"/>
            </a:xfrm>
            <a:custGeom>
              <a:avLst/>
              <a:pathLst>
                <a:path w="19488" h="17290">
                  <a:moveTo>
                    <a:pt x="0" y="5721"/>
                  </a:moveTo>
                  <a:lnTo>
                    <a:pt x="10683" y="0"/>
                  </a:lnTo>
                  <a:lnTo>
                    <a:pt x="19488" y="15106"/>
                  </a:lnTo>
                  <a:lnTo>
                    <a:pt x="2384" y="17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39"/>
            <p:cNvSpPr/>
            <p:nvPr/>
          </p:nvSpPr>
          <p:spPr>
            <a:xfrm>
              <a:off x="5514486" y="5707779"/>
              <a:ext cx="21483" cy="24536"/>
            </a:xfrm>
            <a:custGeom>
              <a:avLst/>
              <a:pathLst>
                <a:path w="21483" h="24536">
                  <a:moveTo>
                    <a:pt x="0" y="5100"/>
                  </a:moveTo>
                  <a:lnTo>
                    <a:pt x="12280" y="0"/>
                  </a:lnTo>
                  <a:lnTo>
                    <a:pt x="21483" y="19460"/>
                  </a:lnTo>
                  <a:lnTo>
                    <a:pt x="8986" y="2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0"/>
            <p:cNvSpPr/>
            <p:nvPr/>
          </p:nvSpPr>
          <p:spPr>
            <a:xfrm>
              <a:off x="5452552" y="5648379"/>
              <a:ext cx="33411" cy="41854"/>
            </a:xfrm>
            <a:custGeom>
              <a:avLst/>
              <a:pathLst>
                <a:path w="33411" h="41854">
                  <a:moveTo>
                    <a:pt x="0" y="7206"/>
                  </a:moveTo>
                  <a:lnTo>
                    <a:pt x="11919" y="0"/>
                  </a:lnTo>
                  <a:lnTo>
                    <a:pt x="33411" y="35202"/>
                  </a:lnTo>
                  <a:lnTo>
                    <a:pt x="20949" y="418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1"/>
            <p:cNvSpPr/>
            <p:nvPr/>
          </p:nvSpPr>
          <p:spPr>
            <a:xfrm>
              <a:off x="5423357" y="5654280"/>
              <a:ext cx="52854" cy="63149"/>
            </a:xfrm>
            <a:custGeom>
              <a:avLst/>
              <a:pathLst>
                <a:path w="52854" h="63149">
                  <a:moveTo>
                    <a:pt x="0" y="13504"/>
                  </a:moveTo>
                  <a:lnTo>
                    <a:pt x="23656" y="0"/>
                  </a:lnTo>
                  <a:lnTo>
                    <a:pt x="52854" y="49276"/>
                  </a:lnTo>
                  <a:lnTo>
                    <a:pt x="29634" y="63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2"/>
            <p:cNvSpPr/>
            <p:nvPr/>
          </p:nvSpPr>
          <p:spPr>
            <a:xfrm>
              <a:off x="5396717" y="5665096"/>
              <a:ext cx="42912" cy="50559"/>
            </a:xfrm>
            <a:custGeom>
              <a:avLst/>
              <a:pathLst>
                <a:path w="42912" h="50559">
                  <a:moveTo>
                    <a:pt x="0" y="11142"/>
                  </a:moveTo>
                  <a:lnTo>
                    <a:pt x="19289" y="0"/>
                  </a:lnTo>
                  <a:lnTo>
                    <a:pt x="42912" y="40483"/>
                  </a:lnTo>
                  <a:lnTo>
                    <a:pt x="22107" y="50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3"/>
            <p:cNvSpPr/>
            <p:nvPr/>
          </p:nvSpPr>
          <p:spPr>
            <a:xfrm>
              <a:off x="5521926" y="5667409"/>
              <a:ext cx="52145" cy="38019"/>
            </a:xfrm>
            <a:custGeom>
              <a:avLst/>
              <a:pathLst>
                <a:path w="52145" h="38019">
                  <a:moveTo>
                    <a:pt x="0" y="22485"/>
                  </a:moveTo>
                  <a:lnTo>
                    <a:pt x="44139" y="0"/>
                  </a:lnTo>
                  <a:lnTo>
                    <a:pt x="52145" y="16474"/>
                  </a:lnTo>
                  <a:lnTo>
                    <a:pt x="7644" y="3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4"/>
            <p:cNvSpPr/>
            <p:nvPr/>
          </p:nvSpPr>
          <p:spPr>
            <a:xfrm>
              <a:off x="5531652" y="5688453"/>
              <a:ext cx="52380" cy="37187"/>
            </a:xfrm>
            <a:custGeom>
              <a:avLst/>
              <a:pathLst>
                <a:path w="52380" h="37187">
                  <a:moveTo>
                    <a:pt x="0" y="21204"/>
                  </a:moveTo>
                  <a:lnTo>
                    <a:pt x="44640" y="0"/>
                  </a:lnTo>
                  <a:lnTo>
                    <a:pt x="52380" y="15926"/>
                  </a:lnTo>
                  <a:lnTo>
                    <a:pt x="7865" y="3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5"/>
            <p:cNvSpPr/>
            <p:nvPr/>
          </p:nvSpPr>
          <p:spPr>
            <a:xfrm>
              <a:off x="5541212" y="5707675"/>
              <a:ext cx="52494" cy="38029"/>
            </a:xfrm>
            <a:custGeom>
              <a:avLst/>
              <a:pathLst>
                <a:path w="52494" h="38029">
                  <a:moveTo>
                    <a:pt x="0" y="21407"/>
                  </a:moveTo>
                  <a:lnTo>
                    <a:pt x="44421" y="0"/>
                  </a:lnTo>
                  <a:lnTo>
                    <a:pt x="52494" y="16612"/>
                  </a:lnTo>
                  <a:lnTo>
                    <a:pt x="8179" y="38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6"/>
            <p:cNvSpPr/>
            <p:nvPr/>
          </p:nvSpPr>
          <p:spPr>
            <a:xfrm>
              <a:off x="5464379" y="5723143"/>
              <a:ext cx="40269" cy="29459"/>
            </a:xfrm>
            <a:custGeom>
              <a:avLst/>
              <a:pathLst>
                <a:path w="40269" h="29459">
                  <a:moveTo>
                    <a:pt x="0" y="13273"/>
                  </a:moveTo>
                  <a:lnTo>
                    <a:pt x="23508" y="0"/>
                  </a:lnTo>
                  <a:lnTo>
                    <a:pt x="40269" y="29459"/>
                  </a:lnTo>
                  <a:lnTo>
                    <a:pt x="26394" y="28432"/>
                  </a:lnTo>
                  <a:lnTo>
                    <a:pt x="4936" y="23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47"/>
            <p:cNvSpPr/>
            <p:nvPr/>
          </p:nvSpPr>
          <p:spPr>
            <a:xfrm>
              <a:off x="5544760" y="5807137"/>
              <a:ext cx="22153" cy="14312"/>
            </a:xfrm>
            <a:custGeom>
              <a:avLst/>
              <a:pathLst>
                <a:path w="22153" h="14312">
                  <a:moveTo>
                    <a:pt x="1083" y="0"/>
                  </a:moveTo>
                  <a:lnTo>
                    <a:pt x="22153" y="2217"/>
                  </a:lnTo>
                  <a:lnTo>
                    <a:pt x="20916" y="14312"/>
                  </a:lnTo>
                  <a:lnTo>
                    <a:pt x="0" y="1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48"/>
            <p:cNvSpPr/>
            <p:nvPr/>
          </p:nvSpPr>
          <p:spPr>
            <a:xfrm>
              <a:off x="5476301" y="5644298"/>
              <a:ext cx="26019" cy="32569"/>
            </a:xfrm>
            <a:custGeom>
              <a:avLst/>
              <a:pathLst>
                <a:path w="26019" h="32569">
                  <a:moveTo>
                    <a:pt x="26019" y="27038"/>
                  </a:moveTo>
                  <a:lnTo>
                    <a:pt x="15531" y="32569"/>
                  </a:lnTo>
                  <a:lnTo>
                    <a:pt x="9400" y="22065"/>
                  </a:lnTo>
                  <a:lnTo>
                    <a:pt x="0" y="5959"/>
                  </a:lnTo>
                  <a:lnTo>
                    <a:pt x="10032" y="0"/>
                  </a:lnTo>
                  <a:lnTo>
                    <a:pt x="19650" y="1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49"/>
            <p:cNvSpPr/>
            <p:nvPr/>
          </p:nvSpPr>
          <p:spPr>
            <a:xfrm>
              <a:off x="5350554" y="5678730"/>
              <a:ext cx="61255" cy="35562"/>
            </a:xfrm>
            <a:custGeom>
              <a:avLst/>
              <a:pathLst>
                <a:path w="61255" h="35562">
                  <a:moveTo>
                    <a:pt x="0" y="25415"/>
                  </a:moveTo>
                  <a:lnTo>
                    <a:pt x="42972" y="0"/>
                  </a:lnTo>
                  <a:lnTo>
                    <a:pt x="61255" y="32472"/>
                  </a:lnTo>
                  <a:lnTo>
                    <a:pt x="4299" y="355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0"/>
            <p:cNvSpPr/>
            <p:nvPr/>
          </p:nvSpPr>
          <p:spPr>
            <a:xfrm>
              <a:off x="5151566" y="5645435"/>
              <a:ext cx="62157" cy="56360"/>
            </a:xfrm>
            <a:custGeom>
              <a:avLst/>
              <a:pathLst>
                <a:path w="62157" h="56360">
                  <a:moveTo>
                    <a:pt x="27842" y="0"/>
                  </a:moveTo>
                  <a:lnTo>
                    <a:pt x="62157" y="56360"/>
                  </a:lnTo>
                  <a:lnTo>
                    <a:pt x="29648" y="54050"/>
                  </a:lnTo>
                  <a:lnTo>
                    <a:pt x="19113" y="46812"/>
                  </a:lnTo>
                  <a:lnTo>
                    <a:pt x="0" y="16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1"/>
            <p:cNvSpPr/>
            <p:nvPr/>
          </p:nvSpPr>
          <p:spPr>
            <a:xfrm>
              <a:off x="5509394" y="5848581"/>
              <a:ext cx="70555" cy="17986"/>
            </a:xfrm>
            <a:custGeom>
              <a:avLst/>
              <a:pathLst>
                <a:path w="70555" h="17986">
                  <a:moveTo>
                    <a:pt x="68147" y="17986"/>
                  </a:moveTo>
                  <a:lnTo>
                    <a:pt x="0" y="3695"/>
                  </a:lnTo>
                  <a:lnTo>
                    <a:pt x="602" y="0"/>
                  </a:lnTo>
                  <a:lnTo>
                    <a:pt x="70555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2"/>
            <p:cNvSpPr/>
            <p:nvPr/>
          </p:nvSpPr>
          <p:spPr>
            <a:xfrm>
              <a:off x="5215982" y="5682031"/>
              <a:ext cx="26548" cy="19282"/>
            </a:xfrm>
            <a:custGeom>
              <a:avLst/>
              <a:pathLst>
                <a:path w="26548" h="19282">
                  <a:moveTo>
                    <a:pt x="26548" y="19282"/>
                  </a:moveTo>
                  <a:lnTo>
                    <a:pt x="23762" y="18853"/>
                  </a:lnTo>
                  <a:lnTo>
                    <a:pt x="10458" y="16804"/>
                  </a:lnTo>
                  <a:lnTo>
                    <a:pt x="4135" y="15800"/>
                  </a:lnTo>
                  <a:lnTo>
                    <a:pt x="1540" y="11144"/>
                  </a:lnTo>
                  <a:lnTo>
                    <a:pt x="0" y="8380"/>
                  </a:lnTo>
                  <a:lnTo>
                    <a:pt x="8382" y="2914"/>
                  </a:lnTo>
                  <a:lnTo>
                    <a:pt x="12979" y="0"/>
                  </a:lnTo>
                  <a:lnTo>
                    <a:pt x="15167" y="3566"/>
                  </a:lnTo>
                  <a:lnTo>
                    <a:pt x="15842" y="4666"/>
                  </a:lnTo>
                  <a:lnTo>
                    <a:pt x="16194" y="5238"/>
                  </a:lnTo>
                  <a:lnTo>
                    <a:pt x="16348" y="5408"/>
                  </a:lnTo>
                  <a:lnTo>
                    <a:pt x="20337" y="9776"/>
                  </a:lnTo>
                  <a:lnTo>
                    <a:pt x="21852" y="10166"/>
                  </a:lnTo>
                  <a:lnTo>
                    <a:pt x="25250" y="16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3"/>
            <p:cNvSpPr/>
            <p:nvPr/>
          </p:nvSpPr>
          <p:spPr>
            <a:xfrm>
              <a:off x="5035413" y="5628448"/>
              <a:ext cx="46474" cy="56254"/>
            </a:xfrm>
            <a:custGeom>
              <a:avLst/>
              <a:pathLst>
                <a:path w="46474" h="56254">
                  <a:moveTo>
                    <a:pt x="3277" y="8719"/>
                  </a:moveTo>
                  <a:lnTo>
                    <a:pt x="19501" y="0"/>
                  </a:lnTo>
                  <a:lnTo>
                    <a:pt x="46474" y="44980"/>
                  </a:lnTo>
                  <a:lnTo>
                    <a:pt x="44882" y="49649"/>
                  </a:lnTo>
                  <a:lnTo>
                    <a:pt x="25663" y="52684"/>
                  </a:lnTo>
                  <a:lnTo>
                    <a:pt x="4371" y="56254"/>
                  </a:lnTo>
                  <a:lnTo>
                    <a:pt x="0" y="41856"/>
                  </a:lnTo>
                  <a:lnTo>
                    <a:pt x="16836" y="36779"/>
                  </a:lnTo>
                  <a:lnTo>
                    <a:pt x="21105" y="37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4"/>
            <p:cNvSpPr/>
            <p:nvPr/>
          </p:nvSpPr>
          <p:spPr>
            <a:xfrm>
              <a:off x="4720952" y="5472528"/>
              <a:ext cx="71062" cy="65825"/>
            </a:xfrm>
            <a:custGeom>
              <a:avLst/>
              <a:pathLst>
                <a:path w="71062" h="65825">
                  <a:moveTo>
                    <a:pt x="0" y="19825"/>
                  </a:moveTo>
                  <a:lnTo>
                    <a:pt x="17632" y="0"/>
                  </a:lnTo>
                  <a:lnTo>
                    <a:pt x="71062" y="44887"/>
                  </a:lnTo>
                  <a:lnTo>
                    <a:pt x="53159" y="65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5"/>
            <p:cNvSpPr/>
            <p:nvPr/>
          </p:nvSpPr>
          <p:spPr>
            <a:xfrm>
              <a:off x="5021863" y="5610505"/>
              <a:ext cx="31221" cy="26247"/>
            </a:xfrm>
            <a:custGeom>
              <a:avLst/>
              <a:pathLst>
                <a:path w="31221" h="26247">
                  <a:moveTo>
                    <a:pt x="24707" y="0"/>
                  </a:moveTo>
                  <a:lnTo>
                    <a:pt x="31221" y="12037"/>
                  </a:lnTo>
                  <a:lnTo>
                    <a:pt x="7114" y="26247"/>
                  </a:lnTo>
                  <a:lnTo>
                    <a:pt x="0" y="14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6"/>
            <p:cNvSpPr/>
            <p:nvPr/>
          </p:nvSpPr>
          <p:spPr>
            <a:xfrm>
              <a:off x="4830158" y="5561838"/>
              <a:ext cx="74883" cy="58581"/>
            </a:xfrm>
            <a:custGeom>
              <a:avLst/>
              <a:pathLst>
                <a:path w="74883" h="58581">
                  <a:moveTo>
                    <a:pt x="15958" y="0"/>
                  </a:moveTo>
                  <a:lnTo>
                    <a:pt x="74883" y="31413"/>
                  </a:lnTo>
                  <a:lnTo>
                    <a:pt x="60892" y="58581"/>
                  </a:lnTo>
                  <a:lnTo>
                    <a:pt x="0" y="24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57"/>
            <p:cNvSpPr/>
            <p:nvPr/>
          </p:nvSpPr>
          <p:spPr>
            <a:xfrm>
              <a:off x="4734811" y="5387979"/>
              <a:ext cx="45987" cy="57037"/>
            </a:xfrm>
            <a:custGeom>
              <a:avLst/>
              <a:pathLst>
                <a:path w="45987" h="57037">
                  <a:moveTo>
                    <a:pt x="0" y="12946"/>
                  </a:moveTo>
                  <a:lnTo>
                    <a:pt x="19860" y="0"/>
                  </a:lnTo>
                  <a:lnTo>
                    <a:pt x="45987" y="46320"/>
                  </a:lnTo>
                  <a:lnTo>
                    <a:pt x="25278" y="57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58"/>
            <p:cNvSpPr/>
            <p:nvPr/>
          </p:nvSpPr>
          <p:spPr>
            <a:xfrm>
              <a:off x="4813789" y="5382928"/>
              <a:ext cx="80661" cy="59871"/>
            </a:xfrm>
            <a:custGeom>
              <a:avLst/>
              <a:pathLst>
                <a:path w="80661" h="59871">
                  <a:moveTo>
                    <a:pt x="0" y="40160"/>
                  </a:moveTo>
                  <a:lnTo>
                    <a:pt x="67425" y="0"/>
                  </a:lnTo>
                  <a:lnTo>
                    <a:pt x="80661" y="20181"/>
                  </a:lnTo>
                  <a:lnTo>
                    <a:pt x="11678" y="5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59"/>
            <p:cNvSpPr/>
            <p:nvPr/>
          </p:nvSpPr>
          <p:spPr>
            <a:xfrm>
              <a:off x="4886917" y="5338859"/>
              <a:ext cx="81709" cy="60080"/>
            </a:xfrm>
            <a:custGeom>
              <a:avLst/>
              <a:pathLst>
                <a:path w="81709" h="60080">
                  <a:moveTo>
                    <a:pt x="11558" y="60080"/>
                  </a:moveTo>
                  <a:lnTo>
                    <a:pt x="0" y="40616"/>
                  </a:lnTo>
                  <a:lnTo>
                    <a:pt x="70698" y="0"/>
                  </a:lnTo>
                  <a:lnTo>
                    <a:pt x="81709" y="20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0"/>
            <p:cNvSpPr/>
            <p:nvPr/>
          </p:nvSpPr>
          <p:spPr>
            <a:xfrm>
              <a:off x="4759935" y="5374583"/>
              <a:ext cx="45986" cy="56021"/>
            </a:xfrm>
            <a:custGeom>
              <a:avLst/>
              <a:pathLst>
                <a:path w="45986" h="56021">
                  <a:moveTo>
                    <a:pt x="0" y="10938"/>
                  </a:moveTo>
                  <a:lnTo>
                    <a:pt x="19244" y="0"/>
                  </a:lnTo>
                  <a:lnTo>
                    <a:pt x="45986" y="43152"/>
                  </a:lnTo>
                  <a:lnTo>
                    <a:pt x="25198" y="56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1"/>
            <p:cNvSpPr/>
            <p:nvPr/>
          </p:nvSpPr>
          <p:spPr>
            <a:xfrm>
              <a:off x="4797896" y="5369617"/>
              <a:ext cx="56851" cy="46326"/>
            </a:xfrm>
            <a:custGeom>
              <a:avLst/>
              <a:pathLst>
                <a:path w="56851" h="46326">
                  <a:moveTo>
                    <a:pt x="0" y="26862"/>
                  </a:moveTo>
                  <a:lnTo>
                    <a:pt x="44178" y="0"/>
                  </a:lnTo>
                  <a:lnTo>
                    <a:pt x="56851" y="20274"/>
                  </a:lnTo>
                  <a:lnTo>
                    <a:pt x="11438" y="46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2"/>
            <p:cNvSpPr/>
            <p:nvPr/>
          </p:nvSpPr>
          <p:spPr>
            <a:xfrm>
              <a:off x="4645033" y="5459742"/>
              <a:ext cx="63970" cy="62601"/>
            </a:xfrm>
            <a:custGeom>
              <a:avLst/>
              <a:pathLst>
                <a:path w="63970" h="62601">
                  <a:moveTo>
                    <a:pt x="45150" y="62601"/>
                  </a:moveTo>
                  <a:lnTo>
                    <a:pt x="0" y="22102"/>
                  </a:lnTo>
                  <a:lnTo>
                    <a:pt x="18878" y="0"/>
                  </a:lnTo>
                  <a:lnTo>
                    <a:pt x="63970" y="38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3"/>
            <p:cNvSpPr/>
            <p:nvPr/>
          </p:nvSpPr>
          <p:spPr>
            <a:xfrm>
              <a:off x="4967837" y="5448162"/>
              <a:ext cx="60948" cy="82627"/>
            </a:xfrm>
            <a:custGeom>
              <a:avLst/>
              <a:pathLst>
                <a:path w="60948" h="82627">
                  <a:moveTo>
                    <a:pt x="21411" y="0"/>
                  </a:moveTo>
                  <a:lnTo>
                    <a:pt x="60948" y="69686"/>
                  </a:lnTo>
                  <a:lnTo>
                    <a:pt x="41237" y="82627"/>
                  </a:lnTo>
                  <a:lnTo>
                    <a:pt x="0" y="13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4"/>
            <p:cNvSpPr/>
            <p:nvPr/>
          </p:nvSpPr>
          <p:spPr>
            <a:xfrm>
              <a:off x="4904195" y="5396556"/>
              <a:ext cx="45239" cy="54257"/>
            </a:xfrm>
            <a:custGeom>
              <a:avLst/>
              <a:pathLst>
                <a:path w="45239" h="54257">
                  <a:moveTo>
                    <a:pt x="18744" y="0"/>
                  </a:moveTo>
                  <a:lnTo>
                    <a:pt x="45239" y="43354"/>
                  </a:lnTo>
                  <a:lnTo>
                    <a:pt x="25181" y="54257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5"/>
            <p:cNvSpPr/>
            <p:nvPr/>
          </p:nvSpPr>
          <p:spPr>
            <a:xfrm>
              <a:off x="4952512" y="5367963"/>
              <a:ext cx="56243" cy="72643"/>
            </a:xfrm>
            <a:custGeom>
              <a:avLst/>
              <a:pathLst>
                <a:path w="56243" h="72643">
                  <a:moveTo>
                    <a:pt x="36286" y="72643"/>
                  </a:moveTo>
                  <a:lnTo>
                    <a:pt x="0" y="11676"/>
                  </a:lnTo>
                  <a:lnTo>
                    <a:pt x="19676" y="0"/>
                  </a:lnTo>
                  <a:lnTo>
                    <a:pt x="56243" y="6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6"/>
            <p:cNvSpPr/>
            <p:nvPr/>
          </p:nvSpPr>
          <p:spPr>
            <a:xfrm>
              <a:off x="4988725" y="5544338"/>
              <a:ext cx="54419" cy="72926"/>
            </a:xfrm>
            <a:custGeom>
              <a:avLst/>
              <a:pathLst>
                <a:path w="54419" h="72926">
                  <a:moveTo>
                    <a:pt x="0" y="12713"/>
                  </a:moveTo>
                  <a:lnTo>
                    <a:pt x="20444" y="0"/>
                  </a:lnTo>
                  <a:lnTo>
                    <a:pt x="54419" y="61099"/>
                  </a:lnTo>
                  <a:lnTo>
                    <a:pt x="34192" y="72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67"/>
            <p:cNvSpPr/>
            <p:nvPr/>
          </p:nvSpPr>
          <p:spPr>
            <a:xfrm>
              <a:off x="4963485" y="5559530"/>
              <a:ext cx="55333" cy="72020"/>
            </a:xfrm>
            <a:custGeom>
              <a:avLst/>
              <a:pathLst>
                <a:path w="55333" h="72020">
                  <a:moveTo>
                    <a:pt x="0" y="12380"/>
                  </a:moveTo>
                  <a:lnTo>
                    <a:pt x="21311" y="0"/>
                  </a:lnTo>
                  <a:lnTo>
                    <a:pt x="55333" y="60988"/>
                  </a:lnTo>
                  <a:lnTo>
                    <a:pt x="34361" y="72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68"/>
            <p:cNvSpPr/>
            <p:nvPr/>
          </p:nvSpPr>
          <p:spPr>
            <a:xfrm>
              <a:off x="5093322" y="5608555"/>
              <a:ext cx="44582" cy="52202"/>
            </a:xfrm>
            <a:custGeom>
              <a:avLst/>
              <a:pathLst>
                <a:path w="44582" h="52202">
                  <a:moveTo>
                    <a:pt x="0" y="12213"/>
                  </a:moveTo>
                  <a:lnTo>
                    <a:pt x="22308" y="0"/>
                  </a:lnTo>
                  <a:lnTo>
                    <a:pt x="44582" y="39729"/>
                  </a:lnTo>
                  <a:lnTo>
                    <a:pt x="22007" y="52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69"/>
            <p:cNvSpPr/>
            <p:nvPr/>
          </p:nvSpPr>
          <p:spPr>
            <a:xfrm>
              <a:off x="4765147" y="5440213"/>
              <a:ext cx="30702" cy="31167"/>
            </a:xfrm>
            <a:custGeom>
              <a:avLst/>
              <a:pathLst>
                <a:path w="30702" h="31167">
                  <a:moveTo>
                    <a:pt x="0" y="12319"/>
                  </a:moveTo>
                  <a:lnTo>
                    <a:pt x="19625" y="0"/>
                  </a:lnTo>
                  <a:lnTo>
                    <a:pt x="30702" y="19587"/>
                  </a:lnTo>
                  <a:lnTo>
                    <a:pt x="10956" y="31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0"/>
            <p:cNvSpPr/>
            <p:nvPr/>
          </p:nvSpPr>
          <p:spPr>
            <a:xfrm>
              <a:off x="4789348" y="5426292"/>
              <a:ext cx="31545" cy="31783"/>
            </a:xfrm>
            <a:custGeom>
              <a:avLst/>
              <a:pathLst>
                <a:path w="31545" h="31783">
                  <a:moveTo>
                    <a:pt x="0" y="11949"/>
                  </a:moveTo>
                  <a:lnTo>
                    <a:pt x="20468" y="0"/>
                  </a:lnTo>
                  <a:lnTo>
                    <a:pt x="31545" y="19464"/>
                  </a:lnTo>
                  <a:lnTo>
                    <a:pt x="10956" y="3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1"/>
            <p:cNvSpPr/>
            <p:nvPr/>
          </p:nvSpPr>
          <p:spPr>
            <a:xfrm>
              <a:off x="4927588" y="5381795"/>
              <a:ext cx="57255" cy="74309"/>
            </a:xfrm>
            <a:custGeom>
              <a:avLst/>
              <a:pathLst>
                <a:path w="57255" h="74309">
                  <a:moveTo>
                    <a:pt x="57255" y="61681"/>
                  </a:moveTo>
                  <a:lnTo>
                    <a:pt x="37088" y="74309"/>
                  </a:lnTo>
                  <a:lnTo>
                    <a:pt x="0" y="12997"/>
                  </a:lnTo>
                  <a:lnTo>
                    <a:pt x="21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2"/>
            <p:cNvSpPr/>
            <p:nvPr/>
          </p:nvSpPr>
          <p:spPr>
            <a:xfrm>
              <a:off x="4670840" y="5430405"/>
              <a:ext cx="65263" cy="59471"/>
            </a:xfrm>
            <a:custGeom>
              <a:avLst/>
              <a:pathLst>
                <a:path w="65263" h="59471">
                  <a:moveTo>
                    <a:pt x="0" y="19267"/>
                  </a:moveTo>
                  <a:lnTo>
                    <a:pt x="18183" y="0"/>
                  </a:lnTo>
                  <a:lnTo>
                    <a:pt x="44337" y="18993"/>
                  </a:lnTo>
                  <a:lnTo>
                    <a:pt x="65263" y="37991"/>
                  </a:lnTo>
                  <a:lnTo>
                    <a:pt x="45704" y="5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3"/>
            <p:cNvSpPr/>
            <p:nvPr/>
          </p:nvSpPr>
          <p:spPr>
            <a:xfrm>
              <a:off x="4879982" y="5412022"/>
              <a:ext cx="43776" cy="54920"/>
            </a:xfrm>
            <a:custGeom>
              <a:avLst/>
              <a:pathLst>
                <a:path w="43776" h="54920">
                  <a:moveTo>
                    <a:pt x="0" y="11186"/>
                  </a:moveTo>
                  <a:lnTo>
                    <a:pt x="18984" y="0"/>
                  </a:lnTo>
                  <a:lnTo>
                    <a:pt x="43776" y="43697"/>
                  </a:lnTo>
                  <a:lnTo>
                    <a:pt x="25043" y="5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4"/>
            <p:cNvSpPr/>
            <p:nvPr/>
          </p:nvSpPr>
          <p:spPr>
            <a:xfrm>
              <a:off x="4973110" y="5653098"/>
              <a:ext cx="18694" cy="33508"/>
            </a:xfrm>
            <a:custGeom>
              <a:avLst/>
              <a:pathLst>
                <a:path w="18694" h="33508">
                  <a:moveTo>
                    <a:pt x="159" y="33351"/>
                  </a:moveTo>
                  <a:lnTo>
                    <a:pt x="0" y="2023"/>
                  </a:lnTo>
                  <a:lnTo>
                    <a:pt x="6396" y="0"/>
                  </a:lnTo>
                  <a:lnTo>
                    <a:pt x="18694" y="6634"/>
                  </a:lnTo>
                  <a:lnTo>
                    <a:pt x="18196" y="33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5"/>
            <p:cNvSpPr/>
            <p:nvPr/>
          </p:nvSpPr>
          <p:spPr>
            <a:xfrm>
              <a:off x="4993222" y="5663713"/>
              <a:ext cx="23441" cy="23508"/>
            </a:xfrm>
            <a:custGeom>
              <a:avLst/>
              <a:pathLst>
                <a:path w="23441" h="23508">
                  <a:moveTo>
                    <a:pt x="250" y="23508"/>
                  </a:moveTo>
                  <a:lnTo>
                    <a:pt x="0" y="0"/>
                  </a:lnTo>
                  <a:lnTo>
                    <a:pt x="4331" y="558"/>
                  </a:lnTo>
                  <a:lnTo>
                    <a:pt x="8104" y="2794"/>
                  </a:lnTo>
                  <a:lnTo>
                    <a:pt x="19705" y="12298"/>
                  </a:lnTo>
                  <a:lnTo>
                    <a:pt x="23441" y="21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6"/>
            <p:cNvSpPr/>
            <p:nvPr/>
          </p:nvSpPr>
          <p:spPr>
            <a:xfrm>
              <a:off x="4894201" y="5603100"/>
              <a:ext cx="52867" cy="76583"/>
            </a:xfrm>
            <a:custGeom>
              <a:avLst/>
              <a:pathLst>
                <a:path w="52867" h="76583">
                  <a:moveTo>
                    <a:pt x="14951" y="0"/>
                  </a:moveTo>
                  <a:lnTo>
                    <a:pt x="52867" y="62933"/>
                  </a:lnTo>
                  <a:lnTo>
                    <a:pt x="29465" y="76583"/>
                  </a:lnTo>
                  <a:lnTo>
                    <a:pt x="0" y="29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77"/>
            <p:cNvSpPr/>
            <p:nvPr/>
          </p:nvSpPr>
          <p:spPr>
            <a:xfrm>
              <a:off x="4867051" y="5276271"/>
              <a:ext cx="46958" cy="56761"/>
            </a:xfrm>
            <a:custGeom>
              <a:avLst/>
              <a:pathLst>
                <a:path w="46958" h="56761">
                  <a:moveTo>
                    <a:pt x="25765" y="56761"/>
                  </a:moveTo>
                  <a:lnTo>
                    <a:pt x="0" y="11796"/>
                  </a:lnTo>
                  <a:lnTo>
                    <a:pt x="20272" y="0"/>
                  </a:lnTo>
                  <a:lnTo>
                    <a:pt x="46958" y="44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78"/>
            <p:cNvSpPr/>
            <p:nvPr/>
          </p:nvSpPr>
          <p:spPr>
            <a:xfrm>
              <a:off x="4958156" y="5487945"/>
              <a:ext cx="46705" cy="58349"/>
            </a:xfrm>
            <a:custGeom>
              <a:avLst/>
              <a:pathLst>
                <a:path w="46705" h="58349">
                  <a:moveTo>
                    <a:pt x="20095" y="0"/>
                  </a:moveTo>
                  <a:lnTo>
                    <a:pt x="46705" y="45770"/>
                  </a:lnTo>
                  <a:lnTo>
                    <a:pt x="25558" y="58349"/>
                  </a:lnTo>
                  <a:lnTo>
                    <a:pt x="0" y="11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79"/>
            <p:cNvSpPr/>
            <p:nvPr/>
          </p:nvSpPr>
          <p:spPr>
            <a:xfrm>
              <a:off x="4693646" y="5501170"/>
              <a:ext cx="74231" cy="67525"/>
            </a:xfrm>
            <a:custGeom>
              <a:avLst/>
              <a:pathLst>
                <a:path w="74231" h="67525">
                  <a:moveTo>
                    <a:pt x="74231" y="45676"/>
                  </a:moveTo>
                  <a:lnTo>
                    <a:pt x="53729" y="67525"/>
                  </a:lnTo>
                  <a:lnTo>
                    <a:pt x="30702" y="48738"/>
                  </a:lnTo>
                  <a:lnTo>
                    <a:pt x="0" y="24561"/>
                  </a:lnTo>
                  <a:lnTo>
                    <a:pt x="222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0"/>
            <p:cNvSpPr/>
            <p:nvPr/>
          </p:nvSpPr>
          <p:spPr>
            <a:xfrm>
              <a:off x="4951814" y="5655330"/>
              <a:ext cx="19561" cy="32015"/>
            </a:xfrm>
            <a:custGeom>
              <a:avLst/>
              <a:pathLst>
                <a:path w="19561" h="32015">
                  <a:moveTo>
                    <a:pt x="0" y="32015"/>
                  </a:moveTo>
                  <a:lnTo>
                    <a:pt x="842" y="11072"/>
                  </a:lnTo>
                  <a:lnTo>
                    <a:pt x="19239" y="0"/>
                  </a:lnTo>
                  <a:lnTo>
                    <a:pt x="19561" y="31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1"/>
            <p:cNvSpPr/>
            <p:nvPr/>
          </p:nvSpPr>
          <p:spPr>
            <a:xfrm>
              <a:off x="4992448" y="5434854"/>
              <a:ext cx="60948" cy="81295"/>
            </a:xfrm>
            <a:custGeom>
              <a:avLst/>
              <a:pathLst>
                <a:path w="60948" h="81295">
                  <a:moveTo>
                    <a:pt x="0" y="11857"/>
                  </a:moveTo>
                  <a:lnTo>
                    <a:pt x="21220" y="0"/>
                  </a:lnTo>
                  <a:lnTo>
                    <a:pt x="60948" y="69321"/>
                  </a:lnTo>
                  <a:lnTo>
                    <a:pt x="39444" y="81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2"/>
            <p:cNvSpPr/>
            <p:nvPr/>
          </p:nvSpPr>
          <p:spPr>
            <a:xfrm>
              <a:off x="5038358" y="5514106"/>
              <a:ext cx="72823" cy="101175"/>
            </a:xfrm>
            <a:custGeom>
              <a:avLst/>
              <a:pathLst>
                <a:path w="72823" h="101175">
                  <a:moveTo>
                    <a:pt x="0" y="12736"/>
                  </a:moveTo>
                  <a:lnTo>
                    <a:pt x="21163" y="0"/>
                  </a:lnTo>
                  <a:lnTo>
                    <a:pt x="72823" y="88560"/>
                  </a:lnTo>
                  <a:lnTo>
                    <a:pt x="52017" y="101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3"/>
            <p:cNvSpPr/>
            <p:nvPr/>
          </p:nvSpPr>
          <p:spPr>
            <a:xfrm>
              <a:off x="5013648" y="5529481"/>
              <a:ext cx="70678" cy="100338"/>
            </a:xfrm>
            <a:custGeom>
              <a:avLst/>
              <a:pathLst>
                <a:path w="70678" h="100338">
                  <a:moveTo>
                    <a:pt x="20227" y="0"/>
                  </a:moveTo>
                  <a:lnTo>
                    <a:pt x="46751" y="45828"/>
                  </a:lnTo>
                  <a:lnTo>
                    <a:pt x="70678" y="88929"/>
                  </a:lnTo>
                  <a:lnTo>
                    <a:pt x="50880" y="100338"/>
                  </a:lnTo>
                  <a:lnTo>
                    <a:pt x="0" y="1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4"/>
            <p:cNvSpPr/>
            <p:nvPr/>
          </p:nvSpPr>
          <p:spPr>
            <a:xfrm>
              <a:off x="4853005" y="5190037"/>
              <a:ext cx="57070" cy="77758"/>
            </a:xfrm>
            <a:custGeom>
              <a:avLst/>
              <a:pathLst>
                <a:path w="57070" h="77758">
                  <a:moveTo>
                    <a:pt x="0" y="19883"/>
                  </a:moveTo>
                  <a:lnTo>
                    <a:pt x="7440" y="8648"/>
                  </a:lnTo>
                  <a:lnTo>
                    <a:pt x="18854" y="0"/>
                  </a:lnTo>
                  <a:lnTo>
                    <a:pt x="28533" y="15305"/>
                  </a:lnTo>
                  <a:lnTo>
                    <a:pt x="41257" y="37813"/>
                  </a:lnTo>
                  <a:lnTo>
                    <a:pt x="57070" y="65193"/>
                  </a:lnTo>
                  <a:lnTo>
                    <a:pt x="42911" y="72955"/>
                  </a:lnTo>
                  <a:lnTo>
                    <a:pt x="34314" y="77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5"/>
            <p:cNvSpPr/>
            <p:nvPr/>
          </p:nvSpPr>
          <p:spPr>
            <a:xfrm>
              <a:off x="4891698" y="5262074"/>
              <a:ext cx="47296" cy="56271"/>
            </a:xfrm>
            <a:custGeom>
              <a:avLst/>
              <a:pathLst>
                <a:path w="47296" h="56271">
                  <a:moveTo>
                    <a:pt x="26006" y="56271"/>
                  </a:moveTo>
                  <a:lnTo>
                    <a:pt x="0" y="12537"/>
                  </a:lnTo>
                  <a:lnTo>
                    <a:pt x="20607" y="0"/>
                  </a:lnTo>
                  <a:lnTo>
                    <a:pt x="47296" y="43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6"/>
            <p:cNvSpPr/>
            <p:nvPr/>
          </p:nvSpPr>
          <p:spPr>
            <a:xfrm>
              <a:off x="4835956" y="5214503"/>
              <a:ext cx="47101" cy="66893"/>
            </a:xfrm>
            <a:custGeom>
              <a:avLst/>
              <a:pathLst>
                <a:path w="47101" h="66893">
                  <a:moveTo>
                    <a:pt x="14448" y="0"/>
                  </a:moveTo>
                  <a:lnTo>
                    <a:pt x="47101" y="55066"/>
                  </a:lnTo>
                  <a:lnTo>
                    <a:pt x="26729" y="66893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87"/>
            <p:cNvSpPr/>
            <p:nvPr/>
          </p:nvSpPr>
          <p:spPr>
            <a:xfrm>
              <a:off x="4856696" y="5315539"/>
              <a:ext cx="45632" cy="56791"/>
            </a:xfrm>
            <a:custGeom>
              <a:avLst/>
              <a:pathLst>
                <a:path w="45632" h="56791">
                  <a:moveTo>
                    <a:pt x="0" y="12319"/>
                  </a:moveTo>
                  <a:lnTo>
                    <a:pt x="20709" y="0"/>
                  </a:lnTo>
                  <a:lnTo>
                    <a:pt x="45632" y="45334"/>
                  </a:lnTo>
                  <a:lnTo>
                    <a:pt x="25765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88"/>
            <p:cNvSpPr/>
            <p:nvPr/>
          </p:nvSpPr>
          <p:spPr>
            <a:xfrm>
              <a:off x="4724281" y="5340511"/>
              <a:ext cx="50003" cy="55322"/>
            </a:xfrm>
            <a:custGeom>
              <a:avLst/>
              <a:pathLst>
                <a:path w="50003" h="55322">
                  <a:moveTo>
                    <a:pt x="33565" y="0"/>
                  </a:moveTo>
                  <a:lnTo>
                    <a:pt x="50003" y="26370"/>
                  </a:lnTo>
                  <a:lnTo>
                    <a:pt x="7166" y="55322"/>
                  </a:lnTo>
                  <a:lnTo>
                    <a:pt x="0" y="44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89"/>
            <p:cNvSpPr/>
            <p:nvPr/>
          </p:nvSpPr>
          <p:spPr>
            <a:xfrm>
              <a:off x="4777037" y="5521517"/>
              <a:ext cx="62939" cy="59551"/>
            </a:xfrm>
            <a:custGeom>
              <a:avLst/>
              <a:pathLst>
                <a:path w="62939" h="59551">
                  <a:moveTo>
                    <a:pt x="0" y="21774"/>
                  </a:moveTo>
                  <a:lnTo>
                    <a:pt x="19396" y="0"/>
                  </a:lnTo>
                  <a:lnTo>
                    <a:pt x="62939" y="36741"/>
                  </a:lnTo>
                  <a:lnTo>
                    <a:pt x="47630" y="5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0"/>
            <p:cNvSpPr/>
            <p:nvPr/>
          </p:nvSpPr>
          <p:spPr>
            <a:xfrm>
              <a:off x="5068373" y="5624723"/>
              <a:ext cx="43645" cy="50662"/>
            </a:xfrm>
            <a:custGeom>
              <a:avLst/>
              <a:pathLst>
                <a:path w="43645" h="50662">
                  <a:moveTo>
                    <a:pt x="0" y="11395"/>
                  </a:moveTo>
                  <a:lnTo>
                    <a:pt x="18511" y="0"/>
                  </a:lnTo>
                  <a:lnTo>
                    <a:pt x="23026" y="2001"/>
                  </a:lnTo>
                  <a:lnTo>
                    <a:pt x="43645" y="38805"/>
                  </a:lnTo>
                  <a:lnTo>
                    <a:pt x="23026" y="50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1"/>
            <p:cNvSpPr/>
            <p:nvPr/>
          </p:nvSpPr>
          <p:spPr>
            <a:xfrm>
              <a:off x="4934378" y="5503896"/>
              <a:ext cx="45389" cy="56164"/>
            </a:xfrm>
            <a:custGeom>
              <a:avLst/>
              <a:pathLst>
                <a:path w="45389" h="56164">
                  <a:moveTo>
                    <a:pt x="19270" y="0"/>
                  </a:moveTo>
                  <a:lnTo>
                    <a:pt x="45389" y="44684"/>
                  </a:lnTo>
                  <a:lnTo>
                    <a:pt x="24571" y="56164"/>
                  </a:lnTo>
                  <a:lnTo>
                    <a:pt x="0" y="12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2"/>
            <p:cNvSpPr/>
            <p:nvPr/>
          </p:nvSpPr>
          <p:spPr>
            <a:xfrm>
              <a:off x="4831740" y="5331340"/>
              <a:ext cx="46216" cy="56388"/>
            </a:xfrm>
            <a:custGeom>
              <a:avLst/>
              <a:pathLst>
                <a:path w="46216" h="56388">
                  <a:moveTo>
                    <a:pt x="0" y="11288"/>
                  </a:moveTo>
                  <a:lnTo>
                    <a:pt x="18397" y="0"/>
                  </a:lnTo>
                  <a:lnTo>
                    <a:pt x="21519" y="283"/>
                  </a:lnTo>
                  <a:lnTo>
                    <a:pt x="46216" y="43714"/>
                  </a:lnTo>
                  <a:lnTo>
                    <a:pt x="26641" y="56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3"/>
            <p:cNvSpPr/>
            <p:nvPr/>
          </p:nvSpPr>
          <p:spPr>
            <a:xfrm>
              <a:off x="4911527" y="5446299"/>
              <a:ext cx="62608" cy="61729"/>
            </a:xfrm>
            <a:custGeom>
              <a:avLst/>
              <a:pathLst>
                <a:path w="62608" h="61729">
                  <a:moveTo>
                    <a:pt x="37665" y="51904"/>
                  </a:moveTo>
                  <a:lnTo>
                    <a:pt x="22274" y="61729"/>
                  </a:lnTo>
                  <a:lnTo>
                    <a:pt x="963" y="26619"/>
                  </a:lnTo>
                  <a:lnTo>
                    <a:pt x="0" y="24114"/>
                  </a:lnTo>
                  <a:lnTo>
                    <a:pt x="15819" y="14712"/>
                  </a:lnTo>
                  <a:lnTo>
                    <a:pt x="40575" y="0"/>
                  </a:lnTo>
                  <a:lnTo>
                    <a:pt x="62608" y="35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4"/>
            <p:cNvSpPr/>
            <p:nvPr/>
          </p:nvSpPr>
          <p:spPr>
            <a:xfrm>
              <a:off x="4925763" y="5542640"/>
              <a:ext cx="28981" cy="29754"/>
            </a:xfrm>
            <a:custGeom>
              <a:avLst/>
              <a:pathLst>
                <a:path w="28981" h="29754">
                  <a:moveTo>
                    <a:pt x="17741" y="0"/>
                  </a:moveTo>
                  <a:lnTo>
                    <a:pt x="28981" y="19617"/>
                  </a:lnTo>
                  <a:lnTo>
                    <a:pt x="11530" y="29754"/>
                  </a:lnTo>
                  <a:lnTo>
                    <a:pt x="0" y="10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5"/>
            <p:cNvSpPr/>
            <p:nvPr/>
          </p:nvSpPr>
          <p:spPr>
            <a:xfrm>
              <a:off x="4800278" y="5239081"/>
              <a:ext cx="56946" cy="69506"/>
            </a:xfrm>
            <a:custGeom>
              <a:avLst/>
              <a:pathLst>
                <a:path w="56946" h="69506">
                  <a:moveTo>
                    <a:pt x="0" y="41640"/>
                  </a:moveTo>
                  <a:lnTo>
                    <a:pt x="29697" y="0"/>
                  </a:lnTo>
                  <a:lnTo>
                    <a:pt x="56946" y="44845"/>
                  </a:lnTo>
                  <a:lnTo>
                    <a:pt x="16615" y="69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6"/>
            <p:cNvSpPr/>
            <p:nvPr/>
          </p:nvSpPr>
          <p:spPr>
            <a:xfrm>
              <a:off x="4768977" y="5562029"/>
              <a:ext cx="33381" cy="23109"/>
            </a:xfrm>
            <a:custGeom>
              <a:avLst/>
              <a:pathLst>
                <a:path w="33381" h="23109">
                  <a:moveTo>
                    <a:pt x="33381" y="15077"/>
                  </a:moveTo>
                  <a:lnTo>
                    <a:pt x="30645" y="23109"/>
                  </a:lnTo>
                  <a:lnTo>
                    <a:pt x="0" y="9939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197"/>
            <p:cNvSpPr/>
            <p:nvPr/>
          </p:nvSpPr>
          <p:spPr>
            <a:xfrm>
              <a:off x="4771342" y="5455960"/>
              <a:ext cx="115730" cy="109189"/>
            </a:xfrm>
            <a:custGeom>
              <a:avLst/>
              <a:pathLst>
                <a:path w="115730" h="109189">
                  <a:moveTo>
                    <a:pt x="115730" y="106950"/>
                  </a:moveTo>
                  <a:lnTo>
                    <a:pt x="114314" y="109189"/>
                  </a:lnTo>
                  <a:lnTo>
                    <a:pt x="94581" y="105597"/>
                  </a:lnTo>
                  <a:lnTo>
                    <a:pt x="57748" y="76263"/>
                  </a:lnTo>
                  <a:lnTo>
                    <a:pt x="0" y="30271"/>
                  </a:lnTo>
                  <a:lnTo>
                    <a:pt x="51537" y="0"/>
                  </a:lnTo>
                  <a:lnTo>
                    <a:pt x="54246" y="1253"/>
                  </a:lnTo>
                  <a:lnTo>
                    <a:pt x="88306" y="5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198"/>
            <p:cNvSpPr/>
            <p:nvPr/>
          </p:nvSpPr>
          <p:spPr>
            <a:xfrm>
              <a:off x="4768283" y="5334956"/>
              <a:ext cx="45933" cy="55240"/>
            </a:xfrm>
            <a:custGeom>
              <a:avLst/>
              <a:pathLst>
                <a:path w="45933" h="55240">
                  <a:moveTo>
                    <a:pt x="0" y="11961"/>
                  </a:moveTo>
                  <a:lnTo>
                    <a:pt x="18419" y="0"/>
                  </a:lnTo>
                  <a:lnTo>
                    <a:pt x="22486" y="1913"/>
                  </a:lnTo>
                  <a:lnTo>
                    <a:pt x="45933" y="44264"/>
                  </a:lnTo>
                  <a:lnTo>
                    <a:pt x="26362" y="55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199"/>
            <p:cNvSpPr/>
            <p:nvPr/>
          </p:nvSpPr>
          <p:spPr>
            <a:xfrm>
              <a:off x="4762725" y="5293805"/>
              <a:ext cx="46611" cy="46244"/>
            </a:xfrm>
            <a:custGeom>
              <a:avLst/>
              <a:pathLst>
                <a:path w="46611" h="46244">
                  <a:moveTo>
                    <a:pt x="0" y="40826"/>
                  </a:moveTo>
                  <a:lnTo>
                    <a:pt x="29807" y="0"/>
                  </a:lnTo>
                  <a:lnTo>
                    <a:pt x="33782" y="1805"/>
                  </a:lnTo>
                  <a:lnTo>
                    <a:pt x="46611" y="20050"/>
                  </a:lnTo>
                  <a:lnTo>
                    <a:pt x="2528" y="46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0"/>
            <p:cNvSpPr/>
            <p:nvPr/>
          </p:nvSpPr>
          <p:spPr>
            <a:xfrm>
              <a:off x="4793004" y="5320305"/>
              <a:ext cx="45944" cy="55943"/>
            </a:xfrm>
            <a:custGeom>
              <a:avLst/>
              <a:pathLst>
                <a:path w="45944" h="55943">
                  <a:moveTo>
                    <a:pt x="45944" y="44625"/>
                  </a:moveTo>
                  <a:lnTo>
                    <a:pt x="25344" y="55943"/>
                  </a:lnTo>
                  <a:lnTo>
                    <a:pt x="0" y="11494"/>
                  </a:lnTo>
                  <a:lnTo>
                    <a:pt x="195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1"/>
            <p:cNvSpPr/>
            <p:nvPr/>
          </p:nvSpPr>
          <p:spPr>
            <a:xfrm>
              <a:off x="4816331" y="5290270"/>
              <a:ext cx="57966" cy="46856"/>
            </a:xfrm>
            <a:custGeom>
              <a:avLst/>
              <a:pathLst>
                <a:path w="57966" h="46856">
                  <a:moveTo>
                    <a:pt x="0" y="25817"/>
                  </a:moveTo>
                  <a:lnTo>
                    <a:pt x="45505" y="0"/>
                  </a:lnTo>
                  <a:lnTo>
                    <a:pt x="57966" y="21276"/>
                  </a:lnTo>
                  <a:lnTo>
                    <a:pt x="12878" y="4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2"/>
            <p:cNvSpPr/>
            <p:nvPr/>
          </p:nvSpPr>
          <p:spPr>
            <a:xfrm>
              <a:off x="4896133" y="5310618"/>
              <a:ext cx="56491" cy="46728"/>
            </a:xfrm>
            <a:custGeom>
              <a:avLst/>
              <a:pathLst>
                <a:path w="56491" h="46728">
                  <a:moveTo>
                    <a:pt x="0" y="27139"/>
                  </a:moveTo>
                  <a:lnTo>
                    <a:pt x="44282" y="0"/>
                  </a:lnTo>
                  <a:lnTo>
                    <a:pt x="56491" y="19873"/>
                  </a:lnTo>
                  <a:lnTo>
                    <a:pt x="47121" y="26686"/>
                  </a:lnTo>
                  <a:lnTo>
                    <a:pt x="45985" y="28106"/>
                  </a:lnTo>
                  <a:lnTo>
                    <a:pt x="10787" y="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3"/>
            <p:cNvSpPr/>
            <p:nvPr/>
          </p:nvSpPr>
          <p:spPr>
            <a:xfrm>
              <a:off x="4829434" y="5439431"/>
              <a:ext cx="56588" cy="73772"/>
            </a:xfrm>
            <a:custGeom>
              <a:avLst/>
              <a:pathLst>
                <a:path w="56588" h="73772">
                  <a:moveTo>
                    <a:pt x="0" y="12638"/>
                  </a:moveTo>
                  <a:lnTo>
                    <a:pt x="20459" y="0"/>
                  </a:lnTo>
                  <a:lnTo>
                    <a:pt x="56588" y="62685"/>
                  </a:lnTo>
                  <a:lnTo>
                    <a:pt x="35970" y="73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4"/>
            <p:cNvSpPr/>
            <p:nvPr/>
          </p:nvSpPr>
          <p:spPr>
            <a:xfrm>
              <a:off x="4855051" y="5425674"/>
              <a:ext cx="56016" cy="73460"/>
            </a:xfrm>
            <a:custGeom>
              <a:avLst/>
              <a:pathLst>
                <a:path w="56016" h="73460">
                  <a:moveTo>
                    <a:pt x="0" y="11502"/>
                  </a:moveTo>
                  <a:lnTo>
                    <a:pt x="19610" y="0"/>
                  </a:lnTo>
                  <a:lnTo>
                    <a:pt x="56016" y="61408"/>
                  </a:lnTo>
                  <a:lnTo>
                    <a:pt x="35950" y="7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5"/>
            <p:cNvSpPr/>
            <p:nvPr/>
          </p:nvSpPr>
          <p:spPr>
            <a:xfrm>
              <a:off x="4869656" y="5507722"/>
              <a:ext cx="47392" cy="56914"/>
            </a:xfrm>
            <a:custGeom>
              <a:avLst/>
              <a:pathLst>
                <a:path w="47392" h="56914">
                  <a:moveTo>
                    <a:pt x="0" y="10594"/>
                  </a:moveTo>
                  <a:lnTo>
                    <a:pt x="19986" y="0"/>
                  </a:lnTo>
                  <a:lnTo>
                    <a:pt x="47392" y="44578"/>
                  </a:lnTo>
                  <a:lnTo>
                    <a:pt x="2636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6"/>
            <p:cNvSpPr/>
            <p:nvPr/>
          </p:nvSpPr>
          <p:spPr>
            <a:xfrm>
              <a:off x="4894338" y="5492692"/>
              <a:ext cx="47438" cy="57653"/>
            </a:xfrm>
            <a:custGeom>
              <a:avLst/>
              <a:pathLst>
                <a:path w="47438" h="57653">
                  <a:moveTo>
                    <a:pt x="0" y="12565"/>
                  </a:moveTo>
                  <a:lnTo>
                    <a:pt x="20227" y="0"/>
                  </a:lnTo>
                  <a:lnTo>
                    <a:pt x="47438" y="45827"/>
                  </a:lnTo>
                  <a:lnTo>
                    <a:pt x="27090" y="57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07"/>
            <p:cNvSpPr/>
            <p:nvPr/>
          </p:nvSpPr>
          <p:spPr>
            <a:xfrm>
              <a:off x="4938084" y="5574273"/>
              <a:ext cx="48536" cy="59266"/>
            </a:xfrm>
            <a:custGeom>
              <a:avLst/>
              <a:pathLst>
                <a:path w="48536" h="59266">
                  <a:moveTo>
                    <a:pt x="21311" y="0"/>
                  </a:moveTo>
                  <a:lnTo>
                    <a:pt x="48536" y="48335"/>
                  </a:lnTo>
                  <a:lnTo>
                    <a:pt x="27856" y="59266"/>
                  </a:lnTo>
                  <a:lnTo>
                    <a:pt x="0" y="119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08"/>
            <p:cNvSpPr/>
            <p:nvPr/>
          </p:nvSpPr>
          <p:spPr>
            <a:xfrm>
              <a:off x="4913295" y="5588423"/>
              <a:ext cx="56896" cy="71993"/>
            </a:xfrm>
            <a:custGeom>
              <a:avLst/>
              <a:pathLst>
                <a:path w="56896" h="71993">
                  <a:moveTo>
                    <a:pt x="0" y="11456"/>
                  </a:moveTo>
                  <a:lnTo>
                    <a:pt x="20227" y="0"/>
                  </a:lnTo>
                  <a:lnTo>
                    <a:pt x="56896" y="59339"/>
                  </a:lnTo>
                  <a:lnTo>
                    <a:pt x="35511" y="7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09"/>
            <p:cNvSpPr/>
            <p:nvPr/>
          </p:nvSpPr>
          <p:spPr>
            <a:xfrm>
              <a:off x="4695632" y="5390991"/>
              <a:ext cx="60063" cy="69665"/>
            </a:xfrm>
            <a:custGeom>
              <a:avLst/>
              <a:pathLst>
                <a:path w="60063" h="69665">
                  <a:moveTo>
                    <a:pt x="24020" y="184"/>
                  </a:moveTo>
                  <a:lnTo>
                    <a:pt x="27632" y="0"/>
                  </a:lnTo>
                  <a:lnTo>
                    <a:pt x="60063" y="57907"/>
                  </a:lnTo>
                  <a:lnTo>
                    <a:pt x="41177" y="69665"/>
                  </a:lnTo>
                  <a:lnTo>
                    <a:pt x="1264" y="35479"/>
                  </a:lnTo>
                  <a:lnTo>
                    <a:pt x="0" y="29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0"/>
            <p:cNvSpPr/>
            <p:nvPr/>
          </p:nvSpPr>
          <p:spPr>
            <a:xfrm>
              <a:off x="3420491" y="4683926"/>
              <a:ext cx="31541" cy="39113"/>
            </a:xfrm>
            <a:custGeom>
              <a:avLst/>
              <a:pathLst>
                <a:path w="31541" h="39113">
                  <a:moveTo>
                    <a:pt x="20547" y="39113"/>
                  </a:moveTo>
                  <a:lnTo>
                    <a:pt x="0" y="7637"/>
                  </a:lnTo>
                  <a:lnTo>
                    <a:pt x="12673" y="0"/>
                  </a:lnTo>
                  <a:lnTo>
                    <a:pt x="31541" y="32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1"/>
            <p:cNvSpPr/>
            <p:nvPr/>
          </p:nvSpPr>
          <p:spPr>
            <a:xfrm>
              <a:off x="3437096" y="4661351"/>
              <a:ext cx="44500" cy="35372"/>
            </a:xfrm>
            <a:custGeom>
              <a:avLst/>
              <a:pathLst>
                <a:path w="44500" h="35372">
                  <a:moveTo>
                    <a:pt x="34266" y="0"/>
                  </a:moveTo>
                  <a:lnTo>
                    <a:pt x="44500" y="16014"/>
                  </a:lnTo>
                  <a:lnTo>
                    <a:pt x="42618" y="17033"/>
                  </a:lnTo>
                  <a:lnTo>
                    <a:pt x="8738" y="35372"/>
                  </a:lnTo>
                  <a:lnTo>
                    <a:pt x="0" y="20834"/>
                  </a:lnTo>
                  <a:lnTo>
                    <a:pt x="5791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2"/>
            <p:cNvSpPr/>
            <p:nvPr/>
          </p:nvSpPr>
          <p:spPr>
            <a:xfrm>
              <a:off x="3402004" y="4692221"/>
              <a:ext cx="34577" cy="40653"/>
            </a:xfrm>
            <a:custGeom>
              <a:avLst/>
              <a:pathLst>
                <a:path w="34577" h="40653">
                  <a:moveTo>
                    <a:pt x="20731" y="40653"/>
                  </a:moveTo>
                  <a:lnTo>
                    <a:pt x="0" y="8567"/>
                  </a:lnTo>
                  <a:lnTo>
                    <a:pt x="14184" y="0"/>
                  </a:lnTo>
                  <a:lnTo>
                    <a:pt x="34577" y="32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3"/>
            <p:cNvSpPr/>
            <p:nvPr/>
          </p:nvSpPr>
          <p:spPr>
            <a:xfrm>
              <a:off x="3386104" y="4702312"/>
              <a:ext cx="33455" cy="39945"/>
            </a:xfrm>
            <a:custGeom>
              <a:avLst/>
              <a:pathLst>
                <a:path w="33455" h="39945">
                  <a:moveTo>
                    <a:pt x="20091" y="39945"/>
                  </a:moveTo>
                  <a:lnTo>
                    <a:pt x="0" y="7145"/>
                  </a:lnTo>
                  <a:lnTo>
                    <a:pt x="13484" y="0"/>
                  </a:lnTo>
                  <a:lnTo>
                    <a:pt x="33455" y="31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4"/>
            <p:cNvSpPr/>
            <p:nvPr/>
          </p:nvSpPr>
          <p:spPr>
            <a:xfrm>
              <a:off x="3368465" y="4712537"/>
              <a:ext cx="33763" cy="39421"/>
            </a:xfrm>
            <a:custGeom>
              <a:avLst/>
              <a:pathLst>
                <a:path w="33763" h="39421">
                  <a:moveTo>
                    <a:pt x="19505" y="39421"/>
                  </a:moveTo>
                  <a:lnTo>
                    <a:pt x="0" y="7391"/>
                  </a:lnTo>
                  <a:lnTo>
                    <a:pt x="14688" y="0"/>
                  </a:lnTo>
                  <a:lnTo>
                    <a:pt x="33763" y="30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5"/>
            <p:cNvSpPr/>
            <p:nvPr/>
          </p:nvSpPr>
          <p:spPr>
            <a:xfrm>
              <a:off x="3722278" y="4864718"/>
              <a:ext cx="24841" cy="36480"/>
            </a:xfrm>
            <a:custGeom>
              <a:avLst/>
              <a:pathLst>
                <a:path w="24841" h="36480">
                  <a:moveTo>
                    <a:pt x="0" y="31415"/>
                  </a:moveTo>
                  <a:lnTo>
                    <a:pt x="13332" y="0"/>
                  </a:lnTo>
                  <a:lnTo>
                    <a:pt x="24841" y="6298"/>
                  </a:lnTo>
                  <a:lnTo>
                    <a:pt x="10036" y="3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6"/>
            <p:cNvSpPr/>
            <p:nvPr/>
          </p:nvSpPr>
          <p:spPr>
            <a:xfrm>
              <a:off x="3674676" y="4848112"/>
              <a:ext cx="23255" cy="31011"/>
            </a:xfrm>
            <a:custGeom>
              <a:avLst/>
              <a:pathLst>
                <a:path w="23255" h="31011">
                  <a:moveTo>
                    <a:pt x="0" y="26686"/>
                  </a:moveTo>
                  <a:lnTo>
                    <a:pt x="12902" y="0"/>
                  </a:lnTo>
                  <a:lnTo>
                    <a:pt x="23255" y="3558"/>
                  </a:lnTo>
                  <a:lnTo>
                    <a:pt x="10411" y="31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17"/>
            <p:cNvSpPr/>
            <p:nvPr/>
          </p:nvSpPr>
          <p:spPr>
            <a:xfrm>
              <a:off x="3687277" y="4845905"/>
              <a:ext cx="25374" cy="39914"/>
            </a:xfrm>
            <a:custGeom>
              <a:avLst/>
              <a:pathLst>
                <a:path w="25374" h="39914">
                  <a:moveTo>
                    <a:pt x="0" y="34647"/>
                  </a:moveTo>
                  <a:lnTo>
                    <a:pt x="15622" y="0"/>
                  </a:lnTo>
                  <a:lnTo>
                    <a:pt x="25374" y="4619"/>
                  </a:lnTo>
                  <a:lnTo>
                    <a:pt x="10836" y="39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18"/>
            <p:cNvSpPr/>
            <p:nvPr/>
          </p:nvSpPr>
          <p:spPr>
            <a:xfrm>
              <a:off x="3699785" y="4852255"/>
              <a:ext cx="26187" cy="39015"/>
            </a:xfrm>
            <a:custGeom>
              <a:avLst/>
              <a:pathLst>
                <a:path w="26187" h="39015">
                  <a:moveTo>
                    <a:pt x="0" y="34488"/>
                  </a:moveTo>
                  <a:lnTo>
                    <a:pt x="15441" y="0"/>
                  </a:lnTo>
                  <a:lnTo>
                    <a:pt x="26187" y="3998"/>
                  </a:lnTo>
                  <a:lnTo>
                    <a:pt x="10294" y="39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19"/>
            <p:cNvSpPr/>
            <p:nvPr/>
          </p:nvSpPr>
          <p:spPr>
            <a:xfrm>
              <a:off x="3711926" y="4858235"/>
              <a:ext cx="22118" cy="35843"/>
            </a:xfrm>
            <a:custGeom>
              <a:avLst/>
              <a:pathLst>
                <a:path w="22118" h="35843">
                  <a:moveTo>
                    <a:pt x="0" y="32825"/>
                  </a:moveTo>
                  <a:lnTo>
                    <a:pt x="15183" y="0"/>
                  </a:lnTo>
                  <a:lnTo>
                    <a:pt x="22118" y="3245"/>
                  </a:lnTo>
                  <a:lnTo>
                    <a:pt x="6843" y="35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0"/>
            <p:cNvSpPr/>
            <p:nvPr/>
          </p:nvSpPr>
          <p:spPr>
            <a:xfrm>
              <a:off x="3734787" y="4871740"/>
              <a:ext cx="24934" cy="35466"/>
            </a:xfrm>
            <a:custGeom>
              <a:avLst/>
              <a:pathLst>
                <a:path w="24934" h="35466">
                  <a:moveTo>
                    <a:pt x="0" y="30023"/>
                  </a:moveTo>
                  <a:lnTo>
                    <a:pt x="14369" y="0"/>
                  </a:lnTo>
                  <a:lnTo>
                    <a:pt x="24934" y="5174"/>
                  </a:lnTo>
                  <a:lnTo>
                    <a:pt x="10386" y="35466"/>
                  </a:lnTo>
                  <a:lnTo>
                    <a:pt x="10099" y="35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1"/>
            <p:cNvSpPr/>
            <p:nvPr/>
          </p:nvSpPr>
          <p:spPr>
            <a:xfrm>
              <a:off x="3747001" y="4882550"/>
              <a:ext cx="23646" cy="30567"/>
            </a:xfrm>
            <a:custGeom>
              <a:avLst/>
              <a:pathLst>
                <a:path w="23646" h="30567">
                  <a:moveTo>
                    <a:pt x="0" y="25309"/>
                  </a:moveTo>
                  <a:lnTo>
                    <a:pt x="12900" y="0"/>
                  </a:lnTo>
                  <a:lnTo>
                    <a:pt x="23646" y="4804"/>
                  </a:lnTo>
                  <a:lnTo>
                    <a:pt x="10417" y="30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2"/>
            <p:cNvSpPr/>
            <p:nvPr/>
          </p:nvSpPr>
          <p:spPr>
            <a:xfrm>
              <a:off x="3522875" y="4807137"/>
              <a:ext cx="32637" cy="22560"/>
            </a:xfrm>
            <a:custGeom>
              <a:avLst/>
              <a:pathLst>
                <a:path w="32637" h="22560">
                  <a:moveTo>
                    <a:pt x="28755" y="22560"/>
                  </a:moveTo>
                  <a:lnTo>
                    <a:pt x="0" y="7496"/>
                  </a:lnTo>
                  <a:lnTo>
                    <a:pt x="3575" y="0"/>
                  </a:lnTo>
                  <a:lnTo>
                    <a:pt x="14990" y="5451"/>
                  </a:lnTo>
                  <a:lnTo>
                    <a:pt x="32637" y="13880"/>
                  </a:lnTo>
                  <a:lnTo>
                    <a:pt x="30146" y="19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3"/>
            <p:cNvSpPr/>
            <p:nvPr/>
          </p:nvSpPr>
          <p:spPr>
            <a:xfrm>
              <a:off x="3554034" y="4822953"/>
              <a:ext cx="32940" cy="23225"/>
            </a:xfrm>
            <a:custGeom>
              <a:avLst/>
              <a:pathLst>
                <a:path w="32940" h="23225">
                  <a:moveTo>
                    <a:pt x="0" y="10964"/>
                  </a:moveTo>
                  <a:lnTo>
                    <a:pt x="2113" y="6733"/>
                  </a:lnTo>
                  <a:lnTo>
                    <a:pt x="5478" y="0"/>
                  </a:lnTo>
                  <a:lnTo>
                    <a:pt x="17930" y="5351"/>
                  </a:lnTo>
                  <a:lnTo>
                    <a:pt x="32940" y="11801"/>
                  </a:lnTo>
                  <a:lnTo>
                    <a:pt x="30039" y="19139"/>
                  </a:lnTo>
                  <a:lnTo>
                    <a:pt x="28424" y="23225"/>
                  </a:lnTo>
                  <a:lnTo>
                    <a:pt x="9375" y="1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4"/>
            <p:cNvSpPr/>
            <p:nvPr/>
          </p:nvSpPr>
          <p:spPr>
            <a:xfrm>
              <a:off x="3618385" y="4853494"/>
              <a:ext cx="52108" cy="33569"/>
            </a:xfrm>
            <a:custGeom>
              <a:avLst/>
              <a:pathLst>
                <a:path w="52108" h="33569">
                  <a:moveTo>
                    <a:pt x="0" y="10889"/>
                  </a:moveTo>
                  <a:lnTo>
                    <a:pt x="5642" y="0"/>
                  </a:lnTo>
                  <a:lnTo>
                    <a:pt x="52108" y="23512"/>
                  </a:lnTo>
                  <a:lnTo>
                    <a:pt x="46962" y="3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5"/>
            <p:cNvSpPr/>
            <p:nvPr/>
          </p:nvSpPr>
          <p:spPr>
            <a:xfrm>
              <a:off x="3667441" y="4878366"/>
              <a:ext cx="49063" cy="30558"/>
            </a:xfrm>
            <a:custGeom>
              <a:avLst/>
              <a:pathLst>
                <a:path w="49063" h="30558">
                  <a:moveTo>
                    <a:pt x="20617" y="6754"/>
                  </a:moveTo>
                  <a:lnTo>
                    <a:pt x="49063" y="19649"/>
                  </a:lnTo>
                  <a:lnTo>
                    <a:pt x="44731" y="30558"/>
                  </a:lnTo>
                  <a:lnTo>
                    <a:pt x="43582" y="29988"/>
                  </a:lnTo>
                  <a:lnTo>
                    <a:pt x="1818" y="11173"/>
                  </a:lnTo>
                  <a:lnTo>
                    <a:pt x="0" y="10348"/>
                  </a:lnTo>
                  <a:lnTo>
                    <a:pt x="5418" y="0"/>
                  </a:lnTo>
                  <a:lnTo>
                    <a:pt x="7405" y="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6"/>
            <p:cNvSpPr/>
            <p:nvPr/>
          </p:nvSpPr>
          <p:spPr>
            <a:xfrm>
              <a:off x="3826620" y="4928747"/>
              <a:ext cx="57668" cy="48660"/>
            </a:xfrm>
            <a:custGeom>
              <a:avLst/>
              <a:pathLst>
                <a:path w="57668" h="48660">
                  <a:moveTo>
                    <a:pt x="0" y="27471"/>
                  </a:moveTo>
                  <a:lnTo>
                    <a:pt x="45030" y="0"/>
                  </a:lnTo>
                  <a:lnTo>
                    <a:pt x="57668" y="20994"/>
                  </a:lnTo>
                  <a:lnTo>
                    <a:pt x="13485" y="48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27"/>
            <p:cNvSpPr/>
            <p:nvPr/>
          </p:nvSpPr>
          <p:spPr>
            <a:xfrm>
              <a:off x="3788016" y="4919919"/>
              <a:ext cx="40635" cy="36243"/>
            </a:xfrm>
            <a:custGeom>
              <a:avLst/>
              <a:pathLst>
                <a:path w="40635" h="36243">
                  <a:moveTo>
                    <a:pt x="0" y="23933"/>
                  </a:moveTo>
                  <a:lnTo>
                    <a:pt x="827" y="19083"/>
                  </a:lnTo>
                  <a:lnTo>
                    <a:pt x="23875" y="0"/>
                  </a:lnTo>
                  <a:lnTo>
                    <a:pt x="29439" y="1960"/>
                  </a:lnTo>
                  <a:lnTo>
                    <a:pt x="40635" y="16419"/>
                  </a:lnTo>
                  <a:lnTo>
                    <a:pt x="15738" y="36243"/>
                  </a:lnTo>
                  <a:lnTo>
                    <a:pt x="9404" y="28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28"/>
            <p:cNvSpPr/>
            <p:nvPr/>
          </p:nvSpPr>
          <p:spPr>
            <a:xfrm>
              <a:off x="3807202" y="4957269"/>
              <a:ext cx="21609" cy="21509"/>
            </a:xfrm>
            <a:custGeom>
              <a:avLst/>
              <a:pathLst>
                <a:path w="21609" h="21509">
                  <a:moveTo>
                    <a:pt x="0" y="6827"/>
                  </a:moveTo>
                  <a:lnTo>
                    <a:pt x="10279" y="0"/>
                  </a:lnTo>
                  <a:lnTo>
                    <a:pt x="21609" y="14650"/>
                  </a:lnTo>
                  <a:lnTo>
                    <a:pt x="12072" y="21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29"/>
            <p:cNvSpPr/>
            <p:nvPr/>
          </p:nvSpPr>
          <p:spPr>
            <a:xfrm>
              <a:off x="3508093" y="4752218"/>
              <a:ext cx="45562" cy="30966"/>
            </a:xfrm>
            <a:custGeom>
              <a:avLst/>
              <a:pathLst>
                <a:path w="45562" h="30966">
                  <a:moveTo>
                    <a:pt x="0" y="16598"/>
                  </a:moveTo>
                  <a:lnTo>
                    <a:pt x="926" y="16068"/>
                  </a:lnTo>
                  <a:lnTo>
                    <a:pt x="4069" y="14269"/>
                  </a:lnTo>
                  <a:lnTo>
                    <a:pt x="13338" y="8965"/>
                  </a:lnTo>
                  <a:lnTo>
                    <a:pt x="22122" y="3938"/>
                  </a:lnTo>
                  <a:lnTo>
                    <a:pt x="29882" y="0"/>
                  </a:lnTo>
                  <a:lnTo>
                    <a:pt x="40925" y="1757"/>
                  </a:lnTo>
                  <a:lnTo>
                    <a:pt x="45562" y="10102"/>
                  </a:lnTo>
                  <a:lnTo>
                    <a:pt x="11923" y="28986"/>
                  </a:lnTo>
                  <a:lnTo>
                    <a:pt x="8398" y="30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0"/>
            <p:cNvSpPr/>
            <p:nvPr/>
          </p:nvSpPr>
          <p:spPr>
            <a:xfrm>
              <a:off x="3518104" y="4764714"/>
              <a:ext cx="44533" cy="32747"/>
            </a:xfrm>
            <a:custGeom>
              <a:avLst/>
              <a:pathLst>
                <a:path w="44533" h="32747">
                  <a:moveTo>
                    <a:pt x="32206" y="20436"/>
                  </a:moveTo>
                  <a:lnTo>
                    <a:pt x="7019" y="32747"/>
                  </a:lnTo>
                  <a:lnTo>
                    <a:pt x="0" y="20562"/>
                  </a:lnTo>
                  <a:lnTo>
                    <a:pt x="3210" y="18758"/>
                  </a:lnTo>
                  <a:lnTo>
                    <a:pt x="3862" y="18391"/>
                  </a:lnTo>
                  <a:lnTo>
                    <a:pt x="34152" y="1373"/>
                  </a:lnTo>
                  <a:lnTo>
                    <a:pt x="36734" y="0"/>
                  </a:lnTo>
                  <a:lnTo>
                    <a:pt x="44533" y="13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1"/>
            <p:cNvSpPr/>
            <p:nvPr/>
          </p:nvSpPr>
          <p:spPr>
            <a:xfrm>
              <a:off x="3526125" y="4797540"/>
              <a:ext cx="35705" cy="22344"/>
            </a:xfrm>
            <a:custGeom>
              <a:avLst/>
              <a:pathLst>
                <a:path w="35705" h="22344">
                  <a:moveTo>
                    <a:pt x="35705" y="10685"/>
                  </a:moveTo>
                  <a:lnTo>
                    <a:pt x="30322" y="22344"/>
                  </a:lnTo>
                  <a:lnTo>
                    <a:pt x="9513" y="12716"/>
                  </a:lnTo>
                  <a:lnTo>
                    <a:pt x="0" y="8161"/>
                  </a:lnTo>
                  <a:lnTo>
                    <a:pt x="2829" y="3664"/>
                  </a:lnTo>
                  <a:lnTo>
                    <a:pt x="7344" y="0"/>
                  </a:lnTo>
                  <a:lnTo>
                    <a:pt x="16588" y="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2"/>
            <p:cNvSpPr/>
            <p:nvPr/>
          </p:nvSpPr>
          <p:spPr>
            <a:xfrm>
              <a:off x="3537202" y="4790733"/>
              <a:ext cx="28760" cy="15592"/>
            </a:xfrm>
            <a:custGeom>
              <a:avLst/>
              <a:pathLst>
                <a:path w="28760" h="15592">
                  <a:moveTo>
                    <a:pt x="8729" y="0"/>
                  </a:moveTo>
                  <a:lnTo>
                    <a:pt x="12341" y="1170"/>
                  </a:lnTo>
                  <a:lnTo>
                    <a:pt x="28760" y="7622"/>
                  </a:lnTo>
                  <a:lnTo>
                    <a:pt x="26178" y="15592"/>
                  </a:lnTo>
                  <a:lnTo>
                    <a:pt x="16438" y="11910"/>
                  </a:lnTo>
                  <a:lnTo>
                    <a:pt x="14175" y="11054"/>
                  </a:lnTo>
                  <a:lnTo>
                    <a:pt x="0" y="5666"/>
                  </a:lnTo>
                  <a:lnTo>
                    <a:pt x="3130" y="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3"/>
            <p:cNvSpPr/>
            <p:nvPr/>
          </p:nvSpPr>
          <p:spPr>
            <a:xfrm>
              <a:off x="3560755" y="4809648"/>
              <a:ext cx="32164" cy="23492"/>
            </a:xfrm>
            <a:custGeom>
              <a:avLst/>
              <a:pathLst>
                <a:path w="32164" h="23492">
                  <a:moveTo>
                    <a:pt x="0" y="12297"/>
                  </a:moveTo>
                  <a:lnTo>
                    <a:pt x="733" y="10601"/>
                  </a:lnTo>
                  <a:lnTo>
                    <a:pt x="5319" y="0"/>
                  </a:lnTo>
                  <a:lnTo>
                    <a:pt x="32164" y="12117"/>
                  </a:lnTo>
                  <a:lnTo>
                    <a:pt x="26851" y="23492"/>
                  </a:lnTo>
                  <a:lnTo>
                    <a:pt x="8093" y="1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4"/>
            <p:cNvSpPr/>
            <p:nvPr/>
          </p:nvSpPr>
          <p:spPr>
            <a:xfrm>
              <a:off x="3566385" y="4801456"/>
              <a:ext cx="30392" cy="19217"/>
            </a:xfrm>
            <a:custGeom>
              <a:avLst/>
              <a:pathLst>
                <a:path w="30392" h="19217">
                  <a:moveTo>
                    <a:pt x="0" y="6611"/>
                  </a:moveTo>
                  <a:lnTo>
                    <a:pt x="2759" y="0"/>
                  </a:lnTo>
                  <a:lnTo>
                    <a:pt x="30392" y="13489"/>
                  </a:lnTo>
                  <a:lnTo>
                    <a:pt x="27442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5"/>
            <p:cNvSpPr/>
            <p:nvPr/>
          </p:nvSpPr>
          <p:spPr>
            <a:xfrm>
              <a:off x="3823522" y="4986434"/>
              <a:ext cx="50044" cy="63135"/>
            </a:xfrm>
            <a:custGeom>
              <a:avLst/>
              <a:pathLst>
                <a:path w="50044" h="63135">
                  <a:moveTo>
                    <a:pt x="0" y="8030"/>
                  </a:moveTo>
                  <a:lnTo>
                    <a:pt x="11449" y="241"/>
                  </a:lnTo>
                  <a:lnTo>
                    <a:pt x="12212" y="0"/>
                  </a:lnTo>
                  <a:lnTo>
                    <a:pt x="31999" y="31291"/>
                  </a:lnTo>
                  <a:lnTo>
                    <a:pt x="36448" y="38327"/>
                  </a:lnTo>
                  <a:lnTo>
                    <a:pt x="45953" y="53830"/>
                  </a:lnTo>
                  <a:lnTo>
                    <a:pt x="50044" y="60719"/>
                  </a:lnTo>
                  <a:lnTo>
                    <a:pt x="45744" y="63135"/>
                  </a:lnTo>
                  <a:lnTo>
                    <a:pt x="9684" y="22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6"/>
            <p:cNvSpPr/>
            <p:nvPr/>
          </p:nvSpPr>
          <p:spPr>
            <a:xfrm>
              <a:off x="3625884" y="4824801"/>
              <a:ext cx="21765" cy="30674"/>
            </a:xfrm>
            <a:custGeom>
              <a:avLst/>
              <a:pathLst>
                <a:path w="21765" h="30674">
                  <a:moveTo>
                    <a:pt x="9692" y="0"/>
                  </a:moveTo>
                  <a:lnTo>
                    <a:pt x="21765" y="5342"/>
                  </a:lnTo>
                  <a:lnTo>
                    <a:pt x="9993" y="30674"/>
                  </a:lnTo>
                  <a:lnTo>
                    <a:pt x="0" y="26363"/>
                  </a:lnTo>
                  <a:lnTo>
                    <a:pt x="2046" y="15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37"/>
            <p:cNvSpPr/>
            <p:nvPr/>
          </p:nvSpPr>
          <p:spPr>
            <a:xfrm>
              <a:off x="3637711" y="4832199"/>
              <a:ext cx="21813" cy="29273"/>
            </a:xfrm>
            <a:custGeom>
              <a:avLst/>
              <a:pathLst>
                <a:path w="21813" h="29273">
                  <a:moveTo>
                    <a:pt x="0" y="24268"/>
                  </a:moveTo>
                  <a:lnTo>
                    <a:pt x="11158" y="0"/>
                  </a:lnTo>
                  <a:lnTo>
                    <a:pt x="21813" y="5266"/>
                  </a:lnTo>
                  <a:lnTo>
                    <a:pt x="9923" y="29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38"/>
            <p:cNvSpPr/>
            <p:nvPr/>
          </p:nvSpPr>
          <p:spPr>
            <a:xfrm>
              <a:off x="3650228" y="4838790"/>
              <a:ext cx="21336" cy="27906"/>
            </a:xfrm>
            <a:custGeom>
              <a:avLst/>
              <a:pathLst>
                <a:path w="21336" h="27906">
                  <a:moveTo>
                    <a:pt x="0" y="23072"/>
                  </a:moveTo>
                  <a:lnTo>
                    <a:pt x="11403" y="0"/>
                  </a:lnTo>
                  <a:lnTo>
                    <a:pt x="21336" y="4342"/>
                  </a:lnTo>
                  <a:lnTo>
                    <a:pt x="9101" y="27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39"/>
            <p:cNvSpPr/>
            <p:nvPr/>
          </p:nvSpPr>
          <p:spPr>
            <a:xfrm>
              <a:off x="3662575" y="4844519"/>
              <a:ext cx="22714" cy="28492"/>
            </a:xfrm>
            <a:custGeom>
              <a:avLst/>
              <a:pathLst>
                <a:path w="22714" h="28492">
                  <a:moveTo>
                    <a:pt x="0" y="23627"/>
                  </a:moveTo>
                  <a:lnTo>
                    <a:pt x="11698" y="0"/>
                  </a:lnTo>
                  <a:lnTo>
                    <a:pt x="22714" y="3603"/>
                  </a:lnTo>
                  <a:lnTo>
                    <a:pt x="10941" y="28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0"/>
            <p:cNvSpPr/>
            <p:nvPr/>
          </p:nvSpPr>
          <p:spPr>
            <a:xfrm>
              <a:off x="3474390" y="4706516"/>
              <a:ext cx="19278" cy="21897"/>
            </a:xfrm>
            <a:custGeom>
              <a:avLst/>
              <a:pathLst>
                <a:path w="19278" h="21897">
                  <a:moveTo>
                    <a:pt x="0" y="5328"/>
                  </a:moveTo>
                  <a:lnTo>
                    <a:pt x="1171" y="4568"/>
                  </a:lnTo>
                  <a:lnTo>
                    <a:pt x="8759" y="0"/>
                  </a:lnTo>
                  <a:lnTo>
                    <a:pt x="19278" y="17031"/>
                  </a:lnTo>
                  <a:lnTo>
                    <a:pt x="15230" y="18848"/>
                  </a:lnTo>
                  <a:lnTo>
                    <a:pt x="9541" y="21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1"/>
            <p:cNvSpPr/>
            <p:nvPr/>
          </p:nvSpPr>
          <p:spPr>
            <a:xfrm>
              <a:off x="3485914" y="4712663"/>
              <a:ext cx="46646" cy="36739"/>
            </a:xfrm>
            <a:custGeom>
              <a:avLst/>
              <a:pathLst>
                <a:path w="46646" h="36739">
                  <a:moveTo>
                    <a:pt x="18421" y="9820"/>
                  </a:moveTo>
                  <a:lnTo>
                    <a:pt x="37617" y="0"/>
                  </a:lnTo>
                  <a:lnTo>
                    <a:pt x="46646" y="15289"/>
                  </a:lnTo>
                  <a:lnTo>
                    <a:pt x="23549" y="29022"/>
                  </a:lnTo>
                  <a:lnTo>
                    <a:pt x="21246" y="30338"/>
                  </a:lnTo>
                  <a:lnTo>
                    <a:pt x="12338" y="35427"/>
                  </a:lnTo>
                  <a:lnTo>
                    <a:pt x="10040" y="36739"/>
                  </a:lnTo>
                  <a:lnTo>
                    <a:pt x="3620" y="26034"/>
                  </a:lnTo>
                  <a:lnTo>
                    <a:pt x="1339" y="22229"/>
                  </a:lnTo>
                  <a:lnTo>
                    <a:pt x="652" y="21077"/>
                  </a:lnTo>
                  <a:lnTo>
                    <a:pt x="0" y="19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2"/>
            <p:cNvSpPr/>
            <p:nvPr/>
          </p:nvSpPr>
          <p:spPr>
            <a:xfrm>
              <a:off x="3422261" y="4731555"/>
              <a:ext cx="69599" cy="42761"/>
            </a:xfrm>
            <a:custGeom>
              <a:avLst/>
              <a:pathLst>
                <a:path w="69599" h="42761">
                  <a:moveTo>
                    <a:pt x="0" y="33600"/>
                  </a:moveTo>
                  <a:lnTo>
                    <a:pt x="59892" y="0"/>
                  </a:lnTo>
                  <a:lnTo>
                    <a:pt x="60509" y="984"/>
                  </a:lnTo>
                  <a:lnTo>
                    <a:pt x="69599" y="15476"/>
                  </a:lnTo>
                  <a:lnTo>
                    <a:pt x="59848" y="21022"/>
                  </a:lnTo>
                  <a:lnTo>
                    <a:pt x="19247" y="42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3"/>
            <p:cNvSpPr/>
            <p:nvPr/>
          </p:nvSpPr>
          <p:spPr>
            <a:xfrm>
              <a:off x="3450222" y="4752505"/>
              <a:ext cx="51642" cy="31375"/>
            </a:xfrm>
            <a:custGeom>
              <a:avLst/>
              <a:pathLst>
                <a:path w="51642" h="31375">
                  <a:moveTo>
                    <a:pt x="0" y="23962"/>
                  </a:moveTo>
                  <a:lnTo>
                    <a:pt x="749" y="20057"/>
                  </a:lnTo>
                  <a:lnTo>
                    <a:pt x="42714" y="0"/>
                  </a:lnTo>
                  <a:lnTo>
                    <a:pt x="51642" y="13702"/>
                  </a:lnTo>
                  <a:lnTo>
                    <a:pt x="39503" y="19595"/>
                  </a:lnTo>
                  <a:lnTo>
                    <a:pt x="23926" y="27910"/>
                  </a:lnTo>
                  <a:lnTo>
                    <a:pt x="15272" y="31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4"/>
            <p:cNvSpPr/>
            <p:nvPr/>
          </p:nvSpPr>
          <p:spPr>
            <a:xfrm>
              <a:off x="3498160" y="4731705"/>
              <a:ext cx="42983" cy="32704"/>
            </a:xfrm>
            <a:custGeom>
              <a:avLst/>
              <a:pathLst>
                <a:path w="42983" h="32704">
                  <a:moveTo>
                    <a:pt x="42983" y="15198"/>
                  </a:moveTo>
                  <a:lnTo>
                    <a:pt x="8025" y="32704"/>
                  </a:lnTo>
                  <a:lnTo>
                    <a:pt x="0" y="19217"/>
                  </a:lnTo>
                  <a:lnTo>
                    <a:pt x="2252" y="17939"/>
                  </a:lnTo>
                  <a:lnTo>
                    <a:pt x="11563" y="12655"/>
                  </a:lnTo>
                  <a:lnTo>
                    <a:pt x="33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5"/>
            <p:cNvSpPr/>
            <p:nvPr/>
          </p:nvSpPr>
          <p:spPr>
            <a:xfrm>
              <a:off x="3469754" y="4769552"/>
              <a:ext cx="42747" cy="26255"/>
            </a:xfrm>
            <a:custGeom>
              <a:avLst/>
              <a:pathLst>
                <a:path w="42747" h="26255">
                  <a:moveTo>
                    <a:pt x="34199" y="0"/>
                  </a:moveTo>
                  <a:lnTo>
                    <a:pt x="42747" y="14475"/>
                  </a:lnTo>
                  <a:lnTo>
                    <a:pt x="26182" y="23257"/>
                  </a:lnTo>
                  <a:lnTo>
                    <a:pt x="19264" y="26255"/>
                  </a:lnTo>
                  <a:lnTo>
                    <a:pt x="9594" y="21173"/>
                  </a:lnTo>
                  <a:lnTo>
                    <a:pt x="4364" y="18671"/>
                  </a:lnTo>
                  <a:lnTo>
                    <a:pt x="0" y="16900"/>
                  </a:lnTo>
                  <a:lnTo>
                    <a:pt x="18692" y="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6"/>
            <p:cNvSpPr/>
            <p:nvPr/>
          </p:nvSpPr>
          <p:spPr>
            <a:xfrm>
              <a:off x="3495971" y="4787163"/>
              <a:ext cx="27819" cy="24166"/>
            </a:xfrm>
            <a:custGeom>
              <a:avLst/>
              <a:pathLst>
                <a:path w="27819" h="24166">
                  <a:moveTo>
                    <a:pt x="23739" y="24166"/>
                  </a:moveTo>
                  <a:lnTo>
                    <a:pt x="0" y="11680"/>
                  </a:lnTo>
                  <a:lnTo>
                    <a:pt x="1094" y="9299"/>
                  </a:lnTo>
                  <a:lnTo>
                    <a:pt x="1554" y="9059"/>
                  </a:lnTo>
                  <a:lnTo>
                    <a:pt x="18880" y="0"/>
                  </a:lnTo>
                  <a:lnTo>
                    <a:pt x="26916" y="13951"/>
                  </a:lnTo>
                  <a:lnTo>
                    <a:pt x="27819" y="16538"/>
                  </a:lnTo>
                  <a:lnTo>
                    <a:pt x="24968" y="2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47"/>
            <p:cNvSpPr/>
            <p:nvPr/>
          </p:nvSpPr>
          <p:spPr>
            <a:xfrm>
              <a:off x="3395107" y="4712599"/>
              <a:ext cx="84218" cy="51858"/>
            </a:xfrm>
            <a:custGeom>
              <a:avLst/>
              <a:pathLst>
                <a:path w="84218" h="51858">
                  <a:moveTo>
                    <a:pt x="21860" y="51858"/>
                  </a:moveTo>
                  <a:lnTo>
                    <a:pt x="0" y="41210"/>
                  </a:lnTo>
                  <a:lnTo>
                    <a:pt x="74987" y="0"/>
                  </a:lnTo>
                  <a:lnTo>
                    <a:pt x="84218" y="15795"/>
                  </a:lnTo>
                  <a:lnTo>
                    <a:pt x="72545" y="23740"/>
                  </a:lnTo>
                  <a:lnTo>
                    <a:pt x="41847" y="40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48"/>
            <p:cNvSpPr/>
            <p:nvPr/>
          </p:nvSpPr>
          <p:spPr>
            <a:xfrm>
              <a:off x="3556386" y="4785915"/>
              <a:ext cx="12100" cy="8746"/>
            </a:xfrm>
            <a:custGeom>
              <a:avLst/>
              <a:pathLst>
                <a:path w="12100" h="8746">
                  <a:moveTo>
                    <a:pt x="0" y="5112"/>
                  </a:moveTo>
                  <a:lnTo>
                    <a:pt x="1745" y="0"/>
                  </a:lnTo>
                  <a:lnTo>
                    <a:pt x="12100" y="3203"/>
                  </a:lnTo>
                  <a:lnTo>
                    <a:pt x="10655" y="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49"/>
            <p:cNvSpPr/>
            <p:nvPr/>
          </p:nvSpPr>
          <p:spPr>
            <a:xfrm>
              <a:off x="3590929" y="4823446"/>
              <a:ext cx="34608" cy="28395"/>
            </a:xfrm>
            <a:custGeom>
              <a:avLst/>
              <a:pathLst>
                <a:path w="34608" h="28395">
                  <a:moveTo>
                    <a:pt x="0" y="10872"/>
                  </a:moveTo>
                  <a:lnTo>
                    <a:pt x="5998" y="0"/>
                  </a:lnTo>
                  <a:lnTo>
                    <a:pt x="34608" y="15581"/>
                  </a:lnTo>
                  <a:lnTo>
                    <a:pt x="30680" y="2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0"/>
            <p:cNvSpPr/>
            <p:nvPr/>
          </p:nvSpPr>
          <p:spPr>
            <a:xfrm>
              <a:off x="3597827" y="4815438"/>
              <a:ext cx="30220" cy="21804"/>
            </a:xfrm>
            <a:custGeom>
              <a:avLst/>
              <a:pathLst>
                <a:path w="30220" h="21804">
                  <a:moveTo>
                    <a:pt x="3705" y="0"/>
                  </a:moveTo>
                  <a:lnTo>
                    <a:pt x="30220" y="14526"/>
                  </a:lnTo>
                  <a:lnTo>
                    <a:pt x="27665" y="21804"/>
                  </a:lnTo>
                  <a:lnTo>
                    <a:pt x="0" y="7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1"/>
            <p:cNvSpPr/>
            <p:nvPr/>
          </p:nvSpPr>
          <p:spPr>
            <a:xfrm>
              <a:off x="3587679" y="4836135"/>
              <a:ext cx="31765" cy="25039"/>
            </a:xfrm>
            <a:custGeom>
              <a:avLst/>
              <a:pathLst>
                <a:path w="31765" h="25039">
                  <a:moveTo>
                    <a:pt x="0" y="11702"/>
                  </a:moveTo>
                  <a:lnTo>
                    <a:pt x="179" y="10963"/>
                  </a:lnTo>
                  <a:lnTo>
                    <a:pt x="2837" y="0"/>
                  </a:lnTo>
                  <a:lnTo>
                    <a:pt x="31765" y="17026"/>
                  </a:lnTo>
                  <a:lnTo>
                    <a:pt x="28088" y="25039"/>
                  </a:lnTo>
                  <a:lnTo>
                    <a:pt x="1097" y="12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2"/>
            <p:cNvSpPr/>
            <p:nvPr/>
          </p:nvSpPr>
          <p:spPr>
            <a:xfrm>
              <a:off x="3759888" y="4897403"/>
              <a:ext cx="19383" cy="21504"/>
            </a:xfrm>
            <a:custGeom>
              <a:avLst/>
              <a:pathLst>
                <a:path w="19383" h="21504">
                  <a:moveTo>
                    <a:pt x="0" y="16363"/>
                  </a:moveTo>
                  <a:lnTo>
                    <a:pt x="9485" y="0"/>
                  </a:lnTo>
                  <a:lnTo>
                    <a:pt x="19383" y="4760"/>
                  </a:lnTo>
                  <a:lnTo>
                    <a:pt x="10435" y="21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3"/>
            <p:cNvSpPr/>
            <p:nvPr/>
          </p:nvSpPr>
          <p:spPr>
            <a:xfrm>
              <a:off x="3773139" y="4905901"/>
              <a:ext cx="18605" cy="19725"/>
            </a:xfrm>
            <a:custGeom>
              <a:avLst/>
              <a:pathLst>
                <a:path w="18605" h="19725">
                  <a:moveTo>
                    <a:pt x="0" y="13857"/>
                  </a:moveTo>
                  <a:lnTo>
                    <a:pt x="8852" y="0"/>
                  </a:lnTo>
                  <a:lnTo>
                    <a:pt x="18605" y="4804"/>
                  </a:lnTo>
                  <a:lnTo>
                    <a:pt x="11029" y="1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4"/>
            <p:cNvSpPr/>
            <p:nvPr/>
          </p:nvSpPr>
          <p:spPr>
            <a:xfrm>
              <a:off x="3786466" y="4911559"/>
              <a:ext cx="19677" cy="19302"/>
            </a:xfrm>
            <a:custGeom>
              <a:avLst/>
              <a:pathLst>
                <a:path w="19677" h="19302">
                  <a:moveTo>
                    <a:pt x="16468" y="12452"/>
                  </a:moveTo>
                  <a:lnTo>
                    <a:pt x="7815" y="19302"/>
                  </a:lnTo>
                  <a:lnTo>
                    <a:pt x="0" y="15817"/>
                  </a:lnTo>
                  <a:lnTo>
                    <a:pt x="7835" y="0"/>
                  </a:lnTo>
                  <a:lnTo>
                    <a:pt x="19677" y="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5"/>
            <p:cNvSpPr/>
            <p:nvPr/>
          </p:nvSpPr>
          <p:spPr>
            <a:xfrm>
              <a:off x="3716205" y="4899487"/>
              <a:ext cx="71769" cy="45345"/>
            </a:xfrm>
            <a:custGeom>
              <a:avLst/>
              <a:pathLst>
                <a:path w="71769" h="45345">
                  <a:moveTo>
                    <a:pt x="0" y="12277"/>
                  </a:moveTo>
                  <a:lnTo>
                    <a:pt x="4799" y="0"/>
                  </a:lnTo>
                  <a:lnTo>
                    <a:pt x="71769" y="35289"/>
                  </a:lnTo>
                  <a:lnTo>
                    <a:pt x="66855" y="45345"/>
                  </a:lnTo>
                  <a:lnTo>
                    <a:pt x="34011" y="27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6"/>
            <p:cNvSpPr/>
            <p:nvPr/>
          </p:nvSpPr>
          <p:spPr>
            <a:xfrm>
              <a:off x="3446867" y="4679814"/>
              <a:ext cx="47040" cy="35518"/>
            </a:xfrm>
            <a:custGeom>
              <a:avLst/>
              <a:pathLst>
                <a:path w="47040" h="35518">
                  <a:moveTo>
                    <a:pt x="35722" y="0"/>
                  </a:moveTo>
                  <a:lnTo>
                    <a:pt x="47040" y="14167"/>
                  </a:lnTo>
                  <a:lnTo>
                    <a:pt x="45338" y="15232"/>
                  </a:lnTo>
                  <a:lnTo>
                    <a:pt x="44618" y="15681"/>
                  </a:lnTo>
                  <a:lnTo>
                    <a:pt x="10010" y="35518"/>
                  </a:lnTo>
                  <a:lnTo>
                    <a:pt x="0" y="19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57"/>
            <p:cNvSpPr/>
            <p:nvPr/>
          </p:nvSpPr>
          <p:spPr>
            <a:xfrm>
              <a:off x="5839581" y="5237815"/>
              <a:ext cx="73653" cy="40250"/>
            </a:xfrm>
            <a:custGeom>
              <a:avLst/>
              <a:pathLst>
                <a:path w="73653" h="40250">
                  <a:moveTo>
                    <a:pt x="57883" y="7948"/>
                  </a:moveTo>
                  <a:lnTo>
                    <a:pt x="59067" y="9240"/>
                  </a:lnTo>
                  <a:lnTo>
                    <a:pt x="73653" y="30155"/>
                  </a:lnTo>
                  <a:lnTo>
                    <a:pt x="57160" y="40250"/>
                  </a:lnTo>
                  <a:lnTo>
                    <a:pt x="49375" y="28141"/>
                  </a:lnTo>
                  <a:lnTo>
                    <a:pt x="44258" y="20626"/>
                  </a:lnTo>
                  <a:lnTo>
                    <a:pt x="37756" y="18963"/>
                  </a:lnTo>
                  <a:lnTo>
                    <a:pt x="31640" y="20010"/>
                  </a:lnTo>
                  <a:lnTo>
                    <a:pt x="22610" y="24630"/>
                  </a:lnTo>
                  <a:lnTo>
                    <a:pt x="8980" y="32576"/>
                  </a:lnTo>
                  <a:lnTo>
                    <a:pt x="0" y="16698"/>
                  </a:lnTo>
                  <a:lnTo>
                    <a:pt x="26020" y="1255"/>
                  </a:lnTo>
                  <a:lnTo>
                    <a:pt x="30932" y="125"/>
                  </a:lnTo>
                  <a:lnTo>
                    <a:pt x="39698" y="0"/>
                  </a:lnTo>
                  <a:lnTo>
                    <a:pt x="45457" y="579"/>
                  </a:lnTo>
                  <a:lnTo>
                    <a:pt x="50598" y="1842"/>
                  </a:lnTo>
                  <a:lnTo>
                    <a:pt x="54026" y="3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58"/>
            <p:cNvSpPr/>
            <p:nvPr/>
          </p:nvSpPr>
          <p:spPr>
            <a:xfrm>
              <a:off x="5763849" y="5319291"/>
              <a:ext cx="31966" cy="36644"/>
            </a:xfrm>
            <a:custGeom>
              <a:avLst/>
              <a:pathLst>
                <a:path w="31966" h="36644">
                  <a:moveTo>
                    <a:pt x="0" y="9480"/>
                  </a:moveTo>
                  <a:lnTo>
                    <a:pt x="15849" y="0"/>
                  </a:lnTo>
                  <a:lnTo>
                    <a:pt x="31966" y="27497"/>
                  </a:lnTo>
                  <a:lnTo>
                    <a:pt x="16073" y="36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59"/>
            <p:cNvSpPr/>
            <p:nvPr/>
          </p:nvSpPr>
          <p:spPr>
            <a:xfrm>
              <a:off x="5697950" y="5356590"/>
              <a:ext cx="34104" cy="37662"/>
            </a:xfrm>
            <a:custGeom>
              <a:avLst/>
              <a:pathLst>
                <a:path w="34104" h="37662">
                  <a:moveTo>
                    <a:pt x="0" y="10653"/>
                  </a:moveTo>
                  <a:lnTo>
                    <a:pt x="17974" y="0"/>
                  </a:lnTo>
                  <a:lnTo>
                    <a:pt x="34104" y="27580"/>
                  </a:lnTo>
                  <a:lnTo>
                    <a:pt x="16282" y="37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0"/>
            <p:cNvSpPr/>
            <p:nvPr/>
          </p:nvSpPr>
          <p:spPr>
            <a:xfrm>
              <a:off x="5676437" y="5369021"/>
              <a:ext cx="35127" cy="38039"/>
            </a:xfrm>
            <a:custGeom>
              <a:avLst/>
              <a:pathLst>
                <a:path w="35127" h="38039">
                  <a:moveTo>
                    <a:pt x="0" y="10598"/>
                  </a:moveTo>
                  <a:lnTo>
                    <a:pt x="18338" y="0"/>
                  </a:lnTo>
                  <a:lnTo>
                    <a:pt x="35127" y="27598"/>
                  </a:lnTo>
                  <a:lnTo>
                    <a:pt x="16615" y="3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1"/>
            <p:cNvSpPr/>
            <p:nvPr/>
          </p:nvSpPr>
          <p:spPr>
            <a:xfrm>
              <a:off x="5849076" y="5302152"/>
              <a:ext cx="32436" cy="38284"/>
            </a:xfrm>
            <a:custGeom>
              <a:avLst/>
              <a:pathLst>
                <a:path w="32436" h="38284">
                  <a:moveTo>
                    <a:pt x="0" y="9239"/>
                  </a:moveTo>
                  <a:lnTo>
                    <a:pt x="15050" y="0"/>
                  </a:lnTo>
                  <a:lnTo>
                    <a:pt x="32436" y="29077"/>
                  </a:lnTo>
                  <a:lnTo>
                    <a:pt x="17334" y="38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2"/>
            <p:cNvSpPr/>
            <p:nvPr/>
          </p:nvSpPr>
          <p:spPr>
            <a:xfrm>
              <a:off x="5743199" y="5330717"/>
              <a:ext cx="33883" cy="37419"/>
            </a:xfrm>
            <a:custGeom>
              <a:avLst/>
              <a:pathLst>
                <a:path w="33883" h="37419">
                  <a:moveTo>
                    <a:pt x="0" y="9966"/>
                  </a:moveTo>
                  <a:lnTo>
                    <a:pt x="17887" y="0"/>
                  </a:lnTo>
                  <a:lnTo>
                    <a:pt x="33883" y="26824"/>
                  </a:lnTo>
                  <a:lnTo>
                    <a:pt x="16304" y="37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3"/>
            <p:cNvSpPr/>
            <p:nvPr/>
          </p:nvSpPr>
          <p:spPr>
            <a:xfrm>
              <a:off x="5721443" y="5342607"/>
              <a:ext cx="34859" cy="37663"/>
            </a:xfrm>
            <a:custGeom>
              <a:avLst/>
              <a:pathLst>
                <a:path w="34859" h="37663">
                  <a:moveTo>
                    <a:pt x="0" y="10364"/>
                  </a:moveTo>
                  <a:lnTo>
                    <a:pt x="18159" y="0"/>
                  </a:lnTo>
                  <a:lnTo>
                    <a:pt x="34859" y="27527"/>
                  </a:lnTo>
                  <a:lnTo>
                    <a:pt x="16298" y="37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4"/>
            <p:cNvSpPr/>
            <p:nvPr/>
          </p:nvSpPr>
          <p:spPr>
            <a:xfrm>
              <a:off x="5621980" y="5334546"/>
              <a:ext cx="92253" cy="67022"/>
            </a:xfrm>
            <a:custGeom>
              <a:avLst/>
              <a:pathLst>
                <a:path w="92253" h="67022">
                  <a:moveTo>
                    <a:pt x="0" y="48411"/>
                  </a:moveTo>
                  <a:lnTo>
                    <a:pt x="80792" y="0"/>
                  </a:lnTo>
                  <a:lnTo>
                    <a:pt x="92253" y="19885"/>
                  </a:lnTo>
                  <a:lnTo>
                    <a:pt x="11019" y="67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5"/>
            <p:cNvSpPr/>
            <p:nvPr/>
          </p:nvSpPr>
          <p:spPr>
            <a:xfrm>
              <a:off x="5738991" y="5348711"/>
              <a:ext cx="69492" cy="52862"/>
            </a:xfrm>
            <a:custGeom>
              <a:avLst/>
              <a:pathLst>
                <a:path w="69492" h="52862">
                  <a:moveTo>
                    <a:pt x="0" y="34155"/>
                  </a:moveTo>
                  <a:lnTo>
                    <a:pt x="58127" y="0"/>
                  </a:lnTo>
                  <a:lnTo>
                    <a:pt x="69492" y="18707"/>
                  </a:lnTo>
                  <a:lnTo>
                    <a:pt x="10871" y="52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6"/>
            <p:cNvSpPr/>
            <p:nvPr/>
          </p:nvSpPr>
          <p:spPr>
            <a:xfrm>
              <a:off x="5665892" y="5447410"/>
              <a:ext cx="27892" cy="27205"/>
            </a:xfrm>
            <a:custGeom>
              <a:avLst/>
              <a:pathLst>
                <a:path w="27892" h="27205">
                  <a:moveTo>
                    <a:pt x="0" y="11580"/>
                  </a:moveTo>
                  <a:lnTo>
                    <a:pt x="19023" y="0"/>
                  </a:lnTo>
                  <a:lnTo>
                    <a:pt x="27892" y="15301"/>
                  </a:lnTo>
                  <a:lnTo>
                    <a:pt x="9027" y="2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67"/>
            <p:cNvSpPr/>
            <p:nvPr/>
          </p:nvSpPr>
          <p:spPr>
            <a:xfrm>
              <a:off x="5567603" y="5431962"/>
              <a:ext cx="48105" cy="61541"/>
            </a:xfrm>
            <a:custGeom>
              <a:avLst/>
              <a:pathLst>
                <a:path w="48105" h="61541">
                  <a:moveTo>
                    <a:pt x="0" y="11625"/>
                  </a:moveTo>
                  <a:lnTo>
                    <a:pt x="18751" y="0"/>
                  </a:lnTo>
                  <a:lnTo>
                    <a:pt x="48105" y="50065"/>
                  </a:lnTo>
                  <a:lnTo>
                    <a:pt x="28931" y="615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68"/>
            <p:cNvSpPr/>
            <p:nvPr/>
          </p:nvSpPr>
          <p:spPr>
            <a:xfrm>
              <a:off x="5538398" y="5595757"/>
              <a:ext cx="41569" cy="50542"/>
            </a:xfrm>
            <a:custGeom>
              <a:avLst/>
              <a:pathLst>
                <a:path w="41569" h="50542">
                  <a:moveTo>
                    <a:pt x="0" y="10949"/>
                  </a:moveTo>
                  <a:lnTo>
                    <a:pt x="17654" y="0"/>
                  </a:lnTo>
                  <a:lnTo>
                    <a:pt x="41569" y="40303"/>
                  </a:lnTo>
                  <a:lnTo>
                    <a:pt x="24512" y="50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69"/>
            <p:cNvSpPr/>
            <p:nvPr/>
          </p:nvSpPr>
          <p:spPr>
            <a:xfrm>
              <a:off x="5652320" y="5386149"/>
              <a:ext cx="92117" cy="67902"/>
            </a:xfrm>
            <a:custGeom>
              <a:avLst/>
              <a:pathLst>
                <a:path w="92117" h="67902">
                  <a:moveTo>
                    <a:pt x="0" y="47691"/>
                  </a:moveTo>
                  <a:lnTo>
                    <a:pt x="81370" y="0"/>
                  </a:lnTo>
                  <a:lnTo>
                    <a:pt x="92117" y="19086"/>
                  </a:lnTo>
                  <a:lnTo>
                    <a:pt x="11287" y="6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0"/>
            <p:cNvSpPr/>
            <p:nvPr/>
          </p:nvSpPr>
          <p:spPr>
            <a:xfrm>
              <a:off x="5633921" y="5393321"/>
              <a:ext cx="35245" cy="38564"/>
            </a:xfrm>
            <a:custGeom>
              <a:avLst/>
              <a:pathLst>
                <a:path w="35245" h="38564">
                  <a:moveTo>
                    <a:pt x="0" y="10691"/>
                  </a:moveTo>
                  <a:lnTo>
                    <a:pt x="18490" y="0"/>
                  </a:lnTo>
                  <a:lnTo>
                    <a:pt x="35245" y="27970"/>
                  </a:lnTo>
                  <a:lnTo>
                    <a:pt x="16944" y="38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1"/>
            <p:cNvSpPr/>
            <p:nvPr/>
          </p:nvSpPr>
          <p:spPr>
            <a:xfrm>
              <a:off x="5867930" y="5294721"/>
              <a:ext cx="46239" cy="33726"/>
            </a:xfrm>
            <a:custGeom>
              <a:avLst/>
              <a:pathLst>
                <a:path w="46239" h="33726">
                  <a:moveTo>
                    <a:pt x="16167" y="12996"/>
                  </a:moveTo>
                  <a:lnTo>
                    <a:pt x="36772" y="638"/>
                  </a:lnTo>
                  <a:lnTo>
                    <a:pt x="46239" y="16013"/>
                  </a:lnTo>
                  <a:lnTo>
                    <a:pt x="16785" y="33726"/>
                  </a:lnTo>
                  <a:lnTo>
                    <a:pt x="0" y="5308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2"/>
            <p:cNvSpPr/>
            <p:nvPr/>
          </p:nvSpPr>
          <p:spPr>
            <a:xfrm>
              <a:off x="5899042" y="5270463"/>
              <a:ext cx="35567" cy="38620"/>
            </a:xfrm>
            <a:custGeom>
              <a:avLst/>
              <a:pathLst>
                <a:path w="35567" h="38620">
                  <a:moveTo>
                    <a:pt x="0" y="10816"/>
                  </a:moveTo>
                  <a:lnTo>
                    <a:pt x="17567" y="0"/>
                  </a:lnTo>
                  <a:lnTo>
                    <a:pt x="35567" y="27749"/>
                  </a:lnTo>
                  <a:lnTo>
                    <a:pt x="17206" y="3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3"/>
            <p:cNvSpPr/>
            <p:nvPr/>
          </p:nvSpPr>
          <p:spPr>
            <a:xfrm>
              <a:off x="5686765" y="5371894"/>
              <a:ext cx="129461" cy="89718"/>
            </a:xfrm>
            <a:custGeom>
              <a:avLst/>
              <a:pathLst>
                <a:path w="129461" h="89718">
                  <a:moveTo>
                    <a:pt x="0" y="74442"/>
                  </a:moveTo>
                  <a:lnTo>
                    <a:pt x="124583" y="0"/>
                  </a:lnTo>
                  <a:lnTo>
                    <a:pt x="129461" y="8220"/>
                  </a:lnTo>
                  <a:lnTo>
                    <a:pt x="49441" y="62634"/>
                  </a:lnTo>
                  <a:lnTo>
                    <a:pt x="8789" y="89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4"/>
            <p:cNvSpPr/>
            <p:nvPr/>
          </p:nvSpPr>
          <p:spPr>
            <a:xfrm>
              <a:off x="5509452" y="5546053"/>
              <a:ext cx="44534" cy="55262"/>
            </a:xfrm>
            <a:custGeom>
              <a:avLst/>
              <a:pathLst>
                <a:path w="44534" h="55262">
                  <a:moveTo>
                    <a:pt x="0" y="10357"/>
                  </a:moveTo>
                  <a:lnTo>
                    <a:pt x="17959" y="0"/>
                  </a:lnTo>
                  <a:lnTo>
                    <a:pt x="44534" y="44323"/>
                  </a:lnTo>
                  <a:lnTo>
                    <a:pt x="26341" y="5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5"/>
            <p:cNvSpPr/>
            <p:nvPr/>
          </p:nvSpPr>
          <p:spPr>
            <a:xfrm>
              <a:off x="5582594" y="5569855"/>
              <a:ext cx="26790" cy="40352"/>
            </a:xfrm>
            <a:custGeom>
              <a:avLst/>
              <a:pathLst>
                <a:path w="26790" h="40352">
                  <a:moveTo>
                    <a:pt x="0" y="10202"/>
                  </a:moveTo>
                  <a:lnTo>
                    <a:pt x="16071" y="845"/>
                  </a:lnTo>
                  <a:lnTo>
                    <a:pt x="17524" y="0"/>
                  </a:lnTo>
                  <a:lnTo>
                    <a:pt x="26790" y="17905"/>
                  </a:lnTo>
                  <a:lnTo>
                    <a:pt x="21302" y="37394"/>
                  </a:lnTo>
                  <a:lnTo>
                    <a:pt x="17027" y="40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6"/>
            <p:cNvSpPr/>
            <p:nvPr/>
          </p:nvSpPr>
          <p:spPr>
            <a:xfrm>
              <a:off x="5658289" y="5383951"/>
              <a:ext cx="27785" cy="32537"/>
            </a:xfrm>
            <a:custGeom>
              <a:avLst/>
              <a:pathLst>
                <a:path w="27785" h="32537">
                  <a:moveTo>
                    <a:pt x="0" y="7894"/>
                  </a:moveTo>
                  <a:lnTo>
                    <a:pt x="13693" y="0"/>
                  </a:lnTo>
                  <a:lnTo>
                    <a:pt x="27785" y="24468"/>
                  </a:lnTo>
                  <a:lnTo>
                    <a:pt x="14300" y="32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77"/>
            <p:cNvSpPr/>
            <p:nvPr/>
          </p:nvSpPr>
          <p:spPr>
            <a:xfrm>
              <a:off x="5598460" y="5386054"/>
              <a:ext cx="29981" cy="28666"/>
            </a:xfrm>
            <a:custGeom>
              <a:avLst/>
              <a:pathLst>
                <a:path w="29981" h="28666">
                  <a:moveTo>
                    <a:pt x="17868" y="24191"/>
                  </a:moveTo>
                  <a:lnTo>
                    <a:pt x="9879" y="28666"/>
                  </a:lnTo>
                  <a:lnTo>
                    <a:pt x="0" y="11861"/>
                  </a:lnTo>
                  <a:lnTo>
                    <a:pt x="19608" y="0"/>
                  </a:lnTo>
                  <a:lnTo>
                    <a:pt x="25044" y="9122"/>
                  </a:lnTo>
                  <a:lnTo>
                    <a:pt x="29981" y="17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78"/>
            <p:cNvSpPr/>
            <p:nvPr/>
          </p:nvSpPr>
          <p:spPr>
            <a:xfrm>
              <a:off x="5555848" y="5399251"/>
              <a:ext cx="50031" cy="40653"/>
            </a:xfrm>
            <a:custGeom>
              <a:avLst/>
              <a:pathLst>
                <a:path w="50031" h="40653">
                  <a:moveTo>
                    <a:pt x="0" y="23058"/>
                  </a:moveTo>
                  <a:lnTo>
                    <a:pt x="39788" y="0"/>
                  </a:lnTo>
                  <a:lnTo>
                    <a:pt x="50031" y="17371"/>
                  </a:lnTo>
                  <a:lnTo>
                    <a:pt x="10170" y="40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79"/>
            <p:cNvSpPr/>
            <p:nvPr/>
          </p:nvSpPr>
          <p:spPr>
            <a:xfrm>
              <a:off x="5879485" y="5283957"/>
              <a:ext cx="22037" cy="20018"/>
            </a:xfrm>
            <a:custGeom>
              <a:avLst/>
              <a:pathLst>
                <a:path w="22037" h="20018">
                  <a:moveTo>
                    <a:pt x="0" y="9007"/>
                  </a:moveTo>
                  <a:lnTo>
                    <a:pt x="15458" y="0"/>
                  </a:lnTo>
                  <a:lnTo>
                    <a:pt x="22037" y="10951"/>
                  </a:lnTo>
                  <a:lnTo>
                    <a:pt x="6282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0"/>
            <p:cNvSpPr/>
            <p:nvPr/>
          </p:nvSpPr>
          <p:spPr>
            <a:xfrm>
              <a:off x="5609912" y="5406408"/>
              <a:ext cx="49107" cy="62184"/>
            </a:xfrm>
            <a:custGeom>
              <a:avLst/>
              <a:pathLst>
                <a:path w="49107" h="62184">
                  <a:moveTo>
                    <a:pt x="18532" y="1078"/>
                  </a:moveTo>
                  <a:lnTo>
                    <a:pt x="20423" y="0"/>
                  </a:lnTo>
                  <a:lnTo>
                    <a:pt x="49107" y="50417"/>
                  </a:lnTo>
                  <a:lnTo>
                    <a:pt x="46741" y="51762"/>
                  </a:lnTo>
                  <a:lnTo>
                    <a:pt x="29078" y="62184"/>
                  </a:lnTo>
                  <a:lnTo>
                    <a:pt x="0" y="11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1"/>
            <p:cNvSpPr/>
            <p:nvPr/>
          </p:nvSpPr>
          <p:spPr>
            <a:xfrm>
              <a:off x="5820880" y="5256264"/>
              <a:ext cx="24906" cy="25306"/>
            </a:xfrm>
            <a:custGeom>
              <a:avLst/>
              <a:pathLst>
                <a:path w="24906" h="25306">
                  <a:moveTo>
                    <a:pt x="0" y="9693"/>
                  </a:moveTo>
                  <a:lnTo>
                    <a:pt x="15794" y="0"/>
                  </a:lnTo>
                  <a:lnTo>
                    <a:pt x="24906" y="15907"/>
                  </a:lnTo>
                  <a:lnTo>
                    <a:pt x="9092" y="25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2"/>
            <p:cNvSpPr/>
            <p:nvPr/>
          </p:nvSpPr>
          <p:spPr>
            <a:xfrm>
              <a:off x="5507994" y="5438717"/>
              <a:ext cx="44066" cy="54985"/>
            </a:xfrm>
            <a:custGeom>
              <a:avLst/>
              <a:pathLst>
                <a:path w="44066" h="54985">
                  <a:moveTo>
                    <a:pt x="25034" y="54985"/>
                  </a:moveTo>
                  <a:lnTo>
                    <a:pt x="21349" y="48945"/>
                  </a:lnTo>
                  <a:lnTo>
                    <a:pt x="0" y="11619"/>
                  </a:lnTo>
                  <a:lnTo>
                    <a:pt x="19212" y="0"/>
                  </a:lnTo>
                  <a:lnTo>
                    <a:pt x="44066" y="44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3"/>
            <p:cNvSpPr/>
            <p:nvPr/>
          </p:nvSpPr>
          <p:spPr>
            <a:xfrm>
              <a:off x="5534059" y="5485112"/>
              <a:ext cx="34141" cy="36070"/>
            </a:xfrm>
            <a:custGeom>
              <a:avLst/>
              <a:pathLst>
                <a:path w="34141" h="36070">
                  <a:moveTo>
                    <a:pt x="0" y="10794"/>
                  </a:moveTo>
                  <a:lnTo>
                    <a:pt x="19045" y="0"/>
                  </a:lnTo>
                  <a:lnTo>
                    <a:pt x="34141" y="24694"/>
                  </a:lnTo>
                  <a:lnTo>
                    <a:pt x="14471" y="3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4"/>
            <p:cNvSpPr/>
            <p:nvPr/>
          </p:nvSpPr>
          <p:spPr>
            <a:xfrm>
              <a:off x="5641871" y="5460761"/>
              <a:ext cx="30763" cy="27113"/>
            </a:xfrm>
            <a:custGeom>
              <a:avLst/>
              <a:pathLst>
                <a:path w="30763" h="27113">
                  <a:moveTo>
                    <a:pt x="0" y="12319"/>
                  </a:moveTo>
                  <a:lnTo>
                    <a:pt x="21822" y="0"/>
                  </a:lnTo>
                  <a:lnTo>
                    <a:pt x="30763" y="14367"/>
                  </a:lnTo>
                  <a:lnTo>
                    <a:pt x="8894" y="2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5"/>
            <p:cNvSpPr/>
            <p:nvPr/>
          </p:nvSpPr>
          <p:spPr>
            <a:xfrm>
              <a:off x="5588930" y="5419432"/>
              <a:ext cx="47972" cy="61272"/>
            </a:xfrm>
            <a:custGeom>
              <a:avLst/>
              <a:pathLst>
                <a:path w="47972" h="61272">
                  <a:moveTo>
                    <a:pt x="0" y="10882"/>
                  </a:moveTo>
                  <a:lnTo>
                    <a:pt x="18613" y="0"/>
                  </a:lnTo>
                  <a:lnTo>
                    <a:pt x="47972" y="50183"/>
                  </a:lnTo>
                  <a:lnTo>
                    <a:pt x="29124" y="61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6"/>
            <p:cNvSpPr/>
            <p:nvPr/>
          </p:nvSpPr>
          <p:spPr>
            <a:xfrm>
              <a:off x="5575427" y="5500356"/>
              <a:ext cx="29983" cy="41629"/>
            </a:xfrm>
            <a:custGeom>
              <a:avLst/>
              <a:pathLst>
                <a:path w="29983" h="41629">
                  <a:moveTo>
                    <a:pt x="0" y="11580"/>
                  </a:moveTo>
                  <a:lnTo>
                    <a:pt x="19565" y="0"/>
                  </a:lnTo>
                  <a:lnTo>
                    <a:pt x="29983" y="18369"/>
                  </a:lnTo>
                  <a:lnTo>
                    <a:pt x="19607" y="25650"/>
                  </a:lnTo>
                  <a:lnTo>
                    <a:pt x="26109" y="36244"/>
                  </a:lnTo>
                  <a:lnTo>
                    <a:pt x="17318" y="41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87"/>
            <p:cNvSpPr/>
            <p:nvPr/>
          </p:nvSpPr>
          <p:spPr>
            <a:xfrm>
              <a:off x="5552455" y="5516743"/>
              <a:ext cx="47026" cy="57581"/>
            </a:xfrm>
            <a:custGeom>
              <a:avLst/>
              <a:pathLst>
                <a:path w="47026" h="57581">
                  <a:moveTo>
                    <a:pt x="0" y="11117"/>
                  </a:moveTo>
                  <a:lnTo>
                    <a:pt x="19103" y="0"/>
                  </a:lnTo>
                  <a:lnTo>
                    <a:pt x="47026" y="46825"/>
                  </a:lnTo>
                  <a:lnTo>
                    <a:pt x="27310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88"/>
            <p:cNvSpPr/>
            <p:nvPr/>
          </p:nvSpPr>
          <p:spPr>
            <a:xfrm>
              <a:off x="5530275" y="5533210"/>
              <a:ext cx="44445" cy="55925"/>
            </a:xfrm>
            <a:custGeom>
              <a:avLst/>
              <a:pathLst>
                <a:path w="44445" h="55925">
                  <a:moveTo>
                    <a:pt x="0" y="11247"/>
                  </a:moveTo>
                  <a:lnTo>
                    <a:pt x="18959" y="0"/>
                  </a:lnTo>
                  <a:lnTo>
                    <a:pt x="44445" y="44379"/>
                  </a:lnTo>
                  <a:lnTo>
                    <a:pt x="25965" y="55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89"/>
            <p:cNvSpPr/>
            <p:nvPr/>
          </p:nvSpPr>
          <p:spPr>
            <a:xfrm>
              <a:off x="5769684" y="5267827"/>
              <a:ext cx="96446" cy="111243"/>
            </a:xfrm>
            <a:custGeom>
              <a:avLst/>
              <a:pathLst>
                <a:path w="96446" h="111243">
                  <a:moveTo>
                    <a:pt x="0" y="27642"/>
                  </a:moveTo>
                  <a:lnTo>
                    <a:pt x="48118" y="0"/>
                  </a:lnTo>
                  <a:lnTo>
                    <a:pt x="96446" y="80790"/>
                  </a:lnTo>
                  <a:lnTo>
                    <a:pt x="48237" y="111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0"/>
            <p:cNvSpPr/>
            <p:nvPr/>
          </p:nvSpPr>
          <p:spPr>
            <a:xfrm>
              <a:off x="5851501" y="5265657"/>
              <a:ext cx="41580" cy="31414"/>
            </a:xfrm>
            <a:custGeom>
              <a:avLst/>
              <a:pathLst>
                <a:path w="41580" h="31414">
                  <a:moveTo>
                    <a:pt x="0" y="7237"/>
                  </a:moveTo>
                  <a:lnTo>
                    <a:pt x="8503" y="2001"/>
                  </a:lnTo>
                  <a:lnTo>
                    <a:pt x="14052" y="10594"/>
                  </a:lnTo>
                  <a:lnTo>
                    <a:pt x="32132" y="0"/>
                  </a:lnTo>
                  <a:lnTo>
                    <a:pt x="41580" y="15217"/>
                  </a:lnTo>
                  <a:lnTo>
                    <a:pt x="14377" y="31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1"/>
            <p:cNvSpPr/>
            <p:nvPr/>
          </p:nvSpPr>
          <p:spPr>
            <a:xfrm>
              <a:off x="5559381" y="5582335"/>
              <a:ext cx="42616" cy="51993"/>
            </a:xfrm>
            <a:custGeom>
              <a:avLst/>
              <a:pathLst>
                <a:path w="42616" h="51993">
                  <a:moveTo>
                    <a:pt x="0" y="11264"/>
                  </a:moveTo>
                  <a:lnTo>
                    <a:pt x="18267" y="0"/>
                  </a:lnTo>
                  <a:lnTo>
                    <a:pt x="41768" y="40548"/>
                  </a:lnTo>
                  <a:lnTo>
                    <a:pt x="42616" y="42010"/>
                  </a:lnTo>
                  <a:lnTo>
                    <a:pt x="23748" y="5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2"/>
            <p:cNvSpPr/>
            <p:nvPr/>
          </p:nvSpPr>
          <p:spPr>
            <a:xfrm>
              <a:off x="5554869" y="5465987"/>
              <a:ext cx="36987" cy="41395"/>
            </a:xfrm>
            <a:custGeom>
              <a:avLst/>
              <a:pathLst>
                <a:path w="36987" h="41395">
                  <a:moveTo>
                    <a:pt x="0" y="10976"/>
                  </a:moveTo>
                  <a:lnTo>
                    <a:pt x="19324" y="0"/>
                  </a:lnTo>
                  <a:lnTo>
                    <a:pt x="36987" y="30083"/>
                  </a:lnTo>
                  <a:lnTo>
                    <a:pt x="17522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3"/>
            <p:cNvSpPr/>
            <p:nvPr/>
          </p:nvSpPr>
          <p:spPr>
            <a:xfrm>
              <a:off x="5620950" y="5474193"/>
              <a:ext cx="27895" cy="27425"/>
            </a:xfrm>
            <a:custGeom>
              <a:avLst/>
              <a:pathLst>
                <a:path w="27895" h="27425">
                  <a:moveTo>
                    <a:pt x="0" y="10839"/>
                  </a:moveTo>
                  <a:lnTo>
                    <a:pt x="19006" y="0"/>
                  </a:lnTo>
                  <a:lnTo>
                    <a:pt x="27895" y="15893"/>
                  </a:lnTo>
                  <a:lnTo>
                    <a:pt x="9305" y="27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4"/>
            <p:cNvSpPr/>
            <p:nvPr/>
          </p:nvSpPr>
          <p:spPr>
            <a:xfrm>
              <a:off x="5596713" y="5486585"/>
              <a:ext cx="31846" cy="31640"/>
            </a:xfrm>
            <a:custGeom>
              <a:avLst/>
              <a:pathLst>
                <a:path w="31846" h="31640">
                  <a:moveTo>
                    <a:pt x="0" y="12688"/>
                  </a:moveTo>
                  <a:lnTo>
                    <a:pt x="21740" y="0"/>
                  </a:lnTo>
                  <a:lnTo>
                    <a:pt x="31846" y="17221"/>
                  </a:lnTo>
                  <a:lnTo>
                    <a:pt x="10725" y="31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5"/>
            <p:cNvSpPr/>
            <p:nvPr/>
          </p:nvSpPr>
          <p:spPr>
            <a:xfrm>
              <a:off x="5708851" y="5296728"/>
              <a:ext cx="69405" cy="53196"/>
            </a:xfrm>
            <a:custGeom>
              <a:avLst/>
              <a:pathLst>
                <a:path w="69405" h="53196">
                  <a:moveTo>
                    <a:pt x="0" y="34682"/>
                  </a:moveTo>
                  <a:lnTo>
                    <a:pt x="57708" y="0"/>
                  </a:lnTo>
                  <a:lnTo>
                    <a:pt x="69405" y="19798"/>
                  </a:lnTo>
                  <a:lnTo>
                    <a:pt x="11069" y="53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6"/>
            <p:cNvSpPr/>
            <p:nvPr/>
          </p:nvSpPr>
          <p:spPr>
            <a:xfrm>
              <a:off x="5832088" y="5275081"/>
              <a:ext cx="30627" cy="33563"/>
            </a:xfrm>
            <a:custGeom>
              <a:avLst/>
              <a:pathLst>
                <a:path w="30627" h="33563">
                  <a:moveTo>
                    <a:pt x="0" y="9264"/>
                  </a:moveTo>
                  <a:lnTo>
                    <a:pt x="16188" y="0"/>
                  </a:lnTo>
                  <a:lnTo>
                    <a:pt x="30627" y="24201"/>
                  </a:lnTo>
                  <a:lnTo>
                    <a:pt x="15422" y="33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297"/>
            <p:cNvSpPr/>
            <p:nvPr/>
          </p:nvSpPr>
          <p:spPr>
            <a:xfrm>
              <a:off x="5531399" y="5424272"/>
              <a:ext cx="31357" cy="31466"/>
            </a:xfrm>
            <a:custGeom>
              <a:avLst/>
              <a:pathLst>
                <a:path w="31357" h="31466">
                  <a:moveTo>
                    <a:pt x="0" y="11947"/>
                  </a:moveTo>
                  <a:lnTo>
                    <a:pt x="17565" y="1352"/>
                  </a:lnTo>
                  <a:lnTo>
                    <a:pt x="18953" y="624"/>
                  </a:lnTo>
                  <a:lnTo>
                    <a:pt x="20146" y="0"/>
                  </a:lnTo>
                  <a:lnTo>
                    <a:pt x="31357" y="20393"/>
                  </a:lnTo>
                  <a:lnTo>
                    <a:pt x="11722" y="31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298"/>
            <p:cNvSpPr/>
            <p:nvPr/>
          </p:nvSpPr>
          <p:spPr>
            <a:xfrm>
              <a:off x="5765738" y="5119848"/>
              <a:ext cx="52813" cy="40912"/>
            </a:xfrm>
            <a:custGeom>
              <a:avLst/>
              <a:pathLst>
                <a:path w="52813" h="40912">
                  <a:moveTo>
                    <a:pt x="3612" y="26229"/>
                  </a:moveTo>
                  <a:lnTo>
                    <a:pt x="8355" y="13178"/>
                  </a:lnTo>
                  <a:lnTo>
                    <a:pt x="0" y="10116"/>
                  </a:lnTo>
                  <a:lnTo>
                    <a:pt x="3701" y="0"/>
                  </a:lnTo>
                  <a:lnTo>
                    <a:pt x="52813" y="19132"/>
                  </a:lnTo>
                  <a:lnTo>
                    <a:pt x="45090" y="40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299"/>
            <p:cNvSpPr/>
            <p:nvPr/>
          </p:nvSpPr>
          <p:spPr>
            <a:xfrm>
              <a:off x="5720326" y="5131359"/>
              <a:ext cx="31963" cy="37720"/>
            </a:xfrm>
            <a:custGeom>
              <a:avLst/>
              <a:pathLst>
                <a:path w="31963" h="37720">
                  <a:moveTo>
                    <a:pt x="0" y="8440"/>
                  </a:moveTo>
                  <a:lnTo>
                    <a:pt x="14492" y="0"/>
                  </a:lnTo>
                  <a:lnTo>
                    <a:pt x="31963" y="28795"/>
                  </a:lnTo>
                  <a:lnTo>
                    <a:pt x="17444" y="37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0"/>
            <p:cNvSpPr/>
            <p:nvPr/>
          </p:nvSpPr>
          <p:spPr>
            <a:xfrm>
              <a:off x="5795714" y="5161336"/>
              <a:ext cx="33849" cy="48517"/>
            </a:xfrm>
            <a:custGeom>
              <a:avLst/>
              <a:pathLst>
                <a:path w="33849" h="48517">
                  <a:moveTo>
                    <a:pt x="0" y="34227"/>
                  </a:moveTo>
                  <a:lnTo>
                    <a:pt x="15706" y="0"/>
                  </a:lnTo>
                  <a:lnTo>
                    <a:pt x="33849" y="6982"/>
                  </a:lnTo>
                  <a:lnTo>
                    <a:pt x="15893" y="48517"/>
                  </a:lnTo>
                  <a:lnTo>
                    <a:pt x="7404" y="456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1"/>
            <p:cNvSpPr/>
            <p:nvPr/>
          </p:nvSpPr>
          <p:spPr>
            <a:xfrm>
              <a:off x="5767953" y="5139066"/>
              <a:ext cx="100201" cy="118000"/>
            </a:xfrm>
            <a:custGeom>
              <a:avLst/>
              <a:pathLst>
                <a:path w="100201" h="118000">
                  <a:moveTo>
                    <a:pt x="14907" y="71910"/>
                  </a:moveTo>
                  <a:lnTo>
                    <a:pt x="32876" y="101023"/>
                  </a:lnTo>
                  <a:lnTo>
                    <a:pt x="37542" y="85831"/>
                  </a:lnTo>
                  <a:lnTo>
                    <a:pt x="44044" y="82505"/>
                  </a:lnTo>
                  <a:lnTo>
                    <a:pt x="68397" y="30935"/>
                  </a:lnTo>
                  <a:lnTo>
                    <a:pt x="77370" y="34084"/>
                  </a:lnTo>
                  <a:lnTo>
                    <a:pt x="78002" y="32513"/>
                  </a:lnTo>
                  <a:lnTo>
                    <a:pt x="46069" y="20326"/>
                  </a:lnTo>
                  <a:lnTo>
                    <a:pt x="54105" y="0"/>
                  </a:lnTo>
                  <a:lnTo>
                    <a:pt x="99905" y="17313"/>
                  </a:lnTo>
                  <a:lnTo>
                    <a:pt x="100201" y="27880"/>
                  </a:lnTo>
                  <a:lnTo>
                    <a:pt x="98349" y="40414"/>
                  </a:lnTo>
                  <a:lnTo>
                    <a:pt x="95240" y="52699"/>
                  </a:lnTo>
                  <a:lnTo>
                    <a:pt x="83952" y="65481"/>
                  </a:lnTo>
                  <a:lnTo>
                    <a:pt x="92354" y="79732"/>
                  </a:lnTo>
                  <a:lnTo>
                    <a:pt x="22603" y="118000"/>
                  </a:lnTo>
                  <a:lnTo>
                    <a:pt x="0" y="80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2"/>
            <p:cNvSpPr/>
            <p:nvPr/>
          </p:nvSpPr>
          <p:spPr>
            <a:xfrm>
              <a:off x="5739591" y="5163009"/>
              <a:ext cx="37918" cy="49882"/>
            </a:xfrm>
            <a:custGeom>
              <a:avLst/>
              <a:pathLst>
                <a:path w="37918" h="49882">
                  <a:moveTo>
                    <a:pt x="0" y="9300"/>
                  </a:moveTo>
                  <a:lnTo>
                    <a:pt x="13875" y="0"/>
                  </a:lnTo>
                  <a:lnTo>
                    <a:pt x="37918" y="40588"/>
                  </a:lnTo>
                  <a:lnTo>
                    <a:pt x="23814" y="49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3"/>
            <p:cNvSpPr/>
            <p:nvPr/>
          </p:nvSpPr>
          <p:spPr>
            <a:xfrm>
              <a:off x="5608863" y="5732817"/>
              <a:ext cx="36322" cy="23696"/>
            </a:xfrm>
            <a:custGeom>
              <a:avLst/>
              <a:pathLst>
                <a:path w="36322" h="23696">
                  <a:moveTo>
                    <a:pt x="0" y="12124"/>
                  </a:moveTo>
                  <a:lnTo>
                    <a:pt x="27311" y="0"/>
                  </a:lnTo>
                  <a:lnTo>
                    <a:pt x="36322" y="20805"/>
                  </a:lnTo>
                  <a:lnTo>
                    <a:pt x="4708" y="23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4"/>
            <p:cNvSpPr/>
            <p:nvPr/>
          </p:nvSpPr>
          <p:spPr>
            <a:xfrm>
              <a:off x="5483835" y="5453370"/>
              <a:ext cx="60373" cy="81787"/>
            </a:xfrm>
            <a:custGeom>
              <a:avLst/>
              <a:pathLst>
                <a:path w="60373" h="81787">
                  <a:moveTo>
                    <a:pt x="0" y="10967"/>
                  </a:moveTo>
                  <a:lnTo>
                    <a:pt x="19297" y="0"/>
                  </a:lnTo>
                  <a:lnTo>
                    <a:pt x="60373" y="70102"/>
                  </a:lnTo>
                  <a:lnTo>
                    <a:pt x="40531" y="81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5"/>
            <p:cNvSpPr/>
            <p:nvPr/>
          </p:nvSpPr>
          <p:spPr>
            <a:xfrm>
              <a:off x="5609725" y="5758113"/>
              <a:ext cx="56758" cy="27407"/>
            </a:xfrm>
            <a:custGeom>
              <a:avLst/>
              <a:pathLst>
                <a:path w="56758" h="27407">
                  <a:moveTo>
                    <a:pt x="0" y="27407"/>
                  </a:moveTo>
                  <a:lnTo>
                    <a:pt x="5562" y="2914"/>
                  </a:lnTo>
                  <a:lnTo>
                    <a:pt x="49662" y="0"/>
                  </a:lnTo>
                  <a:lnTo>
                    <a:pt x="56758" y="25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6"/>
            <p:cNvSpPr/>
            <p:nvPr/>
          </p:nvSpPr>
          <p:spPr>
            <a:xfrm>
              <a:off x="5663341" y="5756382"/>
              <a:ext cx="25151" cy="44146"/>
            </a:xfrm>
            <a:custGeom>
              <a:avLst/>
              <a:pathLst>
                <a:path w="25151" h="44146">
                  <a:moveTo>
                    <a:pt x="0" y="854"/>
                  </a:moveTo>
                  <a:lnTo>
                    <a:pt x="11551" y="0"/>
                  </a:lnTo>
                  <a:lnTo>
                    <a:pt x="19046" y="17277"/>
                  </a:lnTo>
                  <a:lnTo>
                    <a:pt x="23290" y="32522"/>
                  </a:lnTo>
                  <a:lnTo>
                    <a:pt x="25151" y="44146"/>
                  </a:lnTo>
                  <a:lnTo>
                    <a:pt x="14307" y="44142"/>
                  </a:lnTo>
                  <a:lnTo>
                    <a:pt x="8463" y="23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07"/>
            <p:cNvSpPr/>
            <p:nvPr/>
          </p:nvSpPr>
          <p:spPr>
            <a:xfrm>
              <a:off x="5586375" y="5792004"/>
              <a:ext cx="106666" cy="72865"/>
            </a:xfrm>
            <a:custGeom>
              <a:avLst/>
              <a:pathLst>
                <a:path w="106666" h="72865">
                  <a:moveTo>
                    <a:pt x="0" y="70189"/>
                  </a:moveTo>
                  <a:lnTo>
                    <a:pt x="8510" y="41699"/>
                  </a:lnTo>
                  <a:lnTo>
                    <a:pt x="22309" y="0"/>
                  </a:lnTo>
                  <a:lnTo>
                    <a:pt x="103957" y="14091"/>
                  </a:lnTo>
                  <a:lnTo>
                    <a:pt x="106666" y="28135"/>
                  </a:lnTo>
                  <a:lnTo>
                    <a:pt x="30962" y="13182"/>
                  </a:lnTo>
                  <a:lnTo>
                    <a:pt x="12323" y="68203"/>
                  </a:lnTo>
                  <a:lnTo>
                    <a:pt x="10744" y="72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08"/>
            <p:cNvSpPr/>
            <p:nvPr/>
          </p:nvSpPr>
          <p:spPr>
            <a:xfrm>
              <a:off x="5571338" y="5640112"/>
              <a:ext cx="55956" cy="41815"/>
            </a:xfrm>
            <a:custGeom>
              <a:avLst/>
              <a:pathLst>
                <a:path w="55956" h="41815">
                  <a:moveTo>
                    <a:pt x="0" y="24022"/>
                  </a:moveTo>
                  <a:lnTo>
                    <a:pt x="47919" y="0"/>
                  </a:lnTo>
                  <a:lnTo>
                    <a:pt x="55956" y="16723"/>
                  </a:lnTo>
                  <a:lnTo>
                    <a:pt x="8144" y="41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09"/>
            <p:cNvSpPr/>
            <p:nvPr/>
          </p:nvSpPr>
          <p:spPr>
            <a:xfrm>
              <a:off x="5580961" y="5661215"/>
              <a:ext cx="55185" cy="40648"/>
            </a:xfrm>
            <a:custGeom>
              <a:avLst/>
              <a:pathLst>
                <a:path w="55185" h="40648">
                  <a:moveTo>
                    <a:pt x="0" y="23667"/>
                  </a:moveTo>
                  <a:lnTo>
                    <a:pt x="46682" y="0"/>
                  </a:lnTo>
                  <a:lnTo>
                    <a:pt x="55185" y="16630"/>
                  </a:lnTo>
                  <a:lnTo>
                    <a:pt x="8168" y="40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0"/>
            <p:cNvSpPr/>
            <p:nvPr/>
          </p:nvSpPr>
          <p:spPr>
            <a:xfrm>
              <a:off x="5590748" y="5681482"/>
              <a:ext cx="55929" cy="40885"/>
            </a:xfrm>
            <a:custGeom>
              <a:avLst/>
              <a:pathLst>
                <a:path w="55929" h="40885">
                  <a:moveTo>
                    <a:pt x="0" y="24023"/>
                  </a:moveTo>
                  <a:lnTo>
                    <a:pt x="47195" y="0"/>
                  </a:lnTo>
                  <a:lnTo>
                    <a:pt x="55929" y="17675"/>
                  </a:lnTo>
                  <a:lnTo>
                    <a:pt x="8066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1"/>
            <p:cNvSpPr/>
            <p:nvPr/>
          </p:nvSpPr>
          <p:spPr>
            <a:xfrm>
              <a:off x="5629978" y="5702495"/>
              <a:ext cx="41744" cy="50705"/>
            </a:xfrm>
            <a:custGeom>
              <a:avLst/>
              <a:pathLst>
                <a:path w="41744" h="50705">
                  <a:moveTo>
                    <a:pt x="0" y="8290"/>
                  </a:moveTo>
                  <a:lnTo>
                    <a:pt x="17450" y="0"/>
                  </a:lnTo>
                  <a:lnTo>
                    <a:pt x="41744" y="48822"/>
                  </a:lnTo>
                  <a:lnTo>
                    <a:pt x="19824" y="50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2"/>
            <p:cNvSpPr/>
            <p:nvPr/>
          </p:nvSpPr>
          <p:spPr>
            <a:xfrm>
              <a:off x="5599849" y="5712393"/>
              <a:ext cx="34823" cy="29073"/>
            </a:xfrm>
            <a:custGeom>
              <a:avLst/>
              <a:pathLst>
                <a:path w="34823" h="29073">
                  <a:moveTo>
                    <a:pt x="0" y="12842"/>
                  </a:moveTo>
                  <a:lnTo>
                    <a:pt x="26849" y="0"/>
                  </a:lnTo>
                  <a:lnTo>
                    <a:pt x="34823" y="16156"/>
                  </a:lnTo>
                  <a:lnTo>
                    <a:pt x="7344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3"/>
            <p:cNvSpPr/>
            <p:nvPr/>
          </p:nvSpPr>
          <p:spPr>
            <a:xfrm>
              <a:off x="5462504" y="5465680"/>
              <a:ext cx="60588" cy="82285"/>
            </a:xfrm>
            <a:custGeom>
              <a:avLst/>
              <a:pathLst>
                <a:path w="60588" h="82285">
                  <a:moveTo>
                    <a:pt x="0" y="11429"/>
                  </a:moveTo>
                  <a:lnTo>
                    <a:pt x="18948" y="0"/>
                  </a:lnTo>
                  <a:lnTo>
                    <a:pt x="60588" y="71005"/>
                  </a:lnTo>
                  <a:lnTo>
                    <a:pt x="41287" y="82285"/>
                  </a:lnTo>
                  <a:lnTo>
                    <a:pt x="39460" y="79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4"/>
            <p:cNvSpPr/>
            <p:nvPr/>
          </p:nvSpPr>
          <p:spPr>
            <a:xfrm>
              <a:off x="5544407" y="5446935"/>
              <a:ext cx="27879" cy="27272"/>
            </a:xfrm>
            <a:custGeom>
              <a:avLst/>
              <a:pathLst>
                <a:path w="27879" h="27272">
                  <a:moveTo>
                    <a:pt x="0" y="10964"/>
                  </a:moveTo>
                  <a:lnTo>
                    <a:pt x="19023" y="0"/>
                  </a:lnTo>
                  <a:lnTo>
                    <a:pt x="27879" y="16881"/>
                  </a:lnTo>
                  <a:lnTo>
                    <a:pt x="9355" y="27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5"/>
            <p:cNvSpPr/>
            <p:nvPr/>
          </p:nvSpPr>
          <p:spPr>
            <a:xfrm>
              <a:off x="4649707" y="5693390"/>
              <a:ext cx="35459" cy="35698"/>
            </a:xfrm>
            <a:custGeom>
              <a:avLst/>
              <a:pathLst>
                <a:path w="35459" h="35698">
                  <a:moveTo>
                    <a:pt x="27877" y="23811"/>
                  </a:moveTo>
                  <a:lnTo>
                    <a:pt x="18361" y="35698"/>
                  </a:lnTo>
                  <a:lnTo>
                    <a:pt x="0" y="20915"/>
                  </a:lnTo>
                  <a:lnTo>
                    <a:pt x="9418" y="9548"/>
                  </a:lnTo>
                  <a:lnTo>
                    <a:pt x="17329" y="0"/>
                  </a:lnTo>
                  <a:lnTo>
                    <a:pt x="34487" y="13571"/>
                  </a:lnTo>
                  <a:lnTo>
                    <a:pt x="35459" y="14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6"/>
            <p:cNvSpPr/>
            <p:nvPr/>
          </p:nvSpPr>
          <p:spPr>
            <a:xfrm>
              <a:off x="4736286" y="5727684"/>
              <a:ext cx="42632" cy="41451"/>
            </a:xfrm>
            <a:custGeom>
              <a:avLst/>
              <a:pathLst>
                <a:path w="42632" h="41451">
                  <a:moveTo>
                    <a:pt x="14690" y="0"/>
                  </a:moveTo>
                  <a:lnTo>
                    <a:pt x="42632" y="22808"/>
                  </a:lnTo>
                  <a:lnTo>
                    <a:pt x="28042" y="41451"/>
                  </a:lnTo>
                  <a:lnTo>
                    <a:pt x="0" y="19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17"/>
            <p:cNvSpPr/>
            <p:nvPr/>
          </p:nvSpPr>
          <p:spPr>
            <a:xfrm>
              <a:off x="4587489" y="5701538"/>
              <a:ext cx="52369" cy="59521"/>
            </a:xfrm>
            <a:custGeom>
              <a:avLst/>
              <a:pathLst>
                <a:path w="52369" h="59521">
                  <a:moveTo>
                    <a:pt x="32600" y="0"/>
                  </a:moveTo>
                  <a:lnTo>
                    <a:pt x="52369" y="14688"/>
                  </a:lnTo>
                  <a:lnTo>
                    <a:pt x="17193" y="59521"/>
                  </a:lnTo>
                  <a:lnTo>
                    <a:pt x="0" y="45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18"/>
            <p:cNvSpPr/>
            <p:nvPr/>
          </p:nvSpPr>
          <p:spPr>
            <a:xfrm>
              <a:off x="4847731" y="5702934"/>
              <a:ext cx="56541" cy="44719"/>
            </a:xfrm>
            <a:custGeom>
              <a:avLst/>
              <a:pathLst>
                <a:path w="56541" h="44719">
                  <a:moveTo>
                    <a:pt x="55128" y="38452"/>
                  </a:moveTo>
                  <a:lnTo>
                    <a:pt x="50352" y="44719"/>
                  </a:lnTo>
                  <a:lnTo>
                    <a:pt x="0" y="6165"/>
                  </a:lnTo>
                  <a:lnTo>
                    <a:pt x="4502" y="0"/>
                  </a:lnTo>
                  <a:lnTo>
                    <a:pt x="38071" y="19588"/>
                  </a:lnTo>
                  <a:lnTo>
                    <a:pt x="36191" y="22249"/>
                  </a:lnTo>
                  <a:lnTo>
                    <a:pt x="56541" y="3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19"/>
            <p:cNvSpPr/>
            <p:nvPr/>
          </p:nvSpPr>
          <p:spPr>
            <a:xfrm>
              <a:off x="4779440" y="5705990"/>
              <a:ext cx="45451" cy="39729"/>
            </a:xfrm>
            <a:custGeom>
              <a:avLst/>
              <a:pathLst>
                <a:path w="45451" h="39729">
                  <a:moveTo>
                    <a:pt x="7374" y="0"/>
                  </a:moveTo>
                  <a:lnTo>
                    <a:pt x="45451" y="28950"/>
                  </a:lnTo>
                  <a:lnTo>
                    <a:pt x="38227" y="39729"/>
                  </a:lnTo>
                  <a:lnTo>
                    <a:pt x="0" y="9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0"/>
            <p:cNvSpPr/>
            <p:nvPr/>
          </p:nvSpPr>
          <p:spPr>
            <a:xfrm>
              <a:off x="4803249" y="5625197"/>
              <a:ext cx="32142" cy="16660"/>
            </a:xfrm>
            <a:custGeom>
              <a:avLst/>
              <a:pathLst>
                <a:path w="32142" h="16660">
                  <a:moveTo>
                    <a:pt x="0" y="5297"/>
                  </a:moveTo>
                  <a:lnTo>
                    <a:pt x="2528" y="0"/>
                  </a:lnTo>
                  <a:lnTo>
                    <a:pt x="32142" y="11158"/>
                  </a:lnTo>
                  <a:lnTo>
                    <a:pt x="29954" y="16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1"/>
            <p:cNvSpPr/>
            <p:nvPr/>
          </p:nvSpPr>
          <p:spPr>
            <a:xfrm>
              <a:off x="4730801" y="5611181"/>
              <a:ext cx="64012" cy="32442"/>
            </a:xfrm>
            <a:custGeom>
              <a:avLst/>
              <a:pathLst>
                <a:path w="64012" h="32442">
                  <a:moveTo>
                    <a:pt x="0" y="6264"/>
                  </a:moveTo>
                  <a:lnTo>
                    <a:pt x="2325" y="0"/>
                  </a:lnTo>
                  <a:lnTo>
                    <a:pt x="30573" y="13058"/>
                  </a:lnTo>
                  <a:lnTo>
                    <a:pt x="64012" y="27495"/>
                  </a:lnTo>
                  <a:lnTo>
                    <a:pt x="61585" y="32442"/>
                  </a:lnTo>
                  <a:lnTo>
                    <a:pt x="17097" y="14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2"/>
            <p:cNvSpPr/>
            <p:nvPr/>
          </p:nvSpPr>
          <p:spPr>
            <a:xfrm>
              <a:off x="4729018" y="5620742"/>
              <a:ext cx="61552" cy="32586"/>
            </a:xfrm>
            <a:custGeom>
              <a:avLst/>
              <a:pathLst>
                <a:path w="61552" h="32586">
                  <a:moveTo>
                    <a:pt x="0" y="4897"/>
                  </a:moveTo>
                  <a:lnTo>
                    <a:pt x="1314" y="0"/>
                  </a:lnTo>
                  <a:lnTo>
                    <a:pt x="61552" y="27806"/>
                  </a:lnTo>
                  <a:lnTo>
                    <a:pt x="59354" y="3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3"/>
            <p:cNvSpPr/>
            <p:nvPr/>
          </p:nvSpPr>
          <p:spPr>
            <a:xfrm>
              <a:off x="4872512" y="5782287"/>
              <a:ext cx="23496" cy="21705"/>
            </a:xfrm>
            <a:custGeom>
              <a:avLst/>
              <a:pathLst>
                <a:path w="23496" h="21705">
                  <a:moveTo>
                    <a:pt x="0" y="10135"/>
                  </a:moveTo>
                  <a:lnTo>
                    <a:pt x="8500" y="0"/>
                  </a:lnTo>
                  <a:lnTo>
                    <a:pt x="23496" y="12018"/>
                  </a:lnTo>
                  <a:lnTo>
                    <a:pt x="15210" y="21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4"/>
            <p:cNvSpPr/>
            <p:nvPr/>
          </p:nvSpPr>
          <p:spPr>
            <a:xfrm>
              <a:off x="4715601" y="5752446"/>
              <a:ext cx="46464" cy="44814"/>
            </a:xfrm>
            <a:custGeom>
              <a:avLst/>
              <a:pathLst>
                <a:path w="46464" h="44814">
                  <a:moveTo>
                    <a:pt x="35248" y="35959"/>
                  </a:moveTo>
                  <a:lnTo>
                    <a:pt x="28567" y="44814"/>
                  </a:lnTo>
                  <a:lnTo>
                    <a:pt x="12512" y="32009"/>
                  </a:lnTo>
                  <a:lnTo>
                    <a:pt x="0" y="22029"/>
                  </a:lnTo>
                  <a:lnTo>
                    <a:pt x="18158" y="0"/>
                  </a:lnTo>
                  <a:lnTo>
                    <a:pt x="25521" y="5487"/>
                  </a:lnTo>
                  <a:lnTo>
                    <a:pt x="32498" y="10685"/>
                  </a:lnTo>
                  <a:lnTo>
                    <a:pt x="33282" y="11270"/>
                  </a:lnTo>
                  <a:lnTo>
                    <a:pt x="40720" y="16812"/>
                  </a:lnTo>
                  <a:lnTo>
                    <a:pt x="41455" y="17360"/>
                  </a:lnTo>
                  <a:lnTo>
                    <a:pt x="46464" y="21092"/>
                  </a:lnTo>
                  <a:lnTo>
                    <a:pt x="36657" y="34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5"/>
            <p:cNvSpPr/>
            <p:nvPr/>
          </p:nvSpPr>
          <p:spPr>
            <a:xfrm>
              <a:off x="4671680" y="5711167"/>
              <a:ext cx="37987" cy="38710"/>
            </a:xfrm>
            <a:custGeom>
              <a:avLst/>
              <a:pathLst>
                <a:path w="37987" h="38710">
                  <a:moveTo>
                    <a:pt x="18409" y="0"/>
                  </a:moveTo>
                  <a:lnTo>
                    <a:pt x="37987" y="13620"/>
                  </a:lnTo>
                  <a:lnTo>
                    <a:pt x="19715" y="38710"/>
                  </a:lnTo>
                  <a:lnTo>
                    <a:pt x="0" y="23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6"/>
            <p:cNvSpPr/>
            <p:nvPr/>
          </p:nvSpPr>
          <p:spPr>
            <a:xfrm>
              <a:off x="4829658" y="5725371"/>
              <a:ext cx="55525" cy="47729"/>
            </a:xfrm>
            <a:custGeom>
              <a:avLst/>
              <a:pathLst>
                <a:path w="55525" h="47729">
                  <a:moveTo>
                    <a:pt x="5929" y="0"/>
                  </a:moveTo>
                  <a:lnTo>
                    <a:pt x="55525" y="38504"/>
                  </a:lnTo>
                  <a:lnTo>
                    <a:pt x="49287" y="47729"/>
                  </a:lnTo>
                  <a:lnTo>
                    <a:pt x="0" y="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27"/>
            <p:cNvSpPr/>
            <p:nvPr/>
          </p:nvSpPr>
          <p:spPr>
            <a:xfrm>
              <a:off x="4609667" y="5719691"/>
              <a:ext cx="52985" cy="59625"/>
            </a:xfrm>
            <a:custGeom>
              <a:avLst/>
              <a:pathLst>
                <a:path w="52985" h="59625">
                  <a:moveTo>
                    <a:pt x="34335" y="0"/>
                  </a:moveTo>
                  <a:lnTo>
                    <a:pt x="52985" y="15126"/>
                  </a:lnTo>
                  <a:lnTo>
                    <a:pt x="18493" y="59625"/>
                  </a:lnTo>
                  <a:lnTo>
                    <a:pt x="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28"/>
            <p:cNvSpPr/>
            <p:nvPr/>
          </p:nvSpPr>
          <p:spPr>
            <a:xfrm>
              <a:off x="4892425" y="5754922"/>
              <a:ext cx="50424" cy="48083"/>
            </a:xfrm>
            <a:custGeom>
              <a:avLst/>
              <a:pathLst>
                <a:path w="50424" h="48083">
                  <a:moveTo>
                    <a:pt x="6020" y="0"/>
                  </a:moveTo>
                  <a:lnTo>
                    <a:pt x="50424" y="32726"/>
                  </a:lnTo>
                  <a:lnTo>
                    <a:pt x="49942" y="48083"/>
                  </a:lnTo>
                  <a:lnTo>
                    <a:pt x="0" y="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29"/>
            <p:cNvSpPr/>
            <p:nvPr/>
          </p:nvSpPr>
          <p:spPr>
            <a:xfrm>
              <a:off x="4819722" y="5738661"/>
              <a:ext cx="56930" cy="48414"/>
            </a:xfrm>
            <a:custGeom>
              <a:avLst/>
              <a:pathLst>
                <a:path w="56930" h="48414">
                  <a:moveTo>
                    <a:pt x="6241" y="0"/>
                  </a:moveTo>
                  <a:lnTo>
                    <a:pt x="56930" y="38312"/>
                  </a:lnTo>
                  <a:lnTo>
                    <a:pt x="49104" y="48414"/>
                  </a:lnTo>
                  <a:lnTo>
                    <a:pt x="0" y="9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0"/>
            <p:cNvSpPr/>
            <p:nvPr/>
          </p:nvSpPr>
          <p:spPr>
            <a:xfrm>
              <a:off x="4633595" y="5737713"/>
              <a:ext cx="54107" cy="61549"/>
            </a:xfrm>
            <a:custGeom>
              <a:avLst/>
              <a:pathLst>
                <a:path w="54107" h="61549">
                  <a:moveTo>
                    <a:pt x="19969" y="61549"/>
                  </a:moveTo>
                  <a:lnTo>
                    <a:pt x="0" y="45507"/>
                  </a:lnTo>
                  <a:lnTo>
                    <a:pt x="33626" y="0"/>
                  </a:lnTo>
                  <a:lnTo>
                    <a:pt x="54107" y="16828"/>
                  </a:lnTo>
                  <a:lnTo>
                    <a:pt x="43704" y="31205"/>
                  </a:lnTo>
                  <a:lnTo>
                    <a:pt x="42637" y="30574"/>
                  </a:lnTo>
                  <a:lnTo>
                    <a:pt x="35883" y="39785"/>
                  </a:lnTo>
                  <a:lnTo>
                    <a:pt x="36841" y="4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1"/>
            <p:cNvSpPr/>
            <p:nvPr/>
          </p:nvSpPr>
          <p:spPr>
            <a:xfrm>
              <a:off x="4746687" y="5753170"/>
              <a:ext cx="54881" cy="62755"/>
            </a:xfrm>
            <a:custGeom>
              <a:avLst/>
              <a:pathLst>
                <a:path w="54881" h="62755">
                  <a:moveTo>
                    <a:pt x="35592" y="0"/>
                  </a:moveTo>
                  <a:lnTo>
                    <a:pt x="54881" y="13969"/>
                  </a:lnTo>
                  <a:lnTo>
                    <a:pt x="19414" y="62755"/>
                  </a:lnTo>
                  <a:lnTo>
                    <a:pt x="0" y="47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2"/>
            <p:cNvSpPr/>
            <p:nvPr/>
          </p:nvSpPr>
          <p:spPr>
            <a:xfrm>
              <a:off x="4695705" y="5593987"/>
              <a:ext cx="34315" cy="22385"/>
            </a:xfrm>
            <a:custGeom>
              <a:avLst/>
              <a:pathLst>
                <a:path w="34315" h="22385">
                  <a:moveTo>
                    <a:pt x="0" y="4946"/>
                  </a:moveTo>
                  <a:lnTo>
                    <a:pt x="3780" y="0"/>
                  </a:lnTo>
                  <a:lnTo>
                    <a:pt x="34315" y="16694"/>
                  </a:lnTo>
                  <a:lnTo>
                    <a:pt x="32306" y="22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3"/>
            <p:cNvSpPr/>
            <p:nvPr/>
          </p:nvSpPr>
          <p:spPr>
            <a:xfrm>
              <a:off x="4690996" y="5601711"/>
              <a:ext cx="36351" cy="22793"/>
            </a:xfrm>
            <a:custGeom>
              <a:avLst/>
              <a:pathLst>
                <a:path w="36351" h="22793">
                  <a:moveTo>
                    <a:pt x="0" y="3708"/>
                  </a:moveTo>
                  <a:lnTo>
                    <a:pt x="2546" y="0"/>
                  </a:lnTo>
                  <a:lnTo>
                    <a:pt x="36351" y="19023"/>
                  </a:lnTo>
                  <a:lnTo>
                    <a:pt x="35340" y="22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4"/>
            <p:cNvSpPr/>
            <p:nvPr/>
          </p:nvSpPr>
          <p:spPr>
            <a:xfrm>
              <a:off x="4752761" y="5612988"/>
              <a:ext cx="44660" cy="24428"/>
            </a:xfrm>
            <a:custGeom>
              <a:avLst/>
              <a:pathLst>
                <a:path w="44660" h="24428">
                  <a:moveTo>
                    <a:pt x="2542" y="0"/>
                  </a:moveTo>
                  <a:lnTo>
                    <a:pt x="44660" y="19231"/>
                  </a:lnTo>
                  <a:lnTo>
                    <a:pt x="42574" y="24428"/>
                  </a:lnTo>
                  <a:lnTo>
                    <a:pt x="0" y="5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5"/>
            <p:cNvSpPr/>
            <p:nvPr/>
          </p:nvSpPr>
          <p:spPr>
            <a:xfrm>
              <a:off x="4791165" y="5770252"/>
              <a:ext cx="60677" cy="56324"/>
            </a:xfrm>
            <a:custGeom>
              <a:avLst/>
              <a:pathLst>
                <a:path w="60677" h="56324">
                  <a:moveTo>
                    <a:pt x="13653" y="0"/>
                  </a:moveTo>
                  <a:lnTo>
                    <a:pt x="60677" y="38769"/>
                  </a:lnTo>
                  <a:lnTo>
                    <a:pt x="47131" y="56324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6"/>
            <p:cNvSpPr/>
            <p:nvPr/>
          </p:nvSpPr>
          <p:spPr>
            <a:xfrm>
              <a:off x="4674615" y="5760215"/>
              <a:ext cx="47585" cy="45326"/>
            </a:xfrm>
            <a:custGeom>
              <a:avLst/>
              <a:pathLst>
                <a:path w="47585" h="45326">
                  <a:moveTo>
                    <a:pt x="14207" y="0"/>
                  </a:moveTo>
                  <a:lnTo>
                    <a:pt x="47585" y="25985"/>
                  </a:lnTo>
                  <a:lnTo>
                    <a:pt x="32294" y="45326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37"/>
            <p:cNvSpPr/>
            <p:nvPr/>
          </p:nvSpPr>
          <p:spPr>
            <a:xfrm>
              <a:off x="4734438" y="5794537"/>
              <a:ext cx="246011" cy="229292"/>
            </a:xfrm>
            <a:custGeom>
              <a:avLst/>
              <a:pathLst>
                <a:path w="246011" h="229292">
                  <a:moveTo>
                    <a:pt x="166949" y="86872"/>
                  </a:moveTo>
                  <a:lnTo>
                    <a:pt x="170445" y="88285"/>
                  </a:lnTo>
                  <a:lnTo>
                    <a:pt x="175609" y="92734"/>
                  </a:lnTo>
                  <a:lnTo>
                    <a:pt x="176106" y="91745"/>
                  </a:lnTo>
                  <a:lnTo>
                    <a:pt x="178959" y="86076"/>
                  </a:lnTo>
                  <a:lnTo>
                    <a:pt x="180408" y="86009"/>
                  </a:lnTo>
                  <a:lnTo>
                    <a:pt x="190161" y="89705"/>
                  </a:lnTo>
                  <a:lnTo>
                    <a:pt x="198107" y="91799"/>
                  </a:lnTo>
                  <a:lnTo>
                    <a:pt x="195817" y="104423"/>
                  </a:lnTo>
                  <a:lnTo>
                    <a:pt x="215706" y="142984"/>
                  </a:lnTo>
                  <a:lnTo>
                    <a:pt x="246011" y="169016"/>
                  </a:lnTo>
                  <a:lnTo>
                    <a:pt x="244032" y="175223"/>
                  </a:lnTo>
                  <a:lnTo>
                    <a:pt x="238578" y="182178"/>
                  </a:lnTo>
                  <a:lnTo>
                    <a:pt x="231180" y="188641"/>
                  </a:lnTo>
                  <a:lnTo>
                    <a:pt x="224607" y="194091"/>
                  </a:lnTo>
                  <a:lnTo>
                    <a:pt x="223930" y="194727"/>
                  </a:lnTo>
                  <a:lnTo>
                    <a:pt x="217328" y="204144"/>
                  </a:lnTo>
                  <a:lnTo>
                    <a:pt x="216781" y="205332"/>
                  </a:lnTo>
                  <a:lnTo>
                    <a:pt x="209071" y="217663"/>
                  </a:lnTo>
                  <a:lnTo>
                    <a:pt x="201943" y="229292"/>
                  </a:lnTo>
                  <a:lnTo>
                    <a:pt x="98970" y="153313"/>
                  </a:lnTo>
                  <a:lnTo>
                    <a:pt x="0" y="75333"/>
                  </a:lnTo>
                  <a:lnTo>
                    <a:pt x="53625" y="0"/>
                  </a:lnTo>
                  <a:lnTo>
                    <a:pt x="118420" y="47405"/>
                  </a:lnTo>
                  <a:lnTo>
                    <a:pt x="122977" y="55704"/>
                  </a:lnTo>
                  <a:lnTo>
                    <a:pt x="124314" y="60293"/>
                  </a:lnTo>
                  <a:lnTo>
                    <a:pt x="131779" y="67562"/>
                  </a:lnTo>
                  <a:lnTo>
                    <a:pt x="145264" y="75446"/>
                  </a:lnTo>
                  <a:lnTo>
                    <a:pt x="154294" y="82591"/>
                  </a:lnTo>
                  <a:lnTo>
                    <a:pt x="157219" y="83724"/>
                  </a:lnTo>
                  <a:lnTo>
                    <a:pt x="162800" y="85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38"/>
            <p:cNvSpPr/>
            <p:nvPr/>
          </p:nvSpPr>
          <p:spPr>
            <a:xfrm>
              <a:off x="4657994" y="5783993"/>
              <a:ext cx="46387" cy="44585"/>
            </a:xfrm>
            <a:custGeom>
              <a:avLst/>
              <a:pathLst>
                <a:path w="46387" h="44585">
                  <a:moveTo>
                    <a:pt x="46387" y="25614"/>
                  </a:moveTo>
                  <a:lnTo>
                    <a:pt x="31939" y="44585"/>
                  </a:lnTo>
                  <a:lnTo>
                    <a:pt x="0" y="19070"/>
                  </a:lnTo>
                  <a:lnTo>
                    <a:pt x="145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39"/>
            <p:cNvSpPr/>
            <p:nvPr/>
          </p:nvSpPr>
          <p:spPr>
            <a:xfrm>
              <a:off x="4710464" y="5790143"/>
              <a:ext cx="52960" cy="48844"/>
            </a:xfrm>
            <a:custGeom>
              <a:avLst/>
              <a:pathLst>
                <a:path w="52960" h="48844">
                  <a:moveTo>
                    <a:pt x="14144" y="0"/>
                  </a:moveTo>
                  <a:lnTo>
                    <a:pt x="52960" y="30056"/>
                  </a:lnTo>
                  <a:lnTo>
                    <a:pt x="39042" y="48844"/>
                  </a:lnTo>
                  <a:lnTo>
                    <a:pt x="0" y="1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0"/>
            <p:cNvSpPr/>
            <p:nvPr/>
          </p:nvSpPr>
          <p:spPr>
            <a:xfrm>
              <a:off x="4882440" y="5824526"/>
              <a:ext cx="54815" cy="28490"/>
            </a:xfrm>
            <a:custGeom>
              <a:avLst/>
              <a:pathLst>
                <a:path w="54815" h="28490">
                  <a:moveTo>
                    <a:pt x="0" y="18199"/>
                  </a:moveTo>
                  <a:lnTo>
                    <a:pt x="4846" y="0"/>
                  </a:lnTo>
                  <a:lnTo>
                    <a:pt x="54815" y="9008"/>
                  </a:lnTo>
                  <a:lnTo>
                    <a:pt x="51460" y="28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1"/>
            <p:cNvSpPr/>
            <p:nvPr/>
          </p:nvSpPr>
          <p:spPr>
            <a:xfrm>
              <a:off x="4909377" y="5727699"/>
              <a:ext cx="37083" cy="33932"/>
            </a:xfrm>
            <a:custGeom>
              <a:avLst/>
              <a:pathLst>
                <a:path w="37083" h="33932">
                  <a:moveTo>
                    <a:pt x="0" y="9047"/>
                  </a:moveTo>
                  <a:lnTo>
                    <a:pt x="6276" y="0"/>
                  </a:lnTo>
                  <a:lnTo>
                    <a:pt x="37083" y="21736"/>
                  </a:lnTo>
                  <a:lnTo>
                    <a:pt x="33760" y="33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2"/>
            <p:cNvSpPr/>
            <p:nvPr/>
          </p:nvSpPr>
          <p:spPr>
            <a:xfrm>
              <a:off x="4901696" y="5742480"/>
              <a:ext cx="44901" cy="43087"/>
            </a:xfrm>
            <a:custGeom>
              <a:avLst/>
              <a:pathLst>
                <a:path w="44901" h="43087">
                  <a:moveTo>
                    <a:pt x="6260" y="0"/>
                  </a:moveTo>
                  <a:lnTo>
                    <a:pt x="25975" y="14348"/>
                  </a:lnTo>
                  <a:lnTo>
                    <a:pt x="44692" y="26690"/>
                  </a:lnTo>
                  <a:lnTo>
                    <a:pt x="44901" y="43087"/>
                  </a:lnTo>
                  <a:lnTo>
                    <a:pt x="0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3"/>
            <p:cNvSpPr/>
            <p:nvPr/>
          </p:nvSpPr>
          <p:spPr>
            <a:xfrm>
              <a:off x="4701313" y="5587692"/>
              <a:ext cx="34727" cy="20914"/>
            </a:xfrm>
            <a:custGeom>
              <a:avLst/>
              <a:pathLst>
                <a:path w="34727" h="20914">
                  <a:moveTo>
                    <a:pt x="0" y="5050"/>
                  </a:moveTo>
                  <a:lnTo>
                    <a:pt x="3337" y="0"/>
                  </a:lnTo>
                  <a:lnTo>
                    <a:pt x="34727" y="16865"/>
                  </a:lnTo>
                  <a:lnTo>
                    <a:pt x="29801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4"/>
            <p:cNvSpPr/>
            <p:nvPr/>
          </p:nvSpPr>
          <p:spPr>
            <a:xfrm>
              <a:off x="4855221" y="5823097"/>
              <a:ext cx="24498" cy="21016"/>
            </a:xfrm>
            <a:custGeom>
              <a:avLst/>
              <a:pathLst>
                <a:path w="24498" h="21016">
                  <a:moveTo>
                    <a:pt x="0" y="16950"/>
                  </a:moveTo>
                  <a:lnTo>
                    <a:pt x="11823" y="0"/>
                  </a:lnTo>
                  <a:lnTo>
                    <a:pt x="24498" y="790"/>
                  </a:lnTo>
                  <a:lnTo>
                    <a:pt x="16215" y="14588"/>
                  </a:lnTo>
                  <a:lnTo>
                    <a:pt x="13036" y="13602"/>
                  </a:lnTo>
                  <a:lnTo>
                    <a:pt x="7464" y="21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5"/>
            <p:cNvSpPr/>
            <p:nvPr/>
          </p:nvSpPr>
          <p:spPr>
            <a:xfrm>
              <a:off x="4842771" y="5796591"/>
              <a:ext cx="94969" cy="40746"/>
            </a:xfrm>
            <a:custGeom>
              <a:avLst/>
              <a:pathLst>
                <a:path w="94969" h="40746">
                  <a:moveTo>
                    <a:pt x="62497" y="13708"/>
                  </a:moveTo>
                  <a:lnTo>
                    <a:pt x="75398" y="16187"/>
                  </a:lnTo>
                  <a:lnTo>
                    <a:pt x="78451" y="16795"/>
                  </a:lnTo>
                  <a:lnTo>
                    <a:pt x="94969" y="20082"/>
                  </a:lnTo>
                  <a:lnTo>
                    <a:pt x="94722" y="21673"/>
                  </a:lnTo>
                  <a:lnTo>
                    <a:pt x="93046" y="32435"/>
                  </a:lnTo>
                  <a:lnTo>
                    <a:pt x="90057" y="32075"/>
                  </a:lnTo>
                  <a:lnTo>
                    <a:pt x="59130" y="25854"/>
                  </a:lnTo>
                  <a:lnTo>
                    <a:pt x="48907" y="24170"/>
                  </a:lnTo>
                  <a:lnTo>
                    <a:pt x="40248" y="22847"/>
                  </a:lnTo>
                  <a:lnTo>
                    <a:pt x="33994" y="22847"/>
                  </a:lnTo>
                  <a:lnTo>
                    <a:pt x="24012" y="22727"/>
                  </a:lnTo>
                  <a:lnTo>
                    <a:pt x="22804" y="24115"/>
                  </a:lnTo>
                  <a:lnTo>
                    <a:pt x="9921" y="40746"/>
                  </a:lnTo>
                  <a:lnTo>
                    <a:pt x="0" y="33157"/>
                  </a:lnTo>
                  <a:lnTo>
                    <a:pt x="21805" y="4265"/>
                  </a:lnTo>
                  <a:lnTo>
                    <a:pt x="24322" y="1418"/>
                  </a:lnTo>
                  <a:lnTo>
                    <a:pt x="25575" y="0"/>
                  </a:lnTo>
                  <a:lnTo>
                    <a:pt x="36330" y="8563"/>
                  </a:lnTo>
                  <a:lnTo>
                    <a:pt x="39573" y="10419"/>
                  </a:lnTo>
                  <a:lnTo>
                    <a:pt x="48546" y="1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6"/>
            <p:cNvSpPr/>
            <p:nvPr/>
          </p:nvSpPr>
          <p:spPr>
            <a:xfrm>
              <a:off x="4871314" y="5661758"/>
              <a:ext cx="18859" cy="14968"/>
            </a:xfrm>
            <a:custGeom>
              <a:avLst/>
              <a:pathLst>
                <a:path w="18859" h="14968">
                  <a:moveTo>
                    <a:pt x="4515" y="0"/>
                  </a:moveTo>
                  <a:lnTo>
                    <a:pt x="18859" y="5944"/>
                  </a:lnTo>
                  <a:lnTo>
                    <a:pt x="14962" y="14968"/>
                  </a:lnTo>
                  <a:lnTo>
                    <a:pt x="0" y="9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47"/>
            <p:cNvSpPr/>
            <p:nvPr/>
          </p:nvSpPr>
          <p:spPr>
            <a:xfrm>
              <a:off x="4675338" y="5616365"/>
              <a:ext cx="48309" cy="34279"/>
            </a:xfrm>
            <a:custGeom>
              <a:avLst/>
              <a:pathLst>
                <a:path w="48309" h="34279">
                  <a:moveTo>
                    <a:pt x="8025" y="0"/>
                  </a:moveTo>
                  <a:lnTo>
                    <a:pt x="48309" y="20943"/>
                  </a:lnTo>
                  <a:lnTo>
                    <a:pt x="41140" y="34279"/>
                  </a:lnTo>
                  <a:lnTo>
                    <a:pt x="0" y="1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48"/>
            <p:cNvSpPr/>
            <p:nvPr/>
          </p:nvSpPr>
          <p:spPr>
            <a:xfrm>
              <a:off x="4811407" y="5602215"/>
              <a:ext cx="35006" cy="22972"/>
            </a:xfrm>
            <a:custGeom>
              <a:avLst/>
              <a:pathLst>
                <a:path w="35006" h="22972">
                  <a:moveTo>
                    <a:pt x="5757" y="0"/>
                  </a:moveTo>
                  <a:lnTo>
                    <a:pt x="35006" y="10073"/>
                  </a:lnTo>
                  <a:lnTo>
                    <a:pt x="29316" y="22972"/>
                  </a:lnTo>
                  <a:lnTo>
                    <a:pt x="0" y="1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49"/>
            <p:cNvSpPr/>
            <p:nvPr/>
          </p:nvSpPr>
          <p:spPr>
            <a:xfrm>
              <a:off x="4686166" y="5607618"/>
              <a:ext cx="43295" cy="25781"/>
            </a:xfrm>
            <a:custGeom>
              <a:avLst/>
              <a:pathLst>
                <a:path w="43295" h="25781">
                  <a:moveTo>
                    <a:pt x="3366" y="0"/>
                  </a:moveTo>
                  <a:lnTo>
                    <a:pt x="43295" y="20473"/>
                  </a:lnTo>
                  <a:lnTo>
                    <a:pt x="40261" y="25781"/>
                  </a:lnTo>
                  <a:lnTo>
                    <a:pt x="0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0"/>
            <p:cNvSpPr/>
            <p:nvPr/>
          </p:nvSpPr>
          <p:spPr>
            <a:xfrm>
              <a:off x="4807198" y="5616771"/>
              <a:ext cx="31339" cy="17469"/>
            </a:xfrm>
            <a:custGeom>
              <a:avLst/>
              <a:pathLst>
                <a:path w="31339" h="17469">
                  <a:moveTo>
                    <a:pt x="0" y="5543"/>
                  </a:moveTo>
                  <a:lnTo>
                    <a:pt x="2648" y="0"/>
                  </a:lnTo>
                  <a:lnTo>
                    <a:pt x="31339" y="11958"/>
                  </a:lnTo>
                  <a:lnTo>
                    <a:pt x="28655" y="1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1"/>
            <p:cNvSpPr/>
            <p:nvPr/>
          </p:nvSpPr>
          <p:spPr>
            <a:xfrm>
              <a:off x="4729007" y="5630162"/>
              <a:ext cx="58492" cy="29915"/>
            </a:xfrm>
            <a:custGeom>
              <a:avLst/>
              <a:pathLst>
                <a:path w="58492" h="29915">
                  <a:moveTo>
                    <a:pt x="2589" y="0"/>
                  </a:moveTo>
                  <a:lnTo>
                    <a:pt x="58492" y="24754"/>
                  </a:lnTo>
                  <a:lnTo>
                    <a:pt x="56409" y="29915"/>
                  </a:lnTo>
                  <a:lnTo>
                    <a:pt x="32352" y="18958"/>
                  </a:lnTo>
                  <a:lnTo>
                    <a:pt x="0" y="4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2"/>
            <p:cNvSpPr/>
            <p:nvPr/>
          </p:nvSpPr>
          <p:spPr>
            <a:xfrm>
              <a:off x="4718153" y="5561762"/>
              <a:ext cx="38388" cy="26948"/>
            </a:xfrm>
            <a:custGeom>
              <a:avLst/>
              <a:pathLst>
                <a:path w="38388" h="26948">
                  <a:moveTo>
                    <a:pt x="0" y="9890"/>
                  </a:moveTo>
                  <a:lnTo>
                    <a:pt x="7527" y="0"/>
                  </a:lnTo>
                  <a:lnTo>
                    <a:pt x="38388" y="15692"/>
                  </a:lnTo>
                  <a:lnTo>
                    <a:pt x="30274" y="26948"/>
                  </a:lnTo>
                  <a:lnTo>
                    <a:pt x="17896" y="20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3"/>
            <p:cNvSpPr/>
            <p:nvPr/>
          </p:nvSpPr>
          <p:spPr>
            <a:xfrm>
              <a:off x="4707455" y="5575074"/>
              <a:ext cx="38416" cy="27237"/>
            </a:xfrm>
            <a:custGeom>
              <a:avLst/>
              <a:pathLst>
                <a:path w="38416" h="27237">
                  <a:moveTo>
                    <a:pt x="0" y="9608"/>
                  </a:moveTo>
                  <a:lnTo>
                    <a:pt x="7513" y="0"/>
                  </a:lnTo>
                  <a:lnTo>
                    <a:pt x="38416" y="17849"/>
                  </a:lnTo>
                  <a:lnTo>
                    <a:pt x="31218" y="2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4"/>
            <p:cNvSpPr/>
            <p:nvPr/>
          </p:nvSpPr>
          <p:spPr>
            <a:xfrm>
              <a:off x="4753971" y="5579339"/>
              <a:ext cx="60118" cy="33965"/>
            </a:xfrm>
            <a:custGeom>
              <a:avLst/>
              <a:pathLst>
                <a:path w="60118" h="33965">
                  <a:moveTo>
                    <a:pt x="6933" y="0"/>
                  </a:moveTo>
                  <a:lnTo>
                    <a:pt x="60118" y="20992"/>
                  </a:lnTo>
                  <a:lnTo>
                    <a:pt x="53428" y="33965"/>
                  </a:lnTo>
                  <a:lnTo>
                    <a:pt x="0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5"/>
            <p:cNvSpPr/>
            <p:nvPr/>
          </p:nvSpPr>
          <p:spPr>
            <a:xfrm>
              <a:off x="4742977" y="5592624"/>
              <a:ext cx="63214" cy="36134"/>
            </a:xfrm>
            <a:custGeom>
              <a:avLst/>
              <a:pathLst>
                <a:path w="63214" h="36134">
                  <a:moveTo>
                    <a:pt x="63214" y="22687"/>
                  </a:moveTo>
                  <a:lnTo>
                    <a:pt x="56690" y="36134"/>
                  </a:lnTo>
                  <a:lnTo>
                    <a:pt x="0" y="11792"/>
                  </a:lnTo>
                  <a:lnTo>
                    <a:pt x="79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6"/>
            <p:cNvSpPr/>
            <p:nvPr/>
          </p:nvSpPr>
          <p:spPr>
            <a:xfrm>
              <a:off x="4915435" y="5711957"/>
              <a:ext cx="33716" cy="28413"/>
            </a:xfrm>
            <a:custGeom>
              <a:avLst/>
              <a:pathLst>
                <a:path w="33716" h="28413">
                  <a:moveTo>
                    <a:pt x="13755" y="5125"/>
                  </a:moveTo>
                  <a:lnTo>
                    <a:pt x="14318" y="5447"/>
                  </a:lnTo>
                  <a:lnTo>
                    <a:pt x="33716" y="17335"/>
                  </a:lnTo>
                  <a:lnTo>
                    <a:pt x="31138" y="28413"/>
                  </a:lnTo>
                  <a:lnTo>
                    <a:pt x="28607" y="28066"/>
                  </a:lnTo>
                  <a:lnTo>
                    <a:pt x="23526" y="25811"/>
                  </a:lnTo>
                  <a:lnTo>
                    <a:pt x="14806" y="20285"/>
                  </a:lnTo>
                  <a:lnTo>
                    <a:pt x="8070" y="15662"/>
                  </a:lnTo>
                  <a:lnTo>
                    <a:pt x="6006" y="13959"/>
                  </a:lnTo>
                  <a:lnTo>
                    <a:pt x="3405" y="11468"/>
                  </a:lnTo>
                  <a:lnTo>
                    <a:pt x="0" y="8207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57"/>
            <p:cNvSpPr/>
            <p:nvPr/>
          </p:nvSpPr>
          <p:spPr>
            <a:xfrm>
              <a:off x="4837996" y="5712559"/>
              <a:ext cx="55890" cy="47602"/>
            </a:xfrm>
            <a:custGeom>
              <a:avLst/>
              <a:pathLst>
                <a:path w="55890" h="47602">
                  <a:moveTo>
                    <a:pt x="6309" y="0"/>
                  </a:moveTo>
                  <a:lnTo>
                    <a:pt x="55890" y="39864"/>
                  </a:lnTo>
                  <a:lnTo>
                    <a:pt x="49681" y="47602"/>
                  </a:lnTo>
                  <a:lnTo>
                    <a:pt x="0" y="9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58"/>
            <p:cNvSpPr/>
            <p:nvPr/>
          </p:nvSpPr>
          <p:spPr>
            <a:xfrm>
              <a:off x="4767471" y="5720773"/>
              <a:ext cx="46584" cy="43410"/>
            </a:xfrm>
            <a:custGeom>
              <a:avLst/>
              <a:pathLst>
                <a:path w="46584" h="43410">
                  <a:moveTo>
                    <a:pt x="10464" y="0"/>
                  </a:moveTo>
                  <a:lnTo>
                    <a:pt x="46584" y="30027"/>
                  </a:lnTo>
                  <a:lnTo>
                    <a:pt x="37348" y="43410"/>
                  </a:lnTo>
                  <a:lnTo>
                    <a:pt x="0" y="14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59"/>
            <p:cNvSpPr/>
            <p:nvPr/>
          </p:nvSpPr>
          <p:spPr>
            <a:xfrm>
              <a:off x="4692513" y="5812194"/>
              <a:ext cx="54384" cy="50749"/>
            </a:xfrm>
            <a:custGeom>
              <a:avLst/>
              <a:pathLst>
                <a:path w="54384" h="50749">
                  <a:moveTo>
                    <a:pt x="14035" y="0"/>
                  </a:moveTo>
                  <a:lnTo>
                    <a:pt x="54384" y="31679"/>
                  </a:lnTo>
                  <a:lnTo>
                    <a:pt x="40875" y="50749"/>
                  </a:lnTo>
                  <a:lnTo>
                    <a:pt x="0" y="1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0"/>
            <p:cNvSpPr/>
            <p:nvPr/>
          </p:nvSpPr>
          <p:spPr>
            <a:xfrm>
              <a:off x="4795611" y="5634180"/>
              <a:ext cx="35468" cy="22950"/>
            </a:xfrm>
            <a:custGeom>
              <a:avLst/>
              <a:pathLst>
                <a:path w="35468" h="22950">
                  <a:moveTo>
                    <a:pt x="5357" y="0"/>
                  </a:moveTo>
                  <a:lnTo>
                    <a:pt x="35468" y="11811"/>
                  </a:lnTo>
                  <a:lnTo>
                    <a:pt x="30287" y="22950"/>
                  </a:lnTo>
                  <a:lnTo>
                    <a:pt x="0" y="1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1"/>
            <p:cNvSpPr/>
            <p:nvPr/>
          </p:nvSpPr>
          <p:spPr>
            <a:xfrm>
              <a:off x="4835665" y="5629898"/>
              <a:ext cx="44640" cy="26490"/>
            </a:xfrm>
            <a:custGeom>
              <a:avLst/>
              <a:pathLst>
                <a:path w="44640" h="26490">
                  <a:moveTo>
                    <a:pt x="4719" y="0"/>
                  </a:moveTo>
                  <a:lnTo>
                    <a:pt x="44640" y="13421"/>
                  </a:lnTo>
                  <a:lnTo>
                    <a:pt x="38771" y="26490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2"/>
            <p:cNvSpPr/>
            <p:nvPr/>
          </p:nvSpPr>
          <p:spPr>
            <a:xfrm>
              <a:off x="4828597" y="5647723"/>
              <a:ext cx="44067" cy="23800"/>
            </a:xfrm>
            <a:custGeom>
              <a:avLst/>
              <a:pathLst>
                <a:path w="44067" h="23800">
                  <a:moveTo>
                    <a:pt x="4623" y="0"/>
                  </a:moveTo>
                  <a:lnTo>
                    <a:pt x="44067" y="14043"/>
                  </a:lnTo>
                  <a:lnTo>
                    <a:pt x="39082" y="23800"/>
                  </a:lnTo>
                  <a:lnTo>
                    <a:pt x="0" y="9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3"/>
            <p:cNvSpPr/>
            <p:nvPr/>
          </p:nvSpPr>
          <p:spPr>
            <a:xfrm>
              <a:off x="4646227" y="5659070"/>
              <a:ext cx="29265" cy="24268"/>
            </a:xfrm>
            <a:custGeom>
              <a:avLst/>
              <a:pathLst>
                <a:path w="29265" h="24268">
                  <a:moveTo>
                    <a:pt x="11542" y="394"/>
                  </a:moveTo>
                  <a:lnTo>
                    <a:pt x="16550" y="0"/>
                  </a:lnTo>
                  <a:lnTo>
                    <a:pt x="21752" y="591"/>
                  </a:lnTo>
                  <a:lnTo>
                    <a:pt x="15106" y="8475"/>
                  </a:lnTo>
                  <a:lnTo>
                    <a:pt x="20114" y="12220"/>
                  </a:lnTo>
                  <a:lnTo>
                    <a:pt x="24256" y="6898"/>
                  </a:lnTo>
                  <a:lnTo>
                    <a:pt x="29265" y="10348"/>
                  </a:lnTo>
                  <a:lnTo>
                    <a:pt x="18358" y="24268"/>
                  </a:lnTo>
                  <a:lnTo>
                    <a:pt x="0" y="10154"/>
                  </a:lnTo>
                  <a:lnTo>
                    <a:pt x="7689" y="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4"/>
            <p:cNvSpPr/>
            <p:nvPr/>
          </p:nvSpPr>
          <p:spPr>
            <a:xfrm>
              <a:off x="4742971" y="5681134"/>
              <a:ext cx="50164" cy="33017"/>
            </a:xfrm>
            <a:custGeom>
              <a:avLst/>
              <a:pathLst>
                <a:path w="50164" h="33017">
                  <a:moveTo>
                    <a:pt x="5745" y="0"/>
                  </a:moveTo>
                  <a:lnTo>
                    <a:pt x="30769" y="13218"/>
                  </a:lnTo>
                  <a:lnTo>
                    <a:pt x="33466" y="10656"/>
                  </a:lnTo>
                  <a:lnTo>
                    <a:pt x="40682" y="8995"/>
                  </a:lnTo>
                  <a:lnTo>
                    <a:pt x="50164" y="11921"/>
                  </a:lnTo>
                  <a:lnTo>
                    <a:pt x="34060" y="33017"/>
                  </a:lnTo>
                  <a:lnTo>
                    <a:pt x="0" y="7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5"/>
            <p:cNvSpPr/>
            <p:nvPr/>
          </p:nvSpPr>
          <p:spPr>
            <a:xfrm>
              <a:off x="4669041" y="5673124"/>
              <a:ext cx="38172" cy="28939"/>
            </a:xfrm>
            <a:custGeom>
              <a:avLst/>
              <a:pathLst>
                <a:path w="38172" h="28939">
                  <a:moveTo>
                    <a:pt x="10600" y="0"/>
                  </a:moveTo>
                  <a:lnTo>
                    <a:pt x="29021" y="5913"/>
                  </a:lnTo>
                  <a:lnTo>
                    <a:pt x="31791" y="1847"/>
                  </a:lnTo>
                  <a:lnTo>
                    <a:pt x="38172" y="5666"/>
                  </a:lnTo>
                  <a:lnTo>
                    <a:pt x="19625" y="28939"/>
                  </a:lnTo>
                  <a:lnTo>
                    <a:pt x="0" y="13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6"/>
            <p:cNvSpPr/>
            <p:nvPr/>
          </p:nvSpPr>
          <p:spPr>
            <a:xfrm>
              <a:off x="4731918" y="5699683"/>
              <a:ext cx="39347" cy="33012"/>
            </a:xfrm>
            <a:custGeom>
              <a:avLst/>
              <a:pathLst>
                <a:path w="39347" h="33012">
                  <a:moveTo>
                    <a:pt x="5129" y="0"/>
                  </a:moveTo>
                  <a:lnTo>
                    <a:pt x="39347" y="23948"/>
                  </a:lnTo>
                  <a:lnTo>
                    <a:pt x="33241" y="33012"/>
                  </a:lnTo>
                  <a:lnTo>
                    <a:pt x="0" y="6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67"/>
            <p:cNvSpPr/>
            <p:nvPr/>
          </p:nvSpPr>
          <p:spPr>
            <a:xfrm>
              <a:off x="4694100" y="5678314"/>
              <a:ext cx="40816" cy="42459"/>
            </a:xfrm>
            <a:custGeom>
              <a:avLst/>
              <a:pathLst>
                <a:path w="40816" h="42459">
                  <a:moveTo>
                    <a:pt x="20408" y="0"/>
                  </a:moveTo>
                  <a:lnTo>
                    <a:pt x="40816" y="13859"/>
                  </a:lnTo>
                  <a:lnTo>
                    <a:pt x="18667" y="42459"/>
                  </a:lnTo>
                  <a:lnTo>
                    <a:pt x="0" y="27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68"/>
            <p:cNvSpPr/>
            <p:nvPr/>
          </p:nvSpPr>
          <p:spPr>
            <a:xfrm>
              <a:off x="4800209" y="5685944"/>
              <a:ext cx="41823" cy="32903"/>
            </a:xfrm>
            <a:custGeom>
              <a:avLst/>
              <a:pathLst>
                <a:path w="41823" h="32903">
                  <a:moveTo>
                    <a:pt x="5359" y="0"/>
                  </a:moveTo>
                  <a:lnTo>
                    <a:pt x="41823" y="23290"/>
                  </a:lnTo>
                  <a:lnTo>
                    <a:pt x="34790" y="32903"/>
                  </a:lnTo>
                  <a:lnTo>
                    <a:pt x="0" y="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69"/>
            <p:cNvSpPr/>
            <p:nvPr/>
          </p:nvSpPr>
          <p:spPr>
            <a:xfrm>
              <a:off x="4624498" y="5673650"/>
              <a:ext cx="36602" cy="38032"/>
            </a:xfrm>
            <a:custGeom>
              <a:avLst/>
              <a:pathLst>
                <a:path w="36602" h="38032">
                  <a:moveTo>
                    <a:pt x="17108" y="0"/>
                  </a:moveTo>
                  <a:lnTo>
                    <a:pt x="36602" y="15735"/>
                  </a:lnTo>
                  <a:lnTo>
                    <a:pt x="19264" y="38032"/>
                  </a:lnTo>
                  <a:lnTo>
                    <a:pt x="0" y="2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0"/>
            <p:cNvSpPr/>
            <p:nvPr/>
          </p:nvSpPr>
          <p:spPr>
            <a:xfrm>
              <a:off x="4887700" y="5713317"/>
              <a:ext cx="24631" cy="21031"/>
            </a:xfrm>
            <a:custGeom>
              <a:avLst/>
              <a:pathLst>
                <a:path w="24631" h="21031">
                  <a:moveTo>
                    <a:pt x="18812" y="21031"/>
                  </a:moveTo>
                  <a:lnTo>
                    <a:pt x="0" y="7067"/>
                  </a:lnTo>
                  <a:lnTo>
                    <a:pt x="5508" y="0"/>
                  </a:lnTo>
                  <a:lnTo>
                    <a:pt x="24631" y="1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1"/>
            <p:cNvSpPr/>
            <p:nvPr/>
          </p:nvSpPr>
          <p:spPr>
            <a:xfrm>
              <a:off x="4692582" y="5710437"/>
              <a:ext cx="55866" cy="61719"/>
            </a:xfrm>
            <a:custGeom>
              <a:avLst/>
              <a:pathLst>
                <a:path w="55866" h="61719">
                  <a:moveTo>
                    <a:pt x="35277" y="0"/>
                  </a:moveTo>
                  <a:lnTo>
                    <a:pt x="55866" y="14783"/>
                  </a:lnTo>
                  <a:lnTo>
                    <a:pt x="18421" y="61719"/>
                  </a:lnTo>
                  <a:lnTo>
                    <a:pt x="0" y="4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2"/>
            <p:cNvSpPr/>
            <p:nvPr/>
          </p:nvSpPr>
          <p:spPr>
            <a:xfrm>
              <a:off x="4789223" y="5694531"/>
              <a:ext cx="43634" cy="37175"/>
            </a:xfrm>
            <a:custGeom>
              <a:avLst/>
              <a:pathLst>
                <a:path w="43634" h="37175">
                  <a:moveTo>
                    <a:pt x="6301" y="0"/>
                  </a:moveTo>
                  <a:lnTo>
                    <a:pt x="43634" y="28099"/>
                  </a:lnTo>
                  <a:lnTo>
                    <a:pt x="37625" y="37175"/>
                  </a:lnTo>
                  <a:lnTo>
                    <a:pt x="0" y="8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3"/>
            <p:cNvSpPr/>
            <p:nvPr/>
          </p:nvSpPr>
          <p:spPr>
            <a:xfrm>
              <a:off x="4883034" y="5767118"/>
              <a:ext cx="53436" cy="37832"/>
            </a:xfrm>
            <a:custGeom>
              <a:avLst/>
              <a:pathLst>
                <a:path w="53436" h="37832">
                  <a:moveTo>
                    <a:pt x="5899" y="0"/>
                  </a:moveTo>
                  <a:lnTo>
                    <a:pt x="53436" y="35400"/>
                  </a:lnTo>
                  <a:lnTo>
                    <a:pt x="36987" y="37832"/>
                  </a:lnTo>
                  <a:lnTo>
                    <a:pt x="0" y="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4"/>
            <p:cNvSpPr/>
            <p:nvPr/>
          </p:nvSpPr>
          <p:spPr>
            <a:xfrm>
              <a:off x="4808264" y="5755907"/>
              <a:ext cx="55263" cy="48276"/>
            </a:xfrm>
            <a:custGeom>
              <a:avLst/>
              <a:pathLst>
                <a:path w="55263" h="48276">
                  <a:moveTo>
                    <a:pt x="7826" y="0"/>
                  </a:moveTo>
                  <a:lnTo>
                    <a:pt x="55263" y="37991"/>
                  </a:lnTo>
                  <a:lnTo>
                    <a:pt x="47561" y="48276"/>
                  </a:lnTo>
                  <a:lnTo>
                    <a:pt x="0" y="9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5"/>
            <p:cNvSpPr/>
            <p:nvPr/>
          </p:nvSpPr>
          <p:spPr>
            <a:xfrm>
              <a:off x="4725516" y="5638913"/>
              <a:ext cx="57757" cy="29196"/>
            </a:xfrm>
            <a:custGeom>
              <a:avLst/>
              <a:pathLst>
                <a:path w="57757" h="29196">
                  <a:moveTo>
                    <a:pt x="0" y="5234"/>
                  </a:moveTo>
                  <a:lnTo>
                    <a:pt x="2865" y="0"/>
                  </a:lnTo>
                  <a:lnTo>
                    <a:pt x="57757" y="24688"/>
                  </a:lnTo>
                  <a:lnTo>
                    <a:pt x="55699" y="29196"/>
                  </a:lnTo>
                  <a:lnTo>
                    <a:pt x="29222" y="20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6"/>
            <p:cNvSpPr/>
            <p:nvPr/>
          </p:nvSpPr>
          <p:spPr>
            <a:xfrm>
              <a:off x="4576263" y="5550890"/>
              <a:ext cx="146580" cy="191483"/>
            </a:xfrm>
            <a:custGeom>
              <a:avLst/>
              <a:pathLst>
                <a:path w="146580" h="191483">
                  <a:moveTo>
                    <a:pt x="0" y="185711"/>
                  </a:moveTo>
                  <a:lnTo>
                    <a:pt x="73123" y="82873"/>
                  </a:lnTo>
                  <a:lnTo>
                    <a:pt x="120940" y="19939"/>
                  </a:lnTo>
                  <a:lnTo>
                    <a:pt x="135786" y="0"/>
                  </a:lnTo>
                  <a:lnTo>
                    <a:pt x="146580" y="7627"/>
                  </a:lnTo>
                  <a:lnTo>
                    <a:pt x="116845" y="45447"/>
                  </a:lnTo>
                  <a:lnTo>
                    <a:pt x="81274" y="93554"/>
                  </a:lnTo>
                  <a:lnTo>
                    <a:pt x="7481" y="191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77"/>
            <p:cNvSpPr/>
            <p:nvPr/>
          </p:nvSpPr>
          <p:spPr>
            <a:xfrm>
              <a:off x="4789667" y="5657570"/>
              <a:ext cx="18565" cy="12713"/>
            </a:xfrm>
            <a:custGeom>
              <a:avLst/>
              <a:pathLst>
                <a:path w="18565" h="12713">
                  <a:moveTo>
                    <a:pt x="2528" y="0"/>
                  </a:moveTo>
                  <a:lnTo>
                    <a:pt x="18565" y="6874"/>
                  </a:lnTo>
                  <a:lnTo>
                    <a:pt x="15748" y="12713"/>
                  </a:lnTo>
                  <a:lnTo>
                    <a:pt x="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78"/>
            <p:cNvSpPr/>
            <p:nvPr/>
          </p:nvSpPr>
          <p:spPr>
            <a:xfrm>
              <a:off x="4824928" y="5660649"/>
              <a:ext cx="41042" cy="20317"/>
            </a:xfrm>
            <a:custGeom>
              <a:avLst/>
              <a:pathLst>
                <a:path w="41042" h="20317">
                  <a:moveTo>
                    <a:pt x="3043" y="0"/>
                  </a:moveTo>
                  <a:lnTo>
                    <a:pt x="41042" y="13674"/>
                  </a:lnTo>
                  <a:lnTo>
                    <a:pt x="37952" y="20317"/>
                  </a:lnTo>
                  <a:lnTo>
                    <a:pt x="0" y="7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79"/>
            <p:cNvSpPr/>
            <p:nvPr/>
          </p:nvSpPr>
          <p:spPr>
            <a:xfrm>
              <a:off x="4718000" y="5672893"/>
              <a:ext cx="11172" cy="8500"/>
            </a:xfrm>
            <a:custGeom>
              <a:avLst/>
              <a:pathLst>
                <a:path w="11172" h="8500">
                  <a:moveTo>
                    <a:pt x="2287" y="0"/>
                  </a:moveTo>
                  <a:lnTo>
                    <a:pt x="11172" y="4762"/>
                  </a:lnTo>
                  <a:lnTo>
                    <a:pt x="8789" y="8500"/>
                  </a:lnTo>
                  <a:lnTo>
                    <a:pt x="0" y="3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0"/>
            <p:cNvSpPr/>
            <p:nvPr/>
          </p:nvSpPr>
          <p:spPr>
            <a:xfrm>
              <a:off x="4728595" y="5678036"/>
              <a:ext cx="11799" cy="9485"/>
            </a:xfrm>
            <a:custGeom>
              <a:avLst/>
              <a:pathLst>
                <a:path w="11799" h="9485">
                  <a:moveTo>
                    <a:pt x="2287" y="0"/>
                  </a:moveTo>
                  <a:lnTo>
                    <a:pt x="11799" y="5050"/>
                  </a:lnTo>
                  <a:lnTo>
                    <a:pt x="9150" y="9485"/>
                  </a:lnTo>
                  <a:lnTo>
                    <a:pt x="0" y="3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1"/>
            <p:cNvSpPr/>
            <p:nvPr/>
          </p:nvSpPr>
          <p:spPr>
            <a:xfrm>
              <a:off x="4866473" y="5845036"/>
              <a:ext cx="70280" cy="24149"/>
            </a:xfrm>
            <a:custGeom>
              <a:avLst/>
              <a:pathLst>
                <a:path w="70280" h="24149">
                  <a:moveTo>
                    <a:pt x="0" y="8959"/>
                  </a:moveTo>
                  <a:lnTo>
                    <a:pt x="562" y="2381"/>
                  </a:lnTo>
                  <a:lnTo>
                    <a:pt x="6090" y="0"/>
                  </a:lnTo>
                  <a:lnTo>
                    <a:pt x="70280" y="11923"/>
                  </a:lnTo>
                  <a:lnTo>
                    <a:pt x="68207" y="24149"/>
                  </a:lnTo>
                  <a:lnTo>
                    <a:pt x="36039" y="18742"/>
                  </a:lnTo>
                  <a:lnTo>
                    <a:pt x="7431" y="12842"/>
                  </a:lnTo>
                  <a:lnTo>
                    <a:pt x="3242" y="11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2"/>
            <p:cNvSpPr/>
            <p:nvPr/>
          </p:nvSpPr>
          <p:spPr>
            <a:xfrm>
              <a:off x="4879931" y="5645566"/>
              <a:ext cx="15162" cy="14550"/>
            </a:xfrm>
            <a:custGeom>
              <a:avLst/>
              <a:pathLst>
                <a:path w="15162" h="14550">
                  <a:moveTo>
                    <a:pt x="4716" y="0"/>
                  </a:moveTo>
                  <a:lnTo>
                    <a:pt x="11886" y="3278"/>
                  </a:lnTo>
                  <a:lnTo>
                    <a:pt x="15162" y="10450"/>
                  </a:lnTo>
                  <a:lnTo>
                    <a:pt x="12907" y="14550"/>
                  </a:lnTo>
                  <a:lnTo>
                    <a:pt x="0" y="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3"/>
            <p:cNvSpPr/>
            <p:nvPr/>
          </p:nvSpPr>
          <p:spPr>
            <a:xfrm>
              <a:off x="4842252" y="5606343"/>
              <a:ext cx="44752" cy="34997"/>
            </a:xfrm>
            <a:custGeom>
              <a:avLst/>
              <a:pathLst>
                <a:path w="44752" h="34997">
                  <a:moveTo>
                    <a:pt x="9210" y="0"/>
                  </a:moveTo>
                  <a:lnTo>
                    <a:pt x="43196" y="17739"/>
                  </a:lnTo>
                  <a:lnTo>
                    <a:pt x="44752" y="25722"/>
                  </a:lnTo>
                  <a:lnTo>
                    <a:pt x="43693" y="28087"/>
                  </a:lnTo>
                  <a:lnTo>
                    <a:pt x="5277" y="13246"/>
                  </a:lnTo>
                  <a:lnTo>
                    <a:pt x="4663" y="14921"/>
                  </a:lnTo>
                  <a:lnTo>
                    <a:pt x="41605" y="29497"/>
                  </a:lnTo>
                  <a:lnTo>
                    <a:pt x="39914" y="34997"/>
                  </a:lnTo>
                  <a:lnTo>
                    <a:pt x="0" y="19566"/>
                  </a:lnTo>
                  <a:lnTo>
                    <a:pt x="2564" y="14093"/>
                  </a:lnTo>
                  <a:lnTo>
                    <a:pt x="3329" y="12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4"/>
            <p:cNvSpPr/>
            <p:nvPr/>
          </p:nvSpPr>
          <p:spPr>
            <a:xfrm>
              <a:off x="4598084" y="5050412"/>
              <a:ext cx="55346" cy="49818"/>
            </a:xfrm>
            <a:custGeom>
              <a:avLst/>
              <a:pathLst>
                <a:path w="55346" h="49818">
                  <a:moveTo>
                    <a:pt x="13725" y="0"/>
                  </a:moveTo>
                  <a:lnTo>
                    <a:pt x="55346" y="30235"/>
                  </a:lnTo>
                  <a:lnTo>
                    <a:pt x="41249" y="49818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5"/>
            <p:cNvSpPr/>
            <p:nvPr/>
          </p:nvSpPr>
          <p:spPr>
            <a:xfrm>
              <a:off x="4581180" y="5074139"/>
              <a:ext cx="55770" cy="49966"/>
            </a:xfrm>
            <a:custGeom>
              <a:avLst/>
              <a:pathLst>
                <a:path w="55770" h="49966">
                  <a:moveTo>
                    <a:pt x="14159" y="0"/>
                  </a:moveTo>
                  <a:lnTo>
                    <a:pt x="55770" y="30231"/>
                  </a:lnTo>
                  <a:lnTo>
                    <a:pt x="42477" y="49966"/>
                  </a:lnTo>
                  <a:lnTo>
                    <a:pt x="0" y="18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6"/>
            <p:cNvSpPr/>
            <p:nvPr/>
          </p:nvSpPr>
          <p:spPr>
            <a:xfrm>
              <a:off x="4558448" y="5033165"/>
              <a:ext cx="49533" cy="57087"/>
            </a:xfrm>
            <a:custGeom>
              <a:avLst/>
              <a:pathLst>
                <a:path w="49533" h="57087">
                  <a:moveTo>
                    <a:pt x="29089" y="0"/>
                  </a:moveTo>
                  <a:lnTo>
                    <a:pt x="49533" y="14512"/>
                  </a:lnTo>
                  <a:lnTo>
                    <a:pt x="18830" y="57087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87"/>
            <p:cNvSpPr/>
            <p:nvPr/>
          </p:nvSpPr>
          <p:spPr>
            <a:xfrm>
              <a:off x="4534464" y="5015426"/>
              <a:ext cx="48976" cy="56865"/>
            </a:xfrm>
            <a:custGeom>
              <a:avLst/>
              <a:pathLst>
                <a:path w="48976" h="56865">
                  <a:moveTo>
                    <a:pt x="29089" y="0"/>
                  </a:moveTo>
                  <a:lnTo>
                    <a:pt x="48976" y="13721"/>
                  </a:lnTo>
                  <a:lnTo>
                    <a:pt x="18397" y="56865"/>
                  </a:lnTo>
                  <a:lnTo>
                    <a:pt x="0" y="429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88"/>
            <p:cNvSpPr/>
            <p:nvPr/>
          </p:nvSpPr>
          <p:spPr>
            <a:xfrm>
              <a:off x="4503641" y="4981228"/>
              <a:ext cx="56637" cy="51149"/>
            </a:xfrm>
            <a:custGeom>
              <a:avLst/>
              <a:pathLst>
                <a:path w="56637" h="51149">
                  <a:moveTo>
                    <a:pt x="0" y="19710"/>
                  </a:moveTo>
                  <a:lnTo>
                    <a:pt x="14062" y="0"/>
                  </a:lnTo>
                  <a:lnTo>
                    <a:pt x="56637" y="31241"/>
                  </a:lnTo>
                  <a:lnTo>
                    <a:pt x="42188" y="51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89"/>
            <p:cNvSpPr/>
            <p:nvPr/>
          </p:nvSpPr>
          <p:spPr>
            <a:xfrm>
              <a:off x="4487074" y="5005689"/>
              <a:ext cx="55604" cy="49650"/>
            </a:xfrm>
            <a:custGeom>
              <a:avLst/>
              <a:pathLst>
                <a:path w="55604" h="49650">
                  <a:moveTo>
                    <a:pt x="14181" y="0"/>
                  </a:moveTo>
                  <a:lnTo>
                    <a:pt x="55604" y="30109"/>
                  </a:lnTo>
                  <a:lnTo>
                    <a:pt x="42381" y="49650"/>
                  </a:lnTo>
                  <a:lnTo>
                    <a:pt x="0" y="19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0"/>
            <p:cNvSpPr/>
            <p:nvPr/>
          </p:nvSpPr>
          <p:spPr>
            <a:xfrm>
              <a:off x="4439520" y="4971286"/>
              <a:ext cx="56776" cy="50528"/>
            </a:xfrm>
            <a:custGeom>
              <a:avLst/>
              <a:pathLst>
                <a:path w="56776" h="50528">
                  <a:moveTo>
                    <a:pt x="14470" y="0"/>
                  </a:moveTo>
                  <a:lnTo>
                    <a:pt x="56776" y="30393"/>
                  </a:lnTo>
                  <a:lnTo>
                    <a:pt x="43081" y="50528"/>
                  </a:lnTo>
                  <a:lnTo>
                    <a:pt x="0" y="20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1"/>
            <p:cNvSpPr/>
            <p:nvPr/>
          </p:nvSpPr>
          <p:spPr>
            <a:xfrm>
              <a:off x="4457286" y="4948853"/>
              <a:ext cx="56946" cy="49946"/>
            </a:xfrm>
            <a:custGeom>
              <a:avLst/>
              <a:pathLst>
                <a:path w="56946" h="49946">
                  <a:moveTo>
                    <a:pt x="13388" y="0"/>
                  </a:moveTo>
                  <a:lnTo>
                    <a:pt x="56946" y="29218"/>
                  </a:lnTo>
                  <a:lnTo>
                    <a:pt x="42198" y="49946"/>
                  </a:lnTo>
                  <a:lnTo>
                    <a:pt x="0" y="19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2"/>
            <p:cNvSpPr/>
            <p:nvPr/>
          </p:nvSpPr>
          <p:spPr>
            <a:xfrm>
              <a:off x="4418569" y="4930372"/>
              <a:ext cx="49290" cy="57915"/>
            </a:xfrm>
            <a:custGeom>
              <a:avLst/>
              <a:pathLst>
                <a:path w="49290" h="57915">
                  <a:moveTo>
                    <a:pt x="0" y="44167"/>
                  </a:moveTo>
                  <a:lnTo>
                    <a:pt x="29106" y="0"/>
                  </a:lnTo>
                  <a:lnTo>
                    <a:pt x="49290" y="14259"/>
                  </a:lnTo>
                  <a:lnTo>
                    <a:pt x="17770" y="57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3"/>
            <p:cNvSpPr/>
            <p:nvPr/>
          </p:nvSpPr>
          <p:spPr>
            <a:xfrm>
              <a:off x="4400818" y="4978415"/>
              <a:ext cx="56676" cy="50508"/>
            </a:xfrm>
            <a:custGeom>
              <a:avLst/>
              <a:pathLst>
                <a:path w="56676" h="50508">
                  <a:moveTo>
                    <a:pt x="0" y="19094"/>
                  </a:moveTo>
                  <a:lnTo>
                    <a:pt x="14087" y="0"/>
                  </a:lnTo>
                  <a:lnTo>
                    <a:pt x="56676" y="29932"/>
                  </a:lnTo>
                  <a:lnTo>
                    <a:pt x="42863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4"/>
            <p:cNvSpPr/>
            <p:nvPr/>
          </p:nvSpPr>
          <p:spPr>
            <a:xfrm>
              <a:off x="4449821" y="5011061"/>
              <a:ext cx="54247" cy="46813"/>
            </a:xfrm>
            <a:custGeom>
              <a:avLst/>
              <a:pathLst>
                <a:path w="54247" h="46813">
                  <a:moveTo>
                    <a:pt x="10234" y="0"/>
                  </a:moveTo>
                  <a:lnTo>
                    <a:pt x="54247" y="31218"/>
                  </a:lnTo>
                  <a:lnTo>
                    <a:pt x="43465" y="46813"/>
                  </a:lnTo>
                  <a:lnTo>
                    <a:pt x="0" y="157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5"/>
            <p:cNvSpPr/>
            <p:nvPr/>
          </p:nvSpPr>
          <p:spPr>
            <a:xfrm>
              <a:off x="4383552" y="5001473"/>
              <a:ext cx="56588" cy="51987"/>
            </a:xfrm>
            <a:custGeom>
              <a:avLst/>
              <a:pathLst>
                <a:path w="56588" h="51987">
                  <a:moveTo>
                    <a:pt x="0" y="20696"/>
                  </a:moveTo>
                  <a:lnTo>
                    <a:pt x="13846" y="0"/>
                  </a:lnTo>
                  <a:lnTo>
                    <a:pt x="56588" y="31783"/>
                  </a:lnTo>
                  <a:lnTo>
                    <a:pt x="42501" y="51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6"/>
            <p:cNvSpPr/>
            <p:nvPr/>
          </p:nvSpPr>
          <p:spPr>
            <a:xfrm>
              <a:off x="4350153" y="5026059"/>
              <a:ext cx="50121" cy="58146"/>
            </a:xfrm>
            <a:custGeom>
              <a:avLst/>
              <a:pathLst>
                <a:path w="50121" h="58146">
                  <a:moveTo>
                    <a:pt x="0" y="44250"/>
                  </a:moveTo>
                  <a:lnTo>
                    <a:pt x="30822" y="0"/>
                  </a:lnTo>
                  <a:lnTo>
                    <a:pt x="50121" y="13659"/>
                  </a:lnTo>
                  <a:lnTo>
                    <a:pt x="19938" y="58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397"/>
            <p:cNvSpPr/>
            <p:nvPr/>
          </p:nvSpPr>
          <p:spPr>
            <a:xfrm>
              <a:off x="4391571" y="5043405"/>
              <a:ext cx="54806" cy="49572"/>
            </a:xfrm>
            <a:custGeom>
              <a:avLst/>
              <a:pathLst>
                <a:path w="54806" h="49572">
                  <a:moveTo>
                    <a:pt x="0" y="18626"/>
                  </a:moveTo>
                  <a:lnTo>
                    <a:pt x="12810" y="0"/>
                  </a:lnTo>
                  <a:lnTo>
                    <a:pt x="54806" y="29861"/>
                  </a:lnTo>
                  <a:lnTo>
                    <a:pt x="41610" y="495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398"/>
            <p:cNvSpPr/>
            <p:nvPr/>
          </p:nvSpPr>
          <p:spPr>
            <a:xfrm>
              <a:off x="4374281" y="5066016"/>
              <a:ext cx="56099" cy="50025"/>
            </a:xfrm>
            <a:custGeom>
              <a:avLst/>
              <a:pathLst>
                <a:path w="56099" h="50025">
                  <a:moveTo>
                    <a:pt x="14746" y="0"/>
                  </a:moveTo>
                  <a:lnTo>
                    <a:pt x="56099" y="30651"/>
                  </a:lnTo>
                  <a:lnTo>
                    <a:pt x="42622" y="50025"/>
                  </a:lnTo>
                  <a:lnTo>
                    <a:pt x="0" y="209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399"/>
            <p:cNvSpPr/>
            <p:nvPr/>
          </p:nvSpPr>
          <p:spPr>
            <a:xfrm>
              <a:off x="4430509" y="5039888"/>
              <a:ext cx="53198" cy="45725"/>
            </a:xfrm>
            <a:custGeom>
              <a:avLst/>
              <a:pathLst>
                <a:path w="53198" h="45725">
                  <a:moveTo>
                    <a:pt x="11365" y="0"/>
                  </a:moveTo>
                  <a:lnTo>
                    <a:pt x="53198" y="30302"/>
                  </a:lnTo>
                  <a:lnTo>
                    <a:pt x="42501" y="45725"/>
                  </a:lnTo>
                  <a:lnTo>
                    <a:pt x="0" y="16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0"/>
            <p:cNvSpPr/>
            <p:nvPr/>
          </p:nvSpPr>
          <p:spPr>
            <a:xfrm>
              <a:off x="4436529" y="5076814"/>
              <a:ext cx="57516" cy="48836"/>
            </a:xfrm>
            <a:custGeom>
              <a:avLst/>
              <a:pathLst>
                <a:path w="57516" h="48836">
                  <a:moveTo>
                    <a:pt x="0" y="19886"/>
                  </a:moveTo>
                  <a:lnTo>
                    <a:pt x="13701" y="0"/>
                  </a:lnTo>
                  <a:lnTo>
                    <a:pt x="57516" y="28741"/>
                  </a:lnTo>
                  <a:lnTo>
                    <a:pt x="42622" y="48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1"/>
            <p:cNvSpPr/>
            <p:nvPr/>
          </p:nvSpPr>
          <p:spPr>
            <a:xfrm>
              <a:off x="4420997" y="5099041"/>
              <a:ext cx="55636" cy="49153"/>
            </a:xfrm>
            <a:custGeom>
              <a:avLst/>
              <a:pathLst>
                <a:path w="55636" h="49153">
                  <a:moveTo>
                    <a:pt x="0" y="19464"/>
                  </a:moveTo>
                  <a:lnTo>
                    <a:pt x="13485" y="0"/>
                  </a:lnTo>
                  <a:lnTo>
                    <a:pt x="55636" y="30456"/>
                  </a:lnTo>
                  <a:lnTo>
                    <a:pt x="43585" y="48660"/>
                  </a:lnTo>
                  <a:lnTo>
                    <a:pt x="40454" y="49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2"/>
            <p:cNvSpPr/>
            <p:nvPr/>
          </p:nvSpPr>
          <p:spPr>
            <a:xfrm>
              <a:off x="4467388" y="5108998"/>
              <a:ext cx="49694" cy="56232"/>
            </a:xfrm>
            <a:custGeom>
              <a:avLst/>
              <a:pathLst>
                <a:path w="49694" h="56232">
                  <a:moveTo>
                    <a:pt x="0" y="42765"/>
                  </a:moveTo>
                  <a:lnTo>
                    <a:pt x="30232" y="0"/>
                  </a:lnTo>
                  <a:lnTo>
                    <a:pt x="49694" y="13426"/>
                  </a:lnTo>
                  <a:lnTo>
                    <a:pt x="20126" y="56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3"/>
            <p:cNvSpPr/>
            <p:nvPr/>
          </p:nvSpPr>
          <p:spPr>
            <a:xfrm>
              <a:off x="4477153" y="5072041"/>
              <a:ext cx="55986" cy="47675"/>
            </a:xfrm>
            <a:custGeom>
              <a:avLst/>
              <a:pathLst>
                <a:path w="55986" h="47675">
                  <a:moveTo>
                    <a:pt x="12280" y="0"/>
                  </a:moveTo>
                  <a:lnTo>
                    <a:pt x="15772" y="123"/>
                  </a:lnTo>
                  <a:lnTo>
                    <a:pt x="55986" y="27594"/>
                  </a:lnTo>
                  <a:lnTo>
                    <a:pt x="42260" y="47675"/>
                  </a:lnTo>
                  <a:lnTo>
                    <a:pt x="0" y="168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4"/>
            <p:cNvSpPr/>
            <p:nvPr/>
          </p:nvSpPr>
          <p:spPr>
            <a:xfrm>
              <a:off x="4493527" y="5045554"/>
              <a:ext cx="56348" cy="50508"/>
            </a:xfrm>
            <a:custGeom>
              <a:avLst/>
              <a:pathLst>
                <a:path w="56348" h="50508">
                  <a:moveTo>
                    <a:pt x="0" y="20203"/>
                  </a:moveTo>
                  <a:lnTo>
                    <a:pt x="13725" y="0"/>
                  </a:lnTo>
                  <a:lnTo>
                    <a:pt x="56348" y="30428"/>
                  </a:lnTo>
                  <a:lnTo>
                    <a:pt x="42381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5"/>
            <p:cNvSpPr/>
            <p:nvPr/>
          </p:nvSpPr>
          <p:spPr>
            <a:xfrm>
              <a:off x="4540223" y="5079432"/>
              <a:ext cx="58138" cy="51001"/>
            </a:xfrm>
            <a:custGeom>
              <a:avLst/>
              <a:pathLst>
                <a:path w="58138" h="51001">
                  <a:moveTo>
                    <a:pt x="14709" y="0"/>
                  </a:moveTo>
                  <a:lnTo>
                    <a:pt x="58138" y="30898"/>
                  </a:lnTo>
                  <a:lnTo>
                    <a:pt x="44328" y="51001"/>
                  </a:lnTo>
                  <a:lnTo>
                    <a:pt x="0" y="200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6"/>
            <p:cNvSpPr/>
            <p:nvPr/>
          </p:nvSpPr>
          <p:spPr>
            <a:xfrm>
              <a:off x="4525434" y="5103701"/>
              <a:ext cx="56121" cy="50436"/>
            </a:xfrm>
            <a:custGeom>
              <a:avLst/>
              <a:pathLst>
                <a:path w="56121" h="50436">
                  <a:moveTo>
                    <a:pt x="0" y="19217"/>
                  </a:moveTo>
                  <a:lnTo>
                    <a:pt x="13003" y="0"/>
                  </a:lnTo>
                  <a:lnTo>
                    <a:pt x="56121" y="30497"/>
                  </a:lnTo>
                  <a:lnTo>
                    <a:pt x="42611" y="50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07"/>
            <p:cNvSpPr/>
            <p:nvPr/>
          </p:nvSpPr>
          <p:spPr>
            <a:xfrm>
              <a:off x="4493391" y="5126818"/>
              <a:ext cx="48196" cy="56298"/>
            </a:xfrm>
            <a:custGeom>
              <a:avLst/>
              <a:pathLst>
                <a:path w="48196" h="56298">
                  <a:moveTo>
                    <a:pt x="0" y="42624"/>
                  </a:moveTo>
                  <a:lnTo>
                    <a:pt x="29137" y="0"/>
                  </a:lnTo>
                  <a:lnTo>
                    <a:pt x="48196" y="13224"/>
                  </a:lnTo>
                  <a:lnTo>
                    <a:pt x="18421" y="56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08"/>
            <p:cNvSpPr/>
            <p:nvPr/>
          </p:nvSpPr>
          <p:spPr>
            <a:xfrm>
              <a:off x="4316440" y="5075829"/>
              <a:ext cx="50472" cy="57752"/>
            </a:xfrm>
            <a:custGeom>
              <a:avLst/>
              <a:pathLst>
                <a:path w="50472" h="57752">
                  <a:moveTo>
                    <a:pt x="30919" y="0"/>
                  </a:moveTo>
                  <a:lnTo>
                    <a:pt x="50472" y="14093"/>
                  </a:lnTo>
                  <a:lnTo>
                    <a:pt x="19938" y="57752"/>
                  </a:lnTo>
                  <a:lnTo>
                    <a:pt x="0" y="42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09"/>
            <p:cNvSpPr/>
            <p:nvPr/>
          </p:nvSpPr>
          <p:spPr>
            <a:xfrm>
              <a:off x="4357281" y="5092090"/>
              <a:ext cx="56108" cy="49375"/>
            </a:xfrm>
            <a:custGeom>
              <a:avLst/>
              <a:pathLst>
                <a:path w="56108" h="49375">
                  <a:moveTo>
                    <a:pt x="13773" y="0"/>
                  </a:moveTo>
                  <a:lnTo>
                    <a:pt x="56108" y="28936"/>
                  </a:lnTo>
                  <a:lnTo>
                    <a:pt x="41610" y="49375"/>
                  </a:lnTo>
                  <a:lnTo>
                    <a:pt x="0" y="20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0"/>
            <p:cNvSpPr/>
            <p:nvPr/>
          </p:nvSpPr>
          <p:spPr>
            <a:xfrm>
              <a:off x="4340516" y="5116565"/>
              <a:ext cx="55866" cy="48537"/>
            </a:xfrm>
            <a:custGeom>
              <a:avLst/>
              <a:pathLst>
                <a:path w="55866" h="48537">
                  <a:moveTo>
                    <a:pt x="14207" y="0"/>
                  </a:moveTo>
                  <a:lnTo>
                    <a:pt x="55866" y="29566"/>
                  </a:lnTo>
                  <a:lnTo>
                    <a:pt x="42863" y="48537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1"/>
            <p:cNvSpPr/>
            <p:nvPr/>
          </p:nvSpPr>
          <p:spPr>
            <a:xfrm>
              <a:off x="4300438" y="5123094"/>
              <a:ext cx="55971" cy="50015"/>
            </a:xfrm>
            <a:custGeom>
              <a:avLst/>
              <a:pathLst>
                <a:path w="55971" h="50015">
                  <a:moveTo>
                    <a:pt x="13469" y="0"/>
                  </a:moveTo>
                  <a:lnTo>
                    <a:pt x="55971" y="31413"/>
                  </a:lnTo>
                  <a:lnTo>
                    <a:pt x="42968" y="50015"/>
                  </a:lnTo>
                  <a:lnTo>
                    <a:pt x="0" y="199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2"/>
            <p:cNvSpPr/>
            <p:nvPr/>
          </p:nvSpPr>
          <p:spPr>
            <a:xfrm>
              <a:off x="4282109" y="5148221"/>
              <a:ext cx="58259" cy="49957"/>
            </a:xfrm>
            <a:custGeom>
              <a:avLst/>
              <a:pathLst>
                <a:path w="58259" h="49957">
                  <a:moveTo>
                    <a:pt x="15090" y="0"/>
                  </a:moveTo>
                  <a:lnTo>
                    <a:pt x="58259" y="28710"/>
                  </a:lnTo>
                  <a:lnTo>
                    <a:pt x="43428" y="49957"/>
                  </a:lnTo>
                  <a:lnTo>
                    <a:pt x="0" y="22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3"/>
            <p:cNvSpPr/>
            <p:nvPr/>
          </p:nvSpPr>
          <p:spPr>
            <a:xfrm>
              <a:off x="4264823" y="5174901"/>
              <a:ext cx="58005" cy="47193"/>
            </a:xfrm>
            <a:custGeom>
              <a:avLst/>
              <a:pathLst>
                <a:path w="58005" h="47193">
                  <a:moveTo>
                    <a:pt x="13211" y="0"/>
                  </a:moveTo>
                  <a:lnTo>
                    <a:pt x="58005" y="27099"/>
                  </a:lnTo>
                  <a:lnTo>
                    <a:pt x="44356" y="47193"/>
                  </a:lnTo>
                  <a:lnTo>
                    <a:pt x="0" y="18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4"/>
            <p:cNvSpPr/>
            <p:nvPr/>
          </p:nvSpPr>
          <p:spPr>
            <a:xfrm>
              <a:off x="4248959" y="5196697"/>
              <a:ext cx="57630" cy="48475"/>
            </a:xfrm>
            <a:custGeom>
              <a:avLst/>
              <a:pathLst>
                <a:path w="57630" h="48475">
                  <a:moveTo>
                    <a:pt x="0" y="20980"/>
                  </a:moveTo>
                  <a:lnTo>
                    <a:pt x="13706" y="0"/>
                  </a:lnTo>
                  <a:lnTo>
                    <a:pt x="57630" y="28930"/>
                  </a:lnTo>
                  <a:lnTo>
                    <a:pt x="44571" y="48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5"/>
            <p:cNvSpPr/>
            <p:nvPr/>
          </p:nvSpPr>
          <p:spPr>
            <a:xfrm>
              <a:off x="4232339" y="5221101"/>
              <a:ext cx="58170" cy="48249"/>
            </a:xfrm>
            <a:custGeom>
              <a:avLst/>
              <a:pathLst>
                <a:path w="58170" h="48249">
                  <a:moveTo>
                    <a:pt x="14569" y="0"/>
                  </a:moveTo>
                  <a:lnTo>
                    <a:pt x="58170" y="28268"/>
                  </a:lnTo>
                  <a:lnTo>
                    <a:pt x="44343" y="48249"/>
                  </a:lnTo>
                  <a:lnTo>
                    <a:pt x="0" y="19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6"/>
            <p:cNvSpPr/>
            <p:nvPr/>
          </p:nvSpPr>
          <p:spPr>
            <a:xfrm>
              <a:off x="4281228" y="5250814"/>
              <a:ext cx="56551" cy="48100"/>
            </a:xfrm>
            <a:custGeom>
              <a:avLst/>
              <a:pathLst>
                <a:path w="56551" h="48100">
                  <a:moveTo>
                    <a:pt x="13778" y="0"/>
                  </a:moveTo>
                  <a:lnTo>
                    <a:pt x="56551" y="27816"/>
                  </a:lnTo>
                  <a:lnTo>
                    <a:pt x="43984" y="48100"/>
                  </a:lnTo>
                  <a:lnTo>
                    <a:pt x="0" y="207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17"/>
            <p:cNvSpPr/>
            <p:nvPr/>
          </p:nvSpPr>
          <p:spPr>
            <a:xfrm>
              <a:off x="4297200" y="5228389"/>
              <a:ext cx="56443" cy="47150"/>
            </a:xfrm>
            <a:custGeom>
              <a:avLst/>
              <a:pathLst>
                <a:path w="56443" h="47150">
                  <a:moveTo>
                    <a:pt x="13274" y="0"/>
                  </a:moveTo>
                  <a:lnTo>
                    <a:pt x="56443" y="27274"/>
                  </a:lnTo>
                  <a:lnTo>
                    <a:pt x="43384" y="47150"/>
                  </a:lnTo>
                  <a:lnTo>
                    <a:pt x="0" y="19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18"/>
            <p:cNvSpPr/>
            <p:nvPr/>
          </p:nvSpPr>
          <p:spPr>
            <a:xfrm>
              <a:off x="4314663" y="5205752"/>
              <a:ext cx="55600" cy="46277"/>
            </a:xfrm>
            <a:custGeom>
              <a:avLst/>
              <a:pathLst>
                <a:path w="55600" h="46277">
                  <a:moveTo>
                    <a:pt x="12431" y="0"/>
                  </a:moveTo>
                  <a:lnTo>
                    <a:pt x="55600" y="27384"/>
                  </a:lnTo>
                  <a:lnTo>
                    <a:pt x="42869" y="46277"/>
                  </a:lnTo>
                  <a:lnTo>
                    <a:pt x="0" y="188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19"/>
            <p:cNvSpPr/>
            <p:nvPr/>
          </p:nvSpPr>
          <p:spPr>
            <a:xfrm>
              <a:off x="4327646" y="5178089"/>
              <a:ext cx="59748" cy="50337"/>
            </a:xfrm>
            <a:custGeom>
              <a:avLst/>
              <a:pathLst>
                <a:path w="59748" h="50337">
                  <a:moveTo>
                    <a:pt x="46401" y="48680"/>
                  </a:moveTo>
                  <a:lnTo>
                    <a:pt x="45391" y="50337"/>
                  </a:lnTo>
                  <a:lnTo>
                    <a:pt x="12990" y="29848"/>
                  </a:lnTo>
                  <a:lnTo>
                    <a:pt x="2619" y="23290"/>
                  </a:lnTo>
                  <a:lnTo>
                    <a:pt x="1173" y="22376"/>
                  </a:lnTo>
                  <a:lnTo>
                    <a:pt x="0" y="21634"/>
                  </a:lnTo>
                  <a:lnTo>
                    <a:pt x="6958" y="10997"/>
                  </a:lnTo>
                  <a:lnTo>
                    <a:pt x="14289" y="0"/>
                  </a:lnTo>
                  <a:lnTo>
                    <a:pt x="59748" y="300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0"/>
            <p:cNvSpPr/>
            <p:nvPr/>
          </p:nvSpPr>
          <p:spPr>
            <a:xfrm>
              <a:off x="4348810" y="5158386"/>
              <a:ext cx="53496" cy="46197"/>
            </a:xfrm>
            <a:custGeom>
              <a:avLst/>
              <a:pathLst>
                <a:path w="53496" h="46197">
                  <a:moveTo>
                    <a:pt x="46832" y="38009"/>
                  </a:moveTo>
                  <a:lnTo>
                    <a:pt x="41585" y="46197"/>
                  </a:lnTo>
                  <a:lnTo>
                    <a:pt x="20339" y="31720"/>
                  </a:lnTo>
                  <a:lnTo>
                    <a:pt x="0" y="17861"/>
                  </a:lnTo>
                  <a:lnTo>
                    <a:pt x="2148" y="14811"/>
                  </a:lnTo>
                  <a:lnTo>
                    <a:pt x="12581" y="0"/>
                  </a:lnTo>
                  <a:lnTo>
                    <a:pt x="31141" y="12524"/>
                  </a:lnTo>
                  <a:lnTo>
                    <a:pt x="32264" y="13281"/>
                  </a:lnTo>
                  <a:lnTo>
                    <a:pt x="37880" y="17071"/>
                  </a:lnTo>
                  <a:lnTo>
                    <a:pt x="53496" y="27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1"/>
            <p:cNvSpPr/>
            <p:nvPr/>
          </p:nvSpPr>
          <p:spPr>
            <a:xfrm>
              <a:off x="4403378" y="5124711"/>
              <a:ext cx="55692" cy="49104"/>
            </a:xfrm>
            <a:custGeom>
              <a:avLst/>
              <a:pathLst>
                <a:path w="55692" h="49104">
                  <a:moveTo>
                    <a:pt x="0" y="20000"/>
                  </a:moveTo>
                  <a:lnTo>
                    <a:pt x="14199" y="0"/>
                  </a:lnTo>
                  <a:lnTo>
                    <a:pt x="55692" y="29492"/>
                  </a:lnTo>
                  <a:lnTo>
                    <a:pt x="41538" y="49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2"/>
            <p:cNvSpPr/>
            <p:nvPr/>
          </p:nvSpPr>
          <p:spPr>
            <a:xfrm>
              <a:off x="4387714" y="5148964"/>
              <a:ext cx="55505" cy="48784"/>
            </a:xfrm>
            <a:custGeom>
              <a:avLst/>
              <a:pathLst>
                <a:path w="55505" h="48784">
                  <a:moveTo>
                    <a:pt x="12401" y="0"/>
                  </a:moveTo>
                  <a:lnTo>
                    <a:pt x="55505" y="28703"/>
                  </a:lnTo>
                  <a:lnTo>
                    <a:pt x="41658" y="48784"/>
                  </a:lnTo>
                  <a:lnTo>
                    <a:pt x="0" y="19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3"/>
            <p:cNvSpPr/>
            <p:nvPr/>
          </p:nvSpPr>
          <p:spPr>
            <a:xfrm>
              <a:off x="4433792" y="5157633"/>
              <a:ext cx="48895" cy="56281"/>
            </a:xfrm>
            <a:custGeom>
              <a:avLst/>
              <a:pathLst>
                <a:path w="48895" h="56281">
                  <a:moveTo>
                    <a:pt x="0" y="43469"/>
                  </a:moveTo>
                  <a:lnTo>
                    <a:pt x="31031" y="0"/>
                  </a:lnTo>
                  <a:lnTo>
                    <a:pt x="48895" y="13543"/>
                  </a:lnTo>
                  <a:lnTo>
                    <a:pt x="18301" y="562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4"/>
            <p:cNvSpPr/>
            <p:nvPr/>
          </p:nvSpPr>
          <p:spPr>
            <a:xfrm>
              <a:off x="4459521" y="5176042"/>
              <a:ext cx="48390" cy="56471"/>
            </a:xfrm>
            <a:custGeom>
              <a:avLst/>
              <a:pathLst>
                <a:path w="48390" h="56471">
                  <a:moveTo>
                    <a:pt x="0" y="42279"/>
                  </a:moveTo>
                  <a:lnTo>
                    <a:pt x="27933" y="0"/>
                  </a:lnTo>
                  <a:lnTo>
                    <a:pt x="31304" y="295"/>
                  </a:lnTo>
                  <a:lnTo>
                    <a:pt x="48390" y="13093"/>
                  </a:lnTo>
                  <a:lnTo>
                    <a:pt x="18108" y="56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5"/>
            <p:cNvSpPr/>
            <p:nvPr/>
          </p:nvSpPr>
          <p:spPr>
            <a:xfrm>
              <a:off x="4394057" y="5188657"/>
              <a:ext cx="55639" cy="49572"/>
            </a:xfrm>
            <a:custGeom>
              <a:avLst/>
              <a:pathLst>
                <a:path w="55639" h="49572">
                  <a:moveTo>
                    <a:pt x="13161" y="0"/>
                  </a:moveTo>
                  <a:lnTo>
                    <a:pt x="55639" y="30354"/>
                  </a:lnTo>
                  <a:lnTo>
                    <a:pt x="41961" y="49572"/>
                  </a:lnTo>
                  <a:lnTo>
                    <a:pt x="0" y="19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6"/>
            <p:cNvSpPr/>
            <p:nvPr/>
          </p:nvSpPr>
          <p:spPr>
            <a:xfrm>
              <a:off x="4378062" y="5213098"/>
              <a:ext cx="54585" cy="48087"/>
            </a:xfrm>
            <a:custGeom>
              <a:avLst/>
              <a:pathLst>
                <a:path w="54585" h="48087">
                  <a:moveTo>
                    <a:pt x="12878" y="0"/>
                  </a:moveTo>
                  <a:lnTo>
                    <a:pt x="54585" y="29073"/>
                  </a:lnTo>
                  <a:lnTo>
                    <a:pt x="43037" y="48087"/>
                  </a:lnTo>
                  <a:lnTo>
                    <a:pt x="0" y="183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27"/>
            <p:cNvSpPr/>
            <p:nvPr/>
          </p:nvSpPr>
          <p:spPr>
            <a:xfrm>
              <a:off x="4361963" y="5236728"/>
              <a:ext cx="54850" cy="47203"/>
            </a:xfrm>
            <a:custGeom>
              <a:avLst/>
              <a:pathLst>
                <a:path w="54850" h="47203">
                  <a:moveTo>
                    <a:pt x="0" y="18739"/>
                  </a:moveTo>
                  <a:lnTo>
                    <a:pt x="12854" y="0"/>
                  </a:lnTo>
                  <a:lnTo>
                    <a:pt x="54850" y="29763"/>
                  </a:lnTo>
                  <a:lnTo>
                    <a:pt x="43159" y="4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28"/>
            <p:cNvSpPr/>
            <p:nvPr/>
          </p:nvSpPr>
          <p:spPr>
            <a:xfrm>
              <a:off x="4345765" y="5258427"/>
              <a:ext cx="56335" cy="50791"/>
            </a:xfrm>
            <a:custGeom>
              <a:avLst/>
              <a:pathLst>
                <a:path w="56335" h="50791">
                  <a:moveTo>
                    <a:pt x="0" y="19872"/>
                  </a:moveTo>
                  <a:lnTo>
                    <a:pt x="13098" y="0"/>
                  </a:lnTo>
                  <a:lnTo>
                    <a:pt x="56335" y="30031"/>
                  </a:lnTo>
                  <a:lnTo>
                    <a:pt x="42521" y="507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29"/>
            <p:cNvSpPr/>
            <p:nvPr/>
          </p:nvSpPr>
          <p:spPr>
            <a:xfrm>
              <a:off x="4329257" y="5281274"/>
              <a:ext cx="56978" cy="46214"/>
            </a:xfrm>
            <a:custGeom>
              <a:avLst/>
              <a:pathLst>
                <a:path w="56978" h="46214">
                  <a:moveTo>
                    <a:pt x="0" y="20991"/>
                  </a:moveTo>
                  <a:lnTo>
                    <a:pt x="12714" y="0"/>
                  </a:lnTo>
                  <a:lnTo>
                    <a:pt x="56978" y="30704"/>
                  </a:lnTo>
                  <a:lnTo>
                    <a:pt x="53010" y="37757"/>
                  </a:lnTo>
                  <a:lnTo>
                    <a:pt x="42953" y="31918"/>
                  </a:lnTo>
                  <a:lnTo>
                    <a:pt x="35757" y="46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0"/>
            <p:cNvSpPr/>
            <p:nvPr/>
          </p:nvSpPr>
          <p:spPr>
            <a:xfrm>
              <a:off x="4393118" y="5269558"/>
              <a:ext cx="49332" cy="56558"/>
            </a:xfrm>
            <a:custGeom>
              <a:avLst/>
              <a:pathLst>
                <a:path w="49332" h="56558">
                  <a:moveTo>
                    <a:pt x="29639" y="0"/>
                  </a:moveTo>
                  <a:lnTo>
                    <a:pt x="49332" y="13477"/>
                  </a:lnTo>
                  <a:lnTo>
                    <a:pt x="20034" y="56558"/>
                  </a:lnTo>
                  <a:lnTo>
                    <a:pt x="0" y="417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1"/>
            <p:cNvSpPr/>
            <p:nvPr/>
          </p:nvSpPr>
          <p:spPr>
            <a:xfrm>
              <a:off x="4418162" y="5286273"/>
              <a:ext cx="47758" cy="55512"/>
            </a:xfrm>
            <a:custGeom>
              <a:avLst/>
              <a:pathLst>
                <a:path w="47758" h="55512">
                  <a:moveTo>
                    <a:pt x="0" y="43193"/>
                  </a:moveTo>
                  <a:lnTo>
                    <a:pt x="28739" y="0"/>
                  </a:lnTo>
                  <a:lnTo>
                    <a:pt x="47758" y="12812"/>
                  </a:lnTo>
                  <a:lnTo>
                    <a:pt x="18108" y="55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2"/>
            <p:cNvSpPr/>
            <p:nvPr/>
          </p:nvSpPr>
          <p:spPr>
            <a:xfrm>
              <a:off x="4426002" y="5246263"/>
              <a:ext cx="55832" cy="48733"/>
            </a:xfrm>
            <a:custGeom>
              <a:avLst/>
              <a:pathLst>
                <a:path w="55832" h="48733">
                  <a:moveTo>
                    <a:pt x="0" y="19068"/>
                  </a:moveTo>
                  <a:lnTo>
                    <a:pt x="13461" y="0"/>
                  </a:lnTo>
                  <a:lnTo>
                    <a:pt x="55832" y="29760"/>
                  </a:lnTo>
                  <a:lnTo>
                    <a:pt x="42863" y="48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3"/>
            <p:cNvSpPr/>
            <p:nvPr/>
          </p:nvSpPr>
          <p:spPr>
            <a:xfrm>
              <a:off x="4443339" y="5223643"/>
              <a:ext cx="54229" cy="48389"/>
            </a:xfrm>
            <a:custGeom>
              <a:avLst/>
              <a:pathLst>
                <a:path w="54229" h="48389">
                  <a:moveTo>
                    <a:pt x="12618" y="0"/>
                  </a:moveTo>
                  <a:lnTo>
                    <a:pt x="54229" y="30157"/>
                  </a:lnTo>
                  <a:lnTo>
                    <a:pt x="41610" y="48389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4"/>
            <p:cNvSpPr/>
            <p:nvPr/>
          </p:nvSpPr>
          <p:spPr>
            <a:xfrm>
              <a:off x="4247113" y="5261570"/>
              <a:ext cx="20443" cy="21788"/>
            </a:xfrm>
            <a:custGeom>
              <a:avLst/>
              <a:pathLst>
                <a:path w="20443" h="21788">
                  <a:moveTo>
                    <a:pt x="20443" y="7454"/>
                  </a:moveTo>
                  <a:lnTo>
                    <a:pt x="12129" y="21788"/>
                  </a:lnTo>
                  <a:lnTo>
                    <a:pt x="0" y="14266"/>
                  </a:lnTo>
                  <a:lnTo>
                    <a:pt x="88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5"/>
            <p:cNvSpPr/>
            <p:nvPr/>
          </p:nvSpPr>
          <p:spPr>
            <a:xfrm>
              <a:off x="4323506" y="5013311"/>
              <a:ext cx="52767" cy="65142"/>
            </a:xfrm>
            <a:custGeom>
              <a:avLst/>
              <a:pathLst>
                <a:path w="52767" h="65142">
                  <a:moveTo>
                    <a:pt x="0" y="54061"/>
                  </a:moveTo>
                  <a:lnTo>
                    <a:pt x="37296" y="0"/>
                  </a:lnTo>
                  <a:lnTo>
                    <a:pt x="52767" y="10370"/>
                  </a:lnTo>
                  <a:lnTo>
                    <a:pt x="45053" y="21603"/>
                  </a:lnTo>
                  <a:lnTo>
                    <a:pt x="14923" y="651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6"/>
            <p:cNvSpPr/>
            <p:nvPr/>
          </p:nvSpPr>
          <p:spPr>
            <a:xfrm>
              <a:off x="4443392" y="5029909"/>
              <a:ext cx="47968" cy="38334"/>
            </a:xfrm>
            <a:custGeom>
              <a:avLst/>
              <a:pathLst>
                <a:path w="47968" h="38334">
                  <a:moveTo>
                    <a:pt x="5707" y="0"/>
                  </a:moveTo>
                  <a:lnTo>
                    <a:pt x="47968" y="29566"/>
                  </a:lnTo>
                  <a:lnTo>
                    <a:pt x="41297" y="38334"/>
                  </a:lnTo>
                  <a:lnTo>
                    <a:pt x="0" y="82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37"/>
            <p:cNvSpPr/>
            <p:nvPr/>
          </p:nvSpPr>
          <p:spPr>
            <a:xfrm>
              <a:off x="4193559" y="5237736"/>
              <a:ext cx="28891" cy="18742"/>
            </a:xfrm>
            <a:custGeom>
              <a:avLst/>
              <a:pathLst>
                <a:path w="28891" h="18742">
                  <a:moveTo>
                    <a:pt x="28891" y="13568"/>
                  </a:moveTo>
                  <a:lnTo>
                    <a:pt x="25207" y="18742"/>
                  </a:lnTo>
                  <a:lnTo>
                    <a:pt x="0" y="3892"/>
                  </a:lnTo>
                  <a:lnTo>
                    <a:pt x="2850" y="0"/>
                  </a:lnTo>
                  <a:lnTo>
                    <a:pt x="10452" y="39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38"/>
            <p:cNvSpPr/>
            <p:nvPr/>
          </p:nvSpPr>
          <p:spPr>
            <a:xfrm>
              <a:off x="4220498" y="5244585"/>
              <a:ext cx="20910" cy="20961"/>
            </a:xfrm>
            <a:custGeom>
              <a:avLst/>
              <a:pathLst>
                <a:path w="20910" h="20961">
                  <a:moveTo>
                    <a:pt x="0" y="13572"/>
                  </a:moveTo>
                  <a:lnTo>
                    <a:pt x="4051" y="7455"/>
                  </a:lnTo>
                  <a:lnTo>
                    <a:pt x="8988" y="0"/>
                  </a:lnTo>
                  <a:lnTo>
                    <a:pt x="10039" y="674"/>
                  </a:lnTo>
                  <a:lnTo>
                    <a:pt x="20910" y="7652"/>
                  </a:lnTo>
                  <a:lnTo>
                    <a:pt x="11536" y="209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39"/>
            <p:cNvSpPr/>
            <p:nvPr/>
          </p:nvSpPr>
          <p:spPr>
            <a:xfrm>
              <a:off x="4233913" y="5253004"/>
              <a:ext cx="20335" cy="21812"/>
            </a:xfrm>
            <a:custGeom>
              <a:avLst/>
              <a:pathLst>
                <a:path w="20335" h="21812">
                  <a:moveTo>
                    <a:pt x="0" y="13824"/>
                  </a:moveTo>
                  <a:lnTo>
                    <a:pt x="8688" y="0"/>
                  </a:lnTo>
                  <a:lnTo>
                    <a:pt x="20335" y="7476"/>
                  </a:lnTo>
                  <a:lnTo>
                    <a:pt x="11704" y="218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0"/>
            <p:cNvSpPr/>
            <p:nvPr/>
          </p:nvSpPr>
          <p:spPr>
            <a:xfrm>
              <a:off x="4261396" y="5270130"/>
              <a:ext cx="13072" cy="17336"/>
            </a:xfrm>
            <a:custGeom>
              <a:avLst/>
              <a:pathLst>
                <a:path w="13072" h="17336">
                  <a:moveTo>
                    <a:pt x="0" y="14563"/>
                  </a:moveTo>
                  <a:lnTo>
                    <a:pt x="7883" y="0"/>
                  </a:lnTo>
                  <a:lnTo>
                    <a:pt x="13072" y="3331"/>
                  </a:lnTo>
                  <a:lnTo>
                    <a:pt x="5026" y="17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1"/>
            <p:cNvSpPr/>
            <p:nvPr/>
          </p:nvSpPr>
          <p:spPr>
            <a:xfrm>
              <a:off x="4491573" y="4862255"/>
              <a:ext cx="71139" cy="55835"/>
            </a:xfrm>
            <a:custGeom>
              <a:avLst/>
              <a:pathLst>
                <a:path w="71139" h="55835">
                  <a:moveTo>
                    <a:pt x="5450" y="0"/>
                  </a:moveTo>
                  <a:lnTo>
                    <a:pt x="71139" y="47365"/>
                  </a:lnTo>
                  <a:lnTo>
                    <a:pt x="65269" y="55835"/>
                  </a:lnTo>
                  <a:lnTo>
                    <a:pt x="0" y="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2"/>
            <p:cNvSpPr/>
            <p:nvPr/>
          </p:nvSpPr>
          <p:spPr>
            <a:xfrm>
              <a:off x="4479261" y="4873103"/>
              <a:ext cx="75099" cy="61401"/>
            </a:xfrm>
            <a:custGeom>
              <a:avLst/>
              <a:pathLst>
                <a:path w="75099" h="61401">
                  <a:moveTo>
                    <a:pt x="10113" y="0"/>
                  </a:moveTo>
                  <a:lnTo>
                    <a:pt x="75099" y="46860"/>
                  </a:lnTo>
                  <a:lnTo>
                    <a:pt x="64815" y="61401"/>
                  </a:lnTo>
                  <a:lnTo>
                    <a:pt x="0" y="141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3"/>
            <p:cNvSpPr/>
            <p:nvPr/>
          </p:nvSpPr>
          <p:spPr>
            <a:xfrm>
              <a:off x="4466010" y="4889113"/>
              <a:ext cx="76119" cy="63369"/>
            </a:xfrm>
            <a:custGeom>
              <a:avLst/>
              <a:pathLst>
                <a:path w="76119" h="63369">
                  <a:moveTo>
                    <a:pt x="10980" y="0"/>
                  </a:moveTo>
                  <a:lnTo>
                    <a:pt x="76119" y="47897"/>
                  </a:lnTo>
                  <a:lnTo>
                    <a:pt x="65450" y="63369"/>
                  </a:lnTo>
                  <a:lnTo>
                    <a:pt x="0" y="154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4"/>
            <p:cNvSpPr/>
            <p:nvPr/>
          </p:nvSpPr>
          <p:spPr>
            <a:xfrm>
              <a:off x="4452506" y="4907045"/>
              <a:ext cx="77288" cy="64002"/>
            </a:xfrm>
            <a:custGeom>
              <a:avLst/>
              <a:pathLst>
                <a:path w="77288" h="64002">
                  <a:moveTo>
                    <a:pt x="11532" y="0"/>
                  </a:moveTo>
                  <a:lnTo>
                    <a:pt x="77288" y="47140"/>
                  </a:lnTo>
                  <a:lnTo>
                    <a:pt x="66079" y="64002"/>
                  </a:lnTo>
                  <a:lnTo>
                    <a:pt x="0" y="157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5"/>
            <p:cNvSpPr/>
            <p:nvPr/>
          </p:nvSpPr>
          <p:spPr>
            <a:xfrm>
              <a:off x="4560750" y="4912038"/>
              <a:ext cx="72034" cy="56302"/>
            </a:xfrm>
            <a:custGeom>
              <a:avLst/>
              <a:pathLst>
                <a:path w="72034" h="56302">
                  <a:moveTo>
                    <a:pt x="5450" y="0"/>
                  </a:moveTo>
                  <a:lnTo>
                    <a:pt x="72034" y="48361"/>
                  </a:lnTo>
                  <a:lnTo>
                    <a:pt x="66575" y="56302"/>
                  </a:lnTo>
                  <a:lnTo>
                    <a:pt x="0" y="7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6"/>
            <p:cNvSpPr/>
            <p:nvPr/>
          </p:nvSpPr>
          <p:spPr>
            <a:xfrm>
              <a:off x="4547505" y="4924006"/>
              <a:ext cx="77359" cy="61865"/>
            </a:xfrm>
            <a:custGeom>
              <a:avLst/>
              <a:pathLst>
                <a:path w="77359" h="61865">
                  <a:moveTo>
                    <a:pt x="10734" y="0"/>
                  </a:moveTo>
                  <a:lnTo>
                    <a:pt x="77359" y="47726"/>
                  </a:lnTo>
                  <a:lnTo>
                    <a:pt x="67327" y="61865"/>
                  </a:lnTo>
                  <a:lnTo>
                    <a:pt x="0" y="14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47"/>
            <p:cNvSpPr/>
            <p:nvPr/>
          </p:nvSpPr>
          <p:spPr>
            <a:xfrm>
              <a:off x="4547709" y="4949072"/>
              <a:ext cx="64500" cy="54246"/>
            </a:xfrm>
            <a:custGeom>
              <a:avLst/>
              <a:pathLst>
                <a:path w="64500" h="54246">
                  <a:moveTo>
                    <a:pt x="0" y="14824"/>
                  </a:moveTo>
                  <a:lnTo>
                    <a:pt x="9601" y="0"/>
                  </a:lnTo>
                  <a:lnTo>
                    <a:pt x="64500" y="40505"/>
                  </a:lnTo>
                  <a:lnTo>
                    <a:pt x="54706" y="542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48"/>
            <p:cNvSpPr/>
            <p:nvPr/>
          </p:nvSpPr>
          <p:spPr>
            <a:xfrm>
              <a:off x="4522716" y="4957406"/>
              <a:ext cx="76499" cy="62763"/>
            </a:xfrm>
            <a:custGeom>
              <a:avLst/>
              <a:pathLst>
                <a:path w="76499" h="62763">
                  <a:moveTo>
                    <a:pt x="10699" y="0"/>
                  </a:moveTo>
                  <a:lnTo>
                    <a:pt x="76499" y="48415"/>
                  </a:lnTo>
                  <a:lnTo>
                    <a:pt x="66407" y="62763"/>
                  </a:lnTo>
                  <a:lnTo>
                    <a:pt x="0" y="15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49"/>
            <p:cNvSpPr/>
            <p:nvPr/>
          </p:nvSpPr>
          <p:spPr>
            <a:xfrm>
              <a:off x="4617528" y="4981651"/>
              <a:ext cx="74299" cy="58086"/>
            </a:xfrm>
            <a:custGeom>
              <a:avLst/>
              <a:pathLst>
                <a:path w="74299" h="58086">
                  <a:moveTo>
                    <a:pt x="0" y="9781"/>
                  </a:moveTo>
                  <a:lnTo>
                    <a:pt x="6924" y="0"/>
                  </a:lnTo>
                  <a:lnTo>
                    <a:pt x="74299" y="48323"/>
                  </a:lnTo>
                  <a:lnTo>
                    <a:pt x="67796" y="580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0"/>
            <p:cNvSpPr/>
            <p:nvPr/>
          </p:nvSpPr>
          <p:spPr>
            <a:xfrm>
              <a:off x="4645122" y="4976248"/>
              <a:ext cx="24831" cy="26528"/>
            </a:xfrm>
            <a:custGeom>
              <a:avLst/>
              <a:pathLst>
                <a:path w="24831" h="26528">
                  <a:moveTo>
                    <a:pt x="11408" y="0"/>
                  </a:moveTo>
                  <a:lnTo>
                    <a:pt x="24831" y="9078"/>
                  </a:lnTo>
                  <a:lnTo>
                    <a:pt x="13269" y="26528"/>
                  </a:lnTo>
                  <a:lnTo>
                    <a:pt x="0" y="1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1"/>
            <p:cNvSpPr/>
            <p:nvPr/>
          </p:nvSpPr>
          <p:spPr>
            <a:xfrm>
              <a:off x="4662404" y="4988595"/>
              <a:ext cx="25132" cy="26298"/>
            </a:xfrm>
            <a:custGeom>
              <a:avLst/>
              <a:pathLst>
                <a:path w="25132" h="26298">
                  <a:moveTo>
                    <a:pt x="11767" y="0"/>
                  </a:moveTo>
                  <a:lnTo>
                    <a:pt x="25132" y="9533"/>
                  </a:lnTo>
                  <a:lnTo>
                    <a:pt x="13104" y="26298"/>
                  </a:lnTo>
                  <a:lnTo>
                    <a:pt x="0" y="16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2"/>
            <p:cNvSpPr/>
            <p:nvPr/>
          </p:nvSpPr>
          <p:spPr>
            <a:xfrm>
              <a:off x="4679369" y="5000238"/>
              <a:ext cx="25656" cy="27413"/>
            </a:xfrm>
            <a:custGeom>
              <a:avLst/>
              <a:pathLst>
                <a:path w="25656" h="27413">
                  <a:moveTo>
                    <a:pt x="11909" y="0"/>
                  </a:moveTo>
                  <a:lnTo>
                    <a:pt x="25656" y="9923"/>
                  </a:lnTo>
                  <a:lnTo>
                    <a:pt x="14359" y="27413"/>
                  </a:lnTo>
                  <a:lnTo>
                    <a:pt x="0" y="16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3"/>
            <p:cNvSpPr/>
            <p:nvPr/>
          </p:nvSpPr>
          <p:spPr>
            <a:xfrm>
              <a:off x="4605609" y="4994698"/>
              <a:ext cx="70160" cy="57561"/>
            </a:xfrm>
            <a:custGeom>
              <a:avLst/>
              <a:pathLst>
                <a:path w="70160" h="57561">
                  <a:moveTo>
                    <a:pt x="70160" y="43687"/>
                  </a:moveTo>
                  <a:lnTo>
                    <a:pt x="60976" y="57561"/>
                  </a:lnTo>
                  <a:lnTo>
                    <a:pt x="36291" y="39535"/>
                  </a:lnTo>
                  <a:lnTo>
                    <a:pt x="33555" y="37388"/>
                  </a:lnTo>
                  <a:lnTo>
                    <a:pt x="0" y="13571"/>
                  </a:lnTo>
                  <a:lnTo>
                    <a:pt x="9716" y="0"/>
                  </a:lnTo>
                  <a:lnTo>
                    <a:pt x="46147" y="258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4"/>
            <p:cNvSpPr/>
            <p:nvPr/>
          </p:nvSpPr>
          <p:spPr>
            <a:xfrm>
              <a:off x="4592419" y="5010453"/>
              <a:ext cx="77882" cy="63323"/>
            </a:xfrm>
            <a:custGeom>
              <a:avLst/>
              <a:pathLst>
                <a:path w="77882" h="63323">
                  <a:moveTo>
                    <a:pt x="77882" y="49581"/>
                  </a:moveTo>
                  <a:lnTo>
                    <a:pt x="68081" y="63323"/>
                  </a:lnTo>
                  <a:lnTo>
                    <a:pt x="37409" y="41109"/>
                  </a:lnTo>
                  <a:lnTo>
                    <a:pt x="34155" y="38207"/>
                  </a:lnTo>
                  <a:lnTo>
                    <a:pt x="0" y="13847"/>
                  </a:lnTo>
                  <a:lnTo>
                    <a:pt x="10024" y="0"/>
                  </a:lnTo>
                  <a:lnTo>
                    <a:pt x="43691" y="23941"/>
                  </a:lnTo>
                  <a:lnTo>
                    <a:pt x="48287" y="276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5"/>
            <p:cNvSpPr/>
            <p:nvPr/>
          </p:nvSpPr>
          <p:spPr>
            <a:xfrm>
              <a:off x="4535331" y="4940654"/>
              <a:ext cx="20645" cy="22483"/>
            </a:xfrm>
            <a:custGeom>
              <a:avLst/>
              <a:pathLst>
                <a:path w="20645" h="22483">
                  <a:moveTo>
                    <a:pt x="20645" y="7762"/>
                  </a:moveTo>
                  <a:lnTo>
                    <a:pt x="10712" y="22483"/>
                  </a:lnTo>
                  <a:lnTo>
                    <a:pt x="0" y="14597"/>
                  </a:lnTo>
                  <a:lnTo>
                    <a:pt x="10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6"/>
            <p:cNvSpPr/>
            <p:nvPr/>
          </p:nvSpPr>
          <p:spPr>
            <a:xfrm>
              <a:off x="4508693" y="4513919"/>
              <a:ext cx="689618" cy="632317"/>
            </a:xfrm>
            <a:custGeom>
              <a:avLst/>
              <a:pathLst>
                <a:path w="689618" h="632317">
                  <a:moveTo>
                    <a:pt x="0" y="346967"/>
                  </a:moveTo>
                  <a:lnTo>
                    <a:pt x="5461" y="338873"/>
                  </a:lnTo>
                  <a:lnTo>
                    <a:pt x="25560" y="309088"/>
                  </a:lnTo>
                  <a:lnTo>
                    <a:pt x="36508" y="293026"/>
                  </a:lnTo>
                  <a:lnTo>
                    <a:pt x="105367" y="193887"/>
                  </a:lnTo>
                  <a:lnTo>
                    <a:pt x="115155" y="181008"/>
                  </a:lnTo>
                  <a:lnTo>
                    <a:pt x="124025" y="171537"/>
                  </a:lnTo>
                  <a:lnTo>
                    <a:pt x="134699" y="164623"/>
                  </a:lnTo>
                  <a:lnTo>
                    <a:pt x="161007" y="147786"/>
                  </a:lnTo>
                  <a:lnTo>
                    <a:pt x="182558" y="135449"/>
                  </a:lnTo>
                  <a:lnTo>
                    <a:pt x="239180" y="102388"/>
                  </a:lnTo>
                  <a:lnTo>
                    <a:pt x="307883" y="60296"/>
                  </a:lnTo>
                  <a:lnTo>
                    <a:pt x="369727" y="23064"/>
                  </a:lnTo>
                  <a:lnTo>
                    <a:pt x="409831" y="677"/>
                  </a:lnTo>
                  <a:lnTo>
                    <a:pt x="411704" y="0"/>
                  </a:lnTo>
                  <a:lnTo>
                    <a:pt x="418597" y="1098"/>
                  </a:lnTo>
                  <a:lnTo>
                    <a:pt x="423865" y="4825"/>
                  </a:lnTo>
                  <a:lnTo>
                    <a:pt x="431769" y="18158"/>
                  </a:lnTo>
                  <a:lnTo>
                    <a:pt x="444723" y="40011"/>
                  </a:lnTo>
                  <a:lnTo>
                    <a:pt x="455360" y="57665"/>
                  </a:lnTo>
                  <a:lnTo>
                    <a:pt x="528648" y="182586"/>
                  </a:lnTo>
                  <a:lnTo>
                    <a:pt x="570817" y="253164"/>
                  </a:lnTo>
                  <a:lnTo>
                    <a:pt x="619766" y="335625"/>
                  </a:lnTo>
                  <a:lnTo>
                    <a:pt x="631237" y="353908"/>
                  </a:lnTo>
                  <a:lnTo>
                    <a:pt x="689618" y="455885"/>
                  </a:lnTo>
                  <a:lnTo>
                    <a:pt x="610467" y="503469"/>
                  </a:lnTo>
                  <a:lnTo>
                    <a:pt x="535884" y="547982"/>
                  </a:lnTo>
                  <a:lnTo>
                    <a:pt x="481951" y="578004"/>
                  </a:lnTo>
                  <a:lnTo>
                    <a:pt x="389627" y="632317"/>
                  </a:lnTo>
                  <a:lnTo>
                    <a:pt x="388319" y="630125"/>
                  </a:lnTo>
                  <a:lnTo>
                    <a:pt x="383286" y="621689"/>
                  </a:lnTo>
                  <a:lnTo>
                    <a:pt x="381188" y="617314"/>
                  </a:lnTo>
                  <a:lnTo>
                    <a:pt x="361733" y="582223"/>
                  </a:lnTo>
                  <a:lnTo>
                    <a:pt x="348473" y="560757"/>
                  </a:lnTo>
                  <a:lnTo>
                    <a:pt x="334492" y="541996"/>
                  </a:lnTo>
                  <a:lnTo>
                    <a:pt x="323848" y="531985"/>
                  </a:lnTo>
                  <a:lnTo>
                    <a:pt x="314738" y="526032"/>
                  </a:lnTo>
                  <a:lnTo>
                    <a:pt x="306079" y="521072"/>
                  </a:lnTo>
                  <a:lnTo>
                    <a:pt x="297871" y="517464"/>
                  </a:lnTo>
                  <a:lnTo>
                    <a:pt x="288039" y="514127"/>
                  </a:lnTo>
                  <a:lnTo>
                    <a:pt x="281184" y="512413"/>
                  </a:lnTo>
                  <a:lnTo>
                    <a:pt x="273787" y="511150"/>
                  </a:lnTo>
                  <a:lnTo>
                    <a:pt x="267744" y="510068"/>
                  </a:lnTo>
                  <a:lnTo>
                    <a:pt x="261881" y="508715"/>
                  </a:lnTo>
                  <a:lnTo>
                    <a:pt x="244451" y="504608"/>
                  </a:lnTo>
                  <a:lnTo>
                    <a:pt x="240135" y="503807"/>
                  </a:lnTo>
                  <a:lnTo>
                    <a:pt x="229800" y="502116"/>
                  </a:lnTo>
                  <a:lnTo>
                    <a:pt x="220780" y="499673"/>
                  </a:lnTo>
                  <a:lnTo>
                    <a:pt x="212121" y="496641"/>
                  </a:lnTo>
                  <a:lnTo>
                    <a:pt x="202499" y="491578"/>
                  </a:lnTo>
                  <a:lnTo>
                    <a:pt x="193629" y="484663"/>
                  </a:lnTo>
                  <a:lnTo>
                    <a:pt x="176341" y="472186"/>
                  </a:lnTo>
                  <a:lnTo>
                    <a:pt x="133496" y="441671"/>
                  </a:lnTo>
                  <a:lnTo>
                    <a:pt x="48557" y="379888"/>
                  </a:lnTo>
                  <a:lnTo>
                    <a:pt x="38670" y="373586"/>
                  </a:lnTo>
                  <a:lnTo>
                    <a:pt x="29188" y="368600"/>
                  </a:lnTo>
                  <a:lnTo>
                    <a:pt x="22574" y="364692"/>
                  </a:lnTo>
                  <a:lnTo>
                    <a:pt x="18665" y="362136"/>
                  </a:lnTo>
                  <a:lnTo>
                    <a:pt x="12351" y="357626"/>
                  </a:lnTo>
                  <a:lnTo>
                    <a:pt x="7014" y="3534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57"/>
            <p:cNvSpPr/>
            <p:nvPr/>
          </p:nvSpPr>
          <p:spPr>
            <a:xfrm>
              <a:off x="4638277" y="4956401"/>
              <a:ext cx="69421" cy="51104"/>
            </a:xfrm>
            <a:custGeom>
              <a:avLst/>
              <a:pathLst>
                <a:path w="69421" h="51104">
                  <a:moveTo>
                    <a:pt x="0" y="3203"/>
                  </a:moveTo>
                  <a:lnTo>
                    <a:pt x="2291" y="0"/>
                  </a:lnTo>
                  <a:lnTo>
                    <a:pt x="69421" y="48994"/>
                  </a:lnTo>
                  <a:lnTo>
                    <a:pt x="68122" y="51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58"/>
            <p:cNvSpPr/>
            <p:nvPr/>
          </p:nvSpPr>
          <p:spPr>
            <a:xfrm>
              <a:off x="4625846" y="4962238"/>
              <a:ext cx="27179" cy="28786"/>
            </a:xfrm>
            <a:custGeom>
              <a:avLst/>
              <a:pathLst>
                <a:path w="27179" h="28786">
                  <a:moveTo>
                    <a:pt x="0" y="16848"/>
                  </a:moveTo>
                  <a:lnTo>
                    <a:pt x="11159" y="0"/>
                  </a:lnTo>
                  <a:lnTo>
                    <a:pt x="27179" y="11693"/>
                  </a:lnTo>
                  <a:lnTo>
                    <a:pt x="16175" y="287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59"/>
            <p:cNvSpPr/>
            <p:nvPr/>
          </p:nvSpPr>
          <p:spPr>
            <a:xfrm>
              <a:off x="4664326" y="5065827"/>
              <a:ext cx="38829" cy="34955"/>
            </a:xfrm>
            <a:custGeom>
              <a:avLst/>
              <a:pathLst>
                <a:path w="38829" h="34955">
                  <a:moveTo>
                    <a:pt x="3335" y="8151"/>
                  </a:moveTo>
                  <a:lnTo>
                    <a:pt x="9250" y="0"/>
                  </a:lnTo>
                  <a:lnTo>
                    <a:pt x="38829" y="21312"/>
                  </a:lnTo>
                  <a:lnTo>
                    <a:pt x="30881" y="34955"/>
                  </a:lnTo>
                  <a:lnTo>
                    <a:pt x="0" y="12747"/>
                  </a:lnTo>
                  <a:lnTo>
                    <a:pt x="428" y="121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0"/>
            <p:cNvSpPr/>
            <p:nvPr/>
          </p:nvSpPr>
          <p:spPr>
            <a:xfrm>
              <a:off x="4674698" y="5051530"/>
              <a:ext cx="36710" cy="32297"/>
            </a:xfrm>
            <a:custGeom>
              <a:avLst/>
              <a:pathLst>
                <a:path w="36710" h="32297">
                  <a:moveTo>
                    <a:pt x="13634" y="2905"/>
                  </a:moveTo>
                  <a:lnTo>
                    <a:pt x="36710" y="19424"/>
                  </a:lnTo>
                  <a:lnTo>
                    <a:pt x="29128" y="32297"/>
                  </a:lnTo>
                  <a:lnTo>
                    <a:pt x="0" y="12049"/>
                  </a:lnTo>
                  <a:lnTo>
                    <a:pt x="95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1"/>
            <p:cNvSpPr/>
            <p:nvPr/>
          </p:nvSpPr>
          <p:spPr>
            <a:xfrm>
              <a:off x="4685802" y="5036645"/>
              <a:ext cx="23529" cy="21378"/>
            </a:xfrm>
            <a:custGeom>
              <a:avLst/>
              <a:pathLst>
                <a:path w="23529" h="21378">
                  <a:moveTo>
                    <a:pt x="14951" y="3705"/>
                  </a:moveTo>
                  <a:lnTo>
                    <a:pt x="23529" y="9032"/>
                  </a:lnTo>
                  <a:lnTo>
                    <a:pt x="14473" y="21378"/>
                  </a:lnTo>
                  <a:lnTo>
                    <a:pt x="0" y="11588"/>
                  </a:lnTo>
                  <a:lnTo>
                    <a:pt x="8985" y="0"/>
                  </a:lnTo>
                  <a:lnTo>
                    <a:pt x="11924" y="18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2"/>
            <p:cNvSpPr/>
            <p:nvPr/>
          </p:nvSpPr>
          <p:spPr>
            <a:xfrm>
              <a:off x="4701839" y="5047060"/>
              <a:ext cx="20199" cy="20724"/>
            </a:xfrm>
            <a:custGeom>
              <a:avLst/>
              <a:pathLst>
                <a:path w="20199" h="20724">
                  <a:moveTo>
                    <a:pt x="12345" y="2432"/>
                  </a:moveTo>
                  <a:lnTo>
                    <a:pt x="20199" y="7588"/>
                  </a:lnTo>
                  <a:lnTo>
                    <a:pt x="12202" y="20724"/>
                  </a:lnTo>
                  <a:lnTo>
                    <a:pt x="0" y="12218"/>
                  </a:lnTo>
                  <a:lnTo>
                    <a:pt x="8639" y="0"/>
                  </a:lnTo>
                  <a:lnTo>
                    <a:pt x="10569" y="12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3"/>
            <p:cNvSpPr/>
            <p:nvPr/>
          </p:nvSpPr>
          <p:spPr>
            <a:xfrm>
              <a:off x="4715839" y="5055764"/>
              <a:ext cx="26546" cy="25381"/>
            </a:xfrm>
            <a:custGeom>
              <a:avLst/>
              <a:pathLst>
                <a:path w="26546" h="25381">
                  <a:moveTo>
                    <a:pt x="16419" y="6090"/>
                  </a:moveTo>
                  <a:lnTo>
                    <a:pt x="26546" y="12816"/>
                  </a:lnTo>
                  <a:lnTo>
                    <a:pt x="17964" y="25381"/>
                  </a:lnTo>
                  <a:lnTo>
                    <a:pt x="0" y="12531"/>
                  </a:lnTo>
                  <a:lnTo>
                    <a:pt x="7248" y="0"/>
                  </a:lnTo>
                  <a:lnTo>
                    <a:pt x="12482" y="3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4"/>
            <p:cNvSpPr/>
            <p:nvPr/>
          </p:nvSpPr>
          <p:spPr>
            <a:xfrm>
              <a:off x="4735063" y="5070864"/>
              <a:ext cx="26275" cy="23353"/>
            </a:xfrm>
            <a:custGeom>
              <a:avLst/>
              <a:pathLst>
                <a:path w="26275" h="23353">
                  <a:moveTo>
                    <a:pt x="23547" y="14710"/>
                  </a:moveTo>
                  <a:lnTo>
                    <a:pt x="22892" y="15599"/>
                  </a:lnTo>
                  <a:lnTo>
                    <a:pt x="17175" y="23353"/>
                  </a:lnTo>
                  <a:lnTo>
                    <a:pt x="0" y="11342"/>
                  </a:lnTo>
                  <a:lnTo>
                    <a:pt x="8452" y="0"/>
                  </a:lnTo>
                  <a:lnTo>
                    <a:pt x="26275" y="110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5"/>
            <p:cNvSpPr/>
            <p:nvPr/>
          </p:nvSpPr>
          <p:spPr>
            <a:xfrm>
              <a:off x="4744526" y="5063845"/>
              <a:ext cx="23774" cy="16426"/>
            </a:xfrm>
            <a:custGeom>
              <a:avLst/>
              <a:pathLst>
                <a:path w="23774" h="16426">
                  <a:moveTo>
                    <a:pt x="20681" y="12042"/>
                  </a:moveTo>
                  <a:lnTo>
                    <a:pt x="17102" y="16426"/>
                  </a:lnTo>
                  <a:lnTo>
                    <a:pt x="0" y="3469"/>
                  </a:lnTo>
                  <a:lnTo>
                    <a:pt x="1049" y="0"/>
                  </a:lnTo>
                  <a:lnTo>
                    <a:pt x="11807" y="2148"/>
                  </a:lnTo>
                  <a:lnTo>
                    <a:pt x="23774" y="8254"/>
                  </a:lnTo>
                  <a:lnTo>
                    <a:pt x="22371" y="99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6"/>
            <p:cNvSpPr/>
            <p:nvPr/>
          </p:nvSpPr>
          <p:spPr>
            <a:xfrm>
              <a:off x="4705747" y="5072297"/>
              <a:ext cx="44216" cy="37389"/>
            </a:xfrm>
            <a:custGeom>
              <a:avLst/>
              <a:pathLst>
                <a:path w="44216" h="37389">
                  <a:moveTo>
                    <a:pt x="42073" y="23132"/>
                  </a:moveTo>
                  <a:lnTo>
                    <a:pt x="44216" y="24583"/>
                  </a:lnTo>
                  <a:lnTo>
                    <a:pt x="35035" y="37389"/>
                  </a:lnTo>
                  <a:lnTo>
                    <a:pt x="0" y="12837"/>
                  </a:lnTo>
                  <a:lnTo>
                    <a:pt x="7990" y="0"/>
                  </a:lnTo>
                  <a:lnTo>
                    <a:pt x="26721" y="12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67"/>
            <p:cNvSpPr/>
            <p:nvPr/>
          </p:nvSpPr>
          <p:spPr>
            <a:xfrm>
              <a:off x="4696961" y="5088257"/>
              <a:ext cx="41781" cy="37724"/>
            </a:xfrm>
            <a:custGeom>
              <a:avLst/>
              <a:pathLst>
                <a:path w="41781" h="37724">
                  <a:moveTo>
                    <a:pt x="3162" y="15040"/>
                  </a:moveTo>
                  <a:lnTo>
                    <a:pt x="0" y="12684"/>
                  </a:lnTo>
                  <a:lnTo>
                    <a:pt x="7357" y="0"/>
                  </a:lnTo>
                  <a:lnTo>
                    <a:pt x="41781" y="23564"/>
                  </a:lnTo>
                  <a:lnTo>
                    <a:pt x="33606" y="377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68"/>
            <p:cNvSpPr/>
            <p:nvPr/>
          </p:nvSpPr>
          <p:spPr>
            <a:xfrm>
              <a:off x="4734135" y="5116965"/>
              <a:ext cx="56977" cy="46969"/>
            </a:xfrm>
            <a:custGeom>
              <a:avLst/>
              <a:pathLst>
                <a:path w="56977" h="46969">
                  <a:moveTo>
                    <a:pt x="4605" y="4284"/>
                  </a:moveTo>
                  <a:lnTo>
                    <a:pt x="7382" y="0"/>
                  </a:lnTo>
                  <a:lnTo>
                    <a:pt x="56977" y="36193"/>
                  </a:lnTo>
                  <a:lnTo>
                    <a:pt x="50244" y="46969"/>
                  </a:lnTo>
                  <a:lnTo>
                    <a:pt x="0" y="11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69"/>
            <p:cNvSpPr/>
            <p:nvPr/>
          </p:nvSpPr>
          <p:spPr>
            <a:xfrm>
              <a:off x="4742467" y="5103004"/>
              <a:ext cx="57803" cy="48404"/>
            </a:xfrm>
            <a:custGeom>
              <a:avLst/>
              <a:pathLst>
                <a:path w="57803" h="48404">
                  <a:moveTo>
                    <a:pt x="4530" y="4775"/>
                  </a:moveTo>
                  <a:lnTo>
                    <a:pt x="7560" y="0"/>
                  </a:lnTo>
                  <a:lnTo>
                    <a:pt x="57803" y="38102"/>
                  </a:lnTo>
                  <a:lnTo>
                    <a:pt x="50219" y="48404"/>
                  </a:lnTo>
                  <a:lnTo>
                    <a:pt x="0" y="11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0"/>
            <p:cNvSpPr/>
            <p:nvPr/>
          </p:nvSpPr>
          <p:spPr>
            <a:xfrm>
              <a:off x="4751549" y="5091068"/>
              <a:ext cx="57940" cy="47336"/>
            </a:xfrm>
            <a:custGeom>
              <a:avLst/>
              <a:pathLst>
                <a:path w="57940" h="47336">
                  <a:moveTo>
                    <a:pt x="37121" y="22257"/>
                  </a:moveTo>
                  <a:lnTo>
                    <a:pt x="37653" y="22655"/>
                  </a:lnTo>
                  <a:lnTo>
                    <a:pt x="57940" y="37825"/>
                  </a:lnTo>
                  <a:lnTo>
                    <a:pt x="50321" y="47336"/>
                  </a:lnTo>
                  <a:lnTo>
                    <a:pt x="0" y="10105"/>
                  </a:lnTo>
                  <a:lnTo>
                    <a:pt x="735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1"/>
            <p:cNvSpPr/>
            <p:nvPr/>
          </p:nvSpPr>
          <p:spPr>
            <a:xfrm>
              <a:off x="4760442" y="5078973"/>
              <a:ext cx="58430" cy="46796"/>
            </a:xfrm>
            <a:custGeom>
              <a:avLst/>
              <a:pathLst>
                <a:path w="58430" h="46796">
                  <a:moveTo>
                    <a:pt x="12906" y="4139"/>
                  </a:moveTo>
                  <a:lnTo>
                    <a:pt x="58430" y="37207"/>
                  </a:lnTo>
                  <a:lnTo>
                    <a:pt x="51283" y="46796"/>
                  </a:lnTo>
                  <a:lnTo>
                    <a:pt x="0" y="10171"/>
                  </a:lnTo>
                  <a:lnTo>
                    <a:pt x="7207" y="0"/>
                  </a:lnTo>
                  <a:lnTo>
                    <a:pt x="9788" y="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2"/>
            <p:cNvSpPr/>
            <p:nvPr/>
          </p:nvSpPr>
          <p:spPr>
            <a:xfrm>
              <a:off x="4769221" y="5065180"/>
              <a:ext cx="58559" cy="48855"/>
            </a:xfrm>
            <a:custGeom>
              <a:avLst/>
              <a:pathLst>
                <a:path w="58559" h="48855">
                  <a:moveTo>
                    <a:pt x="10677" y="18607"/>
                  </a:moveTo>
                  <a:lnTo>
                    <a:pt x="6092" y="15179"/>
                  </a:lnTo>
                  <a:lnTo>
                    <a:pt x="0" y="10624"/>
                  </a:lnTo>
                  <a:lnTo>
                    <a:pt x="7460" y="0"/>
                  </a:lnTo>
                  <a:lnTo>
                    <a:pt x="58559" y="37864"/>
                  </a:lnTo>
                  <a:lnTo>
                    <a:pt x="51133" y="488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3"/>
            <p:cNvSpPr/>
            <p:nvPr/>
          </p:nvSpPr>
          <p:spPr>
            <a:xfrm>
              <a:off x="4777958" y="5060205"/>
              <a:ext cx="9289" cy="7384"/>
            </a:xfrm>
            <a:custGeom>
              <a:avLst/>
              <a:pathLst>
                <a:path w="9289" h="7384">
                  <a:moveTo>
                    <a:pt x="4315" y="947"/>
                  </a:moveTo>
                  <a:lnTo>
                    <a:pt x="9289" y="2971"/>
                  </a:lnTo>
                  <a:lnTo>
                    <a:pt x="6142" y="7384"/>
                  </a:lnTo>
                  <a:lnTo>
                    <a:pt x="0" y="2971"/>
                  </a:lnTo>
                  <a:lnTo>
                    <a:pt x="1985" y="0"/>
                  </a:lnTo>
                  <a:lnTo>
                    <a:pt x="3394" y="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4"/>
            <p:cNvSpPr/>
            <p:nvPr/>
          </p:nvSpPr>
          <p:spPr>
            <a:xfrm>
              <a:off x="4784958" y="5063401"/>
              <a:ext cx="22054" cy="17373"/>
            </a:xfrm>
            <a:custGeom>
              <a:avLst/>
              <a:pathLst>
                <a:path w="22054" h="17373">
                  <a:moveTo>
                    <a:pt x="15721" y="3810"/>
                  </a:moveTo>
                  <a:lnTo>
                    <a:pt x="22054" y="8704"/>
                  </a:lnTo>
                  <a:lnTo>
                    <a:pt x="16530" y="17373"/>
                  </a:lnTo>
                  <a:lnTo>
                    <a:pt x="0" y="5017"/>
                  </a:lnTo>
                  <a:lnTo>
                    <a:pt x="3155" y="0"/>
                  </a:lnTo>
                  <a:lnTo>
                    <a:pt x="15183" y="33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5"/>
            <p:cNvSpPr/>
            <p:nvPr/>
          </p:nvSpPr>
          <p:spPr>
            <a:xfrm>
              <a:off x="4802528" y="5072468"/>
              <a:ext cx="24244" cy="25231"/>
            </a:xfrm>
            <a:custGeom>
              <a:avLst/>
              <a:pathLst>
                <a:path w="24244" h="25231">
                  <a:moveTo>
                    <a:pt x="24244" y="20132"/>
                  </a:moveTo>
                  <a:lnTo>
                    <a:pt x="21192" y="25231"/>
                  </a:lnTo>
                  <a:lnTo>
                    <a:pt x="0" y="8940"/>
                  </a:lnTo>
                  <a:lnTo>
                    <a:pt x="6032" y="0"/>
                  </a:lnTo>
                  <a:lnTo>
                    <a:pt x="11894" y="5239"/>
                  </a:lnTo>
                  <a:lnTo>
                    <a:pt x="13645" y="6803"/>
                  </a:lnTo>
                  <a:lnTo>
                    <a:pt x="17137" y="99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6"/>
            <p:cNvSpPr/>
            <p:nvPr/>
          </p:nvSpPr>
          <p:spPr>
            <a:xfrm>
              <a:off x="4814154" y="5116621"/>
              <a:ext cx="22494" cy="21622"/>
            </a:xfrm>
            <a:custGeom>
              <a:avLst/>
              <a:pathLst>
                <a:path w="22494" h="21622">
                  <a:moveTo>
                    <a:pt x="17619" y="17652"/>
                  </a:moveTo>
                  <a:lnTo>
                    <a:pt x="14800" y="21622"/>
                  </a:lnTo>
                  <a:lnTo>
                    <a:pt x="0" y="11200"/>
                  </a:lnTo>
                  <a:lnTo>
                    <a:pt x="7311" y="0"/>
                  </a:lnTo>
                  <a:lnTo>
                    <a:pt x="22494" y="10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77"/>
            <p:cNvSpPr/>
            <p:nvPr/>
          </p:nvSpPr>
          <p:spPr>
            <a:xfrm>
              <a:off x="4804480" y="5129230"/>
              <a:ext cx="35573" cy="30150"/>
            </a:xfrm>
            <a:custGeom>
              <a:avLst/>
              <a:pathLst>
                <a:path w="35573" h="30150">
                  <a:moveTo>
                    <a:pt x="19752" y="24490"/>
                  </a:moveTo>
                  <a:lnTo>
                    <a:pt x="11621" y="18950"/>
                  </a:lnTo>
                  <a:lnTo>
                    <a:pt x="0" y="11032"/>
                  </a:lnTo>
                  <a:lnTo>
                    <a:pt x="7442" y="0"/>
                  </a:lnTo>
                  <a:lnTo>
                    <a:pt x="35573" y="19426"/>
                  </a:lnTo>
                  <a:lnTo>
                    <a:pt x="28060" y="30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78"/>
            <p:cNvSpPr/>
            <p:nvPr/>
          </p:nvSpPr>
          <p:spPr>
            <a:xfrm>
              <a:off x="4794749" y="5143174"/>
              <a:ext cx="35132" cy="28977"/>
            </a:xfrm>
            <a:custGeom>
              <a:avLst/>
              <a:pathLst>
                <a:path w="35132" h="28977">
                  <a:moveTo>
                    <a:pt x="13905" y="4405"/>
                  </a:moveTo>
                  <a:lnTo>
                    <a:pt x="35132" y="18630"/>
                  </a:lnTo>
                  <a:lnTo>
                    <a:pt x="27856" y="28977"/>
                  </a:lnTo>
                  <a:lnTo>
                    <a:pt x="0" y="10534"/>
                  </a:lnTo>
                  <a:lnTo>
                    <a:pt x="73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79"/>
            <p:cNvSpPr/>
            <p:nvPr/>
          </p:nvSpPr>
          <p:spPr>
            <a:xfrm>
              <a:off x="4786345" y="5155720"/>
              <a:ext cx="34244" cy="29750"/>
            </a:xfrm>
            <a:custGeom>
              <a:avLst/>
              <a:pathLst>
                <a:path w="34244" h="29750">
                  <a:moveTo>
                    <a:pt x="10636" y="17842"/>
                  </a:moveTo>
                  <a:lnTo>
                    <a:pt x="3750" y="12965"/>
                  </a:lnTo>
                  <a:lnTo>
                    <a:pt x="0" y="10309"/>
                  </a:lnTo>
                  <a:lnTo>
                    <a:pt x="6976" y="0"/>
                  </a:lnTo>
                  <a:lnTo>
                    <a:pt x="34244" y="19312"/>
                  </a:lnTo>
                  <a:lnTo>
                    <a:pt x="27451" y="29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0"/>
            <p:cNvSpPr/>
            <p:nvPr/>
          </p:nvSpPr>
          <p:spPr>
            <a:xfrm>
              <a:off x="4815416" y="5175436"/>
              <a:ext cx="30928" cy="27318"/>
            </a:xfrm>
            <a:custGeom>
              <a:avLst/>
              <a:pathLst>
                <a:path w="30928" h="27318">
                  <a:moveTo>
                    <a:pt x="14846" y="20521"/>
                  </a:moveTo>
                  <a:lnTo>
                    <a:pt x="0" y="10266"/>
                  </a:lnTo>
                  <a:lnTo>
                    <a:pt x="6607" y="0"/>
                  </a:lnTo>
                  <a:lnTo>
                    <a:pt x="30928" y="17001"/>
                  </a:lnTo>
                  <a:lnTo>
                    <a:pt x="24686" y="27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1"/>
            <p:cNvSpPr/>
            <p:nvPr/>
          </p:nvSpPr>
          <p:spPr>
            <a:xfrm>
              <a:off x="4823370" y="5162968"/>
              <a:ext cx="31096" cy="27453"/>
            </a:xfrm>
            <a:custGeom>
              <a:avLst/>
              <a:pathLst>
                <a:path w="31096" h="27453">
                  <a:moveTo>
                    <a:pt x="14324" y="5104"/>
                  </a:moveTo>
                  <a:lnTo>
                    <a:pt x="31096" y="17042"/>
                  </a:lnTo>
                  <a:lnTo>
                    <a:pt x="24299" y="27453"/>
                  </a:lnTo>
                  <a:lnTo>
                    <a:pt x="0" y="9716"/>
                  </a:lnTo>
                  <a:lnTo>
                    <a:pt x="715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2"/>
            <p:cNvSpPr/>
            <p:nvPr/>
          </p:nvSpPr>
          <p:spPr>
            <a:xfrm>
              <a:off x="4833612" y="5149418"/>
              <a:ext cx="31171" cy="27653"/>
            </a:xfrm>
            <a:custGeom>
              <a:avLst/>
              <a:pathLst>
                <a:path w="31171" h="27653">
                  <a:moveTo>
                    <a:pt x="29228" y="20683"/>
                  </a:moveTo>
                  <a:lnTo>
                    <a:pt x="22622" y="27653"/>
                  </a:lnTo>
                  <a:lnTo>
                    <a:pt x="0" y="10932"/>
                  </a:lnTo>
                  <a:lnTo>
                    <a:pt x="7548" y="0"/>
                  </a:lnTo>
                  <a:lnTo>
                    <a:pt x="30395" y="18020"/>
                  </a:lnTo>
                  <a:lnTo>
                    <a:pt x="31171" y="18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3"/>
            <p:cNvSpPr/>
            <p:nvPr/>
          </p:nvSpPr>
          <p:spPr>
            <a:xfrm>
              <a:off x="4831588" y="5128888"/>
              <a:ext cx="36954" cy="36456"/>
            </a:xfrm>
            <a:custGeom>
              <a:avLst/>
              <a:pathLst>
                <a:path w="36954" h="36456">
                  <a:moveTo>
                    <a:pt x="24351" y="12170"/>
                  </a:moveTo>
                  <a:lnTo>
                    <a:pt x="25029" y="12649"/>
                  </a:lnTo>
                  <a:lnTo>
                    <a:pt x="36954" y="31789"/>
                  </a:lnTo>
                  <a:lnTo>
                    <a:pt x="34247" y="36456"/>
                  </a:lnTo>
                  <a:lnTo>
                    <a:pt x="0" y="10798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4"/>
            <p:cNvSpPr/>
            <p:nvPr/>
          </p:nvSpPr>
          <p:spPr>
            <a:xfrm>
              <a:off x="4841156" y="5123023"/>
              <a:ext cx="7705" cy="9829"/>
            </a:xfrm>
            <a:custGeom>
              <a:avLst/>
              <a:pathLst>
                <a:path w="7705" h="9829">
                  <a:moveTo>
                    <a:pt x="4802" y="2163"/>
                  </a:moveTo>
                  <a:lnTo>
                    <a:pt x="7705" y="6798"/>
                  </a:lnTo>
                  <a:lnTo>
                    <a:pt x="6418" y="9829"/>
                  </a:lnTo>
                  <a:lnTo>
                    <a:pt x="0" y="5396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5"/>
            <p:cNvSpPr/>
            <p:nvPr/>
          </p:nvSpPr>
          <p:spPr>
            <a:xfrm>
              <a:off x="4868022" y="5158128"/>
              <a:ext cx="25807" cy="22392"/>
            </a:xfrm>
            <a:custGeom>
              <a:avLst/>
              <a:pathLst>
                <a:path w="25807" h="22392">
                  <a:moveTo>
                    <a:pt x="13675" y="5415"/>
                  </a:moveTo>
                  <a:lnTo>
                    <a:pt x="16147" y="3335"/>
                  </a:lnTo>
                  <a:lnTo>
                    <a:pt x="18875" y="1040"/>
                  </a:lnTo>
                  <a:lnTo>
                    <a:pt x="22083" y="0"/>
                  </a:lnTo>
                  <a:lnTo>
                    <a:pt x="24588" y="617"/>
                  </a:lnTo>
                  <a:lnTo>
                    <a:pt x="25807" y="2874"/>
                  </a:lnTo>
                  <a:lnTo>
                    <a:pt x="3926" y="22392"/>
                  </a:lnTo>
                  <a:lnTo>
                    <a:pt x="0" y="16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6"/>
            <p:cNvSpPr/>
            <p:nvPr/>
          </p:nvSpPr>
          <p:spPr>
            <a:xfrm>
              <a:off x="4843953" y="5176905"/>
              <a:ext cx="25336" cy="31915"/>
            </a:xfrm>
            <a:custGeom>
              <a:avLst/>
              <a:pathLst>
                <a:path w="25336" h="31915">
                  <a:moveTo>
                    <a:pt x="17784" y="5339"/>
                  </a:moveTo>
                  <a:lnTo>
                    <a:pt x="21712" y="0"/>
                  </a:lnTo>
                  <a:lnTo>
                    <a:pt x="25336" y="6325"/>
                  </a:lnTo>
                  <a:lnTo>
                    <a:pt x="17888" y="15384"/>
                  </a:lnTo>
                  <a:lnTo>
                    <a:pt x="4626" y="31915"/>
                  </a:lnTo>
                  <a:lnTo>
                    <a:pt x="0" y="295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87"/>
            <p:cNvSpPr/>
            <p:nvPr/>
          </p:nvSpPr>
          <p:spPr>
            <a:xfrm>
              <a:off x="4724734" y="5047710"/>
              <a:ext cx="51628" cy="22242"/>
            </a:xfrm>
            <a:custGeom>
              <a:avLst/>
              <a:pathLst>
                <a:path w="51628" h="22242">
                  <a:moveTo>
                    <a:pt x="24762" y="2976"/>
                  </a:moveTo>
                  <a:lnTo>
                    <a:pt x="27794" y="3358"/>
                  </a:lnTo>
                  <a:lnTo>
                    <a:pt x="51628" y="10275"/>
                  </a:lnTo>
                  <a:lnTo>
                    <a:pt x="43874" y="22242"/>
                  </a:lnTo>
                  <a:lnTo>
                    <a:pt x="35149" y="18115"/>
                  </a:lnTo>
                  <a:lnTo>
                    <a:pt x="9765" y="11390"/>
                  </a:lnTo>
                  <a:lnTo>
                    <a:pt x="0" y="5000"/>
                  </a:lnTo>
                  <a:lnTo>
                    <a:pt x="1129" y="0"/>
                  </a:lnTo>
                  <a:lnTo>
                    <a:pt x="24506" y="29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88"/>
            <p:cNvSpPr/>
            <p:nvPr/>
          </p:nvSpPr>
          <p:spPr>
            <a:xfrm>
              <a:off x="4832162" y="5111097"/>
              <a:ext cx="12409" cy="16113"/>
            </a:xfrm>
            <a:custGeom>
              <a:avLst/>
              <a:pathLst>
                <a:path w="12409" h="16113">
                  <a:moveTo>
                    <a:pt x="0" y="10043"/>
                  </a:moveTo>
                  <a:lnTo>
                    <a:pt x="6149" y="0"/>
                  </a:lnTo>
                  <a:lnTo>
                    <a:pt x="7515" y="1116"/>
                  </a:lnTo>
                  <a:lnTo>
                    <a:pt x="12409" y="10039"/>
                  </a:lnTo>
                  <a:lnTo>
                    <a:pt x="8473" y="16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89"/>
            <p:cNvSpPr/>
            <p:nvPr/>
          </p:nvSpPr>
          <p:spPr>
            <a:xfrm>
              <a:off x="5241590" y="5461078"/>
              <a:ext cx="27247" cy="28910"/>
            </a:xfrm>
            <a:custGeom>
              <a:avLst/>
              <a:pathLst>
                <a:path w="27247" h="28910">
                  <a:moveTo>
                    <a:pt x="0" y="6652"/>
                  </a:moveTo>
                  <a:lnTo>
                    <a:pt x="10715" y="0"/>
                  </a:lnTo>
                  <a:lnTo>
                    <a:pt x="14448" y="1478"/>
                  </a:lnTo>
                  <a:lnTo>
                    <a:pt x="27247" y="21381"/>
                  </a:lnTo>
                  <a:lnTo>
                    <a:pt x="14027" y="28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0"/>
            <p:cNvSpPr/>
            <p:nvPr/>
          </p:nvSpPr>
          <p:spPr>
            <a:xfrm>
              <a:off x="5589052" y="5320530"/>
              <a:ext cx="19944" cy="23357"/>
            </a:xfrm>
            <a:custGeom>
              <a:avLst/>
              <a:pathLst>
                <a:path w="19944" h="23357">
                  <a:moveTo>
                    <a:pt x="0" y="5660"/>
                  </a:moveTo>
                  <a:lnTo>
                    <a:pt x="9697" y="0"/>
                  </a:lnTo>
                  <a:lnTo>
                    <a:pt x="19944" y="17657"/>
                  </a:lnTo>
                  <a:lnTo>
                    <a:pt x="10262" y="23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1"/>
            <p:cNvSpPr/>
            <p:nvPr/>
          </p:nvSpPr>
          <p:spPr>
            <a:xfrm>
              <a:off x="5187888" y="5534208"/>
              <a:ext cx="67930" cy="51076"/>
            </a:xfrm>
            <a:custGeom>
              <a:avLst/>
              <a:pathLst>
                <a:path w="67930" h="51076">
                  <a:moveTo>
                    <a:pt x="0" y="33250"/>
                  </a:moveTo>
                  <a:lnTo>
                    <a:pt x="57387" y="0"/>
                  </a:lnTo>
                  <a:lnTo>
                    <a:pt x="67930" y="17679"/>
                  </a:lnTo>
                  <a:lnTo>
                    <a:pt x="10128" y="5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2"/>
            <p:cNvSpPr/>
            <p:nvPr/>
          </p:nvSpPr>
          <p:spPr>
            <a:xfrm>
              <a:off x="5533780" y="5329058"/>
              <a:ext cx="60558" cy="47126"/>
            </a:xfrm>
            <a:custGeom>
              <a:avLst/>
              <a:pathLst>
                <a:path w="60558" h="47126">
                  <a:moveTo>
                    <a:pt x="0" y="28375"/>
                  </a:moveTo>
                  <a:lnTo>
                    <a:pt x="49475" y="0"/>
                  </a:lnTo>
                  <a:lnTo>
                    <a:pt x="60558" y="18726"/>
                  </a:lnTo>
                  <a:lnTo>
                    <a:pt x="10617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3"/>
            <p:cNvSpPr/>
            <p:nvPr/>
          </p:nvSpPr>
          <p:spPr>
            <a:xfrm>
              <a:off x="5367172" y="5311603"/>
              <a:ext cx="57576" cy="55652"/>
            </a:xfrm>
            <a:custGeom>
              <a:avLst/>
              <a:pathLst>
                <a:path w="57576" h="55652">
                  <a:moveTo>
                    <a:pt x="0" y="49087"/>
                  </a:moveTo>
                  <a:lnTo>
                    <a:pt x="44300" y="0"/>
                  </a:lnTo>
                  <a:lnTo>
                    <a:pt x="57576" y="11783"/>
                  </a:lnTo>
                  <a:lnTo>
                    <a:pt x="35605" y="36927"/>
                  </a:lnTo>
                  <a:lnTo>
                    <a:pt x="19453" y="55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4"/>
            <p:cNvSpPr/>
            <p:nvPr/>
          </p:nvSpPr>
          <p:spPr>
            <a:xfrm>
              <a:off x="5451541" y="5338762"/>
              <a:ext cx="70292" cy="96582"/>
            </a:xfrm>
            <a:custGeom>
              <a:avLst/>
              <a:pathLst>
                <a:path w="70292" h="96582">
                  <a:moveTo>
                    <a:pt x="0" y="10686"/>
                  </a:moveTo>
                  <a:lnTo>
                    <a:pt x="18888" y="0"/>
                  </a:lnTo>
                  <a:lnTo>
                    <a:pt x="70292" y="84879"/>
                  </a:lnTo>
                  <a:lnTo>
                    <a:pt x="49718" y="96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5"/>
            <p:cNvSpPr/>
            <p:nvPr/>
          </p:nvSpPr>
          <p:spPr>
            <a:xfrm>
              <a:off x="5484946" y="5318501"/>
              <a:ext cx="69841" cy="98268"/>
            </a:xfrm>
            <a:custGeom>
              <a:avLst/>
              <a:pathLst>
                <a:path w="69841" h="98268">
                  <a:moveTo>
                    <a:pt x="0" y="10996"/>
                  </a:moveTo>
                  <a:lnTo>
                    <a:pt x="18900" y="0"/>
                  </a:lnTo>
                  <a:lnTo>
                    <a:pt x="69841" y="87777"/>
                  </a:lnTo>
                  <a:lnTo>
                    <a:pt x="51681" y="98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6"/>
            <p:cNvSpPr/>
            <p:nvPr/>
          </p:nvSpPr>
          <p:spPr>
            <a:xfrm>
              <a:off x="5415809" y="5329420"/>
              <a:ext cx="29372" cy="33954"/>
            </a:xfrm>
            <a:custGeom>
              <a:avLst/>
              <a:pathLst>
                <a:path w="29372" h="33954">
                  <a:moveTo>
                    <a:pt x="0" y="9285"/>
                  </a:moveTo>
                  <a:lnTo>
                    <a:pt x="13357" y="0"/>
                  </a:lnTo>
                  <a:lnTo>
                    <a:pt x="29372" y="25097"/>
                  </a:lnTo>
                  <a:lnTo>
                    <a:pt x="13996" y="3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497"/>
            <p:cNvSpPr/>
            <p:nvPr/>
          </p:nvSpPr>
          <p:spPr>
            <a:xfrm>
              <a:off x="5547610" y="5352325"/>
              <a:ext cx="60421" cy="48566"/>
            </a:xfrm>
            <a:custGeom>
              <a:avLst/>
              <a:pathLst>
                <a:path w="60421" h="48566">
                  <a:moveTo>
                    <a:pt x="0" y="29595"/>
                  </a:moveTo>
                  <a:lnTo>
                    <a:pt x="49811" y="0"/>
                  </a:lnTo>
                  <a:lnTo>
                    <a:pt x="60421" y="19260"/>
                  </a:lnTo>
                  <a:lnTo>
                    <a:pt x="11152" y="48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498"/>
            <p:cNvSpPr/>
            <p:nvPr/>
          </p:nvSpPr>
          <p:spPr>
            <a:xfrm>
              <a:off x="5341443" y="5346943"/>
              <a:ext cx="29466" cy="38095"/>
            </a:xfrm>
            <a:custGeom>
              <a:avLst/>
              <a:pathLst>
                <a:path w="29466" h="38095">
                  <a:moveTo>
                    <a:pt x="0" y="25841"/>
                  </a:moveTo>
                  <a:lnTo>
                    <a:pt x="27274" y="0"/>
                  </a:lnTo>
                  <a:lnTo>
                    <a:pt x="29466" y="3173"/>
                  </a:lnTo>
                  <a:lnTo>
                    <a:pt x="18580" y="18046"/>
                  </a:lnTo>
                  <a:lnTo>
                    <a:pt x="17843" y="28656"/>
                  </a:lnTo>
                  <a:lnTo>
                    <a:pt x="7737" y="38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499"/>
            <p:cNvSpPr/>
            <p:nvPr/>
          </p:nvSpPr>
          <p:spPr>
            <a:xfrm>
              <a:off x="5350374" y="5363434"/>
              <a:ext cx="34122" cy="61563"/>
            </a:xfrm>
            <a:custGeom>
              <a:avLst/>
              <a:pathLst>
                <a:path w="34122" h="61563">
                  <a:moveTo>
                    <a:pt x="15334" y="0"/>
                  </a:moveTo>
                  <a:lnTo>
                    <a:pt x="34122" y="6306"/>
                  </a:lnTo>
                  <a:lnTo>
                    <a:pt x="19224" y="49194"/>
                  </a:lnTo>
                  <a:lnTo>
                    <a:pt x="0" y="6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0"/>
            <p:cNvSpPr/>
            <p:nvPr/>
          </p:nvSpPr>
          <p:spPr>
            <a:xfrm>
              <a:off x="5374683" y="5341598"/>
              <a:ext cx="49445" cy="68048"/>
            </a:xfrm>
            <a:custGeom>
              <a:avLst/>
              <a:pathLst>
                <a:path w="49445" h="68048">
                  <a:moveTo>
                    <a:pt x="0" y="68048"/>
                  </a:moveTo>
                  <a:lnTo>
                    <a:pt x="13244" y="30474"/>
                  </a:lnTo>
                  <a:lnTo>
                    <a:pt x="39261" y="0"/>
                  </a:lnTo>
                  <a:lnTo>
                    <a:pt x="49445" y="15855"/>
                  </a:lnTo>
                  <a:lnTo>
                    <a:pt x="27391" y="38728"/>
                  </a:lnTo>
                  <a:lnTo>
                    <a:pt x="21511" y="5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1"/>
            <p:cNvSpPr/>
            <p:nvPr/>
          </p:nvSpPr>
          <p:spPr>
            <a:xfrm>
              <a:off x="5443458" y="5360597"/>
              <a:ext cx="27304" cy="41533"/>
            </a:xfrm>
            <a:custGeom>
              <a:avLst/>
              <a:pathLst>
                <a:path w="27304" h="41533">
                  <a:moveTo>
                    <a:pt x="7137" y="0"/>
                  </a:moveTo>
                  <a:lnTo>
                    <a:pt x="27304" y="33248"/>
                  </a:lnTo>
                  <a:lnTo>
                    <a:pt x="13202" y="41533"/>
                  </a:lnTo>
                  <a:lnTo>
                    <a:pt x="2080" y="23532"/>
                  </a:lnTo>
                  <a:lnTo>
                    <a:pt x="0" y="11525"/>
                  </a:lnTo>
                  <a:lnTo>
                    <a:pt x="2812" y="10228"/>
                  </a:lnTo>
                  <a:lnTo>
                    <a:pt x="3000" y="3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2"/>
            <p:cNvSpPr/>
            <p:nvPr/>
          </p:nvSpPr>
          <p:spPr>
            <a:xfrm>
              <a:off x="5258488" y="5456333"/>
              <a:ext cx="77966" cy="58536"/>
            </a:xfrm>
            <a:custGeom>
              <a:avLst/>
              <a:pathLst>
                <a:path w="77966" h="58536">
                  <a:moveTo>
                    <a:pt x="0" y="38902"/>
                  </a:moveTo>
                  <a:lnTo>
                    <a:pt x="67206" y="0"/>
                  </a:lnTo>
                  <a:lnTo>
                    <a:pt x="77966" y="18870"/>
                  </a:lnTo>
                  <a:lnTo>
                    <a:pt x="11256" y="58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3"/>
            <p:cNvSpPr/>
            <p:nvPr/>
          </p:nvSpPr>
          <p:spPr>
            <a:xfrm>
              <a:off x="5267750" y="5425540"/>
              <a:ext cx="36466" cy="45183"/>
            </a:xfrm>
            <a:custGeom>
              <a:avLst/>
              <a:pathLst>
                <a:path w="36466" h="45183">
                  <a:moveTo>
                    <a:pt x="0" y="11703"/>
                  </a:moveTo>
                  <a:lnTo>
                    <a:pt x="13846" y="0"/>
                  </a:lnTo>
                  <a:lnTo>
                    <a:pt x="36466" y="36203"/>
                  </a:lnTo>
                  <a:lnTo>
                    <a:pt x="21149" y="45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4"/>
            <p:cNvSpPr/>
            <p:nvPr/>
          </p:nvSpPr>
          <p:spPr>
            <a:xfrm>
              <a:off x="5347730" y="5439858"/>
              <a:ext cx="78412" cy="71852"/>
            </a:xfrm>
            <a:custGeom>
              <a:avLst/>
              <a:pathLst>
                <a:path w="78412" h="71852">
                  <a:moveTo>
                    <a:pt x="0" y="32695"/>
                  </a:moveTo>
                  <a:lnTo>
                    <a:pt x="46204" y="5409"/>
                  </a:lnTo>
                  <a:lnTo>
                    <a:pt x="46928" y="22246"/>
                  </a:lnTo>
                  <a:lnTo>
                    <a:pt x="50945" y="30556"/>
                  </a:lnTo>
                  <a:lnTo>
                    <a:pt x="53232" y="29231"/>
                  </a:lnTo>
                  <a:lnTo>
                    <a:pt x="49650" y="21142"/>
                  </a:lnTo>
                  <a:lnTo>
                    <a:pt x="49645" y="3539"/>
                  </a:lnTo>
                  <a:lnTo>
                    <a:pt x="55865" y="0"/>
                  </a:lnTo>
                  <a:lnTo>
                    <a:pt x="78412" y="38620"/>
                  </a:lnTo>
                  <a:lnTo>
                    <a:pt x="22135" y="71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5"/>
            <p:cNvSpPr/>
            <p:nvPr/>
          </p:nvSpPr>
          <p:spPr>
            <a:xfrm>
              <a:off x="5457363" y="5266638"/>
              <a:ext cx="42667" cy="57232"/>
            </a:xfrm>
            <a:custGeom>
              <a:avLst/>
              <a:pathLst>
                <a:path w="42667" h="57232">
                  <a:moveTo>
                    <a:pt x="0" y="13329"/>
                  </a:moveTo>
                  <a:lnTo>
                    <a:pt x="16646" y="0"/>
                  </a:lnTo>
                  <a:lnTo>
                    <a:pt x="42667" y="46480"/>
                  </a:lnTo>
                  <a:lnTo>
                    <a:pt x="24821" y="57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6"/>
            <p:cNvSpPr/>
            <p:nvPr/>
          </p:nvSpPr>
          <p:spPr>
            <a:xfrm>
              <a:off x="5305085" y="5391634"/>
              <a:ext cx="48526" cy="76421"/>
            </a:xfrm>
            <a:custGeom>
              <a:avLst/>
              <a:pathLst>
                <a:path w="48526" h="76421">
                  <a:moveTo>
                    <a:pt x="0" y="13763"/>
                  </a:moveTo>
                  <a:lnTo>
                    <a:pt x="15310" y="0"/>
                  </a:lnTo>
                  <a:lnTo>
                    <a:pt x="45512" y="47616"/>
                  </a:lnTo>
                  <a:lnTo>
                    <a:pt x="48526" y="71494"/>
                  </a:lnTo>
                  <a:lnTo>
                    <a:pt x="39195" y="7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07"/>
            <p:cNvSpPr/>
            <p:nvPr/>
          </p:nvSpPr>
          <p:spPr>
            <a:xfrm>
              <a:off x="5405829" y="5398789"/>
              <a:ext cx="77301" cy="57378"/>
            </a:xfrm>
            <a:custGeom>
              <a:avLst/>
              <a:pathLst>
                <a:path w="77301" h="57378">
                  <a:moveTo>
                    <a:pt x="0" y="39111"/>
                  </a:moveTo>
                  <a:lnTo>
                    <a:pt x="67364" y="0"/>
                  </a:lnTo>
                  <a:lnTo>
                    <a:pt x="77301" y="17120"/>
                  </a:lnTo>
                  <a:lnTo>
                    <a:pt x="10452" y="57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08"/>
            <p:cNvSpPr/>
            <p:nvPr/>
          </p:nvSpPr>
          <p:spPr>
            <a:xfrm>
              <a:off x="5323396" y="5375698"/>
              <a:ext cx="29969" cy="42286"/>
            </a:xfrm>
            <a:custGeom>
              <a:avLst/>
              <a:pathLst>
                <a:path w="29969" h="42286">
                  <a:moveTo>
                    <a:pt x="0" y="12614"/>
                  </a:moveTo>
                  <a:lnTo>
                    <a:pt x="14460" y="0"/>
                  </a:lnTo>
                  <a:lnTo>
                    <a:pt x="29969" y="23537"/>
                  </a:lnTo>
                  <a:lnTo>
                    <a:pt x="26894" y="37073"/>
                  </a:lnTo>
                  <a:lnTo>
                    <a:pt x="18857" y="42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09"/>
            <p:cNvSpPr/>
            <p:nvPr/>
          </p:nvSpPr>
          <p:spPr>
            <a:xfrm>
              <a:off x="5352022" y="5394903"/>
              <a:ext cx="59740" cy="47653"/>
            </a:xfrm>
            <a:custGeom>
              <a:avLst/>
              <a:pathLst>
                <a:path w="59740" h="47653">
                  <a:moveTo>
                    <a:pt x="59740" y="13145"/>
                  </a:moveTo>
                  <a:lnTo>
                    <a:pt x="3168" y="47653"/>
                  </a:lnTo>
                  <a:lnTo>
                    <a:pt x="0" y="32598"/>
                  </a:lnTo>
                  <a:lnTo>
                    <a:pt x="517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0"/>
            <p:cNvSpPr/>
            <p:nvPr/>
          </p:nvSpPr>
          <p:spPr>
            <a:xfrm>
              <a:off x="5141426" y="5553939"/>
              <a:ext cx="53759" cy="72154"/>
            </a:xfrm>
            <a:custGeom>
              <a:avLst/>
              <a:pathLst>
                <a:path w="53759" h="72154">
                  <a:moveTo>
                    <a:pt x="0" y="10679"/>
                  </a:moveTo>
                  <a:lnTo>
                    <a:pt x="18855" y="0"/>
                  </a:lnTo>
                  <a:lnTo>
                    <a:pt x="53759" y="60742"/>
                  </a:lnTo>
                  <a:lnTo>
                    <a:pt x="34900" y="72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1"/>
            <p:cNvSpPr/>
            <p:nvPr/>
          </p:nvSpPr>
          <p:spPr>
            <a:xfrm>
              <a:off x="5187618" y="5555081"/>
              <a:ext cx="80739" cy="57849"/>
            </a:xfrm>
            <a:custGeom>
              <a:avLst/>
              <a:pathLst>
                <a:path w="80739" h="57849">
                  <a:moveTo>
                    <a:pt x="10759" y="57849"/>
                  </a:moveTo>
                  <a:lnTo>
                    <a:pt x="0" y="39278"/>
                  </a:lnTo>
                  <a:lnTo>
                    <a:pt x="69870" y="0"/>
                  </a:lnTo>
                  <a:lnTo>
                    <a:pt x="80739" y="1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2"/>
            <p:cNvSpPr/>
            <p:nvPr/>
          </p:nvSpPr>
          <p:spPr>
            <a:xfrm>
              <a:off x="5354983" y="5413757"/>
              <a:ext cx="53270" cy="48273"/>
            </a:xfrm>
            <a:custGeom>
              <a:avLst/>
              <a:pathLst>
                <a:path w="53270" h="48273">
                  <a:moveTo>
                    <a:pt x="53270" y="0"/>
                  </a:moveTo>
                  <a:lnTo>
                    <a:pt x="42104" y="24120"/>
                  </a:lnTo>
                  <a:lnTo>
                    <a:pt x="2318" y="48273"/>
                  </a:lnTo>
                  <a:lnTo>
                    <a:pt x="0" y="32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3"/>
            <p:cNvSpPr/>
            <p:nvPr/>
          </p:nvSpPr>
          <p:spPr>
            <a:xfrm>
              <a:off x="5285463" y="5410237"/>
              <a:ext cx="38995" cy="48898"/>
            </a:xfrm>
            <a:custGeom>
              <a:avLst/>
              <a:pathLst>
                <a:path w="38995" h="48898">
                  <a:moveTo>
                    <a:pt x="0" y="11967"/>
                  </a:moveTo>
                  <a:lnTo>
                    <a:pt x="13946" y="0"/>
                  </a:lnTo>
                  <a:lnTo>
                    <a:pt x="38995" y="39313"/>
                  </a:lnTo>
                  <a:lnTo>
                    <a:pt x="23711" y="4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4"/>
            <p:cNvSpPr/>
            <p:nvPr/>
          </p:nvSpPr>
          <p:spPr>
            <a:xfrm>
              <a:off x="5418023" y="5419863"/>
              <a:ext cx="78628" cy="58563"/>
            </a:xfrm>
            <a:custGeom>
              <a:avLst/>
              <a:pathLst>
                <a:path w="78628" h="58563">
                  <a:moveTo>
                    <a:pt x="11006" y="58563"/>
                  </a:moveTo>
                  <a:lnTo>
                    <a:pt x="0" y="39515"/>
                  </a:lnTo>
                  <a:lnTo>
                    <a:pt x="67005" y="0"/>
                  </a:lnTo>
                  <a:lnTo>
                    <a:pt x="78628" y="18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5"/>
            <p:cNvSpPr/>
            <p:nvPr/>
          </p:nvSpPr>
          <p:spPr>
            <a:xfrm>
              <a:off x="5669702" y="5191902"/>
              <a:ext cx="51287" cy="42603"/>
            </a:xfrm>
            <a:custGeom>
              <a:avLst/>
              <a:pathLst>
                <a:path w="51287" h="42603">
                  <a:moveTo>
                    <a:pt x="0" y="23244"/>
                  </a:moveTo>
                  <a:lnTo>
                    <a:pt x="40017" y="0"/>
                  </a:lnTo>
                  <a:lnTo>
                    <a:pt x="51287" y="19499"/>
                  </a:lnTo>
                  <a:lnTo>
                    <a:pt x="11235" y="42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6"/>
            <p:cNvSpPr/>
            <p:nvPr/>
          </p:nvSpPr>
          <p:spPr>
            <a:xfrm>
              <a:off x="5403590" y="5356248"/>
              <a:ext cx="43176" cy="52318"/>
            </a:xfrm>
            <a:custGeom>
              <a:avLst/>
              <a:pathLst>
                <a:path w="43176" h="52318">
                  <a:moveTo>
                    <a:pt x="43176" y="2232"/>
                  </a:moveTo>
                  <a:lnTo>
                    <a:pt x="35901" y="20377"/>
                  </a:lnTo>
                  <a:lnTo>
                    <a:pt x="29519" y="42009"/>
                  </a:lnTo>
                  <a:lnTo>
                    <a:pt x="12351" y="52318"/>
                  </a:lnTo>
                  <a:lnTo>
                    <a:pt x="0" y="32505"/>
                  </a:lnTo>
                  <a:lnTo>
                    <a:pt x="11558" y="21418"/>
                  </a:lnTo>
                  <a:lnTo>
                    <a:pt x="26757" y="9894"/>
                  </a:lnTo>
                  <a:lnTo>
                    <a:pt x="43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17"/>
            <p:cNvSpPr/>
            <p:nvPr/>
          </p:nvSpPr>
          <p:spPr>
            <a:xfrm>
              <a:off x="5404207" y="5393416"/>
              <a:ext cx="49370" cy="39857"/>
            </a:xfrm>
            <a:custGeom>
              <a:avLst/>
              <a:pathLst>
                <a:path w="49370" h="39857">
                  <a:moveTo>
                    <a:pt x="683" y="39857"/>
                  </a:moveTo>
                  <a:lnTo>
                    <a:pt x="0" y="37130"/>
                  </a:lnTo>
                  <a:lnTo>
                    <a:pt x="8488" y="20006"/>
                  </a:lnTo>
                  <a:lnTo>
                    <a:pt x="42417" y="0"/>
                  </a:lnTo>
                  <a:lnTo>
                    <a:pt x="49370" y="10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18"/>
            <p:cNvSpPr/>
            <p:nvPr/>
          </p:nvSpPr>
          <p:spPr>
            <a:xfrm>
              <a:off x="5478532" y="5248329"/>
              <a:ext cx="45451" cy="60813"/>
            </a:xfrm>
            <a:custGeom>
              <a:avLst/>
              <a:pathLst>
                <a:path w="45451" h="60813">
                  <a:moveTo>
                    <a:pt x="0" y="13951"/>
                  </a:moveTo>
                  <a:lnTo>
                    <a:pt x="17247" y="0"/>
                  </a:lnTo>
                  <a:lnTo>
                    <a:pt x="45451" y="49576"/>
                  </a:lnTo>
                  <a:lnTo>
                    <a:pt x="27309" y="6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19"/>
            <p:cNvSpPr/>
            <p:nvPr/>
          </p:nvSpPr>
          <p:spPr>
            <a:xfrm>
              <a:off x="5575701" y="5255018"/>
              <a:ext cx="93708" cy="67264"/>
            </a:xfrm>
            <a:custGeom>
              <a:avLst/>
              <a:pathLst>
                <a:path w="93708" h="67264">
                  <a:moveTo>
                    <a:pt x="0" y="48940"/>
                  </a:moveTo>
                  <a:lnTo>
                    <a:pt x="82547" y="0"/>
                  </a:lnTo>
                  <a:lnTo>
                    <a:pt x="93708" y="19428"/>
                  </a:lnTo>
                  <a:lnTo>
                    <a:pt x="10941" y="67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0"/>
            <p:cNvSpPr/>
            <p:nvPr/>
          </p:nvSpPr>
          <p:spPr>
            <a:xfrm>
              <a:off x="5283889" y="5498460"/>
              <a:ext cx="77535" cy="57844"/>
            </a:xfrm>
            <a:custGeom>
              <a:avLst/>
              <a:pathLst>
                <a:path w="77535" h="57844">
                  <a:moveTo>
                    <a:pt x="77535" y="17797"/>
                  </a:moveTo>
                  <a:lnTo>
                    <a:pt x="10340" y="57844"/>
                  </a:lnTo>
                  <a:lnTo>
                    <a:pt x="0" y="39947"/>
                  </a:lnTo>
                  <a:lnTo>
                    <a:pt x="663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1"/>
            <p:cNvSpPr/>
            <p:nvPr/>
          </p:nvSpPr>
          <p:spPr>
            <a:xfrm>
              <a:off x="5162841" y="5511842"/>
              <a:ext cx="80490" cy="59705"/>
            </a:xfrm>
            <a:custGeom>
              <a:avLst/>
              <a:pathLst>
                <a:path w="80490" h="59705">
                  <a:moveTo>
                    <a:pt x="69308" y="0"/>
                  </a:moveTo>
                  <a:lnTo>
                    <a:pt x="80490" y="18659"/>
                  </a:lnTo>
                  <a:lnTo>
                    <a:pt x="11061" y="59705"/>
                  </a:lnTo>
                  <a:lnTo>
                    <a:pt x="0" y="4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2"/>
            <p:cNvSpPr/>
            <p:nvPr/>
          </p:nvSpPr>
          <p:spPr>
            <a:xfrm>
              <a:off x="5714725" y="5177733"/>
              <a:ext cx="70797" cy="100272"/>
            </a:xfrm>
            <a:custGeom>
              <a:avLst/>
              <a:pathLst>
                <a:path w="70797" h="100272">
                  <a:moveTo>
                    <a:pt x="0" y="11548"/>
                  </a:moveTo>
                  <a:lnTo>
                    <a:pt x="19430" y="0"/>
                  </a:lnTo>
                  <a:lnTo>
                    <a:pt x="70797" y="88830"/>
                  </a:lnTo>
                  <a:lnTo>
                    <a:pt x="51508" y="100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3"/>
            <p:cNvSpPr/>
            <p:nvPr/>
          </p:nvSpPr>
          <p:spPr>
            <a:xfrm>
              <a:off x="5497380" y="5233731"/>
              <a:ext cx="47726" cy="62429"/>
            </a:xfrm>
            <a:custGeom>
              <a:avLst/>
              <a:pathLst>
                <a:path w="47726" h="62429">
                  <a:moveTo>
                    <a:pt x="0" y="13093"/>
                  </a:moveTo>
                  <a:lnTo>
                    <a:pt x="17452" y="0"/>
                  </a:lnTo>
                  <a:lnTo>
                    <a:pt x="47726" y="51885"/>
                  </a:lnTo>
                  <a:lnTo>
                    <a:pt x="29602" y="62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4"/>
            <p:cNvSpPr/>
            <p:nvPr/>
          </p:nvSpPr>
          <p:spPr>
            <a:xfrm>
              <a:off x="5683141" y="5227363"/>
              <a:ext cx="57489" cy="76967"/>
            </a:xfrm>
            <a:custGeom>
              <a:avLst/>
              <a:pathLst>
                <a:path w="57489" h="76967">
                  <a:moveTo>
                    <a:pt x="39128" y="76967"/>
                  </a:moveTo>
                  <a:lnTo>
                    <a:pt x="0" y="10468"/>
                  </a:lnTo>
                  <a:lnTo>
                    <a:pt x="18304" y="0"/>
                  </a:lnTo>
                  <a:lnTo>
                    <a:pt x="57489" y="66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5"/>
            <p:cNvSpPr/>
            <p:nvPr/>
          </p:nvSpPr>
          <p:spPr>
            <a:xfrm>
              <a:off x="5710318" y="5225300"/>
              <a:ext cx="51819" cy="66978"/>
            </a:xfrm>
            <a:custGeom>
              <a:avLst/>
              <a:pathLst>
                <a:path w="51819" h="66978">
                  <a:moveTo>
                    <a:pt x="32370" y="66978"/>
                  </a:moveTo>
                  <a:lnTo>
                    <a:pt x="0" y="11339"/>
                  </a:lnTo>
                  <a:lnTo>
                    <a:pt x="18857" y="0"/>
                  </a:lnTo>
                  <a:lnTo>
                    <a:pt x="51819" y="55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6"/>
            <p:cNvSpPr/>
            <p:nvPr/>
          </p:nvSpPr>
          <p:spPr>
            <a:xfrm>
              <a:off x="5661597" y="5239924"/>
              <a:ext cx="57178" cy="77401"/>
            </a:xfrm>
            <a:custGeom>
              <a:avLst/>
              <a:pathLst>
                <a:path w="57178" h="77401">
                  <a:moveTo>
                    <a:pt x="0" y="10028"/>
                  </a:moveTo>
                  <a:lnTo>
                    <a:pt x="17382" y="0"/>
                  </a:lnTo>
                  <a:lnTo>
                    <a:pt x="57178" y="66469"/>
                  </a:lnTo>
                  <a:lnTo>
                    <a:pt x="38662" y="77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27"/>
            <p:cNvSpPr/>
            <p:nvPr/>
          </p:nvSpPr>
          <p:spPr>
            <a:xfrm>
              <a:off x="5509446" y="5286268"/>
              <a:ext cx="59708" cy="47428"/>
            </a:xfrm>
            <a:custGeom>
              <a:avLst/>
              <a:pathLst>
                <a:path w="59708" h="47428">
                  <a:moveTo>
                    <a:pt x="0" y="28895"/>
                  </a:moveTo>
                  <a:lnTo>
                    <a:pt x="48452" y="0"/>
                  </a:lnTo>
                  <a:lnTo>
                    <a:pt x="59708" y="18743"/>
                  </a:lnTo>
                  <a:lnTo>
                    <a:pt x="11002" y="47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28"/>
            <p:cNvSpPr/>
            <p:nvPr/>
          </p:nvSpPr>
          <p:spPr>
            <a:xfrm>
              <a:off x="5601630" y="5292255"/>
              <a:ext cx="55719" cy="44432"/>
            </a:xfrm>
            <a:custGeom>
              <a:avLst/>
              <a:pathLst>
                <a:path w="55719" h="44432">
                  <a:moveTo>
                    <a:pt x="0" y="26422"/>
                  </a:moveTo>
                  <a:lnTo>
                    <a:pt x="45484" y="0"/>
                  </a:lnTo>
                  <a:lnTo>
                    <a:pt x="55719" y="17708"/>
                  </a:lnTo>
                  <a:lnTo>
                    <a:pt x="10447" y="44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29"/>
            <p:cNvSpPr/>
            <p:nvPr/>
          </p:nvSpPr>
          <p:spPr>
            <a:xfrm>
              <a:off x="5420514" y="5289936"/>
              <a:ext cx="46541" cy="59344"/>
            </a:xfrm>
            <a:custGeom>
              <a:avLst/>
              <a:pathLst>
                <a:path w="46541" h="59344">
                  <a:moveTo>
                    <a:pt x="18483" y="0"/>
                  </a:moveTo>
                  <a:lnTo>
                    <a:pt x="46541" y="47558"/>
                  </a:lnTo>
                  <a:lnTo>
                    <a:pt x="26906" y="59344"/>
                  </a:lnTo>
                  <a:lnTo>
                    <a:pt x="0" y="15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0"/>
            <p:cNvSpPr/>
            <p:nvPr/>
          </p:nvSpPr>
          <p:spPr>
            <a:xfrm>
              <a:off x="5238124" y="5496826"/>
              <a:ext cx="54017" cy="72955"/>
            </a:xfrm>
            <a:custGeom>
              <a:avLst/>
              <a:pathLst>
                <a:path w="54017" h="72955">
                  <a:moveTo>
                    <a:pt x="0" y="11087"/>
                  </a:moveTo>
                  <a:lnTo>
                    <a:pt x="18331" y="0"/>
                  </a:lnTo>
                  <a:lnTo>
                    <a:pt x="54017" y="62078"/>
                  </a:lnTo>
                  <a:lnTo>
                    <a:pt x="35839" y="7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1"/>
            <p:cNvSpPr/>
            <p:nvPr/>
          </p:nvSpPr>
          <p:spPr>
            <a:xfrm>
              <a:off x="5284066" y="5478050"/>
              <a:ext cx="64568" cy="50417"/>
            </a:xfrm>
            <a:custGeom>
              <a:avLst/>
              <a:pathLst>
                <a:path w="64568" h="50417">
                  <a:moveTo>
                    <a:pt x="0" y="32577"/>
                  </a:moveTo>
                  <a:lnTo>
                    <a:pt x="53373" y="0"/>
                  </a:lnTo>
                  <a:lnTo>
                    <a:pt x="64568" y="17800"/>
                  </a:lnTo>
                  <a:lnTo>
                    <a:pt x="10718" y="50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2"/>
            <p:cNvSpPr/>
            <p:nvPr/>
          </p:nvSpPr>
          <p:spPr>
            <a:xfrm>
              <a:off x="5271707" y="5511197"/>
              <a:ext cx="22003" cy="24625"/>
            </a:xfrm>
            <a:custGeom>
              <a:avLst/>
              <a:pathLst>
                <a:path w="22003" h="24625">
                  <a:moveTo>
                    <a:pt x="12092" y="23762"/>
                  </a:moveTo>
                  <a:lnTo>
                    <a:pt x="10706" y="24625"/>
                  </a:lnTo>
                  <a:lnTo>
                    <a:pt x="0" y="6839"/>
                  </a:lnTo>
                  <a:lnTo>
                    <a:pt x="2077" y="5595"/>
                  </a:lnTo>
                  <a:lnTo>
                    <a:pt x="11425" y="0"/>
                  </a:lnTo>
                  <a:lnTo>
                    <a:pt x="12725" y="2162"/>
                  </a:lnTo>
                  <a:lnTo>
                    <a:pt x="22003" y="17587"/>
                  </a:lnTo>
                  <a:lnTo>
                    <a:pt x="20453" y="1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3"/>
            <p:cNvSpPr/>
            <p:nvPr/>
          </p:nvSpPr>
          <p:spPr>
            <a:xfrm>
              <a:off x="5704058" y="5214659"/>
              <a:ext cx="24170" cy="19857"/>
            </a:xfrm>
            <a:custGeom>
              <a:avLst/>
              <a:pathLst>
                <a:path w="24170" h="19857">
                  <a:moveTo>
                    <a:pt x="24170" y="8764"/>
                  </a:moveTo>
                  <a:lnTo>
                    <a:pt x="5272" y="19857"/>
                  </a:lnTo>
                  <a:lnTo>
                    <a:pt x="0" y="11178"/>
                  </a:lnTo>
                  <a:lnTo>
                    <a:pt x="7244" y="6925"/>
                  </a:lnTo>
                  <a:lnTo>
                    <a:pt x="16576" y="1446"/>
                  </a:lnTo>
                  <a:lnTo>
                    <a:pt x="190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4"/>
            <p:cNvSpPr/>
            <p:nvPr/>
          </p:nvSpPr>
          <p:spPr>
            <a:xfrm>
              <a:off x="5649311" y="5278347"/>
              <a:ext cx="32224" cy="30546"/>
            </a:xfrm>
            <a:custGeom>
              <a:avLst/>
              <a:pathLst>
                <a:path w="32224" h="30546">
                  <a:moveTo>
                    <a:pt x="0" y="12590"/>
                  </a:moveTo>
                  <a:lnTo>
                    <a:pt x="22441" y="0"/>
                  </a:lnTo>
                  <a:lnTo>
                    <a:pt x="32224" y="17204"/>
                  </a:lnTo>
                  <a:lnTo>
                    <a:pt x="9692" y="3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5"/>
            <p:cNvSpPr/>
            <p:nvPr/>
          </p:nvSpPr>
          <p:spPr>
            <a:xfrm>
              <a:off x="5175843" y="5568403"/>
              <a:ext cx="20387" cy="23778"/>
            </a:xfrm>
            <a:custGeom>
              <a:avLst/>
              <a:pathLst>
                <a:path w="20387" h="23778">
                  <a:moveTo>
                    <a:pt x="0" y="5812"/>
                  </a:moveTo>
                  <a:lnTo>
                    <a:pt x="10161" y="0"/>
                  </a:lnTo>
                  <a:lnTo>
                    <a:pt x="20387" y="17767"/>
                  </a:lnTo>
                  <a:lnTo>
                    <a:pt x="10300" y="23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6"/>
            <p:cNvSpPr/>
            <p:nvPr/>
          </p:nvSpPr>
          <p:spPr>
            <a:xfrm>
              <a:off x="5258202" y="5453246"/>
              <a:ext cx="27720" cy="28115"/>
            </a:xfrm>
            <a:custGeom>
              <a:avLst/>
              <a:pathLst>
                <a:path w="27720" h="28115">
                  <a:moveTo>
                    <a:pt x="0" y="9371"/>
                  </a:moveTo>
                  <a:lnTo>
                    <a:pt x="15894" y="0"/>
                  </a:lnTo>
                  <a:lnTo>
                    <a:pt x="27720" y="19163"/>
                  </a:lnTo>
                  <a:lnTo>
                    <a:pt x="11754" y="2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37"/>
            <p:cNvSpPr/>
            <p:nvPr/>
          </p:nvSpPr>
          <p:spPr>
            <a:xfrm>
              <a:off x="5602642" y="5300854"/>
              <a:ext cx="93084" cy="67471"/>
            </a:xfrm>
            <a:custGeom>
              <a:avLst/>
              <a:pathLst>
                <a:path w="93084" h="67471">
                  <a:moveTo>
                    <a:pt x="10790" y="67471"/>
                  </a:moveTo>
                  <a:lnTo>
                    <a:pt x="0" y="48697"/>
                  </a:lnTo>
                  <a:lnTo>
                    <a:pt x="81259" y="0"/>
                  </a:lnTo>
                  <a:lnTo>
                    <a:pt x="93084" y="18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38"/>
            <p:cNvSpPr/>
            <p:nvPr/>
          </p:nvSpPr>
          <p:spPr>
            <a:xfrm>
              <a:off x="5522570" y="5307652"/>
              <a:ext cx="58281" cy="47091"/>
            </a:xfrm>
            <a:custGeom>
              <a:avLst/>
              <a:pathLst>
                <a:path w="58281" h="47091">
                  <a:moveTo>
                    <a:pt x="20466" y="40567"/>
                  </a:moveTo>
                  <a:lnTo>
                    <a:pt x="9510" y="47091"/>
                  </a:lnTo>
                  <a:lnTo>
                    <a:pt x="0" y="29850"/>
                  </a:lnTo>
                  <a:lnTo>
                    <a:pt x="10342" y="23441"/>
                  </a:lnTo>
                  <a:lnTo>
                    <a:pt x="48168" y="0"/>
                  </a:lnTo>
                  <a:lnTo>
                    <a:pt x="58281" y="18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39"/>
            <p:cNvSpPr/>
            <p:nvPr/>
          </p:nvSpPr>
          <p:spPr>
            <a:xfrm>
              <a:off x="5212344" y="5468442"/>
              <a:ext cx="42118" cy="39879"/>
            </a:xfrm>
            <a:custGeom>
              <a:avLst/>
              <a:pathLst>
                <a:path w="42118" h="39879">
                  <a:moveTo>
                    <a:pt x="28230" y="0"/>
                  </a:moveTo>
                  <a:lnTo>
                    <a:pt x="41380" y="21056"/>
                  </a:lnTo>
                  <a:lnTo>
                    <a:pt x="42118" y="22239"/>
                  </a:lnTo>
                  <a:lnTo>
                    <a:pt x="40348" y="23299"/>
                  </a:lnTo>
                  <a:lnTo>
                    <a:pt x="14552" y="38755"/>
                  </a:lnTo>
                  <a:lnTo>
                    <a:pt x="12676" y="39879"/>
                  </a:lnTo>
                  <a:lnTo>
                    <a:pt x="11706" y="38229"/>
                  </a:lnTo>
                  <a:lnTo>
                    <a:pt x="0" y="18317"/>
                  </a:lnTo>
                  <a:lnTo>
                    <a:pt x="10362" y="9261"/>
                  </a:lnTo>
                  <a:lnTo>
                    <a:pt x="15002" y="5207"/>
                  </a:lnTo>
                  <a:lnTo>
                    <a:pt x="16671" y="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0"/>
            <p:cNvSpPr/>
            <p:nvPr/>
          </p:nvSpPr>
          <p:spPr>
            <a:xfrm>
              <a:off x="3755867" y="5473054"/>
              <a:ext cx="22113" cy="17443"/>
            </a:xfrm>
            <a:custGeom>
              <a:avLst/>
              <a:pathLst>
                <a:path w="22113" h="17443">
                  <a:moveTo>
                    <a:pt x="0" y="8721"/>
                  </a:moveTo>
                  <a:lnTo>
                    <a:pt x="4076" y="0"/>
                  </a:lnTo>
                  <a:lnTo>
                    <a:pt x="22113" y="8468"/>
                  </a:lnTo>
                  <a:lnTo>
                    <a:pt x="18159" y="1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1"/>
            <p:cNvSpPr/>
            <p:nvPr/>
          </p:nvSpPr>
          <p:spPr>
            <a:xfrm>
              <a:off x="3975342" y="5603705"/>
              <a:ext cx="23718" cy="18454"/>
            </a:xfrm>
            <a:custGeom>
              <a:avLst/>
              <a:pathLst>
                <a:path w="23718" h="18454">
                  <a:moveTo>
                    <a:pt x="0" y="8848"/>
                  </a:moveTo>
                  <a:lnTo>
                    <a:pt x="4323" y="0"/>
                  </a:lnTo>
                  <a:lnTo>
                    <a:pt x="23718" y="9606"/>
                  </a:lnTo>
                  <a:lnTo>
                    <a:pt x="19641" y="18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2"/>
            <p:cNvSpPr/>
            <p:nvPr/>
          </p:nvSpPr>
          <p:spPr>
            <a:xfrm>
              <a:off x="3880928" y="5437695"/>
              <a:ext cx="55026" cy="99599"/>
            </a:xfrm>
            <a:custGeom>
              <a:avLst/>
              <a:pathLst>
                <a:path w="55026" h="99599">
                  <a:moveTo>
                    <a:pt x="31719" y="0"/>
                  </a:moveTo>
                  <a:lnTo>
                    <a:pt x="55026" y="10747"/>
                  </a:lnTo>
                  <a:lnTo>
                    <a:pt x="21672" y="99599"/>
                  </a:lnTo>
                  <a:lnTo>
                    <a:pt x="0" y="89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3"/>
            <p:cNvSpPr/>
            <p:nvPr/>
          </p:nvSpPr>
          <p:spPr>
            <a:xfrm>
              <a:off x="4027267" y="5503292"/>
              <a:ext cx="64956" cy="51409"/>
            </a:xfrm>
            <a:custGeom>
              <a:avLst/>
              <a:pathLst>
                <a:path w="64956" h="51409">
                  <a:moveTo>
                    <a:pt x="12588" y="0"/>
                  </a:moveTo>
                  <a:lnTo>
                    <a:pt x="64956" y="28345"/>
                  </a:lnTo>
                  <a:lnTo>
                    <a:pt x="53148" y="51409"/>
                  </a:lnTo>
                  <a:lnTo>
                    <a:pt x="0" y="2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4"/>
            <p:cNvSpPr/>
            <p:nvPr/>
          </p:nvSpPr>
          <p:spPr>
            <a:xfrm>
              <a:off x="3707911" y="5346397"/>
              <a:ext cx="54672" cy="97833"/>
            </a:xfrm>
            <a:custGeom>
              <a:avLst/>
              <a:pathLst>
                <a:path w="54672" h="97833">
                  <a:moveTo>
                    <a:pt x="0" y="86933"/>
                  </a:moveTo>
                  <a:lnTo>
                    <a:pt x="33530" y="0"/>
                  </a:lnTo>
                  <a:lnTo>
                    <a:pt x="54672" y="9942"/>
                  </a:lnTo>
                  <a:lnTo>
                    <a:pt x="19769" y="97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5"/>
            <p:cNvSpPr/>
            <p:nvPr/>
          </p:nvSpPr>
          <p:spPr>
            <a:xfrm>
              <a:off x="3931512" y="5496067"/>
              <a:ext cx="35583" cy="56600"/>
            </a:xfrm>
            <a:custGeom>
              <a:avLst/>
              <a:pathLst>
                <a:path w="35583" h="56600">
                  <a:moveTo>
                    <a:pt x="0" y="52683"/>
                  </a:moveTo>
                  <a:lnTo>
                    <a:pt x="28245" y="0"/>
                  </a:lnTo>
                  <a:lnTo>
                    <a:pt x="35583" y="4121"/>
                  </a:lnTo>
                  <a:lnTo>
                    <a:pt x="6232" y="56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6"/>
            <p:cNvSpPr/>
            <p:nvPr/>
          </p:nvSpPr>
          <p:spPr>
            <a:xfrm>
              <a:off x="3733413" y="5360604"/>
              <a:ext cx="54805" cy="98675"/>
            </a:xfrm>
            <a:custGeom>
              <a:avLst/>
              <a:pathLst>
                <a:path w="54805" h="98675">
                  <a:moveTo>
                    <a:pt x="0" y="87464"/>
                  </a:moveTo>
                  <a:lnTo>
                    <a:pt x="33983" y="0"/>
                  </a:lnTo>
                  <a:lnTo>
                    <a:pt x="54805" y="10119"/>
                  </a:lnTo>
                  <a:lnTo>
                    <a:pt x="19270" y="98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47"/>
            <p:cNvSpPr/>
            <p:nvPr/>
          </p:nvSpPr>
          <p:spPr>
            <a:xfrm>
              <a:off x="3759911" y="5370987"/>
              <a:ext cx="56667" cy="101610"/>
            </a:xfrm>
            <a:custGeom>
              <a:avLst/>
              <a:pathLst>
                <a:path w="56667" h="101610">
                  <a:moveTo>
                    <a:pt x="0" y="90474"/>
                  </a:moveTo>
                  <a:lnTo>
                    <a:pt x="33972" y="0"/>
                  </a:lnTo>
                  <a:lnTo>
                    <a:pt x="56667" y="10417"/>
                  </a:lnTo>
                  <a:lnTo>
                    <a:pt x="21428" y="101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48"/>
            <p:cNvSpPr/>
            <p:nvPr/>
          </p:nvSpPr>
          <p:spPr>
            <a:xfrm>
              <a:off x="3932580" y="5451914"/>
              <a:ext cx="76455" cy="56360"/>
            </a:xfrm>
            <a:custGeom>
              <a:avLst/>
              <a:pathLst>
                <a:path w="76455" h="56360">
                  <a:moveTo>
                    <a:pt x="6923" y="0"/>
                  </a:moveTo>
                  <a:lnTo>
                    <a:pt x="76455" y="34801"/>
                  </a:lnTo>
                  <a:lnTo>
                    <a:pt x="63812" y="56360"/>
                  </a:lnTo>
                  <a:lnTo>
                    <a:pt x="0" y="23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49"/>
            <p:cNvSpPr/>
            <p:nvPr/>
          </p:nvSpPr>
          <p:spPr>
            <a:xfrm>
              <a:off x="3786588" y="5386652"/>
              <a:ext cx="53119" cy="100565"/>
            </a:xfrm>
            <a:custGeom>
              <a:avLst/>
              <a:pathLst>
                <a:path w="53119" h="100565">
                  <a:moveTo>
                    <a:pt x="0" y="90596"/>
                  </a:moveTo>
                  <a:lnTo>
                    <a:pt x="34297" y="0"/>
                  </a:lnTo>
                  <a:lnTo>
                    <a:pt x="53119" y="11139"/>
                  </a:lnTo>
                  <a:lnTo>
                    <a:pt x="20702" y="10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0"/>
            <p:cNvSpPr/>
            <p:nvPr/>
          </p:nvSpPr>
          <p:spPr>
            <a:xfrm>
              <a:off x="3813279" y="5400428"/>
              <a:ext cx="56875" cy="100925"/>
            </a:xfrm>
            <a:custGeom>
              <a:avLst/>
              <a:pathLst>
                <a:path w="56875" h="100925">
                  <a:moveTo>
                    <a:pt x="0" y="89902"/>
                  </a:moveTo>
                  <a:lnTo>
                    <a:pt x="34767" y="0"/>
                  </a:lnTo>
                  <a:lnTo>
                    <a:pt x="56875" y="8344"/>
                  </a:lnTo>
                  <a:lnTo>
                    <a:pt x="20994" y="10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1"/>
            <p:cNvSpPr/>
            <p:nvPr/>
          </p:nvSpPr>
          <p:spPr>
            <a:xfrm>
              <a:off x="3202686" y="5067612"/>
              <a:ext cx="39247" cy="63870"/>
            </a:xfrm>
            <a:custGeom>
              <a:avLst/>
              <a:pathLst>
                <a:path w="39247" h="63870">
                  <a:moveTo>
                    <a:pt x="27656" y="35514"/>
                  </a:moveTo>
                  <a:lnTo>
                    <a:pt x="12722" y="63870"/>
                  </a:lnTo>
                  <a:lnTo>
                    <a:pt x="5455" y="59536"/>
                  </a:lnTo>
                  <a:lnTo>
                    <a:pt x="7468" y="55123"/>
                  </a:lnTo>
                  <a:lnTo>
                    <a:pt x="0" y="51132"/>
                  </a:lnTo>
                  <a:lnTo>
                    <a:pt x="11910" y="28329"/>
                  </a:lnTo>
                  <a:lnTo>
                    <a:pt x="13226" y="21772"/>
                  </a:lnTo>
                  <a:lnTo>
                    <a:pt x="14966" y="18068"/>
                  </a:lnTo>
                  <a:lnTo>
                    <a:pt x="13934" y="17631"/>
                  </a:lnTo>
                  <a:lnTo>
                    <a:pt x="12641" y="17084"/>
                  </a:lnTo>
                  <a:lnTo>
                    <a:pt x="21632" y="0"/>
                  </a:lnTo>
                  <a:lnTo>
                    <a:pt x="23113" y="731"/>
                  </a:lnTo>
                  <a:lnTo>
                    <a:pt x="39247" y="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2"/>
            <p:cNvSpPr/>
            <p:nvPr/>
          </p:nvSpPr>
          <p:spPr>
            <a:xfrm>
              <a:off x="3961323" y="5490138"/>
              <a:ext cx="73347" cy="101057"/>
            </a:xfrm>
            <a:custGeom>
              <a:avLst/>
              <a:pathLst>
                <a:path w="73347" h="101057">
                  <a:moveTo>
                    <a:pt x="0" y="90617"/>
                  </a:moveTo>
                  <a:lnTo>
                    <a:pt x="53568" y="0"/>
                  </a:lnTo>
                  <a:lnTo>
                    <a:pt x="73347" y="11064"/>
                  </a:lnTo>
                  <a:lnTo>
                    <a:pt x="20185" y="101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3"/>
            <p:cNvSpPr/>
            <p:nvPr/>
          </p:nvSpPr>
          <p:spPr>
            <a:xfrm>
              <a:off x="3841299" y="5418198"/>
              <a:ext cx="66207" cy="104220"/>
            </a:xfrm>
            <a:custGeom>
              <a:avLst/>
              <a:pathLst>
                <a:path w="66207" h="104220">
                  <a:moveTo>
                    <a:pt x="31531" y="0"/>
                  </a:moveTo>
                  <a:lnTo>
                    <a:pt x="66207" y="16261"/>
                  </a:lnTo>
                  <a:lnTo>
                    <a:pt x="34059" y="104220"/>
                  </a:lnTo>
                  <a:lnTo>
                    <a:pt x="0" y="85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4"/>
            <p:cNvSpPr/>
            <p:nvPr/>
          </p:nvSpPr>
          <p:spPr>
            <a:xfrm>
              <a:off x="4042275" y="5587915"/>
              <a:ext cx="45752" cy="55834"/>
            </a:xfrm>
            <a:custGeom>
              <a:avLst/>
              <a:pathLst>
                <a:path w="45752" h="55834">
                  <a:moveTo>
                    <a:pt x="23437" y="55834"/>
                  </a:moveTo>
                  <a:lnTo>
                    <a:pt x="0" y="42377"/>
                  </a:lnTo>
                  <a:lnTo>
                    <a:pt x="24561" y="0"/>
                  </a:lnTo>
                  <a:lnTo>
                    <a:pt x="45752" y="1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5"/>
            <p:cNvSpPr/>
            <p:nvPr/>
          </p:nvSpPr>
          <p:spPr>
            <a:xfrm>
              <a:off x="3251189" y="5072333"/>
              <a:ext cx="19542" cy="14415"/>
            </a:xfrm>
            <a:custGeom>
              <a:avLst/>
              <a:pathLst>
                <a:path w="19542" h="14415">
                  <a:moveTo>
                    <a:pt x="0" y="5621"/>
                  </a:moveTo>
                  <a:lnTo>
                    <a:pt x="2679" y="0"/>
                  </a:lnTo>
                  <a:lnTo>
                    <a:pt x="19542" y="8924"/>
                  </a:lnTo>
                  <a:lnTo>
                    <a:pt x="17188" y="1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6"/>
            <p:cNvSpPr/>
            <p:nvPr/>
          </p:nvSpPr>
          <p:spPr>
            <a:xfrm>
              <a:off x="3240936" y="5081222"/>
              <a:ext cx="26150" cy="26692"/>
            </a:xfrm>
            <a:custGeom>
              <a:avLst/>
              <a:pathLst>
                <a:path w="26150" h="26692">
                  <a:moveTo>
                    <a:pt x="0" y="17726"/>
                  </a:moveTo>
                  <a:lnTo>
                    <a:pt x="8867" y="0"/>
                  </a:lnTo>
                  <a:lnTo>
                    <a:pt x="26150" y="8118"/>
                  </a:lnTo>
                  <a:lnTo>
                    <a:pt x="17332" y="26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57"/>
            <p:cNvSpPr/>
            <p:nvPr/>
          </p:nvSpPr>
          <p:spPr>
            <a:xfrm>
              <a:off x="3215856" y="5092785"/>
              <a:ext cx="131990" cy="129693"/>
            </a:xfrm>
            <a:custGeom>
              <a:avLst/>
              <a:pathLst>
                <a:path w="131990" h="129693">
                  <a:moveTo>
                    <a:pt x="41568" y="24359"/>
                  </a:moveTo>
                  <a:lnTo>
                    <a:pt x="43355" y="25084"/>
                  </a:lnTo>
                  <a:lnTo>
                    <a:pt x="45301" y="26330"/>
                  </a:lnTo>
                  <a:lnTo>
                    <a:pt x="51140" y="12840"/>
                  </a:lnTo>
                  <a:lnTo>
                    <a:pt x="47596" y="10576"/>
                  </a:lnTo>
                  <a:lnTo>
                    <a:pt x="52729" y="0"/>
                  </a:lnTo>
                  <a:lnTo>
                    <a:pt x="129951" y="40773"/>
                  </a:lnTo>
                  <a:lnTo>
                    <a:pt x="130783" y="41241"/>
                  </a:lnTo>
                  <a:lnTo>
                    <a:pt x="131990" y="41919"/>
                  </a:lnTo>
                  <a:lnTo>
                    <a:pt x="131839" y="42265"/>
                  </a:lnTo>
                  <a:lnTo>
                    <a:pt x="115873" y="72007"/>
                  </a:lnTo>
                  <a:lnTo>
                    <a:pt x="114126" y="75611"/>
                  </a:lnTo>
                  <a:lnTo>
                    <a:pt x="112425" y="78852"/>
                  </a:lnTo>
                  <a:lnTo>
                    <a:pt x="86716" y="127827"/>
                  </a:lnTo>
                  <a:lnTo>
                    <a:pt x="81570" y="129693"/>
                  </a:lnTo>
                  <a:lnTo>
                    <a:pt x="21224" y="98770"/>
                  </a:lnTo>
                  <a:lnTo>
                    <a:pt x="19335" y="102349"/>
                  </a:lnTo>
                  <a:lnTo>
                    <a:pt x="16103" y="109002"/>
                  </a:lnTo>
                  <a:lnTo>
                    <a:pt x="0" y="101000"/>
                  </a:lnTo>
                  <a:lnTo>
                    <a:pt x="5863" y="91603"/>
                  </a:lnTo>
                  <a:lnTo>
                    <a:pt x="7021" y="89102"/>
                  </a:lnTo>
                  <a:lnTo>
                    <a:pt x="11436" y="91565"/>
                  </a:lnTo>
                  <a:lnTo>
                    <a:pt x="15136" y="83520"/>
                  </a:lnTo>
                  <a:lnTo>
                    <a:pt x="19474" y="75792"/>
                  </a:lnTo>
                  <a:lnTo>
                    <a:pt x="16476" y="74518"/>
                  </a:lnTo>
                  <a:lnTo>
                    <a:pt x="22631" y="61875"/>
                  </a:lnTo>
                  <a:lnTo>
                    <a:pt x="27088" y="64155"/>
                  </a:lnTo>
                  <a:lnTo>
                    <a:pt x="31306" y="56674"/>
                  </a:lnTo>
                  <a:lnTo>
                    <a:pt x="36118" y="48140"/>
                  </a:lnTo>
                  <a:lnTo>
                    <a:pt x="31302" y="45061"/>
                  </a:lnTo>
                  <a:lnTo>
                    <a:pt x="35279" y="37154"/>
                  </a:lnTo>
                  <a:lnTo>
                    <a:pt x="40109" y="27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58"/>
            <p:cNvSpPr/>
            <p:nvPr/>
          </p:nvSpPr>
          <p:spPr>
            <a:xfrm>
              <a:off x="3203370" y="5139685"/>
              <a:ext cx="33198" cy="40108"/>
            </a:xfrm>
            <a:custGeom>
              <a:avLst/>
              <a:pathLst>
                <a:path w="33198" h="40108">
                  <a:moveTo>
                    <a:pt x="0" y="31414"/>
                  </a:moveTo>
                  <a:lnTo>
                    <a:pt x="16856" y="0"/>
                  </a:lnTo>
                  <a:lnTo>
                    <a:pt x="33198" y="9002"/>
                  </a:lnTo>
                  <a:lnTo>
                    <a:pt x="16944" y="40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59"/>
            <p:cNvSpPr/>
            <p:nvPr/>
          </p:nvSpPr>
          <p:spPr>
            <a:xfrm>
              <a:off x="4071002" y="5561884"/>
              <a:ext cx="63307" cy="48705"/>
            </a:xfrm>
            <a:custGeom>
              <a:avLst/>
              <a:pathLst>
                <a:path w="63307" h="48705">
                  <a:moveTo>
                    <a:pt x="0" y="20494"/>
                  </a:moveTo>
                  <a:lnTo>
                    <a:pt x="11150" y="0"/>
                  </a:lnTo>
                  <a:lnTo>
                    <a:pt x="63307" y="27467"/>
                  </a:lnTo>
                  <a:lnTo>
                    <a:pt x="52212" y="48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0"/>
            <p:cNvSpPr/>
            <p:nvPr/>
          </p:nvSpPr>
          <p:spPr>
            <a:xfrm>
              <a:off x="4124693" y="5576781"/>
              <a:ext cx="224126" cy="186554"/>
            </a:xfrm>
            <a:custGeom>
              <a:avLst/>
              <a:pathLst>
                <a:path w="224126" h="186554">
                  <a:moveTo>
                    <a:pt x="0" y="92588"/>
                  </a:moveTo>
                  <a:lnTo>
                    <a:pt x="49921" y="0"/>
                  </a:lnTo>
                  <a:lnTo>
                    <a:pt x="181505" y="68104"/>
                  </a:lnTo>
                  <a:lnTo>
                    <a:pt x="186773" y="58864"/>
                  </a:lnTo>
                  <a:lnTo>
                    <a:pt x="224126" y="79288"/>
                  </a:lnTo>
                  <a:lnTo>
                    <a:pt x="166229" y="186554"/>
                  </a:lnTo>
                  <a:lnTo>
                    <a:pt x="139882" y="170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1"/>
            <p:cNvSpPr/>
            <p:nvPr/>
          </p:nvSpPr>
          <p:spPr>
            <a:xfrm>
              <a:off x="3985828" y="5532034"/>
              <a:ext cx="61526" cy="74417"/>
            </a:xfrm>
            <a:custGeom>
              <a:avLst/>
              <a:pathLst>
                <a:path w="61526" h="74417">
                  <a:moveTo>
                    <a:pt x="38892" y="0"/>
                  </a:moveTo>
                  <a:lnTo>
                    <a:pt x="61526" y="12586"/>
                  </a:lnTo>
                  <a:lnTo>
                    <a:pt x="24923" y="74417"/>
                  </a:lnTo>
                  <a:lnTo>
                    <a:pt x="0" y="61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2"/>
            <p:cNvSpPr/>
            <p:nvPr/>
          </p:nvSpPr>
          <p:spPr>
            <a:xfrm>
              <a:off x="3222893" y="5103059"/>
              <a:ext cx="31991" cy="40024"/>
            </a:xfrm>
            <a:custGeom>
              <a:avLst/>
              <a:pathLst>
                <a:path w="31991" h="40024">
                  <a:moveTo>
                    <a:pt x="0" y="29100"/>
                  </a:moveTo>
                  <a:lnTo>
                    <a:pt x="13985" y="0"/>
                  </a:lnTo>
                  <a:lnTo>
                    <a:pt x="31991" y="9091"/>
                  </a:lnTo>
                  <a:lnTo>
                    <a:pt x="17105" y="40024"/>
                  </a:lnTo>
                  <a:lnTo>
                    <a:pt x="11585" y="37442"/>
                  </a:lnTo>
                  <a:lnTo>
                    <a:pt x="3423" y="3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3"/>
            <p:cNvSpPr/>
            <p:nvPr/>
          </p:nvSpPr>
          <p:spPr>
            <a:xfrm>
              <a:off x="4085672" y="5534727"/>
              <a:ext cx="61164" cy="48291"/>
            </a:xfrm>
            <a:custGeom>
              <a:avLst/>
              <a:pathLst>
                <a:path w="61164" h="48291">
                  <a:moveTo>
                    <a:pt x="10595" y="0"/>
                  </a:moveTo>
                  <a:lnTo>
                    <a:pt x="61164" y="27595"/>
                  </a:lnTo>
                  <a:lnTo>
                    <a:pt x="50087" y="48291"/>
                  </a:lnTo>
                  <a:lnTo>
                    <a:pt x="0" y="21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4"/>
            <p:cNvSpPr/>
            <p:nvPr/>
          </p:nvSpPr>
          <p:spPr>
            <a:xfrm>
              <a:off x="3907460" y="5481461"/>
              <a:ext cx="47694" cy="67632"/>
            </a:xfrm>
            <a:custGeom>
              <a:avLst/>
              <a:pathLst>
                <a:path w="47694" h="67632">
                  <a:moveTo>
                    <a:pt x="3816" y="48547"/>
                  </a:moveTo>
                  <a:lnTo>
                    <a:pt x="5442" y="44811"/>
                  </a:lnTo>
                  <a:lnTo>
                    <a:pt x="22635" y="0"/>
                  </a:lnTo>
                  <a:lnTo>
                    <a:pt x="24519" y="980"/>
                  </a:lnTo>
                  <a:lnTo>
                    <a:pt x="27768" y="2671"/>
                  </a:lnTo>
                  <a:lnTo>
                    <a:pt x="47694" y="13078"/>
                  </a:lnTo>
                  <a:lnTo>
                    <a:pt x="20921" y="63046"/>
                  </a:lnTo>
                  <a:lnTo>
                    <a:pt x="18541" y="67632"/>
                  </a:lnTo>
                  <a:lnTo>
                    <a:pt x="11255" y="63759"/>
                  </a:lnTo>
                  <a:lnTo>
                    <a:pt x="2456" y="59082"/>
                  </a:lnTo>
                  <a:lnTo>
                    <a:pt x="0" y="57777"/>
                  </a:lnTo>
                  <a:lnTo>
                    <a:pt x="1899" y="53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5"/>
            <p:cNvSpPr/>
            <p:nvPr/>
          </p:nvSpPr>
          <p:spPr>
            <a:xfrm>
              <a:off x="3938421" y="5504165"/>
              <a:ext cx="54944" cy="69586"/>
            </a:xfrm>
            <a:custGeom>
              <a:avLst/>
              <a:pathLst>
                <a:path w="54944" h="69586">
                  <a:moveTo>
                    <a:pt x="0" y="57141"/>
                  </a:moveTo>
                  <a:lnTo>
                    <a:pt x="34071" y="0"/>
                  </a:lnTo>
                  <a:lnTo>
                    <a:pt x="54944" y="9923"/>
                  </a:lnTo>
                  <a:lnTo>
                    <a:pt x="19142" y="69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6"/>
            <p:cNvSpPr/>
            <p:nvPr/>
          </p:nvSpPr>
          <p:spPr>
            <a:xfrm>
              <a:off x="4018843" y="5547330"/>
              <a:ext cx="56665" cy="75555"/>
            </a:xfrm>
            <a:custGeom>
              <a:avLst/>
              <a:pathLst>
                <a:path w="56665" h="75555">
                  <a:moveTo>
                    <a:pt x="0" y="63971"/>
                  </a:moveTo>
                  <a:lnTo>
                    <a:pt x="33660" y="0"/>
                  </a:lnTo>
                  <a:lnTo>
                    <a:pt x="56665" y="10087"/>
                  </a:lnTo>
                  <a:lnTo>
                    <a:pt x="18939" y="7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67"/>
            <p:cNvSpPr/>
            <p:nvPr/>
          </p:nvSpPr>
          <p:spPr>
            <a:xfrm>
              <a:off x="3299147" y="5124861"/>
              <a:ext cx="440296" cy="313968"/>
            </a:xfrm>
            <a:custGeom>
              <a:avLst/>
              <a:pathLst>
                <a:path w="440296" h="313968">
                  <a:moveTo>
                    <a:pt x="172999" y="201488"/>
                  </a:moveTo>
                  <a:lnTo>
                    <a:pt x="16409" y="126757"/>
                  </a:lnTo>
                  <a:lnTo>
                    <a:pt x="24642" y="111005"/>
                  </a:lnTo>
                  <a:lnTo>
                    <a:pt x="20479" y="108418"/>
                  </a:lnTo>
                  <a:lnTo>
                    <a:pt x="12309" y="125014"/>
                  </a:lnTo>
                  <a:lnTo>
                    <a:pt x="0" y="118972"/>
                  </a:lnTo>
                  <a:lnTo>
                    <a:pt x="16404" y="90022"/>
                  </a:lnTo>
                  <a:lnTo>
                    <a:pt x="19656" y="91877"/>
                  </a:lnTo>
                  <a:lnTo>
                    <a:pt x="44699" y="104266"/>
                  </a:lnTo>
                  <a:lnTo>
                    <a:pt x="46581" y="100575"/>
                  </a:lnTo>
                  <a:lnTo>
                    <a:pt x="29177" y="91311"/>
                  </a:lnTo>
                  <a:lnTo>
                    <a:pt x="21199" y="86702"/>
                  </a:lnTo>
                  <a:lnTo>
                    <a:pt x="18549" y="85171"/>
                  </a:lnTo>
                  <a:lnTo>
                    <a:pt x="64851" y="0"/>
                  </a:lnTo>
                  <a:lnTo>
                    <a:pt x="96276" y="17000"/>
                  </a:lnTo>
                  <a:lnTo>
                    <a:pt x="90941" y="27425"/>
                  </a:lnTo>
                  <a:lnTo>
                    <a:pt x="95554" y="29566"/>
                  </a:lnTo>
                  <a:lnTo>
                    <a:pt x="213728" y="90915"/>
                  </a:lnTo>
                  <a:lnTo>
                    <a:pt x="301862" y="136743"/>
                  </a:lnTo>
                  <a:lnTo>
                    <a:pt x="346350" y="161689"/>
                  </a:lnTo>
                  <a:lnTo>
                    <a:pt x="332948" y="186035"/>
                  </a:lnTo>
                  <a:lnTo>
                    <a:pt x="342946" y="191147"/>
                  </a:lnTo>
                  <a:lnTo>
                    <a:pt x="363106" y="201454"/>
                  </a:lnTo>
                  <a:lnTo>
                    <a:pt x="381898" y="210721"/>
                  </a:lnTo>
                  <a:lnTo>
                    <a:pt x="392795" y="189130"/>
                  </a:lnTo>
                  <a:lnTo>
                    <a:pt x="440296" y="214183"/>
                  </a:lnTo>
                  <a:lnTo>
                    <a:pt x="405801" y="280891"/>
                  </a:lnTo>
                  <a:lnTo>
                    <a:pt x="387741" y="313968"/>
                  </a:lnTo>
                  <a:lnTo>
                    <a:pt x="260194" y="24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68"/>
            <p:cNvSpPr/>
            <p:nvPr/>
          </p:nvSpPr>
          <p:spPr>
            <a:xfrm>
              <a:off x="3650540" y="5289864"/>
              <a:ext cx="35074" cy="24351"/>
            </a:xfrm>
            <a:custGeom>
              <a:avLst/>
              <a:pathLst>
                <a:path w="35074" h="24351">
                  <a:moveTo>
                    <a:pt x="0" y="9075"/>
                  </a:moveTo>
                  <a:lnTo>
                    <a:pt x="45" y="0"/>
                  </a:lnTo>
                  <a:lnTo>
                    <a:pt x="35074" y="17084"/>
                  </a:lnTo>
                  <a:lnTo>
                    <a:pt x="31304" y="24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69"/>
            <p:cNvSpPr/>
            <p:nvPr/>
          </p:nvSpPr>
          <p:spPr>
            <a:xfrm>
              <a:off x="4076319" y="5602998"/>
              <a:ext cx="42862" cy="52233"/>
            </a:xfrm>
            <a:custGeom>
              <a:avLst/>
              <a:pathLst>
                <a:path w="42862" h="52233">
                  <a:moveTo>
                    <a:pt x="0" y="41392"/>
                  </a:moveTo>
                  <a:lnTo>
                    <a:pt x="20709" y="0"/>
                  </a:lnTo>
                  <a:lnTo>
                    <a:pt x="42862" y="11826"/>
                  </a:lnTo>
                  <a:lnTo>
                    <a:pt x="20709" y="52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0"/>
            <p:cNvSpPr/>
            <p:nvPr/>
          </p:nvSpPr>
          <p:spPr>
            <a:xfrm>
              <a:off x="4102664" y="5563022"/>
              <a:ext cx="68636" cy="105059"/>
            </a:xfrm>
            <a:custGeom>
              <a:avLst/>
              <a:pathLst>
                <a:path w="68636" h="105059">
                  <a:moveTo>
                    <a:pt x="0" y="94711"/>
                  </a:moveTo>
                  <a:lnTo>
                    <a:pt x="52261" y="0"/>
                  </a:lnTo>
                  <a:lnTo>
                    <a:pt x="68636" y="8376"/>
                  </a:lnTo>
                  <a:lnTo>
                    <a:pt x="15411" y="10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1"/>
            <p:cNvSpPr/>
            <p:nvPr/>
          </p:nvSpPr>
          <p:spPr>
            <a:xfrm>
              <a:off x="3189461" y="5128547"/>
              <a:ext cx="23874" cy="23757"/>
            </a:xfrm>
            <a:custGeom>
              <a:avLst/>
              <a:pathLst>
                <a:path w="23874" h="23757">
                  <a:moveTo>
                    <a:pt x="0" y="14916"/>
                  </a:moveTo>
                  <a:lnTo>
                    <a:pt x="8003" y="0"/>
                  </a:lnTo>
                  <a:lnTo>
                    <a:pt x="23874" y="8207"/>
                  </a:lnTo>
                  <a:lnTo>
                    <a:pt x="15238" y="23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2"/>
            <p:cNvSpPr/>
            <p:nvPr/>
          </p:nvSpPr>
          <p:spPr>
            <a:xfrm>
              <a:off x="3193525" y="5172381"/>
              <a:ext cx="24770" cy="24555"/>
            </a:xfrm>
            <a:custGeom>
              <a:avLst/>
              <a:pathLst>
                <a:path w="24770" h="24555">
                  <a:moveTo>
                    <a:pt x="0" y="15706"/>
                  </a:moveTo>
                  <a:lnTo>
                    <a:pt x="8428" y="0"/>
                  </a:lnTo>
                  <a:lnTo>
                    <a:pt x="24770" y="9002"/>
                  </a:lnTo>
                  <a:lnTo>
                    <a:pt x="16643" y="24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3"/>
            <p:cNvSpPr/>
            <p:nvPr/>
          </p:nvSpPr>
          <p:spPr>
            <a:xfrm>
              <a:off x="2721563" y="4968946"/>
              <a:ext cx="301926" cy="172099"/>
            </a:xfrm>
            <a:custGeom>
              <a:avLst/>
              <a:pathLst>
                <a:path w="301926" h="172099">
                  <a:moveTo>
                    <a:pt x="298013" y="157095"/>
                  </a:moveTo>
                  <a:lnTo>
                    <a:pt x="291462" y="172099"/>
                  </a:lnTo>
                  <a:lnTo>
                    <a:pt x="205676" y="129229"/>
                  </a:lnTo>
                  <a:lnTo>
                    <a:pt x="0" y="26964"/>
                  </a:lnTo>
                  <a:lnTo>
                    <a:pt x="8377" y="7418"/>
                  </a:lnTo>
                  <a:lnTo>
                    <a:pt x="11557" y="0"/>
                  </a:lnTo>
                  <a:lnTo>
                    <a:pt x="132492" y="62073"/>
                  </a:lnTo>
                  <a:lnTo>
                    <a:pt x="301926" y="148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4"/>
            <p:cNvSpPr/>
            <p:nvPr/>
          </p:nvSpPr>
          <p:spPr>
            <a:xfrm>
              <a:off x="2860280" y="4999693"/>
              <a:ext cx="30997" cy="36488"/>
            </a:xfrm>
            <a:custGeom>
              <a:avLst/>
              <a:pathLst>
                <a:path w="30997" h="36488">
                  <a:moveTo>
                    <a:pt x="0" y="27187"/>
                  </a:moveTo>
                  <a:lnTo>
                    <a:pt x="11878" y="985"/>
                  </a:lnTo>
                  <a:lnTo>
                    <a:pt x="14768" y="0"/>
                  </a:lnTo>
                  <a:lnTo>
                    <a:pt x="26567" y="5666"/>
                  </a:lnTo>
                  <a:lnTo>
                    <a:pt x="30997" y="7596"/>
                  </a:lnTo>
                  <a:lnTo>
                    <a:pt x="30180" y="9855"/>
                  </a:lnTo>
                  <a:lnTo>
                    <a:pt x="18115" y="36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5"/>
            <p:cNvSpPr/>
            <p:nvPr/>
          </p:nvSpPr>
          <p:spPr>
            <a:xfrm>
              <a:off x="2068927" y="4263864"/>
              <a:ext cx="96678" cy="104419"/>
            </a:xfrm>
            <a:custGeom>
              <a:avLst/>
              <a:pathLst>
                <a:path w="96678" h="104419">
                  <a:moveTo>
                    <a:pt x="0" y="22376"/>
                  </a:moveTo>
                  <a:lnTo>
                    <a:pt x="6815" y="10259"/>
                  </a:lnTo>
                  <a:lnTo>
                    <a:pt x="20007" y="0"/>
                  </a:lnTo>
                  <a:lnTo>
                    <a:pt x="84472" y="74278"/>
                  </a:lnTo>
                  <a:lnTo>
                    <a:pt x="90363" y="81592"/>
                  </a:lnTo>
                  <a:lnTo>
                    <a:pt x="94905" y="87378"/>
                  </a:lnTo>
                  <a:lnTo>
                    <a:pt x="96678" y="89636"/>
                  </a:lnTo>
                  <a:lnTo>
                    <a:pt x="80514" y="104419"/>
                  </a:lnTo>
                  <a:lnTo>
                    <a:pt x="79164" y="103043"/>
                  </a:lnTo>
                  <a:lnTo>
                    <a:pt x="30535" y="53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6"/>
            <p:cNvSpPr/>
            <p:nvPr/>
          </p:nvSpPr>
          <p:spPr>
            <a:xfrm>
              <a:off x="2802311" y="4968248"/>
              <a:ext cx="40214" cy="40899"/>
            </a:xfrm>
            <a:custGeom>
              <a:avLst/>
              <a:pathLst>
                <a:path w="40214" h="40899">
                  <a:moveTo>
                    <a:pt x="0" y="26855"/>
                  </a:moveTo>
                  <a:lnTo>
                    <a:pt x="13003" y="0"/>
                  </a:lnTo>
                  <a:lnTo>
                    <a:pt x="40214" y="13551"/>
                  </a:lnTo>
                  <a:lnTo>
                    <a:pt x="27451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77"/>
            <p:cNvSpPr/>
            <p:nvPr/>
          </p:nvSpPr>
          <p:spPr>
            <a:xfrm>
              <a:off x="2737714" y="4936049"/>
              <a:ext cx="37626" cy="39511"/>
            </a:xfrm>
            <a:custGeom>
              <a:avLst/>
              <a:pathLst>
                <a:path w="37626" h="39511">
                  <a:moveTo>
                    <a:pt x="6553" y="30488"/>
                  </a:moveTo>
                  <a:lnTo>
                    <a:pt x="0" y="26943"/>
                  </a:lnTo>
                  <a:lnTo>
                    <a:pt x="1935" y="23791"/>
                  </a:lnTo>
                  <a:lnTo>
                    <a:pt x="4411" y="19759"/>
                  </a:lnTo>
                  <a:lnTo>
                    <a:pt x="6983" y="15609"/>
                  </a:lnTo>
                  <a:lnTo>
                    <a:pt x="16630" y="0"/>
                  </a:lnTo>
                  <a:lnTo>
                    <a:pt x="37626" y="10948"/>
                  </a:lnTo>
                  <a:lnTo>
                    <a:pt x="23914" y="37247"/>
                  </a:lnTo>
                  <a:lnTo>
                    <a:pt x="22833" y="39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78"/>
            <p:cNvSpPr/>
            <p:nvPr/>
          </p:nvSpPr>
          <p:spPr>
            <a:xfrm>
              <a:off x="2766693" y="4950456"/>
              <a:ext cx="42318" cy="43006"/>
            </a:xfrm>
            <a:custGeom>
              <a:avLst/>
              <a:pathLst>
                <a:path w="42318" h="43006">
                  <a:moveTo>
                    <a:pt x="25519" y="5799"/>
                  </a:moveTo>
                  <a:lnTo>
                    <a:pt x="40342" y="13555"/>
                  </a:lnTo>
                  <a:lnTo>
                    <a:pt x="37500" y="18864"/>
                  </a:lnTo>
                  <a:lnTo>
                    <a:pt x="42318" y="21518"/>
                  </a:lnTo>
                  <a:lnTo>
                    <a:pt x="31323" y="43006"/>
                  </a:lnTo>
                  <a:lnTo>
                    <a:pt x="9477" y="31883"/>
                  </a:lnTo>
                  <a:lnTo>
                    <a:pt x="5551" y="29775"/>
                  </a:lnTo>
                  <a:lnTo>
                    <a:pt x="0" y="26794"/>
                  </a:lnTo>
                  <a:lnTo>
                    <a:pt x="1471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79"/>
            <p:cNvSpPr/>
            <p:nvPr/>
          </p:nvSpPr>
          <p:spPr>
            <a:xfrm>
              <a:off x="1899148" y="4467609"/>
              <a:ext cx="408184" cy="295058"/>
            </a:xfrm>
            <a:custGeom>
              <a:avLst/>
              <a:pathLst>
                <a:path w="408184" h="295058">
                  <a:moveTo>
                    <a:pt x="1891" y="128839"/>
                  </a:moveTo>
                  <a:lnTo>
                    <a:pt x="0" y="124727"/>
                  </a:lnTo>
                  <a:lnTo>
                    <a:pt x="36135" y="63117"/>
                  </a:lnTo>
                  <a:lnTo>
                    <a:pt x="70962" y="0"/>
                  </a:lnTo>
                  <a:lnTo>
                    <a:pt x="230799" y="73105"/>
                  </a:lnTo>
                  <a:lnTo>
                    <a:pt x="280987" y="93752"/>
                  </a:lnTo>
                  <a:lnTo>
                    <a:pt x="371164" y="135822"/>
                  </a:lnTo>
                  <a:lnTo>
                    <a:pt x="408184" y="151953"/>
                  </a:lnTo>
                  <a:lnTo>
                    <a:pt x="352286" y="259899"/>
                  </a:lnTo>
                  <a:lnTo>
                    <a:pt x="333597" y="295058"/>
                  </a:lnTo>
                  <a:lnTo>
                    <a:pt x="288499" y="276698"/>
                  </a:lnTo>
                  <a:lnTo>
                    <a:pt x="180760" y="226297"/>
                  </a:lnTo>
                  <a:lnTo>
                    <a:pt x="176250" y="223792"/>
                  </a:lnTo>
                  <a:lnTo>
                    <a:pt x="170548" y="220360"/>
                  </a:lnTo>
                  <a:lnTo>
                    <a:pt x="154926" y="208683"/>
                  </a:lnTo>
                  <a:lnTo>
                    <a:pt x="146077" y="203755"/>
                  </a:lnTo>
                  <a:lnTo>
                    <a:pt x="137946" y="199569"/>
                  </a:lnTo>
                  <a:lnTo>
                    <a:pt x="142405" y="192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0"/>
            <p:cNvSpPr/>
            <p:nvPr/>
          </p:nvSpPr>
          <p:spPr>
            <a:xfrm>
              <a:off x="2275455" y="4475275"/>
              <a:ext cx="16262" cy="18247"/>
            </a:xfrm>
            <a:custGeom>
              <a:avLst/>
              <a:pathLst>
                <a:path w="16262" h="18247">
                  <a:moveTo>
                    <a:pt x="0" y="13130"/>
                  </a:moveTo>
                  <a:lnTo>
                    <a:pt x="3656" y="9572"/>
                  </a:lnTo>
                  <a:lnTo>
                    <a:pt x="2581" y="8449"/>
                  </a:lnTo>
                  <a:lnTo>
                    <a:pt x="10555" y="0"/>
                  </a:lnTo>
                  <a:lnTo>
                    <a:pt x="16262" y="5173"/>
                  </a:lnTo>
                  <a:lnTo>
                    <a:pt x="4324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1"/>
            <p:cNvSpPr/>
            <p:nvPr/>
          </p:nvSpPr>
          <p:spPr>
            <a:xfrm>
              <a:off x="2918002" y="5029259"/>
              <a:ext cx="44045" cy="41735"/>
            </a:xfrm>
            <a:custGeom>
              <a:avLst/>
              <a:pathLst>
                <a:path w="44045" h="41735">
                  <a:moveTo>
                    <a:pt x="0" y="25346"/>
                  </a:moveTo>
                  <a:lnTo>
                    <a:pt x="12582" y="0"/>
                  </a:lnTo>
                  <a:lnTo>
                    <a:pt x="44045" y="16454"/>
                  </a:lnTo>
                  <a:lnTo>
                    <a:pt x="31119" y="4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2"/>
            <p:cNvSpPr/>
            <p:nvPr/>
          </p:nvSpPr>
          <p:spPr>
            <a:xfrm>
              <a:off x="2954821" y="5050325"/>
              <a:ext cx="37770" cy="30361"/>
            </a:xfrm>
            <a:custGeom>
              <a:avLst/>
              <a:pathLst>
                <a:path w="37770" h="30361">
                  <a:moveTo>
                    <a:pt x="0" y="22342"/>
                  </a:moveTo>
                  <a:lnTo>
                    <a:pt x="8001" y="5543"/>
                  </a:lnTo>
                  <a:lnTo>
                    <a:pt x="11987" y="6968"/>
                  </a:lnTo>
                  <a:lnTo>
                    <a:pt x="14894" y="0"/>
                  </a:lnTo>
                  <a:lnTo>
                    <a:pt x="33917" y="10348"/>
                  </a:lnTo>
                  <a:lnTo>
                    <a:pt x="32232" y="14536"/>
                  </a:lnTo>
                  <a:lnTo>
                    <a:pt x="37770" y="17985"/>
                  </a:lnTo>
                  <a:lnTo>
                    <a:pt x="35929" y="22196"/>
                  </a:lnTo>
                  <a:lnTo>
                    <a:pt x="16510" y="30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3"/>
            <p:cNvSpPr/>
            <p:nvPr/>
          </p:nvSpPr>
          <p:spPr>
            <a:xfrm>
              <a:off x="2993208" y="5065789"/>
              <a:ext cx="26802" cy="27063"/>
            </a:xfrm>
            <a:custGeom>
              <a:avLst/>
              <a:pathLst>
                <a:path w="26802" h="27063">
                  <a:moveTo>
                    <a:pt x="0" y="17713"/>
                  </a:moveTo>
                  <a:lnTo>
                    <a:pt x="8983" y="0"/>
                  </a:lnTo>
                  <a:lnTo>
                    <a:pt x="26802" y="9227"/>
                  </a:lnTo>
                  <a:lnTo>
                    <a:pt x="17257" y="27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4"/>
            <p:cNvSpPr/>
            <p:nvPr/>
          </p:nvSpPr>
          <p:spPr>
            <a:xfrm>
              <a:off x="3013914" y="5077673"/>
              <a:ext cx="36926" cy="33923"/>
            </a:xfrm>
            <a:custGeom>
              <a:avLst/>
              <a:pathLst>
                <a:path w="36926" h="33923">
                  <a:moveTo>
                    <a:pt x="0" y="20827"/>
                  </a:moveTo>
                  <a:lnTo>
                    <a:pt x="8883" y="3580"/>
                  </a:lnTo>
                  <a:lnTo>
                    <a:pt x="10839" y="0"/>
                  </a:lnTo>
                  <a:lnTo>
                    <a:pt x="36926" y="12807"/>
                  </a:lnTo>
                  <a:lnTo>
                    <a:pt x="26491" y="33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5"/>
            <p:cNvSpPr/>
            <p:nvPr/>
          </p:nvSpPr>
          <p:spPr>
            <a:xfrm>
              <a:off x="3045182" y="5094013"/>
              <a:ext cx="38267" cy="38142"/>
            </a:xfrm>
            <a:custGeom>
              <a:avLst/>
              <a:pathLst>
                <a:path w="38267" h="38142">
                  <a:moveTo>
                    <a:pt x="0" y="21993"/>
                  </a:moveTo>
                  <a:lnTo>
                    <a:pt x="11241" y="0"/>
                  </a:lnTo>
                  <a:lnTo>
                    <a:pt x="38267" y="14735"/>
                  </a:lnTo>
                  <a:lnTo>
                    <a:pt x="34723" y="21941"/>
                  </a:lnTo>
                  <a:lnTo>
                    <a:pt x="36767" y="23235"/>
                  </a:lnTo>
                  <a:lnTo>
                    <a:pt x="37579" y="23749"/>
                  </a:lnTo>
                  <a:lnTo>
                    <a:pt x="30079" y="3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6"/>
            <p:cNvSpPr/>
            <p:nvPr/>
          </p:nvSpPr>
          <p:spPr>
            <a:xfrm>
              <a:off x="3079400" y="5113972"/>
              <a:ext cx="41660" cy="36273"/>
            </a:xfrm>
            <a:custGeom>
              <a:avLst/>
              <a:pathLst>
                <a:path w="41660" h="36273">
                  <a:moveTo>
                    <a:pt x="0" y="20329"/>
                  </a:moveTo>
                  <a:lnTo>
                    <a:pt x="10463" y="0"/>
                  </a:lnTo>
                  <a:lnTo>
                    <a:pt x="41660" y="16124"/>
                  </a:lnTo>
                  <a:lnTo>
                    <a:pt x="30733" y="36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87"/>
            <p:cNvSpPr/>
            <p:nvPr/>
          </p:nvSpPr>
          <p:spPr>
            <a:xfrm>
              <a:off x="3113858" y="5131960"/>
              <a:ext cx="44034" cy="37078"/>
            </a:xfrm>
            <a:custGeom>
              <a:avLst/>
              <a:pathLst>
                <a:path w="44034" h="37078">
                  <a:moveTo>
                    <a:pt x="0" y="19778"/>
                  </a:moveTo>
                  <a:lnTo>
                    <a:pt x="10355" y="0"/>
                  </a:lnTo>
                  <a:lnTo>
                    <a:pt x="44034" y="18047"/>
                  </a:lnTo>
                  <a:lnTo>
                    <a:pt x="33669" y="3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88"/>
            <p:cNvSpPr/>
            <p:nvPr/>
          </p:nvSpPr>
          <p:spPr>
            <a:xfrm>
              <a:off x="3151773" y="5151152"/>
              <a:ext cx="26103" cy="26837"/>
            </a:xfrm>
            <a:custGeom>
              <a:avLst/>
              <a:pathLst>
                <a:path w="26103" h="26837">
                  <a:moveTo>
                    <a:pt x="0" y="18642"/>
                  </a:moveTo>
                  <a:lnTo>
                    <a:pt x="8943" y="0"/>
                  </a:lnTo>
                  <a:lnTo>
                    <a:pt x="26103" y="9514"/>
                  </a:lnTo>
                  <a:lnTo>
                    <a:pt x="17151" y="26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89"/>
            <p:cNvSpPr/>
            <p:nvPr/>
          </p:nvSpPr>
          <p:spPr>
            <a:xfrm>
              <a:off x="3049887" y="5130337"/>
              <a:ext cx="118084" cy="70312"/>
            </a:xfrm>
            <a:custGeom>
              <a:avLst/>
              <a:pathLst>
                <a:path w="118084" h="70312">
                  <a:moveTo>
                    <a:pt x="35556" y="43964"/>
                  </a:moveTo>
                  <a:lnTo>
                    <a:pt x="15388" y="31952"/>
                  </a:lnTo>
                  <a:lnTo>
                    <a:pt x="8465" y="25639"/>
                  </a:lnTo>
                  <a:lnTo>
                    <a:pt x="0" y="17323"/>
                  </a:lnTo>
                  <a:lnTo>
                    <a:pt x="8240" y="0"/>
                  </a:lnTo>
                  <a:lnTo>
                    <a:pt x="118084" y="56453"/>
                  </a:lnTo>
                  <a:lnTo>
                    <a:pt x="113268" y="66308"/>
                  </a:lnTo>
                  <a:lnTo>
                    <a:pt x="102130" y="70312"/>
                  </a:lnTo>
                  <a:lnTo>
                    <a:pt x="91896" y="70004"/>
                  </a:lnTo>
                  <a:lnTo>
                    <a:pt x="85274" y="67849"/>
                  </a:lnTo>
                  <a:lnTo>
                    <a:pt x="83953" y="67128"/>
                  </a:lnTo>
                  <a:lnTo>
                    <a:pt x="50305" y="53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0"/>
            <p:cNvSpPr/>
            <p:nvPr/>
          </p:nvSpPr>
          <p:spPr>
            <a:xfrm>
              <a:off x="2613049" y="4943789"/>
              <a:ext cx="59822" cy="39058"/>
            </a:xfrm>
            <a:custGeom>
              <a:avLst/>
              <a:pathLst>
                <a:path w="59822" h="39058">
                  <a:moveTo>
                    <a:pt x="1500" y="17287"/>
                  </a:moveTo>
                  <a:lnTo>
                    <a:pt x="759" y="15651"/>
                  </a:lnTo>
                  <a:lnTo>
                    <a:pt x="256" y="13922"/>
                  </a:lnTo>
                  <a:lnTo>
                    <a:pt x="0" y="12081"/>
                  </a:lnTo>
                  <a:lnTo>
                    <a:pt x="14" y="10222"/>
                  </a:lnTo>
                  <a:lnTo>
                    <a:pt x="300" y="8385"/>
                  </a:lnTo>
                  <a:lnTo>
                    <a:pt x="474" y="7716"/>
                  </a:lnTo>
                  <a:lnTo>
                    <a:pt x="747" y="6885"/>
                  </a:lnTo>
                  <a:lnTo>
                    <a:pt x="1501" y="5216"/>
                  </a:lnTo>
                  <a:lnTo>
                    <a:pt x="2488" y="3678"/>
                  </a:lnTo>
                  <a:lnTo>
                    <a:pt x="3781" y="2214"/>
                  </a:lnTo>
                  <a:lnTo>
                    <a:pt x="5284" y="977"/>
                  </a:lnTo>
                  <a:lnTo>
                    <a:pt x="6960" y="0"/>
                  </a:lnTo>
                  <a:lnTo>
                    <a:pt x="59034" y="22482"/>
                  </a:lnTo>
                  <a:lnTo>
                    <a:pt x="59568" y="24503"/>
                  </a:lnTo>
                  <a:lnTo>
                    <a:pt x="59822" y="26580"/>
                  </a:lnTo>
                  <a:lnTo>
                    <a:pt x="59790" y="28673"/>
                  </a:lnTo>
                  <a:lnTo>
                    <a:pt x="59441" y="30888"/>
                  </a:lnTo>
                  <a:lnTo>
                    <a:pt x="58694" y="33221"/>
                  </a:lnTo>
                  <a:lnTo>
                    <a:pt x="57586" y="35398"/>
                  </a:lnTo>
                  <a:lnTo>
                    <a:pt x="56145" y="37361"/>
                  </a:lnTo>
                  <a:lnTo>
                    <a:pt x="54410" y="3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1"/>
            <p:cNvSpPr/>
            <p:nvPr/>
          </p:nvSpPr>
          <p:spPr>
            <a:xfrm>
              <a:off x="2228899" y="4509370"/>
              <a:ext cx="100127" cy="103495"/>
            </a:xfrm>
            <a:custGeom>
              <a:avLst/>
              <a:pathLst>
                <a:path w="100127" h="103495">
                  <a:moveTo>
                    <a:pt x="81762" y="103495"/>
                  </a:moveTo>
                  <a:lnTo>
                    <a:pt x="0" y="67853"/>
                  </a:lnTo>
                  <a:lnTo>
                    <a:pt x="675" y="66346"/>
                  </a:lnTo>
                  <a:lnTo>
                    <a:pt x="4007" y="58917"/>
                  </a:lnTo>
                  <a:lnTo>
                    <a:pt x="24287" y="15294"/>
                  </a:lnTo>
                  <a:lnTo>
                    <a:pt x="37876" y="0"/>
                  </a:lnTo>
                  <a:lnTo>
                    <a:pt x="100127" y="64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2"/>
            <p:cNvSpPr/>
            <p:nvPr/>
          </p:nvSpPr>
          <p:spPr>
            <a:xfrm>
              <a:off x="2242555" y="4549153"/>
              <a:ext cx="552415" cy="419571"/>
            </a:xfrm>
            <a:custGeom>
              <a:avLst/>
              <a:pathLst>
                <a:path w="552415" h="419571">
                  <a:moveTo>
                    <a:pt x="469072" y="406208"/>
                  </a:moveTo>
                  <a:lnTo>
                    <a:pt x="467455" y="405165"/>
                  </a:lnTo>
                  <a:lnTo>
                    <a:pt x="465703" y="404384"/>
                  </a:lnTo>
                  <a:lnTo>
                    <a:pt x="463857" y="403880"/>
                  </a:lnTo>
                  <a:lnTo>
                    <a:pt x="461957" y="403667"/>
                  </a:lnTo>
                  <a:lnTo>
                    <a:pt x="459752" y="403787"/>
                  </a:lnTo>
                  <a:lnTo>
                    <a:pt x="457601" y="404297"/>
                  </a:lnTo>
                  <a:lnTo>
                    <a:pt x="455569" y="405182"/>
                  </a:lnTo>
                  <a:lnTo>
                    <a:pt x="453718" y="406414"/>
                  </a:lnTo>
                  <a:lnTo>
                    <a:pt x="452104" y="407955"/>
                  </a:lnTo>
                  <a:lnTo>
                    <a:pt x="451266" y="409017"/>
                  </a:lnTo>
                  <a:lnTo>
                    <a:pt x="450541" y="410163"/>
                  </a:lnTo>
                  <a:lnTo>
                    <a:pt x="445242" y="419571"/>
                  </a:lnTo>
                  <a:lnTo>
                    <a:pt x="438134" y="416341"/>
                  </a:lnTo>
                  <a:lnTo>
                    <a:pt x="349212" y="375312"/>
                  </a:lnTo>
                  <a:lnTo>
                    <a:pt x="342661" y="372357"/>
                  </a:lnTo>
                  <a:lnTo>
                    <a:pt x="0" y="217835"/>
                  </a:lnTo>
                  <a:lnTo>
                    <a:pt x="32330" y="151279"/>
                  </a:lnTo>
                  <a:lnTo>
                    <a:pt x="107956" y="957"/>
                  </a:lnTo>
                  <a:lnTo>
                    <a:pt x="111046" y="0"/>
                  </a:lnTo>
                  <a:lnTo>
                    <a:pt x="123220" y="13212"/>
                  </a:lnTo>
                  <a:lnTo>
                    <a:pt x="135697" y="26125"/>
                  </a:lnTo>
                  <a:lnTo>
                    <a:pt x="148470" y="38732"/>
                  </a:lnTo>
                  <a:lnTo>
                    <a:pt x="161531" y="51025"/>
                  </a:lnTo>
                  <a:lnTo>
                    <a:pt x="174874" y="62998"/>
                  </a:lnTo>
                  <a:lnTo>
                    <a:pt x="188490" y="74645"/>
                  </a:lnTo>
                  <a:lnTo>
                    <a:pt x="202372" y="85958"/>
                  </a:lnTo>
                  <a:lnTo>
                    <a:pt x="216512" y="96931"/>
                  </a:lnTo>
                  <a:lnTo>
                    <a:pt x="230902" y="107558"/>
                  </a:lnTo>
                  <a:lnTo>
                    <a:pt x="245535" y="117833"/>
                  </a:lnTo>
                  <a:lnTo>
                    <a:pt x="243026" y="122864"/>
                  </a:lnTo>
                  <a:lnTo>
                    <a:pt x="391415" y="202556"/>
                  </a:lnTo>
                  <a:lnTo>
                    <a:pt x="510286" y="264747"/>
                  </a:lnTo>
                  <a:lnTo>
                    <a:pt x="523964" y="254884"/>
                  </a:lnTo>
                  <a:lnTo>
                    <a:pt x="539156" y="263610"/>
                  </a:lnTo>
                  <a:lnTo>
                    <a:pt x="552415" y="291082"/>
                  </a:lnTo>
                  <a:lnTo>
                    <a:pt x="534806" y="325776"/>
                  </a:lnTo>
                  <a:lnTo>
                    <a:pt x="532549" y="324806"/>
                  </a:lnTo>
                  <a:lnTo>
                    <a:pt x="531375" y="327023"/>
                  </a:lnTo>
                  <a:lnTo>
                    <a:pt x="518552" y="351600"/>
                  </a:lnTo>
                  <a:lnTo>
                    <a:pt x="506361" y="376269"/>
                  </a:lnTo>
                  <a:lnTo>
                    <a:pt x="495570" y="396688"/>
                  </a:lnTo>
                  <a:lnTo>
                    <a:pt x="483560" y="417662"/>
                  </a:lnTo>
                  <a:lnTo>
                    <a:pt x="476150" y="412196"/>
                  </a:lnTo>
                  <a:lnTo>
                    <a:pt x="474052" y="409890"/>
                  </a:lnTo>
                  <a:lnTo>
                    <a:pt x="471679" y="407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3"/>
            <p:cNvSpPr/>
            <p:nvPr/>
          </p:nvSpPr>
          <p:spPr>
            <a:xfrm>
              <a:off x="2271019" y="4481173"/>
              <a:ext cx="77619" cy="85882"/>
            </a:xfrm>
            <a:custGeom>
              <a:avLst/>
              <a:pathLst>
                <a:path w="77619" h="85882">
                  <a:moveTo>
                    <a:pt x="108" y="26975"/>
                  </a:moveTo>
                  <a:lnTo>
                    <a:pt x="0" y="24097"/>
                  </a:lnTo>
                  <a:lnTo>
                    <a:pt x="13918" y="11292"/>
                  </a:lnTo>
                  <a:lnTo>
                    <a:pt x="12638" y="8736"/>
                  </a:lnTo>
                  <a:lnTo>
                    <a:pt x="20590" y="0"/>
                  </a:lnTo>
                  <a:lnTo>
                    <a:pt x="77619" y="56235"/>
                  </a:lnTo>
                  <a:lnTo>
                    <a:pt x="64399" y="85673"/>
                  </a:lnTo>
                  <a:lnTo>
                    <a:pt x="60061" y="85882"/>
                  </a:lnTo>
                  <a:lnTo>
                    <a:pt x="54698" y="82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4"/>
            <p:cNvSpPr/>
            <p:nvPr/>
          </p:nvSpPr>
          <p:spPr>
            <a:xfrm>
              <a:off x="2882022" y="5011222"/>
              <a:ext cx="44427" cy="40571"/>
            </a:xfrm>
            <a:custGeom>
              <a:avLst/>
              <a:pathLst>
                <a:path w="44427" h="40571">
                  <a:moveTo>
                    <a:pt x="12742" y="0"/>
                  </a:moveTo>
                  <a:lnTo>
                    <a:pt x="44427" y="15018"/>
                  </a:lnTo>
                  <a:lnTo>
                    <a:pt x="32933" y="37195"/>
                  </a:lnTo>
                  <a:lnTo>
                    <a:pt x="31794" y="39187"/>
                  </a:lnTo>
                  <a:lnTo>
                    <a:pt x="31003" y="40571"/>
                  </a:lnTo>
                  <a:lnTo>
                    <a:pt x="16295" y="33010"/>
                  </a:lnTo>
                  <a:lnTo>
                    <a:pt x="5864" y="27648"/>
                  </a:lnTo>
                  <a:lnTo>
                    <a:pt x="2005" y="25563"/>
                  </a:lnTo>
                  <a:lnTo>
                    <a:pt x="0" y="24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5"/>
            <p:cNvSpPr/>
            <p:nvPr/>
          </p:nvSpPr>
          <p:spPr>
            <a:xfrm>
              <a:off x="2832771" y="4998249"/>
              <a:ext cx="29842" cy="26748"/>
            </a:xfrm>
            <a:custGeom>
              <a:avLst/>
              <a:pathLst>
                <a:path w="29842" h="26748">
                  <a:moveTo>
                    <a:pt x="0" y="14615"/>
                  </a:moveTo>
                  <a:lnTo>
                    <a:pt x="7628" y="0"/>
                  </a:lnTo>
                  <a:lnTo>
                    <a:pt x="29842" y="11933"/>
                  </a:lnTo>
                  <a:lnTo>
                    <a:pt x="22309" y="26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6"/>
            <p:cNvSpPr/>
            <p:nvPr/>
          </p:nvSpPr>
          <p:spPr>
            <a:xfrm>
              <a:off x="2760861" y="4843062"/>
              <a:ext cx="461886" cy="315952"/>
            </a:xfrm>
            <a:custGeom>
              <a:avLst/>
              <a:pathLst>
                <a:path w="461886" h="315952">
                  <a:moveTo>
                    <a:pt x="461886" y="223772"/>
                  </a:moveTo>
                  <a:lnTo>
                    <a:pt x="460404" y="226586"/>
                  </a:lnTo>
                  <a:lnTo>
                    <a:pt x="458935" y="229378"/>
                  </a:lnTo>
                  <a:lnTo>
                    <a:pt x="452846" y="240948"/>
                  </a:lnTo>
                  <a:lnTo>
                    <a:pt x="451184" y="244106"/>
                  </a:lnTo>
                  <a:lnTo>
                    <a:pt x="450584" y="245479"/>
                  </a:lnTo>
                  <a:lnTo>
                    <a:pt x="441730" y="241044"/>
                  </a:lnTo>
                  <a:lnTo>
                    <a:pt x="441046" y="242608"/>
                  </a:lnTo>
                  <a:lnTo>
                    <a:pt x="451697" y="247265"/>
                  </a:lnTo>
                  <a:lnTo>
                    <a:pt x="451343" y="248147"/>
                  </a:lnTo>
                  <a:lnTo>
                    <a:pt x="450682" y="249796"/>
                  </a:lnTo>
                  <a:lnTo>
                    <a:pt x="445272" y="262565"/>
                  </a:lnTo>
                  <a:lnTo>
                    <a:pt x="432254" y="255616"/>
                  </a:lnTo>
                  <a:lnTo>
                    <a:pt x="430356" y="259369"/>
                  </a:lnTo>
                  <a:lnTo>
                    <a:pt x="443179" y="265759"/>
                  </a:lnTo>
                  <a:lnTo>
                    <a:pt x="417420" y="315952"/>
                  </a:lnTo>
                  <a:lnTo>
                    <a:pt x="415559" y="314794"/>
                  </a:lnTo>
                  <a:lnTo>
                    <a:pt x="406904" y="309945"/>
                  </a:lnTo>
                  <a:lnTo>
                    <a:pt x="407511" y="308862"/>
                  </a:lnTo>
                  <a:lnTo>
                    <a:pt x="409387" y="305441"/>
                  </a:lnTo>
                  <a:lnTo>
                    <a:pt x="407466" y="304383"/>
                  </a:lnTo>
                  <a:lnTo>
                    <a:pt x="390850" y="294937"/>
                  </a:lnTo>
                  <a:lnTo>
                    <a:pt x="388392" y="299358"/>
                  </a:lnTo>
                  <a:lnTo>
                    <a:pt x="387569" y="298724"/>
                  </a:lnTo>
                  <a:lnTo>
                    <a:pt x="376820" y="292732"/>
                  </a:lnTo>
                  <a:lnTo>
                    <a:pt x="376123" y="292344"/>
                  </a:lnTo>
                  <a:lnTo>
                    <a:pt x="372477" y="290311"/>
                  </a:lnTo>
                  <a:lnTo>
                    <a:pt x="372891" y="289888"/>
                  </a:lnTo>
                  <a:lnTo>
                    <a:pt x="375696" y="284962"/>
                  </a:lnTo>
                  <a:lnTo>
                    <a:pt x="361935" y="278005"/>
                  </a:lnTo>
                  <a:lnTo>
                    <a:pt x="359270" y="276568"/>
                  </a:lnTo>
                  <a:lnTo>
                    <a:pt x="356644" y="281803"/>
                  </a:lnTo>
                  <a:lnTo>
                    <a:pt x="337297" y="271370"/>
                  </a:lnTo>
                  <a:lnTo>
                    <a:pt x="338524" y="268996"/>
                  </a:lnTo>
                  <a:lnTo>
                    <a:pt x="337871" y="268686"/>
                  </a:lnTo>
                  <a:lnTo>
                    <a:pt x="306466" y="252430"/>
                  </a:lnTo>
                  <a:lnTo>
                    <a:pt x="305593" y="254308"/>
                  </a:lnTo>
                  <a:lnTo>
                    <a:pt x="300642" y="251644"/>
                  </a:lnTo>
                  <a:lnTo>
                    <a:pt x="302856" y="247479"/>
                  </a:lnTo>
                  <a:lnTo>
                    <a:pt x="291996" y="241897"/>
                  </a:lnTo>
                  <a:lnTo>
                    <a:pt x="290502" y="241206"/>
                  </a:lnTo>
                  <a:lnTo>
                    <a:pt x="289399" y="240696"/>
                  </a:lnTo>
                  <a:lnTo>
                    <a:pt x="288348" y="243058"/>
                  </a:lnTo>
                  <a:lnTo>
                    <a:pt x="287684" y="245223"/>
                  </a:lnTo>
                  <a:lnTo>
                    <a:pt x="264567" y="233073"/>
                  </a:lnTo>
                  <a:lnTo>
                    <a:pt x="266368" y="230114"/>
                  </a:lnTo>
                  <a:lnTo>
                    <a:pt x="272392" y="218846"/>
                  </a:lnTo>
                  <a:lnTo>
                    <a:pt x="273010" y="217682"/>
                  </a:lnTo>
                  <a:lnTo>
                    <a:pt x="267321" y="214910"/>
                  </a:lnTo>
                  <a:lnTo>
                    <a:pt x="265155" y="220086"/>
                  </a:lnTo>
                  <a:lnTo>
                    <a:pt x="264450" y="221510"/>
                  </a:lnTo>
                  <a:lnTo>
                    <a:pt x="262363" y="225652"/>
                  </a:lnTo>
                  <a:lnTo>
                    <a:pt x="256291" y="222352"/>
                  </a:lnTo>
                  <a:lnTo>
                    <a:pt x="251027" y="219537"/>
                  </a:lnTo>
                  <a:lnTo>
                    <a:pt x="237390" y="212523"/>
                  </a:lnTo>
                  <a:lnTo>
                    <a:pt x="235685" y="211645"/>
                  </a:lnTo>
                  <a:lnTo>
                    <a:pt x="233589" y="215556"/>
                  </a:lnTo>
                  <a:lnTo>
                    <a:pt x="233127" y="216419"/>
                  </a:lnTo>
                  <a:lnTo>
                    <a:pt x="212734" y="205640"/>
                  </a:lnTo>
                  <a:lnTo>
                    <a:pt x="215316" y="200246"/>
                  </a:lnTo>
                  <a:lnTo>
                    <a:pt x="209043" y="196853"/>
                  </a:lnTo>
                  <a:lnTo>
                    <a:pt x="206330" y="195336"/>
                  </a:lnTo>
                  <a:lnTo>
                    <a:pt x="203471" y="194130"/>
                  </a:lnTo>
                  <a:lnTo>
                    <a:pt x="200091" y="192705"/>
                  </a:lnTo>
                  <a:lnTo>
                    <a:pt x="197922" y="196785"/>
                  </a:lnTo>
                  <a:lnTo>
                    <a:pt x="197283" y="196386"/>
                  </a:lnTo>
                  <a:lnTo>
                    <a:pt x="181805" y="187546"/>
                  </a:lnTo>
                  <a:lnTo>
                    <a:pt x="184054" y="183865"/>
                  </a:lnTo>
                  <a:lnTo>
                    <a:pt x="162032" y="172688"/>
                  </a:lnTo>
                  <a:lnTo>
                    <a:pt x="160023" y="177568"/>
                  </a:lnTo>
                  <a:lnTo>
                    <a:pt x="152813" y="173750"/>
                  </a:lnTo>
                  <a:lnTo>
                    <a:pt x="139910" y="166825"/>
                  </a:lnTo>
                  <a:lnTo>
                    <a:pt x="131244" y="162230"/>
                  </a:lnTo>
                  <a:lnTo>
                    <a:pt x="111568" y="151776"/>
                  </a:lnTo>
                  <a:lnTo>
                    <a:pt x="104592" y="165971"/>
                  </a:lnTo>
                  <a:lnTo>
                    <a:pt x="80030" y="153220"/>
                  </a:lnTo>
                  <a:lnTo>
                    <a:pt x="82690" y="148340"/>
                  </a:lnTo>
                  <a:lnTo>
                    <a:pt x="94812" y="125148"/>
                  </a:lnTo>
                  <a:lnTo>
                    <a:pt x="91207" y="123465"/>
                  </a:lnTo>
                  <a:lnTo>
                    <a:pt x="83996" y="136214"/>
                  </a:lnTo>
                  <a:lnTo>
                    <a:pt x="78240" y="133302"/>
                  </a:lnTo>
                  <a:lnTo>
                    <a:pt x="72864" y="130584"/>
                  </a:lnTo>
                  <a:lnTo>
                    <a:pt x="62112" y="125148"/>
                  </a:lnTo>
                  <a:lnTo>
                    <a:pt x="63946" y="121265"/>
                  </a:lnTo>
                  <a:lnTo>
                    <a:pt x="49538" y="113849"/>
                  </a:lnTo>
                  <a:lnTo>
                    <a:pt x="47817" y="117900"/>
                  </a:lnTo>
                  <a:lnTo>
                    <a:pt x="40796" y="114405"/>
                  </a:lnTo>
                  <a:lnTo>
                    <a:pt x="24730" y="106445"/>
                  </a:lnTo>
                  <a:lnTo>
                    <a:pt x="26565" y="102044"/>
                  </a:lnTo>
                  <a:lnTo>
                    <a:pt x="13102" y="94547"/>
                  </a:lnTo>
                  <a:lnTo>
                    <a:pt x="11136" y="98617"/>
                  </a:lnTo>
                  <a:lnTo>
                    <a:pt x="7175" y="96613"/>
                  </a:lnTo>
                  <a:lnTo>
                    <a:pt x="0" y="92984"/>
                  </a:lnTo>
                  <a:lnTo>
                    <a:pt x="43006" y="10642"/>
                  </a:lnTo>
                  <a:lnTo>
                    <a:pt x="46934" y="3465"/>
                  </a:lnTo>
                  <a:lnTo>
                    <a:pt x="48830" y="0"/>
                  </a:lnTo>
                  <a:lnTo>
                    <a:pt x="165088" y="66014"/>
                  </a:lnTo>
                  <a:lnTo>
                    <a:pt x="257712" y="115048"/>
                  </a:lnTo>
                  <a:lnTo>
                    <a:pt x="327575" y="152147"/>
                  </a:lnTo>
                  <a:lnTo>
                    <a:pt x="379947" y="179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597"/>
            <p:cNvSpPr/>
            <p:nvPr/>
          </p:nvSpPr>
          <p:spPr>
            <a:xfrm>
              <a:off x="2153257" y="4358880"/>
              <a:ext cx="132025" cy="141378"/>
            </a:xfrm>
            <a:custGeom>
              <a:avLst/>
              <a:pathLst>
                <a:path w="132025" h="141378">
                  <a:moveTo>
                    <a:pt x="121530" y="129505"/>
                  </a:moveTo>
                  <a:lnTo>
                    <a:pt x="124500" y="133062"/>
                  </a:lnTo>
                  <a:lnTo>
                    <a:pt x="115470" y="141378"/>
                  </a:lnTo>
                  <a:lnTo>
                    <a:pt x="71132" y="91331"/>
                  </a:lnTo>
                  <a:lnTo>
                    <a:pt x="0" y="14569"/>
                  </a:lnTo>
                  <a:lnTo>
                    <a:pt x="15253" y="0"/>
                  </a:lnTo>
                  <a:lnTo>
                    <a:pt x="37640" y="29601"/>
                  </a:lnTo>
                  <a:lnTo>
                    <a:pt x="63186" y="52187"/>
                  </a:lnTo>
                  <a:lnTo>
                    <a:pt x="88831" y="72144"/>
                  </a:lnTo>
                  <a:lnTo>
                    <a:pt x="132025" y="115815"/>
                  </a:lnTo>
                  <a:lnTo>
                    <a:pt x="123999" y="124677"/>
                  </a:lnTo>
                  <a:lnTo>
                    <a:pt x="125222" y="125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598"/>
            <p:cNvSpPr/>
            <p:nvPr/>
          </p:nvSpPr>
          <p:spPr>
            <a:xfrm>
              <a:off x="1971160" y="4291651"/>
              <a:ext cx="293936" cy="284725"/>
            </a:xfrm>
            <a:custGeom>
              <a:avLst/>
              <a:pathLst>
                <a:path w="293936" h="284725">
                  <a:moveTo>
                    <a:pt x="194406" y="104959"/>
                  </a:moveTo>
                  <a:lnTo>
                    <a:pt x="205285" y="116822"/>
                  </a:lnTo>
                  <a:lnTo>
                    <a:pt x="292323" y="212921"/>
                  </a:lnTo>
                  <a:lnTo>
                    <a:pt x="293083" y="213761"/>
                  </a:lnTo>
                  <a:lnTo>
                    <a:pt x="293936" y="214609"/>
                  </a:lnTo>
                  <a:lnTo>
                    <a:pt x="277528" y="233272"/>
                  </a:lnTo>
                  <a:lnTo>
                    <a:pt x="255405" y="284725"/>
                  </a:lnTo>
                  <a:lnTo>
                    <a:pt x="234607" y="273815"/>
                  </a:lnTo>
                  <a:lnTo>
                    <a:pt x="0" y="169093"/>
                  </a:lnTo>
                  <a:lnTo>
                    <a:pt x="85879" y="14389"/>
                  </a:lnTo>
                  <a:lnTo>
                    <a:pt x="89118" y="8686"/>
                  </a:lnTo>
                  <a:lnTo>
                    <a:pt x="91572" y="4367"/>
                  </a:lnTo>
                  <a:lnTo>
                    <a:pt x="92358" y="3126"/>
                  </a:lnTo>
                  <a:lnTo>
                    <a:pt x="94337" y="0"/>
                  </a:lnTo>
                  <a:lnTo>
                    <a:pt x="125401" y="32430"/>
                  </a:lnTo>
                  <a:lnTo>
                    <a:pt x="156118" y="64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599"/>
            <p:cNvSpPr/>
            <p:nvPr/>
          </p:nvSpPr>
          <p:spPr>
            <a:xfrm>
              <a:off x="4984659" y="5247795"/>
              <a:ext cx="92600" cy="66753"/>
            </a:xfrm>
            <a:custGeom>
              <a:avLst/>
              <a:pathLst>
                <a:path w="92600" h="66753">
                  <a:moveTo>
                    <a:pt x="0" y="48323"/>
                  </a:moveTo>
                  <a:lnTo>
                    <a:pt x="81686" y="0"/>
                  </a:lnTo>
                  <a:lnTo>
                    <a:pt x="92600" y="18762"/>
                  </a:lnTo>
                  <a:lnTo>
                    <a:pt x="10573" y="66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0"/>
            <p:cNvSpPr/>
            <p:nvPr/>
          </p:nvSpPr>
          <p:spPr>
            <a:xfrm>
              <a:off x="5188649" y="5098685"/>
              <a:ext cx="44259" cy="58052"/>
            </a:xfrm>
            <a:custGeom>
              <a:avLst/>
              <a:pathLst>
                <a:path w="44259" h="58052">
                  <a:moveTo>
                    <a:pt x="44259" y="44399"/>
                  </a:moveTo>
                  <a:lnTo>
                    <a:pt x="28306" y="58052"/>
                  </a:lnTo>
                  <a:lnTo>
                    <a:pt x="24436" y="51547"/>
                  </a:lnTo>
                  <a:lnTo>
                    <a:pt x="0" y="10468"/>
                  </a:lnTo>
                  <a:lnTo>
                    <a:pt x="18309" y="0"/>
                  </a:lnTo>
                  <a:lnTo>
                    <a:pt x="41956" y="40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1"/>
            <p:cNvSpPr/>
            <p:nvPr/>
          </p:nvSpPr>
          <p:spPr>
            <a:xfrm>
              <a:off x="5298628" y="4969211"/>
              <a:ext cx="85412" cy="61802"/>
            </a:xfrm>
            <a:custGeom>
              <a:avLst/>
              <a:pathLst>
                <a:path w="85412" h="61802">
                  <a:moveTo>
                    <a:pt x="10500" y="61802"/>
                  </a:moveTo>
                  <a:lnTo>
                    <a:pt x="0" y="42969"/>
                  </a:lnTo>
                  <a:lnTo>
                    <a:pt x="74293" y="0"/>
                  </a:lnTo>
                  <a:lnTo>
                    <a:pt x="85412" y="1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2"/>
            <p:cNvSpPr/>
            <p:nvPr/>
          </p:nvSpPr>
          <p:spPr>
            <a:xfrm>
              <a:off x="5373703" y="4853259"/>
              <a:ext cx="60082" cy="47817"/>
            </a:xfrm>
            <a:custGeom>
              <a:avLst/>
              <a:pathLst>
                <a:path w="60082" h="47817">
                  <a:moveTo>
                    <a:pt x="60082" y="19685"/>
                  </a:moveTo>
                  <a:lnTo>
                    <a:pt x="11184" y="47817"/>
                  </a:lnTo>
                  <a:lnTo>
                    <a:pt x="1239" y="31268"/>
                  </a:lnTo>
                  <a:lnTo>
                    <a:pt x="1153" y="31126"/>
                  </a:lnTo>
                  <a:lnTo>
                    <a:pt x="0" y="29205"/>
                  </a:lnTo>
                  <a:lnTo>
                    <a:pt x="483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3"/>
            <p:cNvSpPr/>
            <p:nvPr/>
          </p:nvSpPr>
          <p:spPr>
            <a:xfrm>
              <a:off x="5286230" y="4985939"/>
              <a:ext cx="21431" cy="24576"/>
            </a:xfrm>
            <a:custGeom>
              <a:avLst/>
              <a:pathLst>
                <a:path w="21431" h="24576">
                  <a:moveTo>
                    <a:pt x="0" y="6098"/>
                  </a:moveTo>
                  <a:lnTo>
                    <a:pt x="10354" y="0"/>
                  </a:lnTo>
                  <a:lnTo>
                    <a:pt x="21431" y="18355"/>
                  </a:lnTo>
                  <a:lnTo>
                    <a:pt x="10841" y="24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4"/>
            <p:cNvSpPr/>
            <p:nvPr/>
          </p:nvSpPr>
          <p:spPr>
            <a:xfrm>
              <a:off x="5398878" y="4895677"/>
              <a:ext cx="59404" cy="48343"/>
            </a:xfrm>
            <a:custGeom>
              <a:avLst/>
              <a:pathLst>
                <a:path w="59404" h="48343">
                  <a:moveTo>
                    <a:pt x="0" y="28587"/>
                  </a:moveTo>
                  <a:lnTo>
                    <a:pt x="48510" y="0"/>
                  </a:lnTo>
                  <a:lnTo>
                    <a:pt x="59404" y="18895"/>
                  </a:lnTo>
                  <a:lnTo>
                    <a:pt x="10741" y="4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5"/>
            <p:cNvSpPr/>
            <p:nvPr/>
          </p:nvSpPr>
          <p:spPr>
            <a:xfrm>
              <a:off x="5170984" y="5020524"/>
              <a:ext cx="54356" cy="72047"/>
            </a:xfrm>
            <a:custGeom>
              <a:avLst/>
              <a:pathLst>
                <a:path w="54356" h="72047">
                  <a:moveTo>
                    <a:pt x="35949" y="72047"/>
                  </a:moveTo>
                  <a:lnTo>
                    <a:pt x="0" y="10997"/>
                  </a:lnTo>
                  <a:lnTo>
                    <a:pt x="18653" y="0"/>
                  </a:lnTo>
                  <a:lnTo>
                    <a:pt x="54356" y="61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6"/>
            <p:cNvSpPr/>
            <p:nvPr/>
          </p:nvSpPr>
          <p:spPr>
            <a:xfrm>
              <a:off x="5116099" y="4997866"/>
              <a:ext cx="71644" cy="55529"/>
            </a:xfrm>
            <a:custGeom>
              <a:avLst/>
              <a:pathLst>
                <a:path w="71644" h="55529">
                  <a:moveTo>
                    <a:pt x="0" y="36023"/>
                  </a:moveTo>
                  <a:lnTo>
                    <a:pt x="60140" y="0"/>
                  </a:lnTo>
                  <a:lnTo>
                    <a:pt x="71644" y="19537"/>
                  </a:lnTo>
                  <a:lnTo>
                    <a:pt x="11180" y="5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07"/>
            <p:cNvSpPr/>
            <p:nvPr/>
          </p:nvSpPr>
          <p:spPr>
            <a:xfrm>
              <a:off x="5411116" y="4916827"/>
              <a:ext cx="60487" cy="48584"/>
            </a:xfrm>
            <a:custGeom>
              <a:avLst/>
              <a:pathLst>
                <a:path w="60487" h="48584">
                  <a:moveTo>
                    <a:pt x="0" y="29305"/>
                  </a:moveTo>
                  <a:lnTo>
                    <a:pt x="49297" y="0"/>
                  </a:lnTo>
                  <a:lnTo>
                    <a:pt x="60487" y="18765"/>
                  </a:lnTo>
                  <a:lnTo>
                    <a:pt x="10763" y="4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08"/>
            <p:cNvSpPr/>
            <p:nvPr/>
          </p:nvSpPr>
          <p:spPr>
            <a:xfrm>
              <a:off x="5286286" y="4926237"/>
              <a:ext cx="72050" cy="55403"/>
            </a:xfrm>
            <a:custGeom>
              <a:avLst/>
              <a:pathLst>
                <a:path w="72050" h="55403">
                  <a:moveTo>
                    <a:pt x="0" y="36730"/>
                  </a:moveTo>
                  <a:lnTo>
                    <a:pt x="61118" y="0"/>
                  </a:lnTo>
                  <a:lnTo>
                    <a:pt x="72050" y="19413"/>
                  </a:lnTo>
                  <a:lnTo>
                    <a:pt x="11106" y="55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09"/>
            <p:cNvSpPr/>
            <p:nvPr/>
          </p:nvSpPr>
          <p:spPr>
            <a:xfrm>
              <a:off x="5364580" y="4933596"/>
              <a:ext cx="43019" cy="51955"/>
            </a:xfrm>
            <a:custGeom>
              <a:avLst/>
              <a:pathLst>
                <a:path w="43019" h="51955">
                  <a:moveTo>
                    <a:pt x="13964" y="36028"/>
                  </a:moveTo>
                  <a:lnTo>
                    <a:pt x="0" y="11594"/>
                  </a:lnTo>
                  <a:lnTo>
                    <a:pt x="19912" y="0"/>
                  </a:lnTo>
                  <a:lnTo>
                    <a:pt x="43019" y="40234"/>
                  </a:lnTo>
                  <a:lnTo>
                    <a:pt x="23107" y="51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0"/>
            <p:cNvSpPr/>
            <p:nvPr/>
          </p:nvSpPr>
          <p:spPr>
            <a:xfrm>
              <a:off x="5215681" y="4962775"/>
              <a:ext cx="68356" cy="95584"/>
            </a:xfrm>
            <a:custGeom>
              <a:avLst/>
              <a:pathLst>
                <a:path w="68356" h="95584">
                  <a:moveTo>
                    <a:pt x="0" y="11621"/>
                  </a:moveTo>
                  <a:lnTo>
                    <a:pt x="19370" y="0"/>
                  </a:lnTo>
                  <a:lnTo>
                    <a:pt x="68356" y="83630"/>
                  </a:lnTo>
                  <a:lnTo>
                    <a:pt x="48547" y="95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1"/>
            <p:cNvSpPr/>
            <p:nvPr/>
          </p:nvSpPr>
          <p:spPr>
            <a:xfrm>
              <a:off x="5265345" y="4992199"/>
              <a:ext cx="41818" cy="51407"/>
            </a:xfrm>
            <a:custGeom>
              <a:avLst/>
              <a:pathLst>
                <a:path w="41818" h="51407">
                  <a:moveTo>
                    <a:pt x="0" y="10972"/>
                  </a:moveTo>
                  <a:lnTo>
                    <a:pt x="18687" y="0"/>
                  </a:lnTo>
                  <a:lnTo>
                    <a:pt x="41818" y="40242"/>
                  </a:lnTo>
                  <a:lnTo>
                    <a:pt x="23465" y="5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2"/>
            <p:cNvSpPr/>
            <p:nvPr/>
          </p:nvSpPr>
          <p:spPr>
            <a:xfrm>
              <a:off x="5181837" y="4983173"/>
              <a:ext cx="68925" cy="95650"/>
            </a:xfrm>
            <a:custGeom>
              <a:avLst/>
              <a:pathLst>
                <a:path w="68925" h="95650">
                  <a:moveTo>
                    <a:pt x="0" y="11713"/>
                  </a:moveTo>
                  <a:lnTo>
                    <a:pt x="19453" y="0"/>
                  </a:lnTo>
                  <a:lnTo>
                    <a:pt x="40650" y="35582"/>
                  </a:lnTo>
                  <a:lnTo>
                    <a:pt x="68925" y="83422"/>
                  </a:lnTo>
                  <a:lnTo>
                    <a:pt x="49069" y="95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3"/>
            <p:cNvSpPr/>
            <p:nvPr/>
          </p:nvSpPr>
          <p:spPr>
            <a:xfrm>
              <a:off x="5240521" y="4949356"/>
              <a:ext cx="42566" cy="52031"/>
            </a:xfrm>
            <a:custGeom>
              <a:avLst/>
              <a:pathLst>
                <a:path w="42566" h="52031">
                  <a:moveTo>
                    <a:pt x="0" y="10582"/>
                  </a:moveTo>
                  <a:lnTo>
                    <a:pt x="18422" y="0"/>
                  </a:lnTo>
                  <a:lnTo>
                    <a:pt x="42566" y="41156"/>
                  </a:lnTo>
                  <a:lnTo>
                    <a:pt x="23418" y="52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4"/>
            <p:cNvSpPr/>
            <p:nvPr/>
          </p:nvSpPr>
          <p:spPr>
            <a:xfrm>
              <a:off x="5298598" y="4947617"/>
              <a:ext cx="72258" cy="54441"/>
            </a:xfrm>
            <a:custGeom>
              <a:avLst/>
              <a:pathLst>
                <a:path w="72258" h="54441">
                  <a:moveTo>
                    <a:pt x="0" y="36096"/>
                  </a:moveTo>
                  <a:lnTo>
                    <a:pt x="61459" y="0"/>
                  </a:lnTo>
                  <a:lnTo>
                    <a:pt x="72258" y="18979"/>
                  </a:lnTo>
                  <a:lnTo>
                    <a:pt x="11044" y="54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5"/>
            <p:cNvSpPr/>
            <p:nvPr/>
          </p:nvSpPr>
          <p:spPr>
            <a:xfrm>
              <a:off x="5081139" y="5064838"/>
              <a:ext cx="43940" cy="37702"/>
            </a:xfrm>
            <a:custGeom>
              <a:avLst/>
              <a:pathLst>
                <a:path w="43940" h="37702">
                  <a:moveTo>
                    <a:pt x="0" y="19447"/>
                  </a:moveTo>
                  <a:lnTo>
                    <a:pt x="32968" y="0"/>
                  </a:lnTo>
                  <a:lnTo>
                    <a:pt x="43940" y="17816"/>
                  </a:lnTo>
                  <a:lnTo>
                    <a:pt x="10168" y="37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6"/>
            <p:cNvSpPr/>
            <p:nvPr/>
          </p:nvSpPr>
          <p:spPr>
            <a:xfrm>
              <a:off x="5494399" y="4799869"/>
              <a:ext cx="66407" cy="93865"/>
            </a:xfrm>
            <a:custGeom>
              <a:avLst/>
              <a:pathLst>
                <a:path w="66407" h="93865">
                  <a:moveTo>
                    <a:pt x="0" y="10961"/>
                  </a:moveTo>
                  <a:lnTo>
                    <a:pt x="18606" y="0"/>
                  </a:lnTo>
                  <a:lnTo>
                    <a:pt x="66407" y="82410"/>
                  </a:lnTo>
                  <a:lnTo>
                    <a:pt x="47548" y="93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17"/>
            <p:cNvSpPr/>
            <p:nvPr/>
          </p:nvSpPr>
          <p:spPr>
            <a:xfrm>
              <a:off x="5129412" y="5044635"/>
              <a:ext cx="54039" cy="72399"/>
            </a:xfrm>
            <a:custGeom>
              <a:avLst/>
              <a:pathLst>
                <a:path w="54039" h="72399">
                  <a:moveTo>
                    <a:pt x="0" y="11333"/>
                  </a:moveTo>
                  <a:lnTo>
                    <a:pt x="19505" y="0"/>
                  </a:lnTo>
                  <a:lnTo>
                    <a:pt x="54039" y="60613"/>
                  </a:lnTo>
                  <a:lnTo>
                    <a:pt x="35022" y="72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18"/>
            <p:cNvSpPr/>
            <p:nvPr/>
          </p:nvSpPr>
          <p:spPr>
            <a:xfrm>
              <a:off x="5157586" y="5045374"/>
              <a:ext cx="46611" cy="58516"/>
            </a:xfrm>
            <a:custGeom>
              <a:avLst/>
              <a:pathLst>
                <a:path w="46611" h="58516">
                  <a:moveTo>
                    <a:pt x="0" y="10348"/>
                  </a:moveTo>
                  <a:lnTo>
                    <a:pt x="18060" y="0"/>
                  </a:lnTo>
                  <a:lnTo>
                    <a:pt x="46611" y="47763"/>
                  </a:lnTo>
                  <a:lnTo>
                    <a:pt x="27933" y="58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19"/>
            <p:cNvSpPr/>
            <p:nvPr/>
          </p:nvSpPr>
          <p:spPr>
            <a:xfrm>
              <a:off x="5470772" y="4813425"/>
              <a:ext cx="41772" cy="52076"/>
            </a:xfrm>
            <a:custGeom>
              <a:avLst/>
              <a:pathLst>
                <a:path w="41772" h="52076">
                  <a:moveTo>
                    <a:pt x="0" y="11324"/>
                  </a:moveTo>
                  <a:lnTo>
                    <a:pt x="19223" y="0"/>
                  </a:lnTo>
                  <a:lnTo>
                    <a:pt x="41772" y="40756"/>
                  </a:lnTo>
                  <a:lnTo>
                    <a:pt x="22604" y="52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0"/>
            <p:cNvSpPr/>
            <p:nvPr/>
          </p:nvSpPr>
          <p:spPr>
            <a:xfrm>
              <a:off x="5427568" y="4838447"/>
              <a:ext cx="43192" cy="51580"/>
            </a:xfrm>
            <a:custGeom>
              <a:avLst/>
              <a:pathLst>
                <a:path w="43192" h="51580">
                  <a:moveTo>
                    <a:pt x="0" y="11247"/>
                  </a:moveTo>
                  <a:lnTo>
                    <a:pt x="20068" y="0"/>
                  </a:lnTo>
                  <a:lnTo>
                    <a:pt x="43192" y="40361"/>
                  </a:lnTo>
                  <a:lnTo>
                    <a:pt x="23773" y="51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1"/>
            <p:cNvSpPr/>
            <p:nvPr/>
          </p:nvSpPr>
          <p:spPr>
            <a:xfrm>
              <a:off x="5494578" y="4855592"/>
              <a:ext cx="43910" cy="53776"/>
            </a:xfrm>
            <a:custGeom>
              <a:avLst/>
              <a:pathLst>
                <a:path w="43910" h="53776">
                  <a:moveTo>
                    <a:pt x="0" y="11269"/>
                  </a:moveTo>
                  <a:lnTo>
                    <a:pt x="19794" y="0"/>
                  </a:lnTo>
                  <a:lnTo>
                    <a:pt x="43910" y="42000"/>
                  </a:lnTo>
                  <a:lnTo>
                    <a:pt x="24171" y="5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2"/>
            <p:cNvSpPr/>
            <p:nvPr/>
          </p:nvSpPr>
          <p:spPr>
            <a:xfrm>
              <a:off x="4904729" y="5147833"/>
              <a:ext cx="54134" cy="72606"/>
            </a:xfrm>
            <a:custGeom>
              <a:avLst/>
              <a:pathLst>
                <a:path w="54134" h="72606">
                  <a:moveTo>
                    <a:pt x="0" y="10994"/>
                  </a:moveTo>
                  <a:lnTo>
                    <a:pt x="18189" y="0"/>
                  </a:lnTo>
                  <a:lnTo>
                    <a:pt x="54134" y="61826"/>
                  </a:lnTo>
                  <a:lnTo>
                    <a:pt x="36751" y="72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3"/>
            <p:cNvSpPr/>
            <p:nvPr/>
          </p:nvSpPr>
          <p:spPr>
            <a:xfrm>
              <a:off x="4985703" y="5190060"/>
              <a:ext cx="43624" cy="53496"/>
            </a:xfrm>
            <a:custGeom>
              <a:avLst/>
              <a:pathLst>
                <a:path w="43624" h="53496">
                  <a:moveTo>
                    <a:pt x="43624" y="43540"/>
                  </a:moveTo>
                  <a:lnTo>
                    <a:pt x="26078" y="53496"/>
                  </a:lnTo>
                  <a:lnTo>
                    <a:pt x="0" y="10258"/>
                  </a:lnTo>
                  <a:lnTo>
                    <a:pt x="184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4"/>
            <p:cNvSpPr/>
            <p:nvPr/>
          </p:nvSpPr>
          <p:spPr>
            <a:xfrm>
              <a:off x="5274501" y="4964174"/>
              <a:ext cx="20409" cy="24592"/>
            </a:xfrm>
            <a:custGeom>
              <a:avLst/>
              <a:pathLst>
                <a:path w="20409" h="24592">
                  <a:moveTo>
                    <a:pt x="12892" y="23437"/>
                  </a:moveTo>
                  <a:lnTo>
                    <a:pt x="10794" y="24592"/>
                  </a:lnTo>
                  <a:lnTo>
                    <a:pt x="8393" y="20355"/>
                  </a:lnTo>
                  <a:lnTo>
                    <a:pt x="8043" y="19737"/>
                  </a:lnTo>
                  <a:lnTo>
                    <a:pt x="5202" y="14723"/>
                  </a:lnTo>
                  <a:lnTo>
                    <a:pt x="2710" y="10325"/>
                  </a:lnTo>
                  <a:lnTo>
                    <a:pt x="0" y="5542"/>
                  </a:lnTo>
                  <a:lnTo>
                    <a:pt x="407" y="5306"/>
                  </a:lnTo>
                  <a:lnTo>
                    <a:pt x="2200" y="4268"/>
                  </a:lnTo>
                  <a:lnTo>
                    <a:pt x="9578" y="0"/>
                  </a:lnTo>
                  <a:lnTo>
                    <a:pt x="10094" y="919"/>
                  </a:lnTo>
                  <a:lnTo>
                    <a:pt x="10610" y="1838"/>
                  </a:lnTo>
                  <a:lnTo>
                    <a:pt x="10772" y="2127"/>
                  </a:lnTo>
                  <a:lnTo>
                    <a:pt x="12332" y="4908"/>
                  </a:lnTo>
                  <a:lnTo>
                    <a:pt x="13309" y="6648"/>
                  </a:lnTo>
                  <a:lnTo>
                    <a:pt x="14863" y="9418"/>
                  </a:lnTo>
                  <a:lnTo>
                    <a:pt x="15238" y="10085"/>
                  </a:lnTo>
                  <a:lnTo>
                    <a:pt x="16395" y="12148"/>
                  </a:lnTo>
                  <a:lnTo>
                    <a:pt x="20409" y="19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5"/>
            <p:cNvSpPr/>
            <p:nvPr/>
          </p:nvSpPr>
          <p:spPr>
            <a:xfrm>
              <a:off x="5136855" y="5125616"/>
              <a:ext cx="41304" cy="38363"/>
            </a:xfrm>
            <a:custGeom>
              <a:avLst/>
              <a:pathLst>
                <a:path w="41304" h="38363">
                  <a:moveTo>
                    <a:pt x="0" y="18829"/>
                  </a:moveTo>
                  <a:lnTo>
                    <a:pt x="19015" y="7177"/>
                  </a:lnTo>
                  <a:lnTo>
                    <a:pt x="28215" y="0"/>
                  </a:lnTo>
                  <a:lnTo>
                    <a:pt x="41304" y="21354"/>
                  </a:lnTo>
                  <a:lnTo>
                    <a:pt x="11868" y="38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6"/>
            <p:cNvSpPr/>
            <p:nvPr/>
          </p:nvSpPr>
          <p:spPr>
            <a:xfrm>
              <a:off x="5473981" y="4869266"/>
              <a:ext cx="27805" cy="26697"/>
            </a:xfrm>
            <a:custGeom>
              <a:avLst/>
              <a:pathLst>
                <a:path w="27805" h="26697">
                  <a:moveTo>
                    <a:pt x="0" y="11016"/>
                  </a:moveTo>
                  <a:lnTo>
                    <a:pt x="19074" y="0"/>
                  </a:lnTo>
                  <a:lnTo>
                    <a:pt x="27805" y="15792"/>
                  </a:lnTo>
                  <a:lnTo>
                    <a:pt x="9206" y="26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27"/>
            <p:cNvSpPr/>
            <p:nvPr/>
          </p:nvSpPr>
          <p:spPr>
            <a:xfrm>
              <a:off x="5386710" y="4875056"/>
              <a:ext cx="59177" cy="46195"/>
            </a:xfrm>
            <a:custGeom>
              <a:avLst/>
              <a:pathLst>
                <a:path w="59177" h="46195">
                  <a:moveTo>
                    <a:pt x="0" y="27403"/>
                  </a:moveTo>
                  <a:lnTo>
                    <a:pt x="48337" y="0"/>
                  </a:lnTo>
                  <a:lnTo>
                    <a:pt x="59177" y="18138"/>
                  </a:lnTo>
                  <a:lnTo>
                    <a:pt x="11223" y="46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28"/>
            <p:cNvSpPr/>
            <p:nvPr/>
          </p:nvSpPr>
          <p:spPr>
            <a:xfrm>
              <a:off x="5340401" y="4891675"/>
              <a:ext cx="42306" cy="50670"/>
            </a:xfrm>
            <a:custGeom>
              <a:avLst/>
              <a:pathLst>
                <a:path w="42306" h="50670">
                  <a:moveTo>
                    <a:pt x="0" y="11678"/>
                  </a:moveTo>
                  <a:lnTo>
                    <a:pt x="19296" y="0"/>
                  </a:lnTo>
                  <a:lnTo>
                    <a:pt x="42306" y="39246"/>
                  </a:lnTo>
                  <a:lnTo>
                    <a:pt x="23349" y="50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29"/>
            <p:cNvSpPr/>
            <p:nvPr/>
          </p:nvSpPr>
          <p:spPr>
            <a:xfrm>
              <a:off x="5449156" y="4826757"/>
              <a:ext cx="42042" cy="50954"/>
            </a:xfrm>
            <a:custGeom>
              <a:avLst/>
              <a:pathLst>
                <a:path w="42042" h="50954">
                  <a:moveTo>
                    <a:pt x="0" y="10625"/>
                  </a:moveTo>
                  <a:lnTo>
                    <a:pt x="17941" y="0"/>
                  </a:lnTo>
                  <a:lnTo>
                    <a:pt x="42042" y="40056"/>
                  </a:lnTo>
                  <a:lnTo>
                    <a:pt x="23038" y="50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0"/>
            <p:cNvSpPr/>
            <p:nvPr/>
          </p:nvSpPr>
          <p:spPr>
            <a:xfrm>
              <a:off x="5093292" y="5079116"/>
              <a:ext cx="56844" cy="45283"/>
            </a:xfrm>
            <a:custGeom>
              <a:avLst/>
              <a:pathLst>
                <a:path w="56844" h="45283">
                  <a:moveTo>
                    <a:pt x="0" y="25777"/>
                  </a:moveTo>
                  <a:lnTo>
                    <a:pt x="45331" y="0"/>
                  </a:lnTo>
                  <a:lnTo>
                    <a:pt x="56844" y="19135"/>
                  </a:lnTo>
                  <a:lnTo>
                    <a:pt x="11332" y="45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1"/>
            <p:cNvSpPr/>
            <p:nvPr/>
          </p:nvSpPr>
          <p:spPr>
            <a:xfrm>
              <a:off x="5452672" y="4881330"/>
              <a:ext cx="43070" cy="53086"/>
            </a:xfrm>
            <a:custGeom>
              <a:avLst/>
              <a:pathLst>
                <a:path w="43070" h="53086">
                  <a:moveTo>
                    <a:pt x="0" y="11233"/>
                  </a:moveTo>
                  <a:lnTo>
                    <a:pt x="19516" y="0"/>
                  </a:lnTo>
                  <a:lnTo>
                    <a:pt x="43070" y="41137"/>
                  </a:lnTo>
                  <a:lnTo>
                    <a:pt x="23996" y="53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2"/>
            <p:cNvSpPr/>
            <p:nvPr/>
          </p:nvSpPr>
          <p:spPr>
            <a:xfrm>
              <a:off x="5014118" y="5095572"/>
              <a:ext cx="59149" cy="47390"/>
            </a:xfrm>
            <a:custGeom>
              <a:avLst/>
              <a:pathLst>
                <a:path w="59149" h="47390">
                  <a:moveTo>
                    <a:pt x="0" y="28811"/>
                  </a:moveTo>
                  <a:lnTo>
                    <a:pt x="48812" y="0"/>
                  </a:lnTo>
                  <a:lnTo>
                    <a:pt x="59149" y="18462"/>
                  </a:lnTo>
                  <a:lnTo>
                    <a:pt x="10725" y="47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3"/>
            <p:cNvSpPr/>
            <p:nvPr/>
          </p:nvSpPr>
          <p:spPr>
            <a:xfrm>
              <a:off x="4988929" y="5073309"/>
              <a:ext cx="72237" cy="55437"/>
            </a:xfrm>
            <a:custGeom>
              <a:avLst/>
              <a:pathLst>
                <a:path w="72237" h="55437">
                  <a:moveTo>
                    <a:pt x="0" y="36481"/>
                  </a:moveTo>
                  <a:lnTo>
                    <a:pt x="61076" y="0"/>
                  </a:lnTo>
                  <a:lnTo>
                    <a:pt x="72237" y="19615"/>
                  </a:lnTo>
                  <a:lnTo>
                    <a:pt x="10889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4"/>
            <p:cNvSpPr/>
            <p:nvPr/>
          </p:nvSpPr>
          <p:spPr>
            <a:xfrm>
              <a:off x="5209281" y="5085685"/>
              <a:ext cx="42756" cy="54801"/>
            </a:xfrm>
            <a:custGeom>
              <a:avLst/>
              <a:pathLst>
                <a:path w="42756" h="54801">
                  <a:moveTo>
                    <a:pt x="42756" y="40352"/>
                  </a:moveTo>
                  <a:lnTo>
                    <a:pt x="26115" y="54801"/>
                  </a:lnTo>
                  <a:lnTo>
                    <a:pt x="22602" y="48916"/>
                  </a:lnTo>
                  <a:lnTo>
                    <a:pt x="0" y="11057"/>
                  </a:lnTo>
                  <a:lnTo>
                    <a:pt x="18707" y="0"/>
                  </a:lnTo>
                  <a:lnTo>
                    <a:pt x="41021" y="3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5"/>
            <p:cNvSpPr/>
            <p:nvPr/>
          </p:nvSpPr>
          <p:spPr>
            <a:xfrm>
              <a:off x="5067216" y="5035010"/>
              <a:ext cx="57625" cy="46643"/>
            </a:xfrm>
            <a:custGeom>
              <a:avLst/>
              <a:pathLst>
                <a:path w="57625" h="46643">
                  <a:moveTo>
                    <a:pt x="0" y="27030"/>
                  </a:moveTo>
                  <a:lnTo>
                    <a:pt x="46489" y="0"/>
                  </a:lnTo>
                  <a:lnTo>
                    <a:pt x="57625" y="19724"/>
                  </a:lnTo>
                  <a:lnTo>
                    <a:pt x="11807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6"/>
            <p:cNvSpPr/>
            <p:nvPr/>
          </p:nvSpPr>
          <p:spPr>
            <a:xfrm>
              <a:off x="5232953" y="5071468"/>
              <a:ext cx="40833" cy="50269"/>
            </a:xfrm>
            <a:custGeom>
              <a:avLst/>
              <a:pathLst>
                <a:path w="40833" h="50269">
                  <a:moveTo>
                    <a:pt x="40833" y="36859"/>
                  </a:moveTo>
                  <a:lnTo>
                    <a:pt x="23877" y="50269"/>
                  </a:lnTo>
                  <a:lnTo>
                    <a:pt x="21394" y="46259"/>
                  </a:lnTo>
                  <a:lnTo>
                    <a:pt x="0" y="11694"/>
                  </a:lnTo>
                  <a:lnTo>
                    <a:pt x="20023" y="0"/>
                  </a:lnTo>
                  <a:lnTo>
                    <a:pt x="39311" y="34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37"/>
            <p:cNvSpPr/>
            <p:nvPr/>
          </p:nvSpPr>
          <p:spPr>
            <a:xfrm>
              <a:off x="4926794" y="5136688"/>
              <a:ext cx="52370" cy="71311"/>
            </a:xfrm>
            <a:custGeom>
              <a:avLst/>
              <a:pathLst>
                <a:path w="52370" h="71311">
                  <a:moveTo>
                    <a:pt x="0" y="10252"/>
                  </a:moveTo>
                  <a:lnTo>
                    <a:pt x="17489" y="0"/>
                  </a:lnTo>
                  <a:lnTo>
                    <a:pt x="52370" y="60947"/>
                  </a:lnTo>
                  <a:lnTo>
                    <a:pt x="34705" y="71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38"/>
            <p:cNvSpPr/>
            <p:nvPr/>
          </p:nvSpPr>
          <p:spPr>
            <a:xfrm>
              <a:off x="5027795" y="5136502"/>
              <a:ext cx="78145" cy="59715"/>
            </a:xfrm>
            <a:custGeom>
              <a:avLst/>
              <a:pathLst>
                <a:path w="78145" h="59715">
                  <a:moveTo>
                    <a:pt x="12092" y="59715"/>
                  </a:moveTo>
                  <a:lnTo>
                    <a:pt x="0" y="39544"/>
                  </a:lnTo>
                  <a:lnTo>
                    <a:pt x="66461" y="0"/>
                  </a:lnTo>
                  <a:lnTo>
                    <a:pt x="78145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39"/>
            <p:cNvSpPr/>
            <p:nvPr/>
          </p:nvSpPr>
          <p:spPr>
            <a:xfrm>
              <a:off x="5006878" y="5177470"/>
              <a:ext cx="57883" cy="78075"/>
            </a:xfrm>
            <a:custGeom>
              <a:avLst/>
              <a:pathLst>
                <a:path w="57883" h="78075">
                  <a:moveTo>
                    <a:pt x="0" y="10924"/>
                  </a:moveTo>
                  <a:lnTo>
                    <a:pt x="18279" y="0"/>
                  </a:lnTo>
                  <a:lnTo>
                    <a:pt x="57883" y="67549"/>
                  </a:lnTo>
                  <a:lnTo>
                    <a:pt x="39757" y="7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0"/>
            <p:cNvSpPr/>
            <p:nvPr/>
          </p:nvSpPr>
          <p:spPr>
            <a:xfrm>
              <a:off x="5261451" y="4905490"/>
              <a:ext cx="84955" cy="62026"/>
            </a:xfrm>
            <a:custGeom>
              <a:avLst/>
              <a:pathLst>
                <a:path w="84955" h="62026">
                  <a:moveTo>
                    <a:pt x="0" y="42426"/>
                  </a:moveTo>
                  <a:lnTo>
                    <a:pt x="73861" y="0"/>
                  </a:lnTo>
                  <a:lnTo>
                    <a:pt x="84955" y="18301"/>
                  </a:lnTo>
                  <a:lnTo>
                    <a:pt x="11304" y="62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1"/>
            <p:cNvSpPr/>
            <p:nvPr/>
          </p:nvSpPr>
          <p:spPr>
            <a:xfrm>
              <a:off x="5053212" y="5207070"/>
              <a:ext cx="45618" cy="57341"/>
            </a:xfrm>
            <a:custGeom>
              <a:avLst/>
              <a:pathLst>
                <a:path w="45618" h="57341">
                  <a:moveTo>
                    <a:pt x="0" y="10800"/>
                  </a:moveTo>
                  <a:lnTo>
                    <a:pt x="18423" y="0"/>
                  </a:lnTo>
                  <a:lnTo>
                    <a:pt x="45618" y="46545"/>
                  </a:lnTo>
                  <a:lnTo>
                    <a:pt x="27059" y="57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2"/>
            <p:cNvSpPr/>
            <p:nvPr/>
          </p:nvSpPr>
          <p:spPr>
            <a:xfrm>
              <a:off x="4965167" y="5201795"/>
              <a:ext cx="50959" cy="66461"/>
            </a:xfrm>
            <a:custGeom>
              <a:avLst/>
              <a:pathLst>
                <a:path w="50959" h="66461">
                  <a:moveTo>
                    <a:pt x="0" y="10348"/>
                  </a:moveTo>
                  <a:lnTo>
                    <a:pt x="17789" y="0"/>
                  </a:lnTo>
                  <a:lnTo>
                    <a:pt x="50959" y="55913"/>
                  </a:lnTo>
                  <a:lnTo>
                    <a:pt x="31735" y="66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3"/>
            <p:cNvSpPr/>
            <p:nvPr/>
          </p:nvSpPr>
          <p:spPr>
            <a:xfrm>
              <a:off x="4676159" y="5117970"/>
              <a:ext cx="48979" cy="56619"/>
            </a:xfrm>
            <a:custGeom>
              <a:avLst/>
              <a:pathLst>
                <a:path w="48979" h="56619">
                  <a:moveTo>
                    <a:pt x="29618" y="0"/>
                  </a:moveTo>
                  <a:lnTo>
                    <a:pt x="48979" y="14191"/>
                  </a:lnTo>
                  <a:lnTo>
                    <a:pt x="18999" y="56619"/>
                  </a:lnTo>
                  <a:lnTo>
                    <a:pt x="0" y="43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4"/>
            <p:cNvSpPr/>
            <p:nvPr/>
          </p:nvSpPr>
          <p:spPr>
            <a:xfrm>
              <a:off x="4644159" y="5084992"/>
              <a:ext cx="56465" cy="48795"/>
            </a:xfrm>
            <a:custGeom>
              <a:avLst/>
              <a:pathLst>
                <a:path w="56465" h="48795">
                  <a:moveTo>
                    <a:pt x="13423" y="0"/>
                  </a:moveTo>
                  <a:lnTo>
                    <a:pt x="56465" y="30453"/>
                  </a:lnTo>
                  <a:lnTo>
                    <a:pt x="43053" y="48795"/>
                  </a:lnTo>
                  <a:lnTo>
                    <a:pt x="0" y="181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5"/>
            <p:cNvSpPr/>
            <p:nvPr/>
          </p:nvSpPr>
          <p:spPr>
            <a:xfrm>
              <a:off x="4628350" y="5107945"/>
              <a:ext cx="56260" cy="48978"/>
            </a:xfrm>
            <a:custGeom>
              <a:avLst/>
              <a:pathLst>
                <a:path w="56260" h="48978">
                  <a:moveTo>
                    <a:pt x="12996" y="0"/>
                  </a:moveTo>
                  <a:lnTo>
                    <a:pt x="56260" y="29391"/>
                  </a:lnTo>
                  <a:lnTo>
                    <a:pt x="42390" y="48978"/>
                  </a:lnTo>
                  <a:lnTo>
                    <a:pt x="0" y="19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6"/>
            <p:cNvSpPr/>
            <p:nvPr/>
          </p:nvSpPr>
          <p:spPr>
            <a:xfrm>
              <a:off x="4443554" y="5326809"/>
              <a:ext cx="42224" cy="38897"/>
            </a:xfrm>
            <a:custGeom>
              <a:avLst/>
              <a:pathLst>
                <a:path w="42224" h="38897">
                  <a:moveTo>
                    <a:pt x="42224" y="20102"/>
                  </a:moveTo>
                  <a:lnTo>
                    <a:pt x="30173" y="38897"/>
                  </a:lnTo>
                  <a:lnTo>
                    <a:pt x="0" y="19030"/>
                  </a:lnTo>
                  <a:lnTo>
                    <a:pt x="1245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47"/>
            <p:cNvSpPr/>
            <p:nvPr/>
          </p:nvSpPr>
          <p:spPr>
            <a:xfrm>
              <a:off x="4457127" y="5302562"/>
              <a:ext cx="55954" cy="49231"/>
            </a:xfrm>
            <a:custGeom>
              <a:avLst/>
              <a:pathLst>
                <a:path w="55954" h="49231">
                  <a:moveTo>
                    <a:pt x="13747" y="0"/>
                  </a:moveTo>
                  <a:lnTo>
                    <a:pt x="55954" y="29837"/>
                  </a:lnTo>
                  <a:lnTo>
                    <a:pt x="42757" y="49231"/>
                  </a:lnTo>
                  <a:lnTo>
                    <a:pt x="0" y="194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48"/>
            <p:cNvSpPr/>
            <p:nvPr/>
          </p:nvSpPr>
          <p:spPr>
            <a:xfrm>
              <a:off x="4473402" y="5280037"/>
              <a:ext cx="55860" cy="47940"/>
            </a:xfrm>
            <a:custGeom>
              <a:avLst/>
              <a:pathLst>
                <a:path w="55860" h="47940">
                  <a:moveTo>
                    <a:pt x="13043" y="0"/>
                  </a:moveTo>
                  <a:lnTo>
                    <a:pt x="55860" y="28392"/>
                  </a:lnTo>
                  <a:lnTo>
                    <a:pt x="41887" y="47940"/>
                  </a:lnTo>
                  <a:lnTo>
                    <a:pt x="0" y="18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49"/>
            <p:cNvSpPr/>
            <p:nvPr/>
          </p:nvSpPr>
          <p:spPr>
            <a:xfrm>
              <a:off x="4490990" y="5255924"/>
              <a:ext cx="53689" cy="46961"/>
            </a:xfrm>
            <a:custGeom>
              <a:avLst/>
              <a:pathLst>
                <a:path w="53689" h="46961">
                  <a:moveTo>
                    <a:pt x="12205" y="0"/>
                  </a:moveTo>
                  <a:lnTo>
                    <a:pt x="53689" y="29591"/>
                  </a:lnTo>
                  <a:lnTo>
                    <a:pt x="40685" y="46961"/>
                  </a:lnTo>
                  <a:lnTo>
                    <a:pt x="0" y="179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0"/>
            <p:cNvSpPr/>
            <p:nvPr/>
          </p:nvSpPr>
          <p:spPr>
            <a:xfrm>
              <a:off x="4482119" y="5217476"/>
              <a:ext cx="55326" cy="47967"/>
            </a:xfrm>
            <a:custGeom>
              <a:avLst/>
              <a:pathLst>
                <a:path w="55326" h="47967">
                  <a:moveTo>
                    <a:pt x="15591" y="824"/>
                  </a:moveTo>
                  <a:lnTo>
                    <a:pt x="55326" y="28834"/>
                  </a:lnTo>
                  <a:lnTo>
                    <a:pt x="42596" y="47967"/>
                  </a:lnTo>
                  <a:lnTo>
                    <a:pt x="0" y="18630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1"/>
            <p:cNvSpPr/>
            <p:nvPr/>
          </p:nvSpPr>
          <p:spPr>
            <a:xfrm>
              <a:off x="4497704" y="5191983"/>
              <a:ext cx="56967" cy="51680"/>
            </a:xfrm>
            <a:custGeom>
              <a:avLst/>
              <a:pathLst>
                <a:path w="56967" h="51680">
                  <a:moveTo>
                    <a:pt x="56967" y="30886"/>
                  </a:moveTo>
                  <a:lnTo>
                    <a:pt x="43001" y="51680"/>
                  </a:lnTo>
                  <a:lnTo>
                    <a:pt x="0" y="20178"/>
                  </a:lnTo>
                  <a:lnTo>
                    <a:pt x="143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2"/>
            <p:cNvSpPr/>
            <p:nvPr/>
          </p:nvSpPr>
          <p:spPr>
            <a:xfrm>
              <a:off x="4517389" y="5167112"/>
              <a:ext cx="53979" cy="48751"/>
            </a:xfrm>
            <a:custGeom>
              <a:avLst/>
              <a:pathLst>
                <a:path w="53979" h="48751">
                  <a:moveTo>
                    <a:pt x="53979" y="30644"/>
                  </a:moveTo>
                  <a:lnTo>
                    <a:pt x="41094" y="48751"/>
                  </a:lnTo>
                  <a:lnTo>
                    <a:pt x="0" y="19499"/>
                  </a:lnTo>
                  <a:lnTo>
                    <a:pt x="348" y="17758"/>
                  </a:lnTo>
                  <a:lnTo>
                    <a:pt x="12887" y="0"/>
                  </a:lnTo>
                  <a:lnTo>
                    <a:pt x="53630" y="29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3"/>
            <p:cNvSpPr/>
            <p:nvPr/>
          </p:nvSpPr>
          <p:spPr>
            <a:xfrm>
              <a:off x="4534317" y="5144132"/>
              <a:ext cx="52373" cy="48202"/>
            </a:xfrm>
            <a:custGeom>
              <a:avLst/>
              <a:pathLst>
                <a:path w="52373" h="48202">
                  <a:moveTo>
                    <a:pt x="11979" y="0"/>
                  </a:moveTo>
                  <a:lnTo>
                    <a:pt x="52373" y="29075"/>
                  </a:lnTo>
                  <a:lnTo>
                    <a:pt x="39491" y="48202"/>
                  </a:lnTo>
                  <a:lnTo>
                    <a:pt x="0" y="20360"/>
                  </a:lnTo>
                  <a:lnTo>
                    <a:pt x="486" y="170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4"/>
            <p:cNvSpPr/>
            <p:nvPr/>
          </p:nvSpPr>
          <p:spPr>
            <a:xfrm>
              <a:off x="4579010" y="5175994"/>
              <a:ext cx="54863" cy="49972"/>
            </a:xfrm>
            <a:custGeom>
              <a:avLst/>
              <a:pathLst>
                <a:path w="54863" h="49972">
                  <a:moveTo>
                    <a:pt x="14470" y="0"/>
                  </a:moveTo>
                  <a:lnTo>
                    <a:pt x="54863" y="30641"/>
                  </a:lnTo>
                  <a:lnTo>
                    <a:pt x="41899" y="49972"/>
                  </a:lnTo>
                  <a:lnTo>
                    <a:pt x="0" y="206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5"/>
            <p:cNvSpPr/>
            <p:nvPr/>
          </p:nvSpPr>
          <p:spPr>
            <a:xfrm>
              <a:off x="4562998" y="5200715"/>
              <a:ext cx="55206" cy="49380"/>
            </a:xfrm>
            <a:custGeom>
              <a:avLst/>
              <a:pathLst>
                <a:path w="55206" h="49380">
                  <a:moveTo>
                    <a:pt x="13245" y="0"/>
                  </a:moveTo>
                  <a:lnTo>
                    <a:pt x="55206" y="28553"/>
                  </a:lnTo>
                  <a:lnTo>
                    <a:pt x="41610" y="49380"/>
                  </a:lnTo>
                  <a:lnTo>
                    <a:pt x="0" y="195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6"/>
            <p:cNvSpPr/>
            <p:nvPr/>
          </p:nvSpPr>
          <p:spPr>
            <a:xfrm>
              <a:off x="4574573" y="5117195"/>
              <a:ext cx="68039" cy="66381"/>
            </a:xfrm>
            <a:custGeom>
              <a:avLst/>
              <a:pathLst>
                <a:path w="68039" h="66381">
                  <a:moveTo>
                    <a:pt x="53501" y="48239"/>
                  </a:moveTo>
                  <a:lnTo>
                    <a:pt x="40397" y="66381"/>
                  </a:lnTo>
                  <a:lnTo>
                    <a:pt x="33770" y="61808"/>
                  </a:lnTo>
                  <a:lnTo>
                    <a:pt x="32462" y="60906"/>
                  </a:lnTo>
                  <a:lnTo>
                    <a:pt x="22200" y="53825"/>
                  </a:lnTo>
                  <a:lnTo>
                    <a:pt x="20198" y="52443"/>
                  </a:lnTo>
                  <a:lnTo>
                    <a:pt x="2082" y="39943"/>
                  </a:lnTo>
                  <a:lnTo>
                    <a:pt x="0" y="38506"/>
                  </a:lnTo>
                  <a:lnTo>
                    <a:pt x="13345" y="20380"/>
                  </a:lnTo>
                  <a:lnTo>
                    <a:pt x="15475" y="17487"/>
                  </a:lnTo>
                  <a:lnTo>
                    <a:pt x="28350" y="0"/>
                  </a:lnTo>
                  <a:lnTo>
                    <a:pt x="29993" y="1163"/>
                  </a:lnTo>
                  <a:lnTo>
                    <a:pt x="46935" y="13164"/>
                  </a:lnTo>
                  <a:lnTo>
                    <a:pt x="48658" y="14385"/>
                  </a:lnTo>
                  <a:lnTo>
                    <a:pt x="59829" y="22297"/>
                  </a:lnTo>
                  <a:lnTo>
                    <a:pt x="60712" y="22923"/>
                  </a:lnTo>
                  <a:lnTo>
                    <a:pt x="68039" y="28112"/>
                  </a:lnTo>
                  <a:lnTo>
                    <a:pt x="54070" y="474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57"/>
            <p:cNvSpPr/>
            <p:nvPr/>
          </p:nvSpPr>
          <p:spPr>
            <a:xfrm>
              <a:off x="4636616" y="5148397"/>
              <a:ext cx="54939" cy="49600"/>
            </a:xfrm>
            <a:custGeom>
              <a:avLst/>
              <a:pathLst>
                <a:path w="54939" h="49600">
                  <a:moveTo>
                    <a:pt x="13324" y="0"/>
                  </a:moveTo>
                  <a:lnTo>
                    <a:pt x="54939" y="29886"/>
                  </a:lnTo>
                  <a:lnTo>
                    <a:pt x="41225" y="49600"/>
                  </a:lnTo>
                  <a:lnTo>
                    <a:pt x="0" y="1964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58"/>
            <p:cNvSpPr/>
            <p:nvPr/>
          </p:nvSpPr>
          <p:spPr>
            <a:xfrm>
              <a:off x="4619182" y="5170995"/>
              <a:ext cx="56474" cy="49178"/>
            </a:xfrm>
            <a:custGeom>
              <a:avLst/>
              <a:pathLst>
                <a:path w="56474" h="49178">
                  <a:moveTo>
                    <a:pt x="14737" y="0"/>
                  </a:moveTo>
                  <a:lnTo>
                    <a:pt x="56474" y="30077"/>
                  </a:lnTo>
                  <a:lnTo>
                    <a:pt x="43440" y="48389"/>
                  </a:lnTo>
                  <a:lnTo>
                    <a:pt x="41032" y="49178"/>
                  </a:lnTo>
                  <a:lnTo>
                    <a:pt x="0" y="19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59"/>
            <p:cNvSpPr/>
            <p:nvPr/>
          </p:nvSpPr>
          <p:spPr>
            <a:xfrm>
              <a:off x="4609164" y="5210022"/>
              <a:ext cx="49566" cy="56668"/>
            </a:xfrm>
            <a:custGeom>
              <a:avLst/>
              <a:pathLst>
                <a:path w="49566" h="56668">
                  <a:moveTo>
                    <a:pt x="49566" y="14364"/>
                  </a:moveTo>
                  <a:lnTo>
                    <a:pt x="18878" y="56668"/>
                  </a:lnTo>
                  <a:lnTo>
                    <a:pt x="0" y="43462"/>
                  </a:lnTo>
                  <a:lnTo>
                    <a:pt x="2928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0"/>
            <p:cNvSpPr/>
            <p:nvPr/>
          </p:nvSpPr>
          <p:spPr>
            <a:xfrm>
              <a:off x="4635275" y="5251986"/>
              <a:ext cx="54404" cy="48609"/>
            </a:xfrm>
            <a:custGeom>
              <a:avLst/>
              <a:pathLst>
                <a:path w="54404" h="48609">
                  <a:moveTo>
                    <a:pt x="13567" y="0"/>
                  </a:moveTo>
                  <a:lnTo>
                    <a:pt x="54404" y="29217"/>
                  </a:lnTo>
                  <a:lnTo>
                    <a:pt x="41178" y="48609"/>
                  </a:lnTo>
                  <a:lnTo>
                    <a:pt x="0" y="192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1"/>
            <p:cNvSpPr/>
            <p:nvPr/>
          </p:nvSpPr>
          <p:spPr>
            <a:xfrm>
              <a:off x="4651449" y="5229043"/>
              <a:ext cx="56003" cy="48488"/>
            </a:xfrm>
            <a:custGeom>
              <a:avLst/>
              <a:pathLst>
                <a:path w="56003" h="48488">
                  <a:moveTo>
                    <a:pt x="13388" y="0"/>
                  </a:moveTo>
                  <a:lnTo>
                    <a:pt x="56003" y="29436"/>
                  </a:lnTo>
                  <a:lnTo>
                    <a:pt x="41707" y="48488"/>
                  </a:lnTo>
                  <a:lnTo>
                    <a:pt x="0" y="190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2"/>
            <p:cNvSpPr/>
            <p:nvPr/>
          </p:nvSpPr>
          <p:spPr>
            <a:xfrm>
              <a:off x="4669008" y="5205384"/>
              <a:ext cx="55067" cy="49775"/>
            </a:xfrm>
            <a:custGeom>
              <a:avLst/>
              <a:pathLst>
                <a:path w="55067" h="49775">
                  <a:moveTo>
                    <a:pt x="13120" y="0"/>
                  </a:moveTo>
                  <a:lnTo>
                    <a:pt x="55067" y="30360"/>
                  </a:lnTo>
                  <a:lnTo>
                    <a:pt x="40812" y="49775"/>
                  </a:lnTo>
                  <a:lnTo>
                    <a:pt x="0" y="190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3"/>
            <p:cNvSpPr/>
            <p:nvPr/>
          </p:nvSpPr>
          <p:spPr>
            <a:xfrm>
              <a:off x="4685162" y="5182920"/>
              <a:ext cx="54764" cy="49966"/>
            </a:xfrm>
            <a:custGeom>
              <a:avLst/>
              <a:pathLst>
                <a:path w="54764" h="49966">
                  <a:moveTo>
                    <a:pt x="12425" y="0"/>
                  </a:moveTo>
                  <a:lnTo>
                    <a:pt x="54764" y="29953"/>
                  </a:lnTo>
                  <a:lnTo>
                    <a:pt x="41129" y="49966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4"/>
            <p:cNvSpPr/>
            <p:nvPr/>
          </p:nvSpPr>
          <p:spPr>
            <a:xfrm>
              <a:off x="4715118" y="5216625"/>
              <a:ext cx="60855" cy="64256"/>
            </a:xfrm>
            <a:custGeom>
              <a:avLst/>
              <a:pathLst>
                <a:path w="60855" h="64256">
                  <a:moveTo>
                    <a:pt x="29667" y="0"/>
                  </a:moveTo>
                  <a:lnTo>
                    <a:pt x="60855" y="22754"/>
                  </a:lnTo>
                  <a:lnTo>
                    <a:pt x="30822" y="64256"/>
                  </a:lnTo>
                  <a:lnTo>
                    <a:pt x="0" y="421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5"/>
            <p:cNvSpPr/>
            <p:nvPr/>
          </p:nvSpPr>
          <p:spPr>
            <a:xfrm>
              <a:off x="4749986" y="5242446"/>
              <a:ext cx="49826" cy="55682"/>
            </a:xfrm>
            <a:custGeom>
              <a:avLst/>
              <a:pathLst>
                <a:path w="49826" h="55682">
                  <a:moveTo>
                    <a:pt x="30822" y="0"/>
                  </a:moveTo>
                  <a:lnTo>
                    <a:pt x="49826" y="13037"/>
                  </a:lnTo>
                  <a:lnTo>
                    <a:pt x="20131" y="55682"/>
                  </a:lnTo>
                  <a:lnTo>
                    <a:pt x="0" y="40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6"/>
            <p:cNvSpPr/>
            <p:nvPr/>
          </p:nvSpPr>
          <p:spPr>
            <a:xfrm>
              <a:off x="4698647" y="5262354"/>
              <a:ext cx="43765" cy="40639"/>
            </a:xfrm>
            <a:custGeom>
              <a:avLst/>
              <a:pathLst>
                <a:path w="43765" h="40639">
                  <a:moveTo>
                    <a:pt x="13292" y="0"/>
                  </a:moveTo>
                  <a:lnTo>
                    <a:pt x="43765" y="22940"/>
                  </a:lnTo>
                  <a:lnTo>
                    <a:pt x="31151" y="40639"/>
                  </a:lnTo>
                  <a:lnTo>
                    <a:pt x="11751" y="27693"/>
                  </a:lnTo>
                  <a:lnTo>
                    <a:pt x="5105" y="22765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67"/>
            <p:cNvSpPr/>
            <p:nvPr/>
          </p:nvSpPr>
          <p:spPr>
            <a:xfrm>
              <a:off x="4681236" y="5285446"/>
              <a:ext cx="45673" cy="41481"/>
            </a:xfrm>
            <a:custGeom>
              <a:avLst/>
              <a:pathLst>
                <a:path w="45673" h="41481">
                  <a:moveTo>
                    <a:pt x="45231" y="21687"/>
                  </a:moveTo>
                  <a:lnTo>
                    <a:pt x="45673" y="23457"/>
                  </a:lnTo>
                  <a:lnTo>
                    <a:pt x="32760" y="41481"/>
                  </a:lnTo>
                  <a:lnTo>
                    <a:pt x="0" y="19217"/>
                  </a:lnTo>
                  <a:lnTo>
                    <a:pt x="133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68"/>
            <p:cNvSpPr/>
            <p:nvPr/>
          </p:nvSpPr>
          <p:spPr>
            <a:xfrm>
              <a:off x="4717718" y="5287189"/>
              <a:ext cx="49110" cy="57062"/>
            </a:xfrm>
            <a:custGeom>
              <a:avLst/>
              <a:pathLst>
                <a:path w="49110" h="57062">
                  <a:moveTo>
                    <a:pt x="29281" y="0"/>
                  </a:moveTo>
                  <a:lnTo>
                    <a:pt x="49110" y="15056"/>
                  </a:lnTo>
                  <a:lnTo>
                    <a:pt x="19071" y="57062"/>
                  </a:lnTo>
                  <a:lnTo>
                    <a:pt x="0" y="422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69"/>
            <p:cNvSpPr/>
            <p:nvPr/>
          </p:nvSpPr>
          <p:spPr>
            <a:xfrm>
              <a:off x="4682595" y="5336617"/>
              <a:ext cx="48762" cy="54684"/>
            </a:xfrm>
            <a:custGeom>
              <a:avLst/>
              <a:pathLst>
                <a:path w="48762" h="54684">
                  <a:moveTo>
                    <a:pt x="48762" y="14031"/>
                  </a:moveTo>
                  <a:lnTo>
                    <a:pt x="18060" y="54684"/>
                  </a:lnTo>
                  <a:lnTo>
                    <a:pt x="0" y="41749"/>
                  </a:lnTo>
                  <a:lnTo>
                    <a:pt x="27933" y="1219"/>
                  </a:lnTo>
                  <a:lnTo>
                    <a:pt x="31922" y="0"/>
                  </a:lnTo>
                  <a:lnTo>
                    <a:pt x="48762" y="11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0"/>
            <p:cNvSpPr/>
            <p:nvPr/>
          </p:nvSpPr>
          <p:spPr>
            <a:xfrm>
              <a:off x="4646956" y="5334194"/>
              <a:ext cx="44213" cy="40969"/>
            </a:xfrm>
            <a:custGeom>
              <a:avLst/>
              <a:pathLst>
                <a:path w="44213" h="40969">
                  <a:moveTo>
                    <a:pt x="14042" y="0"/>
                  </a:moveTo>
                  <a:lnTo>
                    <a:pt x="44213" y="20919"/>
                  </a:lnTo>
                  <a:lnTo>
                    <a:pt x="30582" y="40969"/>
                  </a:lnTo>
                  <a:lnTo>
                    <a:pt x="0" y="187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1"/>
            <p:cNvSpPr/>
            <p:nvPr/>
          </p:nvSpPr>
          <p:spPr>
            <a:xfrm>
              <a:off x="4664053" y="5310280"/>
              <a:ext cx="44318" cy="41107"/>
            </a:xfrm>
            <a:custGeom>
              <a:avLst/>
              <a:pathLst>
                <a:path w="44318" h="41107">
                  <a:moveTo>
                    <a:pt x="44318" y="22020"/>
                  </a:moveTo>
                  <a:lnTo>
                    <a:pt x="30702" y="41107"/>
                  </a:lnTo>
                  <a:lnTo>
                    <a:pt x="0" y="19672"/>
                  </a:lnTo>
                  <a:lnTo>
                    <a:pt x="141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2"/>
            <p:cNvSpPr/>
            <p:nvPr/>
          </p:nvSpPr>
          <p:spPr>
            <a:xfrm>
              <a:off x="4630943" y="5356562"/>
              <a:ext cx="68064" cy="58036"/>
            </a:xfrm>
            <a:custGeom>
              <a:avLst/>
              <a:pathLst>
                <a:path w="68064" h="58036">
                  <a:moveTo>
                    <a:pt x="13485" y="0"/>
                  </a:moveTo>
                  <a:lnTo>
                    <a:pt x="68064" y="38572"/>
                  </a:lnTo>
                  <a:lnTo>
                    <a:pt x="53856" y="58036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3"/>
            <p:cNvSpPr/>
            <p:nvPr/>
          </p:nvSpPr>
          <p:spPr>
            <a:xfrm>
              <a:off x="4614606" y="5379845"/>
              <a:ext cx="67184" cy="58282"/>
            </a:xfrm>
            <a:custGeom>
              <a:avLst/>
              <a:pathLst>
                <a:path w="67184" h="58282">
                  <a:moveTo>
                    <a:pt x="13447" y="0"/>
                  </a:moveTo>
                  <a:lnTo>
                    <a:pt x="67184" y="38695"/>
                  </a:lnTo>
                  <a:lnTo>
                    <a:pt x="52735" y="58282"/>
                  </a:lnTo>
                  <a:lnTo>
                    <a:pt x="0" y="19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4"/>
            <p:cNvSpPr/>
            <p:nvPr/>
          </p:nvSpPr>
          <p:spPr>
            <a:xfrm>
              <a:off x="4597990" y="5402279"/>
              <a:ext cx="67198" cy="59255"/>
            </a:xfrm>
            <a:custGeom>
              <a:avLst/>
              <a:pathLst>
                <a:path w="67198" h="59255">
                  <a:moveTo>
                    <a:pt x="13966" y="0"/>
                  </a:moveTo>
                  <a:lnTo>
                    <a:pt x="67198" y="39175"/>
                  </a:lnTo>
                  <a:lnTo>
                    <a:pt x="53578" y="59255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5"/>
            <p:cNvSpPr/>
            <p:nvPr/>
          </p:nvSpPr>
          <p:spPr>
            <a:xfrm>
              <a:off x="4586340" y="5425137"/>
              <a:ext cx="63080" cy="53554"/>
            </a:xfrm>
            <a:custGeom>
              <a:avLst/>
              <a:pathLst>
                <a:path w="63080" h="53554">
                  <a:moveTo>
                    <a:pt x="40575" y="40480"/>
                  </a:moveTo>
                  <a:lnTo>
                    <a:pt x="34016" y="36057"/>
                  </a:lnTo>
                  <a:lnTo>
                    <a:pt x="0" y="13119"/>
                  </a:lnTo>
                  <a:lnTo>
                    <a:pt x="4473" y="6784"/>
                  </a:lnTo>
                  <a:lnTo>
                    <a:pt x="9264" y="0"/>
                  </a:lnTo>
                  <a:lnTo>
                    <a:pt x="24716" y="11485"/>
                  </a:lnTo>
                  <a:lnTo>
                    <a:pt x="56065" y="34787"/>
                  </a:lnTo>
                  <a:lnTo>
                    <a:pt x="63080" y="40001"/>
                  </a:lnTo>
                  <a:lnTo>
                    <a:pt x="52594" y="53554"/>
                  </a:lnTo>
                  <a:lnTo>
                    <a:pt x="44468" y="4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6"/>
            <p:cNvSpPr/>
            <p:nvPr/>
          </p:nvSpPr>
          <p:spPr>
            <a:xfrm>
              <a:off x="4600425" y="5276679"/>
              <a:ext cx="49090" cy="55879"/>
            </a:xfrm>
            <a:custGeom>
              <a:avLst/>
              <a:pathLst>
                <a:path w="49090" h="55879">
                  <a:moveTo>
                    <a:pt x="28992" y="0"/>
                  </a:moveTo>
                  <a:lnTo>
                    <a:pt x="49090" y="13494"/>
                  </a:lnTo>
                  <a:lnTo>
                    <a:pt x="18493" y="55879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77"/>
            <p:cNvSpPr/>
            <p:nvPr/>
          </p:nvSpPr>
          <p:spPr>
            <a:xfrm>
              <a:off x="4623157" y="5292886"/>
              <a:ext cx="49688" cy="56229"/>
            </a:xfrm>
            <a:custGeom>
              <a:avLst/>
              <a:pathLst>
                <a:path w="49688" h="56229">
                  <a:moveTo>
                    <a:pt x="30746" y="0"/>
                  </a:moveTo>
                  <a:lnTo>
                    <a:pt x="49688" y="13954"/>
                  </a:lnTo>
                  <a:lnTo>
                    <a:pt x="19071" y="56229"/>
                  </a:lnTo>
                  <a:lnTo>
                    <a:pt x="0" y="43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78"/>
            <p:cNvSpPr/>
            <p:nvPr/>
          </p:nvSpPr>
          <p:spPr>
            <a:xfrm>
              <a:off x="4583751" y="5322548"/>
              <a:ext cx="55980" cy="49966"/>
            </a:xfrm>
            <a:custGeom>
              <a:avLst/>
              <a:pathLst>
                <a:path w="55980" h="49966">
                  <a:moveTo>
                    <a:pt x="13509" y="0"/>
                  </a:moveTo>
                  <a:lnTo>
                    <a:pt x="55980" y="30933"/>
                  </a:lnTo>
                  <a:lnTo>
                    <a:pt x="43127" y="49966"/>
                  </a:lnTo>
                  <a:lnTo>
                    <a:pt x="0" y="189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79"/>
            <p:cNvSpPr/>
            <p:nvPr/>
          </p:nvSpPr>
          <p:spPr>
            <a:xfrm>
              <a:off x="4568169" y="5345568"/>
              <a:ext cx="55429" cy="50139"/>
            </a:xfrm>
            <a:custGeom>
              <a:avLst/>
              <a:pathLst>
                <a:path w="55429" h="50139">
                  <a:moveTo>
                    <a:pt x="13485" y="0"/>
                  </a:moveTo>
                  <a:lnTo>
                    <a:pt x="55429" y="30704"/>
                  </a:lnTo>
                  <a:lnTo>
                    <a:pt x="42020" y="50139"/>
                  </a:lnTo>
                  <a:lnTo>
                    <a:pt x="0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0"/>
            <p:cNvSpPr/>
            <p:nvPr/>
          </p:nvSpPr>
          <p:spPr>
            <a:xfrm>
              <a:off x="4551756" y="5370406"/>
              <a:ext cx="55023" cy="48133"/>
            </a:xfrm>
            <a:custGeom>
              <a:avLst/>
              <a:pathLst>
                <a:path w="55023" h="48133">
                  <a:moveTo>
                    <a:pt x="12888" y="0"/>
                  </a:moveTo>
                  <a:lnTo>
                    <a:pt x="55023" y="30271"/>
                  </a:lnTo>
                  <a:lnTo>
                    <a:pt x="42020" y="48133"/>
                  </a:lnTo>
                  <a:lnTo>
                    <a:pt x="0" y="18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1"/>
            <p:cNvSpPr/>
            <p:nvPr/>
          </p:nvSpPr>
          <p:spPr>
            <a:xfrm>
              <a:off x="4538873" y="5391879"/>
              <a:ext cx="52339" cy="43169"/>
            </a:xfrm>
            <a:custGeom>
              <a:avLst/>
              <a:pathLst>
                <a:path w="52339" h="43169">
                  <a:moveTo>
                    <a:pt x="10887" y="0"/>
                  </a:moveTo>
                  <a:lnTo>
                    <a:pt x="52339" y="29293"/>
                  </a:lnTo>
                  <a:lnTo>
                    <a:pt x="43344" y="43169"/>
                  </a:lnTo>
                  <a:lnTo>
                    <a:pt x="0" y="155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2"/>
            <p:cNvSpPr/>
            <p:nvPr/>
          </p:nvSpPr>
          <p:spPr>
            <a:xfrm>
              <a:off x="4512742" y="5352512"/>
              <a:ext cx="46268" cy="49345"/>
            </a:xfrm>
            <a:custGeom>
              <a:avLst/>
              <a:pathLst>
                <a:path w="46268" h="49345">
                  <a:moveTo>
                    <a:pt x="29045" y="0"/>
                  </a:moveTo>
                  <a:lnTo>
                    <a:pt x="46268" y="13247"/>
                  </a:lnTo>
                  <a:lnTo>
                    <a:pt x="20227" y="48914"/>
                  </a:lnTo>
                  <a:lnTo>
                    <a:pt x="12100" y="49345"/>
                  </a:lnTo>
                  <a:lnTo>
                    <a:pt x="0" y="4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3"/>
            <p:cNvSpPr/>
            <p:nvPr/>
          </p:nvSpPr>
          <p:spPr>
            <a:xfrm>
              <a:off x="4488788" y="5335034"/>
              <a:ext cx="47496" cy="53897"/>
            </a:xfrm>
            <a:custGeom>
              <a:avLst/>
              <a:pathLst>
                <a:path w="47496" h="53897">
                  <a:moveTo>
                    <a:pt x="29044" y="0"/>
                  </a:moveTo>
                  <a:lnTo>
                    <a:pt x="47496" y="13613"/>
                  </a:lnTo>
                  <a:lnTo>
                    <a:pt x="19264" y="53897"/>
                  </a:lnTo>
                  <a:lnTo>
                    <a:pt x="0" y="4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4"/>
            <p:cNvSpPr/>
            <p:nvPr/>
          </p:nvSpPr>
          <p:spPr>
            <a:xfrm>
              <a:off x="4519528" y="5312012"/>
              <a:ext cx="56398" cy="50065"/>
            </a:xfrm>
            <a:custGeom>
              <a:avLst/>
              <a:pathLst>
                <a:path w="56398" h="50065">
                  <a:moveTo>
                    <a:pt x="13388" y="0"/>
                  </a:moveTo>
                  <a:lnTo>
                    <a:pt x="56398" y="29884"/>
                  </a:lnTo>
                  <a:lnTo>
                    <a:pt x="42477" y="50065"/>
                  </a:lnTo>
                  <a:lnTo>
                    <a:pt x="0" y="19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5"/>
            <p:cNvSpPr/>
            <p:nvPr/>
          </p:nvSpPr>
          <p:spPr>
            <a:xfrm>
              <a:off x="4536520" y="5289600"/>
              <a:ext cx="55523" cy="48323"/>
            </a:xfrm>
            <a:custGeom>
              <a:avLst/>
              <a:pathLst>
                <a:path w="55523" h="48323">
                  <a:moveTo>
                    <a:pt x="13075" y="0"/>
                  </a:moveTo>
                  <a:lnTo>
                    <a:pt x="55523" y="29551"/>
                  </a:lnTo>
                  <a:lnTo>
                    <a:pt x="42054" y="48323"/>
                  </a:lnTo>
                  <a:lnTo>
                    <a:pt x="0" y="18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6"/>
            <p:cNvSpPr/>
            <p:nvPr/>
          </p:nvSpPr>
          <p:spPr>
            <a:xfrm>
              <a:off x="4545233" y="5225874"/>
              <a:ext cx="56319" cy="49917"/>
            </a:xfrm>
            <a:custGeom>
              <a:avLst/>
              <a:pathLst>
                <a:path w="56319" h="49917">
                  <a:moveTo>
                    <a:pt x="13810" y="0"/>
                  </a:moveTo>
                  <a:lnTo>
                    <a:pt x="56319" y="29053"/>
                  </a:lnTo>
                  <a:lnTo>
                    <a:pt x="41610" y="49917"/>
                  </a:lnTo>
                  <a:lnTo>
                    <a:pt x="192" y="20154"/>
                  </a:lnTo>
                  <a:lnTo>
                    <a:pt x="0" y="17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87"/>
            <p:cNvSpPr/>
            <p:nvPr/>
          </p:nvSpPr>
          <p:spPr>
            <a:xfrm>
              <a:off x="4530014" y="5249504"/>
              <a:ext cx="53747" cy="49152"/>
            </a:xfrm>
            <a:custGeom>
              <a:avLst/>
              <a:pathLst>
                <a:path w="53747" h="49152">
                  <a:moveTo>
                    <a:pt x="12085" y="0"/>
                  </a:moveTo>
                  <a:lnTo>
                    <a:pt x="53747" y="29737"/>
                  </a:lnTo>
                  <a:lnTo>
                    <a:pt x="40454" y="49152"/>
                  </a:lnTo>
                  <a:lnTo>
                    <a:pt x="0" y="18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88"/>
            <p:cNvSpPr/>
            <p:nvPr/>
          </p:nvSpPr>
          <p:spPr>
            <a:xfrm>
              <a:off x="4575381" y="5258742"/>
              <a:ext cx="48160" cy="56766"/>
            </a:xfrm>
            <a:custGeom>
              <a:avLst/>
              <a:pathLst>
                <a:path w="48160" h="56766">
                  <a:moveTo>
                    <a:pt x="29377" y="0"/>
                  </a:moveTo>
                  <a:lnTo>
                    <a:pt x="48160" y="14290"/>
                  </a:lnTo>
                  <a:lnTo>
                    <a:pt x="19745" y="56766"/>
                  </a:lnTo>
                  <a:lnTo>
                    <a:pt x="0" y="425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89"/>
            <p:cNvSpPr/>
            <p:nvPr/>
          </p:nvSpPr>
          <p:spPr>
            <a:xfrm>
              <a:off x="4474809" y="5347916"/>
              <a:ext cx="22523" cy="26071"/>
            </a:xfrm>
            <a:custGeom>
              <a:avLst/>
              <a:pathLst>
                <a:path w="22523" h="26071">
                  <a:moveTo>
                    <a:pt x="0" y="18502"/>
                  </a:moveTo>
                  <a:lnTo>
                    <a:pt x="12456" y="0"/>
                  </a:lnTo>
                  <a:lnTo>
                    <a:pt x="13944" y="1004"/>
                  </a:lnTo>
                  <a:lnTo>
                    <a:pt x="22523" y="7387"/>
                  </a:lnTo>
                  <a:lnTo>
                    <a:pt x="10609" y="26071"/>
                  </a:lnTo>
                  <a:lnTo>
                    <a:pt x="1081" y="19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0"/>
            <p:cNvSpPr/>
            <p:nvPr/>
          </p:nvSpPr>
          <p:spPr>
            <a:xfrm>
              <a:off x="2346741" y="2880415"/>
              <a:ext cx="365970" cy="600438"/>
            </a:xfrm>
            <a:custGeom>
              <a:avLst/>
              <a:pathLst>
                <a:path w="365970" h="600438">
                  <a:moveTo>
                    <a:pt x="244798" y="27170"/>
                  </a:moveTo>
                  <a:lnTo>
                    <a:pt x="223887" y="143679"/>
                  </a:lnTo>
                  <a:lnTo>
                    <a:pt x="365970" y="172886"/>
                  </a:lnTo>
                  <a:lnTo>
                    <a:pt x="356333" y="221637"/>
                  </a:lnTo>
                  <a:lnTo>
                    <a:pt x="348655" y="268388"/>
                  </a:lnTo>
                  <a:lnTo>
                    <a:pt x="320965" y="405783"/>
                  </a:lnTo>
                  <a:lnTo>
                    <a:pt x="300139" y="530449"/>
                  </a:lnTo>
                  <a:lnTo>
                    <a:pt x="242498" y="563396"/>
                  </a:lnTo>
                  <a:lnTo>
                    <a:pt x="177693" y="600438"/>
                  </a:lnTo>
                  <a:lnTo>
                    <a:pt x="138342" y="591170"/>
                  </a:lnTo>
                  <a:lnTo>
                    <a:pt x="145351" y="558008"/>
                  </a:lnTo>
                  <a:lnTo>
                    <a:pt x="147890" y="558398"/>
                  </a:lnTo>
                  <a:lnTo>
                    <a:pt x="156319" y="519592"/>
                  </a:lnTo>
                  <a:lnTo>
                    <a:pt x="154964" y="515435"/>
                  </a:lnTo>
                  <a:lnTo>
                    <a:pt x="158125" y="499728"/>
                  </a:lnTo>
                  <a:lnTo>
                    <a:pt x="216121" y="509721"/>
                  </a:lnTo>
                  <a:lnTo>
                    <a:pt x="230516" y="512201"/>
                  </a:lnTo>
                  <a:lnTo>
                    <a:pt x="231570" y="506657"/>
                  </a:lnTo>
                  <a:lnTo>
                    <a:pt x="157299" y="494295"/>
                  </a:lnTo>
                  <a:lnTo>
                    <a:pt x="161722" y="469053"/>
                  </a:lnTo>
                  <a:lnTo>
                    <a:pt x="164882" y="466897"/>
                  </a:lnTo>
                  <a:lnTo>
                    <a:pt x="222976" y="478138"/>
                  </a:lnTo>
                  <a:lnTo>
                    <a:pt x="223729" y="474751"/>
                  </a:lnTo>
                  <a:lnTo>
                    <a:pt x="158862" y="463047"/>
                  </a:lnTo>
                  <a:lnTo>
                    <a:pt x="155862" y="478607"/>
                  </a:lnTo>
                  <a:lnTo>
                    <a:pt x="131689" y="589396"/>
                  </a:lnTo>
                  <a:lnTo>
                    <a:pt x="127051" y="588495"/>
                  </a:lnTo>
                  <a:lnTo>
                    <a:pt x="0" y="563795"/>
                  </a:lnTo>
                  <a:lnTo>
                    <a:pt x="12228" y="511824"/>
                  </a:lnTo>
                  <a:lnTo>
                    <a:pt x="23892" y="437331"/>
                  </a:lnTo>
                  <a:lnTo>
                    <a:pt x="39506" y="345515"/>
                  </a:lnTo>
                  <a:lnTo>
                    <a:pt x="50982" y="287961"/>
                  </a:lnTo>
                  <a:lnTo>
                    <a:pt x="84469" y="113182"/>
                  </a:lnTo>
                  <a:lnTo>
                    <a:pt x="105505" y="3131"/>
                  </a:lnTo>
                  <a:lnTo>
                    <a:pt x="1061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1"/>
            <p:cNvSpPr/>
            <p:nvPr/>
          </p:nvSpPr>
          <p:spPr>
            <a:xfrm>
              <a:off x="5366258" y="5107084"/>
              <a:ext cx="120137" cy="125132"/>
            </a:xfrm>
            <a:custGeom>
              <a:avLst/>
              <a:pathLst>
                <a:path w="120137" h="125132">
                  <a:moveTo>
                    <a:pt x="0" y="72065"/>
                  </a:moveTo>
                  <a:lnTo>
                    <a:pt x="63055" y="17162"/>
                  </a:lnTo>
                  <a:lnTo>
                    <a:pt x="86247" y="0"/>
                  </a:lnTo>
                  <a:lnTo>
                    <a:pt x="120137" y="58904"/>
                  </a:lnTo>
                  <a:lnTo>
                    <a:pt x="45872" y="125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2"/>
            <p:cNvSpPr/>
            <p:nvPr/>
          </p:nvSpPr>
          <p:spPr>
            <a:xfrm>
              <a:off x="4526196" y="4480453"/>
              <a:ext cx="54250" cy="44617"/>
            </a:xfrm>
            <a:custGeom>
              <a:avLst/>
              <a:pathLst>
                <a:path w="54250" h="44617">
                  <a:moveTo>
                    <a:pt x="0" y="26138"/>
                  </a:moveTo>
                  <a:lnTo>
                    <a:pt x="43805" y="0"/>
                  </a:lnTo>
                  <a:lnTo>
                    <a:pt x="54250" y="18632"/>
                  </a:lnTo>
                  <a:lnTo>
                    <a:pt x="10204" y="44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3"/>
            <p:cNvSpPr/>
            <p:nvPr/>
          </p:nvSpPr>
          <p:spPr>
            <a:xfrm>
              <a:off x="4343024" y="4068974"/>
              <a:ext cx="45963" cy="56545"/>
            </a:xfrm>
            <a:custGeom>
              <a:avLst/>
              <a:pathLst>
                <a:path w="45963" h="56545">
                  <a:moveTo>
                    <a:pt x="0" y="11872"/>
                  </a:moveTo>
                  <a:lnTo>
                    <a:pt x="19821" y="0"/>
                  </a:lnTo>
                  <a:lnTo>
                    <a:pt x="45963" y="45226"/>
                  </a:lnTo>
                  <a:lnTo>
                    <a:pt x="26548" y="56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4"/>
            <p:cNvSpPr/>
            <p:nvPr/>
          </p:nvSpPr>
          <p:spPr>
            <a:xfrm>
              <a:off x="3863857" y="4624933"/>
              <a:ext cx="56224" cy="46167"/>
            </a:xfrm>
            <a:custGeom>
              <a:avLst/>
              <a:pathLst>
                <a:path w="56224" h="46167">
                  <a:moveTo>
                    <a:pt x="43334" y="502"/>
                  </a:moveTo>
                  <a:lnTo>
                    <a:pt x="44154" y="0"/>
                  </a:lnTo>
                  <a:lnTo>
                    <a:pt x="56224" y="19654"/>
                  </a:lnTo>
                  <a:lnTo>
                    <a:pt x="12145" y="46167"/>
                  </a:lnTo>
                  <a:lnTo>
                    <a:pt x="0" y="2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5"/>
            <p:cNvSpPr/>
            <p:nvPr/>
          </p:nvSpPr>
          <p:spPr>
            <a:xfrm>
              <a:off x="3034057" y="4264768"/>
              <a:ext cx="188411" cy="238915"/>
            </a:xfrm>
            <a:custGeom>
              <a:avLst/>
              <a:pathLst>
                <a:path w="188411" h="238915">
                  <a:moveTo>
                    <a:pt x="44858" y="204894"/>
                  </a:moveTo>
                  <a:lnTo>
                    <a:pt x="11272" y="189396"/>
                  </a:lnTo>
                  <a:lnTo>
                    <a:pt x="11145" y="189249"/>
                  </a:lnTo>
                  <a:lnTo>
                    <a:pt x="20442" y="174913"/>
                  </a:lnTo>
                  <a:lnTo>
                    <a:pt x="52962" y="110544"/>
                  </a:lnTo>
                  <a:lnTo>
                    <a:pt x="53527" y="109004"/>
                  </a:lnTo>
                  <a:lnTo>
                    <a:pt x="0" y="84584"/>
                  </a:lnTo>
                  <a:lnTo>
                    <a:pt x="3207" y="71184"/>
                  </a:lnTo>
                  <a:lnTo>
                    <a:pt x="26318" y="81735"/>
                  </a:lnTo>
                  <a:lnTo>
                    <a:pt x="51608" y="92859"/>
                  </a:lnTo>
                  <a:lnTo>
                    <a:pt x="53431" y="87297"/>
                  </a:lnTo>
                  <a:lnTo>
                    <a:pt x="26778" y="75914"/>
                  </a:lnTo>
                  <a:lnTo>
                    <a:pt x="1280" y="65025"/>
                  </a:lnTo>
                  <a:lnTo>
                    <a:pt x="8023" y="49256"/>
                  </a:lnTo>
                  <a:lnTo>
                    <a:pt x="28177" y="58222"/>
                  </a:lnTo>
                  <a:lnTo>
                    <a:pt x="49057" y="67511"/>
                  </a:lnTo>
                  <a:lnTo>
                    <a:pt x="50973" y="63294"/>
                  </a:lnTo>
                  <a:lnTo>
                    <a:pt x="43676" y="60748"/>
                  </a:lnTo>
                  <a:lnTo>
                    <a:pt x="9810" y="45354"/>
                  </a:lnTo>
                  <a:lnTo>
                    <a:pt x="23251" y="20987"/>
                  </a:lnTo>
                  <a:lnTo>
                    <a:pt x="34827" y="0"/>
                  </a:lnTo>
                  <a:lnTo>
                    <a:pt x="72796" y="24148"/>
                  </a:lnTo>
                  <a:lnTo>
                    <a:pt x="86035" y="32568"/>
                  </a:lnTo>
                  <a:lnTo>
                    <a:pt x="87587" y="33924"/>
                  </a:lnTo>
                  <a:lnTo>
                    <a:pt x="95128" y="38725"/>
                  </a:lnTo>
                  <a:lnTo>
                    <a:pt x="135826" y="66026"/>
                  </a:lnTo>
                  <a:lnTo>
                    <a:pt x="137436" y="67051"/>
                  </a:lnTo>
                  <a:lnTo>
                    <a:pt x="152438" y="76089"/>
                  </a:lnTo>
                  <a:lnTo>
                    <a:pt x="160757" y="82142"/>
                  </a:lnTo>
                  <a:lnTo>
                    <a:pt x="188411" y="114095"/>
                  </a:lnTo>
                  <a:lnTo>
                    <a:pt x="116867" y="237870"/>
                  </a:lnTo>
                  <a:lnTo>
                    <a:pt x="111391" y="238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6"/>
            <p:cNvSpPr/>
            <p:nvPr/>
          </p:nvSpPr>
          <p:spPr>
            <a:xfrm>
              <a:off x="3179851" y="4380089"/>
              <a:ext cx="256490" cy="297756"/>
            </a:xfrm>
            <a:custGeom>
              <a:avLst/>
              <a:pathLst>
                <a:path w="256490" h="297756">
                  <a:moveTo>
                    <a:pt x="0" y="88377"/>
                  </a:moveTo>
                  <a:lnTo>
                    <a:pt x="38919" y="20075"/>
                  </a:lnTo>
                  <a:lnTo>
                    <a:pt x="47659" y="5927"/>
                  </a:lnTo>
                  <a:lnTo>
                    <a:pt x="53043" y="0"/>
                  </a:lnTo>
                  <a:lnTo>
                    <a:pt x="102852" y="93461"/>
                  </a:lnTo>
                  <a:lnTo>
                    <a:pt x="151437" y="173415"/>
                  </a:lnTo>
                  <a:lnTo>
                    <a:pt x="184807" y="227659"/>
                  </a:lnTo>
                  <a:lnTo>
                    <a:pt x="208489" y="214523"/>
                  </a:lnTo>
                  <a:lnTo>
                    <a:pt x="256490" y="294523"/>
                  </a:lnTo>
                  <a:lnTo>
                    <a:pt x="255509" y="295123"/>
                  </a:lnTo>
                  <a:lnTo>
                    <a:pt x="253817" y="296159"/>
                  </a:lnTo>
                  <a:lnTo>
                    <a:pt x="252947" y="296653"/>
                  </a:lnTo>
                  <a:lnTo>
                    <a:pt x="251006" y="297756"/>
                  </a:lnTo>
                  <a:lnTo>
                    <a:pt x="237738" y="290003"/>
                  </a:lnTo>
                  <a:lnTo>
                    <a:pt x="130264" y="227207"/>
                  </a:lnTo>
                  <a:lnTo>
                    <a:pt x="96638" y="245789"/>
                  </a:lnTo>
                  <a:lnTo>
                    <a:pt x="96025" y="246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697"/>
            <p:cNvSpPr/>
            <p:nvPr/>
          </p:nvSpPr>
          <p:spPr>
            <a:xfrm>
              <a:off x="4381966" y="4634537"/>
              <a:ext cx="157754" cy="191429"/>
            </a:xfrm>
            <a:custGeom>
              <a:avLst/>
              <a:pathLst>
                <a:path w="157754" h="191429">
                  <a:moveTo>
                    <a:pt x="0" y="120078"/>
                  </a:moveTo>
                  <a:lnTo>
                    <a:pt x="40820" y="57428"/>
                  </a:lnTo>
                  <a:lnTo>
                    <a:pt x="71435" y="16097"/>
                  </a:lnTo>
                  <a:lnTo>
                    <a:pt x="99499" y="0"/>
                  </a:lnTo>
                  <a:lnTo>
                    <a:pt x="157754" y="104851"/>
                  </a:lnTo>
                  <a:lnTo>
                    <a:pt x="96098" y="191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698"/>
            <p:cNvSpPr/>
            <p:nvPr/>
          </p:nvSpPr>
          <p:spPr>
            <a:xfrm>
              <a:off x="4822677" y="5104594"/>
              <a:ext cx="13668" cy="15141"/>
            </a:xfrm>
            <a:custGeom>
              <a:avLst/>
              <a:pathLst>
                <a:path w="13668" h="15141">
                  <a:moveTo>
                    <a:pt x="13668" y="4896"/>
                  </a:moveTo>
                  <a:lnTo>
                    <a:pt x="7524" y="15141"/>
                  </a:lnTo>
                  <a:lnTo>
                    <a:pt x="0" y="9751"/>
                  </a:lnTo>
                  <a:lnTo>
                    <a:pt x="7676" y="0"/>
                  </a:lnTo>
                  <a:lnTo>
                    <a:pt x="7998" y="262"/>
                  </a:lnTo>
                  <a:lnTo>
                    <a:pt x="9077" y="1145"/>
                  </a:lnTo>
                  <a:lnTo>
                    <a:pt x="11701" y="3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699"/>
            <p:cNvSpPr/>
            <p:nvPr/>
          </p:nvSpPr>
          <p:spPr>
            <a:xfrm>
              <a:off x="4824973" y="5094090"/>
              <a:ext cx="5637" cy="7591"/>
            </a:xfrm>
            <a:custGeom>
              <a:avLst/>
              <a:pathLst>
                <a:path w="5637" h="7591">
                  <a:moveTo>
                    <a:pt x="0" y="4570"/>
                  </a:moveTo>
                  <a:lnTo>
                    <a:pt x="1343" y="2406"/>
                  </a:lnTo>
                  <a:lnTo>
                    <a:pt x="2527" y="499"/>
                  </a:lnTo>
                  <a:lnTo>
                    <a:pt x="2837" y="0"/>
                  </a:lnTo>
                  <a:lnTo>
                    <a:pt x="5637" y="4020"/>
                  </a:lnTo>
                  <a:lnTo>
                    <a:pt x="3929" y="7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0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1"/>
            <p:cNvSpPr/>
            <p:nvPr/>
          </p:nvSpPr>
          <p:spPr>
            <a:xfrm>
              <a:off x="3414312" y="2854958"/>
              <a:ext cx="640628" cy="482194"/>
            </a:xfrm>
            <a:custGeom>
              <a:avLst/>
              <a:pathLst>
                <a:path w="640628" h="482194">
                  <a:moveTo>
                    <a:pt x="640628" y="155163"/>
                  </a:moveTo>
                  <a:lnTo>
                    <a:pt x="561081" y="201348"/>
                  </a:lnTo>
                  <a:lnTo>
                    <a:pt x="551979" y="206632"/>
                  </a:lnTo>
                  <a:lnTo>
                    <a:pt x="532564" y="217812"/>
                  </a:lnTo>
                  <a:lnTo>
                    <a:pt x="513195" y="230100"/>
                  </a:lnTo>
                  <a:lnTo>
                    <a:pt x="486375" y="245345"/>
                  </a:lnTo>
                  <a:lnTo>
                    <a:pt x="434408" y="275467"/>
                  </a:lnTo>
                  <a:lnTo>
                    <a:pt x="408987" y="290202"/>
                  </a:lnTo>
                  <a:lnTo>
                    <a:pt x="383536" y="305240"/>
                  </a:lnTo>
                  <a:lnTo>
                    <a:pt x="331641" y="335903"/>
                  </a:lnTo>
                  <a:lnTo>
                    <a:pt x="280689" y="367316"/>
                  </a:lnTo>
                  <a:lnTo>
                    <a:pt x="255611" y="382778"/>
                  </a:lnTo>
                  <a:lnTo>
                    <a:pt x="230095" y="397828"/>
                  </a:lnTo>
                  <a:lnTo>
                    <a:pt x="206264" y="411885"/>
                  </a:lnTo>
                  <a:lnTo>
                    <a:pt x="180841" y="426881"/>
                  </a:lnTo>
                  <a:lnTo>
                    <a:pt x="155075" y="441910"/>
                  </a:lnTo>
                  <a:lnTo>
                    <a:pt x="89817" y="482194"/>
                  </a:lnTo>
                  <a:lnTo>
                    <a:pt x="74464" y="455233"/>
                  </a:lnTo>
                  <a:lnTo>
                    <a:pt x="45568" y="404570"/>
                  </a:lnTo>
                  <a:lnTo>
                    <a:pt x="44428" y="402642"/>
                  </a:lnTo>
                  <a:lnTo>
                    <a:pt x="16493" y="355404"/>
                  </a:lnTo>
                  <a:lnTo>
                    <a:pt x="0" y="327401"/>
                  </a:lnTo>
                  <a:lnTo>
                    <a:pt x="1844" y="326285"/>
                  </a:lnTo>
                  <a:lnTo>
                    <a:pt x="18720" y="316078"/>
                  </a:lnTo>
                  <a:lnTo>
                    <a:pt x="64749" y="288239"/>
                  </a:lnTo>
                  <a:lnTo>
                    <a:pt x="90034" y="273533"/>
                  </a:lnTo>
                  <a:lnTo>
                    <a:pt x="115469" y="259452"/>
                  </a:lnTo>
                  <a:lnTo>
                    <a:pt x="140301" y="243674"/>
                  </a:lnTo>
                  <a:lnTo>
                    <a:pt x="165405" y="228314"/>
                  </a:lnTo>
                  <a:lnTo>
                    <a:pt x="190238" y="214177"/>
                  </a:lnTo>
                  <a:lnTo>
                    <a:pt x="241701" y="181942"/>
                  </a:lnTo>
                  <a:lnTo>
                    <a:pt x="293112" y="151944"/>
                  </a:lnTo>
                  <a:lnTo>
                    <a:pt x="318156" y="137100"/>
                  </a:lnTo>
                  <a:lnTo>
                    <a:pt x="320613" y="135693"/>
                  </a:lnTo>
                  <a:lnTo>
                    <a:pt x="343862" y="122378"/>
                  </a:lnTo>
                  <a:lnTo>
                    <a:pt x="395755" y="92099"/>
                  </a:lnTo>
                  <a:lnTo>
                    <a:pt x="448318" y="60993"/>
                  </a:lnTo>
                  <a:lnTo>
                    <a:pt x="472699" y="45825"/>
                  </a:lnTo>
                  <a:lnTo>
                    <a:pt x="498403" y="30679"/>
                  </a:lnTo>
                  <a:lnTo>
                    <a:pt x="550466" y="0"/>
                  </a:lnTo>
                  <a:lnTo>
                    <a:pt x="566013" y="26819"/>
                  </a:lnTo>
                  <a:lnTo>
                    <a:pt x="580714" y="51882"/>
                  </a:lnTo>
                  <a:lnTo>
                    <a:pt x="581005" y="52377"/>
                  </a:lnTo>
                  <a:lnTo>
                    <a:pt x="584941" y="59088"/>
                  </a:lnTo>
                  <a:lnTo>
                    <a:pt x="595542" y="77160"/>
                  </a:lnTo>
                  <a:lnTo>
                    <a:pt x="610381" y="10245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2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3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4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5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6"/>
            <p:cNvSpPr/>
            <p:nvPr/>
          </p:nvSpPr>
          <p:spPr>
            <a:xfrm>
              <a:off x="1797024" y="2516393"/>
              <a:ext cx="1513340" cy="1572936"/>
            </a:xfrm>
            <a:custGeom>
              <a:avLst/>
              <a:pathLst>
                <a:path w="1513340" h="1572936">
                  <a:moveTo>
                    <a:pt x="1252635" y="40678"/>
                  </a:moveTo>
                  <a:lnTo>
                    <a:pt x="1282231" y="91251"/>
                  </a:lnTo>
                  <a:lnTo>
                    <a:pt x="1312114" y="142312"/>
                  </a:lnTo>
                  <a:lnTo>
                    <a:pt x="1327912" y="168907"/>
                  </a:lnTo>
                  <a:lnTo>
                    <a:pt x="1327992" y="169042"/>
                  </a:lnTo>
                  <a:lnTo>
                    <a:pt x="1344020" y="196023"/>
                  </a:lnTo>
                  <a:lnTo>
                    <a:pt x="1374120" y="246039"/>
                  </a:lnTo>
                  <a:lnTo>
                    <a:pt x="1402415" y="295563"/>
                  </a:lnTo>
                  <a:lnTo>
                    <a:pt x="1419030" y="323897"/>
                  </a:lnTo>
                  <a:lnTo>
                    <a:pt x="1435887" y="350506"/>
                  </a:lnTo>
                  <a:lnTo>
                    <a:pt x="1464903" y="400892"/>
                  </a:lnTo>
                  <a:lnTo>
                    <a:pt x="1495124" y="451277"/>
                  </a:lnTo>
                  <a:lnTo>
                    <a:pt x="1510415" y="482568"/>
                  </a:lnTo>
                  <a:lnTo>
                    <a:pt x="1513340" y="487945"/>
                  </a:lnTo>
                  <a:lnTo>
                    <a:pt x="1512368" y="488682"/>
                  </a:lnTo>
                  <a:lnTo>
                    <a:pt x="1511755" y="489339"/>
                  </a:lnTo>
                  <a:lnTo>
                    <a:pt x="1509775" y="491463"/>
                  </a:lnTo>
                  <a:lnTo>
                    <a:pt x="1506809" y="496140"/>
                  </a:lnTo>
                  <a:lnTo>
                    <a:pt x="1505080" y="500311"/>
                  </a:lnTo>
                  <a:lnTo>
                    <a:pt x="1503844" y="504987"/>
                  </a:lnTo>
                  <a:lnTo>
                    <a:pt x="1503683" y="508297"/>
                  </a:lnTo>
                  <a:lnTo>
                    <a:pt x="1503597" y="510043"/>
                  </a:lnTo>
                  <a:lnTo>
                    <a:pt x="1455659" y="539073"/>
                  </a:lnTo>
                  <a:lnTo>
                    <a:pt x="1454344" y="539869"/>
                  </a:lnTo>
                  <a:lnTo>
                    <a:pt x="1449118" y="543034"/>
                  </a:lnTo>
                  <a:lnTo>
                    <a:pt x="1432726" y="552474"/>
                  </a:lnTo>
                  <a:lnTo>
                    <a:pt x="1429917" y="554092"/>
                  </a:lnTo>
                  <a:lnTo>
                    <a:pt x="1428570" y="554868"/>
                  </a:lnTo>
                  <a:lnTo>
                    <a:pt x="1411439" y="564395"/>
                  </a:lnTo>
                  <a:lnTo>
                    <a:pt x="1403970" y="568612"/>
                  </a:lnTo>
                  <a:lnTo>
                    <a:pt x="1374502" y="585251"/>
                  </a:lnTo>
                  <a:lnTo>
                    <a:pt x="1352301" y="597885"/>
                  </a:lnTo>
                  <a:lnTo>
                    <a:pt x="1307422" y="623424"/>
                  </a:lnTo>
                  <a:lnTo>
                    <a:pt x="1303039" y="625894"/>
                  </a:lnTo>
                  <a:lnTo>
                    <a:pt x="1302713" y="626078"/>
                  </a:lnTo>
                  <a:lnTo>
                    <a:pt x="1302320" y="626299"/>
                  </a:lnTo>
                  <a:lnTo>
                    <a:pt x="1276669" y="640754"/>
                  </a:lnTo>
                  <a:lnTo>
                    <a:pt x="1276470" y="640872"/>
                  </a:lnTo>
                  <a:lnTo>
                    <a:pt x="1264737" y="647808"/>
                  </a:lnTo>
                  <a:lnTo>
                    <a:pt x="1247176" y="658189"/>
                  </a:lnTo>
                  <a:lnTo>
                    <a:pt x="1223664" y="672087"/>
                  </a:lnTo>
                  <a:lnTo>
                    <a:pt x="1220638" y="674331"/>
                  </a:lnTo>
                  <a:lnTo>
                    <a:pt x="1171656" y="710642"/>
                  </a:lnTo>
                  <a:lnTo>
                    <a:pt x="1147740" y="728370"/>
                  </a:lnTo>
                  <a:lnTo>
                    <a:pt x="1147598" y="728476"/>
                  </a:lnTo>
                  <a:lnTo>
                    <a:pt x="1110484" y="751661"/>
                  </a:lnTo>
                  <a:lnTo>
                    <a:pt x="949994" y="846653"/>
                  </a:lnTo>
                  <a:lnTo>
                    <a:pt x="872624" y="892448"/>
                  </a:lnTo>
                  <a:lnTo>
                    <a:pt x="853204" y="903942"/>
                  </a:lnTo>
                  <a:lnTo>
                    <a:pt x="849607" y="905780"/>
                  </a:lnTo>
                  <a:lnTo>
                    <a:pt x="846353" y="907442"/>
                  </a:lnTo>
                  <a:lnTo>
                    <a:pt x="835541" y="912966"/>
                  </a:lnTo>
                  <a:lnTo>
                    <a:pt x="746767" y="958320"/>
                  </a:lnTo>
                  <a:lnTo>
                    <a:pt x="737156" y="969094"/>
                  </a:lnTo>
                  <a:lnTo>
                    <a:pt x="736706" y="969598"/>
                  </a:lnTo>
                  <a:lnTo>
                    <a:pt x="732934" y="973446"/>
                  </a:lnTo>
                  <a:lnTo>
                    <a:pt x="621392" y="1087238"/>
                  </a:lnTo>
                  <a:lnTo>
                    <a:pt x="616590" y="1093187"/>
                  </a:lnTo>
                  <a:lnTo>
                    <a:pt x="611479" y="1099519"/>
                  </a:lnTo>
                  <a:lnTo>
                    <a:pt x="580657" y="1161997"/>
                  </a:lnTo>
                  <a:lnTo>
                    <a:pt x="560620" y="1179665"/>
                  </a:lnTo>
                  <a:lnTo>
                    <a:pt x="544488" y="1194593"/>
                  </a:lnTo>
                  <a:lnTo>
                    <a:pt x="542862" y="1196099"/>
                  </a:lnTo>
                  <a:lnTo>
                    <a:pt x="525051" y="1212581"/>
                  </a:lnTo>
                  <a:lnTo>
                    <a:pt x="523561" y="1213960"/>
                  </a:lnTo>
                  <a:lnTo>
                    <a:pt x="435438" y="1295508"/>
                  </a:lnTo>
                  <a:lnTo>
                    <a:pt x="433125" y="1297795"/>
                  </a:lnTo>
                  <a:lnTo>
                    <a:pt x="388316" y="1342086"/>
                  </a:lnTo>
                  <a:lnTo>
                    <a:pt x="387213" y="1343176"/>
                  </a:lnTo>
                  <a:lnTo>
                    <a:pt x="342802" y="1387074"/>
                  </a:lnTo>
                  <a:lnTo>
                    <a:pt x="340830" y="1389024"/>
                  </a:lnTo>
                  <a:lnTo>
                    <a:pt x="298670" y="1430696"/>
                  </a:lnTo>
                  <a:lnTo>
                    <a:pt x="298447" y="1430916"/>
                  </a:lnTo>
                  <a:lnTo>
                    <a:pt x="298079" y="1431281"/>
                  </a:lnTo>
                  <a:lnTo>
                    <a:pt x="246005" y="1482752"/>
                  </a:lnTo>
                  <a:lnTo>
                    <a:pt x="154925" y="1572780"/>
                  </a:lnTo>
                  <a:lnTo>
                    <a:pt x="154767" y="1572936"/>
                  </a:lnTo>
                  <a:lnTo>
                    <a:pt x="154512" y="1572682"/>
                  </a:lnTo>
                  <a:lnTo>
                    <a:pt x="55535" y="1474021"/>
                  </a:lnTo>
                  <a:lnTo>
                    <a:pt x="20769" y="1410885"/>
                  </a:lnTo>
                  <a:lnTo>
                    <a:pt x="9331" y="1376237"/>
                  </a:lnTo>
                  <a:lnTo>
                    <a:pt x="3311" y="1346979"/>
                  </a:lnTo>
                  <a:lnTo>
                    <a:pt x="0" y="1304632"/>
                  </a:lnTo>
                  <a:lnTo>
                    <a:pt x="1354" y="1274604"/>
                  </a:lnTo>
                  <a:lnTo>
                    <a:pt x="7374" y="1234874"/>
                  </a:lnTo>
                  <a:lnTo>
                    <a:pt x="35066" y="1081808"/>
                  </a:lnTo>
                  <a:lnTo>
                    <a:pt x="40936" y="1053782"/>
                  </a:lnTo>
                  <a:lnTo>
                    <a:pt x="66326" y="911573"/>
                  </a:lnTo>
                  <a:lnTo>
                    <a:pt x="238484" y="942333"/>
                  </a:lnTo>
                  <a:lnTo>
                    <a:pt x="275619" y="948361"/>
                  </a:lnTo>
                  <a:lnTo>
                    <a:pt x="265775" y="1009427"/>
                  </a:lnTo>
                  <a:lnTo>
                    <a:pt x="308062" y="1020722"/>
                  </a:lnTo>
                  <a:lnTo>
                    <a:pt x="375487" y="1042035"/>
                  </a:lnTo>
                  <a:lnTo>
                    <a:pt x="505846" y="1073381"/>
                  </a:lnTo>
                  <a:lnTo>
                    <a:pt x="507826" y="1069345"/>
                  </a:lnTo>
                  <a:lnTo>
                    <a:pt x="541830" y="930846"/>
                  </a:lnTo>
                  <a:lnTo>
                    <a:pt x="582783" y="698169"/>
                  </a:lnTo>
                  <a:lnTo>
                    <a:pt x="608270" y="564820"/>
                  </a:lnTo>
                  <a:lnTo>
                    <a:pt x="615379" y="525358"/>
                  </a:lnTo>
                  <a:lnTo>
                    <a:pt x="620370" y="497650"/>
                  </a:lnTo>
                  <a:lnTo>
                    <a:pt x="624103" y="475968"/>
                  </a:lnTo>
                  <a:lnTo>
                    <a:pt x="628362" y="454991"/>
                  </a:lnTo>
                  <a:lnTo>
                    <a:pt x="646738" y="356379"/>
                  </a:lnTo>
                  <a:lnTo>
                    <a:pt x="671234" y="237808"/>
                  </a:lnTo>
                  <a:lnTo>
                    <a:pt x="673943" y="225797"/>
                  </a:lnTo>
                  <a:lnTo>
                    <a:pt x="682220" y="179523"/>
                  </a:lnTo>
                  <a:lnTo>
                    <a:pt x="687518" y="156265"/>
                  </a:lnTo>
                  <a:lnTo>
                    <a:pt x="694260" y="117768"/>
                  </a:lnTo>
                  <a:lnTo>
                    <a:pt x="715066" y="3309"/>
                  </a:lnTo>
                  <a:lnTo>
                    <a:pt x="715434" y="3374"/>
                  </a:lnTo>
                  <a:lnTo>
                    <a:pt x="865345" y="29653"/>
                  </a:lnTo>
                  <a:lnTo>
                    <a:pt x="882274" y="32563"/>
                  </a:lnTo>
                  <a:lnTo>
                    <a:pt x="898634" y="35376"/>
                  </a:lnTo>
                  <a:lnTo>
                    <a:pt x="912199" y="38126"/>
                  </a:lnTo>
                  <a:lnTo>
                    <a:pt x="919713" y="39649"/>
                  </a:lnTo>
                  <a:lnTo>
                    <a:pt x="927582" y="40985"/>
                  </a:lnTo>
                  <a:lnTo>
                    <a:pt x="933377" y="41969"/>
                  </a:lnTo>
                  <a:lnTo>
                    <a:pt x="980952" y="50048"/>
                  </a:lnTo>
                  <a:lnTo>
                    <a:pt x="1002411" y="54248"/>
                  </a:lnTo>
                  <a:lnTo>
                    <a:pt x="1013416" y="56193"/>
                  </a:lnTo>
                  <a:lnTo>
                    <a:pt x="1049125" y="62502"/>
                  </a:lnTo>
                  <a:lnTo>
                    <a:pt x="1090986" y="76621"/>
                  </a:lnTo>
                  <a:lnTo>
                    <a:pt x="1145466" y="46412"/>
                  </a:lnTo>
                  <a:lnTo>
                    <a:pt x="1216757" y="4839"/>
                  </a:lnTo>
                  <a:lnTo>
                    <a:pt x="1225333" y="0"/>
                  </a:lnTo>
                  <a:lnTo>
                    <a:pt x="1229061" y="555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07"/>
            <p:cNvSpPr/>
            <p:nvPr/>
          </p:nvSpPr>
          <p:spPr>
            <a:xfrm>
              <a:off x="2151718" y="2452746"/>
              <a:ext cx="360371" cy="420026"/>
            </a:xfrm>
            <a:custGeom>
              <a:avLst/>
              <a:pathLst>
                <a:path w="360371" h="420026">
                  <a:moveTo>
                    <a:pt x="316539" y="301455"/>
                  </a:moveTo>
                  <a:lnTo>
                    <a:pt x="292044" y="420026"/>
                  </a:lnTo>
                  <a:lnTo>
                    <a:pt x="241636" y="410737"/>
                  </a:lnTo>
                  <a:lnTo>
                    <a:pt x="220716" y="406810"/>
                  </a:lnTo>
                  <a:lnTo>
                    <a:pt x="199086" y="402583"/>
                  </a:lnTo>
                  <a:lnTo>
                    <a:pt x="178049" y="398849"/>
                  </a:lnTo>
                  <a:lnTo>
                    <a:pt x="156375" y="394699"/>
                  </a:lnTo>
                  <a:lnTo>
                    <a:pt x="137638" y="391111"/>
                  </a:lnTo>
                  <a:lnTo>
                    <a:pt x="108693" y="385822"/>
                  </a:lnTo>
                  <a:lnTo>
                    <a:pt x="78428" y="380177"/>
                  </a:lnTo>
                  <a:lnTo>
                    <a:pt x="0" y="365547"/>
                  </a:lnTo>
                  <a:lnTo>
                    <a:pt x="22289" y="244090"/>
                  </a:lnTo>
                  <a:lnTo>
                    <a:pt x="32004" y="193612"/>
                  </a:lnTo>
                  <a:lnTo>
                    <a:pt x="33736" y="184617"/>
                  </a:lnTo>
                  <a:lnTo>
                    <a:pt x="41373" y="139562"/>
                  </a:lnTo>
                  <a:lnTo>
                    <a:pt x="43696" y="126602"/>
                  </a:lnTo>
                  <a:lnTo>
                    <a:pt x="65366" y="1759"/>
                  </a:lnTo>
                  <a:lnTo>
                    <a:pt x="65672" y="0"/>
                  </a:lnTo>
                  <a:lnTo>
                    <a:pt x="114377" y="12675"/>
                  </a:lnTo>
                  <a:lnTo>
                    <a:pt x="124529" y="15317"/>
                  </a:lnTo>
                  <a:lnTo>
                    <a:pt x="212359" y="36005"/>
                  </a:lnTo>
                  <a:lnTo>
                    <a:pt x="247767" y="43409"/>
                  </a:lnTo>
                  <a:lnTo>
                    <a:pt x="270115" y="48082"/>
                  </a:lnTo>
                  <a:lnTo>
                    <a:pt x="283154" y="50809"/>
                  </a:lnTo>
                  <a:lnTo>
                    <a:pt x="283470" y="50875"/>
                  </a:lnTo>
                  <a:lnTo>
                    <a:pt x="320953" y="58713"/>
                  </a:lnTo>
                  <a:lnTo>
                    <a:pt x="360371" y="66956"/>
                  </a:lnTo>
                  <a:lnTo>
                    <a:pt x="339566" y="181414"/>
                  </a:lnTo>
                  <a:lnTo>
                    <a:pt x="332823" y="219912"/>
                  </a:lnTo>
                  <a:lnTo>
                    <a:pt x="327526" y="243169"/>
                  </a:lnTo>
                  <a:lnTo>
                    <a:pt x="319248" y="28944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08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09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0"/>
            <p:cNvSpPr/>
            <p:nvPr/>
          </p:nvSpPr>
          <p:spPr>
            <a:xfrm>
              <a:off x="3958023" y="1942268"/>
              <a:ext cx="800702" cy="1041204"/>
            </a:xfrm>
            <a:custGeom>
              <a:avLst/>
              <a:pathLst>
                <a:path w="800702" h="1041204">
                  <a:moveTo>
                    <a:pt x="511228" y="1030487"/>
                  </a:moveTo>
                  <a:lnTo>
                    <a:pt x="495378" y="1002700"/>
                  </a:lnTo>
                  <a:lnTo>
                    <a:pt x="466558" y="952176"/>
                  </a:lnTo>
                  <a:lnTo>
                    <a:pt x="441947" y="909030"/>
                  </a:lnTo>
                  <a:lnTo>
                    <a:pt x="437418" y="901091"/>
                  </a:lnTo>
                  <a:lnTo>
                    <a:pt x="432901" y="893172"/>
                  </a:lnTo>
                  <a:lnTo>
                    <a:pt x="422692" y="875275"/>
                  </a:lnTo>
                  <a:lnTo>
                    <a:pt x="422260" y="874532"/>
                  </a:lnTo>
                  <a:lnTo>
                    <a:pt x="406097" y="846752"/>
                  </a:lnTo>
                  <a:lnTo>
                    <a:pt x="377780" y="796111"/>
                  </a:lnTo>
                  <a:lnTo>
                    <a:pt x="375684" y="792362"/>
                  </a:lnTo>
                  <a:lnTo>
                    <a:pt x="350404" y="747153"/>
                  </a:lnTo>
                  <a:lnTo>
                    <a:pt x="333945" y="717719"/>
                  </a:lnTo>
                  <a:lnTo>
                    <a:pt x="318207" y="689574"/>
                  </a:lnTo>
                  <a:lnTo>
                    <a:pt x="309198" y="673464"/>
                  </a:lnTo>
                  <a:lnTo>
                    <a:pt x="308708" y="672587"/>
                  </a:lnTo>
                  <a:lnTo>
                    <a:pt x="289580" y="638379"/>
                  </a:lnTo>
                  <a:lnTo>
                    <a:pt x="263031" y="590901"/>
                  </a:lnTo>
                  <a:lnTo>
                    <a:pt x="243936" y="556752"/>
                  </a:lnTo>
                  <a:lnTo>
                    <a:pt x="230175" y="552382"/>
                  </a:lnTo>
                  <a:lnTo>
                    <a:pt x="222233" y="539197"/>
                  </a:lnTo>
                  <a:lnTo>
                    <a:pt x="204015" y="509312"/>
                  </a:lnTo>
                  <a:lnTo>
                    <a:pt x="172639" y="458365"/>
                  </a:lnTo>
                  <a:lnTo>
                    <a:pt x="150381" y="420691"/>
                  </a:lnTo>
                  <a:lnTo>
                    <a:pt x="143501" y="409045"/>
                  </a:lnTo>
                  <a:lnTo>
                    <a:pt x="127811" y="382809"/>
                  </a:lnTo>
                  <a:lnTo>
                    <a:pt x="113835" y="359016"/>
                  </a:lnTo>
                  <a:lnTo>
                    <a:pt x="110798" y="353922"/>
                  </a:lnTo>
                  <a:lnTo>
                    <a:pt x="90143" y="319273"/>
                  </a:lnTo>
                  <a:lnTo>
                    <a:pt x="81272" y="304393"/>
                  </a:lnTo>
                  <a:lnTo>
                    <a:pt x="81078" y="304067"/>
                  </a:lnTo>
                  <a:lnTo>
                    <a:pt x="77786" y="298545"/>
                  </a:lnTo>
                  <a:lnTo>
                    <a:pt x="61826" y="271421"/>
                  </a:lnTo>
                  <a:lnTo>
                    <a:pt x="52589" y="255147"/>
                  </a:lnTo>
                  <a:lnTo>
                    <a:pt x="34686" y="226370"/>
                  </a:lnTo>
                  <a:lnTo>
                    <a:pt x="19308" y="199599"/>
                  </a:lnTo>
                  <a:lnTo>
                    <a:pt x="0" y="167211"/>
                  </a:lnTo>
                  <a:lnTo>
                    <a:pt x="80688" y="122988"/>
                  </a:lnTo>
                  <a:lnTo>
                    <a:pt x="96726" y="114283"/>
                  </a:lnTo>
                  <a:lnTo>
                    <a:pt x="122331" y="100386"/>
                  </a:lnTo>
                  <a:lnTo>
                    <a:pt x="124995" y="98940"/>
                  </a:lnTo>
                  <a:lnTo>
                    <a:pt x="150605" y="82582"/>
                  </a:lnTo>
                  <a:lnTo>
                    <a:pt x="198413" y="53972"/>
                  </a:lnTo>
                  <a:lnTo>
                    <a:pt x="230778" y="34364"/>
                  </a:lnTo>
                  <a:lnTo>
                    <a:pt x="287083" y="0"/>
                  </a:lnTo>
                  <a:lnTo>
                    <a:pt x="303455" y="27555"/>
                  </a:lnTo>
                  <a:lnTo>
                    <a:pt x="350016" y="105924"/>
                  </a:lnTo>
                  <a:lnTo>
                    <a:pt x="517181" y="384928"/>
                  </a:lnTo>
                  <a:lnTo>
                    <a:pt x="649612" y="615859"/>
                  </a:lnTo>
                  <a:lnTo>
                    <a:pt x="794438" y="861326"/>
                  </a:lnTo>
                  <a:lnTo>
                    <a:pt x="800702" y="871943"/>
                  </a:lnTo>
                  <a:lnTo>
                    <a:pt x="517341" y="10412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1"/>
            <p:cNvSpPr/>
            <p:nvPr/>
          </p:nvSpPr>
          <p:spPr>
            <a:xfrm>
              <a:off x="3732998" y="2008545"/>
              <a:ext cx="455199" cy="585542"/>
            </a:xfrm>
            <a:custGeom>
              <a:avLst/>
              <a:pathLst>
                <a:path w="455199" h="585542">
                  <a:moveTo>
                    <a:pt x="225025" y="100936"/>
                  </a:moveTo>
                  <a:lnTo>
                    <a:pt x="244332" y="133323"/>
                  </a:lnTo>
                  <a:lnTo>
                    <a:pt x="259710" y="160093"/>
                  </a:lnTo>
                  <a:lnTo>
                    <a:pt x="277614" y="188870"/>
                  </a:lnTo>
                  <a:lnTo>
                    <a:pt x="286851" y="205145"/>
                  </a:lnTo>
                  <a:lnTo>
                    <a:pt x="302810" y="232269"/>
                  </a:lnTo>
                  <a:lnTo>
                    <a:pt x="306102" y="237791"/>
                  </a:lnTo>
                  <a:lnTo>
                    <a:pt x="306296" y="238116"/>
                  </a:lnTo>
                  <a:lnTo>
                    <a:pt x="315167" y="252996"/>
                  </a:lnTo>
                  <a:lnTo>
                    <a:pt x="335823" y="287645"/>
                  </a:lnTo>
                  <a:lnTo>
                    <a:pt x="338860" y="292739"/>
                  </a:lnTo>
                  <a:lnTo>
                    <a:pt x="352835" y="316533"/>
                  </a:lnTo>
                  <a:lnTo>
                    <a:pt x="368525" y="342768"/>
                  </a:lnTo>
                  <a:lnTo>
                    <a:pt x="375405" y="354414"/>
                  </a:lnTo>
                  <a:lnTo>
                    <a:pt x="397663" y="392089"/>
                  </a:lnTo>
                  <a:lnTo>
                    <a:pt x="429039" y="443036"/>
                  </a:lnTo>
                  <a:lnTo>
                    <a:pt x="447258" y="472920"/>
                  </a:lnTo>
                  <a:lnTo>
                    <a:pt x="455199" y="486106"/>
                  </a:lnTo>
                  <a:lnTo>
                    <a:pt x="286080" y="585542"/>
                  </a:lnTo>
                  <a:lnTo>
                    <a:pt x="277833" y="572161"/>
                  </a:lnTo>
                  <a:lnTo>
                    <a:pt x="260013" y="541225"/>
                  </a:lnTo>
                  <a:lnTo>
                    <a:pt x="245505" y="518080"/>
                  </a:lnTo>
                  <a:lnTo>
                    <a:pt x="230195" y="491697"/>
                  </a:lnTo>
                  <a:lnTo>
                    <a:pt x="215685" y="467087"/>
                  </a:lnTo>
                  <a:lnTo>
                    <a:pt x="200434" y="441220"/>
                  </a:lnTo>
                  <a:lnTo>
                    <a:pt x="184386" y="414657"/>
                  </a:lnTo>
                  <a:lnTo>
                    <a:pt x="168944" y="385922"/>
                  </a:lnTo>
                  <a:lnTo>
                    <a:pt x="154933" y="362749"/>
                  </a:lnTo>
                  <a:lnTo>
                    <a:pt x="154716" y="362390"/>
                  </a:lnTo>
                  <a:lnTo>
                    <a:pt x="139028" y="336445"/>
                  </a:lnTo>
                  <a:lnTo>
                    <a:pt x="124931" y="310988"/>
                  </a:lnTo>
                  <a:lnTo>
                    <a:pt x="110790" y="285859"/>
                  </a:lnTo>
                  <a:lnTo>
                    <a:pt x="93991" y="257890"/>
                  </a:lnTo>
                  <a:lnTo>
                    <a:pt x="78300" y="231350"/>
                  </a:lnTo>
                  <a:lnTo>
                    <a:pt x="48965" y="181249"/>
                  </a:lnTo>
                  <a:lnTo>
                    <a:pt x="20430" y="130361"/>
                  </a:lnTo>
                  <a:lnTo>
                    <a:pt x="0" y="100233"/>
                  </a:lnTo>
                  <a:lnTo>
                    <a:pt x="51638" y="68634"/>
                  </a:lnTo>
                  <a:lnTo>
                    <a:pt x="77697" y="53036"/>
                  </a:lnTo>
                  <a:lnTo>
                    <a:pt x="102976" y="37444"/>
                  </a:lnTo>
                  <a:lnTo>
                    <a:pt x="163685" y="0"/>
                  </a:lnTo>
                  <a:lnTo>
                    <a:pt x="184337" y="33335"/>
                  </a:lnTo>
                  <a:lnTo>
                    <a:pt x="189451" y="41842"/>
                  </a:lnTo>
                  <a:lnTo>
                    <a:pt x="207646" y="71508"/>
                  </a:lnTo>
                  <a:lnTo>
                    <a:pt x="214519" y="84588"/>
                  </a:lnTo>
                  <a:lnTo>
                    <a:pt x="214628" y="8479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2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3"/>
            <p:cNvSpPr/>
            <p:nvPr/>
          </p:nvSpPr>
          <p:spPr>
            <a:xfrm>
              <a:off x="2733027" y="4145758"/>
              <a:ext cx="349852" cy="283648"/>
            </a:xfrm>
            <a:custGeom>
              <a:avLst/>
              <a:pathLst>
                <a:path w="349852" h="283648">
                  <a:moveTo>
                    <a:pt x="117612" y="164765"/>
                  </a:moveTo>
                  <a:lnTo>
                    <a:pt x="95766" y="146433"/>
                  </a:lnTo>
                  <a:lnTo>
                    <a:pt x="92420" y="143626"/>
                  </a:lnTo>
                  <a:lnTo>
                    <a:pt x="85215" y="137579"/>
                  </a:lnTo>
                  <a:lnTo>
                    <a:pt x="79912" y="133129"/>
                  </a:lnTo>
                  <a:lnTo>
                    <a:pt x="71182" y="125803"/>
                  </a:lnTo>
                  <a:lnTo>
                    <a:pt x="68464" y="123522"/>
                  </a:lnTo>
                  <a:lnTo>
                    <a:pt x="50998" y="113602"/>
                  </a:lnTo>
                  <a:lnTo>
                    <a:pt x="31865" y="102734"/>
                  </a:lnTo>
                  <a:lnTo>
                    <a:pt x="22778" y="97572"/>
                  </a:lnTo>
                  <a:lnTo>
                    <a:pt x="19527" y="95726"/>
                  </a:lnTo>
                  <a:lnTo>
                    <a:pt x="13071" y="103878"/>
                  </a:lnTo>
                  <a:lnTo>
                    <a:pt x="4326" y="104788"/>
                  </a:lnTo>
                  <a:lnTo>
                    <a:pt x="0" y="91011"/>
                  </a:lnTo>
                  <a:lnTo>
                    <a:pt x="4428" y="87149"/>
                  </a:lnTo>
                  <a:lnTo>
                    <a:pt x="20633" y="76182"/>
                  </a:lnTo>
                  <a:lnTo>
                    <a:pt x="26905" y="70713"/>
                  </a:lnTo>
                  <a:lnTo>
                    <a:pt x="30822" y="68146"/>
                  </a:lnTo>
                  <a:lnTo>
                    <a:pt x="33950" y="66095"/>
                  </a:lnTo>
                  <a:lnTo>
                    <a:pt x="37054" y="64061"/>
                  </a:lnTo>
                  <a:lnTo>
                    <a:pt x="44373" y="60199"/>
                  </a:lnTo>
                  <a:lnTo>
                    <a:pt x="45490" y="59610"/>
                  </a:lnTo>
                  <a:lnTo>
                    <a:pt x="49823" y="57323"/>
                  </a:lnTo>
                  <a:lnTo>
                    <a:pt x="52642" y="55836"/>
                  </a:lnTo>
                  <a:lnTo>
                    <a:pt x="53777" y="55237"/>
                  </a:lnTo>
                  <a:lnTo>
                    <a:pt x="56028" y="54049"/>
                  </a:lnTo>
                  <a:lnTo>
                    <a:pt x="69002" y="46936"/>
                  </a:lnTo>
                  <a:lnTo>
                    <a:pt x="74691" y="55794"/>
                  </a:lnTo>
                  <a:lnTo>
                    <a:pt x="75298" y="56739"/>
                  </a:lnTo>
                  <a:lnTo>
                    <a:pt x="76413" y="56101"/>
                  </a:lnTo>
                  <a:lnTo>
                    <a:pt x="77344" y="55506"/>
                  </a:lnTo>
                  <a:lnTo>
                    <a:pt x="90123" y="47334"/>
                  </a:lnTo>
                  <a:lnTo>
                    <a:pt x="91553" y="48489"/>
                  </a:lnTo>
                  <a:lnTo>
                    <a:pt x="98250" y="44254"/>
                  </a:lnTo>
                  <a:lnTo>
                    <a:pt x="122195" y="56307"/>
                  </a:lnTo>
                  <a:lnTo>
                    <a:pt x="137916" y="37933"/>
                  </a:lnTo>
                  <a:lnTo>
                    <a:pt x="162745" y="0"/>
                  </a:lnTo>
                  <a:lnTo>
                    <a:pt x="166289" y="1919"/>
                  </a:lnTo>
                  <a:lnTo>
                    <a:pt x="201412" y="20944"/>
                  </a:lnTo>
                  <a:lnTo>
                    <a:pt x="216466" y="30033"/>
                  </a:lnTo>
                  <a:lnTo>
                    <a:pt x="221285" y="32942"/>
                  </a:lnTo>
                  <a:lnTo>
                    <a:pt x="230494" y="38503"/>
                  </a:lnTo>
                  <a:lnTo>
                    <a:pt x="243093" y="46110"/>
                  </a:lnTo>
                  <a:lnTo>
                    <a:pt x="248554" y="49408"/>
                  </a:lnTo>
                  <a:lnTo>
                    <a:pt x="265169" y="58440"/>
                  </a:lnTo>
                  <a:lnTo>
                    <a:pt x="281070" y="67086"/>
                  </a:lnTo>
                  <a:lnTo>
                    <a:pt x="285041" y="69245"/>
                  </a:lnTo>
                  <a:lnTo>
                    <a:pt x="286564" y="70073"/>
                  </a:lnTo>
                  <a:lnTo>
                    <a:pt x="339847" y="95925"/>
                  </a:lnTo>
                  <a:lnTo>
                    <a:pt x="349852" y="101345"/>
                  </a:lnTo>
                  <a:lnTo>
                    <a:pt x="347653" y="106725"/>
                  </a:lnTo>
                  <a:lnTo>
                    <a:pt x="345745" y="111394"/>
                  </a:lnTo>
                  <a:lnTo>
                    <a:pt x="344924" y="113402"/>
                  </a:lnTo>
                  <a:lnTo>
                    <a:pt x="344276" y="114986"/>
                  </a:lnTo>
                  <a:lnTo>
                    <a:pt x="332159" y="119014"/>
                  </a:lnTo>
                  <a:lnTo>
                    <a:pt x="330895" y="121490"/>
                  </a:lnTo>
                  <a:lnTo>
                    <a:pt x="329673" y="123882"/>
                  </a:lnTo>
                  <a:lnTo>
                    <a:pt x="325196" y="132651"/>
                  </a:lnTo>
                  <a:lnTo>
                    <a:pt x="316144" y="150381"/>
                  </a:lnTo>
                  <a:lnTo>
                    <a:pt x="314532" y="153538"/>
                  </a:lnTo>
                  <a:lnTo>
                    <a:pt x="308810" y="164746"/>
                  </a:lnTo>
                  <a:lnTo>
                    <a:pt x="308323" y="165700"/>
                  </a:lnTo>
                  <a:lnTo>
                    <a:pt x="300176" y="185102"/>
                  </a:lnTo>
                  <a:lnTo>
                    <a:pt x="299942" y="185660"/>
                  </a:lnTo>
                  <a:lnTo>
                    <a:pt x="302673" y="187055"/>
                  </a:lnTo>
                  <a:lnTo>
                    <a:pt x="302023" y="190277"/>
                  </a:lnTo>
                  <a:lnTo>
                    <a:pt x="300499" y="197828"/>
                  </a:lnTo>
                  <a:lnTo>
                    <a:pt x="299360" y="203475"/>
                  </a:lnTo>
                  <a:lnTo>
                    <a:pt x="297528" y="207095"/>
                  </a:lnTo>
                  <a:lnTo>
                    <a:pt x="288814" y="224317"/>
                  </a:lnTo>
                  <a:lnTo>
                    <a:pt x="278993" y="243726"/>
                  </a:lnTo>
                  <a:lnTo>
                    <a:pt x="260824" y="279634"/>
                  </a:lnTo>
                  <a:lnTo>
                    <a:pt x="258793" y="283648"/>
                  </a:lnTo>
                  <a:lnTo>
                    <a:pt x="240518" y="274242"/>
                  </a:lnTo>
                  <a:lnTo>
                    <a:pt x="220232" y="263802"/>
                  </a:lnTo>
                  <a:lnTo>
                    <a:pt x="208107" y="257562"/>
                  </a:lnTo>
                  <a:lnTo>
                    <a:pt x="206736" y="255765"/>
                  </a:lnTo>
                  <a:lnTo>
                    <a:pt x="203583" y="251634"/>
                  </a:lnTo>
                  <a:lnTo>
                    <a:pt x="200308" y="247343"/>
                  </a:lnTo>
                  <a:lnTo>
                    <a:pt x="188785" y="232247"/>
                  </a:lnTo>
                  <a:lnTo>
                    <a:pt x="173602" y="212354"/>
                  </a:lnTo>
                  <a:lnTo>
                    <a:pt x="156579" y="197441"/>
                  </a:lnTo>
                  <a:lnTo>
                    <a:pt x="150398" y="192026"/>
                  </a:lnTo>
                  <a:lnTo>
                    <a:pt x="147087" y="189287"/>
                  </a:lnTo>
                  <a:lnTo>
                    <a:pt x="137929" y="181712"/>
                  </a:lnTo>
                  <a:lnTo>
                    <a:pt x="129336" y="1746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4"/>
            <p:cNvSpPr/>
            <p:nvPr/>
          </p:nvSpPr>
          <p:spPr>
            <a:xfrm>
              <a:off x="1873465" y="4239826"/>
              <a:ext cx="1364132" cy="978523"/>
            </a:xfrm>
            <a:custGeom>
              <a:avLst/>
              <a:pathLst>
                <a:path w="1364132" h="978523">
                  <a:moveTo>
                    <a:pt x="1032919" y="622635"/>
                  </a:moveTo>
                  <a:lnTo>
                    <a:pt x="1070660" y="642285"/>
                  </a:lnTo>
                  <a:lnTo>
                    <a:pt x="1074778" y="644590"/>
                  </a:lnTo>
                  <a:lnTo>
                    <a:pt x="1082769" y="649063"/>
                  </a:lnTo>
                  <a:lnTo>
                    <a:pt x="1089132" y="652625"/>
                  </a:lnTo>
                  <a:lnTo>
                    <a:pt x="1132554" y="676932"/>
                  </a:lnTo>
                  <a:lnTo>
                    <a:pt x="1141502" y="681451"/>
                  </a:lnTo>
                  <a:lnTo>
                    <a:pt x="1154301" y="687915"/>
                  </a:lnTo>
                  <a:lnTo>
                    <a:pt x="1176388" y="699068"/>
                  </a:lnTo>
                  <a:lnTo>
                    <a:pt x="1198245" y="710283"/>
                  </a:lnTo>
                  <a:lnTo>
                    <a:pt x="1219897" y="721392"/>
                  </a:lnTo>
                  <a:lnTo>
                    <a:pt x="1232224" y="727717"/>
                  </a:lnTo>
                  <a:lnTo>
                    <a:pt x="1240916" y="732176"/>
                  </a:lnTo>
                  <a:lnTo>
                    <a:pt x="1255989" y="740604"/>
                  </a:lnTo>
                  <a:lnTo>
                    <a:pt x="1257149" y="741252"/>
                  </a:lnTo>
                  <a:lnTo>
                    <a:pt x="1264252" y="745223"/>
                  </a:lnTo>
                  <a:lnTo>
                    <a:pt x="1266088" y="746250"/>
                  </a:lnTo>
                  <a:lnTo>
                    <a:pt x="1281362" y="754789"/>
                  </a:lnTo>
                  <a:lnTo>
                    <a:pt x="1289058" y="759092"/>
                  </a:lnTo>
                  <a:lnTo>
                    <a:pt x="1293592" y="761627"/>
                  </a:lnTo>
                  <a:lnTo>
                    <a:pt x="1304731" y="767475"/>
                  </a:lnTo>
                  <a:lnTo>
                    <a:pt x="1329451" y="780453"/>
                  </a:lnTo>
                  <a:lnTo>
                    <a:pt x="1358119" y="795505"/>
                  </a:lnTo>
                  <a:lnTo>
                    <a:pt x="1364132" y="798684"/>
                  </a:lnTo>
                  <a:lnTo>
                    <a:pt x="1362107" y="802737"/>
                  </a:lnTo>
                  <a:lnTo>
                    <a:pt x="1351540" y="823878"/>
                  </a:lnTo>
                  <a:lnTo>
                    <a:pt x="1348477" y="829914"/>
                  </a:lnTo>
                  <a:lnTo>
                    <a:pt x="1340858" y="844929"/>
                  </a:lnTo>
                  <a:lnTo>
                    <a:pt x="1342910" y="846049"/>
                  </a:lnTo>
                  <a:lnTo>
                    <a:pt x="1340093" y="853283"/>
                  </a:lnTo>
                  <a:lnTo>
                    <a:pt x="1332737" y="868000"/>
                  </a:lnTo>
                  <a:lnTo>
                    <a:pt x="1326497" y="880485"/>
                  </a:lnTo>
                  <a:lnTo>
                    <a:pt x="1324750" y="883979"/>
                  </a:lnTo>
                  <a:lnTo>
                    <a:pt x="1322641" y="888198"/>
                  </a:lnTo>
                  <a:lnTo>
                    <a:pt x="1320417" y="892358"/>
                  </a:lnTo>
                  <a:lnTo>
                    <a:pt x="1315334" y="901866"/>
                  </a:lnTo>
                  <a:lnTo>
                    <a:pt x="1306911" y="918220"/>
                  </a:lnTo>
                  <a:lnTo>
                    <a:pt x="1305539" y="920884"/>
                  </a:lnTo>
                  <a:lnTo>
                    <a:pt x="1307435" y="922016"/>
                  </a:lnTo>
                  <a:lnTo>
                    <a:pt x="1311814" y="924628"/>
                  </a:lnTo>
                  <a:lnTo>
                    <a:pt x="1301887" y="946377"/>
                  </a:lnTo>
                  <a:lnTo>
                    <a:pt x="1301656" y="946884"/>
                  </a:lnTo>
                  <a:lnTo>
                    <a:pt x="1298026" y="944992"/>
                  </a:lnTo>
                  <a:lnTo>
                    <a:pt x="1290696" y="959311"/>
                  </a:lnTo>
                  <a:lnTo>
                    <a:pt x="1278776" y="963438"/>
                  </a:lnTo>
                  <a:lnTo>
                    <a:pt x="1276286" y="963449"/>
                  </a:lnTo>
                  <a:lnTo>
                    <a:pt x="1269294" y="978523"/>
                  </a:lnTo>
                  <a:lnTo>
                    <a:pt x="1253116" y="970502"/>
                  </a:lnTo>
                  <a:lnTo>
                    <a:pt x="333325" y="544395"/>
                  </a:lnTo>
                  <a:lnTo>
                    <a:pt x="256863" y="508318"/>
                  </a:lnTo>
                  <a:lnTo>
                    <a:pt x="229861" y="495578"/>
                  </a:lnTo>
                  <a:lnTo>
                    <a:pt x="225009" y="493288"/>
                  </a:lnTo>
                  <a:lnTo>
                    <a:pt x="208185" y="485350"/>
                  </a:lnTo>
                  <a:lnTo>
                    <a:pt x="154444" y="459994"/>
                  </a:lnTo>
                  <a:lnTo>
                    <a:pt x="111546" y="439753"/>
                  </a:lnTo>
                  <a:lnTo>
                    <a:pt x="89481" y="429342"/>
                  </a:lnTo>
                  <a:lnTo>
                    <a:pt x="0" y="387122"/>
                  </a:lnTo>
                  <a:lnTo>
                    <a:pt x="18306" y="356849"/>
                  </a:lnTo>
                  <a:lnTo>
                    <a:pt x="38172" y="320353"/>
                  </a:lnTo>
                  <a:lnTo>
                    <a:pt x="97545" y="212714"/>
                  </a:lnTo>
                  <a:lnTo>
                    <a:pt x="156467" y="106923"/>
                  </a:lnTo>
                  <a:lnTo>
                    <a:pt x="191910" y="45250"/>
                  </a:lnTo>
                  <a:lnTo>
                    <a:pt x="210120" y="15323"/>
                  </a:lnTo>
                  <a:lnTo>
                    <a:pt x="212979" y="0"/>
                  </a:lnTo>
                  <a:lnTo>
                    <a:pt x="219382" y="5921"/>
                  </a:lnTo>
                  <a:lnTo>
                    <a:pt x="228975" y="14328"/>
                  </a:lnTo>
                  <a:lnTo>
                    <a:pt x="261335" y="42686"/>
                  </a:lnTo>
                  <a:lnTo>
                    <a:pt x="290408" y="71949"/>
                  </a:lnTo>
                  <a:lnTo>
                    <a:pt x="290812" y="72355"/>
                  </a:lnTo>
                  <a:lnTo>
                    <a:pt x="295950" y="77526"/>
                  </a:lnTo>
                  <a:lnTo>
                    <a:pt x="297544" y="78877"/>
                  </a:lnTo>
                  <a:lnTo>
                    <a:pt x="304080" y="84413"/>
                  </a:lnTo>
                  <a:lnTo>
                    <a:pt x="306399" y="86377"/>
                  </a:lnTo>
                  <a:lnTo>
                    <a:pt x="308623" y="88261"/>
                  </a:lnTo>
                  <a:lnTo>
                    <a:pt x="311860" y="91003"/>
                  </a:lnTo>
                  <a:lnTo>
                    <a:pt x="318902" y="96968"/>
                  </a:lnTo>
                  <a:lnTo>
                    <a:pt x="358220" y="135080"/>
                  </a:lnTo>
                  <a:lnTo>
                    <a:pt x="363292" y="140755"/>
                  </a:lnTo>
                  <a:lnTo>
                    <a:pt x="385398" y="165488"/>
                  </a:lnTo>
                  <a:lnTo>
                    <a:pt x="410520" y="193596"/>
                  </a:lnTo>
                  <a:lnTo>
                    <a:pt x="421974" y="206302"/>
                  </a:lnTo>
                  <a:lnTo>
                    <a:pt x="443206" y="229853"/>
                  </a:lnTo>
                  <a:lnTo>
                    <a:pt x="445272" y="232145"/>
                  </a:lnTo>
                  <a:lnTo>
                    <a:pt x="450779" y="238253"/>
                  </a:lnTo>
                  <a:lnTo>
                    <a:pt x="458274" y="246880"/>
                  </a:lnTo>
                  <a:lnTo>
                    <a:pt x="463291" y="252656"/>
                  </a:lnTo>
                  <a:lnTo>
                    <a:pt x="477870" y="269436"/>
                  </a:lnTo>
                  <a:lnTo>
                    <a:pt x="488527" y="280289"/>
                  </a:lnTo>
                  <a:lnTo>
                    <a:pt x="520510" y="312857"/>
                  </a:lnTo>
                  <a:lnTo>
                    <a:pt x="546797" y="339624"/>
                  </a:lnTo>
                  <a:lnTo>
                    <a:pt x="556507" y="349511"/>
                  </a:lnTo>
                  <a:lnTo>
                    <a:pt x="583409" y="371455"/>
                  </a:lnTo>
                  <a:lnTo>
                    <a:pt x="608995" y="391474"/>
                  </a:lnTo>
                  <a:lnTo>
                    <a:pt x="628321" y="404327"/>
                  </a:lnTo>
                  <a:lnTo>
                    <a:pt x="635333" y="408990"/>
                  </a:lnTo>
                  <a:lnTo>
                    <a:pt x="638908" y="411166"/>
                  </a:lnTo>
                  <a:lnTo>
                    <a:pt x="658096" y="422849"/>
                  </a:lnTo>
                  <a:lnTo>
                    <a:pt x="661474" y="424769"/>
                  </a:lnTo>
                  <a:lnTo>
                    <a:pt x="668519" y="428774"/>
                  </a:lnTo>
                  <a:lnTo>
                    <a:pt x="689017" y="440426"/>
                  </a:lnTo>
                  <a:lnTo>
                    <a:pt x="702118" y="447872"/>
                  </a:lnTo>
                  <a:lnTo>
                    <a:pt x="763259" y="479055"/>
                  </a:lnTo>
                  <a:lnTo>
                    <a:pt x="806650" y="502534"/>
                  </a:lnTo>
                  <a:lnTo>
                    <a:pt x="821955" y="510816"/>
                  </a:lnTo>
                  <a:lnTo>
                    <a:pt x="837489" y="519330"/>
                  </a:lnTo>
                  <a:lnTo>
                    <a:pt x="846787" y="524426"/>
                  </a:lnTo>
                  <a:lnTo>
                    <a:pt x="849799" y="526078"/>
                  </a:lnTo>
                  <a:lnTo>
                    <a:pt x="869363" y="536802"/>
                  </a:lnTo>
                  <a:lnTo>
                    <a:pt x="902662" y="554703"/>
                  </a:lnTo>
                  <a:lnTo>
                    <a:pt x="930954" y="569519"/>
                  </a:lnTo>
                  <a:lnTo>
                    <a:pt x="942357" y="575492"/>
                  </a:lnTo>
                  <a:lnTo>
                    <a:pt x="986003" y="597820"/>
                  </a:lnTo>
                  <a:lnTo>
                    <a:pt x="1006940" y="608914"/>
                  </a:lnTo>
                  <a:lnTo>
                    <a:pt x="1011353" y="611252"/>
                  </a:lnTo>
                  <a:lnTo>
                    <a:pt x="1021821" y="616799"/>
                  </a:lnTo>
                  <a:lnTo>
                    <a:pt x="1028143" y="62014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5"/>
            <p:cNvSpPr/>
            <p:nvPr/>
          </p:nvSpPr>
          <p:spPr>
            <a:xfrm>
              <a:off x="2907508" y="3001915"/>
              <a:ext cx="596621" cy="483585"/>
            </a:xfrm>
            <a:custGeom>
              <a:avLst/>
              <a:pathLst>
                <a:path w="596621" h="483585">
                  <a:moveTo>
                    <a:pt x="581268" y="308276"/>
                  </a:moveTo>
                  <a:lnTo>
                    <a:pt x="596621" y="335237"/>
                  </a:lnTo>
                  <a:lnTo>
                    <a:pt x="595854" y="335684"/>
                  </a:lnTo>
                  <a:lnTo>
                    <a:pt x="555773" y="359049"/>
                  </a:lnTo>
                  <a:lnTo>
                    <a:pt x="506059" y="388029"/>
                  </a:lnTo>
                  <a:lnTo>
                    <a:pt x="505790" y="388194"/>
                  </a:lnTo>
                  <a:lnTo>
                    <a:pt x="480085" y="403929"/>
                  </a:lnTo>
                  <a:lnTo>
                    <a:pt x="458184" y="417335"/>
                  </a:lnTo>
                  <a:lnTo>
                    <a:pt x="458020" y="417435"/>
                  </a:lnTo>
                  <a:lnTo>
                    <a:pt x="456277" y="418502"/>
                  </a:lnTo>
                  <a:lnTo>
                    <a:pt x="455880" y="418745"/>
                  </a:lnTo>
                  <a:lnTo>
                    <a:pt x="430682" y="434169"/>
                  </a:lnTo>
                  <a:lnTo>
                    <a:pt x="384567" y="462396"/>
                  </a:lnTo>
                  <a:lnTo>
                    <a:pt x="382657" y="463566"/>
                  </a:lnTo>
                  <a:lnTo>
                    <a:pt x="379409" y="465554"/>
                  </a:lnTo>
                  <a:lnTo>
                    <a:pt x="374493" y="468563"/>
                  </a:lnTo>
                  <a:lnTo>
                    <a:pt x="374289" y="468688"/>
                  </a:lnTo>
                  <a:lnTo>
                    <a:pt x="368186" y="472424"/>
                  </a:lnTo>
                  <a:lnTo>
                    <a:pt x="360219" y="477300"/>
                  </a:lnTo>
                  <a:lnTo>
                    <a:pt x="357158" y="479174"/>
                  </a:lnTo>
                  <a:lnTo>
                    <a:pt x="354945" y="480528"/>
                  </a:lnTo>
                  <a:lnTo>
                    <a:pt x="349669" y="483585"/>
                  </a:lnTo>
                  <a:lnTo>
                    <a:pt x="321512" y="433992"/>
                  </a:lnTo>
                  <a:lnTo>
                    <a:pt x="258056" y="325131"/>
                  </a:lnTo>
                  <a:lnTo>
                    <a:pt x="254433" y="327600"/>
                  </a:lnTo>
                  <a:lnTo>
                    <a:pt x="253967" y="327918"/>
                  </a:lnTo>
                  <a:lnTo>
                    <a:pt x="253804" y="328029"/>
                  </a:lnTo>
                  <a:lnTo>
                    <a:pt x="253668" y="328122"/>
                  </a:lnTo>
                  <a:lnTo>
                    <a:pt x="252855" y="328676"/>
                  </a:lnTo>
                  <a:lnTo>
                    <a:pt x="252131" y="329170"/>
                  </a:lnTo>
                  <a:lnTo>
                    <a:pt x="251584" y="329543"/>
                  </a:lnTo>
                  <a:lnTo>
                    <a:pt x="251262" y="329762"/>
                  </a:lnTo>
                  <a:lnTo>
                    <a:pt x="250931" y="329988"/>
                  </a:lnTo>
                  <a:lnTo>
                    <a:pt x="250619" y="330200"/>
                  </a:lnTo>
                  <a:lnTo>
                    <a:pt x="249762" y="330784"/>
                  </a:lnTo>
                  <a:lnTo>
                    <a:pt x="248279" y="331795"/>
                  </a:lnTo>
                  <a:lnTo>
                    <a:pt x="244814" y="334157"/>
                  </a:lnTo>
                  <a:lnTo>
                    <a:pt x="244573" y="334321"/>
                  </a:lnTo>
                  <a:lnTo>
                    <a:pt x="244031" y="334691"/>
                  </a:lnTo>
                  <a:lnTo>
                    <a:pt x="242742" y="335569"/>
                  </a:lnTo>
                  <a:lnTo>
                    <a:pt x="233827" y="341647"/>
                  </a:lnTo>
                  <a:lnTo>
                    <a:pt x="233434" y="341915"/>
                  </a:lnTo>
                  <a:lnTo>
                    <a:pt x="233155" y="342105"/>
                  </a:lnTo>
                  <a:lnTo>
                    <a:pt x="232863" y="342304"/>
                  </a:lnTo>
                  <a:lnTo>
                    <a:pt x="230693" y="343783"/>
                  </a:lnTo>
                  <a:lnTo>
                    <a:pt x="227173" y="345899"/>
                  </a:lnTo>
                  <a:lnTo>
                    <a:pt x="222679" y="348600"/>
                  </a:lnTo>
                  <a:lnTo>
                    <a:pt x="211690" y="355203"/>
                  </a:lnTo>
                  <a:lnTo>
                    <a:pt x="209477" y="356534"/>
                  </a:lnTo>
                  <a:lnTo>
                    <a:pt x="206082" y="358574"/>
                  </a:lnTo>
                  <a:lnTo>
                    <a:pt x="195565" y="364894"/>
                  </a:lnTo>
                  <a:lnTo>
                    <a:pt x="194927" y="365277"/>
                  </a:lnTo>
                  <a:lnTo>
                    <a:pt x="193497" y="366137"/>
                  </a:lnTo>
                  <a:lnTo>
                    <a:pt x="191612" y="367270"/>
                  </a:lnTo>
                  <a:lnTo>
                    <a:pt x="181508" y="373342"/>
                  </a:lnTo>
                  <a:lnTo>
                    <a:pt x="172111" y="378989"/>
                  </a:lnTo>
                  <a:lnTo>
                    <a:pt x="157929" y="387512"/>
                  </a:lnTo>
                  <a:lnTo>
                    <a:pt x="130427" y="404040"/>
                  </a:lnTo>
                  <a:lnTo>
                    <a:pt x="97768" y="423667"/>
                  </a:lnTo>
                  <a:lnTo>
                    <a:pt x="79928" y="394679"/>
                  </a:lnTo>
                  <a:lnTo>
                    <a:pt x="79776" y="394432"/>
                  </a:lnTo>
                  <a:lnTo>
                    <a:pt x="40167" y="330073"/>
                  </a:lnTo>
                  <a:lnTo>
                    <a:pt x="40067" y="329909"/>
                  </a:lnTo>
                  <a:lnTo>
                    <a:pt x="1803" y="269010"/>
                  </a:lnTo>
                  <a:lnTo>
                    <a:pt x="0" y="266139"/>
                  </a:lnTo>
                  <a:lnTo>
                    <a:pt x="37114" y="242953"/>
                  </a:lnTo>
                  <a:lnTo>
                    <a:pt x="37256" y="242848"/>
                  </a:lnTo>
                  <a:lnTo>
                    <a:pt x="61171" y="225119"/>
                  </a:lnTo>
                  <a:lnTo>
                    <a:pt x="110154" y="188808"/>
                  </a:lnTo>
                  <a:lnTo>
                    <a:pt x="113180" y="186564"/>
                  </a:lnTo>
                  <a:lnTo>
                    <a:pt x="136691" y="172666"/>
                  </a:lnTo>
                  <a:lnTo>
                    <a:pt x="154252" y="162285"/>
                  </a:lnTo>
                  <a:lnTo>
                    <a:pt x="165985" y="155350"/>
                  </a:lnTo>
                  <a:lnTo>
                    <a:pt x="166254" y="155193"/>
                  </a:lnTo>
                  <a:lnTo>
                    <a:pt x="191836" y="140777"/>
                  </a:lnTo>
                  <a:lnTo>
                    <a:pt x="192228" y="140555"/>
                  </a:lnTo>
                  <a:lnTo>
                    <a:pt x="192555" y="140371"/>
                  </a:lnTo>
                  <a:lnTo>
                    <a:pt x="196937" y="137901"/>
                  </a:lnTo>
                  <a:lnTo>
                    <a:pt x="241816" y="112363"/>
                  </a:lnTo>
                  <a:lnTo>
                    <a:pt x="264018" y="99729"/>
                  </a:lnTo>
                  <a:lnTo>
                    <a:pt x="293486" y="83090"/>
                  </a:lnTo>
                  <a:lnTo>
                    <a:pt x="300955" y="78873"/>
                  </a:lnTo>
                  <a:lnTo>
                    <a:pt x="318085" y="69345"/>
                  </a:lnTo>
                  <a:lnTo>
                    <a:pt x="319433" y="68569"/>
                  </a:lnTo>
                  <a:lnTo>
                    <a:pt x="322241" y="66952"/>
                  </a:lnTo>
                  <a:lnTo>
                    <a:pt x="338633" y="57512"/>
                  </a:lnTo>
                  <a:lnTo>
                    <a:pt x="343859" y="54347"/>
                  </a:lnTo>
                  <a:lnTo>
                    <a:pt x="345175" y="53550"/>
                  </a:lnTo>
                  <a:lnTo>
                    <a:pt x="393113" y="24521"/>
                  </a:lnTo>
                  <a:lnTo>
                    <a:pt x="393198" y="22775"/>
                  </a:lnTo>
                  <a:lnTo>
                    <a:pt x="393360" y="19465"/>
                  </a:lnTo>
                  <a:lnTo>
                    <a:pt x="394595" y="14789"/>
                  </a:lnTo>
                  <a:lnTo>
                    <a:pt x="396325" y="10617"/>
                  </a:lnTo>
                  <a:lnTo>
                    <a:pt x="399290" y="5941"/>
                  </a:lnTo>
                  <a:lnTo>
                    <a:pt x="401271" y="3817"/>
                  </a:lnTo>
                  <a:lnTo>
                    <a:pt x="401884" y="3160"/>
                  </a:lnTo>
                  <a:lnTo>
                    <a:pt x="402855" y="2423"/>
                  </a:lnTo>
                  <a:lnTo>
                    <a:pt x="405714" y="253"/>
                  </a:lnTo>
                  <a:lnTo>
                    <a:pt x="410778" y="0"/>
                  </a:lnTo>
                  <a:lnTo>
                    <a:pt x="416214" y="1769"/>
                  </a:lnTo>
                  <a:lnTo>
                    <a:pt x="418956" y="3810"/>
                  </a:lnTo>
                  <a:lnTo>
                    <a:pt x="421650" y="5814"/>
                  </a:lnTo>
                  <a:lnTo>
                    <a:pt x="423873" y="10112"/>
                  </a:lnTo>
                  <a:lnTo>
                    <a:pt x="425932" y="15121"/>
                  </a:lnTo>
                  <a:lnTo>
                    <a:pt x="425434" y="15421"/>
                  </a:lnTo>
                  <a:lnTo>
                    <a:pt x="413873" y="22395"/>
                  </a:lnTo>
                  <a:lnTo>
                    <a:pt x="431252" y="52170"/>
                  </a:lnTo>
                  <a:lnTo>
                    <a:pt x="460521" y="101864"/>
                  </a:lnTo>
                  <a:lnTo>
                    <a:pt x="490110" y="152101"/>
                  </a:lnTo>
                  <a:lnTo>
                    <a:pt x="506803" y="180443"/>
                  </a:lnTo>
                  <a:lnTo>
                    <a:pt x="523297" y="208447"/>
                  </a:lnTo>
                  <a:lnTo>
                    <a:pt x="551232" y="255685"/>
                  </a:lnTo>
                  <a:lnTo>
                    <a:pt x="552372" y="2576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6"/>
            <p:cNvSpPr/>
            <p:nvPr/>
          </p:nvSpPr>
          <p:spPr>
            <a:xfrm>
              <a:off x="3451596" y="3669029"/>
              <a:ext cx="436227" cy="473316"/>
            </a:xfrm>
            <a:custGeom>
              <a:avLst/>
              <a:pathLst>
                <a:path w="436227" h="473316">
                  <a:moveTo>
                    <a:pt x="193269" y="472459"/>
                  </a:moveTo>
                  <a:lnTo>
                    <a:pt x="191813" y="473316"/>
                  </a:lnTo>
                  <a:lnTo>
                    <a:pt x="161376" y="422008"/>
                  </a:lnTo>
                  <a:lnTo>
                    <a:pt x="145804" y="395757"/>
                  </a:lnTo>
                  <a:lnTo>
                    <a:pt x="130946" y="370711"/>
                  </a:lnTo>
                  <a:lnTo>
                    <a:pt x="98300" y="315677"/>
                  </a:lnTo>
                  <a:lnTo>
                    <a:pt x="95727" y="311340"/>
                  </a:lnTo>
                  <a:lnTo>
                    <a:pt x="95411" y="310801"/>
                  </a:lnTo>
                  <a:lnTo>
                    <a:pt x="74545" y="275162"/>
                  </a:lnTo>
                  <a:lnTo>
                    <a:pt x="73652" y="273636"/>
                  </a:lnTo>
                  <a:lnTo>
                    <a:pt x="59090" y="248764"/>
                  </a:lnTo>
                  <a:lnTo>
                    <a:pt x="43953" y="222909"/>
                  </a:lnTo>
                  <a:lnTo>
                    <a:pt x="30562" y="200037"/>
                  </a:lnTo>
                  <a:lnTo>
                    <a:pt x="27887" y="195469"/>
                  </a:lnTo>
                  <a:lnTo>
                    <a:pt x="15525" y="174354"/>
                  </a:lnTo>
                  <a:lnTo>
                    <a:pt x="14719" y="172978"/>
                  </a:lnTo>
                  <a:lnTo>
                    <a:pt x="0" y="147836"/>
                  </a:lnTo>
                  <a:lnTo>
                    <a:pt x="4567" y="145116"/>
                  </a:lnTo>
                  <a:lnTo>
                    <a:pt x="7433" y="143410"/>
                  </a:lnTo>
                  <a:lnTo>
                    <a:pt x="33060" y="128154"/>
                  </a:lnTo>
                  <a:lnTo>
                    <a:pt x="52387" y="116648"/>
                  </a:lnTo>
                  <a:lnTo>
                    <a:pt x="55731" y="114657"/>
                  </a:lnTo>
                  <a:lnTo>
                    <a:pt x="71414" y="105133"/>
                  </a:lnTo>
                  <a:lnTo>
                    <a:pt x="81703" y="98886"/>
                  </a:lnTo>
                  <a:lnTo>
                    <a:pt x="107353" y="83486"/>
                  </a:lnTo>
                  <a:lnTo>
                    <a:pt x="152594" y="56326"/>
                  </a:lnTo>
                  <a:lnTo>
                    <a:pt x="157923" y="52964"/>
                  </a:lnTo>
                  <a:lnTo>
                    <a:pt x="175049" y="42159"/>
                  </a:lnTo>
                  <a:lnTo>
                    <a:pt x="206425" y="23130"/>
                  </a:lnTo>
                  <a:lnTo>
                    <a:pt x="210014" y="20954"/>
                  </a:lnTo>
                  <a:lnTo>
                    <a:pt x="215019" y="17919"/>
                  </a:lnTo>
                  <a:lnTo>
                    <a:pt x="244567" y="0"/>
                  </a:lnTo>
                  <a:lnTo>
                    <a:pt x="272218" y="48087"/>
                  </a:lnTo>
                  <a:lnTo>
                    <a:pt x="337611" y="161811"/>
                  </a:lnTo>
                  <a:lnTo>
                    <a:pt x="338883" y="163973"/>
                  </a:lnTo>
                  <a:lnTo>
                    <a:pt x="340741" y="167132"/>
                  </a:lnTo>
                  <a:lnTo>
                    <a:pt x="342681" y="170428"/>
                  </a:lnTo>
                  <a:lnTo>
                    <a:pt x="367538" y="212681"/>
                  </a:lnTo>
                  <a:lnTo>
                    <a:pt x="375686" y="226531"/>
                  </a:lnTo>
                  <a:lnTo>
                    <a:pt x="375979" y="227029"/>
                  </a:lnTo>
                  <a:lnTo>
                    <a:pt x="376136" y="227296"/>
                  </a:lnTo>
                  <a:lnTo>
                    <a:pt x="384336" y="241234"/>
                  </a:lnTo>
                  <a:lnTo>
                    <a:pt x="390876" y="252351"/>
                  </a:lnTo>
                  <a:lnTo>
                    <a:pt x="391660" y="253684"/>
                  </a:lnTo>
                  <a:lnTo>
                    <a:pt x="391750" y="253836"/>
                  </a:lnTo>
                  <a:lnTo>
                    <a:pt x="392585" y="255256"/>
                  </a:lnTo>
                  <a:lnTo>
                    <a:pt x="393483" y="256782"/>
                  </a:lnTo>
                  <a:lnTo>
                    <a:pt x="394433" y="258398"/>
                  </a:lnTo>
                  <a:lnTo>
                    <a:pt x="395251" y="259787"/>
                  </a:lnTo>
                  <a:lnTo>
                    <a:pt x="396287" y="261548"/>
                  </a:lnTo>
                  <a:lnTo>
                    <a:pt x="402788" y="272598"/>
                  </a:lnTo>
                  <a:lnTo>
                    <a:pt x="420614" y="302900"/>
                  </a:lnTo>
                  <a:lnTo>
                    <a:pt x="421925" y="305127"/>
                  </a:lnTo>
                  <a:lnTo>
                    <a:pt x="436227" y="329439"/>
                  </a:lnTo>
                  <a:lnTo>
                    <a:pt x="398414" y="351698"/>
                  </a:lnTo>
                  <a:lnTo>
                    <a:pt x="349492" y="380496"/>
                  </a:lnTo>
                  <a:lnTo>
                    <a:pt x="348427" y="381123"/>
                  </a:lnTo>
                  <a:lnTo>
                    <a:pt x="323263" y="395937"/>
                  </a:lnTo>
                  <a:lnTo>
                    <a:pt x="298750" y="410366"/>
                  </a:lnTo>
                  <a:lnTo>
                    <a:pt x="274235" y="424797"/>
                  </a:lnTo>
                  <a:lnTo>
                    <a:pt x="272953" y="425552"/>
                  </a:lnTo>
                  <a:lnTo>
                    <a:pt x="223104" y="45489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17"/>
            <p:cNvSpPr/>
            <p:nvPr/>
          </p:nvSpPr>
          <p:spPr>
            <a:xfrm>
              <a:off x="3696176" y="3339780"/>
              <a:ext cx="652650" cy="491060"/>
            </a:xfrm>
            <a:custGeom>
              <a:avLst/>
              <a:pathLst>
                <a:path w="652650" h="491060">
                  <a:moveTo>
                    <a:pt x="163119" y="451200"/>
                  </a:moveTo>
                  <a:lnTo>
                    <a:pt x="93031" y="491060"/>
                  </a:lnTo>
                  <a:lnTo>
                    <a:pt x="27638" y="377336"/>
                  </a:lnTo>
                  <a:lnTo>
                    <a:pt x="0" y="329241"/>
                  </a:lnTo>
                  <a:lnTo>
                    <a:pt x="1571" y="328315"/>
                  </a:lnTo>
                  <a:lnTo>
                    <a:pt x="2416" y="327817"/>
                  </a:lnTo>
                  <a:lnTo>
                    <a:pt x="4398" y="326649"/>
                  </a:lnTo>
                  <a:lnTo>
                    <a:pt x="4717" y="326462"/>
                  </a:lnTo>
                  <a:lnTo>
                    <a:pt x="10002" y="323348"/>
                  </a:lnTo>
                  <a:lnTo>
                    <a:pt x="15757" y="319957"/>
                  </a:lnTo>
                  <a:lnTo>
                    <a:pt x="20462" y="317184"/>
                  </a:lnTo>
                  <a:lnTo>
                    <a:pt x="21169" y="316768"/>
                  </a:lnTo>
                  <a:lnTo>
                    <a:pt x="32395" y="310153"/>
                  </a:lnTo>
                  <a:lnTo>
                    <a:pt x="33634" y="309424"/>
                  </a:lnTo>
                  <a:lnTo>
                    <a:pt x="67515" y="289460"/>
                  </a:lnTo>
                  <a:lnTo>
                    <a:pt x="93253" y="274295"/>
                  </a:lnTo>
                  <a:lnTo>
                    <a:pt x="142942" y="244881"/>
                  </a:lnTo>
                  <a:lnTo>
                    <a:pt x="143502" y="244546"/>
                  </a:lnTo>
                  <a:lnTo>
                    <a:pt x="168030" y="229831"/>
                  </a:lnTo>
                  <a:lnTo>
                    <a:pt x="193478" y="214441"/>
                  </a:lnTo>
                  <a:lnTo>
                    <a:pt x="210979" y="203857"/>
                  </a:lnTo>
                  <a:lnTo>
                    <a:pt x="236217" y="188594"/>
                  </a:lnTo>
                  <a:lnTo>
                    <a:pt x="244320" y="183694"/>
                  </a:lnTo>
                  <a:lnTo>
                    <a:pt x="256389" y="176688"/>
                  </a:lnTo>
                  <a:lnTo>
                    <a:pt x="281212" y="162280"/>
                  </a:lnTo>
                  <a:lnTo>
                    <a:pt x="296512" y="153399"/>
                  </a:lnTo>
                  <a:lnTo>
                    <a:pt x="309011" y="146203"/>
                  </a:lnTo>
                  <a:lnTo>
                    <a:pt x="321910" y="138777"/>
                  </a:lnTo>
                  <a:lnTo>
                    <a:pt x="347894" y="123817"/>
                  </a:lnTo>
                  <a:lnTo>
                    <a:pt x="400142" y="93029"/>
                  </a:lnTo>
                  <a:lnTo>
                    <a:pt x="401027" y="92501"/>
                  </a:lnTo>
                  <a:lnTo>
                    <a:pt x="431139" y="74517"/>
                  </a:lnTo>
                  <a:lnTo>
                    <a:pt x="437240" y="70873"/>
                  </a:lnTo>
                  <a:lnTo>
                    <a:pt x="444152" y="66745"/>
                  </a:lnTo>
                  <a:lnTo>
                    <a:pt x="450899" y="62715"/>
                  </a:lnTo>
                  <a:lnTo>
                    <a:pt x="453262" y="61304"/>
                  </a:lnTo>
                  <a:lnTo>
                    <a:pt x="476499" y="47636"/>
                  </a:lnTo>
                  <a:lnTo>
                    <a:pt x="477826" y="46855"/>
                  </a:lnTo>
                  <a:lnTo>
                    <a:pt x="478834" y="46262"/>
                  </a:lnTo>
                  <a:lnTo>
                    <a:pt x="489728" y="39760"/>
                  </a:lnTo>
                  <a:lnTo>
                    <a:pt x="490219" y="39467"/>
                  </a:lnTo>
                  <a:lnTo>
                    <a:pt x="495345" y="36408"/>
                  </a:lnTo>
                  <a:lnTo>
                    <a:pt x="497928" y="34866"/>
                  </a:lnTo>
                  <a:lnTo>
                    <a:pt x="502088" y="32383"/>
                  </a:lnTo>
                  <a:lnTo>
                    <a:pt x="504036" y="31220"/>
                  </a:lnTo>
                  <a:lnTo>
                    <a:pt x="506450" y="29703"/>
                  </a:lnTo>
                  <a:lnTo>
                    <a:pt x="508034" y="28707"/>
                  </a:lnTo>
                  <a:lnTo>
                    <a:pt x="508276" y="28555"/>
                  </a:lnTo>
                  <a:lnTo>
                    <a:pt x="510840" y="26943"/>
                  </a:lnTo>
                  <a:lnTo>
                    <a:pt x="516007" y="23696"/>
                  </a:lnTo>
                  <a:lnTo>
                    <a:pt x="526043" y="17681"/>
                  </a:lnTo>
                  <a:lnTo>
                    <a:pt x="526291" y="17533"/>
                  </a:lnTo>
                  <a:lnTo>
                    <a:pt x="555551" y="0"/>
                  </a:lnTo>
                  <a:lnTo>
                    <a:pt x="570416" y="25239"/>
                  </a:lnTo>
                  <a:lnTo>
                    <a:pt x="570505" y="25390"/>
                  </a:lnTo>
                  <a:lnTo>
                    <a:pt x="588667" y="56228"/>
                  </a:lnTo>
                  <a:lnTo>
                    <a:pt x="588746" y="56361"/>
                  </a:lnTo>
                  <a:lnTo>
                    <a:pt x="600888" y="76977"/>
                  </a:lnTo>
                  <a:lnTo>
                    <a:pt x="650533" y="160384"/>
                  </a:lnTo>
                  <a:lnTo>
                    <a:pt x="651543" y="162080"/>
                  </a:lnTo>
                  <a:lnTo>
                    <a:pt x="652186" y="163161"/>
                  </a:lnTo>
                  <a:lnTo>
                    <a:pt x="652650" y="163939"/>
                  </a:lnTo>
                  <a:lnTo>
                    <a:pt x="635579" y="174031"/>
                  </a:lnTo>
                  <a:lnTo>
                    <a:pt x="599972" y="195081"/>
                  </a:lnTo>
                  <a:lnTo>
                    <a:pt x="599369" y="195437"/>
                  </a:lnTo>
                  <a:lnTo>
                    <a:pt x="575795" y="209373"/>
                  </a:lnTo>
                  <a:lnTo>
                    <a:pt x="574906" y="209899"/>
                  </a:lnTo>
                  <a:lnTo>
                    <a:pt x="572434" y="211361"/>
                  </a:lnTo>
                  <a:lnTo>
                    <a:pt x="549659" y="224824"/>
                  </a:lnTo>
                  <a:lnTo>
                    <a:pt x="547444" y="226133"/>
                  </a:lnTo>
                  <a:lnTo>
                    <a:pt x="499343" y="254569"/>
                  </a:lnTo>
                  <a:lnTo>
                    <a:pt x="496994" y="255958"/>
                  </a:lnTo>
                  <a:lnTo>
                    <a:pt x="496690" y="256137"/>
                  </a:lnTo>
                  <a:lnTo>
                    <a:pt x="489460" y="260400"/>
                  </a:lnTo>
                  <a:lnTo>
                    <a:pt x="444965" y="286632"/>
                  </a:lnTo>
                  <a:lnTo>
                    <a:pt x="418326" y="302337"/>
                  </a:lnTo>
                  <a:lnTo>
                    <a:pt x="393222" y="317137"/>
                  </a:lnTo>
                  <a:lnTo>
                    <a:pt x="382811" y="323275"/>
                  </a:lnTo>
                  <a:lnTo>
                    <a:pt x="345415" y="345322"/>
                  </a:lnTo>
                  <a:lnTo>
                    <a:pt x="341946" y="347349"/>
                  </a:lnTo>
                  <a:lnTo>
                    <a:pt x="307154" y="367679"/>
                  </a:lnTo>
                  <a:lnTo>
                    <a:pt x="290040" y="377680"/>
                  </a:lnTo>
                  <a:lnTo>
                    <a:pt x="288745" y="378437"/>
                  </a:lnTo>
                  <a:lnTo>
                    <a:pt x="264593" y="392549"/>
                  </a:lnTo>
                  <a:lnTo>
                    <a:pt x="258605" y="396048"/>
                  </a:lnTo>
                  <a:lnTo>
                    <a:pt x="238556" y="407763"/>
                  </a:lnTo>
                  <a:lnTo>
                    <a:pt x="221974" y="417311"/>
                  </a:lnTo>
                  <a:lnTo>
                    <a:pt x="189073" y="436256"/>
                  </a:lnTo>
                  <a:lnTo>
                    <a:pt x="187442" y="437195"/>
                  </a:lnTo>
                  <a:lnTo>
                    <a:pt x="170739" y="4468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18"/>
            <p:cNvSpPr/>
            <p:nvPr/>
          </p:nvSpPr>
          <p:spPr>
            <a:xfrm>
              <a:off x="4210176" y="2817544"/>
              <a:ext cx="463242" cy="598640"/>
            </a:xfrm>
            <a:custGeom>
              <a:avLst/>
              <a:pathLst>
                <a:path w="463242" h="598640">
                  <a:moveTo>
                    <a:pt x="293565" y="597696"/>
                  </a:moveTo>
                  <a:lnTo>
                    <a:pt x="291954" y="598640"/>
                  </a:lnTo>
                  <a:lnTo>
                    <a:pt x="267957" y="558438"/>
                  </a:lnTo>
                  <a:lnTo>
                    <a:pt x="255950" y="538321"/>
                  </a:lnTo>
                  <a:lnTo>
                    <a:pt x="238352" y="507868"/>
                  </a:lnTo>
                  <a:lnTo>
                    <a:pt x="209537" y="458002"/>
                  </a:lnTo>
                  <a:lnTo>
                    <a:pt x="193655" y="430519"/>
                  </a:lnTo>
                  <a:lnTo>
                    <a:pt x="177410" y="403006"/>
                  </a:lnTo>
                  <a:lnTo>
                    <a:pt x="147853" y="352948"/>
                  </a:lnTo>
                  <a:lnTo>
                    <a:pt x="117735" y="301941"/>
                  </a:lnTo>
                  <a:lnTo>
                    <a:pt x="102847" y="276728"/>
                  </a:lnTo>
                  <a:lnTo>
                    <a:pt x="90096" y="255134"/>
                  </a:lnTo>
                  <a:lnTo>
                    <a:pt x="89032" y="253293"/>
                  </a:lnTo>
                  <a:lnTo>
                    <a:pt x="73978" y="227247"/>
                  </a:lnTo>
                  <a:lnTo>
                    <a:pt x="44531" y="176302"/>
                  </a:lnTo>
                  <a:lnTo>
                    <a:pt x="15975" y="126897"/>
                  </a:lnTo>
                  <a:lnTo>
                    <a:pt x="1436" y="101742"/>
                  </a:lnTo>
                  <a:lnTo>
                    <a:pt x="0" y="99257"/>
                  </a:lnTo>
                  <a:lnTo>
                    <a:pt x="50065" y="70082"/>
                  </a:lnTo>
                  <a:lnTo>
                    <a:pt x="51621" y="69176"/>
                  </a:lnTo>
                  <a:lnTo>
                    <a:pt x="76714" y="54415"/>
                  </a:lnTo>
                  <a:lnTo>
                    <a:pt x="101439" y="39871"/>
                  </a:lnTo>
                  <a:lnTo>
                    <a:pt x="170051" y="281"/>
                  </a:lnTo>
                  <a:lnTo>
                    <a:pt x="170539" y="0"/>
                  </a:lnTo>
                  <a:lnTo>
                    <a:pt x="180748" y="17897"/>
                  </a:lnTo>
                  <a:lnTo>
                    <a:pt x="185265" y="25815"/>
                  </a:lnTo>
                  <a:lnTo>
                    <a:pt x="189793" y="33755"/>
                  </a:lnTo>
                  <a:lnTo>
                    <a:pt x="214405" y="76901"/>
                  </a:lnTo>
                  <a:lnTo>
                    <a:pt x="243225" y="127425"/>
                  </a:lnTo>
                  <a:lnTo>
                    <a:pt x="259074" y="155211"/>
                  </a:lnTo>
                  <a:lnTo>
                    <a:pt x="265188" y="165929"/>
                  </a:lnTo>
                  <a:lnTo>
                    <a:pt x="267128" y="169330"/>
                  </a:lnTo>
                  <a:lnTo>
                    <a:pt x="270774" y="175450"/>
                  </a:lnTo>
                  <a:lnTo>
                    <a:pt x="286113" y="201196"/>
                  </a:lnTo>
                  <a:lnTo>
                    <a:pt x="316910" y="252889"/>
                  </a:lnTo>
                  <a:lnTo>
                    <a:pt x="341118" y="293521"/>
                  </a:lnTo>
                  <a:lnTo>
                    <a:pt x="346369" y="302335"/>
                  </a:lnTo>
                  <a:lnTo>
                    <a:pt x="364192" y="332250"/>
                  </a:lnTo>
                  <a:lnTo>
                    <a:pt x="365395" y="334271"/>
                  </a:lnTo>
                  <a:lnTo>
                    <a:pt x="379517" y="357974"/>
                  </a:lnTo>
                  <a:lnTo>
                    <a:pt x="409081" y="407596"/>
                  </a:lnTo>
                  <a:lnTo>
                    <a:pt x="438779" y="457444"/>
                  </a:lnTo>
                  <a:lnTo>
                    <a:pt x="463242" y="498504"/>
                  </a:lnTo>
                  <a:lnTo>
                    <a:pt x="402299" y="535511"/>
                  </a:lnTo>
                  <a:lnTo>
                    <a:pt x="395734" y="539497"/>
                  </a:lnTo>
                  <a:lnTo>
                    <a:pt x="371326" y="553401"/>
                  </a:lnTo>
                  <a:lnTo>
                    <a:pt x="369763" y="554291"/>
                  </a:lnTo>
                  <a:lnTo>
                    <a:pt x="347534" y="566953"/>
                  </a:lnTo>
                  <a:lnTo>
                    <a:pt x="343082" y="56948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19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0"/>
            <p:cNvSpPr/>
            <p:nvPr/>
          </p:nvSpPr>
          <p:spPr>
            <a:xfrm>
              <a:off x="4038123" y="3316048"/>
              <a:ext cx="821721" cy="537665"/>
            </a:xfrm>
            <a:custGeom>
              <a:avLst/>
              <a:pathLst>
                <a:path w="821721" h="537665">
                  <a:moveTo>
                    <a:pt x="773492" y="231962"/>
                  </a:moveTo>
                  <a:lnTo>
                    <a:pt x="804856" y="284605"/>
                  </a:lnTo>
                  <a:lnTo>
                    <a:pt x="821721" y="312913"/>
                  </a:lnTo>
                  <a:lnTo>
                    <a:pt x="821200" y="313246"/>
                  </a:lnTo>
                  <a:lnTo>
                    <a:pt x="778269" y="340770"/>
                  </a:lnTo>
                  <a:lnTo>
                    <a:pt x="728341" y="370736"/>
                  </a:lnTo>
                  <a:lnTo>
                    <a:pt x="727963" y="370962"/>
                  </a:lnTo>
                  <a:lnTo>
                    <a:pt x="725613" y="372373"/>
                  </a:lnTo>
                  <a:lnTo>
                    <a:pt x="677617" y="401179"/>
                  </a:lnTo>
                  <a:lnTo>
                    <a:pt x="673291" y="403776"/>
                  </a:lnTo>
                  <a:lnTo>
                    <a:pt x="651737" y="416516"/>
                  </a:lnTo>
                  <a:lnTo>
                    <a:pt x="651565" y="416223"/>
                  </a:lnTo>
                  <a:lnTo>
                    <a:pt x="561259" y="263010"/>
                  </a:lnTo>
                  <a:lnTo>
                    <a:pt x="559235" y="264213"/>
                  </a:lnTo>
                  <a:lnTo>
                    <a:pt x="545037" y="272649"/>
                  </a:lnTo>
                  <a:lnTo>
                    <a:pt x="509768" y="293607"/>
                  </a:lnTo>
                  <a:lnTo>
                    <a:pt x="485033" y="307957"/>
                  </a:lnTo>
                  <a:lnTo>
                    <a:pt x="483062" y="309125"/>
                  </a:lnTo>
                  <a:lnTo>
                    <a:pt x="459703" y="322967"/>
                  </a:lnTo>
                  <a:lnTo>
                    <a:pt x="432551" y="339055"/>
                  </a:lnTo>
                  <a:lnTo>
                    <a:pt x="408130" y="353526"/>
                  </a:lnTo>
                  <a:lnTo>
                    <a:pt x="406450" y="354513"/>
                  </a:lnTo>
                  <a:lnTo>
                    <a:pt x="378286" y="371072"/>
                  </a:lnTo>
                  <a:lnTo>
                    <a:pt x="355541" y="384444"/>
                  </a:lnTo>
                  <a:lnTo>
                    <a:pt x="355195" y="384648"/>
                  </a:lnTo>
                  <a:lnTo>
                    <a:pt x="331075" y="399551"/>
                  </a:lnTo>
                  <a:lnTo>
                    <a:pt x="328394" y="401103"/>
                  </a:lnTo>
                  <a:lnTo>
                    <a:pt x="303970" y="415249"/>
                  </a:lnTo>
                  <a:lnTo>
                    <a:pt x="278192" y="430264"/>
                  </a:lnTo>
                  <a:lnTo>
                    <a:pt x="253044" y="444911"/>
                  </a:lnTo>
                  <a:lnTo>
                    <a:pt x="250966" y="446190"/>
                  </a:lnTo>
                  <a:lnTo>
                    <a:pt x="200773" y="477076"/>
                  </a:lnTo>
                  <a:lnTo>
                    <a:pt x="199318" y="477932"/>
                  </a:lnTo>
                  <a:lnTo>
                    <a:pt x="174782" y="492368"/>
                  </a:lnTo>
                  <a:lnTo>
                    <a:pt x="174213" y="492700"/>
                  </a:lnTo>
                  <a:lnTo>
                    <a:pt x="149503" y="507090"/>
                  </a:lnTo>
                  <a:lnTo>
                    <a:pt x="149069" y="507343"/>
                  </a:lnTo>
                  <a:lnTo>
                    <a:pt x="104417" y="533347"/>
                  </a:lnTo>
                  <a:lnTo>
                    <a:pt x="97002" y="537665"/>
                  </a:lnTo>
                  <a:lnTo>
                    <a:pt x="81218" y="510554"/>
                  </a:lnTo>
                  <a:lnTo>
                    <a:pt x="78426" y="505630"/>
                  </a:lnTo>
                  <a:lnTo>
                    <a:pt x="77145" y="503372"/>
                  </a:lnTo>
                  <a:lnTo>
                    <a:pt x="52021" y="459074"/>
                  </a:lnTo>
                  <a:lnTo>
                    <a:pt x="33985" y="427429"/>
                  </a:lnTo>
                  <a:lnTo>
                    <a:pt x="30313" y="420987"/>
                  </a:lnTo>
                  <a:lnTo>
                    <a:pt x="23608" y="409224"/>
                  </a:lnTo>
                  <a:lnTo>
                    <a:pt x="23168" y="408514"/>
                  </a:lnTo>
                  <a:lnTo>
                    <a:pt x="1681" y="373797"/>
                  </a:lnTo>
                  <a:lnTo>
                    <a:pt x="0" y="371080"/>
                  </a:lnTo>
                  <a:lnTo>
                    <a:pt x="3468" y="369054"/>
                  </a:lnTo>
                  <a:lnTo>
                    <a:pt x="40864" y="347007"/>
                  </a:lnTo>
                  <a:lnTo>
                    <a:pt x="51275" y="340869"/>
                  </a:lnTo>
                  <a:lnTo>
                    <a:pt x="76504" y="325995"/>
                  </a:lnTo>
                  <a:lnTo>
                    <a:pt x="103018" y="310363"/>
                  </a:lnTo>
                  <a:lnTo>
                    <a:pt x="147513" y="284131"/>
                  </a:lnTo>
                  <a:lnTo>
                    <a:pt x="154743" y="279868"/>
                  </a:lnTo>
                  <a:lnTo>
                    <a:pt x="155047" y="279689"/>
                  </a:lnTo>
                  <a:lnTo>
                    <a:pt x="157396" y="278300"/>
                  </a:lnTo>
                  <a:lnTo>
                    <a:pt x="205498" y="249864"/>
                  </a:lnTo>
                  <a:lnTo>
                    <a:pt x="207712" y="248555"/>
                  </a:lnTo>
                  <a:lnTo>
                    <a:pt x="230487" y="235092"/>
                  </a:lnTo>
                  <a:lnTo>
                    <a:pt x="232959" y="233630"/>
                  </a:lnTo>
                  <a:lnTo>
                    <a:pt x="233848" y="233105"/>
                  </a:lnTo>
                  <a:lnTo>
                    <a:pt x="257422" y="219169"/>
                  </a:lnTo>
                  <a:lnTo>
                    <a:pt x="258025" y="218812"/>
                  </a:lnTo>
                  <a:lnTo>
                    <a:pt x="293632" y="197762"/>
                  </a:lnTo>
                  <a:lnTo>
                    <a:pt x="310703" y="187671"/>
                  </a:lnTo>
                  <a:lnTo>
                    <a:pt x="311123" y="187437"/>
                  </a:lnTo>
                  <a:lnTo>
                    <a:pt x="322307" y="181226"/>
                  </a:lnTo>
                  <a:lnTo>
                    <a:pt x="336457" y="173367"/>
                  </a:lnTo>
                  <a:lnTo>
                    <a:pt x="362860" y="158703"/>
                  </a:lnTo>
                  <a:lnTo>
                    <a:pt x="364312" y="157897"/>
                  </a:lnTo>
                  <a:lnTo>
                    <a:pt x="387264" y="145146"/>
                  </a:lnTo>
                  <a:lnTo>
                    <a:pt x="412229" y="130504"/>
                  </a:lnTo>
                  <a:lnTo>
                    <a:pt x="414683" y="129065"/>
                  </a:lnTo>
                  <a:lnTo>
                    <a:pt x="431298" y="119320"/>
                  </a:lnTo>
                  <a:lnTo>
                    <a:pt x="464007" y="100136"/>
                  </a:lnTo>
                  <a:lnTo>
                    <a:pt x="465618" y="99191"/>
                  </a:lnTo>
                  <a:lnTo>
                    <a:pt x="515135" y="70984"/>
                  </a:lnTo>
                  <a:lnTo>
                    <a:pt x="519587" y="68448"/>
                  </a:lnTo>
                  <a:lnTo>
                    <a:pt x="541816" y="55786"/>
                  </a:lnTo>
                  <a:lnTo>
                    <a:pt x="543379" y="54896"/>
                  </a:lnTo>
                  <a:lnTo>
                    <a:pt x="567787" y="40992"/>
                  </a:lnTo>
                  <a:lnTo>
                    <a:pt x="574351" y="37006"/>
                  </a:lnTo>
                  <a:lnTo>
                    <a:pt x="635295" y="0"/>
                  </a:lnTo>
                  <a:lnTo>
                    <a:pt x="635515" y="370"/>
                  </a:lnTo>
                  <a:lnTo>
                    <a:pt x="636104" y="1358"/>
                  </a:lnTo>
                  <a:lnTo>
                    <a:pt x="703826" y="115028"/>
                  </a:lnTo>
                  <a:lnTo>
                    <a:pt x="721712" y="145049"/>
                  </a:lnTo>
                  <a:lnTo>
                    <a:pt x="728711" y="156797"/>
                  </a:lnTo>
                  <a:lnTo>
                    <a:pt x="731479" y="161444"/>
                  </a:lnTo>
                  <a:lnTo>
                    <a:pt x="739687" y="1752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1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2"/>
            <p:cNvSpPr/>
            <p:nvPr/>
          </p:nvSpPr>
          <p:spPr>
            <a:xfrm>
              <a:off x="3789207" y="3687129"/>
              <a:ext cx="435903" cy="635879"/>
            </a:xfrm>
            <a:custGeom>
              <a:avLst/>
              <a:pathLst>
                <a:path w="435903" h="635879">
                  <a:moveTo>
                    <a:pt x="335024" y="382998"/>
                  </a:moveTo>
                  <a:lnTo>
                    <a:pt x="351041" y="410351"/>
                  </a:lnTo>
                  <a:lnTo>
                    <a:pt x="365287" y="434679"/>
                  </a:lnTo>
                  <a:lnTo>
                    <a:pt x="380486" y="460636"/>
                  </a:lnTo>
                  <a:lnTo>
                    <a:pt x="380800" y="461172"/>
                  </a:lnTo>
                  <a:lnTo>
                    <a:pt x="395302" y="485699"/>
                  </a:lnTo>
                  <a:lnTo>
                    <a:pt x="409839" y="510287"/>
                  </a:lnTo>
                  <a:lnTo>
                    <a:pt x="423155" y="532809"/>
                  </a:lnTo>
                  <a:lnTo>
                    <a:pt x="427889" y="540817"/>
                  </a:lnTo>
                  <a:lnTo>
                    <a:pt x="434290" y="551642"/>
                  </a:lnTo>
                  <a:lnTo>
                    <a:pt x="433099" y="552348"/>
                  </a:lnTo>
                  <a:lnTo>
                    <a:pt x="292140" y="635879"/>
                  </a:lnTo>
                  <a:lnTo>
                    <a:pt x="268620" y="594507"/>
                  </a:lnTo>
                  <a:lnTo>
                    <a:pt x="253877" y="568573"/>
                  </a:lnTo>
                  <a:lnTo>
                    <a:pt x="239851" y="543900"/>
                  </a:lnTo>
                  <a:lnTo>
                    <a:pt x="239413" y="543128"/>
                  </a:lnTo>
                  <a:lnTo>
                    <a:pt x="237300" y="539412"/>
                  </a:lnTo>
                  <a:lnTo>
                    <a:pt x="233580" y="533095"/>
                  </a:lnTo>
                  <a:lnTo>
                    <a:pt x="224997" y="518518"/>
                  </a:lnTo>
                  <a:lnTo>
                    <a:pt x="210243" y="493465"/>
                  </a:lnTo>
                  <a:lnTo>
                    <a:pt x="197229" y="471364"/>
                  </a:lnTo>
                  <a:lnTo>
                    <a:pt x="193985" y="465679"/>
                  </a:lnTo>
                  <a:lnTo>
                    <a:pt x="202235" y="460792"/>
                  </a:lnTo>
                  <a:lnTo>
                    <a:pt x="186512" y="433760"/>
                  </a:lnTo>
                  <a:lnTo>
                    <a:pt x="162745" y="392895"/>
                  </a:lnTo>
                  <a:lnTo>
                    <a:pt x="151105" y="400258"/>
                  </a:lnTo>
                  <a:lnTo>
                    <a:pt x="99342" y="312568"/>
                  </a:lnTo>
                  <a:lnTo>
                    <a:pt x="98616" y="311338"/>
                  </a:lnTo>
                  <a:lnTo>
                    <a:pt x="84313" y="287027"/>
                  </a:lnTo>
                  <a:lnTo>
                    <a:pt x="83003" y="284800"/>
                  </a:lnTo>
                  <a:lnTo>
                    <a:pt x="65177" y="254498"/>
                  </a:lnTo>
                  <a:lnTo>
                    <a:pt x="58676" y="243448"/>
                  </a:lnTo>
                  <a:lnTo>
                    <a:pt x="57639" y="241687"/>
                  </a:lnTo>
                  <a:lnTo>
                    <a:pt x="56822" y="240298"/>
                  </a:lnTo>
                  <a:lnTo>
                    <a:pt x="55871" y="238681"/>
                  </a:lnTo>
                  <a:lnTo>
                    <a:pt x="54974" y="237156"/>
                  </a:lnTo>
                  <a:lnTo>
                    <a:pt x="54138" y="235735"/>
                  </a:lnTo>
                  <a:lnTo>
                    <a:pt x="54049" y="235584"/>
                  </a:lnTo>
                  <a:lnTo>
                    <a:pt x="53265" y="234251"/>
                  </a:lnTo>
                  <a:lnTo>
                    <a:pt x="46725" y="223134"/>
                  </a:lnTo>
                  <a:lnTo>
                    <a:pt x="38525" y="209196"/>
                  </a:lnTo>
                  <a:lnTo>
                    <a:pt x="38368" y="208929"/>
                  </a:lnTo>
                  <a:lnTo>
                    <a:pt x="38075" y="208431"/>
                  </a:lnTo>
                  <a:lnTo>
                    <a:pt x="29927" y="194581"/>
                  </a:lnTo>
                  <a:lnTo>
                    <a:pt x="5069" y="152328"/>
                  </a:lnTo>
                  <a:lnTo>
                    <a:pt x="3130" y="149032"/>
                  </a:lnTo>
                  <a:lnTo>
                    <a:pt x="1271" y="145872"/>
                  </a:lnTo>
                  <a:lnTo>
                    <a:pt x="0" y="143710"/>
                  </a:lnTo>
                  <a:lnTo>
                    <a:pt x="70088" y="103851"/>
                  </a:lnTo>
                  <a:lnTo>
                    <a:pt x="77708" y="99463"/>
                  </a:lnTo>
                  <a:lnTo>
                    <a:pt x="94411" y="89845"/>
                  </a:lnTo>
                  <a:lnTo>
                    <a:pt x="96042" y="88906"/>
                  </a:lnTo>
                  <a:lnTo>
                    <a:pt x="128943" y="69962"/>
                  </a:lnTo>
                  <a:lnTo>
                    <a:pt x="145525" y="60414"/>
                  </a:lnTo>
                  <a:lnTo>
                    <a:pt x="165573" y="48699"/>
                  </a:lnTo>
                  <a:lnTo>
                    <a:pt x="171562" y="45200"/>
                  </a:lnTo>
                  <a:lnTo>
                    <a:pt x="195714" y="31087"/>
                  </a:lnTo>
                  <a:lnTo>
                    <a:pt x="197009" y="30330"/>
                  </a:lnTo>
                  <a:lnTo>
                    <a:pt x="214123" y="20330"/>
                  </a:lnTo>
                  <a:lnTo>
                    <a:pt x="248915" y="0"/>
                  </a:lnTo>
                  <a:lnTo>
                    <a:pt x="250596" y="2716"/>
                  </a:lnTo>
                  <a:lnTo>
                    <a:pt x="272084" y="37433"/>
                  </a:lnTo>
                  <a:lnTo>
                    <a:pt x="272524" y="38143"/>
                  </a:lnTo>
                  <a:lnTo>
                    <a:pt x="279229" y="49907"/>
                  </a:lnTo>
                  <a:lnTo>
                    <a:pt x="282900" y="56348"/>
                  </a:lnTo>
                  <a:lnTo>
                    <a:pt x="300937" y="87993"/>
                  </a:lnTo>
                  <a:lnTo>
                    <a:pt x="326061" y="132291"/>
                  </a:lnTo>
                  <a:lnTo>
                    <a:pt x="327341" y="134549"/>
                  </a:lnTo>
                  <a:lnTo>
                    <a:pt x="330134" y="139473"/>
                  </a:lnTo>
                  <a:lnTo>
                    <a:pt x="345918" y="166584"/>
                  </a:lnTo>
                  <a:lnTo>
                    <a:pt x="350551" y="174630"/>
                  </a:lnTo>
                  <a:lnTo>
                    <a:pt x="353847" y="180356"/>
                  </a:lnTo>
                  <a:lnTo>
                    <a:pt x="361633" y="193879"/>
                  </a:lnTo>
                  <a:lnTo>
                    <a:pt x="364458" y="198786"/>
                  </a:lnTo>
                  <a:lnTo>
                    <a:pt x="370998" y="209858"/>
                  </a:lnTo>
                  <a:lnTo>
                    <a:pt x="388571" y="239612"/>
                  </a:lnTo>
                  <a:lnTo>
                    <a:pt x="390738" y="243280"/>
                  </a:lnTo>
                  <a:lnTo>
                    <a:pt x="391802" y="245081"/>
                  </a:lnTo>
                  <a:lnTo>
                    <a:pt x="394800" y="250157"/>
                  </a:lnTo>
                  <a:lnTo>
                    <a:pt x="419687" y="292959"/>
                  </a:lnTo>
                  <a:lnTo>
                    <a:pt x="424509" y="301251"/>
                  </a:lnTo>
                  <a:lnTo>
                    <a:pt x="435903" y="320150"/>
                  </a:lnTo>
                  <a:lnTo>
                    <a:pt x="396780" y="343952"/>
                  </a:lnTo>
                  <a:lnTo>
                    <a:pt x="383917" y="351777"/>
                  </a:lnTo>
                  <a:lnTo>
                    <a:pt x="360143" y="366242"/>
                  </a:lnTo>
                  <a:lnTo>
                    <a:pt x="334387" y="38191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3"/>
            <p:cNvSpPr/>
            <p:nvPr/>
          </p:nvSpPr>
          <p:spPr>
            <a:xfrm>
              <a:off x="4081348" y="4177631"/>
              <a:ext cx="437116" cy="472021"/>
            </a:xfrm>
            <a:custGeom>
              <a:avLst/>
              <a:pathLst>
                <a:path w="437116" h="472021">
                  <a:moveTo>
                    <a:pt x="208173" y="462883"/>
                  </a:moveTo>
                  <a:lnTo>
                    <a:pt x="192615" y="472021"/>
                  </a:lnTo>
                  <a:lnTo>
                    <a:pt x="176074" y="443954"/>
                  </a:lnTo>
                  <a:lnTo>
                    <a:pt x="146548" y="393854"/>
                  </a:lnTo>
                  <a:lnTo>
                    <a:pt x="146392" y="393588"/>
                  </a:lnTo>
                  <a:lnTo>
                    <a:pt x="117564" y="344673"/>
                  </a:lnTo>
                  <a:lnTo>
                    <a:pt x="100387" y="315427"/>
                  </a:lnTo>
                  <a:lnTo>
                    <a:pt x="92798" y="302268"/>
                  </a:lnTo>
                  <a:lnTo>
                    <a:pt x="88333" y="294721"/>
                  </a:lnTo>
                  <a:lnTo>
                    <a:pt x="84696" y="288574"/>
                  </a:lnTo>
                  <a:lnTo>
                    <a:pt x="78940" y="278846"/>
                  </a:lnTo>
                  <a:lnTo>
                    <a:pt x="69434" y="262780"/>
                  </a:lnTo>
                  <a:lnTo>
                    <a:pt x="59439" y="245886"/>
                  </a:lnTo>
                  <a:lnTo>
                    <a:pt x="55237" y="238784"/>
                  </a:lnTo>
                  <a:lnTo>
                    <a:pt x="49509" y="229103"/>
                  </a:lnTo>
                  <a:lnTo>
                    <a:pt x="40061" y="213134"/>
                  </a:lnTo>
                  <a:lnTo>
                    <a:pt x="30876" y="197611"/>
                  </a:lnTo>
                  <a:lnTo>
                    <a:pt x="24442" y="186736"/>
                  </a:lnTo>
                  <a:lnTo>
                    <a:pt x="23776" y="185611"/>
                  </a:lnTo>
                  <a:lnTo>
                    <a:pt x="20819" y="180613"/>
                  </a:lnTo>
                  <a:lnTo>
                    <a:pt x="685" y="146583"/>
                  </a:lnTo>
                  <a:lnTo>
                    <a:pt x="0" y="145377"/>
                  </a:lnTo>
                  <a:lnTo>
                    <a:pt x="140959" y="61846"/>
                  </a:lnTo>
                  <a:lnTo>
                    <a:pt x="142149" y="61140"/>
                  </a:lnTo>
                  <a:lnTo>
                    <a:pt x="211381" y="20114"/>
                  </a:lnTo>
                  <a:lnTo>
                    <a:pt x="245324" y="0"/>
                  </a:lnTo>
                  <a:lnTo>
                    <a:pt x="253012" y="12679"/>
                  </a:lnTo>
                  <a:lnTo>
                    <a:pt x="256940" y="19771"/>
                  </a:lnTo>
                  <a:lnTo>
                    <a:pt x="270960" y="42319"/>
                  </a:lnTo>
                  <a:lnTo>
                    <a:pt x="271964" y="43934"/>
                  </a:lnTo>
                  <a:lnTo>
                    <a:pt x="300566" y="92393"/>
                  </a:lnTo>
                  <a:lnTo>
                    <a:pt x="301426" y="93850"/>
                  </a:lnTo>
                  <a:lnTo>
                    <a:pt x="330335" y="142829"/>
                  </a:lnTo>
                  <a:lnTo>
                    <a:pt x="331176" y="144253"/>
                  </a:lnTo>
                  <a:lnTo>
                    <a:pt x="346511" y="170234"/>
                  </a:lnTo>
                  <a:lnTo>
                    <a:pt x="347110" y="171250"/>
                  </a:lnTo>
                  <a:lnTo>
                    <a:pt x="362579" y="197458"/>
                  </a:lnTo>
                  <a:lnTo>
                    <a:pt x="362924" y="198043"/>
                  </a:lnTo>
                  <a:lnTo>
                    <a:pt x="363530" y="199071"/>
                  </a:lnTo>
                  <a:lnTo>
                    <a:pt x="391426" y="247065"/>
                  </a:lnTo>
                  <a:lnTo>
                    <a:pt x="392567" y="249026"/>
                  </a:lnTo>
                  <a:lnTo>
                    <a:pt x="421558" y="298905"/>
                  </a:lnTo>
                  <a:lnTo>
                    <a:pt x="436908" y="325315"/>
                  </a:lnTo>
                  <a:lnTo>
                    <a:pt x="437116" y="325673"/>
                  </a:lnTo>
                  <a:lnTo>
                    <a:pt x="436466" y="326078"/>
                  </a:lnTo>
                  <a:lnTo>
                    <a:pt x="386251" y="357336"/>
                  </a:lnTo>
                  <a:lnTo>
                    <a:pt x="362555" y="372086"/>
                  </a:lnTo>
                  <a:lnTo>
                    <a:pt x="361613" y="372672"/>
                  </a:lnTo>
                  <a:lnTo>
                    <a:pt x="323877" y="394880"/>
                  </a:lnTo>
                  <a:lnTo>
                    <a:pt x="295871" y="411362"/>
                  </a:lnTo>
                  <a:lnTo>
                    <a:pt x="279562" y="420943"/>
                  </a:lnTo>
                  <a:lnTo>
                    <a:pt x="237898" y="4454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4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5"/>
            <p:cNvSpPr/>
            <p:nvPr/>
          </p:nvSpPr>
          <p:spPr>
            <a:xfrm>
              <a:off x="3570332" y="4152812"/>
              <a:ext cx="511015" cy="510487"/>
            </a:xfrm>
            <a:custGeom>
              <a:avLst/>
              <a:pathLst>
                <a:path w="511015" h="510487">
                  <a:moveTo>
                    <a:pt x="314565" y="414357"/>
                  </a:moveTo>
                  <a:lnTo>
                    <a:pt x="293686" y="426807"/>
                  </a:lnTo>
                  <a:lnTo>
                    <a:pt x="260468" y="446614"/>
                  </a:lnTo>
                  <a:lnTo>
                    <a:pt x="259202" y="447369"/>
                  </a:lnTo>
                  <a:lnTo>
                    <a:pt x="248524" y="428949"/>
                  </a:lnTo>
                  <a:lnTo>
                    <a:pt x="244713" y="422376"/>
                  </a:lnTo>
                  <a:lnTo>
                    <a:pt x="195552" y="452314"/>
                  </a:lnTo>
                  <a:lnTo>
                    <a:pt x="210221" y="477197"/>
                  </a:lnTo>
                  <a:lnTo>
                    <a:pt x="152833" y="510487"/>
                  </a:lnTo>
                  <a:lnTo>
                    <a:pt x="146819" y="499940"/>
                  </a:lnTo>
                  <a:lnTo>
                    <a:pt x="145280" y="497240"/>
                  </a:lnTo>
                  <a:lnTo>
                    <a:pt x="138524" y="485392"/>
                  </a:lnTo>
                  <a:lnTo>
                    <a:pt x="134793" y="478850"/>
                  </a:lnTo>
                  <a:lnTo>
                    <a:pt x="124308" y="460462"/>
                  </a:lnTo>
                  <a:lnTo>
                    <a:pt x="122169" y="456711"/>
                  </a:lnTo>
                  <a:lnTo>
                    <a:pt x="109844" y="435096"/>
                  </a:lnTo>
                  <a:lnTo>
                    <a:pt x="107406" y="430819"/>
                  </a:lnTo>
                  <a:lnTo>
                    <a:pt x="98653" y="415470"/>
                  </a:lnTo>
                  <a:lnTo>
                    <a:pt x="93891" y="407119"/>
                  </a:lnTo>
                  <a:lnTo>
                    <a:pt x="93217" y="405936"/>
                  </a:lnTo>
                  <a:lnTo>
                    <a:pt x="89289" y="399048"/>
                  </a:lnTo>
                  <a:lnTo>
                    <a:pt x="87390" y="395718"/>
                  </a:lnTo>
                  <a:lnTo>
                    <a:pt x="86920" y="394889"/>
                  </a:lnTo>
                  <a:lnTo>
                    <a:pt x="79399" y="381629"/>
                  </a:lnTo>
                  <a:lnTo>
                    <a:pt x="58527" y="344831"/>
                  </a:lnTo>
                  <a:lnTo>
                    <a:pt x="43791" y="318849"/>
                  </a:lnTo>
                  <a:lnTo>
                    <a:pt x="39670" y="311585"/>
                  </a:lnTo>
                  <a:lnTo>
                    <a:pt x="29504" y="293660"/>
                  </a:lnTo>
                  <a:lnTo>
                    <a:pt x="24836" y="285431"/>
                  </a:lnTo>
                  <a:lnTo>
                    <a:pt x="17791" y="273011"/>
                  </a:lnTo>
                  <a:lnTo>
                    <a:pt x="7988" y="255727"/>
                  </a:lnTo>
                  <a:lnTo>
                    <a:pt x="1607" y="244477"/>
                  </a:lnTo>
                  <a:lnTo>
                    <a:pt x="559" y="242659"/>
                  </a:lnTo>
                  <a:lnTo>
                    <a:pt x="0" y="241689"/>
                  </a:lnTo>
                  <a:lnTo>
                    <a:pt x="30462" y="223856"/>
                  </a:lnTo>
                  <a:lnTo>
                    <a:pt x="32186" y="222847"/>
                  </a:lnTo>
                  <a:lnTo>
                    <a:pt x="80562" y="194528"/>
                  </a:lnTo>
                  <a:lnTo>
                    <a:pt x="106202" y="179517"/>
                  </a:lnTo>
                  <a:lnTo>
                    <a:pt x="130557" y="165260"/>
                  </a:lnTo>
                  <a:lnTo>
                    <a:pt x="156146" y="150280"/>
                  </a:lnTo>
                  <a:lnTo>
                    <a:pt x="158296" y="149021"/>
                  </a:lnTo>
                  <a:lnTo>
                    <a:pt x="163676" y="145872"/>
                  </a:lnTo>
                  <a:lnTo>
                    <a:pt x="167295" y="143753"/>
                  </a:lnTo>
                  <a:lnTo>
                    <a:pt x="168527" y="143032"/>
                  </a:lnTo>
                  <a:lnTo>
                    <a:pt x="195693" y="127129"/>
                  </a:lnTo>
                  <a:lnTo>
                    <a:pt x="245129" y="98188"/>
                  </a:lnTo>
                  <a:lnTo>
                    <a:pt x="245727" y="97839"/>
                  </a:lnTo>
                  <a:lnTo>
                    <a:pt x="271205" y="82923"/>
                  </a:lnTo>
                  <a:lnTo>
                    <a:pt x="295177" y="68890"/>
                  </a:lnTo>
                  <a:lnTo>
                    <a:pt x="320562" y="54030"/>
                  </a:lnTo>
                  <a:lnTo>
                    <a:pt x="321351" y="53567"/>
                  </a:lnTo>
                  <a:lnTo>
                    <a:pt x="371253" y="24354"/>
                  </a:lnTo>
                  <a:lnTo>
                    <a:pt x="401146" y="5953"/>
                  </a:lnTo>
                  <a:lnTo>
                    <a:pt x="412856" y="0"/>
                  </a:lnTo>
                  <a:lnTo>
                    <a:pt x="416104" y="5682"/>
                  </a:lnTo>
                  <a:lnTo>
                    <a:pt x="429118" y="27782"/>
                  </a:lnTo>
                  <a:lnTo>
                    <a:pt x="443872" y="52836"/>
                  </a:lnTo>
                  <a:lnTo>
                    <a:pt x="452455" y="67413"/>
                  </a:lnTo>
                  <a:lnTo>
                    <a:pt x="456175" y="73730"/>
                  </a:lnTo>
                  <a:lnTo>
                    <a:pt x="458288" y="77446"/>
                  </a:lnTo>
                  <a:lnTo>
                    <a:pt x="458727" y="78218"/>
                  </a:lnTo>
                  <a:lnTo>
                    <a:pt x="472753" y="102890"/>
                  </a:lnTo>
                  <a:lnTo>
                    <a:pt x="487496" y="128824"/>
                  </a:lnTo>
                  <a:lnTo>
                    <a:pt x="511015" y="170197"/>
                  </a:lnTo>
                  <a:lnTo>
                    <a:pt x="267718" y="316557"/>
                  </a:lnTo>
                  <a:lnTo>
                    <a:pt x="265389" y="317958"/>
                  </a:lnTo>
                  <a:lnTo>
                    <a:pt x="262916" y="319445"/>
                  </a:lnTo>
                  <a:lnTo>
                    <a:pt x="271141" y="333782"/>
                  </a:lnTo>
                  <a:lnTo>
                    <a:pt x="288040" y="363235"/>
                  </a:lnTo>
                  <a:lnTo>
                    <a:pt x="302438" y="388078"/>
                  </a:lnTo>
                  <a:lnTo>
                    <a:pt x="316871" y="4129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6"/>
            <p:cNvSpPr/>
            <p:nvPr/>
          </p:nvSpPr>
          <p:spPr>
            <a:xfrm>
              <a:off x="3380538" y="3980370"/>
              <a:ext cx="610904" cy="414131"/>
            </a:xfrm>
            <a:custGeom>
              <a:avLst/>
              <a:pathLst>
                <a:path w="610904" h="414131">
                  <a:moveTo>
                    <a:pt x="232434" y="110667"/>
                  </a:moveTo>
                  <a:lnTo>
                    <a:pt x="262871" y="161975"/>
                  </a:lnTo>
                  <a:lnTo>
                    <a:pt x="264327" y="161118"/>
                  </a:lnTo>
                  <a:lnTo>
                    <a:pt x="294162" y="143555"/>
                  </a:lnTo>
                  <a:lnTo>
                    <a:pt x="344011" y="114211"/>
                  </a:lnTo>
                  <a:lnTo>
                    <a:pt x="345293" y="113456"/>
                  </a:lnTo>
                  <a:lnTo>
                    <a:pt x="369808" y="99025"/>
                  </a:lnTo>
                  <a:lnTo>
                    <a:pt x="394321" y="84596"/>
                  </a:lnTo>
                  <a:lnTo>
                    <a:pt x="419486" y="69782"/>
                  </a:lnTo>
                  <a:lnTo>
                    <a:pt x="420551" y="69155"/>
                  </a:lnTo>
                  <a:lnTo>
                    <a:pt x="469472" y="40357"/>
                  </a:lnTo>
                  <a:lnTo>
                    <a:pt x="507286" y="18098"/>
                  </a:lnTo>
                  <a:lnTo>
                    <a:pt x="508012" y="19328"/>
                  </a:lnTo>
                  <a:lnTo>
                    <a:pt x="559774" y="107017"/>
                  </a:lnTo>
                  <a:lnTo>
                    <a:pt x="571414" y="99654"/>
                  </a:lnTo>
                  <a:lnTo>
                    <a:pt x="595182" y="140519"/>
                  </a:lnTo>
                  <a:lnTo>
                    <a:pt x="610904" y="167551"/>
                  </a:lnTo>
                  <a:lnTo>
                    <a:pt x="602651" y="172441"/>
                  </a:lnTo>
                  <a:lnTo>
                    <a:pt x="590941" y="178394"/>
                  </a:lnTo>
                  <a:lnTo>
                    <a:pt x="561048" y="196796"/>
                  </a:lnTo>
                  <a:lnTo>
                    <a:pt x="511145" y="226009"/>
                  </a:lnTo>
                  <a:lnTo>
                    <a:pt x="510356" y="226471"/>
                  </a:lnTo>
                  <a:lnTo>
                    <a:pt x="484972" y="241331"/>
                  </a:lnTo>
                  <a:lnTo>
                    <a:pt x="460999" y="255365"/>
                  </a:lnTo>
                  <a:lnTo>
                    <a:pt x="435521" y="270280"/>
                  </a:lnTo>
                  <a:lnTo>
                    <a:pt x="434924" y="270630"/>
                  </a:lnTo>
                  <a:lnTo>
                    <a:pt x="385487" y="299570"/>
                  </a:lnTo>
                  <a:lnTo>
                    <a:pt x="358322" y="315473"/>
                  </a:lnTo>
                  <a:lnTo>
                    <a:pt x="357090" y="316195"/>
                  </a:lnTo>
                  <a:lnTo>
                    <a:pt x="353393" y="318358"/>
                  </a:lnTo>
                  <a:lnTo>
                    <a:pt x="348090" y="321463"/>
                  </a:lnTo>
                  <a:lnTo>
                    <a:pt x="345940" y="322722"/>
                  </a:lnTo>
                  <a:lnTo>
                    <a:pt x="320351" y="337701"/>
                  </a:lnTo>
                  <a:lnTo>
                    <a:pt x="295997" y="351959"/>
                  </a:lnTo>
                  <a:lnTo>
                    <a:pt x="270356" y="366969"/>
                  </a:lnTo>
                  <a:lnTo>
                    <a:pt x="221981" y="395288"/>
                  </a:lnTo>
                  <a:lnTo>
                    <a:pt x="220256" y="396298"/>
                  </a:lnTo>
                  <a:lnTo>
                    <a:pt x="189794" y="414131"/>
                  </a:lnTo>
                  <a:lnTo>
                    <a:pt x="186606" y="408602"/>
                  </a:lnTo>
                  <a:lnTo>
                    <a:pt x="160156" y="362732"/>
                  </a:lnTo>
                  <a:lnTo>
                    <a:pt x="145128" y="336669"/>
                  </a:lnTo>
                  <a:lnTo>
                    <a:pt x="130298" y="311572"/>
                  </a:lnTo>
                  <a:lnTo>
                    <a:pt x="117990" y="290742"/>
                  </a:lnTo>
                  <a:lnTo>
                    <a:pt x="99535" y="259510"/>
                  </a:lnTo>
                  <a:lnTo>
                    <a:pt x="96717" y="254741"/>
                  </a:lnTo>
                  <a:lnTo>
                    <a:pt x="81365" y="228759"/>
                  </a:lnTo>
                  <a:lnTo>
                    <a:pt x="68529" y="207037"/>
                  </a:lnTo>
                  <a:lnTo>
                    <a:pt x="65610" y="202097"/>
                  </a:lnTo>
                  <a:lnTo>
                    <a:pt x="63138" y="197914"/>
                  </a:lnTo>
                  <a:lnTo>
                    <a:pt x="52950" y="180671"/>
                  </a:lnTo>
                  <a:lnTo>
                    <a:pt x="38479" y="155047"/>
                  </a:lnTo>
                  <a:lnTo>
                    <a:pt x="35603" y="149955"/>
                  </a:lnTo>
                  <a:lnTo>
                    <a:pt x="0" y="94781"/>
                  </a:lnTo>
                  <a:lnTo>
                    <a:pt x="1395" y="93990"/>
                  </a:lnTo>
                  <a:lnTo>
                    <a:pt x="3349" y="92883"/>
                  </a:lnTo>
                  <a:lnTo>
                    <a:pt x="21584" y="82548"/>
                  </a:lnTo>
                  <a:lnTo>
                    <a:pt x="31637" y="76850"/>
                  </a:lnTo>
                  <a:lnTo>
                    <a:pt x="32292" y="76475"/>
                  </a:lnTo>
                  <a:lnTo>
                    <a:pt x="35467" y="74659"/>
                  </a:lnTo>
                  <a:lnTo>
                    <a:pt x="59454" y="60933"/>
                  </a:lnTo>
                  <a:lnTo>
                    <a:pt x="82966" y="47480"/>
                  </a:lnTo>
                  <a:lnTo>
                    <a:pt x="84787" y="46438"/>
                  </a:lnTo>
                  <a:lnTo>
                    <a:pt x="109178" y="32480"/>
                  </a:lnTo>
                  <a:lnTo>
                    <a:pt x="135149" y="17620"/>
                  </a:lnTo>
                  <a:lnTo>
                    <a:pt x="143190" y="13019"/>
                  </a:lnTo>
                  <a:lnTo>
                    <a:pt x="155564" y="6191"/>
                  </a:lnTo>
                  <a:lnTo>
                    <a:pt x="166785" y="0"/>
                  </a:lnTo>
                  <a:lnTo>
                    <a:pt x="169358" y="4336"/>
                  </a:lnTo>
                  <a:lnTo>
                    <a:pt x="202004" y="59370"/>
                  </a:lnTo>
                  <a:lnTo>
                    <a:pt x="216862" y="844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27"/>
            <p:cNvSpPr/>
            <p:nvPr/>
          </p:nvSpPr>
          <p:spPr>
            <a:xfrm>
              <a:off x="3363313" y="4657893"/>
              <a:ext cx="529785" cy="395338"/>
            </a:xfrm>
            <a:custGeom>
              <a:avLst/>
              <a:pathLst>
                <a:path w="529785" h="395338">
                  <a:moveTo>
                    <a:pt x="458927" y="337271"/>
                  </a:moveTo>
                  <a:lnTo>
                    <a:pt x="459046" y="335767"/>
                  </a:lnTo>
                  <a:lnTo>
                    <a:pt x="459193" y="333905"/>
                  </a:lnTo>
                  <a:lnTo>
                    <a:pt x="451459" y="322281"/>
                  </a:lnTo>
                  <a:lnTo>
                    <a:pt x="439665" y="304555"/>
                  </a:lnTo>
                  <a:lnTo>
                    <a:pt x="431674" y="293429"/>
                  </a:lnTo>
                  <a:lnTo>
                    <a:pt x="421168" y="288887"/>
                  </a:lnTo>
                  <a:lnTo>
                    <a:pt x="420940" y="288788"/>
                  </a:lnTo>
                  <a:lnTo>
                    <a:pt x="420532" y="289697"/>
                  </a:lnTo>
                  <a:lnTo>
                    <a:pt x="394488" y="275821"/>
                  </a:lnTo>
                  <a:lnTo>
                    <a:pt x="385232" y="271047"/>
                  </a:lnTo>
                  <a:lnTo>
                    <a:pt x="349122" y="254329"/>
                  </a:lnTo>
                  <a:lnTo>
                    <a:pt x="309213" y="235852"/>
                  </a:lnTo>
                  <a:lnTo>
                    <a:pt x="276267" y="219858"/>
                  </a:lnTo>
                  <a:lnTo>
                    <a:pt x="262564" y="213206"/>
                  </a:lnTo>
                  <a:lnTo>
                    <a:pt x="252016" y="207838"/>
                  </a:lnTo>
                  <a:lnTo>
                    <a:pt x="230077" y="197528"/>
                  </a:lnTo>
                  <a:lnTo>
                    <a:pt x="220350" y="192957"/>
                  </a:lnTo>
                  <a:lnTo>
                    <a:pt x="214465" y="190191"/>
                  </a:lnTo>
                  <a:lnTo>
                    <a:pt x="203731" y="185147"/>
                  </a:lnTo>
                  <a:lnTo>
                    <a:pt x="188223" y="177859"/>
                  </a:lnTo>
                  <a:lnTo>
                    <a:pt x="178869" y="173463"/>
                  </a:lnTo>
                  <a:lnTo>
                    <a:pt x="173151" y="170776"/>
                  </a:lnTo>
                  <a:lnTo>
                    <a:pt x="171120" y="169822"/>
                  </a:lnTo>
                  <a:lnTo>
                    <a:pt x="165835" y="167338"/>
                  </a:lnTo>
                  <a:lnTo>
                    <a:pt x="155563" y="162511"/>
                  </a:lnTo>
                  <a:lnTo>
                    <a:pt x="147613" y="158500"/>
                  </a:lnTo>
                  <a:lnTo>
                    <a:pt x="139548" y="154431"/>
                  </a:lnTo>
                  <a:lnTo>
                    <a:pt x="126713" y="147955"/>
                  </a:lnTo>
                  <a:lnTo>
                    <a:pt x="121339" y="145243"/>
                  </a:lnTo>
                  <a:lnTo>
                    <a:pt x="103765" y="136377"/>
                  </a:lnTo>
                  <a:lnTo>
                    <a:pt x="101506" y="135237"/>
                  </a:lnTo>
                  <a:lnTo>
                    <a:pt x="79434" y="124101"/>
                  </a:lnTo>
                  <a:lnTo>
                    <a:pt x="54018" y="112584"/>
                  </a:lnTo>
                  <a:lnTo>
                    <a:pt x="24909" y="99394"/>
                  </a:lnTo>
                  <a:lnTo>
                    <a:pt x="20837" y="97705"/>
                  </a:lnTo>
                  <a:lnTo>
                    <a:pt x="20119" y="97407"/>
                  </a:lnTo>
                  <a:lnTo>
                    <a:pt x="12944" y="85723"/>
                  </a:lnTo>
                  <a:lnTo>
                    <a:pt x="0" y="64643"/>
                  </a:lnTo>
                  <a:lnTo>
                    <a:pt x="342" y="64433"/>
                  </a:lnTo>
                  <a:lnTo>
                    <a:pt x="17827" y="53691"/>
                  </a:lnTo>
                  <a:lnTo>
                    <a:pt x="21102" y="51678"/>
                  </a:lnTo>
                  <a:lnTo>
                    <a:pt x="34127" y="43676"/>
                  </a:lnTo>
                  <a:lnTo>
                    <a:pt x="49795" y="34050"/>
                  </a:lnTo>
                  <a:lnTo>
                    <a:pt x="51795" y="32872"/>
                  </a:lnTo>
                  <a:lnTo>
                    <a:pt x="68803" y="22847"/>
                  </a:lnTo>
                  <a:lnTo>
                    <a:pt x="107567" y="0"/>
                  </a:lnTo>
                  <a:lnTo>
                    <a:pt x="108458" y="1466"/>
                  </a:lnTo>
                  <a:lnTo>
                    <a:pt x="119812" y="20155"/>
                  </a:lnTo>
                  <a:lnTo>
                    <a:pt x="119537" y="20305"/>
                  </a:lnTo>
                  <a:lnTo>
                    <a:pt x="125734" y="28693"/>
                  </a:lnTo>
                  <a:lnTo>
                    <a:pt x="133452" y="39142"/>
                  </a:lnTo>
                  <a:lnTo>
                    <a:pt x="133101" y="39350"/>
                  </a:lnTo>
                  <a:lnTo>
                    <a:pt x="132349" y="39795"/>
                  </a:lnTo>
                  <a:lnTo>
                    <a:pt x="119699" y="47286"/>
                  </a:lnTo>
                  <a:lnTo>
                    <a:pt x="132138" y="68076"/>
                  </a:lnTo>
                  <a:lnTo>
                    <a:pt x="160629" y="53186"/>
                  </a:lnTo>
                  <a:lnTo>
                    <a:pt x="171305" y="71255"/>
                  </a:lnTo>
                  <a:lnTo>
                    <a:pt x="175064" y="77616"/>
                  </a:lnTo>
                  <a:lnTo>
                    <a:pt x="182291" y="89846"/>
                  </a:lnTo>
                  <a:lnTo>
                    <a:pt x="183328" y="91387"/>
                  </a:lnTo>
                  <a:lnTo>
                    <a:pt x="185419" y="94492"/>
                  </a:lnTo>
                  <a:lnTo>
                    <a:pt x="187996" y="98880"/>
                  </a:lnTo>
                  <a:lnTo>
                    <a:pt x="192854" y="107150"/>
                  </a:lnTo>
                  <a:lnTo>
                    <a:pt x="199933" y="119711"/>
                  </a:lnTo>
                  <a:lnTo>
                    <a:pt x="200336" y="120424"/>
                  </a:lnTo>
                  <a:lnTo>
                    <a:pt x="201697" y="122840"/>
                  </a:lnTo>
                  <a:lnTo>
                    <a:pt x="203916" y="126592"/>
                  </a:lnTo>
                  <a:lnTo>
                    <a:pt x="206847" y="131547"/>
                  </a:lnTo>
                  <a:lnTo>
                    <a:pt x="209650" y="136285"/>
                  </a:lnTo>
                  <a:lnTo>
                    <a:pt x="229804" y="124580"/>
                  </a:lnTo>
                  <a:lnTo>
                    <a:pt x="237618" y="120041"/>
                  </a:lnTo>
                  <a:lnTo>
                    <a:pt x="265136" y="165951"/>
                  </a:lnTo>
                  <a:lnTo>
                    <a:pt x="268261" y="164105"/>
                  </a:lnTo>
                  <a:lnTo>
                    <a:pt x="270567" y="164308"/>
                  </a:lnTo>
                  <a:lnTo>
                    <a:pt x="272467" y="165161"/>
                  </a:lnTo>
                  <a:lnTo>
                    <a:pt x="273214" y="165496"/>
                  </a:lnTo>
                  <a:lnTo>
                    <a:pt x="278534" y="167885"/>
                  </a:lnTo>
                  <a:lnTo>
                    <a:pt x="285553" y="171036"/>
                  </a:lnTo>
                  <a:lnTo>
                    <a:pt x="285090" y="172039"/>
                  </a:lnTo>
                  <a:lnTo>
                    <a:pt x="288686" y="173897"/>
                  </a:lnTo>
                  <a:lnTo>
                    <a:pt x="297869" y="178640"/>
                  </a:lnTo>
                  <a:lnTo>
                    <a:pt x="308259" y="184006"/>
                  </a:lnTo>
                  <a:lnTo>
                    <a:pt x="310005" y="184908"/>
                  </a:lnTo>
                  <a:lnTo>
                    <a:pt x="311831" y="185432"/>
                  </a:lnTo>
                  <a:lnTo>
                    <a:pt x="323137" y="188681"/>
                  </a:lnTo>
                  <a:lnTo>
                    <a:pt x="323613" y="188829"/>
                  </a:lnTo>
                  <a:lnTo>
                    <a:pt x="330027" y="190828"/>
                  </a:lnTo>
                  <a:lnTo>
                    <a:pt x="333566" y="192298"/>
                  </a:lnTo>
                  <a:lnTo>
                    <a:pt x="336106" y="193354"/>
                  </a:lnTo>
                  <a:lnTo>
                    <a:pt x="338108" y="188982"/>
                  </a:lnTo>
                  <a:lnTo>
                    <a:pt x="339499" y="186229"/>
                  </a:lnTo>
                  <a:lnTo>
                    <a:pt x="341342" y="186997"/>
                  </a:lnTo>
                  <a:lnTo>
                    <a:pt x="351477" y="191216"/>
                  </a:lnTo>
                  <a:lnTo>
                    <a:pt x="351697" y="191308"/>
                  </a:lnTo>
                  <a:lnTo>
                    <a:pt x="364083" y="196464"/>
                  </a:lnTo>
                  <a:lnTo>
                    <a:pt x="363166" y="198672"/>
                  </a:lnTo>
                  <a:lnTo>
                    <a:pt x="372123" y="203014"/>
                  </a:lnTo>
                  <a:lnTo>
                    <a:pt x="372460" y="203178"/>
                  </a:lnTo>
                  <a:lnTo>
                    <a:pt x="386017" y="209750"/>
                  </a:lnTo>
                  <a:lnTo>
                    <a:pt x="386459" y="209964"/>
                  </a:lnTo>
                  <a:lnTo>
                    <a:pt x="399195" y="216139"/>
                  </a:lnTo>
                  <a:lnTo>
                    <a:pt x="396614" y="221714"/>
                  </a:lnTo>
                  <a:lnTo>
                    <a:pt x="410249" y="227765"/>
                  </a:lnTo>
                  <a:lnTo>
                    <a:pt x="409257" y="229710"/>
                  </a:lnTo>
                  <a:lnTo>
                    <a:pt x="405427" y="237216"/>
                  </a:lnTo>
                  <a:lnTo>
                    <a:pt x="407735" y="238380"/>
                  </a:lnTo>
                  <a:lnTo>
                    <a:pt x="418587" y="243858"/>
                  </a:lnTo>
                  <a:lnTo>
                    <a:pt x="417631" y="245576"/>
                  </a:lnTo>
                  <a:lnTo>
                    <a:pt x="430871" y="251811"/>
                  </a:lnTo>
                  <a:lnTo>
                    <a:pt x="431027" y="251885"/>
                  </a:lnTo>
                  <a:lnTo>
                    <a:pt x="432446" y="252553"/>
                  </a:lnTo>
                  <a:lnTo>
                    <a:pt x="435931" y="254194"/>
                  </a:lnTo>
                  <a:lnTo>
                    <a:pt x="442483" y="257280"/>
                  </a:lnTo>
                  <a:lnTo>
                    <a:pt x="447349" y="259572"/>
                  </a:lnTo>
                  <a:lnTo>
                    <a:pt x="460040" y="266867"/>
                  </a:lnTo>
                  <a:lnTo>
                    <a:pt x="469899" y="282608"/>
                  </a:lnTo>
                  <a:lnTo>
                    <a:pt x="474302" y="289123"/>
                  </a:lnTo>
                  <a:lnTo>
                    <a:pt x="515126" y="263935"/>
                  </a:lnTo>
                  <a:lnTo>
                    <a:pt x="529785" y="288018"/>
                  </a:lnTo>
                  <a:lnTo>
                    <a:pt x="475511" y="322991"/>
                  </a:lnTo>
                  <a:lnTo>
                    <a:pt x="472610" y="324860"/>
                  </a:lnTo>
                  <a:lnTo>
                    <a:pt x="488319" y="349510"/>
                  </a:lnTo>
                  <a:lnTo>
                    <a:pt x="503516" y="374366"/>
                  </a:lnTo>
                  <a:lnTo>
                    <a:pt x="508395" y="382345"/>
                  </a:lnTo>
                  <a:lnTo>
                    <a:pt x="513067" y="389987"/>
                  </a:lnTo>
                  <a:lnTo>
                    <a:pt x="507019" y="393608"/>
                  </a:lnTo>
                  <a:lnTo>
                    <a:pt x="504130" y="395338"/>
                  </a:lnTo>
                  <a:lnTo>
                    <a:pt x="495641" y="387141"/>
                  </a:lnTo>
                  <a:lnTo>
                    <a:pt x="494540" y="385673"/>
                  </a:lnTo>
                  <a:lnTo>
                    <a:pt x="492728" y="383257"/>
                  </a:lnTo>
                  <a:lnTo>
                    <a:pt x="482224" y="369253"/>
                  </a:lnTo>
                  <a:lnTo>
                    <a:pt x="479022" y="364984"/>
                  </a:lnTo>
                  <a:lnTo>
                    <a:pt x="477310" y="362622"/>
                  </a:lnTo>
                  <a:lnTo>
                    <a:pt x="468716" y="350771"/>
                  </a:lnTo>
                  <a:lnTo>
                    <a:pt x="466787" y="348110"/>
                  </a:lnTo>
                  <a:lnTo>
                    <a:pt x="465994" y="347017"/>
                  </a:lnTo>
                  <a:lnTo>
                    <a:pt x="464622" y="345124"/>
                  </a:lnTo>
                  <a:lnTo>
                    <a:pt x="464169" y="344499"/>
                  </a:lnTo>
                  <a:lnTo>
                    <a:pt x="460847" y="33991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28"/>
            <p:cNvSpPr/>
            <p:nvPr/>
          </p:nvSpPr>
          <p:spPr>
            <a:xfrm>
              <a:off x="4123595" y="3717152"/>
              <a:ext cx="510693" cy="521519"/>
            </a:xfrm>
            <a:custGeom>
              <a:avLst/>
              <a:pathLst>
                <a:path w="510693" h="521519">
                  <a:moveTo>
                    <a:pt x="317669" y="127576"/>
                  </a:moveTo>
                  <a:lnTo>
                    <a:pt x="332828" y="153398"/>
                  </a:lnTo>
                  <a:lnTo>
                    <a:pt x="373441" y="129392"/>
                  </a:lnTo>
                  <a:lnTo>
                    <a:pt x="383505" y="123443"/>
                  </a:lnTo>
                  <a:lnTo>
                    <a:pt x="411666" y="106796"/>
                  </a:lnTo>
                  <a:lnTo>
                    <a:pt x="421604" y="123778"/>
                  </a:lnTo>
                  <a:lnTo>
                    <a:pt x="427701" y="134198"/>
                  </a:lnTo>
                  <a:lnTo>
                    <a:pt x="428445" y="135468"/>
                  </a:lnTo>
                  <a:lnTo>
                    <a:pt x="428910" y="136262"/>
                  </a:lnTo>
                  <a:lnTo>
                    <a:pt x="446516" y="166349"/>
                  </a:lnTo>
                  <a:lnTo>
                    <a:pt x="458858" y="187439"/>
                  </a:lnTo>
                  <a:lnTo>
                    <a:pt x="469304" y="205367"/>
                  </a:lnTo>
                  <a:lnTo>
                    <a:pt x="475061" y="215248"/>
                  </a:lnTo>
                  <a:lnTo>
                    <a:pt x="486631" y="235105"/>
                  </a:lnTo>
                  <a:lnTo>
                    <a:pt x="493953" y="247672"/>
                  </a:lnTo>
                  <a:lnTo>
                    <a:pt x="505045" y="266709"/>
                  </a:lnTo>
                  <a:lnTo>
                    <a:pt x="510693" y="277865"/>
                  </a:lnTo>
                  <a:lnTo>
                    <a:pt x="356219" y="369567"/>
                  </a:lnTo>
                  <a:lnTo>
                    <a:pt x="203077" y="460479"/>
                  </a:lnTo>
                  <a:lnTo>
                    <a:pt x="169134" y="480593"/>
                  </a:lnTo>
                  <a:lnTo>
                    <a:pt x="99843" y="521519"/>
                  </a:lnTo>
                  <a:lnTo>
                    <a:pt x="93502" y="510794"/>
                  </a:lnTo>
                  <a:lnTo>
                    <a:pt x="88767" y="502786"/>
                  </a:lnTo>
                  <a:lnTo>
                    <a:pt x="75451" y="480264"/>
                  </a:lnTo>
                  <a:lnTo>
                    <a:pt x="60915" y="455677"/>
                  </a:lnTo>
                  <a:lnTo>
                    <a:pt x="46413" y="431149"/>
                  </a:lnTo>
                  <a:lnTo>
                    <a:pt x="46099" y="430613"/>
                  </a:lnTo>
                  <a:lnTo>
                    <a:pt x="30899" y="404656"/>
                  </a:lnTo>
                  <a:lnTo>
                    <a:pt x="16653" y="380328"/>
                  </a:lnTo>
                  <a:lnTo>
                    <a:pt x="636" y="352975"/>
                  </a:lnTo>
                  <a:lnTo>
                    <a:pt x="0" y="351888"/>
                  </a:lnTo>
                  <a:lnTo>
                    <a:pt x="25755" y="336219"/>
                  </a:lnTo>
                  <a:lnTo>
                    <a:pt x="49530" y="321755"/>
                  </a:lnTo>
                  <a:lnTo>
                    <a:pt x="62393" y="313929"/>
                  </a:lnTo>
                  <a:lnTo>
                    <a:pt x="101515" y="290128"/>
                  </a:lnTo>
                  <a:lnTo>
                    <a:pt x="90121" y="271228"/>
                  </a:lnTo>
                  <a:lnTo>
                    <a:pt x="85300" y="262936"/>
                  </a:lnTo>
                  <a:lnTo>
                    <a:pt x="60412" y="220134"/>
                  </a:lnTo>
                  <a:lnTo>
                    <a:pt x="57414" y="215058"/>
                  </a:lnTo>
                  <a:lnTo>
                    <a:pt x="56351" y="213257"/>
                  </a:lnTo>
                  <a:lnTo>
                    <a:pt x="54184" y="209589"/>
                  </a:lnTo>
                  <a:lnTo>
                    <a:pt x="36610" y="179835"/>
                  </a:lnTo>
                  <a:lnTo>
                    <a:pt x="30071" y="168763"/>
                  </a:lnTo>
                  <a:lnTo>
                    <a:pt x="27245" y="163856"/>
                  </a:lnTo>
                  <a:lnTo>
                    <a:pt x="19458" y="150329"/>
                  </a:lnTo>
                  <a:lnTo>
                    <a:pt x="16163" y="144607"/>
                  </a:lnTo>
                  <a:lnTo>
                    <a:pt x="11531" y="136561"/>
                  </a:lnTo>
                  <a:lnTo>
                    <a:pt x="18945" y="132243"/>
                  </a:lnTo>
                  <a:lnTo>
                    <a:pt x="63597" y="106239"/>
                  </a:lnTo>
                  <a:lnTo>
                    <a:pt x="64032" y="105986"/>
                  </a:lnTo>
                  <a:lnTo>
                    <a:pt x="88741" y="91596"/>
                  </a:lnTo>
                  <a:lnTo>
                    <a:pt x="89310" y="91265"/>
                  </a:lnTo>
                  <a:lnTo>
                    <a:pt x="113847" y="76829"/>
                  </a:lnTo>
                  <a:lnTo>
                    <a:pt x="115301" y="75973"/>
                  </a:lnTo>
                  <a:lnTo>
                    <a:pt x="165494" y="45087"/>
                  </a:lnTo>
                  <a:lnTo>
                    <a:pt x="167572" y="43808"/>
                  </a:lnTo>
                  <a:lnTo>
                    <a:pt x="192721" y="29160"/>
                  </a:lnTo>
                  <a:lnTo>
                    <a:pt x="218498" y="14145"/>
                  </a:lnTo>
                  <a:lnTo>
                    <a:pt x="242922" y="0"/>
                  </a:lnTo>
                  <a:lnTo>
                    <a:pt x="258491" y="26607"/>
                  </a:lnTo>
                  <a:lnTo>
                    <a:pt x="259066" y="27589"/>
                  </a:lnTo>
                  <a:lnTo>
                    <a:pt x="260004" y="29192"/>
                  </a:lnTo>
                  <a:lnTo>
                    <a:pt x="272535" y="50608"/>
                  </a:lnTo>
                  <a:lnTo>
                    <a:pt x="287884" y="76839"/>
                  </a:lnTo>
                  <a:lnTo>
                    <a:pt x="302578" y="101870"/>
                  </a:lnTo>
                  <a:lnTo>
                    <a:pt x="315807" y="12440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29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0"/>
            <p:cNvSpPr/>
            <p:nvPr/>
          </p:nvSpPr>
          <p:spPr>
            <a:xfrm>
              <a:off x="4366518" y="3579059"/>
              <a:ext cx="599125" cy="415958"/>
            </a:xfrm>
            <a:custGeom>
              <a:avLst/>
              <a:pathLst>
                <a:path w="599125" h="415958">
                  <a:moveTo>
                    <a:pt x="323171" y="153213"/>
                  </a:moveTo>
                  <a:lnTo>
                    <a:pt x="323367" y="153491"/>
                  </a:lnTo>
                  <a:lnTo>
                    <a:pt x="344896" y="140765"/>
                  </a:lnTo>
                  <a:lnTo>
                    <a:pt x="349222" y="138169"/>
                  </a:lnTo>
                  <a:lnTo>
                    <a:pt x="397219" y="109362"/>
                  </a:lnTo>
                  <a:lnTo>
                    <a:pt x="399569" y="107952"/>
                  </a:lnTo>
                  <a:lnTo>
                    <a:pt x="399946" y="107725"/>
                  </a:lnTo>
                  <a:lnTo>
                    <a:pt x="449875" y="77760"/>
                  </a:lnTo>
                  <a:lnTo>
                    <a:pt x="492805" y="50236"/>
                  </a:lnTo>
                  <a:lnTo>
                    <a:pt x="493326" y="49902"/>
                  </a:lnTo>
                  <a:lnTo>
                    <a:pt x="494549" y="52043"/>
                  </a:lnTo>
                  <a:lnTo>
                    <a:pt x="504262" y="69050"/>
                  </a:lnTo>
                  <a:lnTo>
                    <a:pt x="517871" y="92880"/>
                  </a:lnTo>
                  <a:lnTo>
                    <a:pt x="520238" y="97025"/>
                  </a:lnTo>
                  <a:lnTo>
                    <a:pt x="585244" y="210850"/>
                  </a:lnTo>
                  <a:lnTo>
                    <a:pt x="599125" y="235000"/>
                  </a:lnTo>
                  <a:lnTo>
                    <a:pt x="597863" y="235752"/>
                  </a:lnTo>
                  <a:lnTo>
                    <a:pt x="582066" y="245288"/>
                  </a:lnTo>
                  <a:lnTo>
                    <a:pt x="555195" y="261511"/>
                  </a:lnTo>
                  <a:lnTo>
                    <a:pt x="552235" y="263298"/>
                  </a:lnTo>
                  <a:lnTo>
                    <a:pt x="551360" y="263826"/>
                  </a:lnTo>
                  <a:lnTo>
                    <a:pt x="549962" y="264659"/>
                  </a:lnTo>
                  <a:lnTo>
                    <a:pt x="530395" y="276317"/>
                  </a:lnTo>
                  <a:lnTo>
                    <a:pt x="527913" y="277797"/>
                  </a:lnTo>
                  <a:lnTo>
                    <a:pt x="521319" y="281725"/>
                  </a:lnTo>
                  <a:lnTo>
                    <a:pt x="519931" y="282552"/>
                  </a:lnTo>
                  <a:lnTo>
                    <a:pt x="477896" y="307598"/>
                  </a:lnTo>
                  <a:lnTo>
                    <a:pt x="472934" y="299076"/>
                  </a:lnTo>
                  <a:lnTo>
                    <a:pt x="467877" y="290391"/>
                  </a:lnTo>
                  <a:lnTo>
                    <a:pt x="464353" y="284339"/>
                  </a:lnTo>
                  <a:lnTo>
                    <a:pt x="445249" y="295920"/>
                  </a:lnTo>
                  <a:lnTo>
                    <a:pt x="443575" y="296935"/>
                  </a:lnTo>
                  <a:lnTo>
                    <a:pt x="442707" y="297461"/>
                  </a:lnTo>
                  <a:lnTo>
                    <a:pt x="414352" y="314963"/>
                  </a:lnTo>
                  <a:lnTo>
                    <a:pt x="420357" y="325326"/>
                  </a:lnTo>
                  <a:lnTo>
                    <a:pt x="322079" y="383700"/>
                  </a:lnTo>
                  <a:lnTo>
                    <a:pt x="267770" y="415958"/>
                  </a:lnTo>
                  <a:lnTo>
                    <a:pt x="262122" y="404802"/>
                  </a:lnTo>
                  <a:lnTo>
                    <a:pt x="251030" y="385765"/>
                  </a:lnTo>
                  <a:lnTo>
                    <a:pt x="243708" y="373198"/>
                  </a:lnTo>
                  <a:lnTo>
                    <a:pt x="232138" y="353341"/>
                  </a:lnTo>
                  <a:lnTo>
                    <a:pt x="226381" y="343460"/>
                  </a:lnTo>
                  <a:lnTo>
                    <a:pt x="215881" y="325439"/>
                  </a:lnTo>
                  <a:lnTo>
                    <a:pt x="203593" y="304442"/>
                  </a:lnTo>
                  <a:lnTo>
                    <a:pt x="185987" y="274355"/>
                  </a:lnTo>
                  <a:lnTo>
                    <a:pt x="185522" y="273561"/>
                  </a:lnTo>
                  <a:lnTo>
                    <a:pt x="184778" y="272291"/>
                  </a:lnTo>
                  <a:lnTo>
                    <a:pt x="178681" y="261871"/>
                  </a:lnTo>
                  <a:lnTo>
                    <a:pt x="168743" y="244890"/>
                  </a:lnTo>
                  <a:lnTo>
                    <a:pt x="140582" y="261536"/>
                  </a:lnTo>
                  <a:lnTo>
                    <a:pt x="130515" y="267486"/>
                  </a:lnTo>
                  <a:lnTo>
                    <a:pt x="89905" y="291491"/>
                  </a:lnTo>
                  <a:lnTo>
                    <a:pt x="74746" y="265669"/>
                  </a:lnTo>
                  <a:lnTo>
                    <a:pt x="72884" y="262498"/>
                  </a:lnTo>
                  <a:lnTo>
                    <a:pt x="59655" y="239963"/>
                  </a:lnTo>
                  <a:lnTo>
                    <a:pt x="44961" y="214932"/>
                  </a:lnTo>
                  <a:lnTo>
                    <a:pt x="29612" y="188701"/>
                  </a:lnTo>
                  <a:lnTo>
                    <a:pt x="17081" y="167286"/>
                  </a:lnTo>
                  <a:lnTo>
                    <a:pt x="16143" y="165682"/>
                  </a:lnTo>
                  <a:lnTo>
                    <a:pt x="15569" y="164700"/>
                  </a:lnTo>
                  <a:lnTo>
                    <a:pt x="0" y="138093"/>
                  </a:lnTo>
                  <a:lnTo>
                    <a:pt x="2680" y="136540"/>
                  </a:lnTo>
                  <a:lnTo>
                    <a:pt x="26801" y="121637"/>
                  </a:lnTo>
                  <a:lnTo>
                    <a:pt x="27147" y="121434"/>
                  </a:lnTo>
                  <a:lnTo>
                    <a:pt x="49892" y="108062"/>
                  </a:lnTo>
                  <a:lnTo>
                    <a:pt x="78056" y="91503"/>
                  </a:lnTo>
                  <a:lnTo>
                    <a:pt x="79735" y="90516"/>
                  </a:lnTo>
                  <a:lnTo>
                    <a:pt x="104156" y="76045"/>
                  </a:lnTo>
                  <a:lnTo>
                    <a:pt x="131309" y="59956"/>
                  </a:lnTo>
                  <a:lnTo>
                    <a:pt x="154668" y="46115"/>
                  </a:lnTo>
                  <a:lnTo>
                    <a:pt x="156639" y="44947"/>
                  </a:lnTo>
                  <a:lnTo>
                    <a:pt x="181373" y="30596"/>
                  </a:lnTo>
                  <a:lnTo>
                    <a:pt x="216642" y="9639"/>
                  </a:lnTo>
                  <a:lnTo>
                    <a:pt x="230840" y="1203"/>
                  </a:lnTo>
                  <a:lnTo>
                    <a:pt x="2328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1"/>
            <p:cNvSpPr/>
            <p:nvPr/>
          </p:nvSpPr>
          <p:spPr>
            <a:xfrm>
              <a:off x="4884389" y="3512187"/>
              <a:ext cx="452589" cy="514259"/>
            </a:xfrm>
            <a:custGeom>
              <a:avLst/>
              <a:pathLst>
                <a:path w="452589" h="514259">
                  <a:moveTo>
                    <a:pt x="363830" y="62793"/>
                  </a:moveTo>
                  <a:lnTo>
                    <a:pt x="373020" y="81749"/>
                  </a:lnTo>
                  <a:lnTo>
                    <a:pt x="381845" y="101486"/>
                  </a:lnTo>
                  <a:lnTo>
                    <a:pt x="388106" y="124030"/>
                  </a:lnTo>
                  <a:lnTo>
                    <a:pt x="389912" y="133639"/>
                  </a:lnTo>
                  <a:lnTo>
                    <a:pt x="390753" y="154502"/>
                  </a:lnTo>
                  <a:lnTo>
                    <a:pt x="397761" y="207615"/>
                  </a:lnTo>
                  <a:lnTo>
                    <a:pt x="414922" y="268526"/>
                  </a:lnTo>
                  <a:lnTo>
                    <a:pt x="420004" y="286567"/>
                  </a:lnTo>
                  <a:lnTo>
                    <a:pt x="426709" y="310918"/>
                  </a:lnTo>
                  <a:lnTo>
                    <a:pt x="431678" y="328968"/>
                  </a:lnTo>
                  <a:lnTo>
                    <a:pt x="439246" y="356456"/>
                  </a:lnTo>
                  <a:lnTo>
                    <a:pt x="445406" y="378830"/>
                  </a:lnTo>
                  <a:lnTo>
                    <a:pt x="452589" y="404387"/>
                  </a:lnTo>
                  <a:lnTo>
                    <a:pt x="417920" y="413839"/>
                  </a:lnTo>
                  <a:lnTo>
                    <a:pt x="416620" y="414193"/>
                  </a:lnTo>
                  <a:lnTo>
                    <a:pt x="394079" y="420547"/>
                  </a:lnTo>
                  <a:lnTo>
                    <a:pt x="392408" y="421018"/>
                  </a:lnTo>
                  <a:lnTo>
                    <a:pt x="340868" y="435646"/>
                  </a:lnTo>
                  <a:lnTo>
                    <a:pt x="340185" y="435840"/>
                  </a:lnTo>
                  <a:lnTo>
                    <a:pt x="329867" y="439378"/>
                  </a:lnTo>
                  <a:lnTo>
                    <a:pt x="320114" y="443690"/>
                  </a:lnTo>
                  <a:lnTo>
                    <a:pt x="310325" y="448698"/>
                  </a:lnTo>
                  <a:lnTo>
                    <a:pt x="309880" y="448926"/>
                  </a:lnTo>
                  <a:lnTo>
                    <a:pt x="287677" y="461910"/>
                  </a:lnTo>
                  <a:lnTo>
                    <a:pt x="265032" y="475153"/>
                  </a:lnTo>
                  <a:lnTo>
                    <a:pt x="264832" y="475269"/>
                  </a:lnTo>
                  <a:lnTo>
                    <a:pt x="264639" y="475382"/>
                  </a:lnTo>
                  <a:lnTo>
                    <a:pt x="244344" y="487822"/>
                  </a:lnTo>
                  <a:lnTo>
                    <a:pt x="243934" y="488074"/>
                  </a:lnTo>
                  <a:lnTo>
                    <a:pt x="225375" y="499280"/>
                  </a:lnTo>
                  <a:lnTo>
                    <a:pt x="203333" y="514259"/>
                  </a:lnTo>
                  <a:lnTo>
                    <a:pt x="81254" y="301871"/>
                  </a:lnTo>
                  <a:lnTo>
                    <a:pt x="67372" y="277721"/>
                  </a:lnTo>
                  <a:lnTo>
                    <a:pt x="2367" y="163897"/>
                  </a:lnTo>
                  <a:lnTo>
                    <a:pt x="0" y="159752"/>
                  </a:lnTo>
                  <a:lnTo>
                    <a:pt x="14725" y="141267"/>
                  </a:lnTo>
                  <a:lnTo>
                    <a:pt x="20559" y="133403"/>
                  </a:lnTo>
                  <a:lnTo>
                    <a:pt x="25798" y="126341"/>
                  </a:lnTo>
                  <a:lnTo>
                    <a:pt x="26477" y="125425"/>
                  </a:lnTo>
                  <a:lnTo>
                    <a:pt x="26735" y="125082"/>
                  </a:lnTo>
                  <a:lnTo>
                    <a:pt x="35815" y="114499"/>
                  </a:lnTo>
                  <a:lnTo>
                    <a:pt x="41863" y="106113"/>
                  </a:lnTo>
                  <a:lnTo>
                    <a:pt x="59347" y="81872"/>
                  </a:lnTo>
                  <a:lnTo>
                    <a:pt x="76750" y="57743"/>
                  </a:lnTo>
                  <a:lnTo>
                    <a:pt x="77587" y="56583"/>
                  </a:lnTo>
                  <a:lnTo>
                    <a:pt x="78891" y="54897"/>
                  </a:lnTo>
                  <a:lnTo>
                    <a:pt x="97104" y="31359"/>
                  </a:lnTo>
                  <a:lnTo>
                    <a:pt x="112411" y="11575"/>
                  </a:lnTo>
                  <a:lnTo>
                    <a:pt x="113371" y="10976"/>
                  </a:lnTo>
                  <a:lnTo>
                    <a:pt x="113686" y="10780"/>
                  </a:lnTo>
                  <a:lnTo>
                    <a:pt x="119975" y="6857"/>
                  </a:lnTo>
                  <a:lnTo>
                    <a:pt x="128576" y="1490"/>
                  </a:lnTo>
                  <a:lnTo>
                    <a:pt x="130966" y="0"/>
                  </a:lnTo>
                  <a:lnTo>
                    <a:pt x="165695" y="26159"/>
                  </a:lnTo>
                  <a:lnTo>
                    <a:pt x="194233" y="47669"/>
                  </a:lnTo>
                  <a:lnTo>
                    <a:pt x="195492" y="48619"/>
                  </a:lnTo>
                  <a:lnTo>
                    <a:pt x="275354" y="108816"/>
                  </a:lnTo>
                  <a:lnTo>
                    <a:pt x="276577" y="108094"/>
                  </a:lnTo>
                  <a:lnTo>
                    <a:pt x="309988" y="88347"/>
                  </a:lnTo>
                  <a:lnTo>
                    <a:pt x="319438" y="82761"/>
                  </a:lnTo>
                  <a:lnTo>
                    <a:pt x="323041" y="80632"/>
                  </a:lnTo>
                  <a:lnTo>
                    <a:pt x="347266" y="66314"/>
                  </a:lnTo>
                  <a:lnTo>
                    <a:pt x="354144" y="62249"/>
                  </a:lnTo>
                  <a:lnTo>
                    <a:pt x="361468" y="579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2"/>
            <p:cNvSpPr/>
            <p:nvPr/>
          </p:nvSpPr>
          <p:spPr>
            <a:xfrm>
              <a:off x="4924660" y="4296050"/>
              <a:ext cx="464022" cy="438831"/>
            </a:xfrm>
            <a:custGeom>
              <a:avLst/>
              <a:pathLst>
                <a:path w="464022" h="438831">
                  <a:moveTo>
                    <a:pt x="398006" y="133573"/>
                  </a:moveTo>
                  <a:lnTo>
                    <a:pt x="429784" y="188905"/>
                  </a:lnTo>
                  <a:lnTo>
                    <a:pt x="447608" y="218112"/>
                  </a:lnTo>
                  <a:lnTo>
                    <a:pt x="464022" y="245976"/>
                  </a:lnTo>
                  <a:lnTo>
                    <a:pt x="448426" y="255240"/>
                  </a:lnTo>
                  <a:lnTo>
                    <a:pt x="444694" y="257456"/>
                  </a:lnTo>
                  <a:lnTo>
                    <a:pt x="420914" y="271581"/>
                  </a:lnTo>
                  <a:lnTo>
                    <a:pt x="393113" y="288094"/>
                  </a:lnTo>
                  <a:lnTo>
                    <a:pt x="391637" y="288970"/>
                  </a:lnTo>
                  <a:lnTo>
                    <a:pt x="365430" y="304536"/>
                  </a:lnTo>
                  <a:lnTo>
                    <a:pt x="339950" y="319671"/>
                  </a:lnTo>
                  <a:lnTo>
                    <a:pt x="338281" y="320662"/>
                  </a:lnTo>
                  <a:lnTo>
                    <a:pt x="337725" y="320992"/>
                  </a:lnTo>
                  <a:lnTo>
                    <a:pt x="337102" y="321359"/>
                  </a:lnTo>
                  <a:lnTo>
                    <a:pt x="315124" y="334296"/>
                  </a:lnTo>
                  <a:lnTo>
                    <a:pt x="296711" y="345135"/>
                  </a:lnTo>
                  <a:lnTo>
                    <a:pt x="279753" y="355008"/>
                  </a:lnTo>
                  <a:lnTo>
                    <a:pt x="255592" y="369074"/>
                  </a:lnTo>
                  <a:lnTo>
                    <a:pt x="254646" y="369625"/>
                  </a:lnTo>
                  <a:lnTo>
                    <a:pt x="252856" y="370667"/>
                  </a:lnTo>
                  <a:lnTo>
                    <a:pt x="199789" y="401902"/>
                  </a:lnTo>
                  <a:lnTo>
                    <a:pt x="199609" y="402008"/>
                  </a:lnTo>
                  <a:lnTo>
                    <a:pt x="197882" y="403025"/>
                  </a:lnTo>
                  <a:lnTo>
                    <a:pt x="138402" y="438831"/>
                  </a:lnTo>
                  <a:lnTo>
                    <a:pt x="123061" y="410559"/>
                  </a:lnTo>
                  <a:lnTo>
                    <a:pt x="122793" y="410065"/>
                  </a:lnTo>
                  <a:lnTo>
                    <a:pt x="114239" y="394303"/>
                  </a:lnTo>
                  <a:lnTo>
                    <a:pt x="107395" y="381952"/>
                  </a:lnTo>
                  <a:lnTo>
                    <a:pt x="73596" y="320107"/>
                  </a:lnTo>
                  <a:lnTo>
                    <a:pt x="71846" y="316891"/>
                  </a:lnTo>
                  <a:lnTo>
                    <a:pt x="39130" y="256782"/>
                  </a:lnTo>
                  <a:lnTo>
                    <a:pt x="37180" y="253205"/>
                  </a:lnTo>
                  <a:lnTo>
                    <a:pt x="36734" y="252387"/>
                  </a:lnTo>
                  <a:lnTo>
                    <a:pt x="20959" y="223447"/>
                  </a:lnTo>
                  <a:lnTo>
                    <a:pt x="20584" y="222759"/>
                  </a:lnTo>
                  <a:lnTo>
                    <a:pt x="7069" y="197966"/>
                  </a:lnTo>
                  <a:lnTo>
                    <a:pt x="6413" y="196762"/>
                  </a:lnTo>
                  <a:lnTo>
                    <a:pt x="0" y="188570"/>
                  </a:lnTo>
                  <a:lnTo>
                    <a:pt x="8226" y="183742"/>
                  </a:lnTo>
                  <a:lnTo>
                    <a:pt x="321291" y="0"/>
                  </a:lnTo>
                  <a:lnTo>
                    <a:pt x="353366" y="5584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3"/>
            <p:cNvSpPr/>
            <p:nvPr/>
          </p:nvSpPr>
          <p:spPr>
            <a:xfrm>
              <a:off x="5598987" y="4488620"/>
              <a:ext cx="458684" cy="669637"/>
            </a:xfrm>
            <a:custGeom>
              <a:avLst/>
              <a:pathLst>
                <a:path w="458684" h="669637">
                  <a:moveTo>
                    <a:pt x="222049" y="647762"/>
                  </a:moveTo>
                  <a:lnTo>
                    <a:pt x="221352" y="647491"/>
                  </a:lnTo>
                  <a:lnTo>
                    <a:pt x="163012" y="624842"/>
                  </a:lnTo>
                  <a:lnTo>
                    <a:pt x="146290" y="618350"/>
                  </a:lnTo>
                  <a:lnTo>
                    <a:pt x="145826" y="618170"/>
                  </a:lnTo>
                  <a:lnTo>
                    <a:pt x="143617" y="617312"/>
                  </a:lnTo>
                  <a:lnTo>
                    <a:pt x="127461" y="638098"/>
                  </a:lnTo>
                  <a:lnTo>
                    <a:pt x="114998" y="647059"/>
                  </a:lnTo>
                  <a:lnTo>
                    <a:pt x="95144" y="612505"/>
                  </a:lnTo>
                  <a:lnTo>
                    <a:pt x="72063" y="573053"/>
                  </a:lnTo>
                  <a:lnTo>
                    <a:pt x="70949" y="571149"/>
                  </a:lnTo>
                  <a:lnTo>
                    <a:pt x="31332" y="503431"/>
                  </a:lnTo>
                  <a:lnTo>
                    <a:pt x="26503" y="495177"/>
                  </a:lnTo>
                  <a:lnTo>
                    <a:pt x="15281" y="475996"/>
                  </a:lnTo>
                  <a:lnTo>
                    <a:pt x="554" y="450823"/>
                  </a:lnTo>
                  <a:lnTo>
                    <a:pt x="0" y="449875"/>
                  </a:lnTo>
                  <a:lnTo>
                    <a:pt x="30744" y="431067"/>
                  </a:lnTo>
                  <a:lnTo>
                    <a:pt x="29610" y="429099"/>
                  </a:lnTo>
                  <a:lnTo>
                    <a:pt x="89221" y="393866"/>
                  </a:lnTo>
                  <a:lnTo>
                    <a:pt x="103537" y="385404"/>
                  </a:lnTo>
                  <a:lnTo>
                    <a:pt x="159343" y="352420"/>
                  </a:lnTo>
                  <a:lnTo>
                    <a:pt x="154419" y="344015"/>
                  </a:lnTo>
                  <a:lnTo>
                    <a:pt x="146416" y="330358"/>
                  </a:lnTo>
                  <a:lnTo>
                    <a:pt x="134902" y="310706"/>
                  </a:lnTo>
                  <a:lnTo>
                    <a:pt x="153123" y="298536"/>
                  </a:lnTo>
                  <a:lnTo>
                    <a:pt x="178437" y="281824"/>
                  </a:lnTo>
                  <a:lnTo>
                    <a:pt x="184343" y="269738"/>
                  </a:lnTo>
                  <a:lnTo>
                    <a:pt x="184617" y="269176"/>
                  </a:lnTo>
                  <a:lnTo>
                    <a:pt x="186528" y="265267"/>
                  </a:lnTo>
                  <a:lnTo>
                    <a:pt x="188956" y="260297"/>
                  </a:lnTo>
                  <a:lnTo>
                    <a:pt x="187754" y="259851"/>
                  </a:lnTo>
                  <a:lnTo>
                    <a:pt x="186922" y="259541"/>
                  </a:lnTo>
                  <a:lnTo>
                    <a:pt x="192222" y="246568"/>
                  </a:lnTo>
                  <a:lnTo>
                    <a:pt x="196484" y="236137"/>
                  </a:lnTo>
                  <a:lnTo>
                    <a:pt x="197273" y="232416"/>
                  </a:lnTo>
                  <a:lnTo>
                    <a:pt x="204206" y="214247"/>
                  </a:lnTo>
                  <a:lnTo>
                    <a:pt x="204322" y="213942"/>
                  </a:lnTo>
                  <a:lnTo>
                    <a:pt x="207691" y="205114"/>
                  </a:lnTo>
                  <a:lnTo>
                    <a:pt x="213228" y="190603"/>
                  </a:lnTo>
                  <a:lnTo>
                    <a:pt x="218537" y="176689"/>
                  </a:lnTo>
                  <a:lnTo>
                    <a:pt x="225688" y="157950"/>
                  </a:lnTo>
                  <a:lnTo>
                    <a:pt x="227588" y="152970"/>
                  </a:lnTo>
                  <a:lnTo>
                    <a:pt x="236566" y="129443"/>
                  </a:lnTo>
                  <a:lnTo>
                    <a:pt x="236793" y="128836"/>
                  </a:lnTo>
                  <a:lnTo>
                    <a:pt x="238046" y="125494"/>
                  </a:lnTo>
                  <a:lnTo>
                    <a:pt x="243943" y="109768"/>
                  </a:lnTo>
                  <a:lnTo>
                    <a:pt x="248636" y="97255"/>
                  </a:lnTo>
                  <a:lnTo>
                    <a:pt x="251190" y="90445"/>
                  </a:lnTo>
                  <a:lnTo>
                    <a:pt x="258706" y="70399"/>
                  </a:lnTo>
                  <a:lnTo>
                    <a:pt x="268422" y="44489"/>
                  </a:lnTo>
                  <a:lnTo>
                    <a:pt x="278454" y="17736"/>
                  </a:lnTo>
                  <a:lnTo>
                    <a:pt x="284896" y="557"/>
                  </a:lnTo>
                  <a:lnTo>
                    <a:pt x="285105" y="0"/>
                  </a:lnTo>
                  <a:lnTo>
                    <a:pt x="339125" y="23622"/>
                  </a:lnTo>
                  <a:lnTo>
                    <a:pt x="369975" y="37112"/>
                  </a:lnTo>
                  <a:lnTo>
                    <a:pt x="407132" y="55269"/>
                  </a:lnTo>
                  <a:lnTo>
                    <a:pt x="415191" y="59320"/>
                  </a:lnTo>
                  <a:lnTo>
                    <a:pt x="420538" y="62007"/>
                  </a:lnTo>
                  <a:lnTo>
                    <a:pt x="423409" y="63047"/>
                  </a:lnTo>
                  <a:lnTo>
                    <a:pt x="455616" y="74716"/>
                  </a:lnTo>
                  <a:lnTo>
                    <a:pt x="458684" y="75827"/>
                  </a:lnTo>
                  <a:lnTo>
                    <a:pt x="453859" y="97604"/>
                  </a:lnTo>
                  <a:lnTo>
                    <a:pt x="450255" y="113870"/>
                  </a:lnTo>
                  <a:lnTo>
                    <a:pt x="448644" y="121140"/>
                  </a:lnTo>
                  <a:lnTo>
                    <a:pt x="448108" y="124017"/>
                  </a:lnTo>
                  <a:lnTo>
                    <a:pt x="447341" y="128133"/>
                  </a:lnTo>
                  <a:lnTo>
                    <a:pt x="442118" y="142861"/>
                  </a:lnTo>
                  <a:lnTo>
                    <a:pt x="439373" y="149861"/>
                  </a:lnTo>
                  <a:lnTo>
                    <a:pt x="430876" y="171535"/>
                  </a:lnTo>
                  <a:lnTo>
                    <a:pt x="419748" y="199919"/>
                  </a:lnTo>
                  <a:lnTo>
                    <a:pt x="418403" y="203433"/>
                  </a:lnTo>
                  <a:lnTo>
                    <a:pt x="411398" y="221732"/>
                  </a:lnTo>
                  <a:lnTo>
                    <a:pt x="411216" y="222207"/>
                  </a:lnTo>
                  <a:lnTo>
                    <a:pt x="403050" y="243538"/>
                  </a:lnTo>
                  <a:lnTo>
                    <a:pt x="402752" y="244319"/>
                  </a:lnTo>
                  <a:lnTo>
                    <a:pt x="395172" y="264119"/>
                  </a:lnTo>
                  <a:lnTo>
                    <a:pt x="395026" y="264501"/>
                  </a:lnTo>
                  <a:lnTo>
                    <a:pt x="386654" y="286372"/>
                  </a:lnTo>
                  <a:lnTo>
                    <a:pt x="378689" y="307910"/>
                  </a:lnTo>
                  <a:lnTo>
                    <a:pt x="375384" y="316849"/>
                  </a:lnTo>
                  <a:lnTo>
                    <a:pt x="370287" y="330085"/>
                  </a:lnTo>
                  <a:lnTo>
                    <a:pt x="337237" y="415902"/>
                  </a:lnTo>
                  <a:lnTo>
                    <a:pt x="309846" y="487025"/>
                  </a:lnTo>
                  <a:lnTo>
                    <a:pt x="306331" y="496150"/>
                  </a:lnTo>
                  <a:lnTo>
                    <a:pt x="305086" y="499225"/>
                  </a:lnTo>
                  <a:lnTo>
                    <a:pt x="301082" y="509109"/>
                  </a:lnTo>
                  <a:lnTo>
                    <a:pt x="292174" y="532374"/>
                  </a:lnTo>
                  <a:lnTo>
                    <a:pt x="291968" y="532913"/>
                  </a:lnTo>
                  <a:lnTo>
                    <a:pt x="285044" y="550995"/>
                  </a:lnTo>
                  <a:lnTo>
                    <a:pt x="283123" y="557225"/>
                  </a:lnTo>
                  <a:lnTo>
                    <a:pt x="281914" y="561146"/>
                  </a:lnTo>
                  <a:lnTo>
                    <a:pt x="279836" y="570119"/>
                  </a:lnTo>
                  <a:lnTo>
                    <a:pt x="279073" y="573416"/>
                  </a:lnTo>
                  <a:lnTo>
                    <a:pt x="277649" y="580058"/>
                  </a:lnTo>
                  <a:lnTo>
                    <a:pt x="277098" y="582630"/>
                  </a:lnTo>
                  <a:lnTo>
                    <a:pt x="276889" y="583937"/>
                  </a:lnTo>
                  <a:lnTo>
                    <a:pt x="276829" y="584311"/>
                  </a:lnTo>
                  <a:lnTo>
                    <a:pt x="275698" y="591389"/>
                  </a:lnTo>
                  <a:lnTo>
                    <a:pt x="275412" y="593176"/>
                  </a:lnTo>
                  <a:lnTo>
                    <a:pt x="274353" y="602735"/>
                  </a:lnTo>
                  <a:lnTo>
                    <a:pt x="273800" y="610023"/>
                  </a:lnTo>
                  <a:lnTo>
                    <a:pt x="273634" y="612202"/>
                  </a:lnTo>
                  <a:lnTo>
                    <a:pt x="273067" y="624070"/>
                  </a:lnTo>
                  <a:lnTo>
                    <a:pt x="273308" y="631707"/>
                  </a:lnTo>
                  <a:lnTo>
                    <a:pt x="273619" y="634816"/>
                  </a:lnTo>
                  <a:lnTo>
                    <a:pt x="273829" y="636919"/>
                  </a:lnTo>
                  <a:lnTo>
                    <a:pt x="273950" y="638132"/>
                  </a:lnTo>
                  <a:lnTo>
                    <a:pt x="274182" y="640450"/>
                  </a:lnTo>
                  <a:lnTo>
                    <a:pt x="277039" y="663414"/>
                  </a:lnTo>
                  <a:lnTo>
                    <a:pt x="278395" y="6696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4"/>
            <p:cNvSpPr/>
            <p:nvPr/>
          </p:nvSpPr>
          <p:spPr>
            <a:xfrm>
              <a:off x="5259609" y="4883281"/>
              <a:ext cx="476149" cy="413486"/>
            </a:xfrm>
            <a:custGeom>
              <a:avLst/>
              <a:pathLst>
                <a:path w="476149" h="413486">
                  <a:moveTo>
                    <a:pt x="406371" y="330829"/>
                  </a:moveTo>
                  <a:lnTo>
                    <a:pt x="420578" y="354075"/>
                  </a:lnTo>
                  <a:lnTo>
                    <a:pt x="398561" y="366647"/>
                  </a:lnTo>
                  <a:lnTo>
                    <a:pt x="399127" y="367622"/>
                  </a:lnTo>
                  <a:lnTo>
                    <a:pt x="322493" y="413486"/>
                  </a:lnTo>
                  <a:lnTo>
                    <a:pt x="310664" y="392535"/>
                  </a:lnTo>
                  <a:lnTo>
                    <a:pt x="299116" y="399431"/>
                  </a:lnTo>
                  <a:lnTo>
                    <a:pt x="289151" y="405382"/>
                  </a:lnTo>
                  <a:lnTo>
                    <a:pt x="256009" y="348499"/>
                  </a:lnTo>
                  <a:lnTo>
                    <a:pt x="255212" y="347131"/>
                  </a:lnTo>
                  <a:lnTo>
                    <a:pt x="235889" y="362451"/>
                  </a:lnTo>
                  <a:lnTo>
                    <a:pt x="231014" y="366316"/>
                  </a:lnTo>
                  <a:lnTo>
                    <a:pt x="215294" y="378779"/>
                  </a:lnTo>
                  <a:lnTo>
                    <a:pt x="207847" y="384684"/>
                  </a:lnTo>
                  <a:lnTo>
                    <a:pt x="186010" y="401986"/>
                  </a:lnTo>
                  <a:lnTo>
                    <a:pt x="183808" y="399445"/>
                  </a:lnTo>
                  <a:lnTo>
                    <a:pt x="183631" y="399241"/>
                  </a:lnTo>
                  <a:lnTo>
                    <a:pt x="166872" y="379898"/>
                  </a:lnTo>
                  <a:lnTo>
                    <a:pt x="164474" y="377132"/>
                  </a:lnTo>
                  <a:lnTo>
                    <a:pt x="148163" y="358307"/>
                  </a:lnTo>
                  <a:lnTo>
                    <a:pt x="95066" y="297027"/>
                  </a:lnTo>
                  <a:lnTo>
                    <a:pt x="75302" y="275011"/>
                  </a:lnTo>
                  <a:lnTo>
                    <a:pt x="74146" y="273663"/>
                  </a:lnTo>
                  <a:lnTo>
                    <a:pt x="73015" y="272344"/>
                  </a:lnTo>
                  <a:lnTo>
                    <a:pt x="28804" y="220794"/>
                  </a:lnTo>
                  <a:lnTo>
                    <a:pt x="26838" y="218502"/>
                  </a:lnTo>
                  <a:lnTo>
                    <a:pt x="16998" y="207752"/>
                  </a:lnTo>
                  <a:lnTo>
                    <a:pt x="8721" y="197260"/>
                  </a:lnTo>
                  <a:lnTo>
                    <a:pt x="4644" y="190182"/>
                  </a:lnTo>
                  <a:lnTo>
                    <a:pt x="938" y="183230"/>
                  </a:lnTo>
                  <a:lnTo>
                    <a:pt x="0" y="181625"/>
                  </a:lnTo>
                  <a:lnTo>
                    <a:pt x="28726" y="164647"/>
                  </a:lnTo>
                  <a:lnTo>
                    <a:pt x="32678" y="162311"/>
                  </a:lnTo>
                  <a:lnTo>
                    <a:pt x="50580" y="151731"/>
                  </a:lnTo>
                  <a:lnTo>
                    <a:pt x="78496" y="135232"/>
                  </a:lnTo>
                  <a:lnTo>
                    <a:pt x="99415" y="122868"/>
                  </a:lnTo>
                  <a:lnTo>
                    <a:pt x="108056" y="117761"/>
                  </a:lnTo>
                  <a:lnTo>
                    <a:pt x="121303" y="109932"/>
                  </a:lnTo>
                  <a:lnTo>
                    <a:pt x="127860" y="106057"/>
                  </a:lnTo>
                  <a:lnTo>
                    <a:pt x="142144" y="97615"/>
                  </a:lnTo>
                  <a:lnTo>
                    <a:pt x="157399" y="88599"/>
                  </a:lnTo>
                  <a:lnTo>
                    <a:pt x="158194" y="88129"/>
                  </a:lnTo>
                  <a:lnTo>
                    <a:pt x="174179" y="78666"/>
                  </a:lnTo>
                  <a:lnTo>
                    <a:pt x="196090" y="65696"/>
                  </a:lnTo>
                  <a:lnTo>
                    <a:pt x="203849" y="61103"/>
                  </a:lnTo>
                  <a:lnTo>
                    <a:pt x="207390" y="59008"/>
                  </a:lnTo>
                  <a:lnTo>
                    <a:pt x="216543" y="53589"/>
                  </a:lnTo>
                  <a:lnTo>
                    <a:pt x="236701" y="41657"/>
                  </a:lnTo>
                  <a:lnTo>
                    <a:pt x="238091" y="40834"/>
                  </a:lnTo>
                  <a:lnTo>
                    <a:pt x="238543" y="40567"/>
                  </a:lnTo>
                  <a:lnTo>
                    <a:pt x="241454" y="38843"/>
                  </a:lnTo>
                  <a:lnTo>
                    <a:pt x="259004" y="28455"/>
                  </a:lnTo>
                  <a:lnTo>
                    <a:pt x="259302" y="28279"/>
                  </a:lnTo>
                  <a:lnTo>
                    <a:pt x="259571" y="28120"/>
                  </a:lnTo>
                  <a:lnTo>
                    <a:pt x="282125" y="14769"/>
                  </a:lnTo>
                  <a:lnTo>
                    <a:pt x="307076" y="0"/>
                  </a:lnTo>
                  <a:lnTo>
                    <a:pt x="327398" y="34736"/>
                  </a:lnTo>
                  <a:lnTo>
                    <a:pt x="337955" y="52780"/>
                  </a:lnTo>
                  <a:lnTo>
                    <a:pt x="339378" y="55214"/>
                  </a:lnTo>
                  <a:lnTo>
                    <a:pt x="339933" y="56162"/>
                  </a:lnTo>
                  <a:lnTo>
                    <a:pt x="354660" y="81335"/>
                  </a:lnTo>
                  <a:lnTo>
                    <a:pt x="365881" y="100516"/>
                  </a:lnTo>
                  <a:lnTo>
                    <a:pt x="370710" y="108770"/>
                  </a:lnTo>
                  <a:lnTo>
                    <a:pt x="410328" y="176488"/>
                  </a:lnTo>
                  <a:lnTo>
                    <a:pt x="411442" y="178392"/>
                  </a:lnTo>
                  <a:lnTo>
                    <a:pt x="434522" y="217844"/>
                  </a:lnTo>
                  <a:lnTo>
                    <a:pt x="454376" y="252398"/>
                  </a:lnTo>
                  <a:lnTo>
                    <a:pt x="475577" y="289296"/>
                  </a:lnTo>
                  <a:lnTo>
                    <a:pt x="476149" y="290292"/>
                  </a:lnTo>
                  <a:lnTo>
                    <a:pt x="450644" y="305161"/>
                  </a:lnTo>
                  <a:lnTo>
                    <a:pt x="428192" y="3182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5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6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37"/>
            <p:cNvSpPr/>
            <p:nvPr/>
          </p:nvSpPr>
          <p:spPr>
            <a:xfrm>
              <a:off x="4640084" y="5171466"/>
              <a:ext cx="520203" cy="522541"/>
            </a:xfrm>
            <a:custGeom>
              <a:avLst/>
              <a:pathLst>
                <a:path w="520203" h="522541">
                  <a:moveTo>
                    <a:pt x="198001" y="46696"/>
                  </a:moveTo>
                  <a:lnTo>
                    <a:pt x="204366" y="40459"/>
                  </a:lnTo>
                  <a:lnTo>
                    <a:pt x="200799" y="37652"/>
                  </a:lnTo>
                  <a:lnTo>
                    <a:pt x="204391" y="40435"/>
                  </a:lnTo>
                  <a:lnTo>
                    <a:pt x="209724" y="38535"/>
                  </a:lnTo>
                  <a:lnTo>
                    <a:pt x="219121" y="26479"/>
                  </a:lnTo>
                  <a:lnTo>
                    <a:pt x="232178" y="13340"/>
                  </a:lnTo>
                  <a:lnTo>
                    <a:pt x="237295" y="8190"/>
                  </a:lnTo>
                  <a:lnTo>
                    <a:pt x="237431" y="8019"/>
                  </a:lnTo>
                  <a:lnTo>
                    <a:pt x="243825" y="0"/>
                  </a:lnTo>
                  <a:lnTo>
                    <a:pt x="243956" y="230"/>
                  </a:lnTo>
                  <a:lnTo>
                    <a:pt x="252863" y="15897"/>
                  </a:lnTo>
                  <a:lnTo>
                    <a:pt x="337602" y="164950"/>
                  </a:lnTo>
                  <a:lnTo>
                    <a:pt x="393288" y="258884"/>
                  </a:lnTo>
                  <a:lnTo>
                    <a:pt x="479700" y="404968"/>
                  </a:lnTo>
                  <a:lnTo>
                    <a:pt x="520203" y="473383"/>
                  </a:lnTo>
                  <a:lnTo>
                    <a:pt x="503764" y="482895"/>
                  </a:lnTo>
                  <a:lnTo>
                    <a:pt x="478178" y="497698"/>
                  </a:lnTo>
                  <a:lnTo>
                    <a:pt x="461444" y="507380"/>
                  </a:lnTo>
                  <a:lnTo>
                    <a:pt x="460472" y="507942"/>
                  </a:lnTo>
                  <a:lnTo>
                    <a:pt x="458834" y="508187"/>
                  </a:lnTo>
                  <a:lnTo>
                    <a:pt x="449236" y="509618"/>
                  </a:lnTo>
                  <a:lnTo>
                    <a:pt x="443190" y="510520"/>
                  </a:lnTo>
                  <a:lnTo>
                    <a:pt x="431541" y="512257"/>
                  </a:lnTo>
                  <a:lnTo>
                    <a:pt x="422834" y="513558"/>
                  </a:lnTo>
                  <a:lnTo>
                    <a:pt x="414221" y="514845"/>
                  </a:lnTo>
                  <a:lnTo>
                    <a:pt x="399057" y="516690"/>
                  </a:lnTo>
                  <a:lnTo>
                    <a:pt x="398638" y="516757"/>
                  </a:lnTo>
                  <a:lnTo>
                    <a:pt x="395316" y="517292"/>
                  </a:lnTo>
                  <a:lnTo>
                    <a:pt x="388184" y="518440"/>
                  </a:lnTo>
                  <a:lnTo>
                    <a:pt x="384233" y="519076"/>
                  </a:lnTo>
                  <a:lnTo>
                    <a:pt x="369709" y="520924"/>
                  </a:lnTo>
                  <a:lnTo>
                    <a:pt x="354208" y="521925"/>
                  </a:lnTo>
                  <a:lnTo>
                    <a:pt x="340697" y="522336"/>
                  </a:lnTo>
                  <a:lnTo>
                    <a:pt x="333965" y="522541"/>
                  </a:lnTo>
                  <a:lnTo>
                    <a:pt x="308319" y="522511"/>
                  </a:lnTo>
                  <a:lnTo>
                    <a:pt x="303148" y="520136"/>
                  </a:lnTo>
                  <a:lnTo>
                    <a:pt x="282151" y="516326"/>
                  </a:lnTo>
                  <a:lnTo>
                    <a:pt x="275237" y="504323"/>
                  </a:lnTo>
                  <a:lnTo>
                    <a:pt x="270984" y="496935"/>
                  </a:lnTo>
                  <a:lnTo>
                    <a:pt x="253934" y="467320"/>
                  </a:lnTo>
                  <a:lnTo>
                    <a:pt x="247064" y="464494"/>
                  </a:lnTo>
                  <a:lnTo>
                    <a:pt x="252349" y="453578"/>
                  </a:lnTo>
                  <a:lnTo>
                    <a:pt x="211580" y="431196"/>
                  </a:lnTo>
                  <a:lnTo>
                    <a:pt x="208266" y="438588"/>
                  </a:lnTo>
                  <a:lnTo>
                    <a:pt x="177014" y="427789"/>
                  </a:lnTo>
                  <a:lnTo>
                    <a:pt x="120374" y="404417"/>
                  </a:lnTo>
                  <a:lnTo>
                    <a:pt x="109587" y="399966"/>
                  </a:lnTo>
                  <a:lnTo>
                    <a:pt x="85586" y="386686"/>
                  </a:lnTo>
                  <a:lnTo>
                    <a:pt x="73461" y="376328"/>
                  </a:lnTo>
                  <a:lnTo>
                    <a:pt x="71658" y="374788"/>
                  </a:lnTo>
                  <a:lnTo>
                    <a:pt x="61665" y="366251"/>
                  </a:lnTo>
                  <a:lnTo>
                    <a:pt x="58386" y="363945"/>
                  </a:lnTo>
                  <a:lnTo>
                    <a:pt x="49344" y="355503"/>
                  </a:lnTo>
                  <a:lnTo>
                    <a:pt x="7512" y="316442"/>
                  </a:lnTo>
                  <a:lnTo>
                    <a:pt x="2544" y="311634"/>
                  </a:lnTo>
                  <a:lnTo>
                    <a:pt x="0" y="309170"/>
                  </a:lnTo>
                  <a:lnTo>
                    <a:pt x="12634" y="293945"/>
                  </a:lnTo>
                  <a:lnTo>
                    <a:pt x="23056" y="281386"/>
                  </a:lnTo>
                  <a:lnTo>
                    <a:pt x="31176" y="271601"/>
                  </a:lnTo>
                  <a:lnTo>
                    <a:pt x="46313" y="253359"/>
                  </a:lnTo>
                  <a:lnTo>
                    <a:pt x="47904" y="251149"/>
                  </a:lnTo>
                  <a:lnTo>
                    <a:pt x="49072" y="249526"/>
                  </a:lnTo>
                  <a:lnTo>
                    <a:pt x="65933" y="226107"/>
                  </a:lnTo>
                  <a:lnTo>
                    <a:pt x="78308" y="208917"/>
                  </a:lnTo>
                  <a:lnTo>
                    <a:pt x="85774" y="198546"/>
                  </a:lnTo>
                  <a:lnTo>
                    <a:pt x="100380" y="178258"/>
                  </a:lnTo>
                  <a:lnTo>
                    <a:pt x="115420" y="157368"/>
                  </a:lnTo>
                  <a:lnTo>
                    <a:pt x="115710" y="156964"/>
                  </a:lnTo>
                  <a:lnTo>
                    <a:pt x="133367" y="132439"/>
                  </a:lnTo>
                  <a:lnTo>
                    <a:pt x="151862" y="106840"/>
                  </a:lnTo>
                  <a:lnTo>
                    <a:pt x="167352" y="85400"/>
                  </a:lnTo>
                  <a:lnTo>
                    <a:pt x="188804" y="5570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38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39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0"/>
            <p:cNvSpPr/>
            <p:nvPr/>
          </p:nvSpPr>
          <p:spPr>
            <a:xfrm>
              <a:off x="2045254" y="2127390"/>
              <a:ext cx="741332" cy="439044"/>
            </a:xfrm>
            <a:custGeom>
              <a:avLst/>
              <a:pathLst>
                <a:path w="741332" h="439044">
                  <a:moveTo>
                    <a:pt x="388130" y="77216"/>
                  </a:moveTo>
                  <a:lnTo>
                    <a:pt x="398878" y="77488"/>
                  </a:lnTo>
                  <a:lnTo>
                    <a:pt x="408327" y="76750"/>
                  </a:lnTo>
                  <a:lnTo>
                    <a:pt x="408735" y="76718"/>
                  </a:lnTo>
                  <a:lnTo>
                    <a:pt x="424710" y="75469"/>
                  </a:lnTo>
                  <a:lnTo>
                    <a:pt x="480883" y="68780"/>
                  </a:lnTo>
                  <a:lnTo>
                    <a:pt x="523863" y="63732"/>
                  </a:lnTo>
                  <a:lnTo>
                    <a:pt x="532380" y="62732"/>
                  </a:lnTo>
                  <a:lnTo>
                    <a:pt x="583985" y="56671"/>
                  </a:lnTo>
                  <a:lnTo>
                    <a:pt x="616954" y="52148"/>
                  </a:lnTo>
                  <a:lnTo>
                    <a:pt x="618749" y="51901"/>
                  </a:lnTo>
                  <a:lnTo>
                    <a:pt x="618884" y="52759"/>
                  </a:lnTo>
                  <a:lnTo>
                    <a:pt x="619279" y="56007"/>
                  </a:lnTo>
                  <a:lnTo>
                    <a:pt x="620242" y="63933"/>
                  </a:lnTo>
                  <a:lnTo>
                    <a:pt x="621024" y="70372"/>
                  </a:lnTo>
                  <a:lnTo>
                    <a:pt x="621274" y="72422"/>
                  </a:lnTo>
                  <a:lnTo>
                    <a:pt x="623663" y="92086"/>
                  </a:lnTo>
                  <a:lnTo>
                    <a:pt x="640454" y="89717"/>
                  </a:lnTo>
                  <a:lnTo>
                    <a:pt x="644664" y="120555"/>
                  </a:lnTo>
                  <a:lnTo>
                    <a:pt x="652495" y="122683"/>
                  </a:lnTo>
                  <a:lnTo>
                    <a:pt x="653662" y="126575"/>
                  </a:lnTo>
                  <a:lnTo>
                    <a:pt x="655723" y="127954"/>
                  </a:lnTo>
                  <a:lnTo>
                    <a:pt x="661269" y="153392"/>
                  </a:lnTo>
                  <a:lnTo>
                    <a:pt x="664933" y="181450"/>
                  </a:lnTo>
                  <a:lnTo>
                    <a:pt x="676402" y="175353"/>
                  </a:lnTo>
                  <a:lnTo>
                    <a:pt x="678519" y="171434"/>
                  </a:lnTo>
                  <a:lnTo>
                    <a:pt x="694161" y="200082"/>
                  </a:lnTo>
                  <a:lnTo>
                    <a:pt x="709016" y="227289"/>
                  </a:lnTo>
                  <a:lnTo>
                    <a:pt x="682091" y="240659"/>
                  </a:lnTo>
                  <a:lnTo>
                    <a:pt x="697841" y="269164"/>
                  </a:lnTo>
                  <a:lnTo>
                    <a:pt x="711700" y="293169"/>
                  </a:lnTo>
                  <a:lnTo>
                    <a:pt x="726895" y="320092"/>
                  </a:lnTo>
                  <a:lnTo>
                    <a:pt x="741332" y="346253"/>
                  </a:lnTo>
                  <a:lnTo>
                    <a:pt x="695847" y="373709"/>
                  </a:lnTo>
                  <a:lnTo>
                    <a:pt x="708500" y="396131"/>
                  </a:lnTo>
                  <a:lnTo>
                    <a:pt x="710130" y="399019"/>
                  </a:lnTo>
                  <a:lnTo>
                    <a:pt x="725434" y="426137"/>
                  </a:lnTo>
                  <a:lnTo>
                    <a:pt x="732683" y="439044"/>
                  </a:lnTo>
                  <a:lnTo>
                    <a:pt x="685146" y="430972"/>
                  </a:lnTo>
                  <a:lnTo>
                    <a:pt x="679352" y="429988"/>
                  </a:lnTo>
                  <a:lnTo>
                    <a:pt x="671483" y="428651"/>
                  </a:lnTo>
                  <a:lnTo>
                    <a:pt x="663968" y="427128"/>
                  </a:lnTo>
                  <a:lnTo>
                    <a:pt x="650403" y="424379"/>
                  </a:lnTo>
                  <a:lnTo>
                    <a:pt x="634043" y="421566"/>
                  </a:lnTo>
                  <a:lnTo>
                    <a:pt x="617115" y="418655"/>
                  </a:lnTo>
                  <a:lnTo>
                    <a:pt x="467203" y="392376"/>
                  </a:lnTo>
                  <a:lnTo>
                    <a:pt x="466835" y="392312"/>
                  </a:lnTo>
                  <a:lnTo>
                    <a:pt x="427417" y="384069"/>
                  </a:lnTo>
                  <a:lnTo>
                    <a:pt x="389934" y="376231"/>
                  </a:lnTo>
                  <a:lnTo>
                    <a:pt x="389618" y="376164"/>
                  </a:lnTo>
                  <a:lnTo>
                    <a:pt x="376579" y="373438"/>
                  </a:lnTo>
                  <a:lnTo>
                    <a:pt x="354231" y="368765"/>
                  </a:lnTo>
                  <a:lnTo>
                    <a:pt x="318823" y="361360"/>
                  </a:lnTo>
                  <a:lnTo>
                    <a:pt x="230993" y="340673"/>
                  </a:lnTo>
                  <a:lnTo>
                    <a:pt x="220841" y="338031"/>
                  </a:lnTo>
                  <a:lnTo>
                    <a:pt x="172136" y="325355"/>
                  </a:lnTo>
                  <a:lnTo>
                    <a:pt x="5530" y="292541"/>
                  </a:lnTo>
                  <a:lnTo>
                    <a:pt x="0" y="291649"/>
                  </a:lnTo>
                  <a:lnTo>
                    <a:pt x="520" y="288991"/>
                  </a:lnTo>
                  <a:lnTo>
                    <a:pt x="4187" y="270282"/>
                  </a:lnTo>
                  <a:lnTo>
                    <a:pt x="8853" y="246474"/>
                  </a:lnTo>
                  <a:lnTo>
                    <a:pt x="10211" y="239545"/>
                  </a:lnTo>
                  <a:lnTo>
                    <a:pt x="12308" y="228848"/>
                  </a:lnTo>
                  <a:lnTo>
                    <a:pt x="16454" y="207695"/>
                  </a:lnTo>
                  <a:lnTo>
                    <a:pt x="16522" y="207262"/>
                  </a:lnTo>
                  <a:lnTo>
                    <a:pt x="20967" y="178973"/>
                  </a:lnTo>
                  <a:lnTo>
                    <a:pt x="27190" y="138422"/>
                  </a:lnTo>
                  <a:lnTo>
                    <a:pt x="27918" y="131679"/>
                  </a:lnTo>
                  <a:lnTo>
                    <a:pt x="30629" y="106536"/>
                  </a:lnTo>
                  <a:lnTo>
                    <a:pt x="30904" y="101705"/>
                  </a:lnTo>
                  <a:lnTo>
                    <a:pt x="32307" y="77090"/>
                  </a:lnTo>
                  <a:lnTo>
                    <a:pt x="32435" y="74845"/>
                  </a:lnTo>
                  <a:lnTo>
                    <a:pt x="32175" y="57163"/>
                  </a:lnTo>
                  <a:lnTo>
                    <a:pt x="32024" y="46884"/>
                  </a:lnTo>
                  <a:lnTo>
                    <a:pt x="31893" y="37980"/>
                  </a:lnTo>
                  <a:lnTo>
                    <a:pt x="31345" y="27163"/>
                  </a:lnTo>
                  <a:lnTo>
                    <a:pt x="31156" y="23432"/>
                  </a:lnTo>
                  <a:lnTo>
                    <a:pt x="30889" y="18150"/>
                  </a:lnTo>
                  <a:lnTo>
                    <a:pt x="30261" y="5744"/>
                  </a:lnTo>
                  <a:lnTo>
                    <a:pt x="30016" y="4383"/>
                  </a:lnTo>
                  <a:lnTo>
                    <a:pt x="29830" y="3350"/>
                  </a:lnTo>
                  <a:lnTo>
                    <a:pt x="29226" y="0"/>
                  </a:lnTo>
                  <a:lnTo>
                    <a:pt x="102953" y="25264"/>
                  </a:lnTo>
                  <a:lnTo>
                    <a:pt x="122443" y="31943"/>
                  </a:lnTo>
                  <a:lnTo>
                    <a:pt x="136530" y="35023"/>
                  </a:lnTo>
                  <a:lnTo>
                    <a:pt x="149445" y="37278"/>
                  </a:lnTo>
                  <a:lnTo>
                    <a:pt x="191072" y="44546"/>
                  </a:lnTo>
                  <a:lnTo>
                    <a:pt x="195012" y="45234"/>
                  </a:lnTo>
                  <a:lnTo>
                    <a:pt x="215715" y="48849"/>
                  </a:lnTo>
                  <a:lnTo>
                    <a:pt x="258768" y="56366"/>
                  </a:lnTo>
                  <a:lnTo>
                    <a:pt x="292360" y="63018"/>
                  </a:lnTo>
                  <a:lnTo>
                    <a:pt x="339317" y="71149"/>
                  </a:lnTo>
                  <a:lnTo>
                    <a:pt x="365897" y="74776"/>
                  </a:lnTo>
                  <a:lnTo>
                    <a:pt x="382779" y="77080"/>
                  </a:lnTo>
                  <a:lnTo>
                    <a:pt x="382980" y="7708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1"/>
            <p:cNvSpPr/>
            <p:nvPr/>
          </p:nvSpPr>
          <p:spPr>
            <a:xfrm>
              <a:off x="2664003" y="2092233"/>
              <a:ext cx="453632" cy="500781"/>
            </a:xfrm>
            <a:custGeom>
              <a:avLst/>
              <a:pathLst>
                <a:path w="453632" h="500781">
                  <a:moveTo>
                    <a:pt x="273186" y="3848"/>
                  </a:moveTo>
                  <a:lnTo>
                    <a:pt x="283996" y="24604"/>
                  </a:lnTo>
                  <a:lnTo>
                    <a:pt x="285743" y="27959"/>
                  </a:lnTo>
                  <a:lnTo>
                    <a:pt x="288181" y="32640"/>
                  </a:lnTo>
                  <a:lnTo>
                    <a:pt x="300684" y="56648"/>
                  </a:lnTo>
                  <a:lnTo>
                    <a:pt x="301865" y="58503"/>
                  </a:lnTo>
                  <a:lnTo>
                    <a:pt x="304045" y="61928"/>
                  </a:lnTo>
                  <a:lnTo>
                    <a:pt x="295994" y="65773"/>
                  </a:lnTo>
                  <a:lnTo>
                    <a:pt x="275137" y="75796"/>
                  </a:lnTo>
                  <a:lnTo>
                    <a:pt x="308973" y="131179"/>
                  </a:lnTo>
                  <a:lnTo>
                    <a:pt x="326337" y="161203"/>
                  </a:lnTo>
                  <a:lnTo>
                    <a:pt x="339442" y="182809"/>
                  </a:lnTo>
                  <a:lnTo>
                    <a:pt x="355062" y="209849"/>
                  </a:lnTo>
                  <a:lnTo>
                    <a:pt x="371228" y="237507"/>
                  </a:lnTo>
                  <a:lnTo>
                    <a:pt x="400004" y="287892"/>
                  </a:lnTo>
                  <a:lnTo>
                    <a:pt x="406819" y="298772"/>
                  </a:lnTo>
                  <a:lnTo>
                    <a:pt x="419165" y="321054"/>
                  </a:lnTo>
                  <a:lnTo>
                    <a:pt x="429609" y="338539"/>
                  </a:lnTo>
                  <a:lnTo>
                    <a:pt x="453632" y="378820"/>
                  </a:lnTo>
                  <a:lnTo>
                    <a:pt x="453268" y="378990"/>
                  </a:lnTo>
                  <a:lnTo>
                    <a:pt x="440731" y="384864"/>
                  </a:lnTo>
                  <a:lnTo>
                    <a:pt x="430657" y="389583"/>
                  </a:lnTo>
                  <a:lnTo>
                    <a:pt x="427839" y="390903"/>
                  </a:lnTo>
                  <a:lnTo>
                    <a:pt x="383332" y="411753"/>
                  </a:lnTo>
                  <a:lnTo>
                    <a:pt x="365703" y="420012"/>
                  </a:lnTo>
                  <a:lnTo>
                    <a:pt x="358354" y="424159"/>
                  </a:lnTo>
                  <a:lnTo>
                    <a:pt x="349777" y="428999"/>
                  </a:lnTo>
                  <a:lnTo>
                    <a:pt x="278487" y="470571"/>
                  </a:lnTo>
                  <a:lnTo>
                    <a:pt x="224007" y="500781"/>
                  </a:lnTo>
                  <a:lnTo>
                    <a:pt x="182145" y="486662"/>
                  </a:lnTo>
                  <a:lnTo>
                    <a:pt x="146436" y="480353"/>
                  </a:lnTo>
                  <a:lnTo>
                    <a:pt x="135432" y="478408"/>
                  </a:lnTo>
                  <a:lnTo>
                    <a:pt x="113972" y="474208"/>
                  </a:lnTo>
                  <a:lnTo>
                    <a:pt x="106685" y="461294"/>
                  </a:lnTo>
                  <a:lnTo>
                    <a:pt x="91381" y="434176"/>
                  </a:lnTo>
                  <a:lnTo>
                    <a:pt x="89751" y="431289"/>
                  </a:lnTo>
                  <a:lnTo>
                    <a:pt x="77071" y="408821"/>
                  </a:lnTo>
                  <a:lnTo>
                    <a:pt x="122583" y="381411"/>
                  </a:lnTo>
                  <a:lnTo>
                    <a:pt x="108146" y="355250"/>
                  </a:lnTo>
                  <a:lnTo>
                    <a:pt x="92951" y="328327"/>
                  </a:lnTo>
                  <a:lnTo>
                    <a:pt x="79092" y="304321"/>
                  </a:lnTo>
                  <a:lnTo>
                    <a:pt x="63342" y="275817"/>
                  </a:lnTo>
                  <a:lnTo>
                    <a:pt x="90267" y="262446"/>
                  </a:lnTo>
                  <a:lnTo>
                    <a:pt x="75412" y="235240"/>
                  </a:lnTo>
                  <a:lnTo>
                    <a:pt x="59769" y="206590"/>
                  </a:lnTo>
                  <a:lnTo>
                    <a:pt x="57653" y="210510"/>
                  </a:lnTo>
                  <a:lnTo>
                    <a:pt x="46184" y="216608"/>
                  </a:lnTo>
                  <a:lnTo>
                    <a:pt x="42520" y="188549"/>
                  </a:lnTo>
                  <a:lnTo>
                    <a:pt x="36974" y="163112"/>
                  </a:lnTo>
                  <a:lnTo>
                    <a:pt x="34913" y="161733"/>
                  </a:lnTo>
                  <a:lnTo>
                    <a:pt x="33746" y="157841"/>
                  </a:lnTo>
                  <a:lnTo>
                    <a:pt x="25915" y="155713"/>
                  </a:lnTo>
                  <a:lnTo>
                    <a:pt x="21705" y="124874"/>
                  </a:lnTo>
                  <a:lnTo>
                    <a:pt x="4914" y="127244"/>
                  </a:lnTo>
                  <a:lnTo>
                    <a:pt x="2524" y="107580"/>
                  </a:lnTo>
                  <a:lnTo>
                    <a:pt x="2275" y="105530"/>
                  </a:lnTo>
                  <a:lnTo>
                    <a:pt x="1493" y="99091"/>
                  </a:lnTo>
                  <a:lnTo>
                    <a:pt x="529" y="91164"/>
                  </a:lnTo>
                  <a:lnTo>
                    <a:pt x="135" y="87916"/>
                  </a:lnTo>
                  <a:lnTo>
                    <a:pt x="0" y="87059"/>
                  </a:lnTo>
                  <a:lnTo>
                    <a:pt x="845" y="86943"/>
                  </a:lnTo>
                  <a:lnTo>
                    <a:pt x="22005" y="84040"/>
                  </a:lnTo>
                  <a:lnTo>
                    <a:pt x="65864" y="79255"/>
                  </a:lnTo>
                  <a:lnTo>
                    <a:pt x="79450" y="77773"/>
                  </a:lnTo>
                  <a:lnTo>
                    <a:pt x="86188" y="76874"/>
                  </a:lnTo>
                  <a:lnTo>
                    <a:pt x="97203" y="75405"/>
                  </a:lnTo>
                  <a:lnTo>
                    <a:pt x="113284" y="73260"/>
                  </a:lnTo>
                  <a:lnTo>
                    <a:pt x="121723" y="71515"/>
                  </a:lnTo>
                  <a:lnTo>
                    <a:pt x="126167" y="70596"/>
                  </a:lnTo>
                  <a:lnTo>
                    <a:pt x="133918" y="68902"/>
                  </a:lnTo>
                  <a:lnTo>
                    <a:pt x="147044" y="59380"/>
                  </a:lnTo>
                  <a:lnTo>
                    <a:pt x="148837" y="58291"/>
                  </a:lnTo>
                  <a:lnTo>
                    <a:pt x="151455" y="56699"/>
                  </a:lnTo>
                  <a:lnTo>
                    <a:pt x="153736" y="55313"/>
                  </a:lnTo>
                  <a:lnTo>
                    <a:pt x="177068" y="41133"/>
                  </a:lnTo>
                  <a:lnTo>
                    <a:pt x="186334" y="35438"/>
                  </a:lnTo>
                  <a:lnTo>
                    <a:pt x="190535" y="32856"/>
                  </a:lnTo>
                  <a:lnTo>
                    <a:pt x="204001" y="24579"/>
                  </a:lnTo>
                  <a:lnTo>
                    <a:pt x="208414" y="22002"/>
                  </a:lnTo>
                  <a:lnTo>
                    <a:pt x="217301" y="16812"/>
                  </a:lnTo>
                  <a:lnTo>
                    <a:pt x="222197" y="13953"/>
                  </a:lnTo>
                  <a:lnTo>
                    <a:pt x="228788" y="9565"/>
                  </a:lnTo>
                  <a:lnTo>
                    <a:pt x="230865" y="7255"/>
                  </a:lnTo>
                  <a:lnTo>
                    <a:pt x="233081" y="3759"/>
                  </a:lnTo>
                  <a:lnTo>
                    <a:pt x="236876" y="8479"/>
                  </a:lnTo>
                  <a:lnTo>
                    <a:pt x="240339" y="9216"/>
                  </a:lnTo>
                  <a:lnTo>
                    <a:pt x="246645" y="3617"/>
                  </a:lnTo>
                  <a:lnTo>
                    <a:pt x="253885" y="10965"/>
                  </a:lnTo>
                  <a:lnTo>
                    <a:pt x="255296" y="12396"/>
                  </a:lnTo>
                  <a:lnTo>
                    <a:pt x="256597" y="11332"/>
                  </a:lnTo>
                  <a:lnTo>
                    <a:pt x="2704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2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3"/>
            <p:cNvSpPr/>
            <p:nvPr/>
          </p:nvSpPr>
          <p:spPr>
            <a:xfrm>
              <a:off x="1863350" y="2419040"/>
              <a:ext cx="580412" cy="1170734"/>
            </a:xfrm>
            <a:custGeom>
              <a:avLst/>
              <a:pathLst>
                <a:path w="580412" h="1170734">
                  <a:moveTo>
                    <a:pt x="441500" y="1166697"/>
                  </a:moveTo>
                  <a:lnTo>
                    <a:pt x="439520" y="1170734"/>
                  </a:lnTo>
                  <a:lnTo>
                    <a:pt x="309161" y="1139387"/>
                  </a:lnTo>
                  <a:lnTo>
                    <a:pt x="241736" y="1118075"/>
                  </a:lnTo>
                  <a:lnTo>
                    <a:pt x="199449" y="1106780"/>
                  </a:lnTo>
                  <a:lnTo>
                    <a:pt x="209298" y="1045686"/>
                  </a:lnTo>
                  <a:lnTo>
                    <a:pt x="172157" y="1039685"/>
                  </a:lnTo>
                  <a:lnTo>
                    <a:pt x="0" y="1008925"/>
                  </a:lnTo>
                  <a:lnTo>
                    <a:pt x="8041" y="964324"/>
                  </a:lnTo>
                  <a:lnTo>
                    <a:pt x="14941" y="926047"/>
                  </a:lnTo>
                  <a:lnTo>
                    <a:pt x="19271" y="902029"/>
                  </a:lnTo>
                  <a:lnTo>
                    <a:pt x="23246" y="879980"/>
                  </a:lnTo>
                  <a:lnTo>
                    <a:pt x="39628" y="789114"/>
                  </a:lnTo>
                  <a:lnTo>
                    <a:pt x="62415" y="662720"/>
                  </a:lnTo>
                  <a:lnTo>
                    <a:pt x="72542" y="606550"/>
                  </a:lnTo>
                  <a:lnTo>
                    <a:pt x="75100" y="590843"/>
                  </a:lnTo>
                  <a:lnTo>
                    <a:pt x="79547" y="566128"/>
                  </a:lnTo>
                  <a:lnTo>
                    <a:pt x="80826" y="559022"/>
                  </a:lnTo>
                  <a:lnTo>
                    <a:pt x="87065" y="524351"/>
                  </a:lnTo>
                  <a:lnTo>
                    <a:pt x="90642" y="504468"/>
                  </a:lnTo>
                  <a:lnTo>
                    <a:pt x="91316" y="500727"/>
                  </a:lnTo>
                  <a:lnTo>
                    <a:pt x="94773" y="481513"/>
                  </a:lnTo>
                  <a:lnTo>
                    <a:pt x="102181" y="440342"/>
                  </a:lnTo>
                  <a:lnTo>
                    <a:pt x="102945" y="436097"/>
                  </a:lnTo>
                  <a:lnTo>
                    <a:pt x="103262" y="434336"/>
                  </a:lnTo>
                  <a:lnTo>
                    <a:pt x="104844" y="425544"/>
                  </a:lnTo>
                  <a:lnTo>
                    <a:pt x="110763" y="392650"/>
                  </a:lnTo>
                  <a:lnTo>
                    <a:pt x="111298" y="389675"/>
                  </a:lnTo>
                  <a:lnTo>
                    <a:pt x="112303" y="384091"/>
                  </a:lnTo>
                  <a:lnTo>
                    <a:pt x="113066" y="379849"/>
                  </a:lnTo>
                  <a:lnTo>
                    <a:pt x="113355" y="378246"/>
                  </a:lnTo>
                  <a:lnTo>
                    <a:pt x="118472" y="349809"/>
                  </a:lnTo>
                  <a:lnTo>
                    <a:pt x="120459" y="338763"/>
                  </a:lnTo>
                  <a:lnTo>
                    <a:pt x="124641" y="315526"/>
                  </a:lnTo>
                  <a:lnTo>
                    <a:pt x="133816" y="263552"/>
                  </a:lnTo>
                  <a:lnTo>
                    <a:pt x="148880" y="180818"/>
                  </a:lnTo>
                  <a:lnTo>
                    <a:pt x="152099" y="162930"/>
                  </a:lnTo>
                  <a:lnTo>
                    <a:pt x="155318" y="145042"/>
                  </a:lnTo>
                  <a:lnTo>
                    <a:pt x="155634" y="143622"/>
                  </a:lnTo>
                  <a:lnTo>
                    <a:pt x="155925" y="142031"/>
                  </a:lnTo>
                  <a:lnTo>
                    <a:pt x="156103" y="141059"/>
                  </a:lnTo>
                  <a:lnTo>
                    <a:pt x="158993" y="125276"/>
                  </a:lnTo>
                  <a:lnTo>
                    <a:pt x="161422" y="111935"/>
                  </a:lnTo>
                  <a:lnTo>
                    <a:pt x="166975" y="81440"/>
                  </a:lnTo>
                  <a:lnTo>
                    <a:pt x="172198" y="52751"/>
                  </a:lnTo>
                  <a:lnTo>
                    <a:pt x="172429" y="51486"/>
                  </a:lnTo>
                  <a:lnTo>
                    <a:pt x="172517" y="51000"/>
                  </a:lnTo>
                  <a:lnTo>
                    <a:pt x="173385" y="46286"/>
                  </a:lnTo>
                  <a:lnTo>
                    <a:pt x="181904" y="0"/>
                  </a:lnTo>
                  <a:lnTo>
                    <a:pt x="187434" y="891"/>
                  </a:lnTo>
                  <a:lnTo>
                    <a:pt x="354040" y="33706"/>
                  </a:lnTo>
                  <a:lnTo>
                    <a:pt x="353735" y="35465"/>
                  </a:lnTo>
                  <a:lnTo>
                    <a:pt x="332064" y="160308"/>
                  </a:lnTo>
                  <a:lnTo>
                    <a:pt x="329741" y="173268"/>
                  </a:lnTo>
                  <a:lnTo>
                    <a:pt x="322104" y="218323"/>
                  </a:lnTo>
                  <a:lnTo>
                    <a:pt x="320372" y="227318"/>
                  </a:lnTo>
                  <a:lnTo>
                    <a:pt x="310657" y="277796"/>
                  </a:lnTo>
                  <a:lnTo>
                    <a:pt x="288368" y="399253"/>
                  </a:lnTo>
                  <a:lnTo>
                    <a:pt x="366796" y="413883"/>
                  </a:lnTo>
                  <a:lnTo>
                    <a:pt x="397061" y="419528"/>
                  </a:lnTo>
                  <a:lnTo>
                    <a:pt x="426006" y="424818"/>
                  </a:lnTo>
                  <a:lnTo>
                    <a:pt x="444744" y="428405"/>
                  </a:lnTo>
                  <a:lnTo>
                    <a:pt x="466417" y="432555"/>
                  </a:lnTo>
                  <a:lnTo>
                    <a:pt x="487454" y="436290"/>
                  </a:lnTo>
                  <a:lnTo>
                    <a:pt x="509085" y="440516"/>
                  </a:lnTo>
                  <a:lnTo>
                    <a:pt x="530004" y="444443"/>
                  </a:lnTo>
                  <a:lnTo>
                    <a:pt x="580412" y="453732"/>
                  </a:lnTo>
                  <a:lnTo>
                    <a:pt x="562036" y="552344"/>
                  </a:lnTo>
                  <a:lnTo>
                    <a:pt x="557776" y="573321"/>
                  </a:lnTo>
                  <a:lnTo>
                    <a:pt x="554044" y="595002"/>
                  </a:lnTo>
                  <a:lnTo>
                    <a:pt x="549052" y="622711"/>
                  </a:lnTo>
                  <a:lnTo>
                    <a:pt x="541943" y="662173"/>
                  </a:lnTo>
                  <a:lnTo>
                    <a:pt x="516457" y="795522"/>
                  </a:lnTo>
                  <a:lnTo>
                    <a:pt x="475503" y="10281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4"/>
            <p:cNvSpPr/>
            <p:nvPr/>
          </p:nvSpPr>
          <p:spPr>
            <a:xfrm>
              <a:off x="3005277" y="3327046"/>
              <a:ext cx="586545" cy="416133"/>
            </a:xfrm>
            <a:custGeom>
              <a:avLst/>
              <a:pathLst>
                <a:path w="586545" h="416133">
                  <a:moveTo>
                    <a:pt x="160287" y="0"/>
                  </a:moveTo>
                  <a:lnTo>
                    <a:pt x="223743" y="108861"/>
                  </a:lnTo>
                  <a:lnTo>
                    <a:pt x="251900" y="158453"/>
                  </a:lnTo>
                  <a:lnTo>
                    <a:pt x="257204" y="155381"/>
                  </a:lnTo>
                  <a:lnTo>
                    <a:pt x="259389" y="154043"/>
                  </a:lnTo>
                  <a:lnTo>
                    <a:pt x="262451" y="152169"/>
                  </a:lnTo>
                  <a:lnTo>
                    <a:pt x="270418" y="147292"/>
                  </a:lnTo>
                  <a:lnTo>
                    <a:pt x="276520" y="143556"/>
                  </a:lnTo>
                  <a:lnTo>
                    <a:pt x="276724" y="143431"/>
                  </a:lnTo>
                  <a:lnTo>
                    <a:pt x="281640" y="140422"/>
                  </a:lnTo>
                  <a:lnTo>
                    <a:pt x="284888" y="138434"/>
                  </a:lnTo>
                  <a:lnTo>
                    <a:pt x="286799" y="137265"/>
                  </a:lnTo>
                  <a:lnTo>
                    <a:pt x="332914" y="109037"/>
                  </a:lnTo>
                  <a:lnTo>
                    <a:pt x="358111" y="93614"/>
                  </a:lnTo>
                  <a:lnTo>
                    <a:pt x="358508" y="93370"/>
                  </a:lnTo>
                  <a:lnTo>
                    <a:pt x="360252" y="92303"/>
                  </a:lnTo>
                  <a:lnTo>
                    <a:pt x="360415" y="92203"/>
                  </a:lnTo>
                  <a:lnTo>
                    <a:pt x="382316" y="78797"/>
                  </a:lnTo>
                  <a:lnTo>
                    <a:pt x="408021" y="63063"/>
                  </a:lnTo>
                  <a:lnTo>
                    <a:pt x="408290" y="62898"/>
                  </a:lnTo>
                  <a:lnTo>
                    <a:pt x="458004" y="33918"/>
                  </a:lnTo>
                  <a:lnTo>
                    <a:pt x="498086" y="10552"/>
                  </a:lnTo>
                  <a:lnTo>
                    <a:pt x="498853" y="10105"/>
                  </a:lnTo>
                  <a:lnTo>
                    <a:pt x="499139" y="10600"/>
                  </a:lnTo>
                  <a:lnTo>
                    <a:pt x="586545" y="161919"/>
                  </a:lnTo>
                  <a:lnTo>
                    <a:pt x="584158" y="162870"/>
                  </a:lnTo>
                  <a:lnTo>
                    <a:pt x="581943" y="164186"/>
                  </a:lnTo>
                  <a:lnTo>
                    <a:pt x="579953" y="165836"/>
                  </a:lnTo>
                  <a:lnTo>
                    <a:pt x="578235" y="167780"/>
                  </a:lnTo>
                  <a:lnTo>
                    <a:pt x="576831" y="169972"/>
                  </a:lnTo>
                  <a:lnTo>
                    <a:pt x="575775" y="172360"/>
                  </a:lnTo>
                  <a:lnTo>
                    <a:pt x="575091" y="174885"/>
                  </a:lnTo>
                  <a:lnTo>
                    <a:pt x="574795" y="177489"/>
                  </a:lnTo>
                  <a:lnTo>
                    <a:pt x="574896" y="180107"/>
                  </a:lnTo>
                  <a:lnTo>
                    <a:pt x="575390" y="182679"/>
                  </a:lnTo>
                  <a:lnTo>
                    <a:pt x="576266" y="185142"/>
                  </a:lnTo>
                  <a:lnTo>
                    <a:pt x="555252" y="197575"/>
                  </a:lnTo>
                  <a:lnTo>
                    <a:pt x="547853" y="201952"/>
                  </a:lnTo>
                  <a:lnTo>
                    <a:pt x="544393" y="196770"/>
                  </a:lnTo>
                  <a:lnTo>
                    <a:pt x="526285" y="207465"/>
                  </a:lnTo>
                  <a:lnTo>
                    <a:pt x="514003" y="214719"/>
                  </a:lnTo>
                  <a:lnTo>
                    <a:pt x="517215" y="220027"/>
                  </a:lnTo>
                  <a:lnTo>
                    <a:pt x="508678" y="225068"/>
                  </a:lnTo>
                  <a:lnTo>
                    <a:pt x="504237" y="227690"/>
                  </a:lnTo>
                  <a:lnTo>
                    <a:pt x="502754" y="228566"/>
                  </a:lnTo>
                  <a:lnTo>
                    <a:pt x="500993" y="229606"/>
                  </a:lnTo>
                  <a:lnTo>
                    <a:pt x="499339" y="230582"/>
                  </a:lnTo>
                  <a:lnTo>
                    <a:pt x="497644" y="231583"/>
                  </a:lnTo>
                  <a:lnTo>
                    <a:pt x="495343" y="232942"/>
                  </a:lnTo>
                  <a:lnTo>
                    <a:pt x="493274" y="234163"/>
                  </a:lnTo>
                  <a:lnTo>
                    <a:pt x="491803" y="235032"/>
                  </a:lnTo>
                  <a:lnTo>
                    <a:pt x="489595" y="236335"/>
                  </a:lnTo>
                  <a:lnTo>
                    <a:pt x="486562" y="238127"/>
                  </a:lnTo>
                  <a:lnTo>
                    <a:pt x="479530" y="242278"/>
                  </a:lnTo>
                  <a:lnTo>
                    <a:pt x="459541" y="254081"/>
                  </a:lnTo>
                  <a:lnTo>
                    <a:pt x="456125" y="256098"/>
                  </a:lnTo>
                  <a:lnTo>
                    <a:pt x="455700" y="256349"/>
                  </a:lnTo>
                  <a:lnTo>
                    <a:pt x="433223" y="269621"/>
                  </a:lnTo>
                  <a:lnTo>
                    <a:pt x="429630" y="271742"/>
                  </a:lnTo>
                  <a:lnTo>
                    <a:pt x="381656" y="300069"/>
                  </a:lnTo>
                  <a:lnTo>
                    <a:pt x="380486" y="300760"/>
                  </a:lnTo>
                  <a:lnTo>
                    <a:pt x="380325" y="300854"/>
                  </a:lnTo>
                  <a:lnTo>
                    <a:pt x="379959" y="301071"/>
                  </a:lnTo>
                  <a:lnTo>
                    <a:pt x="379250" y="301489"/>
                  </a:lnTo>
                  <a:lnTo>
                    <a:pt x="363551" y="310759"/>
                  </a:lnTo>
                  <a:lnTo>
                    <a:pt x="360942" y="312299"/>
                  </a:lnTo>
                  <a:lnTo>
                    <a:pt x="357113" y="314700"/>
                  </a:lnTo>
                  <a:lnTo>
                    <a:pt x="351307" y="317481"/>
                  </a:lnTo>
                  <a:lnTo>
                    <a:pt x="347317" y="319894"/>
                  </a:lnTo>
                  <a:lnTo>
                    <a:pt x="331440" y="329494"/>
                  </a:lnTo>
                  <a:lnTo>
                    <a:pt x="304486" y="345794"/>
                  </a:lnTo>
                  <a:lnTo>
                    <a:pt x="289741" y="354504"/>
                  </a:lnTo>
                  <a:lnTo>
                    <a:pt x="264700" y="369295"/>
                  </a:lnTo>
                  <a:lnTo>
                    <a:pt x="239620" y="384110"/>
                  </a:lnTo>
                  <a:lnTo>
                    <a:pt x="217393" y="397239"/>
                  </a:lnTo>
                  <a:lnTo>
                    <a:pt x="216797" y="397558"/>
                  </a:lnTo>
                  <a:lnTo>
                    <a:pt x="212953" y="399618"/>
                  </a:lnTo>
                  <a:lnTo>
                    <a:pt x="205771" y="403467"/>
                  </a:lnTo>
                  <a:lnTo>
                    <a:pt x="182136" y="416133"/>
                  </a:lnTo>
                  <a:lnTo>
                    <a:pt x="180044" y="412486"/>
                  </a:lnTo>
                  <a:lnTo>
                    <a:pt x="162035" y="381095"/>
                  </a:lnTo>
                  <a:lnTo>
                    <a:pt x="133796" y="331871"/>
                  </a:lnTo>
                  <a:lnTo>
                    <a:pt x="130389" y="325933"/>
                  </a:lnTo>
                  <a:lnTo>
                    <a:pt x="104648" y="281062"/>
                  </a:lnTo>
                  <a:lnTo>
                    <a:pt x="89752" y="255521"/>
                  </a:lnTo>
                  <a:lnTo>
                    <a:pt x="54550" y="193693"/>
                  </a:lnTo>
                  <a:lnTo>
                    <a:pt x="16218" y="126827"/>
                  </a:lnTo>
                  <a:lnTo>
                    <a:pt x="0" y="98536"/>
                  </a:lnTo>
                  <a:lnTo>
                    <a:pt x="32658" y="78909"/>
                  </a:lnTo>
                  <a:lnTo>
                    <a:pt x="60160" y="62381"/>
                  </a:lnTo>
                  <a:lnTo>
                    <a:pt x="74342" y="53858"/>
                  </a:lnTo>
                  <a:lnTo>
                    <a:pt x="83739" y="48211"/>
                  </a:lnTo>
                  <a:lnTo>
                    <a:pt x="93844" y="42138"/>
                  </a:lnTo>
                  <a:lnTo>
                    <a:pt x="95728" y="41006"/>
                  </a:lnTo>
                  <a:lnTo>
                    <a:pt x="97159" y="40146"/>
                  </a:lnTo>
                  <a:lnTo>
                    <a:pt x="97796" y="39763"/>
                  </a:lnTo>
                  <a:lnTo>
                    <a:pt x="108313" y="33442"/>
                  </a:lnTo>
                  <a:lnTo>
                    <a:pt x="111708" y="31402"/>
                  </a:lnTo>
                  <a:lnTo>
                    <a:pt x="113922" y="30072"/>
                  </a:lnTo>
                  <a:lnTo>
                    <a:pt x="124910" y="23468"/>
                  </a:lnTo>
                  <a:lnTo>
                    <a:pt x="129404" y="20767"/>
                  </a:lnTo>
                  <a:lnTo>
                    <a:pt x="132925" y="18652"/>
                  </a:lnTo>
                  <a:lnTo>
                    <a:pt x="135094" y="17173"/>
                  </a:lnTo>
                  <a:lnTo>
                    <a:pt x="135386" y="16974"/>
                  </a:lnTo>
                  <a:lnTo>
                    <a:pt x="135666" y="16783"/>
                  </a:lnTo>
                  <a:lnTo>
                    <a:pt x="136261" y="16378"/>
                  </a:lnTo>
                  <a:lnTo>
                    <a:pt x="145068" y="10373"/>
                  </a:lnTo>
                  <a:lnTo>
                    <a:pt x="146262" y="9559"/>
                  </a:lnTo>
                  <a:lnTo>
                    <a:pt x="146804" y="9190"/>
                  </a:lnTo>
                  <a:lnTo>
                    <a:pt x="147045" y="9026"/>
                  </a:lnTo>
                  <a:lnTo>
                    <a:pt x="150511" y="6663"/>
                  </a:lnTo>
                  <a:lnTo>
                    <a:pt x="151993" y="5653"/>
                  </a:lnTo>
                  <a:lnTo>
                    <a:pt x="152937" y="5010"/>
                  </a:lnTo>
                  <a:lnTo>
                    <a:pt x="153162" y="4856"/>
                  </a:lnTo>
                  <a:lnTo>
                    <a:pt x="153494" y="4630"/>
                  </a:lnTo>
                  <a:lnTo>
                    <a:pt x="153857" y="4383"/>
                  </a:lnTo>
                  <a:lnTo>
                    <a:pt x="154509" y="3938"/>
                  </a:lnTo>
                  <a:lnTo>
                    <a:pt x="155086" y="3545"/>
                  </a:lnTo>
                  <a:lnTo>
                    <a:pt x="155899" y="2991"/>
                  </a:lnTo>
                  <a:lnTo>
                    <a:pt x="156036" y="2897"/>
                  </a:lnTo>
                  <a:lnTo>
                    <a:pt x="156198" y="2787"/>
                  </a:lnTo>
                  <a:lnTo>
                    <a:pt x="156735" y="24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5"/>
            <p:cNvSpPr/>
            <p:nvPr/>
          </p:nvSpPr>
          <p:spPr>
            <a:xfrm>
              <a:off x="3187413" y="3512189"/>
              <a:ext cx="508749" cy="562962"/>
            </a:xfrm>
            <a:custGeom>
              <a:avLst/>
              <a:pathLst>
                <a:path w="508749" h="562962">
                  <a:moveTo>
                    <a:pt x="414779" y="8974"/>
                  </a:moveTo>
                  <a:lnTo>
                    <a:pt x="415700" y="8991"/>
                  </a:lnTo>
                  <a:lnTo>
                    <a:pt x="418175" y="8898"/>
                  </a:lnTo>
                  <a:lnTo>
                    <a:pt x="420635" y="8603"/>
                  </a:lnTo>
                  <a:lnTo>
                    <a:pt x="422507" y="7680"/>
                  </a:lnTo>
                  <a:lnTo>
                    <a:pt x="424275" y="6562"/>
                  </a:lnTo>
                  <a:lnTo>
                    <a:pt x="508749" y="156840"/>
                  </a:lnTo>
                  <a:lnTo>
                    <a:pt x="495871" y="164650"/>
                  </a:lnTo>
                  <a:lnTo>
                    <a:pt x="479202" y="174759"/>
                  </a:lnTo>
                  <a:lnTo>
                    <a:pt x="474197" y="177795"/>
                  </a:lnTo>
                  <a:lnTo>
                    <a:pt x="470608" y="179971"/>
                  </a:lnTo>
                  <a:lnTo>
                    <a:pt x="439232" y="198999"/>
                  </a:lnTo>
                  <a:lnTo>
                    <a:pt x="422102" y="209807"/>
                  </a:lnTo>
                  <a:lnTo>
                    <a:pt x="416777" y="213167"/>
                  </a:lnTo>
                  <a:lnTo>
                    <a:pt x="371536" y="240327"/>
                  </a:lnTo>
                  <a:lnTo>
                    <a:pt x="345885" y="255726"/>
                  </a:lnTo>
                  <a:lnTo>
                    <a:pt x="335597" y="261974"/>
                  </a:lnTo>
                  <a:lnTo>
                    <a:pt x="319913" y="271498"/>
                  </a:lnTo>
                  <a:lnTo>
                    <a:pt x="316570" y="273488"/>
                  </a:lnTo>
                  <a:lnTo>
                    <a:pt x="297243" y="284994"/>
                  </a:lnTo>
                  <a:lnTo>
                    <a:pt x="276030" y="297623"/>
                  </a:lnTo>
                  <a:lnTo>
                    <a:pt x="271616" y="300251"/>
                  </a:lnTo>
                  <a:lnTo>
                    <a:pt x="268750" y="301957"/>
                  </a:lnTo>
                  <a:lnTo>
                    <a:pt x="264210" y="304725"/>
                  </a:lnTo>
                  <a:lnTo>
                    <a:pt x="278902" y="329819"/>
                  </a:lnTo>
                  <a:lnTo>
                    <a:pt x="279748" y="331263"/>
                  </a:lnTo>
                  <a:lnTo>
                    <a:pt x="292070" y="352309"/>
                  </a:lnTo>
                  <a:lnTo>
                    <a:pt x="294745" y="356878"/>
                  </a:lnTo>
                  <a:lnTo>
                    <a:pt x="308136" y="379750"/>
                  </a:lnTo>
                  <a:lnTo>
                    <a:pt x="323273" y="405604"/>
                  </a:lnTo>
                  <a:lnTo>
                    <a:pt x="337835" y="430477"/>
                  </a:lnTo>
                  <a:lnTo>
                    <a:pt x="338732" y="432009"/>
                  </a:lnTo>
                  <a:lnTo>
                    <a:pt x="359594" y="467642"/>
                  </a:lnTo>
                  <a:lnTo>
                    <a:pt x="359910" y="468181"/>
                  </a:lnTo>
                  <a:lnTo>
                    <a:pt x="348689" y="474372"/>
                  </a:lnTo>
                  <a:lnTo>
                    <a:pt x="336314" y="481200"/>
                  </a:lnTo>
                  <a:lnTo>
                    <a:pt x="328273" y="485801"/>
                  </a:lnTo>
                  <a:lnTo>
                    <a:pt x="302303" y="500662"/>
                  </a:lnTo>
                  <a:lnTo>
                    <a:pt x="277911" y="514619"/>
                  </a:lnTo>
                  <a:lnTo>
                    <a:pt x="276090" y="515661"/>
                  </a:lnTo>
                  <a:lnTo>
                    <a:pt x="252579" y="529114"/>
                  </a:lnTo>
                  <a:lnTo>
                    <a:pt x="228591" y="542840"/>
                  </a:lnTo>
                  <a:lnTo>
                    <a:pt x="225416" y="544657"/>
                  </a:lnTo>
                  <a:lnTo>
                    <a:pt x="224761" y="545032"/>
                  </a:lnTo>
                  <a:lnTo>
                    <a:pt x="214708" y="550729"/>
                  </a:lnTo>
                  <a:lnTo>
                    <a:pt x="196474" y="561064"/>
                  </a:lnTo>
                  <a:lnTo>
                    <a:pt x="194505" y="562180"/>
                  </a:lnTo>
                  <a:lnTo>
                    <a:pt x="193124" y="562962"/>
                  </a:lnTo>
                  <a:lnTo>
                    <a:pt x="174354" y="530306"/>
                  </a:lnTo>
                  <a:lnTo>
                    <a:pt x="172673" y="527381"/>
                  </a:lnTo>
                  <a:lnTo>
                    <a:pt x="145430" y="479982"/>
                  </a:lnTo>
                  <a:lnTo>
                    <a:pt x="143776" y="477105"/>
                  </a:lnTo>
                  <a:lnTo>
                    <a:pt x="115983" y="428748"/>
                  </a:lnTo>
                  <a:lnTo>
                    <a:pt x="115657" y="428182"/>
                  </a:lnTo>
                  <a:lnTo>
                    <a:pt x="114960" y="426969"/>
                  </a:lnTo>
                  <a:lnTo>
                    <a:pt x="107664" y="414274"/>
                  </a:lnTo>
                  <a:lnTo>
                    <a:pt x="100725" y="402202"/>
                  </a:lnTo>
                  <a:lnTo>
                    <a:pt x="100190" y="401272"/>
                  </a:lnTo>
                  <a:lnTo>
                    <a:pt x="99798" y="400590"/>
                  </a:lnTo>
                  <a:lnTo>
                    <a:pt x="87215" y="378698"/>
                  </a:lnTo>
                  <a:lnTo>
                    <a:pt x="83589" y="372557"/>
                  </a:lnTo>
                  <a:lnTo>
                    <a:pt x="83415" y="372262"/>
                  </a:lnTo>
                  <a:lnTo>
                    <a:pt x="54547" y="323371"/>
                  </a:lnTo>
                  <a:lnTo>
                    <a:pt x="53748" y="322018"/>
                  </a:lnTo>
                  <a:lnTo>
                    <a:pt x="24091" y="271791"/>
                  </a:lnTo>
                  <a:lnTo>
                    <a:pt x="6617" y="242199"/>
                  </a:lnTo>
                  <a:lnTo>
                    <a:pt x="0" y="230991"/>
                  </a:lnTo>
                  <a:lnTo>
                    <a:pt x="23634" y="218325"/>
                  </a:lnTo>
                  <a:lnTo>
                    <a:pt x="30817" y="214476"/>
                  </a:lnTo>
                  <a:lnTo>
                    <a:pt x="34661" y="212416"/>
                  </a:lnTo>
                  <a:lnTo>
                    <a:pt x="35256" y="212097"/>
                  </a:lnTo>
                  <a:lnTo>
                    <a:pt x="57484" y="198967"/>
                  </a:lnTo>
                  <a:lnTo>
                    <a:pt x="82563" y="184153"/>
                  </a:lnTo>
                  <a:lnTo>
                    <a:pt x="107605" y="169362"/>
                  </a:lnTo>
                  <a:lnTo>
                    <a:pt x="122349" y="160652"/>
                  </a:lnTo>
                  <a:lnTo>
                    <a:pt x="149304" y="144352"/>
                  </a:lnTo>
                  <a:lnTo>
                    <a:pt x="165180" y="134752"/>
                  </a:lnTo>
                  <a:lnTo>
                    <a:pt x="169170" y="132339"/>
                  </a:lnTo>
                  <a:lnTo>
                    <a:pt x="174976" y="129558"/>
                  </a:lnTo>
                  <a:lnTo>
                    <a:pt x="178806" y="127157"/>
                  </a:lnTo>
                  <a:lnTo>
                    <a:pt x="181414" y="125617"/>
                  </a:lnTo>
                  <a:lnTo>
                    <a:pt x="197139" y="116332"/>
                  </a:lnTo>
                  <a:lnTo>
                    <a:pt x="197822" y="115928"/>
                  </a:lnTo>
                  <a:lnTo>
                    <a:pt x="198188" y="115712"/>
                  </a:lnTo>
                  <a:lnTo>
                    <a:pt x="198349" y="115617"/>
                  </a:lnTo>
                  <a:lnTo>
                    <a:pt x="199519" y="114926"/>
                  </a:lnTo>
                  <a:lnTo>
                    <a:pt x="247494" y="86600"/>
                  </a:lnTo>
                  <a:lnTo>
                    <a:pt x="251087" y="84478"/>
                  </a:lnTo>
                  <a:lnTo>
                    <a:pt x="273563" y="71207"/>
                  </a:lnTo>
                  <a:lnTo>
                    <a:pt x="273989" y="70956"/>
                  </a:lnTo>
                  <a:lnTo>
                    <a:pt x="277404" y="68939"/>
                  </a:lnTo>
                  <a:lnTo>
                    <a:pt x="297456" y="57099"/>
                  </a:lnTo>
                  <a:lnTo>
                    <a:pt x="304425" y="52984"/>
                  </a:lnTo>
                  <a:lnTo>
                    <a:pt x="307459" y="51193"/>
                  </a:lnTo>
                  <a:lnTo>
                    <a:pt x="309666" y="49890"/>
                  </a:lnTo>
                  <a:lnTo>
                    <a:pt x="311138" y="49021"/>
                  </a:lnTo>
                  <a:lnTo>
                    <a:pt x="313206" y="47800"/>
                  </a:lnTo>
                  <a:lnTo>
                    <a:pt x="315507" y="46441"/>
                  </a:lnTo>
                  <a:lnTo>
                    <a:pt x="317203" y="45440"/>
                  </a:lnTo>
                  <a:lnTo>
                    <a:pt x="318856" y="44464"/>
                  </a:lnTo>
                  <a:lnTo>
                    <a:pt x="320618" y="43423"/>
                  </a:lnTo>
                  <a:lnTo>
                    <a:pt x="322101" y="42548"/>
                  </a:lnTo>
                  <a:lnTo>
                    <a:pt x="326541" y="39926"/>
                  </a:lnTo>
                  <a:lnTo>
                    <a:pt x="335079" y="34885"/>
                  </a:lnTo>
                  <a:lnTo>
                    <a:pt x="331867" y="29576"/>
                  </a:lnTo>
                  <a:lnTo>
                    <a:pt x="344149" y="22323"/>
                  </a:lnTo>
                  <a:lnTo>
                    <a:pt x="362257" y="11628"/>
                  </a:lnTo>
                  <a:lnTo>
                    <a:pt x="365716" y="16810"/>
                  </a:lnTo>
                  <a:lnTo>
                    <a:pt x="373115" y="12433"/>
                  </a:lnTo>
                  <a:lnTo>
                    <a:pt x="394130" y="0"/>
                  </a:lnTo>
                  <a:lnTo>
                    <a:pt x="394507" y="368"/>
                  </a:lnTo>
                  <a:lnTo>
                    <a:pt x="396664" y="2259"/>
                  </a:lnTo>
                  <a:lnTo>
                    <a:pt x="398980" y="3940"/>
                  </a:lnTo>
                  <a:lnTo>
                    <a:pt x="401437" y="5398"/>
                  </a:lnTo>
                  <a:lnTo>
                    <a:pt x="404013" y="6620"/>
                  </a:lnTo>
                  <a:lnTo>
                    <a:pt x="406957" y="7680"/>
                  </a:lnTo>
                  <a:lnTo>
                    <a:pt x="409525" y="8338"/>
                  </a:lnTo>
                  <a:lnTo>
                    <a:pt x="412139" y="87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6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47"/>
            <p:cNvSpPr/>
            <p:nvPr/>
          </p:nvSpPr>
          <p:spPr>
            <a:xfrm>
              <a:off x="3504130" y="3010121"/>
              <a:ext cx="655933" cy="511059"/>
            </a:xfrm>
            <a:custGeom>
              <a:avLst/>
              <a:pathLst>
                <a:path w="655933" h="511059">
                  <a:moveTo>
                    <a:pt x="625787" y="126383"/>
                  </a:moveTo>
                  <a:lnTo>
                    <a:pt x="641276" y="152640"/>
                  </a:lnTo>
                  <a:lnTo>
                    <a:pt x="643707" y="151013"/>
                  </a:lnTo>
                  <a:lnTo>
                    <a:pt x="641918" y="152506"/>
                  </a:lnTo>
                  <a:lnTo>
                    <a:pt x="640402" y="154287"/>
                  </a:lnTo>
                  <a:lnTo>
                    <a:pt x="639200" y="156303"/>
                  </a:lnTo>
                  <a:lnTo>
                    <a:pt x="638348" y="158498"/>
                  </a:lnTo>
                  <a:lnTo>
                    <a:pt x="637870" y="160809"/>
                  </a:lnTo>
                  <a:lnTo>
                    <a:pt x="637779" y="163169"/>
                  </a:lnTo>
                  <a:lnTo>
                    <a:pt x="638079" y="165511"/>
                  </a:lnTo>
                  <a:lnTo>
                    <a:pt x="638760" y="167768"/>
                  </a:lnTo>
                  <a:lnTo>
                    <a:pt x="639803" y="169874"/>
                  </a:lnTo>
                  <a:lnTo>
                    <a:pt x="641179" y="171771"/>
                  </a:lnTo>
                  <a:lnTo>
                    <a:pt x="642847" y="173404"/>
                  </a:lnTo>
                  <a:lnTo>
                    <a:pt x="644760" y="174725"/>
                  </a:lnTo>
                  <a:lnTo>
                    <a:pt x="646864" y="175697"/>
                  </a:lnTo>
                  <a:lnTo>
                    <a:pt x="649098" y="176293"/>
                  </a:lnTo>
                  <a:lnTo>
                    <a:pt x="651398" y="176494"/>
                  </a:lnTo>
                  <a:lnTo>
                    <a:pt x="653698" y="176296"/>
                  </a:lnTo>
                  <a:lnTo>
                    <a:pt x="655933" y="175705"/>
                  </a:lnTo>
                  <a:lnTo>
                    <a:pt x="603049" y="206874"/>
                  </a:lnTo>
                  <a:lnTo>
                    <a:pt x="601728" y="204461"/>
                  </a:lnTo>
                  <a:lnTo>
                    <a:pt x="600528" y="202269"/>
                  </a:lnTo>
                  <a:lnTo>
                    <a:pt x="599241" y="199917"/>
                  </a:lnTo>
                  <a:lnTo>
                    <a:pt x="598622" y="198787"/>
                  </a:lnTo>
                  <a:lnTo>
                    <a:pt x="596565" y="195029"/>
                  </a:lnTo>
                  <a:lnTo>
                    <a:pt x="579540" y="205092"/>
                  </a:lnTo>
                  <a:lnTo>
                    <a:pt x="571837" y="209645"/>
                  </a:lnTo>
                  <a:lnTo>
                    <a:pt x="560804" y="216166"/>
                  </a:lnTo>
                  <a:lnTo>
                    <a:pt x="546494" y="224932"/>
                  </a:lnTo>
                  <a:lnTo>
                    <a:pt x="544820" y="225957"/>
                  </a:lnTo>
                  <a:lnTo>
                    <a:pt x="501732" y="252353"/>
                  </a:lnTo>
                  <a:lnTo>
                    <a:pt x="494769" y="256418"/>
                  </a:lnTo>
                  <a:lnTo>
                    <a:pt x="484849" y="262209"/>
                  </a:lnTo>
                  <a:lnTo>
                    <a:pt x="442021" y="287211"/>
                  </a:lnTo>
                  <a:lnTo>
                    <a:pt x="416493" y="302113"/>
                  </a:lnTo>
                  <a:lnTo>
                    <a:pt x="407178" y="307551"/>
                  </a:lnTo>
                  <a:lnTo>
                    <a:pt x="391822" y="316515"/>
                  </a:lnTo>
                  <a:lnTo>
                    <a:pt x="340108" y="346704"/>
                  </a:lnTo>
                  <a:lnTo>
                    <a:pt x="319795" y="358763"/>
                  </a:lnTo>
                  <a:lnTo>
                    <a:pt x="287338" y="378033"/>
                  </a:lnTo>
                  <a:lnTo>
                    <a:pt x="263145" y="392396"/>
                  </a:lnTo>
                  <a:lnTo>
                    <a:pt x="245592" y="402817"/>
                  </a:lnTo>
                  <a:lnTo>
                    <a:pt x="242991" y="404372"/>
                  </a:lnTo>
                  <a:lnTo>
                    <a:pt x="236474" y="408268"/>
                  </a:lnTo>
                  <a:lnTo>
                    <a:pt x="187663" y="437450"/>
                  </a:lnTo>
                  <a:lnTo>
                    <a:pt x="162244" y="452646"/>
                  </a:lnTo>
                  <a:lnTo>
                    <a:pt x="142215" y="464621"/>
                  </a:lnTo>
                  <a:lnTo>
                    <a:pt x="138574" y="466797"/>
                  </a:lnTo>
                  <a:lnTo>
                    <a:pt x="120711" y="477477"/>
                  </a:lnTo>
                  <a:lnTo>
                    <a:pt x="116666" y="479895"/>
                  </a:lnTo>
                  <a:lnTo>
                    <a:pt x="113492" y="481792"/>
                  </a:lnTo>
                  <a:lnTo>
                    <a:pt x="114697" y="484341"/>
                  </a:lnTo>
                  <a:lnTo>
                    <a:pt x="115543" y="487035"/>
                  </a:lnTo>
                  <a:lnTo>
                    <a:pt x="116017" y="489824"/>
                  </a:lnTo>
                  <a:lnTo>
                    <a:pt x="116107" y="492653"/>
                  </a:lnTo>
                  <a:lnTo>
                    <a:pt x="115813" y="495468"/>
                  </a:lnTo>
                  <a:lnTo>
                    <a:pt x="115140" y="498213"/>
                  </a:lnTo>
                  <a:lnTo>
                    <a:pt x="114393" y="500197"/>
                  </a:lnTo>
                  <a:lnTo>
                    <a:pt x="113448" y="502091"/>
                  </a:lnTo>
                  <a:lnTo>
                    <a:pt x="112315" y="503873"/>
                  </a:lnTo>
                  <a:lnTo>
                    <a:pt x="112183" y="504057"/>
                  </a:lnTo>
                  <a:lnTo>
                    <a:pt x="110806" y="505749"/>
                  </a:lnTo>
                  <a:lnTo>
                    <a:pt x="109258" y="507279"/>
                  </a:lnTo>
                  <a:lnTo>
                    <a:pt x="107558" y="508629"/>
                  </a:lnTo>
                  <a:lnTo>
                    <a:pt x="105790" y="509748"/>
                  </a:lnTo>
                  <a:lnTo>
                    <a:pt x="103918" y="510671"/>
                  </a:lnTo>
                  <a:lnTo>
                    <a:pt x="101458" y="510965"/>
                  </a:lnTo>
                  <a:lnTo>
                    <a:pt x="98983" y="511059"/>
                  </a:lnTo>
                  <a:lnTo>
                    <a:pt x="98062" y="511042"/>
                  </a:lnTo>
                  <a:lnTo>
                    <a:pt x="95422" y="510838"/>
                  </a:lnTo>
                  <a:lnTo>
                    <a:pt x="92808" y="510406"/>
                  </a:lnTo>
                  <a:lnTo>
                    <a:pt x="90240" y="509747"/>
                  </a:lnTo>
                  <a:lnTo>
                    <a:pt x="87297" y="508688"/>
                  </a:lnTo>
                  <a:lnTo>
                    <a:pt x="84720" y="507465"/>
                  </a:lnTo>
                  <a:lnTo>
                    <a:pt x="82264" y="506007"/>
                  </a:lnTo>
                  <a:lnTo>
                    <a:pt x="79947" y="504326"/>
                  </a:lnTo>
                  <a:lnTo>
                    <a:pt x="77790" y="502436"/>
                  </a:lnTo>
                  <a:lnTo>
                    <a:pt x="77413" y="502067"/>
                  </a:lnTo>
                  <a:lnTo>
                    <a:pt x="76537" y="499604"/>
                  </a:lnTo>
                  <a:lnTo>
                    <a:pt x="76043" y="497033"/>
                  </a:lnTo>
                  <a:lnTo>
                    <a:pt x="75942" y="494414"/>
                  </a:lnTo>
                  <a:lnTo>
                    <a:pt x="76237" y="491811"/>
                  </a:lnTo>
                  <a:lnTo>
                    <a:pt x="76921" y="489285"/>
                  </a:lnTo>
                  <a:lnTo>
                    <a:pt x="77978" y="486898"/>
                  </a:lnTo>
                  <a:lnTo>
                    <a:pt x="79382" y="484706"/>
                  </a:lnTo>
                  <a:lnTo>
                    <a:pt x="81100" y="482761"/>
                  </a:lnTo>
                  <a:lnTo>
                    <a:pt x="83090" y="481112"/>
                  </a:lnTo>
                  <a:lnTo>
                    <a:pt x="85305" y="479795"/>
                  </a:lnTo>
                  <a:lnTo>
                    <a:pt x="87692" y="478844"/>
                  </a:lnTo>
                  <a:lnTo>
                    <a:pt x="285" y="327526"/>
                  </a:lnTo>
                  <a:lnTo>
                    <a:pt x="0" y="327031"/>
                  </a:lnTo>
                  <a:lnTo>
                    <a:pt x="65257" y="286747"/>
                  </a:lnTo>
                  <a:lnTo>
                    <a:pt x="91023" y="271718"/>
                  </a:lnTo>
                  <a:lnTo>
                    <a:pt x="116447" y="256722"/>
                  </a:lnTo>
                  <a:lnTo>
                    <a:pt x="140305" y="242648"/>
                  </a:lnTo>
                  <a:lnTo>
                    <a:pt x="165793" y="227615"/>
                  </a:lnTo>
                  <a:lnTo>
                    <a:pt x="190871" y="212153"/>
                  </a:lnTo>
                  <a:lnTo>
                    <a:pt x="241823" y="180740"/>
                  </a:lnTo>
                  <a:lnTo>
                    <a:pt x="293718" y="150077"/>
                  </a:lnTo>
                  <a:lnTo>
                    <a:pt x="319169" y="135039"/>
                  </a:lnTo>
                  <a:lnTo>
                    <a:pt x="344590" y="120304"/>
                  </a:lnTo>
                  <a:lnTo>
                    <a:pt x="396557" y="90182"/>
                  </a:lnTo>
                  <a:lnTo>
                    <a:pt x="423377" y="74937"/>
                  </a:lnTo>
                  <a:lnTo>
                    <a:pt x="442747" y="62648"/>
                  </a:lnTo>
                  <a:lnTo>
                    <a:pt x="462161" y="51469"/>
                  </a:lnTo>
                  <a:lnTo>
                    <a:pt x="471263" y="46184"/>
                  </a:lnTo>
                  <a:lnTo>
                    <a:pt x="550810" y="0"/>
                  </a:lnTo>
                  <a:lnTo>
                    <a:pt x="551381" y="959"/>
                  </a:lnTo>
                  <a:lnTo>
                    <a:pt x="566941" y="27109"/>
                  </a:lnTo>
                  <a:lnTo>
                    <a:pt x="596323" y="76486"/>
                  </a:lnTo>
                  <a:lnTo>
                    <a:pt x="600038" y="827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48"/>
            <p:cNvSpPr/>
            <p:nvPr/>
          </p:nvSpPr>
          <p:spPr>
            <a:xfrm>
              <a:off x="5330574" y="4196676"/>
              <a:ext cx="364072" cy="575536"/>
            </a:xfrm>
            <a:custGeom>
              <a:avLst/>
              <a:pathLst>
                <a:path w="364072" h="575536">
                  <a:moveTo>
                    <a:pt x="234568" y="562098"/>
                  </a:moveTo>
                  <a:lnTo>
                    <a:pt x="211834" y="575536"/>
                  </a:lnTo>
                  <a:lnTo>
                    <a:pt x="211659" y="575451"/>
                  </a:lnTo>
                  <a:lnTo>
                    <a:pt x="199011" y="569271"/>
                  </a:lnTo>
                  <a:lnTo>
                    <a:pt x="190108" y="569429"/>
                  </a:lnTo>
                  <a:lnTo>
                    <a:pt x="58108" y="345350"/>
                  </a:lnTo>
                  <a:lnTo>
                    <a:pt x="78004" y="331032"/>
                  </a:lnTo>
                  <a:lnTo>
                    <a:pt x="143030" y="293640"/>
                  </a:lnTo>
                  <a:lnTo>
                    <a:pt x="138957" y="286183"/>
                  </a:lnTo>
                  <a:lnTo>
                    <a:pt x="129736" y="269302"/>
                  </a:lnTo>
                  <a:lnTo>
                    <a:pt x="117988" y="247793"/>
                  </a:lnTo>
                  <a:lnTo>
                    <a:pt x="107494" y="228581"/>
                  </a:lnTo>
                  <a:lnTo>
                    <a:pt x="104496" y="227579"/>
                  </a:lnTo>
                  <a:lnTo>
                    <a:pt x="78023" y="218732"/>
                  </a:lnTo>
                  <a:lnTo>
                    <a:pt x="77441" y="217678"/>
                  </a:lnTo>
                  <a:lnTo>
                    <a:pt x="76269" y="215555"/>
                  </a:lnTo>
                  <a:lnTo>
                    <a:pt x="52117" y="171816"/>
                  </a:lnTo>
                  <a:lnTo>
                    <a:pt x="52477" y="169342"/>
                  </a:lnTo>
                  <a:lnTo>
                    <a:pt x="55415" y="149131"/>
                  </a:lnTo>
                  <a:lnTo>
                    <a:pt x="55753" y="146807"/>
                  </a:lnTo>
                  <a:lnTo>
                    <a:pt x="53647" y="143179"/>
                  </a:lnTo>
                  <a:lnTo>
                    <a:pt x="52125" y="140558"/>
                  </a:lnTo>
                  <a:lnTo>
                    <a:pt x="41020" y="121435"/>
                  </a:lnTo>
                  <a:lnTo>
                    <a:pt x="39771" y="119236"/>
                  </a:lnTo>
                  <a:lnTo>
                    <a:pt x="21173" y="86492"/>
                  </a:lnTo>
                  <a:lnTo>
                    <a:pt x="20495" y="85299"/>
                  </a:lnTo>
                  <a:lnTo>
                    <a:pt x="8156" y="63573"/>
                  </a:lnTo>
                  <a:lnTo>
                    <a:pt x="5619" y="59106"/>
                  </a:lnTo>
                  <a:lnTo>
                    <a:pt x="4021" y="56420"/>
                  </a:lnTo>
                  <a:lnTo>
                    <a:pt x="1328" y="51889"/>
                  </a:lnTo>
                  <a:lnTo>
                    <a:pt x="0" y="49654"/>
                  </a:lnTo>
                  <a:lnTo>
                    <a:pt x="1508" y="48768"/>
                  </a:lnTo>
                  <a:lnTo>
                    <a:pt x="6654" y="45744"/>
                  </a:lnTo>
                  <a:lnTo>
                    <a:pt x="25839" y="34472"/>
                  </a:lnTo>
                  <a:lnTo>
                    <a:pt x="34449" y="29413"/>
                  </a:lnTo>
                  <a:lnTo>
                    <a:pt x="48285" y="21284"/>
                  </a:lnTo>
                  <a:lnTo>
                    <a:pt x="67650" y="9906"/>
                  </a:lnTo>
                  <a:lnTo>
                    <a:pt x="84511" y="0"/>
                  </a:lnTo>
                  <a:lnTo>
                    <a:pt x="84858" y="1258"/>
                  </a:lnTo>
                  <a:lnTo>
                    <a:pt x="86546" y="7380"/>
                  </a:lnTo>
                  <a:lnTo>
                    <a:pt x="87951" y="10578"/>
                  </a:lnTo>
                  <a:lnTo>
                    <a:pt x="93920" y="24165"/>
                  </a:lnTo>
                  <a:lnTo>
                    <a:pt x="95943" y="27171"/>
                  </a:lnTo>
                  <a:lnTo>
                    <a:pt x="102172" y="36427"/>
                  </a:lnTo>
                  <a:lnTo>
                    <a:pt x="104546" y="39955"/>
                  </a:lnTo>
                  <a:lnTo>
                    <a:pt x="106562" y="42952"/>
                  </a:lnTo>
                  <a:lnTo>
                    <a:pt x="115577" y="55463"/>
                  </a:lnTo>
                  <a:lnTo>
                    <a:pt x="125343" y="69016"/>
                  </a:lnTo>
                  <a:lnTo>
                    <a:pt x="132566" y="78142"/>
                  </a:lnTo>
                  <a:lnTo>
                    <a:pt x="145543" y="94538"/>
                  </a:lnTo>
                  <a:lnTo>
                    <a:pt x="158690" y="106870"/>
                  </a:lnTo>
                  <a:lnTo>
                    <a:pt x="159991" y="108090"/>
                  </a:lnTo>
                  <a:lnTo>
                    <a:pt x="173147" y="118027"/>
                  </a:lnTo>
                  <a:lnTo>
                    <a:pt x="182416" y="125028"/>
                  </a:lnTo>
                  <a:lnTo>
                    <a:pt x="193012" y="130775"/>
                  </a:lnTo>
                  <a:lnTo>
                    <a:pt x="196231" y="132520"/>
                  </a:lnTo>
                  <a:lnTo>
                    <a:pt x="197466" y="133190"/>
                  </a:lnTo>
                  <a:lnTo>
                    <a:pt x="252905" y="158306"/>
                  </a:lnTo>
                  <a:lnTo>
                    <a:pt x="280565" y="170836"/>
                  </a:lnTo>
                  <a:lnTo>
                    <a:pt x="304692" y="181767"/>
                  </a:lnTo>
                  <a:lnTo>
                    <a:pt x="306383" y="182549"/>
                  </a:lnTo>
                  <a:lnTo>
                    <a:pt x="320605" y="189123"/>
                  </a:lnTo>
                  <a:lnTo>
                    <a:pt x="328879" y="192949"/>
                  </a:lnTo>
                  <a:lnTo>
                    <a:pt x="361421" y="208219"/>
                  </a:lnTo>
                  <a:lnTo>
                    <a:pt x="364072" y="209464"/>
                  </a:lnTo>
                  <a:lnTo>
                    <a:pt x="343202" y="256303"/>
                  </a:lnTo>
                  <a:lnTo>
                    <a:pt x="341767" y="259444"/>
                  </a:lnTo>
                  <a:lnTo>
                    <a:pt x="334453" y="275454"/>
                  </a:lnTo>
                  <a:lnTo>
                    <a:pt x="334294" y="276072"/>
                  </a:lnTo>
                  <a:lnTo>
                    <a:pt x="328794" y="297440"/>
                  </a:lnTo>
                  <a:lnTo>
                    <a:pt x="326964" y="304549"/>
                  </a:lnTo>
                  <a:lnTo>
                    <a:pt x="326606" y="309041"/>
                  </a:lnTo>
                  <a:lnTo>
                    <a:pt x="325384" y="324352"/>
                  </a:lnTo>
                  <a:lnTo>
                    <a:pt x="325164" y="327107"/>
                  </a:lnTo>
                  <a:lnTo>
                    <a:pt x="325253" y="329284"/>
                  </a:lnTo>
                  <a:lnTo>
                    <a:pt x="325947" y="346258"/>
                  </a:lnTo>
                  <a:lnTo>
                    <a:pt x="326099" y="349977"/>
                  </a:lnTo>
                  <a:lnTo>
                    <a:pt x="326281" y="354432"/>
                  </a:lnTo>
                  <a:lnTo>
                    <a:pt x="326357" y="354943"/>
                  </a:lnTo>
                  <a:lnTo>
                    <a:pt x="328306" y="368040"/>
                  </a:lnTo>
                  <a:lnTo>
                    <a:pt x="329520" y="376198"/>
                  </a:lnTo>
                  <a:lnTo>
                    <a:pt x="330909" y="382795"/>
                  </a:lnTo>
                  <a:lnTo>
                    <a:pt x="331071" y="383564"/>
                  </a:lnTo>
                  <a:lnTo>
                    <a:pt x="336388" y="408821"/>
                  </a:lnTo>
                  <a:lnTo>
                    <a:pt x="337391" y="413588"/>
                  </a:lnTo>
                  <a:lnTo>
                    <a:pt x="341605" y="433608"/>
                  </a:lnTo>
                  <a:lnTo>
                    <a:pt x="341760" y="434339"/>
                  </a:lnTo>
                  <a:lnTo>
                    <a:pt x="342371" y="437246"/>
                  </a:lnTo>
                  <a:lnTo>
                    <a:pt x="342841" y="445630"/>
                  </a:lnTo>
                  <a:lnTo>
                    <a:pt x="343370" y="455091"/>
                  </a:lnTo>
                  <a:lnTo>
                    <a:pt x="342882" y="459623"/>
                  </a:lnTo>
                  <a:lnTo>
                    <a:pt x="341709" y="470514"/>
                  </a:lnTo>
                  <a:lnTo>
                    <a:pt x="334267" y="488719"/>
                  </a:lnTo>
                  <a:lnTo>
                    <a:pt x="331719" y="492532"/>
                  </a:lnTo>
                  <a:lnTo>
                    <a:pt x="329192" y="496315"/>
                  </a:lnTo>
                  <a:lnTo>
                    <a:pt x="324252" y="503711"/>
                  </a:lnTo>
                  <a:lnTo>
                    <a:pt x="323768" y="504153"/>
                  </a:lnTo>
                  <a:lnTo>
                    <a:pt x="309189" y="517487"/>
                  </a:lnTo>
                  <a:lnTo>
                    <a:pt x="304564" y="520306"/>
                  </a:lnTo>
                  <a:lnTo>
                    <a:pt x="282629" y="533675"/>
                  </a:lnTo>
                  <a:lnTo>
                    <a:pt x="281816" y="5341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49"/>
            <p:cNvSpPr/>
            <p:nvPr/>
          </p:nvSpPr>
          <p:spPr>
            <a:xfrm>
              <a:off x="5512177" y="4406140"/>
              <a:ext cx="371915" cy="532354"/>
            </a:xfrm>
            <a:custGeom>
              <a:avLst/>
              <a:pathLst>
                <a:path w="371915" h="532354">
                  <a:moveTo>
                    <a:pt x="221712" y="393186"/>
                  </a:moveTo>
                  <a:lnTo>
                    <a:pt x="233227" y="412837"/>
                  </a:lnTo>
                  <a:lnTo>
                    <a:pt x="241229" y="426495"/>
                  </a:lnTo>
                  <a:lnTo>
                    <a:pt x="246153" y="434900"/>
                  </a:lnTo>
                  <a:lnTo>
                    <a:pt x="190347" y="467884"/>
                  </a:lnTo>
                  <a:lnTo>
                    <a:pt x="176031" y="476346"/>
                  </a:lnTo>
                  <a:lnTo>
                    <a:pt x="116420" y="511579"/>
                  </a:lnTo>
                  <a:lnTo>
                    <a:pt x="117554" y="513547"/>
                  </a:lnTo>
                  <a:lnTo>
                    <a:pt x="86810" y="532354"/>
                  </a:lnTo>
                  <a:lnTo>
                    <a:pt x="85386" y="529921"/>
                  </a:lnTo>
                  <a:lnTo>
                    <a:pt x="74830" y="511877"/>
                  </a:lnTo>
                  <a:lnTo>
                    <a:pt x="54486" y="477103"/>
                  </a:lnTo>
                  <a:lnTo>
                    <a:pt x="32660" y="439796"/>
                  </a:lnTo>
                  <a:lnTo>
                    <a:pt x="29975" y="435207"/>
                  </a:lnTo>
                  <a:lnTo>
                    <a:pt x="11404" y="403464"/>
                  </a:lnTo>
                  <a:lnTo>
                    <a:pt x="212" y="384332"/>
                  </a:lnTo>
                  <a:lnTo>
                    <a:pt x="0" y="383970"/>
                  </a:lnTo>
                  <a:lnTo>
                    <a:pt x="3839" y="387188"/>
                  </a:lnTo>
                  <a:lnTo>
                    <a:pt x="6367" y="389313"/>
                  </a:lnTo>
                  <a:lnTo>
                    <a:pt x="10250" y="392177"/>
                  </a:lnTo>
                  <a:lnTo>
                    <a:pt x="14314" y="393748"/>
                  </a:lnTo>
                  <a:lnTo>
                    <a:pt x="19371" y="393563"/>
                  </a:lnTo>
                  <a:lnTo>
                    <a:pt x="23976" y="391900"/>
                  </a:lnTo>
                  <a:lnTo>
                    <a:pt x="27949" y="389036"/>
                  </a:lnTo>
                  <a:lnTo>
                    <a:pt x="30478" y="385063"/>
                  </a:lnTo>
                  <a:lnTo>
                    <a:pt x="32193" y="380166"/>
                  </a:lnTo>
                  <a:lnTo>
                    <a:pt x="32369" y="374595"/>
                  </a:lnTo>
                  <a:lnTo>
                    <a:pt x="32374" y="374438"/>
                  </a:lnTo>
                  <a:lnTo>
                    <a:pt x="31224" y="368057"/>
                  </a:lnTo>
                  <a:lnTo>
                    <a:pt x="30230" y="366072"/>
                  </a:lnTo>
                  <a:lnTo>
                    <a:pt x="52965" y="352634"/>
                  </a:lnTo>
                  <a:lnTo>
                    <a:pt x="100280" y="324666"/>
                  </a:lnTo>
                  <a:lnTo>
                    <a:pt x="101025" y="324211"/>
                  </a:lnTo>
                  <a:lnTo>
                    <a:pt x="122961" y="310842"/>
                  </a:lnTo>
                  <a:lnTo>
                    <a:pt x="127585" y="308023"/>
                  </a:lnTo>
                  <a:lnTo>
                    <a:pt x="142165" y="294688"/>
                  </a:lnTo>
                  <a:lnTo>
                    <a:pt x="142648" y="294246"/>
                  </a:lnTo>
                  <a:lnTo>
                    <a:pt x="147589" y="286851"/>
                  </a:lnTo>
                  <a:lnTo>
                    <a:pt x="150116" y="283068"/>
                  </a:lnTo>
                  <a:lnTo>
                    <a:pt x="152663" y="279255"/>
                  </a:lnTo>
                  <a:lnTo>
                    <a:pt x="160105" y="261049"/>
                  </a:lnTo>
                  <a:lnTo>
                    <a:pt x="161278" y="250159"/>
                  </a:lnTo>
                  <a:lnTo>
                    <a:pt x="161767" y="245626"/>
                  </a:lnTo>
                  <a:lnTo>
                    <a:pt x="161237" y="236166"/>
                  </a:lnTo>
                  <a:lnTo>
                    <a:pt x="160768" y="227781"/>
                  </a:lnTo>
                  <a:lnTo>
                    <a:pt x="160156" y="224875"/>
                  </a:lnTo>
                  <a:lnTo>
                    <a:pt x="160002" y="224144"/>
                  </a:lnTo>
                  <a:lnTo>
                    <a:pt x="155788" y="204124"/>
                  </a:lnTo>
                  <a:lnTo>
                    <a:pt x="154784" y="199356"/>
                  </a:lnTo>
                  <a:lnTo>
                    <a:pt x="149468" y="174099"/>
                  </a:lnTo>
                  <a:lnTo>
                    <a:pt x="149306" y="173331"/>
                  </a:lnTo>
                  <a:lnTo>
                    <a:pt x="147917" y="166734"/>
                  </a:lnTo>
                  <a:lnTo>
                    <a:pt x="146703" y="158576"/>
                  </a:lnTo>
                  <a:lnTo>
                    <a:pt x="144754" y="145478"/>
                  </a:lnTo>
                  <a:lnTo>
                    <a:pt x="144678" y="144968"/>
                  </a:lnTo>
                  <a:lnTo>
                    <a:pt x="144496" y="140513"/>
                  </a:lnTo>
                  <a:lnTo>
                    <a:pt x="144344" y="136794"/>
                  </a:lnTo>
                  <a:lnTo>
                    <a:pt x="143650" y="119820"/>
                  </a:lnTo>
                  <a:lnTo>
                    <a:pt x="143561" y="117643"/>
                  </a:lnTo>
                  <a:lnTo>
                    <a:pt x="143781" y="114888"/>
                  </a:lnTo>
                  <a:lnTo>
                    <a:pt x="145002" y="99576"/>
                  </a:lnTo>
                  <a:lnTo>
                    <a:pt x="145361" y="95085"/>
                  </a:lnTo>
                  <a:lnTo>
                    <a:pt x="147191" y="87976"/>
                  </a:lnTo>
                  <a:lnTo>
                    <a:pt x="152690" y="66608"/>
                  </a:lnTo>
                  <a:lnTo>
                    <a:pt x="152850" y="65989"/>
                  </a:lnTo>
                  <a:lnTo>
                    <a:pt x="160164" y="49980"/>
                  </a:lnTo>
                  <a:lnTo>
                    <a:pt x="161599" y="46839"/>
                  </a:lnTo>
                  <a:lnTo>
                    <a:pt x="182469" y="0"/>
                  </a:lnTo>
                  <a:lnTo>
                    <a:pt x="241560" y="25726"/>
                  </a:lnTo>
                  <a:lnTo>
                    <a:pt x="321293" y="60439"/>
                  </a:lnTo>
                  <a:lnTo>
                    <a:pt x="371915" y="82479"/>
                  </a:lnTo>
                  <a:lnTo>
                    <a:pt x="371706" y="83036"/>
                  </a:lnTo>
                  <a:lnTo>
                    <a:pt x="365264" y="100216"/>
                  </a:lnTo>
                  <a:lnTo>
                    <a:pt x="355232" y="126969"/>
                  </a:lnTo>
                  <a:lnTo>
                    <a:pt x="345517" y="152879"/>
                  </a:lnTo>
                  <a:lnTo>
                    <a:pt x="338000" y="172924"/>
                  </a:lnTo>
                  <a:lnTo>
                    <a:pt x="335446" y="179735"/>
                  </a:lnTo>
                  <a:lnTo>
                    <a:pt x="330754" y="192248"/>
                  </a:lnTo>
                  <a:lnTo>
                    <a:pt x="324857" y="207974"/>
                  </a:lnTo>
                  <a:lnTo>
                    <a:pt x="323603" y="211316"/>
                  </a:lnTo>
                  <a:lnTo>
                    <a:pt x="323376" y="211923"/>
                  </a:lnTo>
                  <a:lnTo>
                    <a:pt x="314398" y="235450"/>
                  </a:lnTo>
                  <a:lnTo>
                    <a:pt x="312498" y="240430"/>
                  </a:lnTo>
                  <a:lnTo>
                    <a:pt x="305348" y="259168"/>
                  </a:lnTo>
                  <a:lnTo>
                    <a:pt x="300038" y="273083"/>
                  </a:lnTo>
                  <a:lnTo>
                    <a:pt x="294501" y="287593"/>
                  </a:lnTo>
                  <a:lnTo>
                    <a:pt x="291132" y="296422"/>
                  </a:lnTo>
                  <a:lnTo>
                    <a:pt x="291014" y="296731"/>
                  </a:lnTo>
                  <a:lnTo>
                    <a:pt x="284083" y="314895"/>
                  </a:lnTo>
                  <a:lnTo>
                    <a:pt x="283294" y="318617"/>
                  </a:lnTo>
                  <a:lnTo>
                    <a:pt x="279032" y="329048"/>
                  </a:lnTo>
                  <a:lnTo>
                    <a:pt x="273732" y="342021"/>
                  </a:lnTo>
                  <a:lnTo>
                    <a:pt x="274565" y="342330"/>
                  </a:lnTo>
                  <a:lnTo>
                    <a:pt x="275766" y="342777"/>
                  </a:lnTo>
                  <a:lnTo>
                    <a:pt x="273338" y="347746"/>
                  </a:lnTo>
                  <a:lnTo>
                    <a:pt x="271428" y="351656"/>
                  </a:lnTo>
                  <a:lnTo>
                    <a:pt x="271153" y="352218"/>
                  </a:lnTo>
                  <a:lnTo>
                    <a:pt x="265247" y="364303"/>
                  </a:lnTo>
                  <a:lnTo>
                    <a:pt x="239933" y="3810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0"/>
            <p:cNvSpPr/>
            <p:nvPr/>
          </p:nvSpPr>
          <p:spPr>
            <a:xfrm>
              <a:off x="4973925" y="5101783"/>
              <a:ext cx="469492" cy="472955"/>
            </a:xfrm>
            <a:custGeom>
              <a:avLst/>
              <a:pathLst>
                <a:path w="469492" h="472955">
                  <a:moveTo>
                    <a:pt x="165983" y="460873"/>
                  </a:moveTo>
                  <a:lnTo>
                    <a:pt x="144856" y="472955"/>
                  </a:lnTo>
                  <a:lnTo>
                    <a:pt x="144709" y="472706"/>
                  </a:lnTo>
                  <a:lnTo>
                    <a:pt x="136443" y="458732"/>
                  </a:lnTo>
                  <a:lnTo>
                    <a:pt x="59447" y="328567"/>
                  </a:lnTo>
                  <a:lnTo>
                    <a:pt x="3761" y="234633"/>
                  </a:lnTo>
                  <a:lnTo>
                    <a:pt x="206" y="228380"/>
                  </a:lnTo>
                  <a:lnTo>
                    <a:pt x="0" y="228016"/>
                  </a:lnTo>
                  <a:lnTo>
                    <a:pt x="15328" y="220429"/>
                  </a:lnTo>
                  <a:lnTo>
                    <a:pt x="16273" y="219268"/>
                  </a:lnTo>
                  <a:lnTo>
                    <a:pt x="23242" y="215199"/>
                  </a:lnTo>
                  <a:lnTo>
                    <a:pt x="42979" y="203673"/>
                  </a:lnTo>
                  <a:lnTo>
                    <a:pt x="64101" y="191338"/>
                  </a:lnTo>
                  <a:lnTo>
                    <a:pt x="85671" y="178741"/>
                  </a:lnTo>
                  <a:lnTo>
                    <a:pt x="106711" y="166454"/>
                  </a:lnTo>
                  <a:lnTo>
                    <a:pt x="108175" y="165589"/>
                  </a:lnTo>
                  <a:lnTo>
                    <a:pt x="129564" y="152953"/>
                  </a:lnTo>
                  <a:lnTo>
                    <a:pt x="145325" y="142875"/>
                  </a:lnTo>
                  <a:lnTo>
                    <a:pt x="149662" y="139162"/>
                  </a:lnTo>
                  <a:lnTo>
                    <a:pt x="170241" y="122584"/>
                  </a:lnTo>
                  <a:lnTo>
                    <a:pt x="189107" y="105400"/>
                  </a:lnTo>
                  <a:lnTo>
                    <a:pt x="189839" y="104773"/>
                  </a:lnTo>
                  <a:lnTo>
                    <a:pt x="194634" y="100669"/>
                  </a:lnTo>
                  <a:lnTo>
                    <a:pt x="208201" y="89056"/>
                  </a:lnTo>
                  <a:lnTo>
                    <a:pt x="208477" y="88820"/>
                  </a:lnTo>
                  <a:lnTo>
                    <a:pt x="212077" y="85739"/>
                  </a:lnTo>
                  <a:lnTo>
                    <a:pt x="224274" y="75298"/>
                  </a:lnTo>
                  <a:lnTo>
                    <a:pt x="227815" y="72268"/>
                  </a:lnTo>
                  <a:lnTo>
                    <a:pt x="228768" y="71460"/>
                  </a:lnTo>
                  <a:lnTo>
                    <a:pt x="243318" y="59140"/>
                  </a:lnTo>
                  <a:lnTo>
                    <a:pt x="247733" y="55402"/>
                  </a:lnTo>
                  <a:lnTo>
                    <a:pt x="248184" y="55020"/>
                  </a:lnTo>
                  <a:lnTo>
                    <a:pt x="261984" y="42964"/>
                  </a:lnTo>
                  <a:lnTo>
                    <a:pt x="266379" y="39125"/>
                  </a:lnTo>
                  <a:lnTo>
                    <a:pt x="282316" y="25202"/>
                  </a:lnTo>
                  <a:lnTo>
                    <a:pt x="286686" y="21388"/>
                  </a:lnTo>
                  <a:lnTo>
                    <a:pt x="312521" y="0"/>
                  </a:lnTo>
                  <a:lnTo>
                    <a:pt x="314488" y="2292"/>
                  </a:lnTo>
                  <a:lnTo>
                    <a:pt x="358699" y="53842"/>
                  </a:lnTo>
                  <a:lnTo>
                    <a:pt x="359830" y="55160"/>
                  </a:lnTo>
                  <a:lnTo>
                    <a:pt x="360986" y="56509"/>
                  </a:lnTo>
                  <a:lnTo>
                    <a:pt x="380750" y="78524"/>
                  </a:lnTo>
                  <a:lnTo>
                    <a:pt x="433847" y="139805"/>
                  </a:lnTo>
                  <a:lnTo>
                    <a:pt x="450247" y="158732"/>
                  </a:lnTo>
                  <a:lnTo>
                    <a:pt x="452555" y="161396"/>
                  </a:lnTo>
                  <a:lnTo>
                    <a:pt x="469315" y="180739"/>
                  </a:lnTo>
                  <a:lnTo>
                    <a:pt x="469492" y="180943"/>
                  </a:lnTo>
                  <a:lnTo>
                    <a:pt x="442261" y="203136"/>
                  </a:lnTo>
                  <a:lnTo>
                    <a:pt x="405324" y="234501"/>
                  </a:lnTo>
                  <a:lnTo>
                    <a:pt x="384540" y="252150"/>
                  </a:lnTo>
                  <a:lnTo>
                    <a:pt x="364097" y="270242"/>
                  </a:lnTo>
                  <a:lnTo>
                    <a:pt x="346284" y="286006"/>
                  </a:lnTo>
                  <a:lnTo>
                    <a:pt x="326851" y="303205"/>
                  </a:lnTo>
                  <a:lnTo>
                    <a:pt x="307863" y="320009"/>
                  </a:lnTo>
                  <a:lnTo>
                    <a:pt x="291292" y="334674"/>
                  </a:lnTo>
                  <a:lnTo>
                    <a:pt x="288017" y="337573"/>
                  </a:lnTo>
                  <a:lnTo>
                    <a:pt x="252283" y="369196"/>
                  </a:lnTo>
                  <a:lnTo>
                    <a:pt x="235290" y="385024"/>
                  </a:lnTo>
                  <a:lnTo>
                    <a:pt x="250298" y="410880"/>
                  </a:lnTo>
                  <a:lnTo>
                    <a:pt x="250596" y="411393"/>
                  </a:lnTo>
                  <a:lnTo>
                    <a:pt x="250017" y="411732"/>
                  </a:lnTo>
                  <a:lnTo>
                    <a:pt x="228314" y="424423"/>
                  </a:lnTo>
                  <a:lnTo>
                    <a:pt x="207096" y="436831"/>
                  </a:lnTo>
                  <a:lnTo>
                    <a:pt x="186207" y="4490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1"/>
            <p:cNvSpPr/>
            <p:nvPr/>
          </p:nvSpPr>
          <p:spPr>
            <a:xfrm>
              <a:off x="5034971" y="5471847"/>
              <a:ext cx="578393" cy="397884"/>
            </a:xfrm>
            <a:custGeom>
              <a:avLst/>
              <a:pathLst>
                <a:path w="578393" h="397884">
                  <a:moveTo>
                    <a:pt x="577159" y="287466"/>
                  </a:moveTo>
                  <a:lnTo>
                    <a:pt x="577702" y="287434"/>
                  </a:lnTo>
                  <a:lnTo>
                    <a:pt x="578393" y="287381"/>
                  </a:lnTo>
                  <a:lnTo>
                    <a:pt x="571273" y="315846"/>
                  </a:lnTo>
                  <a:lnTo>
                    <a:pt x="570925" y="317235"/>
                  </a:lnTo>
                  <a:lnTo>
                    <a:pt x="570483" y="318597"/>
                  </a:lnTo>
                  <a:lnTo>
                    <a:pt x="558385" y="355919"/>
                  </a:lnTo>
                  <a:lnTo>
                    <a:pt x="548844" y="385352"/>
                  </a:lnTo>
                  <a:lnTo>
                    <a:pt x="543961" y="397884"/>
                  </a:lnTo>
                  <a:lnTo>
                    <a:pt x="539167" y="397008"/>
                  </a:lnTo>
                  <a:lnTo>
                    <a:pt x="470941" y="384542"/>
                  </a:lnTo>
                  <a:lnTo>
                    <a:pt x="472210" y="376787"/>
                  </a:lnTo>
                  <a:lnTo>
                    <a:pt x="472571" y="374577"/>
                  </a:lnTo>
                  <a:lnTo>
                    <a:pt x="472656" y="374058"/>
                  </a:lnTo>
                  <a:lnTo>
                    <a:pt x="476204" y="345613"/>
                  </a:lnTo>
                  <a:lnTo>
                    <a:pt x="479399" y="320001"/>
                  </a:lnTo>
                  <a:lnTo>
                    <a:pt x="479843" y="316445"/>
                  </a:lnTo>
                  <a:lnTo>
                    <a:pt x="480841" y="308446"/>
                  </a:lnTo>
                  <a:lnTo>
                    <a:pt x="482211" y="297463"/>
                  </a:lnTo>
                  <a:lnTo>
                    <a:pt x="482594" y="294390"/>
                  </a:lnTo>
                  <a:lnTo>
                    <a:pt x="482452" y="289275"/>
                  </a:lnTo>
                  <a:lnTo>
                    <a:pt x="482310" y="284161"/>
                  </a:lnTo>
                  <a:lnTo>
                    <a:pt x="346516" y="268174"/>
                  </a:lnTo>
                  <a:lnTo>
                    <a:pt x="342033" y="267682"/>
                  </a:lnTo>
                  <a:lnTo>
                    <a:pt x="328184" y="266160"/>
                  </a:lnTo>
                  <a:lnTo>
                    <a:pt x="326520" y="265977"/>
                  </a:lnTo>
                  <a:lnTo>
                    <a:pt x="319745" y="265233"/>
                  </a:lnTo>
                  <a:lnTo>
                    <a:pt x="317218" y="264955"/>
                  </a:lnTo>
                  <a:lnTo>
                    <a:pt x="313068" y="264424"/>
                  </a:lnTo>
                  <a:lnTo>
                    <a:pt x="305363" y="263439"/>
                  </a:lnTo>
                  <a:lnTo>
                    <a:pt x="263466" y="258083"/>
                  </a:lnTo>
                  <a:lnTo>
                    <a:pt x="262077" y="257905"/>
                  </a:lnTo>
                  <a:lnTo>
                    <a:pt x="218371" y="252318"/>
                  </a:lnTo>
                  <a:lnTo>
                    <a:pt x="213018" y="251633"/>
                  </a:lnTo>
                  <a:lnTo>
                    <a:pt x="210573" y="251321"/>
                  </a:lnTo>
                  <a:lnTo>
                    <a:pt x="191629" y="248899"/>
                  </a:lnTo>
                  <a:lnTo>
                    <a:pt x="158419" y="244653"/>
                  </a:lnTo>
                  <a:lnTo>
                    <a:pt x="155715" y="244308"/>
                  </a:lnTo>
                  <a:lnTo>
                    <a:pt x="101764" y="237410"/>
                  </a:lnTo>
                  <a:lnTo>
                    <a:pt x="98876" y="237041"/>
                  </a:lnTo>
                  <a:lnTo>
                    <a:pt x="84910" y="235255"/>
                  </a:lnTo>
                  <a:lnTo>
                    <a:pt x="74546" y="233930"/>
                  </a:lnTo>
                  <a:lnTo>
                    <a:pt x="50215" y="230820"/>
                  </a:lnTo>
                  <a:lnTo>
                    <a:pt x="47807" y="230512"/>
                  </a:lnTo>
                  <a:lnTo>
                    <a:pt x="7709" y="225386"/>
                  </a:lnTo>
                  <a:lnTo>
                    <a:pt x="6175" y="225190"/>
                  </a:lnTo>
                  <a:lnTo>
                    <a:pt x="994" y="224527"/>
                  </a:lnTo>
                  <a:lnTo>
                    <a:pt x="550" y="224470"/>
                  </a:lnTo>
                  <a:lnTo>
                    <a:pt x="0" y="224400"/>
                  </a:lnTo>
                  <a:lnTo>
                    <a:pt x="169" y="221442"/>
                  </a:lnTo>
                  <a:lnTo>
                    <a:pt x="190" y="221080"/>
                  </a:lnTo>
                  <a:lnTo>
                    <a:pt x="429" y="216910"/>
                  </a:lnTo>
                  <a:lnTo>
                    <a:pt x="3752" y="216376"/>
                  </a:lnTo>
                  <a:lnTo>
                    <a:pt x="4171" y="216308"/>
                  </a:lnTo>
                  <a:lnTo>
                    <a:pt x="19334" y="214464"/>
                  </a:lnTo>
                  <a:lnTo>
                    <a:pt x="27947" y="213177"/>
                  </a:lnTo>
                  <a:lnTo>
                    <a:pt x="36655" y="211875"/>
                  </a:lnTo>
                  <a:lnTo>
                    <a:pt x="48304" y="210138"/>
                  </a:lnTo>
                  <a:lnTo>
                    <a:pt x="54349" y="209236"/>
                  </a:lnTo>
                  <a:lnTo>
                    <a:pt x="63947" y="207805"/>
                  </a:lnTo>
                  <a:lnTo>
                    <a:pt x="65585" y="207561"/>
                  </a:lnTo>
                  <a:lnTo>
                    <a:pt x="66557" y="206998"/>
                  </a:lnTo>
                  <a:lnTo>
                    <a:pt x="83292" y="197316"/>
                  </a:lnTo>
                  <a:lnTo>
                    <a:pt x="108877" y="182513"/>
                  </a:lnTo>
                  <a:lnTo>
                    <a:pt x="125317" y="173001"/>
                  </a:lnTo>
                  <a:lnTo>
                    <a:pt x="138059" y="165629"/>
                  </a:lnTo>
                  <a:lnTo>
                    <a:pt x="138241" y="165524"/>
                  </a:lnTo>
                  <a:lnTo>
                    <a:pt x="141688" y="163504"/>
                  </a:lnTo>
                  <a:lnTo>
                    <a:pt x="165762" y="149397"/>
                  </a:lnTo>
                  <a:lnTo>
                    <a:pt x="167360" y="148461"/>
                  </a:lnTo>
                  <a:lnTo>
                    <a:pt x="191713" y="134191"/>
                  </a:lnTo>
                  <a:lnTo>
                    <a:pt x="214805" y="120660"/>
                  </a:lnTo>
                  <a:lnTo>
                    <a:pt x="236145" y="108156"/>
                  </a:lnTo>
                  <a:lnTo>
                    <a:pt x="240155" y="105806"/>
                  </a:lnTo>
                  <a:lnTo>
                    <a:pt x="257192" y="95823"/>
                  </a:lnTo>
                  <a:lnTo>
                    <a:pt x="262231" y="92871"/>
                  </a:lnTo>
                  <a:lnTo>
                    <a:pt x="278022" y="83618"/>
                  </a:lnTo>
                  <a:lnTo>
                    <a:pt x="300250" y="70593"/>
                  </a:lnTo>
                  <a:lnTo>
                    <a:pt x="334059" y="50782"/>
                  </a:lnTo>
                  <a:lnTo>
                    <a:pt x="336946" y="49091"/>
                  </a:lnTo>
                  <a:lnTo>
                    <a:pt x="372380" y="28328"/>
                  </a:lnTo>
                  <a:lnTo>
                    <a:pt x="396837" y="13997"/>
                  </a:lnTo>
                  <a:lnTo>
                    <a:pt x="420661" y="0"/>
                  </a:lnTo>
                  <a:lnTo>
                    <a:pt x="437143" y="28182"/>
                  </a:lnTo>
                  <a:lnTo>
                    <a:pt x="453188" y="55617"/>
                  </a:lnTo>
                  <a:lnTo>
                    <a:pt x="467770" y="80550"/>
                  </a:lnTo>
                  <a:lnTo>
                    <a:pt x="481661" y="104211"/>
                  </a:lnTo>
                  <a:lnTo>
                    <a:pt x="498969" y="133690"/>
                  </a:lnTo>
                  <a:lnTo>
                    <a:pt x="528965" y="185423"/>
                  </a:lnTo>
                  <a:lnTo>
                    <a:pt x="542416" y="213488"/>
                  </a:lnTo>
                  <a:lnTo>
                    <a:pt x="551963" y="233406"/>
                  </a:lnTo>
                  <a:lnTo>
                    <a:pt x="561418" y="253692"/>
                  </a:lnTo>
                  <a:lnTo>
                    <a:pt x="570407" y="2729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2"/>
            <p:cNvSpPr/>
            <p:nvPr/>
          </p:nvSpPr>
          <p:spPr>
            <a:xfrm>
              <a:off x="5063063" y="4542026"/>
              <a:ext cx="481488" cy="430296"/>
            </a:xfrm>
            <a:custGeom>
              <a:avLst/>
              <a:pathLst>
                <a:path w="481488" h="430296">
                  <a:moveTo>
                    <a:pt x="481488" y="238551"/>
                  </a:moveTo>
                  <a:lnTo>
                    <a:pt x="481483" y="238709"/>
                  </a:lnTo>
                  <a:lnTo>
                    <a:pt x="481308" y="244280"/>
                  </a:lnTo>
                  <a:lnTo>
                    <a:pt x="480312" y="247121"/>
                  </a:lnTo>
                  <a:lnTo>
                    <a:pt x="479592" y="249176"/>
                  </a:lnTo>
                  <a:lnTo>
                    <a:pt x="477064" y="253149"/>
                  </a:lnTo>
                  <a:lnTo>
                    <a:pt x="475966" y="253940"/>
                  </a:lnTo>
                  <a:lnTo>
                    <a:pt x="473090" y="256014"/>
                  </a:lnTo>
                  <a:lnTo>
                    <a:pt x="468485" y="257677"/>
                  </a:lnTo>
                  <a:lnTo>
                    <a:pt x="463428" y="257862"/>
                  </a:lnTo>
                  <a:lnTo>
                    <a:pt x="459364" y="256291"/>
                  </a:lnTo>
                  <a:lnTo>
                    <a:pt x="456573" y="254232"/>
                  </a:lnTo>
                  <a:lnTo>
                    <a:pt x="455481" y="253427"/>
                  </a:lnTo>
                  <a:lnTo>
                    <a:pt x="454419" y="252534"/>
                  </a:lnTo>
                  <a:lnTo>
                    <a:pt x="452953" y="251302"/>
                  </a:lnTo>
                  <a:lnTo>
                    <a:pt x="451912" y="250429"/>
                  </a:lnTo>
                  <a:lnTo>
                    <a:pt x="450875" y="249559"/>
                  </a:lnTo>
                  <a:lnTo>
                    <a:pt x="449965" y="248797"/>
                  </a:lnTo>
                  <a:lnTo>
                    <a:pt x="449420" y="248340"/>
                  </a:lnTo>
                  <a:lnTo>
                    <a:pt x="449109" y="248086"/>
                  </a:lnTo>
                  <a:lnTo>
                    <a:pt x="424196" y="262862"/>
                  </a:lnTo>
                  <a:lnTo>
                    <a:pt x="401291" y="276447"/>
                  </a:lnTo>
                  <a:lnTo>
                    <a:pt x="393560" y="281033"/>
                  </a:lnTo>
                  <a:lnTo>
                    <a:pt x="380887" y="288549"/>
                  </a:lnTo>
                  <a:lnTo>
                    <a:pt x="358174" y="302021"/>
                  </a:lnTo>
                  <a:lnTo>
                    <a:pt x="338926" y="313437"/>
                  </a:lnTo>
                  <a:lnTo>
                    <a:pt x="299487" y="336829"/>
                  </a:lnTo>
                  <a:lnTo>
                    <a:pt x="297667" y="337909"/>
                  </a:lnTo>
                  <a:lnTo>
                    <a:pt x="297452" y="338037"/>
                  </a:lnTo>
                  <a:lnTo>
                    <a:pt x="270390" y="354143"/>
                  </a:lnTo>
                  <a:lnTo>
                    <a:pt x="253497" y="364197"/>
                  </a:lnTo>
                  <a:lnTo>
                    <a:pt x="201765" y="394985"/>
                  </a:lnTo>
                  <a:lnTo>
                    <a:pt x="193477" y="399918"/>
                  </a:lnTo>
                  <a:lnTo>
                    <a:pt x="170723" y="413461"/>
                  </a:lnTo>
                  <a:lnTo>
                    <a:pt x="163971" y="417479"/>
                  </a:lnTo>
                  <a:lnTo>
                    <a:pt x="142435" y="430296"/>
                  </a:lnTo>
                  <a:lnTo>
                    <a:pt x="132645" y="415512"/>
                  </a:lnTo>
                  <a:lnTo>
                    <a:pt x="123202" y="401250"/>
                  </a:lnTo>
                  <a:lnTo>
                    <a:pt x="122801" y="400645"/>
                  </a:lnTo>
                  <a:lnTo>
                    <a:pt x="122395" y="400032"/>
                  </a:lnTo>
                  <a:lnTo>
                    <a:pt x="107032" y="374202"/>
                  </a:lnTo>
                  <a:lnTo>
                    <a:pt x="105484" y="371565"/>
                  </a:lnTo>
                  <a:lnTo>
                    <a:pt x="104829" y="370449"/>
                  </a:lnTo>
                  <a:lnTo>
                    <a:pt x="70589" y="312140"/>
                  </a:lnTo>
                  <a:lnTo>
                    <a:pt x="69041" y="309523"/>
                  </a:lnTo>
                  <a:lnTo>
                    <a:pt x="34393" y="250963"/>
                  </a:lnTo>
                  <a:lnTo>
                    <a:pt x="31813" y="246611"/>
                  </a:lnTo>
                  <a:lnTo>
                    <a:pt x="16208" y="220294"/>
                  </a:lnTo>
                  <a:lnTo>
                    <a:pt x="15367" y="218875"/>
                  </a:lnTo>
                  <a:lnTo>
                    <a:pt x="14754" y="217842"/>
                  </a:lnTo>
                  <a:lnTo>
                    <a:pt x="10063" y="209930"/>
                  </a:lnTo>
                  <a:lnTo>
                    <a:pt x="667" y="194084"/>
                  </a:lnTo>
                  <a:lnTo>
                    <a:pt x="0" y="192855"/>
                  </a:lnTo>
                  <a:lnTo>
                    <a:pt x="59479" y="157048"/>
                  </a:lnTo>
                  <a:lnTo>
                    <a:pt x="61206" y="156032"/>
                  </a:lnTo>
                  <a:lnTo>
                    <a:pt x="61386" y="155926"/>
                  </a:lnTo>
                  <a:lnTo>
                    <a:pt x="114508" y="124658"/>
                  </a:lnTo>
                  <a:lnTo>
                    <a:pt x="116243" y="123648"/>
                  </a:lnTo>
                  <a:lnTo>
                    <a:pt x="117189" y="123098"/>
                  </a:lnTo>
                  <a:lnTo>
                    <a:pt x="141350" y="109031"/>
                  </a:lnTo>
                  <a:lnTo>
                    <a:pt x="158308" y="99158"/>
                  </a:lnTo>
                  <a:lnTo>
                    <a:pt x="176721" y="88319"/>
                  </a:lnTo>
                  <a:lnTo>
                    <a:pt x="198699" y="75383"/>
                  </a:lnTo>
                  <a:lnTo>
                    <a:pt x="199322" y="75016"/>
                  </a:lnTo>
                  <a:lnTo>
                    <a:pt x="199878" y="74685"/>
                  </a:lnTo>
                  <a:lnTo>
                    <a:pt x="201547" y="73694"/>
                  </a:lnTo>
                  <a:lnTo>
                    <a:pt x="227027" y="58560"/>
                  </a:lnTo>
                  <a:lnTo>
                    <a:pt x="253235" y="42994"/>
                  </a:lnTo>
                  <a:lnTo>
                    <a:pt x="254822" y="42051"/>
                  </a:lnTo>
                  <a:lnTo>
                    <a:pt x="282511" y="25604"/>
                  </a:lnTo>
                  <a:lnTo>
                    <a:pt x="306291" y="11480"/>
                  </a:lnTo>
                  <a:lnTo>
                    <a:pt x="310023" y="9263"/>
                  </a:lnTo>
                  <a:lnTo>
                    <a:pt x="325619" y="0"/>
                  </a:lnTo>
                  <a:lnTo>
                    <a:pt x="457619" y="224078"/>
                  </a:lnTo>
                  <a:lnTo>
                    <a:pt x="466522" y="223920"/>
                  </a:lnTo>
                  <a:lnTo>
                    <a:pt x="479170" y="230100"/>
                  </a:lnTo>
                  <a:lnTo>
                    <a:pt x="479345" y="230185"/>
                  </a:lnTo>
                  <a:lnTo>
                    <a:pt x="480338" y="232171"/>
                  </a:lnTo>
                  <a:lnTo>
                    <a:pt x="480735" y="234375"/>
                  </a:lnTo>
                  <a:lnTo>
                    <a:pt x="480827" y="234883"/>
                  </a:lnTo>
                  <a:lnTo>
                    <a:pt x="481382" y="23796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3"/>
            <p:cNvSpPr/>
            <p:nvPr/>
          </p:nvSpPr>
          <p:spPr>
            <a:xfrm>
              <a:off x="3611688" y="3205151"/>
              <a:ext cx="586477" cy="463870"/>
            </a:xfrm>
            <a:custGeom>
              <a:avLst/>
              <a:pathLst>
                <a:path w="586477" h="463870">
                  <a:moveTo>
                    <a:pt x="86059" y="462944"/>
                  </a:moveTo>
                  <a:lnTo>
                    <a:pt x="84487" y="463870"/>
                  </a:lnTo>
                  <a:lnTo>
                    <a:pt x="0" y="313600"/>
                  </a:lnTo>
                  <a:lnTo>
                    <a:pt x="1700" y="312250"/>
                  </a:lnTo>
                  <a:lnTo>
                    <a:pt x="3247" y="310720"/>
                  </a:lnTo>
                  <a:lnTo>
                    <a:pt x="4624" y="309027"/>
                  </a:lnTo>
                  <a:lnTo>
                    <a:pt x="4757" y="308843"/>
                  </a:lnTo>
                  <a:lnTo>
                    <a:pt x="5890" y="307061"/>
                  </a:lnTo>
                  <a:lnTo>
                    <a:pt x="6835" y="305167"/>
                  </a:lnTo>
                  <a:lnTo>
                    <a:pt x="7581" y="303183"/>
                  </a:lnTo>
                  <a:lnTo>
                    <a:pt x="8254" y="300438"/>
                  </a:lnTo>
                  <a:lnTo>
                    <a:pt x="8548" y="297623"/>
                  </a:lnTo>
                  <a:lnTo>
                    <a:pt x="8458" y="294794"/>
                  </a:lnTo>
                  <a:lnTo>
                    <a:pt x="7985" y="292006"/>
                  </a:lnTo>
                  <a:lnTo>
                    <a:pt x="7138" y="289311"/>
                  </a:lnTo>
                  <a:lnTo>
                    <a:pt x="5934" y="286763"/>
                  </a:lnTo>
                  <a:lnTo>
                    <a:pt x="9108" y="284865"/>
                  </a:lnTo>
                  <a:lnTo>
                    <a:pt x="13152" y="282447"/>
                  </a:lnTo>
                  <a:lnTo>
                    <a:pt x="31016" y="271768"/>
                  </a:lnTo>
                  <a:lnTo>
                    <a:pt x="34657" y="269591"/>
                  </a:lnTo>
                  <a:lnTo>
                    <a:pt x="54686" y="257617"/>
                  </a:lnTo>
                  <a:lnTo>
                    <a:pt x="80105" y="242420"/>
                  </a:lnTo>
                  <a:lnTo>
                    <a:pt x="128916" y="213238"/>
                  </a:lnTo>
                  <a:lnTo>
                    <a:pt x="135433" y="209342"/>
                  </a:lnTo>
                  <a:lnTo>
                    <a:pt x="138034" y="207787"/>
                  </a:lnTo>
                  <a:lnTo>
                    <a:pt x="155587" y="197366"/>
                  </a:lnTo>
                  <a:lnTo>
                    <a:pt x="179779" y="183003"/>
                  </a:lnTo>
                  <a:lnTo>
                    <a:pt x="212236" y="163734"/>
                  </a:lnTo>
                  <a:lnTo>
                    <a:pt x="232549" y="151674"/>
                  </a:lnTo>
                  <a:lnTo>
                    <a:pt x="284263" y="121485"/>
                  </a:lnTo>
                  <a:lnTo>
                    <a:pt x="299619" y="112521"/>
                  </a:lnTo>
                  <a:lnTo>
                    <a:pt x="308934" y="107083"/>
                  </a:lnTo>
                  <a:lnTo>
                    <a:pt x="334462" y="92181"/>
                  </a:lnTo>
                  <a:lnTo>
                    <a:pt x="377290" y="67180"/>
                  </a:lnTo>
                  <a:lnTo>
                    <a:pt x="387210" y="61389"/>
                  </a:lnTo>
                  <a:lnTo>
                    <a:pt x="394173" y="57324"/>
                  </a:lnTo>
                  <a:lnTo>
                    <a:pt x="437262" y="30928"/>
                  </a:lnTo>
                  <a:lnTo>
                    <a:pt x="438936" y="29902"/>
                  </a:lnTo>
                  <a:lnTo>
                    <a:pt x="453246" y="21136"/>
                  </a:lnTo>
                  <a:lnTo>
                    <a:pt x="464279" y="14615"/>
                  </a:lnTo>
                  <a:lnTo>
                    <a:pt x="471981" y="10062"/>
                  </a:lnTo>
                  <a:lnTo>
                    <a:pt x="489007" y="0"/>
                  </a:lnTo>
                  <a:lnTo>
                    <a:pt x="491064" y="3758"/>
                  </a:lnTo>
                  <a:lnTo>
                    <a:pt x="491682" y="4888"/>
                  </a:lnTo>
                  <a:lnTo>
                    <a:pt x="492970" y="7239"/>
                  </a:lnTo>
                  <a:lnTo>
                    <a:pt x="494170" y="9431"/>
                  </a:lnTo>
                  <a:lnTo>
                    <a:pt x="495490" y="11844"/>
                  </a:lnTo>
                  <a:lnTo>
                    <a:pt x="507597" y="32501"/>
                  </a:lnTo>
                  <a:lnTo>
                    <a:pt x="510358" y="37212"/>
                  </a:lnTo>
                  <a:lnTo>
                    <a:pt x="525332" y="62762"/>
                  </a:lnTo>
                  <a:lnTo>
                    <a:pt x="527276" y="66079"/>
                  </a:lnTo>
                  <a:lnTo>
                    <a:pt x="538308" y="86406"/>
                  </a:lnTo>
                  <a:lnTo>
                    <a:pt x="539283" y="88138"/>
                  </a:lnTo>
                  <a:lnTo>
                    <a:pt x="552945" y="112430"/>
                  </a:lnTo>
                  <a:lnTo>
                    <a:pt x="553876" y="113935"/>
                  </a:lnTo>
                  <a:lnTo>
                    <a:pt x="566081" y="133645"/>
                  </a:lnTo>
                  <a:lnTo>
                    <a:pt x="569217" y="138584"/>
                  </a:lnTo>
                  <a:lnTo>
                    <a:pt x="571813" y="142673"/>
                  </a:lnTo>
                  <a:lnTo>
                    <a:pt x="572858" y="144319"/>
                  </a:lnTo>
                  <a:lnTo>
                    <a:pt x="579265" y="154409"/>
                  </a:lnTo>
                  <a:lnTo>
                    <a:pt x="579476" y="154741"/>
                  </a:lnTo>
                  <a:lnTo>
                    <a:pt x="581939" y="158998"/>
                  </a:lnTo>
                  <a:lnTo>
                    <a:pt x="583603" y="161875"/>
                  </a:lnTo>
                  <a:lnTo>
                    <a:pt x="585545" y="165231"/>
                  </a:lnTo>
                  <a:lnTo>
                    <a:pt x="586477" y="167071"/>
                  </a:lnTo>
                  <a:lnTo>
                    <a:pt x="582415" y="169495"/>
                  </a:lnTo>
                  <a:lnTo>
                    <a:pt x="579832" y="171037"/>
                  </a:lnTo>
                  <a:lnTo>
                    <a:pt x="574706" y="174096"/>
                  </a:lnTo>
                  <a:lnTo>
                    <a:pt x="574216" y="174389"/>
                  </a:lnTo>
                  <a:lnTo>
                    <a:pt x="563322" y="180891"/>
                  </a:lnTo>
                  <a:lnTo>
                    <a:pt x="562313" y="181484"/>
                  </a:lnTo>
                  <a:lnTo>
                    <a:pt x="560987" y="182265"/>
                  </a:lnTo>
                  <a:lnTo>
                    <a:pt x="537750" y="195933"/>
                  </a:lnTo>
                  <a:lnTo>
                    <a:pt x="535386" y="197344"/>
                  </a:lnTo>
                  <a:lnTo>
                    <a:pt x="528640" y="201374"/>
                  </a:lnTo>
                  <a:lnTo>
                    <a:pt x="521728" y="205502"/>
                  </a:lnTo>
                  <a:lnTo>
                    <a:pt x="515626" y="209146"/>
                  </a:lnTo>
                  <a:lnTo>
                    <a:pt x="487965" y="225666"/>
                  </a:lnTo>
                  <a:lnTo>
                    <a:pt x="485514" y="227130"/>
                  </a:lnTo>
                  <a:lnTo>
                    <a:pt x="484629" y="227658"/>
                  </a:lnTo>
                  <a:lnTo>
                    <a:pt x="480376" y="230165"/>
                  </a:lnTo>
                  <a:lnTo>
                    <a:pt x="432381" y="258446"/>
                  </a:lnTo>
                  <a:lnTo>
                    <a:pt x="406398" y="273406"/>
                  </a:lnTo>
                  <a:lnTo>
                    <a:pt x="393498" y="280832"/>
                  </a:lnTo>
                  <a:lnTo>
                    <a:pt x="381000" y="288028"/>
                  </a:lnTo>
                  <a:lnTo>
                    <a:pt x="365700" y="296909"/>
                  </a:lnTo>
                  <a:lnTo>
                    <a:pt x="340877" y="311317"/>
                  </a:lnTo>
                  <a:lnTo>
                    <a:pt x="332389" y="316244"/>
                  </a:lnTo>
                  <a:lnTo>
                    <a:pt x="328808" y="318323"/>
                  </a:lnTo>
                  <a:lnTo>
                    <a:pt x="325157" y="320530"/>
                  </a:lnTo>
                  <a:lnTo>
                    <a:pt x="320705" y="323223"/>
                  </a:lnTo>
                  <a:lnTo>
                    <a:pt x="295467" y="338486"/>
                  </a:lnTo>
                  <a:lnTo>
                    <a:pt x="277966" y="349070"/>
                  </a:lnTo>
                  <a:lnTo>
                    <a:pt x="252517" y="364461"/>
                  </a:lnTo>
                  <a:lnTo>
                    <a:pt x="227989" y="379175"/>
                  </a:lnTo>
                  <a:lnTo>
                    <a:pt x="227430" y="379510"/>
                  </a:lnTo>
                  <a:lnTo>
                    <a:pt x="177741" y="408924"/>
                  </a:lnTo>
                  <a:lnTo>
                    <a:pt x="152002" y="424089"/>
                  </a:lnTo>
                  <a:lnTo>
                    <a:pt x="118121" y="444053"/>
                  </a:lnTo>
                  <a:lnTo>
                    <a:pt x="116883" y="444782"/>
                  </a:lnTo>
                  <a:lnTo>
                    <a:pt x="105657" y="451397"/>
                  </a:lnTo>
                  <a:lnTo>
                    <a:pt x="104950" y="451814"/>
                  </a:lnTo>
                  <a:lnTo>
                    <a:pt x="101352" y="453934"/>
                  </a:lnTo>
                  <a:lnTo>
                    <a:pt x="100244" y="454586"/>
                  </a:lnTo>
                  <a:lnTo>
                    <a:pt x="94490" y="457977"/>
                  </a:lnTo>
                  <a:lnTo>
                    <a:pt x="89205" y="461091"/>
                  </a:lnTo>
                  <a:lnTo>
                    <a:pt x="88886" y="461278"/>
                  </a:lnTo>
                  <a:lnTo>
                    <a:pt x="86904" y="4624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4"/>
            <p:cNvSpPr/>
            <p:nvPr/>
          </p:nvSpPr>
          <p:spPr>
            <a:xfrm>
              <a:off x="2939112" y="1976055"/>
              <a:ext cx="433778" cy="494959"/>
            </a:xfrm>
            <a:custGeom>
              <a:avLst/>
              <a:pathLst>
                <a:path w="433778" h="494959">
                  <a:moveTo>
                    <a:pt x="179347" y="494511"/>
                  </a:moveTo>
                  <a:lnTo>
                    <a:pt x="178537" y="494959"/>
                  </a:lnTo>
                  <a:lnTo>
                    <a:pt x="154501" y="454716"/>
                  </a:lnTo>
                  <a:lnTo>
                    <a:pt x="144057" y="437231"/>
                  </a:lnTo>
                  <a:lnTo>
                    <a:pt x="131711" y="414949"/>
                  </a:lnTo>
                  <a:lnTo>
                    <a:pt x="124896" y="404069"/>
                  </a:lnTo>
                  <a:lnTo>
                    <a:pt x="96120" y="353684"/>
                  </a:lnTo>
                  <a:lnTo>
                    <a:pt x="79953" y="326026"/>
                  </a:lnTo>
                  <a:lnTo>
                    <a:pt x="64334" y="298987"/>
                  </a:lnTo>
                  <a:lnTo>
                    <a:pt x="51228" y="277380"/>
                  </a:lnTo>
                  <a:lnTo>
                    <a:pt x="33865" y="247356"/>
                  </a:lnTo>
                  <a:lnTo>
                    <a:pt x="0" y="191926"/>
                  </a:lnTo>
                  <a:lnTo>
                    <a:pt x="20885" y="181950"/>
                  </a:lnTo>
                  <a:lnTo>
                    <a:pt x="28936" y="178105"/>
                  </a:lnTo>
                  <a:lnTo>
                    <a:pt x="26756" y="174681"/>
                  </a:lnTo>
                  <a:lnTo>
                    <a:pt x="25575" y="172825"/>
                  </a:lnTo>
                  <a:lnTo>
                    <a:pt x="49279" y="158504"/>
                  </a:lnTo>
                  <a:lnTo>
                    <a:pt x="50761" y="157694"/>
                  </a:lnTo>
                  <a:lnTo>
                    <a:pt x="66738" y="148957"/>
                  </a:lnTo>
                  <a:lnTo>
                    <a:pt x="68191" y="148112"/>
                  </a:lnTo>
                  <a:lnTo>
                    <a:pt x="96010" y="131941"/>
                  </a:lnTo>
                  <a:lnTo>
                    <a:pt x="100236" y="129574"/>
                  </a:lnTo>
                  <a:lnTo>
                    <a:pt x="103746" y="127608"/>
                  </a:lnTo>
                  <a:lnTo>
                    <a:pt x="121806" y="117260"/>
                  </a:lnTo>
                  <a:lnTo>
                    <a:pt x="125721" y="115097"/>
                  </a:lnTo>
                  <a:lnTo>
                    <a:pt x="128061" y="113804"/>
                  </a:lnTo>
                  <a:lnTo>
                    <a:pt x="143960" y="105021"/>
                  </a:lnTo>
                  <a:lnTo>
                    <a:pt x="152344" y="99165"/>
                  </a:lnTo>
                  <a:lnTo>
                    <a:pt x="153332" y="98475"/>
                  </a:lnTo>
                  <a:lnTo>
                    <a:pt x="154014" y="97999"/>
                  </a:lnTo>
                  <a:lnTo>
                    <a:pt x="161419" y="93810"/>
                  </a:lnTo>
                  <a:lnTo>
                    <a:pt x="176409" y="85248"/>
                  </a:lnTo>
                  <a:lnTo>
                    <a:pt x="188509" y="78103"/>
                  </a:lnTo>
                  <a:lnTo>
                    <a:pt x="204294" y="67377"/>
                  </a:lnTo>
                  <a:lnTo>
                    <a:pt x="204462" y="67262"/>
                  </a:lnTo>
                  <a:lnTo>
                    <a:pt x="214642" y="61525"/>
                  </a:lnTo>
                  <a:lnTo>
                    <a:pt x="218670" y="59255"/>
                  </a:lnTo>
                  <a:lnTo>
                    <a:pt x="229638" y="52856"/>
                  </a:lnTo>
                  <a:lnTo>
                    <a:pt x="231974" y="51494"/>
                  </a:lnTo>
                  <a:lnTo>
                    <a:pt x="249312" y="41207"/>
                  </a:lnTo>
                  <a:lnTo>
                    <a:pt x="253766" y="38680"/>
                  </a:lnTo>
                  <a:lnTo>
                    <a:pt x="255934" y="37450"/>
                  </a:lnTo>
                  <a:lnTo>
                    <a:pt x="267553" y="30674"/>
                  </a:lnTo>
                  <a:lnTo>
                    <a:pt x="272730" y="27656"/>
                  </a:lnTo>
                  <a:lnTo>
                    <a:pt x="277988" y="22302"/>
                  </a:lnTo>
                  <a:lnTo>
                    <a:pt x="281131" y="19100"/>
                  </a:lnTo>
                  <a:lnTo>
                    <a:pt x="284275" y="15899"/>
                  </a:lnTo>
                  <a:lnTo>
                    <a:pt x="284616" y="15512"/>
                  </a:lnTo>
                  <a:lnTo>
                    <a:pt x="297369" y="1024"/>
                  </a:lnTo>
                  <a:lnTo>
                    <a:pt x="297716" y="974"/>
                  </a:lnTo>
                  <a:lnTo>
                    <a:pt x="298581" y="851"/>
                  </a:lnTo>
                  <a:lnTo>
                    <a:pt x="300701" y="625"/>
                  </a:lnTo>
                  <a:lnTo>
                    <a:pt x="303632" y="312"/>
                  </a:lnTo>
                  <a:lnTo>
                    <a:pt x="306562" y="0"/>
                  </a:lnTo>
                  <a:lnTo>
                    <a:pt x="310216" y="14798"/>
                  </a:lnTo>
                  <a:lnTo>
                    <a:pt x="311274" y="19083"/>
                  </a:lnTo>
                  <a:lnTo>
                    <a:pt x="339726" y="66104"/>
                  </a:lnTo>
                  <a:lnTo>
                    <a:pt x="354409" y="89319"/>
                  </a:lnTo>
                  <a:lnTo>
                    <a:pt x="386502" y="144339"/>
                  </a:lnTo>
                  <a:lnTo>
                    <a:pt x="359458" y="160590"/>
                  </a:lnTo>
                  <a:lnTo>
                    <a:pt x="335452" y="175014"/>
                  </a:lnTo>
                  <a:lnTo>
                    <a:pt x="350852" y="202713"/>
                  </a:lnTo>
                  <a:lnTo>
                    <a:pt x="366295" y="228679"/>
                  </a:lnTo>
                  <a:lnTo>
                    <a:pt x="380782" y="253037"/>
                  </a:lnTo>
                  <a:lnTo>
                    <a:pt x="395520" y="278412"/>
                  </a:lnTo>
                  <a:lnTo>
                    <a:pt x="409722" y="302595"/>
                  </a:lnTo>
                  <a:lnTo>
                    <a:pt x="429882" y="336923"/>
                  </a:lnTo>
                  <a:lnTo>
                    <a:pt x="432666" y="341663"/>
                  </a:lnTo>
                  <a:lnTo>
                    <a:pt x="433778" y="343557"/>
                  </a:lnTo>
                  <a:lnTo>
                    <a:pt x="433440" y="343756"/>
                  </a:lnTo>
                  <a:lnTo>
                    <a:pt x="424064" y="349270"/>
                  </a:lnTo>
                  <a:lnTo>
                    <a:pt x="412783" y="355905"/>
                  </a:lnTo>
                  <a:lnTo>
                    <a:pt x="408591" y="358370"/>
                  </a:lnTo>
                  <a:lnTo>
                    <a:pt x="403552" y="361333"/>
                  </a:lnTo>
                  <a:lnTo>
                    <a:pt x="398498" y="364306"/>
                  </a:lnTo>
                  <a:lnTo>
                    <a:pt x="390421" y="369056"/>
                  </a:lnTo>
                  <a:lnTo>
                    <a:pt x="387337" y="370870"/>
                  </a:lnTo>
                  <a:lnTo>
                    <a:pt x="383469" y="373144"/>
                  </a:lnTo>
                  <a:lnTo>
                    <a:pt x="362838" y="385277"/>
                  </a:lnTo>
                  <a:lnTo>
                    <a:pt x="359280" y="387370"/>
                  </a:lnTo>
                  <a:lnTo>
                    <a:pt x="358219" y="387994"/>
                  </a:lnTo>
                  <a:lnTo>
                    <a:pt x="355029" y="389870"/>
                  </a:lnTo>
                  <a:lnTo>
                    <a:pt x="338570" y="399549"/>
                  </a:lnTo>
                  <a:lnTo>
                    <a:pt x="333837" y="402333"/>
                  </a:lnTo>
                  <a:lnTo>
                    <a:pt x="331461" y="403753"/>
                  </a:lnTo>
                  <a:lnTo>
                    <a:pt x="280011" y="434500"/>
                  </a:lnTo>
                  <a:lnTo>
                    <a:pt x="279547" y="434777"/>
                  </a:lnTo>
                  <a:lnTo>
                    <a:pt x="279285" y="434930"/>
                  </a:lnTo>
                  <a:lnTo>
                    <a:pt x="278822" y="435201"/>
                  </a:lnTo>
                  <a:lnTo>
                    <a:pt x="271109" y="439709"/>
                  </a:lnTo>
                  <a:lnTo>
                    <a:pt x="254971" y="449139"/>
                  </a:lnTo>
                  <a:lnTo>
                    <a:pt x="231828" y="463251"/>
                  </a:lnTo>
                  <a:lnTo>
                    <a:pt x="229206" y="464850"/>
                  </a:lnTo>
                  <a:lnTo>
                    <a:pt x="229036" y="464953"/>
                  </a:lnTo>
                  <a:lnTo>
                    <a:pt x="228207" y="465459"/>
                  </a:lnTo>
                  <a:lnTo>
                    <a:pt x="194488" y="485508"/>
                  </a:lnTo>
                  <a:lnTo>
                    <a:pt x="179986" y="49413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5"/>
            <p:cNvSpPr/>
            <p:nvPr/>
          </p:nvSpPr>
          <p:spPr>
            <a:xfrm>
              <a:off x="4579794" y="3814059"/>
              <a:ext cx="573236" cy="600264"/>
            </a:xfrm>
            <a:custGeom>
              <a:avLst/>
              <a:pathLst>
                <a:path w="573236" h="600264">
                  <a:moveTo>
                    <a:pt x="385849" y="0"/>
                  </a:moveTo>
                  <a:lnTo>
                    <a:pt x="507928" y="212387"/>
                  </a:lnTo>
                  <a:lnTo>
                    <a:pt x="553730" y="292071"/>
                  </a:lnTo>
                  <a:lnTo>
                    <a:pt x="573236" y="326006"/>
                  </a:lnTo>
                  <a:lnTo>
                    <a:pt x="558763" y="334240"/>
                  </a:lnTo>
                  <a:lnTo>
                    <a:pt x="532949" y="349234"/>
                  </a:lnTo>
                  <a:lnTo>
                    <a:pt x="531727" y="349944"/>
                  </a:lnTo>
                  <a:lnTo>
                    <a:pt x="505649" y="365091"/>
                  </a:lnTo>
                  <a:lnTo>
                    <a:pt x="475481" y="382614"/>
                  </a:lnTo>
                  <a:lnTo>
                    <a:pt x="465516" y="388402"/>
                  </a:lnTo>
                  <a:lnTo>
                    <a:pt x="462690" y="390044"/>
                  </a:lnTo>
                  <a:lnTo>
                    <a:pt x="461592" y="390713"/>
                  </a:lnTo>
                  <a:lnTo>
                    <a:pt x="476367" y="417211"/>
                  </a:lnTo>
                  <a:lnTo>
                    <a:pt x="481313" y="425760"/>
                  </a:lnTo>
                  <a:lnTo>
                    <a:pt x="454805" y="441013"/>
                  </a:lnTo>
                  <a:lnTo>
                    <a:pt x="454240" y="441350"/>
                  </a:lnTo>
                  <a:lnTo>
                    <a:pt x="427241" y="457449"/>
                  </a:lnTo>
                  <a:lnTo>
                    <a:pt x="425150" y="458642"/>
                  </a:lnTo>
                  <a:lnTo>
                    <a:pt x="415649" y="442223"/>
                  </a:lnTo>
                  <a:lnTo>
                    <a:pt x="400055" y="415273"/>
                  </a:lnTo>
                  <a:lnTo>
                    <a:pt x="349347" y="445924"/>
                  </a:lnTo>
                  <a:lnTo>
                    <a:pt x="349127" y="446057"/>
                  </a:lnTo>
                  <a:lnTo>
                    <a:pt x="325159" y="460545"/>
                  </a:lnTo>
                  <a:lnTo>
                    <a:pt x="323977" y="461260"/>
                  </a:lnTo>
                  <a:lnTo>
                    <a:pt x="323788" y="461374"/>
                  </a:lnTo>
                  <a:lnTo>
                    <a:pt x="323435" y="461586"/>
                  </a:lnTo>
                  <a:lnTo>
                    <a:pt x="322691" y="462033"/>
                  </a:lnTo>
                  <a:lnTo>
                    <a:pt x="297709" y="477027"/>
                  </a:lnTo>
                  <a:lnTo>
                    <a:pt x="273019" y="491845"/>
                  </a:lnTo>
                  <a:lnTo>
                    <a:pt x="248183" y="506752"/>
                  </a:lnTo>
                  <a:lnTo>
                    <a:pt x="246733" y="507616"/>
                  </a:lnTo>
                  <a:lnTo>
                    <a:pt x="219603" y="523776"/>
                  </a:lnTo>
                  <a:lnTo>
                    <a:pt x="195148" y="538342"/>
                  </a:lnTo>
                  <a:lnTo>
                    <a:pt x="170596" y="552967"/>
                  </a:lnTo>
                  <a:lnTo>
                    <a:pt x="170343" y="553118"/>
                  </a:lnTo>
                  <a:lnTo>
                    <a:pt x="169244" y="553772"/>
                  </a:lnTo>
                  <a:lnTo>
                    <a:pt x="144609" y="568495"/>
                  </a:lnTo>
                  <a:lnTo>
                    <a:pt x="144051" y="568829"/>
                  </a:lnTo>
                  <a:lnTo>
                    <a:pt x="91403" y="600264"/>
                  </a:lnTo>
                  <a:lnTo>
                    <a:pt x="74717" y="571734"/>
                  </a:lnTo>
                  <a:lnTo>
                    <a:pt x="46468" y="523433"/>
                  </a:lnTo>
                  <a:lnTo>
                    <a:pt x="45213" y="521288"/>
                  </a:lnTo>
                  <a:lnTo>
                    <a:pt x="15936" y="471107"/>
                  </a:lnTo>
                  <a:lnTo>
                    <a:pt x="7366" y="456561"/>
                  </a:lnTo>
                  <a:lnTo>
                    <a:pt x="0" y="443931"/>
                  </a:lnTo>
                  <a:lnTo>
                    <a:pt x="7366" y="439567"/>
                  </a:lnTo>
                  <a:lnTo>
                    <a:pt x="51637" y="413343"/>
                  </a:lnTo>
                  <a:lnTo>
                    <a:pt x="53106" y="412466"/>
                  </a:lnTo>
                  <a:lnTo>
                    <a:pt x="78373" y="397380"/>
                  </a:lnTo>
                  <a:lnTo>
                    <a:pt x="101445" y="383604"/>
                  </a:lnTo>
                  <a:lnTo>
                    <a:pt x="127857" y="367835"/>
                  </a:lnTo>
                  <a:lnTo>
                    <a:pt x="128257" y="367596"/>
                  </a:lnTo>
                  <a:lnTo>
                    <a:pt x="154755" y="351776"/>
                  </a:lnTo>
                  <a:lnTo>
                    <a:pt x="182613" y="335143"/>
                  </a:lnTo>
                  <a:lnTo>
                    <a:pt x="183132" y="334833"/>
                  </a:lnTo>
                  <a:lnTo>
                    <a:pt x="205185" y="321666"/>
                  </a:lnTo>
                  <a:lnTo>
                    <a:pt x="206181" y="321072"/>
                  </a:lnTo>
                  <a:lnTo>
                    <a:pt x="206400" y="320940"/>
                  </a:lnTo>
                  <a:lnTo>
                    <a:pt x="189851" y="292107"/>
                  </a:lnTo>
                  <a:lnTo>
                    <a:pt x="175903" y="267807"/>
                  </a:lnTo>
                  <a:lnTo>
                    <a:pt x="161837" y="243301"/>
                  </a:lnTo>
                  <a:lnTo>
                    <a:pt x="160984" y="241813"/>
                  </a:lnTo>
                  <a:lnTo>
                    <a:pt x="146438" y="217350"/>
                  </a:lnTo>
                  <a:lnTo>
                    <a:pt x="132282" y="193163"/>
                  </a:lnTo>
                  <a:lnTo>
                    <a:pt x="130061" y="189345"/>
                  </a:lnTo>
                  <a:lnTo>
                    <a:pt x="108802" y="148700"/>
                  </a:lnTo>
                  <a:lnTo>
                    <a:pt x="137081" y="131903"/>
                  </a:lnTo>
                  <a:lnTo>
                    <a:pt x="204545" y="91831"/>
                  </a:lnTo>
                  <a:lnTo>
                    <a:pt x="207086" y="90322"/>
                  </a:lnTo>
                  <a:lnTo>
                    <a:pt x="201075" y="79963"/>
                  </a:lnTo>
                  <a:lnTo>
                    <a:pt x="229430" y="62461"/>
                  </a:lnTo>
                  <a:lnTo>
                    <a:pt x="230298" y="61935"/>
                  </a:lnTo>
                  <a:lnTo>
                    <a:pt x="231972" y="60920"/>
                  </a:lnTo>
                  <a:lnTo>
                    <a:pt x="251076" y="49339"/>
                  </a:lnTo>
                  <a:lnTo>
                    <a:pt x="254600" y="55391"/>
                  </a:lnTo>
                  <a:lnTo>
                    <a:pt x="259657" y="64076"/>
                  </a:lnTo>
                  <a:lnTo>
                    <a:pt x="264619" y="72597"/>
                  </a:lnTo>
                  <a:lnTo>
                    <a:pt x="306655" y="47552"/>
                  </a:lnTo>
                  <a:lnTo>
                    <a:pt x="308042" y="46725"/>
                  </a:lnTo>
                  <a:lnTo>
                    <a:pt x="314636" y="42796"/>
                  </a:lnTo>
                  <a:lnTo>
                    <a:pt x="317119" y="41317"/>
                  </a:lnTo>
                  <a:lnTo>
                    <a:pt x="336685" y="29659"/>
                  </a:lnTo>
                  <a:lnTo>
                    <a:pt x="338083" y="28826"/>
                  </a:lnTo>
                  <a:lnTo>
                    <a:pt x="338958" y="28298"/>
                  </a:lnTo>
                  <a:lnTo>
                    <a:pt x="341918" y="26511"/>
                  </a:lnTo>
                  <a:lnTo>
                    <a:pt x="368790" y="10288"/>
                  </a:lnTo>
                  <a:lnTo>
                    <a:pt x="384586" y="75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6"/>
            <p:cNvSpPr/>
            <p:nvPr/>
          </p:nvSpPr>
          <p:spPr>
            <a:xfrm>
              <a:off x="4475364" y="2814212"/>
              <a:ext cx="770493" cy="857727"/>
            </a:xfrm>
            <a:custGeom>
              <a:avLst/>
              <a:pathLst>
                <a:path w="770493" h="857727">
                  <a:moveTo>
                    <a:pt x="725089" y="671437"/>
                  </a:moveTo>
                  <a:lnTo>
                    <a:pt x="744388" y="702579"/>
                  </a:lnTo>
                  <a:lnTo>
                    <a:pt x="752083" y="718296"/>
                  </a:lnTo>
                  <a:lnTo>
                    <a:pt x="754784" y="723812"/>
                  </a:lnTo>
                  <a:lnTo>
                    <a:pt x="763301" y="741208"/>
                  </a:lnTo>
                  <a:lnTo>
                    <a:pt x="767810" y="750418"/>
                  </a:lnTo>
                  <a:lnTo>
                    <a:pt x="770493" y="755896"/>
                  </a:lnTo>
                  <a:lnTo>
                    <a:pt x="769929" y="756229"/>
                  </a:lnTo>
                  <a:lnTo>
                    <a:pt x="766752" y="758107"/>
                  </a:lnTo>
                  <a:lnTo>
                    <a:pt x="763169" y="760225"/>
                  </a:lnTo>
                  <a:lnTo>
                    <a:pt x="756291" y="764290"/>
                  </a:lnTo>
                  <a:lnTo>
                    <a:pt x="732066" y="778607"/>
                  </a:lnTo>
                  <a:lnTo>
                    <a:pt x="728463" y="780737"/>
                  </a:lnTo>
                  <a:lnTo>
                    <a:pt x="719013" y="786322"/>
                  </a:lnTo>
                  <a:lnTo>
                    <a:pt x="685602" y="806069"/>
                  </a:lnTo>
                  <a:lnTo>
                    <a:pt x="684379" y="806791"/>
                  </a:lnTo>
                  <a:lnTo>
                    <a:pt x="604516" y="746593"/>
                  </a:lnTo>
                  <a:lnTo>
                    <a:pt x="603258" y="745645"/>
                  </a:lnTo>
                  <a:lnTo>
                    <a:pt x="574720" y="724134"/>
                  </a:lnTo>
                  <a:lnTo>
                    <a:pt x="539991" y="697975"/>
                  </a:lnTo>
                  <a:lnTo>
                    <a:pt x="537601" y="699466"/>
                  </a:lnTo>
                  <a:lnTo>
                    <a:pt x="529000" y="704832"/>
                  </a:lnTo>
                  <a:lnTo>
                    <a:pt x="522711" y="708755"/>
                  </a:lnTo>
                  <a:lnTo>
                    <a:pt x="522396" y="708952"/>
                  </a:lnTo>
                  <a:lnTo>
                    <a:pt x="521436" y="709550"/>
                  </a:lnTo>
                  <a:lnTo>
                    <a:pt x="506129" y="729334"/>
                  </a:lnTo>
                  <a:lnTo>
                    <a:pt x="487916" y="752873"/>
                  </a:lnTo>
                  <a:lnTo>
                    <a:pt x="486612" y="754558"/>
                  </a:lnTo>
                  <a:lnTo>
                    <a:pt x="485775" y="755719"/>
                  </a:lnTo>
                  <a:lnTo>
                    <a:pt x="468373" y="779847"/>
                  </a:lnTo>
                  <a:lnTo>
                    <a:pt x="450888" y="804089"/>
                  </a:lnTo>
                  <a:lnTo>
                    <a:pt x="444840" y="812475"/>
                  </a:lnTo>
                  <a:lnTo>
                    <a:pt x="435737" y="823084"/>
                  </a:lnTo>
                  <a:lnTo>
                    <a:pt x="435502" y="823400"/>
                  </a:lnTo>
                  <a:lnTo>
                    <a:pt x="434823" y="824316"/>
                  </a:lnTo>
                  <a:lnTo>
                    <a:pt x="429584" y="831379"/>
                  </a:lnTo>
                  <a:lnTo>
                    <a:pt x="423750" y="839242"/>
                  </a:lnTo>
                  <a:lnTo>
                    <a:pt x="409025" y="857727"/>
                  </a:lnTo>
                  <a:lnTo>
                    <a:pt x="395415" y="833897"/>
                  </a:lnTo>
                  <a:lnTo>
                    <a:pt x="385702" y="816890"/>
                  </a:lnTo>
                  <a:lnTo>
                    <a:pt x="384480" y="814749"/>
                  </a:lnTo>
                  <a:lnTo>
                    <a:pt x="367614" y="786441"/>
                  </a:lnTo>
                  <a:lnTo>
                    <a:pt x="336251" y="733799"/>
                  </a:lnTo>
                  <a:lnTo>
                    <a:pt x="302446" y="677057"/>
                  </a:lnTo>
                  <a:lnTo>
                    <a:pt x="294238" y="663281"/>
                  </a:lnTo>
                  <a:lnTo>
                    <a:pt x="291470" y="658634"/>
                  </a:lnTo>
                  <a:lnTo>
                    <a:pt x="284467" y="646880"/>
                  </a:lnTo>
                  <a:lnTo>
                    <a:pt x="266585" y="616864"/>
                  </a:lnTo>
                  <a:lnTo>
                    <a:pt x="198863" y="503195"/>
                  </a:lnTo>
                  <a:lnTo>
                    <a:pt x="198274" y="502207"/>
                  </a:lnTo>
                  <a:lnTo>
                    <a:pt x="198054" y="501836"/>
                  </a:lnTo>
                  <a:lnTo>
                    <a:pt x="173591" y="460776"/>
                  </a:lnTo>
                  <a:lnTo>
                    <a:pt x="143892" y="410927"/>
                  </a:lnTo>
                  <a:lnTo>
                    <a:pt x="114329" y="361306"/>
                  </a:lnTo>
                  <a:lnTo>
                    <a:pt x="100207" y="337603"/>
                  </a:lnTo>
                  <a:lnTo>
                    <a:pt x="99003" y="335582"/>
                  </a:lnTo>
                  <a:lnTo>
                    <a:pt x="81181" y="305667"/>
                  </a:lnTo>
                  <a:lnTo>
                    <a:pt x="75929" y="296852"/>
                  </a:lnTo>
                  <a:lnTo>
                    <a:pt x="51722" y="256221"/>
                  </a:lnTo>
                  <a:lnTo>
                    <a:pt x="20924" y="204527"/>
                  </a:lnTo>
                  <a:lnTo>
                    <a:pt x="5586" y="178782"/>
                  </a:lnTo>
                  <a:lnTo>
                    <a:pt x="1939" y="172662"/>
                  </a:lnTo>
                  <a:lnTo>
                    <a:pt x="0" y="169261"/>
                  </a:lnTo>
                  <a:lnTo>
                    <a:pt x="20720" y="156884"/>
                  </a:lnTo>
                  <a:lnTo>
                    <a:pt x="123727" y="95354"/>
                  </a:lnTo>
                  <a:lnTo>
                    <a:pt x="130723" y="91175"/>
                  </a:lnTo>
                  <a:lnTo>
                    <a:pt x="257779" y="15280"/>
                  </a:lnTo>
                  <a:lnTo>
                    <a:pt x="283360" y="0"/>
                  </a:lnTo>
                  <a:lnTo>
                    <a:pt x="284673" y="9754"/>
                  </a:lnTo>
                  <a:lnTo>
                    <a:pt x="289976" y="18581"/>
                  </a:lnTo>
                  <a:lnTo>
                    <a:pt x="291029" y="20333"/>
                  </a:lnTo>
                  <a:lnTo>
                    <a:pt x="303997" y="41921"/>
                  </a:lnTo>
                  <a:lnTo>
                    <a:pt x="308153" y="48840"/>
                  </a:lnTo>
                  <a:lnTo>
                    <a:pt x="309113" y="50438"/>
                  </a:lnTo>
                  <a:lnTo>
                    <a:pt x="314956" y="60164"/>
                  </a:lnTo>
                  <a:lnTo>
                    <a:pt x="329244" y="83949"/>
                  </a:lnTo>
                  <a:lnTo>
                    <a:pt x="330956" y="86798"/>
                  </a:lnTo>
                  <a:lnTo>
                    <a:pt x="332438" y="89265"/>
                  </a:lnTo>
                  <a:lnTo>
                    <a:pt x="346219" y="112207"/>
                  </a:lnTo>
                  <a:lnTo>
                    <a:pt x="351778" y="121461"/>
                  </a:lnTo>
                  <a:lnTo>
                    <a:pt x="354730" y="126374"/>
                  </a:lnTo>
                  <a:lnTo>
                    <a:pt x="356387" y="129132"/>
                  </a:lnTo>
                  <a:lnTo>
                    <a:pt x="356859" y="129934"/>
                  </a:lnTo>
                  <a:lnTo>
                    <a:pt x="399572" y="202472"/>
                  </a:lnTo>
                  <a:lnTo>
                    <a:pt x="438896" y="269254"/>
                  </a:lnTo>
                  <a:lnTo>
                    <a:pt x="440544" y="272052"/>
                  </a:lnTo>
                  <a:lnTo>
                    <a:pt x="446637" y="282399"/>
                  </a:lnTo>
                  <a:lnTo>
                    <a:pt x="451041" y="289877"/>
                  </a:lnTo>
                  <a:lnTo>
                    <a:pt x="464985" y="309958"/>
                  </a:lnTo>
                  <a:lnTo>
                    <a:pt x="481889" y="334301"/>
                  </a:lnTo>
                  <a:lnTo>
                    <a:pt x="481928" y="336392"/>
                  </a:lnTo>
                  <a:lnTo>
                    <a:pt x="506771" y="370177"/>
                  </a:lnTo>
                  <a:lnTo>
                    <a:pt x="524203" y="393883"/>
                  </a:lnTo>
                  <a:lnTo>
                    <a:pt x="525476" y="395614"/>
                  </a:lnTo>
                  <a:lnTo>
                    <a:pt x="528286" y="399435"/>
                  </a:lnTo>
                  <a:lnTo>
                    <a:pt x="535139" y="408754"/>
                  </a:lnTo>
                  <a:lnTo>
                    <a:pt x="570375" y="455522"/>
                  </a:lnTo>
                  <a:lnTo>
                    <a:pt x="591000" y="482897"/>
                  </a:lnTo>
                  <a:lnTo>
                    <a:pt x="617826" y="518502"/>
                  </a:lnTo>
                  <a:lnTo>
                    <a:pt x="625470" y="528852"/>
                  </a:lnTo>
                  <a:lnTo>
                    <a:pt x="646144" y="556842"/>
                  </a:lnTo>
                  <a:lnTo>
                    <a:pt x="695398" y="623527"/>
                  </a:lnTo>
                  <a:lnTo>
                    <a:pt x="710173" y="647368"/>
                  </a:lnTo>
                  <a:lnTo>
                    <a:pt x="712930" y="65181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57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58"/>
            <p:cNvSpPr/>
            <p:nvPr/>
          </p:nvSpPr>
          <p:spPr>
            <a:xfrm>
              <a:off x="4054941" y="2916801"/>
              <a:ext cx="447189" cy="586918"/>
            </a:xfrm>
            <a:custGeom>
              <a:avLst/>
              <a:pathLst>
                <a:path w="447189" h="586918">
                  <a:moveTo>
                    <a:pt x="272970" y="202683"/>
                  </a:moveTo>
                  <a:lnTo>
                    <a:pt x="303088" y="253691"/>
                  </a:lnTo>
                  <a:lnTo>
                    <a:pt x="332645" y="303749"/>
                  </a:lnTo>
                  <a:lnTo>
                    <a:pt x="348891" y="331261"/>
                  </a:lnTo>
                  <a:lnTo>
                    <a:pt x="364772" y="358744"/>
                  </a:lnTo>
                  <a:lnTo>
                    <a:pt x="393588" y="408610"/>
                  </a:lnTo>
                  <a:lnTo>
                    <a:pt x="411185" y="439063"/>
                  </a:lnTo>
                  <a:lnTo>
                    <a:pt x="423193" y="459180"/>
                  </a:lnTo>
                  <a:lnTo>
                    <a:pt x="447189" y="499383"/>
                  </a:lnTo>
                  <a:lnTo>
                    <a:pt x="414481" y="518567"/>
                  </a:lnTo>
                  <a:lnTo>
                    <a:pt x="407231" y="522818"/>
                  </a:lnTo>
                  <a:lnTo>
                    <a:pt x="397865" y="528312"/>
                  </a:lnTo>
                  <a:lnTo>
                    <a:pt x="395410" y="529752"/>
                  </a:lnTo>
                  <a:lnTo>
                    <a:pt x="391940" y="531787"/>
                  </a:lnTo>
                  <a:lnTo>
                    <a:pt x="389345" y="533309"/>
                  </a:lnTo>
                  <a:lnTo>
                    <a:pt x="381517" y="537900"/>
                  </a:lnTo>
                  <a:lnTo>
                    <a:pt x="380583" y="538448"/>
                  </a:lnTo>
                  <a:lnTo>
                    <a:pt x="370355" y="544447"/>
                  </a:lnTo>
                  <a:lnTo>
                    <a:pt x="347494" y="557144"/>
                  </a:lnTo>
                  <a:lnTo>
                    <a:pt x="346042" y="557950"/>
                  </a:lnTo>
                  <a:lnTo>
                    <a:pt x="326069" y="569043"/>
                  </a:lnTo>
                  <a:lnTo>
                    <a:pt x="319639" y="572614"/>
                  </a:lnTo>
                  <a:lnTo>
                    <a:pt x="305490" y="580473"/>
                  </a:lnTo>
                  <a:lnTo>
                    <a:pt x="294305" y="586684"/>
                  </a:lnTo>
                  <a:lnTo>
                    <a:pt x="293885" y="586918"/>
                  </a:lnTo>
                  <a:lnTo>
                    <a:pt x="293422" y="586139"/>
                  </a:lnTo>
                  <a:lnTo>
                    <a:pt x="292778" y="585058"/>
                  </a:lnTo>
                  <a:lnTo>
                    <a:pt x="291769" y="583362"/>
                  </a:lnTo>
                  <a:lnTo>
                    <a:pt x="242124" y="499955"/>
                  </a:lnTo>
                  <a:lnTo>
                    <a:pt x="229982" y="479339"/>
                  </a:lnTo>
                  <a:lnTo>
                    <a:pt x="229903" y="479206"/>
                  </a:lnTo>
                  <a:lnTo>
                    <a:pt x="211741" y="448369"/>
                  </a:lnTo>
                  <a:lnTo>
                    <a:pt x="211651" y="448217"/>
                  </a:lnTo>
                  <a:lnTo>
                    <a:pt x="196786" y="422978"/>
                  </a:lnTo>
                  <a:lnTo>
                    <a:pt x="191449" y="426176"/>
                  </a:lnTo>
                  <a:lnTo>
                    <a:pt x="167526" y="440511"/>
                  </a:lnTo>
                  <a:lnTo>
                    <a:pt x="167279" y="440660"/>
                  </a:lnTo>
                  <a:lnTo>
                    <a:pt x="157242" y="446674"/>
                  </a:lnTo>
                  <a:lnTo>
                    <a:pt x="152076" y="449922"/>
                  </a:lnTo>
                  <a:lnTo>
                    <a:pt x="149512" y="451533"/>
                  </a:lnTo>
                  <a:lnTo>
                    <a:pt x="149269" y="451685"/>
                  </a:lnTo>
                  <a:lnTo>
                    <a:pt x="147686" y="452681"/>
                  </a:lnTo>
                  <a:lnTo>
                    <a:pt x="145271" y="454199"/>
                  </a:lnTo>
                  <a:lnTo>
                    <a:pt x="143323" y="455361"/>
                  </a:lnTo>
                  <a:lnTo>
                    <a:pt x="142293" y="453580"/>
                  </a:lnTo>
                  <a:lnTo>
                    <a:pt x="140351" y="450224"/>
                  </a:lnTo>
                  <a:lnTo>
                    <a:pt x="138687" y="447347"/>
                  </a:lnTo>
                  <a:lnTo>
                    <a:pt x="136224" y="443091"/>
                  </a:lnTo>
                  <a:lnTo>
                    <a:pt x="136012" y="442758"/>
                  </a:lnTo>
                  <a:lnTo>
                    <a:pt x="129606" y="432668"/>
                  </a:lnTo>
                  <a:lnTo>
                    <a:pt x="128561" y="431023"/>
                  </a:lnTo>
                  <a:lnTo>
                    <a:pt x="125965" y="426934"/>
                  </a:lnTo>
                  <a:lnTo>
                    <a:pt x="122829" y="421994"/>
                  </a:lnTo>
                  <a:lnTo>
                    <a:pt x="110624" y="402284"/>
                  </a:lnTo>
                  <a:lnTo>
                    <a:pt x="109692" y="400779"/>
                  </a:lnTo>
                  <a:lnTo>
                    <a:pt x="96031" y="376488"/>
                  </a:lnTo>
                  <a:lnTo>
                    <a:pt x="95056" y="374755"/>
                  </a:lnTo>
                  <a:lnTo>
                    <a:pt x="84024" y="354428"/>
                  </a:lnTo>
                  <a:lnTo>
                    <a:pt x="82080" y="351111"/>
                  </a:lnTo>
                  <a:lnTo>
                    <a:pt x="67106" y="325562"/>
                  </a:lnTo>
                  <a:lnTo>
                    <a:pt x="64345" y="320850"/>
                  </a:lnTo>
                  <a:lnTo>
                    <a:pt x="52238" y="300193"/>
                  </a:lnTo>
                  <a:lnTo>
                    <a:pt x="105122" y="269024"/>
                  </a:lnTo>
                  <a:lnTo>
                    <a:pt x="102887" y="269616"/>
                  </a:lnTo>
                  <a:lnTo>
                    <a:pt x="100587" y="269814"/>
                  </a:lnTo>
                  <a:lnTo>
                    <a:pt x="98287" y="269612"/>
                  </a:lnTo>
                  <a:lnTo>
                    <a:pt x="96053" y="269017"/>
                  </a:lnTo>
                  <a:lnTo>
                    <a:pt x="93950" y="268044"/>
                  </a:lnTo>
                  <a:lnTo>
                    <a:pt x="92036" y="266723"/>
                  </a:lnTo>
                  <a:lnTo>
                    <a:pt x="90368" y="265091"/>
                  </a:lnTo>
                  <a:lnTo>
                    <a:pt x="88993" y="263194"/>
                  </a:lnTo>
                  <a:lnTo>
                    <a:pt x="87949" y="261087"/>
                  </a:lnTo>
                  <a:lnTo>
                    <a:pt x="87268" y="258830"/>
                  </a:lnTo>
                  <a:lnTo>
                    <a:pt x="86969" y="256489"/>
                  </a:lnTo>
                  <a:lnTo>
                    <a:pt x="87059" y="254128"/>
                  </a:lnTo>
                  <a:lnTo>
                    <a:pt x="87537" y="251818"/>
                  </a:lnTo>
                  <a:lnTo>
                    <a:pt x="88389" y="249623"/>
                  </a:lnTo>
                  <a:lnTo>
                    <a:pt x="89591" y="247606"/>
                  </a:lnTo>
                  <a:lnTo>
                    <a:pt x="91108" y="245826"/>
                  </a:lnTo>
                  <a:lnTo>
                    <a:pt x="92898" y="244328"/>
                  </a:lnTo>
                  <a:lnTo>
                    <a:pt x="90465" y="245960"/>
                  </a:lnTo>
                  <a:lnTo>
                    <a:pt x="74977" y="219702"/>
                  </a:lnTo>
                  <a:lnTo>
                    <a:pt x="49227" y="176048"/>
                  </a:lnTo>
                  <a:lnTo>
                    <a:pt x="45513" y="169806"/>
                  </a:lnTo>
                  <a:lnTo>
                    <a:pt x="16131" y="120428"/>
                  </a:lnTo>
                  <a:lnTo>
                    <a:pt x="571" y="94279"/>
                  </a:lnTo>
                  <a:lnTo>
                    <a:pt x="0" y="93319"/>
                  </a:lnTo>
                  <a:lnTo>
                    <a:pt x="27617" y="76765"/>
                  </a:lnTo>
                  <a:lnTo>
                    <a:pt x="52092" y="61995"/>
                  </a:lnTo>
                  <a:lnTo>
                    <a:pt x="52616" y="61679"/>
                  </a:lnTo>
                  <a:lnTo>
                    <a:pt x="77451" y="46692"/>
                  </a:lnTo>
                  <a:lnTo>
                    <a:pt x="102486" y="31584"/>
                  </a:lnTo>
                  <a:lnTo>
                    <a:pt x="102912" y="31326"/>
                  </a:lnTo>
                  <a:lnTo>
                    <a:pt x="126497" y="17094"/>
                  </a:lnTo>
                  <a:lnTo>
                    <a:pt x="153515" y="1002"/>
                  </a:lnTo>
                  <a:lnTo>
                    <a:pt x="155235" y="0"/>
                  </a:lnTo>
                  <a:lnTo>
                    <a:pt x="156671" y="2484"/>
                  </a:lnTo>
                  <a:lnTo>
                    <a:pt x="171210" y="27639"/>
                  </a:lnTo>
                  <a:lnTo>
                    <a:pt x="199767" y="77044"/>
                  </a:lnTo>
                  <a:lnTo>
                    <a:pt x="229213" y="127989"/>
                  </a:lnTo>
                  <a:lnTo>
                    <a:pt x="244268" y="154035"/>
                  </a:lnTo>
                  <a:lnTo>
                    <a:pt x="245332" y="155876"/>
                  </a:lnTo>
                  <a:lnTo>
                    <a:pt x="258082" y="17747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59"/>
            <p:cNvSpPr/>
            <p:nvPr/>
          </p:nvSpPr>
          <p:spPr>
            <a:xfrm>
              <a:off x="5455625" y="5105933"/>
              <a:ext cx="491869" cy="764422"/>
            </a:xfrm>
            <a:custGeom>
              <a:avLst/>
              <a:pathLst>
                <a:path w="491869" h="764422">
                  <a:moveTo>
                    <a:pt x="145385" y="423013"/>
                  </a:moveTo>
                  <a:lnTo>
                    <a:pt x="151164" y="433607"/>
                  </a:lnTo>
                  <a:lnTo>
                    <a:pt x="149925" y="434354"/>
                  </a:lnTo>
                  <a:lnTo>
                    <a:pt x="137596" y="441789"/>
                  </a:lnTo>
                  <a:lnTo>
                    <a:pt x="159351" y="478203"/>
                  </a:lnTo>
                  <a:lnTo>
                    <a:pt x="154053" y="500870"/>
                  </a:lnTo>
                  <a:lnTo>
                    <a:pt x="236649" y="671368"/>
                  </a:lnTo>
                  <a:lnTo>
                    <a:pt x="240545" y="694922"/>
                  </a:lnTo>
                  <a:lnTo>
                    <a:pt x="243982" y="715703"/>
                  </a:lnTo>
                  <a:lnTo>
                    <a:pt x="240428" y="715842"/>
                  </a:lnTo>
                  <a:lnTo>
                    <a:pt x="223340" y="715327"/>
                  </a:lnTo>
                  <a:lnTo>
                    <a:pt x="205594" y="711915"/>
                  </a:lnTo>
                  <a:lnTo>
                    <a:pt x="203006" y="711417"/>
                  </a:lnTo>
                  <a:lnTo>
                    <a:pt x="168812" y="704844"/>
                  </a:lnTo>
                  <a:lnTo>
                    <a:pt x="165130" y="704137"/>
                  </a:lnTo>
                  <a:lnTo>
                    <a:pt x="156780" y="728080"/>
                  </a:lnTo>
                  <a:lnTo>
                    <a:pt x="156072" y="730111"/>
                  </a:lnTo>
                  <a:lnTo>
                    <a:pt x="145207" y="761264"/>
                  </a:lnTo>
                  <a:lnTo>
                    <a:pt x="144573" y="763081"/>
                  </a:lnTo>
                  <a:lnTo>
                    <a:pt x="144105" y="764422"/>
                  </a:lnTo>
                  <a:lnTo>
                    <a:pt x="123307" y="763799"/>
                  </a:lnTo>
                  <a:lnTo>
                    <a:pt x="128190" y="751267"/>
                  </a:lnTo>
                  <a:lnTo>
                    <a:pt x="137731" y="721833"/>
                  </a:lnTo>
                  <a:lnTo>
                    <a:pt x="149829" y="684512"/>
                  </a:lnTo>
                  <a:lnTo>
                    <a:pt x="150275" y="683137"/>
                  </a:lnTo>
                  <a:lnTo>
                    <a:pt x="150619" y="681761"/>
                  </a:lnTo>
                  <a:lnTo>
                    <a:pt x="157739" y="653296"/>
                  </a:lnTo>
                  <a:lnTo>
                    <a:pt x="157048" y="653349"/>
                  </a:lnTo>
                  <a:lnTo>
                    <a:pt x="156496" y="653361"/>
                  </a:lnTo>
                  <a:lnTo>
                    <a:pt x="149753" y="638894"/>
                  </a:lnTo>
                  <a:lnTo>
                    <a:pt x="140764" y="619607"/>
                  </a:lnTo>
                  <a:lnTo>
                    <a:pt x="131309" y="599321"/>
                  </a:lnTo>
                  <a:lnTo>
                    <a:pt x="121762" y="579403"/>
                  </a:lnTo>
                  <a:lnTo>
                    <a:pt x="108311" y="551337"/>
                  </a:lnTo>
                  <a:lnTo>
                    <a:pt x="78315" y="499604"/>
                  </a:lnTo>
                  <a:lnTo>
                    <a:pt x="61007" y="470125"/>
                  </a:lnTo>
                  <a:lnTo>
                    <a:pt x="47109" y="446452"/>
                  </a:lnTo>
                  <a:lnTo>
                    <a:pt x="32534" y="421531"/>
                  </a:lnTo>
                  <a:lnTo>
                    <a:pt x="16489" y="394097"/>
                  </a:lnTo>
                  <a:lnTo>
                    <a:pt x="0" y="365902"/>
                  </a:lnTo>
                  <a:lnTo>
                    <a:pt x="23097" y="352315"/>
                  </a:lnTo>
                  <a:lnTo>
                    <a:pt x="45282" y="339266"/>
                  </a:lnTo>
                  <a:lnTo>
                    <a:pt x="47304" y="338076"/>
                  </a:lnTo>
                  <a:lnTo>
                    <a:pt x="69197" y="325198"/>
                  </a:lnTo>
                  <a:lnTo>
                    <a:pt x="76651" y="320814"/>
                  </a:lnTo>
                  <a:lnTo>
                    <a:pt x="93351" y="310990"/>
                  </a:lnTo>
                  <a:lnTo>
                    <a:pt x="104706" y="304311"/>
                  </a:lnTo>
                  <a:lnTo>
                    <a:pt x="137242" y="285172"/>
                  </a:lnTo>
                  <a:lnTo>
                    <a:pt x="159918" y="271834"/>
                  </a:lnTo>
                  <a:lnTo>
                    <a:pt x="246877" y="220311"/>
                  </a:lnTo>
                  <a:lnTo>
                    <a:pt x="269416" y="206956"/>
                  </a:lnTo>
                  <a:lnTo>
                    <a:pt x="290564" y="194426"/>
                  </a:lnTo>
                  <a:lnTo>
                    <a:pt x="308661" y="183704"/>
                  </a:lnTo>
                  <a:lnTo>
                    <a:pt x="313320" y="180944"/>
                  </a:lnTo>
                  <a:lnTo>
                    <a:pt x="338074" y="166276"/>
                  </a:lnTo>
                  <a:lnTo>
                    <a:pt x="280111" y="67602"/>
                  </a:lnTo>
                  <a:lnTo>
                    <a:pt x="279561" y="66644"/>
                  </a:lnTo>
                  <a:lnTo>
                    <a:pt x="258437" y="29691"/>
                  </a:lnTo>
                  <a:lnTo>
                    <a:pt x="270823" y="20786"/>
                  </a:lnTo>
                  <a:lnTo>
                    <a:pt x="286980" y="0"/>
                  </a:lnTo>
                  <a:lnTo>
                    <a:pt x="289189" y="857"/>
                  </a:lnTo>
                  <a:lnTo>
                    <a:pt x="289652" y="1037"/>
                  </a:lnTo>
                  <a:lnTo>
                    <a:pt x="306375" y="7529"/>
                  </a:lnTo>
                  <a:lnTo>
                    <a:pt x="364714" y="30178"/>
                  </a:lnTo>
                  <a:lnTo>
                    <a:pt x="365411" y="30449"/>
                  </a:lnTo>
                  <a:lnTo>
                    <a:pt x="421757" y="52324"/>
                  </a:lnTo>
                  <a:lnTo>
                    <a:pt x="422206" y="90549"/>
                  </a:lnTo>
                  <a:lnTo>
                    <a:pt x="422299" y="106413"/>
                  </a:lnTo>
                  <a:lnTo>
                    <a:pt x="422371" y="118729"/>
                  </a:lnTo>
                  <a:lnTo>
                    <a:pt x="445745" y="141365"/>
                  </a:lnTo>
                  <a:lnTo>
                    <a:pt x="484440" y="190889"/>
                  </a:lnTo>
                  <a:lnTo>
                    <a:pt x="491869" y="19795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0"/>
            <p:cNvSpPr/>
            <p:nvPr/>
          </p:nvSpPr>
          <p:spPr>
            <a:xfrm>
              <a:off x="3142759" y="5038511"/>
              <a:ext cx="1222037" cy="745381"/>
            </a:xfrm>
            <a:custGeom>
              <a:avLst/>
              <a:pathLst>
                <a:path w="1222037" h="745381">
                  <a:moveTo>
                    <a:pt x="373463" y="147537"/>
                  </a:moveTo>
                  <a:lnTo>
                    <a:pt x="419742" y="172561"/>
                  </a:lnTo>
                  <a:lnTo>
                    <a:pt x="447454" y="189137"/>
                  </a:lnTo>
                  <a:lnTo>
                    <a:pt x="456031" y="194268"/>
                  </a:lnTo>
                  <a:lnTo>
                    <a:pt x="468655" y="201819"/>
                  </a:lnTo>
                  <a:lnTo>
                    <a:pt x="497803" y="217420"/>
                  </a:lnTo>
                  <a:lnTo>
                    <a:pt x="521519" y="230115"/>
                  </a:lnTo>
                  <a:lnTo>
                    <a:pt x="561779" y="251866"/>
                  </a:lnTo>
                  <a:lnTo>
                    <a:pt x="568267" y="255286"/>
                  </a:lnTo>
                  <a:lnTo>
                    <a:pt x="590028" y="266759"/>
                  </a:lnTo>
                  <a:lnTo>
                    <a:pt x="604860" y="274579"/>
                  </a:lnTo>
                  <a:lnTo>
                    <a:pt x="625243" y="285108"/>
                  </a:lnTo>
                  <a:lnTo>
                    <a:pt x="643614" y="294598"/>
                  </a:lnTo>
                  <a:lnTo>
                    <a:pt x="689706" y="319044"/>
                  </a:lnTo>
                  <a:lnTo>
                    <a:pt x="696930" y="322829"/>
                  </a:lnTo>
                  <a:lnTo>
                    <a:pt x="716595" y="333130"/>
                  </a:lnTo>
                  <a:lnTo>
                    <a:pt x="736738" y="343682"/>
                  </a:lnTo>
                  <a:lnTo>
                    <a:pt x="740076" y="345431"/>
                  </a:lnTo>
                  <a:lnTo>
                    <a:pt x="764911" y="358436"/>
                  </a:lnTo>
                  <a:lnTo>
                    <a:pt x="765160" y="358566"/>
                  </a:lnTo>
                  <a:lnTo>
                    <a:pt x="784522" y="368706"/>
                  </a:lnTo>
                  <a:lnTo>
                    <a:pt x="790157" y="371937"/>
                  </a:lnTo>
                  <a:lnTo>
                    <a:pt x="814058" y="385644"/>
                  </a:lnTo>
                  <a:lnTo>
                    <a:pt x="859585" y="409513"/>
                  </a:lnTo>
                  <a:lnTo>
                    <a:pt x="893636" y="427525"/>
                  </a:lnTo>
                  <a:lnTo>
                    <a:pt x="1015543" y="493052"/>
                  </a:lnTo>
                  <a:lnTo>
                    <a:pt x="1024497" y="497726"/>
                  </a:lnTo>
                  <a:lnTo>
                    <a:pt x="1054558" y="513414"/>
                  </a:lnTo>
                  <a:lnTo>
                    <a:pt x="1068614" y="520750"/>
                  </a:lnTo>
                  <a:lnTo>
                    <a:pt x="1071605" y="522311"/>
                  </a:lnTo>
                  <a:lnTo>
                    <a:pt x="1086395" y="529716"/>
                  </a:lnTo>
                  <a:lnTo>
                    <a:pt x="1106973" y="540019"/>
                  </a:lnTo>
                  <a:lnTo>
                    <a:pt x="1123163" y="548330"/>
                  </a:lnTo>
                  <a:lnTo>
                    <a:pt x="1155114" y="564730"/>
                  </a:lnTo>
                  <a:lnTo>
                    <a:pt x="1163223" y="568892"/>
                  </a:lnTo>
                  <a:lnTo>
                    <a:pt x="1178278" y="576894"/>
                  </a:lnTo>
                  <a:lnTo>
                    <a:pt x="1216463" y="597188"/>
                  </a:lnTo>
                  <a:lnTo>
                    <a:pt x="1220185" y="599113"/>
                  </a:lnTo>
                  <a:lnTo>
                    <a:pt x="1222037" y="600071"/>
                  </a:lnTo>
                  <a:lnTo>
                    <a:pt x="1221078" y="601714"/>
                  </a:lnTo>
                  <a:lnTo>
                    <a:pt x="1217585" y="607696"/>
                  </a:lnTo>
                  <a:lnTo>
                    <a:pt x="1214786" y="612492"/>
                  </a:lnTo>
                  <a:lnTo>
                    <a:pt x="1212645" y="616159"/>
                  </a:lnTo>
                  <a:lnTo>
                    <a:pt x="1211690" y="617795"/>
                  </a:lnTo>
                  <a:lnTo>
                    <a:pt x="1208494" y="623271"/>
                  </a:lnTo>
                  <a:lnTo>
                    <a:pt x="1196993" y="644011"/>
                  </a:lnTo>
                  <a:lnTo>
                    <a:pt x="1194759" y="648038"/>
                  </a:lnTo>
                  <a:lnTo>
                    <a:pt x="1194461" y="648577"/>
                  </a:lnTo>
                  <a:lnTo>
                    <a:pt x="1191242" y="654380"/>
                  </a:lnTo>
                  <a:lnTo>
                    <a:pt x="1185492" y="664750"/>
                  </a:lnTo>
                  <a:lnTo>
                    <a:pt x="1179331" y="675859"/>
                  </a:lnTo>
                  <a:lnTo>
                    <a:pt x="1176822" y="680384"/>
                  </a:lnTo>
                  <a:lnTo>
                    <a:pt x="1176401" y="681144"/>
                  </a:lnTo>
                  <a:lnTo>
                    <a:pt x="1162869" y="705545"/>
                  </a:lnTo>
                  <a:lnTo>
                    <a:pt x="1159963" y="710785"/>
                  </a:lnTo>
                  <a:lnTo>
                    <a:pt x="1158565" y="713306"/>
                  </a:lnTo>
                  <a:lnTo>
                    <a:pt x="1158132" y="714087"/>
                  </a:lnTo>
                  <a:lnTo>
                    <a:pt x="1150875" y="727173"/>
                  </a:lnTo>
                  <a:lnTo>
                    <a:pt x="1150357" y="728108"/>
                  </a:lnTo>
                  <a:lnTo>
                    <a:pt x="1150248" y="728305"/>
                  </a:lnTo>
                  <a:lnTo>
                    <a:pt x="1149620" y="729437"/>
                  </a:lnTo>
                  <a:lnTo>
                    <a:pt x="1146180" y="735577"/>
                  </a:lnTo>
                  <a:lnTo>
                    <a:pt x="1140687" y="745381"/>
                  </a:lnTo>
                  <a:lnTo>
                    <a:pt x="37054" y="198210"/>
                  </a:lnTo>
                  <a:lnTo>
                    <a:pt x="32448" y="195926"/>
                  </a:lnTo>
                  <a:lnTo>
                    <a:pt x="0" y="179838"/>
                  </a:lnTo>
                  <a:lnTo>
                    <a:pt x="6992" y="164764"/>
                  </a:lnTo>
                  <a:lnTo>
                    <a:pt x="9482" y="164753"/>
                  </a:lnTo>
                  <a:lnTo>
                    <a:pt x="21402" y="160626"/>
                  </a:lnTo>
                  <a:lnTo>
                    <a:pt x="28732" y="146307"/>
                  </a:lnTo>
                  <a:lnTo>
                    <a:pt x="32362" y="148199"/>
                  </a:lnTo>
                  <a:lnTo>
                    <a:pt x="32593" y="147692"/>
                  </a:lnTo>
                  <a:lnTo>
                    <a:pt x="42520" y="125943"/>
                  </a:lnTo>
                  <a:lnTo>
                    <a:pt x="38141" y="123331"/>
                  </a:lnTo>
                  <a:lnTo>
                    <a:pt x="36245" y="122200"/>
                  </a:lnTo>
                  <a:lnTo>
                    <a:pt x="37617" y="119535"/>
                  </a:lnTo>
                  <a:lnTo>
                    <a:pt x="46040" y="103182"/>
                  </a:lnTo>
                  <a:lnTo>
                    <a:pt x="51123" y="93673"/>
                  </a:lnTo>
                  <a:lnTo>
                    <a:pt x="53347" y="89513"/>
                  </a:lnTo>
                  <a:lnTo>
                    <a:pt x="53900" y="88407"/>
                  </a:lnTo>
                  <a:lnTo>
                    <a:pt x="55456" y="85294"/>
                  </a:lnTo>
                  <a:lnTo>
                    <a:pt x="57203" y="81800"/>
                  </a:lnTo>
                  <a:lnTo>
                    <a:pt x="63443" y="69315"/>
                  </a:lnTo>
                  <a:lnTo>
                    <a:pt x="70799" y="54599"/>
                  </a:lnTo>
                  <a:lnTo>
                    <a:pt x="73616" y="47364"/>
                  </a:lnTo>
                  <a:lnTo>
                    <a:pt x="71564" y="46245"/>
                  </a:lnTo>
                  <a:lnTo>
                    <a:pt x="82246" y="25193"/>
                  </a:lnTo>
                  <a:lnTo>
                    <a:pt x="90951" y="7777"/>
                  </a:lnTo>
                  <a:lnTo>
                    <a:pt x="94339" y="998"/>
                  </a:lnTo>
                  <a:lnTo>
                    <a:pt x="94838" y="0"/>
                  </a:lnTo>
                  <a:lnTo>
                    <a:pt x="106144" y="5978"/>
                  </a:lnTo>
                  <a:lnTo>
                    <a:pt x="111608" y="8868"/>
                  </a:lnTo>
                  <a:lnTo>
                    <a:pt x="117073" y="11758"/>
                  </a:lnTo>
                  <a:lnTo>
                    <a:pt x="117449" y="11957"/>
                  </a:lnTo>
                  <a:lnTo>
                    <a:pt x="122312" y="14529"/>
                  </a:lnTo>
                  <a:lnTo>
                    <a:pt x="129845" y="18566"/>
                  </a:lnTo>
                  <a:lnTo>
                    <a:pt x="130616" y="18979"/>
                  </a:lnTo>
                  <a:lnTo>
                    <a:pt x="165770" y="37820"/>
                  </a:lnTo>
                  <a:lnTo>
                    <a:pt x="203019" y="57838"/>
                  </a:lnTo>
                  <a:lnTo>
                    <a:pt x="238951" y="77087"/>
                  </a:lnTo>
                  <a:lnTo>
                    <a:pt x="273338" y="95368"/>
                  </a:lnTo>
                  <a:lnTo>
                    <a:pt x="277329" y="97491"/>
                  </a:lnTo>
                  <a:lnTo>
                    <a:pt x="284909" y="101389"/>
                  </a:lnTo>
                  <a:lnTo>
                    <a:pt x="312886" y="115777"/>
                  </a:lnTo>
                  <a:lnTo>
                    <a:pt x="335085" y="127519"/>
                  </a:lnTo>
                  <a:lnTo>
                    <a:pt x="369763" y="1456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1"/>
            <p:cNvSpPr/>
            <p:nvPr/>
          </p:nvSpPr>
          <p:spPr>
            <a:xfrm>
              <a:off x="4559987" y="5546254"/>
              <a:ext cx="423123" cy="497364"/>
            </a:xfrm>
            <a:custGeom>
              <a:avLst/>
              <a:pathLst>
                <a:path w="423123" h="497364">
                  <a:moveTo>
                    <a:pt x="257112" y="53000"/>
                  </a:moveTo>
                  <a:lnTo>
                    <a:pt x="288364" y="63800"/>
                  </a:lnTo>
                  <a:lnTo>
                    <a:pt x="291677" y="56408"/>
                  </a:lnTo>
                  <a:lnTo>
                    <a:pt x="332447" y="78790"/>
                  </a:lnTo>
                  <a:lnTo>
                    <a:pt x="327245" y="89738"/>
                  </a:lnTo>
                  <a:lnTo>
                    <a:pt x="334032" y="92532"/>
                  </a:lnTo>
                  <a:lnTo>
                    <a:pt x="351082" y="122146"/>
                  </a:lnTo>
                  <a:lnTo>
                    <a:pt x="355335" y="129534"/>
                  </a:lnTo>
                  <a:lnTo>
                    <a:pt x="362248" y="141538"/>
                  </a:lnTo>
                  <a:lnTo>
                    <a:pt x="383245" y="145348"/>
                  </a:lnTo>
                  <a:lnTo>
                    <a:pt x="388418" y="147755"/>
                  </a:lnTo>
                  <a:lnTo>
                    <a:pt x="389228" y="169603"/>
                  </a:lnTo>
                  <a:lnTo>
                    <a:pt x="389298" y="171500"/>
                  </a:lnTo>
                  <a:lnTo>
                    <a:pt x="389746" y="183585"/>
                  </a:lnTo>
                  <a:lnTo>
                    <a:pt x="389151" y="202385"/>
                  </a:lnTo>
                  <a:lnTo>
                    <a:pt x="389297" y="207868"/>
                  </a:lnTo>
                  <a:lnTo>
                    <a:pt x="389353" y="209991"/>
                  </a:lnTo>
                  <a:lnTo>
                    <a:pt x="389879" y="229784"/>
                  </a:lnTo>
                  <a:lnTo>
                    <a:pt x="388813" y="249973"/>
                  </a:lnTo>
                  <a:lnTo>
                    <a:pt x="388350" y="252510"/>
                  </a:lnTo>
                  <a:lnTo>
                    <a:pt x="387960" y="254644"/>
                  </a:lnTo>
                  <a:lnTo>
                    <a:pt x="384493" y="273621"/>
                  </a:lnTo>
                  <a:lnTo>
                    <a:pt x="380683" y="293105"/>
                  </a:lnTo>
                  <a:lnTo>
                    <a:pt x="380173" y="295710"/>
                  </a:lnTo>
                  <a:lnTo>
                    <a:pt x="378509" y="304222"/>
                  </a:lnTo>
                  <a:lnTo>
                    <a:pt x="377555" y="308626"/>
                  </a:lnTo>
                  <a:lnTo>
                    <a:pt x="374374" y="334731"/>
                  </a:lnTo>
                  <a:lnTo>
                    <a:pt x="374345" y="334968"/>
                  </a:lnTo>
                  <a:lnTo>
                    <a:pt x="373865" y="337993"/>
                  </a:lnTo>
                  <a:lnTo>
                    <a:pt x="372998" y="343452"/>
                  </a:lnTo>
                  <a:lnTo>
                    <a:pt x="371651" y="351936"/>
                  </a:lnTo>
                  <a:lnTo>
                    <a:pt x="372554" y="353784"/>
                  </a:lnTo>
                  <a:lnTo>
                    <a:pt x="376569" y="360620"/>
                  </a:lnTo>
                  <a:lnTo>
                    <a:pt x="382952" y="371402"/>
                  </a:lnTo>
                  <a:lnTo>
                    <a:pt x="383035" y="371543"/>
                  </a:lnTo>
                  <a:lnTo>
                    <a:pt x="384955" y="374786"/>
                  </a:lnTo>
                  <a:lnTo>
                    <a:pt x="391708" y="386193"/>
                  </a:lnTo>
                  <a:lnTo>
                    <a:pt x="392485" y="387505"/>
                  </a:lnTo>
                  <a:lnTo>
                    <a:pt x="396858" y="394891"/>
                  </a:lnTo>
                  <a:lnTo>
                    <a:pt x="405800" y="402617"/>
                  </a:lnTo>
                  <a:lnTo>
                    <a:pt x="408545" y="405886"/>
                  </a:lnTo>
                  <a:lnTo>
                    <a:pt x="411812" y="408724"/>
                  </a:lnTo>
                  <a:lnTo>
                    <a:pt x="412862" y="409637"/>
                  </a:lnTo>
                  <a:lnTo>
                    <a:pt x="414429" y="410999"/>
                  </a:lnTo>
                  <a:lnTo>
                    <a:pt x="415997" y="412361"/>
                  </a:lnTo>
                  <a:lnTo>
                    <a:pt x="423123" y="418552"/>
                  </a:lnTo>
                  <a:lnTo>
                    <a:pt x="422843" y="419051"/>
                  </a:lnTo>
                  <a:lnTo>
                    <a:pt x="421535" y="421384"/>
                  </a:lnTo>
                  <a:lnTo>
                    <a:pt x="420041" y="423294"/>
                  </a:lnTo>
                  <a:lnTo>
                    <a:pt x="418548" y="425204"/>
                  </a:lnTo>
                  <a:lnTo>
                    <a:pt x="416436" y="427862"/>
                  </a:lnTo>
                  <a:lnTo>
                    <a:pt x="414668" y="430086"/>
                  </a:lnTo>
                  <a:lnTo>
                    <a:pt x="413382" y="431705"/>
                  </a:lnTo>
                  <a:lnTo>
                    <a:pt x="412001" y="433443"/>
                  </a:lnTo>
                  <a:lnTo>
                    <a:pt x="407689" y="437230"/>
                  </a:lnTo>
                  <a:lnTo>
                    <a:pt x="399994" y="442532"/>
                  </a:lnTo>
                  <a:lnTo>
                    <a:pt x="389210" y="459342"/>
                  </a:lnTo>
                  <a:lnTo>
                    <a:pt x="387931" y="461335"/>
                  </a:lnTo>
                  <a:lnTo>
                    <a:pt x="386652" y="463329"/>
                  </a:lnTo>
                  <a:lnTo>
                    <a:pt x="385253" y="465509"/>
                  </a:lnTo>
                  <a:lnTo>
                    <a:pt x="380960" y="472201"/>
                  </a:lnTo>
                  <a:lnTo>
                    <a:pt x="372600" y="487394"/>
                  </a:lnTo>
                  <a:lnTo>
                    <a:pt x="372383" y="487788"/>
                  </a:lnTo>
                  <a:lnTo>
                    <a:pt x="370978" y="490341"/>
                  </a:lnTo>
                  <a:lnTo>
                    <a:pt x="370884" y="490513"/>
                  </a:lnTo>
                  <a:lnTo>
                    <a:pt x="370245" y="491674"/>
                  </a:lnTo>
                  <a:lnTo>
                    <a:pt x="369606" y="492835"/>
                  </a:lnTo>
                  <a:lnTo>
                    <a:pt x="369384" y="493239"/>
                  </a:lnTo>
                  <a:lnTo>
                    <a:pt x="367114" y="497364"/>
                  </a:lnTo>
                  <a:lnTo>
                    <a:pt x="358851" y="491309"/>
                  </a:lnTo>
                  <a:lnTo>
                    <a:pt x="323738" y="465579"/>
                  </a:lnTo>
                  <a:lnTo>
                    <a:pt x="293587" y="441811"/>
                  </a:lnTo>
                  <a:lnTo>
                    <a:pt x="273179" y="425724"/>
                  </a:lnTo>
                  <a:lnTo>
                    <a:pt x="269182" y="422558"/>
                  </a:lnTo>
                  <a:lnTo>
                    <a:pt x="267758" y="421430"/>
                  </a:lnTo>
                  <a:lnTo>
                    <a:pt x="262684" y="417410"/>
                  </a:lnTo>
                  <a:lnTo>
                    <a:pt x="218379" y="382310"/>
                  </a:lnTo>
                  <a:lnTo>
                    <a:pt x="201944" y="368947"/>
                  </a:lnTo>
                  <a:lnTo>
                    <a:pt x="194890" y="363469"/>
                  </a:lnTo>
                  <a:lnTo>
                    <a:pt x="171211" y="345134"/>
                  </a:lnTo>
                  <a:lnTo>
                    <a:pt x="153928" y="331751"/>
                  </a:lnTo>
                  <a:lnTo>
                    <a:pt x="122574" y="307473"/>
                  </a:lnTo>
                  <a:lnTo>
                    <a:pt x="119884" y="305391"/>
                  </a:lnTo>
                  <a:lnTo>
                    <a:pt x="114356" y="301110"/>
                  </a:lnTo>
                  <a:lnTo>
                    <a:pt x="99810" y="289592"/>
                  </a:lnTo>
                  <a:lnTo>
                    <a:pt x="89480" y="281412"/>
                  </a:lnTo>
                  <a:lnTo>
                    <a:pt x="32483" y="236280"/>
                  </a:lnTo>
                  <a:lnTo>
                    <a:pt x="31523" y="235496"/>
                  </a:lnTo>
                  <a:lnTo>
                    <a:pt x="28699" y="233190"/>
                  </a:lnTo>
                  <a:lnTo>
                    <a:pt x="18764" y="225077"/>
                  </a:lnTo>
                  <a:lnTo>
                    <a:pt x="3006" y="212208"/>
                  </a:lnTo>
                  <a:lnTo>
                    <a:pt x="0" y="209749"/>
                  </a:lnTo>
                  <a:lnTo>
                    <a:pt x="5512" y="202176"/>
                  </a:lnTo>
                  <a:lnTo>
                    <a:pt x="7269" y="199762"/>
                  </a:lnTo>
                  <a:lnTo>
                    <a:pt x="8106" y="198601"/>
                  </a:lnTo>
                  <a:lnTo>
                    <a:pt x="11215" y="194287"/>
                  </a:lnTo>
                  <a:lnTo>
                    <a:pt x="14324" y="189973"/>
                  </a:lnTo>
                  <a:lnTo>
                    <a:pt x="72669" y="107919"/>
                  </a:lnTo>
                  <a:lnTo>
                    <a:pt x="76958" y="101887"/>
                  </a:lnTo>
                  <a:lnTo>
                    <a:pt x="150322" y="1953"/>
                  </a:lnTo>
                  <a:lnTo>
                    <a:pt x="151756" y="0"/>
                  </a:lnTo>
                  <a:lnTo>
                    <a:pt x="153558" y="1539"/>
                  </a:lnTo>
                  <a:lnTo>
                    <a:pt x="165684" y="11898"/>
                  </a:lnTo>
                  <a:lnTo>
                    <a:pt x="189684" y="25178"/>
                  </a:lnTo>
                  <a:lnTo>
                    <a:pt x="200471" y="296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2"/>
            <p:cNvSpPr/>
            <p:nvPr/>
          </p:nvSpPr>
          <p:spPr>
            <a:xfrm>
              <a:off x="2339886" y="3268054"/>
              <a:ext cx="1317837" cy="1441151"/>
            </a:xfrm>
            <a:custGeom>
              <a:avLst/>
              <a:pathLst>
                <a:path w="1317837" h="1441151">
                  <a:moveTo>
                    <a:pt x="1079130" y="867363"/>
                  </a:moveTo>
                  <a:lnTo>
                    <a:pt x="1093602" y="892987"/>
                  </a:lnTo>
                  <a:lnTo>
                    <a:pt x="1103790" y="910230"/>
                  </a:lnTo>
                  <a:lnTo>
                    <a:pt x="1106262" y="914413"/>
                  </a:lnTo>
                  <a:lnTo>
                    <a:pt x="1109181" y="919353"/>
                  </a:lnTo>
                  <a:lnTo>
                    <a:pt x="1122016" y="941075"/>
                  </a:lnTo>
                  <a:lnTo>
                    <a:pt x="1137369" y="967057"/>
                  </a:lnTo>
                  <a:lnTo>
                    <a:pt x="1140249" y="971931"/>
                  </a:lnTo>
                  <a:lnTo>
                    <a:pt x="1158642" y="1003058"/>
                  </a:lnTo>
                  <a:lnTo>
                    <a:pt x="1170950" y="1023888"/>
                  </a:lnTo>
                  <a:lnTo>
                    <a:pt x="1185780" y="1048985"/>
                  </a:lnTo>
                  <a:lnTo>
                    <a:pt x="1200808" y="1075048"/>
                  </a:lnTo>
                  <a:lnTo>
                    <a:pt x="1227258" y="1120918"/>
                  </a:lnTo>
                  <a:lnTo>
                    <a:pt x="1230446" y="1126447"/>
                  </a:lnTo>
                  <a:lnTo>
                    <a:pt x="1231005" y="1127416"/>
                  </a:lnTo>
                  <a:lnTo>
                    <a:pt x="1232054" y="1129235"/>
                  </a:lnTo>
                  <a:lnTo>
                    <a:pt x="1238434" y="1140484"/>
                  </a:lnTo>
                  <a:lnTo>
                    <a:pt x="1248238" y="1157769"/>
                  </a:lnTo>
                  <a:lnTo>
                    <a:pt x="1255282" y="1170188"/>
                  </a:lnTo>
                  <a:lnTo>
                    <a:pt x="1259950" y="1178418"/>
                  </a:lnTo>
                  <a:lnTo>
                    <a:pt x="1270117" y="1196342"/>
                  </a:lnTo>
                  <a:lnTo>
                    <a:pt x="1274237" y="1203607"/>
                  </a:lnTo>
                  <a:lnTo>
                    <a:pt x="1288974" y="1229588"/>
                  </a:lnTo>
                  <a:lnTo>
                    <a:pt x="1309846" y="1266387"/>
                  </a:lnTo>
                  <a:lnTo>
                    <a:pt x="1317367" y="1279646"/>
                  </a:lnTo>
                  <a:lnTo>
                    <a:pt x="1317837" y="1280475"/>
                  </a:lnTo>
                  <a:lnTo>
                    <a:pt x="1298716" y="1291876"/>
                  </a:lnTo>
                  <a:lnTo>
                    <a:pt x="1270118" y="1308928"/>
                  </a:lnTo>
                  <a:lnTo>
                    <a:pt x="1268393" y="1309956"/>
                  </a:lnTo>
                  <a:lnTo>
                    <a:pt x="1258688" y="1315743"/>
                  </a:lnTo>
                  <a:lnTo>
                    <a:pt x="1255036" y="1317920"/>
                  </a:lnTo>
                  <a:lnTo>
                    <a:pt x="1252448" y="1319464"/>
                  </a:lnTo>
                  <a:lnTo>
                    <a:pt x="1245818" y="1323417"/>
                  </a:lnTo>
                  <a:lnTo>
                    <a:pt x="1238283" y="1327910"/>
                  </a:lnTo>
                  <a:lnTo>
                    <a:pt x="1217850" y="1339659"/>
                  </a:lnTo>
                  <a:lnTo>
                    <a:pt x="1207884" y="1345389"/>
                  </a:lnTo>
                  <a:lnTo>
                    <a:pt x="1197386" y="1351425"/>
                  </a:lnTo>
                  <a:lnTo>
                    <a:pt x="1189737" y="1355823"/>
                  </a:lnTo>
                  <a:lnTo>
                    <a:pt x="1183764" y="1359258"/>
                  </a:lnTo>
                  <a:lnTo>
                    <a:pt x="1175747" y="1363867"/>
                  </a:lnTo>
                  <a:lnTo>
                    <a:pt x="1167760" y="1368459"/>
                  </a:lnTo>
                  <a:lnTo>
                    <a:pt x="1160351" y="1372719"/>
                  </a:lnTo>
                  <a:lnTo>
                    <a:pt x="1150202" y="1378555"/>
                  </a:lnTo>
                  <a:lnTo>
                    <a:pt x="1147631" y="1380033"/>
                  </a:lnTo>
                  <a:lnTo>
                    <a:pt x="1130994" y="1389839"/>
                  </a:lnTo>
                  <a:lnTo>
                    <a:pt x="1092231" y="1412686"/>
                  </a:lnTo>
                  <a:lnTo>
                    <a:pt x="1075222" y="1422711"/>
                  </a:lnTo>
                  <a:lnTo>
                    <a:pt x="1073223" y="1423889"/>
                  </a:lnTo>
                  <a:lnTo>
                    <a:pt x="1057555" y="1433515"/>
                  </a:lnTo>
                  <a:lnTo>
                    <a:pt x="1046727" y="1440168"/>
                  </a:lnTo>
                  <a:lnTo>
                    <a:pt x="1045126" y="1441151"/>
                  </a:lnTo>
                  <a:lnTo>
                    <a:pt x="1014254" y="1424692"/>
                  </a:lnTo>
                  <a:lnTo>
                    <a:pt x="1007802" y="1421252"/>
                  </a:lnTo>
                  <a:lnTo>
                    <a:pt x="1002778" y="1418574"/>
                  </a:lnTo>
                  <a:lnTo>
                    <a:pt x="977494" y="1405177"/>
                  </a:lnTo>
                  <a:lnTo>
                    <a:pt x="954467" y="1393781"/>
                  </a:lnTo>
                  <a:lnTo>
                    <a:pt x="951758" y="1391779"/>
                  </a:lnTo>
                  <a:lnTo>
                    <a:pt x="946382" y="1381976"/>
                  </a:lnTo>
                  <a:lnTo>
                    <a:pt x="940121" y="1371751"/>
                  </a:lnTo>
                  <a:lnTo>
                    <a:pt x="934614" y="1362396"/>
                  </a:lnTo>
                  <a:lnTo>
                    <a:pt x="930194" y="1354886"/>
                  </a:lnTo>
                  <a:lnTo>
                    <a:pt x="918395" y="1334683"/>
                  </a:lnTo>
                  <a:lnTo>
                    <a:pt x="905632" y="1313124"/>
                  </a:lnTo>
                  <a:lnTo>
                    <a:pt x="904854" y="1311851"/>
                  </a:lnTo>
                  <a:lnTo>
                    <a:pt x="898411" y="1301304"/>
                  </a:lnTo>
                  <a:lnTo>
                    <a:pt x="897806" y="1300312"/>
                  </a:lnTo>
                  <a:lnTo>
                    <a:pt x="894374" y="1294805"/>
                  </a:lnTo>
                  <a:lnTo>
                    <a:pt x="889351" y="1286745"/>
                  </a:lnTo>
                  <a:lnTo>
                    <a:pt x="885729" y="1280739"/>
                  </a:lnTo>
                  <a:lnTo>
                    <a:pt x="856275" y="1231638"/>
                  </a:lnTo>
                  <a:lnTo>
                    <a:pt x="836529" y="1200593"/>
                  </a:lnTo>
                  <a:lnTo>
                    <a:pt x="834960" y="1198816"/>
                  </a:lnTo>
                  <a:lnTo>
                    <a:pt x="834709" y="1199243"/>
                  </a:lnTo>
                  <a:lnTo>
                    <a:pt x="834033" y="1200394"/>
                  </a:lnTo>
                  <a:lnTo>
                    <a:pt x="833759" y="1200860"/>
                  </a:lnTo>
                  <a:lnTo>
                    <a:pt x="833616" y="1201102"/>
                  </a:lnTo>
                  <a:lnTo>
                    <a:pt x="831777" y="1204232"/>
                  </a:lnTo>
                  <a:lnTo>
                    <a:pt x="831220" y="1205179"/>
                  </a:lnTo>
                  <a:lnTo>
                    <a:pt x="830772" y="1205941"/>
                  </a:lnTo>
                  <a:lnTo>
                    <a:pt x="830501" y="1206403"/>
                  </a:lnTo>
                  <a:lnTo>
                    <a:pt x="827215" y="1211993"/>
                  </a:lnTo>
                  <a:lnTo>
                    <a:pt x="825817" y="1214372"/>
                  </a:lnTo>
                  <a:lnTo>
                    <a:pt x="821316" y="1222029"/>
                  </a:lnTo>
                  <a:lnTo>
                    <a:pt x="810724" y="1240050"/>
                  </a:lnTo>
                  <a:lnTo>
                    <a:pt x="750690" y="1210861"/>
                  </a:lnTo>
                  <a:lnTo>
                    <a:pt x="745842" y="1208503"/>
                  </a:lnTo>
                  <a:lnTo>
                    <a:pt x="705732" y="1189001"/>
                  </a:lnTo>
                  <a:lnTo>
                    <a:pt x="704374" y="1188341"/>
                  </a:lnTo>
                  <a:lnTo>
                    <a:pt x="701897" y="1187066"/>
                  </a:lnTo>
                  <a:lnTo>
                    <a:pt x="706580" y="1181636"/>
                  </a:lnTo>
                  <a:lnTo>
                    <a:pt x="711246" y="1174091"/>
                  </a:lnTo>
                  <a:lnTo>
                    <a:pt x="713955" y="1169625"/>
                  </a:lnTo>
                  <a:lnTo>
                    <a:pt x="717771" y="1162052"/>
                  </a:lnTo>
                  <a:lnTo>
                    <a:pt x="727163" y="1143415"/>
                  </a:lnTo>
                  <a:lnTo>
                    <a:pt x="733821" y="1130204"/>
                  </a:lnTo>
                  <a:lnTo>
                    <a:pt x="736068" y="1125417"/>
                  </a:lnTo>
                  <a:lnTo>
                    <a:pt x="744039" y="1108435"/>
                  </a:lnTo>
                  <a:lnTo>
                    <a:pt x="744808" y="1106797"/>
                  </a:lnTo>
                  <a:lnTo>
                    <a:pt x="694754" y="1086054"/>
                  </a:lnTo>
                  <a:lnTo>
                    <a:pt x="690850" y="1084443"/>
                  </a:lnTo>
                  <a:lnTo>
                    <a:pt x="692501" y="1081179"/>
                  </a:lnTo>
                  <a:lnTo>
                    <a:pt x="693641" y="1075532"/>
                  </a:lnTo>
                  <a:lnTo>
                    <a:pt x="695164" y="1067980"/>
                  </a:lnTo>
                  <a:lnTo>
                    <a:pt x="695815" y="1064759"/>
                  </a:lnTo>
                  <a:lnTo>
                    <a:pt x="693083" y="1063363"/>
                  </a:lnTo>
                  <a:lnTo>
                    <a:pt x="693317" y="1062805"/>
                  </a:lnTo>
                  <a:lnTo>
                    <a:pt x="701464" y="1043404"/>
                  </a:lnTo>
                  <a:lnTo>
                    <a:pt x="701951" y="1042450"/>
                  </a:lnTo>
                  <a:lnTo>
                    <a:pt x="707674" y="1031241"/>
                  </a:lnTo>
                  <a:lnTo>
                    <a:pt x="709286" y="1028084"/>
                  </a:lnTo>
                  <a:lnTo>
                    <a:pt x="718338" y="1010354"/>
                  </a:lnTo>
                  <a:lnTo>
                    <a:pt x="721391" y="1004375"/>
                  </a:lnTo>
                  <a:lnTo>
                    <a:pt x="722815" y="1001586"/>
                  </a:lnTo>
                  <a:lnTo>
                    <a:pt x="724036" y="999193"/>
                  </a:lnTo>
                  <a:lnTo>
                    <a:pt x="725300" y="996718"/>
                  </a:lnTo>
                  <a:lnTo>
                    <a:pt x="737418" y="992689"/>
                  </a:lnTo>
                  <a:lnTo>
                    <a:pt x="738065" y="991106"/>
                  </a:lnTo>
                  <a:lnTo>
                    <a:pt x="738886" y="989097"/>
                  </a:lnTo>
                  <a:lnTo>
                    <a:pt x="740794" y="984429"/>
                  </a:lnTo>
                  <a:lnTo>
                    <a:pt x="742994" y="979048"/>
                  </a:lnTo>
                  <a:lnTo>
                    <a:pt x="732988" y="973629"/>
                  </a:lnTo>
                  <a:lnTo>
                    <a:pt x="679705" y="947776"/>
                  </a:lnTo>
                  <a:lnTo>
                    <a:pt x="678183" y="946948"/>
                  </a:lnTo>
                  <a:lnTo>
                    <a:pt x="674211" y="944789"/>
                  </a:lnTo>
                  <a:lnTo>
                    <a:pt x="658310" y="936144"/>
                  </a:lnTo>
                  <a:lnTo>
                    <a:pt x="641696" y="927111"/>
                  </a:lnTo>
                  <a:lnTo>
                    <a:pt x="636234" y="923813"/>
                  </a:lnTo>
                  <a:lnTo>
                    <a:pt x="623635" y="916206"/>
                  </a:lnTo>
                  <a:lnTo>
                    <a:pt x="614426" y="910646"/>
                  </a:lnTo>
                  <a:lnTo>
                    <a:pt x="609608" y="907736"/>
                  </a:lnTo>
                  <a:lnTo>
                    <a:pt x="594554" y="898647"/>
                  </a:lnTo>
                  <a:lnTo>
                    <a:pt x="559431" y="879623"/>
                  </a:lnTo>
                  <a:lnTo>
                    <a:pt x="555886" y="877703"/>
                  </a:lnTo>
                  <a:lnTo>
                    <a:pt x="531058" y="915636"/>
                  </a:lnTo>
                  <a:lnTo>
                    <a:pt x="515336" y="934011"/>
                  </a:lnTo>
                  <a:lnTo>
                    <a:pt x="491392" y="921958"/>
                  </a:lnTo>
                  <a:lnTo>
                    <a:pt x="484694" y="926192"/>
                  </a:lnTo>
                  <a:lnTo>
                    <a:pt x="483264" y="925037"/>
                  </a:lnTo>
                  <a:lnTo>
                    <a:pt x="470486" y="933209"/>
                  </a:lnTo>
                  <a:lnTo>
                    <a:pt x="469554" y="933805"/>
                  </a:lnTo>
                  <a:lnTo>
                    <a:pt x="468439" y="934443"/>
                  </a:lnTo>
                  <a:lnTo>
                    <a:pt x="467832" y="933498"/>
                  </a:lnTo>
                  <a:lnTo>
                    <a:pt x="462143" y="924640"/>
                  </a:lnTo>
                  <a:lnTo>
                    <a:pt x="449169" y="931753"/>
                  </a:lnTo>
                  <a:lnTo>
                    <a:pt x="446918" y="932940"/>
                  </a:lnTo>
                  <a:lnTo>
                    <a:pt x="445783" y="933539"/>
                  </a:lnTo>
                  <a:lnTo>
                    <a:pt x="442964" y="935027"/>
                  </a:lnTo>
                  <a:lnTo>
                    <a:pt x="438631" y="937313"/>
                  </a:lnTo>
                  <a:lnTo>
                    <a:pt x="437514" y="937902"/>
                  </a:lnTo>
                  <a:lnTo>
                    <a:pt x="430196" y="941764"/>
                  </a:lnTo>
                  <a:lnTo>
                    <a:pt x="427092" y="943799"/>
                  </a:lnTo>
                  <a:lnTo>
                    <a:pt x="423964" y="945849"/>
                  </a:lnTo>
                  <a:lnTo>
                    <a:pt x="423464" y="946177"/>
                  </a:lnTo>
                  <a:lnTo>
                    <a:pt x="420047" y="948417"/>
                  </a:lnTo>
                  <a:lnTo>
                    <a:pt x="413774" y="953885"/>
                  </a:lnTo>
                  <a:lnTo>
                    <a:pt x="397570" y="964853"/>
                  </a:lnTo>
                  <a:lnTo>
                    <a:pt x="393141" y="968715"/>
                  </a:lnTo>
                  <a:lnTo>
                    <a:pt x="386116" y="946346"/>
                  </a:lnTo>
                  <a:lnTo>
                    <a:pt x="381989" y="933204"/>
                  </a:lnTo>
                  <a:lnTo>
                    <a:pt x="351880" y="837333"/>
                  </a:lnTo>
                  <a:lnTo>
                    <a:pt x="351318" y="835545"/>
                  </a:lnTo>
                  <a:lnTo>
                    <a:pt x="336515" y="788359"/>
                  </a:lnTo>
                  <a:lnTo>
                    <a:pt x="336305" y="787740"/>
                  </a:lnTo>
                  <a:lnTo>
                    <a:pt x="333865" y="780547"/>
                  </a:lnTo>
                  <a:lnTo>
                    <a:pt x="333161" y="777843"/>
                  </a:lnTo>
                  <a:lnTo>
                    <a:pt x="326649" y="752830"/>
                  </a:lnTo>
                  <a:lnTo>
                    <a:pt x="324174" y="743320"/>
                  </a:lnTo>
                  <a:lnTo>
                    <a:pt x="324046" y="742831"/>
                  </a:lnTo>
                  <a:lnTo>
                    <a:pt x="319367" y="717379"/>
                  </a:lnTo>
                  <a:lnTo>
                    <a:pt x="310644" y="669926"/>
                  </a:lnTo>
                  <a:lnTo>
                    <a:pt x="302357" y="622351"/>
                  </a:lnTo>
                  <a:lnTo>
                    <a:pt x="301612" y="617576"/>
                  </a:lnTo>
                  <a:lnTo>
                    <a:pt x="301450" y="616534"/>
                  </a:lnTo>
                  <a:lnTo>
                    <a:pt x="284050" y="606657"/>
                  </a:lnTo>
                  <a:lnTo>
                    <a:pt x="279501" y="604075"/>
                  </a:lnTo>
                  <a:lnTo>
                    <a:pt x="276157" y="601503"/>
                  </a:lnTo>
                  <a:lnTo>
                    <a:pt x="274049" y="599882"/>
                  </a:lnTo>
                  <a:lnTo>
                    <a:pt x="262835" y="592059"/>
                  </a:lnTo>
                  <a:lnTo>
                    <a:pt x="262316" y="591697"/>
                  </a:lnTo>
                  <a:lnTo>
                    <a:pt x="169442" y="542485"/>
                  </a:lnTo>
                  <a:lnTo>
                    <a:pt x="167442" y="541327"/>
                  </a:lnTo>
                  <a:lnTo>
                    <a:pt x="0" y="444437"/>
                  </a:lnTo>
                  <a:lnTo>
                    <a:pt x="1626" y="442932"/>
                  </a:lnTo>
                  <a:lnTo>
                    <a:pt x="17758" y="428004"/>
                  </a:lnTo>
                  <a:lnTo>
                    <a:pt x="37795" y="410336"/>
                  </a:lnTo>
                  <a:lnTo>
                    <a:pt x="68617" y="347857"/>
                  </a:lnTo>
                  <a:lnTo>
                    <a:pt x="73728" y="341525"/>
                  </a:lnTo>
                  <a:lnTo>
                    <a:pt x="78530" y="335577"/>
                  </a:lnTo>
                  <a:lnTo>
                    <a:pt x="190072" y="221785"/>
                  </a:lnTo>
                  <a:lnTo>
                    <a:pt x="193844" y="217937"/>
                  </a:lnTo>
                  <a:lnTo>
                    <a:pt x="194293" y="217433"/>
                  </a:lnTo>
                  <a:lnTo>
                    <a:pt x="203905" y="206659"/>
                  </a:lnTo>
                  <a:lnTo>
                    <a:pt x="292679" y="161305"/>
                  </a:lnTo>
                  <a:lnTo>
                    <a:pt x="303491" y="155781"/>
                  </a:lnTo>
                  <a:lnTo>
                    <a:pt x="306745" y="154118"/>
                  </a:lnTo>
                  <a:lnTo>
                    <a:pt x="310342" y="152281"/>
                  </a:lnTo>
                  <a:lnTo>
                    <a:pt x="329762" y="140786"/>
                  </a:lnTo>
                  <a:lnTo>
                    <a:pt x="407132" y="94992"/>
                  </a:lnTo>
                  <a:lnTo>
                    <a:pt x="567622" y="0"/>
                  </a:lnTo>
                  <a:lnTo>
                    <a:pt x="569426" y="2871"/>
                  </a:lnTo>
                  <a:lnTo>
                    <a:pt x="607689" y="63770"/>
                  </a:lnTo>
                  <a:lnTo>
                    <a:pt x="607790" y="63934"/>
                  </a:lnTo>
                  <a:lnTo>
                    <a:pt x="647398" y="128292"/>
                  </a:lnTo>
                  <a:lnTo>
                    <a:pt x="647550" y="128540"/>
                  </a:lnTo>
                  <a:lnTo>
                    <a:pt x="665390" y="157528"/>
                  </a:lnTo>
                  <a:lnTo>
                    <a:pt x="681609" y="185819"/>
                  </a:lnTo>
                  <a:lnTo>
                    <a:pt x="719941" y="252685"/>
                  </a:lnTo>
                  <a:lnTo>
                    <a:pt x="755143" y="314513"/>
                  </a:lnTo>
                  <a:lnTo>
                    <a:pt x="770039" y="340055"/>
                  </a:lnTo>
                  <a:lnTo>
                    <a:pt x="795780" y="384925"/>
                  </a:lnTo>
                  <a:lnTo>
                    <a:pt x="799187" y="390864"/>
                  </a:lnTo>
                  <a:lnTo>
                    <a:pt x="827426" y="440088"/>
                  </a:lnTo>
                  <a:lnTo>
                    <a:pt x="845435" y="471478"/>
                  </a:lnTo>
                  <a:lnTo>
                    <a:pt x="847527" y="475125"/>
                  </a:lnTo>
                  <a:lnTo>
                    <a:pt x="854145" y="486333"/>
                  </a:lnTo>
                  <a:lnTo>
                    <a:pt x="871618" y="515926"/>
                  </a:lnTo>
                  <a:lnTo>
                    <a:pt x="901275" y="566153"/>
                  </a:lnTo>
                  <a:lnTo>
                    <a:pt x="902074" y="567506"/>
                  </a:lnTo>
                  <a:lnTo>
                    <a:pt x="930943" y="616397"/>
                  </a:lnTo>
                  <a:lnTo>
                    <a:pt x="931117" y="616692"/>
                  </a:lnTo>
                  <a:lnTo>
                    <a:pt x="934743" y="622833"/>
                  </a:lnTo>
                  <a:lnTo>
                    <a:pt x="947326" y="644725"/>
                  </a:lnTo>
                  <a:lnTo>
                    <a:pt x="947718" y="645407"/>
                  </a:lnTo>
                  <a:lnTo>
                    <a:pt x="948252" y="646336"/>
                  </a:lnTo>
                  <a:lnTo>
                    <a:pt x="955191" y="658409"/>
                  </a:lnTo>
                  <a:lnTo>
                    <a:pt x="962487" y="671104"/>
                  </a:lnTo>
                  <a:lnTo>
                    <a:pt x="963185" y="672317"/>
                  </a:lnTo>
                  <a:lnTo>
                    <a:pt x="963510" y="672883"/>
                  </a:lnTo>
                  <a:lnTo>
                    <a:pt x="991304" y="721240"/>
                  </a:lnTo>
                  <a:lnTo>
                    <a:pt x="992957" y="724117"/>
                  </a:lnTo>
                  <a:lnTo>
                    <a:pt x="1020200" y="771516"/>
                  </a:lnTo>
                  <a:lnTo>
                    <a:pt x="1021882" y="774441"/>
                  </a:lnTo>
                  <a:lnTo>
                    <a:pt x="1040651" y="807097"/>
                  </a:lnTo>
                  <a:lnTo>
                    <a:pt x="1076255" y="8622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3"/>
            <p:cNvSpPr/>
            <p:nvPr/>
          </p:nvSpPr>
          <p:spPr>
            <a:xfrm>
              <a:off x="5087723" y="3916574"/>
              <a:ext cx="385881" cy="625452"/>
            </a:xfrm>
            <a:custGeom>
              <a:avLst/>
              <a:pathLst>
                <a:path w="385881" h="625452">
                  <a:moveTo>
                    <a:pt x="293536" y="156485"/>
                  </a:moveTo>
                  <a:lnTo>
                    <a:pt x="310506" y="218843"/>
                  </a:lnTo>
                  <a:lnTo>
                    <a:pt x="312841" y="227426"/>
                  </a:lnTo>
                  <a:lnTo>
                    <a:pt x="320258" y="254332"/>
                  </a:lnTo>
                  <a:lnTo>
                    <a:pt x="324735" y="270569"/>
                  </a:lnTo>
                  <a:lnTo>
                    <a:pt x="327362" y="280101"/>
                  </a:lnTo>
                  <a:lnTo>
                    <a:pt x="310502" y="290007"/>
                  </a:lnTo>
                  <a:lnTo>
                    <a:pt x="291136" y="301386"/>
                  </a:lnTo>
                  <a:lnTo>
                    <a:pt x="277300" y="309515"/>
                  </a:lnTo>
                  <a:lnTo>
                    <a:pt x="268689" y="314575"/>
                  </a:lnTo>
                  <a:lnTo>
                    <a:pt x="249505" y="325846"/>
                  </a:lnTo>
                  <a:lnTo>
                    <a:pt x="244359" y="328869"/>
                  </a:lnTo>
                  <a:lnTo>
                    <a:pt x="242851" y="329756"/>
                  </a:lnTo>
                  <a:lnTo>
                    <a:pt x="244179" y="331990"/>
                  </a:lnTo>
                  <a:lnTo>
                    <a:pt x="246873" y="336521"/>
                  </a:lnTo>
                  <a:lnTo>
                    <a:pt x="248470" y="339208"/>
                  </a:lnTo>
                  <a:lnTo>
                    <a:pt x="251007" y="343674"/>
                  </a:lnTo>
                  <a:lnTo>
                    <a:pt x="263347" y="365400"/>
                  </a:lnTo>
                  <a:lnTo>
                    <a:pt x="264024" y="366594"/>
                  </a:lnTo>
                  <a:lnTo>
                    <a:pt x="282622" y="399337"/>
                  </a:lnTo>
                  <a:lnTo>
                    <a:pt x="283871" y="401536"/>
                  </a:lnTo>
                  <a:lnTo>
                    <a:pt x="294976" y="420660"/>
                  </a:lnTo>
                  <a:lnTo>
                    <a:pt x="296498" y="423281"/>
                  </a:lnTo>
                  <a:lnTo>
                    <a:pt x="298605" y="426908"/>
                  </a:lnTo>
                  <a:lnTo>
                    <a:pt x="298267" y="429233"/>
                  </a:lnTo>
                  <a:lnTo>
                    <a:pt x="295328" y="449443"/>
                  </a:lnTo>
                  <a:lnTo>
                    <a:pt x="294968" y="451918"/>
                  </a:lnTo>
                  <a:lnTo>
                    <a:pt x="319120" y="495657"/>
                  </a:lnTo>
                  <a:lnTo>
                    <a:pt x="320292" y="497780"/>
                  </a:lnTo>
                  <a:lnTo>
                    <a:pt x="320874" y="498833"/>
                  </a:lnTo>
                  <a:lnTo>
                    <a:pt x="347347" y="507680"/>
                  </a:lnTo>
                  <a:lnTo>
                    <a:pt x="350345" y="508682"/>
                  </a:lnTo>
                  <a:lnTo>
                    <a:pt x="360839" y="527895"/>
                  </a:lnTo>
                  <a:lnTo>
                    <a:pt x="372587" y="549403"/>
                  </a:lnTo>
                  <a:lnTo>
                    <a:pt x="381808" y="566285"/>
                  </a:lnTo>
                  <a:lnTo>
                    <a:pt x="385881" y="573742"/>
                  </a:lnTo>
                  <a:lnTo>
                    <a:pt x="320855" y="611134"/>
                  </a:lnTo>
                  <a:lnTo>
                    <a:pt x="300960" y="625452"/>
                  </a:lnTo>
                  <a:lnTo>
                    <a:pt x="284545" y="597587"/>
                  </a:lnTo>
                  <a:lnTo>
                    <a:pt x="266721" y="568381"/>
                  </a:lnTo>
                  <a:lnTo>
                    <a:pt x="234943" y="513049"/>
                  </a:lnTo>
                  <a:lnTo>
                    <a:pt x="190304" y="435324"/>
                  </a:lnTo>
                  <a:lnTo>
                    <a:pt x="162503" y="386918"/>
                  </a:lnTo>
                  <a:lnTo>
                    <a:pt x="158228" y="379475"/>
                  </a:lnTo>
                  <a:lnTo>
                    <a:pt x="155283" y="374345"/>
                  </a:lnTo>
                  <a:lnTo>
                    <a:pt x="95848" y="270829"/>
                  </a:lnTo>
                  <a:lnTo>
                    <a:pt x="104889" y="265965"/>
                  </a:lnTo>
                  <a:lnTo>
                    <a:pt x="92260" y="243506"/>
                  </a:lnTo>
                  <a:lnTo>
                    <a:pt x="76313" y="217259"/>
                  </a:lnTo>
                  <a:lnTo>
                    <a:pt x="65307" y="223491"/>
                  </a:lnTo>
                  <a:lnTo>
                    <a:pt x="45801" y="189556"/>
                  </a:lnTo>
                  <a:lnTo>
                    <a:pt x="0" y="109872"/>
                  </a:lnTo>
                  <a:lnTo>
                    <a:pt x="22041" y="94893"/>
                  </a:lnTo>
                  <a:lnTo>
                    <a:pt x="40600" y="83687"/>
                  </a:lnTo>
                  <a:lnTo>
                    <a:pt x="41040" y="83417"/>
                  </a:lnTo>
                  <a:lnTo>
                    <a:pt x="61306" y="70995"/>
                  </a:lnTo>
                  <a:lnTo>
                    <a:pt x="61499" y="70882"/>
                  </a:lnTo>
                  <a:lnTo>
                    <a:pt x="61698" y="70766"/>
                  </a:lnTo>
                  <a:lnTo>
                    <a:pt x="84344" y="57522"/>
                  </a:lnTo>
                  <a:lnTo>
                    <a:pt x="106547" y="44539"/>
                  </a:lnTo>
                  <a:lnTo>
                    <a:pt x="106991" y="44311"/>
                  </a:lnTo>
                  <a:lnTo>
                    <a:pt x="116781" y="39303"/>
                  </a:lnTo>
                  <a:lnTo>
                    <a:pt x="126533" y="34991"/>
                  </a:lnTo>
                  <a:lnTo>
                    <a:pt x="136851" y="31453"/>
                  </a:lnTo>
                  <a:lnTo>
                    <a:pt x="137534" y="31259"/>
                  </a:lnTo>
                  <a:lnTo>
                    <a:pt x="189074" y="16631"/>
                  </a:lnTo>
                  <a:lnTo>
                    <a:pt x="190745" y="16160"/>
                  </a:lnTo>
                  <a:lnTo>
                    <a:pt x="213287" y="9806"/>
                  </a:lnTo>
                  <a:lnTo>
                    <a:pt x="214586" y="9452"/>
                  </a:lnTo>
                  <a:lnTo>
                    <a:pt x="249255" y="0"/>
                  </a:lnTo>
                  <a:lnTo>
                    <a:pt x="256057" y="23850"/>
                  </a:lnTo>
                  <a:lnTo>
                    <a:pt x="279167" y="104874"/>
                  </a:lnTo>
                  <a:lnTo>
                    <a:pt x="281209" y="112208"/>
                  </a:lnTo>
                  <a:lnTo>
                    <a:pt x="288275" y="13758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4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5"/>
            <p:cNvSpPr/>
            <p:nvPr/>
          </p:nvSpPr>
          <p:spPr>
            <a:xfrm>
              <a:off x="5118782" y="5173573"/>
              <a:ext cx="674917" cy="471275"/>
            </a:xfrm>
            <a:custGeom>
              <a:avLst/>
              <a:pathLst>
                <a:path w="674917" h="471275">
                  <a:moveTo>
                    <a:pt x="645504" y="116063"/>
                  </a:moveTo>
                  <a:lnTo>
                    <a:pt x="627407" y="126786"/>
                  </a:lnTo>
                  <a:lnTo>
                    <a:pt x="606259" y="139316"/>
                  </a:lnTo>
                  <a:lnTo>
                    <a:pt x="583720" y="152670"/>
                  </a:lnTo>
                  <a:lnTo>
                    <a:pt x="496761" y="204193"/>
                  </a:lnTo>
                  <a:lnTo>
                    <a:pt x="474085" y="217532"/>
                  </a:lnTo>
                  <a:lnTo>
                    <a:pt x="441550" y="236670"/>
                  </a:lnTo>
                  <a:lnTo>
                    <a:pt x="430194" y="243350"/>
                  </a:lnTo>
                  <a:lnTo>
                    <a:pt x="413494" y="253173"/>
                  </a:lnTo>
                  <a:lnTo>
                    <a:pt x="406040" y="257558"/>
                  </a:lnTo>
                  <a:lnTo>
                    <a:pt x="384148" y="270435"/>
                  </a:lnTo>
                  <a:lnTo>
                    <a:pt x="382125" y="271625"/>
                  </a:lnTo>
                  <a:lnTo>
                    <a:pt x="359941" y="284674"/>
                  </a:lnTo>
                  <a:lnTo>
                    <a:pt x="336843" y="298261"/>
                  </a:lnTo>
                  <a:lnTo>
                    <a:pt x="313026" y="312271"/>
                  </a:lnTo>
                  <a:lnTo>
                    <a:pt x="288569" y="326602"/>
                  </a:lnTo>
                  <a:lnTo>
                    <a:pt x="253135" y="347365"/>
                  </a:lnTo>
                  <a:lnTo>
                    <a:pt x="250248" y="349056"/>
                  </a:lnTo>
                  <a:lnTo>
                    <a:pt x="216439" y="368867"/>
                  </a:lnTo>
                  <a:lnTo>
                    <a:pt x="194211" y="381892"/>
                  </a:lnTo>
                  <a:lnTo>
                    <a:pt x="178420" y="391145"/>
                  </a:lnTo>
                  <a:lnTo>
                    <a:pt x="173381" y="394097"/>
                  </a:lnTo>
                  <a:lnTo>
                    <a:pt x="156344" y="404080"/>
                  </a:lnTo>
                  <a:lnTo>
                    <a:pt x="152334" y="406430"/>
                  </a:lnTo>
                  <a:lnTo>
                    <a:pt x="130995" y="418934"/>
                  </a:lnTo>
                  <a:lnTo>
                    <a:pt x="107902" y="432465"/>
                  </a:lnTo>
                  <a:lnTo>
                    <a:pt x="83550" y="446735"/>
                  </a:lnTo>
                  <a:lnTo>
                    <a:pt x="81951" y="447671"/>
                  </a:lnTo>
                  <a:lnTo>
                    <a:pt x="57877" y="461778"/>
                  </a:lnTo>
                  <a:lnTo>
                    <a:pt x="54430" y="463798"/>
                  </a:lnTo>
                  <a:lnTo>
                    <a:pt x="54249" y="463903"/>
                  </a:lnTo>
                  <a:lnTo>
                    <a:pt x="41506" y="471275"/>
                  </a:lnTo>
                  <a:lnTo>
                    <a:pt x="1002" y="402860"/>
                  </a:lnTo>
                  <a:lnTo>
                    <a:pt x="0" y="401165"/>
                  </a:lnTo>
                  <a:lnTo>
                    <a:pt x="21126" y="389083"/>
                  </a:lnTo>
                  <a:lnTo>
                    <a:pt x="41350" y="377256"/>
                  </a:lnTo>
                  <a:lnTo>
                    <a:pt x="62239" y="365041"/>
                  </a:lnTo>
                  <a:lnTo>
                    <a:pt x="83457" y="352633"/>
                  </a:lnTo>
                  <a:lnTo>
                    <a:pt x="105161" y="339941"/>
                  </a:lnTo>
                  <a:lnTo>
                    <a:pt x="105740" y="339603"/>
                  </a:lnTo>
                  <a:lnTo>
                    <a:pt x="105442" y="339090"/>
                  </a:lnTo>
                  <a:lnTo>
                    <a:pt x="90433" y="313234"/>
                  </a:lnTo>
                  <a:lnTo>
                    <a:pt x="107427" y="297406"/>
                  </a:lnTo>
                  <a:lnTo>
                    <a:pt x="143160" y="265783"/>
                  </a:lnTo>
                  <a:lnTo>
                    <a:pt x="146435" y="262884"/>
                  </a:lnTo>
                  <a:lnTo>
                    <a:pt x="163006" y="248219"/>
                  </a:lnTo>
                  <a:lnTo>
                    <a:pt x="181994" y="231414"/>
                  </a:lnTo>
                  <a:lnTo>
                    <a:pt x="201428" y="214216"/>
                  </a:lnTo>
                  <a:lnTo>
                    <a:pt x="219241" y="198452"/>
                  </a:lnTo>
                  <a:lnTo>
                    <a:pt x="239683" y="180360"/>
                  </a:lnTo>
                  <a:lnTo>
                    <a:pt x="260467" y="162711"/>
                  </a:lnTo>
                  <a:lnTo>
                    <a:pt x="297404" y="131346"/>
                  </a:lnTo>
                  <a:lnTo>
                    <a:pt x="324635" y="109153"/>
                  </a:lnTo>
                  <a:lnTo>
                    <a:pt x="326845" y="111687"/>
                  </a:lnTo>
                  <a:lnTo>
                    <a:pt x="348674" y="94391"/>
                  </a:lnTo>
                  <a:lnTo>
                    <a:pt x="356121" y="88487"/>
                  </a:lnTo>
                  <a:lnTo>
                    <a:pt x="371841" y="76024"/>
                  </a:lnTo>
                  <a:lnTo>
                    <a:pt x="376717" y="72159"/>
                  </a:lnTo>
                  <a:lnTo>
                    <a:pt x="396039" y="56839"/>
                  </a:lnTo>
                  <a:lnTo>
                    <a:pt x="396836" y="58207"/>
                  </a:lnTo>
                  <a:lnTo>
                    <a:pt x="429978" y="115089"/>
                  </a:lnTo>
                  <a:lnTo>
                    <a:pt x="439943" y="109139"/>
                  </a:lnTo>
                  <a:lnTo>
                    <a:pt x="451491" y="102243"/>
                  </a:lnTo>
                  <a:lnTo>
                    <a:pt x="463320" y="123194"/>
                  </a:lnTo>
                  <a:lnTo>
                    <a:pt x="539954" y="77330"/>
                  </a:lnTo>
                  <a:lnTo>
                    <a:pt x="539388" y="76355"/>
                  </a:lnTo>
                  <a:lnTo>
                    <a:pt x="561405" y="63782"/>
                  </a:lnTo>
                  <a:lnTo>
                    <a:pt x="547198" y="40537"/>
                  </a:lnTo>
                  <a:lnTo>
                    <a:pt x="569019" y="27958"/>
                  </a:lnTo>
                  <a:lnTo>
                    <a:pt x="591471" y="14868"/>
                  </a:lnTo>
                  <a:lnTo>
                    <a:pt x="616976" y="0"/>
                  </a:lnTo>
                  <a:lnTo>
                    <a:pt x="674917" y="98636"/>
                  </a:lnTo>
                  <a:lnTo>
                    <a:pt x="650163" y="1133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6"/>
            <p:cNvSpPr/>
            <p:nvPr/>
          </p:nvSpPr>
          <p:spPr>
            <a:xfrm>
              <a:off x="4883910" y="4790113"/>
              <a:ext cx="682775" cy="539686"/>
            </a:xfrm>
            <a:custGeom>
              <a:avLst/>
              <a:pathLst>
                <a:path w="682775" h="539686">
                  <a:moveTo>
                    <a:pt x="291591" y="200063"/>
                  </a:moveTo>
                  <a:lnTo>
                    <a:pt x="321588" y="182210"/>
                  </a:lnTo>
                  <a:lnTo>
                    <a:pt x="343124" y="169393"/>
                  </a:lnTo>
                  <a:lnTo>
                    <a:pt x="349876" y="165374"/>
                  </a:lnTo>
                  <a:lnTo>
                    <a:pt x="372630" y="151832"/>
                  </a:lnTo>
                  <a:lnTo>
                    <a:pt x="380918" y="146899"/>
                  </a:lnTo>
                  <a:lnTo>
                    <a:pt x="432650" y="116110"/>
                  </a:lnTo>
                  <a:lnTo>
                    <a:pt x="449543" y="106057"/>
                  </a:lnTo>
                  <a:lnTo>
                    <a:pt x="476604" y="89951"/>
                  </a:lnTo>
                  <a:lnTo>
                    <a:pt x="476820" y="89823"/>
                  </a:lnTo>
                  <a:lnTo>
                    <a:pt x="478640" y="88743"/>
                  </a:lnTo>
                  <a:lnTo>
                    <a:pt x="518079" y="65351"/>
                  </a:lnTo>
                  <a:lnTo>
                    <a:pt x="537327" y="53935"/>
                  </a:lnTo>
                  <a:lnTo>
                    <a:pt x="560040" y="40463"/>
                  </a:lnTo>
                  <a:lnTo>
                    <a:pt x="572713" y="32947"/>
                  </a:lnTo>
                  <a:lnTo>
                    <a:pt x="580444" y="28361"/>
                  </a:lnTo>
                  <a:lnTo>
                    <a:pt x="603349" y="14776"/>
                  </a:lnTo>
                  <a:lnTo>
                    <a:pt x="628268" y="0"/>
                  </a:lnTo>
                  <a:lnTo>
                    <a:pt x="628479" y="359"/>
                  </a:lnTo>
                  <a:lnTo>
                    <a:pt x="639672" y="19491"/>
                  </a:lnTo>
                  <a:lnTo>
                    <a:pt x="658246" y="51241"/>
                  </a:lnTo>
                  <a:lnTo>
                    <a:pt x="660927" y="55823"/>
                  </a:lnTo>
                  <a:lnTo>
                    <a:pt x="682775" y="93168"/>
                  </a:lnTo>
                  <a:lnTo>
                    <a:pt x="657824" y="107937"/>
                  </a:lnTo>
                  <a:lnTo>
                    <a:pt x="635269" y="121288"/>
                  </a:lnTo>
                  <a:lnTo>
                    <a:pt x="635001" y="121447"/>
                  </a:lnTo>
                  <a:lnTo>
                    <a:pt x="634703" y="121623"/>
                  </a:lnTo>
                  <a:lnTo>
                    <a:pt x="617153" y="132012"/>
                  </a:lnTo>
                  <a:lnTo>
                    <a:pt x="614242" y="133735"/>
                  </a:lnTo>
                  <a:lnTo>
                    <a:pt x="613790" y="134002"/>
                  </a:lnTo>
                  <a:lnTo>
                    <a:pt x="612400" y="134825"/>
                  </a:lnTo>
                  <a:lnTo>
                    <a:pt x="592242" y="146757"/>
                  </a:lnTo>
                  <a:lnTo>
                    <a:pt x="583088" y="152176"/>
                  </a:lnTo>
                  <a:lnTo>
                    <a:pt x="579548" y="154272"/>
                  </a:lnTo>
                  <a:lnTo>
                    <a:pt x="571789" y="158864"/>
                  </a:lnTo>
                  <a:lnTo>
                    <a:pt x="549878" y="171834"/>
                  </a:lnTo>
                  <a:lnTo>
                    <a:pt x="533892" y="181297"/>
                  </a:lnTo>
                  <a:lnTo>
                    <a:pt x="533098" y="181767"/>
                  </a:lnTo>
                  <a:lnTo>
                    <a:pt x="517843" y="190783"/>
                  </a:lnTo>
                  <a:lnTo>
                    <a:pt x="503559" y="199225"/>
                  </a:lnTo>
                  <a:lnTo>
                    <a:pt x="497001" y="203101"/>
                  </a:lnTo>
                  <a:lnTo>
                    <a:pt x="483755" y="210929"/>
                  </a:lnTo>
                  <a:lnTo>
                    <a:pt x="475114" y="216036"/>
                  </a:lnTo>
                  <a:lnTo>
                    <a:pt x="454194" y="228400"/>
                  </a:lnTo>
                  <a:lnTo>
                    <a:pt x="426273" y="244902"/>
                  </a:lnTo>
                  <a:lnTo>
                    <a:pt x="408377" y="255479"/>
                  </a:lnTo>
                  <a:lnTo>
                    <a:pt x="404425" y="257815"/>
                  </a:lnTo>
                  <a:lnTo>
                    <a:pt x="375698" y="274793"/>
                  </a:lnTo>
                  <a:lnTo>
                    <a:pt x="376636" y="276399"/>
                  </a:lnTo>
                  <a:lnTo>
                    <a:pt x="380343" y="283350"/>
                  </a:lnTo>
                  <a:lnTo>
                    <a:pt x="384419" y="290429"/>
                  </a:lnTo>
                  <a:lnTo>
                    <a:pt x="392697" y="300920"/>
                  </a:lnTo>
                  <a:lnTo>
                    <a:pt x="402488" y="311710"/>
                  </a:lnTo>
                  <a:lnTo>
                    <a:pt x="376609" y="333134"/>
                  </a:lnTo>
                  <a:lnTo>
                    <a:pt x="372331" y="336872"/>
                  </a:lnTo>
                  <a:lnTo>
                    <a:pt x="356329" y="350852"/>
                  </a:lnTo>
                  <a:lnTo>
                    <a:pt x="351999" y="354634"/>
                  </a:lnTo>
                  <a:lnTo>
                    <a:pt x="338199" y="366690"/>
                  </a:lnTo>
                  <a:lnTo>
                    <a:pt x="337702" y="367111"/>
                  </a:lnTo>
                  <a:lnTo>
                    <a:pt x="333333" y="370811"/>
                  </a:lnTo>
                  <a:lnTo>
                    <a:pt x="318783" y="383130"/>
                  </a:lnTo>
                  <a:lnTo>
                    <a:pt x="317829" y="383938"/>
                  </a:lnTo>
                  <a:lnTo>
                    <a:pt x="314239" y="387011"/>
                  </a:lnTo>
                  <a:lnTo>
                    <a:pt x="302091" y="397409"/>
                  </a:lnTo>
                  <a:lnTo>
                    <a:pt x="298491" y="400490"/>
                  </a:lnTo>
                  <a:lnTo>
                    <a:pt x="298216" y="400726"/>
                  </a:lnTo>
                  <a:lnTo>
                    <a:pt x="284648" y="412339"/>
                  </a:lnTo>
                  <a:lnTo>
                    <a:pt x="279853" y="416444"/>
                  </a:lnTo>
                  <a:lnTo>
                    <a:pt x="279121" y="417070"/>
                  </a:lnTo>
                  <a:lnTo>
                    <a:pt x="260255" y="434254"/>
                  </a:lnTo>
                  <a:lnTo>
                    <a:pt x="239676" y="450832"/>
                  </a:lnTo>
                  <a:lnTo>
                    <a:pt x="235339" y="454545"/>
                  </a:lnTo>
                  <a:lnTo>
                    <a:pt x="219578" y="464623"/>
                  </a:lnTo>
                  <a:lnTo>
                    <a:pt x="198189" y="477260"/>
                  </a:lnTo>
                  <a:lnTo>
                    <a:pt x="196726" y="478125"/>
                  </a:lnTo>
                  <a:lnTo>
                    <a:pt x="175686" y="490412"/>
                  </a:lnTo>
                  <a:lnTo>
                    <a:pt x="154115" y="503008"/>
                  </a:lnTo>
                  <a:lnTo>
                    <a:pt x="132993" y="515343"/>
                  </a:lnTo>
                  <a:lnTo>
                    <a:pt x="113257" y="526869"/>
                  </a:lnTo>
                  <a:lnTo>
                    <a:pt x="106287" y="530939"/>
                  </a:lnTo>
                  <a:lnTo>
                    <a:pt x="105343" y="532099"/>
                  </a:lnTo>
                  <a:lnTo>
                    <a:pt x="90014" y="539686"/>
                  </a:lnTo>
                  <a:lnTo>
                    <a:pt x="9037" y="397250"/>
                  </a:lnTo>
                  <a:lnTo>
                    <a:pt x="131" y="381583"/>
                  </a:lnTo>
                  <a:lnTo>
                    <a:pt x="0" y="381352"/>
                  </a:lnTo>
                  <a:lnTo>
                    <a:pt x="10773" y="371860"/>
                  </a:lnTo>
                  <a:lnTo>
                    <a:pt x="11753" y="366610"/>
                  </a:lnTo>
                  <a:lnTo>
                    <a:pt x="16289" y="363910"/>
                  </a:lnTo>
                  <a:lnTo>
                    <a:pt x="17043" y="363462"/>
                  </a:lnTo>
                  <a:lnTo>
                    <a:pt x="20095" y="361645"/>
                  </a:lnTo>
                  <a:lnTo>
                    <a:pt x="78622" y="326813"/>
                  </a:lnTo>
                  <a:lnTo>
                    <a:pt x="100481" y="313803"/>
                  </a:lnTo>
                  <a:lnTo>
                    <a:pt x="129107" y="296766"/>
                  </a:lnTo>
                  <a:lnTo>
                    <a:pt x="172180" y="271131"/>
                  </a:lnTo>
                  <a:lnTo>
                    <a:pt x="198682" y="255358"/>
                  </a:lnTo>
                  <a:lnTo>
                    <a:pt x="227610" y="23814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67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68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69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0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1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2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3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4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5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6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77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78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79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0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1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2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3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4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5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6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790" name=""/>
          <p:cNvSpPr>
            <a:spLocks noGrp="1"/>
          </p:cNvSpPr>
          <p:nvPr>
            </p:nvPr>
        </p:nvSpPr>
        <p:spPr>
          <a:xfrm>
            <a:off x="77221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1" name=""/>
          <p:cNvSpPr>
            <a:spLocks noGrp="1"/>
          </p:cNvSpPr>
          <p:nvPr>
            </p:nvPr>
        </p:nvSpPr>
        <p:spPr>
          <a:xfrm>
            <a:off x="8042148" y="150876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792" name=""/>
          <p:cNvSpPr>
            <a:spLocks noGrp="1"/>
          </p:cNvSpPr>
          <p:nvPr>
            </p:nvPr>
        </p:nvSpPr>
        <p:spPr>
          <a:xfrm>
            <a:off x="8042148" y="207568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3793" name=""/>
          <p:cNvSpPr>
            <a:spLocks noGrp="1"/>
          </p:cNvSpPr>
          <p:nvPr>
            </p:nvPr>
        </p:nvSpPr>
        <p:spPr>
          <a:xfrm>
            <a:off x="8042148" y="233172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67 zonas del distrito</a:t>
            </a:r>
          </a:p>
        </p:txBody>
      </p:sp>
      <p:sp>
        <p:nvSpPr>
          <p:cNvPr id="3794" name=""/>
          <p:cNvSpPr>
            <a:spLocks noGrp="1"/>
          </p:cNvSpPr>
          <p:nvPr>
            </p:nvPr>
        </p:nvSpPr>
        <p:spPr>
          <a:xfrm>
            <a:off x="8042148" y="283464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5" name=""/>
          <p:cNvSpPr>
            <a:spLocks noGrp="1"/>
          </p:cNvSpPr>
          <p:nvPr>
            </p:nvPr>
        </p:nvSpPr>
        <p:spPr>
          <a:xfrm>
            <a:off x="8042148" y="301752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340</a:t>
            </a:r>
          </a:p>
        </p:txBody>
      </p:sp>
      <p:sp>
        <p:nvSpPr>
          <p:cNvPr id="3796" name=""/>
          <p:cNvSpPr>
            <a:spLocks noGrp="1"/>
          </p:cNvSpPr>
          <p:nvPr>
            </p:nvPr>
        </p:nvSpPr>
        <p:spPr>
          <a:xfrm>
            <a:off x="8042148" y="358444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3797" name=""/>
          <p:cNvSpPr>
            <a:spLocks noGrp="1"/>
          </p:cNvSpPr>
          <p:nvPr>
            </p:nvPr>
        </p:nvSpPr>
        <p:spPr>
          <a:xfrm>
            <a:off x="8042148" y="384048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1175 manzanas en esas zonas</a:t>
            </a:r>
          </a:p>
        </p:txBody>
      </p:sp>
      <p:sp>
        <p:nvSpPr>
          <p:cNvPr id="3798" name=""/>
          <p:cNvSpPr>
            <a:spLocks noGrp="1"/>
          </p:cNvSpPr>
          <p:nvPr>
            </p:nvPr>
        </p:nvSpPr>
        <p:spPr>
          <a:xfrm>
            <a:off x="7987284" y="493776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3799" name=""/>
          <p:cNvSpPr>
            <a:spLocks noGrp="1"/>
          </p:cNvSpPr>
          <p:nvPr>
            </p:nvPr>
        </p:nvSpPr>
        <p:spPr>
          <a:xfrm>
            <a:off x="8042148" y="528523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0" name=""/>
          <p:cNvSpPr>
            <a:spLocks noGrp="1"/>
          </p:cNvSpPr>
          <p:nvPr>
            </p:nvPr>
        </p:nvSpPr>
        <p:spPr>
          <a:xfrm>
            <a:off x="8225028" y="523036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3801" name=""/>
          <p:cNvSpPr>
            <a:spLocks noGrp="1"/>
          </p:cNvSpPr>
          <p:nvPr>
            </p:nvPr>
        </p:nvSpPr>
        <p:spPr>
          <a:xfrm>
            <a:off x="804214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2" name=""/>
          <p:cNvSpPr>
            <a:spLocks noGrp="1"/>
          </p:cNvSpPr>
          <p:nvPr>
            </p:nvPr>
        </p:nvSpPr>
        <p:spPr>
          <a:xfrm>
            <a:off x="8225028" y="550468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una zona aplicada</a:t>
            </a:r>
          </a:p>
        </p:txBody>
      </p:sp>
      <p:sp>
        <p:nvSpPr>
          <p:cNvPr id="3803" name=""/>
          <p:cNvSpPr>
            <a:spLocks noGrp="1"/>
          </p:cNvSpPr>
          <p:nvPr>
            </p:nvPr>
        </p:nvSpPr>
        <p:spPr>
          <a:xfrm>
            <a:off x="804214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4" name=""/>
          <p:cNvSpPr>
            <a:spLocks noGrp="1"/>
          </p:cNvSpPr>
          <p:nvPr>
            </p:nvPr>
        </p:nvSpPr>
        <p:spPr>
          <a:xfrm>
            <a:off x="8225028" y="577900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38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y manzanas censales INEI 2017 de Villa El Salvador</a:t>
            </a:r>
          </a:p>
        </p:txBody>
      </p:sp>
      <p:sp>
        <p:nvSpPr>
          <p:cNvPr id="38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94376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94376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" cy="3200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325880"/>
            <a:ext cx="11249863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piden los egresados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integrar herramientas digitales (29%)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el plan de estudios (27%)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87452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28600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52618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97396" y="259323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71445" y="26023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8462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97396" y="2951683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72309" y="296082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4307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97396" y="3310128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522741" y="3319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0151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97396" y="3668573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4901" y="367771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95996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7396" y="402701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77493" y="403616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1840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97396" y="438546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77493" y="43946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7685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97396" y="4743907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77493" y="475305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3529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97396" y="5102352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78357" y="5111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39374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5460797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0084" y="546994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836006"/>
            <a:ext cx="6035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5819242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32244" y="582838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17013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130552"/>
            <a:ext cx="66956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194560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130552"/>
            <a:ext cx="449850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194560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13055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19456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13055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19456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862072"/>
            <a:ext cx="50308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862072"/>
            <a:ext cx="150193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26080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862072"/>
            <a:ext cx="283374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26080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862072"/>
            <a:ext cx="158517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26080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862072"/>
            <a:ext cx="191447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26080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9730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17880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416552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27448"/>
            <a:ext cx="597461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91456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27448"/>
            <a:ext cx="3358664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91456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312664"/>
            <a:ext cx="662769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376672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312664"/>
            <a:ext cx="270559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376672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65646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875374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80834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0562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3366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130552"/>
            <a:ext cx="141870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194560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130552"/>
            <a:ext cx="433202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194560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130552"/>
            <a:ext cx="208460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194560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13055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05740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6207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862072"/>
            <a:ext cx="116898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26080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862072"/>
            <a:ext cx="45817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26080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862072"/>
            <a:ext cx="216784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26080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86207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7889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8862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12394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507992"/>
            <a:ext cx="419847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507992"/>
            <a:ext cx="125222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507992"/>
            <a:ext cx="36661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572000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50799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57200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50799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23951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239512"/>
            <a:ext cx="100251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239512"/>
            <a:ext cx="408231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03520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239512"/>
            <a:ext cx="20013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03520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239512"/>
            <a:ext cx="99885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246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1629739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3955931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1629739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3955931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270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273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274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275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311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148840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882832" y="22311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1788" y="2148840"/>
            <a:ext cx="72076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1788" y="2231136"/>
            <a:ext cx="717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8897" y="2148840"/>
            <a:ext cx="2603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88897" y="2231136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88417" y="2148840"/>
            <a:ext cx="37684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88417" y="2231136"/>
            <a:ext cx="37648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53240" y="2148840"/>
            <a:ext cx="13445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3240" y="2231136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2311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8529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33956" y="2770632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82832" y="28529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715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71788" y="2852928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5137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85283" y="2852928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679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997" y="2852928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36131" y="2852928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989259" y="285292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33956" y="3392424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82832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71788" y="3392424"/>
            <a:ext cx="1079321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1788" y="347472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47451" y="3392424"/>
            <a:ext cx="421667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47451" y="3474720"/>
            <a:ext cx="4213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467" y="3392424"/>
            <a:ext cx="2692817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467" y="347472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49626" y="3392424"/>
            <a:ext cx="44819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353683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4747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9593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8953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9593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8953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9593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8953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9593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8953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9593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8953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2611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315968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0.91 cm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4.19 a 16.31 cm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2.54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17.48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370832"/>
            <a:ext cx="7315" cy="172821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315968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57200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70569" y="4572000"/>
            <a:ext cx="13258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apilada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6449" y="4572000"/>
            <a:ext cx="128016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16289" y="4855464"/>
            <a:ext cx="11887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35161" y="4855464"/>
            <a:ext cx="11887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54033" y="4855464"/>
            <a:ext cx="11887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72905" y="4855464"/>
            <a:ext cx="11887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2835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342169" y="4894966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76279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239049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289" y="5105644"/>
            <a:ext cx="118872" cy="1580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35161" y="5105644"/>
            <a:ext cx="118872" cy="1580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254033" y="5105644"/>
            <a:ext cx="118872" cy="1580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72905" y="5105644"/>
            <a:ext cx="118872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52835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42169" y="5141854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6279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239049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6289" y="5359116"/>
            <a:ext cx="118872" cy="144841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35161" y="5359116"/>
            <a:ext cx="118872" cy="144841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254033" y="5359116"/>
            <a:ext cx="118872" cy="144841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372905" y="5359116"/>
            <a:ext cx="118872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52835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1.12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342169" y="5385450"/>
            <a:ext cx="365760" cy="921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6279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39049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16289" y="5615879"/>
            <a:ext cx="118872" cy="12509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35161" y="5615879"/>
            <a:ext cx="118872" cy="12509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54033" y="5615879"/>
            <a:ext cx="118872" cy="12509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372905" y="5615879"/>
            <a:ext cx="118872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835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342169" y="5625755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076279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239049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6289" y="5872643"/>
            <a:ext cx="118872" cy="10533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35161" y="5872643"/>
            <a:ext cx="118872" cy="10533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54033" y="5872643"/>
            <a:ext cx="118872" cy="10533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372905" y="5872643"/>
            <a:ext cx="118872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52835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0342169" y="5872643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76279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Escala apilada: una barra al 100 % por público. Categorías: una barra por opción</a:t>
            </a:r>
          </a:p>
        </p:txBody>
      </p:sp>
      <p:sp>
        <p:nvSpPr>
          <p:cNvPr id="1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paletas en uso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41732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 de cinco puntos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desacuerdo al acuerdo, con Sin información al final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97984" y="1828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048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359152"/>
            <a:ext cx="23034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86320" y="2359152"/>
            <a:ext cx="3274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10155" y="2359152"/>
            <a:ext cx="16228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0155" y="2404872"/>
            <a:ext cx="16191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29329" y="2359152"/>
            <a:ext cx="68371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9329" y="2404872"/>
            <a:ext cx="6800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09382" y="2359152"/>
            <a:ext cx="38860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67492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80370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42751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48238" y="2286000"/>
            <a:ext cx="1453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00994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98196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11075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9424" y="240487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008376"/>
            <a:ext cx="109728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9636" y="3054096"/>
            <a:ext cx="197958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853937" y="3054096"/>
            <a:ext cx="58656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25348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436839" y="3054096"/>
            <a:ext cx="110469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36839" y="3099816"/>
            <a:ext cx="11010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37878" y="3054096"/>
            <a:ext cx="618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525481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53164" y="3054096"/>
            <a:ext cx="74482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53164" y="3099816"/>
            <a:ext cx="744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51300" y="29900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464178" y="27614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89424" y="30998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02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2356" y="3538728"/>
            <a:ext cx="168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200656" y="3602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0384" y="3538728"/>
            <a:ext cx="1061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26384" y="3602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36112" y="353872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74312" y="3602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4040" y="353872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1840" y="3602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941568" y="3538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52464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66299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2464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40901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65664" y="2744978"/>
            <a:ext cx="186367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52464" y="2744978"/>
            <a:ext cx="3316858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con su color en todo el informe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437997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62556" y="4407408"/>
            <a:ext cx="3012280" cy="21945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20556" y="43708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672584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162556" y="4700016"/>
            <a:ext cx="2366792" cy="21945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75068" y="46634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965192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62556" y="4992624"/>
            <a:ext cx="2489742" cy="219456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698018" y="4956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257800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62556" y="5285232"/>
            <a:ext cx="307375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82032" y="524865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550408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162556" y="5577840"/>
            <a:ext cx="270490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13181" y="5541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84301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162556" y="5870448"/>
            <a:ext cx="1905728" cy="21945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14004" y="58338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452464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52464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Coral sólo en títulos, verde sólo en Top Two Box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452464" y="4407408"/>
            <a:ext cx="5451196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52464" y="4800600"/>
            <a:ext cx="11887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41184" y="4910328"/>
            <a:ext cx="42624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452464" y="5356860"/>
            <a:ext cx="17373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299552" y="5376672"/>
            <a:ext cx="266278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8909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452464" y="5602224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99552" y="5705856"/>
            <a:ext cx="1794483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0611" y="5678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452464" y="5931408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vocacional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299552" y="6035040"/>
            <a:ext cx="133139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67518" y="6007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barra mayor en azul oscuro y las demás en el tono de apoyo. Cifras ilustrativas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4606486"/>
            <a:ext cx="917677" cy="8982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3321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25169" y="2510681"/>
            <a:ext cx="917677" cy="29940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6881" y="22363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0688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9421" y="2011680"/>
            <a:ext cx="917677" cy="3493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61133" y="1737360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33674" y="2311081"/>
            <a:ext cx="917677" cy="31936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20367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31538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7926" y="3009682"/>
            <a:ext cx="917677" cy="24950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69638" y="273536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6963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2179" y="4506686"/>
            <a:ext cx="917677" cy="9980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23891" y="42323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2389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6432" y="4207285"/>
            <a:ext cx="917677" cy="129740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8144" y="3932965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814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50684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396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3239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04937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86649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86649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9189" y="5205287"/>
            <a:ext cx="917677" cy="2994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40901" y="49309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4090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13442" y="5404888"/>
            <a:ext cx="917677" cy="998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95154" y="51305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9515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967695" y="5305088"/>
            <a:ext cx="917677" cy="199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49407" y="50307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49407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9360" y="5870448"/>
            <a:ext cx="146304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7579" y="1508760"/>
            <a:ext cx="2926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336853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96460" y="1776496"/>
            <a:ext cx="87318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96460" y="1900489"/>
            <a:ext cx="66437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96460" y="2024482"/>
            <a:ext cx="52201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96460" y="2148474"/>
            <a:ext cx="74030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96460" y="2272467"/>
            <a:ext cx="3796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189452" y="1834744"/>
            <a:ext cx="13716" cy="45537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2604" y="1874589"/>
            <a:ext cx="46594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62604" y="1988431"/>
            <a:ext cx="4286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2604" y="2102274"/>
            <a:ext cx="44730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62604" y="2216117"/>
            <a:ext cx="32615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72564"/>
            <a:ext cx="13716" cy="45537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812409"/>
            <a:ext cx="46314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926252"/>
            <a:ext cx="42609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2040095"/>
            <a:ext cx="44461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153938"/>
            <a:ext cx="32420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538359" y="1689354"/>
            <a:ext cx="1305763" cy="69951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574935" y="172593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574935" y="1817461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46110" y="1790487"/>
            <a:ext cx="85087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574935" y="1938345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846110" y="1911370"/>
            <a:ext cx="6474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4935" y="2059229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846110" y="2032254"/>
            <a:ext cx="50867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574935" y="2180112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46110" y="2153138"/>
            <a:ext cx="721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574935" y="2300996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46110" y="2274021"/>
            <a:ext cx="3699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322472"/>
            <a:ext cx="13716" cy="4864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56525"/>
            <a:ext cx="46314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53817"/>
            <a:ext cx="42609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51109"/>
            <a:ext cx="44461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48401"/>
            <a:ext cx="32420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9981170" y="3745693"/>
            <a:ext cx="39367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38359" y="3231490"/>
            <a:ext cx="1316334" cy="24871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74935" y="326806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574935" y="3337560"/>
            <a:ext cx="2188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848435" y="3321924"/>
            <a:ext cx="858457" cy="4224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574935" y="3414370"/>
            <a:ext cx="2188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848435" y="3398733"/>
            <a:ext cx="653174" cy="4224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538359" y="3542386"/>
            <a:ext cx="1316334" cy="39639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74935" y="357896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574935" y="3685375"/>
            <a:ext cx="2188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848435" y="3658400"/>
            <a:ext cx="85845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574935" y="3836022"/>
            <a:ext cx="2188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0848435" y="3809048"/>
            <a:ext cx="65317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529575" y="4781398"/>
            <a:ext cx="1336853" cy="29535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566151" y="4817974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566151" y="4899127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844165" y="4877078"/>
            <a:ext cx="873182" cy="550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566151" y="4999253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844165" y="4977205"/>
            <a:ext cx="664377" cy="550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529575" y="5107838"/>
            <a:ext cx="1336853" cy="38084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566151" y="5144414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66151" y="5246941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844165" y="5219967"/>
            <a:ext cx="87318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66151" y="5389816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844165" y="5362842"/>
            <a:ext cx="66437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1937156" y="4872380"/>
            <a:ext cx="13716" cy="45537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2010308" y="4912225"/>
            <a:ext cx="46594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2010308" y="5026068"/>
            <a:ext cx="4286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2010308" y="5139911"/>
            <a:ext cx="44730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2010308" y="5253754"/>
            <a:ext cx="32615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17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36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6781870" y="4765853"/>
            <a:ext cx="1305763" cy="72283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6818446" y="480242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6818446" y="4896292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7089621" y="4869317"/>
            <a:ext cx="85087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6818446" y="5021839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7089621" y="4994864"/>
            <a:ext cx="6474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6818446" y="5147386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7089621" y="5120411"/>
            <a:ext cx="50867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6818446" y="5272933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7089621" y="5245959"/>
            <a:ext cx="721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6818446" y="5398480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7089621" y="5371506"/>
            <a:ext cx="3699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8158362" y="4765853"/>
            <a:ext cx="570183" cy="72283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8194938" y="480242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8194938" y="4896292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8304285" y="4869317"/>
            <a:ext cx="32302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8194938" y="5021839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8304285" y="4994864"/>
            <a:ext cx="24577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8194938" y="5147386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8304285" y="5120411"/>
            <a:ext cx="19311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8194938" y="5272933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8304285" y="5245959"/>
            <a:ext cx="2738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8194938" y="5398480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8304285" y="5371506"/>
            <a:ext cx="1404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67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29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553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59" y="1776496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59" y="1900489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59" y="2024482"/>
            <a:ext cx="3494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59" y="2148474"/>
            <a:ext cx="49554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59" y="2272467"/>
            <a:ext cx="25412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852" y="1673809"/>
            <a:ext cx="934553" cy="25648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42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428" y="1781823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936" y="1765118"/>
            <a:ext cx="584492" cy="4438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428" y="1862519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936" y="1845814"/>
            <a:ext cx="444722" cy="4438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852" y="1992478"/>
            <a:ext cx="934553" cy="39639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428" y="2029054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428" y="2135467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936" y="2108492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428" y="2286114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936" y="2259140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66037"/>
            <a:ext cx="1946675" cy="3497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0261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79736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039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469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7723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70202"/>
            <a:ext cx="934553" cy="31866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10677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9376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807" y="2168505"/>
            <a:ext cx="584492" cy="614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305545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807" y="2280291"/>
            <a:ext cx="444722" cy="6148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8000" y="2070202"/>
            <a:ext cx="934553" cy="31866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576" y="210677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576" y="219376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4084" y="2168505"/>
            <a:ext cx="584492" cy="614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576" y="2305545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4084" y="2280291"/>
            <a:ext cx="444722" cy="6148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18342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635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56898"/>
            <a:ext cx="1310790" cy="242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0772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01064"/>
            <a:ext cx="997341" cy="242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34962"/>
            <a:ext cx="1946675" cy="18342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7153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4710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18051"/>
            <a:ext cx="1310790" cy="242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6887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62217"/>
            <a:ext cx="997341" cy="242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96114"/>
            <a:ext cx="1946675" cy="19275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3269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88195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80253"/>
            <a:ext cx="1310790" cy="268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70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29082"/>
            <a:ext cx="997341" cy="268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11236" cy="33421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1162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0529" y="3324187"/>
            <a:ext cx="56775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0720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0529" y="3443745"/>
            <a:ext cx="4319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1565169" y="3223717"/>
            <a:ext cx="911236" cy="33421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1601745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1601745" y="3351162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1786124" y="3324187"/>
            <a:ext cx="56775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1601745" y="3470720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1786124" y="3443745"/>
            <a:ext cx="4319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529575" y="3620110"/>
            <a:ext cx="1946675" cy="33732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566151" y="365668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566151" y="374833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978326" y="3721357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566151" y="386944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978326" y="384246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56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655722" y="3223717"/>
            <a:ext cx="934553" cy="359085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3692298" y="335738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881807" y="3330405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92298" y="3489373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881807" y="3462398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4668000" y="3223717"/>
            <a:ext cx="934553" cy="359085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470457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704576" y="335738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4894084" y="3330405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4704576" y="3489373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4894084" y="3462398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3655722" y="3644981"/>
            <a:ext cx="934553" cy="29379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3692298" y="3681557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3692298" y="376232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3881807" y="3740487"/>
            <a:ext cx="584492" cy="5464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3692298" y="386167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3881807" y="3839836"/>
            <a:ext cx="444722" cy="5464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4668000" y="3644981"/>
            <a:ext cx="934553" cy="29379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4704576" y="3681557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4704576" y="376232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4894084" y="3740487"/>
            <a:ext cx="584492" cy="5464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4704576" y="386167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4894084" y="3839836"/>
            <a:ext cx="444722" cy="5464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87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81870" y="3223717"/>
            <a:ext cx="607491" cy="35519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6818446" y="3356408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936001" y="3329433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818446" y="348645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936001" y="345948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7451540" y="3223717"/>
            <a:ext cx="607491" cy="35519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748811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7488116" y="3356408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7605671" y="3329433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7488116" y="348645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7605671" y="345948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8121055" y="3223717"/>
            <a:ext cx="607491" cy="35519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815763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8157631" y="3356408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8275185" y="3329433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8157631" y="348645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8275185" y="345948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781870" y="3641095"/>
            <a:ext cx="911236" cy="2976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18446" y="367767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18446" y="3759407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02825" y="3737038"/>
            <a:ext cx="567759" cy="5571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818446" y="3860700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02825" y="3838331"/>
            <a:ext cx="431991" cy="5571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7817465" y="3641095"/>
            <a:ext cx="911236" cy="2976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854041" y="367767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7854041" y="3759407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8038419" y="3737038"/>
            <a:ext cx="567759" cy="5571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7854041" y="3860700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8038419" y="3838331"/>
            <a:ext cx="431991" cy="5571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24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908018" y="3223717"/>
            <a:ext cx="60749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9944594" y="3353105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0062148" y="3326130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44594" y="347654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0062148" y="344957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0577688" y="3223717"/>
            <a:ext cx="60749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061426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0614264" y="3353105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731818" y="3326130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10614264" y="347654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731818" y="344957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1247202" y="3223717"/>
            <a:ext cx="60749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128377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1283778" y="3353105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1401333" y="3326130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1283778" y="347654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1401333" y="344957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9908018" y="3666744"/>
            <a:ext cx="607491" cy="2720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9944594" y="370332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9944594" y="3778644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0062148" y="3759801"/>
            <a:ext cx="349792" cy="4865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9944594" y="3867112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0062148" y="3848270"/>
            <a:ext cx="266146" cy="4865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10577688" y="3666744"/>
            <a:ext cx="607491" cy="2720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10614264" y="370332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10614264" y="3778644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731818" y="3759801"/>
            <a:ext cx="349792" cy="4865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10614264" y="3867112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731818" y="3848270"/>
            <a:ext cx="266146" cy="4865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1247202" y="3666744"/>
            <a:ext cx="607491" cy="2720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1283778" y="370332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1283778" y="3778644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1401333" y="3759801"/>
            <a:ext cx="349792" cy="4865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1283778" y="3867112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1401333" y="3848270"/>
            <a:ext cx="266146" cy="4865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67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1065870" y="4773625"/>
            <a:ext cx="670292" cy="2720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1102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1102446" y="4885525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1233817" y="4866683"/>
            <a:ext cx="394858" cy="4865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02446" y="4973993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1233817" y="4955151"/>
            <a:ext cx="300435" cy="4865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65870" y="5100066"/>
            <a:ext cx="670292" cy="3886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02446" y="513664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02446" y="5241112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33817" y="5214137"/>
            <a:ext cx="39485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102446" y="5387873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33817" y="5360899"/>
            <a:ext cx="30043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805958" y="4773625"/>
            <a:ext cx="670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84253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842534" y="4903287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973905" y="4876312"/>
            <a:ext cx="39485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842534" y="5027280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973905" y="5000305"/>
            <a:ext cx="30043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42534" y="5151272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973905" y="5124298"/>
            <a:ext cx="23605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2534" y="5275265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3905" y="5248290"/>
            <a:ext cx="33477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2534" y="5399258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3905" y="5372283"/>
            <a:ext cx="17167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04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55722" y="5022342"/>
            <a:ext cx="934553" cy="46634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505891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3692298" y="515188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3881807" y="5124907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3692298" y="527563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3881807" y="5248656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92298" y="539938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881807" y="5372405"/>
            <a:ext cx="3494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4668000" y="5022342"/>
            <a:ext cx="934553" cy="46634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4704576" y="505891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4704576" y="515188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4894084" y="5124907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4704576" y="527563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4894084" y="5248656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704576" y="539938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894084" y="5372405"/>
            <a:ext cx="3494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9319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9809" y="2507102"/>
            <a:ext cx="267079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79809" y="2894442"/>
            <a:ext cx="203212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79809" y="3281782"/>
            <a:ext cx="159667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79809" y="3669121"/>
            <a:ext cx="226436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79809" y="4056461"/>
            <a:ext cx="116121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9410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18888" y="2692908"/>
            <a:ext cx="16002" cy="14264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792760"/>
            <a:ext cx="145755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3078053"/>
            <a:ext cx="134094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3363346"/>
            <a:ext cx="139925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3648639"/>
            <a:ext cx="102028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3933932"/>
            <a:ext cx="123892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510028"/>
            <a:ext cx="16002" cy="14264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609880"/>
            <a:ext cx="14493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95173"/>
            <a:ext cx="133337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180466"/>
            <a:ext cx="139135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465759"/>
            <a:ext cx="101452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751052"/>
            <a:ext cx="1231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32888" y="2308860"/>
            <a:ext cx="384048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96896" y="23728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6896" y="2620488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13638" y="2548250"/>
            <a:ext cx="260517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96896" y="2998683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13638" y="2926446"/>
            <a:ext cx="198220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96896" y="3376879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13638" y="3304642"/>
            <a:ext cx="155744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6896" y="3755075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3638" y="3682837"/>
            <a:ext cx="220873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96896" y="4133271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13638" y="4061033"/>
            <a:ext cx="11326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32888" y="2308860"/>
            <a:ext cx="38496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8.4 × 4.5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510028"/>
            <a:ext cx="16002" cy="15179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616281"/>
            <a:ext cx="14493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919862"/>
            <a:ext cx="133337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23443"/>
            <a:ext cx="139135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527024"/>
            <a:ext cx="101452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830604"/>
            <a:ext cx="1231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32888" y="2286000"/>
            <a:ext cx="3871570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96896" y="2350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6896" y="2549804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20478" y="2477590"/>
            <a:ext cx="2627487" cy="1554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96896" y="2832354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20478" y="2760139"/>
            <a:ext cx="1999175" cy="15540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32888" y="2286000"/>
            <a:ext cx="388071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8.5 × 1.6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32888" y="3200400"/>
            <a:ext cx="3871570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6896" y="32644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96896" y="3422874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20478" y="3373391"/>
            <a:ext cx="2627487" cy="1099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96896" y="3622761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420478" y="3573279"/>
            <a:ext cx="1999175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96896" y="3822649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20478" y="3773166"/>
            <a:ext cx="1570780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96896" y="4022537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20478" y="3973054"/>
            <a:ext cx="2227652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96896" y="4222425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420478" y="4172942"/>
            <a:ext cx="1142386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32888" y="3200400"/>
            <a:ext cx="388071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8.5 × 2.5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86000"/>
            <a:ext cx="3931920" cy="8686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50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25573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9809" y="2466685"/>
            <a:ext cx="2670794" cy="1287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5965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79809" y="2700772"/>
            <a:ext cx="2032126" cy="1287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93746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79809" y="2934858"/>
            <a:ext cx="1596670" cy="1287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8942" y="2286000"/>
            <a:ext cx="39410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8.6 × 1.9 in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8942" y="3246120"/>
            <a:ext cx="3931920" cy="11201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3101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64022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79809" y="3417053"/>
            <a:ext cx="2670794" cy="1049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654765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9809" y="3607797"/>
            <a:ext cx="2032126" cy="104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84550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9809" y="3798541"/>
            <a:ext cx="1596670" cy="104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36253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79809" y="3989285"/>
            <a:ext cx="2264369" cy="104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26997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9809" y="4180029"/>
            <a:ext cx="1161215" cy="104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246120"/>
            <a:ext cx="39410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8.6 × 2.5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8888" y="2510028"/>
            <a:ext cx="16002" cy="14264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9472" y="2609880"/>
            <a:ext cx="145755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2895173"/>
            <a:ext cx="134094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180466"/>
            <a:ext cx="139925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465759"/>
            <a:ext cx="102028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751052"/>
            <a:ext cx="123892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40280"/>
            <a:ext cx="3840480" cy="21259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042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58766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59692" y="2486528"/>
            <a:ext cx="260517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50677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59692" y="2878440"/>
            <a:ext cx="198220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42589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59692" y="3270352"/>
            <a:ext cx="155744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34501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59692" y="3662263"/>
            <a:ext cx="220873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6413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59692" y="4054175"/>
            <a:ext cx="11326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40280"/>
            <a:ext cx="38496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8.4 × 4.7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27448" y="2240280"/>
            <a:ext cx="1677010" cy="21259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91456" y="23042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91456" y="2558766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2235" y="2486528"/>
            <a:ext cx="105267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91456" y="2950677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32235" y="2878440"/>
            <a:ext cx="80094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91456" y="3342589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2235" y="3270352"/>
            <a:ext cx="6293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91456" y="3734501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2235" y="3662263"/>
            <a:ext cx="89248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91456" y="4126413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32235" y="4054175"/>
            <a:ext cx="4576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27448" y="2240280"/>
            <a:ext cx="16861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 × 4.7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68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97" y="2507102"/>
            <a:ext cx="1821706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97" y="2894442"/>
            <a:ext cx="138608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97" y="3281782"/>
            <a:ext cx="10890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97" y="3669121"/>
            <a:ext cx="15444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97" y="4056461"/>
            <a:ext cx="792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228" y="2263140"/>
            <a:ext cx="2748686" cy="7543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2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236" y="248366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784" y="2435253"/>
            <a:ext cx="1821706" cy="10779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236" y="267964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784" y="2631239"/>
            <a:ext cx="1386080" cy="10779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236" y="2875636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784" y="2827226"/>
            <a:ext cx="1089063" cy="10779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228" y="226314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1.6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228" y="3200400"/>
            <a:ext cx="2748686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236" y="32644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236" y="342287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784" y="3373391"/>
            <a:ext cx="1821706" cy="1099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236" y="362276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784" y="3573279"/>
            <a:ext cx="1386080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236" y="382264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784" y="3773166"/>
            <a:ext cx="1089063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236" y="4022537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784" y="3973054"/>
            <a:ext cx="1544490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236" y="422242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784" y="4172942"/>
            <a:ext cx="792046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228" y="320040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2.5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40280"/>
            <a:ext cx="5725516" cy="10287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042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7059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16799"/>
            <a:ext cx="3957878" cy="11856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68616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32369"/>
            <a:ext cx="3011429" cy="11856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017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47939"/>
            <a:ext cx="2366123" cy="11856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173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3509"/>
            <a:ext cx="3355593" cy="11856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402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429000"/>
            <a:ext cx="2748686" cy="93726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93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64788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97" y="3600376"/>
            <a:ext cx="1821706" cy="1059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84059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97" y="3793086"/>
            <a:ext cx="1386080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3330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97" y="3985795"/>
            <a:ext cx="1089063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2601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97" y="4178505"/>
            <a:ext cx="1544490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42900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2.0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228" y="3429000"/>
            <a:ext cx="2748686" cy="93726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236" y="3493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236" y="364788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784" y="3600376"/>
            <a:ext cx="1821706" cy="1059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236" y="384059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784" y="3793086"/>
            <a:ext cx="1386080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236" y="403330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784" y="3985795"/>
            <a:ext cx="1089063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236" y="422601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784" y="4178505"/>
            <a:ext cx="1544490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228" y="342900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2.0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53949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78938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3127"/>
            <a:ext cx="3957878" cy="1025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665476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19665"/>
            <a:ext cx="3011429" cy="1025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1.2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3031236"/>
            <a:ext cx="5725516" cy="53949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95244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470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201223"/>
            <a:ext cx="3957878" cy="1025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3357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387761"/>
            <a:ext cx="3011429" cy="1025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3031236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1.2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99332"/>
            <a:ext cx="5725516" cy="56692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86334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021988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72405"/>
            <a:ext cx="3957878" cy="1101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2224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72659"/>
            <a:ext cx="3011429" cy="1101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99332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1.2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680106" cy="9829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87740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04410" y="2437087"/>
            <a:ext cx="1772493" cy="1122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69187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4410" y="2641227"/>
            <a:ext cx="1348636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89601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04410" y="2845367"/>
            <a:ext cx="1059642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0015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04410" y="3049507"/>
            <a:ext cx="1502766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68925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5.9 × 2.1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724808" y="2263140"/>
            <a:ext cx="2680106" cy="9829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888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88816" y="2487740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50276" y="2437087"/>
            <a:ext cx="1772493" cy="1122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8816" y="269187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50276" y="2641227"/>
            <a:ext cx="1348636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88816" y="289601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50276" y="2845367"/>
            <a:ext cx="1059642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8816" y="310015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50276" y="3049507"/>
            <a:ext cx="1502766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4808" y="2263140"/>
            <a:ext cx="268925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5.9 × 2.1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429000"/>
            <a:ext cx="5725516" cy="99212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93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65474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4400" y="3603462"/>
            <a:ext cx="3957878" cy="11353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861168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74400" y="3809888"/>
            <a:ext cx="3011429" cy="11353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6759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974400" y="4016313"/>
            <a:ext cx="2366123" cy="11353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7402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74400" y="4222739"/>
            <a:ext cx="3355593" cy="11353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42900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686" cy="105613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688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97" y="2441202"/>
            <a:ext cx="1821706" cy="12233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1931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97" y="2663630"/>
            <a:ext cx="1386080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4173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97" y="2886058"/>
            <a:ext cx="1089063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64167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97" y="3108486"/>
            <a:ext cx="1544490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2.3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228" y="2263140"/>
            <a:ext cx="2748686" cy="105613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2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236" y="249688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784" y="2441202"/>
            <a:ext cx="1821706" cy="12233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236" y="271931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784" y="2663630"/>
            <a:ext cx="1386080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236" y="294173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784" y="2886058"/>
            <a:ext cx="1089063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236" y="3164167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784" y="3108486"/>
            <a:ext cx="1544490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228" y="226314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2.3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502152"/>
            <a:ext cx="2748686" cy="86410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56616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74096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97" y="3682495"/>
            <a:ext cx="1821706" cy="1279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97352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97" y="3915057"/>
            <a:ext cx="1386080" cy="127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206088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97" y="4147619"/>
            <a:ext cx="1089063" cy="127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8942" y="3502152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1.9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228" y="3502152"/>
            <a:ext cx="2748686" cy="86410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236" y="356616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20236" y="374096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6784" y="3682495"/>
            <a:ext cx="1821706" cy="1279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236" y="397352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784" y="3915057"/>
            <a:ext cx="1386080" cy="127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236" y="4206088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784" y="4147619"/>
            <a:ext cx="1089063" cy="127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56228" y="3502152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1.9 in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86738" cy="104470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545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7869" y="2440559"/>
            <a:ext cx="1131411" cy="1207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1502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7869" y="2660130"/>
            <a:ext cx="860856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3459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7869" y="2879700"/>
            <a:ext cx="676387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416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7869" y="3099270"/>
            <a:ext cx="959240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2.3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8560" y="2263140"/>
            <a:ext cx="1786738" cy="104470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256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2568" y="249545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7486" y="2440559"/>
            <a:ext cx="1131411" cy="1207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2568" y="271502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77486" y="2660130"/>
            <a:ext cx="860856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2568" y="293459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77486" y="2879700"/>
            <a:ext cx="676387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12568" y="315416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77486" y="3099270"/>
            <a:ext cx="959240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48560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2.3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7720" y="2263140"/>
            <a:ext cx="1786738" cy="104470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8172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81728" y="249545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46647" y="2440559"/>
            <a:ext cx="1131411" cy="1207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71502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46647" y="2660130"/>
            <a:ext cx="860856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81728" y="293459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46647" y="2879700"/>
            <a:ext cx="676387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81728" y="315416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46647" y="3099270"/>
            <a:ext cx="959240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17720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2.3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490722"/>
            <a:ext cx="2680106" cy="87553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55473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731438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04410" y="3671922"/>
            <a:ext cx="1772493" cy="13000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967810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04410" y="3908294"/>
            <a:ext cx="1348636" cy="13000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204183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04410" y="4144667"/>
            <a:ext cx="1059642" cy="13000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8942" y="3490722"/>
            <a:ext cx="268925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5.9 × 1.9 in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24808" y="3490722"/>
            <a:ext cx="2680106" cy="87553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788816" y="355473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788816" y="3731438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0276" y="3671922"/>
            <a:ext cx="1772493" cy="13000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88816" y="3967810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0276" y="3908294"/>
            <a:ext cx="1348636" cy="13000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88816" y="4204183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50276" y="4144667"/>
            <a:ext cx="1059642" cy="13000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4808" y="3490722"/>
            <a:ext cx="268925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5.9 × 1.9 in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8673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7869" y="2438373"/>
            <a:ext cx="1131411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7869" y="2648228"/>
            <a:ext cx="8608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7869" y="2858083"/>
            <a:ext cx="6763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7869" y="3067938"/>
            <a:ext cx="959240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8560" y="2263140"/>
            <a:ext cx="178673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256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2568" y="249059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7486" y="2438373"/>
            <a:ext cx="1131411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2568" y="2700452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77486" y="2648228"/>
            <a:ext cx="8608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2568" y="291030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77486" y="2858083"/>
            <a:ext cx="6763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12568" y="3120161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77486" y="3067938"/>
            <a:ext cx="959240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48560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7720" y="2263140"/>
            <a:ext cx="178673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8172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81728" y="249059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46647" y="2438373"/>
            <a:ext cx="1131411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700452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46647" y="2648228"/>
            <a:ext cx="8608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81728" y="291030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46647" y="2858083"/>
            <a:ext cx="6763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81728" y="3120161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46647" y="3067938"/>
            <a:ext cx="959240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17720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566160"/>
            <a:ext cx="1786738" cy="8001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6301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794303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7869" y="3741702"/>
            <a:ext cx="1131411" cy="11617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4005529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7869" y="3952928"/>
            <a:ext cx="860856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21675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7869" y="4164155"/>
            <a:ext cx="67638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8942" y="356616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1.8 in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48560" y="3566160"/>
            <a:ext cx="1786738" cy="8001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12568" y="36301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712568" y="3794303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77486" y="3741702"/>
            <a:ext cx="1131411" cy="11617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12568" y="4005529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77486" y="3952928"/>
            <a:ext cx="860856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12568" y="421675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77486" y="4164155"/>
            <a:ext cx="67638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48560" y="356616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1.8 in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617720" y="3566160"/>
            <a:ext cx="1786738" cy="8001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681728" y="36301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681728" y="3794303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046647" y="3741702"/>
            <a:ext cx="1131411" cy="11617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81728" y="4005529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46647" y="3952928"/>
            <a:ext cx="860856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81728" y="421675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46647" y="4164155"/>
            <a:ext cx="67638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17720" y="356616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1.8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6282" y="2263140"/>
            <a:ext cx="1971446" cy="8001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2029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0290" y="2491283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25845" y="2438682"/>
            <a:ext cx="1263958" cy="11617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0290" y="270250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25845" y="2649908"/>
            <a:ext cx="96170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20290" y="2913736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5845" y="2861135"/>
            <a:ext cx="75562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56282" y="2263140"/>
            <a:ext cx="198059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1.8 in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56282" y="3223260"/>
            <a:ext cx="1971446" cy="11430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20290" y="32872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20290" y="3443448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25845" y="3395222"/>
            <a:ext cx="1263958" cy="107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20290" y="3638763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25845" y="3590538"/>
            <a:ext cx="961707" cy="1074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320290" y="383407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25845" y="3785854"/>
            <a:ext cx="755627" cy="1074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0290" y="4029395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25845" y="3981170"/>
            <a:ext cx="1071617" cy="1074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320290" y="4224711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25845" y="4176485"/>
            <a:ext cx="549547" cy="1074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56282" y="3223260"/>
            <a:ext cx="198059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2.5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33011" y="2263140"/>
            <a:ext cx="197144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97019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97019" y="2579340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02574" y="2507102"/>
            <a:ext cx="126395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97019" y="296667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02574" y="2894442"/>
            <a:ext cx="96170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97019" y="335401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02574" y="3281782"/>
            <a:ext cx="75562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97019" y="374135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02574" y="3669121"/>
            <a:ext cx="10716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97019" y="412869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02574" y="4056461"/>
            <a:ext cx="5495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33011" y="2263140"/>
            <a:ext cx="198059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94660"/>
            <a:ext cx="2748686" cy="13716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237708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97" y="3176909"/>
            <a:ext cx="1821706" cy="1325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7874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97" y="3417945"/>
            <a:ext cx="1386080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71977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97" y="3658981"/>
            <a:ext cx="1089063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6081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97" y="3900017"/>
            <a:ext cx="1544490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20185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97" y="4141052"/>
            <a:ext cx="792046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9466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3.0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228" y="2994660"/>
            <a:ext cx="2748686" cy="13716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236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236" y="3237708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784" y="3176909"/>
            <a:ext cx="1821706" cy="1325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236" y="347874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784" y="3417945"/>
            <a:ext cx="1386080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236" y="371977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784" y="3658981"/>
            <a:ext cx="1089063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236" y="396081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784" y="3900017"/>
            <a:ext cx="1544490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236" y="420185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784" y="4141052"/>
            <a:ext cx="792046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228" y="299466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3.0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35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79676" y="2386584"/>
            <a:ext cx="3211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37416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a 44 años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79676" y="3118104"/>
            <a:ext cx="92334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39598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a 54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9676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6076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9676" y="4581144"/>
            <a:ext cx="10839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017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años a más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5312664"/>
            <a:ext cx="44160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5785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 docente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06798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33846" y="2386584"/>
            <a:ext cx="9011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71619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0679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Asociado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33846" y="311810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49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0679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Auxiliar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846" y="3849624"/>
            <a:ext cx="72954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9996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06798" y="44805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a tiempo completo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846" y="4581144"/>
            <a:ext cx="5578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830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06798" y="521208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por horas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33846" y="5312664"/>
            <a:ext cx="8582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28705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docencia en la carrera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0969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88017" y="2386584"/>
            <a:ext cx="7467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7129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0969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88017" y="3118104"/>
            <a:ext cx="1045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998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60969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a 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88017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6910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60969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a 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88017" y="4581144"/>
            <a:ext cx="84626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7085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60969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 más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88017" y="5312664"/>
            <a:ext cx="10951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019761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01058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5229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52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971371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647323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83798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287537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4316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99432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84064" y="2038225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84064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91072" y="2038225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10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69680" y="2038225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69680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76688" y="203822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5349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96507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77949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2779493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54296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8928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8928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7808" y="277949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07808" y="284350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86416" y="277949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7682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362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70634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29200" y="3804187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868195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16752" y="3804187"/>
            <a:ext cx="28565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16752" y="3868195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3804187"/>
            <a:ext cx="12655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69680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31552" y="380418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6554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99432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545455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18888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9114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21040" y="4545455"/>
            <a:ext cx="186903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21040" y="4609463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4545455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250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brechas, cuadrantes y mediciones en el tiempo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2026-10-13T12:01:28Z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